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Anaheim"/>
      <p:regular r:id="rId61"/>
      <p:bold r:id="rId62"/>
    </p:embeddedFont>
    <p:embeddedFont>
      <p:font typeface="Outfit"/>
      <p:regular r:id="rId63"/>
      <p:bold r:id="rId64"/>
    </p:embeddedFont>
    <p:embeddedFont>
      <p:font typeface="Zen Antique"/>
      <p:regular r:id="rId65"/>
    </p:embeddedFont>
    <p:embeddedFont>
      <p:font typeface="PT Sans"/>
      <p:regular r:id="rId66"/>
      <p:bold r:id="rId67"/>
      <p:italic r:id="rId68"/>
      <p:boldItalic r:id="rId69"/>
    </p:embeddedFont>
    <p:embeddedFont>
      <p:font typeface="Open Sans"/>
      <p:regular r:id="rId70"/>
      <p:bold r:id="rId71"/>
      <p:italic r:id="rId72"/>
      <p:boldItalic r:id="rId7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4C1676E-F51A-4843-BF87-1B6F33CDB04F}">
  <a:tblStyle styleId="{74C1676E-F51A-4843-BF87-1B6F33CDB04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A40B1B86-8086-4635-AB08-100A8F5E31C5}"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penSans-boldItalic.fntdata"/><Relationship Id="rId72" Type="http://schemas.openxmlformats.org/officeDocument/2006/relationships/font" Target="fonts/OpenSans-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bold.fntdata"/><Relationship Id="rId70" Type="http://schemas.openxmlformats.org/officeDocument/2006/relationships/font" Target="fonts/OpenSa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naheim-bold.fntdata"/><Relationship Id="rId61" Type="http://schemas.openxmlformats.org/officeDocument/2006/relationships/font" Target="fonts/Anaheim-regular.fntdata"/><Relationship Id="rId20" Type="http://schemas.openxmlformats.org/officeDocument/2006/relationships/slide" Target="slides/slide14.xml"/><Relationship Id="rId64" Type="http://schemas.openxmlformats.org/officeDocument/2006/relationships/font" Target="fonts/Outfit-bold.fntdata"/><Relationship Id="rId63" Type="http://schemas.openxmlformats.org/officeDocument/2006/relationships/font" Target="fonts/Outfit-regular.fntdata"/><Relationship Id="rId22" Type="http://schemas.openxmlformats.org/officeDocument/2006/relationships/slide" Target="slides/slide16.xml"/><Relationship Id="rId66" Type="http://schemas.openxmlformats.org/officeDocument/2006/relationships/font" Target="fonts/PTSans-regular.fntdata"/><Relationship Id="rId21" Type="http://schemas.openxmlformats.org/officeDocument/2006/relationships/slide" Target="slides/slide15.xml"/><Relationship Id="rId65" Type="http://schemas.openxmlformats.org/officeDocument/2006/relationships/font" Target="fonts/ZenAntique-regular.fntdata"/><Relationship Id="rId24" Type="http://schemas.openxmlformats.org/officeDocument/2006/relationships/slide" Target="slides/slide18.xml"/><Relationship Id="rId68" Type="http://schemas.openxmlformats.org/officeDocument/2006/relationships/font" Target="fonts/PTSans-italic.fntdata"/><Relationship Id="rId23" Type="http://schemas.openxmlformats.org/officeDocument/2006/relationships/slide" Target="slides/slide17.xml"/><Relationship Id="rId67" Type="http://schemas.openxmlformats.org/officeDocument/2006/relationships/font" Target="fonts/PTSans-bold.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 name="Shape 189"/>
        <p:cNvGrpSpPr/>
        <p:nvPr/>
      </p:nvGrpSpPr>
      <p:grpSpPr>
        <a:xfrm>
          <a:off x="0" y="0"/>
          <a:ext cx="0" cy="0"/>
          <a:chOff x="0" y="0"/>
          <a:chExt cx="0" cy="0"/>
        </a:xfrm>
      </p:grpSpPr>
      <p:sp>
        <p:nvSpPr>
          <p:cNvPr id="190" name="Google Shape;190;g2913220fde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 name="Google Shape;191;g2913220fde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6" name="Shape 1646"/>
        <p:cNvGrpSpPr/>
        <p:nvPr/>
      </p:nvGrpSpPr>
      <p:grpSpPr>
        <a:xfrm>
          <a:off x="0" y="0"/>
          <a:ext cx="0" cy="0"/>
          <a:chOff x="0" y="0"/>
          <a:chExt cx="0" cy="0"/>
        </a:xfrm>
      </p:grpSpPr>
      <p:sp>
        <p:nvSpPr>
          <p:cNvPr id="1647" name="Google Shape;164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8" name="Google Shape;164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4" name="Shape 2134"/>
        <p:cNvGrpSpPr/>
        <p:nvPr/>
      </p:nvGrpSpPr>
      <p:grpSpPr>
        <a:xfrm>
          <a:off x="0" y="0"/>
          <a:ext cx="0" cy="0"/>
          <a:chOff x="0" y="0"/>
          <a:chExt cx="0" cy="0"/>
        </a:xfrm>
      </p:grpSpPr>
      <p:sp>
        <p:nvSpPr>
          <p:cNvPr id="2135" name="Google Shape;213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6" name="Google Shape;213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2" name="Shape 2142"/>
        <p:cNvGrpSpPr/>
        <p:nvPr/>
      </p:nvGrpSpPr>
      <p:grpSpPr>
        <a:xfrm>
          <a:off x="0" y="0"/>
          <a:ext cx="0" cy="0"/>
          <a:chOff x="0" y="0"/>
          <a:chExt cx="0" cy="0"/>
        </a:xfrm>
      </p:grpSpPr>
      <p:sp>
        <p:nvSpPr>
          <p:cNvPr id="2143" name="Google Shape;214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4" name="Google Shape;214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1" name="Shape 2371"/>
        <p:cNvGrpSpPr/>
        <p:nvPr/>
      </p:nvGrpSpPr>
      <p:grpSpPr>
        <a:xfrm>
          <a:off x="0" y="0"/>
          <a:ext cx="0" cy="0"/>
          <a:chOff x="0" y="0"/>
          <a:chExt cx="0" cy="0"/>
        </a:xfrm>
      </p:grpSpPr>
      <p:sp>
        <p:nvSpPr>
          <p:cNvPr id="2372" name="Google Shape;237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3" name="Google Shape;237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9" name="Shape 2709"/>
        <p:cNvGrpSpPr/>
        <p:nvPr/>
      </p:nvGrpSpPr>
      <p:grpSpPr>
        <a:xfrm>
          <a:off x="0" y="0"/>
          <a:ext cx="0" cy="0"/>
          <a:chOff x="0" y="0"/>
          <a:chExt cx="0" cy="0"/>
        </a:xfrm>
      </p:grpSpPr>
      <p:sp>
        <p:nvSpPr>
          <p:cNvPr id="2710" name="Google Shape;2710;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1" name="Google Shape;2711;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1" name="Shape 2811"/>
        <p:cNvGrpSpPr/>
        <p:nvPr/>
      </p:nvGrpSpPr>
      <p:grpSpPr>
        <a:xfrm>
          <a:off x="0" y="0"/>
          <a:ext cx="0" cy="0"/>
          <a:chOff x="0" y="0"/>
          <a:chExt cx="0" cy="0"/>
        </a:xfrm>
      </p:grpSpPr>
      <p:sp>
        <p:nvSpPr>
          <p:cNvPr id="2812" name="Google Shape;2812;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3" name="Google Shape;2813;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9" name="Shape 3759"/>
        <p:cNvGrpSpPr/>
        <p:nvPr/>
      </p:nvGrpSpPr>
      <p:grpSpPr>
        <a:xfrm>
          <a:off x="0" y="0"/>
          <a:ext cx="0" cy="0"/>
          <a:chOff x="0" y="0"/>
          <a:chExt cx="0" cy="0"/>
        </a:xfrm>
      </p:grpSpPr>
      <p:sp>
        <p:nvSpPr>
          <p:cNvPr id="3760" name="Google Shape;376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1" name="Google Shape;376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6" name="Shape 3776"/>
        <p:cNvGrpSpPr/>
        <p:nvPr/>
      </p:nvGrpSpPr>
      <p:grpSpPr>
        <a:xfrm>
          <a:off x="0" y="0"/>
          <a:ext cx="0" cy="0"/>
          <a:chOff x="0" y="0"/>
          <a:chExt cx="0" cy="0"/>
        </a:xfrm>
      </p:grpSpPr>
      <p:sp>
        <p:nvSpPr>
          <p:cNvPr id="3777" name="Google Shape;377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8" name="Google Shape;377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9" name="Shape 4009"/>
        <p:cNvGrpSpPr/>
        <p:nvPr/>
      </p:nvGrpSpPr>
      <p:grpSpPr>
        <a:xfrm>
          <a:off x="0" y="0"/>
          <a:ext cx="0" cy="0"/>
          <a:chOff x="0" y="0"/>
          <a:chExt cx="0" cy="0"/>
        </a:xfrm>
      </p:grpSpPr>
      <p:sp>
        <p:nvSpPr>
          <p:cNvPr id="4010" name="Google Shape;401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1" name="Google Shape;401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9" name="Shape 4939"/>
        <p:cNvGrpSpPr/>
        <p:nvPr/>
      </p:nvGrpSpPr>
      <p:grpSpPr>
        <a:xfrm>
          <a:off x="0" y="0"/>
          <a:ext cx="0" cy="0"/>
          <a:chOff x="0" y="0"/>
          <a:chExt cx="0" cy="0"/>
        </a:xfrm>
      </p:grpSpPr>
      <p:sp>
        <p:nvSpPr>
          <p:cNvPr id="4940" name="Google Shape;494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1" name="Google Shape;494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8" name="Shape 4948"/>
        <p:cNvGrpSpPr/>
        <p:nvPr/>
      </p:nvGrpSpPr>
      <p:grpSpPr>
        <a:xfrm>
          <a:off x="0" y="0"/>
          <a:ext cx="0" cy="0"/>
          <a:chOff x="0" y="0"/>
          <a:chExt cx="0" cy="0"/>
        </a:xfrm>
      </p:grpSpPr>
      <p:sp>
        <p:nvSpPr>
          <p:cNvPr id="4949" name="Google Shape;4949;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0" name="Google Shape;4950;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4" name="Shape 4954"/>
        <p:cNvGrpSpPr/>
        <p:nvPr/>
      </p:nvGrpSpPr>
      <p:grpSpPr>
        <a:xfrm>
          <a:off x="0" y="0"/>
          <a:ext cx="0" cy="0"/>
          <a:chOff x="0" y="0"/>
          <a:chExt cx="0" cy="0"/>
        </a:xfrm>
      </p:grpSpPr>
      <p:sp>
        <p:nvSpPr>
          <p:cNvPr id="4955" name="Google Shape;4955;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6" name="Google Shape;4956;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3" name="Shape 5003"/>
        <p:cNvGrpSpPr/>
        <p:nvPr/>
      </p:nvGrpSpPr>
      <p:grpSpPr>
        <a:xfrm>
          <a:off x="0" y="0"/>
          <a:ext cx="0" cy="0"/>
          <a:chOff x="0" y="0"/>
          <a:chExt cx="0" cy="0"/>
        </a:xfrm>
      </p:grpSpPr>
      <p:sp>
        <p:nvSpPr>
          <p:cNvPr id="5004" name="Google Shape;5004;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5" name="Google Shape;5005;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9" name="Shape 5039"/>
        <p:cNvGrpSpPr/>
        <p:nvPr/>
      </p:nvGrpSpPr>
      <p:grpSpPr>
        <a:xfrm>
          <a:off x="0" y="0"/>
          <a:ext cx="0" cy="0"/>
          <a:chOff x="0" y="0"/>
          <a:chExt cx="0" cy="0"/>
        </a:xfrm>
      </p:grpSpPr>
      <p:sp>
        <p:nvSpPr>
          <p:cNvPr id="5040" name="Google Shape;5040;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1" name="Google Shape;5041;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5" name="Shape 5045"/>
        <p:cNvGrpSpPr/>
        <p:nvPr/>
      </p:nvGrpSpPr>
      <p:grpSpPr>
        <a:xfrm>
          <a:off x="0" y="0"/>
          <a:ext cx="0" cy="0"/>
          <a:chOff x="0" y="0"/>
          <a:chExt cx="0" cy="0"/>
        </a:xfrm>
      </p:grpSpPr>
      <p:sp>
        <p:nvSpPr>
          <p:cNvPr id="5046" name="Google Shape;5046;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7" name="Google Shape;5047;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4" name="Shape 5054"/>
        <p:cNvGrpSpPr/>
        <p:nvPr/>
      </p:nvGrpSpPr>
      <p:grpSpPr>
        <a:xfrm>
          <a:off x="0" y="0"/>
          <a:ext cx="0" cy="0"/>
          <a:chOff x="0" y="0"/>
          <a:chExt cx="0" cy="0"/>
        </a:xfrm>
      </p:grpSpPr>
      <p:sp>
        <p:nvSpPr>
          <p:cNvPr id="5055" name="Google Shape;5055;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6" name="Google Shape;5056;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1" name="Shape 5071"/>
        <p:cNvGrpSpPr/>
        <p:nvPr/>
      </p:nvGrpSpPr>
      <p:grpSpPr>
        <a:xfrm>
          <a:off x="0" y="0"/>
          <a:ext cx="0" cy="0"/>
          <a:chOff x="0" y="0"/>
          <a:chExt cx="0" cy="0"/>
        </a:xfrm>
      </p:grpSpPr>
      <p:sp>
        <p:nvSpPr>
          <p:cNvPr id="5072" name="Google Shape;5072;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3" name="Google Shape;5073;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3" name="Shape 5083"/>
        <p:cNvGrpSpPr/>
        <p:nvPr/>
      </p:nvGrpSpPr>
      <p:grpSpPr>
        <a:xfrm>
          <a:off x="0" y="0"/>
          <a:ext cx="0" cy="0"/>
          <a:chOff x="0" y="0"/>
          <a:chExt cx="0" cy="0"/>
        </a:xfrm>
      </p:grpSpPr>
      <p:sp>
        <p:nvSpPr>
          <p:cNvPr id="5084" name="Google Shape;5084;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5" name="Google Shape;5085;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3" name="Shape 5573"/>
        <p:cNvGrpSpPr/>
        <p:nvPr/>
      </p:nvGrpSpPr>
      <p:grpSpPr>
        <a:xfrm>
          <a:off x="0" y="0"/>
          <a:ext cx="0" cy="0"/>
          <a:chOff x="0" y="0"/>
          <a:chExt cx="0" cy="0"/>
        </a:xfrm>
      </p:grpSpPr>
      <p:sp>
        <p:nvSpPr>
          <p:cNvPr id="5574" name="Google Shape;5574;g1e96f15ba5b_0_3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5" name="Google Shape;5575;g1e96f15ba5b_0_3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4" name="Shape 5974"/>
        <p:cNvGrpSpPr/>
        <p:nvPr/>
      </p:nvGrpSpPr>
      <p:grpSpPr>
        <a:xfrm>
          <a:off x="0" y="0"/>
          <a:ext cx="0" cy="0"/>
          <a:chOff x="0" y="0"/>
          <a:chExt cx="0" cy="0"/>
        </a:xfrm>
      </p:grpSpPr>
      <p:sp>
        <p:nvSpPr>
          <p:cNvPr id="5975" name="Google Shape;5975;g1e96f15ba5b_0_3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6" name="Google Shape;5976;g1e96f15ba5b_0_3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8" name="Shape 6998"/>
        <p:cNvGrpSpPr/>
        <p:nvPr/>
      </p:nvGrpSpPr>
      <p:grpSpPr>
        <a:xfrm>
          <a:off x="0" y="0"/>
          <a:ext cx="0" cy="0"/>
          <a:chOff x="0" y="0"/>
          <a:chExt cx="0" cy="0"/>
        </a:xfrm>
      </p:grpSpPr>
      <p:sp>
        <p:nvSpPr>
          <p:cNvPr id="6999" name="Google Shape;6999;g1e984b28a81_0_14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0" name="Google Shape;7000;g1e984b28a81_0_14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4" name="Shape 7004"/>
        <p:cNvGrpSpPr/>
        <p:nvPr/>
      </p:nvGrpSpPr>
      <p:grpSpPr>
        <a:xfrm>
          <a:off x="0" y="0"/>
          <a:ext cx="0" cy="0"/>
          <a:chOff x="0" y="0"/>
          <a:chExt cx="0" cy="0"/>
        </a:xfrm>
      </p:grpSpPr>
      <p:sp>
        <p:nvSpPr>
          <p:cNvPr id="7005" name="Google Shape;7005;g1e984b28a81_0_14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6" name="Google Shape;7006;g1e984b28a81_0_14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0" name="Shape 7010"/>
        <p:cNvGrpSpPr/>
        <p:nvPr/>
      </p:nvGrpSpPr>
      <p:grpSpPr>
        <a:xfrm>
          <a:off x="0" y="0"/>
          <a:ext cx="0" cy="0"/>
          <a:chOff x="0" y="0"/>
          <a:chExt cx="0" cy="0"/>
        </a:xfrm>
      </p:grpSpPr>
      <p:sp>
        <p:nvSpPr>
          <p:cNvPr id="7011" name="Google Shape;7011;g1e984b28a81_0_14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2" name="Google Shape;7012;g1e984b28a81_0_14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8" name="Shape 7028"/>
        <p:cNvGrpSpPr/>
        <p:nvPr/>
      </p:nvGrpSpPr>
      <p:grpSpPr>
        <a:xfrm>
          <a:off x="0" y="0"/>
          <a:ext cx="0" cy="0"/>
          <a:chOff x="0" y="0"/>
          <a:chExt cx="0" cy="0"/>
        </a:xfrm>
      </p:grpSpPr>
      <p:sp>
        <p:nvSpPr>
          <p:cNvPr id="7029" name="Google Shape;7029;g1e984b28a81_0_14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0" name="Google Shape;7030;g1e984b28a81_0_14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4" name="Shape 7044"/>
        <p:cNvGrpSpPr/>
        <p:nvPr/>
      </p:nvGrpSpPr>
      <p:grpSpPr>
        <a:xfrm>
          <a:off x="0" y="0"/>
          <a:ext cx="0" cy="0"/>
          <a:chOff x="0" y="0"/>
          <a:chExt cx="0" cy="0"/>
        </a:xfrm>
      </p:grpSpPr>
      <p:sp>
        <p:nvSpPr>
          <p:cNvPr id="7045" name="Google Shape;7045;g1e984b28a81_0_14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6" name="Google Shape;7046;g1e984b28a81_0_14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1" name="Shape 7381"/>
        <p:cNvGrpSpPr/>
        <p:nvPr/>
      </p:nvGrpSpPr>
      <p:grpSpPr>
        <a:xfrm>
          <a:off x="0" y="0"/>
          <a:ext cx="0" cy="0"/>
          <a:chOff x="0" y="0"/>
          <a:chExt cx="0" cy="0"/>
        </a:xfrm>
      </p:grpSpPr>
      <p:sp>
        <p:nvSpPr>
          <p:cNvPr id="7382" name="Google Shape;7382;g1e984b28a81_0_14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3" name="Google Shape;7383;g1e984b28a81_0_14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95" name="Shape 13295"/>
        <p:cNvGrpSpPr/>
        <p:nvPr/>
      </p:nvGrpSpPr>
      <p:grpSpPr>
        <a:xfrm>
          <a:off x="0" y="0"/>
          <a:ext cx="0" cy="0"/>
          <a:chOff x="0" y="0"/>
          <a:chExt cx="0" cy="0"/>
        </a:xfrm>
      </p:grpSpPr>
      <p:sp>
        <p:nvSpPr>
          <p:cNvPr id="13296" name="Google Shape;13296;g1e984b28a81_0_20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7" name="Google Shape;13297;g1e984b28a81_0_20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2" name="Shape 13722"/>
        <p:cNvGrpSpPr/>
        <p:nvPr/>
      </p:nvGrpSpPr>
      <p:grpSpPr>
        <a:xfrm>
          <a:off x="0" y="0"/>
          <a:ext cx="0" cy="0"/>
          <a:chOff x="0" y="0"/>
          <a:chExt cx="0" cy="0"/>
        </a:xfrm>
      </p:grpSpPr>
      <p:sp>
        <p:nvSpPr>
          <p:cNvPr id="13723" name="Google Shape;13723;g1e984b28a81_0_20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24" name="Google Shape;13724;g1e984b28a81_0_20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5" name="Shape 13885"/>
        <p:cNvGrpSpPr/>
        <p:nvPr/>
      </p:nvGrpSpPr>
      <p:grpSpPr>
        <a:xfrm>
          <a:off x="0" y="0"/>
          <a:ext cx="0" cy="0"/>
          <a:chOff x="0" y="0"/>
          <a:chExt cx="0" cy="0"/>
        </a:xfrm>
      </p:grpSpPr>
      <p:sp>
        <p:nvSpPr>
          <p:cNvPr id="13886" name="Google Shape;13886;g1e984b28a81_0_210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7" name="Google Shape;13887;g1e984b28a81_0_210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7" name="Shape 14287"/>
        <p:cNvGrpSpPr/>
        <p:nvPr/>
      </p:nvGrpSpPr>
      <p:grpSpPr>
        <a:xfrm>
          <a:off x="0" y="0"/>
          <a:ext cx="0" cy="0"/>
          <a:chOff x="0" y="0"/>
          <a:chExt cx="0" cy="0"/>
        </a:xfrm>
      </p:grpSpPr>
      <p:sp>
        <p:nvSpPr>
          <p:cNvPr id="14288" name="Google Shape;14288;g1e984b28a81_0_21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9" name="Google Shape;14289;g1e984b28a81_0_21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8" name="Shape 14658"/>
        <p:cNvGrpSpPr/>
        <p:nvPr/>
      </p:nvGrpSpPr>
      <p:grpSpPr>
        <a:xfrm>
          <a:off x="0" y="0"/>
          <a:ext cx="0" cy="0"/>
          <a:chOff x="0" y="0"/>
          <a:chExt cx="0" cy="0"/>
        </a:xfrm>
      </p:grpSpPr>
      <p:sp>
        <p:nvSpPr>
          <p:cNvPr id="14659" name="Google Shape;14659;g1e984b28a81_0_21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60" name="Google Shape;14660;g1e984b28a81_0_21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7" name="Shape 15047"/>
        <p:cNvGrpSpPr/>
        <p:nvPr/>
      </p:nvGrpSpPr>
      <p:grpSpPr>
        <a:xfrm>
          <a:off x="0" y="0"/>
          <a:ext cx="0" cy="0"/>
          <a:chOff x="0" y="0"/>
          <a:chExt cx="0" cy="0"/>
        </a:xfrm>
      </p:grpSpPr>
      <p:sp>
        <p:nvSpPr>
          <p:cNvPr id="15048" name="Google Shape;15048;g1e984b28a81_0_22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9" name="Google Shape;15049;g1e984b28a81_0_22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78" name="Shape 15478"/>
        <p:cNvGrpSpPr/>
        <p:nvPr/>
      </p:nvGrpSpPr>
      <p:grpSpPr>
        <a:xfrm>
          <a:off x="0" y="0"/>
          <a:ext cx="0" cy="0"/>
          <a:chOff x="0" y="0"/>
          <a:chExt cx="0" cy="0"/>
        </a:xfrm>
      </p:grpSpPr>
      <p:sp>
        <p:nvSpPr>
          <p:cNvPr id="15479" name="Google Shape;15479;g1e984b28a81_0_22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80" name="Google Shape;15480;g1e984b28a81_0_22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1" name="Shape 16271"/>
        <p:cNvGrpSpPr/>
        <p:nvPr/>
      </p:nvGrpSpPr>
      <p:grpSpPr>
        <a:xfrm>
          <a:off x="0" y="0"/>
          <a:ext cx="0" cy="0"/>
          <a:chOff x="0" y="0"/>
          <a:chExt cx="0" cy="0"/>
        </a:xfrm>
      </p:grpSpPr>
      <p:sp>
        <p:nvSpPr>
          <p:cNvPr id="16272" name="Google Shape;16272;g1e984b28a81_0_23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73" name="Google Shape;16273;g1e984b28a81_0_23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12" name="Shape 17012"/>
        <p:cNvGrpSpPr/>
        <p:nvPr/>
      </p:nvGrpSpPr>
      <p:grpSpPr>
        <a:xfrm>
          <a:off x="0" y="0"/>
          <a:ext cx="0" cy="0"/>
          <a:chOff x="0" y="0"/>
          <a:chExt cx="0" cy="0"/>
        </a:xfrm>
      </p:grpSpPr>
      <p:sp>
        <p:nvSpPr>
          <p:cNvPr id="17013" name="Google Shape;17013;g1e984b28a81_0_24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14" name="Google Shape;17014;g1e984b28a81_0_24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05" name="Shape 17705"/>
        <p:cNvGrpSpPr/>
        <p:nvPr/>
      </p:nvGrpSpPr>
      <p:grpSpPr>
        <a:xfrm>
          <a:off x="0" y="0"/>
          <a:ext cx="0" cy="0"/>
          <a:chOff x="0" y="0"/>
          <a:chExt cx="0" cy="0"/>
        </a:xfrm>
      </p:grpSpPr>
      <p:sp>
        <p:nvSpPr>
          <p:cNvPr id="17706" name="Google Shape;17706;g1e984b28a81_0_248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07" name="Google Shape;17707;g1e984b28a81_0_248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7" name="Shape 18007"/>
        <p:cNvGrpSpPr/>
        <p:nvPr/>
      </p:nvGrpSpPr>
      <p:grpSpPr>
        <a:xfrm>
          <a:off x="0" y="0"/>
          <a:ext cx="0" cy="0"/>
          <a:chOff x="0" y="0"/>
          <a:chExt cx="0" cy="0"/>
        </a:xfrm>
      </p:grpSpPr>
      <p:sp>
        <p:nvSpPr>
          <p:cNvPr id="18008" name="Google Shape;18008;g1e984b28a81_0_25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09" name="Google Shape;18009;g1e984b28a81_0_25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47" name="Shape 18647"/>
        <p:cNvGrpSpPr/>
        <p:nvPr/>
      </p:nvGrpSpPr>
      <p:grpSpPr>
        <a:xfrm>
          <a:off x="0" y="0"/>
          <a:ext cx="0" cy="0"/>
          <a:chOff x="0" y="0"/>
          <a:chExt cx="0" cy="0"/>
        </a:xfrm>
      </p:grpSpPr>
      <p:sp>
        <p:nvSpPr>
          <p:cNvPr id="18648" name="Google Shape;18648;g1e984b28a81_0_27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9" name="Google Shape;18649;g1e984b28a81_0_27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3900" y="0"/>
            <a:ext cx="9151800" cy="5143500"/>
            <a:chOff x="-3900" y="0"/>
            <a:chExt cx="9151800" cy="5143500"/>
          </a:xfrm>
        </p:grpSpPr>
        <p:sp>
          <p:nvSpPr>
            <p:cNvPr id="10" name="Google Shape;10;p2"/>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 name="Google Shape;11;p2"/>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 name="Google Shape;12;p2"/>
          <p:cNvSpPr txBox="1"/>
          <p:nvPr>
            <p:ph type="ctrTitle"/>
          </p:nvPr>
        </p:nvSpPr>
        <p:spPr>
          <a:xfrm>
            <a:off x="713225" y="659425"/>
            <a:ext cx="6660000" cy="15444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3" name="Google Shape;13;p2"/>
          <p:cNvSpPr txBox="1"/>
          <p:nvPr>
            <p:ph idx="1" type="subTitle"/>
          </p:nvPr>
        </p:nvSpPr>
        <p:spPr>
          <a:xfrm>
            <a:off x="826905" y="2441150"/>
            <a:ext cx="3903300" cy="365100"/>
          </a:xfrm>
          <a:prstGeom prst="rect">
            <a:avLst/>
          </a:prstGeom>
          <a:solidFill>
            <a:schemeClr val="dk1"/>
          </a:solidFill>
        </p:spPr>
        <p:txBody>
          <a:bodyPr anchorCtr="0" anchor="ctr" bIns="91425" lIns="91425" spcFirstLastPara="1" rIns="91425" wrap="square" tIns="91425">
            <a:noAutofit/>
          </a:bodyPr>
          <a:lstStyle>
            <a:lvl1pPr lvl="0">
              <a:lnSpc>
                <a:spcPct val="100000"/>
              </a:lnSpc>
              <a:spcBef>
                <a:spcPts val="0"/>
              </a:spcBef>
              <a:spcAft>
                <a:spcPts val="0"/>
              </a:spcAft>
              <a:buSzPts val="1200"/>
              <a:buNone/>
              <a:defRPr sz="1600">
                <a:solidFill>
                  <a:schemeClr val="lt1"/>
                </a:solidFill>
                <a:latin typeface="Outfit"/>
                <a:ea typeface="Outfit"/>
                <a:cs typeface="Outfit"/>
                <a:sym typeface="Outfit"/>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grpSp>
        <p:nvGrpSpPr>
          <p:cNvPr id="15" name="Google Shape;15;p3"/>
          <p:cNvGrpSpPr/>
          <p:nvPr/>
        </p:nvGrpSpPr>
        <p:grpSpPr>
          <a:xfrm>
            <a:off x="-3900" y="0"/>
            <a:ext cx="9151800" cy="5143500"/>
            <a:chOff x="-3900" y="0"/>
            <a:chExt cx="9151800" cy="5143500"/>
          </a:xfrm>
        </p:grpSpPr>
        <p:sp>
          <p:nvSpPr>
            <p:cNvPr id="16" name="Google Shape;16;p3"/>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 name="Google Shape;17;p3"/>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 name="Google Shape;18;p3"/>
          <p:cNvSpPr txBox="1"/>
          <p:nvPr>
            <p:ph type="title"/>
          </p:nvPr>
        </p:nvSpPr>
        <p:spPr>
          <a:xfrm>
            <a:off x="2728050" y="2678875"/>
            <a:ext cx="3687900" cy="14661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3834750" y="998525"/>
            <a:ext cx="1474500" cy="11985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grpSp>
        <p:nvGrpSpPr>
          <p:cNvPr id="21" name="Google Shape;21;p4"/>
          <p:cNvGrpSpPr/>
          <p:nvPr/>
        </p:nvGrpSpPr>
        <p:grpSpPr>
          <a:xfrm>
            <a:off x="-3900" y="0"/>
            <a:ext cx="9151800" cy="5143500"/>
            <a:chOff x="-3900" y="0"/>
            <a:chExt cx="9151800" cy="5143500"/>
          </a:xfrm>
        </p:grpSpPr>
        <p:sp>
          <p:nvSpPr>
            <p:cNvPr id="22" name="Google Shape;22;p4"/>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 name="Google Shape;23;p4"/>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 name="Google Shape;2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4"/>
          <p:cNvSpPr txBox="1"/>
          <p:nvPr>
            <p:ph idx="1" type="body"/>
          </p:nvPr>
        </p:nvSpPr>
        <p:spPr>
          <a:xfrm>
            <a:off x="720000" y="1215750"/>
            <a:ext cx="3952200" cy="16362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FDB836"/>
              </a:buClr>
              <a:buSzPts val="1400"/>
              <a:buFont typeface="DM Sans Light"/>
              <a:buChar char="●"/>
              <a:defRPr/>
            </a:lvl1pPr>
            <a:lvl2pPr indent="-317500" lvl="1" marL="914400" rtl="0">
              <a:lnSpc>
                <a:spcPct val="100000"/>
              </a:lnSpc>
              <a:spcBef>
                <a:spcPts val="0"/>
              </a:spcBef>
              <a:spcAft>
                <a:spcPts val="0"/>
              </a:spcAft>
              <a:buClr>
                <a:schemeClr val="accent3"/>
              </a:buClr>
              <a:buSzPts val="1400"/>
              <a:buFont typeface="DM Sans Light"/>
              <a:buChar char="○"/>
              <a:defRPr/>
            </a:lvl2pPr>
            <a:lvl3pPr indent="-317500" lvl="2" marL="1371600" rtl="0">
              <a:lnSpc>
                <a:spcPct val="100000"/>
              </a:lnSpc>
              <a:spcBef>
                <a:spcPts val="0"/>
              </a:spcBef>
              <a:spcAft>
                <a:spcPts val="0"/>
              </a:spcAft>
              <a:buClr>
                <a:schemeClr val="accent3"/>
              </a:buClr>
              <a:buSzPts val="1400"/>
              <a:buFont typeface="DM Sans Light"/>
              <a:buChar char="■"/>
              <a:defRPr/>
            </a:lvl3pPr>
            <a:lvl4pPr indent="-317500" lvl="3" marL="1828800" rtl="0">
              <a:lnSpc>
                <a:spcPct val="100000"/>
              </a:lnSpc>
              <a:spcBef>
                <a:spcPts val="0"/>
              </a:spcBef>
              <a:spcAft>
                <a:spcPts val="0"/>
              </a:spcAft>
              <a:buClr>
                <a:schemeClr val="accent3"/>
              </a:buClr>
              <a:buSzPts val="1400"/>
              <a:buFont typeface="DM Sans Light"/>
              <a:buChar char="●"/>
              <a:defRPr/>
            </a:lvl4pPr>
            <a:lvl5pPr indent="-317500" lvl="4" marL="2286000" rtl="0">
              <a:lnSpc>
                <a:spcPct val="100000"/>
              </a:lnSpc>
              <a:spcBef>
                <a:spcPts val="0"/>
              </a:spcBef>
              <a:spcAft>
                <a:spcPts val="0"/>
              </a:spcAft>
              <a:buClr>
                <a:schemeClr val="accent3"/>
              </a:buClr>
              <a:buSzPts val="1400"/>
              <a:buFont typeface="DM Sans Light"/>
              <a:buChar char="○"/>
              <a:defRPr/>
            </a:lvl5pPr>
            <a:lvl6pPr indent="-317500" lvl="5" marL="2743200" rtl="0">
              <a:lnSpc>
                <a:spcPct val="100000"/>
              </a:lnSpc>
              <a:spcBef>
                <a:spcPts val="0"/>
              </a:spcBef>
              <a:spcAft>
                <a:spcPts val="0"/>
              </a:spcAft>
              <a:buClr>
                <a:schemeClr val="accent3"/>
              </a:buClr>
              <a:buSzPts val="1400"/>
              <a:buFont typeface="DM Sans Light"/>
              <a:buChar char="■"/>
              <a:defRPr/>
            </a:lvl6pPr>
            <a:lvl7pPr indent="-317500" lvl="6" marL="3200400" rtl="0">
              <a:lnSpc>
                <a:spcPct val="100000"/>
              </a:lnSpc>
              <a:spcBef>
                <a:spcPts val="0"/>
              </a:spcBef>
              <a:spcAft>
                <a:spcPts val="0"/>
              </a:spcAft>
              <a:buClr>
                <a:schemeClr val="accent3"/>
              </a:buClr>
              <a:buSzPts val="1400"/>
              <a:buFont typeface="DM Sans Light"/>
              <a:buChar char="●"/>
              <a:defRPr/>
            </a:lvl7pPr>
            <a:lvl8pPr indent="-317500" lvl="7" marL="3657600" rtl="0">
              <a:lnSpc>
                <a:spcPct val="100000"/>
              </a:lnSpc>
              <a:spcBef>
                <a:spcPts val="0"/>
              </a:spcBef>
              <a:spcAft>
                <a:spcPts val="0"/>
              </a:spcAft>
              <a:buClr>
                <a:schemeClr val="accent3"/>
              </a:buClr>
              <a:buSzPts val="1400"/>
              <a:buFont typeface="DM Sans Light"/>
              <a:buChar char="○"/>
              <a:defRPr/>
            </a:lvl8pPr>
            <a:lvl9pPr indent="-317500" lvl="8" marL="4114800" rtl="0">
              <a:lnSpc>
                <a:spcPct val="100000"/>
              </a:lnSpc>
              <a:spcBef>
                <a:spcPts val="0"/>
              </a:spcBef>
              <a:spcAft>
                <a:spcPts val="0"/>
              </a:spcAft>
              <a:buClr>
                <a:schemeClr val="accent3"/>
              </a:buClr>
              <a:buSzPts val="1400"/>
              <a:buFont typeface="DM Sans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grpSp>
        <p:nvGrpSpPr>
          <p:cNvPr id="27" name="Google Shape;27;p5"/>
          <p:cNvGrpSpPr/>
          <p:nvPr/>
        </p:nvGrpSpPr>
        <p:grpSpPr>
          <a:xfrm>
            <a:off x="-3900" y="0"/>
            <a:ext cx="9151800" cy="5143500"/>
            <a:chOff x="-3900" y="0"/>
            <a:chExt cx="9151800" cy="5143500"/>
          </a:xfrm>
        </p:grpSpPr>
        <p:sp>
          <p:nvSpPr>
            <p:cNvPr id="28" name="Google Shape;28;p5"/>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 name="Google Shape;29;p5"/>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0" name="Google Shape;3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 name="Google Shape;31;p5"/>
          <p:cNvSpPr txBox="1"/>
          <p:nvPr>
            <p:ph idx="1" type="subTitle"/>
          </p:nvPr>
        </p:nvSpPr>
        <p:spPr>
          <a:xfrm>
            <a:off x="3921099" y="2983250"/>
            <a:ext cx="2505600" cy="148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2" name="Google Shape;32;p5"/>
          <p:cNvSpPr txBox="1"/>
          <p:nvPr>
            <p:ph idx="2" type="subTitle"/>
          </p:nvPr>
        </p:nvSpPr>
        <p:spPr>
          <a:xfrm>
            <a:off x="713225" y="2983250"/>
            <a:ext cx="2505600" cy="148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 name="Google Shape;33;p5"/>
          <p:cNvSpPr txBox="1"/>
          <p:nvPr>
            <p:ph idx="3" type="subTitle"/>
          </p:nvPr>
        </p:nvSpPr>
        <p:spPr>
          <a:xfrm>
            <a:off x="713225" y="2472249"/>
            <a:ext cx="2505600" cy="38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4" name="Google Shape;34;p5"/>
          <p:cNvSpPr txBox="1"/>
          <p:nvPr>
            <p:ph idx="4" type="subTitle"/>
          </p:nvPr>
        </p:nvSpPr>
        <p:spPr>
          <a:xfrm>
            <a:off x="3921100" y="2472249"/>
            <a:ext cx="2505600" cy="38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5" name="Shape 35"/>
        <p:cNvGrpSpPr/>
        <p:nvPr/>
      </p:nvGrpSpPr>
      <p:grpSpPr>
        <a:xfrm>
          <a:off x="0" y="0"/>
          <a:ext cx="0" cy="0"/>
          <a:chOff x="0" y="0"/>
          <a:chExt cx="0" cy="0"/>
        </a:xfrm>
      </p:grpSpPr>
      <p:grpSp>
        <p:nvGrpSpPr>
          <p:cNvPr id="36" name="Google Shape;36;p6"/>
          <p:cNvGrpSpPr/>
          <p:nvPr/>
        </p:nvGrpSpPr>
        <p:grpSpPr>
          <a:xfrm>
            <a:off x="-3900" y="0"/>
            <a:ext cx="9151800" cy="5143500"/>
            <a:chOff x="-3900" y="0"/>
            <a:chExt cx="9151800" cy="5143500"/>
          </a:xfrm>
        </p:grpSpPr>
        <p:sp>
          <p:nvSpPr>
            <p:cNvPr id="37" name="Google Shape;37;p6"/>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8" name="Google Shape;38;p6"/>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9" name="Google Shape;3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 name="Shape 40"/>
        <p:cNvGrpSpPr/>
        <p:nvPr/>
      </p:nvGrpSpPr>
      <p:grpSpPr>
        <a:xfrm>
          <a:off x="0" y="0"/>
          <a:ext cx="0" cy="0"/>
          <a:chOff x="0" y="0"/>
          <a:chExt cx="0" cy="0"/>
        </a:xfrm>
      </p:grpSpPr>
      <p:grpSp>
        <p:nvGrpSpPr>
          <p:cNvPr id="41" name="Google Shape;41;p7"/>
          <p:cNvGrpSpPr/>
          <p:nvPr/>
        </p:nvGrpSpPr>
        <p:grpSpPr>
          <a:xfrm>
            <a:off x="-3900" y="0"/>
            <a:ext cx="9151800" cy="5143500"/>
            <a:chOff x="-3900" y="0"/>
            <a:chExt cx="9151800" cy="5143500"/>
          </a:xfrm>
        </p:grpSpPr>
        <p:sp>
          <p:nvSpPr>
            <p:cNvPr id="42" name="Google Shape;42;p7"/>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7"/>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7"/>
          <p:cNvSpPr txBox="1"/>
          <p:nvPr>
            <p:ph type="title"/>
          </p:nvPr>
        </p:nvSpPr>
        <p:spPr>
          <a:xfrm>
            <a:off x="713225" y="521225"/>
            <a:ext cx="3292800" cy="1027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 name="Google Shape;45;p7"/>
          <p:cNvSpPr txBox="1"/>
          <p:nvPr>
            <p:ph idx="1" type="subTitle"/>
          </p:nvPr>
        </p:nvSpPr>
        <p:spPr>
          <a:xfrm>
            <a:off x="713325" y="1765100"/>
            <a:ext cx="3292800" cy="283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6" name="Google Shape;46;p7"/>
          <p:cNvSpPr/>
          <p:nvPr>
            <p:ph idx="2" type="pic"/>
          </p:nvPr>
        </p:nvSpPr>
        <p:spPr>
          <a:xfrm flipH="1">
            <a:off x="5336576" y="539500"/>
            <a:ext cx="3094200" cy="40644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7" name="Shape 47"/>
        <p:cNvGrpSpPr/>
        <p:nvPr/>
      </p:nvGrpSpPr>
      <p:grpSpPr>
        <a:xfrm>
          <a:off x="0" y="0"/>
          <a:ext cx="0" cy="0"/>
          <a:chOff x="0" y="0"/>
          <a:chExt cx="0" cy="0"/>
        </a:xfrm>
      </p:grpSpPr>
      <p:grpSp>
        <p:nvGrpSpPr>
          <p:cNvPr id="48" name="Google Shape;48;p8"/>
          <p:cNvGrpSpPr/>
          <p:nvPr/>
        </p:nvGrpSpPr>
        <p:grpSpPr>
          <a:xfrm>
            <a:off x="-3900" y="0"/>
            <a:ext cx="9151800" cy="5143500"/>
            <a:chOff x="-3900" y="0"/>
            <a:chExt cx="9151800" cy="5143500"/>
          </a:xfrm>
        </p:grpSpPr>
        <p:sp>
          <p:nvSpPr>
            <p:cNvPr id="49" name="Google Shape;49;p8"/>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0" name="Google Shape;50;p8"/>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1" name="Google Shape;51;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2" name="Shape 52"/>
        <p:cNvGrpSpPr/>
        <p:nvPr/>
      </p:nvGrpSpPr>
      <p:grpSpPr>
        <a:xfrm>
          <a:off x="0" y="0"/>
          <a:ext cx="0" cy="0"/>
          <a:chOff x="0" y="0"/>
          <a:chExt cx="0" cy="0"/>
        </a:xfrm>
      </p:grpSpPr>
      <p:grpSp>
        <p:nvGrpSpPr>
          <p:cNvPr id="53" name="Google Shape;53;p9"/>
          <p:cNvGrpSpPr/>
          <p:nvPr/>
        </p:nvGrpSpPr>
        <p:grpSpPr>
          <a:xfrm>
            <a:off x="-3900" y="0"/>
            <a:ext cx="9151800" cy="5143500"/>
            <a:chOff x="-3900" y="0"/>
            <a:chExt cx="9151800" cy="5143500"/>
          </a:xfrm>
        </p:grpSpPr>
        <p:sp>
          <p:nvSpPr>
            <p:cNvPr id="54" name="Google Shape;54;p9"/>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 name="Google Shape;55;p9"/>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6" name="Google Shape;56;p9"/>
          <p:cNvSpPr txBox="1"/>
          <p:nvPr>
            <p:ph type="title"/>
          </p:nvPr>
        </p:nvSpPr>
        <p:spPr>
          <a:xfrm>
            <a:off x="2135550" y="1189100"/>
            <a:ext cx="4872900" cy="196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7" name="Google Shape;57;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 name="Shape 58"/>
        <p:cNvGrpSpPr/>
        <p:nvPr/>
      </p:nvGrpSpPr>
      <p:grpSpPr>
        <a:xfrm>
          <a:off x="0" y="0"/>
          <a:ext cx="0" cy="0"/>
          <a:chOff x="0" y="0"/>
          <a:chExt cx="0" cy="0"/>
        </a:xfrm>
      </p:grpSpPr>
      <p:sp>
        <p:nvSpPr>
          <p:cNvPr id="59" name="Google Shape;59;p10"/>
          <p:cNvSpPr/>
          <p:nvPr>
            <p:ph idx="2" type="pic"/>
          </p:nvPr>
        </p:nvSpPr>
        <p:spPr>
          <a:xfrm>
            <a:off x="0" y="0"/>
            <a:ext cx="9144000" cy="5143500"/>
          </a:xfrm>
          <a:prstGeom prst="rect">
            <a:avLst/>
          </a:prstGeom>
          <a:noFill/>
          <a:ln>
            <a:noFill/>
          </a:ln>
        </p:spPr>
      </p:sp>
      <p:sp>
        <p:nvSpPr>
          <p:cNvPr id="60" name="Google Shape;60;p10"/>
          <p:cNvSpPr txBox="1"/>
          <p:nvPr>
            <p:ph type="title"/>
          </p:nvPr>
        </p:nvSpPr>
        <p:spPr>
          <a:xfrm>
            <a:off x="1948800" y="4014450"/>
            <a:ext cx="5246400" cy="441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1" name="Shape 61"/>
        <p:cNvGrpSpPr/>
        <p:nvPr/>
      </p:nvGrpSpPr>
      <p:grpSpPr>
        <a:xfrm>
          <a:off x="0" y="0"/>
          <a:ext cx="0" cy="0"/>
          <a:chOff x="0" y="0"/>
          <a:chExt cx="0" cy="0"/>
        </a:xfrm>
      </p:grpSpPr>
      <p:grpSp>
        <p:nvGrpSpPr>
          <p:cNvPr id="62" name="Google Shape;62;p11"/>
          <p:cNvGrpSpPr/>
          <p:nvPr/>
        </p:nvGrpSpPr>
        <p:grpSpPr>
          <a:xfrm>
            <a:off x="-3900" y="0"/>
            <a:ext cx="9151800" cy="5143500"/>
            <a:chOff x="-3900" y="0"/>
            <a:chExt cx="9151800" cy="5143500"/>
          </a:xfrm>
        </p:grpSpPr>
        <p:sp>
          <p:nvSpPr>
            <p:cNvPr id="63" name="Google Shape;63;p11"/>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 name="Google Shape;64;p11"/>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5" name="Google Shape;65;p11"/>
          <p:cNvSpPr txBox="1"/>
          <p:nvPr>
            <p:ph hasCustomPrompt="1" type="title"/>
          </p:nvPr>
        </p:nvSpPr>
        <p:spPr>
          <a:xfrm>
            <a:off x="2431000" y="1694325"/>
            <a:ext cx="4281900" cy="1125300"/>
          </a:xfrm>
          <a:prstGeom prst="rect">
            <a:avLst/>
          </a:prstGeom>
          <a:solidFill>
            <a:schemeClr val="dk1"/>
          </a:solidFill>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6" name="Google Shape;66;p11"/>
          <p:cNvSpPr txBox="1"/>
          <p:nvPr>
            <p:ph idx="1" type="subTitle"/>
          </p:nvPr>
        </p:nvSpPr>
        <p:spPr>
          <a:xfrm>
            <a:off x="2431000" y="2952100"/>
            <a:ext cx="4281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7" name="Shape 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8" name="Shape 68"/>
        <p:cNvGrpSpPr/>
        <p:nvPr/>
      </p:nvGrpSpPr>
      <p:grpSpPr>
        <a:xfrm>
          <a:off x="0" y="0"/>
          <a:ext cx="0" cy="0"/>
          <a:chOff x="0" y="0"/>
          <a:chExt cx="0" cy="0"/>
        </a:xfrm>
      </p:grpSpPr>
      <p:grpSp>
        <p:nvGrpSpPr>
          <p:cNvPr id="69" name="Google Shape;69;p13"/>
          <p:cNvGrpSpPr/>
          <p:nvPr/>
        </p:nvGrpSpPr>
        <p:grpSpPr>
          <a:xfrm>
            <a:off x="-3900" y="0"/>
            <a:ext cx="9151800" cy="5143500"/>
            <a:chOff x="-3900" y="0"/>
            <a:chExt cx="9151800" cy="5143500"/>
          </a:xfrm>
        </p:grpSpPr>
        <p:sp>
          <p:nvSpPr>
            <p:cNvPr id="70" name="Google Shape;70;p13"/>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1" name="Google Shape;71;p13"/>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2" name="Google Shape;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3"/>
          <p:cNvSpPr txBox="1"/>
          <p:nvPr>
            <p:ph hasCustomPrompt="1" idx="2" type="title"/>
          </p:nvPr>
        </p:nvSpPr>
        <p:spPr>
          <a:xfrm>
            <a:off x="832800" y="1500847"/>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 name="Google Shape;74;p13"/>
          <p:cNvSpPr txBox="1"/>
          <p:nvPr>
            <p:ph hasCustomPrompt="1" idx="3" type="title"/>
          </p:nvPr>
        </p:nvSpPr>
        <p:spPr>
          <a:xfrm>
            <a:off x="832800" y="3208753"/>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5" name="Google Shape;75;p13"/>
          <p:cNvSpPr txBox="1"/>
          <p:nvPr>
            <p:ph hasCustomPrompt="1" idx="4" type="title"/>
          </p:nvPr>
        </p:nvSpPr>
        <p:spPr>
          <a:xfrm>
            <a:off x="2880000" y="1500847"/>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6" name="Google Shape;76;p13"/>
          <p:cNvSpPr txBox="1"/>
          <p:nvPr>
            <p:ph hasCustomPrompt="1" idx="5" type="title"/>
          </p:nvPr>
        </p:nvSpPr>
        <p:spPr>
          <a:xfrm>
            <a:off x="2880000" y="3208753"/>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7" name="Google Shape;77;p13"/>
          <p:cNvSpPr txBox="1"/>
          <p:nvPr>
            <p:ph hasCustomPrompt="1" idx="6" type="title"/>
          </p:nvPr>
        </p:nvSpPr>
        <p:spPr>
          <a:xfrm>
            <a:off x="4927200" y="1500847"/>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p:nvPr>
            <p:ph hasCustomPrompt="1" idx="7" type="title"/>
          </p:nvPr>
        </p:nvSpPr>
        <p:spPr>
          <a:xfrm>
            <a:off x="4927200" y="3208753"/>
            <a:ext cx="734700" cy="572700"/>
          </a:xfrm>
          <a:prstGeom prst="rect">
            <a:avLst/>
          </a:prstGeom>
          <a:solidFill>
            <a:schemeClr val="dk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idx="1" type="subTitle"/>
          </p:nvPr>
        </p:nvSpPr>
        <p:spPr>
          <a:xfrm>
            <a:off x="756600" y="2180300"/>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0" name="Google Shape;80;p13"/>
          <p:cNvSpPr txBox="1"/>
          <p:nvPr>
            <p:ph idx="8" type="subTitle"/>
          </p:nvPr>
        </p:nvSpPr>
        <p:spPr>
          <a:xfrm>
            <a:off x="2803800" y="2180300"/>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1" name="Google Shape;81;p13"/>
          <p:cNvSpPr txBox="1"/>
          <p:nvPr>
            <p:ph idx="9" type="subTitle"/>
          </p:nvPr>
        </p:nvSpPr>
        <p:spPr>
          <a:xfrm>
            <a:off x="4851000" y="2180300"/>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2" name="Google Shape;82;p13"/>
          <p:cNvSpPr txBox="1"/>
          <p:nvPr>
            <p:ph idx="13" type="subTitle"/>
          </p:nvPr>
        </p:nvSpPr>
        <p:spPr>
          <a:xfrm>
            <a:off x="756600" y="3854225"/>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3" name="Google Shape;83;p13"/>
          <p:cNvSpPr txBox="1"/>
          <p:nvPr>
            <p:ph idx="14" type="subTitle"/>
          </p:nvPr>
        </p:nvSpPr>
        <p:spPr>
          <a:xfrm>
            <a:off x="2803800" y="3854225"/>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4" name="Google Shape;84;p13"/>
          <p:cNvSpPr txBox="1"/>
          <p:nvPr>
            <p:ph idx="15" type="subTitle"/>
          </p:nvPr>
        </p:nvSpPr>
        <p:spPr>
          <a:xfrm>
            <a:off x="4851000" y="3854225"/>
            <a:ext cx="1894800" cy="7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5" name="Shape 85"/>
        <p:cNvGrpSpPr/>
        <p:nvPr/>
      </p:nvGrpSpPr>
      <p:grpSpPr>
        <a:xfrm>
          <a:off x="0" y="0"/>
          <a:ext cx="0" cy="0"/>
          <a:chOff x="0" y="0"/>
          <a:chExt cx="0" cy="0"/>
        </a:xfrm>
      </p:grpSpPr>
      <p:sp>
        <p:nvSpPr>
          <p:cNvPr id="86" name="Google Shape;86;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7" name="Google Shape;87;p14"/>
          <p:cNvGrpSpPr/>
          <p:nvPr/>
        </p:nvGrpSpPr>
        <p:grpSpPr>
          <a:xfrm>
            <a:off x="-3900" y="0"/>
            <a:ext cx="9151800" cy="5143500"/>
            <a:chOff x="-3900" y="0"/>
            <a:chExt cx="9151800" cy="5143500"/>
          </a:xfrm>
        </p:grpSpPr>
        <p:sp>
          <p:nvSpPr>
            <p:cNvPr id="88" name="Google Shape;88;p14"/>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9" name="Google Shape;89;p14"/>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90" name="Shape 90"/>
        <p:cNvGrpSpPr/>
        <p:nvPr/>
      </p:nvGrpSpPr>
      <p:grpSpPr>
        <a:xfrm>
          <a:off x="0" y="0"/>
          <a:ext cx="0" cy="0"/>
          <a:chOff x="0" y="0"/>
          <a:chExt cx="0" cy="0"/>
        </a:xfrm>
      </p:grpSpPr>
      <p:grpSp>
        <p:nvGrpSpPr>
          <p:cNvPr id="91" name="Google Shape;91;p15"/>
          <p:cNvGrpSpPr/>
          <p:nvPr/>
        </p:nvGrpSpPr>
        <p:grpSpPr>
          <a:xfrm>
            <a:off x="-3900" y="0"/>
            <a:ext cx="9151800" cy="5143500"/>
            <a:chOff x="-3900" y="0"/>
            <a:chExt cx="9151800" cy="5143500"/>
          </a:xfrm>
        </p:grpSpPr>
        <p:sp>
          <p:nvSpPr>
            <p:cNvPr id="92" name="Google Shape;92;p15"/>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 name="Google Shape;93;p15"/>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4" name="Google Shape;94;p15"/>
          <p:cNvSpPr txBox="1"/>
          <p:nvPr>
            <p:ph type="title"/>
          </p:nvPr>
        </p:nvSpPr>
        <p:spPr>
          <a:xfrm>
            <a:off x="4423712" y="503363"/>
            <a:ext cx="3778500" cy="1055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5" name="Google Shape;95;p15"/>
          <p:cNvSpPr txBox="1"/>
          <p:nvPr>
            <p:ph idx="1" type="subTitle"/>
          </p:nvPr>
        </p:nvSpPr>
        <p:spPr>
          <a:xfrm>
            <a:off x="4423712" y="1986575"/>
            <a:ext cx="3778500" cy="213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96" name="Shape 96"/>
        <p:cNvGrpSpPr/>
        <p:nvPr/>
      </p:nvGrpSpPr>
      <p:grpSpPr>
        <a:xfrm>
          <a:off x="0" y="0"/>
          <a:ext cx="0" cy="0"/>
          <a:chOff x="0" y="0"/>
          <a:chExt cx="0" cy="0"/>
        </a:xfrm>
      </p:grpSpPr>
      <p:grpSp>
        <p:nvGrpSpPr>
          <p:cNvPr id="97" name="Google Shape;97;p16"/>
          <p:cNvGrpSpPr/>
          <p:nvPr/>
        </p:nvGrpSpPr>
        <p:grpSpPr>
          <a:xfrm>
            <a:off x="-3900" y="0"/>
            <a:ext cx="9151800" cy="5143500"/>
            <a:chOff x="-3900" y="0"/>
            <a:chExt cx="9151800" cy="5143500"/>
          </a:xfrm>
        </p:grpSpPr>
        <p:sp>
          <p:nvSpPr>
            <p:cNvPr id="98" name="Google Shape;98;p16"/>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 name="Google Shape;99;p16"/>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00" name="Google Shape;100;p16"/>
          <p:cNvSpPr txBox="1"/>
          <p:nvPr>
            <p:ph type="title"/>
          </p:nvPr>
        </p:nvSpPr>
        <p:spPr>
          <a:xfrm>
            <a:off x="6050850" y="539500"/>
            <a:ext cx="2402100" cy="1146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6"/>
          <p:cNvSpPr txBox="1"/>
          <p:nvPr>
            <p:ph idx="1" type="subTitle"/>
          </p:nvPr>
        </p:nvSpPr>
        <p:spPr>
          <a:xfrm>
            <a:off x="6050850" y="1780650"/>
            <a:ext cx="2402100" cy="10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2" name="Google Shape;102;p16"/>
          <p:cNvSpPr/>
          <p:nvPr>
            <p:ph idx="2" type="pic"/>
          </p:nvPr>
        </p:nvSpPr>
        <p:spPr>
          <a:xfrm>
            <a:off x="713225" y="554676"/>
            <a:ext cx="2801100" cy="4049400"/>
          </a:xfrm>
          <a:prstGeom prst="rect">
            <a:avLst/>
          </a:prstGeom>
          <a:noFill/>
          <a:ln>
            <a:noFill/>
          </a:ln>
        </p:spPr>
      </p:sp>
      <p:sp>
        <p:nvSpPr>
          <p:cNvPr id="103" name="Google Shape;103;p16"/>
          <p:cNvSpPr/>
          <p:nvPr>
            <p:ph idx="3" type="pic"/>
          </p:nvPr>
        </p:nvSpPr>
        <p:spPr>
          <a:xfrm>
            <a:off x="3671775" y="539500"/>
            <a:ext cx="2304300" cy="2285700"/>
          </a:xfrm>
          <a:prstGeom prst="rect">
            <a:avLst/>
          </a:prstGeom>
          <a:noFill/>
          <a:ln>
            <a:noFill/>
          </a:ln>
        </p:spPr>
      </p:sp>
      <p:sp>
        <p:nvSpPr>
          <p:cNvPr id="104" name="Google Shape;104;p16"/>
          <p:cNvSpPr/>
          <p:nvPr>
            <p:ph idx="4" type="pic"/>
          </p:nvPr>
        </p:nvSpPr>
        <p:spPr>
          <a:xfrm>
            <a:off x="3671775" y="2953775"/>
            <a:ext cx="4740300" cy="1650300"/>
          </a:xfrm>
          <a:prstGeom prst="rect">
            <a:avLst/>
          </a:prstGeom>
          <a:noFill/>
          <a:ln>
            <a:noFill/>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05" name="Shape 105"/>
        <p:cNvGrpSpPr/>
        <p:nvPr/>
      </p:nvGrpSpPr>
      <p:grpSpPr>
        <a:xfrm>
          <a:off x="0" y="0"/>
          <a:ext cx="0" cy="0"/>
          <a:chOff x="0" y="0"/>
          <a:chExt cx="0" cy="0"/>
        </a:xfrm>
      </p:grpSpPr>
      <p:grpSp>
        <p:nvGrpSpPr>
          <p:cNvPr id="106" name="Google Shape;106;p17"/>
          <p:cNvGrpSpPr/>
          <p:nvPr/>
        </p:nvGrpSpPr>
        <p:grpSpPr>
          <a:xfrm>
            <a:off x="-3900" y="0"/>
            <a:ext cx="9151800" cy="5143500"/>
            <a:chOff x="-3900" y="0"/>
            <a:chExt cx="9151800" cy="5143500"/>
          </a:xfrm>
        </p:grpSpPr>
        <p:sp>
          <p:nvSpPr>
            <p:cNvPr id="107" name="Google Shape;107;p17"/>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8" name="Google Shape;108;p17"/>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09" name="Google Shape;109;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0" name="Google Shape;110;p17"/>
          <p:cNvSpPr txBox="1"/>
          <p:nvPr>
            <p:ph idx="1" type="body"/>
          </p:nvPr>
        </p:nvSpPr>
        <p:spPr>
          <a:xfrm>
            <a:off x="720000" y="1215750"/>
            <a:ext cx="4482000" cy="33882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FDB836"/>
              </a:buClr>
              <a:buSzPts val="1400"/>
              <a:buFont typeface="DM Sans Light"/>
              <a:buChar char="●"/>
              <a:defRPr/>
            </a:lvl1pPr>
            <a:lvl2pPr indent="-317500" lvl="1" marL="914400" rtl="0">
              <a:lnSpc>
                <a:spcPct val="100000"/>
              </a:lnSpc>
              <a:spcBef>
                <a:spcPts val="0"/>
              </a:spcBef>
              <a:spcAft>
                <a:spcPts val="0"/>
              </a:spcAft>
              <a:buClr>
                <a:schemeClr val="accent3"/>
              </a:buClr>
              <a:buSzPts val="1400"/>
              <a:buFont typeface="DM Sans Light"/>
              <a:buChar char="○"/>
              <a:defRPr/>
            </a:lvl2pPr>
            <a:lvl3pPr indent="-317500" lvl="2" marL="1371600" rtl="0">
              <a:lnSpc>
                <a:spcPct val="100000"/>
              </a:lnSpc>
              <a:spcBef>
                <a:spcPts val="0"/>
              </a:spcBef>
              <a:spcAft>
                <a:spcPts val="0"/>
              </a:spcAft>
              <a:buClr>
                <a:schemeClr val="accent3"/>
              </a:buClr>
              <a:buSzPts val="1400"/>
              <a:buFont typeface="DM Sans Light"/>
              <a:buChar char="■"/>
              <a:defRPr/>
            </a:lvl3pPr>
            <a:lvl4pPr indent="-317500" lvl="3" marL="1828800" rtl="0">
              <a:lnSpc>
                <a:spcPct val="100000"/>
              </a:lnSpc>
              <a:spcBef>
                <a:spcPts val="0"/>
              </a:spcBef>
              <a:spcAft>
                <a:spcPts val="0"/>
              </a:spcAft>
              <a:buClr>
                <a:schemeClr val="accent3"/>
              </a:buClr>
              <a:buSzPts val="1400"/>
              <a:buFont typeface="DM Sans Light"/>
              <a:buChar char="●"/>
              <a:defRPr/>
            </a:lvl4pPr>
            <a:lvl5pPr indent="-317500" lvl="4" marL="2286000" rtl="0">
              <a:lnSpc>
                <a:spcPct val="100000"/>
              </a:lnSpc>
              <a:spcBef>
                <a:spcPts val="0"/>
              </a:spcBef>
              <a:spcAft>
                <a:spcPts val="0"/>
              </a:spcAft>
              <a:buClr>
                <a:schemeClr val="accent3"/>
              </a:buClr>
              <a:buSzPts val="1400"/>
              <a:buFont typeface="DM Sans Light"/>
              <a:buChar char="○"/>
              <a:defRPr/>
            </a:lvl5pPr>
            <a:lvl6pPr indent="-317500" lvl="5" marL="2743200" rtl="0">
              <a:lnSpc>
                <a:spcPct val="100000"/>
              </a:lnSpc>
              <a:spcBef>
                <a:spcPts val="0"/>
              </a:spcBef>
              <a:spcAft>
                <a:spcPts val="0"/>
              </a:spcAft>
              <a:buClr>
                <a:schemeClr val="accent3"/>
              </a:buClr>
              <a:buSzPts val="1400"/>
              <a:buFont typeface="DM Sans Light"/>
              <a:buChar char="■"/>
              <a:defRPr/>
            </a:lvl6pPr>
            <a:lvl7pPr indent="-317500" lvl="6" marL="3200400" rtl="0">
              <a:lnSpc>
                <a:spcPct val="100000"/>
              </a:lnSpc>
              <a:spcBef>
                <a:spcPts val="0"/>
              </a:spcBef>
              <a:spcAft>
                <a:spcPts val="0"/>
              </a:spcAft>
              <a:buClr>
                <a:schemeClr val="accent3"/>
              </a:buClr>
              <a:buSzPts val="1400"/>
              <a:buFont typeface="DM Sans Light"/>
              <a:buChar char="●"/>
              <a:defRPr/>
            </a:lvl7pPr>
            <a:lvl8pPr indent="-317500" lvl="7" marL="3657600" rtl="0">
              <a:lnSpc>
                <a:spcPct val="100000"/>
              </a:lnSpc>
              <a:spcBef>
                <a:spcPts val="0"/>
              </a:spcBef>
              <a:spcAft>
                <a:spcPts val="0"/>
              </a:spcAft>
              <a:buClr>
                <a:schemeClr val="accent3"/>
              </a:buClr>
              <a:buSzPts val="1400"/>
              <a:buFont typeface="DM Sans Light"/>
              <a:buChar char="○"/>
              <a:defRPr/>
            </a:lvl8pPr>
            <a:lvl9pPr indent="-317500" lvl="8" marL="4114800" rtl="0">
              <a:lnSpc>
                <a:spcPct val="100000"/>
              </a:lnSpc>
              <a:spcBef>
                <a:spcPts val="0"/>
              </a:spcBef>
              <a:spcAft>
                <a:spcPts val="0"/>
              </a:spcAft>
              <a:buClr>
                <a:schemeClr val="accent3"/>
              </a:buClr>
              <a:buSzPts val="1400"/>
              <a:buFont typeface="DM Sans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11" name="Shape 111"/>
        <p:cNvGrpSpPr/>
        <p:nvPr/>
      </p:nvGrpSpPr>
      <p:grpSpPr>
        <a:xfrm>
          <a:off x="0" y="0"/>
          <a:ext cx="0" cy="0"/>
          <a:chOff x="0" y="0"/>
          <a:chExt cx="0" cy="0"/>
        </a:xfrm>
      </p:grpSpPr>
      <p:grpSp>
        <p:nvGrpSpPr>
          <p:cNvPr id="112" name="Google Shape;112;p18"/>
          <p:cNvGrpSpPr/>
          <p:nvPr/>
        </p:nvGrpSpPr>
        <p:grpSpPr>
          <a:xfrm>
            <a:off x="-3900" y="0"/>
            <a:ext cx="9151800" cy="5143500"/>
            <a:chOff x="-3900" y="0"/>
            <a:chExt cx="9151800" cy="5143500"/>
          </a:xfrm>
        </p:grpSpPr>
        <p:sp>
          <p:nvSpPr>
            <p:cNvPr id="113" name="Google Shape;113;p18"/>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4" name="Google Shape;114;p18"/>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5" name="Google Shape;11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 name="Google Shape;116;p18"/>
          <p:cNvSpPr txBox="1"/>
          <p:nvPr>
            <p:ph idx="1" type="subTitle"/>
          </p:nvPr>
        </p:nvSpPr>
        <p:spPr>
          <a:xfrm>
            <a:off x="720012" y="2579900"/>
            <a:ext cx="2078100" cy="202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7" name="Google Shape;117;p18"/>
          <p:cNvSpPr txBox="1"/>
          <p:nvPr>
            <p:ph idx="2" type="subTitle"/>
          </p:nvPr>
        </p:nvSpPr>
        <p:spPr>
          <a:xfrm>
            <a:off x="3000572" y="2579900"/>
            <a:ext cx="2078100" cy="202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8" name="Google Shape;118;p18"/>
          <p:cNvSpPr txBox="1"/>
          <p:nvPr>
            <p:ph idx="3" type="subTitle"/>
          </p:nvPr>
        </p:nvSpPr>
        <p:spPr>
          <a:xfrm>
            <a:off x="5281138" y="2579900"/>
            <a:ext cx="2078100" cy="202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9" name="Google Shape;119;p18"/>
          <p:cNvSpPr txBox="1"/>
          <p:nvPr>
            <p:ph idx="4" type="subTitle"/>
          </p:nvPr>
        </p:nvSpPr>
        <p:spPr>
          <a:xfrm>
            <a:off x="720012" y="1732275"/>
            <a:ext cx="20781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20" name="Google Shape;120;p18"/>
          <p:cNvSpPr txBox="1"/>
          <p:nvPr>
            <p:ph idx="5" type="subTitle"/>
          </p:nvPr>
        </p:nvSpPr>
        <p:spPr>
          <a:xfrm>
            <a:off x="3000575" y="1732275"/>
            <a:ext cx="20781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21" name="Google Shape;121;p18"/>
          <p:cNvSpPr txBox="1"/>
          <p:nvPr>
            <p:ph idx="6" type="subTitle"/>
          </p:nvPr>
        </p:nvSpPr>
        <p:spPr>
          <a:xfrm>
            <a:off x="5281138" y="1732275"/>
            <a:ext cx="20781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22" name="Shape 122"/>
        <p:cNvGrpSpPr/>
        <p:nvPr/>
      </p:nvGrpSpPr>
      <p:grpSpPr>
        <a:xfrm>
          <a:off x="0" y="0"/>
          <a:ext cx="0" cy="0"/>
          <a:chOff x="0" y="0"/>
          <a:chExt cx="0" cy="0"/>
        </a:xfrm>
      </p:grpSpPr>
      <p:grpSp>
        <p:nvGrpSpPr>
          <p:cNvPr id="123" name="Google Shape;123;p19"/>
          <p:cNvGrpSpPr/>
          <p:nvPr/>
        </p:nvGrpSpPr>
        <p:grpSpPr>
          <a:xfrm>
            <a:off x="-3900" y="0"/>
            <a:ext cx="9151800" cy="5143500"/>
            <a:chOff x="-3900" y="0"/>
            <a:chExt cx="9151800" cy="5143500"/>
          </a:xfrm>
        </p:grpSpPr>
        <p:sp>
          <p:nvSpPr>
            <p:cNvPr id="124" name="Google Shape;124;p19"/>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5" name="Google Shape;125;p19"/>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6" name="Google Shape;12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7" name="Google Shape;127;p19"/>
          <p:cNvSpPr txBox="1"/>
          <p:nvPr>
            <p:ph idx="1" type="subTitle"/>
          </p:nvPr>
        </p:nvSpPr>
        <p:spPr>
          <a:xfrm>
            <a:off x="719999" y="1735625"/>
            <a:ext cx="33144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8" name="Google Shape;128;p19"/>
          <p:cNvSpPr txBox="1"/>
          <p:nvPr>
            <p:ph idx="2" type="subTitle"/>
          </p:nvPr>
        </p:nvSpPr>
        <p:spPr>
          <a:xfrm>
            <a:off x="4546451" y="1735625"/>
            <a:ext cx="33144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9" name="Google Shape;129;p19"/>
          <p:cNvSpPr txBox="1"/>
          <p:nvPr>
            <p:ph idx="3" type="subTitle"/>
          </p:nvPr>
        </p:nvSpPr>
        <p:spPr>
          <a:xfrm>
            <a:off x="719999" y="3396200"/>
            <a:ext cx="33144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0" name="Google Shape;130;p19"/>
          <p:cNvSpPr txBox="1"/>
          <p:nvPr>
            <p:ph idx="4" type="subTitle"/>
          </p:nvPr>
        </p:nvSpPr>
        <p:spPr>
          <a:xfrm>
            <a:off x="4546451" y="3396200"/>
            <a:ext cx="33144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1" name="Google Shape;131;p19"/>
          <p:cNvSpPr txBox="1"/>
          <p:nvPr>
            <p:ph idx="5" type="subTitle"/>
          </p:nvPr>
        </p:nvSpPr>
        <p:spPr>
          <a:xfrm>
            <a:off x="720000" y="1282675"/>
            <a:ext cx="3314400" cy="46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32" name="Google Shape;132;p19"/>
          <p:cNvSpPr txBox="1"/>
          <p:nvPr>
            <p:ph idx="6" type="subTitle"/>
          </p:nvPr>
        </p:nvSpPr>
        <p:spPr>
          <a:xfrm>
            <a:off x="720000" y="2943425"/>
            <a:ext cx="3314400" cy="46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33" name="Google Shape;133;p19"/>
          <p:cNvSpPr txBox="1"/>
          <p:nvPr>
            <p:ph idx="7" type="subTitle"/>
          </p:nvPr>
        </p:nvSpPr>
        <p:spPr>
          <a:xfrm>
            <a:off x="4546424" y="1282675"/>
            <a:ext cx="3314400" cy="46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34" name="Google Shape;134;p19"/>
          <p:cNvSpPr txBox="1"/>
          <p:nvPr>
            <p:ph idx="8" type="subTitle"/>
          </p:nvPr>
        </p:nvSpPr>
        <p:spPr>
          <a:xfrm>
            <a:off x="4546424" y="2943425"/>
            <a:ext cx="3314400" cy="46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35" name="Shape 135"/>
        <p:cNvGrpSpPr/>
        <p:nvPr/>
      </p:nvGrpSpPr>
      <p:grpSpPr>
        <a:xfrm>
          <a:off x="0" y="0"/>
          <a:ext cx="0" cy="0"/>
          <a:chOff x="0" y="0"/>
          <a:chExt cx="0" cy="0"/>
        </a:xfrm>
      </p:grpSpPr>
      <p:grpSp>
        <p:nvGrpSpPr>
          <p:cNvPr id="136" name="Google Shape;136;p20"/>
          <p:cNvGrpSpPr/>
          <p:nvPr/>
        </p:nvGrpSpPr>
        <p:grpSpPr>
          <a:xfrm>
            <a:off x="-3900" y="0"/>
            <a:ext cx="9151800" cy="5143500"/>
            <a:chOff x="-3900" y="0"/>
            <a:chExt cx="9151800" cy="5143500"/>
          </a:xfrm>
        </p:grpSpPr>
        <p:sp>
          <p:nvSpPr>
            <p:cNvPr id="137" name="Google Shape;137;p20"/>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8" name="Google Shape;138;p20"/>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9" name="Google Shape;139;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0" name="Google Shape;140;p20"/>
          <p:cNvSpPr txBox="1"/>
          <p:nvPr>
            <p:ph idx="1" type="subTitle"/>
          </p:nvPr>
        </p:nvSpPr>
        <p:spPr>
          <a:xfrm>
            <a:off x="720000" y="17101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1" name="Google Shape;141;p20"/>
          <p:cNvSpPr txBox="1"/>
          <p:nvPr>
            <p:ph idx="2" type="subTitle"/>
          </p:nvPr>
        </p:nvSpPr>
        <p:spPr>
          <a:xfrm>
            <a:off x="3455250" y="17101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2" name="Google Shape;142;p20"/>
          <p:cNvSpPr txBox="1"/>
          <p:nvPr>
            <p:ph idx="3" type="subTitle"/>
          </p:nvPr>
        </p:nvSpPr>
        <p:spPr>
          <a:xfrm>
            <a:off x="720000" y="3440454"/>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3" name="Google Shape;143;p20"/>
          <p:cNvSpPr txBox="1"/>
          <p:nvPr>
            <p:ph idx="4" type="subTitle"/>
          </p:nvPr>
        </p:nvSpPr>
        <p:spPr>
          <a:xfrm>
            <a:off x="3455250" y="3440454"/>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4" name="Google Shape;144;p20"/>
          <p:cNvSpPr txBox="1"/>
          <p:nvPr>
            <p:ph idx="5" type="subTitle"/>
          </p:nvPr>
        </p:nvSpPr>
        <p:spPr>
          <a:xfrm>
            <a:off x="6190500" y="17101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5" name="Google Shape;145;p20"/>
          <p:cNvSpPr txBox="1"/>
          <p:nvPr>
            <p:ph idx="6" type="subTitle"/>
          </p:nvPr>
        </p:nvSpPr>
        <p:spPr>
          <a:xfrm>
            <a:off x="6190500" y="3440454"/>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6" name="Google Shape;146;p20"/>
          <p:cNvSpPr txBox="1"/>
          <p:nvPr>
            <p:ph idx="7" type="subTitle"/>
          </p:nvPr>
        </p:nvSpPr>
        <p:spPr>
          <a:xfrm>
            <a:off x="720000" y="1336275"/>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47" name="Google Shape;147;p20"/>
          <p:cNvSpPr txBox="1"/>
          <p:nvPr>
            <p:ph idx="8" type="subTitle"/>
          </p:nvPr>
        </p:nvSpPr>
        <p:spPr>
          <a:xfrm>
            <a:off x="3455250" y="1336275"/>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48" name="Google Shape;148;p20"/>
          <p:cNvSpPr txBox="1"/>
          <p:nvPr>
            <p:ph idx="9" type="subTitle"/>
          </p:nvPr>
        </p:nvSpPr>
        <p:spPr>
          <a:xfrm>
            <a:off x="6190500" y="1336275"/>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49" name="Google Shape;149;p20"/>
          <p:cNvSpPr txBox="1"/>
          <p:nvPr>
            <p:ph idx="13" type="subTitle"/>
          </p:nvPr>
        </p:nvSpPr>
        <p:spPr>
          <a:xfrm>
            <a:off x="720000" y="3063351"/>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50" name="Google Shape;150;p20"/>
          <p:cNvSpPr txBox="1"/>
          <p:nvPr>
            <p:ph idx="14" type="subTitle"/>
          </p:nvPr>
        </p:nvSpPr>
        <p:spPr>
          <a:xfrm>
            <a:off x="3455250" y="3063356"/>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
        <p:nvSpPr>
          <p:cNvPr id="151" name="Google Shape;151;p20"/>
          <p:cNvSpPr txBox="1"/>
          <p:nvPr>
            <p:ph idx="15" type="subTitle"/>
          </p:nvPr>
        </p:nvSpPr>
        <p:spPr>
          <a:xfrm>
            <a:off x="6190500" y="3063356"/>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Zen Antique"/>
              <a:buNone/>
              <a:defRPr sz="1800">
                <a:solidFill>
                  <a:schemeClr val="dk1"/>
                </a:solidFill>
                <a:latin typeface="Zen Antique"/>
                <a:ea typeface="Zen Antique"/>
                <a:cs typeface="Zen Antique"/>
                <a:sym typeface="Zen Antique"/>
              </a:defRPr>
            </a:lvl1pPr>
            <a:lvl2pPr lvl="1"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2pPr>
            <a:lvl3pPr lvl="2"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3pPr>
            <a:lvl4pPr lvl="3"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4pPr>
            <a:lvl5pPr lvl="4"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5pPr>
            <a:lvl6pPr lvl="5"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6pPr>
            <a:lvl7pPr lvl="6"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7pPr>
            <a:lvl8pPr lvl="7"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8pPr>
            <a:lvl9pPr lvl="8" rtl="0" algn="ctr">
              <a:lnSpc>
                <a:spcPct val="100000"/>
              </a:lnSpc>
              <a:spcBef>
                <a:spcPts val="0"/>
              </a:spcBef>
              <a:spcAft>
                <a:spcPts val="0"/>
              </a:spcAft>
              <a:buSzPts val="1800"/>
              <a:buFont typeface="Zen Antique"/>
              <a:buNone/>
              <a:defRPr sz="1800">
                <a:latin typeface="Zen Antique"/>
                <a:ea typeface="Zen Antique"/>
                <a:cs typeface="Zen Antique"/>
                <a:sym typeface="Zen Antiq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52" name="Shape 152"/>
        <p:cNvGrpSpPr/>
        <p:nvPr/>
      </p:nvGrpSpPr>
      <p:grpSpPr>
        <a:xfrm>
          <a:off x="0" y="0"/>
          <a:ext cx="0" cy="0"/>
          <a:chOff x="0" y="0"/>
          <a:chExt cx="0" cy="0"/>
        </a:xfrm>
      </p:grpSpPr>
      <p:grpSp>
        <p:nvGrpSpPr>
          <p:cNvPr id="153" name="Google Shape;153;p21"/>
          <p:cNvGrpSpPr/>
          <p:nvPr/>
        </p:nvGrpSpPr>
        <p:grpSpPr>
          <a:xfrm>
            <a:off x="-3900" y="0"/>
            <a:ext cx="9151800" cy="5143500"/>
            <a:chOff x="-3900" y="0"/>
            <a:chExt cx="9151800" cy="5143500"/>
          </a:xfrm>
        </p:grpSpPr>
        <p:sp>
          <p:nvSpPr>
            <p:cNvPr id="154" name="Google Shape;154;p21"/>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5" name="Google Shape;155;p21"/>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56" name="Google Shape;156;p21"/>
          <p:cNvSpPr txBox="1"/>
          <p:nvPr>
            <p:ph hasCustomPrompt="1" type="title"/>
          </p:nvPr>
        </p:nvSpPr>
        <p:spPr>
          <a:xfrm>
            <a:off x="713213" y="1975238"/>
            <a:ext cx="3492600" cy="768900"/>
          </a:xfrm>
          <a:prstGeom prst="rect">
            <a:avLst/>
          </a:prstGeom>
          <a:solidFill>
            <a:schemeClr val="dk1"/>
          </a:solidFill>
        </p:spPr>
        <p:txBody>
          <a:bodyPr anchorCtr="0" anchor="ctr" bIns="91425" lIns="91425" spcFirstLastPara="1" rIns="91425" wrap="square" tIns="91425">
            <a:noAutofit/>
          </a:bodyPr>
          <a:lstStyle>
            <a:lvl1pPr lvl="0" rtl="0">
              <a:spcBef>
                <a:spcPts val="0"/>
              </a:spcBef>
              <a:spcAft>
                <a:spcPts val="0"/>
              </a:spcAft>
              <a:buSzPts val="6000"/>
              <a:buNone/>
              <a:defRPr sz="4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57" name="Google Shape;157;p21"/>
          <p:cNvSpPr txBox="1"/>
          <p:nvPr>
            <p:ph idx="1" type="subTitle"/>
          </p:nvPr>
        </p:nvSpPr>
        <p:spPr>
          <a:xfrm>
            <a:off x="713225" y="2810362"/>
            <a:ext cx="3492600" cy="35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58" name="Google Shape;158;p21"/>
          <p:cNvSpPr txBox="1"/>
          <p:nvPr>
            <p:ph hasCustomPrompt="1" idx="2" type="title"/>
          </p:nvPr>
        </p:nvSpPr>
        <p:spPr>
          <a:xfrm>
            <a:off x="713225" y="539495"/>
            <a:ext cx="3492600" cy="768900"/>
          </a:xfrm>
          <a:prstGeom prst="rect">
            <a:avLst/>
          </a:prstGeom>
          <a:solidFill>
            <a:schemeClr val="dk1"/>
          </a:solidFill>
        </p:spPr>
        <p:txBody>
          <a:bodyPr anchorCtr="0" anchor="ctr" bIns="91425" lIns="91425" spcFirstLastPara="1" rIns="91425" wrap="square" tIns="91425">
            <a:noAutofit/>
          </a:bodyPr>
          <a:lstStyle>
            <a:lvl1pPr lvl="0" rtl="0">
              <a:spcBef>
                <a:spcPts val="0"/>
              </a:spcBef>
              <a:spcAft>
                <a:spcPts val="0"/>
              </a:spcAft>
              <a:buSzPts val="6000"/>
              <a:buNone/>
              <a:defRPr sz="4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59" name="Google Shape;159;p21"/>
          <p:cNvSpPr txBox="1"/>
          <p:nvPr>
            <p:ph idx="3" type="subTitle"/>
          </p:nvPr>
        </p:nvSpPr>
        <p:spPr>
          <a:xfrm>
            <a:off x="713225" y="1374606"/>
            <a:ext cx="3492600" cy="35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60" name="Google Shape;160;p21"/>
          <p:cNvSpPr txBox="1"/>
          <p:nvPr>
            <p:ph hasCustomPrompt="1" idx="4" type="title"/>
          </p:nvPr>
        </p:nvSpPr>
        <p:spPr>
          <a:xfrm>
            <a:off x="713213" y="3410981"/>
            <a:ext cx="3492600" cy="768900"/>
          </a:xfrm>
          <a:prstGeom prst="rect">
            <a:avLst/>
          </a:prstGeom>
          <a:solidFill>
            <a:schemeClr val="dk1"/>
          </a:solidFill>
        </p:spPr>
        <p:txBody>
          <a:bodyPr anchorCtr="0" anchor="ctr" bIns="91425" lIns="91425" spcFirstLastPara="1" rIns="91425" wrap="square" tIns="91425">
            <a:noAutofit/>
          </a:bodyPr>
          <a:lstStyle>
            <a:lvl1pPr lvl="0" rtl="0">
              <a:spcBef>
                <a:spcPts val="0"/>
              </a:spcBef>
              <a:spcAft>
                <a:spcPts val="0"/>
              </a:spcAft>
              <a:buSzPts val="6000"/>
              <a:buNone/>
              <a:defRPr sz="4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1" name="Google Shape;161;p21"/>
          <p:cNvSpPr txBox="1"/>
          <p:nvPr>
            <p:ph idx="5" type="subTitle"/>
          </p:nvPr>
        </p:nvSpPr>
        <p:spPr>
          <a:xfrm>
            <a:off x="713225" y="4246105"/>
            <a:ext cx="3492600" cy="35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62" name="Shape 162"/>
        <p:cNvGrpSpPr/>
        <p:nvPr/>
      </p:nvGrpSpPr>
      <p:grpSpPr>
        <a:xfrm>
          <a:off x="0" y="0"/>
          <a:ext cx="0" cy="0"/>
          <a:chOff x="0" y="0"/>
          <a:chExt cx="0" cy="0"/>
        </a:xfrm>
      </p:grpSpPr>
      <p:grpSp>
        <p:nvGrpSpPr>
          <p:cNvPr id="163" name="Google Shape;163;p22"/>
          <p:cNvGrpSpPr/>
          <p:nvPr/>
        </p:nvGrpSpPr>
        <p:grpSpPr>
          <a:xfrm>
            <a:off x="-3900" y="0"/>
            <a:ext cx="9151800" cy="5143500"/>
            <a:chOff x="-3900" y="0"/>
            <a:chExt cx="9151800" cy="5143500"/>
          </a:xfrm>
        </p:grpSpPr>
        <p:sp>
          <p:nvSpPr>
            <p:cNvPr id="164" name="Google Shape;164;p22"/>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5" name="Google Shape;165;p22"/>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66" name="Google Shape;166;p22"/>
          <p:cNvSpPr txBox="1"/>
          <p:nvPr>
            <p:ph type="title"/>
          </p:nvPr>
        </p:nvSpPr>
        <p:spPr>
          <a:xfrm>
            <a:off x="713225" y="445025"/>
            <a:ext cx="3987600" cy="9663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7" name="Google Shape;167;p22"/>
          <p:cNvSpPr txBox="1"/>
          <p:nvPr>
            <p:ph idx="1" type="subTitle"/>
          </p:nvPr>
        </p:nvSpPr>
        <p:spPr>
          <a:xfrm>
            <a:off x="713225" y="1525011"/>
            <a:ext cx="39876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8" name="Google Shape;168;p22"/>
          <p:cNvSpPr txBox="1"/>
          <p:nvPr/>
        </p:nvSpPr>
        <p:spPr>
          <a:xfrm>
            <a:off x="713225" y="3792406"/>
            <a:ext cx="3987600" cy="4002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Outfit"/>
                <a:ea typeface="Outfit"/>
                <a:cs typeface="Outfit"/>
                <a:sym typeface="Outfit"/>
              </a:rPr>
              <a:t>CREDITS:</a:t>
            </a:r>
            <a:r>
              <a:rPr lang="en" sz="1000">
                <a:solidFill>
                  <a:schemeClr val="dk1"/>
                </a:solidFill>
                <a:latin typeface="Outfit"/>
                <a:ea typeface="Outfit"/>
                <a:cs typeface="Outfit"/>
                <a:sym typeface="Outfit"/>
              </a:rPr>
              <a:t> This presentation template was created by </a:t>
            </a:r>
            <a:r>
              <a:rPr b="1" lang="en" sz="1000" u="sng">
                <a:solidFill>
                  <a:schemeClr val="dk1"/>
                </a:solidFill>
                <a:latin typeface="Outfit"/>
                <a:ea typeface="Outfit"/>
                <a:cs typeface="Outfit"/>
                <a:sym typeface="Outfit"/>
                <a:hlinkClick r:id="rId2">
                  <a:extLst>
                    <a:ext uri="{A12FA001-AC4F-418D-AE19-62706E023703}">
                      <ahyp:hlinkClr val="tx"/>
                    </a:ext>
                  </a:extLst>
                </a:hlinkClick>
              </a:rPr>
              <a:t>Slidesgo</a:t>
            </a:r>
            <a:r>
              <a:rPr lang="en" sz="1000">
                <a:solidFill>
                  <a:schemeClr val="dk1"/>
                </a:solidFill>
                <a:latin typeface="Outfit"/>
                <a:ea typeface="Outfit"/>
                <a:cs typeface="Outfit"/>
                <a:sym typeface="Outfit"/>
              </a:rPr>
              <a:t>, and includes icons by </a:t>
            </a:r>
            <a:r>
              <a:rPr b="1" lang="en" sz="1000" u="sng">
                <a:solidFill>
                  <a:schemeClr val="dk1"/>
                </a:solidFill>
                <a:latin typeface="Outfit"/>
                <a:ea typeface="Outfit"/>
                <a:cs typeface="Outfit"/>
                <a:sym typeface="Outfit"/>
                <a:hlinkClick r:id="rId3">
                  <a:extLst>
                    <a:ext uri="{A12FA001-AC4F-418D-AE19-62706E023703}">
                      <ahyp:hlinkClr val="tx"/>
                    </a:ext>
                  </a:extLst>
                </a:hlinkClick>
              </a:rPr>
              <a:t>Flaticon</a:t>
            </a:r>
            <a:r>
              <a:rPr lang="en" sz="1000">
                <a:solidFill>
                  <a:schemeClr val="dk1"/>
                </a:solidFill>
                <a:latin typeface="Outfit"/>
                <a:ea typeface="Outfit"/>
                <a:cs typeface="Outfit"/>
                <a:sym typeface="Outfit"/>
              </a:rPr>
              <a:t>, and infographics &amp; images by </a:t>
            </a:r>
            <a:r>
              <a:rPr b="1" lang="en" sz="1000" u="sng">
                <a:solidFill>
                  <a:schemeClr val="dk1"/>
                </a:solidFill>
                <a:latin typeface="Outfit"/>
                <a:ea typeface="Outfit"/>
                <a:cs typeface="Outfit"/>
                <a:sym typeface="Outfit"/>
                <a:hlinkClick r:id="rId4">
                  <a:extLst>
                    <a:ext uri="{A12FA001-AC4F-418D-AE19-62706E023703}">
                      <ahyp:hlinkClr val="tx"/>
                    </a:ext>
                  </a:extLst>
                </a:hlinkClick>
              </a:rPr>
              <a:t>Freepik</a:t>
            </a:r>
            <a:r>
              <a:rPr lang="en" sz="1000" u="sng">
                <a:solidFill>
                  <a:schemeClr val="dk1"/>
                </a:solidFill>
                <a:latin typeface="Outfit"/>
                <a:ea typeface="Outfit"/>
                <a:cs typeface="Outfit"/>
                <a:sym typeface="Outfit"/>
              </a:rPr>
              <a:t> </a:t>
            </a:r>
            <a:endParaRPr b="1" sz="1000" u="sng">
              <a:solidFill>
                <a:schemeClr val="dk1"/>
              </a:solidFill>
              <a:latin typeface="Outfit"/>
              <a:ea typeface="Outfit"/>
              <a:cs typeface="Outfit"/>
              <a:sym typeface="Outfit"/>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69" name="Shape 169"/>
        <p:cNvGrpSpPr/>
        <p:nvPr/>
      </p:nvGrpSpPr>
      <p:grpSpPr>
        <a:xfrm>
          <a:off x="0" y="0"/>
          <a:ext cx="0" cy="0"/>
          <a:chOff x="0" y="0"/>
          <a:chExt cx="0" cy="0"/>
        </a:xfrm>
      </p:grpSpPr>
      <p:grpSp>
        <p:nvGrpSpPr>
          <p:cNvPr id="170" name="Google Shape;170;p23"/>
          <p:cNvGrpSpPr/>
          <p:nvPr/>
        </p:nvGrpSpPr>
        <p:grpSpPr>
          <a:xfrm>
            <a:off x="-3900" y="0"/>
            <a:ext cx="9151800" cy="5143500"/>
            <a:chOff x="-3900" y="0"/>
            <a:chExt cx="9151800" cy="5143500"/>
          </a:xfrm>
        </p:grpSpPr>
        <p:sp>
          <p:nvSpPr>
            <p:cNvPr id="171" name="Google Shape;171;p23"/>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2" name="Google Shape;172;p23"/>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73" name="Google Shape;173;p23"/>
          <p:cNvGrpSpPr/>
          <p:nvPr/>
        </p:nvGrpSpPr>
        <p:grpSpPr>
          <a:xfrm>
            <a:off x="-3900" y="0"/>
            <a:ext cx="9151800" cy="5143500"/>
            <a:chOff x="-3900" y="0"/>
            <a:chExt cx="9151800" cy="5143500"/>
          </a:xfrm>
        </p:grpSpPr>
        <p:sp>
          <p:nvSpPr>
            <p:cNvPr id="174" name="Google Shape;174;p23"/>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5" name="Google Shape;175;p23"/>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76" name="Shape 176"/>
        <p:cNvGrpSpPr/>
        <p:nvPr/>
      </p:nvGrpSpPr>
      <p:grpSpPr>
        <a:xfrm>
          <a:off x="0" y="0"/>
          <a:ext cx="0" cy="0"/>
          <a:chOff x="0" y="0"/>
          <a:chExt cx="0" cy="0"/>
        </a:xfrm>
      </p:grpSpPr>
      <p:grpSp>
        <p:nvGrpSpPr>
          <p:cNvPr id="177" name="Google Shape;177;p24"/>
          <p:cNvGrpSpPr/>
          <p:nvPr/>
        </p:nvGrpSpPr>
        <p:grpSpPr>
          <a:xfrm>
            <a:off x="-3900" y="0"/>
            <a:ext cx="9151800" cy="5143500"/>
            <a:chOff x="-3900" y="0"/>
            <a:chExt cx="9151800" cy="5143500"/>
          </a:xfrm>
        </p:grpSpPr>
        <p:sp>
          <p:nvSpPr>
            <p:cNvPr id="178" name="Google Shape;178;p24"/>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9" name="Google Shape;179;p24"/>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80" name="Google Shape;180;p24"/>
          <p:cNvGrpSpPr/>
          <p:nvPr/>
        </p:nvGrpSpPr>
        <p:grpSpPr>
          <a:xfrm>
            <a:off x="-3900" y="0"/>
            <a:ext cx="9151800" cy="5143500"/>
            <a:chOff x="-3900" y="0"/>
            <a:chExt cx="9151800" cy="5143500"/>
          </a:xfrm>
        </p:grpSpPr>
        <p:sp>
          <p:nvSpPr>
            <p:cNvPr id="181" name="Google Shape;181;p24"/>
            <p:cNvSpPr/>
            <p:nvPr/>
          </p:nvSpPr>
          <p:spPr>
            <a:xfrm>
              <a:off x="-1950" y="0"/>
              <a:ext cx="91479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2" name="Google Shape;182;p24"/>
            <p:cNvSpPr/>
            <p:nvPr/>
          </p:nvSpPr>
          <p:spPr>
            <a:xfrm>
              <a:off x="-3900" y="4993200"/>
              <a:ext cx="9151800" cy="15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6" name="Shape 18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87" name="Shape 187"/>
        <p:cNvGrpSpPr/>
        <p:nvPr/>
      </p:nvGrpSpPr>
      <p:grpSpPr>
        <a:xfrm>
          <a:off x="0" y="0"/>
          <a:ext cx="0" cy="0"/>
          <a:chOff x="0" y="0"/>
          <a:chExt cx="0" cy="0"/>
        </a:xfrm>
      </p:grpSpPr>
      <p:sp>
        <p:nvSpPr>
          <p:cNvPr id="188" name="Google Shape;188;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1pPr>
            <a:lvl2pPr lvl="1"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2pPr>
            <a:lvl3pPr lvl="2"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3pPr>
            <a:lvl4pPr lvl="3"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4pPr>
            <a:lvl5pPr lvl="4"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5pPr>
            <a:lvl6pPr lvl="5"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6pPr>
            <a:lvl7pPr lvl="6"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7pPr>
            <a:lvl8pPr lvl="7"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8pPr>
            <a:lvl9pPr lvl="8" rtl="0">
              <a:spcBef>
                <a:spcPts val="0"/>
              </a:spcBef>
              <a:spcAft>
                <a:spcPts val="0"/>
              </a:spcAft>
              <a:buClr>
                <a:schemeClr val="dk1"/>
              </a:buClr>
              <a:buSzPts val="3000"/>
              <a:buFont typeface="Zen Antique"/>
              <a:buNone/>
              <a:defRPr sz="3000">
                <a:solidFill>
                  <a:schemeClr val="dk1"/>
                </a:solidFill>
                <a:latin typeface="Zen Antique"/>
                <a:ea typeface="Zen Antique"/>
                <a:cs typeface="Zen Antique"/>
                <a:sym typeface="Zen Antiq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1pPr>
            <a:lvl2pPr indent="-304800" lvl="1" marL="9144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2pPr>
            <a:lvl3pPr indent="-304800" lvl="2" marL="13716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3pPr>
            <a:lvl4pPr indent="-304800" lvl="3" marL="18288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4pPr>
            <a:lvl5pPr indent="-304800" lvl="4" marL="22860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5pPr>
            <a:lvl6pPr indent="-304800" lvl="5" marL="27432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6pPr>
            <a:lvl7pPr indent="-304800" lvl="6" marL="32004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7pPr>
            <a:lvl8pPr indent="-304800" lvl="7" marL="36576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8pPr>
            <a:lvl9pPr indent="-304800" lvl="8" marL="4114800">
              <a:lnSpc>
                <a:spcPct val="100000"/>
              </a:lnSpc>
              <a:spcBef>
                <a:spcPts val="0"/>
              </a:spcBef>
              <a:spcAft>
                <a:spcPts val="0"/>
              </a:spcAft>
              <a:buClr>
                <a:schemeClr val="dk1"/>
              </a:buClr>
              <a:buSzPts val="1200"/>
              <a:buFont typeface="Outfit"/>
              <a:buChar char="■"/>
              <a:defRPr sz="1200">
                <a:solidFill>
                  <a:schemeClr val="dk1"/>
                </a:solidFill>
                <a:latin typeface="Outfit"/>
                <a:ea typeface="Outfit"/>
                <a:cs typeface="Outfit"/>
                <a:sym typeface="Outfi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3" name="Shape 183"/>
        <p:cNvGrpSpPr/>
        <p:nvPr/>
      </p:nvGrpSpPr>
      <p:grpSpPr>
        <a:xfrm>
          <a:off x="0" y="0"/>
          <a:ext cx="0" cy="0"/>
          <a:chOff x="0" y="0"/>
          <a:chExt cx="0" cy="0"/>
        </a:xfrm>
      </p:grpSpPr>
      <p:sp>
        <p:nvSpPr>
          <p:cNvPr id="184" name="Google Shape;184;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85" name="Google Shape;185;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7.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l4POISVrtzoqEBhCIlbthjpaC9M_TTJHGOV3KkVta8w/copy" TargetMode="External"/><Relationship Id="rId5" Type="http://schemas.openxmlformats.org/officeDocument/2006/relationships/image" Target="../media/image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image" Target="../media/image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11.jpg"/><Relationship Id="rId4" Type="http://schemas.openxmlformats.org/officeDocument/2006/relationships/image" Target="../media/image14.jpg"/><Relationship Id="rId5"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l4POISVrtzoqEBhCIlbthjpaC9M_TTJHGOV3KkVta8w/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 Id="rId3" Type="http://schemas.openxmlformats.org/officeDocument/2006/relationships/hyperlink" Target="https://docs.google.com/spreadsheets/d/1l4POISVrtzoqEBhCIlbthjpaC9M_TTJHGOV3KkVta8w/copy"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farm-animals-collection-hand-drawn-style_4467411.htm/?utm_source=slidesgo_template&amp;utm_medium=referral-link&amp;utm_campaign=sg_resources&amp;utm_content=freepik" TargetMode="External"/><Relationship Id="rId4" Type="http://schemas.openxmlformats.org/officeDocument/2006/relationships/hyperlink" Target="https://www.freepik.com/free-vector/farm-animals-collection-hand-drawn-style_4467414.htm/?utm_source=slidesgo_template&amp;utm_medium=referral-link&amp;utm_campaign=sg_resources&amp;utm_content=freepik" TargetMode="External"/><Relationship Id="rId5" Type="http://schemas.openxmlformats.org/officeDocument/2006/relationships/hyperlink" Target="https://www.freepik.com/free-vector/sketches-farm-accessories-animals_848131.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country-lifestyle-concept-hens-nest_12809322.htm/?utm_source=slidesgo_template&amp;utm_medium=referral-link&amp;utm_campaign=sg_resources&amp;utm_content=freepik" TargetMode="External"/><Relationship Id="rId10" Type="http://schemas.openxmlformats.org/officeDocument/2006/relationships/hyperlink" Target="https://www.freepik.com/free-photo/side-view-woman-feeding-birds_28475429.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free-vector/farm-animals-collection-hand-drawn-style_4467411.htm/?utm_source=slidesgo_template&amp;utm_medium=referral-link&amp;utm_campaign=sg_resources&amp;utm_content=freepik" TargetMode="External"/><Relationship Id="rId4" Type="http://schemas.openxmlformats.org/officeDocument/2006/relationships/hyperlink" Target="https://www.freepik.com/free-vector/farm-animals-collection-hand-drawn-style_4467422.htm/?utm_source=slidesgo_template&amp;utm_medium=referral-link&amp;utm_campaign=sg_resources&amp;utm_content=freepik" TargetMode="External"/><Relationship Id="rId9" Type="http://schemas.openxmlformats.org/officeDocument/2006/relationships/hyperlink" Target="https://www.freepik.com/free-photo/high-angle-woman-holding-hat-with-eggs_28475374.htm/?utm_source=slidesgo_template&amp;utm_medium=referral-link&amp;utm_campaign=sg_resources&amp;utm_content=freepik" TargetMode="External"/><Relationship Id="rId5" Type="http://schemas.openxmlformats.org/officeDocument/2006/relationships/hyperlink" Target="https://www.freepik.com/free-vector/farm-animals-collection-hand-drawn-style_4467414.htm/?utm_source=slidesgo_template&amp;utm_medium=referral-link&amp;utm_campaign=sg_resources&amp;utm_content=freepik" TargetMode="External"/><Relationship Id="rId6" Type="http://schemas.openxmlformats.org/officeDocument/2006/relationships/hyperlink" Target="https://www.freepik.com/free-vector/hand-drawn-useful-farm-elements-rooster_849992.htm/?utm_source=slidesgo_template&amp;utm_medium=referral-link&amp;utm_campaign=sg_resources&amp;utm_content=freepik" TargetMode="External"/><Relationship Id="rId7" Type="http://schemas.openxmlformats.org/officeDocument/2006/relationships/hyperlink" Target="https://www.freepik.com/free-vector/sketches-farm-accessories-animals_848131.htm/?utm_source=slidesgo_template&amp;utm_medium=referral-link&amp;utm_campaign=sg_resources&amp;utm_content=freepik" TargetMode="External"/><Relationship Id="rId8" Type="http://schemas.openxmlformats.org/officeDocument/2006/relationships/hyperlink" Target="https://www.freepik.com/free-photo/high-angle-hen-sitting-hay_28475383.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Zen+Antique" TargetMode="External"/><Relationship Id="rId4" Type="http://schemas.openxmlformats.org/officeDocument/2006/relationships/hyperlink" Target="https://fonts.google.com/specimen/Outfit"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0.png"/><Relationship Id="rId14" Type="http://schemas.openxmlformats.org/officeDocument/2006/relationships/image" Target="../media/image6.png"/><Relationship Id="rId17" Type="http://schemas.openxmlformats.org/officeDocument/2006/relationships/image" Target="../media/image2.png"/><Relationship Id="rId16" Type="http://schemas.openxmlformats.org/officeDocument/2006/relationships/image" Target="../media/image8.png"/><Relationship Id="rId5"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 name="Shape 192"/>
        <p:cNvGrpSpPr/>
        <p:nvPr/>
      </p:nvGrpSpPr>
      <p:grpSpPr>
        <a:xfrm>
          <a:off x="0" y="0"/>
          <a:ext cx="0" cy="0"/>
          <a:chOff x="0" y="0"/>
          <a:chExt cx="0" cy="0"/>
        </a:xfrm>
      </p:grpSpPr>
      <p:sp>
        <p:nvSpPr>
          <p:cNvPr id="193" name="Google Shape;193;p28"/>
          <p:cNvSpPr txBox="1"/>
          <p:nvPr>
            <p:ph type="ctrTitle"/>
          </p:nvPr>
        </p:nvSpPr>
        <p:spPr>
          <a:xfrm>
            <a:off x="713225" y="659425"/>
            <a:ext cx="6660000" cy="154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100"/>
              <a:t>Organic Chicken Farming</a:t>
            </a:r>
            <a:r>
              <a:rPr lang="en" sz="2500"/>
              <a:t> </a:t>
            </a:r>
            <a:r>
              <a:rPr lang="en" sz="3600"/>
              <a:t>Project Proposal</a:t>
            </a:r>
            <a:endParaRPr sz="3600"/>
          </a:p>
        </p:txBody>
      </p:sp>
      <p:sp>
        <p:nvSpPr>
          <p:cNvPr id="194" name="Google Shape;194;p28"/>
          <p:cNvSpPr txBox="1"/>
          <p:nvPr>
            <p:ph idx="1" type="subTitle"/>
          </p:nvPr>
        </p:nvSpPr>
        <p:spPr>
          <a:xfrm>
            <a:off x="826905" y="2441150"/>
            <a:ext cx="3903300" cy="365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195" name="Google Shape;195;p28"/>
          <p:cNvGrpSpPr/>
          <p:nvPr/>
        </p:nvGrpSpPr>
        <p:grpSpPr>
          <a:xfrm>
            <a:off x="7054070" y="1958939"/>
            <a:ext cx="4332272" cy="5143556"/>
            <a:chOff x="7855920" y="2772000"/>
            <a:chExt cx="2108880" cy="2503800"/>
          </a:xfrm>
        </p:grpSpPr>
        <p:sp>
          <p:nvSpPr>
            <p:cNvPr id="196" name="Google Shape;196;p28"/>
            <p:cNvSpPr/>
            <p:nvPr/>
          </p:nvSpPr>
          <p:spPr>
            <a:xfrm>
              <a:off x="7925760" y="2772000"/>
              <a:ext cx="609840" cy="891000"/>
            </a:xfrm>
            <a:custGeom>
              <a:rect b="b" l="l" r="r" t="t"/>
              <a:pathLst>
                <a:path extrusionOk="0" h="2475" w="1694">
                  <a:moveTo>
                    <a:pt x="89" y="767"/>
                  </a:moveTo>
                  <a:cubicBezTo>
                    <a:pt x="117" y="783"/>
                    <a:pt x="149" y="793"/>
                    <a:pt x="182" y="795"/>
                  </a:cubicBezTo>
                  <a:cubicBezTo>
                    <a:pt x="168" y="799"/>
                    <a:pt x="155" y="805"/>
                    <a:pt x="142" y="812"/>
                  </a:cubicBezTo>
                  <a:cubicBezTo>
                    <a:pt x="133" y="817"/>
                    <a:pt x="125" y="822"/>
                    <a:pt x="118" y="829"/>
                  </a:cubicBezTo>
                  <a:cubicBezTo>
                    <a:pt x="78" y="857"/>
                    <a:pt x="41" y="898"/>
                    <a:pt x="43" y="949"/>
                  </a:cubicBezTo>
                  <a:lnTo>
                    <a:pt x="42" y="950"/>
                  </a:lnTo>
                  <a:cubicBezTo>
                    <a:pt x="42" y="951"/>
                    <a:pt x="43" y="953"/>
                    <a:pt x="44" y="954"/>
                  </a:cubicBezTo>
                  <a:cubicBezTo>
                    <a:pt x="45" y="956"/>
                    <a:pt x="45" y="957"/>
                    <a:pt x="47" y="958"/>
                  </a:cubicBezTo>
                  <a:cubicBezTo>
                    <a:pt x="49" y="959"/>
                    <a:pt x="50" y="959"/>
                    <a:pt x="52" y="959"/>
                  </a:cubicBezTo>
                  <a:cubicBezTo>
                    <a:pt x="53" y="959"/>
                    <a:pt x="54" y="959"/>
                    <a:pt x="56" y="958"/>
                  </a:cubicBezTo>
                  <a:cubicBezTo>
                    <a:pt x="61" y="956"/>
                    <a:pt x="64" y="955"/>
                    <a:pt x="67" y="951"/>
                  </a:cubicBezTo>
                  <a:cubicBezTo>
                    <a:pt x="67" y="949"/>
                    <a:pt x="68" y="948"/>
                    <a:pt x="69" y="947"/>
                  </a:cubicBezTo>
                  <a:cubicBezTo>
                    <a:pt x="71" y="943"/>
                    <a:pt x="73" y="940"/>
                    <a:pt x="76" y="936"/>
                  </a:cubicBezTo>
                  <a:cubicBezTo>
                    <a:pt x="99" y="930"/>
                    <a:pt x="135" y="946"/>
                    <a:pt x="156" y="951"/>
                  </a:cubicBezTo>
                  <a:cubicBezTo>
                    <a:pt x="168" y="953"/>
                    <a:pt x="179" y="954"/>
                    <a:pt x="190" y="954"/>
                  </a:cubicBezTo>
                  <a:cubicBezTo>
                    <a:pt x="197" y="954"/>
                    <a:pt x="203" y="954"/>
                    <a:pt x="209" y="953"/>
                  </a:cubicBezTo>
                  <a:cubicBezTo>
                    <a:pt x="224" y="952"/>
                    <a:pt x="238" y="947"/>
                    <a:pt x="251" y="940"/>
                  </a:cubicBezTo>
                  <a:cubicBezTo>
                    <a:pt x="254" y="939"/>
                    <a:pt x="257" y="937"/>
                    <a:pt x="259" y="935"/>
                  </a:cubicBezTo>
                  <a:cubicBezTo>
                    <a:pt x="268" y="941"/>
                    <a:pt x="277" y="926"/>
                    <a:pt x="283" y="914"/>
                  </a:cubicBezTo>
                  <a:cubicBezTo>
                    <a:pt x="284" y="916"/>
                    <a:pt x="285" y="919"/>
                    <a:pt x="286" y="921"/>
                  </a:cubicBezTo>
                  <a:cubicBezTo>
                    <a:pt x="285" y="934"/>
                    <a:pt x="284" y="948"/>
                    <a:pt x="283" y="962"/>
                  </a:cubicBezTo>
                  <a:cubicBezTo>
                    <a:pt x="275" y="1017"/>
                    <a:pt x="257" y="1071"/>
                    <a:pt x="230" y="1119"/>
                  </a:cubicBezTo>
                  <a:cubicBezTo>
                    <a:pt x="226" y="1126"/>
                    <a:pt x="221" y="1132"/>
                    <a:pt x="217" y="1139"/>
                  </a:cubicBezTo>
                  <a:cubicBezTo>
                    <a:pt x="189" y="1178"/>
                    <a:pt x="143" y="1209"/>
                    <a:pt x="125" y="1256"/>
                  </a:cubicBezTo>
                  <a:cubicBezTo>
                    <a:pt x="112" y="1290"/>
                    <a:pt x="104" y="1325"/>
                    <a:pt x="99" y="1361"/>
                  </a:cubicBezTo>
                  <a:cubicBezTo>
                    <a:pt x="90" y="1429"/>
                    <a:pt x="116" y="1499"/>
                    <a:pt x="138" y="1562"/>
                  </a:cubicBezTo>
                  <a:cubicBezTo>
                    <a:pt x="150" y="1595"/>
                    <a:pt x="146" y="1629"/>
                    <a:pt x="164" y="1661"/>
                  </a:cubicBezTo>
                  <a:cubicBezTo>
                    <a:pt x="183" y="1696"/>
                    <a:pt x="180" y="1733"/>
                    <a:pt x="192" y="1770"/>
                  </a:cubicBezTo>
                  <a:cubicBezTo>
                    <a:pt x="184" y="1816"/>
                    <a:pt x="192" y="1862"/>
                    <a:pt x="238" y="1892"/>
                  </a:cubicBezTo>
                  <a:cubicBezTo>
                    <a:pt x="239" y="1893"/>
                    <a:pt x="240" y="1893"/>
                    <a:pt x="242" y="1894"/>
                  </a:cubicBezTo>
                  <a:cubicBezTo>
                    <a:pt x="261" y="1905"/>
                    <a:pt x="283" y="1911"/>
                    <a:pt x="305" y="1911"/>
                  </a:cubicBezTo>
                  <a:cubicBezTo>
                    <a:pt x="306" y="1911"/>
                    <a:pt x="306" y="1911"/>
                    <a:pt x="307" y="1911"/>
                  </a:cubicBezTo>
                  <a:lnTo>
                    <a:pt x="328" y="1911"/>
                  </a:lnTo>
                  <a:cubicBezTo>
                    <a:pt x="329" y="1912"/>
                    <a:pt x="329" y="1912"/>
                    <a:pt x="330" y="1912"/>
                  </a:cubicBezTo>
                  <a:cubicBezTo>
                    <a:pt x="331" y="1912"/>
                    <a:pt x="331" y="1912"/>
                    <a:pt x="332" y="1911"/>
                  </a:cubicBezTo>
                  <a:cubicBezTo>
                    <a:pt x="347" y="1911"/>
                    <a:pt x="363" y="1909"/>
                    <a:pt x="378" y="1905"/>
                  </a:cubicBezTo>
                  <a:cubicBezTo>
                    <a:pt x="363" y="1917"/>
                    <a:pt x="350" y="1929"/>
                    <a:pt x="338" y="1943"/>
                  </a:cubicBezTo>
                  <a:cubicBezTo>
                    <a:pt x="302" y="1978"/>
                    <a:pt x="267" y="2015"/>
                    <a:pt x="234" y="2053"/>
                  </a:cubicBezTo>
                  <a:cubicBezTo>
                    <a:pt x="176" y="2119"/>
                    <a:pt x="167" y="2207"/>
                    <a:pt x="167" y="2290"/>
                  </a:cubicBezTo>
                  <a:cubicBezTo>
                    <a:pt x="167" y="2291"/>
                    <a:pt x="167" y="2293"/>
                    <a:pt x="168" y="2294"/>
                  </a:cubicBezTo>
                  <a:cubicBezTo>
                    <a:pt x="149" y="2345"/>
                    <a:pt x="140" y="2399"/>
                    <a:pt x="140" y="2453"/>
                  </a:cubicBezTo>
                  <a:cubicBezTo>
                    <a:pt x="140" y="2458"/>
                    <a:pt x="140" y="2462"/>
                    <a:pt x="140" y="2467"/>
                  </a:cubicBezTo>
                  <a:cubicBezTo>
                    <a:pt x="140" y="2474"/>
                    <a:pt x="150" y="2472"/>
                    <a:pt x="150" y="2467"/>
                  </a:cubicBezTo>
                  <a:cubicBezTo>
                    <a:pt x="152" y="2424"/>
                    <a:pt x="186" y="2378"/>
                    <a:pt x="206" y="2342"/>
                  </a:cubicBezTo>
                  <a:cubicBezTo>
                    <a:pt x="209" y="2337"/>
                    <a:pt x="211" y="2332"/>
                    <a:pt x="214" y="2327"/>
                  </a:cubicBezTo>
                  <a:cubicBezTo>
                    <a:pt x="239" y="2283"/>
                    <a:pt x="269" y="2242"/>
                    <a:pt x="303" y="2204"/>
                  </a:cubicBezTo>
                  <a:cubicBezTo>
                    <a:pt x="336" y="2166"/>
                    <a:pt x="303" y="2203"/>
                    <a:pt x="303" y="2204"/>
                  </a:cubicBezTo>
                  <a:cubicBezTo>
                    <a:pt x="256" y="2252"/>
                    <a:pt x="223" y="2310"/>
                    <a:pt x="182" y="2363"/>
                  </a:cubicBezTo>
                  <a:cubicBezTo>
                    <a:pt x="177" y="2370"/>
                    <a:pt x="173" y="2377"/>
                    <a:pt x="169" y="2384"/>
                  </a:cubicBezTo>
                  <a:cubicBezTo>
                    <a:pt x="163" y="2394"/>
                    <a:pt x="158" y="2404"/>
                    <a:pt x="154" y="2414"/>
                  </a:cubicBezTo>
                  <a:cubicBezTo>
                    <a:pt x="158" y="2375"/>
                    <a:pt x="168" y="2336"/>
                    <a:pt x="182" y="2298"/>
                  </a:cubicBezTo>
                  <a:cubicBezTo>
                    <a:pt x="182" y="2298"/>
                    <a:pt x="181" y="2298"/>
                    <a:pt x="182" y="2297"/>
                  </a:cubicBezTo>
                  <a:cubicBezTo>
                    <a:pt x="183" y="2296"/>
                    <a:pt x="183" y="2296"/>
                    <a:pt x="183" y="2295"/>
                  </a:cubicBezTo>
                  <a:cubicBezTo>
                    <a:pt x="192" y="2271"/>
                    <a:pt x="204" y="2247"/>
                    <a:pt x="217" y="2225"/>
                  </a:cubicBezTo>
                  <a:cubicBezTo>
                    <a:pt x="236" y="2191"/>
                    <a:pt x="260" y="2159"/>
                    <a:pt x="287" y="2130"/>
                  </a:cubicBezTo>
                  <a:cubicBezTo>
                    <a:pt x="327" y="2088"/>
                    <a:pt x="359" y="2038"/>
                    <a:pt x="405" y="2002"/>
                  </a:cubicBezTo>
                  <a:cubicBezTo>
                    <a:pt x="459" y="1962"/>
                    <a:pt x="507" y="1915"/>
                    <a:pt x="547" y="1862"/>
                  </a:cubicBezTo>
                  <a:cubicBezTo>
                    <a:pt x="548" y="1860"/>
                    <a:pt x="545" y="1857"/>
                    <a:pt x="543" y="1859"/>
                  </a:cubicBezTo>
                  <a:cubicBezTo>
                    <a:pt x="469" y="1952"/>
                    <a:pt x="356" y="2009"/>
                    <a:pt x="290" y="2110"/>
                  </a:cubicBezTo>
                  <a:cubicBezTo>
                    <a:pt x="272" y="2137"/>
                    <a:pt x="247" y="2167"/>
                    <a:pt x="227" y="2193"/>
                  </a:cubicBezTo>
                  <a:cubicBezTo>
                    <a:pt x="217" y="2206"/>
                    <a:pt x="208" y="2220"/>
                    <a:pt x="200" y="2234"/>
                  </a:cubicBezTo>
                  <a:cubicBezTo>
                    <a:pt x="195" y="2244"/>
                    <a:pt x="189" y="2253"/>
                    <a:pt x="185" y="2263"/>
                  </a:cubicBezTo>
                  <a:cubicBezTo>
                    <a:pt x="188" y="2181"/>
                    <a:pt x="207" y="2106"/>
                    <a:pt x="265" y="2041"/>
                  </a:cubicBezTo>
                  <a:cubicBezTo>
                    <a:pt x="290" y="2015"/>
                    <a:pt x="314" y="1989"/>
                    <a:pt x="338" y="1963"/>
                  </a:cubicBezTo>
                  <a:cubicBezTo>
                    <a:pt x="347" y="1953"/>
                    <a:pt x="378" y="1913"/>
                    <a:pt x="393" y="1908"/>
                  </a:cubicBezTo>
                  <a:cubicBezTo>
                    <a:pt x="394" y="1908"/>
                    <a:pt x="394" y="1908"/>
                    <a:pt x="395" y="1907"/>
                  </a:cubicBezTo>
                  <a:cubicBezTo>
                    <a:pt x="396" y="1906"/>
                    <a:pt x="395" y="1905"/>
                    <a:pt x="395" y="1905"/>
                  </a:cubicBezTo>
                  <a:cubicBezTo>
                    <a:pt x="395" y="1904"/>
                    <a:pt x="395" y="1904"/>
                    <a:pt x="395" y="1903"/>
                  </a:cubicBezTo>
                  <a:lnTo>
                    <a:pt x="394" y="1903"/>
                  </a:lnTo>
                  <a:cubicBezTo>
                    <a:pt x="397" y="1902"/>
                    <a:pt x="400" y="1900"/>
                    <a:pt x="403" y="1899"/>
                  </a:cubicBezTo>
                  <a:cubicBezTo>
                    <a:pt x="404" y="1898"/>
                    <a:pt x="405" y="1898"/>
                    <a:pt x="406" y="1897"/>
                  </a:cubicBezTo>
                  <a:cubicBezTo>
                    <a:pt x="455" y="1864"/>
                    <a:pt x="476" y="1790"/>
                    <a:pt x="500" y="1738"/>
                  </a:cubicBezTo>
                  <a:cubicBezTo>
                    <a:pt x="523" y="1687"/>
                    <a:pt x="540" y="1637"/>
                    <a:pt x="561" y="1588"/>
                  </a:cubicBezTo>
                  <a:cubicBezTo>
                    <a:pt x="580" y="1554"/>
                    <a:pt x="596" y="1519"/>
                    <a:pt x="609" y="1482"/>
                  </a:cubicBezTo>
                  <a:cubicBezTo>
                    <a:pt x="618" y="1449"/>
                    <a:pt x="627" y="1413"/>
                    <a:pt x="634" y="1376"/>
                  </a:cubicBezTo>
                  <a:cubicBezTo>
                    <a:pt x="634" y="1380"/>
                    <a:pt x="634" y="1383"/>
                    <a:pt x="634" y="1387"/>
                  </a:cubicBezTo>
                  <a:cubicBezTo>
                    <a:pt x="634" y="1419"/>
                    <a:pt x="636" y="1451"/>
                    <a:pt x="640" y="1482"/>
                  </a:cubicBezTo>
                  <a:cubicBezTo>
                    <a:pt x="644" y="1510"/>
                    <a:pt x="646" y="1538"/>
                    <a:pt x="646" y="1565"/>
                  </a:cubicBezTo>
                  <a:cubicBezTo>
                    <a:pt x="646" y="1577"/>
                    <a:pt x="646" y="1589"/>
                    <a:pt x="645" y="1600"/>
                  </a:cubicBezTo>
                  <a:cubicBezTo>
                    <a:pt x="641" y="1615"/>
                    <a:pt x="638" y="1630"/>
                    <a:pt x="636" y="1645"/>
                  </a:cubicBezTo>
                  <a:cubicBezTo>
                    <a:pt x="636" y="1647"/>
                    <a:pt x="639" y="1647"/>
                    <a:pt x="639" y="1645"/>
                  </a:cubicBezTo>
                  <a:cubicBezTo>
                    <a:pt x="644" y="1631"/>
                    <a:pt x="653" y="1617"/>
                    <a:pt x="658" y="1602"/>
                  </a:cubicBezTo>
                  <a:cubicBezTo>
                    <a:pt x="660" y="1588"/>
                    <a:pt x="661" y="1574"/>
                    <a:pt x="661" y="1559"/>
                  </a:cubicBezTo>
                  <a:cubicBezTo>
                    <a:pt x="661" y="1545"/>
                    <a:pt x="660" y="1531"/>
                    <a:pt x="658" y="1516"/>
                  </a:cubicBezTo>
                  <a:cubicBezTo>
                    <a:pt x="654" y="1452"/>
                    <a:pt x="642" y="1390"/>
                    <a:pt x="640" y="1326"/>
                  </a:cubicBezTo>
                  <a:cubicBezTo>
                    <a:pt x="641" y="1315"/>
                    <a:pt x="642" y="1303"/>
                    <a:pt x="643" y="1292"/>
                  </a:cubicBezTo>
                  <a:cubicBezTo>
                    <a:pt x="655" y="1275"/>
                    <a:pt x="671" y="1260"/>
                    <a:pt x="689" y="1249"/>
                  </a:cubicBezTo>
                  <a:cubicBezTo>
                    <a:pt x="706" y="1238"/>
                    <a:pt x="710" y="1207"/>
                    <a:pt x="717" y="1191"/>
                  </a:cubicBezTo>
                  <a:cubicBezTo>
                    <a:pt x="737" y="1147"/>
                    <a:pt x="787" y="1106"/>
                    <a:pt x="817" y="1069"/>
                  </a:cubicBezTo>
                  <a:cubicBezTo>
                    <a:pt x="842" y="1039"/>
                    <a:pt x="866" y="928"/>
                    <a:pt x="801" y="934"/>
                  </a:cubicBezTo>
                  <a:cubicBezTo>
                    <a:pt x="802" y="932"/>
                    <a:pt x="802" y="930"/>
                    <a:pt x="802" y="928"/>
                  </a:cubicBezTo>
                  <a:cubicBezTo>
                    <a:pt x="802" y="926"/>
                    <a:pt x="802" y="924"/>
                    <a:pt x="801" y="922"/>
                  </a:cubicBezTo>
                  <a:cubicBezTo>
                    <a:pt x="800" y="910"/>
                    <a:pt x="794" y="889"/>
                    <a:pt x="778" y="893"/>
                  </a:cubicBezTo>
                  <a:cubicBezTo>
                    <a:pt x="779" y="887"/>
                    <a:pt x="780" y="882"/>
                    <a:pt x="783" y="877"/>
                  </a:cubicBezTo>
                  <a:cubicBezTo>
                    <a:pt x="787" y="871"/>
                    <a:pt x="792" y="866"/>
                    <a:pt x="798" y="863"/>
                  </a:cubicBezTo>
                  <a:cubicBezTo>
                    <a:pt x="820" y="847"/>
                    <a:pt x="831" y="837"/>
                    <a:pt x="822" y="810"/>
                  </a:cubicBezTo>
                  <a:lnTo>
                    <a:pt x="822" y="808"/>
                  </a:lnTo>
                  <a:cubicBezTo>
                    <a:pt x="823" y="809"/>
                    <a:pt x="824" y="811"/>
                    <a:pt x="825" y="812"/>
                  </a:cubicBezTo>
                  <a:cubicBezTo>
                    <a:pt x="832" y="825"/>
                    <a:pt x="838" y="838"/>
                    <a:pt x="843" y="851"/>
                  </a:cubicBezTo>
                  <a:cubicBezTo>
                    <a:pt x="848" y="866"/>
                    <a:pt x="854" y="879"/>
                    <a:pt x="861" y="893"/>
                  </a:cubicBezTo>
                  <a:cubicBezTo>
                    <a:pt x="869" y="907"/>
                    <a:pt x="878" y="920"/>
                    <a:pt x="889" y="932"/>
                  </a:cubicBezTo>
                  <a:cubicBezTo>
                    <a:pt x="890" y="935"/>
                    <a:pt x="894" y="935"/>
                    <a:pt x="894" y="931"/>
                  </a:cubicBezTo>
                  <a:cubicBezTo>
                    <a:pt x="894" y="905"/>
                    <a:pt x="871" y="878"/>
                    <a:pt x="862" y="855"/>
                  </a:cubicBezTo>
                  <a:cubicBezTo>
                    <a:pt x="855" y="838"/>
                    <a:pt x="848" y="822"/>
                    <a:pt x="839" y="805"/>
                  </a:cubicBezTo>
                  <a:cubicBezTo>
                    <a:pt x="826" y="785"/>
                    <a:pt x="812" y="766"/>
                    <a:pt x="796" y="750"/>
                  </a:cubicBezTo>
                  <a:cubicBezTo>
                    <a:pt x="795" y="749"/>
                    <a:pt x="795" y="749"/>
                    <a:pt x="795" y="749"/>
                  </a:cubicBezTo>
                  <a:lnTo>
                    <a:pt x="794" y="749"/>
                  </a:lnTo>
                  <a:lnTo>
                    <a:pt x="793" y="749"/>
                  </a:lnTo>
                  <a:lnTo>
                    <a:pt x="793" y="750"/>
                  </a:lnTo>
                  <a:lnTo>
                    <a:pt x="793" y="751"/>
                  </a:lnTo>
                  <a:cubicBezTo>
                    <a:pt x="798" y="764"/>
                    <a:pt x="803" y="775"/>
                    <a:pt x="810" y="787"/>
                  </a:cubicBezTo>
                  <a:cubicBezTo>
                    <a:pt x="811" y="788"/>
                    <a:pt x="811" y="789"/>
                    <a:pt x="812" y="791"/>
                  </a:cubicBezTo>
                  <a:cubicBezTo>
                    <a:pt x="787" y="761"/>
                    <a:pt x="728" y="766"/>
                    <a:pt x="701" y="788"/>
                  </a:cubicBezTo>
                  <a:cubicBezTo>
                    <a:pt x="699" y="789"/>
                    <a:pt x="701" y="792"/>
                    <a:pt x="704" y="791"/>
                  </a:cubicBezTo>
                  <a:cubicBezTo>
                    <a:pt x="737" y="773"/>
                    <a:pt x="808" y="776"/>
                    <a:pt x="812" y="824"/>
                  </a:cubicBezTo>
                  <a:cubicBezTo>
                    <a:pt x="813" y="838"/>
                    <a:pt x="777" y="857"/>
                    <a:pt x="768" y="866"/>
                  </a:cubicBezTo>
                  <a:cubicBezTo>
                    <a:pt x="758" y="875"/>
                    <a:pt x="762" y="887"/>
                    <a:pt x="762" y="898"/>
                  </a:cubicBezTo>
                  <a:cubicBezTo>
                    <a:pt x="743" y="907"/>
                    <a:pt x="724" y="909"/>
                    <a:pt x="705" y="919"/>
                  </a:cubicBezTo>
                  <a:cubicBezTo>
                    <a:pt x="705" y="920"/>
                    <a:pt x="704" y="920"/>
                    <a:pt x="704" y="920"/>
                  </a:cubicBezTo>
                  <a:cubicBezTo>
                    <a:pt x="692" y="927"/>
                    <a:pt x="683" y="936"/>
                    <a:pt x="675" y="946"/>
                  </a:cubicBezTo>
                  <a:cubicBezTo>
                    <a:pt x="678" y="931"/>
                    <a:pt x="675" y="916"/>
                    <a:pt x="679" y="901"/>
                  </a:cubicBezTo>
                  <a:cubicBezTo>
                    <a:pt x="680" y="898"/>
                    <a:pt x="681" y="894"/>
                    <a:pt x="681" y="890"/>
                  </a:cubicBezTo>
                  <a:cubicBezTo>
                    <a:pt x="681" y="884"/>
                    <a:pt x="679" y="879"/>
                    <a:pt x="676" y="874"/>
                  </a:cubicBezTo>
                  <a:cubicBezTo>
                    <a:pt x="676" y="873"/>
                    <a:pt x="675" y="872"/>
                    <a:pt x="675" y="871"/>
                  </a:cubicBezTo>
                  <a:lnTo>
                    <a:pt x="674" y="871"/>
                  </a:lnTo>
                  <a:lnTo>
                    <a:pt x="673" y="871"/>
                  </a:lnTo>
                  <a:lnTo>
                    <a:pt x="672" y="871"/>
                  </a:lnTo>
                  <a:cubicBezTo>
                    <a:pt x="672" y="871"/>
                    <a:pt x="673" y="871"/>
                    <a:pt x="672" y="872"/>
                  </a:cubicBezTo>
                  <a:cubicBezTo>
                    <a:pt x="671" y="873"/>
                    <a:pt x="671" y="872"/>
                    <a:pt x="671" y="872"/>
                  </a:cubicBezTo>
                  <a:cubicBezTo>
                    <a:pt x="671" y="873"/>
                    <a:pt x="671" y="873"/>
                    <a:pt x="671" y="874"/>
                  </a:cubicBezTo>
                  <a:cubicBezTo>
                    <a:pt x="671" y="886"/>
                    <a:pt x="671" y="898"/>
                    <a:pt x="670" y="909"/>
                  </a:cubicBezTo>
                  <a:cubicBezTo>
                    <a:pt x="669" y="914"/>
                    <a:pt x="669" y="918"/>
                    <a:pt x="669" y="923"/>
                  </a:cubicBezTo>
                  <a:cubicBezTo>
                    <a:pt x="669" y="931"/>
                    <a:pt x="670" y="939"/>
                    <a:pt x="671" y="947"/>
                  </a:cubicBezTo>
                  <a:cubicBezTo>
                    <a:pt x="671" y="948"/>
                    <a:pt x="673" y="948"/>
                    <a:pt x="674" y="947"/>
                  </a:cubicBezTo>
                  <a:cubicBezTo>
                    <a:pt x="670" y="953"/>
                    <a:pt x="666" y="959"/>
                    <a:pt x="662" y="966"/>
                  </a:cubicBezTo>
                  <a:cubicBezTo>
                    <a:pt x="661" y="968"/>
                    <a:pt x="660" y="969"/>
                    <a:pt x="659" y="971"/>
                  </a:cubicBezTo>
                  <a:cubicBezTo>
                    <a:pt x="648" y="995"/>
                    <a:pt x="642" y="1020"/>
                    <a:pt x="640" y="1045"/>
                  </a:cubicBezTo>
                  <a:cubicBezTo>
                    <a:pt x="639" y="1045"/>
                    <a:pt x="638" y="1044"/>
                    <a:pt x="637" y="1044"/>
                  </a:cubicBezTo>
                  <a:cubicBezTo>
                    <a:pt x="636" y="1044"/>
                    <a:pt x="635" y="1045"/>
                    <a:pt x="634" y="1045"/>
                  </a:cubicBezTo>
                  <a:cubicBezTo>
                    <a:pt x="626" y="1051"/>
                    <a:pt x="624" y="1058"/>
                    <a:pt x="619" y="1066"/>
                  </a:cubicBezTo>
                  <a:cubicBezTo>
                    <a:pt x="616" y="1071"/>
                    <a:pt x="612" y="1076"/>
                    <a:pt x="608" y="1080"/>
                  </a:cubicBezTo>
                  <a:lnTo>
                    <a:pt x="600" y="1080"/>
                  </a:lnTo>
                  <a:cubicBezTo>
                    <a:pt x="587" y="1080"/>
                    <a:pt x="575" y="1083"/>
                    <a:pt x="562" y="1082"/>
                  </a:cubicBezTo>
                  <a:cubicBezTo>
                    <a:pt x="545" y="1082"/>
                    <a:pt x="537" y="1057"/>
                    <a:pt x="519" y="1056"/>
                  </a:cubicBezTo>
                  <a:cubicBezTo>
                    <a:pt x="492" y="1030"/>
                    <a:pt x="468" y="992"/>
                    <a:pt x="448" y="969"/>
                  </a:cubicBezTo>
                  <a:cubicBezTo>
                    <a:pt x="411" y="926"/>
                    <a:pt x="362" y="852"/>
                    <a:pt x="296" y="863"/>
                  </a:cubicBezTo>
                  <a:cubicBezTo>
                    <a:pt x="295" y="863"/>
                    <a:pt x="294" y="864"/>
                    <a:pt x="294" y="864"/>
                  </a:cubicBezTo>
                  <a:cubicBezTo>
                    <a:pt x="293" y="864"/>
                    <a:pt x="292" y="865"/>
                    <a:pt x="292" y="865"/>
                  </a:cubicBezTo>
                  <a:cubicBezTo>
                    <a:pt x="290" y="862"/>
                    <a:pt x="289" y="859"/>
                    <a:pt x="287" y="856"/>
                  </a:cubicBezTo>
                  <a:cubicBezTo>
                    <a:pt x="286" y="855"/>
                    <a:pt x="286" y="854"/>
                    <a:pt x="285" y="853"/>
                  </a:cubicBezTo>
                  <a:cubicBezTo>
                    <a:pt x="283" y="847"/>
                    <a:pt x="282" y="840"/>
                    <a:pt x="282" y="833"/>
                  </a:cubicBezTo>
                  <a:cubicBezTo>
                    <a:pt x="281" y="829"/>
                    <a:pt x="279" y="825"/>
                    <a:pt x="277" y="821"/>
                  </a:cubicBezTo>
                  <a:cubicBezTo>
                    <a:pt x="276" y="820"/>
                    <a:pt x="275" y="819"/>
                    <a:pt x="275" y="818"/>
                  </a:cubicBezTo>
                  <a:lnTo>
                    <a:pt x="276" y="818"/>
                  </a:lnTo>
                  <a:cubicBezTo>
                    <a:pt x="280" y="819"/>
                    <a:pt x="282" y="813"/>
                    <a:pt x="278" y="812"/>
                  </a:cubicBezTo>
                  <a:lnTo>
                    <a:pt x="266" y="808"/>
                  </a:lnTo>
                  <a:cubicBezTo>
                    <a:pt x="264" y="807"/>
                    <a:pt x="263" y="806"/>
                    <a:pt x="262" y="805"/>
                  </a:cubicBezTo>
                  <a:cubicBezTo>
                    <a:pt x="261" y="805"/>
                    <a:pt x="261" y="805"/>
                    <a:pt x="261" y="805"/>
                  </a:cubicBezTo>
                  <a:cubicBezTo>
                    <a:pt x="260" y="804"/>
                    <a:pt x="259" y="804"/>
                    <a:pt x="258" y="804"/>
                  </a:cubicBezTo>
                  <a:cubicBezTo>
                    <a:pt x="258" y="804"/>
                    <a:pt x="257" y="804"/>
                    <a:pt x="256" y="805"/>
                  </a:cubicBezTo>
                  <a:lnTo>
                    <a:pt x="255" y="805"/>
                  </a:lnTo>
                  <a:cubicBezTo>
                    <a:pt x="242" y="801"/>
                    <a:pt x="229" y="799"/>
                    <a:pt x="216" y="796"/>
                  </a:cubicBezTo>
                  <a:lnTo>
                    <a:pt x="215" y="796"/>
                  </a:lnTo>
                  <a:cubicBezTo>
                    <a:pt x="220" y="796"/>
                    <a:pt x="225" y="796"/>
                    <a:pt x="230" y="794"/>
                  </a:cubicBezTo>
                  <a:cubicBezTo>
                    <a:pt x="231" y="794"/>
                    <a:pt x="231" y="795"/>
                    <a:pt x="231" y="795"/>
                  </a:cubicBezTo>
                  <a:cubicBezTo>
                    <a:pt x="231" y="795"/>
                    <a:pt x="231" y="796"/>
                    <a:pt x="232" y="796"/>
                  </a:cubicBezTo>
                  <a:cubicBezTo>
                    <a:pt x="264" y="805"/>
                    <a:pt x="287" y="791"/>
                    <a:pt x="316" y="777"/>
                  </a:cubicBezTo>
                  <a:cubicBezTo>
                    <a:pt x="344" y="763"/>
                    <a:pt x="353" y="729"/>
                    <a:pt x="381" y="713"/>
                  </a:cubicBezTo>
                  <a:cubicBezTo>
                    <a:pt x="391" y="707"/>
                    <a:pt x="399" y="688"/>
                    <a:pt x="404" y="680"/>
                  </a:cubicBezTo>
                  <a:cubicBezTo>
                    <a:pt x="424" y="651"/>
                    <a:pt x="450" y="649"/>
                    <a:pt x="474" y="631"/>
                  </a:cubicBezTo>
                  <a:cubicBezTo>
                    <a:pt x="481" y="626"/>
                    <a:pt x="487" y="620"/>
                    <a:pt x="491" y="613"/>
                  </a:cubicBezTo>
                  <a:cubicBezTo>
                    <a:pt x="495" y="605"/>
                    <a:pt x="498" y="597"/>
                    <a:pt x="498" y="588"/>
                  </a:cubicBezTo>
                  <a:cubicBezTo>
                    <a:pt x="499" y="588"/>
                    <a:pt x="499" y="588"/>
                    <a:pt x="500" y="587"/>
                  </a:cubicBezTo>
                  <a:cubicBezTo>
                    <a:pt x="503" y="585"/>
                    <a:pt x="506" y="584"/>
                    <a:pt x="510" y="582"/>
                  </a:cubicBezTo>
                  <a:lnTo>
                    <a:pt x="507" y="585"/>
                  </a:lnTo>
                  <a:lnTo>
                    <a:pt x="506" y="586"/>
                  </a:lnTo>
                  <a:lnTo>
                    <a:pt x="506" y="587"/>
                  </a:lnTo>
                  <a:cubicBezTo>
                    <a:pt x="506" y="588"/>
                    <a:pt x="506" y="588"/>
                    <a:pt x="506" y="588"/>
                  </a:cubicBezTo>
                  <a:cubicBezTo>
                    <a:pt x="507" y="589"/>
                    <a:pt x="507" y="589"/>
                    <a:pt x="507" y="589"/>
                  </a:cubicBezTo>
                  <a:cubicBezTo>
                    <a:pt x="511" y="592"/>
                    <a:pt x="514" y="596"/>
                    <a:pt x="519" y="595"/>
                  </a:cubicBezTo>
                  <a:cubicBezTo>
                    <a:pt x="524" y="595"/>
                    <a:pt x="529" y="592"/>
                    <a:pt x="534" y="592"/>
                  </a:cubicBezTo>
                  <a:cubicBezTo>
                    <a:pt x="539" y="592"/>
                    <a:pt x="549" y="592"/>
                    <a:pt x="554" y="587"/>
                  </a:cubicBezTo>
                  <a:cubicBezTo>
                    <a:pt x="555" y="587"/>
                    <a:pt x="555" y="586"/>
                    <a:pt x="555" y="586"/>
                  </a:cubicBezTo>
                  <a:cubicBezTo>
                    <a:pt x="555" y="586"/>
                    <a:pt x="556" y="585"/>
                    <a:pt x="556" y="584"/>
                  </a:cubicBezTo>
                  <a:cubicBezTo>
                    <a:pt x="556" y="583"/>
                    <a:pt x="555" y="582"/>
                    <a:pt x="555" y="582"/>
                  </a:cubicBezTo>
                  <a:cubicBezTo>
                    <a:pt x="555" y="581"/>
                    <a:pt x="555" y="581"/>
                    <a:pt x="554" y="581"/>
                  </a:cubicBezTo>
                  <a:cubicBezTo>
                    <a:pt x="553" y="580"/>
                    <a:pt x="551" y="578"/>
                    <a:pt x="550" y="577"/>
                  </a:cubicBezTo>
                  <a:cubicBezTo>
                    <a:pt x="545" y="575"/>
                    <a:pt x="541" y="574"/>
                    <a:pt x="536" y="574"/>
                  </a:cubicBezTo>
                  <a:cubicBezTo>
                    <a:pt x="534" y="574"/>
                    <a:pt x="533" y="574"/>
                    <a:pt x="531" y="574"/>
                  </a:cubicBezTo>
                  <a:lnTo>
                    <a:pt x="526" y="574"/>
                  </a:lnTo>
                  <a:cubicBezTo>
                    <a:pt x="529" y="572"/>
                    <a:pt x="532" y="570"/>
                    <a:pt x="534" y="567"/>
                  </a:cubicBezTo>
                  <a:lnTo>
                    <a:pt x="536" y="569"/>
                  </a:lnTo>
                  <a:lnTo>
                    <a:pt x="537" y="569"/>
                  </a:lnTo>
                  <a:cubicBezTo>
                    <a:pt x="538" y="570"/>
                    <a:pt x="539" y="572"/>
                    <a:pt x="541" y="573"/>
                  </a:cubicBezTo>
                  <a:cubicBezTo>
                    <a:pt x="542" y="574"/>
                    <a:pt x="543" y="574"/>
                    <a:pt x="544" y="574"/>
                  </a:cubicBezTo>
                  <a:lnTo>
                    <a:pt x="550" y="574"/>
                  </a:lnTo>
                  <a:cubicBezTo>
                    <a:pt x="553" y="575"/>
                    <a:pt x="556" y="575"/>
                    <a:pt x="560" y="575"/>
                  </a:cubicBezTo>
                  <a:cubicBezTo>
                    <a:pt x="563" y="575"/>
                    <a:pt x="566" y="575"/>
                    <a:pt x="569" y="574"/>
                  </a:cubicBezTo>
                  <a:lnTo>
                    <a:pt x="572" y="574"/>
                  </a:lnTo>
                  <a:lnTo>
                    <a:pt x="585" y="572"/>
                  </a:lnTo>
                  <a:cubicBezTo>
                    <a:pt x="596" y="569"/>
                    <a:pt x="607" y="568"/>
                    <a:pt x="618" y="568"/>
                  </a:cubicBezTo>
                  <a:cubicBezTo>
                    <a:pt x="627" y="568"/>
                    <a:pt x="635" y="569"/>
                    <a:pt x="644" y="570"/>
                  </a:cubicBezTo>
                  <a:cubicBezTo>
                    <a:pt x="655" y="573"/>
                    <a:pt x="666" y="575"/>
                    <a:pt x="678" y="575"/>
                  </a:cubicBezTo>
                  <a:cubicBezTo>
                    <a:pt x="681" y="575"/>
                    <a:pt x="685" y="575"/>
                    <a:pt x="688" y="575"/>
                  </a:cubicBezTo>
                  <a:lnTo>
                    <a:pt x="693" y="575"/>
                  </a:lnTo>
                  <a:cubicBezTo>
                    <a:pt x="694" y="575"/>
                    <a:pt x="696" y="575"/>
                    <a:pt x="697" y="575"/>
                  </a:cubicBezTo>
                  <a:cubicBezTo>
                    <a:pt x="701" y="575"/>
                    <a:pt x="705" y="574"/>
                    <a:pt x="709" y="573"/>
                  </a:cubicBezTo>
                  <a:lnTo>
                    <a:pt x="710" y="573"/>
                  </a:lnTo>
                  <a:cubicBezTo>
                    <a:pt x="711" y="573"/>
                    <a:pt x="711" y="572"/>
                    <a:pt x="712" y="571"/>
                  </a:cubicBezTo>
                  <a:lnTo>
                    <a:pt x="712" y="570"/>
                  </a:lnTo>
                  <a:cubicBezTo>
                    <a:pt x="712" y="569"/>
                    <a:pt x="712" y="568"/>
                    <a:pt x="712" y="568"/>
                  </a:cubicBezTo>
                  <a:cubicBezTo>
                    <a:pt x="711" y="567"/>
                    <a:pt x="711" y="567"/>
                    <a:pt x="711" y="567"/>
                  </a:cubicBezTo>
                  <a:lnTo>
                    <a:pt x="717" y="569"/>
                  </a:lnTo>
                  <a:cubicBezTo>
                    <a:pt x="722" y="570"/>
                    <a:pt x="726" y="571"/>
                    <a:pt x="730" y="571"/>
                  </a:cubicBezTo>
                  <a:cubicBezTo>
                    <a:pt x="734" y="571"/>
                    <a:pt x="738" y="570"/>
                    <a:pt x="742" y="569"/>
                  </a:cubicBezTo>
                  <a:cubicBezTo>
                    <a:pt x="746" y="572"/>
                    <a:pt x="748" y="576"/>
                    <a:pt x="753" y="579"/>
                  </a:cubicBezTo>
                  <a:cubicBezTo>
                    <a:pt x="757" y="582"/>
                    <a:pt x="765" y="587"/>
                    <a:pt x="771" y="590"/>
                  </a:cubicBezTo>
                  <a:cubicBezTo>
                    <a:pt x="786" y="598"/>
                    <a:pt x="801" y="599"/>
                    <a:pt x="816" y="606"/>
                  </a:cubicBezTo>
                  <a:lnTo>
                    <a:pt x="817" y="606"/>
                  </a:lnTo>
                  <a:lnTo>
                    <a:pt x="818" y="606"/>
                  </a:lnTo>
                  <a:cubicBezTo>
                    <a:pt x="819" y="605"/>
                    <a:pt x="819" y="605"/>
                    <a:pt x="819" y="605"/>
                  </a:cubicBezTo>
                  <a:cubicBezTo>
                    <a:pt x="820" y="604"/>
                    <a:pt x="820" y="604"/>
                    <a:pt x="820" y="603"/>
                  </a:cubicBezTo>
                  <a:cubicBezTo>
                    <a:pt x="820" y="603"/>
                    <a:pt x="820" y="602"/>
                    <a:pt x="819" y="602"/>
                  </a:cubicBezTo>
                  <a:cubicBezTo>
                    <a:pt x="815" y="596"/>
                    <a:pt x="809" y="591"/>
                    <a:pt x="802" y="587"/>
                  </a:cubicBezTo>
                  <a:cubicBezTo>
                    <a:pt x="799" y="585"/>
                    <a:pt x="795" y="583"/>
                    <a:pt x="791" y="582"/>
                  </a:cubicBezTo>
                  <a:cubicBezTo>
                    <a:pt x="784" y="579"/>
                    <a:pt x="776" y="574"/>
                    <a:pt x="768" y="570"/>
                  </a:cubicBezTo>
                  <a:cubicBezTo>
                    <a:pt x="771" y="570"/>
                    <a:pt x="773" y="571"/>
                    <a:pt x="775" y="571"/>
                  </a:cubicBezTo>
                  <a:cubicBezTo>
                    <a:pt x="777" y="571"/>
                    <a:pt x="779" y="570"/>
                    <a:pt x="782" y="570"/>
                  </a:cubicBezTo>
                  <a:cubicBezTo>
                    <a:pt x="783" y="570"/>
                    <a:pt x="785" y="570"/>
                    <a:pt x="787" y="570"/>
                  </a:cubicBezTo>
                  <a:cubicBezTo>
                    <a:pt x="788" y="570"/>
                    <a:pt x="790" y="570"/>
                    <a:pt x="791" y="570"/>
                  </a:cubicBezTo>
                  <a:cubicBezTo>
                    <a:pt x="800" y="576"/>
                    <a:pt x="807" y="583"/>
                    <a:pt x="816" y="588"/>
                  </a:cubicBezTo>
                  <a:cubicBezTo>
                    <a:pt x="824" y="594"/>
                    <a:pt x="838" y="600"/>
                    <a:pt x="847" y="606"/>
                  </a:cubicBezTo>
                  <a:cubicBezTo>
                    <a:pt x="848" y="607"/>
                    <a:pt x="848" y="607"/>
                    <a:pt x="849" y="607"/>
                  </a:cubicBezTo>
                  <a:cubicBezTo>
                    <a:pt x="850" y="607"/>
                    <a:pt x="850" y="607"/>
                    <a:pt x="851" y="606"/>
                  </a:cubicBezTo>
                  <a:cubicBezTo>
                    <a:pt x="851" y="606"/>
                    <a:pt x="852" y="606"/>
                    <a:pt x="852" y="605"/>
                  </a:cubicBezTo>
                  <a:lnTo>
                    <a:pt x="852" y="604"/>
                  </a:lnTo>
                  <a:cubicBezTo>
                    <a:pt x="852" y="603"/>
                    <a:pt x="852" y="603"/>
                    <a:pt x="852" y="602"/>
                  </a:cubicBezTo>
                  <a:cubicBezTo>
                    <a:pt x="852" y="601"/>
                    <a:pt x="851" y="600"/>
                    <a:pt x="850" y="599"/>
                  </a:cubicBezTo>
                  <a:lnTo>
                    <a:pt x="854" y="601"/>
                  </a:lnTo>
                  <a:cubicBezTo>
                    <a:pt x="855" y="602"/>
                    <a:pt x="856" y="603"/>
                    <a:pt x="857" y="604"/>
                  </a:cubicBezTo>
                  <a:cubicBezTo>
                    <a:pt x="859" y="605"/>
                    <a:pt x="861" y="606"/>
                    <a:pt x="862" y="606"/>
                  </a:cubicBezTo>
                  <a:cubicBezTo>
                    <a:pt x="863" y="606"/>
                    <a:pt x="864" y="607"/>
                    <a:pt x="864" y="607"/>
                  </a:cubicBezTo>
                  <a:cubicBezTo>
                    <a:pt x="873" y="612"/>
                    <a:pt x="881" y="619"/>
                    <a:pt x="888" y="627"/>
                  </a:cubicBezTo>
                  <a:cubicBezTo>
                    <a:pt x="892" y="631"/>
                    <a:pt x="897" y="634"/>
                    <a:pt x="902" y="637"/>
                  </a:cubicBezTo>
                  <a:cubicBezTo>
                    <a:pt x="905" y="639"/>
                    <a:pt x="909" y="641"/>
                    <a:pt x="912" y="642"/>
                  </a:cubicBezTo>
                  <a:lnTo>
                    <a:pt x="918" y="644"/>
                  </a:lnTo>
                  <a:lnTo>
                    <a:pt x="919" y="645"/>
                  </a:lnTo>
                  <a:cubicBezTo>
                    <a:pt x="920" y="646"/>
                    <a:pt x="919" y="646"/>
                    <a:pt x="919" y="646"/>
                  </a:cubicBezTo>
                  <a:lnTo>
                    <a:pt x="920" y="646"/>
                  </a:lnTo>
                  <a:cubicBezTo>
                    <a:pt x="935" y="653"/>
                    <a:pt x="944" y="669"/>
                    <a:pt x="959" y="677"/>
                  </a:cubicBezTo>
                  <a:cubicBezTo>
                    <a:pt x="962" y="679"/>
                    <a:pt x="965" y="681"/>
                    <a:pt x="969" y="682"/>
                  </a:cubicBezTo>
                  <a:cubicBezTo>
                    <a:pt x="984" y="691"/>
                    <a:pt x="999" y="701"/>
                    <a:pt x="1013" y="712"/>
                  </a:cubicBezTo>
                  <a:cubicBezTo>
                    <a:pt x="1047" y="741"/>
                    <a:pt x="1084" y="767"/>
                    <a:pt x="1116" y="799"/>
                  </a:cubicBezTo>
                  <a:cubicBezTo>
                    <a:pt x="1130" y="812"/>
                    <a:pt x="1143" y="826"/>
                    <a:pt x="1156" y="840"/>
                  </a:cubicBezTo>
                  <a:cubicBezTo>
                    <a:pt x="1161" y="846"/>
                    <a:pt x="1189" y="878"/>
                    <a:pt x="1162" y="862"/>
                  </a:cubicBezTo>
                  <a:cubicBezTo>
                    <a:pt x="1151" y="856"/>
                    <a:pt x="1140" y="851"/>
                    <a:pt x="1128" y="846"/>
                  </a:cubicBezTo>
                  <a:cubicBezTo>
                    <a:pt x="1126" y="842"/>
                    <a:pt x="1125" y="839"/>
                    <a:pt x="1125" y="835"/>
                  </a:cubicBezTo>
                  <a:lnTo>
                    <a:pt x="1125" y="834"/>
                  </a:lnTo>
                  <a:lnTo>
                    <a:pt x="1124" y="833"/>
                  </a:lnTo>
                  <a:cubicBezTo>
                    <a:pt x="1123" y="833"/>
                    <a:pt x="1123" y="833"/>
                    <a:pt x="1123" y="833"/>
                  </a:cubicBezTo>
                  <a:cubicBezTo>
                    <a:pt x="1122" y="833"/>
                    <a:pt x="1122" y="833"/>
                    <a:pt x="1121" y="833"/>
                  </a:cubicBezTo>
                  <a:cubicBezTo>
                    <a:pt x="1121" y="833"/>
                    <a:pt x="1121" y="834"/>
                    <a:pt x="1120" y="834"/>
                  </a:cubicBezTo>
                  <a:lnTo>
                    <a:pt x="1120" y="835"/>
                  </a:lnTo>
                  <a:cubicBezTo>
                    <a:pt x="1120" y="838"/>
                    <a:pt x="1121" y="840"/>
                    <a:pt x="1122" y="842"/>
                  </a:cubicBezTo>
                  <a:cubicBezTo>
                    <a:pt x="1114" y="839"/>
                    <a:pt x="1106" y="835"/>
                    <a:pt x="1099" y="831"/>
                  </a:cubicBezTo>
                  <a:cubicBezTo>
                    <a:pt x="1097" y="830"/>
                    <a:pt x="1096" y="829"/>
                    <a:pt x="1094" y="828"/>
                  </a:cubicBezTo>
                  <a:cubicBezTo>
                    <a:pt x="1092" y="826"/>
                    <a:pt x="1089" y="831"/>
                    <a:pt x="1091" y="832"/>
                  </a:cubicBezTo>
                  <a:cubicBezTo>
                    <a:pt x="1093" y="833"/>
                    <a:pt x="1095" y="834"/>
                    <a:pt x="1096" y="835"/>
                  </a:cubicBezTo>
                  <a:cubicBezTo>
                    <a:pt x="1104" y="840"/>
                    <a:pt x="1112" y="843"/>
                    <a:pt x="1121" y="846"/>
                  </a:cubicBezTo>
                  <a:cubicBezTo>
                    <a:pt x="1129" y="849"/>
                    <a:pt x="1121" y="846"/>
                    <a:pt x="1121" y="846"/>
                  </a:cubicBezTo>
                  <a:lnTo>
                    <a:pt x="1125" y="850"/>
                  </a:lnTo>
                  <a:cubicBezTo>
                    <a:pt x="1130" y="857"/>
                    <a:pt x="1135" y="862"/>
                    <a:pt x="1142" y="868"/>
                  </a:cubicBezTo>
                  <a:cubicBezTo>
                    <a:pt x="1168" y="891"/>
                    <a:pt x="1176" y="926"/>
                    <a:pt x="1194" y="953"/>
                  </a:cubicBezTo>
                  <a:cubicBezTo>
                    <a:pt x="1195" y="955"/>
                    <a:pt x="1199" y="953"/>
                    <a:pt x="1198" y="952"/>
                  </a:cubicBezTo>
                  <a:cubicBezTo>
                    <a:pt x="1193" y="935"/>
                    <a:pt x="1185" y="919"/>
                    <a:pt x="1177" y="904"/>
                  </a:cubicBezTo>
                  <a:cubicBezTo>
                    <a:pt x="1174" y="899"/>
                    <a:pt x="1172" y="895"/>
                    <a:pt x="1170" y="891"/>
                  </a:cubicBezTo>
                  <a:cubicBezTo>
                    <a:pt x="1166" y="886"/>
                    <a:pt x="1162" y="882"/>
                    <a:pt x="1157" y="878"/>
                  </a:cubicBezTo>
                  <a:cubicBezTo>
                    <a:pt x="1202" y="913"/>
                    <a:pt x="1238" y="956"/>
                    <a:pt x="1267" y="1005"/>
                  </a:cubicBezTo>
                  <a:cubicBezTo>
                    <a:pt x="1272" y="1014"/>
                    <a:pt x="1278" y="1024"/>
                    <a:pt x="1282" y="1033"/>
                  </a:cubicBezTo>
                  <a:cubicBezTo>
                    <a:pt x="1287" y="1044"/>
                    <a:pt x="1292" y="1054"/>
                    <a:pt x="1297" y="1063"/>
                  </a:cubicBezTo>
                  <a:cubicBezTo>
                    <a:pt x="1302" y="1071"/>
                    <a:pt x="1307" y="1079"/>
                    <a:pt x="1313" y="1087"/>
                  </a:cubicBezTo>
                  <a:cubicBezTo>
                    <a:pt x="1307" y="1079"/>
                    <a:pt x="1293" y="1068"/>
                    <a:pt x="1285" y="1059"/>
                  </a:cubicBezTo>
                  <a:cubicBezTo>
                    <a:pt x="1278" y="1051"/>
                    <a:pt x="1271" y="1045"/>
                    <a:pt x="1262" y="1040"/>
                  </a:cubicBezTo>
                  <a:cubicBezTo>
                    <a:pt x="1258" y="1038"/>
                    <a:pt x="1254" y="1036"/>
                    <a:pt x="1250" y="1034"/>
                  </a:cubicBezTo>
                  <a:cubicBezTo>
                    <a:pt x="1242" y="1023"/>
                    <a:pt x="1234" y="1012"/>
                    <a:pt x="1227" y="1000"/>
                  </a:cubicBezTo>
                  <a:cubicBezTo>
                    <a:pt x="1226" y="1000"/>
                    <a:pt x="1226" y="1000"/>
                    <a:pt x="1226" y="1000"/>
                  </a:cubicBezTo>
                  <a:cubicBezTo>
                    <a:pt x="1225" y="1000"/>
                    <a:pt x="1225" y="1000"/>
                    <a:pt x="1224" y="1000"/>
                  </a:cubicBezTo>
                  <a:cubicBezTo>
                    <a:pt x="1224" y="1000"/>
                    <a:pt x="1225" y="1000"/>
                    <a:pt x="1224" y="1001"/>
                  </a:cubicBezTo>
                  <a:cubicBezTo>
                    <a:pt x="1223" y="1002"/>
                    <a:pt x="1223" y="1001"/>
                    <a:pt x="1223" y="1002"/>
                  </a:cubicBezTo>
                  <a:lnTo>
                    <a:pt x="1224" y="1003"/>
                  </a:lnTo>
                  <a:cubicBezTo>
                    <a:pt x="1229" y="1012"/>
                    <a:pt x="1234" y="1022"/>
                    <a:pt x="1239" y="1031"/>
                  </a:cubicBezTo>
                  <a:cubicBezTo>
                    <a:pt x="1234" y="1030"/>
                    <a:pt x="1230" y="1029"/>
                    <a:pt x="1225" y="1029"/>
                  </a:cubicBezTo>
                  <a:cubicBezTo>
                    <a:pt x="1222" y="1029"/>
                    <a:pt x="1223" y="1033"/>
                    <a:pt x="1225" y="1033"/>
                  </a:cubicBezTo>
                  <a:cubicBezTo>
                    <a:pt x="1231" y="1033"/>
                    <a:pt x="1237" y="1035"/>
                    <a:pt x="1242" y="1036"/>
                  </a:cubicBezTo>
                  <a:cubicBezTo>
                    <a:pt x="1250" y="1052"/>
                    <a:pt x="1259" y="1067"/>
                    <a:pt x="1267" y="1082"/>
                  </a:cubicBezTo>
                  <a:cubicBezTo>
                    <a:pt x="1269" y="1087"/>
                    <a:pt x="1271" y="1092"/>
                    <a:pt x="1274" y="1097"/>
                  </a:cubicBezTo>
                  <a:cubicBezTo>
                    <a:pt x="1284" y="1115"/>
                    <a:pt x="1299" y="1131"/>
                    <a:pt x="1315" y="1144"/>
                  </a:cubicBezTo>
                  <a:lnTo>
                    <a:pt x="1316" y="1145"/>
                  </a:lnTo>
                  <a:cubicBezTo>
                    <a:pt x="1317" y="1146"/>
                    <a:pt x="1318" y="1146"/>
                    <a:pt x="1319" y="1146"/>
                  </a:cubicBezTo>
                  <a:cubicBezTo>
                    <a:pt x="1320" y="1146"/>
                    <a:pt x="1321" y="1146"/>
                    <a:pt x="1322" y="1145"/>
                  </a:cubicBezTo>
                  <a:cubicBezTo>
                    <a:pt x="1323" y="1144"/>
                    <a:pt x="1324" y="1144"/>
                    <a:pt x="1325" y="1143"/>
                  </a:cubicBezTo>
                  <a:cubicBezTo>
                    <a:pt x="1325" y="1142"/>
                    <a:pt x="1326" y="1141"/>
                    <a:pt x="1326" y="1139"/>
                  </a:cubicBezTo>
                  <a:cubicBezTo>
                    <a:pt x="1326" y="1138"/>
                    <a:pt x="1326" y="1137"/>
                    <a:pt x="1325" y="1136"/>
                  </a:cubicBezTo>
                  <a:cubicBezTo>
                    <a:pt x="1324" y="1135"/>
                    <a:pt x="1324" y="1136"/>
                    <a:pt x="1324" y="1135"/>
                  </a:cubicBezTo>
                  <a:cubicBezTo>
                    <a:pt x="1321" y="1130"/>
                    <a:pt x="1318" y="1126"/>
                    <a:pt x="1314" y="1121"/>
                  </a:cubicBezTo>
                  <a:lnTo>
                    <a:pt x="1327" y="1135"/>
                  </a:lnTo>
                  <a:cubicBezTo>
                    <a:pt x="1354" y="1165"/>
                    <a:pt x="1369" y="1216"/>
                    <a:pt x="1386" y="1253"/>
                  </a:cubicBezTo>
                  <a:cubicBezTo>
                    <a:pt x="1393" y="1268"/>
                    <a:pt x="1398" y="1283"/>
                    <a:pt x="1404" y="1299"/>
                  </a:cubicBezTo>
                  <a:cubicBezTo>
                    <a:pt x="1393" y="1285"/>
                    <a:pt x="1379" y="1274"/>
                    <a:pt x="1364" y="1265"/>
                  </a:cubicBezTo>
                  <a:cubicBezTo>
                    <a:pt x="1353" y="1259"/>
                    <a:pt x="1342" y="1254"/>
                    <a:pt x="1330" y="1250"/>
                  </a:cubicBezTo>
                  <a:cubicBezTo>
                    <a:pt x="1327" y="1250"/>
                    <a:pt x="1326" y="1253"/>
                    <a:pt x="1328" y="1254"/>
                  </a:cubicBezTo>
                  <a:lnTo>
                    <a:pt x="1330" y="1254"/>
                  </a:lnTo>
                  <a:cubicBezTo>
                    <a:pt x="1337" y="1261"/>
                    <a:pt x="1344" y="1268"/>
                    <a:pt x="1350" y="1277"/>
                  </a:cubicBezTo>
                  <a:cubicBezTo>
                    <a:pt x="1350" y="1276"/>
                    <a:pt x="1349" y="1276"/>
                    <a:pt x="1349" y="1276"/>
                  </a:cubicBezTo>
                  <a:cubicBezTo>
                    <a:pt x="1340" y="1271"/>
                    <a:pt x="1331" y="1265"/>
                    <a:pt x="1323" y="1258"/>
                  </a:cubicBezTo>
                  <a:cubicBezTo>
                    <a:pt x="1293" y="1234"/>
                    <a:pt x="1263" y="1211"/>
                    <a:pt x="1235" y="1184"/>
                  </a:cubicBezTo>
                  <a:cubicBezTo>
                    <a:pt x="1176" y="1126"/>
                    <a:pt x="1137" y="1048"/>
                    <a:pt x="1097" y="976"/>
                  </a:cubicBezTo>
                  <a:cubicBezTo>
                    <a:pt x="1097" y="975"/>
                    <a:pt x="1095" y="976"/>
                    <a:pt x="1095" y="976"/>
                  </a:cubicBezTo>
                  <a:cubicBezTo>
                    <a:pt x="1108" y="1008"/>
                    <a:pt x="1124" y="1039"/>
                    <a:pt x="1141" y="1069"/>
                  </a:cubicBezTo>
                  <a:cubicBezTo>
                    <a:pt x="1166" y="1112"/>
                    <a:pt x="1195" y="1152"/>
                    <a:pt x="1228" y="1190"/>
                  </a:cubicBezTo>
                  <a:cubicBezTo>
                    <a:pt x="1255" y="1220"/>
                    <a:pt x="1293" y="1242"/>
                    <a:pt x="1321" y="1272"/>
                  </a:cubicBezTo>
                  <a:cubicBezTo>
                    <a:pt x="1327" y="1278"/>
                    <a:pt x="1334" y="1283"/>
                    <a:pt x="1341" y="1287"/>
                  </a:cubicBezTo>
                  <a:cubicBezTo>
                    <a:pt x="1349" y="1291"/>
                    <a:pt x="1356" y="1294"/>
                    <a:pt x="1364" y="1297"/>
                  </a:cubicBezTo>
                  <a:lnTo>
                    <a:pt x="1366" y="1301"/>
                  </a:lnTo>
                  <a:cubicBezTo>
                    <a:pt x="1349" y="1291"/>
                    <a:pt x="1331" y="1284"/>
                    <a:pt x="1312" y="1279"/>
                  </a:cubicBezTo>
                  <a:cubicBezTo>
                    <a:pt x="1301" y="1276"/>
                    <a:pt x="1290" y="1271"/>
                    <a:pt x="1280" y="1265"/>
                  </a:cubicBezTo>
                  <a:cubicBezTo>
                    <a:pt x="1274" y="1262"/>
                    <a:pt x="1269" y="1258"/>
                    <a:pt x="1263" y="1254"/>
                  </a:cubicBezTo>
                  <a:cubicBezTo>
                    <a:pt x="1261" y="1252"/>
                    <a:pt x="1259" y="1251"/>
                    <a:pt x="1257" y="1250"/>
                  </a:cubicBezTo>
                  <a:cubicBezTo>
                    <a:pt x="1252" y="1247"/>
                    <a:pt x="1248" y="1245"/>
                    <a:pt x="1243" y="1243"/>
                  </a:cubicBezTo>
                  <a:cubicBezTo>
                    <a:pt x="1243" y="1242"/>
                    <a:pt x="1243" y="1242"/>
                    <a:pt x="1242" y="1241"/>
                  </a:cubicBezTo>
                  <a:cubicBezTo>
                    <a:pt x="1232" y="1223"/>
                    <a:pt x="1219" y="1205"/>
                    <a:pt x="1204" y="1190"/>
                  </a:cubicBezTo>
                  <a:cubicBezTo>
                    <a:pt x="1184" y="1171"/>
                    <a:pt x="1181" y="1145"/>
                    <a:pt x="1157" y="1131"/>
                  </a:cubicBezTo>
                  <a:cubicBezTo>
                    <a:pt x="1154" y="1129"/>
                    <a:pt x="1152" y="1134"/>
                    <a:pt x="1155" y="1135"/>
                  </a:cubicBezTo>
                  <a:cubicBezTo>
                    <a:pt x="1174" y="1148"/>
                    <a:pt x="1209" y="1207"/>
                    <a:pt x="1218" y="1229"/>
                  </a:cubicBezTo>
                  <a:cubicBezTo>
                    <a:pt x="1220" y="1231"/>
                    <a:pt x="1221" y="1233"/>
                    <a:pt x="1223" y="1236"/>
                  </a:cubicBezTo>
                  <a:cubicBezTo>
                    <a:pt x="1236" y="1259"/>
                    <a:pt x="1251" y="1281"/>
                    <a:pt x="1268" y="1301"/>
                  </a:cubicBezTo>
                  <a:cubicBezTo>
                    <a:pt x="1283" y="1321"/>
                    <a:pt x="1298" y="1340"/>
                    <a:pt x="1312" y="1361"/>
                  </a:cubicBezTo>
                  <a:cubicBezTo>
                    <a:pt x="1315" y="1367"/>
                    <a:pt x="1318" y="1373"/>
                    <a:pt x="1321" y="1379"/>
                  </a:cubicBezTo>
                  <a:cubicBezTo>
                    <a:pt x="1326" y="1388"/>
                    <a:pt x="1331" y="1396"/>
                    <a:pt x="1337" y="1404"/>
                  </a:cubicBezTo>
                  <a:cubicBezTo>
                    <a:pt x="1356" y="1424"/>
                    <a:pt x="1373" y="1446"/>
                    <a:pt x="1387" y="1470"/>
                  </a:cubicBezTo>
                  <a:cubicBezTo>
                    <a:pt x="1396" y="1485"/>
                    <a:pt x="1403" y="1501"/>
                    <a:pt x="1410" y="1517"/>
                  </a:cubicBezTo>
                  <a:cubicBezTo>
                    <a:pt x="1410" y="1517"/>
                    <a:pt x="1410" y="1518"/>
                    <a:pt x="1411" y="1518"/>
                  </a:cubicBezTo>
                  <a:lnTo>
                    <a:pt x="1412" y="1518"/>
                  </a:lnTo>
                  <a:lnTo>
                    <a:pt x="1416" y="1518"/>
                  </a:lnTo>
                  <a:cubicBezTo>
                    <a:pt x="1418" y="1518"/>
                    <a:pt x="1419" y="1515"/>
                    <a:pt x="1417" y="1514"/>
                  </a:cubicBezTo>
                  <a:cubicBezTo>
                    <a:pt x="1411" y="1511"/>
                    <a:pt x="1400" y="1472"/>
                    <a:pt x="1396" y="1465"/>
                  </a:cubicBezTo>
                  <a:cubicBezTo>
                    <a:pt x="1387" y="1448"/>
                    <a:pt x="1377" y="1433"/>
                    <a:pt x="1370" y="1416"/>
                  </a:cubicBezTo>
                  <a:cubicBezTo>
                    <a:pt x="1364" y="1403"/>
                    <a:pt x="1350" y="1398"/>
                    <a:pt x="1344" y="1382"/>
                  </a:cubicBezTo>
                  <a:cubicBezTo>
                    <a:pt x="1342" y="1380"/>
                    <a:pt x="1341" y="1378"/>
                    <a:pt x="1340" y="1376"/>
                  </a:cubicBezTo>
                  <a:cubicBezTo>
                    <a:pt x="1329" y="1357"/>
                    <a:pt x="1317" y="1340"/>
                    <a:pt x="1302" y="1324"/>
                  </a:cubicBezTo>
                  <a:cubicBezTo>
                    <a:pt x="1291" y="1308"/>
                    <a:pt x="1280" y="1293"/>
                    <a:pt x="1268" y="1279"/>
                  </a:cubicBezTo>
                  <a:cubicBezTo>
                    <a:pt x="1262" y="1271"/>
                    <a:pt x="1256" y="1263"/>
                    <a:pt x="1251" y="1254"/>
                  </a:cubicBezTo>
                  <a:cubicBezTo>
                    <a:pt x="1253" y="1255"/>
                    <a:pt x="1255" y="1257"/>
                    <a:pt x="1257" y="1258"/>
                  </a:cubicBezTo>
                  <a:cubicBezTo>
                    <a:pt x="1261" y="1260"/>
                    <a:pt x="1264" y="1262"/>
                    <a:pt x="1268" y="1264"/>
                  </a:cubicBezTo>
                  <a:cubicBezTo>
                    <a:pt x="1301" y="1289"/>
                    <a:pt x="1342" y="1294"/>
                    <a:pt x="1374" y="1318"/>
                  </a:cubicBezTo>
                  <a:cubicBezTo>
                    <a:pt x="1375" y="1318"/>
                    <a:pt x="1375" y="1318"/>
                    <a:pt x="1376" y="1318"/>
                  </a:cubicBezTo>
                  <a:lnTo>
                    <a:pt x="1377" y="1318"/>
                  </a:lnTo>
                  <a:cubicBezTo>
                    <a:pt x="1385" y="1337"/>
                    <a:pt x="1395" y="1355"/>
                    <a:pt x="1405" y="1373"/>
                  </a:cubicBezTo>
                  <a:cubicBezTo>
                    <a:pt x="1416" y="1392"/>
                    <a:pt x="1428" y="1411"/>
                    <a:pt x="1441" y="1429"/>
                  </a:cubicBezTo>
                  <a:cubicBezTo>
                    <a:pt x="1455" y="1447"/>
                    <a:pt x="1458" y="1463"/>
                    <a:pt x="1462" y="1472"/>
                  </a:cubicBezTo>
                  <a:cubicBezTo>
                    <a:pt x="1475" y="1498"/>
                    <a:pt x="1489" y="1522"/>
                    <a:pt x="1500" y="1548"/>
                  </a:cubicBezTo>
                  <a:cubicBezTo>
                    <a:pt x="1503" y="1553"/>
                    <a:pt x="1534" y="1612"/>
                    <a:pt x="1533" y="1625"/>
                  </a:cubicBezTo>
                  <a:cubicBezTo>
                    <a:pt x="1513" y="1591"/>
                    <a:pt x="1494" y="1557"/>
                    <a:pt x="1472" y="1525"/>
                  </a:cubicBezTo>
                  <a:cubicBezTo>
                    <a:pt x="1471" y="1522"/>
                    <a:pt x="1467" y="1525"/>
                    <a:pt x="1469" y="1527"/>
                  </a:cubicBezTo>
                  <a:cubicBezTo>
                    <a:pt x="1476" y="1539"/>
                    <a:pt x="1484" y="1552"/>
                    <a:pt x="1491" y="1564"/>
                  </a:cubicBezTo>
                  <a:cubicBezTo>
                    <a:pt x="1509" y="1595"/>
                    <a:pt x="1525" y="1627"/>
                    <a:pt x="1540" y="1660"/>
                  </a:cubicBezTo>
                  <a:cubicBezTo>
                    <a:pt x="1542" y="1664"/>
                    <a:pt x="1544" y="1668"/>
                    <a:pt x="1546" y="1673"/>
                  </a:cubicBezTo>
                  <a:cubicBezTo>
                    <a:pt x="1550" y="1694"/>
                    <a:pt x="1554" y="1715"/>
                    <a:pt x="1557" y="1737"/>
                  </a:cubicBezTo>
                  <a:cubicBezTo>
                    <a:pt x="1557" y="1740"/>
                    <a:pt x="1561" y="1740"/>
                    <a:pt x="1561" y="1737"/>
                  </a:cubicBezTo>
                  <a:cubicBezTo>
                    <a:pt x="1561" y="1730"/>
                    <a:pt x="1561" y="1722"/>
                    <a:pt x="1561" y="1715"/>
                  </a:cubicBezTo>
                  <a:cubicBezTo>
                    <a:pt x="1572" y="1752"/>
                    <a:pt x="1577" y="1791"/>
                    <a:pt x="1585" y="1829"/>
                  </a:cubicBezTo>
                  <a:cubicBezTo>
                    <a:pt x="1603" y="1919"/>
                    <a:pt x="1610" y="2010"/>
                    <a:pt x="1621" y="2101"/>
                  </a:cubicBezTo>
                  <a:lnTo>
                    <a:pt x="1619" y="2095"/>
                  </a:lnTo>
                  <a:cubicBezTo>
                    <a:pt x="1598" y="2038"/>
                    <a:pt x="1602" y="1970"/>
                    <a:pt x="1580" y="1913"/>
                  </a:cubicBezTo>
                  <a:cubicBezTo>
                    <a:pt x="1572" y="1887"/>
                    <a:pt x="1566" y="1860"/>
                    <a:pt x="1560" y="1834"/>
                  </a:cubicBezTo>
                  <a:cubicBezTo>
                    <a:pt x="1550" y="1793"/>
                    <a:pt x="1531" y="1754"/>
                    <a:pt x="1523" y="1713"/>
                  </a:cubicBezTo>
                  <a:cubicBezTo>
                    <a:pt x="1523" y="1710"/>
                    <a:pt x="1519" y="1711"/>
                    <a:pt x="1519" y="1713"/>
                  </a:cubicBezTo>
                  <a:cubicBezTo>
                    <a:pt x="1530" y="1773"/>
                    <a:pt x="1546" y="1832"/>
                    <a:pt x="1558" y="1892"/>
                  </a:cubicBezTo>
                  <a:cubicBezTo>
                    <a:pt x="1570" y="1952"/>
                    <a:pt x="1595" y="2010"/>
                    <a:pt x="1600" y="2071"/>
                  </a:cubicBezTo>
                  <a:cubicBezTo>
                    <a:pt x="1604" y="2133"/>
                    <a:pt x="1634" y="2184"/>
                    <a:pt x="1655" y="2240"/>
                  </a:cubicBezTo>
                  <a:cubicBezTo>
                    <a:pt x="1667" y="2278"/>
                    <a:pt x="1674" y="2317"/>
                    <a:pt x="1674" y="2358"/>
                  </a:cubicBezTo>
                  <a:cubicBezTo>
                    <a:pt x="1675" y="2374"/>
                    <a:pt x="1674" y="2391"/>
                    <a:pt x="1676" y="2408"/>
                  </a:cubicBezTo>
                  <a:cubicBezTo>
                    <a:pt x="1677" y="2425"/>
                    <a:pt x="1685" y="2444"/>
                    <a:pt x="1684" y="2464"/>
                  </a:cubicBezTo>
                  <a:cubicBezTo>
                    <a:pt x="1684" y="2468"/>
                    <a:pt x="1691" y="2468"/>
                    <a:pt x="1692" y="2464"/>
                  </a:cubicBezTo>
                  <a:cubicBezTo>
                    <a:pt x="1693" y="2445"/>
                    <a:pt x="1693" y="2427"/>
                    <a:pt x="1693" y="2408"/>
                  </a:cubicBezTo>
                  <a:cubicBezTo>
                    <a:pt x="1693" y="2361"/>
                    <a:pt x="1689" y="2314"/>
                    <a:pt x="1681" y="2267"/>
                  </a:cubicBezTo>
                  <a:cubicBezTo>
                    <a:pt x="1675" y="2239"/>
                    <a:pt x="1665" y="2212"/>
                    <a:pt x="1652" y="2186"/>
                  </a:cubicBezTo>
                  <a:cubicBezTo>
                    <a:pt x="1644" y="2168"/>
                    <a:pt x="1638" y="2150"/>
                    <a:pt x="1632" y="2131"/>
                  </a:cubicBezTo>
                  <a:cubicBezTo>
                    <a:pt x="1634" y="2114"/>
                    <a:pt x="1635" y="2097"/>
                    <a:pt x="1635" y="2079"/>
                  </a:cubicBezTo>
                  <a:cubicBezTo>
                    <a:pt x="1635" y="2049"/>
                    <a:pt x="1632" y="2019"/>
                    <a:pt x="1627" y="1989"/>
                  </a:cubicBezTo>
                  <a:cubicBezTo>
                    <a:pt x="1619" y="1935"/>
                    <a:pt x="1614" y="1881"/>
                    <a:pt x="1603" y="1827"/>
                  </a:cubicBezTo>
                  <a:cubicBezTo>
                    <a:pt x="1592" y="1774"/>
                    <a:pt x="1587" y="1714"/>
                    <a:pt x="1560" y="1668"/>
                  </a:cubicBezTo>
                  <a:lnTo>
                    <a:pt x="1555" y="1660"/>
                  </a:lnTo>
                  <a:cubicBezTo>
                    <a:pt x="1545" y="1607"/>
                    <a:pt x="1529" y="1555"/>
                    <a:pt x="1516" y="1504"/>
                  </a:cubicBezTo>
                  <a:cubicBezTo>
                    <a:pt x="1504" y="1463"/>
                    <a:pt x="1487" y="1423"/>
                    <a:pt x="1465" y="1385"/>
                  </a:cubicBezTo>
                  <a:cubicBezTo>
                    <a:pt x="1454" y="1367"/>
                    <a:pt x="1443" y="1349"/>
                    <a:pt x="1430" y="1332"/>
                  </a:cubicBezTo>
                  <a:cubicBezTo>
                    <a:pt x="1417" y="1315"/>
                    <a:pt x="1430" y="1332"/>
                    <a:pt x="1429" y="1332"/>
                  </a:cubicBezTo>
                  <a:cubicBezTo>
                    <a:pt x="1415" y="1287"/>
                    <a:pt x="1396" y="1244"/>
                    <a:pt x="1373" y="1203"/>
                  </a:cubicBezTo>
                  <a:cubicBezTo>
                    <a:pt x="1372" y="1202"/>
                    <a:pt x="1372" y="1201"/>
                    <a:pt x="1371" y="1201"/>
                  </a:cubicBezTo>
                  <a:cubicBezTo>
                    <a:pt x="1366" y="1188"/>
                    <a:pt x="1360" y="1175"/>
                    <a:pt x="1353" y="1163"/>
                  </a:cubicBezTo>
                  <a:cubicBezTo>
                    <a:pt x="1344" y="1147"/>
                    <a:pt x="1333" y="1132"/>
                    <a:pt x="1322" y="1118"/>
                  </a:cubicBezTo>
                  <a:cubicBezTo>
                    <a:pt x="1312" y="1108"/>
                    <a:pt x="1302" y="1099"/>
                    <a:pt x="1293" y="1089"/>
                  </a:cubicBezTo>
                  <a:cubicBezTo>
                    <a:pt x="1281" y="1073"/>
                    <a:pt x="1269" y="1058"/>
                    <a:pt x="1258" y="1042"/>
                  </a:cubicBezTo>
                  <a:cubicBezTo>
                    <a:pt x="1282" y="1058"/>
                    <a:pt x="1295" y="1086"/>
                    <a:pt x="1323" y="1098"/>
                  </a:cubicBezTo>
                  <a:cubicBezTo>
                    <a:pt x="1323" y="1099"/>
                    <a:pt x="1323" y="1099"/>
                    <a:pt x="1323" y="1099"/>
                  </a:cubicBezTo>
                  <a:cubicBezTo>
                    <a:pt x="1324" y="1099"/>
                    <a:pt x="1324" y="1099"/>
                    <a:pt x="1324" y="1099"/>
                  </a:cubicBezTo>
                  <a:cubicBezTo>
                    <a:pt x="1325" y="1099"/>
                    <a:pt x="1325" y="1099"/>
                    <a:pt x="1325" y="1099"/>
                  </a:cubicBezTo>
                  <a:cubicBezTo>
                    <a:pt x="1326" y="1099"/>
                    <a:pt x="1326" y="1098"/>
                    <a:pt x="1326" y="1098"/>
                  </a:cubicBezTo>
                  <a:cubicBezTo>
                    <a:pt x="1297" y="1045"/>
                    <a:pt x="1273" y="990"/>
                    <a:pt x="1236" y="943"/>
                  </a:cubicBezTo>
                  <a:cubicBezTo>
                    <a:pt x="1206" y="909"/>
                    <a:pt x="1173" y="879"/>
                    <a:pt x="1137" y="853"/>
                  </a:cubicBezTo>
                  <a:cubicBezTo>
                    <a:pt x="1142" y="855"/>
                    <a:pt x="1147" y="857"/>
                    <a:pt x="1151" y="860"/>
                  </a:cubicBezTo>
                  <a:cubicBezTo>
                    <a:pt x="1165" y="868"/>
                    <a:pt x="1173" y="878"/>
                    <a:pt x="1189" y="877"/>
                  </a:cubicBezTo>
                  <a:cubicBezTo>
                    <a:pt x="1190" y="877"/>
                    <a:pt x="1190" y="878"/>
                    <a:pt x="1191" y="877"/>
                  </a:cubicBezTo>
                  <a:cubicBezTo>
                    <a:pt x="1192" y="876"/>
                    <a:pt x="1192" y="876"/>
                    <a:pt x="1192" y="876"/>
                  </a:cubicBezTo>
                  <a:cubicBezTo>
                    <a:pt x="1192" y="875"/>
                    <a:pt x="1193" y="874"/>
                    <a:pt x="1193" y="874"/>
                  </a:cubicBezTo>
                  <a:lnTo>
                    <a:pt x="1193" y="873"/>
                  </a:lnTo>
                  <a:cubicBezTo>
                    <a:pt x="1189" y="848"/>
                    <a:pt x="1164" y="830"/>
                    <a:pt x="1148" y="811"/>
                  </a:cubicBezTo>
                  <a:cubicBezTo>
                    <a:pt x="1125" y="784"/>
                    <a:pt x="1099" y="761"/>
                    <a:pt x="1069" y="741"/>
                  </a:cubicBezTo>
                  <a:cubicBezTo>
                    <a:pt x="1040" y="722"/>
                    <a:pt x="1017" y="697"/>
                    <a:pt x="986" y="682"/>
                  </a:cubicBezTo>
                  <a:cubicBezTo>
                    <a:pt x="971" y="673"/>
                    <a:pt x="957" y="663"/>
                    <a:pt x="943" y="652"/>
                  </a:cubicBezTo>
                  <a:cubicBezTo>
                    <a:pt x="949" y="654"/>
                    <a:pt x="956" y="656"/>
                    <a:pt x="963" y="657"/>
                  </a:cubicBezTo>
                  <a:cubicBezTo>
                    <a:pt x="1002" y="692"/>
                    <a:pt x="1120" y="719"/>
                    <a:pt x="1157" y="667"/>
                  </a:cubicBezTo>
                  <a:cubicBezTo>
                    <a:pt x="1230" y="638"/>
                    <a:pt x="1228" y="510"/>
                    <a:pt x="1203" y="448"/>
                  </a:cubicBezTo>
                  <a:cubicBezTo>
                    <a:pt x="1199" y="441"/>
                    <a:pt x="1196" y="434"/>
                    <a:pt x="1192" y="427"/>
                  </a:cubicBezTo>
                  <a:cubicBezTo>
                    <a:pt x="1184" y="414"/>
                    <a:pt x="1176" y="401"/>
                    <a:pt x="1167" y="389"/>
                  </a:cubicBezTo>
                  <a:cubicBezTo>
                    <a:pt x="1163" y="382"/>
                    <a:pt x="1159" y="375"/>
                    <a:pt x="1155" y="368"/>
                  </a:cubicBezTo>
                  <a:cubicBezTo>
                    <a:pt x="1144" y="348"/>
                    <a:pt x="1131" y="329"/>
                    <a:pt x="1116" y="311"/>
                  </a:cubicBezTo>
                  <a:cubicBezTo>
                    <a:pt x="1093" y="287"/>
                    <a:pt x="1078" y="257"/>
                    <a:pt x="1055" y="234"/>
                  </a:cubicBezTo>
                  <a:cubicBezTo>
                    <a:pt x="1032" y="212"/>
                    <a:pt x="1010" y="215"/>
                    <a:pt x="985" y="204"/>
                  </a:cubicBezTo>
                  <a:cubicBezTo>
                    <a:pt x="986" y="204"/>
                    <a:pt x="986" y="203"/>
                    <a:pt x="986" y="203"/>
                  </a:cubicBezTo>
                  <a:cubicBezTo>
                    <a:pt x="986" y="202"/>
                    <a:pt x="985" y="201"/>
                    <a:pt x="985" y="199"/>
                  </a:cubicBezTo>
                  <a:cubicBezTo>
                    <a:pt x="984" y="198"/>
                    <a:pt x="983" y="197"/>
                    <a:pt x="982" y="197"/>
                  </a:cubicBezTo>
                  <a:lnTo>
                    <a:pt x="981" y="196"/>
                  </a:lnTo>
                  <a:cubicBezTo>
                    <a:pt x="949" y="182"/>
                    <a:pt x="931" y="168"/>
                    <a:pt x="896" y="182"/>
                  </a:cubicBezTo>
                  <a:cubicBezTo>
                    <a:pt x="849" y="202"/>
                    <a:pt x="858" y="151"/>
                    <a:pt x="855" y="127"/>
                  </a:cubicBezTo>
                  <a:cubicBezTo>
                    <a:pt x="851" y="97"/>
                    <a:pt x="858" y="64"/>
                    <a:pt x="852" y="34"/>
                  </a:cubicBezTo>
                  <a:cubicBezTo>
                    <a:pt x="846" y="5"/>
                    <a:pt x="832" y="0"/>
                    <a:pt x="805" y="9"/>
                  </a:cubicBezTo>
                  <a:cubicBezTo>
                    <a:pt x="755" y="25"/>
                    <a:pt x="737" y="71"/>
                    <a:pt x="712" y="112"/>
                  </a:cubicBezTo>
                  <a:cubicBezTo>
                    <a:pt x="696" y="139"/>
                    <a:pt x="681" y="171"/>
                    <a:pt x="667" y="199"/>
                  </a:cubicBezTo>
                  <a:cubicBezTo>
                    <a:pt x="646" y="241"/>
                    <a:pt x="621" y="184"/>
                    <a:pt x="615" y="168"/>
                  </a:cubicBezTo>
                  <a:cubicBezTo>
                    <a:pt x="608" y="154"/>
                    <a:pt x="601" y="139"/>
                    <a:pt x="593" y="126"/>
                  </a:cubicBezTo>
                  <a:cubicBezTo>
                    <a:pt x="592" y="123"/>
                    <a:pt x="590" y="120"/>
                    <a:pt x="588" y="117"/>
                  </a:cubicBezTo>
                  <a:cubicBezTo>
                    <a:pt x="580" y="104"/>
                    <a:pt x="580" y="83"/>
                    <a:pt x="570" y="71"/>
                  </a:cubicBezTo>
                  <a:cubicBezTo>
                    <a:pt x="554" y="53"/>
                    <a:pt x="518" y="79"/>
                    <a:pt x="507" y="91"/>
                  </a:cubicBezTo>
                  <a:cubicBezTo>
                    <a:pt x="497" y="104"/>
                    <a:pt x="487" y="118"/>
                    <a:pt x="479" y="132"/>
                  </a:cubicBezTo>
                  <a:cubicBezTo>
                    <a:pt x="464" y="158"/>
                    <a:pt x="452" y="186"/>
                    <a:pt x="444" y="216"/>
                  </a:cubicBezTo>
                  <a:cubicBezTo>
                    <a:pt x="440" y="225"/>
                    <a:pt x="440" y="248"/>
                    <a:pt x="426" y="250"/>
                  </a:cubicBezTo>
                  <a:cubicBezTo>
                    <a:pt x="421" y="250"/>
                    <a:pt x="415" y="248"/>
                    <a:pt x="411" y="251"/>
                  </a:cubicBezTo>
                  <a:cubicBezTo>
                    <a:pt x="403" y="256"/>
                    <a:pt x="363" y="290"/>
                    <a:pt x="362" y="255"/>
                  </a:cubicBezTo>
                  <a:cubicBezTo>
                    <a:pt x="362" y="253"/>
                    <a:pt x="362" y="252"/>
                    <a:pt x="362" y="251"/>
                  </a:cubicBezTo>
                  <a:cubicBezTo>
                    <a:pt x="362" y="243"/>
                    <a:pt x="361" y="235"/>
                    <a:pt x="357" y="228"/>
                  </a:cubicBezTo>
                  <a:cubicBezTo>
                    <a:pt x="348" y="205"/>
                    <a:pt x="370" y="156"/>
                    <a:pt x="332" y="152"/>
                  </a:cubicBezTo>
                  <a:cubicBezTo>
                    <a:pt x="303" y="148"/>
                    <a:pt x="270" y="197"/>
                    <a:pt x="256" y="215"/>
                  </a:cubicBezTo>
                  <a:cubicBezTo>
                    <a:pt x="220" y="260"/>
                    <a:pt x="207" y="345"/>
                    <a:pt x="151" y="364"/>
                  </a:cubicBezTo>
                  <a:cubicBezTo>
                    <a:pt x="112" y="377"/>
                    <a:pt x="81" y="378"/>
                    <a:pt x="59" y="415"/>
                  </a:cubicBezTo>
                  <a:cubicBezTo>
                    <a:pt x="43" y="448"/>
                    <a:pt x="34" y="484"/>
                    <a:pt x="34" y="520"/>
                  </a:cubicBezTo>
                  <a:cubicBezTo>
                    <a:pt x="34" y="526"/>
                    <a:pt x="35" y="531"/>
                    <a:pt x="35" y="537"/>
                  </a:cubicBezTo>
                  <a:cubicBezTo>
                    <a:pt x="35" y="545"/>
                    <a:pt x="7" y="549"/>
                    <a:pt x="4" y="560"/>
                  </a:cubicBezTo>
                  <a:cubicBezTo>
                    <a:pt x="2" y="574"/>
                    <a:pt x="0" y="589"/>
                    <a:pt x="0" y="603"/>
                  </a:cubicBezTo>
                  <a:cubicBezTo>
                    <a:pt x="0" y="609"/>
                    <a:pt x="1" y="616"/>
                    <a:pt x="1" y="622"/>
                  </a:cubicBezTo>
                  <a:cubicBezTo>
                    <a:pt x="0" y="678"/>
                    <a:pt x="43" y="739"/>
                    <a:pt x="89" y="767"/>
                  </a:cubicBezTo>
                  <a:moveTo>
                    <a:pt x="639" y="1210"/>
                  </a:moveTo>
                  <a:cubicBezTo>
                    <a:pt x="644" y="1197"/>
                    <a:pt x="646" y="1182"/>
                    <a:pt x="646" y="1168"/>
                  </a:cubicBezTo>
                  <a:cubicBezTo>
                    <a:pt x="646" y="1160"/>
                    <a:pt x="646" y="1152"/>
                    <a:pt x="644" y="1144"/>
                  </a:cubicBezTo>
                  <a:cubicBezTo>
                    <a:pt x="659" y="1072"/>
                    <a:pt x="636" y="973"/>
                    <a:pt x="711" y="928"/>
                  </a:cubicBezTo>
                  <a:cubicBezTo>
                    <a:pt x="722" y="921"/>
                    <a:pt x="735" y="923"/>
                    <a:pt x="745" y="917"/>
                  </a:cubicBezTo>
                  <a:cubicBezTo>
                    <a:pt x="746" y="917"/>
                    <a:pt x="753" y="911"/>
                    <a:pt x="761" y="907"/>
                  </a:cubicBezTo>
                  <a:cubicBezTo>
                    <a:pt x="762" y="908"/>
                    <a:pt x="762" y="908"/>
                    <a:pt x="762" y="908"/>
                  </a:cubicBezTo>
                  <a:cubicBezTo>
                    <a:pt x="763" y="908"/>
                    <a:pt x="763" y="909"/>
                    <a:pt x="764" y="909"/>
                  </a:cubicBezTo>
                  <a:cubicBezTo>
                    <a:pt x="764" y="909"/>
                    <a:pt x="765" y="909"/>
                    <a:pt x="765" y="908"/>
                  </a:cubicBezTo>
                  <a:cubicBezTo>
                    <a:pt x="770" y="906"/>
                    <a:pt x="773" y="904"/>
                    <a:pt x="774" y="900"/>
                  </a:cubicBezTo>
                  <a:cubicBezTo>
                    <a:pt x="784" y="896"/>
                    <a:pt x="792" y="896"/>
                    <a:pt x="789" y="908"/>
                  </a:cubicBezTo>
                  <a:cubicBezTo>
                    <a:pt x="786" y="924"/>
                    <a:pt x="781" y="940"/>
                    <a:pt x="772" y="954"/>
                  </a:cubicBezTo>
                  <a:cubicBezTo>
                    <a:pt x="765" y="966"/>
                    <a:pt x="757" y="977"/>
                    <a:pt x="746" y="987"/>
                  </a:cubicBezTo>
                  <a:cubicBezTo>
                    <a:pt x="746" y="987"/>
                    <a:pt x="745" y="987"/>
                    <a:pt x="745" y="988"/>
                  </a:cubicBezTo>
                  <a:cubicBezTo>
                    <a:pt x="745" y="989"/>
                    <a:pt x="744" y="990"/>
                    <a:pt x="744" y="990"/>
                  </a:cubicBezTo>
                  <a:cubicBezTo>
                    <a:pt x="744" y="991"/>
                    <a:pt x="745" y="992"/>
                    <a:pt x="745" y="993"/>
                  </a:cubicBezTo>
                  <a:cubicBezTo>
                    <a:pt x="745" y="994"/>
                    <a:pt x="746" y="995"/>
                    <a:pt x="747" y="995"/>
                  </a:cubicBezTo>
                  <a:cubicBezTo>
                    <a:pt x="748" y="996"/>
                    <a:pt x="749" y="996"/>
                    <a:pt x="749" y="996"/>
                  </a:cubicBezTo>
                  <a:cubicBezTo>
                    <a:pt x="750" y="996"/>
                    <a:pt x="750" y="996"/>
                    <a:pt x="751" y="995"/>
                  </a:cubicBezTo>
                  <a:cubicBezTo>
                    <a:pt x="753" y="994"/>
                    <a:pt x="756" y="993"/>
                    <a:pt x="758" y="992"/>
                  </a:cubicBezTo>
                  <a:cubicBezTo>
                    <a:pt x="771" y="984"/>
                    <a:pt x="782" y="974"/>
                    <a:pt x="789" y="961"/>
                  </a:cubicBezTo>
                  <a:cubicBezTo>
                    <a:pt x="793" y="953"/>
                    <a:pt x="797" y="944"/>
                    <a:pt x="798" y="935"/>
                  </a:cubicBezTo>
                  <a:cubicBezTo>
                    <a:pt x="845" y="945"/>
                    <a:pt x="823" y="1012"/>
                    <a:pt x="809" y="1044"/>
                  </a:cubicBezTo>
                  <a:cubicBezTo>
                    <a:pt x="797" y="1064"/>
                    <a:pt x="781" y="1082"/>
                    <a:pt x="763" y="1098"/>
                  </a:cubicBezTo>
                  <a:cubicBezTo>
                    <a:pt x="750" y="1113"/>
                    <a:pt x="739" y="1129"/>
                    <a:pt x="724" y="1144"/>
                  </a:cubicBezTo>
                  <a:cubicBezTo>
                    <a:pt x="706" y="1163"/>
                    <a:pt x="690" y="1223"/>
                    <a:pt x="669" y="1232"/>
                  </a:cubicBezTo>
                  <a:cubicBezTo>
                    <a:pt x="667" y="1233"/>
                    <a:pt x="666" y="1234"/>
                    <a:pt x="664" y="1235"/>
                  </a:cubicBezTo>
                  <a:cubicBezTo>
                    <a:pt x="654" y="1241"/>
                    <a:pt x="646" y="1249"/>
                    <a:pt x="640" y="1258"/>
                  </a:cubicBezTo>
                  <a:cubicBezTo>
                    <a:pt x="640" y="1242"/>
                    <a:pt x="639" y="1226"/>
                    <a:pt x="636" y="1210"/>
                  </a:cubicBezTo>
                  <a:cubicBezTo>
                    <a:pt x="637" y="1211"/>
                    <a:pt x="637" y="1211"/>
                    <a:pt x="638" y="1211"/>
                  </a:cubicBezTo>
                  <a:cubicBezTo>
                    <a:pt x="638" y="1211"/>
                    <a:pt x="639" y="1211"/>
                    <a:pt x="640" y="1210"/>
                  </a:cubicBezTo>
                  <a:lnTo>
                    <a:pt x="639" y="1210"/>
                  </a:lnTo>
                  <a:moveTo>
                    <a:pt x="634" y="1173"/>
                  </a:moveTo>
                  <a:cubicBezTo>
                    <a:pt x="634" y="1173"/>
                    <a:pt x="634" y="1174"/>
                    <a:pt x="634" y="1175"/>
                  </a:cubicBezTo>
                  <a:cubicBezTo>
                    <a:pt x="634" y="1181"/>
                    <a:pt x="634" y="1186"/>
                    <a:pt x="633" y="1192"/>
                  </a:cubicBezTo>
                  <a:cubicBezTo>
                    <a:pt x="633" y="1190"/>
                    <a:pt x="633" y="1188"/>
                    <a:pt x="632" y="1186"/>
                  </a:cubicBezTo>
                  <a:cubicBezTo>
                    <a:pt x="632" y="1182"/>
                    <a:pt x="633" y="1178"/>
                    <a:pt x="635" y="1174"/>
                  </a:cubicBezTo>
                  <a:lnTo>
                    <a:pt x="634" y="1173"/>
                  </a:lnTo>
                  <a:moveTo>
                    <a:pt x="631" y="1167"/>
                  </a:moveTo>
                  <a:cubicBezTo>
                    <a:pt x="632" y="1166"/>
                    <a:pt x="633" y="1166"/>
                    <a:pt x="633" y="1165"/>
                  </a:cubicBezTo>
                  <a:cubicBezTo>
                    <a:pt x="633" y="1171"/>
                    <a:pt x="631" y="1177"/>
                    <a:pt x="631" y="1183"/>
                  </a:cubicBezTo>
                  <a:cubicBezTo>
                    <a:pt x="631" y="1182"/>
                    <a:pt x="631" y="1180"/>
                    <a:pt x="629" y="1179"/>
                  </a:cubicBezTo>
                  <a:cubicBezTo>
                    <a:pt x="630" y="1175"/>
                    <a:pt x="631" y="1171"/>
                    <a:pt x="631" y="1167"/>
                  </a:cubicBezTo>
                  <a:moveTo>
                    <a:pt x="233" y="1145"/>
                  </a:moveTo>
                  <a:lnTo>
                    <a:pt x="231" y="1150"/>
                  </a:lnTo>
                  <a:cubicBezTo>
                    <a:pt x="231" y="1149"/>
                    <a:pt x="231" y="1149"/>
                    <a:pt x="231" y="1149"/>
                  </a:cubicBezTo>
                  <a:lnTo>
                    <a:pt x="231" y="1148"/>
                  </a:lnTo>
                  <a:lnTo>
                    <a:pt x="233" y="1145"/>
                  </a:lnTo>
                  <a:moveTo>
                    <a:pt x="159" y="1226"/>
                  </a:moveTo>
                  <a:cubicBezTo>
                    <a:pt x="159" y="1230"/>
                    <a:pt x="159" y="1234"/>
                    <a:pt x="159" y="1238"/>
                  </a:cubicBezTo>
                  <a:cubicBezTo>
                    <a:pt x="159" y="1237"/>
                    <a:pt x="159" y="1237"/>
                    <a:pt x="158" y="1236"/>
                  </a:cubicBezTo>
                  <a:cubicBezTo>
                    <a:pt x="158" y="1235"/>
                    <a:pt x="157" y="1234"/>
                    <a:pt x="156" y="1233"/>
                  </a:cubicBezTo>
                  <a:lnTo>
                    <a:pt x="159" y="1226"/>
                  </a:lnTo>
                  <a:moveTo>
                    <a:pt x="248" y="1875"/>
                  </a:moveTo>
                  <a:lnTo>
                    <a:pt x="250" y="1873"/>
                  </a:lnTo>
                  <a:cubicBezTo>
                    <a:pt x="250" y="1874"/>
                    <a:pt x="250" y="1876"/>
                    <a:pt x="250" y="1877"/>
                  </a:cubicBezTo>
                  <a:lnTo>
                    <a:pt x="248" y="1875"/>
                  </a:lnTo>
                  <a:moveTo>
                    <a:pt x="619" y="1146"/>
                  </a:moveTo>
                  <a:lnTo>
                    <a:pt x="619" y="1146"/>
                  </a:lnTo>
                  <a:moveTo>
                    <a:pt x="601" y="1110"/>
                  </a:moveTo>
                  <a:lnTo>
                    <a:pt x="607" y="1110"/>
                  </a:lnTo>
                  <a:cubicBezTo>
                    <a:pt x="604" y="1110"/>
                    <a:pt x="601" y="1110"/>
                    <a:pt x="598" y="1111"/>
                  </a:cubicBezTo>
                  <a:lnTo>
                    <a:pt x="596" y="1109"/>
                  </a:lnTo>
                  <a:lnTo>
                    <a:pt x="601" y="1110"/>
                  </a:lnTo>
                  <a:moveTo>
                    <a:pt x="297" y="876"/>
                  </a:moveTo>
                  <a:lnTo>
                    <a:pt x="295" y="876"/>
                  </a:lnTo>
                  <a:lnTo>
                    <a:pt x="295" y="875"/>
                  </a:lnTo>
                  <a:cubicBezTo>
                    <a:pt x="295" y="875"/>
                    <a:pt x="296" y="876"/>
                    <a:pt x="297" y="876"/>
                  </a:cubicBezTo>
                  <a:moveTo>
                    <a:pt x="294" y="1190"/>
                  </a:moveTo>
                  <a:cubicBezTo>
                    <a:pt x="294" y="1192"/>
                    <a:pt x="299" y="1193"/>
                    <a:pt x="299" y="1190"/>
                  </a:cubicBezTo>
                  <a:cubicBezTo>
                    <a:pt x="302" y="1160"/>
                    <a:pt x="302" y="1131"/>
                    <a:pt x="303" y="1100"/>
                  </a:cubicBezTo>
                  <a:cubicBezTo>
                    <a:pt x="304" y="1070"/>
                    <a:pt x="312" y="1040"/>
                    <a:pt x="311" y="1010"/>
                  </a:cubicBezTo>
                  <a:cubicBezTo>
                    <a:pt x="312" y="997"/>
                    <a:pt x="313" y="983"/>
                    <a:pt x="314" y="970"/>
                  </a:cubicBezTo>
                  <a:cubicBezTo>
                    <a:pt x="319" y="984"/>
                    <a:pt x="322" y="998"/>
                    <a:pt x="323" y="1012"/>
                  </a:cubicBezTo>
                  <a:cubicBezTo>
                    <a:pt x="326" y="1058"/>
                    <a:pt x="323" y="1102"/>
                    <a:pt x="323" y="1147"/>
                  </a:cubicBezTo>
                  <a:cubicBezTo>
                    <a:pt x="323" y="1150"/>
                    <a:pt x="328" y="1150"/>
                    <a:pt x="329" y="1147"/>
                  </a:cubicBezTo>
                  <a:cubicBezTo>
                    <a:pt x="338" y="1098"/>
                    <a:pt x="342" y="1048"/>
                    <a:pt x="343" y="998"/>
                  </a:cubicBezTo>
                  <a:cubicBezTo>
                    <a:pt x="343" y="998"/>
                    <a:pt x="343" y="997"/>
                    <a:pt x="343" y="996"/>
                  </a:cubicBezTo>
                  <a:cubicBezTo>
                    <a:pt x="343" y="989"/>
                    <a:pt x="342" y="982"/>
                    <a:pt x="340" y="975"/>
                  </a:cubicBezTo>
                  <a:cubicBezTo>
                    <a:pt x="342" y="977"/>
                    <a:pt x="344" y="979"/>
                    <a:pt x="345" y="981"/>
                  </a:cubicBezTo>
                  <a:cubicBezTo>
                    <a:pt x="352" y="997"/>
                    <a:pt x="358" y="1014"/>
                    <a:pt x="362" y="1031"/>
                  </a:cubicBezTo>
                  <a:cubicBezTo>
                    <a:pt x="366" y="1044"/>
                    <a:pt x="370" y="1058"/>
                    <a:pt x="372" y="1072"/>
                  </a:cubicBezTo>
                  <a:cubicBezTo>
                    <a:pt x="372" y="1076"/>
                    <a:pt x="378" y="1075"/>
                    <a:pt x="378" y="1072"/>
                  </a:cubicBezTo>
                  <a:cubicBezTo>
                    <a:pt x="376" y="1049"/>
                    <a:pt x="373" y="1026"/>
                    <a:pt x="368" y="1004"/>
                  </a:cubicBezTo>
                  <a:lnTo>
                    <a:pt x="369" y="1006"/>
                  </a:lnTo>
                  <a:cubicBezTo>
                    <a:pt x="398" y="1050"/>
                    <a:pt x="434" y="1114"/>
                    <a:pt x="441" y="1167"/>
                  </a:cubicBezTo>
                  <a:cubicBezTo>
                    <a:pt x="441" y="1168"/>
                    <a:pt x="441" y="1168"/>
                    <a:pt x="441" y="1169"/>
                  </a:cubicBezTo>
                  <a:lnTo>
                    <a:pt x="442" y="1170"/>
                  </a:lnTo>
                  <a:cubicBezTo>
                    <a:pt x="443" y="1171"/>
                    <a:pt x="443" y="1170"/>
                    <a:pt x="444" y="1170"/>
                  </a:cubicBezTo>
                  <a:lnTo>
                    <a:pt x="445" y="1170"/>
                  </a:lnTo>
                  <a:cubicBezTo>
                    <a:pt x="445" y="1169"/>
                    <a:pt x="446" y="1169"/>
                    <a:pt x="446" y="1169"/>
                  </a:cubicBezTo>
                  <a:cubicBezTo>
                    <a:pt x="446" y="1168"/>
                    <a:pt x="446" y="1168"/>
                    <a:pt x="446" y="1167"/>
                  </a:cubicBezTo>
                  <a:cubicBezTo>
                    <a:pt x="444" y="1098"/>
                    <a:pt x="410" y="1031"/>
                    <a:pt x="372" y="969"/>
                  </a:cubicBezTo>
                  <a:lnTo>
                    <a:pt x="375" y="972"/>
                  </a:lnTo>
                  <a:cubicBezTo>
                    <a:pt x="376" y="974"/>
                    <a:pt x="378" y="975"/>
                    <a:pt x="381" y="977"/>
                  </a:cubicBezTo>
                  <a:cubicBezTo>
                    <a:pt x="383" y="979"/>
                    <a:pt x="387" y="980"/>
                    <a:pt x="390" y="980"/>
                  </a:cubicBezTo>
                  <a:cubicBezTo>
                    <a:pt x="391" y="980"/>
                    <a:pt x="392" y="979"/>
                    <a:pt x="391" y="978"/>
                  </a:cubicBezTo>
                  <a:cubicBezTo>
                    <a:pt x="383" y="968"/>
                    <a:pt x="380" y="958"/>
                    <a:pt x="372" y="948"/>
                  </a:cubicBezTo>
                  <a:cubicBezTo>
                    <a:pt x="364" y="939"/>
                    <a:pt x="354" y="930"/>
                    <a:pt x="347" y="920"/>
                  </a:cubicBezTo>
                  <a:cubicBezTo>
                    <a:pt x="341" y="912"/>
                    <a:pt x="335" y="905"/>
                    <a:pt x="327" y="898"/>
                  </a:cubicBezTo>
                  <a:lnTo>
                    <a:pt x="322" y="891"/>
                  </a:lnTo>
                  <a:lnTo>
                    <a:pt x="322" y="890"/>
                  </a:lnTo>
                  <a:cubicBezTo>
                    <a:pt x="322" y="890"/>
                    <a:pt x="321" y="889"/>
                    <a:pt x="320" y="888"/>
                  </a:cubicBezTo>
                  <a:cubicBezTo>
                    <a:pt x="319" y="888"/>
                    <a:pt x="318" y="887"/>
                    <a:pt x="317" y="887"/>
                  </a:cubicBezTo>
                  <a:cubicBezTo>
                    <a:pt x="316" y="887"/>
                    <a:pt x="315" y="888"/>
                    <a:pt x="314" y="888"/>
                  </a:cubicBezTo>
                  <a:lnTo>
                    <a:pt x="307" y="883"/>
                  </a:lnTo>
                  <a:cubicBezTo>
                    <a:pt x="306" y="881"/>
                    <a:pt x="305" y="880"/>
                    <a:pt x="303" y="879"/>
                  </a:cubicBezTo>
                  <a:cubicBezTo>
                    <a:pt x="302" y="878"/>
                    <a:pt x="301" y="878"/>
                    <a:pt x="299" y="878"/>
                  </a:cubicBezTo>
                  <a:cubicBezTo>
                    <a:pt x="358" y="885"/>
                    <a:pt x="402" y="934"/>
                    <a:pt x="436" y="978"/>
                  </a:cubicBezTo>
                  <a:cubicBezTo>
                    <a:pt x="464" y="1015"/>
                    <a:pt x="495" y="1049"/>
                    <a:pt x="531" y="1079"/>
                  </a:cubicBezTo>
                  <a:cubicBezTo>
                    <a:pt x="536" y="1089"/>
                    <a:pt x="541" y="1101"/>
                    <a:pt x="550" y="1105"/>
                  </a:cubicBezTo>
                  <a:cubicBezTo>
                    <a:pt x="558" y="1108"/>
                    <a:pt x="566" y="1109"/>
                    <a:pt x="574" y="1110"/>
                  </a:cubicBezTo>
                  <a:cubicBezTo>
                    <a:pt x="579" y="1113"/>
                    <a:pt x="583" y="1117"/>
                    <a:pt x="587" y="1121"/>
                  </a:cubicBezTo>
                  <a:lnTo>
                    <a:pt x="587" y="1122"/>
                  </a:lnTo>
                  <a:cubicBezTo>
                    <a:pt x="587" y="1124"/>
                    <a:pt x="586" y="1125"/>
                    <a:pt x="587" y="1126"/>
                  </a:cubicBezTo>
                  <a:cubicBezTo>
                    <a:pt x="588" y="1127"/>
                    <a:pt x="589" y="1128"/>
                    <a:pt x="590" y="1128"/>
                  </a:cubicBezTo>
                  <a:lnTo>
                    <a:pt x="591" y="1129"/>
                  </a:lnTo>
                  <a:cubicBezTo>
                    <a:pt x="595" y="1131"/>
                    <a:pt x="597" y="1134"/>
                    <a:pt x="600" y="1137"/>
                  </a:cubicBezTo>
                  <a:cubicBezTo>
                    <a:pt x="648" y="1208"/>
                    <a:pt x="611" y="1322"/>
                    <a:pt x="609" y="1401"/>
                  </a:cubicBezTo>
                  <a:cubicBezTo>
                    <a:pt x="605" y="1447"/>
                    <a:pt x="591" y="1492"/>
                    <a:pt x="568" y="1532"/>
                  </a:cubicBezTo>
                  <a:lnTo>
                    <a:pt x="568" y="1533"/>
                  </a:lnTo>
                  <a:cubicBezTo>
                    <a:pt x="567" y="1527"/>
                    <a:pt x="566" y="1522"/>
                    <a:pt x="565" y="1517"/>
                  </a:cubicBezTo>
                  <a:cubicBezTo>
                    <a:pt x="565" y="1513"/>
                    <a:pt x="559" y="1514"/>
                    <a:pt x="558" y="1517"/>
                  </a:cubicBezTo>
                  <a:cubicBezTo>
                    <a:pt x="556" y="1524"/>
                    <a:pt x="555" y="1532"/>
                    <a:pt x="555" y="1539"/>
                  </a:cubicBezTo>
                  <a:cubicBezTo>
                    <a:pt x="555" y="1544"/>
                    <a:pt x="556" y="1549"/>
                    <a:pt x="557" y="1554"/>
                  </a:cubicBezTo>
                  <a:lnTo>
                    <a:pt x="545" y="1578"/>
                  </a:lnTo>
                  <a:cubicBezTo>
                    <a:pt x="542" y="1584"/>
                    <a:pt x="539" y="1590"/>
                    <a:pt x="536" y="1596"/>
                  </a:cubicBezTo>
                  <a:cubicBezTo>
                    <a:pt x="536" y="1579"/>
                    <a:pt x="535" y="1563"/>
                    <a:pt x="532" y="1547"/>
                  </a:cubicBezTo>
                  <a:cubicBezTo>
                    <a:pt x="532" y="1546"/>
                    <a:pt x="532" y="1546"/>
                    <a:pt x="532" y="1546"/>
                  </a:cubicBezTo>
                  <a:cubicBezTo>
                    <a:pt x="531" y="1546"/>
                    <a:pt x="531" y="1545"/>
                    <a:pt x="531" y="1545"/>
                  </a:cubicBezTo>
                  <a:cubicBezTo>
                    <a:pt x="530" y="1545"/>
                    <a:pt x="530" y="1544"/>
                    <a:pt x="529" y="1544"/>
                  </a:cubicBezTo>
                  <a:lnTo>
                    <a:pt x="528" y="1545"/>
                  </a:lnTo>
                  <a:cubicBezTo>
                    <a:pt x="527" y="1545"/>
                    <a:pt x="527" y="1546"/>
                    <a:pt x="526" y="1546"/>
                  </a:cubicBezTo>
                  <a:lnTo>
                    <a:pt x="526" y="1547"/>
                  </a:lnTo>
                  <a:cubicBezTo>
                    <a:pt x="525" y="1565"/>
                    <a:pt x="523" y="1584"/>
                    <a:pt x="519" y="1603"/>
                  </a:cubicBezTo>
                  <a:cubicBezTo>
                    <a:pt x="517" y="1608"/>
                    <a:pt x="516" y="1613"/>
                    <a:pt x="516" y="1618"/>
                  </a:cubicBezTo>
                  <a:cubicBezTo>
                    <a:pt x="516" y="1624"/>
                    <a:pt x="517" y="1629"/>
                    <a:pt x="519" y="1634"/>
                  </a:cubicBezTo>
                  <a:cubicBezTo>
                    <a:pt x="512" y="1650"/>
                    <a:pt x="505" y="1666"/>
                    <a:pt x="499" y="1682"/>
                  </a:cubicBezTo>
                  <a:cubicBezTo>
                    <a:pt x="499" y="1677"/>
                    <a:pt x="501" y="1672"/>
                    <a:pt x="502" y="1667"/>
                  </a:cubicBezTo>
                  <a:cubicBezTo>
                    <a:pt x="508" y="1644"/>
                    <a:pt x="511" y="1620"/>
                    <a:pt x="511" y="1596"/>
                  </a:cubicBezTo>
                  <a:cubicBezTo>
                    <a:pt x="511" y="1591"/>
                    <a:pt x="510" y="1585"/>
                    <a:pt x="510" y="1579"/>
                  </a:cubicBezTo>
                  <a:cubicBezTo>
                    <a:pt x="510" y="1575"/>
                    <a:pt x="504" y="1576"/>
                    <a:pt x="504" y="1579"/>
                  </a:cubicBezTo>
                  <a:cubicBezTo>
                    <a:pt x="501" y="1612"/>
                    <a:pt x="494" y="1645"/>
                    <a:pt x="482" y="1675"/>
                  </a:cubicBezTo>
                  <a:cubicBezTo>
                    <a:pt x="478" y="1689"/>
                    <a:pt x="475" y="1703"/>
                    <a:pt x="474" y="1717"/>
                  </a:cubicBezTo>
                  <a:cubicBezTo>
                    <a:pt x="474" y="1727"/>
                    <a:pt x="473" y="1737"/>
                    <a:pt x="471" y="1747"/>
                  </a:cubicBezTo>
                  <a:cubicBezTo>
                    <a:pt x="466" y="1758"/>
                    <a:pt x="461" y="1770"/>
                    <a:pt x="456" y="1781"/>
                  </a:cubicBezTo>
                  <a:cubicBezTo>
                    <a:pt x="453" y="1787"/>
                    <a:pt x="450" y="1793"/>
                    <a:pt x="447" y="1799"/>
                  </a:cubicBezTo>
                  <a:cubicBezTo>
                    <a:pt x="447" y="1797"/>
                    <a:pt x="447" y="1795"/>
                    <a:pt x="447" y="1793"/>
                  </a:cubicBezTo>
                  <a:cubicBezTo>
                    <a:pt x="454" y="1738"/>
                    <a:pt x="469" y="1681"/>
                    <a:pt x="463" y="1625"/>
                  </a:cubicBezTo>
                  <a:lnTo>
                    <a:pt x="463" y="1624"/>
                  </a:lnTo>
                  <a:lnTo>
                    <a:pt x="462" y="1623"/>
                  </a:lnTo>
                  <a:cubicBezTo>
                    <a:pt x="461" y="1623"/>
                    <a:pt x="461" y="1622"/>
                    <a:pt x="460" y="1622"/>
                  </a:cubicBezTo>
                  <a:cubicBezTo>
                    <a:pt x="459" y="1622"/>
                    <a:pt x="459" y="1623"/>
                    <a:pt x="458" y="1623"/>
                  </a:cubicBezTo>
                  <a:lnTo>
                    <a:pt x="457" y="1624"/>
                  </a:lnTo>
                  <a:lnTo>
                    <a:pt x="457" y="1625"/>
                  </a:lnTo>
                  <a:cubicBezTo>
                    <a:pt x="452" y="1672"/>
                    <a:pt x="443" y="1719"/>
                    <a:pt x="431" y="1766"/>
                  </a:cubicBezTo>
                  <a:cubicBezTo>
                    <a:pt x="424" y="1805"/>
                    <a:pt x="416" y="1840"/>
                    <a:pt x="387" y="1867"/>
                  </a:cubicBezTo>
                  <a:cubicBezTo>
                    <a:pt x="394" y="1849"/>
                    <a:pt x="399" y="1832"/>
                    <a:pt x="403" y="1814"/>
                  </a:cubicBezTo>
                  <a:cubicBezTo>
                    <a:pt x="407" y="1801"/>
                    <a:pt x="413" y="1787"/>
                    <a:pt x="416" y="1775"/>
                  </a:cubicBezTo>
                  <a:cubicBezTo>
                    <a:pt x="416" y="1757"/>
                    <a:pt x="419" y="1739"/>
                    <a:pt x="424" y="1722"/>
                  </a:cubicBezTo>
                  <a:cubicBezTo>
                    <a:pt x="424" y="1721"/>
                    <a:pt x="424" y="1721"/>
                    <a:pt x="424" y="1720"/>
                  </a:cubicBezTo>
                  <a:cubicBezTo>
                    <a:pt x="424" y="1719"/>
                    <a:pt x="425" y="1719"/>
                    <a:pt x="424" y="1718"/>
                  </a:cubicBezTo>
                  <a:cubicBezTo>
                    <a:pt x="423" y="1717"/>
                    <a:pt x="423" y="1717"/>
                    <a:pt x="422" y="1717"/>
                  </a:cubicBezTo>
                  <a:lnTo>
                    <a:pt x="421" y="1716"/>
                  </a:lnTo>
                  <a:cubicBezTo>
                    <a:pt x="420" y="1716"/>
                    <a:pt x="419" y="1717"/>
                    <a:pt x="419" y="1717"/>
                  </a:cubicBezTo>
                  <a:cubicBezTo>
                    <a:pt x="418" y="1717"/>
                    <a:pt x="418" y="1718"/>
                    <a:pt x="417" y="1718"/>
                  </a:cubicBezTo>
                  <a:cubicBezTo>
                    <a:pt x="406" y="1736"/>
                    <a:pt x="405" y="1760"/>
                    <a:pt x="398" y="1779"/>
                  </a:cubicBezTo>
                  <a:cubicBezTo>
                    <a:pt x="383" y="1812"/>
                    <a:pt x="378" y="1850"/>
                    <a:pt x="355" y="1878"/>
                  </a:cubicBezTo>
                  <a:cubicBezTo>
                    <a:pt x="359" y="1865"/>
                    <a:pt x="363" y="1852"/>
                    <a:pt x="366" y="1838"/>
                  </a:cubicBezTo>
                  <a:cubicBezTo>
                    <a:pt x="373" y="1811"/>
                    <a:pt x="379" y="1782"/>
                    <a:pt x="388" y="1755"/>
                  </a:cubicBezTo>
                  <a:lnTo>
                    <a:pt x="388" y="1754"/>
                  </a:lnTo>
                  <a:lnTo>
                    <a:pt x="388" y="1753"/>
                  </a:lnTo>
                  <a:cubicBezTo>
                    <a:pt x="388" y="1752"/>
                    <a:pt x="387" y="1752"/>
                    <a:pt x="387" y="1752"/>
                  </a:cubicBezTo>
                  <a:cubicBezTo>
                    <a:pt x="386" y="1751"/>
                    <a:pt x="386" y="1751"/>
                    <a:pt x="385" y="1751"/>
                  </a:cubicBezTo>
                  <a:cubicBezTo>
                    <a:pt x="385" y="1751"/>
                    <a:pt x="384" y="1751"/>
                    <a:pt x="384" y="1752"/>
                  </a:cubicBezTo>
                  <a:cubicBezTo>
                    <a:pt x="384" y="1752"/>
                    <a:pt x="383" y="1752"/>
                    <a:pt x="383" y="1753"/>
                  </a:cubicBezTo>
                  <a:cubicBezTo>
                    <a:pt x="377" y="1767"/>
                    <a:pt x="327" y="1889"/>
                    <a:pt x="328" y="1889"/>
                  </a:cubicBezTo>
                  <a:cubicBezTo>
                    <a:pt x="327" y="1889"/>
                    <a:pt x="325" y="1889"/>
                    <a:pt x="324" y="1889"/>
                  </a:cubicBezTo>
                  <a:cubicBezTo>
                    <a:pt x="322" y="1889"/>
                    <a:pt x="322" y="1889"/>
                    <a:pt x="321" y="1889"/>
                  </a:cubicBezTo>
                  <a:cubicBezTo>
                    <a:pt x="328" y="1867"/>
                    <a:pt x="333" y="1843"/>
                    <a:pt x="337" y="1820"/>
                  </a:cubicBezTo>
                  <a:cubicBezTo>
                    <a:pt x="344" y="1794"/>
                    <a:pt x="349" y="1768"/>
                    <a:pt x="353" y="1741"/>
                  </a:cubicBezTo>
                  <a:lnTo>
                    <a:pt x="353" y="1740"/>
                  </a:lnTo>
                  <a:cubicBezTo>
                    <a:pt x="353" y="1740"/>
                    <a:pt x="354" y="1739"/>
                    <a:pt x="353" y="1738"/>
                  </a:cubicBezTo>
                  <a:cubicBezTo>
                    <a:pt x="352" y="1737"/>
                    <a:pt x="352" y="1737"/>
                    <a:pt x="351" y="1737"/>
                  </a:cubicBezTo>
                  <a:cubicBezTo>
                    <a:pt x="351" y="1737"/>
                    <a:pt x="350" y="1736"/>
                    <a:pt x="349" y="1736"/>
                  </a:cubicBezTo>
                  <a:cubicBezTo>
                    <a:pt x="349" y="1736"/>
                    <a:pt x="348" y="1737"/>
                    <a:pt x="347" y="1737"/>
                  </a:cubicBezTo>
                  <a:lnTo>
                    <a:pt x="346" y="1738"/>
                  </a:lnTo>
                  <a:lnTo>
                    <a:pt x="346" y="1739"/>
                  </a:lnTo>
                  <a:cubicBezTo>
                    <a:pt x="336" y="1764"/>
                    <a:pt x="328" y="1788"/>
                    <a:pt x="320" y="1813"/>
                  </a:cubicBezTo>
                  <a:cubicBezTo>
                    <a:pt x="311" y="1839"/>
                    <a:pt x="311" y="1869"/>
                    <a:pt x="298" y="1888"/>
                  </a:cubicBezTo>
                  <a:cubicBezTo>
                    <a:pt x="298" y="1888"/>
                    <a:pt x="299" y="1888"/>
                    <a:pt x="299" y="1889"/>
                  </a:cubicBezTo>
                  <a:cubicBezTo>
                    <a:pt x="300" y="1889"/>
                    <a:pt x="300" y="1890"/>
                    <a:pt x="300" y="1890"/>
                  </a:cubicBezTo>
                  <a:cubicBezTo>
                    <a:pt x="300" y="1890"/>
                    <a:pt x="300" y="1891"/>
                    <a:pt x="299" y="1891"/>
                  </a:cubicBezTo>
                  <a:lnTo>
                    <a:pt x="298" y="1892"/>
                  </a:lnTo>
                  <a:cubicBezTo>
                    <a:pt x="298" y="1892"/>
                    <a:pt x="298" y="1891"/>
                    <a:pt x="297" y="1891"/>
                  </a:cubicBezTo>
                  <a:lnTo>
                    <a:pt x="297" y="1890"/>
                  </a:lnTo>
                  <a:cubicBezTo>
                    <a:pt x="291" y="1879"/>
                    <a:pt x="298" y="1870"/>
                    <a:pt x="298" y="1859"/>
                  </a:cubicBezTo>
                  <a:cubicBezTo>
                    <a:pt x="298" y="1839"/>
                    <a:pt x="302" y="1819"/>
                    <a:pt x="311" y="1800"/>
                  </a:cubicBezTo>
                  <a:cubicBezTo>
                    <a:pt x="311" y="1800"/>
                    <a:pt x="311" y="1799"/>
                    <a:pt x="311" y="1798"/>
                  </a:cubicBezTo>
                  <a:cubicBezTo>
                    <a:pt x="311" y="1798"/>
                    <a:pt x="312" y="1797"/>
                    <a:pt x="311" y="1796"/>
                  </a:cubicBezTo>
                  <a:cubicBezTo>
                    <a:pt x="310" y="1795"/>
                    <a:pt x="310" y="1796"/>
                    <a:pt x="309" y="1795"/>
                  </a:cubicBezTo>
                  <a:cubicBezTo>
                    <a:pt x="308" y="1794"/>
                    <a:pt x="308" y="1794"/>
                    <a:pt x="307" y="1794"/>
                  </a:cubicBezTo>
                  <a:cubicBezTo>
                    <a:pt x="306" y="1794"/>
                    <a:pt x="306" y="1794"/>
                    <a:pt x="305" y="1795"/>
                  </a:cubicBezTo>
                  <a:cubicBezTo>
                    <a:pt x="304" y="1796"/>
                    <a:pt x="304" y="1795"/>
                    <a:pt x="304" y="1795"/>
                  </a:cubicBezTo>
                  <a:cubicBezTo>
                    <a:pt x="299" y="1800"/>
                    <a:pt x="294" y="1806"/>
                    <a:pt x="290" y="1813"/>
                  </a:cubicBezTo>
                  <a:cubicBezTo>
                    <a:pt x="289" y="1815"/>
                    <a:pt x="288" y="1818"/>
                    <a:pt x="287" y="1820"/>
                  </a:cubicBezTo>
                  <a:cubicBezTo>
                    <a:pt x="284" y="1827"/>
                    <a:pt x="282" y="1834"/>
                    <a:pt x="279" y="1840"/>
                  </a:cubicBezTo>
                  <a:cubicBezTo>
                    <a:pt x="276" y="1846"/>
                    <a:pt x="279" y="1853"/>
                    <a:pt x="275" y="1860"/>
                  </a:cubicBezTo>
                  <a:cubicBezTo>
                    <a:pt x="274" y="1863"/>
                    <a:pt x="273" y="1865"/>
                    <a:pt x="272" y="1869"/>
                  </a:cubicBezTo>
                  <a:cubicBezTo>
                    <a:pt x="272" y="1857"/>
                    <a:pt x="274" y="1836"/>
                    <a:pt x="275" y="1832"/>
                  </a:cubicBezTo>
                  <a:cubicBezTo>
                    <a:pt x="278" y="1808"/>
                    <a:pt x="284" y="1784"/>
                    <a:pt x="292" y="1761"/>
                  </a:cubicBezTo>
                  <a:cubicBezTo>
                    <a:pt x="292" y="1760"/>
                    <a:pt x="292" y="1760"/>
                    <a:pt x="292" y="1760"/>
                  </a:cubicBezTo>
                  <a:lnTo>
                    <a:pt x="292" y="1759"/>
                  </a:lnTo>
                  <a:cubicBezTo>
                    <a:pt x="292" y="1758"/>
                    <a:pt x="292" y="1758"/>
                    <a:pt x="291" y="1758"/>
                  </a:cubicBezTo>
                  <a:lnTo>
                    <a:pt x="290" y="1757"/>
                  </a:lnTo>
                  <a:cubicBezTo>
                    <a:pt x="289" y="1757"/>
                    <a:pt x="289" y="1758"/>
                    <a:pt x="289" y="1758"/>
                  </a:cubicBezTo>
                  <a:cubicBezTo>
                    <a:pt x="288" y="1758"/>
                    <a:pt x="288" y="1758"/>
                    <a:pt x="288" y="1758"/>
                  </a:cubicBezTo>
                  <a:cubicBezTo>
                    <a:pt x="284" y="1764"/>
                    <a:pt x="280" y="1770"/>
                    <a:pt x="276" y="1776"/>
                  </a:cubicBezTo>
                  <a:cubicBezTo>
                    <a:pt x="265" y="1796"/>
                    <a:pt x="257" y="1818"/>
                    <a:pt x="254" y="1840"/>
                  </a:cubicBezTo>
                  <a:cubicBezTo>
                    <a:pt x="254" y="1848"/>
                    <a:pt x="252" y="1855"/>
                    <a:pt x="251" y="1863"/>
                  </a:cubicBezTo>
                  <a:cubicBezTo>
                    <a:pt x="250" y="1862"/>
                    <a:pt x="250" y="1861"/>
                    <a:pt x="249" y="1861"/>
                  </a:cubicBezTo>
                  <a:cubicBezTo>
                    <a:pt x="246" y="1859"/>
                    <a:pt x="247" y="1836"/>
                    <a:pt x="247" y="1834"/>
                  </a:cubicBezTo>
                  <a:cubicBezTo>
                    <a:pt x="247" y="1810"/>
                    <a:pt x="251" y="1786"/>
                    <a:pt x="260" y="1764"/>
                  </a:cubicBezTo>
                  <a:cubicBezTo>
                    <a:pt x="269" y="1747"/>
                    <a:pt x="276" y="1729"/>
                    <a:pt x="282" y="1711"/>
                  </a:cubicBezTo>
                  <a:cubicBezTo>
                    <a:pt x="282" y="1709"/>
                    <a:pt x="280" y="1708"/>
                    <a:pt x="279" y="1711"/>
                  </a:cubicBezTo>
                  <a:cubicBezTo>
                    <a:pt x="275" y="1722"/>
                    <a:pt x="264" y="1730"/>
                    <a:pt x="261" y="1742"/>
                  </a:cubicBezTo>
                  <a:cubicBezTo>
                    <a:pt x="255" y="1762"/>
                    <a:pt x="247" y="1782"/>
                    <a:pt x="239" y="1801"/>
                  </a:cubicBezTo>
                  <a:cubicBezTo>
                    <a:pt x="233" y="1815"/>
                    <a:pt x="229" y="1830"/>
                    <a:pt x="227" y="1845"/>
                  </a:cubicBezTo>
                  <a:cubicBezTo>
                    <a:pt x="219" y="1833"/>
                    <a:pt x="243" y="1751"/>
                    <a:pt x="244" y="1745"/>
                  </a:cubicBezTo>
                  <a:cubicBezTo>
                    <a:pt x="247" y="1735"/>
                    <a:pt x="250" y="1725"/>
                    <a:pt x="255" y="1715"/>
                  </a:cubicBezTo>
                  <a:cubicBezTo>
                    <a:pt x="262" y="1693"/>
                    <a:pt x="270" y="1672"/>
                    <a:pt x="279" y="1650"/>
                  </a:cubicBezTo>
                  <a:cubicBezTo>
                    <a:pt x="279" y="1649"/>
                    <a:pt x="277" y="1648"/>
                    <a:pt x="276" y="1649"/>
                  </a:cubicBezTo>
                  <a:cubicBezTo>
                    <a:pt x="274" y="1652"/>
                    <a:pt x="271" y="1655"/>
                    <a:pt x="269" y="1659"/>
                  </a:cubicBezTo>
                  <a:cubicBezTo>
                    <a:pt x="262" y="1671"/>
                    <a:pt x="257" y="1684"/>
                    <a:pt x="253" y="1696"/>
                  </a:cubicBezTo>
                  <a:cubicBezTo>
                    <a:pt x="243" y="1713"/>
                    <a:pt x="235" y="1731"/>
                    <a:pt x="228" y="1748"/>
                  </a:cubicBezTo>
                  <a:cubicBezTo>
                    <a:pt x="220" y="1765"/>
                    <a:pt x="213" y="1782"/>
                    <a:pt x="208" y="1800"/>
                  </a:cubicBezTo>
                  <a:cubicBezTo>
                    <a:pt x="208" y="1806"/>
                    <a:pt x="206" y="1812"/>
                    <a:pt x="206" y="1820"/>
                  </a:cubicBezTo>
                  <a:lnTo>
                    <a:pt x="206" y="1819"/>
                  </a:lnTo>
                  <a:cubicBezTo>
                    <a:pt x="195" y="1778"/>
                    <a:pt x="211" y="1729"/>
                    <a:pt x="224" y="1690"/>
                  </a:cubicBezTo>
                  <a:cubicBezTo>
                    <a:pt x="224" y="1688"/>
                    <a:pt x="221" y="1687"/>
                    <a:pt x="220" y="1689"/>
                  </a:cubicBezTo>
                  <a:cubicBezTo>
                    <a:pt x="213" y="1705"/>
                    <a:pt x="207" y="1721"/>
                    <a:pt x="201" y="1737"/>
                  </a:cubicBezTo>
                  <a:cubicBezTo>
                    <a:pt x="202" y="1734"/>
                    <a:pt x="202" y="1731"/>
                    <a:pt x="202" y="1728"/>
                  </a:cubicBezTo>
                  <a:cubicBezTo>
                    <a:pt x="202" y="1720"/>
                    <a:pt x="201" y="1712"/>
                    <a:pt x="200" y="1705"/>
                  </a:cubicBezTo>
                  <a:cubicBezTo>
                    <a:pt x="197" y="1690"/>
                    <a:pt x="191" y="1675"/>
                    <a:pt x="184" y="1662"/>
                  </a:cubicBezTo>
                  <a:cubicBezTo>
                    <a:pt x="182" y="1659"/>
                    <a:pt x="181" y="1656"/>
                    <a:pt x="179" y="1653"/>
                  </a:cubicBezTo>
                  <a:cubicBezTo>
                    <a:pt x="164" y="1630"/>
                    <a:pt x="172" y="1618"/>
                    <a:pt x="166" y="1594"/>
                  </a:cubicBezTo>
                  <a:cubicBezTo>
                    <a:pt x="148" y="1511"/>
                    <a:pt x="107" y="1437"/>
                    <a:pt x="120" y="1350"/>
                  </a:cubicBezTo>
                  <a:cubicBezTo>
                    <a:pt x="120" y="1343"/>
                    <a:pt x="122" y="1336"/>
                    <a:pt x="123" y="1330"/>
                  </a:cubicBezTo>
                  <a:cubicBezTo>
                    <a:pt x="124" y="1333"/>
                    <a:pt x="124" y="1337"/>
                    <a:pt x="125" y="1340"/>
                  </a:cubicBezTo>
                  <a:cubicBezTo>
                    <a:pt x="127" y="1349"/>
                    <a:pt x="129" y="1357"/>
                    <a:pt x="133" y="1364"/>
                  </a:cubicBezTo>
                  <a:lnTo>
                    <a:pt x="133" y="1365"/>
                  </a:lnTo>
                  <a:cubicBezTo>
                    <a:pt x="134" y="1366"/>
                    <a:pt x="134" y="1366"/>
                    <a:pt x="135" y="1366"/>
                  </a:cubicBezTo>
                  <a:cubicBezTo>
                    <a:pt x="136" y="1367"/>
                    <a:pt x="136" y="1367"/>
                    <a:pt x="137" y="1367"/>
                  </a:cubicBezTo>
                  <a:cubicBezTo>
                    <a:pt x="138" y="1367"/>
                    <a:pt x="138" y="1367"/>
                    <a:pt x="139" y="1366"/>
                  </a:cubicBezTo>
                  <a:cubicBezTo>
                    <a:pt x="139" y="1366"/>
                    <a:pt x="140" y="1366"/>
                    <a:pt x="140" y="1365"/>
                  </a:cubicBezTo>
                  <a:lnTo>
                    <a:pt x="141" y="1364"/>
                  </a:lnTo>
                  <a:cubicBezTo>
                    <a:pt x="142" y="1356"/>
                    <a:pt x="142" y="1347"/>
                    <a:pt x="142" y="1339"/>
                  </a:cubicBezTo>
                  <a:cubicBezTo>
                    <a:pt x="142" y="1331"/>
                    <a:pt x="142" y="1322"/>
                    <a:pt x="141" y="1314"/>
                  </a:cubicBezTo>
                  <a:cubicBezTo>
                    <a:pt x="141" y="1313"/>
                    <a:pt x="140" y="1311"/>
                    <a:pt x="140" y="1310"/>
                  </a:cubicBezTo>
                  <a:cubicBezTo>
                    <a:pt x="140" y="1309"/>
                    <a:pt x="141" y="1308"/>
                    <a:pt x="141" y="1306"/>
                  </a:cubicBezTo>
                  <a:cubicBezTo>
                    <a:pt x="143" y="1313"/>
                    <a:pt x="145" y="1320"/>
                    <a:pt x="147" y="1328"/>
                  </a:cubicBezTo>
                  <a:cubicBezTo>
                    <a:pt x="147" y="1330"/>
                    <a:pt x="152" y="1331"/>
                    <a:pt x="152" y="1328"/>
                  </a:cubicBezTo>
                  <a:cubicBezTo>
                    <a:pt x="154" y="1314"/>
                    <a:pt x="155" y="1300"/>
                    <a:pt x="155" y="1286"/>
                  </a:cubicBezTo>
                  <a:cubicBezTo>
                    <a:pt x="155" y="1283"/>
                    <a:pt x="155" y="1280"/>
                    <a:pt x="155" y="1277"/>
                  </a:cubicBezTo>
                  <a:cubicBezTo>
                    <a:pt x="156" y="1269"/>
                    <a:pt x="158" y="1261"/>
                    <a:pt x="161" y="1254"/>
                  </a:cubicBezTo>
                  <a:cubicBezTo>
                    <a:pt x="162" y="1272"/>
                    <a:pt x="165" y="1290"/>
                    <a:pt x="166" y="1304"/>
                  </a:cubicBezTo>
                  <a:cubicBezTo>
                    <a:pt x="166" y="1305"/>
                    <a:pt x="166" y="1304"/>
                    <a:pt x="167" y="1305"/>
                  </a:cubicBezTo>
                  <a:cubicBezTo>
                    <a:pt x="168" y="1306"/>
                    <a:pt x="167" y="1306"/>
                    <a:pt x="168" y="1307"/>
                  </a:cubicBezTo>
                  <a:cubicBezTo>
                    <a:pt x="168" y="1307"/>
                    <a:pt x="169" y="1307"/>
                    <a:pt x="170" y="1307"/>
                  </a:cubicBezTo>
                  <a:lnTo>
                    <a:pt x="171" y="1307"/>
                  </a:lnTo>
                  <a:cubicBezTo>
                    <a:pt x="172" y="1306"/>
                    <a:pt x="172" y="1306"/>
                    <a:pt x="173" y="1305"/>
                  </a:cubicBezTo>
                  <a:lnTo>
                    <a:pt x="173" y="1304"/>
                  </a:lnTo>
                  <a:cubicBezTo>
                    <a:pt x="175" y="1278"/>
                    <a:pt x="181" y="1251"/>
                    <a:pt x="183" y="1224"/>
                  </a:cubicBezTo>
                  <a:cubicBezTo>
                    <a:pt x="184" y="1221"/>
                    <a:pt x="185" y="1218"/>
                    <a:pt x="187" y="1215"/>
                  </a:cubicBezTo>
                  <a:cubicBezTo>
                    <a:pt x="187" y="1214"/>
                    <a:pt x="188" y="1214"/>
                    <a:pt x="188" y="1213"/>
                  </a:cubicBezTo>
                  <a:cubicBezTo>
                    <a:pt x="188" y="1219"/>
                    <a:pt x="187" y="1225"/>
                    <a:pt x="187" y="1231"/>
                  </a:cubicBezTo>
                  <a:cubicBezTo>
                    <a:pt x="187" y="1261"/>
                    <a:pt x="182" y="1317"/>
                    <a:pt x="200" y="1343"/>
                  </a:cubicBezTo>
                  <a:cubicBezTo>
                    <a:pt x="202" y="1346"/>
                    <a:pt x="207" y="1343"/>
                    <a:pt x="205" y="1339"/>
                  </a:cubicBezTo>
                  <a:cubicBezTo>
                    <a:pt x="194" y="1318"/>
                    <a:pt x="201" y="1279"/>
                    <a:pt x="202" y="1255"/>
                  </a:cubicBezTo>
                  <a:cubicBezTo>
                    <a:pt x="202" y="1224"/>
                    <a:pt x="211" y="1194"/>
                    <a:pt x="226" y="1167"/>
                  </a:cubicBezTo>
                  <a:cubicBezTo>
                    <a:pt x="227" y="1165"/>
                    <a:pt x="228" y="1163"/>
                    <a:pt x="230" y="1161"/>
                  </a:cubicBezTo>
                  <a:cubicBezTo>
                    <a:pt x="218" y="1187"/>
                    <a:pt x="212" y="1215"/>
                    <a:pt x="212" y="1243"/>
                  </a:cubicBezTo>
                  <a:cubicBezTo>
                    <a:pt x="212" y="1265"/>
                    <a:pt x="216" y="1288"/>
                    <a:pt x="223" y="1309"/>
                  </a:cubicBezTo>
                  <a:cubicBezTo>
                    <a:pt x="223" y="1311"/>
                    <a:pt x="227" y="1310"/>
                    <a:pt x="227" y="1309"/>
                  </a:cubicBezTo>
                  <a:cubicBezTo>
                    <a:pt x="233" y="1259"/>
                    <a:pt x="225" y="1214"/>
                    <a:pt x="250" y="1167"/>
                  </a:cubicBezTo>
                  <a:cubicBezTo>
                    <a:pt x="253" y="1161"/>
                    <a:pt x="257" y="1154"/>
                    <a:pt x="261" y="1147"/>
                  </a:cubicBezTo>
                  <a:cubicBezTo>
                    <a:pt x="261" y="1171"/>
                    <a:pt x="259" y="1194"/>
                    <a:pt x="257" y="1218"/>
                  </a:cubicBezTo>
                  <a:cubicBezTo>
                    <a:pt x="252" y="1242"/>
                    <a:pt x="250" y="1268"/>
                    <a:pt x="250" y="1293"/>
                  </a:cubicBezTo>
                  <a:cubicBezTo>
                    <a:pt x="250" y="1319"/>
                    <a:pt x="252" y="1343"/>
                    <a:pt x="257" y="1368"/>
                  </a:cubicBezTo>
                  <a:cubicBezTo>
                    <a:pt x="266" y="1398"/>
                    <a:pt x="273" y="1429"/>
                    <a:pt x="276" y="1461"/>
                  </a:cubicBezTo>
                  <a:cubicBezTo>
                    <a:pt x="277" y="1488"/>
                    <a:pt x="270" y="1512"/>
                    <a:pt x="269" y="1538"/>
                  </a:cubicBezTo>
                  <a:lnTo>
                    <a:pt x="270" y="1538"/>
                  </a:lnTo>
                  <a:cubicBezTo>
                    <a:pt x="281" y="1513"/>
                    <a:pt x="286" y="1486"/>
                    <a:pt x="286" y="1459"/>
                  </a:cubicBezTo>
                  <a:cubicBezTo>
                    <a:pt x="286" y="1442"/>
                    <a:pt x="284" y="1425"/>
                    <a:pt x="280" y="1408"/>
                  </a:cubicBezTo>
                  <a:cubicBezTo>
                    <a:pt x="270" y="1371"/>
                    <a:pt x="266" y="1332"/>
                    <a:pt x="266" y="1293"/>
                  </a:cubicBezTo>
                  <a:cubicBezTo>
                    <a:pt x="266" y="1268"/>
                    <a:pt x="268" y="1243"/>
                    <a:pt x="272" y="1218"/>
                  </a:cubicBezTo>
                  <a:cubicBezTo>
                    <a:pt x="275" y="1193"/>
                    <a:pt x="271" y="1169"/>
                    <a:pt x="275" y="1144"/>
                  </a:cubicBezTo>
                  <a:cubicBezTo>
                    <a:pt x="278" y="1120"/>
                    <a:pt x="283" y="1093"/>
                    <a:pt x="288" y="1068"/>
                  </a:cubicBezTo>
                  <a:cubicBezTo>
                    <a:pt x="288" y="1081"/>
                    <a:pt x="292" y="1095"/>
                    <a:pt x="292" y="1107"/>
                  </a:cubicBezTo>
                  <a:cubicBezTo>
                    <a:pt x="292" y="1131"/>
                    <a:pt x="290" y="1161"/>
                    <a:pt x="294" y="1190"/>
                  </a:cubicBezTo>
                  <a:moveTo>
                    <a:pt x="1538" y="1633"/>
                  </a:moveTo>
                  <a:lnTo>
                    <a:pt x="1538" y="1634"/>
                  </a:lnTo>
                  <a:lnTo>
                    <a:pt x="1538" y="1633"/>
                  </a:lnTo>
                  <a:moveTo>
                    <a:pt x="1426" y="1340"/>
                  </a:moveTo>
                  <a:cubicBezTo>
                    <a:pt x="1439" y="1359"/>
                    <a:pt x="1445" y="1381"/>
                    <a:pt x="1457" y="1400"/>
                  </a:cubicBezTo>
                  <a:cubicBezTo>
                    <a:pt x="1459" y="1404"/>
                    <a:pt x="1462" y="1407"/>
                    <a:pt x="1464" y="1411"/>
                  </a:cubicBezTo>
                  <a:cubicBezTo>
                    <a:pt x="1484" y="1447"/>
                    <a:pt x="1500" y="1486"/>
                    <a:pt x="1510" y="1526"/>
                  </a:cubicBezTo>
                  <a:cubicBezTo>
                    <a:pt x="1514" y="1543"/>
                    <a:pt x="1519" y="1559"/>
                    <a:pt x="1523" y="1575"/>
                  </a:cubicBezTo>
                  <a:cubicBezTo>
                    <a:pt x="1521" y="1570"/>
                    <a:pt x="1518" y="1565"/>
                    <a:pt x="1516" y="1561"/>
                  </a:cubicBezTo>
                  <a:cubicBezTo>
                    <a:pt x="1496" y="1519"/>
                    <a:pt x="1473" y="1480"/>
                    <a:pt x="1455" y="1438"/>
                  </a:cubicBezTo>
                  <a:cubicBezTo>
                    <a:pt x="1437" y="1396"/>
                    <a:pt x="1400" y="1362"/>
                    <a:pt x="1379" y="1321"/>
                  </a:cubicBezTo>
                  <a:cubicBezTo>
                    <a:pt x="1380" y="1321"/>
                    <a:pt x="1380" y="1321"/>
                    <a:pt x="1381" y="1320"/>
                  </a:cubicBezTo>
                  <a:lnTo>
                    <a:pt x="1382" y="1319"/>
                  </a:lnTo>
                  <a:cubicBezTo>
                    <a:pt x="1382" y="1318"/>
                    <a:pt x="1383" y="1318"/>
                    <a:pt x="1383" y="1317"/>
                  </a:cubicBezTo>
                  <a:cubicBezTo>
                    <a:pt x="1383" y="1316"/>
                    <a:pt x="1383" y="1316"/>
                    <a:pt x="1382" y="1315"/>
                  </a:cubicBezTo>
                  <a:cubicBezTo>
                    <a:pt x="1379" y="1311"/>
                    <a:pt x="1375" y="1308"/>
                    <a:pt x="1371" y="1305"/>
                  </a:cubicBezTo>
                  <a:lnTo>
                    <a:pt x="1368" y="1300"/>
                  </a:lnTo>
                  <a:cubicBezTo>
                    <a:pt x="1375" y="1303"/>
                    <a:pt x="1382" y="1306"/>
                    <a:pt x="1388" y="1309"/>
                  </a:cubicBezTo>
                  <a:lnTo>
                    <a:pt x="1389" y="1309"/>
                  </a:lnTo>
                  <a:lnTo>
                    <a:pt x="1390" y="1309"/>
                  </a:lnTo>
                  <a:cubicBezTo>
                    <a:pt x="1391" y="1309"/>
                    <a:pt x="1391" y="1309"/>
                    <a:pt x="1391" y="1308"/>
                  </a:cubicBezTo>
                  <a:lnTo>
                    <a:pt x="1391" y="1307"/>
                  </a:lnTo>
                  <a:lnTo>
                    <a:pt x="1391" y="1306"/>
                  </a:lnTo>
                  <a:lnTo>
                    <a:pt x="1391" y="1305"/>
                  </a:lnTo>
                  <a:cubicBezTo>
                    <a:pt x="1381" y="1297"/>
                    <a:pt x="1371" y="1289"/>
                    <a:pt x="1360" y="1283"/>
                  </a:cubicBezTo>
                  <a:cubicBezTo>
                    <a:pt x="1359" y="1282"/>
                    <a:pt x="1358" y="1282"/>
                    <a:pt x="1357" y="1281"/>
                  </a:cubicBezTo>
                  <a:cubicBezTo>
                    <a:pt x="1351" y="1273"/>
                    <a:pt x="1345" y="1265"/>
                    <a:pt x="1337" y="1258"/>
                  </a:cubicBezTo>
                  <a:cubicBezTo>
                    <a:pt x="1343" y="1260"/>
                    <a:pt x="1348" y="1263"/>
                    <a:pt x="1354" y="1266"/>
                  </a:cubicBezTo>
                  <a:cubicBezTo>
                    <a:pt x="1382" y="1282"/>
                    <a:pt x="1405" y="1305"/>
                    <a:pt x="1421" y="1334"/>
                  </a:cubicBezTo>
                  <a:cubicBezTo>
                    <a:pt x="1422" y="1335"/>
                    <a:pt x="1423" y="1336"/>
                    <a:pt x="1424" y="1338"/>
                  </a:cubicBezTo>
                  <a:cubicBezTo>
                    <a:pt x="1424" y="1339"/>
                    <a:pt x="1424" y="1339"/>
                    <a:pt x="1425" y="1339"/>
                  </a:cubicBezTo>
                  <a:lnTo>
                    <a:pt x="1426" y="1340"/>
                  </a:lnTo>
                  <a:moveTo>
                    <a:pt x="269" y="852"/>
                  </a:moveTo>
                  <a:lnTo>
                    <a:pt x="269" y="856"/>
                  </a:lnTo>
                  <a:lnTo>
                    <a:pt x="268" y="855"/>
                  </a:lnTo>
                  <a:cubicBezTo>
                    <a:pt x="268" y="855"/>
                    <a:pt x="268" y="854"/>
                    <a:pt x="267" y="854"/>
                  </a:cubicBezTo>
                  <a:lnTo>
                    <a:pt x="269" y="852"/>
                  </a:lnTo>
                  <a:moveTo>
                    <a:pt x="269" y="890"/>
                  </a:moveTo>
                  <a:lnTo>
                    <a:pt x="274" y="891"/>
                  </a:lnTo>
                  <a:cubicBezTo>
                    <a:pt x="275" y="891"/>
                    <a:pt x="275" y="891"/>
                    <a:pt x="276" y="891"/>
                  </a:cubicBezTo>
                  <a:cubicBezTo>
                    <a:pt x="277" y="891"/>
                    <a:pt x="278" y="891"/>
                    <a:pt x="278" y="891"/>
                  </a:cubicBezTo>
                  <a:cubicBezTo>
                    <a:pt x="278" y="892"/>
                    <a:pt x="278" y="892"/>
                    <a:pt x="277" y="893"/>
                  </a:cubicBezTo>
                  <a:cubicBezTo>
                    <a:pt x="277" y="893"/>
                    <a:pt x="276" y="894"/>
                    <a:pt x="276" y="895"/>
                  </a:cubicBezTo>
                  <a:cubicBezTo>
                    <a:pt x="272" y="902"/>
                    <a:pt x="267" y="908"/>
                    <a:pt x="263" y="915"/>
                  </a:cubicBezTo>
                  <a:cubicBezTo>
                    <a:pt x="257" y="918"/>
                    <a:pt x="246" y="925"/>
                    <a:pt x="249" y="923"/>
                  </a:cubicBezTo>
                  <a:cubicBezTo>
                    <a:pt x="248" y="923"/>
                    <a:pt x="248" y="924"/>
                    <a:pt x="247" y="924"/>
                  </a:cubicBezTo>
                  <a:cubicBezTo>
                    <a:pt x="230" y="933"/>
                    <a:pt x="212" y="939"/>
                    <a:pt x="193" y="939"/>
                  </a:cubicBezTo>
                  <a:cubicBezTo>
                    <a:pt x="190" y="939"/>
                    <a:pt x="186" y="938"/>
                    <a:pt x="183" y="938"/>
                  </a:cubicBezTo>
                  <a:cubicBezTo>
                    <a:pt x="157" y="938"/>
                    <a:pt x="112" y="918"/>
                    <a:pt x="84" y="927"/>
                  </a:cubicBezTo>
                  <a:cubicBezTo>
                    <a:pt x="95" y="914"/>
                    <a:pt x="108" y="903"/>
                    <a:pt x="123" y="894"/>
                  </a:cubicBezTo>
                  <a:cubicBezTo>
                    <a:pt x="124" y="893"/>
                    <a:pt x="125" y="893"/>
                    <a:pt x="126" y="892"/>
                  </a:cubicBezTo>
                  <a:cubicBezTo>
                    <a:pt x="138" y="885"/>
                    <a:pt x="150" y="881"/>
                    <a:pt x="164" y="878"/>
                  </a:cubicBezTo>
                  <a:cubicBezTo>
                    <a:pt x="163" y="878"/>
                    <a:pt x="162" y="879"/>
                    <a:pt x="162" y="880"/>
                  </a:cubicBezTo>
                  <a:cubicBezTo>
                    <a:pt x="162" y="881"/>
                    <a:pt x="161" y="882"/>
                    <a:pt x="161" y="883"/>
                  </a:cubicBezTo>
                  <a:cubicBezTo>
                    <a:pt x="161" y="884"/>
                    <a:pt x="161" y="885"/>
                    <a:pt x="162" y="886"/>
                  </a:cubicBezTo>
                  <a:cubicBezTo>
                    <a:pt x="163" y="887"/>
                    <a:pt x="163" y="888"/>
                    <a:pt x="164" y="888"/>
                  </a:cubicBezTo>
                  <a:cubicBezTo>
                    <a:pt x="165" y="889"/>
                    <a:pt x="165" y="889"/>
                    <a:pt x="166" y="889"/>
                  </a:cubicBezTo>
                  <a:cubicBezTo>
                    <a:pt x="176" y="892"/>
                    <a:pt x="180" y="884"/>
                    <a:pt x="188" y="881"/>
                  </a:cubicBezTo>
                  <a:lnTo>
                    <a:pt x="189" y="881"/>
                  </a:lnTo>
                  <a:cubicBezTo>
                    <a:pt x="191" y="880"/>
                    <a:pt x="191" y="879"/>
                    <a:pt x="192" y="878"/>
                  </a:cubicBezTo>
                  <a:cubicBezTo>
                    <a:pt x="193" y="877"/>
                    <a:pt x="193" y="875"/>
                    <a:pt x="193" y="874"/>
                  </a:cubicBezTo>
                  <a:lnTo>
                    <a:pt x="193" y="873"/>
                  </a:lnTo>
                  <a:lnTo>
                    <a:pt x="206" y="871"/>
                  </a:lnTo>
                  <a:cubicBezTo>
                    <a:pt x="206" y="872"/>
                    <a:pt x="205" y="874"/>
                    <a:pt x="204" y="875"/>
                  </a:cubicBezTo>
                  <a:cubicBezTo>
                    <a:pt x="203" y="876"/>
                    <a:pt x="202" y="878"/>
                    <a:pt x="202" y="879"/>
                  </a:cubicBezTo>
                  <a:cubicBezTo>
                    <a:pt x="201" y="880"/>
                    <a:pt x="201" y="880"/>
                    <a:pt x="201" y="881"/>
                  </a:cubicBezTo>
                  <a:cubicBezTo>
                    <a:pt x="199" y="884"/>
                    <a:pt x="196" y="887"/>
                    <a:pt x="193" y="888"/>
                  </a:cubicBezTo>
                  <a:cubicBezTo>
                    <a:pt x="191" y="889"/>
                    <a:pt x="190" y="890"/>
                    <a:pt x="188" y="891"/>
                  </a:cubicBezTo>
                  <a:lnTo>
                    <a:pt x="187" y="891"/>
                  </a:lnTo>
                  <a:cubicBezTo>
                    <a:pt x="187" y="891"/>
                    <a:pt x="187" y="890"/>
                    <a:pt x="186" y="891"/>
                  </a:cubicBezTo>
                  <a:cubicBezTo>
                    <a:pt x="185" y="892"/>
                    <a:pt x="186" y="892"/>
                    <a:pt x="186" y="892"/>
                  </a:cubicBezTo>
                  <a:cubicBezTo>
                    <a:pt x="186" y="893"/>
                    <a:pt x="186" y="893"/>
                    <a:pt x="186" y="893"/>
                  </a:cubicBezTo>
                  <a:cubicBezTo>
                    <a:pt x="187" y="894"/>
                    <a:pt x="187" y="894"/>
                    <a:pt x="187" y="894"/>
                  </a:cubicBezTo>
                  <a:lnTo>
                    <a:pt x="188" y="894"/>
                  </a:lnTo>
                  <a:cubicBezTo>
                    <a:pt x="190" y="895"/>
                    <a:pt x="191" y="895"/>
                    <a:pt x="193" y="895"/>
                  </a:cubicBezTo>
                  <a:cubicBezTo>
                    <a:pt x="197" y="895"/>
                    <a:pt x="201" y="894"/>
                    <a:pt x="204" y="893"/>
                  </a:cubicBezTo>
                  <a:cubicBezTo>
                    <a:pt x="206" y="891"/>
                    <a:pt x="209" y="890"/>
                    <a:pt x="211" y="889"/>
                  </a:cubicBezTo>
                  <a:cubicBezTo>
                    <a:pt x="217" y="886"/>
                    <a:pt x="222" y="882"/>
                    <a:pt x="226" y="879"/>
                  </a:cubicBezTo>
                  <a:lnTo>
                    <a:pt x="227" y="879"/>
                  </a:lnTo>
                  <a:cubicBezTo>
                    <a:pt x="228" y="878"/>
                    <a:pt x="229" y="877"/>
                    <a:pt x="230" y="875"/>
                  </a:cubicBezTo>
                  <a:cubicBezTo>
                    <a:pt x="231" y="874"/>
                    <a:pt x="232" y="872"/>
                    <a:pt x="232" y="870"/>
                  </a:cubicBezTo>
                  <a:cubicBezTo>
                    <a:pt x="232" y="869"/>
                    <a:pt x="231" y="868"/>
                    <a:pt x="231" y="866"/>
                  </a:cubicBezTo>
                  <a:lnTo>
                    <a:pt x="244" y="866"/>
                  </a:lnTo>
                  <a:cubicBezTo>
                    <a:pt x="244" y="867"/>
                    <a:pt x="244" y="867"/>
                    <a:pt x="244" y="867"/>
                  </a:cubicBezTo>
                  <a:cubicBezTo>
                    <a:pt x="243" y="868"/>
                    <a:pt x="243" y="869"/>
                    <a:pt x="243" y="870"/>
                  </a:cubicBezTo>
                  <a:cubicBezTo>
                    <a:pt x="243" y="871"/>
                    <a:pt x="243" y="872"/>
                    <a:pt x="244" y="873"/>
                  </a:cubicBezTo>
                  <a:lnTo>
                    <a:pt x="244" y="874"/>
                  </a:lnTo>
                  <a:lnTo>
                    <a:pt x="244" y="875"/>
                  </a:lnTo>
                  <a:cubicBezTo>
                    <a:pt x="236" y="880"/>
                    <a:pt x="228" y="887"/>
                    <a:pt x="222" y="896"/>
                  </a:cubicBezTo>
                  <a:cubicBezTo>
                    <a:pt x="219" y="898"/>
                    <a:pt x="215" y="900"/>
                    <a:pt x="212" y="902"/>
                  </a:cubicBezTo>
                  <a:cubicBezTo>
                    <a:pt x="208" y="904"/>
                    <a:pt x="205" y="906"/>
                    <a:pt x="201" y="908"/>
                  </a:cubicBezTo>
                  <a:cubicBezTo>
                    <a:pt x="191" y="911"/>
                    <a:pt x="182" y="914"/>
                    <a:pt x="172" y="915"/>
                  </a:cubicBezTo>
                  <a:cubicBezTo>
                    <a:pt x="170" y="915"/>
                    <a:pt x="170" y="918"/>
                    <a:pt x="172" y="919"/>
                  </a:cubicBezTo>
                  <a:cubicBezTo>
                    <a:pt x="182" y="923"/>
                    <a:pt x="192" y="925"/>
                    <a:pt x="202" y="925"/>
                  </a:cubicBezTo>
                  <a:cubicBezTo>
                    <a:pt x="206" y="925"/>
                    <a:pt x="209" y="924"/>
                    <a:pt x="213" y="924"/>
                  </a:cubicBezTo>
                  <a:cubicBezTo>
                    <a:pt x="219" y="923"/>
                    <a:pt x="225" y="921"/>
                    <a:pt x="230" y="917"/>
                  </a:cubicBezTo>
                  <a:cubicBezTo>
                    <a:pt x="232" y="916"/>
                    <a:pt x="234" y="915"/>
                    <a:pt x="236" y="914"/>
                  </a:cubicBezTo>
                  <a:cubicBezTo>
                    <a:pt x="246" y="905"/>
                    <a:pt x="257" y="897"/>
                    <a:pt x="269" y="890"/>
                  </a:cubicBezTo>
                  <a:moveTo>
                    <a:pt x="253" y="813"/>
                  </a:moveTo>
                  <a:cubicBezTo>
                    <a:pt x="254" y="814"/>
                    <a:pt x="255" y="814"/>
                    <a:pt x="255" y="815"/>
                  </a:cubicBezTo>
                  <a:cubicBezTo>
                    <a:pt x="257" y="816"/>
                    <a:pt x="258" y="818"/>
                    <a:pt x="258" y="819"/>
                  </a:cubicBezTo>
                  <a:cubicBezTo>
                    <a:pt x="261" y="824"/>
                    <a:pt x="263" y="829"/>
                    <a:pt x="264" y="835"/>
                  </a:cubicBezTo>
                  <a:cubicBezTo>
                    <a:pt x="264" y="834"/>
                    <a:pt x="263" y="834"/>
                    <a:pt x="262" y="834"/>
                  </a:cubicBezTo>
                  <a:cubicBezTo>
                    <a:pt x="261" y="834"/>
                    <a:pt x="261" y="834"/>
                    <a:pt x="260" y="835"/>
                  </a:cubicBezTo>
                  <a:cubicBezTo>
                    <a:pt x="249" y="835"/>
                    <a:pt x="239" y="826"/>
                    <a:pt x="228" y="824"/>
                  </a:cubicBezTo>
                  <a:cubicBezTo>
                    <a:pt x="227" y="824"/>
                    <a:pt x="226" y="824"/>
                    <a:pt x="225" y="824"/>
                  </a:cubicBezTo>
                  <a:cubicBezTo>
                    <a:pt x="215" y="824"/>
                    <a:pt x="204" y="826"/>
                    <a:pt x="194" y="831"/>
                  </a:cubicBezTo>
                  <a:cubicBezTo>
                    <a:pt x="194" y="831"/>
                    <a:pt x="194" y="830"/>
                    <a:pt x="193" y="831"/>
                  </a:cubicBezTo>
                  <a:cubicBezTo>
                    <a:pt x="192" y="832"/>
                    <a:pt x="193" y="832"/>
                    <a:pt x="193" y="832"/>
                  </a:cubicBezTo>
                  <a:cubicBezTo>
                    <a:pt x="193" y="833"/>
                    <a:pt x="193" y="833"/>
                    <a:pt x="193" y="833"/>
                  </a:cubicBezTo>
                  <a:cubicBezTo>
                    <a:pt x="194" y="834"/>
                    <a:pt x="194" y="834"/>
                    <a:pt x="194" y="834"/>
                  </a:cubicBezTo>
                  <a:cubicBezTo>
                    <a:pt x="206" y="838"/>
                    <a:pt x="221" y="836"/>
                    <a:pt x="231" y="843"/>
                  </a:cubicBezTo>
                  <a:cubicBezTo>
                    <a:pt x="236" y="847"/>
                    <a:pt x="240" y="850"/>
                    <a:pt x="245" y="853"/>
                  </a:cubicBezTo>
                  <a:lnTo>
                    <a:pt x="234" y="853"/>
                  </a:lnTo>
                  <a:lnTo>
                    <a:pt x="231" y="853"/>
                  </a:lnTo>
                  <a:cubicBezTo>
                    <a:pt x="195" y="845"/>
                    <a:pt x="162" y="859"/>
                    <a:pt x="128" y="868"/>
                  </a:cubicBezTo>
                  <a:cubicBezTo>
                    <a:pt x="123" y="870"/>
                    <a:pt x="118" y="873"/>
                    <a:pt x="114" y="875"/>
                  </a:cubicBezTo>
                  <a:cubicBezTo>
                    <a:pt x="106" y="880"/>
                    <a:pt x="98" y="885"/>
                    <a:pt x="92" y="892"/>
                  </a:cubicBezTo>
                  <a:cubicBezTo>
                    <a:pt x="81" y="903"/>
                    <a:pt x="72" y="915"/>
                    <a:pt x="64" y="928"/>
                  </a:cubicBezTo>
                  <a:cubicBezTo>
                    <a:pt x="73" y="888"/>
                    <a:pt x="108" y="857"/>
                    <a:pt x="139" y="835"/>
                  </a:cubicBezTo>
                  <a:cubicBezTo>
                    <a:pt x="142" y="832"/>
                    <a:pt x="145" y="830"/>
                    <a:pt x="148" y="829"/>
                  </a:cubicBezTo>
                  <a:cubicBezTo>
                    <a:pt x="170" y="816"/>
                    <a:pt x="195" y="809"/>
                    <a:pt x="221" y="809"/>
                  </a:cubicBezTo>
                  <a:cubicBezTo>
                    <a:pt x="232" y="809"/>
                    <a:pt x="243" y="810"/>
                    <a:pt x="253" y="813"/>
                  </a:cubicBezTo>
                  <a:moveTo>
                    <a:pt x="273" y="774"/>
                  </a:moveTo>
                  <a:lnTo>
                    <a:pt x="273" y="774"/>
                  </a:lnTo>
                  <a:moveTo>
                    <a:pt x="297" y="760"/>
                  </a:moveTo>
                  <a:cubicBezTo>
                    <a:pt x="297" y="759"/>
                    <a:pt x="297" y="759"/>
                    <a:pt x="297" y="758"/>
                  </a:cubicBezTo>
                  <a:cubicBezTo>
                    <a:pt x="296" y="757"/>
                    <a:pt x="295" y="756"/>
                    <a:pt x="294" y="755"/>
                  </a:cubicBezTo>
                  <a:lnTo>
                    <a:pt x="300" y="758"/>
                  </a:lnTo>
                  <a:lnTo>
                    <a:pt x="297" y="760"/>
                  </a:lnTo>
                  <a:moveTo>
                    <a:pt x="54" y="562"/>
                  </a:moveTo>
                  <a:cubicBezTo>
                    <a:pt x="55" y="563"/>
                    <a:pt x="55" y="564"/>
                    <a:pt x="56" y="565"/>
                  </a:cubicBezTo>
                  <a:cubicBezTo>
                    <a:pt x="59" y="570"/>
                    <a:pt x="64" y="575"/>
                    <a:pt x="69" y="579"/>
                  </a:cubicBezTo>
                  <a:cubicBezTo>
                    <a:pt x="70" y="583"/>
                    <a:pt x="71" y="586"/>
                    <a:pt x="72" y="590"/>
                  </a:cubicBezTo>
                  <a:cubicBezTo>
                    <a:pt x="72" y="595"/>
                    <a:pt x="79" y="595"/>
                    <a:pt x="80" y="590"/>
                  </a:cubicBezTo>
                  <a:cubicBezTo>
                    <a:pt x="81" y="586"/>
                    <a:pt x="85" y="582"/>
                    <a:pt x="84" y="576"/>
                  </a:cubicBezTo>
                  <a:cubicBezTo>
                    <a:pt x="83" y="571"/>
                    <a:pt x="79" y="569"/>
                    <a:pt x="77" y="564"/>
                  </a:cubicBezTo>
                  <a:cubicBezTo>
                    <a:pt x="76" y="563"/>
                    <a:pt x="76" y="563"/>
                    <a:pt x="75" y="562"/>
                  </a:cubicBezTo>
                  <a:cubicBezTo>
                    <a:pt x="72" y="557"/>
                    <a:pt x="70" y="551"/>
                    <a:pt x="69" y="545"/>
                  </a:cubicBezTo>
                  <a:cubicBezTo>
                    <a:pt x="70" y="542"/>
                    <a:pt x="70" y="541"/>
                    <a:pt x="70" y="538"/>
                  </a:cubicBezTo>
                  <a:cubicBezTo>
                    <a:pt x="70" y="536"/>
                    <a:pt x="70" y="533"/>
                    <a:pt x="69" y="531"/>
                  </a:cubicBezTo>
                  <a:cubicBezTo>
                    <a:pt x="69" y="530"/>
                    <a:pt x="68" y="530"/>
                    <a:pt x="68" y="529"/>
                  </a:cubicBezTo>
                  <a:cubicBezTo>
                    <a:pt x="67" y="527"/>
                    <a:pt x="66" y="526"/>
                    <a:pt x="65" y="525"/>
                  </a:cubicBezTo>
                  <a:cubicBezTo>
                    <a:pt x="64" y="525"/>
                    <a:pt x="63" y="524"/>
                    <a:pt x="61" y="524"/>
                  </a:cubicBezTo>
                  <a:cubicBezTo>
                    <a:pt x="61" y="520"/>
                    <a:pt x="61" y="516"/>
                    <a:pt x="61" y="512"/>
                  </a:cubicBezTo>
                  <a:cubicBezTo>
                    <a:pt x="61" y="508"/>
                    <a:pt x="61" y="504"/>
                    <a:pt x="61" y="500"/>
                  </a:cubicBezTo>
                  <a:cubicBezTo>
                    <a:pt x="62" y="478"/>
                    <a:pt x="66" y="457"/>
                    <a:pt x="74" y="436"/>
                  </a:cubicBezTo>
                  <a:cubicBezTo>
                    <a:pt x="92" y="402"/>
                    <a:pt x="117" y="400"/>
                    <a:pt x="148" y="388"/>
                  </a:cubicBezTo>
                  <a:cubicBezTo>
                    <a:pt x="161" y="383"/>
                    <a:pt x="173" y="377"/>
                    <a:pt x="185" y="371"/>
                  </a:cubicBezTo>
                  <a:cubicBezTo>
                    <a:pt x="185" y="377"/>
                    <a:pt x="186" y="384"/>
                    <a:pt x="188" y="390"/>
                  </a:cubicBezTo>
                  <a:cubicBezTo>
                    <a:pt x="190" y="397"/>
                    <a:pt x="191" y="403"/>
                    <a:pt x="192" y="410"/>
                  </a:cubicBezTo>
                  <a:cubicBezTo>
                    <a:pt x="192" y="417"/>
                    <a:pt x="202" y="424"/>
                    <a:pt x="206" y="429"/>
                  </a:cubicBezTo>
                  <a:lnTo>
                    <a:pt x="207" y="430"/>
                  </a:lnTo>
                  <a:cubicBezTo>
                    <a:pt x="207" y="430"/>
                    <a:pt x="208" y="430"/>
                    <a:pt x="209" y="430"/>
                  </a:cubicBezTo>
                  <a:lnTo>
                    <a:pt x="212" y="430"/>
                  </a:lnTo>
                  <a:cubicBezTo>
                    <a:pt x="212" y="430"/>
                    <a:pt x="212" y="431"/>
                    <a:pt x="213" y="430"/>
                  </a:cubicBezTo>
                  <a:cubicBezTo>
                    <a:pt x="214" y="429"/>
                    <a:pt x="213" y="430"/>
                    <a:pt x="214" y="429"/>
                  </a:cubicBezTo>
                  <a:cubicBezTo>
                    <a:pt x="215" y="428"/>
                    <a:pt x="214" y="428"/>
                    <a:pt x="214" y="427"/>
                  </a:cubicBezTo>
                  <a:lnTo>
                    <a:pt x="214" y="426"/>
                  </a:lnTo>
                  <a:cubicBezTo>
                    <a:pt x="213" y="426"/>
                    <a:pt x="213" y="425"/>
                    <a:pt x="213" y="425"/>
                  </a:cubicBezTo>
                  <a:cubicBezTo>
                    <a:pt x="213" y="425"/>
                    <a:pt x="211" y="400"/>
                    <a:pt x="211" y="402"/>
                  </a:cubicBezTo>
                  <a:cubicBezTo>
                    <a:pt x="211" y="401"/>
                    <a:pt x="211" y="400"/>
                    <a:pt x="211" y="399"/>
                  </a:cubicBezTo>
                  <a:cubicBezTo>
                    <a:pt x="211" y="389"/>
                    <a:pt x="211" y="379"/>
                    <a:pt x="210" y="370"/>
                  </a:cubicBezTo>
                  <a:cubicBezTo>
                    <a:pt x="210" y="357"/>
                    <a:pt x="224" y="343"/>
                    <a:pt x="219" y="330"/>
                  </a:cubicBezTo>
                  <a:cubicBezTo>
                    <a:pt x="219" y="328"/>
                    <a:pt x="221" y="327"/>
                    <a:pt x="222" y="325"/>
                  </a:cubicBezTo>
                  <a:cubicBezTo>
                    <a:pt x="232" y="300"/>
                    <a:pt x="244" y="275"/>
                    <a:pt x="256" y="251"/>
                  </a:cubicBezTo>
                  <a:cubicBezTo>
                    <a:pt x="266" y="234"/>
                    <a:pt x="278" y="219"/>
                    <a:pt x="292" y="205"/>
                  </a:cubicBezTo>
                  <a:cubicBezTo>
                    <a:pt x="306" y="192"/>
                    <a:pt x="331" y="163"/>
                    <a:pt x="333" y="187"/>
                  </a:cubicBezTo>
                  <a:cubicBezTo>
                    <a:pt x="336" y="223"/>
                    <a:pt x="330" y="270"/>
                    <a:pt x="365" y="291"/>
                  </a:cubicBezTo>
                  <a:cubicBezTo>
                    <a:pt x="388" y="306"/>
                    <a:pt x="418" y="267"/>
                    <a:pt x="437" y="262"/>
                  </a:cubicBezTo>
                  <a:cubicBezTo>
                    <a:pt x="456" y="258"/>
                    <a:pt x="467" y="203"/>
                    <a:pt x="469" y="190"/>
                  </a:cubicBezTo>
                  <a:cubicBezTo>
                    <a:pt x="474" y="175"/>
                    <a:pt x="480" y="160"/>
                    <a:pt x="487" y="147"/>
                  </a:cubicBezTo>
                  <a:cubicBezTo>
                    <a:pt x="490" y="142"/>
                    <a:pt x="494" y="137"/>
                    <a:pt x="497" y="132"/>
                  </a:cubicBezTo>
                  <a:cubicBezTo>
                    <a:pt x="501" y="126"/>
                    <a:pt x="504" y="120"/>
                    <a:pt x="508" y="114"/>
                  </a:cubicBezTo>
                  <a:cubicBezTo>
                    <a:pt x="509" y="116"/>
                    <a:pt x="511" y="118"/>
                    <a:pt x="512" y="119"/>
                  </a:cubicBezTo>
                  <a:cubicBezTo>
                    <a:pt x="514" y="120"/>
                    <a:pt x="516" y="120"/>
                    <a:pt x="518" y="120"/>
                  </a:cubicBezTo>
                  <a:cubicBezTo>
                    <a:pt x="520" y="120"/>
                    <a:pt x="521" y="120"/>
                    <a:pt x="522" y="119"/>
                  </a:cubicBezTo>
                  <a:cubicBezTo>
                    <a:pt x="539" y="115"/>
                    <a:pt x="545" y="144"/>
                    <a:pt x="554" y="154"/>
                  </a:cubicBezTo>
                  <a:cubicBezTo>
                    <a:pt x="565" y="166"/>
                    <a:pt x="575" y="178"/>
                    <a:pt x="584" y="191"/>
                  </a:cubicBezTo>
                  <a:cubicBezTo>
                    <a:pt x="593" y="204"/>
                    <a:pt x="586" y="191"/>
                    <a:pt x="585" y="191"/>
                  </a:cubicBezTo>
                  <a:cubicBezTo>
                    <a:pt x="580" y="169"/>
                    <a:pt x="572" y="147"/>
                    <a:pt x="563" y="127"/>
                  </a:cubicBezTo>
                  <a:cubicBezTo>
                    <a:pt x="558" y="118"/>
                    <a:pt x="552" y="110"/>
                    <a:pt x="546" y="102"/>
                  </a:cubicBezTo>
                  <a:cubicBezTo>
                    <a:pt x="544" y="100"/>
                    <a:pt x="542" y="97"/>
                    <a:pt x="539" y="96"/>
                  </a:cubicBezTo>
                  <a:cubicBezTo>
                    <a:pt x="535" y="94"/>
                    <a:pt x="531" y="93"/>
                    <a:pt x="527" y="92"/>
                  </a:cubicBezTo>
                  <a:cubicBezTo>
                    <a:pt x="554" y="66"/>
                    <a:pt x="560" y="88"/>
                    <a:pt x="566" y="110"/>
                  </a:cubicBezTo>
                  <a:cubicBezTo>
                    <a:pt x="572" y="133"/>
                    <a:pt x="593" y="159"/>
                    <a:pt x="603" y="184"/>
                  </a:cubicBezTo>
                  <a:cubicBezTo>
                    <a:pt x="605" y="190"/>
                    <a:pt x="608" y="196"/>
                    <a:pt x="612" y="202"/>
                  </a:cubicBezTo>
                  <a:cubicBezTo>
                    <a:pt x="616" y="210"/>
                    <a:pt x="621" y="217"/>
                    <a:pt x="627" y="223"/>
                  </a:cubicBezTo>
                  <a:cubicBezTo>
                    <a:pt x="646" y="240"/>
                    <a:pt x="660" y="231"/>
                    <a:pt x="672" y="212"/>
                  </a:cubicBezTo>
                  <a:cubicBezTo>
                    <a:pt x="697" y="169"/>
                    <a:pt x="716" y="122"/>
                    <a:pt x="742" y="81"/>
                  </a:cubicBezTo>
                  <a:cubicBezTo>
                    <a:pt x="759" y="61"/>
                    <a:pt x="778" y="43"/>
                    <a:pt x="799" y="29"/>
                  </a:cubicBezTo>
                  <a:cubicBezTo>
                    <a:pt x="800" y="30"/>
                    <a:pt x="800" y="31"/>
                    <a:pt x="801" y="32"/>
                  </a:cubicBezTo>
                  <a:cubicBezTo>
                    <a:pt x="814" y="52"/>
                    <a:pt x="805" y="91"/>
                    <a:pt x="803" y="113"/>
                  </a:cubicBezTo>
                  <a:cubicBezTo>
                    <a:pt x="802" y="120"/>
                    <a:pt x="802" y="127"/>
                    <a:pt x="802" y="135"/>
                  </a:cubicBezTo>
                  <a:cubicBezTo>
                    <a:pt x="802" y="146"/>
                    <a:pt x="803" y="158"/>
                    <a:pt x="806" y="169"/>
                  </a:cubicBezTo>
                  <a:cubicBezTo>
                    <a:pt x="809" y="181"/>
                    <a:pt x="807" y="169"/>
                    <a:pt x="808" y="169"/>
                  </a:cubicBezTo>
                  <a:cubicBezTo>
                    <a:pt x="810" y="159"/>
                    <a:pt x="818" y="150"/>
                    <a:pt x="820" y="140"/>
                  </a:cubicBezTo>
                  <a:cubicBezTo>
                    <a:pt x="823" y="126"/>
                    <a:pt x="823" y="111"/>
                    <a:pt x="826" y="96"/>
                  </a:cubicBezTo>
                  <a:cubicBezTo>
                    <a:pt x="828" y="86"/>
                    <a:pt x="829" y="76"/>
                    <a:pt x="829" y="66"/>
                  </a:cubicBezTo>
                  <a:cubicBezTo>
                    <a:pt x="829" y="51"/>
                    <a:pt x="827" y="37"/>
                    <a:pt x="822" y="23"/>
                  </a:cubicBezTo>
                  <a:cubicBezTo>
                    <a:pt x="828" y="25"/>
                    <a:pt x="832" y="32"/>
                    <a:pt x="833" y="46"/>
                  </a:cubicBezTo>
                  <a:cubicBezTo>
                    <a:pt x="833" y="69"/>
                    <a:pt x="832" y="93"/>
                    <a:pt x="834" y="116"/>
                  </a:cubicBezTo>
                  <a:cubicBezTo>
                    <a:pt x="836" y="143"/>
                    <a:pt x="821" y="197"/>
                    <a:pt x="856" y="209"/>
                  </a:cubicBezTo>
                  <a:cubicBezTo>
                    <a:pt x="859" y="209"/>
                    <a:pt x="862" y="209"/>
                    <a:pt x="865" y="209"/>
                  </a:cubicBezTo>
                  <a:cubicBezTo>
                    <a:pt x="874" y="209"/>
                    <a:pt x="883" y="207"/>
                    <a:pt x="891" y="203"/>
                  </a:cubicBezTo>
                  <a:cubicBezTo>
                    <a:pt x="892" y="202"/>
                    <a:pt x="892" y="202"/>
                    <a:pt x="893" y="201"/>
                  </a:cubicBezTo>
                  <a:cubicBezTo>
                    <a:pt x="923" y="187"/>
                    <a:pt x="936" y="194"/>
                    <a:pt x="961" y="206"/>
                  </a:cubicBezTo>
                  <a:cubicBezTo>
                    <a:pt x="961" y="207"/>
                    <a:pt x="961" y="208"/>
                    <a:pt x="962" y="209"/>
                  </a:cubicBezTo>
                  <a:cubicBezTo>
                    <a:pt x="962" y="210"/>
                    <a:pt x="963" y="211"/>
                    <a:pt x="965" y="212"/>
                  </a:cubicBezTo>
                  <a:cubicBezTo>
                    <a:pt x="966" y="213"/>
                    <a:pt x="968" y="214"/>
                    <a:pt x="969" y="215"/>
                  </a:cubicBezTo>
                  <a:cubicBezTo>
                    <a:pt x="982" y="222"/>
                    <a:pt x="996" y="227"/>
                    <a:pt x="1010" y="229"/>
                  </a:cubicBezTo>
                  <a:cubicBezTo>
                    <a:pt x="1039" y="235"/>
                    <a:pt x="1056" y="275"/>
                    <a:pt x="1072" y="293"/>
                  </a:cubicBezTo>
                  <a:cubicBezTo>
                    <a:pt x="1090" y="310"/>
                    <a:pt x="1105" y="329"/>
                    <a:pt x="1119" y="349"/>
                  </a:cubicBezTo>
                  <a:cubicBezTo>
                    <a:pt x="1130" y="366"/>
                    <a:pt x="1152" y="386"/>
                    <a:pt x="1156" y="406"/>
                  </a:cubicBezTo>
                  <a:cubicBezTo>
                    <a:pt x="1160" y="426"/>
                    <a:pt x="1182" y="442"/>
                    <a:pt x="1189" y="460"/>
                  </a:cubicBezTo>
                  <a:cubicBezTo>
                    <a:pt x="1196" y="476"/>
                    <a:pt x="1199" y="492"/>
                    <a:pt x="1199" y="509"/>
                  </a:cubicBezTo>
                  <a:cubicBezTo>
                    <a:pt x="1199" y="510"/>
                    <a:pt x="1199" y="511"/>
                    <a:pt x="1199" y="512"/>
                  </a:cubicBezTo>
                  <a:cubicBezTo>
                    <a:pt x="1199" y="550"/>
                    <a:pt x="1199" y="600"/>
                    <a:pt x="1170" y="628"/>
                  </a:cubicBezTo>
                  <a:cubicBezTo>
                    <a:pt x="1168" y="629"/>
                    <a:pt x="1166" y="631"/>
                    <a:pt x="1164" y="632"/>
                  </a:cubicBezTo>
                  <a:cubicBezTo>
                    <a:pt x="1163" y="631"/>
                    <a:pt x="1162" y="631"/>
                    <a:pt x="1161" y="630"/>
                  </a:cubicBezTo>
                  <a:cubicBezTo>
                    <a:pt x="1160" y="629"/>
                    <a:pt x="1159" y="629"/>
                    <a:pt x="1157" y="629"/>
                  </a:cubicBezTo>
                  <a:cubicBezTo>
                    <a:pt x="1156" y="629"/>
                    <a:pt x="1156" y="629"/>
                    <a:pt x="1155" y="629"/>
                  </a:cubicBezTo>
                  <a:cubicBezTo>
                    <a:pt x="1151" y="630"/>
                    <a:pt x="1148" y="632"/>
                    <a:pt x="1145" y="633"/>
                  </a:cubicBezTo>
                  <a:cubicBezTo>
                    <a:pt x="1150" y="628"/>
                    <a:pt x="1154" y="622"/>
                    <a:pt x="1158" y="616"/>
                  </a:cubicBezTo>
                  <a:cubicBezTo>
                    <a:pt x="1161" y="613"/>
                    <a:pt x="1163" y="609"/>
                    <a:pt x="1166" y="604"/>
                  </a:cubicBezTo>
                  <a:cubicBezTo>
                    <a:pt x="1174" y="590"/>
                    <a:pt x="1180" y="573"/>
                    <a:pt x="1180" y="555"/>
                  </a:cubicBezTo>
                  <a:lnTo>
                    <a:pt x="1180" y="554"/>
                  </a:lnTo>
                  <a:cubicBezTo>
                    <a:pt x="1179" y="553"/>
                    <a:pt x="1179" y="554"/>
                    <a:pt x="1178" y="553"/>
                  </a:cubicBezTo>
                  <a:cubicBezTo>
                    <a:pt x="1177" y="552"/>
                    <a:pt x="1177" y="552"/>
                    <a:pt x="1177" y="552"/>
                  </a:cubicBezTo>
                  <a:cubicBezTo>
                    <a:pt x="1176" y="552"/>
                    <a:pt x="1176" y="552"/>
                    <a:pt x="1175" y="553"/>
                  </a:cubicBezTo>
                  <a:cubicBezTo>
                    <a:pt x="1175" y="553"/>
                    <a:pt x="1174" y="553"/>
                    <a:pt x="1174" y="554"/>
                  </a:cubicBezTo>
                  <a:cubicBezTo>
                    <a:pt x="1170" y="562"/>
                    <a:pt x="1166" y="570"/>
                    <a:pt x="1162" y="577"/>
                  </a:cubicBezTo>
                  <a:cubicBezTo>
                    <a:pt x="1157" y="585"/>
                    <a:pt x="1152" y="593"/>
                    <a:pt x="1146" y="601"/>
                  </a:cubicBezTo>
                  <a:cubicBezTo>
                    <a:pt x="1134" y="619"/>
                    <a:pt x="1118" y="634"/>
                    <a:pt x="1099" y="646"/>
                  </a:cubicBezTo>
                  <a:cubicBezTo>
                    <a:pt x="1099" y="646"/>
                    <a:pt x="1098" y="647"/>
                    <a:pt x="1097" y="648"/>
                  </a:cubicBezTo>
                  <a:lnTo>
                    <a:pt x="1090" y="648"/>
                  </a:lnTo>
                  <a:lnTo>
                    <a:pt x="1092" y="645"/>
                  </a:lnTo>
                  <a:cubicBezTo>
                    <a:pt x="1099" y="638"/>
                    <a:pt x="1105" y="630"/>
                    <a:pt x="1110" y="621"/>
                  </a:cubicBezTo>
                  <a:cubicBezTo>
                    <a:pt x="1112" y="619"/>
                    <a:pt x="1113" y="616"/>
                    <a:pt x="1114" y="613"/>
                  </a:cubicBezTo>
                  <a:cubicBezTo>
                    <a:pt x="1117" y="606"/>
                    <a:pt x="1121" y="599"/>
                    <a:pt x="1125" y="592"/>
                  </a:cubicBezTo>
                  <a:cubicBezTo>
                    <a:pt x="1125" y="592"/>
                    <a:pt x="1125" y="591"/>
                    <a:pt x="1126" y="591"/>
                  </a:cubicBezTo>
                  <a:cubicBezTo>
                    <a:pt x="1129" y="585"/>
                    <a:pt x="1131" y="579"/>
                    <a:pt x="1134" y="573"/>
                  </a:cubicBezTo>
                  <a:cubicBezTo>
                    <a:pt x="1134" y="571"/>
                    <a:pt x="1135" y="553"/>
                    <a:pt x="1138" y="553"/>
                  </a:cubicBezTo>
                  <a:cubicBezTo>
                    <a:pt x="1139" y="553"/>
                    <a:pt x="1139" y="552"/>
                    <a:pt x="1139" y="552"/>
                  </a:cubicBezTo>
                  <a:cubicBezTo>
                    <a:pt x="1139" y="551"/>
                    <a:pt x="1139" y="551"/>
                    <a:pt x="1139" y="551"/>
                  </a:cubicBezTo>
                  <a:lnTo>
                    <a:pt x="1138" y="550"/>
                  </a:lnTo>
                  <a:lnTo>
                    <a:pt x="1135" y="550"/>
                  </a:lnTo>
                  <a:cubicBezTo>
                    <a:pt x="1134" y="550"/>
                    <a:pt x="1134" y="550"/>
                    <a:pt x="1134" y="550"/>
                  </a:cubicBezTo>
                  <a:cubicBezTo>
                    <a:pt x="1134" y="551"/>
                    <a:pt x="1134" y="551"/>
                    <a:pt x="1133" y="551"/>
                  </a:cubicBezTo>
                  <a:cubicBezTo>
                    <a:pt x="1130" y="560"/>
                    <a:pt x="1126" y="568"/>
                    <a:pt x="1121" y="576"/>
                  </a:cubicBezTo>
                  <a:cubicBezTo>
                    <a:pt x="1114" y="588"/>
                    <a:pt x="1106" y="600"/>
                    <a:pt x="1096" y="610"/>
                  </a:cubicBezTo>
                  <a:cubicBezTo>
                    <a:pt x="1086" y="624"/>
                    <a:pt x="1075" y="636"/>
                    <a:pt x="1063" y="648"/>
                  </a:cubicBezTo>
                  <a:lnTo>
                    <a:pt x="1056" y="648"/>
                  </a:lnTo>
                  <a:lnTo>
                    <a:pt x="1055" y="648"/>
                  </a:lnTo>
                  <a:cubicBezTo>
                    <a:pt x="1052" y="648"/>
                    <a:pt x="1048" y="647"/>
                    <a:pt x="1044" y="646"/>
                  </a:cubicBezTo>
                  <a:cubicBezTo>
                    <a:pt x="1050" y="641"/>
                    <a:pt x="1054" y="636"/>
                    <a:pt x="1058" y="630"/>
                  </a:cubicBezTo>
                  <a:cubicBezTo>
                    <a:pt x="1075" y="604"/>
                    <a:pt x="1103" y="571"/>
                    <a:pt x="1101" y="537"/>
                  </a:cubicBezTo>
                  <a:lnTo>
                    <a:pt x="1101" y="536"/>
                  </a:lnTo>
                  <a:cubicBezTo>
                    <a:pt x="1100" y="536"/>
                    <a:pt x="1100" y="535"/>
                    <a:pt x="1100" y="535"/>
                  </a:cubicBezTo>
                  <a:cubicBezTo>
                    <a:pt x="1099" y="535"/>
                    <a:pt x="1099" y="535"/>
                    <a:pt x="1099" y="535"/>
                  </a:cubicBezTo>
                  <a:cubicBezTo>
                    <a:pt x="1098" y="535"/>
                    <a:pt x="1098" y="535"/>
                    <a:pt x="1097" y="535"/>
                  </a:cubicBezTo>
                  <a:cubicBezTo>
                    <a:pt x="1097" y="535"/>
                    <a:pt x="1097" y="536"/>
                    <a:pt x="1096" y="536"/>
                  </a:cubicBezTo>
                  <a:lnTo>
                    <a:pt x="1096" y="537"/>
                  </a:lnTo>
                  <a:cubicBezTo>
                    <a:pt x="1089" y="565"/>
                    <a:pt x="1065" y="587"/>
                    <a:pt x="1048" y="610"/>
                  </a:cubicBezTo>
                  <a:cubicBezTo>
                    <a:pt x="1042" y="619"/>
                    <a:pt x="1034" y="627"/>
                    <a:pt x="1025" y="634"/>
                  </a:cubicBezTo>
                  <a:cubicBezTo>
                    <a:pt x="1024" y="635"/>
                    <a:pt x="1022" y="636"/>
                    <a:pt x="1021" y="636"/>
                  </a:cubicBezTo>
                  <a:cubicBezTo>
                    <a:pt x="1017" y="639"/>
                    <a:pt x="1012" y="641"/>
                    <a:pt x="1007" y="641"/>
                  </a:cubicBezTo>
                  <a:lnTo>
                    <a:pt x="991" y="641"/>
                  </a:lnTo>
                  <a:cubicBezTo>
                    <a:pt x="1000" y="633"/>
                    <a:pt x="1009" y="627"/>
                    <a:pt x="1018" y="618"/>
                  </a:cubicBezTo>
                  <a:cubicBezTo>
                    <a:pt x="1023" y="613"/>
                    <a:pt x="1026" y="605"/>
                    <a:pt x="1032" y="599"/>
                  </a:cubicBezTo>
                  <a:cubicBezTo>
                    <a:pt x="1032" y="599"/>
                    <a:pt x="1032" y="598"/>
                    <a:pt x="1033" y="597"/>
                  </a:cubicBezTo>
                  <a:cubicBezTo>
                    <a:pt x="1035" y="594"/>
                    <a:pt x="1036" y="591"/>
                    <a:pt x="1036" y="588"/>
                  </a:cubicBezTo>
                  <a:cubicBezTo>
                    <a:pt x="1036" y="587"/>
                    <a:pt x="1036" y="587"/>
                    <a:pt x="1036" y="586"/>
                  </a:cubicBezTo>
                  <a:cubicBezTo>
                    <a:pt x="1036" y="583"/>
                    <a:pt x="1031" y="582"/>
                    <a:pt x="1030" y="585"/>
                  </a:cubicBezTo>
                  <a:cubicBezTo>
                    <a:pt x="1029" y="588"/>
                    <a:pt x="1021" y="591"/>
                    <a:pt x="1017" y="593"/>
                  </a:cubicBezTo>
                  <a:cubicBezTo>
                    <a:pt x="1009" y="596"/>
                    <a:pt x="1004" y="604"/>
                    <a:pt x="998" y="608"/>
                  </a:cubicBezTo>
                  <a:cubicBezTo>
                    <a:pt x="986" y="616"/>
                    <a:pt x="975" y="625"/>
                    <a:pt x="965" y="635"/>
                  </a:cubicBezTo>
                  <a:cubicBezTo>
                    <a:pt x="964" y="636"/>
                    <a:pt x="964" y="637"/>
                    <a:pt x="964" y="638"/>
                  </a:cubicBezTo>
                  <a:lnTo>
                    <a:pt x="952" y="635"/>
                  </a:lnTo>
                  <a:cubicBezTo>
                    <a:pt x="962" y="625"/>
                    <a:pt x="975" y="615"/>
                    <a:pt x="985" y="607"/>
                  </a:cubicBezTo>
                  <a:cubicBezTo>
                    <a:pt x="996" y="597"/>
                    <a:pt x="1005" y="586"/>
                    <a:pt x="1013" y="573"/>
                  </a:cubicBezTo>
                  <a:cubicBezTo>
                    <a:pt x="1024" y="554"/>
                    <a:pt x="1031" y="533"/>
                    <a:pt x="1033" y="511"/>
                  </a:cubicBezTo>
                  <a:lnTo>
                    <a:pt x="1032" y="510"/>
                  </a:lnTo>
                  <a:cubicBezTo>
                    <a:pt x="1031" y="509"/>
                    <a:pt x="1032" y="509"/>
                    <a:pt x="1031" y="508"/>
                  </a:cubicBezTo>
                  <a:lnTo>
                    <a:pt x="1030" y="508"/>
                  </a:lnTo>
                  <a:cubicBezTo>
                    <a:pt x="1029" y="508"/>
                    <a:pt x="1028" y="508"/>
                    <a:pt x="1028" y="508"/>
                  </a:cubicBezTo>
                  <a:cubicBezTo>
                    <a:pt x="1027" y="509"/>
                    <a:pt x="1027" y="509"/>
                    <a:pt x="1027" y="510"/>
                  </a:cubicBezTo>
                  <a:lnTo>
                    <a:pt x="1026" y="511"/>
                  </a:lnTo>
                  <a:cubicBezTo>
                    <a:pt x="1024" y="518"/>
                    <a:pt x="1021" y="524"/>
                    <a:pt x="1018" y="530"/>
                  </a:cubicBezTo>
                  <a:cubicBezTo>
                    <a:pt x="1016" y="533"/>
                    <a:pt x="1014" y="536"/>
                    <a:pt x="1012" y="539"/>
                  </a:cubicBezTo>
                  <a:cubicBezTo>
                    <a:pt x="1009" y="549"/>
                    <a:pt x="1004" y="559"/>
                    <a:pt x="999" y="568"/>
                  </a:cubicBezTo>
                  <a:cubicBezTo>
                    <a:pt x="997" y="571"/>
                    <a:pt x="995" y="575"/>
                    <a:pt x="993" y="578"/>
                  </a:cubicBezTo>
                  <a:cubicBezTo>
                    <a:pt x="982" y="590"/>
                    <a:pt x="970" y="601"/>
                    <a:pt x="958" y="612"/>
                  </a:cubicBezTo>
                  <a:cubicBezTo>
                    <a:pt x="950" y="617"/>
                    <a:pt x="942" y="624"/>
                    <a:pt x="935" y="631"/>
                  </a:cubicBezTo>
                  <a:lnTo>
                    <a:pt x="931" y="630"/>
                  </a:lnTo>
                  <a:lnTo>
                    <a:pt x="937" y="626"/>
                  </a:lnTo>
                  <a:cubicBezTo>
                    <a:pt x="946" y="618"/>
                    <a:pt x="949" y="606"/>
                    <a:pt x="958" y="599"/>
                  </a:cubicBezTo>
                  <a:cubicBezTo>
                    <a:pt x="964" y="594"/>
                    <a:pt x="965" y="585"/>
                    <a:pt x="970" y="579"/>
                  </a:cubicBezTo>
                  <a:cubicBezTo>
                    <a:pt x="974" y="573"/>
                    <a:pt x="970" y="573"/>
                    <a:pt x="976" y="567"/>
                  </a:cubicBezTo>
                  <a:cubicBezTo>
                    <a:pt x="978" y="565"/>
                    <a:pt x="979" y="562"/>
                    <a:pt x="981" y="560"/>
                  </a:cubicBezTo>
                  <a:cubicBezTo>
                    <a:pt x="982" y="559"/>
                    <a:pt x="982" y="557"/>
                    <a:pt x="983" y="556"/>
                  </a:cubicBezTo>
                  <a:cubicBezTo>
                    <a:pt x="983" y="555"/>
                    <a:pt x="983" y="555"/>
                    <a:pt x="983" y="554"/>
                  </a:cubicBezTo>
                  <a:lnTo>
                    <a:pt x="983" y="553"/>
                  </a:lnTo>
                  <a:cubicBezTo>
                    <a:pt x="983" y="552"/>
                    <a:pt x="982" y="552"/>
                    <a:pt x="982" y="552"/>
                  </a:cubicBezTo>
                  <a:cubicBezTo>
                    <a:pt x="982" y="551"/>
                    <a:pt x="981" y="551"/>
                    <a:pt x="980" y="551"/>
                  </a:cubicBezTo>
                  <a:cubicBezTo>
                    <a:pt x="980" y="551"/>
                    <a:pt x="979" y="551"/>
                    <a:pt x="979" y="552"/>
                  </a:cubicBezTo>
                  <a:cubicBezTo>
                    <a:pt x="979" y="552"/>
                    <a:pt x="978" y="552"/>
                    <a:pt x="978" y="553"/>
                  </a:cubicBezTo>
                  <a:cubicBezTo>
                    <a:pt x="974" y="558"/>
                    <a:pt x="966" y="564"/>
                    <a:pt x="964" y="570"/>
                  </a:cubicBezTo>
                  <a:cubicBezTo>
                    <a:pt x="962" y="576"/>
                    <a:pt x="956" y="580"/>
                    <a:pt x="953" y="585"/>
                  </a:cubicBezTo>
                  <a:cubicBezTo>
                    <a:pt x="950" y="591"/>
                    <a:pt x="940" y="596"/>
                    <a:pt x="936" y="601"/>
                  </a:cubicBezTo>
                  <a:cubicBezTo>
                    <a:pt x="932" y="606"/>
                    <a:pt x="928" y="609"/>
                    <a:pt x="923" y="612"/>
                  </a:cubicBezTo>
                  <a:cubicBezTo>
                    <a:pt x="920" y="614"/>
                    <a:pt x="917" y="615"/>
                    <a:pt x="913" y="616"/>
                  </a:cubicBezTo>
                  <a:cubicBezTo>
                    <a:pt x="912" y="616"/>
                    <a:pt x="911" y="617"/>
                    <a:pt x="910" y="617"/>
                  </a:cubicBezTo>
                  <a:cubicBezTo>
                    <a:pt x="909" y="618"/>
                    <a:pt x="909" y="618"/>
                    <a:pt x="908" y="618"/>
                  </a:cubicBezTo>
                  <a:cubicBezTo>
                    <a:pt x="905" y="617"/>
                    <a:pt x="903" y="614"/>
                    <a:pt x="900" y="612"/>
                  </a:cubicBezTo>
                  <a:cubicBezTo>
                    <a:pt x="912" y="603"/>
                    <a:pt x="921" y="592"/>
                    <a:pt x="929" y="579"/>
                  </a:cubicBezTo>
                  <a:cubicBezTo>
                    <a:pt x="932" y="574"/>
                    <a:pt x="934" y="568"/>
                    <a:pt x="937" y="562"/>
                  </a:cubicBezTo>
                  <a:cubicBezTo>
                    <a:pt x="945" y="534"/>
                    <a:pt x="956" y="506"/>
                    <a:pt x="968" y="480"/>
                  </a:cubicBezTo>
                  <a:cubicBezTo>
                    <a:pt x="968" y="478"/>
                    <a:pt x="967" y="477"/>
                    <a:pt x="966" y="478"/>
                  </a:cubicBezTo>
                  <a:cubicBezTo>
                    <a:pt x="960" y="495"/>
                    <a:pt x="953" y="512"/>
                    <a:pt x="944" y="527"/>
                  </a:cubicBezTo>
                  <a:cubicBezTo>
                    <a:pt x="940" y="534"/>
                    <a:pt x="936" y="541"/>
                    <a:pt x="931" y="548"/>
                  </a:cubicBezTo>
                  <a:cubicBezTo>
                    <a:pt x="926" y="553"/>
                    <a:pt x="926" y="560"/>
                    <a:pt x="921" y="565"/>
                  </a:cubicBezTo>
                  <a:cubicBezTo>
                    <a:pt x="908" y="575"/>
                    <a:pt x="898" y="588"/>
                    <a:pt x="886" y="599"/>
                  </a:cubicBezTo>
                  <a:cubicBezTo>
                    <a:pt x="883" y="596"/>
                    <a:pt x="879" y="593"/>
                    <a:pt x="875" y="590"/>
                  </a:cubicBezTo>
                  <a:cubicBezTo>
                    <a:pt x="883" y="575"/>
                    <a:pt x="894" y="562"/>
                    <a:pt x="902" y="546"/>
                  </a:cubicBezTo>
                  <a:cubicBezTo>
                    <a:pt x="905" y="536"/>
                    <a:pt x="908" y="526"/>
                    <a:pt x="911" y="516"/>
                  </a:cubicBezTo>
                  <a:cubicBezTo>
                    <a:pt x="914" y="507"/>
                    <a:pt x="917" y="499"/>
                    <a:pt x="920" y="490"/>
                  </a:cubicBezTo>
                  <a:cubicBezTo>
                    <a:pt x="922" y="487"/>
                    <a:pt x="917" y="485"/>
                    <a:pt x="916" y="488"/>
                  </a:cubicBezTo>
                  <a:cubicBezTo>
                    <a:pt x="908" y="505"/>
                    <a:pt x="900" y="523"/>
                    <a:pt x="890" y="539"/>
                  </a:cubicBezTo>
                  <a:cubicBezTo>
                    <a:pt x="888" y="544"/>
                    <a:pt x="885" y="548"/>
                    <a:pt x="882" y="552"/>
                  </a:cubicBezTo>
                  <a:cubicBezTo>
                    <a:pt x="875" y="562"/>
                    <a:pt x="866" y="572"/>
                    <a:pt x="859" y="581"/>
                  </a:cubicBezTo>
                  <a:lnTo>
                    <a:pt x="851" y="578"/>
                  </a:lnTo>
                  <a:cubicBezTo>
                    <a:pt x="853" y="575"/>
                    <a:pt x="855" y="572"/>
                    <a:pt x="857" y="569"/>
                  </a:cubicBezTo>
                  <a:cubicBezTo>
                    <a:pt x="860" y="565"/>
                    <a:pt x="862" y="559"/>
                    <a:pt x="863" y="554"/>
                  </a:cubicBezTo>
                  <a:cubicBezTo>
                    <a:pt x="870" y="533"/>
                    <a:pt x="883" y="516"/>
                    <a:pt x="889" y="495"/>
                  </a:cubicBezTo>
                  <a:cubicBezTo>
                    <a:pt x="889" y="492"/>
                    <a:pt x="892" y="470"/>
                    <a:pt x="893" y="469"/>
                  </a:cubicBezTo>
                  <a:cubicBezTo>
                    <a:pt x="894" y="469"/>
                    <a:pt x="895" y="463"/>
                    <a:pt x="891" y="463"/>
                  </a:cubicBezTo>
                  <a:lnTo>
                    <a:pt x="889" y="463"/>
                  </a:lnTo>
                  <a:lnTo>
                    <a:pt x="888" y="464"/>
                  </a:lnTo>
                  <a:cubicBezTo>
                    <a:pt x="887" y="465"/>
                    <a:pt x="887" y="464"/>
                    <a:pt x="886" y="465"/>
                  </a:cubicBezTo>
                  <a:cubicBezTo>
                    <a:pt x="879" y="486"/>
                    <a:pt x="869" y="506"/>
                    <a:pt x="858" y="524"/>
                  </a:cubicBezTo>
                  <a:cubicBezTo>
                    <a:pt x="855" y="531"/>
                    <a:pt x="845" y="564"/>
                    <a:pt x="837" y="566"/>
                  </a:cubicBezTo>
                  <a:cubicBezTo>
                    <a:pt x="837" y="566"/>
                    <a:pt x="836" y="566"/>
                    <a:pt x="835" y="567"/>
                  </a:cubicBezTo>
                  <a:lnTo>
                    <a:pt x="834" y="567"/>
                  </a:lnTo>
                  <a:lnTo>
                    <a:pt x="824" y="559"/>
                  </a:lnTo>
                  <a:cubicBezTo>
                    <a:pt x="825" y="556"/>
                    <a:pt x="827" y="554"/>
                    <a:pt x="829" y="551"/>
                  </a:cubicBezTo>
                  <a:cubicBezTo>
                    <a:pt x="830" y="550"/>
                    <a:pt x="831" y="549"/>
                    <a:pt x="832" y="548"/>
                  </a:cubicBezTo>
                  <a:cubicBezTo>
                    <a:pt x="835" y="542"/>
                    <a:pt x="837" y="536"/>
                    <a:pt x="839" y="530"/>
                  </a:cubicBezTo>
                  <a:cubicBezTo>
                    <a:pt x="843" y="518"/>
                    <a:pt x="853" y="506"/>
                    <a:pt x="852" y="492"/>
                  </a:cubicBezTo>
                  <a:lnTo>
                    <a:pt x="851" y="492"/>
                  </a:lnTo>
                  <a:cubicBezTo>
                    <a:pt x="851" y="491"/>
                    <a:pt x="851" y="491"/>
                    <a:pt x="851" y="491"/>
                  </a:cubicBezTo>
                  <a:cubicBezTo>
                    <a:pt x="850" y="491"/>
                    <a:pt x="850" y="491"/>
                    <a:pt x="849" y="491"/>
                  </a:cubicBezTo>
                  <a:lnTo>
                    <a:pt x="848" y="491"/>
                  </a:lnTo>
                  <a:cubicBezTo>
                    <a:pt x="848" y="491"/>
                    <a:pt x="847" y="491"/>
                    <a:pt x="847" y="492"/>
                  </a:cubicBezTo>
                  <a:cubicBezTo>
                    <a:pt x="847" y="500"/>
                    <a:pt x="840" y="507"/>
                    <a:pt x="835" y="512"/>
                  </a:cubicBezTo>
                  <a:cubicBezTo>
                    <a:pt x="831" y="516"/>
                    <a:pt x="828" y="521"/>
                    <a:pt x="825" y="525"/>
                  </a:cubicBezTo>
                  <a:cubicBezTo>
                    <a:pt x="824" y="527"/>
                    <a:pt x="823" y="529"/>
                    <a:pt x="822" y="532"/>
                  </a:cubicBezTo>
                  <a:cubicBezTo>
                    <a:pt x="819" y="538"/>
                    <a:pt x="813" y="544"/>
                    <a:pt x="809" y="550"/>
                  </a:cubicBezTo>
                  <a:cubicBezTo>
                    <a:pt x="807" y="549"/>
                    <a:pt x="805" y="549"/>
                    <a:pt x="803" y="549"/>
                  </a:cubicBezTo>
                  <a:lnTo>
                    <a:pt x="796" y="549"/>
                  </a:lnTo>
                  <a:cubicBezTo>
                    <a:pt x="802" y="538"/>
                    <a:pt x="807" y="524"/>
                    <a:pt x="812" y="516"/>
                  </a:cubicBezTo>
                  <a:cubicBezTo>
                    <a:pt x="821" y="497"/>
                    <a:pt x="828" y="477"/>
                    <a:pt x="831" y="456"/>
                  </a:cubicBezTo>
                  <a:cubicBezTo>
                    <a:pt x="834" y="441"/>
                    <a:pt x="828" y="417"/>
                    <a:pt x="835" y="404"/>
                  </a:cubicBezTo>
                  <a:cubicBezTo>
                    <a:pt x="835" y="403"/>
                    <a:pt x="834" y="402"/>
                    <a:pt x="833" y="403"/>
                  </a:cubicBezTo>
                  <a:cubicBezTo>
                    <a:pt x="822" y="424"/>
                    <a:pt x="815" y="446"/>
                    <a:pt x="812" y="469"/>
                  </a:cubicBezTo>
                  <a:cubicBezTo>
                    <a:pt x="810" y="477"/>
                    <a:pt x="785" y="546"/>
                    <a:pt x="771" y="548"/>
                  </a:cubicBezTo>
                  <a:cubicBezTo>
                    <a:pt x="766" y="547"/>
                    <a:pt x="760" y="546"/>
                    <a:pt x="755" y="544"/>
                  </a:cubicBezTo>
                  <a:cubicBezTo>
                    <a:pt x="758" y="538"/>
                    <a:pt x="760" y="531"/>
                    <a:pt x="762" y="524"/>
                  </a:cubicBezTo>
                  <a:cubicBezTo>
                    <a:pt x="764" y="518"/>
                    <a:pt x="767" y="511"/>
                    <a:pt x="768" y="505"/>
                  </a:cubicBezTo>
                  <a:cubicBezTo>
                    <a:pt x="769" y="500"/>
                    <a:pt x="769" y="495"/>
                    <a:pt x="769" y="490"/>
                  </a:cubicBezTo>
                  <a:cubicBezTo>
                    <a:pt x="769" y="485"/>
                    <a:pt x="769" y="480"/>
                    <a:pt x="768" y="475"/>
                  </a:cubicBezTo>
                  <a:cubicBezTo>
                    <a:pt x="768" y="471"/>
                    <a:pt x="763" y="472"/>
                    <a:pt x="763" y="475"/>
                  </a:cubicBezTo>
                  <a:cubicBezTo>
                    <a:pt x="758" y="492"/>
                    <a:pt x="751" y="509"/>
                    <a:pt x="742" y="524"/>
                  </a:cubicBezTo>
                  <a:cubicBezTo>
                    <a:pt x="741" y="526"/>
                    <a:pt x="741" y="527"/>
                    <a:pt x="740" y="529"/>
                  </a:cubicBezTo>
                  <a:cubicBezTo>
                    <a:pt x="739" y="532"/>
                    <a:pt x="737" y="533"/>
                    <a:pt x="736" y="535"/>
                  </a:cubicBezTo>
                  <a:lnTo>
                    <a:pt x="729" y="535"/>
                  </a:lnTo>
                  <a:lnTo>
                    <a:pt x="728" y="535"/>
                  </a:lnTo>
                  <a:cubicBezTo>
                    <a:pt x="732" y="523"/>
                    <a:pt x="733" y="510"/>
                    <a:pt x="736" y="498"/>
                  </a:cubicBezTo>
                  <a:cubicBezTo>
                    <a:pt x="739" y="487"/>
                    <a:pt x="737" y="473"/>
                    <a:pt x="740" y="459"/>
                  </a:cubicBezTo>
                  <a:cubicBezTo>
                    <a:pt x="741" y="451"/>
                    <a:pt x="742" y="444"/>
                    <a:pt x="742" y="436"/>
                  </a:cubicBezTo>
                  <a:cubicBezTo>
                    <a:pt x="742" y="431"/>
                    <a:pt x="741" y="425"/>
                    <a:pt x="741" y="420"/>
                  </a:cubicBezTo>
                  <a:cubicBezTo>
                    <a:pt x="741" y="420"/>
                    <a:pt x="742" y="420"/>
                    <a:pt x="741" y="419"/>
                  </a:cubicBezTo>
                  <a:cubicBezTo>
                    <a:pt x="740" y="418"/>
                    <a:pt x="740" y="419"/>
                    <a:pt x="740" y="419"/>
                  </a:cubicBezTo>
                  <a:lnTo>
                    <a:pt x="739" y="419"/>
                  </a:lnTo>
                  <a:lnTo>
                    <a:pt x="738" y="419"/>
                  </a:lnTo>
                  <a:cubicBezTo>
                    <a:pt x="738" y="420"/>
                    <a:pt x="738" y="420"/>
                    <a:pt x="738" y="420"/>
                  </a:cubicBezTo>
                  <a:cubicBezTo>
                    <a:pt x="736" y="439"/>
                    <a:pt x="728" y="456"/>
                    <a:pt x="727" y="475"/>
                  </a:cubicBezTo>
                  <a:cubicBezTo>
                    <a:pt x="725" y="494"/>
                    <a:pt x="721" y="513"/>
                    <a:pt x="713" y="531"/>
                  </a:cubicBezTo>
                  <a:cubicBezTo>
                    <a:pt x="707" y="531"/>
                    <a:pt x="701" y="532"/>
                    <a:pt x="695" y="534"/>
                  </a:cubicBezTo>
                  <a:lnTo>
                    <a:pt x="694" y="534"/>
                  </a:lnTo>
                  <a:cubicBezTo>
                    <a:pt x="691" y="535"/>
                    <a:pt x="688" y="536"/>
                    <a:pt x="686" y="537"/>
                  </a:cubicBezTo>
                  <a:cubicBezTo>
                    <a:pt x="681" y="539"/>
                    <a:pt x="675" y="540"/>
                    <a:pt x="670" y="540"/>
                  </a:cubicBezTo>
                  <a:cubicBezTo>
                    <a:pt x="687" y="533"/>
                    <a:pt x="694" y="515"/>
                    <a:pt x="695" y="490"/>
                  </a:cubicBezTo>
                  <a:cubicBezTo>
                    <a:pt x="697" y="471"/>
                    <a:pt x="707" y="456"/>
                    <a:pt x="706" y="436"/>
                  </a:cubicBezTo>
                  <a:cubicBezTo>
                    <a:pt x="704" y="411"/>
                    <a:pt x="703" y="386"/>
                    <a:pt x="700" y="361"/>
                  </a:cubicBezTo>
                  <a:cubicBezTo>
                    <a:pt x="700" y="357"/>
                    <a:pt x="694" y="356"/>
                    <a:pt x="693" y="361"/>
                  </a:cubicBezTo>
                  <a:cubicBezTo>
                    <a:pt x="691" y="379"/>
                    <a:pt x="690" y="397"/>
                    <a:pt x="690" y="415"/>
                  </a:cubicBezTo>
                  <a:cubicBezTo>
                    <a:pt x="690" y="419"/>
                    <a:pt x="690" y="424"/>
                    <a:pt x="690" y="428"/>
                  </a:cubicBezTo>
                  <a:cubicBezTo>
                    <a:pt x="691" y="457"/>
                    <a:pt x="681" y="523"/>
                    <a:pt x="646" y="525"/>
                  </a:cubicBezTo>
                  <a:cubicBezTo>
                    <a:pt x="645" y="525"/>
                    <a:pt x="644" y="526"/>
                    <a:pt x="643" y="526"/>
                  </a:cubicBezTo>
                  <a:cubicBezTo>
                    <a:pt x="641" y="527"/>
                    <a:pt x="640" y="528"/>
                    <a:pt x="639" y="530"/>
                  </a:cubicBezTo>
                  <a:cubicBezTo>
                    <a:pt x="639" y="531"/>
                    <a:pt x="638" y="532"/>
                    <a:pt x="638" y="533"/>
                  </a:cubicBezTo>
                  <a:lnTo>
                    <a:pt x="635" y="533"/>
                  </a:lnTo>
                  <a:cubicBezTo>
                    <a:pt x="635" y="527"/>
                    <a:pt x="638" y="520"/>
                    <a:pt x="639" y="513"/>
                  </a:cubicBezTo>
                  <a:cubicBezTo>
                    <a:pt x="639" y="507"/>
                    <a:pt x="641" y="503"/>
                    <a:pt x="642" y="497"/>
                  </a:cubicBezTo>
                  <a:cubicBezTo>
                    <a:pt x="641" y="490"/>
                    <a:pt x="640" y="482"/>
                    <a:pt x="638" y="475"/>
                  </a:cubicBezTo>
                  <a:cubicBezTo>
                    <a:pt x="638" y="471"/>
                    <a:pt x="632" y="472"/>
                    <a:pt x="632" y="475"/>
                  </a:cubicBezTo>
                  <a:cubicBezTo>
                    <a:pt x="629" y="490"/>
                    <a:pt x="621" y="503"/>
                    <a:pt x="620" y="519"/>
                  </a:cubicBezTo>
                  <a:cubicBezTo>
                    <a:pt x="620" y="525"/>
                    <a:pt x="616" y="531"/>
                    <a:pt x="616" y="537"/>
                  </a:cubicBezTo>
                  <a:lnTo>
                    <a:pt x="606" y="540"/>
                  </a:lnTo>
                  <a:cubicBezTo>
                    <a:pt x="606" y="535"/>
                    <a:pt x="606" y="531"/>
                    <a:pt x="606" y="527"/>
                  </a:cubicBezTo>
                  <a:cubicBezTo>
                    <a:pt x="606" y="491"/>
                    <a:pt x="601" y="456"/>
                    <a:pt x="591" y="422"/>
                  </a:cubicBezTo>
                  <a:cubicBezTo>
                    <a:pt x="591" y="421"/>
                    <a:pt x="591" y="421"/>
                    <a:pt x="590" y="421"/>
                  </a:cubicBezTo>
                  <a:lnTo>
                    <a:pt x="590" y="420"/>
                  </a:lnTo>
                  <a:lnTo>
                    <a:pt x="589" y="420"/>
                  </a:lnTo>
                  <a:lnTo>
                    <a:pt x="588" y="420"/>
                  </a:lnTo>
                  <a:lnTo>
                    <a:pt x="588" y="421"/>
                  </a:lnTo>
                  <a:lnTo>
                    <a:pt x="588" y="422"/>
                  </a:lnTo>
                  <a:cubicBezTo>
                    <a:pt x="595" y="459"/>
                    <a:pt x="586" y="500"/>
                    <a:pt x="585" y="540"/>
                  </a:cubicBezTo>
                  <a:lnTo>
                    <a:pt x="573" y="536"/>
                  </a:lnTo>
                  <a:cubicBezTo>
                    <a:pt x="571" y="530"/>
                    <a:pt x="570" y="525"/>
                    <a:pt x="570" y="519"/>
                  </a:cubicBezTo>
                  <a:cubicBezTo>
                    <a:pt x="570" y="516"/>
                    <a:pt x="570" y="514"/>
                    <a:pt x="571" y="511"/>
                  </a:cubicBezTo>
                  <a:cubicBezTo>
                    <a:pt x="582" y="492"/>
                    <a:pt x="568" y="462"/>
                    <a:pt x="564" y="441"/>
                  </a:cubicBezTo>
                  <a:cubicBezTo>
                    <a:pt x="562" y="420"/>
                    <a:pt x="556" y="400"/>
                    <a:pt x="546" y="382"/>
                  </a:cubicBezTo>
                  <a:cubicBezTo>
                    <a:pt x="543" y="378"/>
                    <a:pt x="538" y="382"/>
                    <a:pt x="540" y="385"/>
                  </a:cubicBezTo>
                  <a:cubicBezTo>
                    <a:pt x="550" y="401"/>
                    <a:pt x="546" y="426"/>
                    <a:pt x="549" y="444"/>
                  </a:cubicBezTo>
                  <a:cubicBezTo>
                    <a:pt x="549" y="449"/>
                    <a:pt x="550" y="453"/>
                    <a:pt x="550" y="457"/>
                  </a:cubicBezTo>
                  <a:cubicBezTo>
                    <a:pt x="543" y="444"/>
                    <a:pt x="535" y="430"/>
                    <a:pt x="530" y="416"/>
                  </a:cubicBezTo>
                  <a:cubicBezTo>
                    <a:pt x="514" y="383"/>
                    <a:pt x="503" y="348"/>
                    <a:pt x="498" y="312"/>
                  </a:cubicBezTo>
                  <a:cubicBezTo>
                    <a:pt x="498" y="308"/>
                    <a:pt x="492" y="309"/>
                    <a:pt x="492" y="312"/>
                  </a:cubicBezTo>
                  <a:cubicBezTo>
                    <a:pt x="486" y="380"/>
                    <a:pt x="519" y="439"/>
                    <a:pt x="547" y="499"/>
                  </a:cubicBezTo>
                  <a:cubicBezTo>
                    <a:pt x="547" y="500"/>
                    <a:pt x="547" y="500"/>
                    <a:pt x="547" y="500"/>
                  </a:cubicBezTo>
                  <a:cubicBezTo>
                    <a:pt x="548" y="501"/>
                    <a:pt x="549" y="502"/>
                    <a:pt x="550" y="503"/>
                  </a:cubicBezTo>
                  <a:cubicBezTo>
                    <a:pt x="548" y="508"/>
                    <a:pt x="546" y="513"/>
                    <a:pt x="543" y="518"/>
                  </a:cubicBezTo>
                  <a:cubicBezTo>
                    <a:pt x="542" y="517"/>
                    <a:pt x="540" y="516"/>
                    <a:pt x="538" y="516"/>
                  </a:cubicBezTo>
                  <a:cubicBezTo>
                    <a:pt x="534" y="516"/>
                    <a:pt x="530" y="514"/>
                    <a:pt x="526" y="512"/>
                  </a:cubicBezTo>
                  <a:cubicBezTo>
                    <a:pt x="525" y="512"/>
                    <a:pt x="525" y="512"/>
                    <a:pt x="524" y="511"/>
                  </a:cubicBezTo>
                  <a:cubicBezTo>
                    <a:pt x="520" y="509"/>
                    <a:pt x="514" y="504"/>
                    <a:pt x="514" y="499"/>
                  </a:cubicBezTo>
                  <a:cubicBezTo>
                    <a:pt x="514" y="494"/>
                    <a:pt x="509" y="495"/>
                    <a:pt x="508" y="498"/>
                  </a:cubicBezTo>
                  <a:cubicBezTo>
                    <a:pt x="506" y="507"/>
                    <a:pt x="514" y="518"/>
                    <a:pt x="521" y="523"/>
                  </a:cubicBezTo>
                  <a:cubicBezTo>
                    <a:pt x="522" y="523"/>
                    <a:pt x="523" y="524"/>
                    <a:pt x="523" y="524"/>
                  </a:cubicBezTo>
                  <a:cubicBezTo>
                    <a:pt x="527" y="526"/>
                    <a:pt x="532" y="528"/>
                    <a:pt x="537" y="528"/>
                  </a:cubicBezTo>
                  <a:cubicBezTo>
                    <a:pt x="538" y="528"/>
                    <a:pt x="538" y="528"/>
                    <a:pt x="539" y="528"/>
                  </a:cubicBezTo>
                  <a:cubicBezTo>
                    <a:pt x="538" y="530"/>
                    <a:pt x="537" y="532"/>
                    <a:pt x="535" y="534"/>
                  </a:cubicBezTo>
                  <a:cubicBezTo>
                    <a:pt x="533" y="537"/>
                    <a:pt x="531" y="541"/>
                    <a:pt x="529" y="544"/>
                  </a:cubicBezTo>
                  <a:cubicBezTo>
                    <a:pt x="522" y="534"/>
                    <a:pt x="509" y="535"/>
                    <a:pt x="499" y="527"/>
                  </a:cubicBezTo>
                  <a:cubicBezTo>
                    <a:pt x="491" y="520"/>
                    <a:pt x="484" y="513"/>
                    <a:pt x="477" y="506"/>
                  </a:cubicBezTo>
                  <a:cubicBezTo>
                    <a:pt x="470" y="501"/>
                    <a:pt x="465" y="495"/>
                    <a:pt x="460" y="488"/>
                  </a:cubicBezTo>
                  <a:cubicBezTo>
                    <a:pt x="460" y="487"/>
                    <a:pt x="458" y="488"/>
                    <a:pt x="458" y="490"/>
                  </a:cubicBezTo>
                  <a:cubicBezTo>
                    <a:pt x="459" y="495"/>
                    <a:pt x="462" y="500"/>
                    <a:pt x="464" y="505"/>
                  </a:cubicBezTo>
                  <a:cubicBezTo>
                    <a:pt x="467" y="513"/>
                    <a:pt x="470" y="520"/>
                    <a:pt x="475" y="528"/>
                  </a:cubicBezTo>
                  <a:cubicBezTo>
                    <a:pt x="476" y="530"/>
                    <a:pt x="478" y="533"/>
                    <a:pt x="479" y="535"/>
                  </a:cubicBezTo>
                  <a:cubicBezTo>
                    <a:pt x="484" y="541"/>
                    <a:pt x="489" y="546"/>
                    <a:pt x="495" y="550"/>
                  </a:cubicBezTo>
                  <a:cubicBezTo>
                    <a:pt x="496" y="550"/>
                    <a:pt x="496" y="550"/>
                    <a:pt x="496" y="550"/>
                  </a:cubicBezTo>
                  <a:cubicBezTo>
                    <a:pt x="499" y="552"/>
                    <a:pt x="501" y="553"/>
                    <a:pt x="504" y="554"/>
                  </a:cubicBezTo>
                  <a:cubicBezTo>
                    <a:pt x="506" y="555"/>
                    <a:pt x="509" y="556"/>
                    <a:pt x="512" y="557"/>
                  </a:cubicBezTo>
                  <a:cubicBezTo>
                    <a:pt x="513" y="558"/>
                    <a:pt x="513" y="558"/>
                    <a:pt x="514" y="559"/>
                  </a:cubicBezTo>
                  <a:cubicBezTo>
                    <a:pt x="513" y="560"/>
                    <a:pt x="511" y="561"/>
                    <a:pt x="510" y="562"/>
                  </a:cubicBezTo>
                  <a:cubicBezTo>
                    <a:pt x="507" y="564"/>
                    <a:pt x="505" y="564"/>
                    <a:pt x="502" y="565"/>
                  </a:cubicBezTo>
                  <a:cubicBezTo>
                    <a:pt x="499" y="566"/>
                    <a:pt x="497" y="567"/>
                    <a:pt x="494" y="569"/>
                  </a:cubicBezTo>
                  <a:cubicBezTo>
                    <a:pt x="493" y="569"/>
                    <a:pt x="492" y="569"/>
                    <a:pt x="492" y="569"/>
                  </a:cubicBezTo>
                  <a:cubicBezTo>
                    <a:pt x="491" y="569"/>
                    <a:pt x="490" y="569"/>
                    <a:pt x="489" y="570"/>
                  </a:cubicBezTo>
                  <a:cubicBezTo>
                    <a:pt x="488" y="571"/>
                    <a:pt x="488" y="570"/>
                    <a:pt x="488" y="570"/>
                  </a:cubicBezTo>
                  <a:lnTo>
                    <a:pt x="481" y="576"/>
                  </a:lnTo>
                  <a:cubicBezTo>
                    <a:pt x="470" y="573"/>
                    <a:pt x="460" y="569"/>
                    <a:pt x="450" y="563"/>
                  </a:cubicBezTo>
                  <a:cubicBezTo>
                    <a:pt x="441" y="558"/>
                    <a:pt x="433" y="552"/>
                    <a:pt x="426" y="545"/>
                  </a:cubicBezTo>
                  <a:cubicBezTo>
                    <a:pt x="411" y="530"/>
                    <a:pt x="402" y="510"/>
                    <a:pt x="386" y="497"/>
                  </a:cubicBezTo>
                  <a:cubicBezTo>
                    <a:pt x="383" y="494"/>
                    <a:pt x="380" y="499"/>
                    <a:pt x="382" y="501"/>
                  </a:cubicBezTo>
                  <a:cubicBezTo>
                    <a:pt x="386" y="506"/>
                    <a:pt x="389" y="511"/>
                    <a:pt x="392" y="516"/>
                  </a:cubicBezTo>
                  <a:cubicBezTo>
                    <a:pt x="396" y="523"/>
                    <a:pt x="399" y="530"/>
                    <a:pt x="402" y="536"/>
                  </a:cubicBezTo>
                  <a:cubicBezTo>
                    <a:pt x="402" y="537"/>
                    <a:pt x="402" y="537"/>
                    <a:pt x="403" y="538"/>
                  </a:cubicBezTo>
                  <a:cubicBezTo>
                    <a:pt x="408" y="548"/>
                    <a:pt x="416" y="557"/>
                    <a:pt x="425" y="566"/>
                  </a:cubicBezTo>
                  <a:cubicBezTo>
                    <a:pt x="432" y="573"/>
                    <a:pt x="441" y="580"/>
                    <a:pt x="450" y="585"/>
                  </a:cubicBezTo>
                  <a:cubicBezTo>
                    <a:pt x="454" y="587"/>
                    <a:pt x="457" y="589"/>
                    <a:pt x="461" y="591"/>
                  </a:cubicBezTo>
                  <a:lnTo>
                    <a:pt x="449" y="600"/>
                  </a:lnTo>
                  <a:cubicBezTo>
                    <a:pt x="441" y="598"/>
                    <a:pt x="434" y="596"/>
                    <a:pt x="426" y="594"/>
                  </a:cubicBezTo>
                  <a:cubicBezTo>
                    <a:pt x="413" y="586"/>
                    <a:pt x="401" y="575"/>
                    <a:pt x="391" y="562"/>
                  </a:cubicBezTo>
                  <a:cubicBezTo>
                    <a:pt x="388" y="560"/>
                    <a:pt x="383" y="562"/>
                    <a:pt x="385" y="566"/>
                  </a:cubicBezTo>
                  <a:cubicBezTo>
                    <a:pt x="395" y="580"/>
                    <a:pt x="400" y="598"/>
                    <a:pt x="415" y="607"/>
                  </a:cubicBezTo>
                  <a:cubicBezTo>
                    <a:pt x="420" y="610"/>
                    <a:pt x="426" y="613"/>
                    <a:pt x="431" y="615"/>
                  </a:cubicBezTo>
                  <a:lnTo>
                    <a:pt x="427" y="619"/>
                  </a:lnTo>
                  <a:lnTo>
                    <a:pt x="425" y="620"/>
                  </a:lnTo>
                  <a:cubicBezTo>
                    <a:pt x="424" y="619"/>
                    <a:pt x="423" y="619"/>
                    <a:pt x="422" y="618"/>
                  </a:cubicBezTo>
                  <a:cubicBezTo>
                    <a:pt x="421" y="617"/>
                    <a:pt x="420" y="617"/>
                    <a:pt x="419" y="617"/>
                  </a:cubicBezTo>
                  <a:cubicBezTo>
                    <a:pt x="415" y="616"/>
                    <a:pt x="411" y="614"/>
                    <a:pt x="407" y="612"/>
                  </a:cubicBezTo>
                  <a:cubicBezTo>
                    <a:pt x="403" y="610"/>
                    <a:pt x="400" y="607"/>
                    <a:pt x="397" y="604"/>
                  </a:cubicBezTo>
                  <a:cubicBezTo>
                    <a:pt x="392" y="599"/>
                    <a:pt x="387" y="595"/>
                    <a:pt x="381" y="591"/>
                  </a:cubicBezTo>
                  <a:cubicBezTo>
                    <a:pt x="375" y="587"/>
                    <a:pt x="364" y="581"/>
                    <a:pt x="362" y="574"/>
                  </a:cubicBezTo>
                  <a:cubicBezTo>
                    <a:pt x="362" y="573"/>
                    <a:pt x="362" y="574"/>
                    <a:pt x="361" y="573"/>
                  </a:cubicBezTo>
                  <a:cubicBezTo>
                    <a:pt x="360" y="572"/>
                    <a:pt x="361" y="572"/>
                    <a:pt x="361" y="572"/>
                  </a:cubicBezTo>
                  <a:cubicBezTo>
                    <a:pt x="360" y="572"/>
                    <a:pt x="360" y="571"/>
                    <a:pt x="359" y="571"/>
                  </a:cubicBezTo>
                  <a:cubicBezTo>
                    <a:pt x="359" y="571"/>
                    <a:pt x="359" y="572"/>
                    <a:pt x="358" y="572"/>
                  </a:cubicBezTo>
                  <a:lnTo>
                    <a:pt x="357" y="573"/>
                  </a:lnTo>
                  <a:lnTo>
                    <a:pt x="357" y="574"/>
                  </a:lnTo>
                  <a:cubicBezTo>
                    <a:pt x="359" y="581"/>
                    <a:pt x="361" y="588"/>
                    <a:pt x="365" y="594"/>
                  </a:cubicBezTo>
                  <a:cubicBezTo>
                    <a:pt x="368" y="600"/>
                    <a:pt x="373" y="606"/>
                    <a:pt x="379" y="611"/>
                  </a:cubicBezTo>
                  <a:cubicBezTo>
                    <a:pt x="384" y="619"/>
                    <a:pt x="392" y="627"/>
                    <a:pt x="401" y="632"/>
                  </a:cubicBezTo>
                  <a:cubicBezTo>
                    <a:pt x="404" y="634"/>
                    <a:pt x="407" y="635"/>
                    <a:pt x="410" y="636"/>
                  </a:cubicBezTo>
                  <a:cubicBezTo>
                    <a:pt x="408" y="640"/>
                    <a:pt x="406" y="644"/>
                    <a:pt x="403" y="647"/>
                  </a:cubicBezTo>
                  <a:lnTo>
                    <a:pt x="394" y="658"/>
                  </a:lnTo>
                  <a:cubicBezTo>
                    <a:pt x="380" y="650"/>
                    <a:pt x="363" y="645"/>
                    <a:pt x="349" y="635"/>
                  </a:cubicBezTo>
                  <a:cubicBezTo>
                    <a:pt x="330" y="620"/>
                    <a:pt x="313" y="603"/>
                    <a:pt x="296" y="585"/>
                  </a:cubicBezTo>
                  <a:cubicBezTo>
                    <a:pt x="296" y="585"/>
                    <a:pt x="296" y="584"/>
                    <a:pt x="295" y="584"/>
                  </a:cubicBezTo>
                  <a:lnTo>
                    <a:pt x="294" y="584"/>
                  </a:lnTo>
                  <a:cubicBezTo>
                    <a:pt x="293" y="584"/>
                    <a:pt x="293" y="584"/>
                    <a:pt x="292" y="584"/>
                  </a:cubicBezTo>
                  <a:lnTo>
                    <a:pt x="291" y="585"/>
                  </a:lnTo>
                  <a:cubicBezTo>
                    <a:pt x="290" y="586"/>
                    <a:pt x="291" y="586"/>
                    <a:pt x="291" y="587"/>
                  </a:cubicBezTo>
                  <a:lnTo>
                    <a:pt x="291" y="588"/>
                  </a:lnTo>
                  <a:cubicBezTo>
                    <a:pt x="291" y="588"/>
                    <a:pt x="292" y="588"/>
                    <a:pt x="292" y="589"/>
                  </a:cubicBezTo>
                  <a:lnTo>
                    <a:pt x="292" y="590"/>
                  </a:lnTo>
                  <a:cubicBezTo>
                    <a:pt x="306" y="613"/>
                    <a:pt x="322" y="636"/>
                    <a:pt x="341" y="656"/>
                  </a:cubicBezTo>
                  <a:cubicBezTo>
                    <a:pt x="347" y="661"/>
                    <a:pt x="354" y="666"/>
                    <a:pt x="362" y="671"/>
                  </a:cubicBezTo>
                  <a:cubicBezTo>
                    <a:pt x="366" y="673"/>
                    <a:pt x="371" y="676"/>
                    <a:pt x="376" y="678"/>
                  </a:cubicBezTo>
                  <a:cubicBezTo>
                    <a:pt x="369" y="685"/>
                    <a:pt x="361" y="692"/>
                    <a:pt x="353" y="697"/>
                  </a:cubicBezTo>
                  <a:cubicBezTo>
                    <a:pt x="346" y="695"/>
                    <a:pt x="340" y="693"/>
                    <a:pt x="334" y="689"/>
                  </a:cubicBezTo>
                  <a:cubicBezTo>
                    <a:pt x="326" y="685"/>
                    <a:pt x="319" y="680"/>
                    <a:pt x="313" y="673"/>
                  </a:cubicBezTo>
                  <a:cubicBezTo>
                    <a:pt x="304" y="666"/>
                    <a:pt x="294" y="661"/>
                    <a:pt x="284" y="652"/>
                  </a:cubicBezTo>
                  <a:cubicBezTo>
                    <a:pt x="272" y="641"/>
                    <a:pt x="265" y="624"/>
                    <a:pt x="248" y="618"/>
                  </a:cubicBezTo>
                  <a:cubicBezTo>
                    <a:pt x="247" y="618"/>
                    <a:pt x="247" y="618"/>
                    <a:pt x="247" y="618"/>
                  </a:cubicBezTo>
                  <a:cubicBezTo>
                    <a:pt x="246" y="618"/>
                    <a:pt x="246" y="618"/>
                    <a:pt x="246" y="619"/>
                  </a:cubicBezTo>
                  <a:cubicBezTo>
                    <a:pt x="246" y="619"/>
                    <a:pt x="245" y="619"/>
                    <a:pt x="245" y="620"/>
                  </a:cubicBezTo>
                  <a:lnTo>
                    <a:pt x="246" y="621"/>
                  </a:lnTo>
                  <a:cubicBezTo>
                    <a:pt x="257" y="630"/>
                    <a:pt x="266" y="641"/>
                    <a:pt x="273" y="653"/>
                  </a:cubicBezTo>
                  <a:cubicBezTo>
                    <a:pt x="281" y="661"/>
                    <a:pt x="289" y="670"/>
                    <a:pt x="298" y="677"/>
                  </a:cubicBezTo>
                  <a:cubicBezTo>
                    <a:pt x="308" y="691"/>
                    <a:pt x="320" y="703"/>
                    <a:pt x="334" y="713"/>
                  </a:cubicBezTo>
                  <a:cubicBezTo>
                    <a:pt x="333" y="714"/>
                    <a:pt x="331" y="716"/>
                    <a:pt x="330" y="718"/>
                  </a:cubicBezTo>
                  <a:cubicBezTo>
                    <a:pt x="324" y="717"/>
                    <a:pt x="318" y="715"/>
                    <a:pt x="313" y="712"/>
                  </a:cubicBezTo>
                  <a:cubicBezTo>
                    <a:pt x="306" y="708"/>
                    <a:pt x="300" y="703"/>
                    <a:pt x="293" y="700"/>
                  </a:cubicBezTo>
                  <a:cubicBezTo>
                    <a:pt x="289" y="698"/>
                    <a:pt x="285" y="696"/>
                    <a:pt x="281" y="693"/>
                  </a:cubicBezTo>
                  <a:cubicBezTo>
                    <a:pt x="275" y="690"/>
                    <a:pt x="270" y="687"/>
                    <a:pt x="265" y="683"/>
                  </a:cubicBezTo>
                  <a:cubicBezTo>
                    <a:pt x="263" y="681"/>
                    <a:pt x="260" y="684"/>
                    <a:pt x="262" y="687"/>
                  </a:cubicBezTo>
                  <a:cubicBezTo>
                    <a:pt x="271" y="700"/>
                    <a:pt x="283" y="711"/>
                    <a:pt x="296" y="720"/>
                  </a:cubicBezTo>
                  <a:cubicBezTo>
                    <a:pt x="300" y="724"/>
                    <a:pt x="305" y="727"/>
                    <a:pt x="309" y="730"/>
                  </a:cubicBezTo>
                  <a:cubicBezTo>
                    <a:pt x="313" y="732"/>
                    <a:pt x="317" y="734"/>
                    <a:pt x="322" y="735"/>
                  </a:cubicBezTo>
                  <a:lnTo>
                    <a:pt x="321" y="738"/>
                  </a:lnTo>
                  <a:lnTo>
                    <a:pt x="319" y="737"/>
                  </a:lnTo>
                  <a:cubicBezTo>
                    <a:pt x="315" y="735"/>
                    <a:pt x="311" y="733"/>
                    <a:pt x="306" y="733"/>
                  </a:cubicBezTo>
                  <a:cubicBezTo>
                    <a:pt x="296" y="730"/>
                    <a:pt x="287" y="726"/>
                    <a:pt x="278" y="721"/>
                  </a:cubicBezTo>
                  <a:cubicBezTo>
                    <a:pt x="277" y="721"/>
                    <a:pt x="277" y="721"/>
                    <a:pt x="276" y="720"/>
                  </a:cubicBezTo>
                  <a:cubicBezTo>
                    <a:pt x="270" y="717"/>
                    <a:pt x="263" y="714"/>
                    <a:pt x="256" y="710"/>
                  </a:cubicBezTo>
                  <a:cubicBezTo>
                    <a:pt x="241" y="701"/>
                    <a:pt x="226" y="690"/>
                    <a:pt x="213" y="677"/>
                  </a:cubicBezTo>
                  <a:cubicBezTo>
                    <a:pt x="211" y="676"/>
                    <a:pt x="208" y="677"/>
                    <a:pt x="210" y="680"/>
                  </a:cubicBezTo>
                  <a:cubicBezTo>
                    <a:pt x="219" y="694"/>
                    <a:pt x="230" y="708"/>
                    <a:pt x="243" y="719"/>
                  </a:cubicBezTo>
                  <a:cubicBezTo>
                    <a:pt x="255" y="730"/>
                    <a:pt x="271" y="736"/>
                    <a:pt x="284" y="746"/>
                  </a:cubicBezTo>
                  <a:cubicBezTo>
                    <a:pt x="285" y="746"/>
                    <a:pt x="287" y="747"/>
                    <a:pt x="288" y="748"/>
                  </a:cubicBezTo>
                  <a:cubicBezTo>
                    <a:pt x="289" y="749"/>
                    <a:pt x="291" y="749"/>
                    <a:pt x="292" y="750"/>
                  </a:cubicBezTo>
                  <a:cubicBezTo>
                    <a:pt x="289" y="750"/>
                    <a:pt x="287" y="749"/>
                    <a:pt x="284" y="749"/>
                  </a:cubicBezTo>
                  <a:cubicBezTo>
                    <a:pt x="281" y="749"/>
                    <a:pt x="279" y="750"/>
                    <a:pt x="276" y="750"/>
                  </a:cubicBezTo>
                  <a:cubicBezTo>
                    <a:pt x="268" y="750"/>
                    <a:pt x="262" y="745"/>
                    <a:pt x="254" y="743"/>
                  </a:cubicBezTo>
                  <a:cubicBezTo>
                    <a:pt x="240" y="739"/>
                    <a:pt x="226" y="732"/>
                    <a:pt x="212" y="728"/>
                  </a:cubicBezTo>
                  <a:cubicBezTo>
                    <a:pt x="209" y="728"/>
                    <a:pt x="207" y="732"/>
                    <a:pt x="210" y="733"/>
                  </a:cubicBezTo>
                  <a:cubicBezTo>
                    <a:pt x="213" y="735"/>
                    <a:pt x="218" y="742"/>
                    <a:pt x="224" y="744"/>
                  </a:cubicBezTo>
                  <a:cubicBezTo>
                    <a:pt x="225" y="744"/>
                    <a:pt x="226" y="745"/>
                    <a:pt x="227" y="745"/>
                  </a:cubicBezTo>
                  <a:cubicBezTo>
                    <a:pt x="232" y="749"/>
                    <a:pt x="238" y="752"/>
                    <a:pt x="243" y="756"/>
                  </a:cubicBezTo>
                  <a:cubicBezTo>
                    <a:pt x="249" y="759"/>
                    <a:pt x="254" y="765"/>
                    <a:pt x="260" y="767"/>
                  </a:cubicBezTo>
                  <a:cubicBezTo>
                    <a:pt x="258" y="767"/>
                    <a:pt x="256" y="767"/>
                    <a:pt x="255" y="767"/>
                  </a:cubicBezTo>
                  <a:cubicBezTo>
                    <a:pt x="253" y="767"/>
                    <a:pt x="251" y="767"/>
                    <a:pt x="249" y="767"/>
                  </a:cubicBezTo>
                  <a:cubicBezTo>
                    <a:pt x="236" y="766"/>
                    <a:pt x="223" y="764"/>
                    <a:pt x="210" y="761"/>
                  </a:cubicBezTo>
                  <a:cubicBezTo>
                    <a:pt x="202" y="759"/>
                    <a:pt x="184" y="756"/>
                    <a:pt x="180" y="749"/>
                  </a:cubicBezTo>
                  <a:lnTo>
                    <a:pt x="179" y="748"/>
                  </a:lnTo>
                  <a:lnTo>
                    <a:pt x="178" y="748"/>
                  </a:lnTo>
                  <a:cubicBezTo>
                    <a:pt x="177" y="748"/>
                    <a:pt x="176" y="748"/>
                    <a:pt x="176" y="748"/>
                  </a:cubicBezTo>
                  <a:cubicBezTo>
                    <a:pt x="175" y="749"/>
                    <a:pt x="175" y="749"/>
                    <a:pt x="175" y="749"/>
                  </a:cubicBezTo>
                  <a:cubicBezTo>
                    <a:pt x="175" y="750"/>
                    <a:pt x="174" y="750"/>
                    <a:pt x="174" y="751"/>
                  </a:cubicBezTo>
                  <a:lnTo>
                    <a:pt x="174" y="752"/>
                  </a:lnTo>
                  <a:cubicBezTo>
                    <a:pt x="179" y="767"/>
                    <a:pt x="200" y="776"/>
                    <a:pt x="217" y="781"/>
                  </a:cubicBezTo>
                  <a:cubicBezTo>
                    <a:pt x="177" y="780"/>
                    <a:pt x="139" y="770"/>
                    <a:pt x="105" y="749"/>
                  </a:cubicBezTo>
                  <a:cubicBezTo>
                    <a:pt x="101" y="747"/>
                    <a:pt x="96" y="744"/>
                    <a:pt x="92" y="741"/>
                  </a:cubicBezTo>
                  <a:cubicBezTo>
                    <a:pt x="43" y="705"/>
                    <a:pt x="31" y="638"/>
                    <a:pt x="31" y="583"/>
                  </a:cubicBezTo>
                  <a:cubicBezTo>
                    <a:pt x="29" y="574"/>
                    <a:pt x="46" y="570"/>
                    <a:pt x="55" y="562"/>
                  </a:cubicBezTo>
                  <a:lnTo>
                    <a:pt x="54" y="5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8"/>
            <p:cNvSpPr/>
            <p:nvPr/>
          </p:nvSpPr>
          <p:spPr>
            <a:xfrm>
              <a:off x="8010360" y="3337560"/>
              <a:ext cx="7920" cy="25560"/>
            </a:xfrm>
            <a:custGeom>
              <a:rect b="b" l="l" r="r" t="t"/>
              <a:pathLst>
                <a:path extrusionOk="0" h="71" w="22">
                  <a:moveTo>
                    <a:pt x="15" y="3"/>
                  </a:moveTo>
                  <a:cubicBezTo>
                    <a:pt x="15" y="19"/>
                    <a:pt x="12" y="34"/>
                    <a:pt x="8" y="49"/>
                  </a:cubicBezTo>
                  <a:cubicBezTo>
                    <a:pt x="6" y="56"/>
                    <a:pt x="0" y="61"/>
                    <a:pt x="4" y="69"/>
                  </a:cubicBezTo>
                  <a:cubicBezTo>
                    <a:pt x="4" y="69"/>
                    <a:pt x="5" y="68"/>
                    <a:pt x="5" y="69"/>
                  </a:cubicBezTo>
                  <a:cubicBezTo>
                    <a:pt x="6" y="70"/>
                    <a:pt x="5" y="70"/>
                    <a:pt x="6" y="70"/>
                  </a:cubicBezTo>
                  <a:lnTo>
                    <a:pt x="7" y="69"/>
                  </a:lnTo>
                  <a:cubicBezTo>
                    <a:pt x="10" y="64"/>
                    <a:pt x="13" y="60"/>
                    <a:pt x="16" y="55"/>
                  </a:cubicBezTo>
                  <a:cubicBezTo>
                    <a:pt x="18" y="50"/>
                    <a:pt x="19" y="45"/>
                    <a:pt x="20" y="40"/>
                  </a:cubicBezTo>
                  <a:cubicBezTo>
                    <a:pt x="21" y="34"/>
                    <a:pt x="21" y="28"/>
                    <a:pt x="21" y="22"/>
                  </a:cubicBezTo>
                  <a:cubicBezTo>
                    <a:pt x="21" y="16"/>
                    <a:pt x="21" y="10"/>
                    <a:pt x="20" y="4"/>
                  </a:cubicBezTo>
                  <a:cubicBezTo>
                    <a:pt x="20" y="0"/>
                    <a:pt x="15" y="0"/>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8"/>
            <p:cNvSpPr/>
            <p:nvPr/>
          </p:nvSpPr>
          <p:spPr>
            <a:xfrm>
              <a:off x="8075520" y="3135960"/>
              <a:ext cx="8640" cy="12240"/>
            </a:xfrm>
            <a:custGeom>
              <a:rect b="b" l="l" r="r" t="t"/>
              <a:pathLst>
                <a:path extrusionOk="0" h="34" w="24">
                  <a:moveTo>
                    <a:pt x="16" y="18"/>
                  </a:moveTo>
                  <a:cubicBezTo>
                    <a:pt x="16" y="16"/>
                    <a:pt x="15" y="15"/>
                    <a:pt x="14" y="14"/>
                  </a:cubicBezTo>
                  <a:cubicBezTo>
                    <a:pt x="13" y="12"/>
                    <a:pt x="12" y="10"/>
                    <a:pt x="11" y="9"/>
                  </a:cubicBezTo>
                  <a:cubicBezTo>
                    <a:pt x="10" y="8"/>
                    <a:pt x="7" y="5"/>
                    <a:pt x="7" y="4"/>
                  </a:cubicBezTo>
                  <a:cubicBezTo>
                    <a:pt x="7" y="3"/>
                    <a:pt x="7" y="3"/>
                    <a:pt x="7" y="3"/>
                  </a:cubicBezTo>
                  <a:lnTo>
                    <a:pt x="7" y="2"/>
                  </a:lnTo>
                  <a:cubicBezTo>
                    <a:pt x="6" y="1"/>
                    <a:pt x="6" y="1"/>
                    <a:pt x="6" y="1"/>
                  </a:cubicBezTo>
                  <a:cubicBezTo>
                    <a:pt x="5" y="0"/>
                    <a:pt x="5" y="0"/>
                    <a:pt x="4" y="0"/>
                  </a:cubicBezTo>
                  <a:lnTo>
                    <a:pt x="3" y="1"/>
                  </a:lnTo>
                  <a:cubicBezTo>
                    <a:pt x="2" y="2"/>
                    <a:pt x="2" y="1"/>
                    <a:pt x="1" y="2"/>
                  </a:cubicBezTo>
                  <a:lnTo>
                    <a:pt x="1" y="3"/>
                  </a:lnTo>
                  <a:cubicBezTo>
                    <a:pt x="1" y="4"/>
                    <a:pt x="0" y="5"/>
                    <a:pt x="0" y="6"/>
                  </a:cubicBezTo>
                  <a:cubicBezTo>
                    <a:pt x="0" y="7"/>
                    <a:pt x="1" y="8"/>
                    <a:pt x="1" y="9"/>
                  </a:cubicBezTo>
                  <a:cubicBezTo>
                    <a:pt x="2" y="10"/>
                    <a:pt x="3" y="11"/>
                    <a:pt x="3" y="12"/>
                  </a:cubicBezTo>
                  <a:cubicBezTo>
                    <a:pt x="4" y="14"/>
                    <a:pt x="5" y="17"/>
                    <a:pt x="6" y="19"/>
                  </a:cubicBezTo>
                  <a:cubicBezTo>
                    <a:pt x="6" y="21"/>
                    <a:pt x="7" y="22"/>
                    <a:pt x="8" y="24"/>
                  </a:cubicBezTo>
                  <a:cubicBezTo>
                    <a:pt x="9" y="25"/>
                    <a:pt x="10" y="27"/>
                    <a:pt x="11" y="28"/>
                  </a:cubicBezTo>
                  <a:cubicBezTo>
                    <a:pt x="12" y="29"/>
                    <a:pt x="13" y="29"/>
                    <a:pt x="14" y="30"/>
                  </a:cubicBezTo>
                  <a:cubicBezTo>
                    <a:pt x="16" y="31"/>
                    <a:pt x="17" y="32"/>
                    <a:pt x="19" y="32"/>
                  </a:cubicBezTo>
                  <a:lnTo>
                    <a:pt x="20" y="33"/>
                  </a:lnTo>
                  <a:cubicBezTo>
                    <a:pt x="21" y="33"/>
                    <a:pt x="21" y="32"/>
                    <a:pt x="21" y="32"/>
                  </a:cubicBezTo>
                  <a:cubicBezTo>
                    <a:pt x="22" y="32"/>
                    <a:pt x="22" y="32"/>
                    <a:pt x="22" y="31"/>
                  </a:cubicBezTo>
                  <a:cubicBezTo>
                    <a:pt x="23" y="31"/>
                    <a:pt x="23" y="31"/>
                    <a:pt x="23" y="31"/>
                  </a:cubicBezTo>
                  <a:cubicBezTo>
                    <a:pt x="23" y="30"/>
                    <a:pt x="23" y="29"/>
                    <a:pt x="23" y="28"/>
                  </a:cubicBezTo>
                  <a:cubicBezTo>
                    <a:pt x="23" y="27"/>
                    <a:pt x="23" y="26"/>
                    <a:pt x="23" y="25"/>
                  </a:cubicBezTo>
                  <a:lnTo>
                    <a:pt x="22" y="25"/>
                  </a:lnTo>
                  <a:cubicBezTo>
                    <a:pt x="20" y="23"/>
                    <a:pt x="18" y="20"/>
                    <a:pt x="1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8"/>
            <p:cNvSpPr/>
            <p:nvPr/>
          </p:nvSpPr>
          <p:spPr>
            <a:xfrm>
              <a:off x="8096040" y="3160080"/>
              <a:ext cx="6480" cy="8280"/>
            </a:xfrm>
            <a:custGeom>
              <a:rect b="b" l="l" r="r" t="t"/>
              <a:pathLst>
                <a:path extrusionOk="0" h="23" w="18">
                  <a:moveTo>
                    <a:pt x="15" y="22"/>
                  </a:moveTo>
                  <a:cubicBezTo>
                    <a:pt x="16" y="22"/>
                    <a:pt x="17" y="22"/>
                    <a:pt x="17" y="20"/>
                  </a:cubicBezTo>
                  <a:cubicBezTo>
                    <a:pt x="17" y="19"/>
                    <a:pt x="17" y="18"/>
                    <a:pt x="16" y="17"/>
                  </a:cubicBezTo>
                  <a:cubicBezTo>
                    <a:pt x="16" y="16"/>
                    <a:pt x="13" y="14"/>
                    <a:pt x="12" y="13"/>
                  </a:cubicBezTo>
                  <a:cubicBezTo>
                    <a:pt x="10" y="10"/>
                    <a:pt x="8" y="7"/>
                    <a:pt x="6" y="4"/>
                  </a:cubicBezTo>
                  <a:cubicBezTo>
                    <a:pt x="6" y="3"/>
                    <a:pt x="6" y="3"/>
                    <a:pt x="5" y="2"/>
                  </a:cubicBezTo>
                  <a:cubicBezTo>
                    <a:pt x="4" y="0"/>
                    <a:pt x="0" y="2"/>
                    <a:pt x="1" y="5"/>
                  </a:cubicBezTo>
                  <a:cubicBezTo>
                    <a:pt x="2" y="7"/>
                    <a:pt x="3" y="8"/>
                    <a:pt x="4" y="10"/>
                  </a:cubicBezTo>
                  <a:cubicBezTo>
                    <a:pt x="6" y="15"/>
                    <a:pt x="10" y="19"/>
                    <a:pt x="1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8"/>
            <p:cNvSpPr/>
            <p:nvPr/>
          </p:nvSpPr>
          <p:spPr>
            <a:xfrm>
              <a:off x="8111160" y="3178800"/>
              <a:ext cx="19440" cy="24120"/>
            </a:xfrm>
            <a:custGeom>
              <a:rect b="b" l="l" r="r" t="t"/>
              <a:pathLst>
                <a:path extrusionOk="0" h="67" w="54">
                  <a:moveTo>
                    <a:pt x="26" y="32"/>
                  </a:moveTo>
                  <a:cubicBezTo>
                    <a:pt x="35" y="42"/>
                    <a:pt x="35" y="55"/>
                    <a:pt x="43" y="65"/>
                  </a:cubicBezTo>
                  <a:cubicBezTo>
                    <a:pt x="43" y="66"/>
                    <a:pt x="43" y="66"/>
                    <a:pt x="44" y="66"/>
                  </a:cubicBezTo>
                  <a:lnTo>
                    <a:pt x="45" y="66"/>
                  </a:lnTo>
                  <a:lnTo>
                    <a:pt x="46" y="66"/>
                  </a:lnTo>
                  <a:cubicBezTo>
                    <a:pt x="47" y="66"/>
                    <a:pt x="47" y="66"/>
                    <a:pt x="47" y="65"/>
                  </a:cubicBezTo>
                  <a:cubicBezTo>
                    <a:pt x="53" y="57"/>
                    <a:pt x="44" y="41"/>
                    <a:pt x="39" y="33"/>
                  </a:cubicBezTo>
                  <a:cubicBezTo>
                    <a:pt x="30" y="20"/>
                    <a:pt x="18" y="9"/>
                    <a:pt x="5" y="0"/>
                  </a:cubicBezTo>
                  <a:cubicBezTo>
                    <a:pt x="4" y="0"/>
                    <a:pt x="4" y="0"/>
                    <a:pt x="3" y="0"/>
                  </a:cubicBezTo>
                  <a:lnTo>
                    <a:pt x="2" y="0"/>
                  </a:lnTo>
                  <a:cubicBezTo>
                    <a:pt x="1" y="0"/>
                    <a:pt x="1" y="1"/>
                    <a:pt x="1" y="1"/>
                  </a:cubicBezTo>
                  <a:lnTo>
                    <a:pt x="0" y="2"/>
                  </a:lnTo>
                  <a:cubicBezTo>
                    <a:pt x="0" y="3"/>
                    <a:pt x="1" y="3"/>
                    <a:pt x="1" y="4"/>
                  </a:cubicBezTo>
                  <a:cubicBezTo>
                    <a:pt x="8" y="14"/>
                    <a:pt x="17" y="24"/>
                    <a:pt x="2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8"/>
            <p:cNvSpPr/>
            <p:nvPr/>
          </p:nvSpPr>
          <p:spPr>
            <a:xfrm>
              <a:off x="8128080" y="3211560"/>
              <a:ext cx="7200" cy="46440"/>
            </a:xfrm>
            <a:custGeom>
              <a:rect b="b" l="l" r="r" t="t"/>
              <a:pathLst>
                <a:path extrusionOk="0" h="129" w="20">
                  <a:moveTo>
                    <a:pt x="2" y="6"/>
                  </a:moveTo>
                  <a:cubicBezTo>
                    <a:pt x="5" y="19"/>
                    <a:pt x="7" y="33"/>
                    <a:pt x="7" y="47"/>
                  </a:cubicBezTo>
                  <a:cubicBezTo>
                    <a:pt x="7" y="49"/>
                    <a:pt x="7" y="52"/>
                    <a:pt x="7" y="54"/>
                  </a:cubicBezTo>
                  <a:cubicBezTo>
                    <a:pt x="7" y="66"/>
                    <a:pt x="7" y="78"/>
                    <a:pt x="7" y="89"/>
                  </a:cubicBezTo>
                  <a:cubicBezTo>
                    <a:pt x="8" y="95"/>
                    <a:pt x="8" y="101"/>
                    <a:pt x="8" y="107"/>
                  </a:cubicBezTo>
                  <a:cubicBezTo>
                    <a:pt x="8" y="113"/>
                    <a:pt x="8" y="119"/>
                    <a:pt x="7" y="125"/>
                  </a:cubicBezTo>
                  <a:cubicBezTo>
                    <a:pt x="7" y="127"/>
                    <a:pt x="9" y="128"/>
                    <a:pt x="11" y="127"/>
                  </a:cubicBezTo>
                  <a:cubicBezTo>
                    <a:pt x="12" y="125"/>
                    <a:pt x="12" y="124"/>
                    <a:pt x="14" y="122"/>
                  </a:cubicBezTo>
                  <a:cubicBezTo>
                    <a:pt x="15" y="119"/>
                    <a:pt x="17" y="116"/>
                    <a:pt x="17" y="113"/>
                  </a:cubicBezTo>
                  <a:lnTo>
                    <a:pt x="17" y="112"/>
                  </a:lnTo>
                  <a:cubicBezTo>
                    <a:pt x="19" y="96"/>
                    <a:pt x="16" y="78"/>
                    <a:pt x="17" y="61"/>
                  </a:cubicBezTo>
                  <a:cubicBezTo>
                    <a:pt x="17" y="49"/>
                    <a:pt x="14" y="37"/>
                    <a:pt x="15" y="25"/>
                  </a:cubicBezTo>
                  <a:cubicBezTo>
                    <a:pt x="15" y="24"/>
                    <a:pt x="15" y="23"/>
                    <a:pt x="15" y="22"/>
                  </a:cubicBezTo>
                  <a:cubicBezTo>
                    <a:pt x="15" y="17"/>
                    <a:pt x="14" y="13"/>
                    <a:pt x="11" y="8"/>
                  </a:cubicBezTo>
                  <a:cubicBezTo>
                    <a:pt x="10" y="6"/>
                    <a:pt x="8" y="4"/>
                    <a:pt x="7" y="3"/>
                  </a:cubicBezTo>
                  <a:cubicBezTo>
                    <a:pt x="3" y="0"/>
                    <a:pt x="0"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8"/>
            <p:cNvSpPr/>
            <p:nvPr/>
          </p:nvSpPr>
          <p:spPr>
            <a:xfrm>
              <a:off x="8124840" y="3280320"/>
              <a:ext cx="7920" cy="26280"/>
            </a:xfrm>
            <a:custGeom>
              <a:rect b="b" l="l" r="r" t="t"/>
              <a:pathLst>
                <a:path extrusionOk="0" h="73" w="22">
                  <a:moveTo>
                    <a:pt x="11" y="5"/>
                  </a:moveTo>
                  <a:cubicBezTo>
                    <a:pt x="11" y="8"/>
                    <a:pt x="11" y="11"/>
                    <a:pt x="11" y="14"/>
                  </a:cubicBezTo>
                  <a:cubicBezTo>
                    <a:pt x="11" y="33"/>
                    <a:pt x="8" y="51"/>
                    <a:pt x="0" y="68"/>
                  </a:cubicBezTo>
                  <a:cubicBezTo>
                    <a:pt x="0" y="69"/>
                    <a:pt x="0" y="69"/>
                    <a:pt x="0" y="69"/>
                  </a:cubicBezTo>
                  <a:cubicBezTo>
                    <a:pt x="0" y="70"/>
                    <a:pt x="0" y="70"/>
                    <a:pt x="0" y="70"/>
                  </a:cubicBezTo>
                  <a:cubicBezTo>
                    <a:pt x="0" y="71"/>
                    <a:pt x="1" y="71"/>
                    <a:pt x="1" y="71"/>
                  </a:cubicBezTo>
                  <a:lnTo>
                    <a:pt x="2" y="72"/>
                  </a:lnTo>
                  <a:cubicBezTo>
                    <a:pt x="3" y="72"/>
                    <a:pt x="3" y="71"/>
                    <a:pt x="3" y="71"/>
                  </a:cubicBezTo>
                  <a:cubicBezTo>
                    <a:pt x="4" y="71"/>
                    <a:pt x="4" y="71"/>
                    <a:pt x="4" y="71"/>
                  </a:cubicBezTo>
                  <a:cubicBezTo>
                    <a:pt x="21" y="57"/>
                    <a:pt x="18" y="25"/>
                    <a:pt x="18" y="6"/>
                  </a:cubicBezTo>
                  <a:cubicBezTo>
                    <a:pt x="17" y="1"/>
                    <a:pt x="11" y="0"/>
                    <a:pt x="1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8"/>
            <p:cNvSpPr/>
            <p:nvPr/>
          </p:nvSpPr>
          <p:spPr>
            <a:xfrm>
              <a:off x="8178480" y="3137400"/>
              <a:ext cx="12240" cy="16200"/>
            </a:xfrm>
            <a:custGeom>
              <a:rect b="b" l="l" r="r" t="t"/>
              <a:pathLst>
                <a:path extrusionOk="0" h="45" w="34">
                  <a:moveTo>
                    <a:pt x="5" y="44"/>
                  </a:moveTo>
                  <a:cubicBezTo>
                    <a:pt x="7" y="44"/>
                    <a:pt x="7" y="42"/>
                    <a:pt x="9" y="42"/>
                  </a:cubicBezTo>
                  <a:cubicBezTo>
                    <a:pt x="10" y="40"/>
                    <a:pt x="13" y="40"/>
                    <a:pt x="14" y="39"/>
                  </a:cubicBezTo>
                  <a:cubicBezTo>
                    <a:pt x="15" y="38"/>
                    <a:pt x="16" y="36"/>
                    <a:pt x="17" y="35"/>
                  </a:cubicBezTo>
                  <a:cubicBezTo>
                    <a:pt x="18" y="33"/>
                    <a:pt x="18" y="32"/>
                    <a:pt x="19" y="30"/>
                  </a:cubicBezTo>
                  <a:cubicBezTo>
                    <a:pt x="22" y="24"/>
                    <a:pt x="25" y="18"/>
                    <a:pt x="28" y="12"/>
                  </a:cubicBezTo>
                  <a:cubicBezTo>
                    <a:pt x="29" y="10"/>
                    <a:pt x="30" y="8"/>
                    <a:pt x="31" y="7"/>
                  </a:cubicBezTo>
                  <a:cubicBezTo>
                    <a:pt x="33" y="4"/>
                    <a:pt x="29" y="0"/>
                    <a:pt x="27" y="2"/>
                  </a:cubicBezTo>
                  <a:cubicBezTo>
                    <a:pt x="19" y="9"/>
                    <a:pt x="13" y="17"/>
                    <a:pt x="7" y="26"/>
                  </a:cubicBezTo>
                  <a:cubicBezTo>
                    <a:pt x="4" y="31"/>
                    <a:pt x="0" y="36"/>
                    <a:pt x="2" y="43"/>
                  </a:cubicBezTo>
                  <a:lnTo>
                    <a:pt x="3" y="44"/>
                  </a:lnTo>
                  <a:cubicBezTo>
                    <a:pt x="4" y="44"/>
                    <a:pt x="4" y="44"/>
                    <a:pt x="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8"/>
            <p:cNvSpPr/>
            <p:nvPr/>
          </p:nvSpPr>
          <p:spPr>
            <a:xfrm>
              <a:off x="8166600" y="3061080"/>
              <a:ext cx="6120" cy="12960"/>
            </a:xfrm>
            <a:custGeom>
              <a:rect b="b" l="l" r="r" t="t"/>
              <a:pathLst>
                <a:path extrusionOk="0" h="36" w="17">
                  <a:moveTo>
                    <a:pt x="3" y="34"/>
                  </a:moveTo>
                  <a:cubicBezTo>
                    <a:pt x="5" y="32"/>
                    <a:pt x="6" y="31"/>
                    <a:pt x="7" y="29"/>
                  </a:cubicBezTo>
                  <a:cubicBezTo>
                    <a:pt x="8" y="26"/>
                    <a:pt x="9" y="23"/>
                    <a:pt x="10" y="20"/>
                  </a:cubicBezTo>
                  <a:cubicBezTo>
                    <a:pt x="11" y="17"/>
                    <a:pt x="13" y="15"/>
                    <a:pt x="14" y="12"/>
                  </a:cubicBezTo>
                  <a:cubicBezTo>
                    <a:pt x="15" y="10"/>
                    <a:pt x="15" y="9"/>
                    <a:pt x="15" y="8"/>
                  </a:cubicBezTo>
                  <a:cubicBezTo>
                    <a:pt x="16" y="6"/>
                    <a:pt x="15" y="5"/>
                    <a:pt x="15" y="4"/>
                  </a:cubicBezTo>
                  <a:lnTo>
                    <a:pt x="16" y="4"/>
                  </a:lnTo>
                  <a:cubicBezTo>
                    <a:pt x="16" y="3"/>
                    <a:pt x="16" y="3"/>
                    <a:pt x="16" y="2"/>
                  </a:cubicBezTo>
                  <a:lnTo>
                    <a:pt x="16" y="1"/>
                  </a:lnTo>
                  <a:cubicBezTo>
                    <a:pt x="16" y="1"/>
                    <a:pt x="15" y="1"/>
                    <a:pt x="15" y="0"/>
                  </a:cubicBezTo>
                  <a:lnTo>
                    <a:pt x="14" y="0"/>
                  </a:lnTo>
                  <a:cubicBezTo>
                    <a:pt x="13" y="0"/>
                    <a:pt x="13" y="0"/>
                    <a:pt x="12" y="0"/>
                  </a:cubicBezTo>
                  <a:cubicBezTo>
                    <a:pt x="12" y="0"/>
                    <a:pt x="11" y="0"/>
                    <a:pt x="10" y="1"/>
                  </a:cubicBezTo>
                  <a:cubicBezTo>
                    <a:pt x="10" y="1"/>
                    <a:pt x="9" y="1"/>
                    <a:pt x="9" y="2"/>
                  </a:cubicBezTo>
                  <a:cubicBezTo>
                    <a:pt x="8" y="3"/>
                    <a:pt x="7" y="4"/>
                    <a:pt x="7" y="6"/>
                  </a:cubicBezTo>
                  <a:cubicBezTo>
                    <a:pt x="5" y="9"/>
                    <a:pt x="3" y="12"/>
                    <a:pt x="2" y="15"/>
                  </a:cubicBezTo>
                  <a:cubicBezTo>
                    <a:pt x="1" y="21"/>
                    <a:pt x="3" y="26"/>
                    <a:pt x="0" y="31"/>
                  </a:cubicBezTo>
                  <a:cubicBezTo>
                    <a:pt x="0" y="32"/>
                    <a:pt x="0" y="32"/>
                    <a:pt x="0" y="33"/>
                  </a:cubicBezTo>
                  <a:lnTo>
                    <a:pt x="1" y="34"/>
                  </a:lnTo>
                  <a:cubicBezTo>
                    <a:pt x="2" y="35"/>
                    <a:pt x="2" y="34"/>
                    <a:pt x="2" y="34"/>
                  </a:cubicBezTo>
                  <a:cubicBezTo>
                    <a:pt x="3" y="34"/>
                    <a:pt x="3" y="34"/>
                    <a:pt x="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8"/>
            <p:cNvSpPr/>
            <p:nvPr/>
          </p:nvSpPr>
          <p:spPr>
            <a:xfrm>
              <a:off x="8114040" y="3038400"/>
              <a:ext cx="23040" cy="23400"/>
            </a:xfrm>
            <a:custGeom>
              <a:rect b="b" l="l" r="r" t="t"/>
              <a:pathLst>
                <a:path extrusionOk="0" h="65" w="64">
                  <a:moveTo>
                    <a:pt x="19" y="33"/>
                  </a:moveTo>
                  <a:cubicBezTo>
                    <a:pt x="18" y="32"/>
                    <a:pt x="18" y="30"/>
                    <a:pt x="17" y="30"/>
                  </a:cubicBezTo>
                  <a:cubicBezTo>
                    <a:pt x="15" y="29"/>
                    <a:pt x="14" y="29"/>
                    <a:pt x="13" y="29"/>
                  </a:cubicBezTo>
                  <a:cubicBezTo>
                    <a:pt x="12" y="29"/>
                    <a:pt x="10" y="29"/>
                    <a:pt x="9" y="30"/>
                  </a:cubicBezTo>
                  <a:cubicBezTo>
                    <a:pt x="8" y="31"/>
                    <a:pt x="6" y="32"/>
                    <a:pt x="6" y="33"/>
                  </a:cubicBezTo>
                  <a:cubicBezTo>
                    <a:pt x="5" y="34"/>
                    <a:pt x="6" y="34"/>
                    <a:pt x="6" y="35"/>
                  </a:cubicBezTo>
                  <a:cubicBezTo>
                    <a:pt x="4" y="43"/>
                    <a:pt x="0" y="53"/>
                    <a:pt x="8" y="59"/>
                  </a:cubicBezTo>
                  <a:cubicBezTo>
                    <a:pt x="8" y="60"/>
                    <a:pt x="9" y="60"/>
                    <a:pt x="10" y="61"/>
                  </a:cubicBezTo>
                  <a:cubicBezTo>
                    <a:pt x="14" y="63"/>
                    <a:pt x="19" y="64"/>
                    <a:pt x="23" y="64"/>
                  </a:cubicBezTo>
                  <a:cubicBezTo>
                    <a:pt x="27" y="64"/>
                    <a:pt x="30" y="64"/>
                    <a:pt x="33" y="62"/>
                  </a:cubicBezTo>
                  <a:cubicBezTo>
                    <a:pt x="35" y="62"/>
                    <a:pt x="38" y="61"/>
                    <a:pt x="40" y="59"/>
                  </a:cubicBezTo>
                  <a:cubicBezTo>
                    <a:pt x="41" y="58"/>
                    <a:pt x="43" y="57"/>
                    <a:pt x="44" y="56"/>
                  </a:cubicBezTo>
                  <a:cubicBezTo>
                    <a:pt x="45" y="56"/>
                    <a:pt x="47" y="55"/>
                    <a:pt x="48" y="55"/>
                  </a:cubicBezTo>
                  <a:cubicBezTo>
                    <a:pt x="51" y="53"/>
                    <a:pt x="54" y="50"/>
                    <a:pt x="56" y="47"/>
                  </a:cubicBezTo>
                  <a:cubicBezTo>
                    <a:pt x="58" y="45"/>
                    <a:pt x="59" y="44"/>
                    <a:pt x="60" y="42"/>
                  </a:cubicBezTo>
                  <a:cubicBezTo>
                    <a:pt x="62" y="38"/>
                    <a:pt x="63" y="33"/>
                    <a:pt x="63" y="28"/>
                  </a:cubicBezTo>
                  <a:cubicBezTo>
                    <a:pt x="63" y="23"/>
                    <a:pt x="62" y="18"/>
                    <a:pt x="60" y="14"/>
                  </a:cubicBezTo>
                  <a:cubicBezTo>
                    <a:pt x="57" y="10"/>
                    <a:pt x="53" y="7"/>
                    <a:pt x="49" y="4"/>
                  </a:cubicBezTo>
                  <a:cubicBezTo>
                    <a:pt x="44" y="1"/>
                    <a:pt x="40" y="0"/>
                    <a:pt x="35" y="0"/>
                  </a:cubicBezTo>
                  <a:cubicBezTo>
                    <a:pt x="32" y="0"/>
                    <a:pt x="30" y="0"/>
                    <a:pt x="27" y="1"/>
                  </a:cubicBezTo>
                  <a:cubicBezTo>
                    <a:pt x="26" y="2"/>
                    <a:pt x="25" y="2"/>
                    <a:pt x="25" y="2"/>
                  </a:cubicBezTo>
                  <a:cubicBezTo>
                    <a:pt x="23" y="3"/>
                    <a:pt x="22" y="4"/>
                    <a:pt x="22" y="5"/>
                  </a:cubicBezTo>
                  <a:cubicBezTo>
                    <a:pt x="21" y="6"/>
                    <a:pt x="20" y="8"/>
                    <a:pt x="20" y="9"/>
                  </a:cubicBezTo>
                  <a:cubicBezTo>
                    <a:pt x="20" y="11"/>
                    <a:pt x="21" y="12"/>
                    <a:pt x="21" y="13"/>
                  </a:cubicBezTo>
                  <a:cubicBezTo>
                    <a:pt x="24" y="16"/>
                    <a:pt x="27" y="20"/>
                    <a:pt x="29" y="23"/>
                  </a:cubicBezTo>
                  <a:lnTo>
                    <a:pt x="29" y="24"/>
                  </a:lnTo>
                  <a:cubicBezTo>
                    <a:pt x="31" y="28"/>
                    <a:pt x="28" y="32"/>
                    <a:pt x="26" y="35"/>
                  </a:cubicBezTo>
                  <a:cubicBezTo>
                    <a:pt x="24" y="38"/>
                    <a:pt x="25" y="37"/>
                    <a:pt x="26" y="38"/>
                  </a:cubicBezTo>
                  <a:cubicBezTo>
                    <a:pt x="25" y="38"/>
                    <a:pt x="24" y="38"/>
                    <a:pt x="23" y="38"/>
                  </a:cubicBezTo>
                  <a:cubicBezTo>
                    <a:pt x="22" y="38"/>
                    <a:pt x="22" y="38"/>
                    <a:pt x="21" y="38"/>
                  </a:cubicBezTo>
                  <a:cubicBezTo>
                    <a:pt x="20" y="36"/>
                    <a:pt x="20" y="34"/>
                    <a:pt x="1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8"/>
            <p:cNvSpPr/>
            <p:nvPr/>
          </p:nvSpPr>
          <p:spPr>
            <a:xfrm>
              <a:off x="8103960" y="3064320"/>
              <a:ext cx="10440" cy="11160"/>
            </a:xfrm>
            <a:custGeom>
              <a:rect b="b" l="l" r="r" t="t"/>
              <a:pathLst>
                <a:path extrusionOk="0" h="31" w="29">
                  <a:moveTo>
                    <a:pt x="12" y="12"/>
                  </a:moveTo>
                  <a:cubicBezTo>
                    <a:pt x="11" y="10"/>
                    <a:pt x="10" y="6"/>
                    <a:pt x="9" y="4"/>
                  </a:cubicBezTo>
                  <a:cubicBezTo>
                    <a:pt x="8" y="3"/>
                    <a:pt x="7" y="2"/>
                    <a:pt x="5" y="1"/>
                  </a:cubicBezTo>
                  <a:cubicBezTo>
                    <a:pt x="3" y="0"/>
                    <a:pt x="0" y="1"/>
                    <a:pt x="1" y="5"/>
                  </a:cubicBezTo>
                  <a:cubicBezTo>
                    <a:pt x="2" y="7"/>
                    <a:pt x="3" y="10"/>
                    <a:pt x="3" y="13"/>
                  </a:cubicBezTo>
                  <a:cubicBezTo>
                    <a:pt x="3" y="15"/>
                    <a:pt x="4" y="17"/>
                    <a:pt x="5" y="19"/>
                  </a:cubicBezTo>
                  <a:cubicBezTo>
                    <a:pt x="5" y="19"/>
                    <a:pt x="6" y="19"/>
                    <a:pt x="6" y="20"/>
                  </a:cubicBezTo>
                  <a:cubicBezTo>
                    <a:pt x="7" y="22"/>
                    <a:pt x="10" y="25"/>
                    <a:pt x="12" y="26"/>
                  </a:cubicBezTo>
                  <a:cubicBezTo>
                    <a:pt x="14" y="28"/>
                    <a:pt x="16" y="27"/>
                    <a:pt x="18" y="28"/>
                  </a:cubicBezTo>
                  <a:cubicBezTo>
                    <a:pt x="24" y="30"/>
                    <a:pt x="28" y="19"/>
                    <a:pt x="21" y="17"/>
                  </a:cubicBezTo>
                  <a:cubicBezTo>
                    <a:pt x="20" y="17"/>
                    <a:pt x="18" y="17"/>
                    <a:pt x="17" y="16"/>
                  </a:cubicBezTo>
                  <a:cubicBezTo>
                    <a:pt x="15" y="16"/>
                    <a:pt x="14" y="13"/>
                    <a:pt x="1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8"/>
            <p:cNvSpPr/>
            <p:nvPr/>
          </p:nvSpPr>
          <p:spPr>
            <a:xfrm>
              <a:off x="8098200" y="3021120"/>
              <a:ext cx="51840" cy="54000"/>
            </a:xfrm>
            <a:custGeom>
              <a:rect b="b" l="l" r="r" t="t"/>
              <a:pathLst>
                <a:path extrusionOk="0" h="150" w="144">
                  <a:moveTo>
                    <a:pt x="57" y="148"/>
                  </a:moveTo>
                  <a:cubicBezTo>
                    <a:pt x="61" y="148"/>
                    <a:pt x="64" y="149"/>
                    <a:pt x="67" y="149"/>
                  </a:cubicBezTo>
                  <a:cubicBezTo>
                    <a:pt x="79" y="149"/>
                    <a:pt x="91" y="146"/>
                    <a:pt x="101" y="140"/>
                  </a:cubicBezTo>
                  <a:cubicBezTo>
                    <a:pt x="110" y="135"/>
                    <a:pt x="117" y="128"/>
                    <a:pt x="123" y="119"/>
                  </a:cubicBezTo>
                  <a:cubicBezTo>
                    <a:pt x="128" y="108"/>
                    <a:pt x="132" y="97"/>
                    <a:pt x="135" y="86"/>
                  </a:cubicBezTo>
                  <a:cubicBezTo>
                    <a:pt x="141" y="75"/>
                    <a:pt x="143" y="64"/>
                    <a:pt x="143" y="52"/>
                  </a:cubicBezTo>
                  <a:cubicBezTo>
                    <a:pt x="143" y="51"/>
                    <a:pt x="143" y="49"/>
                    <a:pt x="143" y="48"/>
                  </a:cubicBezTo>
                  <a:cubicBezTo>
                    <a:pt x="143" y="47"/>
                    <a:pt x="143" y="45"/>
                    <a:pt x="142" y="44"/>
                  </a:cubicBezTo>
                  <a:lnTo>
                    <a:pt x="141" y="43"/>
                  </a:lnTo>
                  <a:cubicBezTo>
                    <a:pt x="141" y="42"/>
                    <a:pt x="142" y="41"/>
                    <a:pt x="142" y="41"/>
                  </a:cubicBezTo>
                  <a:cubicBezTo>
                    <a:pt x="142" y="40"/>
                    <a:pt x="141" y="39"/>
                    <a:pt x="141" y="39"/>
                  </a:cubicBezTo>
                  <a:cubicBezTo>
                    <a:pt x="140" y="37"/>
                    <a:pt x="139" y="35"/>
                    <a:pt x="138" y="33"/>
                  </a:cubicBezTo>
                  <a:cubicBezTo>
                    <a:pt x="133" y="24"/>
                    <a:pt x="125" y="17"/>
                    <a:pt x="116" y="11"/>
                  </a:cubicBezTo>
                  <a:cubicBezTo>
                    <a:pt x="116" y="11"/>
                    <a:pt x="115" y="10"/>
                    <a:pt x="114" y="10"/>
                  </a:cubicBezTo>
                  <a:cubicBezTo>
                    <a:pt x="99" y="0"/>
                    <a:pt x="72" y="10"/>
                    <a:pt x="57" y="14"/>
                  </a:cubicBezTo>
                  <a:cubicBezTo>
                    <a:pt x="52" y="16"/>
                    <a:pt x="47" y="18"/>
                    <a:pt x="43" y="20"/>
                  </a:cubicBezTo>
                  <a:cubicBezTo>
                    <a:pt x="33" y="26"/>
                    <a:pt x="24" y="34"/>
                    <a:pt x="17" y="44"/>
                  </a:cubicBezTo>
                  <a:cubicBezTo>
                    <a:pt x="13" y="53"/>
                    <a:pt x="10" y="62"/>
                    <a:pt x="10" y="72"/>
                  </a:cubicBezTo>
                  <a:lnTo>
                    <a:pt x="10" y="73"/>
                  </a:lnTo>
                  <a:cubicBezTo>
                    <a:pt x="4" y="89"/>
                    <a:pt x="0" y="111"/>
                    <a:pt x="12" y="119"/>
                  </a:cubicBezTo>
                  <a:cubicBezTo>
                    <a:pt x="12" y="120"/>
                    <a:pt x="12" y="120"/>
                    <a:pt x="12" y="120"/>
                  </a:cubicBezTo>
                  <a:cubicBezTo>
                    <a:pt x="13" y="120"/>
                    <a:pt x="14" y="121"/>
                    <a:pt x="15" y="121"/>
                  </a:cubicBezTo>
                  <a:cubicBezTo>
                    <a:pt x="16" y="121"/>
                    <a:pt x="17" y="120"/>
                    <a:pt x="17" y="120"/>
                  </a:cubicBezTo>
                  <a:cubicBezTo>
                    <a:pt x="18" y="120"/>
                    <a:pt x="19" y="119"/>
                    <a:pt x="19" y="118"/>
                  </a:cubicBezTo>
                  <a:lnTo>
                    <a:pt x="20" y="117"/>
                  </a:lnTo>
                  <a:cubicBezTo>
                    <a:pt x="21" y="107"/>
                    <a:pt x="21" y="98"/>
                    <a:pt x="21" y="88"/>
                  </a:cubicBezTo>
                  <a:cubicBezTo>
                    <a:pt x="21" y="85"/>
                    <a:pt x="21" y="81"/>
                    <a:pt x="21" y="78"/>
                  </a:cubicBezTo>
                  <a:cubicBezTo>
                    <a:pt x="22" y="68"/>
                    <a:pt x="24" y="59"/>
                    <a:pt x="29" y="51"/>
                  </a:cubicBezTo>
                  <a:cubicBezTo>
                    <a:pt x="34" y="42"/>
                    <a:pt x="42" y="35"/>
                    <a:pt x="50" y="29"/>
                  </a:cubicBezTo>
                  <a:cubicBezTo>
                    <a:pt x="51" y="29"/>
                    <a:pt x="51" y="29"/>
                    <a:pt x="51" y="29"/>
                  </a:cubicBezTo>
                  <a:cubicBezTo>
                    <a:pt x="70" y="15"/>
                    <a:pt x="117" y="16"/>
                    <a:pt x="129" y="39"/>
                  </a:cubicBezTo>
                  <a:cubicBezTo>
                    <a:pt x="129" y="40"/>
                    <a:pt x="128" y="40"/>
                    <a:pt x="128" y="40"/>
                  </a:cubicBezTo>
                  <a:cubicBezTo>
                    <a:pt x="126" y="41"/>
                    <a:pt x="125" y="43"/>
                    <a:pt x="124" y="44"/>
                  </a:cubicBezTo>
                  <a:cubicBezTo>
                    <a:pt x="123" y="46"/>
                    <a:pt x="123" y="47"/>
                    <a:pt x="123" y="49"/>
                  </a:cubicBezTo>
                  <a:cubicBezTo>
                    <a:pt x="123" y="50"/>
                    <a:pt x="123" y="51"/>
                    <a:pt x="123" y="52"/>
                  </a:cubicBezTo>
                  <a:cubicBezTo>
                    <a:pt x="127" y="64"/>
                    <a:pt x="120" y="79"/>
                    <a:pt x="120" y="92"/>
                  </a:cubicBezTo>
                  <a:cubicBezTo>
                    <a:pt x="120" y="128"/>
                    <a:pt x="89" y="141"/>
                    <a:pt x="57" y="143"/>
                  </a:cubicBezTo>
                  <a:lnTo>
                    <a:pt x="56" y="143"/>
                  </a:lnTo>
                  <a:lnTo>
                    <a:pt x="55" y="144"/>
                  </a:lnTo>
                  <a:lnTo>
                    <a:pt x="55" y="145"/>
                  </a:lnTo>
                  <a:cubicBezTo>
                    <a:pt x="55" y="146"/>
                    <a:pt x="55" y="146"/>
                    <a:pt x="55" y="147"/>
                  </a:cubicBezTo>
                  <a:lnTo>
                    <a:pt x="56" y="147"/>
                  </a:lnTo>
                  <a:cubicBezTo>
                    <a:pt x="56" y="148"/>
                    <a:pt x="57" y="148"/>
                    <a:pt x="57"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8"/>
            <p:cNvSpPr/>
            <p:nvPr/>
          </p:nvSpPr>
          <p:spPr>
            <a:xfrm>
              <a:off x="8263440" y="3555360"/>
              <a:ext cx="25560" cy="106200"/>
            </a:xfrm>
            <a:custGeom>
              <a:rect b="b" l="l" r="r" t="t"/>
              <a:pathLst>
                <a:path extrusionOk="0" h="295" w="71">
                  <a:moveTo>
                    <a:pt x="42" y="178"/>
                  </a:moveTo>
                  <a:cubicBezTo>
                    <a:pt x="37" y="195"/>
                    <a:pt x="34" y="212"/>
                    <a:pt x="29" y="229"/>
                  </a:cubicBezTo>
                  <a:cubicBezTo>
                    <a:pt x="22" y="252"/>
                    <a:pt x="6" y="268"/>
                    <a:pt x="0" y="291"/>
                  </a:cubicBezTo>
                  <a:cubicBezTo>
                    <a:pt x="0" y="292"/>
                    <a:pt x="1" y="292"/>
                    <a:pt x="1" y="293"/>
                  </a:cubicBezTo>
                  <a:cubicBezTo>
                    <a:pt x="1" y="293"/>
                    <a:pt x="1" y="292"/>
                    <a:pt x="2" y="293"/>
                  </a:cubicBezTo>
                  <a:cubicBezTo>
                    <a:pt x="3" y="293"/>
                    <a:pt x="2" y="294"/>
                    <a:pt x="3" y="294"/>
                  </a:cubicBezTo>
                  <a:cubicBezTo>
                    <a:pt x="3" y="294"/>
                    <a:pt x="4" y="294"/>
                    <a:pt x="4" y="293"/>
                  </a:cubicBezTo>
                  <a:lnTo>
                    <a:pt x="5" y="293"/>
                  </a:lnTo>
                  <a:cubicBezTo>
                    <a:pt x="5" y="292"/>
                    <a:pt x="6" y="291"/>
                    <a:pt x="6" y="290"/>
                  </a:cubicBezTo>
                  <a:cubicBezTo>
                    <a:pt x="44" y="225"/>
                    <a:pt x="65" y="151"/>
                    <a:pt x="68" y="75"/>
                  </a:cubicBezTo>
                  <a:cubicBezTo>
                    <a:pt x="70" y="0"/>
                    <a:pt x="66" y="74"/>
                    <a:pt x="66" y="75"/>
                  </a:cubicBezTo>
                  <a:cubicBezTo>
                    <a:pt x="58" y="109"/>
                    <a:pt x="50" y="144"/>
                    <a:pt x="42"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8"/>
            <p:cNvSpPr/>
            <p:nvPr/>
          </p:nvSpPr>
          <p:spPr>
            <a:xfrm>
              <a:off x="8235720" y="3680640"/>
              <a:ext cx="17280" cy="28440"/>
            </a:xfrm>
            <a:custGeom>
              <a:rect b="b" l="l" r="r" t="t"/>
              <a:pathLst>
                <a:path extrusionOk="0" h="79" w="48">
                  <a:moveTo>
                    <a:pt x="18" y="57"/>
                  </a:moveTo>
                  <a:cubicBezTo>
                    <a:pt x="23" y="47"/>
                    <a:pt x="30" y="38"/>
                    <a:pt x="34" y="28"/>
                  </a:cubicBezTo>
                  <a:cubicBezTo>
                    <a:pt x="37" y="20"/>
                    <a:pt x="40" y="13"/>
                    <a:pt x="44" y="6"/>
                  </a:cubicBezTo>
                  <a:cubicBezTo>
                    <a:pt x="45" y="5"/>
                    <a:pt x="46" y="4"/>
                    <a:pt x="46" y="2"/>
                  </a:cubicBezTo>
                  <a:lnTo>
                    <a:pt x="47" y="2"/>
                  </a:lnTo>
                  <a:cubicBezTo>
                    <a:pt x="47" y="1"/>
                    <a:pt x="47" y="1"/>
                    <a:pt x="47" y="1"/>
                  </a:cubicBezTo>
                  <a:cubicBezTo>
                    <a:pt x="46" y="1"/>
                    <a:pt x="46" y="0"/>
                    <a:pt x="46" y="0"/>
                  </a:cubicBezTo>
                  <a:lnTo>
                    <a:pt x="45" y="0"/>
                  </a:lnTo>
                  <a:cubicBezTo>
                    <a:pt x="44" y="0"/>
                    <a:pt x="44" y="1"/>
                    <a:pt x="44" y="1"/>
                  </a:cubicBezTo>
                  <a:cubicBezTo>
                    <a:pt x="40" y="6"/>
                    <a:pt x="35" y="12"/>
                    <a:pt x="32" y="17"/>
                  </a:cubicBezTo>
                  <a:cubicBezTo>
                    <a:pt x="28" y="23"/>
                    <a:pt x="27" y="28"/>
                    <a:pt x="25" y="34"/>
                  </a:cubicBezTo>
                  <a:cubicBezTo>
                    <a:pt x="24" y="35"/>
                    <a:pt x="24" y="35"/>
                    <a:pt x="23" y="36"/>
                  </a:cubicBezTo>
                  <a:cubicBezTo>
                    <a:pt x="21" y="41"/>
                    <a:pt x="18" y="45"/>
                    <a:pt x="14" y="50"/>
                  </a:cubicBezTo>
                  <a:cubicBezTo>
                    <a:pt x="9" y="57"/>
                    <a:pt x="7" y="68"/>
                    <a:pt x="1" y="74"/>
                  </a:cubicBezTo>
                  <a:cubicBezTo>
                    <a:pt x="0" y="74"/>
                    <a:pt x="0" y="74"/>
                    <a:pt x="0" y="74"/>
                  </a:cubicBezTo>
                  <a:lnTo>
                    <a:pt x="0" y="75"/>
                  </a:lnTo>
                  <a:cubicBezTo>
                    <a:pt x="0" y="76"/>
                    <a:pt x="0" y="76"/>
                    <a:pt x="0" y="76"/>
                  </a:cubicBezTo>
                  <a:lnTo>
                    <a:pt x="1" y="77"/>
                  </a:lnTo>
                  <a:lnTo>
                    <a:pt x="2" y="77"/>
                  </a:lnTo>
                  <a:cubicBezTo>
                    <a:pt x="12" y="78"/>
                    <a:pt x="13" y="65"/>
                    <a:pt x="18"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8"/>
            <p:cNvSpPr/>
            <p:nvPr/>
          </p:nvSpPr>
          <p:spPr>
            <a:xfrm>
              <a:off x="8182440" y="3783960"/>
              <a:ext cx="25200" cy="28080"/>
            </a:xfrm>
            <a:custGeom>
              <a:rect b="b" l="l" r="r" t="t"/>
              <a:pathLst>
                <a:path extrusionOk="0" h="78" w="70">
                  <a:moveTo>
                    <a:pt x="64" y="0"/>
                  </a:moveTo>
                  <a:cubicBezTo>
                    <a:pt x="64" y="13"/>
                    <a:pt x="42" y="23"/>
                    <a:pt x="33" y="32"/>
                  </a:cubicBezTo>
                  <a:cubicBezTo>
                    <a:pt x="27" y="38"/>
                    <a:pt x="21" y="46"/>
                    <a:pt x="15" y="53"/>
                  </a:cubicBezTo>
                  <a:cubicBezTo>
                    <a:pt x="10" y="60"/>
                    <a:pt x="3" y="64"/>
                    <a:pt x="0" y="73"/>
                  </a:cubicBezTo>
                  <a:cubicBezTo>
                    <a:pt x="0" y="75"/>
                    <a:pt x="2" y="77"/>
                    <a:pt x="4" y="75"/>
                  </a:cubicBezTo>
                  <a:cubicBezTo>
                    <a:pt x="9" y="67"/>
                    <a:pt x="18" y="62"/>
                    <a:pt x="23" y="55"/>
                  </a:cubicBezTo>
                  <a:cubicBezTo>
                    <a:pt x="29" y="47"/>
                    <a:pt x="35" y="40"/>
                    <a:pt x="43" y="34"/>
                  </a:cubicBezTo>
                  <a:cubicBezTo>
                    <a:pt x="52" y="26"/>
                    <a:pt x="69" y="14"/>
                    <a:pt x="65" y="1"/>
                  </a:cubicBezTo>
                  <a:cubicBezTo>
                    <a:pt x="65" y="0"/>
                    <a:pt x="65" y="0"/>
                    <a:pt x="65" y="0"/>
                  </a:cubicBezTo>
                  <a:lnTo>
                    <a:pt x="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8"/>
            <p:cNvSpPr/>
            <p:nvPr/>
          </p:nvSpPr>
          <p:spPr>
            <a:xfrm>
              <a:off x="8217360" y="3754800"/>
              <a:ext cx="21960" cy="18000"/>
            </a:xfrm>
            <a:custGeom>
              <a:rect b="b" l="l" r="r" t="t"/>
              <a:pathLst>
                <a:path extrusionOk="0" h="50" w="61">
                  <a:moveTo>
                    <a:pt x="56" y="0"/>
                  </a:moveTo>
                  <a:cubicBezTo>
                    <a:pt x="47" y="7"/>
                    <a:pt x="38" y="16"/>
                    <a:pt x="30" y="24"/>
                  </a:cubicBezTo>
                  <a:cubicBezTo>
                    <a:pt x="27" y="27"/>
                    <a:pt x="23" y="29"/>
                    <a:pt x="20" y="32"/>
                  </a:cubicBezTo>
                  <a:cubicBezTo>
                    <a:pt x="17" y="35"/>
                    <a:pt x="11" y="42"/>
                    <a:pt x="3" y="43"/>
                  </a:cubicBezTo>
                  <a:lnTo>
                    <a:pt x="2" y="43"/>
                  </a:lnTo>
                  <a:cubicBezTo>
                    <a:pt x="1" y="43"/>
                    <a:pt x="1" y="43"/>
                    <a:pt x="0" y="44"/>
                  </a:cubicBezTo>
                  <a:cubicBezTo>
                    <a:pt x="0" y="45"/>
                    <a:pt x="0" y="45"/>
                    <a:pt x="0" y="46"/>
                  </a:cubicBezTo>
                  <a:lnTo>
                    <a:pt x="0" y="47"/>
                  </a:lnTo>
                  <a:cubicBezTo>
                    <a:pt x="1" y="48"/>
                    <a:pt x="1" y="48"/>
                    <a:pt x="2" y="49"/>
                  </a:cubicBezTo>
                  <a:lnTo>
                    <a:pt x="3" y="49"/>
                  </a:lnTo>
                  <a:cubicBezTo>
                    <a:pt x="15" y="49"/>
                    <a:pt x="24" y="40"/>
                    <a:pt x="34" y="35"/>
                  </a:cubicBezTo>
                  <a:cubicBezTo>
                    <a:pt x="43" y="28"/>
                    <a:pt x="51" y="19"/>
                    <a:pt x="57" y="8"/>
                  </a:cubicBezTo>
                  <a:cubicBezTo>
                    <a:pt x="58" y="7"/>
                    <a:pt x="59" y="5"/>
                    <a:pt x="60" y="3"/>
                  </a:cubicBezTo>
                  <a:cubicBezTo>
                    <a:pt x="60" y="1"/>
                    <a:pt x="58" y="0"/>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8"/>
            <p:cNvSpPr/>
            <p:nvPr/>
          </p:nvSpPr>
          <p:spPr>
            <a:xfrm>
              <a:off x="8221680" y="3624120"/>
              <a:ext cx="22320" cy="48960"/>
            </a:xfrm>
            <a:custGeom>
              <a:rect b="b" l="l" r="r" t="t"/>
              <a:pathLst>
                <a:path extrusionOk="0" h="136" w="62">
                  <a:moveTo>
                    <a:pt x="2" y="135"/>
                  </a:moveTo>
                  <a:cubicBezTo>
                    <a:pt x="38" y="97"/>
                    <a:pt x="33" y="43"/>
                    <a:pt x="61" y="2"/>
                  </a:cubicBezTo>
                  <a:cubicBezTo>
                    <a:pt x="61" y="1"/>
                    <a:pt x="61" y="0"/>
                    <a:pt x="59" y="1"/>
                  </a:cubicBezTo>
                  <a:cubicBezTo>
                    <a:pt x="55" y="5"/>
                    <a:pt x="51" y="11"/>
                    <a:pt x="48" y="16"/>
                  </a:cubicBezTo>
                  <a:cubicBezTo>
                    <a:pt x="42" y="27"/>
                    <a:pt x="38" y="38"/>
                    <a:pt x="36" y="50"/>
                  </a:cubicBezTo>
                  <a:cubicBezTo>
                    <a:pt x="26" y="79"/>
                    <a:pt x="14" y="107"/>
                    <a:pt x="0" y="133"/>
                  </a:cubicBezTo>
                  <a:lnTo>
                    <a:pt x="0" y="134"/>
                  </a:lnTo>
                  <a:lnTo>
                    <a:pt x="0" y="135"/>
                  </a:lnTo>
                  <a:lnTo>
                    <a:pt x="1" y="135"/>
                  </a:lnTo>
                  <a:cubicBezTo>
                    <a:pt x="2" y="135"/>
                    <a:pt x="2" y="135"/>
                    <a:pt x="2"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8"/>
            <p:cNvSpPr/>
            <p:nvPr/>
          </p:nvSpPr>
          <p:spPr>
            <a:xfrm>
              <a:off x="8184960" y="3680640"/>
              <a:ext cx="33840" cy="45000"/>
            </a:xfrm>
            <a:custGeom>
              <a:rect b="b" l="l" r="r" t="t"/>
              <a:pathLst>
                <a:path extrusionOk="0" h="125" w="94">
                  <a:moveTo>
                    <a:pt x="56" y="51"/>
                  </a:moveTo>
                  <a:cubicBezTo>
                    <a:pt x="36" y="72"/>
                    <a:pt x="18" y="94"/>
                    <a:pt x="1" y="118"/>
                  </a:cubicBezTo>
                  <a:cubicBezTo>
                    <a:pt x="0" y="120"/>
                    <a:pt x="2" y="124"/>
                    <a:pt x="5" y="122"/>
                  </a:cubicBezTo>
                  <a:cubicBezTo>
                    <a:pt x="27" y="108"/>
                    <a:pt x="40" y="83"/>
                    <a:pt x="56" y="63"/>
                  </a:cubicBezTo>
                  <a:cubicBezTo>
                    <a:pt x="65" y="52"/>
                    <a:pt x="72" y="40"/>
                    <a:pt x="80" y="28"/>
                  </a:cubicBezTo>
                  <a:cubicBezTo>
                    <a:pt x="82" y="25"/>
                    <a:pt x="88" y="21"/>
                    <a:pt x="89" y="17"/>
                  </a:cubicBezTo>
                  <a:cubicBezTo>
                    <a:pt x="90" y="13"/>
                    <a:pt x="89" y="9"/>
                    <a:pt x="93" y="3"/>
                  </a:cubicBezTo>
                  <a:cubicBezTo>
                    <a:pt x="93" y="1"/>
                    <a:pt x="93" y="0"/>
                    <a:pt x="91" y="1"/>
                  </a:cubicBezTo>
                  <a:cubicBezTo>
                    <a:pt x="79" y="17"/>
                    <a:pt x="67" y="34"/>
                    <a:pt x="5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8"/>
            <p:cNvSpPr/>
            <p:nvPr/>
          </p:nvSpPr>
          <p:spPr>
            <a:xfrm>
              <a:off x="7948440" y="3720960"/>
              <a:ext cx="369720" cy="333000"/>
            </a:xfrm>
            <a:custGeom>
              <a:rect b="b" l="l" r="r" t="t"/>
              <a:pathLst>
                <a:path extrusionOk="0" h="925" w="1027">
                  <a:moveTo>
                    <a:pt x="13" y="552"/>
                  </a:moveTo>
                  <a:cubicBezTo>
                    <a:pt x="23" y="542"/>
                    <a:pt x="32" y="532"/>
                    <a:pt x="41" y="521"/>
                  </a:cubicBezTo>
                  <a:cubicBezTo>
                    <a:pt x="47" y="517"/>
                    <a:pt x="52" y="514"/>
                    <a:pt x="58" y="510"/>
                  </a:cubicBezTo>
                  <a:cubicBezTo>
                    <a:pt x="90" y="492"/>
                    <a:pt x="124" y="478"/>
                    <a:pt x="159" y="467"/>
                  </a:cubicBezTo>
                  <a:cubicBezTo>
                    <a:pt x="152" y="473"/>
                    <a:pt x="146" y="479"/>
                    <a:pt x="139" y="487"/>
                  </a:cubicBezTo>
                  <a:cubicBezTo>
                    <a:pt x="106" y="522"/>
                    <a:pt x="48" y="578"/>
                    <a:pt x="66" y="633"/>
                  </a:cubicBezTo>
                  <a:cubicBezTo>
                    <a:pt x="66" y="633"/>
                    <a:pt x="67" y="634"/>
                    <a:pt x="67" y="635"/>
                  </a:cubicBezTo>
                  <a:cubicBezTo>
                    <a:pt x="68" y="636"/>
                    <a:pt x="69" y="636"/>
                    <a:pt x="70" y="637"/>
                  </a:cubicBezTo>
                  <a:cubicBezTo>
                    <a:pt x="72" y="638"/>
                    <a:pt x="72" y="638"/>
                    <a:pt x="73" y="638"/>
                  </a:cubicBezTo>
                  <a:cubicBezTo>
                    <a:pt x="74" y="638"/>
                    <a:pt x="76" y="638"/>
                    <a:pt x="77" y="637"/>
                  </a:cubicBezTo>
                  <a:cubicBezTo>
                    <a:pt x="78" y="637"/>
                    <a:pt x="78" y="636"/>
                    <a:pt x="79" y="635"/>
                  </a:cubicBezTo>
                  <a:cubicBezTo>
                    <a:pt x="89" y="620"/>
                    <a:pt x="100" y="606"/>
                    <a:pt x="113" y="594"/>
                  </a:cubicBezTo>
                  <a:cubicBezTo>
                    <a:pt x="118" y="591"/>
                    <a:pt x="123" y="587"/>
                    <a:pt x="128" y="584"/>
                  </a:cubicBezTo>
                  <a:cubicBezTo>
                    <a:pt x="139" y="578"/>
                    <a:pt x="151" y="573"/>
                    <a:pt x="163" y="568"/>
                  </a:cubicBezTo>
                  <a:cubicBezTo>
                    <a:pt x="189" y="560"/>
                    <a:pt x="214" y="549"/>
                    <a:pt x="238" y="536"/>
                  </a:cubicBezTo>
                  <a:cubicBezTo>
                    <a:pt x="242" y="534"/>
                    <a:pt x="246" y="531"/>
                    <a:pt x="250" y="529"/>
                  </a:cubicBezTo>
                  <a:cubicBezTo>
                    <a:pt x="255" y="526"/>
                    <a:pt x="260" y="523"/>
                    <a:pt x="265" y="520"/>
                  </a:cubicBezTo>
                  <a:lnTo>
                    <a:pt x="246" y="536"/>
                  </a:lnTo>
                  <a:cubicBezTo>
                    <a:pt x="194" y="582"/>
                    <a:pt x="138" y="658"/>
                    <a:pt x="133" y="729"/>
                  </a:cubicBezTo>
                  <a:cubicBezTo>
                    <a:pt x="133" y="730"/>
                    <a:pt x="134" y="731"/>
                    <a:pt x="134" y="732"/>
                  </a:cubicBezTo>
                  <a:cubicBezTo>
                    <a:pt x="135" y="733"/>
                    <a:pt x="136" y="734"/>
                    <a:pt x="137" y="735"/>
                  </a:cubicBezTo>
                  <a:cubicBezTo>
                    <a:pt x="137" y="735"/>
                    <a:pt x="139" y="735"/>
                    <a:pt x="140" y="735"/>
                  </a:cubicBezTo>
                  <a:cubicBezTo>
                    <a:pt x="142" y="735"/>
                    <a:pt x="142" y="735"/>
                    <a:pt x="143" y="735"/>
                  </a:cubicBezTo>
                  <a:cubicBezTo>
                    <a:pt x="144" y="734"/>
                    <a:pt x="144" y="733"/>
                    <a:pt x="145" y="732"/>
                  </a:cubicBezTo>
                  <a:cubicBezTo>
                    <a:pt x="149" y="724"/>
                    <a:pt x="152" y="716"/>
                    <a:pt x="157" y="709"/>
                  </a:cubicBezTo>
                  <a:cubicBezTo>
                    <a:pt x="157" y="708"/>
                    <a:pt x="158" y="707"/>
                    <a:pt x="159" y="706"/>
                  </a:cubicBezTo>
                  <a:cubicBezTo>
                    <a:pt x="160" y="706"/>
                    <a:pt x="160" y="707"/>
                    <a:pt x="161" y="707"/>
                  </a:cubicBezTo>
                  <a:lnTo>
                    <a:pt x="162" y="706"/>
                  </a:lnTo>
                  <a:lnTo>
                    <a:pt x="163" y="706"/>
                  </a:lnTo>
                  <a:cubicBezTo>
                    <a:pt x="229" y="640"/>
                    <a:pt x="322" y="596"/>
                    <a:pt x="407" y="558"/>
                  </a:cubicBezTo>
                  <a:cubicBezTo>
                    <a:pt x="424" y="550"/>
                    <a:pt x="441" y="541"/>
                    <a:pt x="458" y="532"/>
                  </a:cubicBezTo>
                  <a:cubicBezTo>
                    <a:pt x="481" y="518"/>
                    <a:pt x="504" y="503"/>
                    <a:pt x="525" y="487"/>
                  </a:cubicBezTo>
                  <a:cubicBezTo>
                    <a:pt x="541" y="475"/>
                    <a:pt x="558" y="462"/>
                    <a:pt x="574" y="450"/>
                  </a:cubicBezTo>
                  <a:cubicBezTo>
                    <a:pt x="590" y="438"/>
                    <a:pt x="612" y="427"/>
                    <a:pt x="630" y="416"/>
                  </a:cubicBezTo>
                  <a:cubicBezTo>
                    <a:pt x="633" y="414"/>
                    <a:pt x="635" y="412"/>
                    <a:pt x="637" y="411"/>
                  </a:cubicBezTo>
                  <a:cubicBezTo>
                    <a:pt x="625" y="426"/>
                    <a:pt x="614" y="442"/>
                    <a:pt x="602" y="457"/>
                  </a:cubicBezTo>
                  <a:cubicBezTo>
                    <a:pt x="571" y="493"/>
                    <a:pt x="544" y="532"/>
                    <a:pt x="520" y="574"/>
                  </a:cubicBezTo>
                  <a:cubicBezTo>
                    <a:pt x="512" y="588"/>
                    <a:pt x="504" y="602"/>
                    <a:pt x="497" y="617"/>
                  </a:cubicBezTo>
                  <a:cubicBezTo>
                    <a:pt x="474" y="669"/>
                    <a:pt x="462" y="726"/>
                    <a:pt x="462" y="783"/>
                  </a:cubicBezTo>
                  <a:cubicBezTo>
                    <a:pt x="462" y="784"/>
                    <a:pt x="462" y="785"/>
                    <a:pt x="462" y="786"/>
                  </a:cubicBezTo>
                  <a:cubicBezTo>
                    <a:pt x="462" y="824"/>
                    <a:pt x="469" y="900"/>
                    <a:pt x="504" y="922"/>
                  </a:cubicBezTo>
                  <a:cubicBezTo>
                    <a:pt x="504" y="923"/>
                    <a:pt x="505" y="923"/>
                    <a:pt x="505" y="923"/>
                  </a:cubicBezTo>
                  <a:cubicBezTo>
                    <a:pt x="506" y="923"/>
                    <a:pt x="507" y="924"/>
                    <a:pt x="508" y="924"/>
                  </a:cubicBezTo>
                  <a:cubicBezTo>
                    <a:pt x="509" y="924"/>
                    <a:pt x="511" y="923"/>
                    <a:pt x="512" y="923"/>
                  </a:cubicBezTo>
                  <a:cubicBezTo>
                    <a:pt x="514" y="922"/>
                    <a:pt x="514" y="921"/>
                    <a:pt x="514" y="920"/>
                  </a:cubicBezTo>
                  <a:cubicBezTo>
                    <a:pt x="515" y="919"/>
                    <a:pt x="515" y="918"/>
                    <a:pt x="515" y="918"/>
                  </a:cubicBezTo>
                  <a:cubicBezTo>
                    <a:pt x="515" y="914"/>
                    <a:pt x="515" y="911"/>
                    <a:pt x="515" y="908"/>
                  </a:cubicBezTo>
                  <a:cubicBezTo>
                    <a:pt x="515" y="904"/>
                    <a:pt x="515" y="901"/>
                    <a:pt x="515" y="898"/>
                  </a:cubicBezTo>
                  <a:cubicBezTo>
                    <a:pt x="515" y="898"/>
                    <a:pt x="516" y="898"/>
                    <a:pt x="517" y="897"/>
                  </a:cubicBezTo>
                  <a:lnTo>
                    <a:pt x="518" y="896"/>
                  </a:lnTo>
                  <a:cubicBezTo>
                    <a:pt x="518" y="895"/>
                    <a:pt x="519" y="894"/>
                    <a:pt x="519" y="894"/>
                  </a:cubicBezTo>
                  <a:cubicBezTo>
                    <a:pt x="519" y="893"/>
                    <a:pt x="518" y="892"/>
                    <a:pt x="518" y="891"/>
                  </a:cubicBezTo>
                  <a:cubicBezTo>
                    <a:pt x="516" y="889"/>
                    <a:pt x="515" y="887"/>
                    <a:pt x="514" y="885"/>
                  </a:cubicBezTo>
                  <a:cubicBezTo>
                    <a:pt x="512" y="872"/>
                    <a:pt x="509" y="858"/>
                    <a:pt x="506" y="846"/>
                  </a:cubicBezTo>
                  <a:cubicBezTo>
                    <a:pt x="511" y="817"/>
                    <a:pt x="519" y="790"/>
                    <a:pt x="532" y="764"/>
                  </a:cubicBezTo>
                  <a:cubicBezTo>
                    <a:pt x="555" y="710"/>
                    <a:pt x="593" y="678"/>
                    <a:pt x="624" y="631"/>
                  </a:cubicBezTo>
                  <a:cubicBezTo>
                    <a:pt x="642" y="606"/>
                    <a:pt x="661" y="581"/>
                    <a:pt x="681" y="558"/>
                  </a:cubicBezTo>
                  <a:cubicBezTo>
                    <a:pt x="679" y="566"/>
                    <a:pt x="678" y="583"/>
                    <a:pt x="673" y="586"/>
                  </a:cubicBezTo>
                  <a:lnTo>
                    <a:pt x="672" y="587"/>
                  </a:lnTo>
                  <a:cubicBezTo>
                    <a:pt x="672" y="588"/>
                    <a:pt x="672" y="589"/>
                    <a:pt x="672" y="589"/>
                  </a:cubicBezTo>
                  <a:cubicBezTo>
                    <a:pt x="672" y="590"/>
                    <a:pt x="672" y="591"/>
                    <a:pt x="672" y="591"/>
                  </a:cubicBezTo>
                  <a:cubicBezTo>
                    <a:pt x="672" y="592"/>
                    <a:pt x="673" y="592"/>
                    <a:pt x="673" y="593"/>
                  </a:cubicBezTo>
                  <a:cubicBezTo>
                    <a:pt x="674" y="594"/>
                    <a:pt x="674" y="593"/>
                    <a:pt x="675" y="593"/>
                  </a:cubicBezTo>
                  <a:cubicBezTo>
                    <a:pt x="693" y="594"/>
                    <a:pt x="699" y="557"/>
                    <a:pt x="705" y="547"/>
                  </a:cubicBezTo>
                  <a:cubicBezTo>
                    <a:pt x="718" y="527"/>
                    <a:pt x="730" y="507"/>
                    <a:pt x="743" y="488"/>
                  </a:cubicBezTo>
                  <a:cubicBezTo>
                    <a:pt x="757" y="475"/>
                    <a:pt x="769" y="461"/>
                    <a:pt x="778" y="445"/>
                  </a:cubicBezTo>
                  <a:cubicBezTo>
                    <a:pt x="781" y="440"/>
                    <a:pt x="784" y="435"/>
                    <a:pt x="786" y="430"/>
                  </a:cubicBezTo>
                  <a:cubicBezTo>
                    <a:pt x="787" y="428"/>
                    <a:pt x="787" y="427"/>
                    <a:pt x="787" y="426"/>
                  </a:cubicBezTo>
                  <a:cubicBezTo>
                    <a:pt x="787" y="424"/>
                    <a:pt x="787" y="423"/>
                    <a:pt x="786" y="422"/>
                  </a:cubicBezTo>
                  <a:cubicBezTo>
                    <a:pt x="787" y="419"/>
                    <a:pt x="789" y="416"/>
                    <a:pt x="790" y="413"/>
                  </a:cubicBezTo>
                  <a:cubicBezTo>
                    <a:pt x="815" y="390"/>
                    <a:pt x="838" y="364"/>
                    <a:pt x="859" y="337"/>
                  </a:cubicBezTo>
                  <a:cubicBezTo>
                    <a:pt x="880" y="308"/>
                    <a:pt x="913" y="271"/>
                    <a:pt x="927" y="238"/>
                  </a:cubicBezTo>
                  <a:cubicBezTo>
                    <a:pt x="941" y="204"/>
                    <a:pt x="968" y="182"/>
                    <a:pt x="981" y="148"/>
                  </a:cubicBezTo>
                  <a:cubicBezTo>
                    <a:pt x="999" y="99"/>
                    <a:pt x="1012" y="49"/>
                    <a:pt x="1026" y="1"/>
                  </a:cubicBezTo>
                  <a:cubicBezTo>
                    <a:pt x="1026" y="0"/>
                    <a:pt x="1026" y="0"/>
                    <a:pt x="1026" y="0"/>
                  </a:cubicBezTo>
                  <a:cubicBezTo>
                    <a:pt x="1025" y="0"/>
                    <a:pt x="1025" y="0"/>
                    <a:pt x="1025" y="0"/>
                  </a:cubicBezTo>
                  <a:lnTo>
                    <a:pt x="1025" y="1"/>
                  </a:lnTo>
                  <a:cubicBezTo>
                    <a:pt x="1005" y="42"/>
                    <a:pt x="994" y="89"/>
                    <a:pt x="977" y="132"/>
                  </a:cubicBezTo>
                  <a:cubicBezTo>
                    <a:pt x="969" y="150"/>
                    <a:pt x="960" y="168"/>
                    <a:pt x="950" y="185"/>
                  </a:cubicBezTo>
                  <a:cubicBezTo>
                    <a:pt x="934" y="213"/>
                    <a:pt x="915" y="240"/>
                    <a:pt x="895" y="265"/>
                  </a:cubicBezTo>
                  <a:cubicBezTo>
                    <a:pt x="850" y="330"/>
                    <a:pt x="799" y="390"/>
                    <a:pt x="742" y="444"/>
                  </a:cubicBezTo>
                  <a:lnTo>
                    <a:pt x="741" y="445"/>
                  </a:lnTo>
                  <a:cubicBezTo>
                    <a:pt x="723" y="461"/>
                    <a:pt x="704" y="477"/>
                    <a:pt x="685" y="492"/>
                  </a:cubicBezTo>
                  <a:cubicBezTo>
                    <a:pt x="654" y="520"/>
                    <a:pt x="626" y="551"/>
                    <a:pt x="601" y="585"/>
                  </a:cubicBezTo>
                  <a:cubicBezTo>
                    <a:pt x="585" y="604"/>
                    <a:pt x="570" y="623"/>
                    <a:pt x="556" y="644"/>
                  </a:cubicBezTo>
                  <a:cubicBezTo>
                    <a:pt x="544" y="658"/>
                    <a:pt x="534" y="672"/>
                    <a:pt x="525" y="687"/>
                  </a:cubicBezTo>
                  <a:cubicBezTo>
                    <a:pt x="507" y="719"/>
                    <a:pt x="494" y="754"/>
                    <a:pt x="489" y="791"/>
                  </a:cubicBezTo>
                  <a:cubicBezTo>
                    <a:pt x="488" y="796"/>
                    <a:pt x="487" y="801"/>
                    <a:pt x="487" y="806"/>
                  </a:cubicBezTo>
                  <a:cubicBezTo>
                    <a:pt x="487" y="809"/>
                    <a:pt x="487" y="811"/>
                    <a:pt x="488" y="814"/>
                  </a:cubicBezTo>
                  <a:cubicBezTo>
                    <a:pt x="488" y="815"/>
                    <a:pt x="488" y="815"/>
                    <a:pt x="488" y="817"/>
                  </a:cubicBezTo>
                  <a:cubicBezTo>
                    <a:pt x="488" y="818"/>
                    <a:pt x="488" y="823"/>
                    <a:pt x="489" y="827"/>
                  </a:cubicBezTo>
                  <a:cubicBezTo>
                    <a:pt x="491" y="843"/>
                    <a:pt x="494" y="860"/>
                    <a:pt x="497" y="875"/>
                  </a:cubicBezTo>
                  <a:cubicBezTo>
                    <a:pt x="497" y="879"/>
                    <a:pt x="500" y="883"/>
                    <a:pt x="501" y="886"/>
                  </a:cubicBezTo>
                  <a:cubicBezTo>
                    <a:pt x="502" y="887"/>
                    <a:pt x="501" y="887"/>
                    <a:pt x="501" y="887"/>
                  </a:cubicBezTo>
                  <a:cubicBezTo>
                    <a:pt x="502" y="892"/>
                    <a:pt x="502" y="896"/>
                    <a:pt x="503" y="900"/>
                  </a:cubicBezTo>
                  <a:cubicBezTo>
                    <a:pt x="491" y="877"/>
                    <a:pt x="484" y="853"/>
                    <a:pt x="481" y="828"/>
                  </a:cubicBezTo>
                  <a:cubicBezTo>
                    <a:pt x="478" y="811"/>
                    <a:pt x="477" y="795"/>
                    <a:pt x="477" y="778"/>
                  </a:cubicBezTo>
                  <a:cubicBezTo>
                    <a:pt x="477" y="769"/>
                    <a:pt x="478" y="761"/>
                    <a:pt x="478" y="752"/>
                  </a:cubicBezTo>
                  <a:cubicBezTo>
                    <a:pt x="480" y="672"/>
                    <a:pt x="523" y="586"/>
                    <a:pt x="567" y="521"/>
                  </a:cubicBezTo>
                  <a:cubicBezTo>
                    <a:pt x="598" y="475"/>
                    <a:pt x="635" y="433"/>
                    <a:pt x="666" y="387"/>
                  </a:cubicBezTo>
                  <a:cubicBezTo>
                    <a:pt x="677" y="375"/>
                    <a:pt x="688" y="363"/>
                    <a:pt x="701" y="352"/>
                  </a:cubicBezTo>
                  <a:cubicBezTo>
                    <a:pt x="722" y="331"/>
                    <a:pt x="740" y="308"/>
                    <a:pt x="757" y="283"/>
                  </a:cubicBezTo>
                  <a:cubicBezTo>
                    <a:pt x="772" y="266"/>
                    <a:pt x="786" y="248"/>
                    <a:pt x="797" y="229"/>
                  </a:cubicBezTo>
                  <a:cubicBezTo>
                    <a:pt x="797" y="228"/>
                    <a:pt x="797" y="228"/>
                    <a:pt x="798" y="228"/>
                  </a:cubicBezTo>
                  <a:cubicBezTo>
                    <a:pt x="820" y="203"/>
                    <a:pt x="840" y="176"/>
                    <a:pt x="857" y="148"/>
                  </a:cubicBezTo>
                  <a:cubicBezTo>
                    <a:pt x="869" y="129"/>
                    <a:pt x="880" y="110"/>
                    <a:pt x="893" y="91"/>
                  </a:cubicBezTo>
                  <a:cubicBezTo>
                    <a:pt x="901" y="79"/>
                    <a:pt x="903" y="58"/>
                    <a:pt x="914" y="49"/>
                  </a:cubicBezTo>
                  <a:cubicBezTo>
                    <a:pt x="916" y="47"/>
                    <a:pt x="914" y="44"/>
                    <a:pt x="910" y="45"/>
                  </a:cubicBezTo>
                  <a:cubicBezTo>
                    <a:pt x="891" y="59"/>
                    <a:pt x="883" y="93"/>
                    <a:pt x="870" y="113"/>
                  </a:cubicBezTo>
                  <a:cubicBezTo>
                    <a:pt x="846" y="146"/>
                    <a:pt x="820" y="177"/>
                    <a:pt x="793" y="206"/>
                  </a:cubicBezTo>
                  <a:cubicBezTo>
                    <a:pt x="770" y="229"/>
                    <a:pt x="749" y="254"/>
                    <a:pt x="729" y="280"/>
                  </a:cubicBezTo>
                  <a:cubicBezTo>
                    <a:pt x="707" y="295"/>
                    <a:pt x="687" y="314"/>
                    <a:pt x="670" y="334"/>
                  </a:cubicBezTo>
                  <a:lnTo>
                    <a:pt x="666" y="339"/>
                  </a:lnTo>
                  <a:cubicBezTo>
                    <a:pt x="652" y="349"/>
                    <a:pt x="639" y="361"/>
                    <a:pt x="626" y="374"/>
                  </a:cubicBezTo>
                  <a:cubicBezTo>
                    <a:pt x="604" y="391"/>
                    <a:pt x="578" y="405"/>
                    <a:pt x="559" y="418"/>
                  </a:cubicBezTo>
                  <a:cubicBezTo>
                    <a:pt x="552" y="421"/>
                    <a:pt x="545" y="424"/>
                    <a:pt x="539" y="428"/>
                  </a:cubicBezTo>
                  <a:cubicBezTo>
                    <a:pt x="530" y="433"/>
                    <a:pt x="521" y="439"/>
                    <a:pt x="512" y="445"/>
                  </a:cubicBezTo>
                  <a:cubicBezTo>
                    <a:pt x="448" y="485"/>
                    <a:pt x="383" y="520"/>
                    <a:pt x="318" y="558"/>
                  </a:cubicBezTo>
                  <a:cubicBezTo>
                    <a:pt x="254" y="596"/>
                    <a:pt x="192" y="631"/>
                    <a:pt x="153" y="693"/>
                  </a:cubicBezTo>
                  <a:cubicBezTo>
                    <a:pt x="172" y="627"/>
                    <a:pt x="228" y="567"/>
                    <a:pt x="274" y="523"/>
                  </a:cubicBezTo>
                  <a:cubicBezTo>
                    <a:pt x="291" y="507"/>
                    <a:pt x="308" y="492"/>
                    <a:pt x="327" y="479"/>
                  </a:cubicBezTo>
                  <a:cubicBezTo>
                    <a:pt x="330" y="477"/>
                    <a:pt x="333" y="476"/>
                    <a:pt x="336" y="474"/>
                  </a:cubicBezTo>
                  <a:cubicBezTo>
                    <a:pt x="348" y="467"/>
                    <a:pt x="359" y="460"/>
                    <a:pt x="370" y="451"/>
                  </a:cubicBezTo>
                  <a:cubicBezTo>
                    <a:pt x="376" y="448"/>
                    <a:pt x="382" y="444"/>
                    <a:pt x="388" y="441"/>
                  </a:cubicBezTo>
                  <a:cubicBezTo>
                    <a:pt x="393" y="439"/>
                    <a:pt x="399" y="436"/>
                    <a:pt x="404" y="433"/>
                  </a:cubicBezTo>
                  <a:cubicBezTo>
                    <a:pt x="412" y="428"/>
                    <a:pt x="420" y="423"/>
                    <a:pt x="427" y="417"/>
                  </a:cubicBezTo>
                  <a:cubicBezTo>
                    <a:pt x="441" y="410"/>
                    <a:pt x="455" y="403"/>
                    <a:pt x="468" y="395"/>
                  </a:cubicBezTo>
                  <a:cubicBezTo>
                    <a:pt x="488" y="384"/>
                    <a:pt x="507" y="371"/>
                    <a:pt x="526" y="358"/>
                  </a:cubicBezTo>
                  <a:cubicBezTo>
                    <a:pt x="554" y="337"/>
                    <a:pt x="581" y="314"/>
                    <a:pt x="610" y="295"/>
                  </a:cubicBezTo>
                  <a:cubicBezTo>
                    <a:pt x="611" y="295"/>
                    <a:pt x="612" y="294"/>
                    <a:pt x="612" y="294"/>
                  </a:cubicBezTo>
                  <a:cubicBezTo>
                    <a:pt x="618" y="290"/>
                    <a:pt x="624" y="285"/>
                    <a:pt x="627" y="279"/>
                  </a:cubicBezTo>
                  <a:cubicBezTo>
                    <a:pt x="630" y="274"/>
                    <a:pt x="631" y="270"/>
                    <a:pt x="632" y="265"/>
                  </a:cubicBezTo>
                  <a:cubicBezTo>
                    <a:pt x="632" y="264"/>
                    <a:pt x="632" y="264"/>
                    <a:pt x="632" y="263"/>
                  </a:cubicBezTo>
                  <a:cubicBezTo>
                    <a:pt x="632" y="262"/>
                    <a:pt x="632" y="261"/>
                    <a:pt x="632" y="261"/>
                  </a:cubicBezTo>
                  <a:cubicBezTo>
                    <a:pt x="631" y="260"/>
                    <a:pt x="631" y="260"/>
                    <a:pt x="630" y="259"/>
                  </a:cubicBezTo>
                  <a:cubicBezTo>
                    <a:pt x="629" y="258"/>
                    <a:pt x="628" y="258"/>
                    <a:pt x="627" y="258"/>
                  </a:cubicBezTo>
                  <a:cubicBezTo>
                    <a:pt x="626" y="258"/>
                    <a:pt x="626" y="258"/>
                    <a:pt x="625" y="259"/>
                  </a:cubicBezTo>
                  <a:cubicBezTo>
                    <a:pt x="624" y="260"/>
                    <a:pt x="623" y="260"/>
                    <a:pt x="623" y="261"/>
                  </a:cubicBezTo>
                  <a:lnTo>
                    <a:pt x="622" y="262"/>
                  </a:lnTo>
                  <a:cubicBezTo>
                    <a:pt x="613" y="280"/>
                    <a:pt x="583" y="294"/>
                    <a:pt x="567" y="305"/>
                  </a:cubicBezTo>
                  <a:cubicBezTo>
                    <a:pt x="541" y="325"/>
                    <a:pt x="517" y="345"/>
                    <a:pt x="490" y="363"/>
                  </a:cubicBezTo>
                  <a:cubicBezTo>
                    <a:pt x="438" y="398"/>
                    <a:pt x="379" y="417"/>
                    <a:pt x="324" y="445"/>
                  </a:cubicBezTo>
                  <a:cubicBezTo>
                    <a:pt x="290" y="460"/>
                    <a:pt x="257" y="477"/>
                    <a:pt x="225" y="496"/>
                  </a:cubicBezTo>
                  <a:cubicBezTo>
                    <a:pt x="197" y="512"/>
                    <a:pt x="169" y="530"/>
                    <a:pt x="142" y="549"/>
                  </a:cubicBezTo>
                  <a:cubicBezTo>
                    <a:pt x="138" y="550"/>
                    <a:pt x="135" y="552"/>
                    <a:pt x="132" y="554"/>
                  </a:cubicBezTo>
                  <a:cubicBezTo>
                    <a:pt x="119" y="561"/>
                    <a:pt x="108" y="572"/>
                    <a:pt x="100" y="585"/>
                  </a:cubicBezTo>
                  <a:cubicBezTo>
                    <a:pt x="100" y="586"/>
                    <a:pt x="99" y="587"/>
                    <a:pt x="99" y="588"/>
                  </a:cubicBezTo>
                  <a:cubicBezTo>
                    <a:pt x="94" y="594"/>
                    <a:pt x="89" y="599"/>
                    <a:pt x="84" y="604"/>
                  </a:cubicBezTo>
                  <a:cubicBezTo>
                    <a:pt x="89" y="588"/>
                    <a:pt x="96" y="572"/>
                    <a:pt x="104" y="558"/>
                  </a:cubicBezTo>
                  <a:cubicBezTo>
                    <a:pt x="127" y="524"/>
                    <a:pt x="154" y="494"/>
                    <a:pt x="185" y="467"/>
                  </a:cubicBezTo>
                  <a:cubicBezTo>
                    <a:pt x="193" y="460"/>
                    <a:pt x="202" y="453"/>
                    <a:pt x="211" y="446"/>
                  </a:cubicBezTo>
                  <a:cubicBezTo>
                    <a:pt x="212" y="445"/>
                    <a:pt x="213" y="445"/>
                    <a:pt x="214" y="444"/>
                  </a:cubicBezTo>
                  <a:cubicBezTo>
                    <a:pt x="222" y="440"/>
                    <a:pt x="229" y="434"/>
                    <a:pt x="235" y="429"/>
                  </a:cubicBezTo>
                  <a:lnTo>
                    <a:pt x="239" y="425"/>
                  </a:lnTo>
                  <a:cubicBezTo>
                    <a:pt x="266" y="407"/>
                    <a:pt x="294" y="391"/>
                    <a:pt x="323" y="375"/>
                  </a:cubicBezTo>
                  <a:lnTo>
                    <a:pt x="348" y="368"/>
                  </a:lnTo>
                  <a:cubicBezTo>
                    <a:pt x="349" y="368"/>
                    <a:pt x="349" y="368"/>
                    <a:pt x="350" y="367"/>
                  </a:cubicBezTo>
                  <a:cubicBezTo>
                    <a:pt x="350" y="367"/>
                    <a:pt x="352" y="366"/>
                    <a:pt x="352" y="365"/>
                  </a:cubicBezTo>
                  <a:cubicBezTo>
                    <a:pt x="353" y="364"/>
                    <a:pt x="352" y="363"/>
                    <a:pt x="352" y="362"/>
                  </a:cubicBezTo>
                  <a:cubicBezTo>
                    <a:pt x="352" y="361"/>
                    <a:pt x="352" y="360"/>
                    <a:pt x="352" y="360"/>
                  </a:cubicBezTo>
                  <a:cubicBezTo>
                    <a:pt x="352" y="359"/>
                    <a:pt x="352" y="359"/>
                    <a:pt x="352" y="359"/>
                  </a:cubicBezTo>
                  <a:cubicBezTo>
                    <a:pt x="373" y="347"/>
                    <a:pt x="394" y="335"/>
                    <a:pt x="414" y="322"/>
                  </a:cubicBezTo>
                  <a:cubicBezTo>
                    <a:pt x="482" y="276"/>
                    <a:pt x="566" y="245"/>
                    <a:pt x="619" y="180"/>
                  </a:cubicBezTo>
                  <a:cubicBezTo>
                    <a:pt x="653" y="140"/>
                    <a:pt x="689" y="104"/>
                    <a:pt x="728" y="71"/>
                  </a:cubicBezTo>
                  <a:cubicBezTo>
                    <a:pt x="750" y="53"/>
                    <a:pt x="759" y="20"/>
                    <a:pt x="781" y="5"/>
                  </a:cubicBezTo>
                  <a:lnTo>
                    <a:pt x="781" y="3"/>
                  </a:lnTo>
                  <a:cubicBezTo>
                    <a:pt x="767" y="9"/>
                    <a:pt x="776" y="5"/>
                    <a:pt x="761" y="23"/>
                  </a:cubicBezTo>
                  <a:cubicBezTo>
                    <a:pt x="746" y="42"/>
                    <a:pt x="730" y="59"/>
                    <a:pt x="712" y="75"/>
                  </a:cubicBezTo>
                  <a:cubicBezTo>
                    <a:pt x="675" y="103"/>
                    <a:pt x="640" y="134"/>
                    <a:pt x="608" y="169"/>
                  </a:cubicBezTo>
                  <a:cubicBezTo>
                    <a:pt x="579" y="200"/>
                    <a:pt x="545" y="227"/>
                    <a:pt x="508" y="249"/>
                  </a:cubicBezTo>
                  <a:lnTo>
                    <a:pt x="507" y="249"/>
                  </a:lnTo>
                  <a:cubicBezTo>
                    <a:pt x="461" y="277"/>
                    <a:pt x="414" y="308"/>
                    <a:pt x="365" y="330"/>
                  </a:cubicBezTo>
                  <a:cubicBezTo>
                    <a:pt x="354" y="336"/>
                    <a:pt x="343" y="341"/>
                    <a:pt x="333" y="348"/>
                  </a:cubicBezTo>
                  <a:cubicBezTo>
                    <a:pt x="319" y="355"/>
                    <a:pt x="306" y="364"/>
                    <a:pt x="293" y="372"/>
                  </a:cubicBezTo>
                  <a:lnTo>
                    <a:pt x="282" y="376"/>
                  </a:lnTo>
                  <a:lnTo>
                    <a:pt x="282" y="375"/>
                  </a:lnTo>
                  <a:cubicBezTo>
                    <a:pt x="280" y="374"/>
                    <a:pt x="278" y="374"/>
                    <a:pt x="276" y="374"/>
                  </a:cubicBezTo>
                  <a:lnTo>
                    <a:pt x="275" y="374"/>
                  </a:lnTo>
                  <a:cubicBezTo>
                    <a:pt x="262" y="376"/>
                    <a:pt x="249" y="380"/>
                    <a:pt x="237" y="387"/>
                  </a:cubicBezTo>
                  <a:cubicBezTo>
                    <a:pt x="233" y="389"/>
                    <a:pt x="229" y="392"/>
                    <a:pt x="225" y="395"/>
                  </a:cubicBezTo>
                  <a:cubicBezTo>
                    <a:pt x="203" y="404"/>
                    <a:pt x="181" y="414"/>
                    <a:pt x="159" y="426"/>
                  </a:cubicBezTo>
                  <a:cubicBezTo>
                    <a:pt x="130" y="443"/>
                    <a:pt x="100" y="456"/>
                    <a:pt x="73" y="475"/>
                  </a:cubicBezTo>
                  <a:cubicBezTo>
                    <a:pt x="55" y="488"/>
                    <a:pt x="39" y="504"/>
                    <a:pt x="26" y="522"/>
                  </a:cubicBezTo>
                  <a:cubicBezTo>
                    <a:pt x="50" y="471"/>
                    <a:pt x="110" y="428"/>
                    <a:pt x="150" y="400"/>
                  </a:cubicBezTo>
                  <a:cubicBezTo>
                    <a:pt x="201" y="364"/>
                    <a:pt x="259" y="332"/>
                    <a:pt x="307" y="292"/>
                  </a:cubicBezTo>
                  <a:cubicBezTo>
                    <a:pt x="401" y="213"/>
                    <a:pt x="507" y="150"/>
                    <a:pt x="601" y="70"/>
                  </a:cubicBezTo>
                  <a:cubicBezTo>
                    <a:pt x="602" y="68"/>
                    <a:pt x="601" y="66"/>
                    <a:pt x="599" y="67"/>
                  </a:cubicBezTo>
                  <a:cubicBezTo>
                    <a:pt x="496" y="150"/>
                    <a:pt x="387" y="224"/>
                    <a:pt x="278" y="300"/>
                  </a:cubicBezTo>
                  <a:cubicBezTo>
                    <a:pt x="218" y="342"/>
                    <a:pt x="148" y="373"/>
                    <a:pt x="93" y="421"/>
                  </a:cubicBezTo>
                  <a:cubicBezTo>
                    <a:pt x="59" y="451"/>
                    <a:pt x="7" y="501"/>
                    <a:pt x="2" y="548"/>
                  </a:cubicBezTo>
                  <a:cubicBezTo>
                    <a:pt x="0" y="553"/>
                    <a:pt x="8" y="555"/>
                    <a:pt x="13" y="552"/>
                  </a:cubicBezTo>
                  <a:moveTo>
                    <a:pt x="785" y="414"/>
                  </a:moveTo>
                  <a:lnTo>
                    <a:pt x="783" y="416"/>
                  </a:lnTo>
                  <a:lnTo>
                    <a:pt x="785" y="414"/>
                  </a:lnTo>
                  <a:moveTo>
                    <a:pt x="226" y="630"/>
                  </a:moveTo>
                  <a:cubicBezTo>
                    <a:pt x="220" y="637"/>
                    <a:pt x="213" y="643"/>
                    <a:pt x="205" y="649"/>
                  </a:cubicBezTo>
                  <a:cubicBezTo>
                    <a:pt x="212" y="642"/>
                    <a:pt x="219" y="636"/>
                    <a:pt x="226" y="630"/>
                  </a:cubicBezTo>
                  <a:moveTo>
                    <a:pt x="386" y="435"/>
                  </a:moveTo>
                  <a:lnTo>
                    <a:pt x="393" y="432"/>
                  </a:lnTo>
                  <a:lnTo>
                    <a:pt x="386" y="436"/>
                  </a:lnTo>
                  <a:lnTo>
                    <a:pt x="386" y="4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8"/>
            <p:cNvSpPr/>
            <p:nvPr/>
          </p:nvSpPr>
          <p:spPr>
            <a:xfrm>
              <a:off x="8145000" y="3360600"/>
              <a:ext cx="52920" cy="99000"/>
            </a:xfrm>
            <a:custGeom>
              <a:rect b="b" l="l" r="r" t="t"/>
              <a:pathLst>
                <a:path extrusionOk="0" h="275" w="147">
                  <a:moveTo>
                    <a:pt x="1" y="270"/>
                  </a:moveTo>
                  <a:cubicBezTo>
                    <a:pt x="0" y="272"/>
                    <a:pt x="2" y="274"/>
                    <a:pt x="3" y="273"/>
                  </a:cubicBezTo>
                  <a:cubicBezTo>
                    <a:pt x="84" y="218"/>
                    <a:pt x="132" y="95"/>
                    <a:pt x="146" y="1"/>
                  </a:cubicBezTo>
                  <a:cubicBezTo>
                    <a:pt x="146" y="0"/>
                    <a:pt x="146" y="0"/>
                    <a:pt x="146" y="0"/>
                  </a:cubicBezTo>
                  <a:cubicBezTo>
                    <a:pt x="145" y="0"/>
                    <a:pt x="145" y="0"/>
                    <a:pt x="145" y="0"/>
                  </a:cubicBezTo>
                  <a:lnTo>
                    <a:pt x="144" y="0"/>
                  </a:lnTo>
                  <a:lnTo>
                    <a:pt x="144" y="1"/>
                  </a:lnTo>
                  <a:cubicBezTo>
                    <a:pt x="129" y="56"/>
                    <a:pt x="108" y="109"/>
                    <a:pt x="81" y="159"/>
                  </a:cubicBezTo>
                  <a:cubicBezTo>
                    <a:pt x="59" y="199"/>
                    <a:pt x="27" y="232"/>
                    <a:pt x="1"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8"/>
            <p:cNvSpPr/>
            <p:nvPr/>
          </p:nvSpPr>
          <p:spPr>
            <a:xfrm>
              <a:off x="8085960" y="3470760"/>
              <a:ext cx="46080" cy="42480"/>
            </a:xfrm>
            <a:custGeom>
              <a:rect b="b" l="l" r="r" t="t"/>
              <a:pathLst>
                <a:path extrusionOk="0" h="118" w="128">
                  <a:moveTo>
                    <a:pt x="106" y="14"/>
                  </a:moveTo>
                  <a:cubicBezTo>
                    <a:pt x="95" y="26"/>
                    <a:pt x="83" y="38"/>
                    <a:pt x="69" y="49"/>
                  </a:cubicBezTo>
                  <a:cubicBezTo>
                    <a:pt x="68" y="49"/>
                    <a:pt x="67" y="50"/>
                    <a:pt x="66" y="51"/>
                  </a:cubicBezTo>
                  <a:cubicBezTo>
                    <a:pt x="61" y="54"/>
                    <a:pt x="56" y="57"/>
                    <a:pt x="51" y="60"/>
                  </a:cubicBezTo>
                  <a:cubicBezTo>
                    <a:pt x="45" y="66"/>
                    <a:pt x="39" y="73"/>
                    <a:pt x="33" y="80"/>
                  </a:cubicBezTo>
                  <a:cubicBezTo>
                    <a:pt x="23" y="90"/>
                    <a:pt x="8" y="99"/>
                    <a:pt x="1" y="112"/>
                  </a:cubicBezTo>
                  <a:cubicBezTo>
                    <a:pt x="0" y="115"/>
                    <a:pt x="3" y="117"/>
                    <a:pt x="6" y="116"/>
                  </a:cubicBezTo>
                  <a:cubicBezTo>
                    <a:pt x="35" y="102"/>
                    <a:pt x="47" y="73"/>
                    <a:pt x="75" y="57"/>
                  </a:cubicBezTo>
                  <a:cubicBezTo>
                    <a:pt x="85" y="49"/>
                    <a:pt x="94" y="40"/>
                    <a:pt x="101" y="29"/>
                  </a:cubicBezTo>
                  <a:cubicBezTo>
                    <a:pt x="110" y="20"/>
                    <a:pt x="113" y="4"/>
                    <a:pt x="127" y="0"/>
                  </a:cubicBezTo>
                  <a:cubicBezTo>
                    <a:pt x="124" y="1"/>
                    <a:pt x="120" y="2"/>
                    <a:pt x="117" y="4"/>
                  </a:cubicBezTo>
                  <a:cubicBezTo>
                    <a:pt x="113" y="7"/>
                    <a:pt x="109" y="10"/>
                    <a:pt x="10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8"/>
            <p:cNvSpPr/>
            <p:nvPr/>
          </p:nvSpPr>
          <p:spPr>
            <a:xfrm>
              <a:off x="7976880" y="3521160"/>
              <a:ext cx="140040" cy="199080"/>
            </a:xfrm>
            <a:custGeom>
              <a:rect b="b" l="l" r="r" t="t"/>
              <a:pathLst>
                <a:path extrusionOk="0" h="553" w="389">
                  <a:moveTo>
                    <a:pt x="179" y="129"/>
                  </a:moveTo>
                  <a:cubicBezTo>
                    <a:pt x="207" y="84"/>
                    <a:pt x="247" y="50"/>
                    <a:pt x="275" y="4"/>
                  </a:cubicBezTo>
                  <a:cubicBezTo>
                    <a:pt x="276" y="2"/>
                    <a:pt x="273" y="0"/>
                    <a:pt x="271" y="2"/>
                  </a:cubicBezTo>
                  <a:cubicBezTo>
                    <a:pt x="245" y="40"/>
                    <a:pt x="208" y="70"/>
                    <a:pt x="179" y="106"/>
                  </a:cubicBezTo>
                  <a:cubicBezTo>
                    <a:pt x="162" y="130"/>
                    <a:pt x="146" y="155"/>
                    <a:pt x="131" y="181"/>
                  </a:cubicBezTo>
                  <a:cubicBezTo>
                    <a:pt x="118" y="203"/>
                    <a:pt x="106" y="227"/>
                    <a:pt x="95" y="251"/>
                  </a:cubicBezTo>
                  <a:cubicBezTo>
                    <a:pt x="51" y="339"/>
                    <a:pt x="6" y="443"/>
                    <a:pt x="0" y="543"/>
                  </a:cubicBezTo>
                  <a:cubicBezTo>
                    <a:pt x="0" y="552"/>
                    <a:pt x="14" y="552"/>
                    <a:pt x="14" y="543"/>
                  </a:cubicBezTo>
                  <a:cubicBezTo>
                    <a:pt x="20" y="518"/>
                    <a:pt x="29" y="494"/>
                    <a:pt x="41" y="471"/>
                  </a:cubicBezTo>
                  <a:cubicBezTo>
                    <a:pt x="55" y="438"/>
                    <a:pt x="69" y="403"/>
                    <a:pt x="86" y="370"/>
                  </a:cubicBezTo>
                  <a:cubicBezTo>
                    <a:pt x="94" y="353"/>
                    <a:pt x="102" y="336"/>
                    <a:pt x="112" y="320"/>
                  </a:cubicBezTo>
                  <a:cubicBezTo>
                    <a:pt x="125" y="296"/>
                    <a:pt x="141" y="275"/>
                    <a:pt x="157" y="253"/>
                  </a:cubicBezTo>
                  <a:cubicBezTo>
                    <a:pt x="228" y="170"/>
                    <a:pt x="305" y="91"/>
                    <a:pt x="387" y="19"/>
                  </a:cubicBezTo>
                  <a:cubicBezTo>
                    <a:pt x="388" y="17"/>
                    <a:pt x="387" y="16"/>
                    <a:pt x="385" y="17"/>
                  </a:cubicBezTo>
                  <a:cubicBezTo>
                    <a:pt x="333" y="50"/>
                    <a:pt x="297" y="103"/>
                    <a:pt x="250" y="142"/>
                  </a:cubicBezTo>
                  <a:cubicBezTo>
                    <a:pt x="210" y="178"/>
                    <a:pt x="174" y="217"/>
                    <a:pt x="142" y="260"/>
                  </a:cubicBezTo>
                  <a:cubicBezTo>
                    <a:pt x="112" y="296"/>
                    <a:pt x="94" y="340"/>
                    <a:pt x="70" y="380"/>
                  </a:cubicBezTo>
                  <a:cubicBezTo>
                    <a:pt x="53" y="412"/>
                    <a:pt x="38" y="445"/>
                    <a:pt x="25" y="478"/>
                  </a:cubicBezTo>
                  <a:lnTo>
                    <a:pt x="22" y="484"/>
                  </a:lnTo>
                  <a:cubicBezTo>
                    <a:pt x="39" y="399"/>
                    <a:pt x="79" y="316"/>
                    <a:pt x="117" y="240"/>
                  </a:cubicBezTo>
                  <a:cubicBezTo>
                    <a:pt x="136" y="203"/>
                    <a:pt x="156" y="165"/>
                    <a:pt x="179"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8"/>
            <p:cNvSpPr/>
            <p:nvPr/>
          </p:nvSpPr>
          <p:spPr>
            <a:xfrm>
              <a:off x="8125920" y="3485880"/>
              <a:ext cx="39240" cy="33840"/>
            </a:xfrm>
            <a:custGeom>
              <a:rect b="b" l="l" r="r" t="t"/>
              <a:pathLst>
                <a:path extrusionOk="0" h="94" w="109">
                  <a:moveTo>
                    <a:pt x="0" y="91"/>
                  </a:moveTo>
                  <a:lnTo>
                    <a:pt x="0" y="92"/>
                  </a:lnTo>
                  <a:lnTo>
                    <a:pt x="1" y="93"/>
                  </a:lnTo>
                  <a:lnTo>
                    <a:pt x="2" y="93"/>
                  </a:lnTo>
                  <a:cubicBezTo>
                    <a:pt x="2" y="93"/>
                    <a:pt x="3" y="93"/>
                    <a:pt x="3" y="92"/>
                  </a:cubicBezTo>
                  <a:cubicBezTo>
                    <a:pt x="33" y="60"/>
                    <a:pt x="80" y="41"/>
                    <a:pt x="106" y="4"/>
                  </a:cubicBezTo>
                  <a:cubicBezTo>
                    <a:pt x="108" y="2"/>
                    <a:pt x="105" y="0"/>
                    <a:pt x="103" y="2"/>
                  </a:cubicBezTo>
                  <a:cubicBezTo>
                    <a:pt x="84" y="15"/>
                    <a:pt x="67" y="30"/>
                    <a:pt x="49" y="44"/>
                  </a:cubicBezTo>
                  <a:cubicBezTo>
                    <a:pt x="31" y="58"/>
                    <a:pt x="15" y="73"/>
                    <a:pt x="0"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8"/>
            <p:cNvSpPr/>
            <p:nvPr/>
          </p:nvSpPr>
          <p:spPr>
            <a:xfrm>
              <a:off x="8169480" y="3446640"/>
              <a:ext cx="34560" cy="33480"/>
            </a:xfrm>
            <a:custGeom>
              <a:rect b="b" l="l" r="r" t="t"/>
              <a:pathLst>
                <a:path extrusionOk="0" h="93" w="96">
                  <a:moveTo>
                    <a:pt x="79" y="30"/>
                  </a:moveTo>
                  <a:cubicBezTo>
                    <a:pt x="86" y="23"/>
                    <a:pt x="86" y="10"/>
                    <a:pt x="94" y="5"/>
                  </a:cubicBezTo>
                  <a:cubicBezTo>
                    <a:pt x="95" y="5"/>
                    <a:pt x="95" y="4"/>
                    <a:pt x="95" y="4"/>
                  </a:cubicBezTo>
                  <a:lnTo>
                    <a:pt x="95" y="3"/>
                  </a:lnTo>
                  <a:cubicBezTo>
                    <a:pt x="95" y="2"/>
                    <a:pt x="95" y="2"/>
                    <a:pt x="95" y="1"/>
                  </a:cubicBezTo>
                  <a:lnTo>
                    <a:pt x="94" y="0"/>
                  </a:lnTo>
                  <a:lnTo>
                    <a:pt x="93" y="0"/>
                  </a:lnTo>
                  <a:lnTo>
                    <a:pt x="92" y="0"/>
                  </a:lnTo>
                  <a:cubicBezTo>
                    <a:pt x="84" y="1"/>
                    <a:pt x="82" y="6"/>
                    <a:pt x="78" y="13"/>
                  </a:cubicBezTo>
                  <a:cubicBezTo>
                    <a:pt x="71" y="23"/>
                    <a:pt x="63" y="32"/>
                    <a:pt x="53" y="40"/>
                  </a:cubicBezTo>
                  <a:cubicBezTo>
                    <a:pt x="45" y="49"/>
                    <a:pt x="36" y="57"/>
                    <a:pt x="27" y="65"/>
                  </a:cubicBezTo>
                  <a:cubicBezTo>
                    <a:pt x="18" y="70"/>
                    <a:pt x="10" y="77"/>
                    <a:pt x="2" y="84"/>
                  </a:cubicBezTo>
                  <a:cubicBezTo>
                    <a:pt x="0" y="87"/>
                    <a:pt x="3" y="92"/>
                    <a:pt x="6" y="89"/>
                  </a:cubicBezTo>
                  <a:cubicBezTo>
                    <a:pt x="21" y="74"/>
                    <a:pt x="41" y="65"/>
                    <a:pt x="57" y="51"/>
                  </a:cubicBezTo>
                  <a:cubicBezTo>
                    <a:pt x="64" y="44"/>
                    <a:pt x="72" y="37"/>
                    <a:pt x="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8"/>
            <p:cNvSpPr/>
            <p:nvPr/>
          </p:nvSpPr>
          <p:spPr>
            <a:xfrm>
              <a:off x="8180640" y="3482280"/>
              <a:ext cx="26640" cy="36360"/>
            </a:xfrm>
            <a:custGeom>
              <a:rect b="b" l="l" r="r" t="t"/>
              <a:pathLst>
                <a:path extrusionOk="0" h="101" w="74">
                  <a:moveTo>
                    <a:pt x="3" y="96"/>
                  </a:moveTo>
                  <a:cubicBezTo>
                    <a:pt x="14" y="81"/>
                    <a:pt x="26" y="66"/>
                    <a:pt x="39" y="54"/>
                  </a:cubicBezTo>
                  <a:cubicBezTo>
                    <a:pt x="51" y="39"/>
                    <a:pt x="62" y="23"/>
                    <a:pt x="72" y="6"/>
                  </a:cubicBezTo>
                  <a:cubicBezTo>
                    <a:pt x="72" y="5"/>
                    <a:pt x="73" y="4"/>
                    <a:pt x="73" y="3"/>
                  </a:cubicBezTo>
                  <a:lnTo>
                    <a:pt x="73" y="2"/>
                  </a:lnTo>
                  <a:lnTo>
                    <a:pt x="73" y="1"/>
                  </a:lnTo>
                  <a:cubicBezTo>
                    <a:pt x="73" y="1"/>
                    <a:pt x="72" y="2"/>
                    <a:pt x="72" y="1"/>
                  </a:cubicBezTo>
                  <a:cubicBezTo>
                    <a:pt x="71" y="0"/>
                    <a:pt x="72" y="0"/>
                    <a:pt x="72" y="0"/>
                  </a:cubicBezTo>
                  <a:cubicBezTo>
                    <a:pt x="71" y="0"/>
                    <a:pt x="71" y="0"/>
                    <a:pt x="71" y="1"/>
                  </a:cubicBezTo>
                  <a:cubicBezTo>
                    <a:pt x="70" y="2"/>
                    <a:pt x="70" y="1"/>
                    <a:pt x="70" y="1"/>
                  </a:cubicBezTo>
                  <a:cubicBezTo>
                    <a:pt x="56" y="18"/>
                    <a:pt x="45" y="37"/>
                    <a:pt x="31" y="53"/>
                  </a:cubicBezTo>
                  <a:cubicBezTo>
                    <a:pt x="22" y="61"/>
                    <a:pt x="15" y="71"/>
                    <a:pt x="9" y="82"/>
                  </a:cubicBezTo>
                  <a:cubicBezTo>
                    <a:pt x="6" y="86"/>
                    <a:pt x="4" y="91"/>
                    <a:pt x="2" y="95"/>
                  </a:cubicBezTo>
                  <a:cubicBezTo>
                    <a:pt x="0" y="100"/>
                    <a:pt x="3" y="97"/>
                    <a:pt x="3"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8"/>
            <p:cNvSpPr/>
            <p:nvPr/>
          </p:nvSpPr>
          <p:spPr>
            <a:xfrm>
              <a:off x="8150400" y="3530160"/>
              <a:ext cx="23040" cy="28440"/>
            </a:xfrm>
            <a:custGeom>
              <a:rect b="b" l="l" r="r" t="t"/>
              <a:pathLst>
                <a:path extrusionOk="0" h="79" w="64">
                  <a:moveTo>
                    <a:pt x="60" y="1"/>
                  </a:moveTo>
                  <a:cubicBezTo>
                    <a:pt x="58" y="5"/>
                    <a:pt x="57" y="9"/>
                    <a:pt x="55" y="12"/>
                  </a:cubicBezTo>
                  <a:cubicBezTo>
                    <a:pt x="49" y="23"/>
                    <a:pt x="41" y="32"/>
                    <a:pt x="31" y="41"/>
                  </a:cubicBezTo>
                  <a:cubicBezTo>
                    <a:pt x="19" y="50"/>
                    <a:pt x="8" y="62"/>
                    <a:pt x="0" y="76"/>
                  </a:cubicBezTo>
                  <a:cubicBezTo>
                    <a:pt x="0" y="77"/>
                    <a:pt x="0" y="77"/>
                    <a:pt x="0" y="77"/>
                  </a:cubicBezTo>
                  <a:cubicBezTo>
                    <a:pt x="0" y="78"/>
                    <a:pt x="1" y="78"/>
                    <a:pt x="1" y="78"/>
                  </a:cubicBezTo>
                  <a:lnTo>
                    <a:pt x="2" y="78"/>
                  </a:lnTo>
                  <a:lnTo>
                    <a:pt x="3" y="78"/>
                  </a:lnTo>
                  <a:cubicBezTo>
                    <a:pt x="3" y="78"/>
                    <a:pt x="4" y="78"/>
                    <a:pt x="5" y="77"/>
                  </a:cubicBezTo>
                  <a:cubicBezTo>
                    <a:pt x="18" y="70"/>
                    <a:pt x="29" y="59"/>
                    <a:pt x="38" y="46"/>
                  </a:cubicBezTo>
                  <a:cubicBezTo>
                    <a:pt x="43" y="40"/>
                    <a:pt x="48" y="34"/>
                    <a:pt x="52" y="26"/>
                  </a:cubicBezTo>
                  <a:cubicBezTo>
                    <a:pt x="56" y="19"/>
                    <a:pt x="60" y="11"/>
                    <a:pt x="62" y="3"/>
                  </a:cubicBezTo>
                  <a:cubicBezTo>
                    <a:pt x="63" y="1"/>
                    <a:pt x="61" y="0"/>
                    <a:pt x="6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8"/>
            <p:cNvSpPr/>
            <p:nvPr/>
          </p:nvSpPr>
          <p:spPr>
            <a:xfrm>
              <a:off x="7942320" y="3526560"/>
              <a:ext cx="201960" cy="348480"/>
            </a:xfrm>
            <a:custGeom>
              <a:rect b="b" l="l" r="r" t="t"/>
              <a:pathLst>
                <a:path extrusionOk="0" h="968" w="561">
                  <a:moveTo>
                    <a:pt x="224" y="501"/>
                  </a:moveTo>
                  <a:cubicBezTo>
                    <a:pt x="207" y="536"/>
                    <a:pt x="194" y="573"/>
                    <a:pt x="184" y="611"/>
                  </a:cubicBezTo>
                  <a:cubicBezTo>
                    <a:pt x="169" y="659"/>
                    <a:pt x="150" y="705"/>
                    <a:pt x="129" y="751"/>
                  </a:cubicBezTo>
                  <a:cubicBezTo>
                    <a:pt x="118" y="772"/>
                    <a:pt x="108" y="792"/>
                    <a:pt x="95" y="813"/>
                  </a:cubicBezTo>
                  <a:cubicBezTo>
                    <a:pt x="73" y="852"/>
                    <a:pt x="48" y="891"/>
                    <a:pt x="21" y="928"/>
                  </a:cubicBezTo>
                  <a:cubicBezTo>
                    <a:pt x="17" y="932"/>
                    <a:pt x="13" y="935"/>
                    <a:pt x="10" y="941"/>
                  </a:cubicBezTo>
                  <a:cubicBezTo>
                    <a:pt x="8" y="944"/>
                    <a:pt x="6" y="950"/>
                    <a:pt x="5" y="954"/>
                  </a:cubicBezTo>
                  <a:lnTo>
                    <a:pt x="2" y="959"/>
                  </a:lnTo>
                  <a:cubicBezTo>
                    <a:pt x="0" y="963"/>
                    <a:pt x="5" y="967"/>
                    <a:pt x="8" y="963"/>
                  </a:cubicBezTo>
                  <a:cubicBezTo>
                    <a:pt x="16" y="954"/>
                    <a:pt x="25" y="944"/>
                    <a:pt x="33" y="934"/>
                  </a:cubicBezTo>
                  <a:cubicBezTo>
                    <a:pt x="50" y="921"/>
                    <a:pt x="65" y="904"/>
                    <a:pt x="80" y="889"/>
                  </a:cubicBezTo>
                  <a:cubicBezTo>
                    <a:pt x="104" y="868"/>
                    <a:pt x="124" y="844"/>
                    <a:pt x="140" y="816"/>
                  </a:cubicBezTo>
                  <a:cubicBezTo>
                    <a:pt x="141" y="815"/>
                    <a:pt x="142" y="813"/>
                    <a:pt x="143" y="812"/>
                  </a:cubicBezTo>
                  <a:cubicBezTo>
                    <a:pt x="162" y="776"/>
                    <a:pt x="179" y="740"/>
                    <a:pt x="195" y="702"/>
                  </a:cubicBezTo>
                  <a:cubicBezTo>
                    <a:pt x="209" y="663"/>
                    <a:pt x="239" y="628"/>
                    <a:pt x="247" y="588"/>
                  </a:cubicBezTo>
                  <a:lnTo>
                    <a:pt x="245" y="588"/>
                  </a:lnTo>
                  <a:cubicBezTo>
                    <a:pt x="238" y="610"/>
                    <a:pt x="228" y="631"/>
                    <a:pt x="215" y="653"/>
                  </a:cubicBezTo>
                  <a:cubicBezTo>
                    <a:pt x="209" y="663"/>
                    <a:pt x="202" y="674"/>
                    <a:pt x="195" y="685"/>
                  </a:cubicBezTo>
                  <a:cubicBezTo>
                    <a:pt x="189" y="694"/>
                    <a:pt x="183" y="703"/>
                    <a:pt x="177" y="714"/>
                  </a:cubicBezTo>
                  <a:cubicBezTo>
                    <a:pt x="165" y="735"/>
                    <a:pt x="153" y="758"/>
                    <a:pt x="143" y="780"/>
                  </a:cubicBezTo>
                  <a:cubicBezTo>
                    <a:pt x="139" y="788"/>
                    <a:pt x="136" y="795"/>
                    <a:pt x="131" y="803"/>
                  </a:cubicBezTo>
                  <a:cubicBezTo>
                    <a:pt x="118" y="827"/>
                    <a:pt x="100" y="850"/>
                    <a:pt x="80" y="871"/>
                  </a:cubicBezTo>
                  <a:cubicBezTo>
                    <a:pt x="88" y="858"/>
                    <a:pt x="97" y="845"/>
                    <a:pt x="104" y="832"/>
                  </a:cubicBezTo>
                  <a:cubicBezTo>
                    <a:pt x="113" y="816"/>
                    <a:pt x="122" y="800"/>
                    <a:pt x="129" y="783"/>
                  </a:cubicBezTo>
                  <a:cubicBezTo>
                    <a:pt x="145" y="742"/>
                    <a:pt x="166" y="701"/>
                    <a:pt x="183" y="660"/>
                  </a:cubicBezTo>
                  <a:cubicBezTo>
                    <a:pt x="200" y="619"/>
                    <a:pt x="209" y="575"/>
                    <a:pt x="224" y="533"/>
                  </a:cubicBezTo>
                  <a:cubicBezTo>
                    <a:pt x="252" y="454"/>
                    <a:pt x="302" y="393"/>
                    <a:pt x="349" y="327"/>
                  </a:cubicBezTo>
                  <a:cubicBezTo>
                    <a:pt x="408" y="245"/>
                    <a:pt x="496" y="188"/>
                    <a:pt x="557" y="108"/>
                  </a:cubicBezTo>
                  <a:cubicBezTo>
                    <a:pt x="559" y="105"/>
                    <a:pt x="556" y="102"/>
                    <a:pt x="554" y="104"/>
                  </a:cubicBezTo>
                  <a:cubicBezTo>
                    <a:pt x="516" y="142"/>
                    <a:pt x="477" y="178"/>
                    <a:pt x="436" y="212"/>
                  </a:cubicBezTo>
                  <a:cubicBezTo>
                    <a:pt x="405" y="237"/>
                    <a:pt x="378" y="265"/>
                    <a:pt x="354" y="296"/>
                  </a:cubicBezTo>
                  <a:cubicBezTo>
                    <a:pt x="351" y="301"/>
                    <a:pt x="348" y="305"/>
                    <a:pt x="344" y="310"/>
                  </a:cubicBezTo>
                  <a:cubicBezTo>
                    <a:pt x="284" y="360"/>
                    <a:pt x="232" y="420"/>
                    <a:pt x="193" y="489"/>
                  </a:cubicBezTo>
                  <a:cubicBezTo>
                    <a:pt x="189" y="496"/>
                    <a:pt x="185" y="503"/>
                    <a:pt x="181" y="510"/>
                  </a:cubicBezTo>
                  <a:cubicBezTo>
                    <a:pt x="160" y="551"/>
                    <a:pt x="140" y="590"/>
                    <a:pt x="116" y="630"/>
                  </a:cubicBezTo>
                  <a:cubicBezTo>
                    <a:pt x="125" y="612"/>
                    <a:pt x="133" y="594"/>
                    <a:pt x="140" y="576"/>
                  </a:cubicBezTo>
                  <a:cubicBezTo>
                    <a:pt x="161" y="502"/>
                    <a:pt x="189" y="431"/>
                    <a:pt x="221" y="362"/>
                  </a:cubicBezTo>
                  <a:cubicBezTo>
                    <a:pt x="290" y="214"/>
                    <a:pt x="447" y="120"/>
                    <a:pt x="558" y="6"/>
                  </a:cubicBezTo>
                  <a:cubicBezTo>
                    <a:pt x="560" y="3"/>
                    <a:pt x="557" y="0"/>
                    <a:pt x="555" y="2"/>
                  </a:cubicBezTo>
                  <a:cubicBezTo>
                    <a:pt x="498" y="57"/>
                    <a:pt x="435" y="109"/>
                    <a:pt x="373" y="160"/>
                  </a:cubicBezTo>
                  <a:cubicBezTo>
                    <a:pt x="317" y="205"/>
                    <a:pt x="253" y="263"/>
                    <a:pt x="217" y="326"/>
                  </a:cubicBezTo>
                  <a:cubicBezTo>
                    <a:pt x="202" y="355"/>
                    <a:pt x="189" y="386"/>
                    <a:pt x="178" y="417"/>
                  </a:cubicBezTo>
                  <a:cubicBezTo>
                    <a:pt x="163" y="447"/>
                    <a:pt x="151" y="479"/>
                    <a:pt x="141" y="511"/>
                  </a:cubicBezTo>
                  <a:cubicBezTo>
                    <a:pt x="133" y="552"/>
                    <a:pt x="119" y="591"/>
                    <a:pt x="101" y="628"/>
                  </a:cubicBezTo>
                  <a:cubicBezTo>
                    <a:pt x="93" y="647"/>
                    <a:pt x="87" y="668"/>
                    <a:pt x="85" y="688"/>
                  </a:cubicBezTo>
                  <a:cubicBezTo>
                    <a:pt x="75" y="708"/>
                    <a:pt x="70" y="729"/>
                    <a:pt x="69" y="750"/>
                  </a:cubicBezTo>
                  <a:cubicBezTo>
                    <a:pt x="69" y="755"/>
                    <a:pt x="77" y="759"/>
                    <a:pt x="79" y="753"/>
                  </a:cubicBezTo>
                  <a:cubicBezTo>
                    <a:pt x="90" y="732"/>
                    <a:pt x="96" y="709"/>
                    <a:pt x="99" y="685"/>
                  </a:cubicBezTo>
                  <a:cubicBezTo>
                    <a:pt x="100" y="681"/>
                    <a:pt x="101" y="676"/>
                    <a:pt x="102" y="671"/>
                  </a:cubicBezTo>
                  <a:cubicBezTo>
                    <a:pt x="122" y="632"/>
                    <a:pt x="153" y="593"/>
                    <a:pt x="169" y="555"/>
                  </a:cubicBezTo>
                  <a:cubicBezTo>
                    <a:pt x="177" y="534"/>
                    <a:pt x="188" y="513"/>
                    <a:pt x="199" y="494"/>
                  </a:cubicBezTo>
                  <a:cubicBezTo>
                    <a:pt x="217" y="463"/>
                    <a:pt x="237" y="435"/>
                    <a:pt x="261" y="410"/>
                  </a:cubicBezTo>
                  <a:cubicBezTo>
                    <a:pt x="274" y="397"/>
                    <a:pt x="286" y="385"/>
                    <a:pt x="298" y="372"/>
                  </a:cubicBezTo>
                  <a:cubicBezTo>
                    <a:pt x="294" y="377"/>
                    <a:pt x="291" y="382"/>
                    <a:pt x="287" y="388"/>
                  </a:cubicBezTo>
                  <a:cubicBezTo>
                    <a:pt x="262" y="424"/>
                    <a:pt x="245" y="462"/>
                    <a:pt x="224" y="5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8"/>
            <p:cNvSpPr/>
            <p:nvPr/>
          </p:nvSpPr>
          <p:spPr>
            <a:xfrm>
              <a:off x="8040960" y="3582720"/>
              <a:ext cx="129600" cy="143640"/>
            </a:xfrm>
            <a:custGeom>
              <a:rect b="b" l="l" r="r" t="t"/>
              <a:pathLst>
                <a:path extrusionOk="0" h="399" w="360">
                  <a:moveTo>
                    <a:pt x="354" y="0"/>
                  </a:moveTo>
                  <a:cubicBezTo>
                    <a:pt x="343" y="6"/>
                    <a:pt x="332" y="12"/>
                    <a:pt x="321" y="19"/>
                  </a:cubicBezTo>
                  <a:cubicBezTo>
                    <a:pt x="286" y="39"/>
                    <a:pt x="252" y="61"/>
                    <a:pt x="219" y="84"/>
                  </a:cubicBezTo>
                  <a:cubicBezTo>
                    <a:pt x="178" y="116"/>
                    <a:pt x="152" y="157"/>
                    <a:pt x="118" y="195"/>
                  </a:cubicBezTo>
                  <a:cubicBezTo>
                    <a:pt x="93" y="225"/>
                    <a:pt x="70" y="257"/>
                    <a:pt x="49" y="291"/>
                  </a:cubicBezTo>
                  <a:cubicBezTo>
                    <a:pt x="30" y="323"/>
                    <a:pt x="4" y="359"/>
                    <a:pt x="0" y="396"/>
                  </a:cubicBezTo>
                  <a:cubicBezTo>
                    <a:pt x="0" y="397"/>
                    <a:pt x="2" y="398"/>
                    <a:pt x="2" y="396"/>
                  </a:cubicBezTo>
                  <a:cubicBezTo>
                    <a:pt x="7" y="369"/>
                    <a:pt x="29" y="342"/>
                    <a:pt x="42" y="319"/>
                  </a:cubicBezTo>
                  <a:cubicBezTo>
                    <a:pt x="68" y="273"/>
                    <a:pt x="101" y="230"/>
                    <a:pt x="138" y="192"/>
                  </a:cubicBezTo>
                  <a:cubicBezTo>
                    <a:pt x="178" y="151"/>
                    <a:pt x="209" y="110"/>
                    <a:pt x="256" y="77"/>
                  </a:cubicBezTo>
                  <a:cubicBezTo>
                    <a:pt x="257" y="77"/>
                    <a:pt x="258" y="76"/>
                    <a:pt x="259" y="75"/>
                  </a:cubicBezTo>
                  <a:cubicBezTo>
                    <a:pt x="294" y="55"/>
                    <a:pt x="327" y="32"/>
                    <a:pt x="358" y="6"/>
                  </a:cubicBezTo>
                  <a:cubicBezTo>
                    <a:pt x="358" y="5"/>
                    <a:pt x="358" y="4"/>
                    <a:pt x="358" y="4"/>
                  </a:cubicBezTo>
                  <a:cubicBezTo>
                    <a:pt x="358" y="3"/>
                    <a:pt x="359" y="3"/>
                    <a:pt x="358" y="2"/>
                  </a:cubicBezTo>
                  <a:cubicBezTo>
                    <a:pt x="357" y="1"/>
                    <a:pt x="357" y="2"/>
                    <a:pt x="356" y="1"/>
                  </a:cubicBezTo>
                  <a:cubicBezTo>
                    <a:pt x="355" y="0"/>
                    <a:pt x="355" y="0"/>
                    <a:pt x="355" y="0"/>
                  </a:cubicBezTo>
                  <a:cubicBezTo>
                    <a:pt x="354" y="0"/>
                    <a:pt x="354" y="0"/>
                    <a:pt x="35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p:nvPr/>
          </p:nvSpPr>
          <p:spPr>
            <a:xfrm>
              <a:off x="8196480" y="3475440"/>
              <a:ext cx="58320" cy="109800"/>
            </a:xfrm>
            <a:custGeom>
              <a:rect b="b" l="l" r="r" t="t"/>
              <a:pathLst>
                <a:path extrusionOk="0" h="305" w="162">
                  <a:moveTo>
                    <a:pt x="3" y="302"/>
                  </a:moveTo>
                  <a:cubicBezTo>
                    <a:pt x="25" y="279"/>
                    <a:pt x="44" y="253"/>
                    <a:pt x="60" y="225"/>
                  </a:cubicBezTo>
                  <a:cubicBezTo>
                    <a:pt x="67" y="212"/>
                    <a:pt x="74" y="199"/>
                    <a:pt x="81" y="184"/>
                  </a:cubicBezTo>
                  <a:cubicBezTo>
                    <a:pt x="112" y="126"/>
                    <a:pt x="139" y="65"/>
                    <a:pt x="161" y="3"/>
                  </a:cubicBezTo>
                  <a:lnTo>
                    <a:pt x="161" y="2"/>
                  </a:lnTo>
                  <a:lnTo>
                    <a:pt x="161" y="1"/>
                  </a:lnTo>
                  <a:lnTo>
                    <a:pt x="160" y="1"/>
                  </a:lnTo>
                  <a:cubicBezTo>
                    <a:pt x="160" y="0"/>
                    <a:pt x="159" y="0"/>
                    <a:pt x="159" y="0"/>
                  </a:cubicBezTo>
                  <a:lnTo>
                    <a:pt x="158" y="1"/>
                  </a:lnTo>
                  <a:cubicBezTo>
                    <a:pt x="157" y="1"/>
                    <a:pt x="157" y="2"/>
                    <a:pt x="157" y="2"/>
                  </a:cubicBezTo>
                  <a:cubicBezTo>
                    <a:pt x="138" y="54"/>
                    <a:pt x="115" y="105"/>
                    <a:pt x="89" y="154"/>
                  </a:cubicBezTo>
                  <a:cubicBezTo>
                    <a:pt x="60" y="202"/>
                    <a:pt x="39" y="261"/>
                    <a:pt x="1" y="301"/>
                  </a:cubicBezTo>
                  <a:cubicBezTo>
                    <a:pt x="0" y="301"/>
                    <a:pt x="2" y="304"/>
                    <a:pt x="3" y="3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8"/>
            <p:cNvSpPr/>
            <p:nvPr/>
          </p:nvSpPr>
          <p:spPr>
            <a:xfrm>
              <a:off x="8126280" y="3669840"/>
              <a:ext cx="54360" cy="61920"/>
            </a:xfrm>
            <a:custGeom>
              <a:rect b="b" l="l" r="r" t="t"/>
              <a:pathLst>
                <a:path extrusionOk="0" h="172" w="151">
                  <a:moveTo>
                    <a:pt x="147" y="1"/>
                  </a:moveTo>
                  <a:cubicBezTo>
                    <a:pt x="119" y="23"/>
                    <a:pt x="101" y="54"/>
                    <a:pt x="78" y="81"/>
                  </a:cubicBezTo>
                  <a:cubicBezTo>
                    <a:pt x="55" y="109"/>
                    <a:pt x="24" y="138"/>
                    <a:pt x="0" y="168"/>
                  </a:cubicBezTo>
                  <a:cubicBezTo>
                    <a:pt x="0" y="169"/>
                    <a:pt x="0" y="171"/>
                    <a:pt x="1" y="170"/>
                  </a:cubicBezTo>
                  <a:cubicBezTo>
                    <a:pt x="29" y="148"/>
                    <a:pt x="54" y="123"/>
                    <a:pt x="77" y="95"/>
                  </a:cubicBezTo>
                  <a:cubicBezTo>
                    <a:pt x="102" y="66"/>
                    <a:pt x="121" y="30"/>
                    <a:pt x="149" y="4"/>
                  </a:cubicBezTo>
                  <a:cubicBezTo>
                    <a:pt x="150" y="2"/>
                    <a:pt x="148" y="0"/>
                    <a:pt x="1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8"/>
            <p:cNvSpPr/>
            <p:nvPr/>
          </p:nvSpPr>
          <p:spPr>
            <a:xfrm>
              <a:off x="7949880" y="3569760"/>
              <a:ext cx="281160" cy="315360"/>
            </a:xfrm>
            <a:custGeom>
              <a:rect b="b" l="l" r="r" t="t"/>
              <a:pathLst>
                <a:path extrusionOk="0" h="876" w="781">
                  <a:moveTo>
                    <a:pt x="15" y="867"/>
                  </a:moveTo>
                  <a:cubicBezTo>
                    <a:pt x="32" y="835"/>
                    <a:pt x="88" y="817"/>
                    <a:pt x="117" y="795"/>
                  </a:cubicBezTo>
                  <a:cubicBezTo>
                    <a:pt x="161" y="762"/>
                    <a:pt x="196" y="720"/>
                    <a:pt x="243" y="689"/>
                  </a:cubicBezTo>
                  <a:cubicBezTo>
                    <a:pt x="282" y="664"/>
                    <a:pt x="315" y="627"/>
                    <a:pt x="352" y="598"/>
                  </a:cubicBezTo>
                  <a:cubicBezTo>
                    <a:pt x="385" y="572"/>
                    <a:pt x="406" y="533"/>
                    <a:pt x="439" y="508"/>
                  </a:cubicBezTo>
                  <a:cubicBezTo>
                    <a:pt x="441" y="506"/>
                    <a:pt x="439" y="503"/>
                    <a:pt x="436" y="504"/>
                  </a:cubicBezTo>
                  <a:cubicBezTo>
                    <a:pt x="402" y="528"/>
                    <a:pt x="379" y="563"/>
                    <a:pt x="346" y="589"/>
                  </a:cubicBezTo>
                  <a:cubicBezTo>
                    <a:pt x="300" y="624"/>
                    <a:pt x="256" y="661"/>
                    <a:pt x="209" y="695"/>
                  </a:cubicBezTo>
                  <a:cubicBezTo>
                    <a:pt x="170" y="723"/>
                    <a:pt x="138" y="763"/>
                    <a:pt x="99" y="793"/>
                  </a:cubicBezTo>
                  <a:cubicBezTo>
                    <a:pt x="93" y="797"/>
                    <a:pt x="86" y="802"/>
                    <a:pt x="80" y="805"/>
                  </a:cubicBezTo>
                  <a:cubicBezTo>
                    <a:pt x="70" y="811"/>
                    <a:pt x="60" y="816"/>
                    <a:pt x="49" y="820"/>
                  </a:cubicBezTo>
                  <a:cubicBezTo>
                    <a:pt x="51" y="818"/>
                    <a:pt x="53" y="816"/>
                    <a:pt x="55" y="813"/>
                  </a:cubicBezTo>
                  <a:cubicBezTo>
                    <a:pt x="69" y="790"/>
                    <a:pt x="86" y="768"/>
                    <a:pt x="105" y="748"/>
                  </a:cubicBezTo>
                  <a:cubicBezTo>
                    <a:pt x="110" y="743"/>
                    <a:pt x="115" y="739"/>
                    <a:pt x="121" y="734"/>
                  </a:cubicBezTo>
                  <a:cubicBezTo>
                    <a:pt x="121" y="735"/>
                    <a:pt x="121" y="735"/>
                    <a:pt x="122" y="735"/>
                  </a:cubicBezTo>
                  <a:lnTo>
                    <a:pt x="123" y="735"/>
                  </a:lnTo>
                  <a:cubicBezTo>
                    <a:pt x="132" y="734"/>
                    <a:pt x="135" y="725"/>
                    <a:pt x="139" y="716"/>
                  </a:cubicBezTo>
                  <a:cubicBezTo>
                    <a:pt x="148" y="707"/>
                    <a:pt x="155" y="697"/>
                    <a:pt x="162" y="687"/>
                  </a:cubicBezTo>
                  <a:cubicBezTo>
                    <a:pt x="177" y="684"/>
                    <a:pt x="185" y="671"/>
                    <a:pt x="197" y="660"/>
                  </a:cubicBezTo>
                  <a:cubicBezTo>
                    <a:pt x="231" y="626"/>
                    <a:pt x="272" y="595"/>
                    <a:pt x="310" y="563"/>
                  </a:cubicBezTo>
                  <a:cubicBezTo>
                    <a:pt x="337" y="540"/>
                    <a:pt x="359" y="509"/>
                    <a:pt x="388" y="485"/>
                  </a:cubicBezTo>
                  <a:cubicBezTo>
                    <a:pt x="416" y="462"/>
                    <a:pt x="442" y="436"/>
                    <a:pt x="466" y="408"/>
                  </a:cubicBezTo>
                  <a:cubicBezTo>
                    <a:pt x="523" y="339"/>
                    <a:pt x="579" y="270"/>
                    <a:pt x="636" y="201"/>
                  </a:cubicBezTo>
                  <a:cubicBezTo>
                    <a:pt x="664" y="166"/>
                    <a:pt x="684" y="124"/>
                    <a:pt x="715" y="93"/>
                  </a:cubicBezTo>
                  <a:cubicBezTo>
                    <a:pt x="736" y="72"/>
                    <a:pt x="754" y="49"/>
                    <a:pt x="769" y="24"/>
                  </a:cubicBezTo>
                  <a:cubicBezTo>
                    <a:pt x="772" y="18"/>
                    <a:pt x="776" y="11"/>
                    <a:pt x="779" y="5"/>
                  </a:cubicBezTo>
                  <a:cubicBezTo>
                    <a:pt x="780" y="2"/>
                    <a:pt x="776" y="0"/>
                    <a:pt x="774" y="3"/>
                  </a:cubicBezTo>
                  <a:cubicBezTo>
                    <a:pt x="773" y="5"/>
                    <a:pt x="772" y="7"/>
                    <a:pt x="770" y="10"/>
                  </a:cubicBezTo>
                  <a:cubicBezTo>
                    <a:pt x="754" y="39"/>
                    <a:pt x="734" y="65"/>
                    <a:pt x="710" y="89"/>
                  </a:cubicBezTo>
                  <a:cubicBezTo>
                    <a:pt x="686" y="120"/>
                    <a:pt x="665" y="153"/>
                    <a:pt x="641" y="184"/>
                  </a:cubicBezTo>
                  <a:cubicBezTo>
                    <a:pt x="590" y="251"/>
                    <a:pt x="531" y="313"/>
                    <a:pt x="479" y="380"/>
                  </a:cubicBezTo>
                  <a:cubicBezTo>
                    <a:pt x="430" y="442"/>
                    <a:pt x="361" y="486"/>
                    <a:pt x="309" y="545"/>
                  </a:cubicBezTo>
                  <a:cubicBezTo>
                    <a:pt x="294" y="559"/>
                    <a:pt x="278" y="571"/>
                    <a:pt x="260" y="583"/>
                  </a:cubicBezTo>
                  <a:cubicBezTo>
                    <a:pt x="246" y="594"/>
                    <a:pt x="234" y="610"/>
                    <a:pt x="221" y="622"/>
                  </a:cubicBezTo>
                  <a:cubicBezTo>
                    <a:pt x="207" y="635"/>
                    <a:pt x="194" y="642"/>
                    <a:pt x="182" y="654"/>
                  </a:cubicBezTo>
                  <a:cubicBezTo>
                    <a:pt x="178" y="658"/>
                    <a:pt x="174" y="663"/>
                    <a:pt x="170" y="668"/>
                  </a:cubicBezTo>
                  <a:lnTo>
                    <a:pt x="170" y="667"/>
                  </a:lnTo>
                  <a:lnTo>
                    <a:pt x="169" y="666"/>
                  </a:lnTo>
                  <a:lnTo>
                    <a:pt x="168" y="666"/>
                  </a:lnTo>
                  <a:lnTo>
                    <a:pt x="167" y="666"/>
                  </a:lnTo>
                  <a:cubicBezTo>
                    <a:pt x="167" y="666"/>
                    <a:pt x="166" y="666"/>
                    <a:pt x="166" y="667"/>
                  </a:cubicBezTo>
                  <a:lnTo>
                    <a:pt x="165" y="668"/>
                  </a:lnTo>
                  <a:cubicBezTo>
                    <a:pt x="177" y="643"/>
                    <a:pt x="188" y="617"/>
                    <a:pt x="201" y="593"/>
                  </a:cubicBezTo>
                  <a:cubicBezTo>
                    <a:pt x="215" y="566"/>
                    <a:pt x="238" y="540"/>
                    <a:pt x="253" y="513"/>
                  </a:cubicBezTo>
                  <a:cubicBezTo>
                    <a:pt x="273" y="480"/>
                    <a:pt x="296" y="449"/>
                    <a:pt x="321" y="420"/>
                  </a:cubicBezTo>
                  <a:cubicBezTo>
                    <a:pt x="373" y="355"/>
                    <a:pt x="432" y="295"/>
                    <a:pt x="496" y="241"/>
                  </a:cubicBezTo>
                  <a:cubicBezTo>
                    <a:pt x="553" y="195"/>
                    <a:pt x="614" y="143"/>
                    <a:pt x="651" y="78"/>
                  </a:cubicBezTo>
                  <a:cubicBezTo>
                    <a:pt x="651" y="77"/>
                    <a:pt x="651" y="76"/>
                    <a:pt x="649" y="77"/>
                  </a:cubicBezTo>
                  <a:cubicBezTo>
                    <a:pt x="535" y="187"/>
                    <a:pt x="409" y="284"/>
                    <a:pt x="311" y="410"/>
                  </a:cubicBezTo>
                  <a:cubicBezTo>
                    <a:pt x="274" y="456"/>
                    <a:pt x="245" y="504"/>
                    <a:pt x="212" y="553"/>
                  </a:cubicBezTo>
                  <a:cubicBezTo>
                    <a:pt x="198" y="572"/>
                    <a:pt x="184" y="592"/>
                    <a:pt x="172" y="613"/>
                  </a:cubicBezTo>
                  <a:cubicBezTo>
                    <a:pt x="170" y="616"/>
                    <a:pt x="169" y="619"/>
                    <a:pt x="167" y="621"/>
                  </a:cubicBezTo>
                  <a:cubicBezTo>
                    <a:pt x="164" y="629"/>
                    <a:pt x="151" y="668"/>
                    <a:pt x="139" y="697"/>
                  </a:cubicBezTo>
                  <a:cubicBezTo>
                    <a:pt x="118" y="720"/>
                    <a:pt x="94" y="741"/>
                    <a:pt x="73" y="764"/>
                  </a:cubicBezTo>
                  <a:cubicBezTo>
                    <a:pt x="48" y="792"/>
                    <a:pt x="16" y="825"/>
                    <a:pt x="4" y="861"/>
                  </a:cubicBezTo>
                  <a:cubicBezTo>
                    <a:pt x="0" y="869"/>
                    <a:pt x="12" y="875"/>
                    <a:pt x="15" y="8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8"/>
            <p:cNvSpPr/>
            <p:nvPr/>
          </p:nvSpPr>
          <p:spPr>
            <a:xfrm>
              <a:off x="8132760" y="3385440"/>
              <a:ext cx="20520" cy="36720"/>
            </a:xfrm>
            <a:custGeom>
              <a:rect b="b" l="l" r="r" t="t"/>
              <a:pathLst>
                <a:path extrusionOk="0" h="102" w="57">
                  <a:moveTo>
                    <a:pt x="50" y="1"/>
                  </a:moveTo>
                  <a:cubicBezTo>
                    <a:pt x="48" y="16"/>
                    <a:pt x="43" y="30"/>
                    <a:pt x="35" y="43"/>
                  </a:cubicBezTo>
                  <a:cubicBezTo>
                    <a:pt x="35" y="44"/>
                    <a:pt x="34" y="45"/>
                    <a:pt x="34" y="46"/>
                  </a:cubicBezTo>
                  <a:cubicBezTo>
                    <a:pt x="31" y="54"/>
                    <a:pt x="27" y="62"/>
                    <a:pt x="23" y="70"/>
                  </a:cubicBezTo>
                  <a:cubicBezTo>
                    <a:pt x="17" y="80"/>
                    <a:pt x="9" y="89"/>
                    <a:pt x="1" y="98"/>
                  </a:cubicBezTo>
                  <a:lnTo>
                    <a:pt x="0" y="98"/>
                  </a:lnTo>
                  <a:cubicBezTo>
                    <a:pt x="0" y="99"/>
                    <a:pt x="0" y="99"/>
                    <a:pt x="0" y="99"/>
                  </a:cubicBezTo>
                  <a:lnTo>
                    <a:pt x="0" y="100"/>
                  </a:lnTo>
                  <a:cubicBezTo>
                    <a:pt x="0" y="100"/>
                    <a:pt x="1" y="100"/>
                    <a:pt x="1" y="101"/>
                  </a:cubicBezTo>
                  <a:lnTo>
                    <a:pt x="2" y="101"/>
                  </a:lnTo>
                  <a:cubicBezTo>
                    <a:pt x="20" y="99"/>
                    <a:pt x="30" y="72"/>
                    <a:pt x="36" y="59"/>
                  </a:cubicBezTo>
                  <a:cubicBezTo>
                    <a:pt x="44" y="41"/>
                    <a:pt x="56" y="20"/>
                    <a:pt x="53" y="1"/>
                  </a:cubicBezTo>
                  <a:lnTo>
                    <a:pt x="53" y="0"/>
                  </a:lnTo>
                  <a:cubicBezTo>
                    <a:pt x="52" y="0"/>
                    <a:pt x="52" y="0"/>
                    <a:pt x="52" y="0"/>
                  </a:cubicBezTo>
                  <a:lnTo>
                    <a:pt x="51" y="0"/>
                  </a:lnTo>
                  <a:lnTo>
                    <a:pt x="50" y="0"/>
                  </a:lnTo>
                  <a:cubicBezTo>
                    <a:pt x="50" y="1"/>
                    <a:pt x="50" y="1"/>
                    <a:pt x="5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8"/>
            <p:cNvSpPr/>
            <p:nvPr/>
          </p:nvSpPr>
          <p:spPr>
            <a:xfrm>
              <a:off x="8326440" y="3516480"/>
              <a:ext cx="10080" cy="47520"/>
            </a:xfrm>
            <a:custGeom>
              <a:rect b="b" l="l" r="r" t="t"/>
              <a:pathLst>
                <a:path extrusionOk="0" h="132" w="28">
                  <a:moveTo>
                    <a:pt x="0" y="0"/>
                  </a:moveTo>
                  <a:cubicBezTo>
                    <a:pt x="0" y="43"/>
                    <a:pt x="16" y="87"/>
                    <a:pt x="23" y="129"/>
                  </a:cubicBezTo>
                  <a:cubicBezTo>
                    <a:pt x="23" y="131"/>
                    <a:pt x="27" y="131"/>
                    <a:pt x="27" y="129"/>
                  </a:cubicBezTo>
                  <a:cubicBezTo>
                    <a:pt x="27" y="126"/>
                    <a:pt x="27" y="124"/>
                    <a:pt x="27" y="122"/>
                  </a:cubicBezTo>
                  <a:cubicBezTo>
                    <a:pt x="27" y="101"/>
                    <a:pt x="24" y="81"/>
                    <a:pt x="16" y="63"/>
                  </a:cubicBezTo>
                  <a:cubicBezTo>
                    <a:pt x="9" y="42"/>
                    <a:pt x="4"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8"/>
            <p:cNvSpPr/>
            <p:nvPr/>
          </p:nvSpPr>
          <p:spPr>
            <a:xfrm>
              <a:off x="8337600" y="3593520"/>
              <a:ext cx="6840" cy="33120"/>
            </a:xfrm>
            <a:custGeom>
              <a:rect b="b" l="l" r="r" t="t"/>
              <a:pathLst>
                <a:path extrusionOk="0" h="92" w="19">
                  <a:moveTo>
                    <a:pt x="5" y="4"/>
                  </a:moveTo>
                  <a:cubicBezTo>
                    <a:pt x="5" y="1"/>
                    <a:pt x="1" y="0"/>
                    <a:pt x="1" y="4"/>
                  </a:cubicBezTo>
                  <a:cubicBezTo>
                    <a:pt x="0" y="5"/>
                    <a:pt x="0" y="6"/>
                    <a:pt x="0" y="8"/>
                  </a:cubicBezTo>
                  <a:cubicBezTo>
                    <a:pt x="0" y="10"/>
                    <a:pt x="0" y="11"/>
                    <a:pt x="1" y="12"/>
                  </a:cubicBezTo>
                  <a:cubicBezTo>
                    <a:pt x="7" y="23"/>
                    <a:pt x="2" y="29"/>
                    <a:pt x="3" y="39"/>
                  </a:cubicBezTo>
                  <a:cubicBezTo>
                    <a:pt x="4" y="45"/>
                    <a:pt x="5" y="51"/>
                    <a:pt x="8" y="56"/>
                  </a:cubicBezTo>
                  <a:cubicBezTo>
                    <a:pt x="11" y="66"/>
                    <a:pt x="6" y="78"/>
                    <a:pt x="10" y="88"/>
                  </a:cubicBezTo>
                  <a:cubicBezTo>
                    <a:pt x="10" y="90"/>
                    <a:pt x="14" y="91"/>
                    <a:pt x="15" y="88"/>
                  </a:cubicBezTo>
                  <a:cubicBezTo>
                    <a:pt x="17" y="82"/>
                    <a:pt x="18" y="75"/>
                    <a:pt x="18" y="69"/>
                  </a:cubicBezTo>
                  <a:cubicBezTo>
                    <a:pt x="18" y="62"/>
                    <a:pt x="17" y="55"/>
                    <a:pt x="15" y="49"/>
                  </a:cubicBezTo>
                  <a:cubicBezTo>
                    <a:pt x="12" y="38"/>
                    <a:pt x="11" y="28"/>
                    <a:pt x="11" y="17"/>
                  </a:cubicBezTo>
                  <a:cubicBezTo>
                    <a:pt x="11" y="12"/>
                    <a:pt x="5" y="11"/>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p:nvPr/>
          </p:nvSpPr>
          <p:spPr>
            <a:xfrm>
              <a:off x="8334360" y="3636000"/>
              <a:ext cx="15480" cy="106560"/>
            </a:xfrm>
            <a:custGeom>
              <a:rect b="b" l="l" r="r" t="t"/>
              <a:pathLst>
                <a:path extrusionOk="0" h="296" w="43">
                  <a:moveTo>
                    <a:pt x="5" y="294"/>
                  </a:moveTo>
                  <a:cubicBezTo>
                    <a:pt x="27" y="264"/>
                    <a:pt x="16" y="227"/>
                    <a:pt x="32" y="196"/>
                  </a:cubicBezTo>
                  <a:cubicBezTo>
                    <a:pt x="42" y="178"/>
                    <a:pt x="31" y="137"/>
                    <a:pt x="31" y="117"/>
                  </a:cubicBezTo>
                  <a:cubicBezTo>
                    <a:pt x="31" y="79"/>
                    <a:pt x="31" y="41"/>
                    <a:pt x="29" y="3"/>
                  </a:cubicBezTo>
                  <a:cubicBezTo>
                    <a:pt x="29" y="0"/>
                    <a:pt x="25" y="0"/>
                    <a:pt x="25" y="3"/>
                  </a:cubicBezTo>
                  <a:cubicBezTo>
                    <a:pt x="23" y="58"/>
                    <a:pt x="21" y="114"/>
                    <a:pt x="23" y="169"/>
                  </a:cubicBezTo>
                  <a:cubicBezTo>
                    <a:pt x="25" y="208"/>
                    <a:pt x="4" y="253"/>
                    <a:pt x="0" y="293"/>
                  </a:cubicBezTo>
                  <a:lnTo>
                    <a:pt x="0" y="294"/>
                  </a:lnTo>
                  <a:lnTo>
                    <a:pt x="1" y="295"/>
                  </a:lnTo>
                  <a:lnTo>
                    <a:pt x="2" y="295"/>
                  </a:lnTo>
                  <a:cubicBezTo>
                    <a:pt x="3" y="295"/>
                    <a:pt x="3" y="295"/>
                    <a:pt x="4" y="295"/>
                  </a:cubicBezTo>
                  <a:lnTo>
                    <a:pt x="5" y="2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8364240" y="3634560"/>
              <a:ext cx="12960" cy="64080"/>
            </a:xfrm>
            <a:custGeom>
              <a:rect b="b" l="l" r="r" t="t"/>
              <a:pathLst>
                <a:path extrusionOk="0" h="178" w="36">
                  <a:moveTo>
                    <a:pt x="25" y="2"/>
                  </a:moveTo>
                  <a:lnTo>
                    <a:pt x="24" y="1"/>
                  </a:lnTo>
                  <a:cubicBezTo>
                    <a:pt x="23" y="0"/>
                    <a:pt x="23" y="0"/>
                    <a:pt x="23" y="0"/>
                  </a:cubicBezTo>
                  <a:cubicBezTo>
                    <a:pt x="22" y="0"/>
                    <a:pt x="23" y="0"/>
                    <a:pt x="22" y="1"/>
                  </a:cubicBezTo>
                  <a:cubicBezTo>
                    <a:pt x="21" y="2"/>
                    <a:pt x="21" y="1"/>
                    <a:pt x="21" y="1"/>
                  </a:cubicBezTo>
                  <a:cubicBezTo>
                    <a:pt x="21" y="2"/>
                    <a:pt x="21" y="2"/>
                    <a:pt x="21" y="2"/>
                  </a:cubicBezTo>
                  <a:cubicBezTo>
                    <a:pt x="21" y="32"/>
                    <a:pt x="19" y="62"/>
                    <a:pt x="17" y="92"/>
                  </a:cubicBezTo>
                  <a:cubicBezTo>
                    <a:pt x="17" y="102"/>
                    <a:pt x="9" y="167"/>
                    <a:pt x="1" y="171"/>
                  </a:cubicBezTo>
                  <a:cubicBezTo>
                    <a:pt x="1" y="171"/>
                    <a:pt x="0" y="171"/>
                    <a:pt x="0" y="172"/>
                  </a:cubicBezTo>
                  <a:lnTo>
                    <a:pt x="0" y="173"/>
                  </a:lnTo>
                  <a:cubicBezTo>
                    <a:pt x="0" y="174"/>
                    <a:pt x="0" y="175"/>
                    <a:pt x="0" y="175"/>
                  </a:cubicBezTo>
                  <a:cubicBezTo>
                    <a:pt x="0" y="176"/>
                    <a:pt x="1" y="176"/>
                    <a:pt x="1" y="176"/>
                  </a:cubicBezTo>
                  <a:cubicBezTo>
                    <a:pt x="2" y="177"/>
                    <a:pt x="2" y="177"/>
                    <a:pt x="3" y="177"/>
                  </a:cubicBezTo>
                  <a:lnTo>
                    <a:pt x="7" y="177"/>
                  </a:lnTo>
                  <a:cubicBezTo>
                    <a:pt x="8" y="177"/>
                    <a:pt x="8" y="177"/>
                    <a:pt x="9" y="176"/>
                  </a:cubicBezTo>
                  <a:cubicBezTo>
                    <a:pt x="10" y="175"/>
                    <a:pt x="11" y="175"/>
                    <a:pt x="11" y="175"/>
                  </a:cubicBezTo>
                  <a:cubicBezTo>
                    <a:pt x="11" y="174"/>
                    <a:pt x="11" y="174"/>
                    <a:pt x="11" y="174"/>
                  </a:cubicBezTo>
                  <a:cubicBezTo>
                    <a:pt x="35" y="122"/>
                    <a:pt x="26" y="58"/>
                    <a:pt x="2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8347320" y="3734280"/>
              <a:ext cx="11520" cy="47160"/>
            </a:xfrm>
            <a:custGeom>
              <a:rect b="b" l="l" r="r" t="t"/>
              <a:pathLst>
                <a:path extrusionOk="0" h="131" w="32">
                  <a:moveTo>
                    <a:pt x="31" y="0"/>
                  </a:moveTo>
                  <a:lnTo>
                    <a:pt x="30" y="0"/>
                  </a:lnTo>
                  <a:cubicBezTo>
                    <a:pt x="26" y="27"/>
                    <a:pt x="19" y="54"/>
                    <a:pt x="10" y="80"/>
                  </a:cubicBezTo>
                  <a:cubicBezTo>
                    <a:pt x="3" y="93"/>
                    <a:pt x="0" y="109"/>
                    <a:pt x="0" y="124"/>
                  </a:cubicBezTo>
                  <a:cubicBezTo>
                    <a:pt x="0" y="125"/>
                    <a:pt x="0" y="127"/>
                    <a:pt x="0" y="128"/>
                  </a:cubicBezTo>
                  <a:lnTo>
                    <a:pt x="0" y="129"/>
                  </a:lnTo>
                  <a:cubicBezTo>
                    <a:pt x="0" y="129"/>
                    <a:pt x="0" y="128"/>
                    <a:pt x="1" y="129"/>
                  </a:cubicBezTo>
                  <a:cubicBezTo>
                    <a:pt x="2" y="130"/>
                    <a:pt x="1" y="130"/>
                    <a:pt x="2" y="130"/>
                  </a:cubicBezTo>
                  <a:lnTo>
                    <a:pt x="3" y="129"/>
                  </a:lnTo>
                  <a:lnTo>
                    <a:pt x="3" y="128"/>
                  </a:lnTo>
                  <a:cubicBezTo>
                    <a:pt x="5" y="122"/>
                    <a:pt x="10" y="121"/>
                    <a:pt x="11" y="115"/>
                  </a:cubicBezTo>
                  <a:cubicBezTo>
                    <a:pt x="15" y="104"/>
                    <a:pt x="18" y="93"/>
                    <a:pt x="21" y="83"/>
                  </a:cubicBezTo>
                  <a:cubicBezTo>
                    <a:pt x="28" y="60"/>
                    <a:pt x="31" y="36"/>
                    <a:pt x="31" y="13"/>
                  </a:cubicBezTo>
                  <a:cubicBezTo>
                    <a:pt x="31" y="9"/>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8163720" y="3651480"/>
              <a:ext cx="304920" cy="442440"/>
            </a:xfrm>
            <a:custGeom>
              <a:rect b="b" l="l" r="r" t="t"/>
              <a:pathLst>
                <a:path extrusionOk="0" h="1229" w="847">
                  <a:moveTo>
                    <a:pt x="302" y="1094"/>
                  </a:moveTo>
                  <a:cubicBezTo>
                    <a:pt x="305" y="1074"/>
                    <a:pt x="307" y="1055"/>
                    <a:pt x="307" y="1035"/>
                  </a:cubicBezTo>
                  <a:cubicBezTo>
                    <a:pt x="313" y="1008"/>
                    <a:pt x="323" y="981"/>
                    <a:pt x="334" y="956"/>
                  </a:cubicBezTo>
                  <a:cubicBezTo>
                    <a:pt x="354" y="912"/>
                    <a:pt x="374" y="866"/>
                    <a:pt x="392" y="821"/>
                  </a:cubicBezTo>
                  <a:cubicBezTo>
                    <a:pt x="397" y="810"/>
                    <a:pt x="403" y="797"/>
                    <a:pt x="410" y="784"/>
                  </a:cubicBezTo>
                  <a:cubicBezTo>
                    <a:pt x="397" y="822"/>
                    <a:pt x="388" y="862"/>
                    <a:pt x="383" y="902"/>
                  </a:cubicBezTo>
                  <a:cubicBezTo>
                    <a:pt x="373" y="962"/>
                    <a:pt x="367" y="1022"/>
                    <a:pt x="364" y="1082"/>
                  </a:cubicBezTo>
                  <a:cubicBezTo>
                    <a:pt x="354" y="1110"/>
                    <a:pt x="347" y="1138"/>
                    <a:pt x="345" y="1167"/>
                  </a:cubicBezTo>
                  <a:cubicBezTo>
                    <a:pt x="345" y="1169"/>
                    <a:pt x="344" y="1170"/>
                    <a:pt x="345" y="1171"/>
                  </a:cubicBezTo>
                  <a:cubicBezTo>
                    <a:pt x="346" y="1173"/>
                    <a:pt x="347" y="1173"/>
                    <a:pt x="348" y="1173"/>
                  </a:cubicBezTo>
                  <a:cubicBezTo>
                    <a:pt x="349" y="1174"/>
                    <a:pt x="349" y="1174"/>
                    <a:pt x="351" y="1174"/>
                  </a:cubicBezTo>
                  <a:cubicBezTo>
                    <a:pt x="352" y="1174"/>
                    <a:pt x="354" y="1174"/>
                    <a:pt x="355" y="1173"/>
                  </a:cubicBezTo>
                  <a:cubicBezTo>
                    <a:pt x="355" y="1173"/>
                    <a:pt x="356" y="1173"/>
                    <a:pt x="356" y="1172"/>
                  </a:cubicBezTo>
                  <a:cubicBezTo>
                    <a:pt x="357" y="1173"/>
                    <a:pt x="357" y="1173"/>
                    <a:pt x="358" y="1173"/>
                  </a:cubicBezTo>
                  <a:cubicBezTo>
                    <a:pt x="358" y="1173"/>
                    <a:pt x="359" y="1173"/>
                    <a:pt x="360" y="1172"/>
                  </a:cubicBezTo>
                  <a:lnTo>
                    <a:pt x="361" y="1171"/>
                  </a:lnTo>
                  <a:cubicBezTo>
                    <a:pt x="378" y="1149"/>
                    <a:pt x="380" y="1111"/>
                    <a:pt x="387" y="1081"/>
                  </a:cubicBezTo>
                  <a:cubicBezTo>
                    <a:pt x="396" y="1056"/>
                    <a:pt x="407" y="1032"/>
                    <a:pt x="420" y="1010"/>
                  </a:cubicBezTo>
                  <a:cubicBezTo>
                    <a:pt x="427" y="998"/>
                    <a:pt x="434" y="987"/>
                    <a:pt x="441" y="977"/>
                  </a:cubicBezTo>
                  <a:cubicBezTo>
                    <a:pt x="452" y="961"/>
                    <a:pt x="463" y="946"/>
                    <a:pt x="472" y="929"/>
                  </a:cubicBezTo>
                  <a:cubicBezTo>
                    <a:pt x="489" y="900"/>
                    <a:pt x="503" y="869"/>
                    <a:pt x="514" y="837"/>
                  </a:cubicBezTo>
                  <a:cubicBezTo>
                    <a:pt x="505" y="874"/>
                    <a:pt x="501" y="913"/>
                    <a:pt x="501" y="951"/>
                  </a:cubicBezTo>
                  <a:cubicBezTo>
                    <a:pt x="501" y="952"/>
                    <a:pt x="501" y="954"/>
                    <a:pt x="501" y="955"/>
                  </a:cubicBezTo>
                  <a:cubicBezTo>
                    <a:pt x="501" y="962"/>
                    <a:pt x="511" y="961"/>
                    <a:pt x="511" y="954"/>
                  </a:cubicBezTo>
                  <a:cubicBezTo>
                    <a:pt x="511" y="947"/>
                    <a:pt x="511" y="937"/>
                    <a:pt x="511" y="928"/>
                  </a:cubicBezTo>
                  <a:cubicBezTo>
                    <a:pt x="511" y="926"/>
                    <a:pt x="511" y="924"/>
                    <a:pt x="512" y="922"/>
                  </a:cubicBezTo>
                  <a:lnTo>
                    <a:pt x="513" y="922"/>
                  </a:lnTo>
                  <a:cubicBezTo>
                    <a:pt x="514" y="922"/>
                    <a:pt x="514" y="922"/>
                    <a:pt x="515" y="921"/>
                  </a:cubicBezTo>
                  <a:lnTo>
                    <a:pt x="516" y="921"/>
                  </a:lnTo>
                  <a:cubicBezTo>
                    <a:pt x="518" y="917"/>
                    <a:pt x="521" y="914"/>
                    <a:pt x="523" y="910"/>
                  </a:cubicBezTo>
                  <a:cubicBezTo>
                    <a:pt x="524" y="908"/>
                    <a:pt x="525" y="906"/>
                    <a:pt x="526" y="904"/>
                  </a:cubicBezTo>
                  <a:cubicBezTo>
                    <a:pt x="530" y="896"/>
                    <a:pt x="535" y="889"/>
                    <a:pt x="539" y="881"/>
                  </a:cubicBezTo>
                  <a:cubicBezTo>
                    <a:pt x="548" y="867"/>
                    <a:pt x="557" y="851"/>
                    <a:pt x="568" y="838"/>
                  </a:cubicBezTo>
                  <a:cubicBezTo>
                    <a:pt x="572" y="831"/>
                    <a:pt x="581" y="822"/>
                    <a:pt x="590" y="813"/>
                  </a:cubicBezTo>
                  <a:cubicBezTo>
                    <a:pt x="585" y="837"/>
                    <a:pt x="582" y="860"/>
                    <a:pt x="580" y="884"/>
                  </a:cubicBezTo>
                  <a:cubicBezTo>
                    <a:pt x="578" y="909"/>
                    <a:pt x="576" y="934"/>
                    <a:pt x="576" y="959"/>
                  </a:cubicBezTo>
                  <a:cubicBezTo>
                    <a:pt x="576" y="987"/>
                    <a:pt x="578" y="1015"/>
                    <a:pt x="581" y="1043"/>
                  </a:cubicBezTo>
                  <a:cubicBezTo>
                    <a:pt x="585" y="1066"/>
                    <a:pt x="601" y="1092"/>
                    <a:pt x="600" y="1115"/>
                  </a:cubicBezTo>
                  <a:cubicBezTo>
                    <a:pt x="600" y="1125"/>
                    <a:pt x="598" y="1130"/>
                    <a:pt x="605" y="1137"/>
                  </a:cubicBezTo>
                  <a:cubicBezTo>
                    <a:pt x="605" y="1138"/>
                    <a:pt x="605" y="1138"/>
                    <a:pt x="606" y="1138"/>
                  </a:cubicBezTo>
                  <a:lnTo>
                    <a:pt x="607" y="1139"/>
                  </a:lnTo>
                  <a:cubicBezTo>
                    <a:pt x="608" y="1139"/>
                    <a:pt x="608" y="1138"/>
                    <a:pt x="609" y="1138"/>
                  </a:cubicBezTo>
                  <a:cubicBezTo>
                    <a:pt x="610" y="1138"/>
                    <a:pt x="610" y="1137"/>
                    <a:pt x="610" y="1137"/>
                  </a:cubicBezTo>
                  <a:cubicBezTo>
                    <a:pt x="610" y="1137"/>
                    <a:pt x="610" y="1136"/>
                    <a:pt x="611" y="1136"/>
                  </a:cubicBezTo>
                  <a:cubicBezTo>
                    <a:pt x="616" y="1102"/>
                    <a:pt x="608" y="1068"/>
                    <a:pt x="617" y="1034"/>
                  </a:cubicBezTo>
                  <a:cubicBezTo>
                    <a:pt x="619" y="1028"/>
                    <a:pt x="620" y="1020"/>
                    <a:pt x="622" y="1013"/>
                  </a:cubicBezTo>
                  <a:cubicBezTo>
                    <a:pt x="637" y="976"/>
                    <a:pt x="663" y="931"/>
                    <a:pt x="665" y="891"/>
                  </a:cubicBezTo>
                  <a:cubicBezTo>
                    <a:pt x="666" y="858"/>
                    <a:pt x="684" y="824"/>
                    <a:pt x="700" y="790"/>
                  </a:cubicBezTo>
                  <a:cubicBezTo>
                    <a:pt x="700" y="807"/>
                    <a:pt x="700" y="823"/>
                    <a:pt x="700" y="840"/>
                  </a:cubicBezTo>
                  <a:cubicBezTo>
                    <a:pt x="701" y="888"/>
                    <a:pt x="710" y="936"/>
                    <a:pt x="725" y="982"/>
                  </a:cubicBezTo>
                  <a:cubicBezTo>
                    <a:pt x="738" y="1033"/>
                    <a:pt x="757" y="1082"/>
                    <a:pt x="780" y="1129"/>
                  </a:cubicBezTo>
                  <a:cubicBezTo>
                    <a:pt x="781" y="1130"/>
                    <a:pt x="781" y="1131"/>
                    <a:pt x="782" y="1131"/>
                  </a:cubicBezTo>
                  <a:cubicBezTo>
                    <a:pt x="784" y="1132"/>
                    <a:pt x="785" y="1132"/>
                    <a:pt x="786" y="1132"/>
                  </a:cubicBezTo>
                  <a:cubicBezTo>
                    <a:pt x="787" y="1132"/>
                    <a:pt x="789" y="1132"/>
                    <a:pt x="790" y="1131"/>
                  </a:cubicBezTo>
                  <a:cubicBezTo>
                    <a:pt x="791" y="1131"/>
                    <a:pt x="792" y="1131"/>
                    <a:pt x="793" y="1129"/>
                  </a:cubicBezTo>
                  <a:cubicBezTo>
                    <a:pt x="794" y="1128"/>
                    <a:pt x="794" y="1126"/>
                    <a:pt x="794" y="1125"/>
                  </a:cubicBezTo>
                  <a:cubicBezTo>
                    <a:pt x="787" y="1052"/>
                    <a:pt x="772" y="980"/>
                    <a:pt x="774" y="906"/>
                  </a:cubicBezTo>
                  <a:cubicBezTo>
                    <a:pt x="775" y="832"/>
                    <a:pt x="782" y="758"/>
                    <a:pt x="795" y="684"/>
                  </a:cubicBezTo>
                  <a:cubicBezTo>
                    <a:pt x="795" y="708"/>
                    <a:pt x="798" y="731"/>
                    <a:pt x="803" y="754"/>
                  </a:cubicBezTo>
                  <a:cubicBezTo>
                    <a:pt x="803" y="757"/>
                    <a:pt x="808" y="758"/>
                    <a:pt x="809" y="754"/>
                  </a:cubicBezTo>
                  <a:cubicBezTo>
                    <a:pt x="814" y="731"/>
                    <a:pt x="816" y="708"/>
                    <a:pt x="816" y="685"/>
                  </a:cubicBezTo>
                  <a:cubicBezTo>
                    <a:pt x="816" y="683"/>
                    <a:pt x="816" y="681"/>
                    <a:pt x="816" y="679"/>
                  </a:cubicBezTo>
                  <a:cubicBezTo>
                    <a:pt x="815" y="671"/>
                    <a:pt x="815" y="663"/>
                    <a:pt x="815" y="655"/>
                  </a:cubicBezTo>
                  <a:cubicBezTo>
                    <a:pt x="815" y="647"/>
                    <a:pt x="815" y="639"/>
                    <a:pt x="816" y="631"/>
                  </a:cubicBezTo>
                  <a:cubicBezTo>
                    <a:pt x="817" y="626"/>
                    <a:pt x="817" y="621"/>
                    <a:pt x="817" y="616"/>
                  </a:cubicBezTo>
                  <a:cubicBezTo>
                    <a:pt x="817" y="611"/>
                    <a:pt x="817" y="606"/>
                    <a:pt x="816" y="601"/>
                  </a:cubicBezTo>
                  <a:cubicBezTo>
                    <a:pt x="815" y="600"/>
                    <a:pt x="815" y="600"/>
                    <a:pt x="814" y="599"/>
                  </a:cubicBezTo>
                  <a:lnTo>
                    <a:pt x="813" y="599"/>
                  </a:lnTo>
                  <a:cubicBezTo>
                    <a:pt x="812" y="599"/>
                    <a:pt x="812" y="599"/>
                    <a:pt x="812" y="599"/>
                  </a:cubicBezTo>
                  <a:cubicBezTo>
                    <a:pt x="829" y="529"/>
                    <a:pt x="839" y="457"/>
                    <a:pt x="842" y="385"/>
                  </a:cubicBezTo>
                  <a:cubicBezTo>
                    <a:pt x="842" y="339"/>
                    <a:pt x="842" y="292"/>
                    <a:pt x="841" y="246"/>
                  </a:cubicBezTo>
                  <a:cubicBezTo>
                    <a:pt x="841" y="222"/>
                    <a:pt x="846" y="195"/>
                    <a:pt x="833" y="174"/>
                  </a:cubicBezTo>
                  <a:cubicBezTo>
                    <a:pt x="830" y="170"/>
                    <a:pt x="823" y="174"/>
                    <a:pt x="826" y="179"/>
                  </a:cubicBezTo>
                  <a:cubicBezTo>
                    <a:pt x="840" y="202"/>
                    <a:pt x="827" y="260"/>
                    <a:pt x="827" y="285"/>
                  </a:cubicBezTo>
                  <a:cubicBezTo>
                    <a:pt x="828" y="303"/>
                    <a:pt x="829" y="322"/>
                    <a:pt x="829" y="340"/>
                  </a:cubicBezTo>
                  <a:cubicBezTo>
                    <a:pt x="829" y="366"/>
                    <a:pt x="828" y="392"/>
                    <a:pt x="826" y="418"/>
                  </a:cubicBezTo>
                  <a:cubicBezTo>
                    <a:pt x="816" y="508"/>
                    <a:pt x="798" y="597"/>
                    <a:pt x="779" y="686"/>
                  </a:cubicBezTo>
                  <a:cubicBezTo>
                    <a:pt x="766" y="751"/>
                    <a:pt x="760" y="818"/>
                    <a:pt x="760" y="885"/>
                  </a:cubicBezTo>
                  <a:cubicBezTo>
                    <a:pt x="760" y="893"/>
                    <a:pt x="760" y="900"/>
                    <a:pt x="760" y="907"/>
                  </a:cubicBezTo>
                  <a:cubicBezTo>
                    <a:pt x="760" y="970"/>
                    <a:pt x="769" y="1029"/>
                    <a:pt x="776" y="1090"/>
                  </a:cubicBezTo>
                  <a:cubicBezTo>
                    <a:pt x="736" y="1001"/>
                    <a:pt x="716" y="905"/>
                    <a:pt x="715" y="807"/>
                  </a:cubicBezTo>
                  <a:cubicBezTo>
                    <a:pt x="715" y="791"/>
                    <a:pt x="715" y="774"/>
                    <a:pt x="715" y="757"/>
                  </a:cubicBezTo>
                  <a:cubicBezTo>
                    <a:pt x="719" y="746"/>
                    <a:pt x="721" y="734"/>
                    <a:pt x="721" y="721"/>
                  </a:cubicBezTo>
                  <a:cubicBezTo>
                    <a:pt x="721" y="714"/>
                    <a:pt x="720" y="706"/>
                    <a:pt x="718" y="698"/>
                  </a:cubicBezTo>
                  <a:cubicBezTo>
                    <a:pt x="718" y="698"/>
                    <a:pt x="718" y="697"/>
                    <a:pt x="718" y="696"/>
                  </a:cubicBezTo>
                  <a:cubicBezTo>
                    <a:pt x="717" y="695"/>
                    <a:pt x="717" y="695"/>
                    <a:pt x="716" y="694"/>
                  </a:cubicBezTo>
                  <a:cubicBezTo>
                    <a:pt x="716" y="679"/>
                    <a:pt x="717" y="664"/>
                    <a:pt x="718" y="649"/>
                  </a:cubicBezTo>
                  <a:cubicBezTo>
                    <a:pt x="723" y="632"/>
                    <a:pt x="727" y="614"/>
                    <a:pt x="731" y="597"/>
                  </a:cubicBezTo>
                  <a:cubicBezTo>
                    <a:pt x="743" y="540"/>
                    <a:pt x="761" y="493"/>
                    <a:pt x="760" y="433"/>
                  </a:cubicBezTo>
                  <a:cubicBezTo>
                    <a:pt x="760" y="429"/>
                    <a:pt x="754" y="429"/>
                    <a:pt x="754" y="433"/>
                  </a:cubicBezTo>
                  <a:cubicBezTo>
                    <a:pt x="753" y="495"/>
                    <a:pt x="741" y="557"/>
                    <a:pt x="720" y="615"/>
                  </a:cubicBezTo>
                  <a:cubicBezTo>
                    <a:pt x="721" y="602"/>
                    <a:pt x="722" y="589"/>
                    <a:pt x="724" y="576"/>
                  </a:cubicBezTo>
                  <a:cubicBezTo>
                    <a:pt x="724" y="575"/>
                    <a:pt x="722" y="574"/>
                    <a:pt x="722" y="576"/>
                  </a:cubicBezTo>
                  <a:cubicBezTo>
                    <a:pt x="718" y="598"/>
                    <a:pt x="715" y="620"/>
                    <a:pt x="712" y="643"/>
                  </a:cubicBezTo>
                  <a:cubicBezTo>
                    <a:pt x="705" y="665"/>
                    <a:pt x="698" y="687"/>
                    <a:pt x="691" y="709"/>
                  </a:cubicBezTo>
                  <a:lnTo>
                    <a:pt x="684" y="731"/>
                  </a:lnTo>
                  <a:cubicBezTo>
                    <a:pt x="659" y="779"/>
                    <a:pt x="643" y="830"/>
                    <a:pt x="636" y="884"/>
                  </a:cubicBezTo>
                  <a:cubicBezTo>
                    <a:pt x="636" y="891"/>
                    <a:pt x="635" y="898"/>
                    <a:pt x="634" y="905"/>
                  </a:cubicBezTo>
                  <a:cubicBezTo>
                    <a:pt x="631" y="916"/>
                    <a:pt x="629" y="927"/>
                    <a:pt x="626" y="938"/>
                  </a:cubicBezTo>
                  <a:cubicBezTo>
                    <a:pt x="614" y="987"/>
                    <a:pt x="608" y="1036"/>
                    <a:pt x="607" y="1086"/>
                  </a:cubicBezTo>
                  <a:cubicBezTo>
                    <a:pt x="602" y="1066"/>
                    <a:pt x="594" y="1047"/>
                    <a:pt x="591" y="1027"/>
                  </a:cubicBezTo>
                  <a:cubicBezTo>
                    <a:pt x="589" y="1006"/>
                    <a:pt x="587" y="984"/>
                    <a:pt x="587" y="962"/>
                  </a:cubicBezTo>
                  <a:cubicBezTo>
                    <a:pt x="587" y="932"/>
                    <a:pt x="590" y="902"/>
                    <a:pt x="595" y="872"/>
                  </a:cubicBezTo>
                  <a:cubicBezTo>
                    <a:pt x="599" y="849"/>
                    <a:pt x="601" y="827"/>
                    <a:pt x="603" y="804"/>
                  </a:cubicBezTo>
                  <a:cubicBezTo>
                    <a:pt x="605" y="802"/>
                    <a:pt x="607" y="799"/>
                    <a:pt x="608" y="797"/>
                  </a:cubicBezTo>
                  <a:cubicBezTo>
                    <a:pt x="611" y="791"/>
                    <a:pt x="613" y="786"/>
                    <a:pt x="613" y="780"/>
                  </a:cubicBezTo>
                  <a:cubicBezTo>
                    <a:pt x="613" y="776"/>
                    <a:pt x="612" y="772"/>
                    <a:pt x="611" y="768"/>
                  </a:cubicBezTo>
                  <a:lnTo>
                    <a:pt x="611" y="767"/>
                  </a:lnTo>
                  <a:cubicBezTo>
                    <a:pt x="613" y="758"/>
                    <a:pt x="616" y="747"/>
                    <a:pt x="619" y="738"/>
                  </a:cubicBezTo>
                  <a:cubicBezTo>
                    <a:pt x="627" y="727"/>
                    <a:pt x="634" y="716"/>
                    <a:pt x="641" y="706"/>
                  </a:cubicBezTo>
                  <a:cubicBezTo>
                    <a:pt x="665" y="666"/>
                    <a:pt x="689" y="629"/>
                    <a:pt x="710" y="588"/>
                  </a:cubicBezTo>
                  <a:cubicBezTo>
                    <a:pt x="730" y="547"/>
                    <a:pt x="759" y="491"/>
                    <a:pt x="753" y="442"/>
                  </a:cubicBezTo>
                  <a:cubicBezTo>
                    <a:pt x="752" y="442"/>
                    <a:pt x="752" y="442"/>
                    <a:pt x="752" y="442"/>
                  </a:cubicBezTo>
                  <a:cubicBezTo>
                    <a:pt x="752" y="441"/>
                    <a:pt x="752" y="442"/>
                    <a:pt x="751" y="441"/>
                  </a:cubicBezTo>
                  <a:cubicBezTo>
                    <a:pt x="750" y="441"/>
                    <a:pt x="750" y="440"/>
                    <a:pt x="750" y="440"/>
                  </a:cubicBezTo>
                  <a:cubicBezTo>
                    <a:pt x="749" y="440"/>
                    <a:pt x="749" y="440"/>
                    <a:pt x="748" y="441"/>
                  </a:cubicBezTo>
                  <a:cubicBezTo>
                    <a:pt x="748" y="441"/>
                    <a:pt x="747" y="441"/>
                    <a:pt x="747" y="442"/>
                  </a:cubicBezTo>
                  <a:cubicBezTo>
                    <a:pt x="725" y="515"/>
                    <a:pt x="694" y="586"/>
                    <a:pt x="656" y="651"/>
                  </a:cubicBezTo>
                  <a:cubicBezTo>
                    <a:pt x="639" y="680"/>
                    <a:pt x="621" y="708"/>
                    <a:pt x="602" y="735"/>
                  </a:cubicBezTo>
                  <a:cubicBezTo>
                    <a:pt x="592" y="748"/>
                    <a:pt x="582" y="763"/>
                    <a:pt x="573" y="777"/>
                  </a:cubicBezTo>
                  <a:cubicBezTo>
                    <a:pt x="563" y="788"/>
                    <a:pt x="555" y="802"/>
                    <a:pt x="547" y="814"/>
                  </a:cubicBezTo>
                  <a:cubicBezTo>
                    <a:pt x="544" y="820"/>
                    <a:pt x="540" y="825"/>
                    <a:pt x="538" y="831"/>
                  </a:cubicBezTo>
                  <a:cubicBezTo>
                    <a:pt x="532" y="841"/>
                    <a:pt x="528" y="853"/>
                    <a:pt x="524" y="864"/>
                  </a:cubicBezTo>
                  <a:cubicBezTo>
                    <a:pt x="530" y="834"/>
                    <a:pt x="534" y="804"/>
                    <a:pt x="536" y="774"/>
                  </a:cubicBezTo>
                  <a:lnTo>
                    <a:pt x="602" y="648"/>
                  </a:lnTo>
                  <a:cubicBezTo>
                    <a:pt x="648" y="563"/>
                    <a:pt x="686" y="474"/>
                    <a:pt x="716" y="381"/>
                  </a:cubicBezTo>
                  <a:cubicBezTo>
                    <a:pt x="755" y="259"/>
                    <a:pt x="748" y="128"/>
                    <a:pt x="741" y="1"/>
                  </a:cubicBezTo>
                  <a:cubicBezTo>
                    <a:pt x="741" y="0"/>
                    <a:pt x="739" y="0"/>
                    <a:pt x="738" y="1"/>
                  </a:cubicBezTo>
                  <a:cubicBezTo>
                    <a:pt x="735" y="63"/>
                    <a:pt x="735" y="126"/>
                    <a:pt x="735" y="188"/>
                  </a:cubicBezTo>
                  <a:cubicBezTo>
                    <a:pt x="732" y="253"/>
                    <a:pt x="721" y="317"/>
                    <a:pt x="702" y="378"/>
                  </a:cubicBezTo>
                  <a:cubicBezTo>
                    <a:pt x="678" y="468"/>
                    <a:pt x="632" y="559"/>
                    <a:pt x="590" y="642"/>
                  </a:cubicBezTo>
                  <a:lnTo>
                    <a:pt x="583" y="653"/>
                  </a:lnTo>
                  <a:cubicBezTo>
                    <a:pt x="586" y="647"/>
                    <a:pt x="588" y="641"/>
                    <a:pt x="591" y="635"/>
                  </a:cubicBezTo>
                  <a:cubicBezTo>
                    <a:pt x="601" y="608"/>
                    <a:pt x="615" y="583"/>
                    <a:pt x="625" y="556"/>
                  </a:cubicBezTo>
                  <a:cubicBezTo>
                    <a:pt x="635" y="529"/>
                    <a:pt x="638" y="503"/>
                    <a:pt x="647" y="477"/>
                  </a:cubicBezTo>
                  <a:cubicBezTo>
                    <a:pt x="647" y="476"/>
                    <a:pt x="646" y="475"/>
                    <a:pt x="645" y="477"/>
                  </a:cubicBezTo>
                  <a:cubicBezTo>
                    <a:pt x="638" y="498"/>
                    <a:pt x="632" y="519"/>
                    <a:pt x="627" y="540"/>
                  </a:cubicBezTo>
                  <a:cubicBezTo>
                    <a:pt x="614" y="577"/>
                    <a:pt x="599" y="613"/>
                    <a:pt x="582" y="649"/>
                  </a:cubicBezTo>
                  <a:cubicBezTo>
                    <a:pt x="579" y="658"/>
                    <a:pt x="575" y="667"/>
                    <a:pt x="571" y="675"/>
                  </a:cubicBezTo>
                  <a:cubicBezTo>
                    <a:pt x="551" y="710"/>
                    <a:pt x="532" y="744"/>
                    <a:pt x="514" y="778"/>
                  </a:cubicBezTo>
                  <a:lnTo>
                    <a:pt x="506" y="794"/>
                  </a:lnTo>
                  <a:lnTo>
                    <a:pt x="502" y="801"/>
                  </a:lnTo>
                  <a:cubicBezTo>
                    <a:pt x="495" y="809"/>
                    <a:pt x="489" y="817"/>
                    <a:pt x="484" y="826"/>
                  </a:cubicBezTo>
                  <a:cubicBezTo>
                    <a:pt x="482" y="830"/>
                    <a:pt x="480" y="833"/>
                    <a:pt x="478" y="837"/>
                  </a:cubicBezTo>
                  <a:cubicBezTo>
                    <a:pt x="472" y="846"/>
                    <a:pt x="467" y="856"/>
                    <a:pt x="461" y="865"/>
                  </a:cubicBezTo>
                  <a:cubicBezTo>
                    <a:pt x="443" y="896"/>
                    <a:pt x="427" y="929"/>
                    <a:pt x="414" y="962"/>
                  </a:cubicBezTo>
                  <a:cubicBezTo>
                    <a:pt x="403" y="989"/>
                    <a:pt x="391" y="1018"/>
                    <a:pt x="381" y="1047"/>
                  </a:cubicBezTo>
                  <a:cubicBezTo>
                    <a:pt x="382" y="1005"/>
                    <a:pt x="385" y="963"/>
                    <a:pt x="391" y="921"/>
                  </a:cubicBezTo>
                  <a:cubicBezTo>
                    <a:pt x="399" y="872"/>
                    <a:pt x="404" y="801"/>
                    <a:pt x="430" y="758"/>
                  </a:cubicBezTo>
                  <a:cubicBezTo>
                    <a:pt x="430" y="757"/>
                    <a:pt x="429" y="756"/>
                    <a:pt x="429" y="757"/>
                  </a:cubicBezTo>
                  <a:cubicBezTo>
                    <a:pt x="426" y="760"/>
                    <a:pt x="423" y="764"/>
                    <a:pt x="421" y="768"/>
                  </a:cubicBezTo>
                  <a:cubicBezTo>
                    <a:pt x="421" y="768"/>
                    <a:pt x="421" y="769"/>
                    <a:pt x="420" y="769"/>
                  </a:cubicBezTo>
                  <a:cubicBezTo>
                    <a:pt x="428" y="755"/>
                    <a:pt x="433" y="739"/>
                    <a:pt x="435" y="723"/>
                  </a:cubicBezTo>
                  <a:cubicBezTo>
                    <a:pt x="437" y="707"/>
                    <a:pt x="434" y="722"/>
                    <a:pt x="434" y="723"/>
                  </a:cubicBezTo>
                  <a:cubicBezTo>
                    <a:pt x="427" y="739"/>
                    <a:pt x="420" y="755"/>
                    <a:pt x="411" y="770"/>
                  </a:cubicBezTo>
                  <a:cubicBezTo>
                    <a:pt x="407" y="777"/>
                    <a:pt x="403" y="784"/>
                    <a:pt x="398" y="791"/>
                  </a:cubicBezTo>
                  <a:cubicBezTo>
                    <a:pt x="382" y="821"/>
                    <a:pt x="369" y="852"/>
                    <a:pt x="357" y="885"/>
                  </a:cubicBezTo>
                  <a:cubicBezTo>
                    <a:pt x="338" y="925"/>
                    <a:pt x="322" y="967"/>
                    <a:pt x="309" y="1009"/>
                  </a:cubicBezTo>
                  <a:cubicBezTo>
                    <a:pt x="309" y="1004"/>
                    <a:pt x="309" y="998"/>
                    <a:pt x="309" y="993"/>
                  </a:cubicBezTo>
                  <a:cubicBezTo>
                    <a:pt x="309" y="960"/>
                    <a:pt x="314" y="928"/>
                    <a:pt x="323" y="897"/>
                  </a:cubicBezTo>
                  <a:cubicBezTo>
                    <a:pt x="348" y="827"/>
                    <a:pt x="374" y="758"/>
                    <a:pt x="402" y="689"/>
                  </a:cubicBezTo>
                  <a:cubicBezTo>
                    <a:pt x="414" y="658"/>
                    <a:pt x="425" y="627"/>
                    <a:pt x="435" y="596"/>
                  </a:cubicBezTo>
                  <a:cubicBezTo>
                    <a:pt x="443" y="581"/>
                    <a:pt x="449" y="566"/>
                    <a:pt x="452" y="549"/>
                  </a:cubicBezTo>
                  <a:cubicBezTo>
                    <a:pt x="456" y="539"/>
                    <a:pt x="460" y="528"/>
                    <a:pt x="464" y="517"/>
                  </a:cubicBezTo>
                  <a:cubicBezTo>
                    <a:pt x="474" y="492"/>
                    <a:pt x="479" y="465"/>
                    <a:pt x="488" y="439"/>
                  </a:cubicBezTo>
                  <a:cubicBezTo>
                    <a:pt x="497" y="418"/>
                    <a:pt x="504" y="396"/>
                    <a:pt x="509" y="374"/>
                  </a:cubicBezTo>
                  <a:lnTo>
                    <a:pt x="508" y="374"/>
                  </a:lnTo>
                  <a:cubicBezTo>
                    <a:pt x="491" y="424"/>
                    <a:pt x="471" y="474"/>
                    <a:pt x="451" y="524"/>
                  </a:cubicBezTo>
                  <a:cubicBezTo>
                    <a:pt x="450" y="524"/>
                    <a:pt x="450" y="524"/>
                    <a:pt x="449" y="523"/>
                  </a:cubicBezTo>
                  <a:cubicBezTo>
                    <a:pt x="448" y="523"/>
                    <a:pt x="448" y="522"/>
                    <a:pt x="447" y="522"/>
                  </a:cubicBezTo>
                  <a:cubicBezTo>
                    <a:pt x="446" y="522"/>
                    <a:pt x="445" y="522"/>
                    <a:pt x="444" y="523"/>
                  </a:cubicBezTo>
                  <a:lnTo>
                    <a:pt x="443" y="524"/>
                  </a:lnTo>
                  <a:cubicBezTo>
                    <a:pt x="410" y="574"/>
                    <a:pt x="379" y="624"/>
                    <a:pt x="346" y="672"/>
                  </a:cubicBezTo>
                  <a:cubicBezTo>
                    <a:pt x="321" y="702"/>
                    <a:pt x="296" y="730"/>
                    <a:pt x="272" y="759"/>
                  </a:cubicBezTo>
                  <a:cubicBezTo>
                    <a:pt x="262" y="770"/>
                    <a:pt x="252" y="781"/>
                    <a:pt x="242" y="792"/>
                  </a:cubicBezTo>
                  <a:cubicBezTo>
                    <a:pt x="210" y="831"/>
                    <a:pt x="184" y="872"/>
                    <a:pt x="154" y="913"/>
                  </a:cubicBezTo>
                  <a:cubicBezTo>
                    <a:pt x="151" y="916"/>
                    <a:pt x="149" y="920"/>
                    <a:pt x="147" y="923"/>
                  </a:cubicBezTo>
                  <a:cubicBezTo>
                    <a:pt x="142" y="933"/>
                    <a:pt x="138" y="942"/>
                    <a:pt x="136" y="952"/>
                  </a:cubicBezTo>
                  <a:cubicBezTo>
                    <a:pt x="133" y="957"/>
                    <a:pt x="129" y="963"/>
                    <a:pt x="126" y="968"/>
                  </a:cubicBezTo>
                  <a:cubicBezTo>
                    <a:pt x="125" y="970"/>
                    <a:pt x="125" y="972"/>
                    <a:pt x="124" y="973"/>
                  </a:cubicBezTo>
                  <a:cubicBezTo>
                    <a:pt x="131" y="932"/>
                    <a:pt x="146" y="893"/>
                    <a:pt x="167" y="856"/>
                  </a:cubicBezTo>
                  <a:cubicBezTo>
                    <a:pt x="169" y="853"/>
                    <a:pt x="170" y="850"/>
                    <a:pt x="172" y="847"/>
                  </a:cubicBezTo>
                  <a:cubicBezTo>
                    <a:pt x="174" y="845"/>
                    <a:pt x="175" y="843"/>
                    <a:pt x="176" y="840"/>
                  </a:cubicBezTo>
                  <a:cubicBezTo>
                    <a:pt x="182" y="830"/>
                    <a:pt x="187" y="819"/>
                    <a:pt x="190" y="808"/>
                  </a:cubicBezTo>
                  <a:cubicBezTo>
                    <a:pt x="194" y="788"/>
                    <a:pt x="209" y="777"/>
                    <a:pt x="212" y="757"/>
                  </a:cubicBezTo>
                  <a:cubicBezTo>
                    <a:pt x="212" y="756"/>
                    <a:pt x="212" y="756"/>
                    <a:pt x="212" y="755"/>
                  </a:cubicBezTo>
                  <a:cubicBezTo>
                    <a:pt x="212" y="755"/>
                    <a:pt x="211" y="755"/>
                    <a:pt x="211" y="754"/>
                  </a:cubicBezTo>
                  <a:lnTo>
                    <a:pt x="210" y="754"/>
                  </a:lnTo>
                  <a:lnTo>
                    <a:pt x="218" y="743"/>
                  </a:lnTo>
                  <a:cubicBezTo>
                    <a:pt x="274" y="664"/>
                    <a:pt x="333" y="591"/>
                    <a:pt x="379" y="507"/>
                  </a:cubicBezTo>
                  <a:cubicBezTo>
                    <a:pt x="419" y="437"/>
                    <a:pt x="434" y="362"/>
                    <a:pt x="455" y="286"/>
                  </a:cubicBezTo>
                  <a:cubicBezTo>
                    <a:pt x="418" y="416"/>
                    <a:pt x="368" y="536"/>
                    <a:pt x="284" y="644"/>
                  </a:cubicBezTo>
                  <a:cubicBezTo>
                    <a:pt x="218" y="725"/>
                    <a:pt x="158" y="810"/>
                    <a:pt x="104" y="900"/>
                  </a:cubicBezTo>
                  <a:cubicBezTo>
                    <a:pt x="81" y="941"/>
                    <a:pt x="55" y="998"/>
                    <a:pt x="52" y="1046"/>
                  </a:cubicBezTo>
                  <a:cubicBezTo>
                    <a:pt x="50" y="1076"/>
                    <a:pt x="52" y="1106"/>
                    <a:pt x="52" y="1136"/>
                  </a:cubicBezTo>
                  <a:cubicBezTo>
                    <a:pt x="52" y="1150"/>
                    <a:pt x="52" y="1165"/>
                    <a:pt x="52" y="1179"/>
                  </a:cubicBezTo>
                  <a:cubicBezTo>
                    <a:pt x="52" y="1194"/>
                    <a:pt x="63" y="1228"/>
                    <a:pt x="44" y="1191"/>
                  </a:cubicBezTo>
                  <a:cubicBezTo>
                    <a:pt x="12" y="1130"/>
                    <a:pt x="34" y="1053"/>
                    <a:pt x="35" y="989"/>
                  </a:cubicBezTo>
                  <a:cubicBezTo>
                    <a:pt x="36" y="938"/>
                    <a:pt x="62" y="891"/>
                    <a:pt x="63" y="841"/>
                  </a:cubicBezTo>
                  <a:cubicBezTo>
                    <a:pt x="63" y="839"/>
                    <a:pt x="60" y="838"/>
                    <a:pt x="60" y="841"/>
                  </a:cubicBezTo>
                  <a:cubicBezTo>
                    <a:pt x="54" y="867"/>
                    <a:pt x="42" y="893"/>
                    <a:pt x="36" y="919"/>
                  </a:cubicBezTo>
                  <a:cubicBezTo>
                    <a:pt x="29" y="956"/>
                    <a:pt x="24" y="993"/>
                    <a:pt x="19" y="1029"/>
                  </a:cubicBezTo>
                  <a:cubicBezTo>
                    <a:pt x="13" y="1081"/>
                    <a:pt x="0" y="1187"/>
                    <a:pt x="51" y="1223"/>
                  </a:cubicBezTo>
                  <a:cubicBezTo>
                    <a:pt x="55" y="1225"/>
                    <a:pt x="61" y="1224"/>
                    <a:pt x="62" y="1219"/>
                  </a:cubicBezTo>
                  <a:cubicBezTo>
                    <a:pt x="64" y="1182"/>
                    <a:pt x="62" y="1144"/>
                    <a:pt x="62" y="1107"/>
                  </a:cubicBezTo>
                  <a:cubicBezTo>
                    <a:pt x="62" y="1057"/>
                    <a:pt x="70" y="1008"/>
                    <a:pt x="86" y="962"/>
                  </a:cubicBezTo>
                  <a:cubicBezTo>
                    <a:pt x="98" y="931"/>
                    <a:pt x="113" y="901"/>
                    <a:pt x="129" y="873"/>
                  </a:cubicBezTo>
                  <a:cubicBezTo>
                    <a:pt x="145" y="845"/>
                    <a:pt x="163" y="819"/>
                    <a:pt x="183" y="794"/>
                  </a:cubicBezTo>
                  <a:cubicBezTo>
                    <a:pt x="169" y="818"/>
                    <a:pt x="156" y="843"/>
                    <a:pt x="143" y="869"/>
                  </a:cubicBezTo>
                  <a:cubicBezTo>
                    <a:pt x="122" y="915"/>
                    <a:pt x="100" y="969"/>
                    <a:pt x="108" y="1020"/>
                  </a:cubicBezTo>
                  <a:cubicBezTo>
                    <a:pt x="108" y="1021"/>
                    <a:pt x="108" y="1021"/>
                    <a:pt x="109" y="1022"/>
                  </a:cubicBezTo>
                  <a:cubicBezTo>
                    <a:pt x="110" y="1023"/>
                    <a:pt x="111" y="1024"/>
                    <a:pt x="112" y="1025"/>
                  </a:cubicBezTo>
                  <a:cubicBezTo>
                    <a:pt x="113" y="1026"/>
                    <a:pt x="115" y="1026"/>
                    <a:pt x="116" y="1026"/>
                  </a:cubicBezTo>
                  <a:cubicBezTo>
                    <a:pt x="118" y="1026"/>
                    <a:pt x="119" y="1026"/>
                    <a:pt x="120" y="1025"/>
                  </a:cubicBezTo>
                  <a:cubicBezTo>
                    <a:pt x="121" y="1025"/>
                    <a:pt x="122" y="1024"/>
                    <a:pt x="122" y="1024"/>
                  </a:cubicBezTo>
                  <a:cubicBezTo>
                    <a:pt x="124" y="1022"/>
                    <a:pt x="126" y="1019"/>
                    <a:pt x="127" y="1017"/>
                  </a:cubicBezTo>
                  <a:cubicBezTo>
                    <a:pt x="131" y="1011"/>
                    <a:pt x="133" y="1004"/>
                    <a:pt x="133" y="997"/>
                  </a:cubicBezTo>
                  <a:cubicBezTo>
                    <a:pt x="134" y="992"/>
                    <a:pt x="136" y="987"/>
                    <a:pt x="137" y="982"/>
                  </a:cubicBezTo>
                  <a:cubicBezTo>
                    <a:pt x="180" y="906"/>
                    <a:pt x="248" y="838"/>
                    <a:pt x="311" y="777"/>
                  </a:cubicBezTo>
                  <a:cubicBezTo>
                    <a:pt x="338" y="750"/>
                    <a:pt x="362" y="719"/>
                    <a:pt x="382" y="686"/>
                  </a:cubicBezTo>
                  <a:cubicBezTo>
                    <a:pt x="347" y="762"/>
                    <a:pt x="319" y="840"/>
                    <a:pt x="297" y="919"/>
                  </a:cubicBezTo>
                  <a:cubicBezTo>
                    <a:pt x="293" y="943"/>
                    <a:pt x="291" y="968"/>
                    <a:pt x="291" y="992"/>
                  </a:cubicBezTo>
                  <a:cubicBezTo>
                    <a:pt x="291" y="1004"/>
                    <a:pt x="292" y="1016"/>
                    <a:pt x="292" y="1027"/>
                  </a:cubicBezTo>
                  <a:cubicBezTo>
                    <a:pt x="292" y="1039"/>
                    <a:pt x="292" y="1051"/>
                    <a:pt x="292" y="1063"/>
                  </a:cubicBezTo>
                  <a:cubicBezTo>
                    <a:pt x="292" y="1077"/>
                    <a:pt x="295" y="1081"/>
                    <a:pt x="297" y="1080"/>
                  </a:cubicBezTo>
                  <a:cubicBezTo>
                    <a:pt x="297" y="1085"/>
                    <a:pt x="297" y="1090"/>
                    <a:pt x="297" y="1096"/>
                  </a:cubicBezTo>
                  <a:cubicBezTo>
                    <a:pt x="298" y="1096"/>
                    <a:pt x="298" y="1096"/>
                    <a:pt x="298" y="1096"/>
                  </a:cubicBezTo>
                  <a:cubicBezTo>
                    <a:pt x="298" y="1097"/>
                    <a:pt x="299" y="1097"/>
                    <a:pt x="300" y="1097"/>
                  </a:cubicBezTo>
                  <a:cubicBezTo>
                    <a:pt x="300" y="1097"/>
                    <a:pt x="301" y="1097"/>
                    <a:pt x="301" y="1096"/>
                  </a:cubicBezTo>
                  <a:cubicBezTo>
                    <a:pt x="301" y="1096"/>
                    <a:pt x="302" y="1096"/>
                    <a:pt x="302" y="1095"/>
                  </a:cubicBezTo>
                  <a:lnTo>
                    <a:pt x="302" y="1094"/>
                  </a:lnTo>
                  <a:moveTo>
                    <a:pt x="707" y="685"/>
                  </a:moveTo>
                  <a:cubicBezTo>
                    <a:pt x="707" y="687"/>
                    <a:pt x="707" y="689"/>
                    <a:pt x="707" y="692"/>
                  </a:cubicBezTo>
                  <a:cubicBezTo>
                    <a:pt x="706" y="692"/>
                    <a:pt x="706" y="693"/>
                    <a:pt x="705" y="694"/>
                  </a:cubicBezTo>
                  <a:lnTo>
                    <a:pt x="707" y="685"/>
                  </a:lnTo>
                  <a:moveTo>
                    <a:pt x="606" y="751"/>
                  </a:moveTo>
                  <a:lnTo>
                    <a:pt x="604" y="761"/>
                  </a:lnTo>
                  <a:cubicBezTo>
                    <a:pt x="603" y="760"/>
                    <a:pt x="601" y="760"/>
                    <a:pt x="600" y="760"/>
                  </a:cubicBezTo>
                  <a:lnTo>
                    <a:pt x="606" y="751"/>
                  </a:lnTo>
                  <a:moveTo>
                    <a:pt x="525" y="787"/>
                  </a:moveTo>
                  <a:lnTo>
                    <a:pt x="523" y="794"/>
                  </a:lnTo>
                  <a:lnTo>
                    <a:pt x="522" y="793"/>
                  </a:lnTo>
                  <a:lnTo>
                    <a:pt x="525" y="787"/>
                  </a:lnTo>
                  <a:moveTo>
                    <a:pt x="428" y="933"/>
                  </a:moveTo>
                  <a:cubicBezTo>
                    <a:pt x="432" y="923"/>
                    <a:pt x="436" y="913"/>
                    <a:pt x="441" y="904"/>
                  </a:cubicBezTo>
                  <a:cubicBezTo>
                    <a:pt x="439" y="909"/>
                    <a:pt x="438" y="914"/>
                    <a:pt x="437" y="920"/>
                  </a:cubicBezTo>
                  <a:lnTo>
                    <a:pt x="435" y="923"/>
                  </a:lnTo>
                  <a:cubicBezTo>
                    <a:pt x="433" y="927"/>
                    <a:pt x="431" y="932"/>
                    <a:pt x="429" y="937"/>
                  </a:cubicBezTo>
                  <a:lnTo>
                    <a:pt x="423" y="949"/>
                  </a:lnTo>
                  <a:lnTo>
                    <a:pt x="417" y="962"/>
                  </a:lnTo>
                  <a:lnTo>
                    <a:pt x="428" y="9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8328960" y="3820320"/>
              <a:ext cx="26280" cy="73080"/>
            </a:xfrm>
            <a:custGeom>
              <a:rect b="b" l="l" r="r" t="t"/>
              <a:pathLst>
                <a:path extrusionOk="0" h="203" w="73">
                  <a:moveTo>
                    <a:pt x="36" y="115"/>
                  </a:moveTo>
                  <a:cubicBezTo>
                    <a:pt x="25" y="142"/>
                    <a:pt x="0" y="170"/>
                    <a:pt x="0" y="199"/>
                  </a:cubicBezTo>
                  <a:cubicBezTo>
                    <a:pt x="0" y="202"/>
                    <a:pt x="5" y="201"/>
                    <a:pt x="5" y="199"/>
                  </a:cubicBezTo>
                  <a:cubicBezTo>
                    <a:pt x="10" y="183"/>
                    <a:pt x="16" y="168"/>
                    <a:pt x="24" y="153"/>
                  </a:cubicBezTo>
                  <a:cubicBezTo>
                    <a:pt x="25" y="152"/>
                    <a:pt x="25" y="151"/>
                    <a:pt x="26" y="151"/>
                  </a:cubicBezTo>
                  <a:cubicBezTo>
                    <a:pt x="32" y="136"/>
                    <a:pt x="39" y="121"/>
                    <a:pt x="44" y="106"/>
                  </a:cubicBezTo>
                  <a:cubicBezTo>
                    <a:pt x="55" y="81"/>
                    <a:pt x="62" y="54"/>
                    <a:pt x="67" y="27"/>
                  </a:cubicBezTo>
                  <a:cubicBezTo>
                    <a:pt x="72" y="0"/>
                    <a:pt x="66" y="26"/>
                    <a:pt x="66" y="27"/>
                  </a:cubicBezTo>
                  <a:cubicBezTo>
                    <a:pt x="58" y="57"/>
                    <a:pt x="48" y="87"/>
                    <a:pt x="36" y="1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8"/>
            <p:cNvSpPr/>
            <p:nvPr/>
          </p:nvSpPr>
          <p:spPr>
            <a:xfrm>
              <a:off x="8366760" y="3538800"/>
              <a:ext cx="34920" cy="251280"/>
            </a:xfrm>
            <a:custGeom>
              <a:rect b="b" l="l" r="r" t="t"/>
              <a:pathLst>
                <a:path extrusionOk="0" h="698" w="97">
                  <a:moveTo>
                    <a:pt x="2" y="697"/>
                  </a:moveTo>
                  <a:cubicBezTo>
                    <a:pt x="19" y="638"/>
                    <a:pt x="45" y="580"/>
                    <a:pt x="63" y="520"/>
                  </a:cubicBezTo>
                  <a:cubicBezTo>
                    <a:pt x="80" y="458"/>
                    <a:pt x="89" y="395"/>
                    <a:pt x="89" y="332"/>
                  </a:cubicBezTo>
                  <a:cubicBezTo>
                    <a:pt x="90" y="269"/>
                    <a:pt x="96" y="200"/>
                    <a:pt x="87" y="138"/>
                  </a:cubicBezTo>
                  <a:cubicBezTo>
                    <a:pt x="81" y="96"/>
                    <a:pt x="66" y="35"/>
                    <a:pt x="37" y="2"/>
                  </a:cubicBezTo>
                  <a:cubicBezTo>
                    <a:pt x="35" y="0"/>
                    <a:pt x="32" y="2"/>
                    <a:pt x="33" y="4"/>
                  </a:cubicBezTo>
                  <a:cubicBezTo>
                    <a:pt x="64" y="53"/>
                    <a:pt x="80" y="135"/>
                    <a:pt x="80" y="191"/>
                  </a:cubicBezTo>
                  <a:cubicBezTo>
                    <a:pt x="82" y="213"/>
                    <a:pt x="82" y="235"/>
                    <a:pt x="82" y="257"/>
                  </a:cubicBezTo>
                  <a:cubicBezTo>
                    <a:pt x="82" y="296"/>
                    <a:pt x="80" y="336"/>
                    <a:pt x="76" y="375"/>
                  </a:cubicBezTo>
                  <a:cubicBezTo>
                    <a:pt x="67" y="431"/>
                    <a:pt x="67" y="489"/>
                    <a:pt x="48" y="544"/>
                  </a:cubicBezTo>
                  <a:cubicBezTo>
                    <a:pt x="29" y="594"/>
                    <a:pt x="13" y="644"/>
                    <a:pt x="0" y="696"/>
                  </a:cubicBezTo>
                  <a:lnTo>
                    <a:pt x="2" y="6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8"/>
            <p:cNvSpPr/>
            <p:nvPr/>
          </p:nvSpPr>
          <p:spPr>
            <a:xfrm>
              <a:off x="8436960" y="3736800"/>
              <a:ext cx="14760" cy="64800"/>
            </a:xfrm>
            <a:custGeom>
              <a:rect b="b" l="l" r="r" t="t"/>
              <a:pathLst>
                <a:path extrusionOk="0" h="180" w="41">
                  <a:moveTo>
                    <a:pt x="24" y="3"/>
                  </a:moveTo>
                  <a:cubicBezTo>
                    <a:pt x="16" y="61"/>
                    <a:pt x="14" y="119"/>
                    <a:pt x="0" y="175"/>
                  </a:cubicBezTo>
                  <a:cubicBezTo>
                    <a:pt x="0" y="178"/>
                    <a:pt x="4" y="179"/>
                    <a:pt x="5" y="176"/>
                  </a:cubicBezTo>
                  <a:cubicBezTo>
                    <a:pt x="20" y="123"/>
                    <a:pt x="40" y="58"/>
                    <a:pt x="29" y="4"/>
                  </a:cubicBezTo>
                  <a:cubicBezTo>
                    <a:pt x="29" y="1"/>
                    <a:pt x="24" y="0"/>
                    <a:pt x="2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8438760" y="3621960"/>
              <a:ext cx="13680" cy="110880"/>
            </a:xfrm>
            <a:custGeom>
              <a:rect b="b" l="l" r="r" t="t"/>
              <a:pathLst>
                <a:path extrusionOk="0" h="308" w="38">
                  <a:moveTo>
                    <a:pt x="36" y="129"/>
                  </a:moveTo>
                  <a:cubicBezTo>
                    <a:pt x="34" y="96"/>
                    <a:pt x="32" y="26"/>
                    <a:pt x="3" y="2"/>
                  </a:cubicBezTo>
                  <a:cubicBezTo>
                    <a:pt x="2" y="0"/>
                    <a:pt x="0" y="3"/>
                    <a:pt x="1" y="5"/>
                  </a:cubicBezTo>
                  <a:cubicBezTo>
                    <a:pt x="27" y="37"/>
                    <a:pt x="28" y="109"/>
                    <a:pt x="28" y="148"/>
                  </a:cubicBezTo>
                  <a:cubicBezTo>
                    <a:pt x="28" y="157"/>
                    <a:pt x="28" y="167"/>
                    <a:pt x="28" y="176"/>
                  </a:cubicBezTo>
                  <a:cubicBezTo>
                    <a:pt x="28" y="219"/>
                    <a:pt x="25" y="261"/>
                    <a:pt x="20" y="303"/>
                  </a:cubicBezTo>
                  <a:cubicBezTo>
                    <a:pt x="20" y="305"/>
                    <a:pt x="24" y="307"/>
                    <a:pt x="24" y="304"/>
                  </a:cubicBezTo>
                  <a:cubicBezTo>
                    <a:pt x="33" y="260"/>
                    <a:pt x="37" y="215"/>
                    <a:pt x="37" y="169"/>
                  </a:cubicBezTo>
                  <a:cubicBezTo>
                    <a:pt x="37" y="156"/>
                    <a:pt x="37" y="143"/>
                    <a:pt x="3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8469360" y="3724920"/>
              <a:ext cx="5400" cy="56160"/>
            </a:xfrm>
            <a:custGeom>
              <a:rect b="b" l="l" r="r" t="t"/>
              <a:pathLst>
                <a:path extrusionOk="0" h="156" w="15">
                  <a:moveTo>
                    <a:pt x="13" y="154"/>
                  </a:moveTo>
                  <a:cubicBezTo>
                    <a:pt x="14" y="143"/>
                    <a:pt x="14" y="133"/>
                    <a:pt x="14" y="122"/>
                  </a:cubicBezTo>
                  <a:cubicBezTo>
                    <a:pt x="14" y="82"/>
                    <a:pt x="10" y="41"/>
                    <a:pt x="3" y="1"/>
                  </a:cubicBezTo>
                  <a:cubicBezTo>
                    <a:pt x="2" y="0"/>
                    <a:pt x="2" y="0"/>
                    <a:pt x="2" y="0"/>
                  </a:cubicBezTo>
                  <a:lnTo>
                    <a:pt x="1" y="0"/>
                  </a:lnTo>
                  <a:lnTo>
                    <a:pt x="0" y="0"/>
                  </a:lnTo>
                  <a:lnTo>
                    <a:pt x="0" y="1"/>
                  </a:lnTo>
                  <a:cubicBezTo>
                    <a:pt x="3" y="52"/>
                    <a:pt x="4" y="102"/>
                    <a:pt x="9" y="153"/>
                  </a:cubicBezTo>
                  <a:lnTo>
                    <a:pt x="9" y="154"/>
                  </a:lnTo>
                  <a:cubicBezTo>
                    <a:pt x="10" y="154"/>
                    <a:pt x="10" y="154"/>
                    <a:pt x="10" y="155"/>
                  </a:cubicBezTo>
                  <a:lnTo>
                    <a:pt x="11" y="155"/>
                  </a:lnTo>
                  <a:cubicBezTo>
                    <a:pt x="12" y="155"/>
                    <a:pt x="12" y="155"/>
                    <a:pt x="12" y="155"/>
                  </a:cubicBezTo>
                  <a:cubicBezTo>
                    <a:pt x="13" y="154"/>
                    <a:pt x="13"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8459280" y="3813840"/>
              <a:ext cx="156240" cy="298080"/>
            </a:xfrm>
            <a:custGeom>
              <a:rect b="b" l="l" r="r" t="t"/>
              <a:pathLst>
                <a:path extrusionOk="0" h="828" w="434">
                  <a:moveTo>
                    <a:pt x="45" y="1"/>
                  </a:moveTo>
                  <a:cubicBezTo>
                    <a:pt x="45" y="0"/>
                    <a:pt x="42" y="0"/>
                    <a:pt x="42" y="1"/>
                  </a:cubicBezTo>
                  <a:cubicBezTo>
                    <a:pt x="44" y="85"/>
                    <a:pt x="55" y="169"/>
                    <a:pt x="76" y="251"/>
                  </a:cubicBezTo>
                  <a:cubicBezTo>
                    <a:pt x="76" y="252"/>
                    <a:pt x="76" y="252"/>
                    <a:pt x="76" y="252"/>
                  </a:cubicBezTo>
                  <a:cubicBezTo>
                    <a:pt x="76" y="253"/>
                    <a:pt x="76" y="253"/>
                    <a:pt x="76" y="253"/>
                  </a:cubicBezTo>
                  <a:cubicBezTo>
                    <a:pt x="77" y="261"/>
                    <a:pt x="78" y="268"/>
                    <a:pt x="78" y="275"/>
                  </a:cubicBezTo>
                  <a:cubicBezTo>
                    <a:pt x="78" y="282"/>
                    <a:pt x="77" y="290"/>
                    <a:pt x="76" y="297"/>
                  </a:cubicBezTo>
                  <a:lnTo>
                    <a:pt x="76" y="298"/>
                  </a:lnTo>
                  <a:cubicBezTo>
                    <a:pt x="76" y="326"/>
                    <a:pt x="78" y="354"/>
                    <a:pt x="83" y="382"/>
                  </a:cubicBezTo>
                  <a:cubicBezTo>
                    <a:pt x="88" y="442"/>
                    <a:pt x="90" y="505"/>
                    <a:pt x="111" y="563"/>
                  </a:cubicBezTo>
                  <a:cubicBezTo>
                    <a:pt x="131" y="620"/>
                    <a:pt x="147" y="691"/>
                    <a:pt x="176" y="750"/>
                  </a:cubicBezTo>
                  <a:cubicBezTo>
                    <a:pt x="151" y="722"/>
                    <a:pt x="130" y="691"/>
                    <a:pt x="111" y="659"/>
                  </a:cubicBezTo>
                  <a:cubicBezTo>
                    <a:pt x="104" y="646"/>
                    <a:pt x="97" y="632"/>
                    <a:pt x="90" y="619"/>
                  </a:cubicBezTo>
                  <a:cubicBezTo>
                    <a:pt x="53" y="552"/>
                    <a:pt x="25" y="481"/>
                    <a:pt x="7" y="407"/>
                  </a:cubicBezTo>
                  <a:cubicBezTo>
                    <a:pt x="7" y="403"/>
                    <a:pt x="0" y="404"/>
                    <a:pt x="0" y="407"/>
                  </a:cubicBezTo>
                  <a:cubicBezTo>
                    <a:pt x="10" y="477"/>
                    <a:pt x="31" y="546"/>
                    <a:pt x="62" y="610"/>
                  </a:cubicBezTo>
                  <a:cubicBezTo>
                    <a:pt x="72" y="630"/>
                    <a:pt x="82" y="649"/>
                    <a:pt x="93" y="668"/>
                  </a:cubicBezTo>
                  <a:cubicBezTo>
                    <a:pt x="107" y="691"/>
                    <a:pt x="121" y="714"/>
                    <a:pt x="136" y="736"/>
                  </a:cubicBezTo>
                  <a:cubicBezTo>
                    <a:pt x="157" y="770"/>
                    <a:pt x="186" y="799"/>
                    <a:pt x="220" y="820"/>
                  </a:cubicBezTo>
                  <a:cubicBezTo>
                    <a:pt x="229" y="827"/>
                    <a:pt x="242" y="814"/>
                    <a:pt x="234" y="805"/>
                  </a:cubicBezTo>
                  <a:cubicBezTo>
                    <a:pt x="225" y="796"/>
                    <a:pt x="218" y="786"/>
                    <a:pt x="211" y="775"/>
                  </a:cubicBezTo>
                  <a:cubicBezTo>
                    <a:pt x="210" y="773"/>
                    <a:pt x="209" y="771"/>
                    <a:pt x="208" y="769"/>
                  </a:cubicBezTo>
                  <a:cubicBezTo>
                    <a:pt x="201" y="742"/>
                    <a:pt x="192" y="715"/>
                    <a:pt x="185" y="688"/>
                  </a:cubicBezTo>
                  <a:cubicBezTo>
                    <a:pt x="176" y="655"/>
                    <a:pt x="176" y="620"/>
                    <a:pt x="167" y="588"/>
                  </a:cubicBezTo>
                  <a:cubicBezTo>
                    <a:pt x="157" y="547"/>
                    <a:pt x="154" y="503"/>
                    <a:pt x="146" y="461"/>
                  </a:cubicBezTo>
                  <a:cubicBezTo>
                    <a:pt x="150" y="468"/>
                    <a:pt x="154" y="474"/>
                    <a:pt x="158" y="481"/>
                  </a:cubicBezTo>
                  <a:cubicBezTo>
                    <a:pt x="184" y="521"/>
                    <a:pt x="207" y="577"/>
                    <a:pt x="247" y="605"/>
                  </a:cubicBezTo>
                  <a:cubicBezTo>
                    <a:pt x="251" y="608"/>
                    <a:pt x="256" y="603"/>
                    <a:pt x="255" y="598"/>
                  </a:cubicBezTo>
                  <a:cubicBezTo>
                    <a:pt x="254" y="594"/>
                    <a:pt x="253" y="591"/>
                    <a:pt x="252" y="588"/>
                  </a:cubicBezTo>
                  <a:cubicBezTo>
                    <a:pt x="253" y="587"/>
                    <a:pt x="253" y="587"/>
                    <a:pt x="254" y="587"/>
                  </a:cubicBezTo>
                  <a:cubicBezTo>
                    <a:pt x="255" y="586"/>
                    <a:pt x="256" y="585"/>
                    <a:pt x="256" y="585"/>
                  </a:cubicBezTo>
                  <a:cubicBezTo>
                    <a:pt x="257" y="584"/>
                    <a:pt x="257" y="583"/>
                    <a:pt x="257" y="582"/>
                  </a:cubicBezTo>
                  <a:cubicBezTo>
                    <a:pt x="259" y="555"/>
                    <a:pt x="237" y="533"/>
                    <a:pt x="233" y="506"/>
                  </a:cubicBezTo>
                  <a:cubicBezTo>
                    <a:pt x="229" y="478"/>
                    <a:pt x="216" y="451"/>
                    <a:pt x="215" y="423"/>
                  </a:cubicBezTo>
                  <a:cubicBezTo>
                    <a:pt x="215" y="422"/>
                    <a:pt x="215" y="422"/>
                    <a:pt x="215" y="421"/>
                  </a:cubicBezTo>
                  <a:cubicBezTo>
                    <a:pt x="215" y="393"/>
                    <a:pt x="213" y="364"/>
                    <a:pt x="209" y="336"/>
                  </a:cubicBezTo>
                  <a:cubicBezTo>
                    <a:pt x="229" y="362"/>
                    <a:pt x="247" y="390"/>
                    <a:pt x="264" y="418"/>
                  </a:cubicBezTo>
                  <a:cubicBezTo>
                    <a:pt x="277" y="441"/>
                    <a:pt x="289" y="464"/>
                    <a:pt x="300" y="488"/>
                  </a:cubicBezTo>
                  <a:cubicBezTo>
                    <a:pt x="336" y="572"/>
                    <a:pt x="383" y="652"/>
                    <a:pt x="423" y="734"/>
                  </a:cubicBezTo>
                  <a:cubicBezTo>
                    <a:pt x="425" y="739"/>
                    <a:pt x="433" y="738"/>
                    <a:pt x="432" y="732"/>
                  </a:cubicBezTo>
                  <a:cubicBezTo>
                    <a:pt x="429" y="692"/>
                    <a:pt x="427" y="634"/>
                    <a:pt x="407" y="598"/>
                  </a:cubicBezTo>
                  <a:cubicBezTo>
                    <a:pt x="384" y="559"/>
                    <a:pt x="389" y="506"/>
                    <a:pt x="366" y="466"/>
                  </a:cubicBezTo>
                  <a:cubicBezTo>
                    <a:pt x="353" y="443"/>
                    <a:pt x="346" y="416"/>
                    <a:pt x="334" y="393"/>
                  </a:cubicBezTo>
                  <a:cubicBezTo>
                    <a:pt x="321" y="363"/>
                    <a:pt x="303" y="336"/>
                    <a:pt x="287" y="308"/>
                  </a:cubicBezTo>
                  <a:cubicBezTo>
                    <a:pt x="259" y="260"/>
                    <a:pt x="217" y="221"/>
                    <a:pt x="187" y="173"/>
                  </a:cubicBezTo>
                  <a:cubicBezTo>
                    <a:pt x="187" y="171"/>
                    <a:pt x="184" y="173"/>
                    <a:pt x="185" y="175"/>
                  </a:cubicBezTo>
                  <a:cubicBezTo>
                    <a:pt x="211" y="219"/>
                    <a:pt x="246" y="256"/>
                    <a:pt x="274" y="299"/>
                  </a:cubicBezTo>
                  <a:cubicBezTo>
                    <a:pt x="282" y="310"/>
                    <a:pt x="288" y="320"/>
                    <a:pt x="295" y="332"/>
                  </a:cubicBezTo>
                  <a:cubicBezTo>
                    <a:pt x="318" y="372"/>
                    <a:pt x="338" y="415"/>
                    <a:pt x="353" y="459"/>
                  </a:cubicBezTo>
                  <a:cubicBezTo>
                    <a:pt x="369" y="500"/>
                    <a:pt x="382" y="541"/>
                    <a:pt x="392" y="583"/>
                  </a:cubicBezTo>
                  <a:cubicBezTo>
                    <a:pt x="396" y="602"/>
                    <a:pt x="405" y="618"/>
                    <a:pt x="409" y="637"/>
                  </a:cubicBezTo>
                  <a:cubicBezTo>
                    <a:pt x="414" y="664"/>
                    <a:pt x="415" y="691"/>
                    <a:pt x="420" y="718"/>
                  </a:cubicBezTo>
                  <a:cubicBezTo>
                    <a:pt x="414" y="687"/>
                    <a:pt x="386" y="644"/>
                    <a:pt x="371" y="611"/>
                  </a:cubicBezTo>
                  <a:cubicBezTo>
                    <a:pt x="349" y="564"/>
                    <a:pt x="323" y="520"/>
                    <a:pt x="303" y="473"/>
                  </a:cubicBezTo>
                  <a:cubicBezTo>
                    <a:pt x="285" y="431"/>
                    <a:pt x="255" y="395"/>
                    <a:pt x="234" y="355"/>
                  </a:cubicBezTo>
                  <a:cubicBezTo>
                    <a:pt x="232" y="353"/>
                    <a:pt x="231" y="350"/>
                    <a:pt x="229" y="348"/>
                  </a:cubicBezTo>
                  <a:cubicBezTo>
                    <a:pt x="221" y="334"/>
                    <a:pt x="212" y="320"/>
                    <a:pt x="202" y="307"/>
                  </a:cubicBezTo>
                  <a:cubicBezTo>
                    <a:pt x="200" y="303"/>
                    <a:pt x="198" y="299"/>
                    <a:pt x="196" y="295"/>
                  </a:cubicBezTo>
                  <a:cubicBezTo>
                    <a:pt x="191" y="286"/>
                    <a:pt x="184" y="278"/>
                    <a:pt x="175" y="272"/>
                  </a:cubicBezTo>
                  <a:cubicBezTo>
                    <a:pt x="173" y="271"/>
                    <a:pt x="171" y="270"/>
                    <a:pt x="169" y="270"/>
                  </a:cubicBezTo>
                  <a:cubicBezTo>
                    <a:pt x="167" y="270"/>
                    <a:pt x="165" y="271"/>
                    <a:pt x="163" y="272"/>
                  </a:cubicBezTo>
                  <a:lnTo>
                    <a:pt x="159" y="269"/>
                  </a:lnTo>
                  <a:cubicBezTo>
                    <a:pt x="159" y="263"/>
                    <a:pt x="159" y="257"/>
                    <a:pt x="159" y="251"/>
                  </a:cubicBezTo>
                  <a:cubicBezTo>
                    <a:pt x="159" y="215"/>
                    <a:pt x="143" y="180"/>
                    <a:pt x="142" y="144"/>
                  </a:cubicBezTo>
                  <a:lnTo>
                    <a:pt x="142" y="143"/>
                  </a:lnTo>
                  <a:lnTo>
                    <a:pt x="141" y="142"/>
                  </a:lnTo>
                  <a:cubicBezTo>
                    <a:pt x="140" y="142"/>
                    <a:pt x="140" y="142"/>
                    <a:pt x="139" y="142"/>
                  </a:cubicBezTo>
                  <a:cubicBezTo>
                    <a:pt x="138" y="142"/>
                    <a:pt x="138" y="142"/>
                    <a:pt x="137" y="142"/>
                  </a:cubicBezTo>
                  <a:lnTo>
                    <a:pt x="136" y="143"/>
                  </a:lnTo>
                  <a:cubicBezTo>
                    <a:pt x="136" y="144"/>
                    <a:pt x="136" y="144"/>
                    <a:pt x="136" y="144"/>
                  </a:cubicBezTo>
                  <a:cubicBezTo>
                    <a:pt x="134" y="225"/>
                    <a:pt x="157" y="309"/>
                    <a:pt x="170" y="388"/>
                  </a:cubicBezTo>
                  <a:cubicBezTo>
                    <a:pt x="176" y="424"/>
                    <a:pt x="187" y="460"/>
                    <a:pt x="200" y="493"/>
                  </a:cubicBezTo>
                  <a:cubicBezTo>
                    <a:pt x="208" y="513"/>
                    <a:pt x="215" y="533"/>
                    <a:pt x="225" y="552"/>
                  </a:cubicBezTo>
                  <a:cubicBezTo>
                    <a:pt x="241" y="586"/>
                    <a:pt x="244" y="592"/>
                    <a:pt x="223" y="558"/>
                  </a:cubicBezTo>
                  <a:cubicBezTo>
                    <a:pt x="172" y="476"/>
                    <a:pt x="123" y="395"/>
                    <a:pt x="100" y="300"/>
                  </a:cubicBezTo>
                  <a:cubicBezTo>
                    <a:pt x="75" y="201"/>
                    <a:pt x="47" y="104"/>
                    <a:pt x="45" y="1"/>
                  </a:cubicBezTo>
                  <a:moveTo>
                    <a:pt x="105" y="372"/>
                  </a:moveTo>
                  <a:cubicBezTo>
                    <a:pt x="104" y="374"/>
                    <a:pt x="103" y="376"/>
                    <a:pt x="102" y="378"/>
                  </a:cubicBezTo>
                  <a:cubicBezTo>
                    <a:pt x="102" y="371"/>
                    <a:pt x="102" y="363"/>
                    <a:pt x="101" y="356"/>
                  </a:cubicBezTo>
                  <a:cubicBezTo>
                    <a:pt x="102" y="362"/>
                    <a:pt x="104" y="367"/>
                    <a:pt x="105" y="3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8502840" y="3802320"/>
              <a:ext cx="5040" cy="45000"/>
            </a:xfrm>
            <a:custGeom>
              <a:rect b="b" l="l" r="r" t="t"/>
              <a:pathLst>
                <a:path extrusionOk="0" h="125" w="14">
                  <a:moveTo>
                    <a:pt x="12" y="106"/>
                  </a:moveTo>
                  <a:cubicBezTo>
                    <a:pt x="12" y="88"/>
                    <a:pt x="8" y="70"/>
                    <a:pt x="9" y="52"/>
                  </a:cubicBezTo>
                  <a:cubicBezTo>
                    <a:pt x="8" y="35"/>
                    <a:pt x="6" y="19"/>
                    <a:pt x="3" y="2"/>
                  </a:cubicBezTo>
                  <a:cubicBezTo>
                    <a:pt x="3" y="0"/>
                    <a:pt x="0" y="1"/>
                    <a:pt x="0" y="2"/>
                  </a:cubicBezTo>
                  <a:cubicBezTo>
                    <a:pt x="0" y="19"/>
                    <a:pt x="2" y="36"/>
                    <a:pt x="4" y="52"/>
                  </a:cubicBezTo>
                  <a:cubicBezTo>
                    <a:pt x="5" y="70"/>
                    <a:pt x="7" y="88"/>
                    <a:pt x="10" y="106"/>
                  </a:cubicBezTo>
                  <a:cubicBezTo>
                    <a:pt x="13" y="124"/>
                    <a:pt x="12" y="107"/>
                    <a:pt x="12"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8"/>
            <p:cNvSpPr/>
            <p:nvPr/>
          </p:nvSpPr>
          <p:spPr>
            <a:xfrm>
              <a:off x="8449560" y="3583080"/>
              <a:ext cx="52920" cy="191520"/>
            </a:xfrm>
            <a:custGeom>
              <a:rect b="b" l="l" r="r" t="t"/>
              <a:pathLst>
                <a:path extrusionOk="0" h="532" w="147">
                  <a:moveTo>
                    <a:pt x="60" y="131"/>
                  </a:moveTo>
                  <a:cubicBezTo>
                    <a:pt x="43" y="87"/>
                    <a:pt x="33" y="39"/>
                    <a:pt x="4" y="1"/>
                  </a:cubicBezTo>
                  <a:lnTo>
                    <a:pt x="3" y="1"/>
                  </a:lnTo>
                  <a:lnTo>
                    <a:pt x="2" y="0"/>
                  </a:lnTo>
                  <a:lnTo>
                    <a:pt x="1" y="1"/>
                  </a:lnTo>
                  <a:cubicBezTo>
                    <a:pt x="1" y="1"/>
                    <a:pt x="0" y="1"/>
                    <a:pt x="0" y="2"/>
                  </a:cubicBezTo>
                  <a:lnTo>
                    <a:pt x="0" y="3"/>
                  </a:lnTo>
                  <a:cubicBezTo>
                    <a:pt x="16" y="36"/>
                    <a:pt x="29" y="70"/>
                    <a:pt x="39" y="104"/>
                  </a:cubicBezTo>
                  <a:cubicBezTo>
                    <a:pt x="57" y="160"/>
                    <a:pt x="81" y="213"/>
                    <a:pt x="98" y="269"/>
                  </a:cubicBezTo>
                  <a:cubicBezTo>
                    <a:pt x="126" y="353"/>
                    <a:pt x="140" y="440"/>
                    <a:pt x="142" y="528"/>
                  </a:cubicBezTo>
                  <a:cubicBezTo>
                    <a:pt x="142" y="530"/>
                    <a:pt x="145" y="531"/>
                    <a:pt x="145" y="528"/>
                  </a:cubicBezTo>
                  <a:cubicBezTo>
                    <a:pt x="146" y="521"/>
                    <a:pt x="146" y="515"/>
                    <a:pt x="146" y="508"/>
                  </a:cubicBezTo>
                  <a:cubicBezTo>
                    <a:pt x="146" y="432"/>
                    <a:pt x="135" y="357"/>
                    <a:pt x="115" y="284"/>
                  </a:cubicBezTo>
                  <a:cubicBezTo>
                    <a:pt x="101" y="232"/>
                    <a:pt x="79" y="182"/>
                    <a:pt x="60"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8"/>
            <p:cNvSpPr/>
            <p:nvPr/>
          </p:nvSpPr>
          <p:spPr>
            <a:xfrm>
              <a:off x="8524080" y="3687840"/>
              <a:ext cx="17640" cy="45720"/>
            </a:xfrm>
            <a:custGeom>
              <a:rect b="b" l="l" r="r" t="t"/>
              <a:pathLst>
                <a:path extrusionOk="0" h="127" w="49">
                  <a:moveTo>
                    <a:pt x="47" y="124"/>
                  </a:moveTo>
                  <a:cubicBezTo>
                    <a:pt x="48" y="106"/>
                    <a:pt x="33" y="85"/>
                    <a:pt x="28" y="68"/>
                  </a:cubicBezTo>
                  <a:cubicBezTo>
                    <a:pt x="23" y="56"/>
                    <a:pt x="23" y="43"/>
                    <a:pt x="18" y="31"/>
                  </a:cubicBezTo>
                  <a:cubicBezTo>
                    <a:pt x="13" y="19"/>
                    <a:pt x="4" y="16"/>
                    <a:pt x="4" y="1"/>
                  </a:cubicBezTo>
                  <a:cubicBezTo>
                    <a:pt x="4" y="0"/>
                    <a:pt x="3" y="0"/>
                    <a:pt x="3" y="0"/>
                  </a:cubicBezTo>
                  <a:lnTo>
                    <a:pt x="2" y="0"/>
                  </a:lnTo>
                  <a:lnTo>
                    <a:pt x="1" y="0"/>
                  </a:lnTo>
                  <a:cubicBezTo>
                    <a:pt x="0" y="0"/>
                    <a:pt x="0" y="0"/>
                    <a:pt x="0" y="1"/>
                  </a:cubicBezTo>
                  <a:cubicBezTo>
                    <a:pt x="0" y="21"/>
                    <a:pt x="16" y="35"/>
                    <a:pt x="20" y="54"/>
                  </a:cubicBezTo>
                  <a:cubicBezTo>
                    <a:pt x="24" y="79"/>
                    <a:pt x="41" y="100"/>
                    <a:pt x="45" y="124"/>
                  </a:cubicBezTo>
                  <a:lnTo>
                    <a:pt x="45" y="125"/>
                  </a:lnTo>
                  <a:lnTo>
                    <a:pt x="46" y="125"/>
                  </a:lnTo>
                  <a:cubicBezTo>
                    <a:pt x="46" y="125"/>
                    <a:pt x="46" y="126"/>
                    <a:pt x="47" y="125"/>
                  </a:cubicBezTo>
                  <a:cubicBezTo>
                    <a:pt x="48" y="124"/>
                    <a:pt x="47" y="124"/>
                    <a:pt x="47"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a:off x="8486280" y="3512160"/>
              <a:ext cx="282960" cy="580320"/>
            </a:xfrm>
            <a:custGeom>
              <a:rect b="b" l="l" r="r" t="t"/>
              <a:pathLst>
                <a:path extrusionOk="0" h="1612" w="786">
                  <a:moveTo>
                    <a:pt x="108" y="374"/>
                  </a:moveTo>
                  <a:cubicBezTo>
                    <a:pt x="105" y="364"/>
                    <a:pt x="101" y="354"/>
                    <a:pt x="98" y="343"/>
                  </a:cubicBezTo>
                  <a:cubicBezTo>
                    <a:pt x="87" y="312"/>
                    <a:pt x="82" y="280"/>
                    <a:pt x="72" y="249"/>
                  </a:cubicBezTo>
                  <a:cubicBezTo>
                    <a:pt x="65" y="224"/>
                    <a:pt x="66" y="197"/>
                    <a:pt x="57" y="173"/>
                  </a:cubicBezTo>
                  <a:cubicBezTo>
                    <a:pt x="51" y="155"/>
                    <a:pt x="45" y="137"/>
                    <a:pt x="40" y="118"/>
                  </a:cubicBezTo>
                  <a:cubicBezTo>
                    <a:pt x="30" y="79"/>
                    <a:pt x="19" y="41"/>
                    <a:pt x="5" y="2"/>
                  </a:cubicBezTo>
                  <a:cubicBezTo>
                    <a:pt x="5" y="0"/>
                    <a:pt x="0" y="1"/>
                    <a:pt x="1" y="2"/>
                  </a:cubicBezTo>
                  <a:cubicBezTo>
                    <a:pt x="24" y="69"/>
                    <a:pt x="41" y="139"/>
                    <a:pt x="51" y="209"/>
                  </a:cubicBezTo>
                  <a:cubicBezTo>
                    <a:pt x="59" y="259"/>
                    <a:pt x="72" y="309"/>
                    <a:pt x="90" y="357"/>
                  </a:cubicBezTo>
                  <a:cubicBezTo>
                    <a:pt x="90" y="358"/>
                    <a:pt x="89" y="358"/>
                    <a:pt x="89" y="359"/>
                  </a:cubicBezTo>
                  <a:cubicBezTo>
                    <a:pt x="89" y="359"/>
                    <a:pt x="89" y="360"/>
                    <a:pt x="89" y="361"/>
                  </a:cubicBezTo>
                  <a:cubicBezTo>
                    <a:pt x="89" y="361"/>
                    <a:pt x="89" y="362"/>
                    <a:pt x="89" y="363"/>
                  </a:cubicBezTo>
                  <a:lnTo>
                    <a:pt x="90" y="364"/>
                  </a:lnTo>
                  <a:cubicBezTo>
                    <a:pt x="91" y="365"/>
                    <a:pt x="93" y="366"/>
                    <a:pt x="94" y="367"/>
                  </a:cubicBezTo>
                  <a:cubicBezTo>
                    <a:pt x="100" y="385"/>
                    <a:pt x="105" y="403"/>
                    <a:pt x="110" y="421"/>
                  </a:cubicBezTo>
                  <a:cubicBezTo>
                    <a:pt x="110" y="423"/>
                    <a:pt x="115" y="423"/>
                    <a:pt x="115" y="421"/>
                  </a:cubicBezTo>
                  <a:cubicBezTo>
                    <a:pt x="116" y="419"/>
                    <a:pt x="115" y="416"/>
                    <a:pt x="115" y="414"/>
                  </a:cubicBezTo>
                  <a:cubicBezTo>
                    <a:pt x="123" y="439"/>
                    <a:pt x="129" y="466"/>
                    <a:pt x="135" y="479"/>
                  </a:cubicBezTo>
                  <a:cubicBezTo>
                    <a:pt x="149" y="515"/>
                    <a:pt x="164" y="550"/>
                    <a:pt x="178" y="586"/>
                  </a:cubicBezTo>
                  <a:cubicBezTo>
                    <a:pt x="204" y="650"/>
                    <a:pt x="253" y="704"/>
                    <a:pt x="295" y="758"/>
                  </a:cubicBezTo>
                  <a:cubicBezTo>
                    <a:pt x="343" y="819"/>
                    <a:pt x="374" y="893"/>
                    <a:pt x="413" y="960"/>
                  </a:cubicBezTo>
                  <a:cubicBezTo>
                    <a:pt x="430" y="988"/>
                    <a:pt x="446" y="1019"/>
                    <a:pt x="466" y="1045"/>
                  </a:cubicBezTo>
                  <a:cubicBezTo>
                    <a:pt x="474" y="1056"/>
                    <a:pt x="481" y="1068"/>
                    <a:pt x="489" y="1079"/>
                  </a:cubicBezTo>
                  <a:cubicBezTo>
                    <a:pt x="481" y="1076"/>
                    <a:pt x="473" y="1072"/>
                    <a:pt x="466" y="1067"/>
                  </a:cubicBezTo>
                  <a:cubicBezTo>
                    <a:pt x="460" y="1064"/>
                    <a:pt x="455" y="1061"/>
                    <a:pt x="450" y="1057"/>
                  </a:cubicBezTo>
                  <a:cubicBezTo>
                    <a:pt x="407" y="1027"/>
                    <a:pt x="371" y="989"/>
                    <a:pt x="342" y="945"/>
                  </a:cubicBezTo>
                  <a:cubicBezTo>
                    <a:pt x="298" y="878"/>
                    <a:pt x="275" y="792"/>
                    <a:pt x="218" y="733"/>
                  </a:cubicBezTo>
                  <a:cubicBezTo>
                    <a:pt x="216" y="731"/>
                    <a:pt x="213" y="733"/>
                    <a:pt x="215" y="736"/>
                  </a:cubicBezTo>
                  <a:cubicBezTo>
                    <a:pt x="277" y="802"/>
                    <a:pt x="300" y="899"/>
                    <a:pt x="348" y="974"/>
                  </a:cubicBezTo>
                  <a:cubicBezTo>
                    <a:pt x="362" y="997"/>
                    <a:pt x="380" y="1018"/>
                    <a:pt x="400" y="1036"/>
                  </a:cubicBezTo>
                  <a:lnTo>
                    <a:pt x="399" y="1036"/>
                  </a:lnTo>
                  <a:cubicBezTo>
                    <a:pt x="397" y="1036"/>
                    <a:pt x="396" y="1037"/>
                    <a:pt x="394" y="1037"/>
                  </a:cubicBezTo>
                  <a:cubicBezTo>
                    <a:pt x="393" y="1038"/>
                    <a:pt x="392" y="1039"/>
                    <a:pt x="391" y="1040"/>
                  </a:cubicBezTo>
                  <a:cubicBezTo>
                    <a:pt x="390" y="1041"/>
                    <a:pt x="390" y="1043"/>
                    <a:pt x="390" y="1044"/>
                  </a:cubicBezTo>
                  <a:cubicBezTo>
                    <a:pt x="390" y="1046"/>
                    <a:pt x="390" y="1047"/>
                    <a:pt x="391" y="1049"/>
                  </a:cubicBezTo>
                  <a:lnTo>
                    <a:pt x="392" y="1050"/>
                  </a:lnTo>
                  <a:cubicBezTo>
                    <a:pt x="405" y="1063"/>
                    <a:pt x="408" y="1104"/>
                    <a:pt x="411" y="1120"/>
                  </a:cubicBezTo>
                  <a:cubicBezTo>
                    <a:pt x="416" y="1146"/>
                    <a:pt x="419" y="1171"/>
                    <a:pt x="425" y="1197"/>
                  </a:cubicBezTo>
                  <a:cubicBezTo>
                    <a:pt x="432" y="1231"/>
                    <a:pt x="425" y="1276"/>
                    <a:pt x="425" y="1311"/>
                  </a:cubicBezTo>
                  <a:cubicBezTo>
                    <a:pt x="425" y="1334"/>
                    <a:pt x="427" y="1359"/>
                    <a:pt x="427" y="1383"/>
                  </a:cubicBezTo>
                  <a:cubicBezTo>
                    <a:pt x="426" y="1371"/>
                    <a:pt x="424" y="1360"/>
                    <a:pt x="423" y="1353"/>
                  </a:cubicBezTo>
                  <a:cubicBezTo>
                    <a:pt x="414" y="1314"/>
                    <a:pt x="407" y="1276"/>
                    <a:pt x="398" y="1238"/>
                  </a:cubicBezTo>
                  <a:cubicBezTo>
                    <a:pt x="381" y="1168"/>
                    <a:pt x="358" y="1099"/>
                    <a:pt x="332" y="1032"/>
                  </a:cubicBezTo>
                  <a:cubicBezTo>
                    <a:pt x="310" y="977"/>
                    <a:pt x="298" y="908"/>
                    <a:pt x="260" y="860"/>
                  </a:cubicBezTo>
                  <a:cubicBezTo>
                    <a:pt x="254" y="850"/>
                    <a:pt x="247" y="840"/>
                    <a:pt x="241" y="829"/>
                  </a:cubicBezTo>
                  <a:cubicBezTo>
                    <a:pt x="230" y="809"/>
                    <a:pt x="219" y="789"/>
                    <a:pt x="210" y="768"/>
                  </a:cubicBezTo>
                  <a:cubicBezTo>
                    <a:pt x="208" y="763"/>
                    <a:pt x="205" y="758"/>
                    <a:pt x="202" y="754"/>
                  </a:cubicBezTo>
                  <a:cubicBezTo>
                    <a:pt x="189" y="730"/>
                    <a:pt x="173" y="709"/>
                    <a:pt x="154" y="689"/>
                  </a:cubicBezTo>
                  <a:lnTo>
                    <a:pt x="153" y="689"/>
                  </a:lnTo>
                  <a:cubicBezTo>
                    <a:pt x="152" y="689"/>
                    <a:pt x="152" y="689"/>
                    <a:pt x="152" y="689"/>
                  </a:cubicBezTo>
                  <a:cubicBezTo>
                    <a:pt x="151" y="690"/>
                    <a:pt x="151" y="690"/>
                    <a:pt x="151" y="690"/>
                  </a:cubicBezTo>
                  <a:lnTo>
                    <a:pt x="151" y="691"/>
                  </a:lnTo>
                  <a:lnTo>
                    <a:pt x="151" y="692"/>
                  </a:lnTo>
                  <a:cubicBezTo>
                    <a:pt x="191" y="735"/>
                    <a:pt x="204" y="789"/>
                    <a:pt x="235" y="837"/>
                  </a:cubicBezTo>
                  <a:cubicBezTo>
                    <a:pt x="242" y="847"/>
                    <a:pt x="249" y="858"/>
                    <a:pt x="255" y="868"/>
                  </a:cubicBezTo>
                  <a:cubicBezTo>
                    <a:pt x="267" y="889"/>
                    <a:pt x="278" y="911"/>
                    <a:pt x="286" y="934"/>
                  </a:cubicBezTo>
                  <a:cubicBezTo>
                    <a:pt x="299" y="968"/>
                    <a:pt x="308" y="1003"/>
                    <a:pt x="320" y="1037"/>
                  </a:cubicBezTo>
                  <a:cubicBezTo>
                    <a:pt x="343" y="1105"/>
                    <a:pt x="366" y="1172"/>
                    <a:pt x="385" y="1241"/>
                  </a:cubicBezTo>
                  <a:cubicBezTo>
                    <a:pt x="394" y="1275"/>
                    <a:pt x="399" y="1310"/>
                    <a:pt x="407" y="1345"/>
                  </a:cubicBezTo>
                  <a:lnTo>
                    <a:pt x="405" y="1342"/>
                  </a:lnTo>
                  <a:cubicBezTo>
                    <a:pt x="393" y="1312"/>
                    <a:pt x="366" y="1286"/>
                    <a:pt x="349" y="1257"/>
                  </a:cubicBezTo>
                  <a:cubicBezTo>
                    <a:pt x="339" y="1242"/>
                    <a:pt x="330" y="1227"/>
                    <a:pt x="321" y="1211"/>
                  </a:cubicBezTo>
                  <a:cubicBezTo>
                    <a:pt x="313" y="1197"/>
                    <a:pt x="305" y="1183"/>
                    <a:pt x="297" y="1168"/>
                  </a:cubicBezTo>
                  <a:cubicBezTo>
                    <a:pt x="282" y="1132"/>
                    <a:pt x="272" y="1093"/>
                    <a:pt x="253" y="1059"/>
                  </a:cubicBezTo>
                  <a:cubicBezTo>
                    <a:pt x="212" y="980"/>
                    <a:pt x="196" y="897"/>
                    <a:pt x="164" y="815"/>
                  </a:cubicBezTo>
                  <a:cubicBezTo>
                    <a:pt x="143" y="760"/>
                    <a:pt x="131" y="693"/>
                    <a:pt x="95" y="645"/>
                  </a:cubicBezTo>
                  <a:cubicBezTo>
                    <a:pt x="93" y="643"/>
                    <a:pt x="90" y="645"/>
                    <a:pt x="91" y="648"/>
                  </a:cubicBezTo>
                  <a:cubicBezTo>
                    <a:pt x="94" y="652"/>
                    <a:pt x="98" y="657"/>
                    <a:pt x="100" y="662"/>
                  </a:cubicBezTo>
                  <a:cubicBezTo>
                    <a:pt x="113" y="684"/>
                    <a:pt x="122" y="707"/>
                    <a:pt x="127" y="731"/>
                  </a:cubicBezTo>
                  <a:cubicBezTo>
                    <a:pt x="136" y="777"/>
                    <a:pt x="157" y="819"/>
                    <a:pt x="170" y="863"/>
                  </a:cubicBezTo>
                  <a:cubicBezTo>
                    <a:pt x="189" y="937"/>
                    <a:pt x="215" y="1008"/>
                    <a:pt x="248" y="1077"/>
                  </a:cubicBezTo>
                  <a:cubicBezTo>
                    <a:pt x="266" y="1110"/>
                    <a:pt x="276" y="1152"/>
                    <a:pt x="290" y="1187"/>
                  </a:cubicBezTo>
                  <a:cubicBezTo>
                    <a:pt x="298" y="1202"/>
                    <a:pt x="305" y="1216"/>
                    <a:pt x="313" y="1230"/>
                  </a:cubicBezTo>
                  <a:cubicBezTo>
                    <a:pt x="323" y="1247"/>
                    <a:pt x="334" y="1263"/>
                    <a:pt x="345" y="1280"/>
                  </a:cubicBezTo>
                  <a:cubicBezTo>
                    <a:pt x="365" y="1314"/>
                    <a:pt x="387" y="1347"/>
                    <a:pt x="412" y="1378"/>
                  </a:cubicBezTo>
                  <a:cubicBezTo>
                    <a:pt x="412" y="1395"/>
                    <a:pt x="417" y="1411"/>
                    <a:pt x="425" y="1426"/>
                  </a:cubicBezTo>
                  <a:lnTo>
                    <a:pt x="426" y="1427"/>
                  </a:lnTo>
                  <a:lnTo>
                    <a:pt x="427" y="1428"/>
                  </a:lnTo>
                  <a:cubicBezTo>
                    <a:pt x="428" y="1429"/>
                    <a:pt x="430" y="1429"/>
                    <a:pt x="431" y="1429"/>
                  </a:cubicBezTo>
                  <a:cubicBezTo>
                    <a:pt x="433" y="1429"/>
                    <a:pt x="433" y="1429"/>
                    <a:pt x="434" y="1428"/>
                  </a:cubicBezTo>
                  <a:cubicBezTo>
                    <a:pt x="435" y="1428"/>
                    <a:pt x="436" y="1427"/>
                    <a:pt x="436" y="1426"/>
                  </a:cubicBezTo>
                  <a:cubicBezTo>
                    <a:pt x="437" y="1425"/>
                    <a:pt x="437" y="1425"/>
                    <a:pt x="437" y="1424"/>
                  </a:cubicBezTo>
                  <a:cubicBezTo>
                    <a:pt x="454" y="1488"/>
                    <a:pt x="479" y="1549"/>
                    <a:pt x="509" y="1608"/>
                  </a:cubicBezTo>
                  <a:cubicBezTo>
                    <a:pt x="510" y="1609"/>
                    <a:pt x="511" y="1609"/>
                    <a:pt x="512" y="1610"/>
                  </a:cubicBezTo>
                  <a:cubicBezTo>
                    <a:pt x="513" y="1611"/>
                    <a:pt x="514" y="1611"/>
                    <a:pt x="515" y="1611"/>
                  </a:cubicBezTo>
                  <a:cubicBezTo>
                    <a:pt x="517" y="1611"/>
                    <a:pt x="518" y="1611"/>
                    <a:pt x="519" y="1610"/>
                  </a:cubicBezTo>
                  <a:cubicBezTo>
                    <a:pt x="520" y="1609"/>
                    <a:pt x="521" y="1608"/>
                    <a:pt x="522" y="1607"/>
                  </a:cubicBezTo>
                  <a:cubicBezTo>
                    <a:pt x="523" y="1606"/>
                    <a:pt x="523" y="1605"/>
                    <a:pt x="523" y="1604"/>
                  </a:cubicBezTo>
                  <a:cubicBezTo>
                    <a:pt x="516" y="1510"/>
                    <a:pt x="480" y="1418"/>
                    <a:pt x="477" y="1325"/>
                  </a:cubicBezTo>
                  <a:cubicBezTo>
                    <a:pt x="476" y="1286"/>
                    <a:pt x="466" y="1207"/>
                    <a:pt x="436" y="1171"/>
                  </a:cubicBezTo>
                  <a:cubicBezTo>
                    <a:pt x="434" y="1156"/>
                    <a:pt x="431" y="1141"/>
                    <a:pt x="428" y="1126"/>
                  </a:cubicBezTo>
                  <a:lnTo>
                    <a:pt x="432" y="1136"/>
                  </a:lnTo>
                  <a:cubicBezTo>
                    <a:pt x="433" y="1140"/>
                    <a:pt x="436" y="1144"/>
                    <a:pt x="438" y="1148"/>
                  </a:cubicBezTo>
                  <a:cubicBezTo>
                    <a:pt x="442" y="1154"/>
                    <a:pt x="445" y="1159"/>
                    <a:pt x="450" y="1164"/>
                  </a:cubicBezTo>
                  <a:cubicBezTo>
                    <a:pt x="454" y="1169"/>
                    <a:pt x="450" y="1164"/>
                    <a:pt x="450" y="1164"/>
                  </a:cubicBezTo>
                  <a:cubicBezTo>
                    <a:pt x="453" y="1202"/>
                    <a:pt x="496" y="1233"/>
                    <a:pt x="521" y="1258"/>
                  </a:cubicBezTo>
                  <a:cubicBezTo>
                    <a:pt x="565" y="1302"/>
                    <a:pt x="613" y="1341"/>
                    <a:pt x="655" y="1387"/>
                  </a:cubicBezTo>
                  <a:cubicBezTo>
                    <a:pt x="657" y="1389"/>
                    <a:pt x="661" y="1389"/>
                    <a:pt x="662" y="1385"/>
                  </a:cubicBezTo>
                  <a:cubicBezTo>
                    <a:pt x="662" y="1384"/>
                    <a:pt x="663" y="1382"/>
                    <a:pt x="663" y="1381"/>
                  </a:cubicBezTo>
                  <a:cubicBezTo>
                    <a:pt x="663" y="1375"/>
                    <a:pt x="661" y="1369"/>
                    <a:pt x="658" y="1364"/>
                  </a:cubicBezTo>
                  <a:cubicBezTo>
                    <a:pt x="657" y="1362"/>
                    <a:pt x="655" y="1360"/>
                    <a:pt x="654" y="1358"/>
                  </a:cubicBezTo>
                  <a:cubicBezTo>
                    <a:pt x="632" y="1331"/>
                    <a:pt x="607" y="1307"/>
                    <a:pt x="580" y="1285"/>
                  </a:cubicBezTo>
                  <a:cubicBezTo>
                    <a:pt x="548" y="1259"/>
                    <a:pt x="517" y="1230"/>
                    <a:pt x="489" y="1199"/>
                  </a:cubicBezTo>
                  <a:cubicBezTo>
                    <a:pt x="461" y="1169"/>
                    <a:pt x="489" y="1199"/>
                    <a:pt x="489" y="1199"/>
                  </a:cubicBezTo>
                  <a:cubicBezTo>
                    <a:pt x="495" y="1181"/>
                    <a:pt x="476" y="1170"/>
                    <a:pt x="463" y="1160"/>
                  </a:cubicBezTo>
                  <a:cubicBezTo>
                    <a:pt x="458" y="1154"/>
                    <a:pt x="453" y="1148"/>
                    <a:pt x="449" y="1141"/>
                  </a:cubicBezTo>
                  <a:cubicBezTo>
                    <a:pt x="443" y="1130"/>
                    <a:pt x="439" y="1119"/>
                    <a:pt x="436" y="1107"/>
                  </a:cubicBezTo>
                  <a:lnTo>
                    <a:pt x="435" y="1103"/>
                  </a:lnTo>
                  <a:cubicBezTo>
                    <a:pt x="460" y="1135"/>
                    <a:pt x="488" y="1164"/>
                    <a:pt x="518" y="1191"/>
                  </a:cubicBezTo>
                  <a:cubicBezTo>
                    <a:pt x="544" y="1217"/>
                    <a:pt x="572" y="1238"/>
                    <a:pt x="590" y="1272"/>
                  </a:cubicBezTo>
                  <a:cubicBezTo>
                    <a:pt x="600" y="1290"/>
                    <a:pt x="613" y="1306"/>
                    <a:pt x="628" y="1321"/>
                  </a:cubicBezTo>
                  <a:cubicBezTo>
                    <a:pt x="653" y="1349"/>
                    <a:pt x="674" y="1380"/>
                    <a:pt x="693" y="1412"/>
                  </a:cubicBezTo>
                  <a:cubicBezTo>
                    <a:pt x="705" y="1432"/>
                    <a:pt x="715" y="1453"/>
                    <a:pt x="725" y="1475"/>
                  </a:cubicBezTo>
                  <a:cubicBezTo>
                    <a:pt x="738" y="1504"/>
                    <a:pt x="748" y="1536"/>
                    <a:pt x="764" y="1564"/>
                  </a:cubicBezTo>
                  <a:cubicBezTo>
                    <a:pt x="764" y="1566"/>
                    <a:pt x="764" y="1567"/>
                    <a:pt x="765" y="1569"/>
                  </a:cubicBezTo>
                  <a:lnTo>
                    <a:pt x="766" y="1570"/>
                  </a:lnTo>
                  <a:cubicBezTo>
                    <a:pt x="767" y="1571"/>
                    <a:pt x="767" y="1571"/>
                    <a:pt x="768" y="1572"/>
                  </a:cubicBezTo>
                  <a:cubicBezTo>
                    <a:pt x="771" y="1576"/>
                    <a:pt x="772" y="1580"/>
                    <a:pt x="775" y="1583"/>
                  </a:cubicBezTo>
                  <a:cubicBezTo>
                    <a:pt x="775" y="1584"/>
                    <a:pt x="776" y="1585"/>
                    <a:pt x="777" y="1585"/>
                  </a:cubicBezTo>
                  <a:cubicBezTo>
                    <a:pt x="778" y="1586"/>
                    <a:pt x="779" y="1586"/>
                    <a:pt x="780" y="1586"/>
                  </a:cubicBezTo>
                  <a:cubicBezTo>
                    <a:pt x="781" y="1586"/>
                    <a:pt x="781" y="1586"/>
                    <a:pt x="782" y="1585"/>
                  </a:cubicBezTo>
                  <a:cubicBezTo>
                    <a:pt x="783" y="1584"/>
                    <a:pt x="784" y="1584"/>
                    <a:pt x="784" y="1583"/>
                  </a:cubicBezTo>
                  <a:cubicBezTo>
                    <a:pt x="785" y="1582"/>
                    <a:pt x="785" y="1581"/>
                    <a:pt x="785" y="1580"/>
                  </a:cubicBezTo>
                  <a:lnTo>
                    <a:pt x="785" y="1579"/>
                  </a:lnTo>
                  <a:lnTo>
                    <a:pt x="784" y="1567"/>
                  </a:lnTo>
                  <a:cubicBezTo>
                    <a:pt x="783" y="1566"/>
                    <a:pt x="783" y="1566"/>
                    <a:pt x="783" y="1566"/>
                  </a:cubicBezTo>
                  <a:cubicBezTo>
                    <a:pt x="783" y="1566"/>
                    <a:pt x="783" y="1565"/>
                    <a:pt x="782" y="1565"/>
                  </a:cubicBezTo>
                  <a:lnTo>
                    <a:pt x="781" y="1565"/>
                  </a:lnTo>
                  <a:cubicBezTo>
                    <a:pt x="780" y="1565"/>
                    <a:pt x="780" y="1565"/>
                    <a:pt x="779" y="1565"/>
                  </a:cubicBezTo>
                  <a:lnTo>
                    <a:pt x="778" y="1566"/>
                  </a:lnTo>
                  <a:lnTo>
                    <a:pt x="778" y="1567"/>
                  </a:lnTo>
                  <a:cubicBezTo>
                    <a:pt x="778" y="1566"/>
                    <a:pt x="778" y="1564"/>
                    <a:pt x="778" y="1563"/>
                  </a:cubicBezTo>
                  <a:cubicBezTo>
                    <a:pt x="778" y="1560"/>
                    <a:pt x="777" y="1556"/>
                    <a:pt x="776" y="1553"/>
                  </a:cubicBezTo>
                  <a:cubicBezTo>
                    <a:pt x="772" y="1504"/>
                    <a:pt x="765" y="1455"/>
                    <a:pt x="754" y="1407"/>
                  </a:cubicBezTo>
                  <a:cubicBezTo>
                    <a:pt x="745" y="1356"/>
                    <a:pt x="727" y="1308"/>
                    <a:pt x="701" y="1263"/>
                  </a:cubicBezTo>
                  <a:cubicBezTo>
                    <a:pt x="692" y="1247"/>
                    <a:pt x="682" y="1232"/>
                    <a:pt x="671" y="1217"/>
                  </a:cubicBezTo>
                  <a:cubicBezTo>
                    <a:pt x="668" y="1214"/>
                    <a:pt x="662" y="1217"/>
                    <a:pt x="665" y="1221"/>
                  </a:cubicBezTo>
                  <a:cubicBezTo>
                    <a:pt x="672" y="1231"/>
                    <a:pt x="679" y="1242"/>
                    <a:pt x="685" y="1252"/>
                  </a:cubicBezTo>
                  <a:cubicBezTo>
                    <a:pt x="717" y="1308"/>
                    <a:pt x="737" y="1371"/>
                    <a:pt x="743" y="1435"/>
                  </a:cubicBezTo>
                  <a:cubicBezTo>
                    <a:pt x="745" y="1455"/>
                    <a:pt x="746" y="1476"/>
                    <a:pt x="749" y="1496"/>
                  </a:cubicBezTo>
                  <a:cubicBezTo>
                    <a:pt x="739" y="1471"/>
                    <a:pt x="728" y="1448"/>
                    <a:pt x="716" y="1425"/>
                  </a:cubicBezTo>
                  <a:cubicBezTo>
                    <a:pt x="693" y="1382"/>
                    <a:pt x="675" y="1343"/>
                    <a:pt x="637" y="1311"/>
                  </a:cubicBezTo>
                  <a:cubicBezTo>
                    <a:pt x="621" y="1294"/>
                    <a:pt x="606" y="1275"/>
                    <a:pt x="594" y="1254"/>
                  </a:cubicBezTo>
                  <a:lnTo>
                    <a:pt x="593" y="1253"/>
                  </a:lnTo>
                  <a:cubicBezTo>
                    <a:pt x="578" y="1231"/>
                    <a:pt x="559" y="1212"/>
                    <a:pt x="538" y="1195"/>
                  </a:cubicBezTo>
                  <a:cubicBezTo>
                    <a:pt x="499" y="1164"/>
                    <a:pt x="464" y="1129"/>
                    <a:pt x="434" y="1089"/>
                  </a:cubicBezTo>
                  <a:lnTo>
                    <a:pt x="433" y="1088"/>
                  </a:lnTo>
                  <a:cubicBezTo>
                    <a:pt x="432" y="1088"/>
                    <a:pt x="432" y="1088"/>
                    <a:pt x="431" y="1088"/>
                  </a:cubicBezTo>
                  <a:lnTo>
                    <a:pt x="430" y="1088"/>
                  </a:lnTo>
                  <a:cubicBezTo>
                    <a:pt x="429" y="1088"/>
                    <a:pt x="429" y="1089"/>
                    <a:pt x="428" y="1089"/>
                  </a:cubicBezTo>
                  <a:cubicBezTo>
                    <a:pt x="424" y="1079"/>
                    <a:pt x="421" y="1068"/>
                    <a:pt x="420" y="1057"/>
                  </a:cubicBezTo>
                  <a:cubicBezTo>
                    <a:pt x="434" y="1069"/>
                    <a:pt x="449" y="1081"/>
                    <a:pt x="464" y="1091"/>
                  </a:cubicBezTo>
                  <a:cubicBezTo>
                    <a:pt x="480" y="1102"/>
                    <a:pt x="497" y="1104"/>
                    <a:pt x="512" y="1113"/>
                  </a:cubicBezTo>
                  <a:cubicBezTo>
                    <a:pt x="517" y="1118"/>
                    <a:pt x="522" y="1122"/>
                    <a:pt x="529" y="1126"/>
                  </a:cubicBezTo>
                  <a:cubicBezTo>
                    <a:pt x="534" y="1130"/>
                    <a:pt x="543" y="1123"/>
                    <a:pt x="538" y="1117"/>
                  </a:cubicBezTo>
                  <a:cubicBezTo>
                    <a:pt x="531" y="1109"/>
                    <a:pt x="523" y="1103"/>
                    <a:pt x="514" y="1098"/>
                  </a:cubicBezTo>
                  <a:cubicBezTo>
                    <a:pt x="497" y="1076"/>
                    <a:pt x="481" y="1053"/>
                    <a:pt x="467" y="1030"/>
                  </a:cubicBezTo>
                  <a:cubicBezTo>
                    <a:pt x="464" y="1024"/>
                    <a:pt x="461" y="1018"/>
                    <a:pt x="458" y="1012"/>
                  </a:cubicBezTo>
                  <a:cubicBezTo>
                    <a:pt x="452" y="1003"/>
                    <a:pt x="447" y="995"/>
                    <a:pt x="442" y="986"/>
                  </a:cubicBezTo>
                  <a:cubicBezTo>
                    <a:pt x="427" y="960"/>
                    <a:pt x="413" y="933"/>
                    <a:pt x="401" y="905"/>
                  </a:cubicBezTo>
                  <a:cubicBezTo>
                    <a:pt x="398" y="898"/>
                    <a:pt x="395" y="891"/>
                    <a:pt x="391" y="884"/>
                  </a:cubicBezTo>
                  <a:lnTo>
                    <a:pt x="411" y="895"/>
                  </a:lnTo>
                  <a:cubicBezTo>
                    <a:pt x="410" y="895"/>
                    <a:pt x="409" y="895"/>
                    <a:pt x="408" y="896"/>
                  </a:cubicBezTo>
                  <a:cubicBezTo>
                    <a:pt x="408" y="896"/>
                    <a:pt x="407" y="897"/>
                    <a:pt x="406" y="898"/>
                  </a:cubicBezTo>
                  <a:cubicBezTo>
                    <a:pt x="406" y="899"/>
                    <a:pt x="405" y="900"/>
                    <a:pt x="405" y="901"/>
                  </a:cubicBezTo>
                  <a:cubicBezTo>
                    <a:pt x="405" y="902"/>
                    <a:pt x="406" y="903"/>
                    <a:pt x="406" y="904"/>
                  </a:cubicBezTo>
                  <a:cubicBezTo>
                    <a:pt x="429" y="953"/>
                    <a:pt x="465" y="961"/>
                    <a:pt x="509" y="988"/>
                  </a:cubicBezTo>
                  <a:cubicBezTo>
                    <a:pt x="555" y="1012"/>
                    <a:pt x="607" y="1025"/>
                    <a:pt x="659" y="1025"/>
                  </a:cubicBezTo>
                  <a:cubicBezTo>
                    <a:pt x="661" y="1025"/>
                    <a:pt x="664" y="1025"/>
                    <a:pt x="666" y="1025"/>
                  </a:cubicBezTo>
                  <a:cubicBezTo>
                    <a:pt x="670" y="1025"/>
                    <a:pt x="673" y="1020"/>
                    <a:pt x="670" y="1017"/>
                  </a:cubicBezTo>
                  <a:cubicBezTo>
                    <a:pt x="639" y="991"/>
                    <a:pt x="579" y="990"/>
                    <a:pt x="540" y="979"/>
                  </a:cubicBezTo>
                  <a:cubicBezTo>
                    <a:pt x="523" y="973"/>
                    <a:pt x="506" y="966"/>
                    <a:pt x="490" y="957"/>
                  </a:cubicBezTo>
                  <a:cubicBezTo>
                    <a:pt x="464" y="942"/>
                    <a:pt x="440" y="922"/>
                    <a:pt x="420" y="899"/>
                  </a:cubicBezTo>
                  <a:cubicBezTo>
                    <a:pt x="433" y="900"/>
                    <a:pt x="445" y="901"/>
                    <a:pt x="457" y="901"/>
                  </a:cubicBezTo>
                  <a:cubicBezTo>
                    <a:pt x="469" y="901"/>
                    <a:pt x="481" y="900"/>
                    <a:pt x="493" y="899"/>
                  </a:cubicBezTo>
                  <a:cubicBezTo>
                    <a:pt x="507" y="900"/>
                    <a:pt x="521" y="901"/>
                    <a:pt x="534" y="901"/>
                  </a:cubicBezTo>
                  <a:cubicBezTo>
                    <a:pt x="548" y="901"/>
                    <a:pt x="561" y="900"/>
                    <a:pt x="575" y="899"/>
                  </a:cubicBezTo>
                  <a:cubicBezTo>
                    <a:pt x="595" y="896"/>
                    <a:pt x="672" y="859"/>
                    <a:pt x="679" y="879"/>
                  </a:cubicBezTo>
                  <a:cubicBezTo>
                    <a:pt x="679" y="880"/>
                    <a:pt x="679" y="879"/>
                    <a:pt x="680" y="880"/>
                  </a:cubicBezTo>
                  <a:cubicBezTo>
                    <a:pt x="681" y="881"/>
                    <a:pt x="680" y="881"/>
                    <a:pt x="681" y="881"/>
                  </a:cubicBezTo>
                  <a:lnTo>
                    <a:pt x="682" y="880"/>
                  </a:lnTo>
                  <a:cubicBezTo>
                    <a:pt x="683" y="879"/>
                    <a:pt x="682" y="880"/>
                    <a:pt x="683" y="879"/>
                  </a:cubicBezTo>
                  <a:cubicBezTo>
                    <a:pt x="684" y="878"/>
                    <a:pt x="684" y="879"/>
                    <a:pt x="684" y="878"/>
                  </a:cubicBezTo>
                  <a:lnTo>
                    <a:pt x="684" y="874"/>
                  </a:lnTo>
                  <a:lnTo>
                    <a:pt x="684" y="873"/>
                  </a:lnTo>
                  <a:lnTo>
                    <a:pt x="684" y="872"/>
                  </a:lnTo>
                  <a:cubicBezTo>
                    <a:pt x="675" y="859"/>
                    <a:pt x="658" y="861"/>
                    <a:pt x="644" y="860"/>
                  </a:cubicBezTo>
                  <a:cubicBezTo>
                    <a:pt x="603" y="857"/>
                    <a:pt x="563" y="835"/>
                    <a:pt x="520" y="834"/>
                  </a:cubicBezTo>
                  <a:cubicBezTo>
                    <a:pt x="467" y="830"/>
                    <a:pt x="415" y="815"/>
                    <a:pt x="368" y="788"/>
                  </a:cubicBezTo>
                  <a:cubicBezTo>
                    <a:pt x="340" y="772"/>
                    <a:pt x="314" y="750"/>
                    <a:pt x="291" y="726"/>
                  </a:cubicBezTo>
                  <a:cubicBezTo>
                    <a:pt x="271" y="696"/>
                    <a:pt x="244" y="672"/>
                    <a:pt x="226" y="639"/>
                  </a:cubicBezTo>
                  <a:cubicBezTo>
                    <a:pt x="205" y="601"/>
                    <a:pt x="187" y="564"/>
                    <a:pt x="170" y="524"/>
                  </a:cubicBezTo>
                  <a:cubicBezTo>
                    <a:pt x="154" y="488"/>
                    <a:pt x="138" y="452"/>
                    <a:pt x="125" y="414"/>
                  </a:cubicBezTo>
                  <a:cubicBezTo>
                    <a:pt x="121" y="400"/>
                    <a:pt x="115" y="387"/>
                    <a:pt x="108" y="374"/>
                  </a:cubicBezTo>
                  <a:moveTo>
                    <a:pt x="468" y="1362"/>
                  </a:moveTo>
                  <a:cubicBezTo>
                    <a:pt x="485" y="1430"/>
                    <a:pt x="497" y="1500"/>
                    <a:pt x="505" y="1570"/>
                  </a:cubicBezTo>
                  <a:cubicBezTo>
                    <a:pt x="488" y="1532"/>
                    <a:pt x="477" y="1488"/>
                    <a:pt x="465" y="1452"/>
                  </a:cubicBezTo>
                  <a:cubicBezTo>
                    <a:pt x="459" y="1436"/>
                    <a:pt x="456" y="1407"/>
                    <a:pt x="438" y="1400"/>
                  </a:cubicBezTo>
                  <a:cubicBezTo>
                    <a:pt x="440" y="1368"/>
                    <a:pt x="441" y="1337"/>
                    <a:pt x="441" y="1305"/>
                  </a:cubicBezTo>
                  <a:cubicBezTo>
                    <a:pt x="441" y="1273"/>
                    <a:pt x="440" y="1241"/>
                    <a:pt x="438" y="1209"/>
                  </a:cubicBezTo>
                  <a:cubicBezTo>
                    <a:pt x="437" y="1178"/>
                    <a:pt x="438" y="1208"/>
                    <a:pt x="438" y="1207"/>
                  </a:cubicBezTo>
                  <a:cubicBezTo>
                    <a:pt x="456" y="1255"/>
                    <a:pt x="458" y="1312"/>
                    <a:pt x="468" y="1362"/>
                  </a:cubicBezTo>
                  <a:moveTo>
                    <a:pt x="413" y="1049"/>
                  </a:moveTo>
                  <a:cubicBezTo>
                    <a:pt x="413" y="1052"/>
                    <a:pt x="413" y="1054"/>
                    <a:pt x="413" y="1056"/>
                  </a:cubicBezTo>
                  <a:cubicBezTo>
                    <a:pt x="412" y="1053"/>
                    <a:pt x="411" y="1051"/>
                    <a:pt x="410" y="1049"/>
                  </a:cubicBezTo>
                  <a:cubicBezTo>
                    <a:pt x="408" y="1046"/>
                    <a:pt x="406" y="1044"/>
                    <a:pt x="404" y="1041"/>
                  </a:cubicBezTo>
                  <a:lnTo>
                    <a:pt x="414" y="1049"/>
                  </a:lnTo>
                  <a:lnTo>
                    <a:pt x="413" y="1049"/>
                  </a:lnTo>
                  <a:moveTo>
                    <a:pt x="462" y="831"/>
                  </a:moveTo>
                  <a:cubicBezTo>
                    <a:pt x="501" y="838"/>
                    <a:pt x="542" y="845"/>
                    <a:pt x="582" y="853"/>
                  </a:cubicBezTo>
                  <a:cubicBezTo>
                    <a:pt x="613" y="856"/>
                    <a:pt x="643" y="862"/>
                    <a:pt x="672" y="870"/>
                  </a:cubicBezTo>
                  <a:cubicBezTo>
                    <a:pt x="668" y="870"/>
                    <a:pt x="664" y="869"/>
                    <a:pt x="659" y="869"/>
                  </a:cubicBezTo>
                  <a:cubicBezTo>
                    <a:pt x="639" y="869"/>
                    <a:pt x="620" y="874"/>
                    <a:pt x="601" y="883"/>
                  </a:cubicBezTo>
                  <a:cubicBezTo>
                    <a:pt x="568" y="898"/>
                    <a:pt x="512" y="887"/>
                    <a:pt x="476" y="886"/>
                  </a:cubicBezTo>
                  <a:cubicBezTo>
                    <a:pt x="460" y="886"/>
                    <a:pt x="444" y="886"/>
                    <a:pt x="428" y="887"/>
                  </a:cubicBezTo>
                  <a:cubicBezTo>
                    <a:pt x="409" y="887"/>
                    <a:pt x="412" y="878"/>
                    <a:pt x="397" y="877"/>
                  </a:cubicBezTo>
                  <a:cubicBezTo>
                    <a:pt x="393" y="877"/>
                    <a:pt x="389" y="876"/>
                    <a:pt x="386" y="874"/>
                  </a:cubicBezTo>
                  <a:cubicBezTo>
                    <a:pt x="383" y="870"/>
                    <a:pt x="380" y="865"/>
                    <a:pt x="378" y="860"/>
                  </a:cubicBezTo>
                  <a:cubicBezTo>
                    <a:pt x="356" y="823"/>
                    <a:pt x="333" y="787"/>
                    <a:pt x="308" y="752"/>
                  </a:cubicBezTo>
                  <a:cubicBezTo>
                    <a:pt x="325" y="769"/>
                    <a:pt x="345" y="783"/>
                    <a:pt x="366" y="795"/>
                  </a:cubicBezTo>
                  <a:cubicBezTo>
                    <a:pt x="395" y="813"/>
                    <a:pt x="428" y="825"/>
                    <a:pt x="462" y="8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8202960" y="2995560"/>
              <a:ext cx="24120" cy="10800"/>
            </a:xfrm>
            <a:custGeom>
              <a:rect b="b" l="l" r="r" t="t"/>
              <a:pathLst>
                <a:path extrusionOk="0" h="30" w="67">
                  <a:moveTo>
                    <a:pt x="54" y="15"/>
                  </a:moveTo>
                  <a:cubicBezTo>
                    <a:pt x="50" y="13"/>
                    <a:pt x="46" y="12"/>
                    <a:pt x="42" y="12"/>
                  </a:cubicBezTo>
                  <a:cubicBezTo>
                    <a:pt x="41" y="12"/>
                    <a:pt x="39" y="13"/>
                    <a:pt x="37" y="13"/>
                  </a:cubicBezTo>
                  <a:cubicBezTo>
                    <a:pt x="29" y="13"/>
                    <a:pt x="19" y="10"/>
                    <a:pt x="12" y="6"/>
                  </a:cubicBezTo>
                  <a:cubicBezTo>
                    <a:pt x="9" y="4"/>
                    <a:pt x="8" y="3"/>
                    <a:pt x="6" y="2"/>
                  </a:cubicBezTo>
                  <a:cubicBezTo>
                    <a:pt x="4" y="0"/>
                    <a:pt x="0" y="3"/>
                    <a:pt x="2" y="5"/>
                  </a:cubicBezTo>
                  <a:cubicBezTo>
                    <a:pt x="7" y="10"/>
                    <a:pt x="12" y="13"/>
                    <a:pt x="17" y="16"/>
                  </a:cubicBezTo>
                  <a:cubicBezTo>
                    <a:pt x="20" y="18"/>
                    <a:pt x="24" y="20"/>
                    <a:pt x="28" y="21"/>
                  </a:cubicBezTo>
                  <a:cubicBezTo>
                    <a:pt x="35" y="25"/>
                    <a:pt x="44" y="21"/>
                    <a:pt x="51" y="24"/>
                  </a:cubicBezTo>
                  <a:cubicBezTo>
                    <a:pt x="58" y="27"/>
                    <a:pt x="60" y="29"/>
                    <a:pt x="65" y="24"/>
                  </a:cubicBezTo>
                  <a:cubicBezTo>
                    <a:pt x="65" y="24"/>
                    <a:pt x="66" y="24"/>
                    <a:pt x="66" y="23"/>
                  </a:cubicBezTo>
                  <a:lnTo>
                    <a:pt x="66" y="22"/>
                  </a:lnTo>
                  <a:lnTo>
                    <a:pt x="66" y="21"/>
                  </a:lnTo>
                  <a:lnTo>
                    <a:pt x="65" y="20"/>
                  </a:lnTo>
                  <a:cubicBezTo>
                    <a:pt x="60" y="20"/>
                    <a:pt x="58" y="16"/>
                    <a:pt x="5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8238960" y="3011400"/>
              <a:ext cx="18000" cy="11880"/>
            </a:xfrm>
            <a:custGeom>
              <a:rect b="b" l="l" r="r" t="t"/>
              <a:pathLst>
                <a:path extrusionOk="0" h="33" w="50">
                  <a:moveTo>
                    <a:pt x="37" y="21"/>
                  </a:moveTo>
                  <a:cubicBezTo>
                    <a:pt x="34" y="19"/>
                    <a:pt x="31" y="16"/>
                    <a:pt x="27" y="14"/>
                  </a:cubicBezTo>
                  <a:cubicBezTo>
                    <a:pt x="20" y="8"/>
                    <a:pt x="11" y="8"/>
                    <a:pt x="4" y="1"/>
                  </a:cubicBezTo>
                  <a:cubicBezTo>
                    <a:pt x="4" y="1"/>
                    <a:pt x="4" y="2"/>
                    <a:pt x="3" y="1"/>
                  </a:cubicBezTo>
                  <a:cubicBezTo>
                    <a:pt x="2" y="0"/>
                    <a:pt x="3" y="0"/>
                    <a:pt x="2" y="0"/>
                  </a:cubicBezTo>
                  <a:cubicBezTo>
                    <a:pt x="2" y="0"/>
                    <a:pt x="1" y="0"/>
                    <a:pt x="1" y="1"/>
                  </a:cubicBezTo>
                  <a:cubicBezTo>
                    <a:pt x="1" y="1"/>
                    <a:pt x="0" y="1"/>
                    <a:pt x="0" y="2"/>
                  </a:cubicBezTo>
                  <a:lnTo>
                    <a:pt x="0" y="3"/>
                  </a:lnTo>
                  <a:lnTo>
                    <a:pt x="0" y="4"/>
                  </a:lnTo>
                  <a:lnTo>
                    <a:pt x="0" y="5"/>
                  </a:lnTo>
                  <a:cubicBezTo>
                    <a:pt x="6" y="8"/>
                    <a:pt x="11" y="12"/>
                    <a:pt x="17" y="15"/>
                  </a:cubicBezTo>
                  <a:cubicBezTo>
                    <a:pt x="20" y="17"/>
                    <a:pt x="23" y="19"/>
                    <a:pt x="26" y="20"/>
                  </a:cubicBezTo>
                  <a:cubicBezTo>
                    <a:pt x="31" y="24"/>
                    <a:pt x="39" y="32"/>
                    <a:pt x="47" y="29"/>
                  </a:cubicBezTo>
                  <a:cubicBezTo>
                    <a:pt x="47" y="29"/>
                    <a:pt x="47" y="30"/>
                    <a:pt x="48" y="29"/>
                  </a:cubicBezTo>
                  <a:cubicBezTo>
                    <a:pt x="49" y="28"/>
                    <a:pt x="48" y="28"/>
                    <a:pt x="48" y="27"/>
                  </a:cubicBezTo>
                  <a:cubicBezTo>
                    <a:pt x="48" y="27"/>
                    <a:pt x="49" y="27"/>
                    <a:pt x="48" y="26"/>
                  </a:cubicBezTo>
                  <a:cubicBezTo>
                    <a:pt x="47" y="25"/>
                    <a:pt x="47" y="26"/>
                    <a:pt x="47" y="26"/>
                  </a:cubicBezTo>
                  <a:cubicBezTo>
                    <a:pt x="44" y="24"/>
                    <a:pt x="40" y="23"/>
                    <a:pt x="3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8268480" y="3036600"/>
              <a:ext cx="108360" cy="157680"/>
            </a:xfrm>
            <a:custGeom>
              <a:rect b="b" l="l" r="r" t="t"/>
              <a:pathLst>
                <a:path extrusionOk="0" h="438" w="301">
                  <a:moveTo>
                    <a:pt x="296" y="436"/>
                  </a:moveTo>
                  <a:cubicBezTo>
                    <a:pt x="297" y="437"/>
                    <a:pt x="297" y="437"/>
                    <a:pt x="298" y="437"/>
                  </a:cubicBezTo>
                  <a:lnTo>
                    <a:pt x="299" y="436"/>
                  </a:lnTo>
                  <a:lnTo>
                    <a:pt x="300" y="436"/>
                  </a:lnTo>
                  <a:cubicBezTo>
                    <a:pt x="300" y="435"/>
                    <a:pt x="300" y="435"/>
                    <a:pt x="300" y="434"/>
                  </a:cubicBezTo>
                  <a:lnTo>
                    <a:pt x="300" y="433"/>
                  </a:lnTo>
                  <a:cubicBezTo>
                    <a:pt x="292" y="421"/>
                    <a:pt x="285" y="410"/>
                    <a:pt x="278" y="398"/>
                  </a:cubicBezTo>
                  <a:cubicBezTo>
                    <a:pt x="258" y="363"/>
                    <a:pt x="241" y="327"/>
                    <a:pt x="226" y="290"/>
                  </a:cubicBezTo>
                  <a:cubicBezTo>
                    <a:pt x="215" y="266"/>
                    <a:pt x="203" y="242"/>
                    <a:pt x="190" y="220"/>
                  </a:cubicBezTo>
                  <a:cubicBezTo>
                    <a:pt x="182" y="206"/>
                    <a:pt x="174" y="192"/>
                    <a:pt x="165" y="179"/>
                  </a:cubicBezTo>
                  <a:cubicBezTo>
                    <a:pt x="161" y="171"/>
                    <a:pt x="157" y="164"/>
                    <a:pt x="153" y="157"/>
                  </a:cubicBezTo>
                  <a:cubicBezTo>
                    <a:pt x="139" y="133"/>
                    <a:pt x="124" y="111"/>
                    <a:pt x="106" y="91"/>
                  </a:cubicBezTo>
                  <a:cubicBezTo>
                    <a:pt x="76" y="61"/>
                    <a:pt x="46" y="10"/>
                    <a:pt x="2" y="0"/>
                  </a:cubicBezTo>
                  <a:cubicBezTo>
                    <a:pt x="1" y="0"/>
                    <a:pt x="0" y="2"/>
                    <a:pt x="2" y="3"/>
                  </a:cubicBezTo>
                  <a:cubicBezTo>
                    <a:pt x="45" y="17"/>
                    <a:pt x="89" y="79"/>
                    <a:pt x="111" y="118"/>
                  </a:cubicBezTo>
                  <a:cubicBezTo>
                    <a:pt x="128" y="148"/>
                    <a:pt x="150" y="180"/>
                    <a:pt x="170" y="210"/>
                  </a:cubicBezTo>
                  <a:cubicBezTo>
                    <a:pt x="219" y="283"/>
                    <a:pt x="231" y="374"/>
                    <a:pt x="296" y="4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8268840" y="3064680"/>
              <a:ext cx="19800" cy="30960"/>
            </a:xfrm>
            <a:custGeom>
              <a:rect b="b" l="l" r="r" t="t"/>
              <a:pathLst>
                <a:path extrusionOk="0" h="86" w="55">
                  <a:moveTo>
                    <a:pt x="50" y="83"/>
                  </a:moveTo>
                  <a:cubicBezTo>
                    <a:pt x="52" y="85"/>
                    <a:pt x="54" y="83"/>
                    <a:pt x="54" y="80"/>
                  </a:cubicBezTo>
                  <a:cubicBezTo>
                    <a:pt x="52" y="72"/>
                    <a:pt x="49" y="64"/>
                    <a:pt x="44" y="57"/>
                  </a:cubicBezTo>
                  <a:cubicBezTo>
                    <a:pt x="41" y="52"/>
                    <a:pt x="38" y="47"/>
                    <a:pt x="34" y="43"/>
                  </a:cubicBezTo>
                  <a:cubicBezTo>
                    <a:pt x="34" y="42"/>
                    <a:pt x="34" y="41"/>
                    <a:pt x="33" y="41"/>
                  </a:cubicBezTo>
                  <a:cubicBezTo>
                    <a:pt x="25" y="26"/>
                    <a:pt x="15" y="13"/>
                    <a:pt x="3" y="0"/>
                  </a:cubicBezTo>
                  <a:lnTo>
                    <a:pt x="2" y="0"/>
                  </a:lnTo>
                  <a:lnTo>
                    <a:pt x="1" y="0"/>
                  </a:lnTo>
                  <a:cubicBezTo>
                    <a:pt x="0" y="1"/>
                    <a:pt x="0" y="1"/>
                    <a:pt x="0" y="1"/>
                  </a:cubicBezTo>
                  <a:cubicBezTo>
                    <a:pt x="0" y="2"/>
                    <a:pt x="0" y="2"/>
                    <a:pt x="0" y="2"/>
                  </a:cubicBezTo>
                  <a:cubicBezTo>
                    <a:pt x="0" y="3"/>
                    <a:pt x="0" y="3"/>
                    <a:pt x="0" y="4"/>
                  </a:cubicBezTo>
                  <a:cubicBezTo>
                    <a:pt x="11" y="15"/>
                    <a:pt x="13" y="31"/>
                    <a:pt x="21" y="43"/>
                  </a:cubicBezTo>
                  <a:cubicBezTo>
                    <a:pt x="29" y="57"/>
                    <a:pt x="39" y="71"/>
                    <a:pt x="50"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8294040" y="3114360"/>
              <a:ext cx="92880" cy="185040"/>
            </a:xfrm>
            <a:custGeom>
              <a:rect b="b" l="l" r="r" t="t"/>
              <a:pathLst>
                <a:path extrusionOk="0" h="514" w="258">
                  <a:moveTo>
                    <a:pt x="175" y="378"/>
                  </a:moveTo>
                  <a:cubicBezTo>
                    <a:pt x="174" y="378"/>
                    <a:pt x="174" y="377"/>
                    <a:pt x="174" y="377"/>
                  </a:cubicBezTo>
                  <a:cubicBezTo>
                    <a:pt x="160" y="353"/>
                    <a:pt x="149" y="329"/>
                    <a:pt x="139" y="303"/>
                  </a:cubicBezTo>
                  <a:cubicBezTo>
                    <a:pt x="127" y="278"/>
                    <a:pt x="113" y="254"/>
                    <a:pt x="103" y="227"/>
                  </a:cubicBezTo>
                  <a:cubicBezTo>
                    <a:pt x="89" y="188"/>
                    <a:pt x="75" y="149"/>
                    <a:pt x="59" y="112"/>
                  </a:cubicBezTo>
                  <a:cubicBezTo>
                    <a:pt x="43" y="74"/>
                    <a:pt x="31" y="29"/>
                    <a:pt x="3" y="1"/>
                  </a:cubicBezTo>
                  <a:cubicBezTo>
                    <a:pt x="3" y="0"/>
                    <a:pt x="2" y="0"/>
                    <a:pt x="2" y="0"/>
                  </a:cubicBezTo>
                  <a:cubicBezTo>
                    <a:pt x="2" y="0"/>
                    <a:pt x="1" y="0"/>
                    <a:pt x="1" y="1"/>
                  </a:cubicBezTo>
                  <a:lnTo>
                    <a:pt x="0" y="1"/>
                  </a:lnTo>
                  <a:cubicBezTo>
                    <a:pt x="0" y="2"/>
                    <a:pt x="0" y="2"/>
                    <a:pt x="0" y="2"/>
                  </a:cubicBezTo>
                  <a:cubicBezTo>
                    <a:pt x="0" y="3"/>
                    <a:pt x="0" y="3"/>
                    <a:pt x="0" y="3"/>
                  </a:cubicBezTo>
                  <a:cubicBezTo>
                    <a:pt x="35" y="43"/>
                    <a:pt x="55" y="119"/>
                    <a:pt x="66" y="169"/>
                  </a:cubicBezTo>
                  <a:cubicBezTo>
                    <a:pt x="76" y="203"/>
                    <a:pt x="89" y="235"/>
                    <a:pt x="106" y="265"/>
                  </a:cubicBezTo>
                  <a:cubicBezTo>
                    <a:pt x="128" y="310"/>
                    <a:pt x="145" y="358"/>
                    <a:pt x="173" y="399"/>
                  </a:cubicBezTo>
                  <a:cubicBezTo>
                    <a:pt x="190" y="423"/>
                    <a:pt x="207" y="447"/>
                    <a:pt x="224" y="471"/>
                  </a:cubicBezTo>
                  <a:cubicBezTo>
                    <a:pt x="235" y="488"/>
                    <a:pt x="236" y="501"/>
                    <a:pt x="252" y="511"/>
                  </a:cubicBezTo>
                  <a:cubicBezTo>
                    <a:pt x="255" y="513"/>
                    <a:pt x="257" y="508"/>
                    <a:pt x="255" y="506"/>
                  </a:cubicBezTo>
                  <a:cubicBezTo>
                    <a:pt x="239" y="490"/>
                    <a:pt x="227" y="456"/>
                    <a:pt x="215" y="436"/>
                  </a:cubicBezTo>
                  <a:cubicBezTo>
                    <a:pt x="202" y="416"/>
                    <a:pt x="188" y="397"/>
                    <a:pt x="175"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8443800" y="3332880"/>
              <a:ext cx="12960" cy="48960"/>
            </a:xfrm>
            <a:custGeom>
              <a:rect b="b" l="l" r="r" t="t"/>
              <a:pathLst>
                <a:path extrusionOk="0" h="136" w="36">
                  <a:moveTo>
                    <a:pt x="32" y="132"/>
                  </a:moveTo>
                  <a:cubicBezTo>
                    <a:pt x="32" y="135"/>
                    <a:pt x="35" y="134"/>
                    <a:pt x="35" y="132"/>
                  </a:cubicBezTo>
                  <a:cubicBezTo>
                    <a:pt x="35" y="109"/>
                    <a:pt x="32" y="86"/>
                    <a:pt x="26" y="64"/>
                  </a:cubicBezTo>
                  <a:cubicBezTo>
                    <a:pt x="23" y="42"/>
                    <a:pt x="16" y="22"/>
                    <a:pt x="6" y="3"/>
                  </a:cubicBezTo>
                  <a:cubicBezTo>
                    <a:pt x="4" y="0"/>
                    <a:pt x="0" y="3"/>
                    <a:pt x="2" y="6"/>
                  </a:cubicBezTo>
                  <a:cubicBezTo>
                    <a:pt x="10" y="22"/>
                    <a:pt x="16" y="40"/>
                    <a:pt x="19" y="58"/>
                  </a:cubicBezTo>
                  <a:cubicBezTo>
                    <a:pt x="25" y="82"/>
                    <a:pt x="29" y="107"/>
                    <a:pt x="32"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8378640" y="3258720"/>
              <a:ext cx="99720" cy="223920"/>
            </a:xfrm>
            <a:custGeom>
              <a:rect b="b" l="l" r="r" t="t"/>
              <a:pathLst>
                <a:path extrusionOk="0" h="622" w="277">
                  <a:moveTo>
                    <a:pt x="5" y="2"/>
                  </a:moveTo>
                  <a:cubicBezTo>
                    <a:pt x="3" y="0"/>
                    <a:pt x="0" y="3"/>
                    <a:pt x="2" y="6"/>
                  </a:cubicBezTo>
                  <a:cubicBezTo>
                    <a:pt x="73" y="89"/>
                    <a:pt x="118" y="198"/>
                    <a:pt x="157" y="299"/>
                  </a:cubicBezTo>
                  <a:cubicBezTo>
                    <a:pt x="179" y="356"/>
                    <a:pt x="204" y="411"/>
                    <a:pt x="221" y="470"/>
                  </a:cubicBezTo>
                  <a:cubicBezTo>
                    <a:pt x="231" y="505"/>
                    <a:pt x="248" y="538"/>
                    <a:pt x="257" y="573"/>
                  </a:cubicBezTo>
                  <a:cubicBezTo>
                    <a:pt x="258" y="579"/>
                    <a:pt x="260" y="584"/>
                    <a:pt x="261" y="589"/>
                  </a:cubicBezTo>
                  <a:cubicBezTo>
                    <a:pt x="261" y="599"/>
                    <a:pt x="261" y="608"/>
                    <a:pt x="261" y="618"/>
                  </a:cubicBezTo>
                  <a:cubicBezTo>
                    <a:pt x="261" y="621"/>
                    <a:pt x="265" y="621"/>
                    <a:pt x="266" y="618"/>
                  </a:cubicBezTo>
                  <a:cubicBezTo>
                    <a:pt x="266" y="615"/>
                    <a:pt x="266" y="610"/>
                    <a:pt x="266" y="605"/>
                  </a:cubicBezTo>
                  <a:cubicBezTo>
                    <a:pt x="266" y="606"/>
                    <a:pt x="266" y="607"/>
                    <a:pt x="267" y="608"/>
                  </a:cubicBezTo>
                  <a:cubicBezTo>
                    <a:pt x="267" y="610"/>
                    <a:pt x="270" y="612"/>
                    <a:pt x="271" y="614"/>
                  </a:cubicBezTo>
                  <a:cubicBezTo>
                    <a:pt x="273" y="616"/>
                    <a:pt x="276" y="614"/>
                    <a:pt x="274" y="612"/>
                  </a:cubicBezTo>
                  <a:cubicBezTo>
                    <a:pt x="270" y="604"/>
                    <a:pt x="267" y="596"/>
                    <a:pt x="265" y="588"/>
                  </a:cubicBezTo>
                  <a:cubicBezTo>
                    <a:pt x="264" y="573"/>
                    <a:pt x="262" y="558"/>
                    <a:pt x="262" y="542"/>
                  </a:cubicBezTo>
                  <a:cubicBezTo>
                    <a:pt x="262" y="539"/>
                    <a:pt x="262" y="535"/>
                    <a:pt x="262" y="532"/>
                  </a:cubicBezTo>
                  <a:cubicBezTo>
                    <a:pt x="262" y="517"/>
                    <a:pt x="261" y="503"/>
                    <a:pt x="258" y="489"/>
                  </a:cubicBezTo>
                  <a:cubicBezTo>
                    <a:pt x="251" y="458"/>
                    <a:pt x="253" y="417"/>
                    <a:pt x="235" y="390"/>
                  </a:cubicBezTo>
                  <a:cubicBezTo>
                    <a:pt x="234" y="388"/>
                    <a:pt x="230" y="390"/>
                    <a:pt x="232" y="392"/>
                  </a:cubicBezTo>
                  <a:cubicBezTo>
                    <a:pt x="245" y="414"/>
                    <a:pt x="246" y="457"/>
                    <a:pt x="250" y="479"/>
                  </a:cubicBezTo>
                  <a:cubicBezTo>
                    <a:pt x="254" y="506"/>
                    <a:pt x="257" y="533"/>
                    <a:pt x="259" y="560"/>
                  </a:cubicBezTo>
                  <a:cubicBezTo>
                    <a:pt x="256" y="548"/>
                    <a:pt x="254" y="537"/>
                    <a:pt x="251" y="526"/>
                  </a:cubicBezTo>
                  <a:cubicBezTo>
                    <a:pt x="244" y="502"/>
                    <a:pt x="233" y="478"/>
                    <a:pt x="227" y="453"/>
                  </a:cubicBezTo>
                  <a:cubicBezTo>
                    <a:pt x="211" y="399"/>
                    <a:pt x="191" y="345"/>
                    <a:pt x="168" y="293"/>
                  </a:cubicBezTo>
                  <a:cubicBezTo>
                    <a:pt x="128" y="191"/>
                    <a:pt x="80" y="86"/>
                    <a:pt x="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8249400" y="3059280"/>
              <a:ext cx="57960" cy="204840"/>
            </a:xfrm>
            <a:custGeom>
              <a:rect b="b" l="l" r="r" t="t"/>
              <a:pathLst>
                <a:path extrusionOk="0" h="569" w="161">
                  <a:moveTo>
                    <a:pt x="2" y="6"/>
                  </a:moveTo>
                  <a:cubicBezTo>
                    <a:pt x="61" y="80"/>
                    <a:pt x="83" y="166"/>
                    <a:pt x="104" y="256"/>
                  </a:cubicBezTo>
                  <a:cubicBezTo>
                    <a:pt x="114" y="302"/>
                    <a:pt x="119" y="348"/>
                    <a:pt x="119" y="395"/>
                  </a:cubicBezTo>
                  <a:cubicBezTo>
                    <a:pt x="119" y="399"/>
                    <a:pt x="119" y="403"/>
                    <a:pt x="119" y="407"/>
                  </a:cubicBezTo>
                  <a:cubicBezTo>
                    <a:pt x="119" y="461"/>
                    <a:pt x="106" y="511"/>
                    <a:pt x="104" y="565"/>
                  </a:cubicBezTo>
                  <a:cubicBezTo>
                    <a:pt x="104" y="568"/>
                    <a:pt x="108" y="568"/>
                    <a:pt x="109" y="565"/>
                  </a:cubicBezTo>
                  <a:cubicBezTo>
                    <a:pt x="160" y="376"/>
                    <a:pt x="135" y="155"/>
                    <a:pt x="5" y="2"/>
                  </a:cubicBezTo>
                  <a:cubicBezTo>
                    <a:pt x="3" y="0"/>
                    <a:pt x="0" y="3"/>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8253000" y="3273480"/>
              <a:ext cx="30600" cy="67680"/>
            </a:xfrm>
            <a:custGeom>
              <a:rect b="b" l="l" r="r" t="t"/>
              <a:pathLst>
                <a:path extrusionOk="0" h="188" w="85">
                  <a:moveTo>
                    <a:pt x="79" y="2"/>
                  </a:moveTo>
                  <a:cubicBezTo>
                    <a:pt x="76" y="36"/>
                    <a:pt x="66" y="69"/>
                    <a:pt x="51" y="99"/>
                  </a:cubicBezTo>
                  <a:cubicBezTo>
                    <a:pt x="40" y="124"/>
                    <a:pt x="24" y="167"/>
                    <a:pt x="1" y="183"/>
                  </a:cubicBezTo>
                  <a:cubicBezTo>
                    <a:pt x="0" y="184"/>
                    <a:pt x="1" y="187"/>
                    <a:pt x="3" y="186"/>
                  </a:cubicBezTo>
                  <a:cubicBezTo>
                    <a:pt x="30" y="174"/>
                    <a:pt x="40" y="140"/>
                    <a:pt x="53" y="116"/>
                  </a:cubicBezTo>
                  <a:cubicBezTo>
                    <a:pt x="72" y="81"/>
                    <a:pt x="82" y="42"/>
                    <a:pt x="83" y="2"/>
                  </a:cubicBezTo>
                  <a:cubicBezTo>
                    <a:pt x="83" y="2"/>
                    <a:pt x="84" y="2"/>
                    <a:pt x="83" y="1"/>
                  </a:cubicBezTo>
                  <a:cubicBezTo>
                    <a:pt x="83" y="0"/>
                    <a:pt x="82" y="1"/>
                    <a:pt x="82" y="0"/>
                  </a:cubicBezTo>
                  <a:lnTo>
                    <a:pt x="81" y="0"/>
                  </a:lnTo>
                  <a:cubicBezTo>
                    <a:pt x="80" y="0"/>
                    <a:pt x="80" y="0"/>
                    <a:pt x="80" y="0"/>
                  </a:cubicBezTo>
                  <a:cubicBezTo>
                    <a:pt x="79" y="1"/>
                    <a:pt x="79" y="1"/>
                    <a:pt x="79" y="1"/>
                  </a:cubicBezTo>
                  <a:cubicBezTo>
                    <a:pt x="79" y="2"/>
                    <a:pt x="79" y="2"/>
                    <a:pt x="7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8264520" y="3333240"/>
              <a:ext cx="12600" cy="81360"/>
            </a:xfrm>
            <a:custGeom>
              <a:rect b="b" l="l" r="r" t="t"/>
              <a:pathLst>
                <a:path extrusionOk="0" h="226" w="35">
                  <a:moveTo>
                    <a:pt x="27" y="4"/>
                  </a:moveTo>
                  <a:cubicBezTo>
                    <a:pt x="26" y="34"/>
                    <a:pt x="23" y="65"/>
                    <a:pt x="18" y="96"/>
                  </a:cubicBezTo>
                  <a:cubicBezTo>
                    <a:pt x="15" y="129"/>
                    <a:pt x="10" y="164"/>
                    <a:pt x="4" y="198"/>
                  </a:cubicBezTo>
                  <a:lnTo>
                    <a:pt x="3" y="198"/>
                  </a:lnTo>
                  <a:lnTo>
                    <a:pt x="3" y="199"/>
                  </a:lnTo>
                  <a:lnTo>
                    <a:pt x="2" y="199"/>
                  </a:lnTo>
                  <a:cubicBezTo>
                    <a:pt x="1" y="205"/>
                    <a:pt x="0" y="211"/>
                    <a:pt x="0" y="216"/>
                  </a:cubicBezTo>
                  <a:cubicBezTo>
                    <a:pt x="0" y="217"/>
                    <a:pt x="0" y="218"/>
                    <a:pt x="0" y="219"/>
                  </a:cubicBezTo>
                  <a:cubicBezTo>
                    <a:pt x="0" y="225"/>
                    <a:pt x="9" y="225"/>
                    <a:pt x="9" y="219"/>
                  </a:cubicBezTo>
                  <a:cubicBezTo>
                    <a:pt x="11" y="147"/>
                    <a:pt x="34" y="77"/>
                    <a:pt x="32" y="4"/>
                  </a:cubicBezTo>
                  <a:cubicBezTo>
                    <a:pt x="32" y="0"/>
                    <a:pt x="27" y="0"/>
                    <a:pt x="27"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8269200" y="3194640"/>
              <a:ext cx="54720" cy="248760"/>
            </a:xfrm>
            <a:custGeom>
              <a:rect b="b" l="l" r="r" t="t"/>
              <a:pathLst>
                <a:path extrusionOk="0" h="691" w="152">
                  <a:moveTo>
                    <a:pt x="67" y="689"/>
                  </a:moveTo>
                  <a:cubicBezTo>
                    <a:pt x="92" y="630"/>
                    <a:pt x="102" y="568"/>
                    <a:pt x="122" y="507"/>
                  </a:cubicBezTo>
                  <a:cubicBezTo>
                    <a:pt x="137" y="451"/>
                    <a:pt x="147" y="393"/>
                    <a:pt x="151" y="336"/>
                  </a:cubicBezTo>
                  <a:cubicBezTo>
                    <a:pt x="151" y="334"/>
                    <a:pt x="148" y="333"/>
                    <a:pt x="147" y="336"/>
                  </a:cubicBezTo>
                  <a:cubicBezTo>
                    <a:pt x="137" y="380"/>
                    <a:pt x="134" y="425"/>
                    <a:pt x="122" y="469"/>
                  </a:cubicBezTo>
                  <a:cubicBezTo>
                    <a:pt x="114" y="500"/>
                    <a:pt x="106" y="532"/>
                    <a:pt x="99" y="564"/>
                  </a:cubicBezTo>
                  <a:cubicBezTo>
                    <a:pt x="91" y="595"/>
                    <a:pt x="85" y="627"/>
                    <a:pt x="75" y="658"/>
                  </a:cubicBezTo>
                  <a:lnTo>
                    <a:pt x="69" y="675"/>
                  </a:lnTo>
                  <a:cubicBezTo>
                    <a:pt x="69" y="674"/>
                    <a:pt x="70" y="673"/>
                    <a:pt x="70" y="672"/>
                  </a:cubicBezTo>
                  <a:cubicBezTo>
                    <a:pt x="71" y="649"/>
                    <a:pt x="70" y="627"/>
                    <a:pt x="70" y="605"/>
                  </a:cubicBezTo>
                  <a:cubicBezTo>
                    <a:pt x="70" y="602"/>
                    <a:pt x="70" y="599"/>
                    <a:pt x="70" y="596"/>
                  </a:cubicBezTo>
                  <a:cubicBezTo>
                    <a:pt x="70" y="513"/>
                    <a:pt x="76" y="430"/>
                    <a:pt x="87" y="348"/>
                  </a:cubicBezTo>
                  <a:cubicBezTo>
                    <a:pt x="90" y="337"/>
                    <a:pt x="93" y="325"/>
                    <a:pt x="95" y="314"/>
                  </a:cubicBezTo>
                  <a:cubicBezTo>
                    <a:pt x="105" y="258"/>
                    <a:pt x="115" y="202"/>
                    <a:pt x="126" y="147"/>
                  </a:cubicBezTo>
                  <a:cubicBezTo>
                    <a:pt x="128" y="133"/>
                    <a:pt x="128" y="120"/>
                    <a:pt x="128" y="107"/>
                  </a:cubicBezTo>
                  <a:cubicBezTo>
                    <a:pt x="128" y="80"/>
                    <a:pt x="126" y="53"/>
                    <a:pt x="120" y="26"/>
                  </a:cubicBezTo>
                  <a:cubicBezTo>
                    <a:pt x="115" y="0"/>
                    <a:pt x="119" y="26"/>
                    <a:pt x="119" y="26"/>
                  </a:cubicBezTo>
                  <a:cubicBezTo>
                    <a:pt x="117" y="74"/>
                    <a:pt x="123" y="120"/>
                    <a:pt x="116" y="168"/>
                  </a:cubicBezTo>
                  <a:cubicBezTo>
                    <a:pt x="112" y="193"/>
                    <a:pt x="107" y="218"/>
                    <a:pt x="101" y="243"/>
                  </a:cubicBezTo>
                  <a:cubicBezTo>
                    <a:pt x="101" y="242"/>
                    <a:pt x="99" y="241"/>
                    <a:pt x="98" y="243"/>
                  </a:cubicBezTo>
                  <a:cubicBezTo>
                    <a:pt x="97" y="253"/>
                    <a:pt x="94" y="262"/>
                    <a:pt x="93" y="273"/>
                  </a:cubicBezTo>
                  <a:cubicBezTo>
                    <a:pt x="91" y="283"/>
                    <a:pt x="88" y="299"/>
                    <a:pt x="85" y="312"/>
                  </a:cubicBezTo>
                  <a:cubicBezTo>
                    <a:pt x="77" y="366"/>
                    <a:pt x="62" y="418"/>
                    <a:pt x="41" y="468"/>
                  </a:cubicBezTo>
                  <a:cubicBezTo>
                    <a:pt x="31" y="489"/>
                    <a:pt x="28" y="514"/>
                    <a:pt x="20" y="536"/>
                  </a:cubicBezTo>
                  <a:cubicBezTo>
                    <a:pt x="12" y="553"/>
                    <a:pt x="6" y="570"/>
                    <a:pt x="0" y="587"/>
                  </a:cubicBezTo>
                  <a:cubicBezTo>
                    <a:pt x="0" y="588"/>
                    <a:pt x="1" y="588"/>
                    <a:pt x="1" y="588"/>
                  </a:cubicBezTo>
                  <a:lnTo>
                    <a:pt x="2" y="588"/>
                  </a:lnTo>
                  <a:cubicBezTo>
                    <a:pt x="3" y="588"/>
                    <a:pt x="3" y="588"/>
                    <a:pt x="3" y="587"/>
                  </a:cubicBezTo>
                  <a:cubicBezTo>
                    <a:pt x="27" y="519"/>
                    <a:pt x="56" y="456"/>
                    <a:pt x="77" y="388"/>
                  </a:cubicBezTo>
                  <a:cubicBezTo>
                    <a:pt x="74" y="408"/>
                    <a:pt x="70" y="429"/>
                    <a:pt x="67" y="449"/>
                  </a:cubicBezTo>
                  <a:cubicBezTo>
                    <a:pt x="54" y="528"/>
                    <a:pt x="61" y="610"/>
                    <a:pt x="63" y="688"/>
                  </a:cubicBezTo>
                  <a:cubicBezTo>
                    <a:pt x="63" y="689"/>
                    <a:pt x="63" y="689"/>
                    <a:pt x="63" y="689"/>
                  </a:cubicBezTo>
                  <a:cubicBezTo>
                    <a:pt x="63" y="689"/>
                    <a:pt x="64" y="689"/>
                    <a:pt x="64" y="690"/>
                  </a:cubicBezTo>
                  <a:lnTo>
                    <a:pt x="65" y="690"/>
                  </a:lnTo>
                  <a:cubicBezTo>
                    <a:pt x="66" y="690"/>
                    <a:pt x="66" y="690"/>
                    <a:pt x="67" y="690"/>
                  </a:cubicBezTo>
                  <a:cubicBezTo>
                    <a:pt x="68" y="689"/>
                    <a:pt x="67" y="689"/>
                    <a:pt x="67" y="6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8308440" y="3161520"/>
              <a:ext cx="24120" cy="122400"/>
            </a:xfrm>
            <a:custGeom>
              <a:rect b="b" l="l" r="r" t="t"/>
              <a:pathLst>
                <a:path extrusionOk="0" h="340" w="67">
                  <a:moveTo>
                    <a:pt x="8" y="3"/>
                  </a:moveTo>
                  <a:cubicBezTo>
                    <a:pt x="8" y="0"/>
                    <a:pt x="2" y="0"/>
                    <a:pt x="2" y="3"/>
                  </a:cubicBezTo>
                  <a:cubicBezTo>
                    <a:pt x="0" y="43"/>
                    <a:pt x="24" y="91"/>
                    <a:pt x="37" y="127"/>
                  </a:cubicBezTo>
                  <a:cubicBezTo>
                    <a:pt x="60" y="191"/>
                    <a:pt x="52" y="271"/>
                    <a:pt x="53" y="338"/>
                  </a:cubicBezTo>
                  <a:cubicBezTo>
                    <a:pt x="53" y="339"/>
                    <a:pt x="55" y="339"/>
                    <a:pt x="55" y="338"/>
                  </a:cubicBezTo>
                  <a:cubicBezTo>
                    <a:pt x="57" y="277"/>
                    <a:pt x="66" y="216"/>
                    <a:pt x="59" y="155"/>
                  </a:cubicBezTo>
                  <a:cubicBezTo>
                    <a:pt x="54" y="103"/>
                    <a:pt x="23" y="53"/>
                    <a:pt x="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8341560" y="3285720"/>
              <a:ext cx="9000" cy="102960"/>
            </a:xfrm>
            <a:custGeom>
              <a:rect b="b" l="l" r="r" t="t"/>
              <a:pathLst>
                <a:path extrusionOk="0" h="286" w="25">
                  <a:moveTo>
                    <a:pt x="6" y="283"/>
                  </a:moveTo>
                  <a:lnTo>
                    <a:pt x="6" y="284"/>
                  </a:lnTo>
                  <a:cubicBezTo>
                    <a:pt x="7" y="284"/>
                    <a:pt x="7" y="284"/>
                    <a:pt x="7" y="284"/>
                  </a:cubicBezTo>
                  <a:cubicBezTo>
                    <a:pt x="7" y="285"/>
                    <a:pt x="8" y="285"/>
                    <a:pt x="8" y="285"/>
                  </a:cubicBezTo>
                  <a:lnTo>
                    <a:pt x="9" y="284"/>
                  </a:lnTo>
                  <a:lnTo>
                    <a:pt x="9" y="283"/>
                  </a:lnTo>
                  <a:cubicBezTo>
                    <a:pt x="13" y="239"/>
                    <a:pt x="24" y="197"/>
                    <a:pt x="23" y="153"/>
                  </a:cubicBezTo>
                  <a:cubicBezTo>
                    <a:pt x="23" y="102"/>
                    <a:pt x="17" y="53"/>
                    <a:pt x="15" y="3"/>
                  </a:cubicBezTo>
                  <a:cubicBezTo>
                    <a:pt x="15" y="2"/>
                    <a:pt x="15" y="2"/>
                    <a:pt x="15" y="1"/>
                  </a:cubicBezTo>
                  <a:lnTo>
                    <a:pt x="14" y="1"/>
                  </a:lnTo>
                  <a:cubicBezTo>
                    <a:pt x="14" y="0"/>
                    <a:pt x="13" y="0"/>
                    <a:pt x="13" y="0"/>
                  </a:cubicBezTo>
                  <a:cubicBezTo>
                    <a:pt x="12" y="0"/>
                    <a:pt x="12" y="0"/>
                    <a:pt x="12" y="1"/>
                  </a:cubicBezTo>
                  <a:cubicBezTo>
                    <a:pt x="11" y="2"/>
                    <a:pt x="11" y="1"/>
                    <a:pt x="11" y="1"/>
                  </a:cubicBezTo>
                  <a:cubicBezTo>
                    <a:pt x="11" y="2"/>
                    <a:pt x="10" y="2"/>
                    <a:pt x="10" y="3"/>
                  </a:cubicBezTo>
                  <a:cubicBezTo>
                    <a:pt x="12" y="49"/>
                    <a:pt x="13" y="94"/>
                    <a:pt x="13" y="140"/>
                  </a:cubicBezTo>
                  <a:cubicBezTo>
                    <a:pt x="12" y="186"/>
                    <a:pt x="0" y="236"/>
                    <a:pt x="6" y="2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8342640" y="3422880"/>
              <a:ext cx="8640" cy="113040"/>
            </a:xfrm>
            <a:custGeom>
              <a:rect b="b" l="l" r="r" t="t"/>
              <a:pathLst>
                <a:path extrusionOk="0" h="314" w="24">
                  <a:moveTo>
                    <a:pt x="16" y="310"/>
                  </a:moveTo>
                  <a:cubicBezTo>
                    <a:pt x="16" y="313"/>
                    <a:pt x="21" y="312"/>
                    <a:pt x="21" y="310"/>
                  </a:cubicBezTo>
                  <a:cubicBezTo>
                    <a:pt x="23" y="267"/>
                    <a:pt x="10" y="224"/>
                    <a:pt x="9" y="180"/>
                  </a:cubicBezTo>
                  <a:cubicBezTo>
                    <a:pt x="7" y="121"/>
                    <a:pt x="6" y="60"/>
                    <a:pt x="5" y="1"/>
                  </a:cubicBezTo>
                  <a:cubicBezTo>
                    <a:pt x="5" y="0"/>
                    <a:pt x="2" y="0"/>
                    <a:pt x="2" y="1"/>
                  </a:cubicBezTo>
                  <a:cubicBezTo>
                    <a:pt x="2" y="55"/>
                    <a:pt x="0" y="109"/>
                    <a:pt x="0" y="164"/>
                  </a:cubicBezTo>
                  <a:cubicBezTo>
                    <a:pt x="1" y="213"/>
                    <a:pt x="6" y="262"/>
                    <a:pt x="16" y="3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8349120" y="3307320"/>
              <a:ext cx="61560" cy="255240"/>
            </a:xfrm>
            <a:custGeom>
              <a:rect b="b" l="l" r="r" t="t"/>
              <a:pathLst>
                <a:path extrusionOk="0" h="709" w="171">
                  <a:moveTo>
                    <a:pt x="37" y="334"/>
                  </a:moveTo>
                  <a:cubicBezTo>
                    <a:pt x="31" y="357"/>
                    <a:pt x="33" y="382"/>
                    <a:pt x="28" y="406"/>
                  </a:cubicBezTo>
                  <a:cubicBezTo>
                    <a:pt x="23" y="429"/>
                    <a:pt x="23" y="462"/>
                    <a:pt x="13" y="481"/>
                  </a:cubicBezTo>
                  <a:cubicBezTo>
                    <a:pt x="0" y="507"/>
                    <a:pt x="3" y="558"/>
                    <a:pt x="5" y="588"/>
                  </a:cubicBezTo>
                  <a:cubicBezTo>
                    <a:pt x="5" y="589"/>
                    <a:pt x="8" y="589"/>
                    <a:pt x="8" y="588"/>
                  </a:cubicBezTo>
                  <a:cubicBezTo>
                    <a:pt x="8" y="551"/>
                    <a:pt x="22" y="516"/>
                    <a:pt x="28" y="481"/>
                  </a:cubicBezTo>
                  <a:cubicBezTo>
                    <a:pt x="33" y="446"/>
                    <a:pt x="40" y="408"/>
                    <a:pt x="50" y="373"/>
                  </a:cubicBezTo>
                  <a:cubicBezTo>
                    <a:pt x="57" y="421"/>
                    <a:pt x="68" y="468"/>
                    <a:pt x="82" y="515"/>
                  </a:cubicBezTo>
                  <a:cubicBezTo>
                    <a:pt x="90" y="543"/>
                    <a:pt x="102" y="570"/>
                    <a:pt x="110" y="598"/>
                  </a:cubicBezTo>
                  <a:cubicBezTo>
                    <a:pt x="121" y="637"/>
                    <a:pt x="154" y="667"/>
                    <a:pt x="166" y="706"/>
                  </a:cubicBezTo>
                  <a:lnTo>
                    <a:pt x="167" y="707"/>
                  </a:lnTo>
                  <a:cubicBezTo>
                    <a:pt x="168" y="708"/>
                    <a:pt x="168" y="708"/>
                    <a:pt x="168" y="708"/>
                  </a:cubicBezTo>
                  <a:cubicBezTo>
                    <a:pt x="169" y="708"/>
                    <a:pt x="169" y="708"/>
                    <a:pt x="170" y="707"/>
                  </a:cubicBezTo>
                  <a:cubicBezTo>
                    <a:pt x="170" y="706"/>
                    <a:pt x="170" y="706"/>
                    <a:pt x="170" y="706"/>
                  </a:cubicBezTo>
                  <a:cubicBezTo>
                    <a:pt x="165" y="685"/>
                    <a:pt x="157" y="666"/>
                    <a:pt x="146" y="647"/>
                  </a:cubicBezTo>
                  <a:cubicBezTo>
                    <a:pt x="143" y="642"/>
                    <a:pt x="140" y="638"/>
                    <a:pt x="137" y="633"/>
                  </a:cubicBezTo>
                  <a:cubicBezTo>
                    <a:pt x="120" y="599"/>
                    <a:pt x="105" y="564"/>
                    <a:pt x="93" y="528"/>
                  </a:cubicBezTo>
                  <a:cubicBezTo>
                    <a:pt x="72" y="476"/>
                    <a:pt x="59" y="420"/>
                    <a:pt x="53" y="364"/>
                  </a:cubicBezTo>
                  <a:cubicBezTo>
                    <a:pt x="53" y="361"/>
                    <a:pt x="55" y="358"/>
                    <a:pt x="56" y="356"/>
                  </a:cubicBezTo>
                  <a:cubicBezTo>
                    <a:pt x="66" y="323"/>
                    <a:pt x="57" y="287"/>
                    <a:pt x="68" y="253"/>
                  </a:cubicBezTo>
                  <a:cubicBezTo>
                    <a:pt x="73" y="238"/>
                    <a:pt x="75" y="223"/>
                    <a:pt x="76" y="207"/>
                  </a:cubicBezTo>
                  <a:cubicBezTo>
                    <a:pt x="76" y="176"/>
                    <a:pt x="77" y="145"/>
                    <a:pt x="78" y="114"/>
                  </a:cubicBezTo>
                  <a:cubicBezTo>
                    <a:pt x="80" y="76"/>
                    <a:pt x="66" y="40"/>
                    <a:pt x="59" y="3"/>
                  </a:cubicBezTo>
                  <a:cubicBezTo>
                    <a:pt x="59" y="0"/>
                    <a:pt x="54" y="1"/>
                    <a:pt x="54" y="4"/>
                  </a:cubicBezTo>
                  <a:cubicBezTo>
                    <a:pt x="55" y="25"/>
                    <a:pt x="57" y="47"/>
                    <a:pt x="62" y="67"/>
                  </a:cubicBezTo>
                  <a:cubicBezTo>
                    <a:pt x="65" y="96"/>
                    <a:pt x="67" y="126"/>
                    <a:pt x="67" y="155"/>
                  </a:cubicBezTo>
                  <a:cubicBezTo>
                    <a:pt x="67" y="163"/>
                    <a:pt x="67" y="171"/>
                    <a:pt x="67" y="179"/>
                  </a:cubicBezTo>
                  <a:cubicBezTo>
                    <a:pt x="66" y="233"/>
                    <a:pt x="50" y="280"/>
                    <a:pt x="3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8386560" y="3341160"/>
              <a:ext cx="76680" cy="242280"/>
            </a:xfrm>
            <a:custGeom>
              <a:rect b="b" l="l" r="r" t="t"/>
              <a:pathLst>
                <a:path extrusionOk="0" h="673" w="213">
                  <a:moveTo>
                    <a:pt x="129" y="434"/>
                  </a:moveTo>
                  <a:cubicBezTo>
                    <a:pt x="104" y="372"/>
                    <a:pt x="61" y="315"/>
                    <a:pt x="41" y="251"/>
                  </a:cubicBezTo>
                  <a:lnTo>
                    <a:pt x="40" y="250"/>
                  </a:lnTo>
                  <a:lnTo>
                    <a:pt x="39" y="250"/>
                  </a:lnTo>
                  <a:lnTo>
                    <a:pt x="38" y="250"/>
                  </a:lnTo>
                  <a:cubicBezTo>
                    <a:pt x="38" y="206"/>
                    <a:pt x="36" y="162"/>
                    <a:pt x="31" y="118"/>
                  </a:cubicBezTo>
                  <a:cubicBezTo>
                    <a:pt x="26" y="82"/>
                    <a:pt x="32" y="33"/>
                    <a:pt x="7" y="3"/>
                  </a:cubicBezTo>
                  <a:cubicBezTo>
                    <a:pt x="5" y="0"/>
                    <a:pt x="0" y="4"/>
                    <a:pt x="2" y="8"/>
                  </a:cubicBezTo>
                  <a:cubicBezTo>
                    <a:pt x="5" y="18"/>
                    <a:pt x="7" y="28"/>
                    <a:pt x="7" y="39"/>
                  </a:cubicBezTo>
                  <a:cubicBezTo>
                    <a:pt x="7" y="44"/>
                    <a:pt x="7" y="50"/>
                    <a:pt x="6" y="56"/>
                  </a:cubicBezTo>
                  <a:cubicBezTo>
                    <a:pt x="6" y="57"/>
                    <a:pt x="5" y="59"/>
                    <a:pt x="5" y="60"/>
                  </a:cubicBezTo>
                  <a:cubicBezTo>
                    <a:pt x="5" y="81"/>
                    <a:pt x="7" y="102"/>
                    <a:pt x="10" y="122"/>
                  </a:cubicBezTo>
                  <a:cubicBezTo>
                    <a:pt x="19" y="187"/>
                    <a:pt x="15" y="252"/>
                    <a:pt x="26" y="316"/>
                  </a:cubicBezTo>
                  <a:cubicBezTo>
                    <a:pt x="32" y="354"/>
                    <a:pt x="12" y="413"/>
                    <a:pt x="33" y="446"/>
                  </a:cubicBezTo>
                  <a:cubicBezTo>
                    <a:pt x="46" y="467"/>
                    <a:pt x="46" y="515"/>
                    <a:pt x="50" y="541"/>
                  </a:cubicBezTo>
                  <a:cubicBezTo>
                    <a:pt x="51" y="555"/>
                    <a:pt x="55" y="570"/>
                    <a:pt x="62" y="582"/>
                  </a:cubicBezTo>
                  <a:cubicBezTo>
                    <a:pt x="64" y="585"/>
                    <a:pt x="68" y="582"/>
                    <a:pt x="66" y="580"/>
                  </a:cubicBezTo>
                  <a:cubicBezTo>
                    <a:pt x="40" y="541"/>
                    <a:pt x="62" y="480"/>
                    <a:pt x="41" y="441"/>
                  </a:cubicBezTo>
                  <a:cubicBezTo>
                    <a:pt x="30" y="421"/>
                    <a:pt x="43" y="357"/>
                    <a:pt x="44" y="332"/>
                  </a:cubicBezTo>
                  <a:cubicBezTo>
                    <a:pt x="44" y="313"/>
                    <a:pt x="42" y="295"/>
                    <a:pt x="39" y="276"/>
                  </a:cubicBezTo>
                  <a:cubicBezTo>
                    <a:pt x="39" y="269"/>
                    <a:pt x="39" y="263"/>
                    <a:pt x="39" y="256"/>
                  </a:cubicBezTo>
                  <a:cubicBezTo>
                    <a:pt x="53" y="304"/>
                    <a:pt x="72" y="349"/>
                    <a:pt x="97" y="392"/>
                  </a:cubicBezTo>
                  <a:cubicBezTo>
                    <a:pt x="99" y="395"/>
                    <a:pt x="101" y="398"/>
                    <a:pt x="102" y="401"/>
                  </a:cubicBezTo>
                  <a:cubicBezTo>
                    <a:pt x="120" y="433"/>
                    <a:pt x="134" y="467"/>
                    <a:pt x="145" y="501"/>
                  </a:cubicBezTo>
                  <a:cubicBezTo>
                    <a:pt x="159" y="539"/>
                    <a:pt x="177" y="578"/>
                    <a:pt x="189" y="617"/>
                  </a:cubicBezTo>
                  <a:cubicBezTo>
                    <a:pt x="189" y="630"/>
                    <a:pt x="189" y="643"/>
                    <a:pt x="189" y="657"/>
                  </a:cubicBezTo>
                  <a:cubicBezTo>
                    <a:pt x="189" y="658"/>
                    <a:pt x="190" y="659"/>
                    <a:pt x="190" y="661"/>
                  </a:cubicBezTo>
                  <a:cubicBezTo>
                    <a:pt x="191" y="663"/>
                    <a:pt x="191" y="662"/>
                    <a:pt x="192" y="663"/>
                  </a:cubicBezTo>
                  <a:cubicBezTo>
                    <a:pt x="194" y="664"/>
                    <a:pt x="195" y="664"/>
                    <a:pt x="196" y="664"/>
                  </a:cubicBezTo>
                  <a:cubicBezTo>
                    <a:pt x="197" y="664"/>
                    <a:pt x="198" y="664"/>
                    <a:pt x="199" y="664"/>
                  </a:cubicBezTo>
                  <a:cubicBezTo>
                    <a:pt x="199" y="666"/>
                    <a:pt x="199" y="668"/>
                    <a:pt x="200" y="670"/>
                  </a:cubicBezTo>
                  <a:cubicBezTo>
                    <a:pt x="200" y="671"/>
                    <a:pt x="200" y="671"/>
                    <a:pt x="200" y="671"/>
                  </a:cubicBezTo>
                  <a:cubicBezTo>
                    <a:pt x="201" y="671"/>
                    <a:pt x="201" y="672"/>
                    <a:pt x="201" y="672"/>
                  </a:cubicBezTo>
                  <a:cubicBezTo>
                    <a:pt x="202" y="672"/>
                    <a:pt x="202" y="672"/>
                    <a:pt x="202" y="672"/>
                  </a:cubicBezTo>
                  <a:cubicBezTo>
                    <a:pt x="203" y="672"/>
                    <a:pt x="203" y="672"/>
                    <a:pt x="204" y="672"/>
                  </a:cubicBezTo>
                  <a:lnTo>
                    <a:pt x="204" y="671"/>
                  </a:lnTo>
                  <a:cubicBezTo>
                    <a:pt x="205" y="671"/>
                    <a:pt x="205" y="671"/>
                    <a:pt x="205" y="670"/>
                  </a:cubicBezTo>
                  <a:cubicBezTo>
                    <a:pt x="205" y="669"/>
                    <a:pt x="205" y="667"/>
                    <a:pt x="205" y="665"/>
                  </a:cubicBezTo>
                  <a:cubicBezTo>
                    <a:pt x="205" y="663"/>
                    <a:pt x="205" y="661"/>
                    <a:pt x="205" y="659"/>
                  </a:cubicBezTo>
                  <a:cubicBezTo>
                    <a:pt x="206" y="658"/>
                    <a:pt x="206" y="656"/>
                    <a:pt x="206" y="655"/>
                  </a:cubicBezTo>
                  <a:cubicBezTo>
                    <a:pt x="206" y="561"/>
                    <a:pt x="212" y="458"/>
                    <a:pt x="180" y="369"/>
                  </a:cubicBezTo>
                  <a:cubicBezTo>
                    <a:pt x="162" y="321"/>
                    <a:pt x="150" y="272"/>
                    <a:pt x="133" y="224"/>
                  </a:cubicBezTo>
                  <a:cubicBezTo>
                    <a:pt x="116" y="176"/>
                    <a:pt x="113" y="103"/>
                    <a:pt x="81" y="60"/>
                  </a:cubicBezTo>
                  <a:cubicBezTo>
                    <a:pt x="80" y="58"/>
                    <a:pt x="76" y="60"/>
                    <a:pt x="77" y="62"/>
                  </a:cubicBezTo>
                  <a:cubicBezTo>
                    <a:pt x="103" y="97"/>
                    <a:pt x="105" y="152"/>
                    <a:pt x="117" y="193"/>
                  </a:cubicBezTo>
                  <a:cubicBezTo>
                    <a:pt x="125" y="220"/>
                    <a:pt x="134" y="247"/>
                    <a:pt x="145" y="274"/>
                  </a:cubicBezTo>
                  <a:cubicBezTo>
                    <a:pt x="157" y="306"/>
                    <a:pt x="159" y="340"/>
                    <a:pt x="169" y="372"/>
                  </a:cubicBezTo>
                  <a:cubicBezTo>
                    <a:pt x="178" y="411"/>
                    <a:pt x="183" y="450"/>
                    <a:pt x="185" y="490"/>
                  </a:cubicBezTo>
                  <a:cubicBezTo>
                    <a:pt x="187" y="524"/>
                    <a:pt x="188" y="558"/>
                    <a:pt x="188" y="592"/>
                  </a:cubicBezTo>
                  <a:cubicBezTo>
                    <a:pt x="185" y="583"/>
                    <a:pt x="181" y="574"/>
                    <a:pt x="178" y="566"/>
                  </a:cubicBezTo>
                  <a:cubicBezTo>
                    <a:pt x="161" y="522"/>
                    <a:pt x="147" y="477"/>
                    <a:pt x="129" y="4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8218440" y="3034080"/>
              <a:ext cx="18000" cy="30960"/>
            </a:xfrm>
            <a:custGeom>
              <a:rect b="b" l="l" r="r" t="t"/>
              <a:pathLst>
                <a:path extrusionOk="0" h="86" w="50">
                  <a:moveTo>
                    <a:pt x="28" y="50"/>
                  </a:moveTo>
                  <a:cubicBezTo>
                    <a:pt x="29" y="52"/>
                    <a:pt x="31" y="55"/>
                    <a:pt x="32" y="57"/>
                  </a:cubicBezTo>
                  <a:cubicBezTo>
                    <a:pt x="37" y="65"/>
                    <a:pt x="40" y="74"/>
                    <a:pt x="42" y="83"/>
                  </a:cubicBezTo>
                  <a:lnTo>
                    <a:pt x="42" y="84"/>
                  </a:lnTo>
                  <a:lnTo>
                    <a:pt x="43" y="84"/>
                  </a:lnTo>
                  <a:cubicBezTo>
                    <a:pt x="43" y="85"/>
                    <a:pt x="44" y="85"/>
                    <a:pt x="44" y="85"/>
                  </a:cubicBezTo>
                  <a:cubicBezTo>
                    <a:pt x="45" y="85"/>
                    <a:pt x="45" y="85"/>
                    <a:pt x="45" y="84"/>
                  </a:cubicBezTo>
                  <a:cubicBezTo>
                    <a:pt x="46" y="84"/>
                    <a:pt x="46" y="84"/>
                    <a:pt x="46" y="84"/>
                  </a:cubicBezTo>
                  <a:cubicBezTo>
                    <a:pt x="46" y="83"/>
                    <a:pt x="46" y="83"/>
                    <a:pt x="46" y="83"/>
                  </a:cubicBezTo>
                  <a:cubicBezTo>
                    <a:pt x="48" y="79"/>
                    <a:pt x="49" y="74"/>
                    <a:pt x="49" y="70"/>
                  </a:cubicBezTo>
                  <a:cubicBezTo>
                    <a:pt x="49" y="64"/>
                    <a:pt x="49" y="58"/>
                    <a:pt x="45" y="53"/>
                  </a:cubicBezTo>
                  <a:cubicBezTo>
                    <a:pt x="44" y="51"/>
                    <a:pt x="42" y="48"/>
                    <a:pt x="40" y="47"/>
                  </a:cubicBezTo>
                  <a:cubicBezTo>
                    <a:pt x="35" y="40"/>
                    <a:pt x="29" y="33"/>
                    <a:pt x="23" y="27"/>
                  </a:cubicBezTo>
                  <a:cubicBezTo>
                    <a:pt x="17" y="21"/>
                    <a:pt x="7" y="13"/>
                    <a:pt x="8" y="3"/>
                  </a:cubicBezTo>
                  <a:cubicBezTo>
                    <a:pt x="8" y="0"/>
                    <a:pt x="3" y="0"/>
                    <a:pt x="2" y="3"/>
                  </a:cubicBezTo>
                  <a:cubicBezTo>
                    <a:pt x="0" y="15"/>
                    <a:pt x="10" y="25"/>
                    <a:pt x="16" y="34"/>
                  </a:cubicBezTo>
                  <a:cubicBezTo>
                    <a:pt x="20" y="39"/>
                    <a:pt x="23" y="45"/>
                    <a:pt x="2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8242560" y="3073320"/>
              <a:ext cx="41040" cy="196560"/>
            </a:xfrm>
            <a:custGeom>
              <a:rect b="b" l="l" r="r" t="t"/>
              <a:pathLst>
                <a:path extrusionOk="0" h="546" w="114">
                  <a:moveTo>
                    <a:pt x="41" y="108"/>
                  </a:moveTo>
                  <a:cubicBezTo>
                    <a:pt x="60" y="161"/>
                    <a:pt x="75" y="215"/>
                    <a:pt x="84" y="270"/>
                  </a:cubicBezTo>
                  <a:cubicBezTo>
                    <a:pt x="98" y="358"/>
                    <a:pt x="102" y="456"/>
                    <a:pt x="63" y="538"/>
                  </a:cubicBezTo>
                  <a:cubicBezTo>
                    <a:pt x="62" y="541"/>
                    <a:pt x="66" y="545"/>
                    <a:pt x="69" y="543"/>
                  </a:cubicBezTo>
                  <a:cubicBezTo>
                    <a:pt x="78" y="534"/>
                    <a:pt x="86" y="524"/>
                    <a:pt x="93" y="513"/>
                  </a:cubicBezTo>
                  <a:cubicBezTo>
                    <a:pt x="102" y="497"/>
                    <a:pt x="107" y="479"/>
                    <a:pt x="108" y="460"/>
                  </a:cubicBezTo>
                  <a:cubicBezTo>
                    <a:pt x="111" y="436"/>
                    <a:pt x="113" y="413"/>
                    <a:pt x="113" y="389"/>
                  </a:cubicBezTo>
                  <a:cubicBezTo>
                    <a:pt x="113" y="361"/>
                    <a:pt x="110" y="333"/>
                    <a:pt x="106" y="305"/>
                  </a:cubicBezTo>
                  <a:cubicBezTo>
                    <a:pt x="98" y="246"/>
                    <a:pt x="84" y="188"/>
                    <a:pt x="64" y="131"/>
                  </a:cubicBezTo>
                  <a:cubicBezTo>
                    <a:pt x="48" y="88"/>
                    <a:pt x="38" y="35"/>
                    <a:pt x="5" y="2"/>
                  </a:cubicBezTo>
                  <a:cubicBezTo>
                    <a:pt x="3" y="0"/>
                    <a:pt x="0" y="3"/>
                    <a:pt x="2" y="6"/>
                  </a:cubicBezTo>
                  <a:cubicBezTo>
                    <a:pt x="22" y="29"/>
                    <a:pt x="30" y="78"/>
                    <a:pt x="4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8222760" y="3282120"/>
              <a:ext cx="41040" cy="76680"/>
            </a:xfrm>
            <a:custGeom>
              <a:rect b="b" l="l" r="r" t="t"/>
              <a:pathLst>
                <a:path extrusionOk="0" h="213" w="114">
                  <a:moveTo>
                    <a:pt x="108" y="2"/>
                  </a:moveTo>
                  <a:cubicBezTo>
                    <a:pt x="102" y="12"/>
                    <a:pt x="96" y="22"/>
                    <a:pt x="90" y="32"/>
                  </a:cubicBezTo>
                  <a:cubicBezTo>
                    <a:pt x="78" y="52"/>
                    <a:pt x="67" y="73"/>
                    <a:pt x="57" y="95"/>
                  </a:cubicBezTo>
                  <a:cubicBezTo>
                    <a:pt x="50" y="114"/>
                    <a:pt x="38" y="130"/>
                    <a:pt x="30" y="149"/>
                  </a:cubicBezTo>
                  <a:cubicBezTo>
                    <a:pt x="22" y="168"/>
                    <a:pt x="7" y="188"/>
                    <a:pt x="0" y="208"/>
                  </a:cubicBezTo>
                  <a:lnTo>
                    <a:pt x="0" y="209"/>
                  </a:lnTo>
                  <a:lnTo>
                    <a:pt x="0" y="210"/>
                  </a:lnTo>
                  <a:cubicBezTo>
                    <a:pt x="0" y="211"/>
                    <a:pt x="1" y="211"/>
                    <a:pt x="1" y="211"/>
                  </a:cubicBezTo>
                  <a:lnTo>
                    <a:pt x="2" y="212"/>
                  </a:lnTo>
                  <a:cubicBezTo>
                    <a:pt x="3" y="212"/>
                    <a:pt x="3" y="211"/>
                    <a:pt x="4" y="211"/>
                  </a:cubicBezTo>
                  <a:cubicBezTo>
                    <a:pt x="19" y="195"/>
                    <a:pt x="33" y="178"/>
                    <a:pt x="44" y="159"/>
                  </a:cubicBezTo>
                  <a:cubicBezTo>
                    <a:pt x="50" y="147"/>
                    <a:pt x="56" y="135"/>
                    <a:pt x="61" y="122"/>
                  </a:cubicBezTo>
                  <a:cubicBezTo>
                    <a:pt x="76" y="82"/>
                    <a:pt x="93" y="42"/>
                    <a:pt x="112" y="4"/>
                  </a:cubicBezTo>
                  <a:cubicBezTo>
                    <a:pt x="113" y="4"/>
                    <a:pt x="113" y="3"/>
                    <a:pt x="113" y="3"/>
                  </a:cubicBezTo>
                  <a:cubicBezTo>
                    <a:pt x="113" y="2"/>
                    <a:pt x="113" y="3"/>
                    <a:pt x="112" y="2"/>
                  </a:cubicBezTo>
                  <a:cubicBezTo>
                    <a:pt x="111" y="1"/>
                    <a:pt x="112" y="1"/>
                    <a:pt x="111" y="1"/>
                  </a:cubicBezTo>
                  <a:cubicBezTo>
                    <a:pt x="111" y="1"/>
                    <a:pt x="111" y="0"/>
                    <a:pt x="110" y="0"/>
                  </a:cubicBezTo>
                  <a:lnTo>
                    <a:pt x="109" y="1"/>
                  </a:lnTo>
                  <a:cubicBezTo>
                    <a:pt x="109" y="1"/>
                    <a:pt x="108" y="1"/>
                    <a:pt x="10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8229600" y="3147840"/>
              <a:ext cx="30600" cy="163800"/>
            </a:xfrm>
            <a:custGeom>
              <a:rect b="b" l="l" r="r" t="t"/>
              <a:pathLst>
                <a:path extrusionOk="0" h="455" w="85">
                  <a:moveTo>
                    <a:pt x="0" y="449"/>
                  </a:moveTo>
                  <a:lnTo>
                    <a:pt x="0" y="450"/>
                  </a:lnTo>
                  <a:cubicBezTo>
                    <a:pt x="0" y="451"/>
                    <a:pt x="0" y="452"/>
                    <a:pt x="0" y="452"/>
                  </a:cubicBezTo>
                  <a:cubicBezTo>
                    <a:pt x="1" y="453"/>
                    <a:pt x="1" y="453"/>
                    <a:pt x="2" y="454"/>
                  </a:cubicBezTo>
                  <a:cubicBezTo>
                    <a:pt x="2" y="454"/>
                    <a:pt x="3" y="454"/>
                    <a:pt x="4" y="454"/>
                  </a:cubicBezTo>
                  <a:lnTo>
                    <a:pt x="5" y="454"/>
                  </a:lnTo>
                  <a:cubicBezTo>
                    <a:pt x="32" y="434"/>
                    <a:pt x="41" y="400"/>
                    <a:pt x="54" y="371"/>
                  </a:cubicBezTo>
                  <a:cubicBezTo>
                    <a:pt x="68" y="340"/>
                    <a:pt x="78" y="307"/>
                    <a:pt x="82" y="274"/>
                  </a:cubicBezTo>
                  <a:cubicBezTo>
                    <a:pt x="83" y="250"/>
                    <a:pt x="84" y="226"/>
                    <a:pt x="84" y="202"/>
                  </a:cubicBezTo>
                  <a:cubicBezTo>
                    <a:pt x="84" y="177"/>
                    <a:pt x="83" y="153"/>
                    <a:pt x="82" y="129"/>
                  </a:cubicBezTo>
                  <a:cubicBezTo>
                    <a:pt x="80" y="100"/>
                    <a:pt x="75" y="72"/>
                    <a:pt x="68" y="44"/>
                  </a:cubicBezTo>
                  <a:cubicBezTo>
                    <a:pt x="64" y="24"/>
                    <a:pt x="68" y="16"/>
                    <a:pt x="59" y="2"/>
                  </a:cubicBezTo>
                  <a:cubicBezTo>
                    <a:pt x="58" y="0"/>
                    <a:pt x="55" y="2"/>
                    <a:pt x="56" y="4"/>
                  </a:cubicBezTo>
                  <a:cubicBezTo>
                    <a:pt x="65" y="17"/>
                    <a:pt x="58" y="17"/>
                    <a:pt x="60" y="28"/>
                  </a:cubicBezTo>
                  <a:cubicBezTo>
                    <a:pt x="68" y="61"/>
                    <a:pt x="72" y="95"/>
                    <a:pt x="72" y="129"/>
                  </a:cubicBezTo>
                  <a:cubicBezTo>
                    <a:pt x="69" y="177"/>
                    <a:pt x="72" y="224"/>
                    <a:pt x="65" y="271"/>
                  </a:cubicBezTo>
                  <a:cubicBezTo>
                    <a:pt x="54" y="334"/>
                    <a:pt x="32" y="394"/>
                    <a:pt x="0" y="4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8211600" y="3126600"/>
              <a:ext cx="37800" cy="172800"/>
            </a:xfrm>
            <a:custGeom>
              <a:rect b="b" l="l" r="r" t="t"/>
              <a:pathLst>
                <a:path extrusionOk="0" h="480" w="105">
                  <a:moveTo>
                    <a:pt x="71" y="317"/>
                  </a:moveTo>
                  <a:cubicBezTo>
                    <a:pt x="65" y="336"/>
                    <a:pt x="58" y="355"/>
                    <a:pt x="49" y="374"/>
                  </a:cubicBezTo>
                  <a:cubicBezTo>
                    <a:pt x="35" y="407"/>
                    <a:pt x="15" y="439"/>
                    <a:pt x="1" y="472"/>
                  </a:cubicBezTo>
                  <a:cubicBezTo>
                    <a:pt x="0" y="475"/>
                    <a:pt x="4" y="479"/>
                    <a:pt x="7" y="476"/>
                  </a:cubicBezTo>
                  <a:cubicBezTo>
                    <a:pt x="22" y="461"/>
                    <a:pt x="28" y="461"/>
                    <a:pt x="39" y="443"/>
                  </a:cubicBezTo>
                  <a:cubicBezTo>
                    <a:pt x="52" y="418"/>
                    <a:pt x="63" y="392"/>
                    <a:pt x="71" y="365"/>
                  </a:cubicBezTo>
                  <a:cubicBezTo>
                    <a:pt x="83" y="338"/>
                    <a:pt x="91" y="310"/>
                    <a:pt x="95" y="282"/>
                  </a:cubicBezTo>
                  <a:cubicBezTo>
                    <a:pt x="104" y="189"/>
                    <a:pt x="87" y="94"/>
                    <a:pt x="80" y="1"/>
                  </a:cubicBezTo>
                  <a:cubicBezTo>
                    <a:pt x="80" y="0"/>
                    <a:pt x="76" y="0"/>
                    <a:pt x="76" y="1"/>
                  </a:cubicBezTo>
                  <a:cubicBezTo>
                    <a:pt x="76" y="7"/>
                    <a:pt x="76" y="12"/>
                    <a:pt x="76" y="18"/>
                  </a:cubicBezTo>
                  <a:cubicBezTo>
                    <a:pt x="76" y="58"/>
                    <a:pt x="78" y="99"/>
                    <a:pt x="83" y="139"/>
                  </a:cubicBezTo>
                  <a:cubicBezTo>
                    <a:pt x="83" y="147"/>
                    <a:pt x="84" y="155"/>
                    <a:pt x="84" y="163"/>
                  </a:cubicBezTo>
                  <a:cubicBezTo>
                    <a:pt x="84" y="175"/>
                    <a:pt x="83" y="186"/>
                    <a:pt x="82" y="198"/>
                  </a:cubicBezTo>
                  <a:cubicBezTo>
                    <a:pt x="82" y="216"/>
                    <a:pt x="87" y="268"/>
                    <a:pt x="76" y="282"/>
                  </a:cubicBezTo>
                  <a:cubicBezTo>
                    <a:pt x="73" y="293"/>
                    <a:pt x="71" y="305"/>
                    <a:pt x="71"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8205120" y="3161880"/>
              <a:ext cx="31680" cy="88920"/>
            </a:xfrm>
            <a:custGeom>
              <a:rect b="b" l="l" r="r" t="t"/>
              <a:pathLst>
                <a:path extrusionOk="0" h="247" w="88">
                  <a:moveTo>
                    <a:pt x="75" y="3"/>
                  </a:moveTo>
                  <a:cubicBezTo>
                    <a:pt x="76" y="9"/>
                    <a:pt x="76" y="16"/>
                    <a:pt x="76" y="22"/>
                  </a:cubicBezTo>
                  <a:cubicBezTo>
                    <a:pt x="76" y="53"/>
                    <a:pt x="73" y="84"/>
                    <a:pt x="67" y="114"/>
                  </a:cubicBezTo>
                  <a:cubicBezTo>
                    <a:pt x="61" y="142"/>
                    <a:pt x="32" y="226"/>
                    <a:pt x="2" y="241"/>
                  </a:cubicBezTo>
                  <a:cubicBezTo>
                    <a:pt x="0" y="243"/>
                    <a:pt x="2" y="246"/>
                    <a:pt x="4" y="246"/>
                  </a:cubicBezTo>
                  <a:cubicBezTo>
                    <a:pt x="39" y="243"/>
                    <a:pt x="58" y="175"/>
                    <a:pt x="69" y="148"/>
                  </a:cubicBezTo>
                  <a:cubicBezTo>
                    <a:pt x="87" y="101"/>
                    <a:pt x="80" y="52"/>
                    <a:pt x="79" y="3"/>
                  </a:cubicBezTo>
                  <a:cubicBezTo>
                    <a:pt x="80" y="0"/>
                    <a:pt x="75" y="0"/>
                    <a:pt x="7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8192880" y="3159720"/>
              <a:ext cx="35640" cy="74880"/>
            </a:xfrm>
            <a:custGeom>
              <a:rect b="b" l="l" r="r" t="t"/>
              <a:pathLst>
                <a:path extrusionOk="0" h="208" w="99">
                  <a:moveTo>
                    <a:pt x="2" y="207"/>
                  </a:moveTo>
                  <a:cubicBezTo>
                    <a:pt x="27" y="206"/>
                    <a:pt x="46" y="161"/>
                    <a:pt x="57" y="143"/>
                  </a:cubicBezTo>
                  <a:cubicBezTo>
                    <a:pt x="59" y="140"/>
                    <a:pt x="61" y="137"/>
                    <a:pt x="63" y="134"/>
                  </a:cubicBezTo>
                  <a:cubicBezTo>
                    <a:pt x="86" y="94"/>
                    <a:pt x="98" y="49"/>
                    <a:pt x="98" y="3"/>
                  </a:cubicBezTo>
                  <a:cubicBezTo>
                    <a:pt x="98" y="0"/>
                    <a:pt x="93" y="0"/>
                    <a:pt x="93" y="3"/>
                  </a:cubicBezTo>
                  <a:cubicBezTo>
                    <a:pt x="88" y="45"/>
                    <a:pt x="75" y="84"/>
                    <a:pt x="54" y="120"/>
                  </a:cubicBezTo>
                  <a:cubicBezTo>
                    <a:pt x="51" y="126"/>
                    <a:pt x="48" y="132"/>
                    <a:pt x="44" y="137"/>
                  </a:cubicBezTo>
                  <a:cubicBezTo>
                    <a:pt x="32" y="157"/>
                    <a:pt x="24" y="192"/>
                    <a:pt x="1" y="203"/>
                  </a:cubicBezTo>
                  <a:cubicBezTo>
                    <a:pt x="1" y="204"/>
                    <a:pt x="1" y="204"/>
                    <a:pt x="1" y="204"/>
                  </a:cubicBezTo>
                  <a:cubicBezTo>
                    <a:pt x="0" y="204"/>
                    <a:pt x="0" y="205"/>
                    <a:pt x="0" y="205"/>
                  </a:cubicBezTo>
                  <a:cubicBezTo>
                    <a:pt x="0" y="206"/>
                    <a:pt x="0" y="206"/>
                    <a:pt x="1" y="206"/>
                  </a:cubicBezTo>
                  <a:cubicBezTo>
                    <a:pt x="2" y="207"/>
                    <a:pt x="1" y="207"/>
                    <a:pt x="1" y="207"/>
                  </a:cubicBezTo>
                  <a:cubicBezTo>
                    <a:pt x="2" y="207"/>
                    <a:pt x="2" y="207"/>
                    <a:pt x="2"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8194320" y="3166560"/>
              <a:ext cx="29520" cy="42480"/>
            </a:xfrm>
            <a:custGeom>
              <a:rect b="b" l="l" r="r" t="t"/>
              <a:pathLst>
                <a:path extrusionOk="0" h="118" w="82">
                  <a:moveTo>
                    <a:pt x="5" y="114"/>
                  </a:moveTo>
                  <a:cubicBezTo>
                    <a:pt x="13" y="105"/>
                    <a:pt x="26" y="100"/>
                    <a:pt x="32" y="89"/>
                  </a:cubicBezTo>
                  <a:cubicBezTo>
                    <a:pt x="40" y="75"/>
                    <a:pt x="52" y="64"/>
                    <a:pt x="60" y="50"/>
                  </a:cubicBezTo>
                  <a:cubicBezTo>
                    <a:pt x="65" y="41"/>
                    <a:pt x="65" y="33"/>
                    <a:pt x="73" y="26"/>
                  </a:cubicBezTo>
                  <a:cubicBezTo>
                    <a:pt x="81" y="19"/>
                    <a:pt x="76" y="11"/>
                    <a:pt x="75" y="5"/>
                  </a:cubicBezTo>
                  <a:cubicBezTo>
                    <a:pt x="75" y="0"/>
                    <a:pt x="69" y="2"/>
                    <a:pt x="69" y="5"/>
                  </a:cubicBezTo>
                  <a:cubicBezTo>
                    <a:pt x="69" y="16"/>
                    <a:pt x="63" y="20"/>
                    <a:pt x="58" y="28"/>
                  </a:cubicBezTo>
                  <a:cubicBezTo>
                    <a:pt x="57" y="32"/>
                    <a:pt x="55" y="35"/>
                    <a:pt x="53" y="38"/>
                  </a:cubicBezTo>
                  <a:cubicBezTo>
                    <a:pt x="47" y="48"/>
                    <a:pt x="41" y="57"/>
                    <a:pt x="34" y="65"/>
                  </a:cubicBezTo>
                  <a:cubicBezTo>
                    <a:pt x="24" y="74"/>
                    <a:pt x="21" y="87"/>
                    <a:pt x="11" y="96"/>
                  </a:cubicBezTo>
                  <a:cubicBezTo>
                    <a:pt x="8" y="99"/>
                    <a:pt x="6" y="102"/>
                    <a:pt x="4" y="105"/>
                  </a:cubicBezTo>
                  <a:cubicBezTo>
                    <a:pt x="2" y="107"/>
                    <a:pt x="2" y="109"/>
                    <a:pt x="1" y="111"/>
                  </a:cubicBezTo>
                  <a:cubicBezTo>
                    <a:pt x="0" y="114"/>
                    <a:pt x="3" y="117"/>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8304120" y="3423600"/>
              <a:ext cx="16920" cy="54000"/>
            </a:xfrm>
            <a:custGeom>
              <a:rect b="b" l="l" r="r" t="t"/>
              <a:pathLst>
                <a:path extrusionOk="0" h="150" w="47">
                  <a:moveTo>
                    <a:pt x="4" y="148"/>
                  </a:moveTo>
                  <a:cubicBezTo>
                    <a:pt x="38" y="115"/>
                    <a:pt x="46" y="48"/>
                    <a:pt x="45" y="4"/>
                  </a:cubicBezTo>
                  <a:cubicBezTo>
                    <a:pt x="45" y="0"/>
                    <a:pt x="39" y="1"/>
                    <a:pt x="39" y="4"/>
                  </a:cubicBezTo>
                  <a:cubicBezTo>
                    <a:pt x="38" y="17"/>
                    <a:pt x="34" y="30"/>
                    <a:pt x="28" y="41"/>
                  </a:cubicBezTo>
                  <a:cubicBezTo>
                    <a:pt x="23" y="53"/>
                    <a:pt x="20" y="66"/>
                    <a:pt x="18" y="79"/>
                  </a:cubicBezTo>
                  <a:cubicBezTo>
                    <a:pt x="12" y="102"/>
                    <a:pt x="14" y="124"/>
                    <a:pt x="1" y="145"/>
                  </a:cubicBezTo>
                  <a:cubicBezTo>
                    <a:pt x="0" y="147"/>
                    <a:pt x="3" y="149"/>
                    <a:pt x="4"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8225640" y="3523320"/>
              <a:ext cx="67680" cy="150840"/>
            </a:xfrm>
            <a:custGeom>
              <a:rect b="b" l="l" r="r" t="t"/>
              <a:pathLst>
                <a:path extrusionOk="0" h="419" w="188">
                  <a:moveTo>
                    <a:pt x="186" y="1"/>
                  </a:moveTo>
                  <a:cubicBezTo>
                    <a:pt x="169" y="18"/>
                    <a:pt x="164" y="44"/>
                    <a:pt x="155" y="66"/>
                  </a:cubicBezTo>
                  <a:cubicBezTo>
                    <a:pt x="138" y="108"/>
                    <a:pt x="133" y="155"/>
                    <a:pt x="114" y="198"/>
                  </a:cubicBezTo>
                  <a:cubicBezTo>
                    <a:pt x="96" y="241"/>
                    <a:pt x="67" y="277"/>
                    <a:pt x="49" y="318"/>
                  </a:cubicBezTo>
                  <a:cubicBezTo>
                    <a:pt x="36" y="346"/>
                    <a:pt x="26" y="391"/>
                    <a:pt x="3" y="412"/>
                  </a:cubicBezTo>
                  <a:cubicBezTo>
                    <a:pt x="0" y="414"/>
                    <a:pt x="3" y="418"/>
                    <a:pt x="6" y="417"/>
                  </a:cubicBezTo>
                  <a:cubicBezTo>
                    <a:pt x="18" y="410"/>
                    <a:pt x="28" y="399"/>
                    <a:pt x="35" y="387"/>
                  </a:cubicBezTo>
                  <a:cubicBezTo>
                    <a:pt x="38" y="382"/>
                    <a:pt x="41" y="377"/>
                    <a:pt x="42" y="371"/>
                  </a:cubicBezTo>
                  <a:cubicBezTo>
                    <a:pt x="61" y="324"/>
                    <a:pt x="84" y="278"/>
                    <a:pt x="106" y="233"/>
                  </a:cubicBezTo>
                  <a:cubicBezTo>
                    <a:pt x="123" y="200"/>
                    <a:pt x="137" y="165"/>
                    <a:pt x="146" y="129"/>
                  </a:cubicBezTo>
                  <a:cubicBezTo>
                    <a:pt x="154" y="92"/>
                    <a:pt x="159" y="30"/>
                    <a:pt x="187" y="2"/>
                  </a:cubicBezTo>
                  <a:cubicBezTo>
                    <a:pt x="187" y="1"/>
                    <a:pt x="186" y="0"/>
                    <a:pt x="18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8987040" y="3583440"/>
              <a:ext cx="64440" cy="20160"/>
            </a:xfrm>
            <a:custGeom>
              <a:rect b="b" l="l" r="r" t="t"/>
              <a:pathLst>
                <a:path extrusionOk="0" h="56" w="179">
                  <a:moveTo>
                    <a:pt x="176" y="43"/>
                  </a:moveTo>
                  <a:cubicBezTo>
                    <a:pt x="125" y="23"/>
                    <a:pt x="47" y="0"/>
                    <a:pt x="1" y="43"/>
                  </a:cubicBezTo>
                  <a:cubicBezTo>
                    <a:pt x="1" y="43"/>
                    <a:pt x="0" y="43"/>
                    <a:pt x="0" y="44"/>
                  </a:cubicBezTo>
                  <a:lnTo>
                    <a:pt x="0" y="45"/>
                  </a:lnTo>
                  <a:cubicBezTo>
                    <a:pt x="0" y="46"/>
                    <a:pt x="0" y="47"/>
                    <a:pt x="0" y="47"/>
                  </a:cubicBezTo>
                  <a:cubicBezTo>
                    <a:pt x="1" y="48"/>
                    <a:pt x="1" y="48"/>
                    <a:pt x="1" y="48"/>
                  </a:cubicBezTo>
                  <a:cubicBezTo>
                    <a:pt x="2" y="48"/>
                    <a:pt x="2" y="48"/>
                    <a:pt x="3" y="48"/>
                  </a:cubicBezTo>
                  <a:cubicBezTo>
                    <a:pt x="4" y="48"/>
                    <a:pt x="4" y="48"/>
                    <a:pt x="5" y="48"/>
                  </a:cubicBezTo>
                  <a:cubicBezTo>
                    <a:pt x="28" y="30"/>
                    <a:pt x="72" y="31"/>
                    <a:pt x="98" y="35"/>
                  </a:cubicBezTo>
                  <a:cubicBezTo>
                    <a:pt x="125" y="40"/>
                    <a:pt x="148" y="55"/>
                    <a:pt x="176" y="49"/>
                  </a:cubicBezTo>
                  <a:lnTo>
                    <a:pt x="177" y="48"/>
                  </a:lnTo>
                  <a:cubicBezTo>
                    <a:pt x="177" y="47"/>
                    <a:pt x="178" y="46"/>
                    <a:pt x="178" y="46"/>
                  </a:cubicBezTo>
                  <a:cubicBezTo>
                    <a:pt x="178" y="45"/>
                    <a:pt x="177" y="44"/>
                    <a:pt x="177" y="44"/>
                  </a:cubicBezTo>
                  <a:cubicBezTo>
                    <a:pt x="177" y="43"/>
                    <a:pt x="177" y="43"/>
                    <a:pt x="176"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8990280" y="3610080"/>
              <a:ext cx="144000" cy="85680"/>
            </a:xfrm>
            <a:custGeom>
              <a:rect b="b" l="l" r="r" t="t"/>
              <a:pathLst>
                <a:path extrusionOk="0" h="238" w="400">
                  <a:moveTo>
                    <a:pt x="4" y="3"/>
                  </a:moveTo>
                  <a:cubicBezTo>
                    <a:pt x="3" y="3"/>
                    <a:pt x="3" y="3"/>
                    <a:pt x="2" y="3"/>
                  </a:cubicBezTo>
                  <a:lnTo>
                    <a:pt x="1" y="4"/>
                  </a:lnTo>
                  <a:cubicBezTo>
                    <a:pt x="1" y="5"/>
                    <a:pt x="0" y="5"/>
                    <a:pt x="0" y="6"/>
                  </a:cubicBezTo>
                  <a:cubicBezTo>
                    <a:pt x="0" y="7"/>
                    <a:pt x="1" y="7"/>
                    <a:pt x="1" y="8"/>
                  </a:cubicBezTo>
                  <a:lnTo>
                    <a:pt x="2" y="9"/>
                  </a:lnTo>
                  <a:cubicBezTo>
                    <a:pt x="3" y="9"/>
                    <a:pt x="3" y="9"/>
                    <a:pt x="4" y="9"/>
                  </a:cubicBezTo>
                  <a:cubicBezTo>
                    <a:pt x="24" y="11"/>
                    <a:pt x="45" y="12"/>
                    <a:pt x="65" y="12"/>
                  </a:cubicBezTo>
                  <a:cubicBezTo>
                    <a:pt x="70" y="12"/>
                    <a:pt x="76" y="12"/>
                    <a:pt x="81" y="12"/>
                  </a:cubicBezTo>
                  <a:cubicBezTo>
                    <a:pt x="107" y="13"/>
                    <a:pt x="133" y="19"/>
                    <a:pt x="157" y="29"/>
                  </a:cubicBezTo>
                  <a:cubicBezTo>
                    <a:pt x="182" y="36"/>
                    <a:pt x="202" y="58"/>
                    <a:pt x="224" y="76"/>
                  </a:cubicBezTo>
                  <a:cubicBezTo>
                    <a:pt x="218" y="73"/>
                    <a:pt x="211" y="71"/>
                    <a:pt x="204" y="71"/>
                  </a:cubicBezTo>
                  <a:cubicBezTo>
                    <a:pt x="196" y="71"/>
                    <a:pt x="189" y="73"/>
                    <a:pt x="183" y="76"/>
                  </a:cubicBezTo>
                  <a:cubicBezTo>
                    <a:pt x="182" y="76"/>
                    <a:pt x="182" y="77"/>
                    <a:pt x="181" y="78"/>
                  </a:cubicBezTo>
                  <a:cubicBezTo>
                    <a:pt x="181" y="78"/>
                    <a:pt x="181" y="79"/>
                    <a:pt x="181" y="80"/>
                  </a:cubicBezTo>
                  <a:cubicBezTo>
                    <a:pt x="190" y="111"/>
                    <a:pt x="252" y="134"/>
                    <a:pt x="278" y="149"/>
                  </a:cubicBezTo>
                  <a:cubicBezTo>
                    <a:pt x="302" y="166"/>
                    <a:pt x="325" y="183"/>
                    <a:pt x="347" y="202"/>
                  </a:cubicBezTo>
                  <a:cubicBezTo>
                    <a:pt x="361" y="213"/>
                    <a:pt x="373" y="232"/>
                    <a:pt x="391" y="237"/>
                  </a:cubicBezTo>
                  <a:cubicBezTo>
                    <a:pt x="394" y="237"/>
                    <a:pt x="399" y="234"/>
                    <a:pt x="395" y="230"/>
                  </a:cubicBezTo>
                  <a:cubicBezTo>
                    <a:pt x="381" y="213"/>
                    <a:pt x="366" y="196"/>
                    <a:pt x="350" y="181"/>
                  </a:cubicBezTo>
                  <a:cubicBezTo>
                    <a:pt x="329" y="165"/>
                    <a:pt x="311" y="147"/>
                    <a:pt x="288" y="133"/>
                  </a:cubicBezTo>
                  <a:cubicBezTo>
                    <a:pt x="265" y="119"/>
                    <a:pt x="244" y="109"/>
                    <a:pt x="223" y="97"/>
                  </a:cubicBezTo>
                  <a:cubicBezTo>
                    <a:pt x="214" y="92"/>
                    <a:pt x="205" y="87"/>
                    <a:pt x="196" y="82"/>
                  </a:cubicBezTo>
                  <a:lnTo>
                    <a:pt x="223" y="80"/>
                  </a:lnTo>
                  <a:lnTo>
                    <a:pt x="233" y="83"/>
                  </a:lnTo>
                  <a:cubicBezTo>
                    <a:pt x="235" y="86"/>
                    <a:pt x="238" y="88"/>
                    <a:pt x="242" y="90"/>
                  </a:cubicBezTo>
                  <a:cubicBezTo>
                    <a:pt x="251" y="95"/>
                    <a:pt x="263" y="98"/>
                    <a:pt x="274" y="98"/>
                  </a:cubicBezTo>
                  <a:cubicBezTo>
                    <a:pt x="277" y="98"/>
                    <a:pt x="279" y="93"/>
                    <a:pt x="275" y="92"/>
                  </a:cubicBezTo>
                  <a:cubicBezTo>
                    <a:pt x="235" y="80"/>
                    <a:pt x="213" y="34"/>
                    <a:pt x="171" y="21"/>
                  </a:cubicBezTo>
                  <a:cubicBezTo>
                    <a:pt x="130" y="7"/>
                    <a:pt x="88" y="0"/>
                    <a:pt x="45" y="0"/>
                  </a:cubicBezTo>
                  <a:cubicBezTo>
                    <a:pt x="31" y="0"/>
                    <a:pt x="17" y="1"/>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9049320" y="3657600"/>
              <a:ext cx="107280" cy="73440"/>
            </a:xfrm>
            <a:custGeom>
              <a:rect b="b" l="l" r="r" t="t"/>
              <a:pathLst>
                <a:path extrusionOk="0" h="204" w="298">
                  <a:moveTo>
                    <a:pt x="199" y="105"/>
                  </a:moveTo>
                  <a:cubicBezTo>
                    <a:pt x="208" y="116"/>
                    <a:pt x="217" y="128"/>
                    <a:pt x="225" y="139"/>
                  </a:cubicBezTo>
                  <a:cubicBezTo>
                    <a:pt x="244" y="162"/>
                    <a:pt x="266" y="183"/>
                    <a:pt x="289" y="201"/>
                  </a:cubicBezTo>
                  <a:cubicBezTo>
                    <a:pt x="292" y="203"/>
                    <a:pt x="297" y="201"/>
                    <a:pt x="295" y="196"/>
                  </a:cubicBezTo>
                  <a:cubicBezTo>
                    <a:pt x="273" y="162"/>
                    <a:pt x="242" y="140"/>
                    <a:pt x="216" y="109"/>
                  </a:cubicBezTo>
                  <a:cubicBezTo>
                    <a:pt x="204" y="94"/>
                    <a:pt x="189" y="81"/>
                    <a:pt x="173" y="71"/>
                  </a:cubicBezTo>
                  <a:cubicBezTo>
                    <a:pt x="167" y="68"/>
                    <a:pt x="161" y="65"/>
                    <a:pt x="155" y="62"/>
                  </a:cubicBezTo>
                  <a:cubicBezTo>
                    <a:pt x="109" y="43"/>
                    <a:pt x="41" y="31"/>
                    <a:pt x="2" y="0"/>
                  </a:cubicBezTo>
                  <a:lnTo>
                    <a:pt x="1" y="0"/>
                  </a:lnTo>
                  <a:cubicBezTo>
                    <a:pt x="0" y="0"/>
                    <a:pt x="0" y="1"/>
                    <a:pt x="0" y="1"/>
                  </a:cubicBezTo>
                  <a:lnTo>
                    <a:pt x="0" y="2"/>
                  </a:lnTo>
                  <a:lnTo>
                    <a:pt x="0" y="3"/>
                  </a:lnTo>
                  <a:cubicBezTo>
                    <a:pt x="30" y="30"/>
                    <a:pt x="81" y="46"/>
                    <a:pt x="118" y="60"/>
                  </a:cubicBezTo>
                  <a:cubicBezTo>
                    <a:pt x="151" y="73"/>
                    <a:pt x="175" y="77"/>
                    <a:pt x="199"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9074160" y="3694680"/>
              <a:ext cx="93240" cy="62280"/>
            </a:xfrm>
            <a:custGeom>
              <a:rect b="b" l="l" r="r" t="t"/>
              <a:pathLst>
                <a:path extrusionOk="0" h="173" w="259">
                  <a:moveTo>
                    <a:pt x="1" y="4"/>
                  </a:moveTo>
                  <a:cubicBezTo>
                    <a:pt x="34" y="12"/>
                    <a:pt x="67" y="24"/>
                    <a:pt x="97" y="42"/>
                  </a:cubicBezTo>
                  <a:cubicBezTo>
                    <a:pt x="108" y="48"/>
                    <a:pt x="119" y="55"/>
                    <a:pt x="129" y="63"/>
                  </a:cubicBezTo>
                  <a:cubicBezTo>
                    <a:pt x="173" y="92"/>
                    <a:pt x="214" y="128"/>
                    <a:pt x="249" y="168"/>
                  </a:cubicBezTo>
                  <a:cubicBezTo>
                    <a:pt x="253" y="172"/>
                    <a:pt x="258" y="166"/>
                    <a:pt x="256" y="162"/>
                  </a:cubicBezTo>
                  <a:cubicBezTo>
                    <a:pt x="248" y="145"/>
                    <a:pt x="234" y="138"/>
                    <a:pt x="221" y="124"/>
                  </a:cubicBezTo>
                  <a:cubicBezTo>
                    <a:pt x="203" y="104"/>
                    <a:pt x="182" y="86"/>
                    <a:pt x="158" y="72"/>
                  </a:cubicBezTo>
                  <a:cubicBezTo>
                    <a:pt x="112" y="41"/>
                    <a:pt x="59" y="5"/>
                    <a:pt x="1" y="0"/>
                  </a:cubicBezTo>
                  <a:cubicBezTo>
                    <a:pt x="0" y="0"/>
                    <a:pt x="0" y="4"/>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9066960" y="3605040"/>
              <a:ext cx="222840" cy="122040"/>
            </a:xfrm>
            <a:custGeom>
              <a:rect b="b" l="l" r="r" t="t"/>
              <a:pathLst>
                <a:path extrusionOk="0" h="339" w="619">
                  <a:moveTo>
                    <a:pt x="2" y="3"/>
                  </a:moveTo>
                  <a:cubicBezTo>
                    <a:pt x="1" y="3"/>
                    <a:pt x="1" y="3"/>
                    <a:pt x="1" y="3"/>
                  </a:cubicBezTo>
                  <a:lnTo>
                    <a:pt x="0" y="3"/>
                  </a:lnTo>
                  <a:cubicBezTo>
                    <a:pt x="0" y="4"/>
                    <a:pt x="0" y="4"/>
                    <a:pt x="0" y="4"/>
                  </a:cubicBezTo>
                  <a:lnTo>
                    <a:pt x="0" y="5"/>
                  </a:lnTo>
                  <a:cubicBezTo>
                    <a:pt x="0" y="5"/>
                    <a:pt x="1" y="5"/>
                    <a:pt x="1" y="6"/>
                  </a:cubicBezTo>
                  <a:lnTo>
                    <a:pt x="2" y="6"/>
                  </a:lnTo>
                  <a:cubicBezTo>
                    <a:pt x="50" y="10"/>
                    <a:pt x="105" y="8"/>
                    <a:pt x="152" y="24"/>
                  </a:cubicBezTo>
                  <a:cubicBezTo>
                    <a:pt x="182" y="37"/>
                    <a:pt x="211" y="50"/>
                    <a:pt x="239" y="66"/>
                  </a:cubicBezTo>
                  <a:cubicBezTo>
                    <a:pt x="271" y="81"/>
                    <a:pt x="305" y="89"/>
                    <a:pt x="336" y="108"/>
                  </a:cubicBezTo>
                  <a:cubicBezTo>
                    <a:pt x="385" y="139"/>
                    <a:pt x="432" y="173"/>
                    <a:pt x="483" y="203"/>
                  </a:cubicBezTo>
                  <a:cubicBezTo>
                    <a:pt x="533" y="232"/>
                    <a:pt x="569" y="298"/>
                    <a:pt x="614" y="337"/>
                  </a:cubicBezTo>
                  <a:lnTo>
                    <a:pt x="615" y="337"/>
                  </a:lnTo>
                  <a:cubicBezTo>
                    <a:pt x="615" y="337"/>
                    <a:pt x="615" y="338"/>
                    <a:pt x="616" y="338"/>
                  </a:cubicBezTo>
                  <a:cubicBezTo>
                    <a:pt x="616" y="338"/>
                    <a:pt x="616" y="337"/>
                    <a:pt x="617" y="337"/>
                  </a:cubicBezTo>
                  <a:lnTo>
                    <a:pt x="618" y="336"/>
                  </a:lnTo>
                  <a:lnTo>
                    <a:pt x="618" y="335"/>
                  </a:lnTo>
                  <a:lnTo>
                    <a:pt x="618" y="334"/>
                  </a:lnTo>
                  <a:lnTo>
                    <a:pt x="617" y="334"/>
                  </a:lnTo>
                  <a:cubicBezTo>
                    <a:pt x="582" y="289"/>
                    <a:pt x="545" y="235"/>
                    <a:pt x="498" y="201"/>
                  </a:cubicBezTo>
                  <a:cubicBezTo>
                    <a:pt x="454" y="170"/>
                    <a:pt x="411" y="139"/>
                    <a:pt x="366" y="111"/>
                  </a:cubicBezTo>
                  <a:cubicBezTo>
                    <a:pt x="312" y="81"/>
                    <a:pt x="257" y="56"/>
                    <a:pt x="199" y="34"/>
                  </a:cubicBezTo>
                  <a:cubicBezTo>
                    <a:pt x="151" y="12"/>
                    <a:pt x="98" y="0"/>
                    <a:pt x="44" y="0"/>
                  </a:cubicBezTo>
                  <a:cubicBezTo>
                    <a:pt x="30" y="0"/>
                    <a:pt x="16"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9063000" y="3611520"/>
              <a:ext cx="142560" cy="107280"/>
            </a:xfrm>
            <a:custGeom>
              <a:rect b="b" l="l" r="r" t="t"/>
              <a:pathLst>
                <a:path extrusionOk="0" h="298" w="396">
                  <a:moveTo>
                    <a:pt x="1" y="4"/>
                  </a:moveTo>
                  <a:cubicBezTo>
                    <a:pt x="27" y="58"/>
                    <a:pt x="93" y="72"/>
                    <a:pt x="131" y="115"/>
                  </a:cubicBezTo>
                  <a:cubicBezTo>
                    <a:pt x="148" y="133"/>
                    <a:pt x="193" y="160"/>
                    <a:pt x="218" y="152"/>
                  </a:cubicBezTo>
                  <a:cubicBezTo>
                    <a:pt x="219" y="152"/>
                    <a:pt x="219" y="152"/>
                    <a:pt x="219" y="152"/>
                  </a:cubicBezTo>
                  <a:cubicBezTo>
                    <a:pt x="220" y="152"/>
                    <a:pt x="221" y="151"/>
                    <a:pt x="221" y="150"/>
                  </a:cubicBezTo>
                  <a:cubicBezTo>
                    <a:pt x="221" y="149"/>
                    <a:pt x="222" y="148"/>
                    <a:pt x="222" y="148"/>
                  </a:cubicBezTo>
                  <a:cubicBezTo>
                    <a:pt x="222" y="147"/>
                    <a:pt x="222" y="147"/>
                    <a:pt x="222" y="147"/>
                  </a:cubicBezTo>
                  <a:cubicBezTo>
                    <a:pt x="222" y="134"/>
                    <a:pt x="209" y="127"/>
                    <a:pt x="209" y="113"/>
                  </a:cubicBezTo>
                  <a:cubicBezTo>
                    <a:pt x="209" y="112"/>
                    <a:pt x="210" y="111"/>
                    <a:pt x="210" y="110"/>
                  </a:cubicBezTo>
                  <a:cubicBezTo>
                    <a:pt x="210" y="108"/>
                    <a:pt x="209" y="106"/>
                    <a:pt x="208" y="103"/>
                  </a:cubicBezTo>
                  <a:cubicBezTo>
                    <a:pt x="215" y="115"/>
                    <a:pt x="225" y="124"/>
                    <a:pt x="235" y="132"/>
                  </a:cubicBezTo>
                  <a:cubicBezTo>
                    <a:pt x="266" y="158"/>
                    <a:pt x="295" y="186"/>
                    <a:pt x="322" y="215"/>
                  </a:cubicBezTo>
                  <a:cubicBezTo>
                    <a:pt x="343" y="238"/>
                    <a:pt x="377" y="264"/>
                    <a:pt x="388" y="294"/>
                  </a:cubicBezTo>
                  <a:cubicBezTo>
                    <a:pt x="390" y="297"/>
                    <a:pt x="395" y="297"/>
                    <a:pt x="395" y="294"/>
                  </a:cubicBezTo>
                  <a:cubicBezTo>
                    <a:pt x="392" y="264"/>
                    <a:pt x="365" y="243"/>
                    <a:pt x="346" y="220"/>
                  </a:cubicBezTo>
                  <a:cubicBezTo>
                    <a:pt x="306" y="169"/>
                    <a:pt x="257" y="125"/>
                    <a:pt x="202" y="90"/>
                  </a:cubicBezTo>
                  <a:cubicBezTo>
                    <a:pt x="198" y="88"/>
                    <a:pt x="193" y="93"/>
                    <a:pt x="195" y="97"/>
                  </a:cubicBezTo>
                  <a:cubicBezTo>
                    <a:pt x="201" y="108"/>
                    <a:pt x="198" y="119"/>
                    <a:pt x="203" y="131"/>
                  </a:cubicBezTo>
                  <a:cubicBezTo>
                    <a:pt x="216" y="160"/>
                    <a:pt x="133" y="102"/>
                    <a:pt x="130" y="99"/>
                  </a:cubicBezTo>
                  <a:cubicBezTo>
                    <a:pt x="94" y="58"/>
                    <a:pt x="39" y="45"/>
                    <a:pt x="5" y="3"/>
                  </a:cubicBezTo>
                  <a:cubicBezTo>
                    <a:pt x="3" y="0"/>
                    <a:pt x="0" y="2"/>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9160920" y="3600720"/>
              <a:ext cx="140400" cy="96120"/>
            </a:xfrm>
            <a:custGeom>
              <a:rect b="b" l="l" r="r" t="t"/>
              <a:pathLst>
                <a:path extrusionOk="0" h="267" w="390">
                  <a:moveTo>
                    <a:pt x="259" y="138"/>
                  </a:moveTo>
                  <a:cubicBezTo>
                    <a:pt x="232" y="106"/>
                    <a:pt x="197" y="57"/>
                    <a:pt x="157" y="41"/>
                  </a:cubicBezTo>
                  <a:cubicBezTo>
                    <a:pt x="131" y="31"/>
                    <a:pt x="118" y="17"/>
                    <a:pt x="90" y="13"/>
                  </a:cubicBezTo>
                  <a:cubicBezTo>
                    <a:pt x="62" y="8"/>
                    <a:pt x="32" y="3"/>
                    <a:pt x="1" y="0"/>
                  </a:cubicBezTo>
                  <a:cubicBezTo>
                    <a:pt x="1" y="1"/>
                    <a:pt x="0" y="1"/>
                    <a:pt x="0" y="1"/>
                  </a:cubicBezTo>
                  <a:cubicBezTo>
                    <a:pt x="0" y="2"/>
                    <a:pt x="0" y="2"/>
                    <a:pt x="0" y="2"/>
                  </a:cubicBezTo>
                  <a:cubicBezTo>
                    <a:pt x="0" y="3"/>
                    <a:pt x="0" y="3"/>
                    <a:pt x="0" y="3"/>
                  </a:cubicBezTo>
                  <a:cubicBezTo>
                    <a:pt x="0" y="4"/>
                    <a:pt x="1" y="4"/>
                    <a:pt x="1" y="4"/>
                  </a:cubicBezTo>
                  <a:cubicBezTo>
                    <a:pt x="41" y="13"/>
                    <a:pt x="100" y="11"/>
                    <a:pt x="131" y="41"/>
                  </a:cubicBezTo>
                  <a:cubicBezTo>
                    <a:pt x="148" y="58"/>
                    <a:pt x="175" y="66"/>
                    <a:pt x="193" y="83"/>
                  </a:cubicBezTo>
                  <a:cubicBezTo>
                    <a:pt x="213" y="104"/>
                    <a:pt x="233" y="123"/>
                    <a:pt x="255" y="141"/>
                  </a:cubicBezTo>
                  <a:cubicBezTo>
                    <a:pt x="231" y="127"/>
                    <a:pt x="204" y="116"/>
                    <a:pt x="177" y="107"/>
                  </a:cubicBezTo>
                  <a:cubicBezTo>
                    <a:pt x="151" y="96"/>
                    <a:pt x="124" y="88"/>
                    <a:pt x="96" y="83"/>
                  </a:cubicBezTo>
                  <a:cubicBezTo>
                    <a:pt x="95" y="83"/>
                    <a:pt x="95" y="82"/>
                    <a:pt x="94" y="83"/>
                  </a:cubicBezTo>
                  <a:cubicBezTo>
                    <a:pt x="93" y="84"/>
                    <a:pt x="93" y="84"/>
                    <a:pt x="93" y="85"/>
                  </a:cubicBezTo>
                  <a:lnTo>
                    <a:pt x="93" y="86"/>
                  </a:lnTo>
                  <a:cubicBezTo>
                    <a:pt x="93" y="87"/>
                    <a:pt x="93" y="87"/>
                    <a:pt x="93" y="87"/>
                  </a:cubicBezTo>
                  <a:cubicBezTo>
                    <a:pt x="93" y="88"/>
                    <a:pt x="93" y="88"/>
                    <a:pt x="94" y="89"/>
                  </a:cubicBezTo>
                  <a:cubicBezTo>
                    <a:pt x="95" y="90"/>
                    <a:pt x="95" y="89"/>
                    <a:pt x="96" y="89"/>
                  </a:cubicBezTo>
                  <a:cubicBezTo>
                    <a:pt x="117" y="94"/>
                    <a:pt x="137" y="102"/>
                    <a:pt x="157" y="112"/>
                  </a:cubicBezTo>
                  <a:cubicBezTo>
                    <a:pt x="191" y="123"/>
                    <a:pt x="225" y="138"/>
                    <a:pt x="257" y="155"/>
                  </a:cubicBezTo>
                  <a:cubicBezTo>
                    <a:pt x="261" y="158"/>
                    <a:pt x="266" y="160"/>
                    <a:pt x="270" y="163"/>
                  </a:cubicBezTo>
                  <a:cubicBezTo>
                    <a:pt x="290" y="174"/>
                    <a:pt x="310" y="188"/>
                    <a:pt x="328" y="203"/>
                  </a:cubicBezTo>
                  <a:cubicBezTo>
                    <a:pt x="331" y="206"/>
                    <a:pt x="378" y="262"/>
                    <a:pt x="380" y="262"/>
                  </a:cubicBezTo>
                  <a:cubicBezTo>
                    <a:pt x="378" y="263"/>
                    <a:pt x="380" y="266"/>
                    <a:pt x="381" y="266"/>
                  </a:cubicBezTo>
                  <a:lnTo>
                    <a:pt x="385" y="266"/>
                  </a:lnTo>
                  <a:lnTo>
                    <a:pt x="386" y="266"/>
                  </a:lnTo>
                  <a:cubicBezTo>
                    <a:pt x="386" y="266"/>
                    <a:pt x="387" y="266"/>
                    <a:pt x="388" y="265"/>
                  </a:cubicBezTo>
                  <a:cubicBezTo>
                    <a:pt x="388" y="265"/>
                    <a:pt x="389" y="265"/>
                    <a:pt x="389" y="264"/>
                  </a:cubicBezTo>
                  <a:cubicBezTo>
                    <a:pt x="389" y="263"/>
                    <a:pt x="389" y="263"/>
                    <a:pt x="389" y="262"/>
                  </a:cubicBezTo>
                  <a:cubicBezTo>
                    <a:pt x="389" y="261"/>
                    <a:pt x="389" y="261"/>
                    <a:pt x="389" y="260"/>
                  </a:cubicBezTo>
                  <a:cubicBezTo>
                    <a:pt x="360" y="207"/>
                    <a:pt x="312" y="175"/>
                    <a:pt x="263" y="145"/>
                  </a:cubicBezTo>
                  <a:lnTo>
                    <a:pt x="258" y="142"/>
                  </a:lnTo>
                  <a:cubicBezTo>
                    <a:pt x="259" y="142"/>
                    <a:pt x="259" y="142"/>
                    <a:pt x="259" y="141"/>
                  </a:cubicBezTo>
                  <a:lnTo>
                    <a:pt x="259" y="140"/>
                  </a:lnTo>
                  <a:lnTo>
                    <a:pt x="259" y="139"/>
                  </a:lnTo>
                  <a:lnTo>
                    <a:pt x="259" y="1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9283320" y="3689640"/>
              <a:ext cx="62280" cy="129960"/>
            </a:xfrm>
            <a:custGeom>
              <a:rect b="b" l="l" r="r" t="t"/>
              <a:pathLst>
                <a:path extrusionOk="0" h="361" w="173">
                  <a:moveTo>
                    <a:pt x="46" y="36"/>
                  </a:moveTo>
                  <a:cubicBezTo>
                    <a:pt x="35" y="24"/>
                    <a:pt x="20" y="17"/>
                    <a:pt x="9" y="4"/>
                  </a:cubicBezTo>
                  <a:cubicBezTo>
                    <a:pt x="5" y="0"/>
                    <a:pt x="0" y="4"/>
                    <a:pt x="2" y="9"/>
                  </a:cubicBezTo>
                  <a:cubicBezTo>
                    <a:pt x="11" y="30"/>
                    <a:pt x="33" y="41"/>
                    <a:pt x="44" y="63"/>
                  </a:cubicBezTo>
                  <a:cubicBezTo>
                    <a:pt x="58" y="94"/>
                    <a:pt x="79" y="122"/>
                    <a:pt x="93" y="154"/>
                  </a:cubicBezTo>
                  <a:cubicBezTo>
                    <a:pt x="124" y="219"/>
                    <a:pt x="141" y="289"/>
                    <a:pt x="164" y="357"/>
                  </a:cubicBezTo>
                  <a:cubicBezTo>
                    <a:pt x="164" y="358"/>
                    <a:pt x="164" y="358"/>
                    <a:pt x="164" y="358"/>
                  </a:cubicBezTo>
                  <a:cubicBezTo>
                    <a:pt x="165" y="359"/>
                    <a:pt x="166" y="358"/>
                    <a:pt x="166" y="359"/>
                  </a:cubicBezTo>
                  <a:cubicBezTo>
                    <a:pt x="167" y="359"/>
                    <a:pt x="167" y="360"/>
                    <a:pt x="168" y="360"/>
                  </a:cubicBezTo>
                  <a:cubicBezTo>
                    <a:pt x="169" y="360"/>
                    <a:pt x="169" y="360"/>
                    <a:pt x="170" y="359"/>
                  </a:cubicBezTo>
                  <a:cubicBezTo>
                    <a:pt x="170" y="359"/>
                    <a:pt x="171" y="359"/>
                    <a:pt x="171" y="358"/>
                  </a:cubicBezTo>
                  <a:cubicBezTo>
                    <a:pt x="171" y="358"/>
                    <a:pt x="172" y="358"/>
                    <a:pt x="172" y="357"/>
                  </a:cubicBezTo>
                  <a:cubicBezTo>
                    <a:pt x="171" y="330"/>
                    <a:pt x="165" y="304"/>
                    <a:pt x="156" y="279"/>
                  </a:cubicBezTo>
                  <a:cubicBezTo>
                    <a:pt x="145" y="238"/>
                    <a:pt x="132" y="198"/>
                    <a:pt x="117" y="160"/>
                  </a:cubicBezTo>
                  <a:cubicBezTo>
                    <a:pt x="108" y="139"/>
                    <a:pt x="98" y="117"/>
                    <a:pt x="86" y="98"/>
                  </a:cubicBezTo>
                  <a:cubicBezTo>
                    <a:pt x="83" y="91"/>
                    <a:pt x="78" y="85"/>
                    <a:pt x="74" y="79"/>
                  </a:cubicBezTo>
                  <a:cubicBezTo>
                    <a:pt x="73" y="77"/>
                    <a:pt x="73" y="74"/>
                    <a:pt x="71" y="72"/>
                  </a:cubicBezTo>
                  <a:cubicBezTo>
                    <a:pt x="64" y="59"/>
                    <a:pt x="55" y="48"/>
                    <a:pt x="46"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9109800" y="3479040"/>
              <a:ext cx="431640" cy="399600"/>
            </a:xfrm>
            <a:custGeom>
              <a:rect b="b" l="l" r="r" t="t"/>
              <a:pathLst>
                <a:path extrusionOk="0" h="1110" w="1199">
                  <a:moveTo>
                    <a:pt x="1044" y="670"/>
                  </a:moveTo>
                  <a:cubicBezTo>
                    <a:pt x="985" y="532"/>
                    <a:pt x="878" y="414"/>
                    <a:pt x="771" y="313"/>
                  </a:cubicBezTo>
                  <a:cubicBezTo>
                    <a:pt x="746" y="287"/>
                    <a:pt x="718" y="263"/>
                    <a:pt x="689" y="241"/>
                  </a:cubicBezTo>
                  <a:cubicBezTo>
                    <a:pt x="661" y="220"/>
                    <a:pt x="630" y="201"/>
                    <a:pt x="601" y="183"/>
                  </a:cubicBezTo>
                  <a:cubicBezTo>
                    <a:pt x="570" y="168"/>
                    <a:pt x="537" y="158"/>
                    <a:pt x="503" y="153"/>
                  </a:cubicBezTo>
                  <a:cubicBezTo>
                    <a:pt x="459" y="144"/>
                    <a:pt x="415" y="133"/>
                    <a:pt x="371" y="124"/>
                  </a:cubicBezTo>
                  <a:cubicBezTo>
                    <a:pt x="335" y="119"/>
                    <a:pt x="299" y="116"/>
                    <a:pt x="262" y="116"/>
                  </a:cubicBezTo>
                  <a:cubicBezTo>
                    <a:pt x="259" y="116"/>
                    <a:pt x="256" y="116"/>
                    <a:pt x="253" y="116"/>
                  </a:cubicBezTo>
                  <a:cubicBezTo>
                    <a:pt x="287" y="99"/>
                    <a:pt x="319" y="78"/>
                    <a:pt x="351" y="60"/>
                  </a:cubicBezTo>
                  <a:cubicBezTo>
                    <a:pt x="380" y="45"/>
                    <a:pt x="411" y="34"/>
                    <a:pt x="443" y="27"/>
                  </a:cubicBezTo>
                  <a:cubicBezTo>
                    <a:pt x="459" y="23"/>
                    <a:pt x="480" y="22"/>
                    <a:pt x="494" y="17"/>
                  </a:cubicBezTo>
                  <a:cubicBezTo>
                    <a:pt x="510" y="13"/>
                    <a:pt x="527" y="11"/>
                    <a:pt x="545" y="11"/>
                  </a:cubicBezTo>
                  <a:cubicBezTo>
                    <a:pt x="552" y="11"/>
                    <a:pt x="559" y="11"/>
                    <a:pt x="567" y="12"/>
                  </a:cubicBezTo>
                  <a:cubicBezTo>
                    <a:pt x="593" y="15"/>
                    <a:pt x="618" y="20"/>
                    <a:pt x="644" y="26"/>
                  </a:cubicBezTo>
                  <a:cubicBezTo>
                    <a:pt x="683" y="31"/>
                    <a:pt x="748" y="54"/>
                    <a:pt x="773" y="86"/>
                  </a:cubicBezTo>
                  <a:cubicBezTo>
                    <a:pt x="774" y="87"/>
                    <a:pt x="774" y="87"/>
                    <a:pt x="775" y="88"/>
                  </a:cubicBezTo>
                  <a:lnTo>
                    <a:pt x="776" y="88"/>
                  </a:lnTo>
                  <a:cubicBezTo>
                    <a:pt x="777" y="88"/>
                    <a:pt x="778" y="88"/>
                    <a:pt x="778" y="88"/>
                  </a:cubicBezTo>
                  <a:cubicBezTo>
                    <a:pt x="779" y="87"/>
                    <a:pt x="779" y="87"/>
                    <a:pt x="779" y="86"/>
                  </a:cubicBezTo>
                  <a:cubicBezTo>
                    <a:pt x="780" y="85"/>
                    <a:pt x="780" y="85"/>
                    <a:pt x="780" y="85"/>
                  </a:cubicBezTo>
                  <a:cubicBezTo>
                    <a:pt x="780" y="84"/>
                    <a:pt x="780" y="83"/>
                    <a:pt x="779" y="83"/>
                  </a:cubicBezTo>
                  <a:cubicBezTo>
                    <a:pt x="764" y="50"/>
                    <a:pt x="725" y="40"/>
                    <a:pt x="695" y="27"/>
                  </a:cubicBezTo>
                  <a:cubicBezTo>
                    <a:pt x="654" y="9"/>
                    <a:pt x="610" y="0"/>
                    <a:pt x="566" y="0"/>
                  </a:cubicBezTo>
                  <a:cubicBezTo>
                    <a:pt x="518" y="0"/>
                    <a:pt x="471" y="6"/>
                    <a:pt x="424" y="18"/>
                  </a:cubicBezTo>
                  <a:cubicBezTo>
                    <a:pt x="357" y="34"/>
                    <a:pt x="303" y="71"/>
                    <a:pt x="250" y="112"/>
                  </a:cubicBezTo>
                  <a:cubicBezTo>
                    <a:pt x="249" y="112"/>
                    <a:pt x="249" y="113"/>
                    <a:pt x="249" y="113"/>
                  </a:cubicBezTo>
                  <a:lnTo>
                    <a:pt x="248" y="114"/>
                  </a:lnTo>
                  <a:cubicBezTo>
                    <a:pt x="248" y="115"/>
                    <a:pt x="249" y="115"/>
                    <a:pt x="249" y="115"/>
                  </a:cubicBezTo>
                  <a:cubicBezTo>
                    <a:pt x="249" y="116"/>
                    <a:pt x="249" y="116"/>
                    <a:pt x="250" y="116"/>
                  </a:cubicBezTo>
                  <a:lnTo>
                    <a:pt x="244" y="116"/>
                  </a:lnTo>
                  <a:cubicBezTo>
                    <a:pt x="235" y="115"/>
                    <a:pt x="226" y="115"/>
                    <a:pt x="217" y="115"/>
                  </a:cubicBezTo>
                  <a:cubicBezTo>
                    <a:pt x="191" y="115"/>
                    <a:pt x="165" y="119"/>
                    <a:pt x="140" y="126"/>
                  </a:cubicBezTo>
                  <a:cubicBezTo>
                    <a:pt x="126" y="133"/>
                    <a:pt x="113" y="139"/>
                    <a:pt x="100" y="147"/>
                  </a:cubicBezTo>
                  <a:cubicBezTo>
                    <a:pt x="85" y="156"/>
                    <a:pt x="71" y="165"/>
                    <a:pt x="56" y="175"/>
                  </a:cubicBezTo>
                  <a:cubicBezTo>
                    <a:pt x="35" y="189"/>
                    <a:pt x="14" y="197"/>
                    <a:pt x="2" y="221"/>
                  </a:cubicBezTo>
                  <a:cubicBezTo>
                    <a:pt x="0" y="224"/>
                    <a:pt x="6" y="228"/>
                    <a:pt x="8" y="224"/>
                  </a:cubicBezTo>
                  <a:cubicBezTo>
                    <a:pt x="24" y="195"/>
                    <a:pt x="69" y="179"/>
                    <a:pt x="98" y="164"/>
                  </a:cubicBezTo>
                  <a:cubicBezTo>
                    <a:pt x="132" y="144"/>
                    <a:pt x="170" y="134"/>
                    <a:pt x="209" y="133"/>
                  </a:cubicBezTo>
                  <a:cubicBezTo>
                    <a:pt x="214" y="133"/>
                    <a:pt x="219" y="132"/>
                    <a:pt x="224" y="132"/>
                  </a:cubicBezTo>
                  <a:cubicBezTo>
                    <a:pt x="302" y="132"/>
                    <a:pt x="380" y="142"/>
                    <a:pt x="456" y="159"/>
                  </a:cubicBezTo>
                  <a:cubicBezTo>
                    <a:pt x="531" y="179"/>
                    <a:pt x="602" y="199"/>
                    <a:pt x="666" y="243"/>
                  </a:cubicBezTo>
                  <a:cubicBezTo>
                    <a:pt x="693" y="261"/>
                    <a:pt x="718" y="281"/>
                    <a:pt x="741" y="304"/>
                  </a:cubicBezTo>
                  <a:cubicBezTo>
                    <a:pt x="763" y="329"/>
                    <a:pt x="787" y="353"/>
                    <a:pt x="813" y="374"/>
                  </a:cubicBezTo>
                  <a:cubicBezTo>
                    <a:pt x="829" y="388"/>
                    <a:pt x="844" y="403"/>
                    <a:pt x="856" y="420"/>
                  </a:cubicBezTo>
                  <a:cubicBezTo>
                    <a:pt x="861" y="425"/>
                    <a:pt x="865" y="429"/>
                    <a:pt x="871" y="433"/>
                  </a:cubicBezTo>
                  <a:cubicBezTo>
                    <a:pt x="889" y="451"/>
                    <a:pt x="906" y="471"/>
                    <a:pt x="922" y="492"/>
                  </a:cubicBezTo>
                  <a:cubicBezTo>
                    <a:pt x="949" y="524"/>
                    <a:pt x="974" y="558"/>
                    <a:pt x="994" y="594"/>
                  </a:cubicBezTo>
                  <a:cubicBezTo>
                    <a:pt x="1012" y="624"/>
                    <a:pt x="1026" y="655"/>
                    <a:pt x="1039" y="686"/>
                  </a:cubicBezTo>
                  <a:cubicBezTo>
                    <a:pt x="1065" y="750"/>
                    <a:pt x="1093" y="811"/>
                    <a:pt x="1117" y="876"/>
                  </a:cubicBezTo>
                  <a:cubicBezTo>
                    <a:pt x="1144" y="950"/>
                    <a:pt x="1152" y="1034"/>
                    <a:pt x="1188" y="1104"/>
                  </a:cubicBezTo>
                  <a:cubicBezTo>
                    <a:pt x="1190" y="1109"/>
                    <a:pt x="1198" y="1106"/>
                    <a:pt x="1196" y="1101"/>
                  </a:cubicBezTo>
                  <a:cubicBezTo>
                    <a:pt x="1171" y="1032"/>
                    <a:pt x="1165" y="957"/>
                    <a:pt x="1138" y="888"/>
                  </a:cubicBezTo>
                  <a:cubicBezTo>
                    <a:pt x="1108" y="813"/>
                    <a:pt x="1076" y="743"/>
                    <a:pt x="1044" y="6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9045360" y="3341880"/>
              <a:ext cx="531000" cy="924840"/>
            </a:xfrm>
            <a:custGeom>
              <a:rect b="b" l="l" r="r" t="t"/>
              <a:pathLst>
                <a:path extrusionOk="0" h="2569" w="1475">
                  <a:moveTo>
                    <a:pt x="1441" y="1361"/>
                  </a:moveTo>
                  <a:cubicBezTo>
                    <a:pt x="1438" y="1340"/>
                    <a:pt x="1431" y="1319"/>
                    <a:pt x="1427" y="1298"/>
                  </a:cubicBezTo>
                  <a:cubicBezTo>
                    <a:pt x="1421" y="1266"/>
                    <a:pt x="1416" y="1235"/>
                    <a:pt x="1409" y="1204"/>
                  </a:cubicBezTo>
                  <a:cubicBezTo>
                    <a:pt x="1403" y="1178"/>
                    <a:pt x="1393" y="1153"/>
                    <a:pt x="1381" y="1130"/>
                  </a:cubicBezTo>
                  <a:cubicBezTo>
                    <a:pt x="1380" y="1126"/>
                    <a:pt x="1378" y="1123"/>
                    <a:pt x="1376" y="1120"/>
                  </a:cubicBezTo>
                  <a:cubicBezTo>
                    <a:pt x="1374" y="1116"/>
                    <a:pt x="1371" y="1111"/>
                    <a:pt x="1368" y="1107"/>
                  </a:cubicBezTo>
                  <a:cubicBezTo>
                    <a:pt x="1343" y="1068"/>
                    <a:pt x="1379" y="1104"/>
                    <a:pt x="1382" y="1092"/>
                  </a:cubicBezTo>
                  <a:lnTo>
                    <a:pt x="1382" y="1094"/>
                  </a:lnTo>
                  <a:cubicBezTo>
                    <a:pt x="1382" y="1094"/>
                    <a:pt x="1381" y="1095"/>
                    <a:pt x="1382" y="1095"/>
                  </a:cubicBezTo>
                  <a:cubicBezTo>
                    <a:pt x="1383" y="1096"/>
                    <a:pt x="1383" y="1097"/>
                    <a:pt x="1384" y="1097"/>
                  </a:cubicBezTo>
                  <a:cubicBezTo>
                    <a:pt x="1385" y="1098"/>
                    <a:pt x="1386" y="1097"/>
                    <a:pt x="1387" y="1097"/>
                  </a:cubicBezTo>
                  <a:cubicBezTo>
                    <a:pt x="1388" y="1097"/>
                    <a:pt x="1389" y="1098"/>
                    <a:pt x="1390" y="1097"/>
                  </a:cubicBezTo>
                  <a:cubicBezTo>
                    <a:pt x="1391" y="1097"/>
                    <a:pt x="1392" y="1095"/>
                    <a:pt x="1392" y="1095"/>
                  </a:cubicBezTo>
                  <a:cubicBezTo>
                    <a:pt x="1393" y="1094"/>
                    <a:pt x="1393" y="1093"/>
                    <a:pt x="1393" y="1092"/>
                  </a:cubicBezTo>
                  <a:lnTo>
                    <a:pt x="1393" y="1083"/>
                  </a:lnTo>
                  <a:cubicBezTo>
                    <a:pt x="1400" y="1112"/>
                    <a:pt x="1410" y="1141"/>
                    <a:pt x="1421" y="1168"/>
                  </a:cubicBezTo>
                  <a:cubicBezTo>
                    <a:pt x="1432" y="1195"/>
                    <a:pt x="1451" y="1217"/>
                    <a:pt x="1462" y="1243"/>
                  </a:cubicBezTo>
                  <a:lnTo>
                    <a:pt x="1462" y="1244"/>
                  </a:lnTo>
                  <a:lnTo>
                    <a:pt x="1463" y="1244"/>
                  </a:lnTo>
                  <a:cubicBezTo>
                    <a:pt x="1463" y="1244"/>
                    <a:pt x="1463" y="1245"/>
                    <a:pt x="1464" y="1244"/>
                  </a:cubicBezTo>
                  <a:cubicBezTo>
                    <a:pt x="1465" y="1244"/>
                    <a:pt x="1464" y="1243"/>
                    <a:pt x="1464" y="1243"/>
                  </a:cubicBezTo>
                  <a:cubicBezTo>
                    <a:pt x="1458" y="1227"/>
                    <a:pt x="1451" y="1212"/>
                    <a:pt x="1443" y="1198"/>
                  </a:cubicBezTo>
                  <a:cubicBezTo>
                    <a:pt x="1419" y="1147"/>
                    <a:pt x="1404" y="1093"/>
                    <a:pt x="1400" y="1037"/>
                  </a:cubicBezTo>
                  <a:cubicBezTo>
                    <a:pt x="1397" y="973"/>
                    <a:pt x="1411" y="914"/>
                    <a:pt x="1404" y="850"/>
                  </a:cubicBezTo>
                  <a:cubicBezTo>
                    <a:pt x="1404" y="849"/>
                    <a:pt x="1404" y="849"/>
                    <a:pt x="1403" y="847"/>
                  </a:cubicBezTo>
                  <a:cubicBezTo>
                    <a:pt x="1402" y="846"/>
                    <a:pt x="1403" y="846"/>
                    <a:pt x="1402" y="845"/>
                  </a:cubicBezTo>
                  <a:cubicBezTo>
                    <a:pt x="1401" y="845"/>
                    <a:pt x="1400" y="845"/>
                    <a:pt x="1399" y="845"/>
                  </a:cubicBezTo>
                  <a:cubicBezTo>
                    <a:pt x="1398" y="845"/>
                    <a:pt x="1397" y="845"/>
                    <a:pt x="1396" y="845"/>
                  </a:cubicBezTo>
                  <a:cubicBezTo>
                    <a:pt x="1395" y="846"/>
                    <a:pt x="1395" y="846"/>
                    <a:pt x="1395" y="847"/>
                  </a:cubicBezTo>
                  <a:cubicBezTo>
                    <a:pt x="1394" y="849"/>
                    <a:pt x="1394" y="849"/>
                    <a:pt x="1394" y="850"/>
                  </a:cubicBezTo>
                  <a:cubicBezTo>
                    <a:pt x="1390" y="884"/>
                    <a:pt x="1398" y="925"/>
                    <a:pt x="1389" y="958"/>
                  </a:cubicBezTo>
                  <a:cubicBezTo>
                    <a:pt x="1387" y="966"/>
                    <a:pt x="1385" y="974"/>
                    <a:pt x="1385" y="983"/>
                  </a:cubicBezTo>
                  <a:cubicBezTo>
                    <a:pt x="1375" y="961"/>
                    <a:pt x="1365" y="940"/>
                    <a:pt x="1353" y="919"/>
                  </a:cubicBezTo>
                  <a:cubicBezTo>
                    <a:pt x="1351" y="917"/>
                    <a:pt x="1350" y="914"/>
                    <a:pt x="1349" y="912"/>
                  </a:cubicBezTo>
                  <a:cubicBezTo>
                    <a:pt x="1349" y="911"/>
                    <a:pt x="1350" y="910"/>
                    <a:pt x="1350" y="909"/>
                  </a:cubicBezTo>
                  <a:cubicBezTo>
                    <a:pt x="1350" y="908"/>
                    <a:pt x="1349" y="907"/>
                    <a:pt x="1349" y="907"/>
                  </a:cubicBezTo>
                  <a:cubicBezTo>
                    <a:pt x="1349" y="906"/>
                    <a:pt x="1349" y="906"/>
                    <a:pt x="1349" y="906"/>
                  </a:cubicBezTo>
                  <a:cubicBezTo>
                    <a:pt x="1346" y="902"/>
                    <a:pt x="1343" y="899"/>
                    <a:pt x="1341" y="895"/>
                  </a:cubicBezTo>
                  <a:cubicBezTo>
                    <a:pt x="1338" y="889"/>
                    <a:pt x="1335" y="883"/>
                    <a:pt x="1333" y="877"/>
                  </a:cubicBezTo>
                  <a:cubicBezTo>
                    <a:pt x="1309" y="814"/>
                    <a:pt x="1311" y="745"/>
                    <a:pt x="1308" y="678"/>
                  </a:cubicBezTo>
                  <a:cubicBezTo>
                    <a:pt x="1307" y="678"/>
                    <a:pt x="1307" y="678"/>
                    <a:pt x="1307" y="678"/>
                  </a:cubicBezTo>
                  <a:cubicBezTo>
                    <a:pt x="1307" y="677"/>
                    <a:pt x="1306" y="677"/>
                    <a:pt x="1306" y="677"/>
                  </a:cubicBezTo>
                  <a:lnTo>
                    <a:pt x="1305" y="678"/>
                  </a:lnTo>
                  <a:cubicBezTo>
                    <a:pt x="1301" y="713"/>
                    <a:pt x="1299" y="749"/>
                    <a:pt x="1299" y="784"/>
                  </a:cubicBezTo>
                  <a:cubicBezTo>
                    <a:pt x="1299" y="786"/>
                    <a:pt x="1299" y="789"/>
                    <a:pt x="1299" y="791"/>
                  </a:cubicBezTo>
                  <a:cubicBezTo>
                    <a:pt x="1284" y="759"/>
                    <a:pt x="1265" y="729"/>
                    <a:pt x="1249" y="697"/>
                  </a:cubicBezTo>
                  <a:cubicBezTo>
                    <a:pt x="1248" y="696"/>
                    <a:pt x="1248" y="696"/>
                    <a:pt x="1248" y="695"/>
                  </a:cubicBezTo>
                  <a:cubicBezTo>
                    <a:pt x="1228" y="660"/>
                    <a:pt x="1214" y="622"/>
                    <a:pt x="1208" y="583"/>
                  </a:cubicBezTo>
                  <a:cubicBezTo>
                    <a:pt x="1208" y="583"/>
                    <a:pt x="1207" y="583"/>
                    <a:pt x="1208" y="582"/>
                  </a:cubicBezTo>
                  <a:cubicBezTo>
                    <a:pt x="1209" y="581"/>
                    <a:pt x="1209" y="580"/>
                    <a:pt x="1209" y="579"/>
                  </a:cubicBezTo>
                  <a:lnTo>
                    <a:pt x="1209" y="578"/>
                  </a:lnTo>
                  <a:cubicBezTo>
                    <a:pt x="1208" y="571"/>
                    <a:pt x="1207" y="564"/>
                    <a:pt x="1206" y="558"/>
                  </a:cubicBezTo>
                  <a:cubicBezTo>
                    <a:pt x="1204" y="523"/>
                    <a:pt x="1206" y="488"/>
                    <a:pt x="1204" y="454"/>
                  </a:cubicBezTo>
                  <a:cubicBezTo>
                    <a:pt x="1204" y="446"/>
                    <a:pt x="1192" y="446"/>
                    <a:pt x="1192" y="454"/>
                  </a:cubicBezTo>
                  <a:cubicBezTo>
                    <a:pt x="1190" y="477"/>
                    <a:pt x="1189" y="500"/>
                    <a:pt x="1189" y="523"/>
                  </a:cubicBezTo>
                  <a:cubicBezTo>
                    <a:pt x="1189" y="534"/>
                    <a:pt x="1189" y="545"/>
                    <a:pt x="1189" y="555"/>
                  </a:cubicBezTo>
                  <a:cubicBezTo>
                    <a:pt x="1177" y="540"/>
                    <a:pt x="1166" y="523"/>
                    <a:pt x="1156" y="506"/>
                  </a:cubicBezTo>
                  <a:cubicBezTo>
                    <a:pt x="1139" y="477"/>
                    <a:pt x="1126" y="446"/>
                    <a:pt x="1117" y="414"/>
                  </a:cubicBezTo>
                  <a:cubicBezTo>
                    <a:pt x="1097" y="362"/>
                    <a:pt x="1082" y="309"/>
                    <a:pt x="1071" y="255"/>
                  </a:cubicBezTo>
                  <a:cubicBezTo>
                    <a:pt x="1071" y="254"/>
                    <a:pt x="1071" y="254"/>
                    <a:pt x="1071" y="254"/>
                  </a:cubicBezTo>
                  <a:lnTo>
                    <a:pt x="1070" y="254"/>
                  </a:lnTo>
                  <a:lnTo>
                    <a:pt x="1069" y="254"/>
                  </a:lnTo>
                  <a:lnTo>
                    <a:pt x="1069" y="255"/>
                  </a:lnTo>
                  <a:cubicBezTo>
                    <a:pt x="1072" y="304"/>
                    <a:pt x="1080" y="352"/>
                    <a:pt x="1093" y="398"/>
                  </a:cubicBezTo>
                  <a:cubicBezTo>
                    <a:pt x="1075" y="383"/>
                    <a:pt x="1057" y="367"/>
                    <a:pt x="1040" y="351"/>
                  </a:cubicBezTo>
                  <a:cubicBezTo>
                    <a:pt x="1034" y="346"/>
                    <a:pt x="1028" y="339"/>
                    <a:pt x="1022" y="333"/>
                  </a:cubicBezTo>
                  <a:lnTo>
                    <a:pt x="1023" y="333"/>
                  </a:lnTo>
                  <a:cubicBezTo>
                    <a:pt x="1024" y="332"/>
                    <a:pt x="1024" y="332"/>
                    <a:pt x="1025" y="331"/>
                  </a:cubicBezTo>
                  <a:cubicBezTo>
                    <a:pt x="1025" y="330"/>
                    <a:pt x="1025" y="330"/>
                    <a:pt x="1025" y="329"/>
                  </a:cubicBezTo>
                  <a:cubicBezTo>
                    <a:pt x="1025" y="328"/>
                    <a:pt x="1026" y="327"/>
                    <a:pt x="1025" y="326"/>
                  </a:cubicBezTo>
                  <a:cubicBezTo>
                    <a:pt x="1024" y="326"/>
                    <a:pt x="1024" y="325"/>
                    <a:pt x="1023" y="325"/>
                  </a:cubicBezTo>
                  <a:cubicBezTo>
                    <a:pt x="1023" y="325"/>
                    <a:pt x="1022" y="325"/>
                    <a:pt x="1022" y="324"/>
                  </a:cubicBezTo>
                  <a:cubicBezTo>
                    <a:pt x="1019" y="323"/>
                    <a:pt x="1015" y="322"/>
                    <a:pt x="1011" y="321"/>
                  </a:cubicBezTo>
                  <a:cubicBezTo>
                    <a:pt x="1003" y="311"/>
                    <a:pt x="995" y="301"/>
                    <a:pt x="987" y="291"/>
                  </a:cubicBezTo>
                  <a:cubicBezTo>
                    <a:pt x="967" y="267"/>
                    <a:pt x="941" y="246"/>
                    <a:pt x="923" y="220"/>
                  </a:cubicBezTo>
                  <a:cubicBezTo>
                    <a:pt x="897" y="180"/>
                    <a:pt x="863" y="145"/>
                    <a:pt x="823" y="118"/>
                  </a:cubicBezTo>
                  <a:cubicBezTo>
                    <a:pt x="815" y="113"/>
                    <a:pt x="808" y="108"/>
                    <a:pt x="800" y="103"/>
                  </a:cubicBezTo>
                  <a:cubicBezTo>
                    <a:pt x="784" y="94"/>
                    <a:pt x="766" y="87"/>
                    <a:pt x="748" y="82"/>
                  </a:cubicBezTo>
                  <a:cubicBezTo>
                    <a:pt x="740" y="80"/>
                    <a:pt x="687" y="73"/>
                    <a:pt x="683" y="63"/>
                  </a:cubicBezTo>
                  <a:lnTo>
                    <a:pt x="683" y="62"/>
                  </a:lnTo>
                  <a:cubicBezTo>
                    <a:pt x="682" y="62"/>
                    <a:pt x="682" y="62"/>
                    <a:pt x="682" y="62"/>
                  </a:cubicBezTo>
                  <a:lnTo>
                    <a:pt x="681" y="62"/>
                  </a:lnTo>
                  <a:cubicBezTo>
                    <a:pt x="681" y="63"/>
                    <a:pt x="681" y="63"/>
                    <a:pt x="681" y="63"/>
                  </a:cubicBezTo>
                  <a:lnTo>
                    <a:pt x="681" y="67"/>
                  </a:lnTo>
                  <a:lnTo>
                    <a:pt x="681" y="68"/>
                  </a:lnTo>
                  <a:lnTo>
                    <a:pt x="682" y="69"/>
                  </a:lnTo>
                  <a:cubicBezTo>
                    <a:pt x="698" y="76"/>
                    <a:pt x="714" y="82"/>
                    <a:pt x="730" y="87"/>
                  </a:cubicBezTo>
                  <a:cubicBezTo>
                    <a:pt x="738" y="89"/>
                    <a:pt x="745" y="92"/>
                    <a:pt x="752" y="94"/>
                  </a:cubicBezTo>
                  <a:cubicBezTo>
                    <a:pt x="726" y="94"/>
                    <a:pt x="702" y="107"/>
                    <a:pt x="677" y="105"/>
                  </a:cubicBezTo>
                  <a:cubicBezTo>
                    <a:pt x="638" y="103"/>
                    <a:pt x="595" y="121"/>
                    <a:pt x="559" y="135"/>
                  </a:cubicBezTo>
                  <a:cubicBezTo>
                    <a:pt x="484" y="165"/>
                    <a:pt x="431" y="220"/>
                    <a:pt x="371" y="273"/>
                  </a:cubicBezTo>
                  <a:cubicBezTo>
                    <a:pt x="316" y="321"/>
                    <a:pt x="263" y="372"/>
                    <a:pt x="214" y="426"/>
                  </a:cubicBezTo>
                  <a:cubicBezTo>
                    <a:pt x="241" y="388"/>
                    <a:pt x="268" y="350"/>
                    <a:pt x="294" y="311"/>
                  </a:cubicBezTo>
                  <a:cubicBezTo>
                    <a:pt x="298" y="305"/>
                    <a:pt x="289" y="301"/>
                    <a:pt x="284" y="304"/>
                  </a:cubicBezTo>
                  <a:cubicBezTo>
                    <a:pt x="261" y="323"/>
                    <a:pt x="241" y="344"/>
                    <a:pt x="223" y="367"/>
                  </a:cubicBezTo>
                  <a:lnTo>
                    <a:pt x="225" y="364"/>
                  </a:lnTo>
                  <a:cubicBezTo>
                    <a:pt x="226" y="363"/>
                    <a:pt x="226" y="362"/>
                    <a:pt x="226" y="361"/>
                  </a:cubicBezTo>
                  <a:cubicBezTo>
                    <a:pt x="226" y="360"/>
                    <a:pt x="226" y="359"/>
                    <a:pt x="225" y="358"/>
                  </a:cubicBezTo>
                  <a:cubicBezTo>
                    <a:pt x="224" y="357"/>
                    <a:pt x="224" y="356"/>
                    <a:pt x="223" y="355"/>
                  </a:cubicBezTo>
                  <a:cubicBezTo>
                    <a:pt x="222" y="355"/>
                    <a:pt x="221" y="355"/>
                    <a:pt x="220" y="355"/>
                  </a:cubicBezTo>
                  <a:cubicBezTo>
                    <a:pt x="219" y="355"/>
                    <a:pt x="218" y="355"/>
                    <a:pt x="217" y="355"/>
                  </a:cubicBezTo>
                  <a:cubicBezTo>
                    <a:pt x="216" y="356"/>
                    <a:pt x="216" y="356"/>
                    <a:pt x="215" y="357"/>
                  </a:cubicBezTo>
                  <a:cubicBezTo>
                    <a:pt x="201" y="371"/>
                    <a:pt x="188" y="388"/>
                    <a:pt x="178" y="405"/>
                  </a:cubicBezTo>
                  <a:cubicBezTo>
                    <a:pt x="174" y="412"/>
                    <a:pt x="171" y="417"/>
                    <a:pt x="168" y="423"/>
                  </a:cubicBezTo>
                  <a:cubicBezTo>
                    <a:pt x="168" y="421"/>
                    <a:pt x="168" y="419"/>
                    <a:pt x="170" y="417"/>
                  </a:cubicBezTo>
                  <a:cubicBezTo>
                    <a:pt x="170" y="416"/>
                    <a:pt x="170" y="415"/>
                    <a:pt x="169" y="414"/>
                  </a:cubicBezTo>
                  <a:cubicBezTo>
                    <a:pt x="168" y="413"/>
                    <a:pt x="168" y="413"/>
                    <a:pt x="167" y="412"/>
                  </a:cubicBezTo>
                  <a:cubicBezTo>
                    <a:pt x="166" y="412"/>
                    <a:pt x="165" y="411"/>
                    <a:pt x="164" y="411"/>
                  </a:cubicBezTo>
                  <a:cubicBezTo>
                    <a:pt x="163" y="411"/>
                    <a:pt x="162" y="411"/>
                    <a:pt x="161" y="412"/>
                  </a:cubicBezTo>
                  <a:cubicBezTo>
                    <a:pt x="161" y="412"/>
                    <a:pt x="160" y="413"/>
                    <a:pt x="160" y="414"/>
                  </a:cubicBezTo>
                  <a:lnTo>
                    <a:pt x="155" y="422"/>
                  </a:lnTo>
                  <a:cubicBezTo>
                    <a:pt x="159" y="386"/>
                    <a:pt x="170" y="352"/>
                    <a:pt x="187" y="320"/>
                  </a:cubicBezTo>
                  <a:lnTo>
                    <a:pt x="189" y="318"/>
                  </a:lnTo>
                  <a:lnTo>
                    <a:pt x="190" y="317"/>
                  </a:lnTo>
                  <a:cubicBezTo>
                    <a:pt x="191" y="316"/>
                    <a:pt x="191" y="315"/>
                    <a:pt x="191" y="315"/>
                  </a:cubicBezTo>
                  <a:cubicBezTo>
                    <a:pt x="191" y="314"/>
                    <a:pt x="191" y="314"/>
                    <a:pt x="191" y="313"/>
                  </a:cubicBezTo>
                  <a:cubicBezTo>
                    <a:pt x="192" y="311"/>
                    <a:pt x="194" y="308"/>
                    <a:pt x="195" y="305"/>
                  </a:cubicBezTo>
                  <a:cubicBezTo>
                    <a:pt x="214" y="274"/>
                    <a:pt x="237" y="245"/>
                    <a:pt x="265" y="222"/>
                  </a:cubicBezTo>
                  <a:cubicBezTo>
                    <a:pt x="263" y="225"/>
                    <a:pt x="261" y="228"/>
                    <a:pt x="259" y="232"/>
                  </a:cubicBezTo>
                  <a:cubicBezTo>
                    <a:pt x="246" y="254"/>
                    <a:pt x="238" y="279"/>
                    <a:pt x="236" y="304"/>
                  </a:cubicBezTo>
                  <a:lnTo>
                    <a:pt x="236" y="305"/>
                  </a:lnTo>
                  <a:lnTo>
                    <a:pt x="237" y="306"/>
                  </a:lnTo>
                  <a:cubicBezTo>
                    <a:pt x="238" y="306"/>
                    <a:pt x="238" y="306"/>
                    <a:pt x="239" y="306"/>
                  </a:cubicBezTo>
                  <a:lnTo>
                    <a:pt x="240" y="306"/>
                  </a:lnTo>
                  <a:cubicBezTo>
                    <a:pt x="241" y="306"/>
                    <a:pt x="241" y="305"/>
                    <a:pt x="241" y="305"/>
                  </a:cubicBezTo>
                  <a:cubicBezTo>
                    <a:pt x="241" y="305"/>
                    <a:pt x="241" y="304"/>
                    <a:pt x="242" y="304"/>
                  </a:cubicBezTo>
                  <a:cubicBezTo>
                    <a:pt x="256" y="236"/>
                    <a:pt x="320" y="177"/>
                    <a:pt x="371" y="132"/>
                  </a:cubicBezTo>
                  <a:cubicBezTo>
                    <a:pt x="390" y="117"/>
                    <a:pt x="410" y="103"/>
                    <a:pt x="432" y="90"/>
                  </a:cubicBezTo>
                  <a:cubicBezTo>
                    <a:pt x="445" y="83"/>
                    <a:pt x="458" y="76"/>
                    <a:pt x="472" y="70"/>
                  </a:cubicBezTo>
                  <a:cubicBezTo>
                    <a:pt x="462" y="80"/>
                    <a:pt x="453" y="91"/>
                    <a:pt x="445" y="104"/>
                  </a:cubicBezTo>
                  <a:cubicBezTo>
                    <a:pt x="440" y="113"/>
                    <a:pt x="436" y="122"/>
                    <a:pt x="433" y="131"/>
                  </a:cubicBezTo>
                  <a:cubicBezTo>
                    <a:pt x="433" y="134"/>
                    <a:pt x="436" y="136"/>
                    <a:pt x="437" y="133"/>
                  </a:cubicBezTo>
                  <a:cubicBezTo>
                    <a:pt x="464" y="72"/>
                    <a:pt x="548" y="30"/>
                    <a:pt x="610" y="32"/>
                  </a:cubicBezTo>
                  <a:cubicBezTo>
                    <a:pt x="630" y="32"/>
                    <a:pt x="650" y="36"/>
                    <a:pt x="669" y="38"/>
                  </a:cubicBezTo>
                  <a:cubicBezTo>
                    <a:pt x="693" y="40"/>
                    <a:pt x="726" y="66"/>
                    <a:pt x="748" y="76"/>
                  </a:cubicBezTo>
                  <a:cubicBezTo>
                    <a:pt x="751" y="77"/>
                    <a:pt x="753" y="73"/>
                    <a:pt x="751" y="71"/>
                  </a:cubicBezTo>
                  <a:cubicBezTo>
                    <a:pt x="709" y="14"/>
                    <a:pt x="632" y="0"/>
                    <a:pt x="564" y="18"/>
                  </a:cubicBezTo>
                  <a:cubicBezTo>
                    <a:pt x="541" y="19"/>
                    <a:pt x="519" y="26"/>
                    <a:pt x="499" y="37"/>
                  </a:cubicBezTo>
                  <a:cubicBezTo>
                    <a:pt x="498" y="38"/>
                    <a:pt x="498" y="37"/>
                    <a:pt x="497" y="38"/>
                  </a:cubicBezTo>
                  <a:cubicBezTo>
                    <a:pt x="444" y="66"/>
                    <a:pt x="392" y="89"/>
                    <a:pt x="347" y="129"/>
                  </a:cubicBezTo>
                  <a:cubicBezTo>
                    <a:pt x="322" y="151"/>
                    <a:pt x="298" y="176"/>
                    <a:pt x="278" y="202"/>
                  </a:cubicBezTo>
                  <a:cubicBezTo>
                    <a:pt x="277" y="201"/>
                    <a:pt x="277" y="201"/>
                    <a:pt x="276" y="200"/>
                  </a:cubicBezTo>
                  <a:cubicBezTo>
                    <a:pt x="274" y="199"/>
                    <a:pt x="273" y="199"/>
                    <a:pt x="272" y="199"/>
                  </a:cubicBezTo>
                  <a:cubicBezTo>
                    <a:pt x="271" y="199"/>
                    <a:pt x="270" y="200"/>
                    <a:pt x="269" y="200"/>
                  </a:cubicBezTo>
                  <a:cubicBezTo>
                    <a:pt x="228" y="222"/>
                    <a:pt x="196" y="273"/>
                    <a:pt x="174" y="315"/>
                  </a:cubicBezTo>
                  <a:cubicBezTo>
                    <a:pt x="127" y="356"/>
                    <a:pt x="106" y="396"/>
                    <a:pt x="83" y="455"/>
                  </a:cubicBezTo>
                  <a:cubicBezTo>
                    <a:pt x="69" y="482"/>
                    <a:pt x="58" y="509"/>
                    <a:pt x="51" y="538"/>
                  </a:cubicBezTo>
                  <a:cubicBezTo>
                    <a:pt x="49" y="543"/>
                    <a:pt x="48" y="548"/>
                    <a:pt x="47" y="553"/>
                  </a:cubicBezTo>
                  <a:cubicBezTo>
                    <a:pt x="36" y="583"/>
                    <a:pt x="28" y="614"/>
                    <a:pt x="23" y="645"/>
                  </a:cubicBezTo>
                  <a:cubicBezTo>
                    <a:pt x="18" y="660"/>
                    <a:pt x="12" y="673"/>
                    <a:pt x="5" y="687"/>
                  </a:cubicBezTo>
                  <a:cubicBezTo>
                    <a:pt x="3" y="688"/>
                    <a:pt x="2" y="689"/>
                    <a:pt x="1" y="690"/>
                  </a:cubicBezTo>
                  <a:cubicBezTo>
                    <a:pt x="0" y="692"/>
                    <a:pt x="0" y="693"/>
                    <a:pt x="0" y="695"/>
                  </a:cubicBezTo>
                  <a:cubicBezTo>
                    <a:pt x="0" y="697"/>
                    <a:pt x="0" y="699"/>
                    <a:pt x="1" y="700"/>
                  </a:cubicBezTo>
                  <a:cubicBezTo>
                    <a:pt x="2" y="702"/>
                    <a:pt x="3" y="703"/>
                    <a:pt x="5" y="703"/>
                  </a:cubicBezTo>
                  <a:cubicBezTo>
                    <a:pt x="6" y="704"/>
                    <a:pt x="8" y="705"/>
                    <a:pt x="9" y="705"/>
                  </a:cubicBezTo>
                  <a:lnTo>
                    <a:pt x="11" y="705"/>
                  </a:lnTo>
                  <a:cubicBezTo>
                    <a:pt x="12" y="705"/>
                    <a:pt x="13" y="705"/>
                    <a:pt x="13" y="705"/>
                  </a:cubicBezTo>
                  <a:cubicBezTo>
                    <a:pt x="14" y="705"/>
                    <a:pt x="15" y="705"/>
                    <a:pt x="15" y="705"/>
                  </a:cubicBezTo>
                  <a:cubicBezTo>
                    <a:pt x="16" y="705"/>
                    <a:pt x="17" y="706"/>
                    <a:pt x="17" y="706"/>
                  </a:cubicBezTo>
                  <a:cubicBezTo>
                    <a:pt x="19" y="707"/>
                    <a:pt x="22" y="708"/>
                    <a:pt x="24" y="708"/>
                  </a:cubicBezTo>
                  <a:cubicBezTo>
                    <a:pt x="26" y="708"/>
                    <a:pt x="29" y="707"/>
                    <a:pt x="31" y="706"/>
                  </a:cubicBezTo>
                  <a:cubicBezTo>
                    <a:pt x="48" y="695"/>
                    <a:pt x="83" y="674"/>
                    <a:pt x="90" y="650"/>
                  </a:cubicBezTo>
                  <a:cubicBezTo>
                    <a:pt x="115" y="637"/>
                    <a:pt x="142" y="629"/>
                    <a:pt x="171" y="628"/>
                  </a:cubicBezTo>
                  <a:cubicBezTo>
                    <a:pt x="193" y="626"/>
                    <a:pt x="215" y="625"/>
                    <a:pt x="237" y="624"/>
                  </a:cubicBezTo>
                  <a:cubicBezTo>
                    <a:pt x="259" y="623"/>
                    <a:pt x="307" y="648"/>
                    <a:pt x="325" y="658"/>
                  </a:cubicBezTo>
                  <a:cubicBezTo>
                    <a:pt x="343" y="669"/>
                    <a:pt x="353" y="676"/>
                    <a:pt x="367" y="686"/>
                  </a:cubicBezTo>
                  <a:cubicBezTo>
                    <a:pt x="374" y="691"/>
                    <a:pt x="386" y="698"/>
                    <a:pt x="397" y="705"/>
                  </a:cubicBezTo>
                  <a:cubicBezTo>
                    <a:pt x="407" y="714"/>
                    <a:pt x="417" y="723"/>
                    <a:pt x="428" y="729"/>
                  </a:cubicBezTo>
                  <a:cubicBezTo>
                    <a:pt x="429" y="730"/>
                    <a:pt x="430" y="730"/>
                    <a:pt x="431" y="730"/>
                  </a:cubicBezTo>
                  <a:cubicBezTo>
                    <a:pt x="434" y="733"/>
                    <a:pt x="436" y="735"/>
                    <a:pt x="438" y="738"/>
                  </a:cubicBezTo>
                  <a:cubicBezTo>
                    <a:pt x="439" y="738"/>
                    <a:pt x="439" y="738"/>
                    <a:pt x="439" y="739"/>
                  </a:cubicBezTo>
                  <a:lnTo>
                    <a:pt x="440" y="739"/>
                  </a:lnTo>
                  <a:cubicBezTo>
                    <a:pt x="441" y="739"/>
                    <a:pt x="441" y="739"/>
                    <a:pt x="441" y="739"/>
                  </a:cubicBezTo>
                  <a:cubicBezTo>
                    <a:pt x="442" y="738"/>
                    <a:pt x="442" y="738"/>
                    <a:pt x="442" y="738"/>
                  </a:cubicBezTo>
                  <a:lnTo>
                    <a:pt x="442" y="737"/>
                  </a:lnTo>
                  <a:lnTo>
                    <a:pt x="442" y="736"/>
                  </a:lnTo>
                  <a:cubicBezTo>
                    <a:pt x="456" y="744"/>
                    <a:pt x="470" y="750"/>
                    <a:pt x="482" y="756"/>
                  </a:cubicBezTo>
                  <a:cubicBezTo>
                    <a:pt x="483" y="757"/>
                    <a:pt x="484" y="757"/>
                    <a:pt x="485" y="757"/>
                  </a:cubicBezTo>
                  <a:cubicBezTo>
                    <a:pt x="486" y="757"/>
                    <a:pt x="487" y="757"/>
                    <a:pt x="488" y="756"/>
                  </a:cubicBezTo>
                  <a:cubicBezTo>
                    <a:pt x="488" y="756"/>
                    <a:pt x="489" y="755"/>
                    <a:pt x="490" y="754"/>
                  </a:cubicBezTo>
                  <a:cubicBezTo>
                    <a:pt x="491" y="753"/>
                    <a:pt x="490" y="752"/>
                    <a:pt x="490" y="751"/>
                  </a:cubicBezTo>
                  <a:cubicBezTo>
                    <a:pt x="490" y="750"/>
                    <a:pt x="490" y="749"/>
                    <a:pt x="490" y="748"/>
                  </a:cubicBezTo>
                  <a:cubicBezTo>
                    <a:pt x="483" y="738"/>
                    <a:pt x="475" y="730"/>
                    <a:pt x="465" y="724"/>
                  </a:cubicBezTo>
                  <a:cubicBezTo>
                    <a:pt x="463" y="723"/>
                    <a:pt x="462" y="722"/>
                    <a:pt x="461" y="722"/>
                  </a:cubicBezTo>
                  <a:cubicBezTo>
                    <a:pt x="461" y="721"/>
                    <a:pt x="461" y="720"/>
                    <a:pt x="461" y="719"/>
                  </a:cubicBezTo>
                  <a:cubicBezTo>
                    <a:pt x="461" y="717"/>
                    <a:pt x="461" y="715"/>
                    <a:pt x="459" y="713"/>
                  </a:cubicBezTo>
                  <a:lnTo>
                    <a:pt x="461" y="713"/>
                  </a:lnTo>
                  <a:cubicBezTo>
                    <a:pt x="481" y="725"/>
                    <a:pt x="501" y="740"/>
                    <a:pt x="520" y="755"/>
                  </a:cubicBezTo>
                  <a:cubicBezTo>
                    <a:pt x="520" y="755"/>
                    <a:pt x="520" y="756"/>
                    <a:pt x="521" y="756"/>
                  </a:cubicBezTo>
                  <a:cubicBezTo>
                    <a:pt x="522" y="757"/>
                    <a:pt x="523" y="757"/>
                    <a:pt x="524" y="757"/>
                  </a:cubicBezTo>
                  <a:cubicBezTo>
                    <a:pt x="525" y="757"/>
                    <a:pt x="526" y="757"/>
                    <a:pt x="527" y="756"/>
                  </a:cubicBezTo>
                  <a:cubicBezTo>
                    <a:pt x="528" y="755"/>
                    <a:pt x="529" y="755"/>
                    <a:pt x="530" y="754"/>
                  </a:cubicBezTo>
                  <a:cubicBezTo>
                    <a:pt x="531" y="753"/>
                    <a:pt x="531" y="753"/>
                    <a:pt x="531" y="751"/>
                  </a:cubicBezTo>
                  <a:cubicBezTo>
                    <a:pt x="531" y="750"/>
                    <a:pt x="531" y="748"/>
                    <a:pt x="530" y="747"/>
                  </a:cubicBezTo>
                  <a:cubicBezTo>
                    <a:pt x="529" y="747"/>
                    <a:pt x="529" y="747"/>
                    <a:pt x="529" y="746"/>
                  </a:cubicBezTo>
                  <a:cubicBezTo>
                    <a:pt x="516" y="725"/>
                    <a:pt x="498" y="708"/>
                    <a:pt x="478" y="694"/>
                  </a:cubicBezTo>
                  <a:lnTo>
                    <a:pt x="473" y="692"/>
                  </a:lnTo>
                  <a:lnTo>
                    <a:pt x="481" y="692"/>
                  </a:lnTo>
                  <a:cubicBezTo>
                    <a:pt x="482" y="692"/>
                    <a:pt x="483" y="692"/>
                    <a:pt x="483" y="692"/>
                  </a:cubicBezTo>
                  <a:cubicBezTo>
                    <a:pt x="484" y="692"/>
                    <a:pt x="485" y="692"/>
                    <a:pt x="486" y="692"/>
                  </a:cubicBezTo>
                  <a:cubicBezTo>
                    <a:pt x="509" y="708"/>
                    <a:pt x="531" y="729"/>
                    <a:pt x="555" y="743"/>
                  </a:cubicBezTo>
                  <a:cubicBezTo>
                    <a:pt x="559" y="746"/>
                    <a:pt x="566" y="741"/>
                    <a:pt x="563" y="736"/>
                  </a:cubicBezTo>
                  <a:cubicBezTo>
                    <a:pt x="549" y="715"/>
                    <a:pt x="530" y="697"/>
                    <a:pt x="508" y="684"/>
                  </a:cubicBezTo>
                  <a:lnTo>
                    <a:pt x="515" y="682"/>
                  </a:lnTo>
                  <a:cubicBezTo>
                    <a:pt x="519" y="686"/>
                    <a:pt x="522" y="690"/>
                    <a:pt x="526" y="693"/>
                  </a:cubicBezTo>
                  <a:cubicBezTo>
                    <a:pt x="537" y="704"/>
                    <a:pt x="548" y="715"/>
                    <a:pt x="559" y="726"/>
                  </a:cubicBezTo>
                  <a:cubicBezTo>
                    <a:pt x="578" y="748"/>
                    <a:pt x="599" y="767"/>
                    <a:pt x="623" y="784"/>
                  </a:cubicBezTo>
                  <a:cubicBezTo>
                    <a:pt x="628" y="787"/>
                    <a:pt x="636" y="781"/>
                    <a:pt x="633" y="775"/>
                  </a:cubicBezTo>
                  <a:cubicBezTo>
                    <a:pt x="611" y="743"/>
                    <a:pt x="585" y="714"/>
                    <a:pt x="556" y="689"/>
                  </a:cubicBezTo>
                  <a:cubicBezTo>
                    <a:pt x="551" y="684"/>
                    <a:pt x="545" y="678"/>
                    <a:pt x="538" y="672"/>
                  </a:cubicBezTo>
                  <a:lnTo>
                    <a:pt x="541" y="670"/>
                  </a:lnTo>
                  <a:cubicBezTo>
                    <a:pt x="541" y="669"/>
                    <a:pt x="542" y="668"/>
                    <a:pt x="543" y="667"/>
                  </a:cubicBezTo>
                  <a:cubicBezTo>
                    <a:pt x="553" y="676"/>
                    <a:pt x="563" y="687"/>
                    <a:pt x="574" y="694"/>
                  </a:cubicBezTo>
                  <a:cubicBezTo>
                    <a:pt x="599" y="718"/>
                    <a:pt x="626" y="740"/>
                    <a:pt x="655" y="760"/>
                  </a:cubicBezTo>
                  <a:cubicBezTo>
                    <a:pt x="656" y="761"/>
                    <a:pt x="658" y="761"/>
                    <a:pt x="659" y="761"/>
                  </a:cubicBezTo>
                  <a:cubicBezTo>
                    <a:pt x="660" y="761"/>
                    <a:pt x="661" y="761"/>
                    <a:pt x="662" y="760"/>
                  </a:cubicBezTo>
                  <a:cubicBezTo>
                    <a:pt x="663" y="760"/>
                    <a:pt x="664" y="759"/>
                    <a:pt x="665" y="758"/>
                  </a:cubicBezTo>
                  <a:cubicBezTo>
                    <a:pt x="666" y="757"/>
                    <a:pt x="665" y="757"/>
                    <a:pt x="665" y="755"/>
                  </a:cubicBezTo>
                  <a:cubicBezTo>
                    <a:pt x="665" y="754"/>
                    <a:pt x="666" y="752"/>
                    <a:pt x="665" y="751"/>
                  </a:cubicBezTo>
                  <a:cubicBezTo>
                    <a:pt x="664" y="751"/>
                    <a:pt x="664" y="751"/>
                    <a:pt x="664" y="751"/>
                  </a:cubicBezTo>
                  <a:cubicBezTo>
                    <a:pt x="651" y="731"/>
                    <a:pt x="634" y="713"/>
                    <a:pt x="614" y="698"/>
                  </a:cubicBezTo>
                  <a:cubicBezTo>
                    <a:pt x="629" y="708"/>
                    <a:pt x="642" y="720"/>
                    <a:pt x="657" y="730"/>
                  </a:cubicBezTo>
                  <a:cubicBezTo>
                    <a:pt x="707" y="767"/>
                    <a:pt x="740" y="823"/>
                    <a:pt x="791" y="859"/>
                  </a:cubicBezTo>
                  <a:cubicBezTo>
                    <a:pt x="796" y="862"/>
                    <a:pt x="802" y="855"/>
                    <a:pt x="799" y="850"/>
                  </a:cubicBezTo>
                  <a:cubicBezTo>
                    <a:pt x="788" y="834"/>
                    <a:pt x="777" y="818"/>
                    <a:pt x="765" y="802"/>
                  </a:cubicBezTo>
                  <a:cubicBezTo>
                    <a:pt x="791" y="822"/>
                    <a:pt x="814" y="848"/>
                    <a:pt x="830" y="876"/>
                  </a:cubicBezTo>
                  <a:cubicBezTo>
                    <a:pt x="833" y="882"/>
                    <a:pt x="836" y="887"/>
                    <a:pt x="839" y="893"/>
                  </a:cubicBezTo>
                  <a:cubicBezTo>
                    <a:pt x="856" y="930"/>
                    <a:pt x="880" y="965"/>
                    <a:pt x="899" y="1001"/>
                  </a:cubicBezTo>
                  <a:cubicBezTo>
                    <a:pt x="899" y="1002"/>
                    <a:pt x="900" y="1004"/>
                    <a:pt x="901" y="1004"/>
                  </a:cubicBezTo>
                  <a:cubicBezTo>
                    <a:pt x="902" y="1005"/>
                    <a:pt x="904" y="1005"/>
                    <a:pt x="905" y="1005"/>
                  </a:cubicBezTo>
                  <a:cubicBezTo>
                    <a:pt x="906" y="1005"/>
                    <a:pt x="907" y="1005"/>
                    <a:pt x="909" y="1004"/>
                  </a:cubicBezTo>
                  <a:cubicBezTo>
                    <a:pt x="911" y="1004"/>
                    <a:pt x="911" y="1002"/>
                    <a:pt x="911" y="1001"/>
                  </a:cubicBezTo>
                  <a:cubicBezTo>
                    <a:pt x="912" y="1000"/>
                    <a:pt x="912" y="999"/>
                    <a:pt x="912" y="997"/>
                  </a:cubicBezTo>
                  <a:cubicBezTo>
                    <a:pt x="912" y="995"/>
                    <a:pt x="912" y="993"/>
                    <a:pt x="912" y="991"/>
                  </a:cubicBezTo>
                  <a:lnTo>
                    <a:pt x="923" y="1014"/>
                  </a:lnTo>
                  <a:cubicBezTo>
                    <a:pt x="934" y="1039"/>
                    <a:pt x="937" y="1066"/>
                    <a:pt x="951" y="1091"/>
                  </a:cubicBezTo>
                  <a:cubicBezTo>
                    <a:pt x="955" y="1100"/>
                    <a:pt x="966" y="1093"/>
                    <a:pt x="966" y="1085"/>
                  </a:cubicBezTo>
                  <a:cubicBezTo>
                    <a:pt x="966" y="1082"/>
                    <a:pt x="966" y="1080"/>
                    <a:pt x="966" y="1077"/>
                  </a:cubicBezTo>
                  <a:cubicBezTo>
                    <a:pt x="985" y="1119"/>
                    <a:pt x="995" y="1164"/>
                    <a:pt x="1018" y="1205"/>
                  </a:cubicBezTo>
                  <a:cubicBezTo>
                    <a:pt x="1021" y="1212"/>
                    <a:pt x="1031" y="1207"/>
                    <a:pt x="1031" y="1200"/>
                  </a:cubicBezTo>
                  <a:cubicBezTo>
                    <a:pt x="1031" y="1192"/>
                    <a:pt x="1030" y="1183"/>
                    <a:pt x="1028" y="1174"/>
                  </a:cubicBezTo>
                  <a:cubicBezTo>
                    <a:pt x="1048" y="1206"/>
                    <a:pt x="1069" y="1236"/>
                    <a:pt x="1093" y="1265"/>
                  </a:cubicBezTo>
                  <a:cubicBezTo>
                    <a:pt x="1094" y="1266"/>
                    <a:pt x="1094" y="1266"/>
                    <a:pt x="1095" y="1266"/>
                  </a:cubicBezTo>
                  <a:cubicBezTo>
                    <a:pt x="1096" y="1267"/>
                    <a:pt x="1098" y="1268"/>
                    <a:pt x="1099" y="1268"/>
                  </a:cubicBezTo>
                  <a:cubicBezTo>
                    <a:pt x="1100" y="1268"/>
                    <a:pt x="1102" y="1267"/>
                    <a:pt x="1103" y="1266"/>
                  </a:cubicBezTo>
                  <a:cubicBezTo>
                    <a:pt x="1104" y="1266"/>
                    <a:pt x="1104" y="1265"/>
                    <a:pt x="1106" y="1263"/>
                  </a:cubicBezTo>
                  <a:cubicBezTo>
                    <a:pt x="1107" y="1263"/>
                    <a:pt x="1107" y="1262"/>
                    <a:pt x="1107" y="1261"/>
                  </a:cubicBezTo>
                  <a:cubicBezTo>
                    <a:pt x="1123" y="1296"/>
                    <a:pt x="1136" y="1333"/>
                    <a:pt x="1148" y="1370"/>
                  </a:cubicBezTo>
                  <a:cubicBezTo>
                    <a:pt x="1155" y="1404"/>
                    <a:pt x="1167" y="1437"/>
                    <a:pt x="1182" y="1468"/>
                  </a:cubicBezTo>
                  <a:cubicBezTo>
                    <a:pt x="1194" y="1489"/>
                    <a:pt x="1221" y="1514"/>
                    <a:pt x="1187" y="1516"/>
                  </a:cubicBezTo>
                  <a:cubicBezTo>
                    <a:pt x="1186" y="1517"/>
                    <a:pt x="1185" y="1517"/>
                    <a:pt x="1184" y="1518"/>
                  </a:cubicBezTo>
                  <a:cubicBezTo>
                    <a:pt x="1182" y="1520"/>
                    <a:pt x="1180" y="1520"/>
                    <a:pt x="1179" y="1522"/>
                  </a:cubicBezTo>
                  <a:cubicBezTo>
                    <a:pt x="1175" y="1529"/>
                    <a:pt x="1184" y="1541"/>
                    <a:pt x="1187" y="1546"/>
                  </a:cubicBezTo>
                  <a:cubicBezTo>
                    <a:pt x="1207" y="1584"/>
                    <a:pt x="1223" y="1625"/>
                    <a:pt x="1232" y="1667"/>
                  </a:cubicBezTo>
                  <a:cubicBezTo>
                    <a:pt x="1243" y="1711"/>
                    <a:pt x="1256" y="1755"/>
                    <a:pt x="1270" y="1798"/>
                  </a:cubicBezTo>
                  <a:cubicBezTo>
                    <a:pt x="1275" y="1813"/>
                    <a:pt x="1278" y="1829"/>
                    <a:pt x="1283" y="1844"/>
                  </a:cubicBezTo>
                  <a:cubicBezTo>
                    <a:pt x="1285" y="1848"/>
                    <a:pt x="1299" y="1881"/>
                    <a:pt x="1292" y="1873"/>
                  </a:cubicBezTo>
                  <a:cubicBezTo>
                    <a:pt x="1292" y="1873"/>
                    <a:pt x="1290" y="1873"/>
                    <a:pt x="1291" y="1875"/>
                  </a:cubicBezTo>
                  <a:cubicBezTo>
                    <a:pt x="1291" y="1880"/>
                    <a:pt x="1293" y="1885"/>
                    <a:pt x="1296" y="1890"/>
                  </a:cubicBezTo>
                  <a:cubicBezTo>
                    <a:pt x="1297" y="1892"/>
                    <a:pt x="1299" y="1895"/>
                    <a:pt x="1300" y="1897"/>
                  </a:cubicBezTo>
                  <a:cubicBezTo>
                    <a:pt x="1304" y="1902"/>
                    <a:pt x="1311" y="1898"/>
                    <a:pt x="1312" y="1893"/>
                  </a:cubicBezTo>
                  <a:cubicBezTo>
                    <a:pt x="1312" y="1891"/>
                    <a:pt x="1312" y="1888"/>
                    <a:pt x="1312" y="1885"/>
                  </a:cubicBezTo>
                  <a:cubicBezTo>
                    <a:pt x="1312" y="1872"/>
                    <a:pt x="1309" y="1859"/>
                    <a:pt x="1302" y="1847"/>
                  </a:cubicBezTo>
                  <a:cubicBezTo>
                    <a:pt x="1302" y="1847"/>
                    <a:pt x="1301" y="1846"/>
                    <a:pt x="1301" y="1845"/>
                  </a:cubicBezTo>
                  <a:cubicBezTo>
                    <a:pt x="1286" y="1804"/>
                    <a:pt x="1273" y="1762"/>
                    <a:pt x="1264" y="1719"/>
                  </a:cubicBezTo>
                  <a:cubicBezTo>
                    <a:pt x="1256" y="1689"/>
                    <a:pt x="1246" y="1659"/>
                    <a:pt x="1236" y="1629"/>
                  </a:cubicBezTo>
                  <a:cubicBezTo>
                    <a:pt x="1229" y="1607"/>
                    <a:pt x="1220" y="1585"/>
                    <a:pt x="1210" y="1564"/>
                  </a:cubicBezTo>
                  <a:cubicBezTo>
                    <a:pt x="1206" y="1554"/>
                    <a:pt x="1182" y="1523"/>
                    <a:pt x="1211" y="1526"/>
                  </a:cubicBezTo>
                  <a:cubicBezTo>
                    <a:pt x="1215" y="1526"/>
                    <a:pt x="1220" y="1523"/>
                    <a:pt x="1219" y="1519"/>
                  </a:cubicBezTo>
                  <a:cubicBezTo>
                    <a:pt x="1212" y="1497"/>
                    <a:pt x="1203" y="1475"/>
                    <a:pt x="1192" y="1456"/>
                  </a:cubicBezTo>
                  <a:cubicBezTo>
                    <a:pt x="1190" y="1453"/>
                    <a:pt x="1188" y="1450"/>
                    <a:pt x="1187" y="1447"/>
                  </a:cubicBezTo>
                  <a:cubicBezTo>
                    <a:pt x="1167" y="1412"/>
                    <a:pt x="1164" y="1370"/>
                    <a:pt x="1151" y="1333"/>
                  </a:cubicBezTo>
                  <a:cubicBezTo>
                    <a:pt x="1144" y="1313"/>
                    <a:pt x="1135" y="1294"/>
                    <a:pt x="1127" y="1274"/>
                  </a:cubicBezTo>
                  <a:cubicBezTo>
                    <a:pt x="1136" y="1286"/>
                    <a:pt x="1148" y="1296"/>
                    <a:pt x="1158" y="1306"/>
                  </a:cubicBezTo>
                  <a:cubicBezTo>
                    <a:pt x="1171" y="1324"/>
                    <a:pt x="1187" y="1342"/>
                    <a:pt x="1203" y="1358"/>
                  </a:cubicBezTo>
                  <a:lnTo>
                    <a:pt x="1204" y="1358"/>
                  </a:lnTo>
                  <a:cubicBezTo>
                    <a:pt x="1205" y="1359"/>
                    <a:pt x="1206" y="1359"/>
                    <a:pt x="1207" y="1359"/>
                  </a:cubicBezTo>
                  <a:cubicBezTo>
                    <a:pt x="1208" y="1359"/>
                    <a:pt x="1209" y="1359"/>
                    <a:pt x="1210" y="1358"/>
                  </a:cubicBezTo>
                  <a:cubicBezTo>
                    <a:pt x="1221" y="1389"/>
                    <a:pt x="1234" y="1420"/>
                    <a:pt x="1248" y="1449"/>
                  </a:cubicBezTo>
                  <a:cubicBezTo>
                    <a:pt x="1281" y="1514"/>
                    <a:pt x="1288" y="1585"/>
                    <a:pt x="1301" y="1655"/>
                  </a:cubicBezTo>
                  <a:lnTo>
                    <a:pt x="1301" y="1656"/>
                  </a:lnTo>
                  <a:cubicBezTo>
                    <a:pt x="1302" y="1657"/>
                    <a:pt x="1302" y="1658"/>
                    <a:pt x="1303" y="1658"/>
                  </a:cubicBezTo>
                  <a:cubicBezTo>
                    <a:pt x="1304" y="1659"/>
                    <a:pt x="1305" y="1659"/>
                    <a:pt x="1306" y="1659"/>
                  </a:cubicBezTo>
                  <a:cubicBezTo>
                    <a:pt x="1310" y="1684"/>
                    <a:pt x="1316" y="1710"/>
                    <a:pt x="1324" y="1734"/>
                  </a:cubicBezTo>
                  <a:cubicBezTo>
                    <a:pt x="1328" y="1748"/>
                    <a:pt x="1324" y="1763"/>
                    <a:pt x="1335" y="1773"/>
                  </a:cubicBezTo>
                  <a:cubicBezTo>
                    <a:pt x="1336" y="1774"/>
                    <a:pt x="1336" y="1775"/>
                    <a:pt x="1337" y="1775"/>
                  </a:cubicBezTo>
                  <a:cubicBezTo>
                    <a:pt x="1338" y="1776"/>
                    <a:pt x="1339" y="1776"/>
                    <a:pt x="1340" y="1776"/>
                  </a:cubicBezTo>
                  <a:cubicBezTo>
                    <a:pt x="1341" y="1776"/>
                    <a:pt x="1343" y="1776"/>
                    <a:pt x="1344" y="1775"/>
                  </a:cubicBezTo>
                  <a:cubicBezTo>
                    <a:pt x="1345" y="1775"/>
                    <a:pt x="1345" y="1774"/>
                    <a:pt x="1345" y="1773"/>
                  </a:cubicBezTo>
                  <a:cubicBezTo>
                    <a:pt x="1346" y="1772"/>
                    <a:pt x="1347" y="1770"/>
                    <a:pt x="1348" y="1768"/>
                  </a:cubicBezTo>
                  <a:cubicBezTo>
                    <a:pt x="1354" y="1759"/>
                    <a:pt x="1357" y="1748"/>
                    <a:pt x="1358" y="1737"/>
                  </a:cubicBezTo>
                  <a:cubicBezTo>
                    <a:pt x="1362" y="1712"/>
                    <a:pt x="1374" y="1690"/>
                    <a:pt x="1379" y="1666"/>
                  </a:cubicBezTo>
                  <a:cubicBezTo>
                    <a:pt x="1373" y="1702"/>
                    <a:pt x="1370" y="1737"/>
                    <a:pt x="1370" y="1773"/>
                  </a:cubicBezTo>
                  <a:cubicBezTo>
                    <a:pt x="1370" y="1777"/>
                    <a:pt x="1370" y="1780"/>
                    <a:pt x="1370" y="1784"/>
                  </a:cubicBezTo>
                  <a:cubicBezTo>
                    <a:pt x="1371" y="1808"/>
                    <a:pt x="1372" y="1832"/>
                    <a:pt x="1376" y="1855"/>
                  </a:cubicBezTo>
                  <a:cubicBezTo>
                    <a:pt x="1379" y="1883"/>
                    <a:pt x="1374" y="1911"/>
                    <a:pt x="1378" y="1940"/>
                  </a:cubicBezTo>
                  <a:cubicBezTo>
                    <a:pt x="1384" y="1986"/>
                    <a:pt x="1392" y="2032"/>
                    <a:pt x="1404" y="2077"/>
                  </a:cubicBezTo>
                  <a:cubicBezTo>
                    <a:pt x="1385" y="2153"/>
                    <a:pt x="1361" y="2227"/>
                    <a:pt x="1331" y="2298"/>
                  </a:cubicBezTo>
                  <a:cubicBezTo>
                    <a:pt x="1316" y="2337"/>
                    <a:pt x="1313" y="2380"/>
                    <a:pt x="1303" y="2420"/>
                  </a:cubicBezTo>
                  <a:cubicBezTo>
                    <a:pt x="1294" y="2459"/>
                    <a:pt x="1290" y="2499"/>
                    <a:pt x="1290" y="2538"/>
                  </a:cubicBezTo>
                  <a:cubicBezTo>
                    <a:pt x="1290" y="2545"/>
                    <a:pt x="1290" y="2551"/>
                    <a:pt x="1291" y="2558"/>
                  </a:cubicBezTo>
                  <a:cubicBezTo>
                    <a:pt x="1291" y="2560"/>
                    <a:pt x="1291" y="2561"/>
                    <a:pt x="1292" y="2563"/>
                  </a:cubicBezTo>
                  <a:cubicBezTo>
                    <a:pt x="1293" y="2565"/>
                    <a:pt x="1294" y="2566"/>
                    <a:pt x="1296" y="2567"/>
                  </a:cubicBezTo>
                  <a:cubicBezTo>
                    <a:pt x="1298" y="2568"/>
                    <a:pt x="1299" y="2568"/>
                    <a:pt x="1301" y="2568"/>
                  </a:cubicBezTo>
                  <a:cubicBezTo>
                    <a:pt x="1303" y="2568"/>
                    <a:pt x="1304" y="2568"/>
                    <a:pt x="1306" y="2567"/>
                  </a:cubicBezTo>
                  <a:cubicBezTo>
                    <a:pt x="1307" y="2566"/>
                    <a:pt x="1309" y="2565"/>
                    <a:pt x="1310" y="2563"/>
                  </a:cubicBezTo>
                  <a:cubicBezTo>
                    <a:pt x="1346" y="2477"/>
                    <a:pt x="1357" y="2386"/>
                    <a:pt x="1379" y="2297"/>
                  </a:cubicBezTo>
                  <a:cubicBezTo>
                    <a:pt x="1390" y="2254"/>
                    <a:pt x="1414" y="2218"/>
                    <a:pt x="1427" y="2176"/>
                  </a:cubicBezTo>
                  <a:cubicBezTo>
                    <a:pt x="1440" y="2135"/>
                    <a:pt x="1436" y="2085"/>
                    <a:pt x="1447" y="2041"/>
                  </a:cubicBezTo>
                  <a:cubicBezTo>
                    <a:pt x="1460" y="1970"/>
                    <a:pt x="1467" y="1898"/>
                    <a:pt x="1467" y="1826"/>
                  </a:cubicBezTo>
                  <a:cubicBezTo>
                    <a:pt x="1467" y="1810"/>
                    <a:pt x="1467" y="1795"/>
                    <a:pt x="1466" y="1780"/>
                  </a:cubicBezTo>
                  <a:cubicBezTo>
                    <a:pt x="1466" y="1779"/>
                    <a:pt x="1466" y="1778"/>
                    <a:pt x="1466" y="1778"/>
                  </a:cubicBezTo>
                  <a:cubicBezTo>
                    <a:pt x="1466" y="1747"/>
                    <a:pt x="1465" y="1717"/>
                    <a:pt x="1461" y="1687"/>
                  </a:cubicBezTo>
                  <a:cubicBezTo>
                    <a:pt x="1461" y="1687"/>
                    <a:pt x="1461" y="1688"/>
                    <a:pt x="1462" y="1688"/>
                  </a:cubicBezTo>
                  <a:lnTo>
                    <a:pt x="1463" y="1688"/>
                  </a:lnTo>
                  <a:cubicBezTo>
                    <a:pt x="1464" y="1688"/>
                    <a:pt x="1465" y="1688"/>
                    <a:pt x="1465" y="1688"/>
                  </a:cubicBezTo>
                  <a:cubicBezTo>
                    <a:pt x="1466" y="1687"/>
                    <a:pt x="1466" y="1687"/>
                    <a:pt x="1466" y="1687"/>
                  </a:cubicBezTo>
                  <a:cubicBezTo>
                    <a:pt x="1466" y="1686"/>
                    <a:pt x="1467" y="1686"/>
                    <a:pt x="1467" y="1685"/>
                  </a:cubicBezTo>
                  <a:cubicBezTo>
                    <a:pt x="1474" y="1610"/>
                    <a:pt x="1458" y="1536"/>
                    <a:pt x="1459" y="1461"/>
                  </a:cubicBezTo>
                  <a:lnTo>
                    <a:pt x="1459" y="1460"/>
                  </a:lnTo>
                  <a:cubicBezTo>
                    <a:pt x="1459" y="1426"/>
                    <a:pt x="1453" y="1393"/>
                    <a:pt x="1441" y="1361"/>
                  </a:cubicBezTo>
                  <a:moveTo>
                    <a:pt x="918" y="234"/>
                  </a:moveTo>
                  <a:cubicBezTo>
                    <a:pt x="939" y="263"/>
                    <a:pt x="962" y="290"/>
                    <a:pt x="987" y="315"/>
                  </a:cubicBezTo>
                  <a:cubicBezTo>
                    <a:pt x="981" y="314"/>
                    <a:pt x="974" y="313"/>
                    <a:pt x="968" y="312"/>
                  </a:cubicBezTo>
                  <a:cubicBezTo>
                    <a:pt x="936" y="304"/>
                    <a:pt x="903" y="311"/>
                    <a:pt x="875" y="292"/>
                  </a:cubicBezTo>
                  <a:cubicBezTo>
                    <a:pt x="874" y="292"/>
                    <a:pt x="874" y="292"/>
                    <a:pt x="874" y="292"/>
                  </a:cubicBezTo>
                  <a:cubicBezTo>
                    <a:pt x="873" y="292"/>
                    <a:pt x="873" y="292"/>
                    <a:pt x="872" y="292"/>
                  </a:cubicBezTo>
                  <a:cubicBezTo>
                    <a:pt x="871" y="293"/>
                    <a:pt x="871" y="293"/>
                    <a:pt x="871" y="293"/>
                  </a:cubicBezTo>
                  <a:cubicBezTo>
                    <a:pt x="871" y="294"/>
                    <a:pt x="871" y="294"/>
                    <a:pt x="871" y="295"/>
                  </a:cubicBezTo>
                  <a:lnTo>
                    <a:pt x="871" y="296"/>
                  </a:lnTo>
                  <a:lnTo>
                    <a:pt x="871" y="297"/>
                  </a:lnTo>
                  <a:cubicBezTo>
                    <a:pt x="878" y="303"/>
                    <a:pt x="885" y="309"/>
                    <a:pt x="892" y="313"/>
                  </a:cubicBezTo>
                  <a:cubicBezTo>
                    <a:pt x="894" y="314"/>
                    <a:pt x="895" y="314"/>
                    <a:pt x="896" y="315"/>
                  </a:cubicBezTo>
                  <a:cubicBezTo>
                    <a:pt x="916" y="322"/>
                    <a:pt x="934" y="317"/>
                    <a:pt x="955" y="321"/>
                  </a:cubicBezTo>
                  <a:cubicBezTo>
                    <a:pt x="970" y="325"/>
                    <a:pt x="986" y="328"/>
                    <a:pt x="1001" y="331"/>
                  </a:cubicBezTo>
                  <a:lnTo>
                    <a:pt x="1008" y="338"/>
                  </a:lnTo>
                  <a:cubicBezTo>
                    <a:pt x="1011" y="342"/>
                    <a:pt x="1015" y="346"/>
                    <a:pt x="1018" y="349"/>
                  </a:cubicBezTo>
                  <a:lnTo>
                    <a:pt x="1017" y="349"/>
                  </a:lnTo>
                  <a:lnTo>
                    <a:pt x="1016" y="349"/>
                  </a:lnTo>
                  <a:cubicBezTo>
                    <a:pt x="966" y="349"/>
                    <a:pt x="918" y="344"/>
                    <a:pt x="869" y="345"/>
                  </a:cubicBezTo>
                  <a:cubicBezTo>
                    <a:pt x="823" y="345"/>
                    <a:pt x="777" y="330"/>
                    <a:pt x="731" y="327"/>
                  </a:cubicBezTo>
                  <a:cubicBezTo>
                    <a:pt x="728" y="327"/>
                    <a:pt x="727" y="332"/>
                    <a:pt x="731" y="332"/>
                  </a:cubicBezTo>
                  <a:cubicBezTo>
                    <a:pt x="800" y="341"/>
                    <a:pt x="868" y="355"/>
                    <a:pt x="937" y="359"/>
                  </a:cubicBezTo>
                  <a:cubicBezTo>
                    <a:pt x="931" y="361"/>
                    <a:pt x="925" y="362"/>
                    <a:pt x="919" y="363"/>
                  </a:cubicBezTo>
                  <a:cubicBezTo>
                    <a:pt x="885" y="366"/>
                    <a:pt x="850" y="360"/>
                    <a:pt x="817" y="360"/>
                  </a:cubicBezTo>
                  <a:cubicBezTo>
                    <a:pt x="783" y="361"/>
                    <a:pt x="755" y="356"/>
                    <a:pt x="726" y="369"/>
                  </a:cubicBezTo>
                  <a:cubicBezTo>
                    <a:pt x="688" y="362"/>
                    <a:pt x="650" y="358"/>
                    <a:pt x="611" y="358"/>
                  </a:cubicBezTo>
                  <a:cubicBezTo>
                    <a:pt x="598" y="358"/>
                    <a:pt x="585" y="359"/>
                    <a:pt x="572" y="360"/>
                  </a:cubicBezTo>
                  <a:cubicBezTo>
                    <a:pt x="598" y="332"/>
                    <a:pt x="628" y="308"/>
                    <a:pt x="662" y="289"/>
                  </a:cubicBezTo>
                  <a:cubicBezTo>
                    <a:pt x="669" y="285"/>
                    <a:pt x="677" y="281"/>
                    <a:pt x="685" y="277"/>
                  </a:cubicBezTo>
                  <a:cubicBezTo>
                    <a:pt x="745" y="247"/>
                    <a:pt x="806" y="207"/>
                    <a:pt x="875" y="197"/>
                  </a:cubicBezTo>
                  <a:lnTo>
                    <a:pt x="876" y="197"/>
                  </a:lnTo>
                  <a:lnTo>
                    <a:pt x="896" y="202"/>
                  </a:lnTo>
                  <a:cubicBezTo>
                    <a:pt x="902" y="212"/>
                    <a:pt x="910" y="224"/>
                    <a:pt x="918" y="234"/>
                  </a:cubicBezTo>
                  <a:moveTo>
                    <a:pt x="323" y="335"/>
                  </a:moveTo>
                  <a:cubicBezTo>
                    <a:pt x="387" y="278"/>
                    <a:pt x="449" y="217"/>
                    <a:pt x="524" y="175"/>
                  </a:cubicBezTo>
                  <a:cubicBezTo>
                    <a:pt x="598" y="137"/>
                    <a:pt x="678" y="111"/>
                    <a:pt x="760" y="100"/>
                  </a:cubicBezTo>
                  <a:lnTo>
                    <a:pt x="761" y="100"/>
                  </a:lnTo>
                  <a:cubicBezTo>
                    <a:pt x="761" y="99"/>
                    <a:pt x="762" y="99"/>
                    <a:pt x="762" y="99"/>
                  </a:cubicBezTo>
                  <a:cubicBezTo>
                    <a:pt x="777" y="105"/>
                    <a:pt x="792" y="112"/>
                    <a:pt x="807" y="121"/>
                  </a:cubicBezTo>
                  <a:cubicBezTo>
                    <a:pt x="813" y="124"/>
                    <a:pt x="819" y="128"/>
                    <a:pt x="826" y="132"/>
                  </a:cubicBezTo>
                  <a:cubicBezTo>
                    <a:pt x="848" y="148"/>
                    <a:pt x="868" y="167"/>
                    <a:pt x="885" y="188"/>
                  </a:cubicBezTo>
                  <a:lnTo>
                    <a:pt x="877" y="186"/>
                  </a:lnTo>
                  <a:lnTo>
                    <a:pt x="877" y="184"/>
                  </a:lnTo>
                  <a:cubicBezTo>
                    <a:pt x="877" y="183"/>
                    <a:pt x="876" y="183"/>
                    <a:pt x="875" y="182"/>
                  </a:cubicBezTo>
                  <a:lnTo>
                    <a:pt x="874" y="182"/>
                  </a:lnTo>
                  <a:cubicBezTo>
                    <a:pt x="873" y="182"/>
                    <a:pt x="872" y="182"/>
                    <a:pt x="872" y="182"/>
                  </a:cubicBezTo>
                  <a:cubicBezTo>
                    <a:pt x="871" y="182"/>
                    <a:pt x="871" y="183"/>
                    <a:pt x="871" y="183"/>
                  </a:cubicBezTo>
                  <a:cubicBezTo>
                    <a:pt x="822" y="167"/>
                    <a:pt x="762" y="170"/>
                    <a:pt x="716" y="173"/>
                  </a:cubicBezTo>
                  <a:cubicBezTo>
                    <a:pt x="685" y="176"/>
                    <a:pt x="654" y="187"/>
                    <a:pt x="627" y="202"/>
                  </a:cubicBezTo>
                  <a:cubicBezTo>
                    <a:pt x="616" y="209"/>
                    <a:pt x="605" y="216"/>
                    <a:pt x="594" y="225"/>
                  </a:cubicBezTo>
                  <a:cubicBezTo>
                    <a:pt x="594" y="225"/>
                    <a:pt x="594" y="226"/>
                    <a:pt x="593" y="226"/>
                  </a:cubicBezTo>
                  <a:cubicBezTo>
                    <a:pt x="592" y="227"/>
                    <a:pt x="592" y="229"/>
                    <a:pt x="592" y="230"/>
                  </a:cubicBezTo>
                  <a:cubicBezTo>
                    <a:pt x="592" y="231"/>
                    <a:pt x="592" y="234"/>
                    <a:pt x="593" y="234"/>
                  </a:cubicBezTo>
                  <a:cubicBezTo>
                    <a:pt x="594" y="235"/>
                    <a:pt x="594" y="235"/>
                    <a:pt x="594" y="235"/>
                  </a:cubicBezTo>
                  <a:cubicBezTo>
                    <a:pt x="597" y="238"/>
                    <a:pt x="599" y="241"/>
                    <a:pt x="602" y="242"/>
                  </a:cubicBezTo>
                  <a:cubicBezTo>
                    <a:pt x="606" y="245"/>
                    <a:pt x="611" y="245"/>
                    <a:pt x="615" y="245"/>
                  </a:cubicBezTo>
                  <a:cubicBezTo>
                    <a:pt x="578" y="263"/>
                    <a:pt x="539" y="279"/>
                    <a:pt x="503" y="299"/>
                  </a:cubicBezTo>
                  <a:cubicBezTo>
                    <a:pt x="496" y="302"/>
                    <a:pt x="490" y="306"/>
                    <a:pt x="483" y="310"/>
                  </a:cubicBezTo>
                  <a:cubicBezTo>
                    <a:pt x="473" y="316"/>
                    <a:pt x="463" y="322"/>
                    <a:pt x="453" y="329"/>
                  </a:cubicBezTo>
                  <a:cubicBezTo>
                    <a:pt x="438" y="340"/>
                    <a:pt x="421" y="363"/>
                    <a:pt x="405" y="370"/>
                  </a:cubicBezTo>
                  <a:cubicBezTo>
                    <a:pt x="402" y="371"/>
                    <a:pt x="405" y="375"/>
                    <a:pt x="407" y="375"/>
                  </a:cubicBezTo>
                  <a:cubicBezTo>
                    <a:pt x="438" y="368"/>
                    <a:pt x="467" y="330"/>
                    <a:pt x="496" y="316"/>
                  </a:cubicBezTo>
                  <a:cubicBezTo>
                    <a:pt x="545" y="290"/>
                    <a:pt x="595" y="271"/>
                    <a:pt x="644" y="247"/>
                  </a:cubicBezTo>
                  <a:lnTo>
                    <a:pt x="645" y="247"/>
                  </a:lnTo>
                  <a:cubicBezTo>
                    <a:pt x="646" y="246"/>
                    <a:pt x="646" y="245"/>
                    <a:pt x="647" y="244"/>
                  </a:cubicBezTo>
                  <a:cubicBezTo>
                    <a:pt x="648" y="243"/>
                    <a:pt x="648" y="243"/>
                    <a:pt x="648" y="241"/>
                  </a:cubicBezTo>
                  <a:cubicBezTo>
                    <a:pt x="648" y="240"/>
                    <a:pt x="648" y="238"/>
                    <a:pt x="647" y="237"/>
                  </a:cubicBezTo>
                  <a:cubicBezTo>
                    <a:pt x="646" y="236"/>
                    <a:pt x="646" y="235"/>
                    <a:pt x="645" y="234"/>
                  </a:cubicBezTo>
                  <a:cubicBezTo>
                    <a:pt x="644" y="234"/>
                    <a:pt x="644" y="234"/>
                    <a:pt x="643" y="234"/>
                  </a:cubicBezTo>
                  <a:cubicBezTo>
                    <a:pt x="628" y="230"/>
                    <a:pt x="612" y="228"/>
                    <a:pt x="638" y="217"/>
                  </a:cubicBezTo>
                  <a:cubicBezTo>
                    <a:pt x="663" y="207"/>
                    <a:pt x="682" y="198"/>
                    <a:pt x="705" y="191"/>
                  </a:cubicBezTo>
                  <a:cubicBezTo>
                    <a:pt x="731" y="185"/>
                    <a:pt x="757" y="182"/>
                    <a:pt x="782" y="182"/>
                  </a:cubicBezTo>
                  <a:cubicBezTo>
                    <a:pt x="802" y="182"/>
                    <a:pt x="821" y="184"/>
                    <a:pt x="840" y="187"/>
                  </a:cubicBezTo>
                  <a:cubicBezTo>
                    <a:pt x="830" y="190"/>
                    <a:pt x="820" y="195"/>
                    <a:pt x="810" y="199"/>
                  </a:cubicBezTo>
                  <a:cubicBezTo>
                    <a:pt x="780" y="210"/>
                    <a:pt x="751" y="225"/>
                    <a:pt x="723" y="241"/>
                  </a:cubicBezTo>
                  <a:cubicBezTo>
                    <a:pt x="709" y="246"/>
                    <a:pt x="696" y="253"/>
                    <a:pt x="683" y="260"/>
                  </a:cubicBezTo>
                  <a:cubicBezTo>
                    <a:pt x="673" y="266"/>
                    <a:pt x="663" y="273"/>
                    <a:pt x="653" y="280"/>
                  </a:cubicBezTo>
                  <a:cubicBezTo>
                    <a:pt x="629" y="303"/>
                    <a:pt x="577" y="322"/>
                    <a:pt x="567" y="357"/>
                  </a:cubicBezTo>
                  <a:cubicBezTo>
                    <a:pt x="567" y="358"/>
                    <a:pt x="567" y="358"/>
                    <a:pt x="567" y="358"/>
                  </a:cubicBezTo>
                  <a:cubicBezTo>
                    <a:pt x="527" y="361"/>
                    <a:pt x="487" y="368"/>
                    <a:pt x="449" y="378"/>
                  </a:cubicBezTo>
                  <a:cubicBezTo>
                    <a:pt x="442" y="380"/>
                    <a:pt x="435" y="382"/>
                    <a:pt x="429" y="386"/>
                  </a:cubicBezTo>
                  <a:cubicBezTo>
                    <a:pt x="419" y="386"/>
                    <a:pt x="409" y="388"/>
                    <a:pt x="400" y="389"/>
                  </a:cubicBezTo>
                  <a:cubicBezTo>
                    <a:pt x="398" y="389"/>
                    <a:pt x="396" y="390"/>
                    <a:pt x="394" y="391"/>
                  </a:cubicBezTo>
                  <a:cubicBezTo>
                    <a:pt x="394" y="389"/>
                    <a:pt x="394" y="388"/>
                    <a:pt x="394" y="387"/>
                  </a:cubicBezTo>
                  <a:cubicBezTo>
                    <a:pt x="394" y="385"/>
                    <a:pt x="394" y="384"/>
                    <a:pt x="393" y="382"/>
                  </a:cubicBezTo>
                  <a:cubicBezTo>
                    <a:pt x="392" y="381"/>
                    <a:pt x="391" y="379"/>
                    <a:pt x="389" y="378"/>
                  </a:cubicBezTo>
                  <a:cubicBezTo>
                    <a:pt x="387" y="377"/>
                    <a:pt x="386" y="377"/>
                    <a:pt x="384" y="377"/>
                  </a:cubicBezTo>
                  <a:cubicBezTo>
                    <a:pt x="377" y="377"/>
                    <a:pt x="370" y="379"/>
                    <a:pt x="364" y="381"/>
                  </a:cubicBezTo>
                  <a:cubicBezTo>
                    <a:pt x="364" y="380"/>
                    <a:pt x="364" y="380"/>
                    <a:pt x="364" y="380"/>
                  </a:cubicBezTo>
                  <a:cubicBezTo>
                    <a:pt x="364" y="379"/>
                    <a:pt x="364" y="378"/>
                    <a:pt x="363" y="377"/>
                  </a:cubicBezTo>
                  <a:cubicBezTo>
                    <a:pt x="362" y="376"/>
                    <a:pt x="362" y="376"/>
                    <a:pt x="361" y="375"/>
                  </a:cubicBezTo>
                  <a:cubicBezTo>
                    <a:pt x="361" y="375"/>
                    <a:pt x="360" y="375"/>
                    <a:pt x="359" y="375"/>
                  </a:cubicBezTo>
                  <a:cubicBezTo>
                    <a:pt x="358" y="375"/>
                    <a:pt x="358" y="375"/>
                    <a:pt x="358" y="375"/>
                  </a:cubicBezTo>
                  <a:cubicBezTo>
                    <a:pt x="339" y="379"/>
                    <a:pt x="320" y="387"/>
                    <a:pt x="304" y="396"/>
                  </a:cubicBezTo>
                  <a:cubicBezTo>
                    <a:pt x="296" y="401"/>
                    <a:pt x="289" y="405"/>
                    <a:pt x="283" y="410"/>
                  </a:cubicBezTo>
                  <a:cubicBezTo>
                    <a:pt x="301" y="396"/>
                    <a:pt x="316" y="380"/>
                    <a:pt x="329" y="361"/>
                  </a:cubicBezTo>
                  <a:cubicBezTo>
                    <a:pt x="330" y="360"/>
                    <a:pt x="330" y="359"/>
                    <a:pt x="330" y="358"/>
                  </a:cubicBezTo>
                  <a:cubicBezTo>
                    <a:pt x="330" y="356"/>
                    <a:pt x="330" y="355"/>
                    <a:pt x="329" y="354"/>
                  </a:cubicBezTo>
                  <a:cubicBezTo>
                    <a:pt x="328" y="353"/>
                    <a:pt x="327" y="352"/>
                    <a:pt x="326" y="351"/>
                  </a:cubicBezTo>
                  <a:cubicBezTo>
                    <a:pt x="325" y="351"/>
                    <a:pt x="324" y="350"/>
                    <a:pt x="322" y="350"/>
                  </a:cubicBezTo>
                  <a:cubicBezTo>
                    <a:pt x="321" y="350"/>
                    <a:pt x="320" y="351"/>
                    <a:pt x="319" y="351"/>
                  </a:cubicBezTo>
                  <a:cubicBezTo>
                    <a:pt x="287" y="372"/>
                    <a:pt x="257" y="398"/>
                    <a:pt x="231" y="426"/>
                  </a:cubicBezTo>
                  <a:cubicBezTo>
                    <a:pt x="260" y="394"/>
                    <a:pt x="290" y="364"/>
                    <a:pt x="322" y="335"/>
                  </a:cubicBezTo>
                  <a:lnTo>
                    <a:pt x="323" y="335"/>
                  </a:lnTo>
                  <a:moveTo>
                    <a:pt x="74" y="597"/>
                  </a:moveTo>
                  <a:cubicBezTo>
                    <a:pt x="75" y="593"/>
                    <a:pt x="75" y="589"/>
                    <a:pt x="75" y="585"/>
                  </a:cubicBezTo>
                  <a:cubicBezTo>
                    <a:pt x="76" y="534"/>
                    <a:pt x="120" y="489"/>
                    <a:pt x="115" y="439"/>
                  </a:cubicBezTo>
                  <a:cubicBezTo>
                    <a:pt x="114" y="437"/>
                    <a:pt x="114" y="437"/>
                    <a:pt x="113" y="435"/>
                  </a:cubicBezTo>
                  <a:cubicBezTo>
                    <a:pt x="113" y="434"/>
                    <a:pt x="111" y="433"/>
                    <a:pt x="110" y="432"/>
                  </a:cubicBezTo>
                  <a:cubicBezTo>
                    <a:pt x="109" y="431"/>
                    <a:pt x="108" y="431"/>
                    <a:pt x="107" y="431"/>
                  </a:cubicBezTo>
                  <a:lnTo>
                    <a:pt x="115" y="411"/>
                  </a:lnTo>
                  <a:cubicBezTo>
                    <a:pt x="118" y="404"/>
                    <a:pt x="122" y="396"/>
                    <a:pt x="126" y="389"/>
                  </a:cubicBezTo>
                  <a:cubicBezTo>
                    <a:pt x="136" y="372"/>
                    <a:pt x="148" y="357"/>
                    <a:pt x="163" y="343"/>
                  </a:cubicBezTo>
                  <a:cubicBezTo>
                    <a:pt x="152" y="369"/>
                    <a:pt x="147" y="396"/>
                    <a:pt x="147" y="424"/>
                  </a:cubicBezTo>
                  <a:cubicBezTo>
                    <a:pt x="147" y="428"/>
                    <a:pt x="147" y="432"/>
                    <a:pt x="148" y="436"/>
                  </a:cubicBezTo>
                  <a:cubicBezTo>
                    <a:pt x="133" y="463"/>
                    <a:pt x="120" y="490"/>
                    <a:pt x="108" y="519"/>
                  </a:cubicBezTo>
                  <a:cubicBezTo>
                    <a:pt x="100" y="537"/>
                    <a:pt x="91" y="556"/>
                    <a:pt x="83" y="575"/>
                  </a:cubicBezTo>
                  <a:cubicBezTo>
                    <a:pt x="80" y="578"/>
                    <a:pt x="77" y="587"/>
                    <a:pt x="74" y="597"/>
                  </a:cubicBezTo>
                  <a:moveTo>
                    <a:pt x="150" y="527"/>
                  </a:moveTo>
                  <a:lnTo>
                    <a:pt x="147" y="530"/>
                  </a:lnTo>
                  <a:lnTo>
                    <a:pt x="150" y="526"/>
                  </a:lnTo>
                  <a:lnTo>
                    <a:pt x="150" y="527"/>
                  </a:lnTo>
                  <a:moveTo>
                    <a:pt x="313" y="638"/>
                  </a:moveTo>
                  <a:lnTo>
                    <a:pt x="316" y="638"/>
                  </a:lnTo>
                  <a:lnTo>
                    <a:pt x="316" y="639"/>
                  </a:lnTo>
                  <a:lnTo>
                    <a:pt x="313" y="638"/>
                  </a:lnTo>
                  <a:moveTo>
                    <a:pt x="352" y="645"/>
                  </a:moveTo>
                  <a:lnTo>
                    <a:pt x="351" y="645"/>
                  </a:lnTo>
                  <a:lnTo>
                    <a:pt x="359" y="647"/>
                  </a:lnTo>
                  <a:lnTo>
                    <a:pt x="352" y="645"/>
                  </a:lnTo>
                  <a:moveTo>
                    <a:pt x="381" y="653"/>
                  </a:moveTo>
                  <a:cubicBezTo>
                    <a:pt x="377" y="651"/>
                    <a:pt x="373" y="650"/>
                    <a:pt x="370" y="649"/>
                  </a:cubicBezTo>
                  <a:lnTo>
                    <a:pt x="382" y="652"/>
                  </a:lnTo>
                  <a:lnTo>
                    <a:pt x="381" y="653"/>
                  </a:lnTo>
                  <a:moveTo>
                    <a:pt x="429" y="658"/>
                  </a:moveTo>
                  <a:lnTo>
                    <a:pt x="435" y="658"/>
                  </a:lnTo>
                  <a:cubicBezTo>
                    <a:pt x="435" y="658"/>
                    <a:pt x="435" y="659"/>
                    <a:pt x="435" y="660"/>
                  </a:cubicBezTo>
                  <a:cubicBezTo>
                    <a:pt x="435" y="660"/>
                    <a:pt x="435" y="661"/>
                    <a:pt x="435" y="662"/>
                  </a:cubicBezTo>
                  <a:lnTo>
                    <a:pt x="434" y="662"/>
                  </a:lnTo>
                  <a:lnTo>
                    <a:pt x="433" y="662"/>
                  </a:lnTo>
                  <a:cubicBezTo>
                    <a:pt x="432" y="660"/>
                    <a:pt x="430" y="658"/>
                    <a:pt x="429" y="657"/>
                  </a:cubicBezTo>
                  <a:lnTo>
                    <a:pt x="429" y="658"/>
                  </a:lnTo>
                  <a:moveTo>
                    <a:pt x="434" y="697"/>
                  </a:moveTo>
                  <a:lnTo>
                    <a:pt x="438" y="697"/>
                  </a:lnTo>
                  <a:lnTo>
                    <a:pt x="446" y="703"/>
                  </a:lnTo>
                  <a:lnTo>
                    <a:pt x="434" y="697"/>
                  </a:lnTo>
                  <a:moveTo>
                    <a:pt x="745" y="776"/>
                  </a:moveTo>
                  <a:lnTo>
                    <a:pt x="742" y="771"/>
                  </a:lnTo>
                  <a:lnTo>
                    <a:pt x="748" y="774"/>
                  </a:lnTo>
                  <a:lnTo>
                    <a:pt x="747" y="774"/>
                  </a:lnTo>
                  <a:cubicBezTo>
                    <a:pt x="746" y="775"/>
                    <a:pt x="745" y="776"/>
                    <a:pt x="745" y="777"/>
                  </a:cubicBezTo>
                  <a:lnTo>
                    <a:pt x="745" y="776"/>
                  </a:lnTo>
                  <a:moveTo>
                    <a:pt x="922" y="933"/>
                  </a:moveTo>
                  <a:lnTo>
                    <a:pt x="922" y="931"/>
                  </a:lnTo>
                  <a:lnTo>
                    <a:pt x="923" y="932"/>
                  </a:lnTo>
                  <a:cubicBezTo>
                    <a:pt x="923" y="933"/>
                    <a:pt x="922" y="934"/>
                    <a:pt x="922" y="935"/>
                  </a:cubicBezTo>
                  <a:lnTo>
                    <a:pt x="922" y="933"/>
                  </a:lnTo>
                  <a:moveTo>
                    <a:pt x="1064" y="1177"/>
                  </a:moveTo>
                  <a:cubicBezTo>
                    <a:pt x="1060" y="1171"/>
                    <a:pt x="1057" y="1166"/>
                    <a:pt x="1054" y="1161"/>
                  </a:cubicBezTo>
                  <a:lnTo>
                    <a:pt x="1046" y="1148"/>
                  </a:lnTo>
                  <a:cubicBezTo>
                    <a:pt x="1052" y="1157"/>
                    <a:pt x="1058" y="1167"/>
                    <a:pt x="1064" y="1176"/>
                  </a:cubicBezTo>
                  <a:lnTo>
                    <a:pt x="1064" y="1177"/>
                  </a:lnTo>
                  <a:moveTo>
                    <a:pt x="1095" y="1209"/>
                  </a:moveTo>
                  <a:lnTo>
                    <a:pt x="1096" y="1212"/>
                  </a:lnTo>
                  <a:lnTo>
                    <a:pt x="1095" y="1209"/>
                  </a:lnTo>
                  <a:moveTo>
                    <a:pt x="1414" y="2103"/>
                  </a:moveTo>
                  <a:cubicBezTo>
                    <a:pt x="1412" y="2119"/>
                    <a:pt x="1412" y="2135"/>
                    <a:pt x="1410" y="2152"/>
                  </a:cubicBezTo>
                  <a:cubicBezTo>
                    <a:pt x="1405" y="2190"/>
                    <a:pt x="1388" y="2190"/>
                    <a:pt x="1380" y="2219"/>
                  </a:cubicBezTo>
                  <a:cubicBezTo>
                    <a:pt x="1367" y="2256"/>
                    <a:pt x="1358" y="2294"/>
                    <a:pt x="1353" y="2333"/>
                  </a:cubicBezTo>
                  <a:cubicBezTo>
                    <a:pt x="1351" y="2363"/>
                    <a:pt x="1334" y="2392"/>
                    <a:pt x="1327" y="2422"/>
                  </a:cubicBezTo>
                  <a:cubicBezTo>
                    <a:pt x="1323" y="2442"/>
                    <a:pt x="1318" y="2462"/>
                    <a:pt x="1313" y="2482"/>
                  </a:cubicBezTo>
                  <a:cubicBezTo>
                    <a:pt x="1315" y="2416"/>
                    <a:pt x="1327" y="2350"/>
                    <a:pt x="1351" y="2287"/>
                  </a:cubicBezTo>
                  <a:cubicBezTo>
                    <a:pt x="1367" y="2252"/>
                    <a:pt x="1381" y="2215"/>
                    <a:pt x="1392" y="2177"/>
                  </a:cubicBezTo>
                  <a:cubicBezTo>
                    <a:pt x="1398" y="2153"/>
                    <a:pt x="1408" y="2126"/>
                    <a:pt x="1414" y="2101"/>
                  </a:cubicBezTo>
                  <a:lnTo>
                    <a:pt x="1414" y="2103"/>
                  </a:lnTo>
                  <a:moveTo>
                    <a:pt x="1452" y="1642"/>
                  </a:moveTo>
                  <a:cubicBezTo>
                    <a:pt x="1444" y="1609"/>
                    <a:pt x="1437" y="1570"/>
                    <a:pt x="1416" y="1543"/>
                  </a:cubicBezTo>
                  <a:cubicBezTo>
                    <a:pt x="1413" y="1540"/>
                    <a:pt x="1408" y="1543"/>
                    <a:pt x="1410" y="1547"/>
                  </a:cubicBezTo>
                  <a:cubicBezTo>
                    <a:pt x="1434" y="1585"/>
                    <a:pt x="1444" y="1649"/>
                    <a:pt x="1449" y="1693"/>
                  </a:cubicBezTo>
                  <a:cubicBezTo>
                    <a:pt x="1451" y="1719"/>
                    <a:pt x="1452" y="1745"/>
                    <a:pt x="1452" y="1771"/>
                  </a:cubicBezTo>
                  <a:cubicBezTo>
                    <a:pt x="1452" y="1797"/>
                    <a:pt x="1451" y="1823"/>
                    <a:pt x="1449" y="1849"/>
                  </a:cubicBezTo>
                  <a:cubicBezTo>
                    <a:pt x="1449" y="1919"/>
                    <a:pt x="1431" y="1989"/>
                    <a:pt x="1420" y="2059"/>
                  </a:cubicBezTo>
                  <a:lnTo>
                    <a:pt x="1420" y="2058"/>
                  </a:lnTo>
                  <a:cubicBezTo>
                    <a:pt x="1420" y="2057"/>
                    <a:pt x="1419" y="2057"/>
                    <a:pt x="1418" y="2056"/>
                  </a:cubicBezTo>
                  <a:cubicBezTo>
                    <a:pt x="1415" y="2027"/>
                    <a:pt x="1407" y="1997"/>
                    <a:pt x="1403" y="1968"/>
                  </a:cubicBezTo>
                  <a:cubicBezTo>
                    <a:pt x="1397" y="1924"/>
                    <a:pt x="1398" y="1879"/>
                    <a:pt x="1393" y="1834"/>
                  </a:cubicBezTo>
                  <a:cubicBezTo>
                    <a:pt x="1389" y="1792"/>
                    <a:pt x="1387" y="1749"/>
                    <a:pt x="1387" y="1706"/>
                  </a:cubicBezTo>
                  <a:cubicBezTo>
                    <a:pt x="1387" y="1700"/>
                    <a:pt x="1387" y="1694"/>
                    <a:pt x="1387" y="1689"/>
                  </a:cubicBezTo>
                  <a:cubicBezTo>
                    <a:pt x="1388" y="1685"/>
                    <a:pt x="1388" y="1682"/>
                    <a:pt x="1388" y="1679"/>
                  </a:cubicBezTo>
                  <a:cubicBezTo>
                    <a:pt x="1388" y="1667"/>
                    <a:pt x="1385" y="1656"/>
                    <a:pt x="1380" y="1645"/>
                  </a:cubicBezTo>
                  <a:cubicBezTo>
                    <a:pt x="1379" y="1645"/>
                    <a:pt x="1379" y="1644"/>
                    <a:pt x="1378" y="1644"/>
                  </a:cubicBezTo>
                  <a:cubicBezTo>
                    <a:pt x="1378" y="1644"/>
                    <a:pt x="1377" y="1643"/>
                    <a:pt x="1376" y="1643"/>
                  </a:cubicBezTo>
                  <a:cubicBezTo>
                    <a:pt x="1375" y="1643"/>
                    <a:pt x="1374" y="1644"/>
                    <a:pt x="1373" y="1644"/>
                  </a:cubicBezTo>
                  <a:cubicBezTo>
                    <a:pt x="1372" y="1644"/>
                    <a:pt x="1371" y="1645"/>
                    <a:pt x="1371" y="1646"/>
                  </a:cubicBezTo>
                  <a:lnTo>
                    <a:pt x="1371" y="1647"/>
                  </a:lnTo>
                  <a:cubicBezTo>
                    <a:pt x="1358" y="1678"/>
                    <a:pt x="1349" y="1710"/>
                    <a:pt x="1343" y="1742"/>
                  </a:cubicBezTo>
                  <a:cubicBezTo>
                    <a:pt x="1343" y="1747"/>
                    <a:pt x="1338" y="1730"/>
                    <a:pt x="1338" y="1727"/>
                  </a:cubicBezTo>
                  <a:cubicBezTo>
                    <a:pt x="1334" y="1710"/>
                    <a:pt x="1329" y="1693"/>
                    <a:pt x="1321" y="1677"/>
                  </a:cubicBezTo>
                  <a:cubicBezTo>
                    <a:pt x="1307" y="1638"/>
                    <a:pt x="1325" y="1592"/>
                    <a:pt x="1324" y="1551"/>
                  </a:cubicBezTo>
                  <a:cubicBezTo>
                    <a:pt x="1322" y="1511"/>
                    <a:pt x="1322" y="1472"/>
                    <a:pt x="1319" y="1433"/>
                  </a:cubicBezTo>
                  <a:cubicBezTo>
                    <a:pt x="1319" y="1428"/>
                    <a:pt x="1312" y="1429"/>
                    <a:pt x="1312" y="1433"/>
                  </a:cubicBezTo>
                  <a:cubicBezTo>
                    <a:pt x="1310" y="1455"/>
                    <a:pt x="1309" y="1478"/>
                    <a:pt x="1309" y="1501"/>
                  </a:cubicBezTo>
                  <a:cubicBezTo>
                    <a:pt x="1309" y="1508"/>
                    <a:pt x="1309" y="1515"/>
                    <a:pt x="1309" y="1522"/>
                  </a:cubicBezTo>
                  <a:cubicBezTo>
                    <a:pt x="1309" y="1525"/>
                    <a:pt x="1310" y="1528"/>
                    <a:pt x="1310" y="1531"/>
                  </a:cubicBezTo>
                  <a:cubicBezTo>
                    <a:pt x="1310" y="1540"/>
                    <a:pt x="1309" y="1550"/>
                    <a:pt x="1308" y="1560"/>
                  </a:cubicBezTo>
                  <a:cubicBezTo>
                    <a:pt x="1299" y="1517"/>
                    <a:pt x="1286" y="1476"/>
                    <a:pt x="1267" y="1438"/>
                  </a:cubicBezTo>
                  <a:cubicBezTo>
                    <a:pt x="1229" y="1362"/>
                    <a:pt x="1203" y="1281"/>
                    <a:pt x="1192" y="1197"/>
                  </a:cubicBezTo>
                  <a:cubicBezTo>
                    <a:pt x="1192" y="1193"/>
                    <a:pt x="1184" y="1193"/>
                    <a:pt x="1184" y="1197"/>
                  </a:cubicBezTo>
                  <a:cubicBezTo>
                    <a:pt x="1184" y="1200"/>
                    <a:pt x="1183" y="1203"/>
                    <a:pt x="1183" y="1206"/>
                  </a:cubicBezTo>
                  <a:cubicBezTo>
                    <a:pt x="1183" y="1209"/>
                    <a:pt x="1184" y="1211"/>
                    <a:pt x="1184" y="1214"/>
                  </a:cubicBezTo>
                  <a:lnTo>
                    <a:pt x="1182" y="1214"/>
                  </a:lnTo>
                  <a:cubicBezTo>
                    <a:pt x="1181" y="1220"/>
                    <a:pt x="1181" y="1226"/>
                    <a:pt x="1181" y="1232"/>
                  </a:cubicBezTo>
                  <a:cubicBezTo>
                    <a:pt x="1181" y="1237"/>
                    <a:pt x="1181" y="1243"/>
                    <a:pt x="1182" y="1249"/>
                  </a:cubicBezTo>
                  <a:cubicBezTo>
                    <a:pt x="1184" y="1268"/>
                    <a:pt x="1188" y="1286"/>
                    <a:pt x="1195" y="1303"/>
                  </a:cubicBezTo>
                  <a:cubicBezTo>
                    <a:pt x="1195" y="1304"/>
                    <a:pt x="1195" y="1304"/>
                    <a:pt x="1195" y="1304"/>
                  </a:cubicBezTo>
                  <a:cubicBezTo>
                    <a:pt x="1195" y="1312"/>
                    <a:pt x="1197" y="1321"/>
                    <a:pt x="1201" y="1329"/>
                  </a:cubicBezTo>
                  <a:cubicBezTo>
                    <a:pt x="1178" y="1292"/>
                    <a:pt x="1141" y="1267"/>
                    <a:pt x="1121" y="1228"/>
                  </a:cubicBezTo>
                  <a:cubicBezTo>
                    <a:pt x="1068" y="1121"/>
                    <a:pt x="1023" y="1013"/>
                    <a:pt x="1019" y="892"/>
                  </a:cubicBezTo>
                  <a:lnTo>
                    <a:pt x="1019" y="891"/>
                  </a:lnTo>
                  <a:cubicBezTo>
                    <a:pt x="1019" y="891"/>
                    <a:pt x="1018" y="891"/>
                    <a:pt x="1018" y="890"/>
                  </a:cubicBezTo>
                  <a:lnTo>
                    <a:pt x="1017" y="890"/>
                  </a:lnTo>
                  <a:cubicBezTo>
                    <a:pt x="1016" y="890"/>
                    <a:pt x="1016" y="890"/>
                    <a:pt x="1016" y="890"/>
                  </a:cubicBezTo>
                  <a:cubicBezTo>
                    <a:pt x="1015" y="891"/>
                    <a:pt x="1015" y="891"/>
                    <a:pt x="1015" y="891"/>
                  </a:cubicBezTo>
                  <a:cubicBezTo>
                    <a:pt x="1015" y="891"/>
                    <a:pt x="1015" y="892"/>
                    <a:pt x="1014" y="892"/>
                  </a:cubicBezTo>
                  <a:cubicBezTo>
                    <a:pt x="1013" y="905"/>
                    <a:pt x="1013" y="918"/>
                    <a:pt x="1013" y="931"/>
                  </a:cubicBezTo>
                  <a:cubicBezTo>
                    <a:pt x="1013" y="1004"/>
                    <a:pt x="1031" y="1076"/>
                    <a:pt x="1066" y="1140"/>
                  </a:cubicBezTo>
                  <a:cubicBezTo>
                    <a:pt x="1073" y="1153"/>
                    <a:pt x="1080" y="1167"/>
                    <a:pt x="1086" y="1181"/>
                  </a:cubicBezTo>
                  <a:lnTo>
                    <a:pt x="1081" y="1175"/>
                  </a:lnTo>
                  <a:cubicBezTo>
                    <a:pt x="1080" y="1173"/>
                    <a:pt x="1079" y="1170"/>
                    <a:pt x="1078" y="1167"/>
                  </a:cubicBezTo>
                  <a:lnTo>
                    <a:pt x="1078" y="1166"/>
                  </a:lnTo>
                  <a:cubicBezTo>
                    <a:pt x="1077" y="1166"/>
                    <a:pt x="1077" y="1166"/>
                    <a:pt x="1077" y="1166"/>
                  </a:cubicBezTo>
                  <a:cubicBezTo>
                    <a:pt x="1076" y="1166"/>
                    <a:pt x="1076" y="1166"/>
                    <a:pt x="1076" y="1166"/>
                  </a:cubicBezTo>
                  <a:lnTo>
                    <a:pt x="1075" y="1167"/>
                  </a:lnTo>
                  <a:cubicBezTo>
                    <a:pt x="1075" y="1167"/>
                    <a:pt x="1074" y="1166"/>
                    <a:pt x="1074" y="1165"/>
                  </a:cubicBezTo>
                  <a:cubicBezTo>
                    <a:pt x="1061" y="1144"/>
                    <a:pt x="1048" y="1122"/>
                    <a:pt x="1033" y="1102"/>
                  </a:cubicBezTo>
                  <a:cubicBezTo>
                    <a:pt x="1010" y="1066"/>
                    <a:pt x="992" y="1027"/>
                    <a:pt x="972" y="990"/>
                  </a:cubicBezTo>
                  <a:cubicBezTo>
                    <a:pt x="965" y="975"/>
                    <a:pt x="959" y="961"/>
                    <a:pt x="954" y="945"/>
                  </a:cubicBezTo>
                  <a:cubicBezTo>
                    <a:pt x="955" y="945"/>
                    <a:pt x="955" y="944"/>
                    <a:pt x="955" y="944"/>
                  </a:cubicBezTo>
                  <a:cubicBezTo>
                    <a:pt x="956" y="942"/>
                    <a:pt x="956" y="941"/>
                    <a:pt x="956" y="940"/>
                  </a:cubicBezTo>
                  <a:cubicBezTo>
                    <a:pt x="956" y="939"/>
                    <a:pt x="956" y="939"/>
                    <a:pt x="955" y="937"/>
                  </a:cubicBezTo>
                  <a:cubicBezTo>
                    <a:pt x="955" y="936"/>
                    <a:pt x="955" y="935"/>
                    <a:pt x="954" y="935"/>
                  </a:cubicBezTo>
                  <a:lnTo>
                    <a:pt x="951" y="932"/>
                  </a:lnTo>
                  <a:cubicBezTo>
                    <a:pt x="944" y="910"/>
                    <a:pt x="939" y="887"/>
                    <a:pt x="934" y="867"/>
                  </a:cubicBezTo>
                  <a:cubicBezTo>
                    <a:pt x="926" y="836"/>
                    <a:pt x="921" y="805"/>
                    <a:pt x="918" y="773"/>
                  </a:cubicBezTo>
                  <a:lnTo>
                    <a:pt x="918" y="772"/>
                  </a:lnTo>
                  <a:cubicBezTo>
                    <a:pt x="917" y="771"/>
                    <a:pt x="917" y="771"/>
                    <a:pt x="917" y="771"/>
                  </a:cubicBezTo>
                  <a:cubicBezTo>
                    <a:pt x="916" y="770"/>
                    <a:pt x="915" y="770"/>
                    <a:pt x="915" y="770"/>
                  </a:cubicBezTo>
                  <a:cubicBezTo>
                    <a:pt x="914" y="770"/>
                    <a:pt x="914" y="770"/>
                    <a:pt x="913" y="771"/>
                  </a:cubicBezTo>
                  <a:cubicBezTo>
                    <a:pt x="913" y="771"/>
                    <a:pt x="912" y="771"/>
                    <a:pt x="912" y="772"/>
                  </a:cubicBezTo>
                  <a:lnTo>
                    <a:pt x="912" y="773"/>
                  </a:lnTo>
                  <a:cubicBezTo>
                    <a:pt x="913" y="822"/>
                    <a:pt x="921" y="871"/>
                    <a:pt x="936" y="918"/>
                  </a:cubicBezTo>
                  <a:cubicBezTo>
                    <a:pt x="917" y="898"/>
                    <a:pt x="901" y="876"/>
                    <a:pt x="887" y="853"/>
                  </a:cubicBezTo>
                  <a:cubicBezTo>
                    <a:pt x="884" y="848"/>
                    <a:pt x="882" y="843"/>
                    <a:pt x="879" y="838"/>
                  </a:cubicBezTo>
                  <a:cubicBezTo>
                    <a:pt x="881" y="838"/>
                    <a:pt x="883" y="838"/>
                    <a:pt x="885" y="838"/>
                  </a:cubicBezTo>
                  <a:cubicBezTo>
                    <a:pt x="887" y="838"/>
                    <a:pt x="889" y="838"/>
                    <a:pt x="891" y="838"/>
                  </a:cubicBezTo>
                  <a:cubicBezTo>
                    <a:pt x="892" y="838"/>
                    <a:pt x="892" y="837"/>
                    <a:pt x="892" y="837"/>
                  </a:cubicBezTo>
                  <a:cubicBezTo>
                    <a:pt x="893" y="837"/>
                    <a:pt x="894" y="836"/>
                    <a:pt x="894" y="836"/>
                  </a:cubicBezTo>
                  <a:cubicBezTo>
                    <a:pt x="894" y="835"/>
                    <a:pt x="895" y="834"/>
                    <a:pt x="895" y="833"/>
                  </a:cubicBezTo>
                  <a:cubicBezTo>
                    <a:pt x="895" y="833"/>
                    <a:pt x="894" y="832"/>
                    <a:pt x="894" y="831"/>
                  </a:cubicBezTo>
                  <a:cubicBezTo>
                    <a:pt x="894" y="830"/>
                    <a:pt x="893" y="830"/>
                    <a:pt x="892" y="829"/>
                  </a:cubicBezTo>
                  <a:lnTo>
                    <a:pt x="891" y="829"/>
                  </a:lnTo>
                  <a:cubicBezTo>
                    <a:pt x="883" y="826"/>
                    <a:pt x="875" y="822"/>
                    <a:pt x="868" y="817"/>
                  </a:cubicBezTo>
                  <a:cubicBezTo>
                    <a:pt x="854" y="787"/>
                    <a:pt x="839" y="758"/>
                    <a:pt x="823" y="730"/>
                  </a:cubicBezTo>
                  <a:cubicBezTo>
                    <a:pt x="815" y="716"/>
                    <a:pt x="807" y="703"/>
                    <a:pt x="798" y="690"/>
                  </a:cubicBezTo>
                  <a:cubicBezTo>
                    <a:pt x="797" y="688"/>
                    <a:pt x="794" y="690"/>
                    <a:pt x="795" y="692"/>
                  </a:cubicBezTo>
                  <a:cubicBezTo>
                    <a:pt x="815" y="727"/>
                    <a:pt x="828" y="766"/>
                    <a:pt x="845" y="803"/>
                  </a:cubicBezTo>
                  <a:cubicBezTo>
                    <a:pt x="840" y="797"/>
                    <a:pt x="835" y="793"/>
                    <a:pt x="829" y="789"/>
                  </a:cubicBezTo>
                  <a:cubicBezTo>
                    <a:pt x="825" y="787"/>
                    <a:pt x="821" y="786"/>
                    <a:pt x="817" y="784"/>
                  </a:cubicBezTo>
                  <a:cubicBezTo>
                    <a:pt x="802" y="773"/>
                    <a:pt x="787" y="762"/>
                    <a:pt x="773" y="751"/>
                  </a:cubicBezTo>
                  <a:cubicBezTo>
                    <a:pt x="735" y="724"/>
                    <a:pt x="710" y="686"/>
                    <a:pt x="681" y="650"/>
                  </a:cubicBezTo>
                  <a:lnTo>
                    <a:pt x="680" y="649"/>
                  </a:lnTo>
                  <a:lnTo>
                    <a:pt x="679" y="649"/>
                  </a:lnTo>
                  <a:cubicBezTo>
                    <a:pt x="678" y="649"/>
                    <a:pt x="678" y="649"/>
                    <a:pt x="678" y="649"/>
                  </a:cubicBezTo>
                  <a:cubicBezTo>
                    <a:pt x="677" y="649"/>
                    <a:pt x="677" y="650"/>
                    <a:pt x="677" y="650"/>
                  </a:cubicBezTo>
                  <a:cubicBezTo>
                    <a:pt x="676" y="650"/>
                    <a:pt x="676" y="651"/>
                    <a:pt x="676" y="651"/>
                  </a:cubicBezTo>
                  <a:cubicBezTo>
                    <a:pt x="676" y="652"/>
                    <a:pt x="676" y="652"/>
                    <a:pt x="677" y="653"/>
                  </a:cubicBezTo>
                  <a:cubicBezTo>
                    <a:pt x="699" y="690"/>
                    <a:pt x="725" y="724"/>
                    <a:pt x="755" y="754"/>
                  </a:cubicBezTo>
                  <a:cubicBezTo>
                    <a:pt x="746" y="750"/>
                    <a:pt x="736" y="745"/>
                    <a:pt x="727" y="740"/>
                  </a:cubicBezTo>
                  <a:cubicBezTo>
                    <a:pt x="716" y="734"/>
                    <a:pt x="705" y="726"/>
                    <a:pt x="695" y="718"/>
                  </a:cubicBezTo>
                  <a:cubicBezTo>
                    <a:pt x="671" y="696"/>
                    <a:pt x="645" y="675"/>
                    <a:pt x="618" y="657"/>
                  </a:cubicBezTo>
                  <a:cubicBezTo>
                    <a:pt x="613" y="654"/>
                    <a:pt x="607" y="651"/>
                    <a:pt x="602" y="648"/>
                  </a:cubicBezTo>
                  <a:cubicBezTo>
                    <a:pt x="594" y="642"/>
                    <a:pt x="585" y="636"/>
                    <a:pt x="577" y="631"/>
                  </a:cubicBezTo>
                  <a:cubicBezTo>
                    <a:pt x="559" y="621"/>
                    <a:pt x="541" y="613"/>
                    <a:pt x="521" y="609"/>
                  </a:cubicBezTo>
                  <a:lnTo>
                    <a:pt x="519" y="609"/>
                  </a:lnTo>
                  <a:cubicBezTo>
                    <a:pt x="519" y="608"/>
                    <a:pt x="519" y="608"/>
                    <a:pt x="519" y="608"/>
                  </a:cubicBezTo>
                  <a:cubicBezTo>
                    <a:pt x="494" y="594"/>
                    <a:pt x="469" y="582"/>
                    <a:pt x="443" y="572"/>
                  </a:cubicBezTo>
                  <a:cubicBezTo>
                    <a:pt x="437" y="569"/>
                    <a:pt x="433" y="578"/>
                    <a:pt x="438" y="582"/>
                  </a:cubicBezTo>
                  <a:cubicBezTo>
                    <a:pt x="447" y="592"/>
                    <a:pt x="458" y="601"/>
                    <a:pt x="470" y="607"/>
                  </a:cubicBezTo>
                  <a:cubicBezTo>
                    <a:pt x="473" y="609"/>
                    <a:pt x="476" y="610"/>
                    <a:pt x="479" y="612"/>
                  </a:cubicBezTo>
                  <a:cubicBezTo>
                    <a:pt x="497" y="620"/>
                    <a:pt x="499" y="653"/>
                    <a:pt x="475" y="649"/>
                  </a:cubicBezTo>
                  <a:cubicBezTo>
                    <a:pt x="455" y="646"/>
                    <a:pt x="436" y="645"/>
                    <a:pt x="416" y="640"/>
                  </a:cubicBezTo>
                  <a:cubicBezTo>
                    <a:pt x="396" y="635"/>
                    <a:pt x="377" y="637"/>
                    <a:pt x="357" y="633"/>
                  </a:cubicBezTo>
                  <a:cubicBezTo>
                    <a:pt x="343" y="630"/>
                    <a:pt x="294" y="625"/>
                    <a:pt x="284" y="615"/>
                  </a:cubicBezTo>
                  <a:cubicBezTo>
                    <a:pt x="283" y="615"/>
                    <a:pt x="283" y="615"/>
                    <a:pt x="283" y="614"/>
                  </a:cubicBezTo>
                  <a:lnTo>
                    <a:pt x="282" y="614"/>
                  </a:lnTo>
                  <a:lnTo>
                    <a:pt x="281" y="614"/>
                  </a:lnTo>
                  <a:cubicBezTo>
                    <a:pt x="281" y="615"/>
                    <a:pt x="281" y="615"/>
                    <a:pt x="280" y="615"/>
                  </a:cubicBezTo>
                  <a:lnTo>
                    <a:pt x="280" y="616"/>
                  </a:lnTo>
                  <a:lnTo>
                    <a:pt x="280" y="617"/>
                  </a:lnTo>
                  <a:cubicBezTo>
                    <a:pt x="281" y="617"/>
                    <a:pt x="281" y="618"/>
                    <a:pt x="281" y="618"/>
                  </a:cubicBezTo>
                  <a:cubicBezTo>
                    <a:pt x="281" y="618"/>
                    <a:pt x="282" y="619"/>
                    <a:pt x="282" y="620"/>
                  </a:cubicBezTo>
                  <a:cubicBezTo>
                    <a:pt x="269" y="615"/>
                    <a:pt x="255" y="612"/>
                    <a:pt x="241" y="611"/>
                  </a:cubicBezTo>
                  <a:cubicBezTo>
                    <a:pt x="209" y="611"/>
                    <a:pt x="160" y="608"/>
                    <a:pt x="130" y="621"/>
                  </a:cubicBezTo>
                  <a:cubicBezTo>
                    <a:pt x="119" y="625"/>
                    <a:pt x="108" y="631"/>
                    <a:pt x="97" y="637"/>
                  </a:cubicBezTo>
                  <a:cubicBezTo>
                    <a:pt x="96" y="638"/>
                    <a:pt x="95" y="638"/>
                    <a:pt x="94" y="639"/>
                  </a:cubicBezTo>
                  <a:cubicBezTo>
                    <a:pt x="94" y="636"/>
                    <a:pt x="94" y="633"/>
                    <a:pt x="93" y="630"/>
                  </a:cubicBezTo>
                  <a:cubicBezTo>
                    <a:pt x="93" y="629"/>
                    <a:pt x="92" y="629"/>
                    <a:pt x="92" y="629"/>
                  </a:cubicBezTo>
                  <a:cubicBezTo>
                    <a:pt x="91" y="627"/>
                    <a:pt x="90" y="626"/>
                    <a:pt x="88" y="625"/>
                  </a:cubicBezTo>
                  <a:lnTo>
                    <a:pt x="94" y="616"/>
                  </a:lnTo>
                  <a:cubicBezTo>
                    <a:pt x="100" y="607"/>
                    <a:pt x="106" y="599"/>
                    <a:pt x="112" y="590"/>
                  </a:cubicBezTo>
                  <a:cubicBezTo>
                    <a:pt x="115" y="586"/>
                    <a:pt x="117" y="582"/>
                    <a:pt x="119" y="577"/>
                  </a:cubicBezTo>
                  <a:cubicBezTo>
                    <a:pt x="149" y="544"/>
                    <a:pt x="184" y="515"/>
                    <a:pt x="222" y="490"/>
                  </a:cubicBezTo>
                  <a:cubicBezTo>
                    <a:pt x="270" y="463"/>
                    <a:pt x="321" y="438"/>
                    <a:pt x="373" y="416"/>
                  </a:cubicBezTo>
                  <a:cubicBezTo>
                    <a:pt x="380" y="413"/>
                    <a:pt x="387" y="411"/>
                    <a:pt x="394" y="410"/>
                  </a:cubicBezTo>
                  <a:cubicBezTo>
                    <a:pt x="386" y="416"/>
                    <a:pt x="378" y="423"/>
                    <a:pt x="370" y="427"/>
                  </a:cubicBezTo>
                  <a:cubicBezTo>
                    <a:pt x="366" y="430"/>
                    <a:pt x="362" y="431"/>
                    <a:pt x="358" y="433"/>
                  </a:cubicBezTo>
                  <a:cubicBezTo>
                    <a:pt x="331" y="444"/>
                    <a:pt x="326" y="481"/>
                    <a:pt x="307" y="498"/>
                  </a:cubicBezTo>
                  <a:cubicBezTo>
                    <a:pt x="307" y="498"/>
                    <a:pt x="307" y="499"/>
                    <a:pt x="307" y="498"/>
                  </a:cubicBezTo>
                  <a:cubicBezTo>
                    <a:pt x="321" y="489"/>
                    <a:pt x="329" y="475"/>
                    <a:pt x="343" y="466"/>
                  </a:cubicBezTo>
                  <a:cubicBezTo>
                    <a:pt x="370" y="447"/>
                    <a:pt x="398" y="428"/>
                    <a:pt x="425" y="408"/>
                  </a:cubicBezTo>
                  <a:cubicBezTo>
                    <a:pt x="430" y="405"/>
                    <a:pt x="435" y="402"/>
                    <a:pt x="440" y="399"/>
                  </a:cubicBezTo>
                  <a:cubicBezTo>
                    <a:pt x="447" y="398"/>
                    <a:pt x="453" y="395"/>
                    <a:pt x="459" y="391"/>
                  </a:cubicBezTo>
                  <a:cubicBezTo>
                    <a:pt x="462" y="390"/>
                    <a:pt x="464" y="389"/>
                    <a:pt x="466" y="387"/>
                  </a:cubicBezTo>
                  <a:cubicBezTo>
                    <a:pt x="548" y="357"/>
                    <a:pt x="646" y="385"/>
                    <a:pt x="729" y="374"/>
                  </a:cubicBezTo>
                  <a:lnTo>
                    <a:pt x="730" y="374"/>
                  </a:lnTo>
                  <a:lnTo>
                    <a:pt x="731" y="374"/>
                  </a:lnTo>
                  <a:cubicBezTo>
                    <a:pt x="749" y="376"/>
                    <a:pt x="767" y="377"/>
                    <a:pt x="785" y="377"/>
                  </a:cubicBezTo>
                  <a:cubicBezTo>
                    <a:pt x="803" y="377"/>
                    <a:pt x="821" y="376"/>
                    <a:pt x="838" y="374"/>
                  </a:cubicBezTo>
                  <a:cubicBezTo>
                    <a:pt x="866" y="374"/>
                    <a:pt x="894" y="372"/>
                    <a:pt x="922" y="372"/>
                  </a:cubicBezTo>
                  <a:cubicBezTo>
                    <a:pt x="939" y="372"/>
                    <a:pt x="945" y="364"/>
                    <a:pt x="961" y="359"/>
                  </a:cubicBezTo>
                  <a:cubicBezTo>
                    <a:pt x="962" y="358"/>
                    <a:pt x="962" y="358"/>
                    <a:pt x="962" y="358"/>
                  </a:cubicBezTo>
                  <a:cubicBezTo>
                    <a:pt x="962" y="357"/>
                    <a:pt x="963" y="357"/>
                    <a:pt x="963" y="357"/>
                  </a:cubicBezTo>
                  <a:cubicBezTo>
                    <a:pt x="972" y="358"/>
                    <a:pt x="981" y="358"/>
                    <a:pt x="991" y="358"/>
                  </a:cubicBezTo>
                  <a:cubicBezTo>
                    <a:pt x="1000" y="358"/>
                    <a:pt x="1010" y="358"/>
                    <a:pt x="1019" y="357"/>
                  </a:cubicBezTo>
                  <a:cubicBezTo>
                    <a:pt x="1020" y="357"/>
                    <a:pt x="1021" y="357"/>
                    <a:pt x="1021" y="357"/>
                  </a:cubicBezTo>
                  <a:cubicBezTo>
                    <a:pt x="1022" y="356"/>
                    <a:pt x="1023" y="356"/>
                    <a:pt x="1023" y="355"/>
                  </a:cubicBezTo>
                  <a:cubicBezTo>
                    <a:pt x="1023" y="354"/>
                    <a:pt x="1024" y="353"/>
                    <a:pt x="1024" y="353"/>
                  </a:cubicBezTo>
                  <a:cubicBezTo>
                    <a:pt x="1024" y="352"/>
                    <a:pt x="1023" y="351"/>
                    <a:pt x="1023" y="350"/>
                  </a:cubicBezTo>
                  <a:cubicBezTo>
                    <a:pt x="1037" y="365"/>
                    <a:pt x="1053" y="378"/>
                    <a:pt x="1067" y="392"/>
                  </a:cubicBezTo>
                  <a:cubicBezTo>
                    <a:pt x="1076" y="400"/>
                    <a:pt x="1093" y="412"/>
                    <a:pt x="1103" y="421"/>
                  </a:cubicBezTo>
                  <a:cubicBezTo>
                    <a:pt x="1111" y="450"/>
                    <a:pt x="1122" y="477"/>
                    <a:pt x="1137" y="502"/>
                  </a:cubicBezTo>
                  <a:cubicBezTo>
                    <a:pt x="1153" y="529"/>
                    <a:pt x="1172" y="554"/>
                    <a:pt x="1194" y="576"/>
                  </a:cubicBezTo>
                  <a:cubicBezTo>
                    <a:pt x="1197" y="610"/>
                    <a:pt x="1207" y="644"/>
                    <a:pt x="1222" y="675"/>
                  </a:cubicBezTo>
                  <a:cubicBezTo>
                    <a:pt x="1247" y="726"/>
                    <a:pt x="1275" y="775"/>
                    <a:pt x="1302" y="824"/>
                  </a:cubicBezTo>
                  <a:cubicBezTo>
                    <a:pt x="1300" y="823"/>
                    <a:pt x="1299" y="822"/>
                    <a:pt x="1297" y="821"/>
                  </a:cubicBezTo>
                  <a:cubicBezTo>
                    <a:pt x="1293" y="819"/>
                    <a:pt x="1289" y="817"/>
                    <a:pt x="1285" y="817"/>
                  </a:cubicBezTo>
                  <a:lnTo>
                    <a:pt x="1284" y="817"/>
                  </a:lnTo>
                  <a:cubicBezTo>
                    <a:pt x="1283" y="817"/>
                    <a:pt x="1282" y="818"/>
                    <a:pt x="1281" y="818"/>
                  </a:cubicBezTo>
                  <a:cubicBezTo>
                    <a:pt x="1280" y="819"/>
                    <a:pt x="1279" y="819"/>
                    <a:pt x="1279" y="820"/>
                  </a:cubicBezTo>
                  <a:cubicBezTo>
                    <a:pt x="1278" y="821"/>
                    <a:pt x="1278" y="822"/>
                    <a:pt x="1278" y="823"/>
                  </a:cubicBezTo>
                  <a:cubicBezTo>
                    <a:pt x="1278" y="824"/>
                    <a:pt x="1278" y="825"/>
                    <a:pt x="1279" y="826"/>
                  </a:cubicBezTo>
                  <a:cubicBezTo>
                    <a:pt x="1279" y="827"/>
                    <a:pt x="1280" y="828"/>
                    <a:pt x="1280" y="828"/>
                  </a:cubicBezTo>
                  <a:cubicBezTo>
                    <a:pt x="1290" y="835"/>
                    <a:pt x="1288" y="843"/>
                    <a:pt x="1294" y="852"/>
                  </a:cubicBezTo>
                  <a:cubicBezTo>
                    <a:pt x="1299" y="861"/>
                    <a:pt x="1310" y="870"/>
                    <a:pt x="1317" y="880"/>
                  </a:cubicBezTo>
                  <a:cubicBezTo>
                    <a:pt x="1318" y="882"/>
                    <a:pt x="1319" y="884"/>
                    <a:pt x="1320" y="886"/>
                  </a:cubicBezTo>
                  <a:cubicBezTo>
                    <a:pt x="1324" y="892"/>
                    <a:pt x="1328" y="899"/>
                    <a:pt x="1334" y="905"/>
                  </a:cubicBezTo>
                  <a:cubicBezTo>
                    <a:pt x="1338" y="918"/>
                    <a:pt x="1344" y="930"/>
                    <a:pt x="1350" y="942"/>
                  </a:cubicBezTo>
                  <a:cubicBezTo>
                    <a:pt x="1369" y="976"/>
                    <a:pt x="1383" y="1012"/>
                    <a:pt x="1392" y="1050"/>
                  </a:cubicBezTo>
                  <a:lnTo>
                    <a:pt x="1392" y="1052"/>
                  </a:lnTo>
                  <a:cubicBezTo>
                    <a:pt x="1393" y="1060"/>
                    <a:pt x="1395" y="1068"/>
                    <a:pt x="1396" y="1076"/>
                  </a:cubicBezTo>
                  <a:cubicBezTo>
                    <a:pt x="1396" y="1076"/>
                    <a:pt x="1395" y="1076"/>
                    <a:pt x="1394" y="1075"/>
                  </a:cubicBezTo>
                  <a:cubicBezTo>
                    <a:pt x="1393" y="1075"/>
                    <a:pt x="1394" y="1074"/>
                    <a:pt x="1393" y="1074"/>
                  </a:cubicBezTo>
                  <a:lnTo>
                    <a:pt x="1389" y="1074"/>
                  </a:lnTo>
                  <a:cubicBezTo>
                    <a:pt x="1377" y="1046"/>
                    <a:pt x="1371" y="1012"/>
                    <a:pt x="1358" y="984"/>
                  </a:cubicBezTo>
                  <a:cubicBezTo>
                    <a:pt x="1354" y="976"/>
                    <a:pt x="1351" y="969"/>
                    <a:pt x="1347" y="962"/>
                  </a:cubicBezTo>
                  <a:cubicBezTo>
                    <a:pt x="1331" y="935"/>
                    <a:pt x="1311" y="910"/>
                    <a:pt x="1288" y="889"/>
                  </a:cubicBezTo>
                  <a:cubicBezTo>
                    <a:pt x="1258" y="860"/>
                    <a:pt x="1221" y="839"/>
                    <a:pt x="1191" y="810"/>
                  </a:cubicBezTo>
                  <a:cubicBezTo>
                    <a:pt x="1160" y="782"/>
                    <a:pt x="1122" y="767"/>
                    <a:pt x="1088" y="743"/>
                  </a:cubicBezTo>
                  <a:cubicBezTo>
                    <a:pt x="1086" y="742"/>
                    <a:pt x="1084" y="745"/>
                    <a:pt x="1086" y="747"/>
                  </a:cubicBezTo>
                  <a:cubicBezTo>
                    <a:pt x="1103" y="761"/>
                    <a:pt x="1121" y="775"/>
                    <a:pt x="1140" y="785"/>
                  </a:cubicBezTo>
                  <a:cubicBezTo>
                    <a:pt x="1144" y="788"/>
                    <a:pt x="1147" y="788"/>
                    <a:pt x="1150" y="790"/>
                  </a:cubicBezTo>
                  <a:cubicBezTo>
                    <a:pt x="1184" y="812"/>
                    <a:pt x="1216" y="838"/>
                    <a:pt x="1245" y="867"/>
                  </a:cubicBezTo>
                  <a:cubicBezTo>
                    <a:pt x="1284" y="897"/>
                    <a:pt x="1316" y="934"/>
                    <a:pt x="1341" y="975"/>
                  </a:cubicBezTo>
                  <a:cubicBezTo>
                    <a:pt x="1358" y="1006"/>
                    <a:pt x="1363" y="1041"/>
                    <a:pt x="1376" y="1072"/>
                  </a:cubicBezTo>
                  <a:cubicBezTo>
                    <a:pt x="1356" y="1071"/>
                    <a:pt x="1339" y="1076"/>
                    <a:pt x="1348" y="1102"/>
                  </a:cubicBezTo>
                  <a:cubicBezTo>
                    <a:pt x="1360" y="1139"/>
                    <a:pt x="1384" y="1170"/>
                    <a:pt x="1393" y="1209"/>
                  </a:cubicBezTo>
                  <a:cubicBezTo>
                    <a:pt x="1399" y="1233"/>
                    <a:pt x="1404" y="1257"/>
                    <a:pt x="1408" y="1281"/>
                  </a:cubicBezTo>
                  <a:cubicBezTo>
                    <a:pt x="1409" y="1287"/>
                    <a:pt x="1411" y="1291"/>
                    <a:pt x="1412" y="1296"/>
                  </a:cubicBezTo>
                  <a:cubicBezTo>
                    <a:pt x="1409" y="1291"/>
                    <a:pt x="1406" y="1286"/>
                    <a:pt x="1403" y="1280"/>
                  </a:cubicBezTo>
                  <a:cubicBezTo>
                    <a:pt x="1402" y="1280"/>
                    <a:pt x="1402" y="1280"/>
                    <a:pt x="1402" y="1280"/>
                  </a:cubicBezTo>
                  <a:lnTo>
                    <a:pt x="1401" y="1280"/>
                  </a:lnTo>
                  <a:cubicBezTo>
                    <a:pt x="1401" y="1281"/>
                    <a:pt x="1401" y="1281"/>
                    <a:pt x="1401" y="1281"/>
                  </a:cubicBezTo>
                  <a:cubicBezTo>
                    <a:pt x="1408" y="1295"/>
                    <a:pt x="1415" y="1309"/>
                    <a:pt x="1420" y="1323"/>
                  </a:cubicBezTo>
                  <a:cubicBezTo>
                    <a:pt x="1428" y="1342"/>
                    <a:pt x="1433" y="1361"/>
                    <a:pt x="1437" y="1380"/>
                  </a:cubicBezTo>
                  <a:cubicBezTo>
                    <a:pt x="1437" y="1380"/>
                    <a:pt x="1437" y="1381"/>
                    <a:pt x="1438" y="1381"/>
                  </a:cubicBezTo>
                  <a:cubicBezTo>
                    <a:pt x="1439" y="1382"/>
                    <a:pt x="1438" y="1382"/>
                    <a:pt x="1439" y="1382"/>
                  </a:cubicBezTo>
                  <a:cubicBezTo>
                    <a:pt x="1460" y="1476"/>
                    <a:pt x="1453" y="1579"/>
                    <a:pt x="1461" y="1674"/>
                  </a:cubicBezTo>
                  <a:cubicBezTo>
                    <a:pt x="1457" y="1664"/>
                    <a:pt x="1455" y="1654"/>
                    <a:pt x="1452" y="1644"/>
                  </a:cubicBezTo>
                  <a:lnTo>
                    <a:pt x="1452" y="16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9388800" y="3383280"/>
              <a:ext cx="192240" cy="312120"/>
            </a:xfrm>
            <a:custGeom>
              <a:rect b="b" l="l" r="r" t="t"/>
              <a:pathLst>
                <a:path extrusionOk="0" h="867" w="534">
                  <a:moveTo>
                    <a:pt x="531" y="861"/>
                  </a:moveTo>
                  <a:cubicBezTo>
                    <a:pt x="516" y="833"/>
                    <a:pt x="504" y="804"/>
                    <a:pt x="494" y="774"/>
                  </a:cubicBezTo>
                  <a:cubicBezTo>
                    <a:pt x="480" y="722"/>
                    <a:pt x="463" y="671"/>
                    <a:pt x="443" y="621"/>
                  </a:cubicBezTo>
                  <a:cubicBezTo>
                    <a:pt x="410" y="532"/>
                    <a:pt x="359" y="450"/>
                    <a:pt x="318" y="363"/>
                  </a:cubicBezTo>
                  <a:cubicBezTo>
                    <a:pt x="311" y="348"/>
                    <a:pt x="304" y="333"/>
                    <a:pt x="295" y="318"/>
                  </a:cubicBezTo>
                  <a:cubicBezTo>
                    <a:pt x="280" y="292"/>
                    <a:pt x="262" y="267"/>
                    <a:pt x="242" y="244"/>
                  </a:cubicBezTo>
                  <a:cubicBezTo>
                    <a:pt x="230" y="228"/>
                    <a:pt x="219" y="212"/>
                    <a:pt x="209" y="195"/>
                  </a:cubicBezTo>
                  <a:cubicBezTo>
                    <a:pt x="207" y="192"/>
                    <a:pt x="207" y="190"/>
                    <a:pt x="205" y="187"/>
                  </a:cubicBezTo>
                  <a:cubicBezTo>
                    <a:pt x="198" y="174"/>
                    <a:pt x="188" y="162"/>
                    <a:pt x="178" y="150"/>
                  </a:cubicBezTo>
                  <a:cubicBezTo>
                    <a:pt x="151" y="130"/>
                    <a:pt x="127" y="107"/>
                    <a:pt x="104" y="82"/>
                  </a:cubicBezTo>
                  <a:cubicBezTo>
                    <a:pt x="74" y="52"/>
                    <a:pt x="35" y="30"/>
                    <a:pt x="3" y="1"/>
                  </a:cubicBezTo>
                  <a:cubicBezTo>
                    <a:pt x="2" y="0"/>
                    <a:pt x="0" y="1"/>
                    <a:pt x="1" y="3"/>
                  </a:cubicBezTo>
                  <a:cubicBezTo>
                    <a:pt x="34" y="39"/>
                    <a:pt x="76" y="67"/>
                    <a:pt x="110" y="101"/>
                  </a:cubicBezTo>
                  <a:cubicBezTo>
                    <a:pt x="133" y="125"/>
                    <a:pt x="169" y="151"/>
                    <a:pt x="183" y="182"/>
                  </a:cubicBezTo>
                  <a:cubicBezTo>
                    <a:pt x="185" y="184"/>
                    <a:pt x="186" y="186"/>
                    <a:pt x="187" y="189"/>
                  </a:cubicBezTo>
                  <a:cubicBezTo>
                    <a:pt x="204" y="219"/>
                    <a:pt x="225" y="247"/>
                    <a:pt x="247" y="272"/>
                  </a:cubicBezTo>
                  <a:cubicBezTo>
                    <a:pt x="258" y="288"/>
                    <a:pt x="269" y="304"/>
                    <a:pt x="278" y="321"/>
                  </a:cubicBezTo>
                  <a:cubicBezTo>
                    <a:pt x="293" y="346"/>
                    <a:pt x="305" y="371"/>
                    <a:pt x="316" y="397"/>
                  </a:cubicBezTo>
                  <a:cubicBezTo>
                    <a:pt x="355" y="485"/>
                    <a:pt x="405" y="566"/>
                    <a:pt x="439" y="657"/>
                  </a:cubicBezTo>
                  <a:cubicBezTo>
                    <a:pt x="456" y="695"/>
                    <a:pt x="470" y="735"/>
                    <a:pt x="481" y="775"/>
                  </a:cubicBezTo>
                  <a:cubicBezTo>
                    <a:pt x="486" y="795"/>
                    <a:pt x="494" y="814"/>
                    <a:pt x="504" y="831"/>
                  </a:cubicBezTo>
                  <a:cubicBezTo>
                    <a:pt x="510" y="842"/>
                    <a:pt x="518" y="853"/>
                    <a:pt x="526" y="863"/>
                  </a:cubicBezTo>
                  <a:cubicBezTo>
                    <a:pt x="528" y="866"/>
                    <a:pt x="533" y="864"/>
                    <a:pt x="531" y="8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9578520" y="3800880"/>
              <a:ext cx="10440" cy="19800"/>
            </a:xfrm>
            <a:custGeom>
              <a:rect b="b" l="l" r="r" t="t"/>
              <a:pathLst>
                <a:path extrusionOk="0" h="55" w="29">
                  <a:moveTo>
                    <a:pt x="25" y="1"/>
                  </a:moveTo>
                  <a:cubicBezTo>
                    <a:pt x="15" y="9"/>
                    <a:pt x="18" y="24"/>
                    <a:pt x="18" y="36"/>
                  </a:cubicBezTo>
                  <a:cubicBezTo>
                    <a:pt x="18" y="37"/>
                    <a:pt x="18" y="49"/>
                    <a:pt x="15" y="47"/>
                  </a:cubicBezTo>
                  <a:cubicBezTo>
                    <a:pt x="13" y="45"/>
                    <a:pt x="11" y="44"/>
                    <a:pt x="9" y="40"/>
                  </a:cubicBezTo>
                  <a:cubicBezTo>
                    <a:pt x="9" y="40"/>
                    <a:pt x="9" y="39"/>
                    <a:pt x="8" y="38"/>
                  </a:cubicBezTo>
                  <a:cubicBezTo>
                    <a:pt x="5" y="33"/>
                    <a:pt x="3" y="27"/>
                    <a:pt x="2" y="21"/>
                  </a:cubicBezTo>
                  <a:lnTo>
                    <a:pt x="0" y="21"/>
                  </a:lnTo>
                  <a:cubicBezTo>
                    <a:pt x="2" y="31"/>
                    <a:pt x="6" y="53"/>
                    <a:pt x="18" y="54"/>
                  </a:cubicBezTo>
                  <a:cubicBezTo>
                    <a:pt x="26" y="54"/>
                    <a:pt x="25" y="45"/>
                    <a:pt x="25" y="40"/>
                  </a:cubicBezTo>
                  <a:cubicBezTo>
                    <a:pt x="25" y="29"/>
                    <a:pt x="18" y="11"/>
                    <a:pt x="27" y="2"/>
                  </a:cubicBezTo>
                  <a:cubicBezTo>
                    <a:pt x="28" y="1"/>
                    <a:pt x="26" y="0"/>
                    <a:pt x="2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9569520" y="3641040"/>
              <a:ext cx="79920" cy="283320"/>
            </a:xfrm>
            <a:custGeom>
              <a:rect b="b" l="l" r="r" t="t"/>
              <a:pathLst>
                <a:path extrusionOk="0" h="787" w="222">
                  <a:moveTo>
                    <a:pt x="195" y="725"/>
                  </a:moveTo>
                  <a:cubicBezTo>
                    <a:pt x="193" y="701"/>
                    <a:pt x="196" y="676"/>
                    <a:pt x="195" y="654"/>
                  </a:cubicBezTo>
                  <a:cubicBezTo>
                    <a:pt x="191" y="608"/>
                    <a:pt x="187" y="562"/>
                    <a:pt x="179" y="516"/>
                  </a:cubicBezTo>
                  <a:cubicBezTo>
                    <a:pt x="171" y="470"/>
                    <a:pt x="148" y="429"/>
                    <a:pt x="134" y="388"/>
                  </a:cubicBezTo>
                  <a:cubicBezTo>
                    <a:pt x="130" y="377"/>
                    <a:pt x="125" y="366"/>
                    <a:pt x="119" y="355"/>
                  </a:cubicBezTo>
                  <a:lnTo>
                    <a:pt x="112" y="339"/>
                  </a:lnTo>
                  <a:cubicBezTo>
                    <a:pt x="104" y="332"/>
                    <a:pt x="104" y="325"/>
                    <a:pt x="112" y="320"/>
                  </a:cubicBezTo>
                  <a:cubicBezTo>
                    <a:pt x="116" y="326"/>
                    <a:pt x="120" y="333"/>
                    <a:pt x="124" y="340"/>
                  </a:cubicBezTo>
                  <a:cubicBezTo>
                    <a:pt x="127" y="344"/>
                    <a:pt x="129" y="348"/>
                    <a:pt x="131" y="353"/>
                  </a:cubicBezTo>
                  <a:lnTo>
                    <a:pt x="134" y="358"/>
                  </a:lnTo>
                  <a:cubicBezTo>
                    <a:pt x="137" y="367"/>
                    <a:pt x="151" y="361"/>
                    <a:pt x="148" y="351"/>
                  </a:cubicBezTo>
                  <a:cubicBezTo>
                    <a:pt x="125" y="285"/>
                    <a:pt x="118" y="215"/>
                    <a:pt x="91" y="151"/>
                  </a:cubicBezTo>
                  <a:cubicBezTo>
                    <a:pt x="80" y="125"/>
                    <a:pt x="68" y="99"/>
                    <a:pt x="53" y="74"/>
                  </a:cubicBezTo>
                  <a:cubicBezTo>
                    <a:pt x="39" y="49"/>
                    <a:pt x="22" y="25"/>
                    <a:pt x="4" y="2"/>
                  </a:cubicBezTo>
                  <a:cubicBezTo>
                    <a:pt x="3" y="0"/>
                    <a:pt x="0" y="2"/>
                    <a:pt x="1" y="5"/>
                  </a:cubicBezTo>
                  <a:cubicBezTo>
                    <a:pt x="9" y="16"/>
                    <a:pt x="17" y="28"/>
                    <a:pt x="24" y="40"/>
                  </a:cubicBezTo>
                  <a:cubicBezTo>
                    <a:pt x="45" y="77"/>
                    <a:pt x="62" y="116"/>
                    <a:pt x="74" y="156"/>
                  </a:cubicBezTo>
                  <a:cubicBezTo>
                    <a:pt x="90" y="208"/>
                    <a:pt x="100" y="261"/>
                    <a:pt x="117" y="314"/>
                  </a:cubicBezTo>
                  <a:cubicBezTo>
                    <a:pt x="110" y="308"/>
                    <a:pt x="104" y="303"/>
                    <a:pt x="98" y="298"/>
                  </a:cubicBezTo>
                  <a:lnTo>
                    <a:pt x="97" y="298"/>
                  </a:lnTo>
                  <a:lnTo>
                    <a:pt x="96" y="298"/>
                  </a:lnTo>
                  <a:lnTo>
                    <a:pt x="96" y="299"/>
                  </a:lnTo>
                  <a:lnTo>
                    <a:pt x="95" y="299"/>
                  </a:lnTo>
                  <a:cubicBezTo>
                    <a:pt x="84" y="334"/>
                    <a:pt x="106" y="363"/>
                    <a:pt x="117" y="396"/>
                  </a:cubicBezTo>
                  <a:cubicBezTo>
                    <a:pt x="136" y="441"/>
                    <a:pt x="150" y="489"/>
                    <a:pt x="161" y="537"/>
                  </a:cubicBezTo>
                  <a:cubicBezTo>
                    <a:pt x="170" y="584"/>
                    <a:pt x="175" y="632"/>
                    <a:pt x="175" y="679"/>
                  </a:cubicBezTo>
                  <a:cubicBezTo>
                    <a:pt x="175" y="686"/>
                    <a:pt x="175" y="692"/>
                    <a:pt x="175" y="699"/>
                  </a:cubicBezTo>
                  <a:cubicBezTo>
                    <a:pt x="159" y="679"/>
                    <a:pt x="144" y="656"/>
                    <a:pt x="130" y="633"/>
                  </a:cubicBezTo>
                  <a:cubicBezTo>
                    <a:pt x="128" y="628"/>
                    <a:pt x="125" y="624"/>
                    <a:pt x="122" y="619"/>
                  </a:cubicBezTo>
                  <a:cubicBezTo>
                    <a:pt x="87" y="556"/>
                    <a:pt x="65" y="485"/>
                    <a:pt x="60" y="412"/>
                  </a:cubicBezTo>
                  <a:cubicBezTo>
                    <a:pt x="60" y="412"/>
                    <a:pt x="60" y="411"/>
                    <a:pt x="59" y="411"/>
                  </a:cubicBezTo>
                  <a:cubicBezTo>
                    <a:pt x="58" y="410"/>
                    <a:pt x="59" y="410"/>
                    <a:pt x="58" y="410"/>
                  </a:cubicBezTo>
                  <a:lnTo>
                    <a:pt x="57" y="410"/>
                  </a:lnTo>
                  <a:lnTo>
                    <a:pt x="56" y="410"/>
                  </a:lnTo>
                  <a:cubicBezTo>
                    <a:pt x="56" y="410"/>
                    <a:pt x="55" y="410"/>
                    <a:pt x="55" y="411"/>
                  </a:cubicBezTo>
                  <a:lnTo>
                    <a:pt x="55" y="412"/>
                  </a:lnTo>
                  <a:cubicBezTo>
                    <a:pt x="49" y="526"/>
                    <a:pt x="102" y="643"/>
                    <a:pt x="177" y="731"/>
                  </a:cubicBezTo>
                  <a:cubicBezTo>
                    <a:pt x="177" y="745"/>
                    <a:pt x="181" y="758"/>
                    <a:pt x="188" y="770"/>
                  </a:cubicBezTo>
                  <a:cubicBezTo>
                    <a:pt x="190" y="773"/>
                    <a:pt x="191" y="775"/>
                    <a:pt x="193" y="777"/>
                  </a:cubicBezTo>
                  <a:cubicBezTo>
                    <a:pt x="200" y="786"/>
                    <a:pt x="212" y="775"/>
                    <a:pt x="208" y="766"/>
                  </a:cubicBezTo>
                  <a:lnTo>
                    <a:pt x="211" y="770"/>
                  </a:lnTo>
                  <a:lnTo>
                    <a:pt x="212" y="770"/>
                  </a:lnTo>
                  <a:cubicBezTo>
                    <a:pt x="213" y="771"/>
                    <a:pt x="214" y="771"/>
                    <a:pt x="214" y="771"/>
                  </a:cubicBezTo>
                  <a:cubicBezTo>
                    <a:pt x="215" y="771"/>
                    <a:pt x="216" y="771"/>
                    <a:pt x="217" y="770"/>
                  </a:cubicBezTo>
                  <a:cubicBezTo>
                    <a:pt x="217" y="770"/>
                    <a:pt x="217" y="768"/>
                    <a:pt x="218" y="768"/>
                  </a:cubicBezTo>
                  <a:cubicBezTo>
                    <a:pt x="219" y="767"/>
                    <a:pt x="219" y="767"/>
                    <a:pt x="219" y="766"/>
                  </a:cubicBezTo>
                  <a:cubicBezTo>
                    <a:pt x="221" y="753"/>
                    <a:pt x="216" y="748"/>
                    <a:pt x="207" y="737"/>
                  </a:cubicBezTo>
                  <a:lnTo>
                    <a:pt x="195" y="7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9282960" y="3504960"/>
              <a:ext cx="190080" cy="88560"/>
            </a:xfrm>
            <a:custGeom>
              <a:rect b="b" l="l" r="r" t="t"/>
              <a:pathLst>
                <a:path extrusionOk="0" h="246" w="528">
                  <a:moveTo>
                    <a:pt x="239" y="7"/>
                  </a:moveTo>
                  <a:cubicBezTo>
                    <a:pt x="213" y="2"/>
                    <a:pt x="188" y="0"/>
                    <a:pt x="162" y="0"/>
                  </a:cubicBezTo>
                  <a:cubicBezTo>
                    <a:pt x="151" y="0"/>
                    <a:pt x="141" y="0"/>
                    <a:pt x="131" y="1"/>
                  </a:cubicBezTo>
                  <a:cubicBezTo>
                    <a:pt x="84" y="1"/>
                    <a:pt x="46" y="19"/>
                    <a:pt x="2" y="26"/>
                  </a:cubicBezTo>
                  <a:cubicBezTo>
                    <a:pt x="1" y="26"/>
                    <a:pt x="1" y="26"/>
                    <a:pt x="1" y="26"/>
                  </a:cubicBezTo>
                  <a:cubicBezTo>
                    <a:pt x="1" y="26"/>
                    <a:pt x="1" y="27"/>
                    <a:pt x="0" y="27"/>
                  </a:cubicBezTo>
                  <a:cubicBezTo>
                    <a:pt x="0" y="28"/>
                    <a:pt x="0" y="28"/>
                    <a:pt x="0" y="28"/>
                  </a:cubicBezTo>
                  <a:cubicBezTo>
                    <a:pt x="1" y="28"/>
                    <a:pt x="1" y="28"/>
                    <a:pt x="1" y="29"/>
                  </a:cubicBezTo>
                  <a:lnTo>
                    <a:pt x="2" y="29"/>
                  </a:lnTo>
                  <a:cubicBezTo>
                    <a:pt x="46" y="27"/>
                    <a:pt x="86" y="10"/>
                    <a:pt x="131" y="11"/>
                  </a:cubicBezTo>
                  <a:cubicBezTo>
                    <a:pt x="142" y="11"/>
                    <a:pt x="154" y="10"/>
                    <a:pt x="166" y="10"/>
                  </a:cubicBezTo>
                  <a:cubicBezTo>
                    <a:pt x="189" y="10"/>
                    <a:pt x="213" y="12"/>
                    <a:pt x="237" y="15"/>
                  </a:cubicBezTo>
                  <a:cubicBezTo>
                    <a:pt x="284" y="24"/>
                    <a:pt x="312" y="34"/>
                    <a:pt x="344" y="66"/>
                  </a:cubicBezTo>
                  <a:lnTo>
                    <a:pt x="341" y="66"/>
                  </a:lnTo>
                  <a:cubicBezTo>
                    <a:pt x="335" y="65"/>
                    <a:pt x="328" y="65"/>
                    <a:pt x="321" y="65"/>
                  </a:cubicBezTo>
                  <a:cubicBezTo>
                    <a:pt x="306" y="65"/>
                    <a:pt x="291" y="66"/>
                    <a:pt x="276" y="69"/>
                  </a:cubicBezTo>
                  <a:cubicBezTo>
                    <a:pt x="272" y="69"/>
                    <a:pt x="273" y="69"/>
                    <a:pt x="276" y="69"/>
                  </a:cubicBezTo>
                  <a:cubicBezTo>
                    <a:pt x="271" y="69"/>
                    <a:pt x="266" y="69"/>
                    <a:pt x="262" y="69"/>
                  </a:cubicBezTo>
                  <a:cubicBezTo>
                    <a:pt x="257" y="69"/>
                    <a:pt x="254" y="69"/>
                    <a:pt x="249" y="69"/>
                  </a:cubicBezTo>
                  <a:cubicBezTo>
                    <a:pt x="246" y="69"/>
                    <a:pt x="245" y="73"/>
                    <a:pt x="248" y="75"/>
                  </a:cubicBezTo>
                  <a:cubicBezTo>
                    <a:pt x="264" y="84"/>
                    <a:pt x="281" y="90"/>
                    <a:pt x="299" y="95"/>
                  </a:cubicBezTo>
                  <a:cubicBezTo>
                    <a:pt x="343" y="111"/>
                    <a:pt x="378" y="121"/>
                    <a:pt x="413" y="154"/>
                  </a:cubicBezTo>
                  <a:cubicBezTo>
                    <a:pt x="431" y="170"/>
                    <a:pt x="454" y="180"/>
                    <a:pt x="472" y="197"/>
                  </a:cubicBezTo>
                  <a:cubicBezTo>
                    <a:pt x="487" y="213"/>
                    <a:pt x="503" y="229"/>
                    <a:pt x="520" y="244"/>
                  </a:cubicBezTo>
                  <a:cubicBezTo>
                    <a:pt x="521" y="244"/>
                    <a:pt x="522" y="244"/>
                    <a:pt x="523" y="244"/>
                  </a:cubicBezTo>
                  <a:cubicBezTo>
                    <a:pt x="523" y="244"/>
                    <a:pt x="524" y="245"/>
                    <a:pt x="525" y="244"/>
                  </a:cubicBezTo>
                  <a:cubicBezTo>
                    <a:pt x="526" y="243"/>
                    <a:pt x="525" y="243"/>
                    <a:pt x="526" y="242"/>
                  </a:cubicBezTo>
                  <a:cubicBezTo>
                    <a:pt x="527" y="241"/>
                    <a:pt x="527" y="241"/>
                    <a:pt x="527" y="240"/>
                  </a:cubicBezTo>
                  <a:cubicBezTo>
                    <a:pt x="527" y="239"/>
                    <a:pt x="527" y="239"/>
                    <a:pt x="527" y="238"/>
                  </a:cubicBezTo>
                  <a:cubicBezTo>
                    <a:pt x="495" y="182"/>
                    <a:pt x="441" y="145"/>
                    <a:pt x="389" y="110"/>
                  </a:cubicBezTo>
                  <a:cubicBezTo>
                    <a:pt x="360" y="90"/>
                    <a:pt x="322" y="85"/>
                    <a:pt x="290" y="74"/>
                  </a:cubicBezTo>
                  <a:cubicBezTo>
                    <a:pt x="294" y="75"/>
                    <a:pt x="298" y="76"/>
                    <a:pt x="302" y="77"/>
                  </a:cubicBezTo>
                  <a:cubicBezTo>
                    <a:pt x="307" y="76"/>
                    <a:pt x="312" y="76"/>
                    <a:pt x="317" y="76"/>
                  </a:cubicBezTo>
                  <a:cubicBezTo>
                    <a:pt x="332" y="76"/>
                    <a:pt x="347" y="78"/>
                    <a:pt x="362" y="83"/>
                  </a:cubicBezTo>
                  <a:lnTo>
                    <a:pt x="363" y="83"/>
                  </a:lnTo>
                  <a:cubicBezTo>
                    <a:pt x="364" y="83"/>
                    <a:pt x="365" y="83"/>
                    <a:pt x="366" y="82"/>
                  </a:cubicBezTo>
                  <a:cubicBezTo>
                    <a:pt x="366" y="82"/>
                    <a:pt x="366" y="81"/>
                    <a:pt x="367" y="80"/>
                  </a:cubicBezTo>
                  <a:cubicBezTo>
                    <a:pt x="368" y="79"/>
                    <a:pt x="368" y="79"/>
                    <a:pt x="368" y="78"/>
                  </a:cubicBezTo>
                  <a:cubicBezTo>
                    <a:pt x="368" y="77"/>
                    <a:pt x="368" y="77"/>
                    <a:pt x="367" y="76"/>
                  </a:cubicBezTo>
                  <a:cubicBezTo>
                    <a:pt x="366" y="75"/>
                    <a:pt x="367" y="75"/>
                    <a:pt x="367" y="75"/>
                  </a:cubicBezTo>
                  <a:cubicBezTo>
                    <a:pt x="341" y="56"/>
                    <a:pt x="330" y="38"/>
                    <a:pt x="299" y="25"/>
                  </a:cubicBezTo>
                  <a:cubicBezTo>
                    <a:pt x="280" y="17"/>
                    <a:pt x="260" y="11"/>
                    <a:pt x="23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8"/>
            <p:cNvSpPr/>
            <p:nvPr/>
          </p:nvSpPr>
          <p:spPr>
            <a:xfrm>
              <a:off x="9351360" y="3551040"/>
              <a:ext cx="153360" cy="91440"/>
            </a:xfrm>
            <a:custGeom>
              <a:rect b="b" l="l" r="r" t="t"/>
              <a:pathLst>
                <a:path extrusionOk="0" h="254" w="426">
                  <a:moveTo>
                    <a:pt x="398" y="205"/>
                  </a:moveTo>
                  <a:cubicBezTo>
                    <a:pt x="393" y="198"/>
                    <a:pt x="387" y="193"/>
                    <a:pt x="380" y="188"/>
                  </a:cubicBezTo>
                  <a:cubicBezTo>
                    <a:pt x="320" y="148"/>
                    <a:pt x="282" y="78"/>
                    <a:pt x="220" y="42"/>
                  </a:cubicBezTo>
                  <a:cubicBezTo>
                    <a:pt x="171" y="15"/>
                    <a:pt x="116" y="0"/>
                    <a:pt x="60" y="0"/>
                  </a:cubicBezTo>
                  <a:cubicBezTo>
                    <a:pt x="41" y="0"/>
                    <a:pt x="22" y="2"/>
                    <a:pt x="4" y="5"/>
                  </a:cubicBezTo>
                  <a:cubicBezTo>
                    <a:pt x="0" y="5"/>
                    <a:pt x="1" y="11"/>
                    <a:pt x="4" y="11"/>
                  </a:cubicBezTo>
                  <a:cubicBezTo>
                    <a:pt x="86" y="18"/>
                    <a:pt x="186" y="16"/>
                    <a:pt x="248" y="82"/>
                  </a:cubicBezTo>
                  <a:cubicBezTo>
                    <a:pt x="266" y="100"/>
                    <a:pt x="283" y="119"/>
                    <a:pt x="301" y="137"/>
                  </a:cubicBezTo>
                  <a:cubicBezTo>
                    <a:pt x="267" y="110"/>
                    <a:pt x="209" y="75"/>
                    <a:pt x="166" y="74"/>
                  </a:cubicBezTo>
                  <a:cubicBezTo>
                    <a:pt x="163" y="74"/>
                    <a:pt x="163" y="79"/>
                    <a:pt x="166" y="79"/>
                  </a:cubicBezTo>
                  <a:cubicBezTo>
                    <a:pt x="214" y="89"/>
                    <a:pt x="271" y="128"/>
                    <a:pt x="309" y="158"/>
                  </a:cubicBezTo>
                  <a:cubicBezTo>
                    <a:pt x="340" y="182"/>
                    <a:pt x="368" y="209"/>
                    <a:pt x="399" y="234"/>
                  </a:cubicBezTo>
                  <a:cubicBezTo>
                    <a:pt x="400" y="236"/>
                    <a:pt x="401" y="237"/>
                    <a:pt x="402" y="239"/>
                  </a:cubicBezTo>
                  <a:cubicBezTo>
                    <a:pt x="402" y="240"/>
                    <a:pt x="402" y="240"/>
                    <a:pt x="402" y="240"/>
                  </a:cubicBezTo>
                  <a:cubicBezTo>
                    <a:pt x="403" y="241"/>
                    <a:pt x="403" y="241"/>
                    <a:pt x="404" y="242"/>
                  </a:cubicBezTo>
                  <a:cubicBezTo>
                    <a:pt x="404" y="242"/>
                    <a:pt x="405" y="242"/>
                    <a:pt x="406" y="242"/>
                  </a:cubicBezTo>
                  <a:cubicBezTo>
                    <a:pt x="407" y="242"/>
                    <a:pt x="407" y="242"/>
                    <a:pt x="408" y="242"/>
                  </a:cubicBezTo>
                  <a:lnTo>
                    <a:pt x="408" y="241"/>
                  </a:lnTo>
                  <a:lnTo>
                    <a:pt x="421" y="251"/>
                  </a:lnTo>
                  <a:cubicBezTo>
                    <a:pt x="423" y="253"/>
                    <a:pt x="425" y="250"/>
                    <a:pt x="423" y="248"/>
                  </a:cubicBezTo>
                  <a:cubicBezTo>
                    <a:pt x="419" y="242"/>
                    <a:pt x="414" y="236"/>
                    <a:pt x="409" y="231"/>
                  </a:cubicBezTo>
                  <a:cubicBezTo>
                    <a:pt x="403" y="201"/>
                    <a:pt x="385" y="172"/>
                    <a:pt x="384" y="142"/>
                  </a:cubicBezTo>
                  <a:cubicBezTo>
                    <a:pt x="384" y="135"/>
                    <a:pt x="377" y="130"/>
                    <a:pt x="373" y="126"/>
                  </a:cubicBezTo>
                  <a:cubicBezTo>
                    <a:pt x="363" y="114"/>
                    <a:pt x="353" y="101"/>
                    <a:pt x="345" y="87"/>
                  </a:cubicBezTo>
                  <a:cubicBezTo>
                    <a:pt x="341" y="80"/>
                    <a:pt x="337" y="73"/>
                    <a:pt x="334" y="65"/>
                  </a:cubicBezTo>
                  <a:lnTo>
                    <a:pt x="334" y="64"/>
                  </a:lnTo>
                  <a:cubicBezTo>
                    <a:pt x="333" y="63"/>
                    <a:pt x="333" y="63"/>
                    <a:pt x="332" y="62"/>
                  </a:cubicBezTo>
                  <a:cubicBezTo>
                    <a:pt x="331" y="61"/>
                    <a:pt x="330" y="62"/>
                    <a:pt x="329" y="62"/>
                  </a:cubicBezTo>
                  <a:cubicBezTo>
                    <a:pt x="328" y="62"/>
                    <a:pt x="326" y="61"/>
                    <a:pt x="326" y="62"/>
                  </a:cubicBezTo>
                  <a:cubicBezTo>
                    <a:pt x="325" y="63"/>
                    <a:pt x="325" y="64"/>
                    <a:pt x="325" y="64"/>
                  </a:cubicBezTo>
                  <a:cubicBezTo>
                    <a:pt x="324" y="65"/>
                    <a:pt x="324" y="66"/>
                    <a:pt x="324" y="67"/>
                  </a:cubicBezTo>
                  <a:lnTo>
                    <a:pt x="324" y="68"/>
                  </a:lnTo>
                  <a:cubicBezTo>
                    <a:pt x="328" y="84"/>
                    <a:pt x="334" y="99"/>
                    <a:pt x="342" y="113"/>
                  </a:cubicBezTo>
                  <a:cubicBezTo>
                    <a:pt x="351" y="129"/>
                    <a:pt x="362" y="143"/>
                    <a:pt x="375" y="155"/>
                  </a:cubicBezTo>
                  <a:cubicBezTo>
                    <a:pt x="376" y="156"/>
                    <a:pt x="390" y="186"/>
                    <a:pt x="398" y="205"/>
                  </a:cubicBezTo>
                  <a:moveTo>
                    <a:pt x="376" y="197"/>
                  </a:moveTo>
                  <a:cubicBezTo>
                    <a:pt x="381" y="200"/>
                    <a:pt x="385" y="204"/>
                    <a:pt x="388" y="208"/>
                  </a:cubicBezTo>
                  <a:lnTo>
                    <a:pt x="376" y="1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9351000" y="3339000"/>
              <a:ext cx="358560" cy="346320"/>
            </a:xfrm>
            <a:custGeom>
              <a:rect b="b" l="l" r="r" t="t"/>
              <a:pathLst>
                <a:path extrusionOk="0" h="962" w="996">
                  <a:moveTo>
                    <a:pt x="860" y="155"/>
                  </a:moveTo>
                  <a:cubicBezTo>
                    <a:pt x="856" y="152"/>
                    <a:pt x="852" y="150"/>
                    <a:pt x="849" y="148"/>
                  </a:cubicBezTo>
                  <a:cubicBezTo>
                    <a:pt x="826" y="106"/>
                    <a:pt x="773" y="73"/>
                    <a:pt x="733" y="58"/>
                  </a:cubicBezTo>
                  <a:cubicBezTo>
                    <a:pt x="712" y="50"/>
                    <a:pt x="689" y="44"/>
                    <a:pt x="666" y="42"/>
                  </a:cubicBezTo>
                  <a:lnTo>
                    <a:pt x="666" y="38"/>
                  </a:lnTo>
                  <a:cubicBezTo>
                    <a:pt x="666" y="37"/>
                    <a:pt x="666" y="36"/>
                    <a:pt x="665" y="35"/>
                  </a:cubicBezTo>
                  <a:lnTo>
                    <a:pt x="664" y="34"/>
                  </a:lnTo>
                  <a:cubicBezTo>
                    <a:pt x="663" y="34"/>
                    <a:pt x="663" y="33"/>
                    <a:pt x="663" y="33"/>
                  </a:cubicBezTo>
                  <a:cubicBezTo>
                    <a:pt x="604" y="6"/>
                    <a:pt x="532" y="4"/>
                    <a:pt x="468" y="12"/>
                  </a:cubicBezTo>
                  <a:lnTo>
                    <a:pt x="459" y="13"/>
                  </a:lnTo>
                  <a:lnTo>
                    <a:pt x="459" y="12"/>
                  </a:lnTo>
                  <a:cubicBezTo>
                    <a:pt x="459" y="11"/>
                    <a:pt x="459" y="11"/>
                    <a:pt x="459" y="10"/>
                  </a:cubicBezTo>
                  <a:lnTo>
                    <a:pt x="458" y="9"/>
                  </a:lnTo>
                  <a:cubicBezTo>
                    <a:pt x="457" y="9"/>
                    <a:pt x="457" y="9"/>
                    <a:pt x="456" y="9"/>
                  </a:cubicBezTo>
                  <a:cubicBezTo>
                    <a:pt x="382" y="0"/>
                    <a:pt x="312" y="13"/>
                    <a:pt x="238" y="23"/>
                  </a:cubicBezTo>
                  <a:cubicBezTo>
                    <a:pt x="189" y="30"/>
                    <a:pt x="142" y="46"/>
                    <a:pt x="100" y="70"/>
                  </a:cubicBezTo>
                  <a:cubicBezTo>
                    <a:pt x="93" y="74"/>
                    <a:pt x="87" y="78"/>
                    <a:pt x="81" y="82"/>
                  </a:cubicBezTo>
                  <a:cubicBezTo>
                    <a:pt x="80" y="83"/>
                    <a:pt x="80" y="83"/>
                    <a:pt x="79" y="84"/>
                  </a:cubicBezTo>
                  <a:cubicBezTo>
                    <a:pt x="79" y="84"/>
                    <a:pt x="79" y="85"/>
                    <a:pt x="79" y="86"/>
                  </a:cubicBezTo>
                  <a:cubicBezTo>
                    <a:pt x="79" y="87"/>
                    <a:pt x="79" y="87"/>
                    <a:pt x="79" y="88"/>
                  </a:cubicBezTo>
                  <a:cubicBezTo>
                    <a:pt x="58" y="82"/>
                    <a:pt x="37" y="79"/>
                    <a:pt x="15" y="79"/>
                  </a:cubicBezTo>
                  <a:cubicBezTo>
                    <a:pt x="10" y="79"/>
                    <a:pt x="5" y="79"/>
                    <a:pt x="1" y="80"/>
                  </a:cubicBezTo>
                  <a:cubicBezTo>
                    <a:pt x="0" y="80"/>
                    <a:pt x="0" y="83"/>
                    <a:pt x="1" y="83"/>
                  </a:cubicBezTo>
                  <a:cubicBezTo>
                    <a:pt x="48" y="86"/>
                    <a:pt x="95" y="99"/>
                    <a:pt x="136" y="123"/>
                  </a:cubicBezTo>
                  <a:cubicBezTo>
                    <a:pt x="140" y="125"/>
                    <a:pt x="143" y="127"/>
                    <a:pt x="147" y="130"/>
                  </a:cubicBezTo>
                  <a:cubicBezTo>
                    <a:pt x="147" y="131"/>
                    <a:pt x="148" y="131"/>
                    <a:pt x="149" y="132"/>
                  </a:cubicBezTo>
                  <a:cubicBezTo>
                    <a:pt x="150" y="133"/>
                    <a:pt x="151" y="133"/>
                    <a:pt x="152" y="133"/>
                  </a:cubicBezTo>
                  <a:cubicBezTo>
                    <a:pt x="169" y="143"/>
                    <a:pt x="184" y="155"/>
                    <a:pt x="198" y="168"/>
                  </a:cubicBezTo>
                  <a:cubicBezTo>
                    <a:pt x="232" y="200"/>
                    <a:pt x="276" y="220"/>
                    <a:pt x="311" y="253"/>
                  </a:cubicBezTo>
                  <a:cubicBezTo>
                    <a:pt x="347" y="284"/>
                    <a:pt x="379" y="321"/>
                    <a:pt x="406" y="361"/>
                  </a:cubicBezTo>
                  <a:cubicBezTo>
                    <a:pt x="427" y="396"/>
                    <a:pt x="462" y="422"/>
                    <a:pt x="484" y="456"/>
                  </a:cubicBezTo>
                  <a:lnTo>
                    <a:pt x="484" y="457"/>
                  </a:lnTo>
                  <a:cubicBezTo>
                    <a:pt x="485" y="457"/>
                    <a:pt x="485" y="457"/>
                    <a:pt x="486" y="458"/>
                  </a:cubicBezTo>
                  <a:cubicBezTo>
                    <a:pt x="488" y="459"/>
                    <a:pt x="487" y="459"/>
                    <a:pt x="488" y="459"/>
                  </a:cubicBezTo>
                  <a:cubicBezTo>
                    <a:pt x="489" y="459"/>
                    <a:pt x="490" y="459"/>
                    <a:pt x="490" y="458"/>
                  </a:cubicBezTo>
                  <a:cubicBezTo>
                    <a:pt x="491" y="457"/>
                    <a:pt x="491" y="457"/>
                    <a:pt x="492" y="457"/>
                  </a:cubicBezTo>
                  <a:lnTo>
                    <a:pt x="492" y="456"/>
                  </a:lnTo>
                  <a:cubicBezTo>
                    <a:pt x="493" y="454"/>
                    <a:pt x="493" y="451"/>
                    <a:pt x="493" y="449"/>
                  </a:cubicBezTo>
                  <a:cubicBezTo>
                    <a:pt x="493" y="446"/>
                    <a:pt x="493" y="445"/>
                    <a:pt x="492" y="443"/>
                  </a:cubicBezTo>
                  <a:cubicBezTo>
                    <a:pt x="513" y="481"/>
                    <a:pt x="532" y="520"/>
                    <a:pt x="548" y="561"/>
                  </a:cubicBezTo>
                  <a:cubicBezTo>
                    <a:pt x="560" y="591"/>
                    <a:pt x="570" y="623"/>
                    <a:pt x="577" y="655"/>
                  </a:cubicBezTo>
                  <a:cubicBezTo>
                    <a:pt x="581" y="671"/>
                    <a:pt x="587" y="687"/>
                    <a:pt x="593" y="702"/>
                  </a:cubicBezTo>
                  <a:cubicBezTo>
                    <a:pt x="580" y="683"/>
                    <a:pt x="566" y="665"/>
                    <a:pt x="549" y="649"/>
                  </a:cubicBezTo>
                  <a:cubicBezTo>
                    <a:pt x="545" y="645"/>
                    <a:pt x="541" y="651"/>
                    <a:pt x="544" y="655"/>
                  </a:cubicBezTo>
                  <a:cubicBezTo>
                    <a:pt x="550" y="662"/>
                    <a:pt x="556" y="669"/>
                    <a:pt x="560" y="677"/>
                  </a:cubicBezTo>
                  <a:cubicBezTo>
                    <a:pt x="564" y="683"/>
                    <a:pt x="566" y="689"/>
                    <a:pt x="569" y="695"/>
                  </a:cubicBezTo>
                  <a:cubicBezTo>
                    <a:pt x="584" y="726"/>
                    <a:pt x="604" y="754"/>
                    <a:pt x="621" y="784"/>
                  </a:cubicBezTo>
                  <a:cubicBezTo>
                    <a:pt x="653" y="839"/>
                    <a:pt x="665" y="899"/>
                    <a:pt x="686" y="958"/>
                  </a:cubicBezTo>
                  <a:cubicBezTo>
                    <a:pt x="686" y="959"/>
                    <a:pt x="686" y="959"/>
                    <a:pt x="687" y="960"/>
                  </a:cubicBezTo>
                  <a:cubicBezTo>
                    <a:pt x="689" y="961"/>
                    <a:pt x="688" y="960"/>
                    <a:pt x="689" y="960"/>
                  </a:cubicBezTo>
                  <a:cubicBezTo>
                    <a:pt x="690" y="960"/>
                    <a:pt x="691" y="960"/>
                    <a:pt x="691" y="960"/>
                  </a:cubicBezTo>
                  <a:cubicBezTo>
                    <a:pt x="692" y="959"/>
                    <a:pt x="692" y="959"/>
                    <a:pt x="693" y="958"/>
                  </a:cubicBezTo>
                  <a:lnTo>
                    <a:pt x="693" y="957"/>
                  </a:lnTo>
                  <a:cubicBezTo>
                    <a:pt x="693" y="956"/>
                    <a:pt x="693" y="955"/>
                    <a:pt x="693" y="955"/>
                  </a:cubicBezTo>
                  <a:cubicBezTo>
                    <a:pt x="693" y="901"/>
                    <a:pt x="679" y="848"/>
                    <a:pt x="652" y="802"/>
                  </a:cubicBezTo>
                  <a:lnTo>
                    <a:pt x="652" y="801"/>
                  </a:lnTo>
                  <a:cubicBezTo>
                    <a:pt x="639" y="779"/>
                    <a:pt x="626" y="755"/>
                    <a:pt x="612" y="731"/>
                  </a:cubicBezTo>
                  <a:cubicBezTo>
                    <a:pt x="606" y="678"/>
                    <a:pt x="581" y="621"/>
                    <a:pt x="565" y="572"/>
                  </a:cubicBezTo>
                  <a:cubicBezTo>
                    <a:pt x="553" y="538"/>
                    <a:pt x="538" y="505"/>
                    <a:pt x="520" y="474"/>
                  </a:cubicBezTo>
                  <a:cubicBezTo>
                    <a:pt x="504" y="446"/>
                    <a:pt x="486" y="420"/>
                    <a:pt x="465" y="395"/>
                  </a:cubicBezTo>
                  <a:cubicBezTo>
                    <a:pt x="464" y="393"/>
                    <a:pt x="461" y="395"/>
                    <a:pt x="463" y="397"/>
                  </a:cubicBezTo>
                  <a:lnTo>
                    <a:pt x="464" y="399"/>
                  </a:lnTo>
                  <a:cubicBezTo>
                    <a:pt x="450" y="385"/>
                    <a:pt x="436" y="372"/>
                    <a:pt x="429" y="362"/>
                  </a:cubicBezTo>
                  <a:cubicBezTo>
                    <a:pt x="422" y="352"/>
                    <a:pt x="418" y="348"/>
                    <a:pt x="413" y="342"/>
                  </a:cubicBezTo>
                  <a:cubicBezTo>
                    <a:pt x="420" y="347"/>
                    <a:pt x="426" y="353"/>
                    <a:pt x="433" y="357"/>
                  </a:cubicBezTo>
                  <a:cubicBezTo>
                    <a:pt x="470" y="381"/>
                    <a:pt x="516" y="411"/>
                    <a:pt x="563" y="414"/>
                  </a:cubicBezTo>
                  <a:cubicBezTo>
                    <a:pt x="606" y="447"/>
                    <a:pt x="661" y="471"/>
                    <a:pt x="710" y="460"/>
                  </a:cubicBezTo>
                  <a:cubicBezTo>
                    <a:pt x="711" y="460"/>
                    <a:pt x="711" y="460"/>
                    <a:pt x="712" y="460"/>
                  </a:cubicBezTo>
                  <a:lnTo>
                    <a:pt x="713" y="459"/>
                  </a:lnTo>
                  <a:cubicBezTo>
                    <a:pt x="737" y="469"/>
                    <a:pt x="763" y="475"/>
                    <a:pt x="790" y="476"/>
                  </a:cubicBezTo>
                  <a:cubicBezTo>
                    <a:pt x="827" y="479"/>
                    <a:pt x="871" y="501"/>
                    <a:pt x="908" y="490"/>
                  </a:cubicBezTo>
                  <a:cubicBezTo>
                    <a:pt x="909" y="489"/>
                    <a:pt x="910" y="489"/>
                    <a:pt x="910" y="488"/>
                  </a:cubicBezTo>
                  <a:cubicBezTo>
                    <a:pt x="911" y="487"/>
                    <a:pt x="911" y="486"/>
                    <a:pt x="911" y="485"/>
                  </a:cubicBezTo>
                  <a:cubicBezTo>
                    <a:pt x="911" y="484"/>
                    <a:pt x="911" y="484"/>
                    <a:pt x="910" y="483"/>
                  </a:cubicBezTo>
                  <a:cubicBezTo>
                    <a:pt x="910" y="482"/>
                    <a:pt x="909" y="481"/>
                    <a:pt x="908" y="481"/>
                  </a:cubicBezTo>
                  <a:cubicBezTo>
                    <a:pt x="849" y="455"/>
                    <a:pt x="788" y="461"/>
                    <a:pt x="728" y="443"/>
                  </a:cubicBezTo>
                  <a:cubicBezTo>
                    <a:pt x="689" y="431"/>
                    <a:pt x="660" y="396"/>
                    <a:pt x="636" y="364"/>
                  </a:cubicBezTo>
                  <a:cubicBezTo>
                    <a:pt x="613" y="332"/>
                    <a:pt x="571" y="304"/>
                    <a:pt x="560" y="263"/>
                  </a:cubicBezTo>
                  <a:cubicBezTo>
                    <a:pt x="559" y="260"/>
                    <a:pt x="553" y="261"/>
                    <a:pt x="554" y="264"/>
                  </a:cubicBezTo>
                  <a:cubicBezTo>
                    <a:pt x="561" y="298"/>
                    <a:pt x="585" y="319"/>
                    <a:pt x="605" y="346"/>
                  </a:cubicBezTo>
                  <a:cubicBezTo>
                    <a:pt x="634" y="386"/>
                    <a:pt x="653" y="417"/>
                    <a:pt x="691" y="446"/>
                  </a:cubicBezTo>
                  <a:lnTo>
                    <a:pt x="693" y="447"/>
                  </a:lnTo>
                  <a:cubicBezTo>
                    <a:pt x="665" y="444"/>
                    <a:pt x="638" y="435"/>
                    <a:pt x="613" y="421"/>
                  </a:cubicBezTo>
                  <a:cubicBezTo>
                    <a:pt x="613" y="420"/>
                    <a:pt x="612" y="420"/>
                    <a:pt x="612" y="420"/>
                  </a:cubicBezTo>
                  <a:cubicBezTo>
                    <a:pt x="581" y="400"/>
                    <a:pt x="542" y="384"/>
                    <a:pt x="525" y="349"/>
                  </a:cubicBezTo>
                  <a:cubicBezTo>
                    <a:pt x="513" y="325"/>
                    <a:pt x="489" y="310"/>
                    <a:pt x="472" y="290"/>
                  </a:cubicBezTo>
                  <a:cubicBezTo>
                    <a:pt x="458" y="275"/>
                    <a:pt x="428" y="248"/>
                    <a:pt x="421" y="228"/>
                  </a:cubicBezTo>
                  <a:cubicBezTo>
                    <a:pt x="421" y="226"/>
                    <a:pt x="417" y="228"/>
                    <a:pt x="418" y="230"/>
                  </a:cubicBezTo>
                  <a:cubicBezTo>
                    <a:pt x="425" y="258"/>
                    <a:pt x="454" y="284"/>
                    <a:pt x="471" y="308"/>
                  </a:cubicBezTo>
                  <a:cubicBezTo>
                    <a:pt x="479" y="319"/>
                    <a:pt x="488" y="329"/>
                    <a:pt x="498" y="338"/>
                  </a:cubicBezTo>
                  <a:cubicBezTo>
                    <a:pt x="511" y="350"/>
                    <a:pt x="512" y="366"/>
                    <a:pt x="524" y="379"/>
                  </a:cubicBezTo>
                  <a:cubicBezTo>
                    <a:pt x="530" y="385"/>
                    <a:pt x="537" y="392"/>
                    <a:pt x="544" y="398"/>
                  </a:cubicBezTo>
                  <a:lnTo>
                    <a:pt x="526" y="394"/>
                  </a:lnTo>
                  <a:cubicBezTo>
                    <a:pt x="506" y="387"/>
                    <a:pt x="487" y="379"/>
                    <a:pt x="469" y="368"/>
                  </a:cubicBezTo>
                  <a:cubicBezTo>
                    <a:pt x="462" y="364"/>
                    <a:pt x="454" y="360"/>
                    <a:pt x="447" y="355"/>
                  </a:cubicBezTo>
                  <a:cubicBezTo>
                    <a:pt x="422" y="340"/>
                    <a:pt x="399" y="322"/>
                    <a:pt x="378" y="301"/>
                  </a:cubicBezTo>
                  <a:cubicBezTo>
                    <a:pt x="349" y="270"/>
                    <a:pt x="318" y="240"/>
                    <a:pt x="285" y="213"/>
                  </a:cubicBezTo>
                  <a:cubicBezTo>
                    <a:pt x="260" y="194"/>
                    <a:pt x="229" y="184"/>
                    <a:pt x="208" y="159"/>
                  </a:cubicBezTo>
                  <a:cubicBezTo>
                    <a:pt x="196" y="146"/>
                    <a:pt x="183" y="135"/>
                    <a:pt x="168" y="126"/>
                  </a:cubicBezTo>
                  <a:cubicBezTo>
                    <a:pt x="167" y="126"/>
                    <a:pt x="166" y="126"/>
                    <a:pt x="165" y="125"/>
                  </a:cubicBezTo>
                  <a:cubicBezTo>
                    <a:pt x="193" y="108"/>
                    <a:pt x="274" y="120"/>
                    <a:pt x="297" y="120"/>
                  </a:cubicBezTo>
                  <a:cubicBezTo>
                    <a:pt x="309" y="119"/>
                    <a:pt x="321" y="119"/>
                    <a:pt x="332" y="119"/>
                  </a:cubicBezTo>
                  <a:cubicBezTo>
                    <a:pt x="374" y="119"/>
                    <a:pt x="416" y="123"/>
                    <a:pt x="458" y="131"/>
                  </a:cubicBezTo>
                  <a:cubicBezTo>
                    <a:pt x="515" y="146"/>
                    <a:pt x="571" y="167"/>
                    <a:pt x="624" y="193"/>
                  </a:cubicBezTo>
                  <a:cubicBezTo>
                    <a:pt x="662" y="211"/>
                    <a:pt x="705" y="249"/>
                    <a:pt x="747" y="252"/>
                  </a:cubicBezTo>
                  <a:lnTo>
                    <a:pt x="748" y="252"/>
                  </a:lnTo>
                  <a:cubicBezTo>
                    <a:pt x="749" y="252"/>
                    <a:pt x="749" y="252"/>
                    <a:pt x="750" y="252"/>
                  </a:cubicBezTo>
                  <a:lnTo>
                    <a:pt x="751" y="251"/>
                  </a:lnTo>
                  <a:cubicBezTo>
                    <a:pt x="752" y="250"/>
                    <a:pt x="752" y="249"/>
                    <a:pt x="752" y="249"/>
                  </a:cubicBezTo>
                  <a:cubicBezTo>
                    <a:pt x="752" y="248"/>
                    <a:pt x="752" y="248"/>
                    <a:pt x="751" y="247"/>
                  </a:cubicBezTo>
                  <a:cubicBezTo>
                    <a:pt x="751" y="246"/>
                    <a:pt x="750" y="246"/>
                    <a:pt x="750" y="245"/>
                  </a:cubicBezTo>
                  <a:lnTo>
                    <a:pt x="749" y="245"/>
                  </a:lnTo>
                  <a:cubicBezTo>
                    <a:pt x="644" y="188"/>
                    <a:pt x="549" y="130"/>
                    <a:pt x="429" y="106"/>
                  </a:cubicBezTo>
                  <a:cubicBezTo>
                    <a:pt x="359" y="92"/>
                    <a:pt x="282" y="102"/>
                    <a:pt x="211" y="102"/>
                  </a:cubicBezTo>
                  <a:cubicBezTo>
                    <a:pt x="193" y="102"/>
                    <a:pt x="162" y="100"/>
                    <a:pt x="150" y="117"/>
                  </a:cubicBezTo>
                  <a:cubicBezTo>
                    <a:pt x="130" y="106"/>
                    <a:pt x="109" y="98"/>
                    <a:pt x="87" y="91"/>
                  </a:cubicBezTo>
                  <a:cubicBezTo>
                    <a:pt x="112" y="81"/>
                    <a:pt x="132" y="65"/>
                    <a:pt x="159" y="58"/>
                  </a:cubicBezTo>
                  <a:cubicBezTo>
                    <a:pt x="191" y="48"/>
                    <a:pt x="224" y="41"/>
                    <a:pt x="257" y="35"/>
                  </a:cubicBezTo>
                  <a:cubicBezTo>
                    <a:pt x="287" y="31"/>
                    <a:pt x="318" y="27"/>
                    <a:pt x="348" y="22"/>
                  </a:cubicBezTo>
                  <a:cubicBezTo>
                    <a:pt x="372" y="19"/>
                    <a:pt x="396" y="17"/>
                    <a:pt x="420" y="17"/>
                  </a:cubicBezTo>
                  <a:cubicBezTo>
                    <a:pt x="426" y="17"/>
                    <a:pt x="432" y="17"/>
                    <a:pt x="438" y="17"/>
                  </a:cubicBezTo>
                  <a:cubicBezTo>
                    <a:pt x="399" y="25"/>
                    <a:pt x="359" y="36"/>
                    <a:pt x="322" y="46"/>
                  </a:cubicBezTo>
                  <a:cubicBezTo>
                    <a:pt x="309" y="50"/>
                    <a:pt x="296" y="55"/>
                    <a:pt x="283" y="62"/>
                  </a:cubicBezTo>
                  <a:cubicBezTo>
                    <a:pt x="271" y="69"/>
                    <a:pt x="259" y="78"/>
                    <a:pt x="249" y="89"/>
                  </a:cubicBezTo>
                  <a:cubicBezTo>
                    <a:pt x="246" y="92"/>
                    <a:pt x="251" y="97"/>
                    <a:pt x="254" y="94"/>
                  </a:cubicBezTo>
                  <a:cubicBezTo>
                    <a:pt x="285" y="62"/>
                    <a:pt x="333" y="52"/>
                    <a:pt x="374" y="43"/>
                  </a:cubicBezTo>
                  <a:cubicBezTo>
                    <a:pt x="411" y="32"/>
                    <a:pt x="449" y="25"/>
                    <a:pt x="487" y="21"/>
                  </a:cubicBezTo>
                  <a:cubicBezTo>
                    <a:pt x="519" y="21"/>
                    <a:pt x="552" y="22"/>
                    <a:pt x="584" y="22"/>
                  </a:cubicBezTo>
                  <a:cubicBezTo>
                    <a:pt x="596" y="22"/>
                    <a:pt x="648" y="28"/>
                    <a:pt x="660" y="42"/>
                  </a:cubicBezTo>
                  <a:cubicBezTo>
                    <a:pt x="652" y="42"/>
                    <a:pt x="645" y="41"/>
                    <a:pt x="637" y="41"/>
                  </a:cubicBezTo>
                  <a:cubicBezTo>
                    <a:pt x="591" y="41"/>
                    <a:pt x="545" y="50"/>
                    <a:pt x="501" y="65"/>
                  </a:cubicBezTo>
                  <a:lnTo>
                    <a:pt x="501" y="66"/>
                  </a:lnTo>
                  <a:lnTo>
                    <a:pt x="500" y="67"/>
                  </a:lnTo>
                  <a:cubicBezTo>
                    <a:pt x="500" y="67"/>
                    <a:pt x="501" y="67"/>
                    <a:pt x="501" y="68"/>
                  </a:cubicBezTo>
                  <a:cubicBezTo>
                    <a:pt x="542" y="65"/>
                    <a:pt x="582" y="58"/>
                    <a:pt x="623" y="56"/>
                  </a:cubicBezTo>
                  <a:cubicBezTo>
                    <a:pt x="655" y="54"/>
                    <a:pt x="677" y="67"/>
                    <a:pt x="707" y="71"/>
                  </a:cubicBezTo>
                  <a:cubicBezTo>
                    <a:pt x="742" y="76"/>
                    <a:pt x="779" y="107"/>
                    <a:pt x="805" y="128"/>
                  </a:cubicBezTo>
                  <a:cubicBezTo>
                    <a:pt x="782" y="118"/>
                    <a:pt x="759" y="110"/>
                    <a:pt x="735" y="103"/>
                  </a:cubicBezTo>
                  <a:cubicBezTo>
                    <a:pt x="715" y="96"/>
                    <a:pt x="695" y="92"/>
                    <a:pt x="674" y="91"/>
                  </a:cubicBezTo>
                  <a:cubicBezTo>
                    <a:pt x="666" y="93"/>
                    <a:pt x="658" y="93"/>
                    <a:pt x="649" y="93"/>
                  </a:cubicBezTo>
                  <a:cubicBezTo>
                    <a:pt x="641" y="93"/>
                    <a:pt x="633" y="93"/>
                    <a:pt x="625" y="91"/>
                  </a:cubicBezTo>
                  <a:cubicBezTo>
                    <a:pt x="624" y="91"/>
                    <a:pt x="624" y="91"/>
                    <a:pt x="624" y="91"/>
                  </a:cubicBezTo>
                  <a:cubicBezTo>
                    <a:pt x="623" y="91"/>
                    <a:pt x="623" y="91"/>
                    <a:pt x="621" y="92"/>
                  </a:cubicBezTo>
                  <a:cubicBezTo>
                    <a:pt x="620" y="93"/>
                    <a:pt x="620" y="92"/>
                    <a:pt x="619" y="93"/>
                  </a:cubicBezTo>
                  <a:cubicBezTo>
                    <a:pt x="619" y="94"/>
                    <a:pt x="619" y="95"/>
                    <a:pt x="619" y="96"/>
                  </a:cubicBezTo>
                  <a:cubicBezTo>
                    <a:pt x="619" y="97"/>
                    <a:pt x="619" y="98"/>
                    <a:pt x="619" y="98"/>
                  </a:cubicBezTo>
                  <a:cubicBezTo>
                    <a:pt x="619" y="99"/>
                    <a:pt x="620" y="99"/>
                    <a:pt x="620" y="99"/>
                  </a:cubicBezTo>
                  <a:cubicBezTo>
                    <a:pt x="622" y="101"/>
                    <a:pt x="625" y="103"/>
                    <a:pt x="628" y="105"/>
                  </a:cubicBezTo>
                  <a:cubicBezTo>
                    <a:pt x="634" y="109"/>
                    <a:pt x="642" y="111"/>
                    <a:pt x="650" y="111"/>
                  </a:cubicBezTo>
                  <a:cubicBezTo>
                    <a:pt x="651" y="111"/>
                    <a:pt x="653" y="111"/>
                    <a:pt x="655" y="110"/>
                  </a:cubicBezTo>
                  <a:cubicBezTo>
                    <a:pt x="690" y="111"/>
                    <a:pt x="725" y="117"/>
                    <a:pt x="758" y="130"/>
                  </a:cubicBezTo>
                  <a:cubicBezTo>
                    <a:pt x="784" y="140"/>
                    <a:pt x="809" y="151"/>
                    <a:pt x="833" y="164"/>
                  </a:cubicBezTo>
                  <a:cubicBezTo>
                    <a:pt x="835" y="168"/>
                    <a:pt x="838" y="172"/>
                    <a:pt x="840" y="176"/>
                  </a:cubicBezTo>
                  <a:cubicBezTo>
                    <a:pt x="843" y="181"/>
                    <a:pt x="847" y="187"/>
                    <a:pt x="850" y="192"/>
                  </a:cubicBezTo>
                  <a:cubicBezTo>
                    <a:pt x="850" y="192"/>
                    <a:pt x="852" y="192"/>
                    <a:pt x="852" y="193"/>
                  </a:cubicBezTo>
                  <a:cubicBezTo>
                    <a:pt x="853" y="194"/>
                    <a:pt x="853" y="194"/>
                    <a:pt x="854" y="194"/>
                  </a:cubicBezTo>
                  <a:cubicBezTo>
                    <a:pt x="855" y="194"/>
                    <a:pt x="856" y="194"/>
                    <a:pt x="857" y="193"/>
                  </a:cubicBezTo>
                  <a:cubicBezTo>
                    <a:pt x="859" y="192"/>
                    <a:pt x="859" y="192"/>
                    <a:pt x="859" y="191"/>
                  </a:cubicBezTo>
                  <a:cubicBezTo>
                    <a:pt x="859" y="190"/>
                    <a:pt x="860" y="190"/>
                    <a:pt x="860" y="189"/>
                  </a:cubicBezTo>
                  <a:cubicBezTo>
                    <a:pt x="860" y="185"/>
                    <a:pt x="859" y="181"/>
                    <a:pt x="859" y="177"/>
                  </a:cubicBezTo>
                  <a:cubicBezTo>
                    <a:pt x="881" y="195"/>
                    <a:pt x="900" y="215"/>
                    <a:pt x="916" y="238"/>
                  </a:cubicBezTo>
                  <a:cubicBezTo>
                    <a:pt x="964" y="295"/>
                    <a:pt x="995" y="474"/>
                    <a:pt x="873" y="449"/>
                  </a:cubicBezTo>
                  <a:cubicBezTo>
                    <a:pt x="806" y="434"/>
                    <a:pt x="777" y="373"/>
                    <a:pt x="739" y="324"/>
                  </a:cubicBezTo>
                  <a:cubicBezTo>
                    <a:pt x="739" y="324"/>
                    <a:pt x="740" y="324"/>
                    <a:pt x="739" y="323"/>
                  </a:cubicBezTo>
                  <a:cubicBezTo>
                    <a:pt x="739" y="322"/>
                    <a:pt x="737" y="323"/>
                    <a:pt x="737" y="323"/>
                  </a:cubicBezTo>
                  <a:cubicBezTo>
                    <a:pt x="736" y="323"/>
                    <a:pt x="737" y="322"/>
                    <a:pt x="735" y="323"/>
                  </a:cubicBezTo>
                  <a:cubicBezTo>
                    <a:pt x="734" y="324"/>
                    <a:pt x="735" y="324"/>
                    <a:pt x="734" y="325"/>
                  </a:cubicBezTo>
                  <a:cubicBezTo>
                    <a:pt x="734" y="326"/>
                    <a:pt x="733" y="326"/>
                    <a:pt x="733" y="327"/>
                  </a:cubicBezTo>
                  <a:lnTo>
                    <a:pt x="733" y="328"/>
                  </a:lnTo>
                  <a:cubicBezTo>
                    <a:pt x="754" y="364"/>
                    <a:pt x="766" y="399"/>
                    <a:pt x="798" y="426"/>
                  </a:cubicBezTo>
                  <a:cubicBezTo>
                    <a:pt x="808" y="435"/>
                    <a:pt x="818" y="442"/>
                    <a:pt x="829" y="449"/>
                  </a:cubicBezTo>
                  <a:cubicBezTo>
                    <a:pt x="856" y="464"/>
                    <a:pt x="886" y="473"/>
                    <a:pt x="918" y="473"/>
                  </a:cubicBezTo>
                  <a:cubicBezTo>
                    <a:pt x="978" y="475"/>
                    <a:pt x="988" y="359"/>
                    <a:pt x="974" y="319"/>
                  </a:cubicBezTo>
                  <a:cubicBezTo>
                    <a:pt x="950" y="255"/>
                    <a:pt x="918" y="193"/>
                    <a:pt x="86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9188640" y="3751200"/>
              <a:ext cx="37800" cy="28080"/>
            </a:xfrm>
            <a:custGeom>
              <a:rect b="b" l="l" r="r" t="t"/>
              <a:pathLst>
                <a:path extrusionOk="0" h="78" w="105">
                  <a:moveTo>
                    <a:pt x="4" y="0"/>
                  </a:moveTo>
                  <a:cubicBezTo>
                    <a:pt x="2" y="0"/>
                    <a:pt x="0" y="3"/>
                    <a:pt x="2" y="4"/>
                  </a:cubicBezTo>
                  <a:cubicBezTo>
                    <a:pt x="14" y="12"/>
                    <a:pt x="25" y="22"/>
                    <a:pt x="35" y="33"/>
                  </a:cubicBezTo>
                  <a:cubicBezTo>
                    <a:pt x="43" y="40"/>
                    <a:pt x="52" y="46"/>
                    <a:pt x="61" y="53"/>
                  </a:cubicBezTo>
                  <a:cubicBezTo>
                    <a:pt x="69" y="59"/>
                    <a:pt x="87" y="77"/>
                    <a:pt x="102" y="72"/>
                  </a:cubicBezTo>
                  <a:lnTo>
                    <a:pt x="103" y="72"/>
                  </a:lnTo>
                  <a:cubicBezTo>
                    <a:pt x="103" y="72"/>
                    <a:pt x="104" y="72"/>
                    <a:pt x="104" y="71"/>
                  </a:cubicBezTo>
                  <a:lnTo>
                    <a:pt x="104" y="70"/>
                  </a:lnTo>
                  <a:lnTo>
                    <a:pt x="104" y="69"/>
                  </a:lnTo>
                  <a:cubicBezTo>
                    <a:pt x="104" y="69"/>
                    <a:pt x="103" y="69"/>
                    <a:pt x="103" y="68"/>
                  </a:cubicBezTo>
                  <a:lnTo>
                    <a:pt x="102" y="68"/>
                  </a:lnTo>
                  <a:cubicBezTo>
                    <a:pt x="98" y="67"/>
                    <a:pt x="95" y="65"/>
                    <a:pt x="92" y="63"/>
                  </a:cubicBezTo>
                  <a:cubicBezTo>
                    <a:pt x="85" y="59"/>
                    <a:pt x="78" y="54"/>
                    <a:pt x="73" y="48"/>
                  </a:cubicBezTo>
                  <a:cubicBezTo>
                    <a:pt x="62" y="41"/>
                    <a:pt x="52" y="33"/>
                    <a:pt x="42" y="25"/>
                  </a:cubicBezTo>
                  <a:cubicBezTo>
                    <a:pt x="35" y="18"/>
                    <a:pt x="28" y="13"/>
                    <a:pt x="19" y="8"/>
                  </a:cubicBezTo>
                  <a:cubicBezTo>
                    <a:pt x="14" y="5"/>
                    <a:pt x="9" y="3"/>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9270360" y="3824280"/>
              <a:ext cx="138600" cy="382320"/>
            </a:xfrm>
            <a:custGeom>
              <a:rect b="b" l="l" r="r" t="t"/>
              <a:pathLst>
                <a:path extrusionOk="0" h="1062" w="385">
                  <a:moveTo>
                    <a:pt x="346" y="621"/>
                  </a:moveTo>
                  <a:cubicBezTo>
                    <a:pt x="345" y="576"/>
                    <a:pt x="319" y="534"/>
                    <a:pt x="310" y="491"/>
                  </a:cubicBezTo>
                  <a:cubicBezTo>
                    <a:pt x="298" y="429"/>
                    <a:pt x="262" y="370"/>
                    <a:pt x="239" y="314"/>
                  </a:cubicBezTo>
                  <a:cubicBezTo>
                    <a:pt x="231" y="299"/>
                    <a:pt x="224" y="284"/>
                    <a:pt x="215" y="269"/>
                  </a:cubicBezTo>
                  <a:cubicBezTo>
                    <a:pt x="203" y="248"/>
                    <a:pt x="190" y="228"/>
                    <a:pt x="176" y="209"/>
                  </a:cubicBezTo>
                  <a:cubicBezTo>
                    <a:pt x="124" y="135"/>
                    <a:pt x="67" y="65"/>
                    <a:pt x="4" y="0"/>
                  </a:cubicBezTo>
                  <a:cubicBezTo>
                    <a:pt x="3" y="0"/>
                    <a:pt x="3" y="0"/>
                    <a:pt x="3" y="0"/>
                  </a:cubicBezTo>
                  <a:lnTo>
                    <a:pt x="2" y="0"/>
                  </a:lnTo>
                  <a:lnTo>
                    <a:pt x="1" y="0"/>
                  </a:lnTo>
                  <a:cubicBezTo>
                    <a:pt x="0" y="1"/>
                    <a:pt x="0" y="1"/>
                    <a:pt x="0" y="1"/>
                  </a:cubicBezTo>
                  <a:cubicBezTo>
                    <a:pt x="0" y="2"/>
                    <a:pt x="0" y="2"/>
                    <a:pt x="1" y="2"/>
                  </a:cubicBezTo>
                  <a:lnTo>
                    <a:pt x="1" y="3"/>
                  </a:lnTo>
                  <a:cubicBezTo>
                    <a:pt x="41" y="48"/>
                    <a:pt x="77" y="97"/>
                    <a:pt x="110" y="148"/>
                  </a:cubicBezTo>
                  <a:cubicBezTo>
                    <a:pt x="119" y="165"/>
                    <a:pt x="135" y="178"/>
                    <a:pt x="144" y="196"/>
                  </a:cubicBezTo>
                  <a:cubicBezTo>
                    <a:pt x="159" y="219"/>
                    <a:pt x="176" y="241"/>
                    <a:pt x="194" y="261"/>
                  </a:cubicBezTo>
                  <a:cubicBezTo>
                    <a:pt x="197" y="265"/>
                    <a:pt x="199" y="269"/>
                    <a:pt x="201" y="273"/>
                  </a:cubicBezTo>
                  <a:cubicBezTo>
                    <a:pt x="211" y="288"/>
                    <a:pt x="218" y="305"/>
                    <a:pt x="224" y="322"/>
                  </a:cubicBezTo>
                  <a:cubicBezTo>
                    <a:pt x="233" y="341"/>
                    <a:pt x="240" y="361"/>
                    <a:pt x="250" y="381"/>
                  </a:cubicBezTo>
                  <a:cubicBezTo>
                    <a:pt x="270" y="426"/>
                    <a:pt x="286" y="473"/>
                    <a:pt x="297" y="521"/>
                  </a:cubicBezTo>
                  <a:cubicBezTo>
                    <a:pt x="310" y="561"/>
                    <a:pt x="317" y="603"/>
                    <a:pt x="329" y="641"/>
                  </a:cubicBezTo>
                  <a:cubicBezTo>
                    <a:pt x="344" y="688"/>
                    <a:pt x="329" y="743"/>
                    <a:pt x="341" y="790"/>
                  </a:cubicBezTo>
                  <a:cubicBezTo>
                    <a:pt x="351" y="828"/>
                    <a:pt x="344" y="869"/>
                    <a:pt x="346" y="908"/>
                  </a:cubicBezTo>
                  <a:cubicBezTo>
                    <a:pt x="350" y="958"/>
                    <a:pt x="357" y="1008"/>
                    <a:pt x="367" y="1058"/>
                  </a:cubicBezTo>
                  <a:cubicBezTo>
                    <a:pt x="367" y="1058"/>
                    <a:pt x="366" y="1058"/>
                    <a:pt x="367" y="1059"/>
                  </a:cubicBezTo>
                  <a:cubicBezTo>
                    <a:pt x="368" y="1060"/>
                    <a:pt x="368" y="1059"/>
                    <a:pt x="369" y="1060"/>
                  </a:cubicBezTo>
                  <a:cubicBezTo>
                    <a:pt x="370" y="1060"/>
                    <a:pt x="370" y="1061"/>
                    <a:pt x="371" y="1061"/>
                  </a:cubicBezTo>
                  <a:cubicBezTo>
                    <a:pt x="372" y="1061"/>
                    <a:pt x="372" y="1061"/>
                    <a:pt x="373" y="1060"/>
                  </a:cubicBezTo>
                  <a:cubicBezTo>
                    <a:pt x="374" y="1059"/>
                    <a:pt x="374" y="1060"/>
                    <a:pt x="375" y="1059"/>
                  </a:cubicBezTo>
                  <a:cubicBezTo>
                    <a:pt x="376" y="1058"/>
                    <a:pt x="375" y="1058"/>
                    <a:pt x="375" y="1058"/>
                  </a:cubicBezTo>
                  <a:cubicBezTo>
                    <a:pt x="384" y="998"/>
                    <a:pt x="365" y="943"/>
                    <a:pt x="367" y="884"/>
                  </a:cubicBezTo>
                  <a:cubicBezTo>
                    <a:pt x="367" y="859"/>
                    <a:pt x="367" y="833"/>
                    <a:pt x="368" y="808"/>
                  </a:cubicBezTo>
                  <a:cubicBezTo>
                    <a:pt x="368" y="793"/>
                    <a:pt x="361" y="783"/>
                    <a:pt x="362" y="767"/>
                  </a:cubicBezTo>
                  <a:cubicBezTo>
                    <a:pt x="365" y="719"/>
                    <a:pt x="348" y="669"/>
                    <a:pt x="346" y="6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9184320" y="3664440"/>
              <a:ext cx="283320" cy="570960"/>
            </a:xfrm>
            <a:custGeom>
              <a:rect b="b" l="l" r="r" t="t"/>
              <a:pathLst>
                <a:path extrusionOk="0" h="1586" w="787">
                  <a:moveTo>
                    <a:pt x="743" y="1331"/>
                  </a:moveTo>
                  <a:lnTo>
                    <a:pt x="745" y="1334"/>
                  </a:lnTo>
                  <a:cubicBezTo>
                    <a:pt x="748" y="1337"/>
                    <a:pt x="755" y="1334"/>
                    <a:pt x="754" y="1330"/>
                  </a:cubicBezTo>
                  <a:cubicBezTo>
                    <a:pt x="750" y="1315"/>
                    <a:pt x="754" y="1296"/>
                    <a:pt x="751" y="1280"/>
                  </a:cubicBezTo>
                  <a:cubicBezTo>
                    <a:pt x="747" y="1254"/>
                    <a:pt x="746" y="1228"/>
                    <a:pt x="741" y="1201"/>
                  </a:cubicBezTo>
                  <a:cubicBezTo>
                    <a:pt x="732" y="1142"/>
                    <a:pt x="737" y="1082"/>
                    <a:pt x="723" y="1024"/>
                  </a:cubicBezTo>
                  <a:cubicBezTo>
                    <a:pt x="713" y="992"/>
                    <a:pt x="699" y="961"/>
                    <a:pt x="683" y="932"/>
                  </a:cubicBezTo>
                  <a:cubicBezTo>
                    <a:pt x="679" y="926"/>
                    <a:pt x="676" y="920"/>
                    <a:pt x="673" y="915"/>
                  </a:cubicBezTo>
                  <a:cubicBezTo>
                    <a:pt x="668" y="907"/>
                    <a:pt x="628" y="859"/>
                    <a:pt x="657" y="886"/>
                  </a:cubicBezTo>
                  <a:cubicBezTo>
                    <a:pt x="660" y="889"/>
                    <a:pt x="663" y="891"/>
                    <a:pt x="667" y="893"/>
                  </a:cubicBezTo>
                  <a:cubicBezTo>
                    <a:pt x="672" y="896"/>
                    <a:pt x="677" y="898"/>
                    <a:pt x="682" y="900"/>
                  </a:cubicBezTo>
                  <a:cubicBezTo>
                    <a:pt x="683" y="900"/>
                    <a:pt x="683" y="900"/>
                    <a:pt x="684" y="900"/>
                  </a:cubicBezTo>
                  <a:cubicBezTo>
                    <a:pt x="685" y="900"/>
                    <a:pt x="686" y="900"/>
                    <a:pt x="687" y="899"/>
                  </a:cubicBezTo>
                  <a:cubicBezTo>
                    <a:pt x="688" y="898"/>
                    <a:pt x="689" y="897"/>
                    <a:pt x="690" y="896"/>
                  </a:cubicBezTo>
                  <a:cubicBezTo>
                    <a:pt x="691" y="894"/>
                    <a:pt x="691" y="894"/>
                    <a:pt x="691" y="893"/>
                  </a:cubicBezTo>
                  <a:cubicBezTo>
                    <a:pt x="691" y="892"/>
                    <a:pt x="691" y="892"/>
                    <a:pt x="691" y="892"/>
                  </a:cubicBezTo>
                  <a:cubicBezTo>
                    <a:pt x="686" y="854"/>
                    <a:pt x="670" y="816"/>
                    <a:pt x="662" y="778"/>
                  </a:cubicBezTo>
                  <a:cubicBezTo>
                    <a:pt x="654" y="740"/>
                    <a:pt x="628" y="708"/>
                    <a:pt x="610" y="676"/>
                  </a:cubicBezTo>
                  <a:cubicBezTo>
                    <a:pt x="609" y="674"/>
                    <a:pt x="608" y="672"/>
                    <a:pt x="606" y="669"/>
                  </a:cubicBezTo>
                  <a:cubicBezTo>
                    <a:pt x="569" y="605"/>
                    <a:pt x="522" y="547"/>
                    <a:pt x="465" y="499"/>
                  </a:cubicBezTo>
                  <a:lnTo>
                    <a:pt x="464" y="499"/>
                  </a:lnTo>
                  <a:lnTo>
                    <a:pt x="463" y="499"/>
                  </a:lnTo>
                  <a:cubicBezTo>
                    <a:pt x="462" y="481"/>
                    <a:pt x="455" y="462"/>
                    <a:pt x="446" y="446"/>
                  </a:cubicBezTo>
                  <a:cubicBezTo>
                    <a:pt x="443" y="441"/>
                    <a:pt x="440" y="436"/>
                    <a:pt x="437" y="432"/>
                  </a:cubicBezTo>
                  <a:cubicBezTo>
                    <a:pt x="434" y="424"/>
                    <a:pt x="431" y="416"/>
                    <a:pt x="427" y="409"/>
                  </a:cubicBezTo>
                  <a:cubicBezTo>
                    <a:pt x="423" y="396"/>
                    <a:pt x="418" y="384"/>
                    <a:pt x="411" y="372"/>
                  </a:cubicBezTo>
                  <a:lnTo>
                    <a:pt x="410" y="371"/>
                  </a:lnTo>
                  <a:lnTo>
                    <a:pt x="409" y="371"/>
                  </a:lnTo>
                  <a:lnTo>
                    <a:pt x="408" y="371"/>
                  </a:lnTo>
                  <a:lnTo>
                    <a:pt x="408" y="372"/>
                  </a:lnTo>
                  <a:cubicBezTo>
                    <a:pt x="408" y="372"/>
                    <a:pt x="407" y="372"/>
                    <a:pt x="407" y="373"/>
                  </a:cubicBezTo>
                  <a:lnTo>
                    <a:pt x="408" y="373"/>
                  </a:lnTo>
                  <a:cubicBezTo>
                    <a:pt x="408" y="374"/>
                    <a:pt x="408" y="375"/>
                    <a:pt x="409" y="375"/>
                  </a:cubicBezTo>
                  <a:cubicBezTo>
                    <a:pt x="415" y="385"/>
                    <a:pt x="418" y="396"/>
                    <a:pt x="420" y="408"/>
                  </a:cubicBezTo>
                  <a:lnTo>
                    <a:pt x="411" y="396"/>
                  </a:lnTo>
                  <a:cubicBezTo>
                    <a:pt x="387" y="367"/>
                    <a:pt x="366" y="336"/>
                    <a:pt x="347" y="304"/>
                  </a:cubicBezTo>
                  <a:cubicBezTo>
                    <a:pt x="344" y="299"/>
                    <a:pt x="342" y="294"/>
                    <a:pt x="339" y="289"/>
                  </a:cubicBezTo>
                  <a:cubicBezTo>
                    <a:pt x="335" y="282"/>
                    <a:pt x="327" y="292"/>
                    <a:pt x="334" y="295"/>
                  </a:cubicBezTo>
                  <a:cubicBezTo>
                    <a:pt x="334" y="295"/>
                    <a:pt x="335" y="295"/>
                    <a:pt x="336" y="295"/>
                  </a:cubicBezTo>
                  <a:cubicBezTo>
                    <a:pt x="328" y="298"/>
                    <a:pt x="339" y="318"/>
                    <a:pt x="350" y="335"/>
                  </a:cubicBezTo>
                  <a:cubicBezTo>
                    <a:pt x="350" y="335"/>
                    <a:pt x="349" y="335"/>
                    <a:pt x="349" y="336"/>
                  </a:cubicBezTo>
                  <a:lnTo>
                    <a:pt x="348" y="336"/>
                  </a:lnTo>
                  <a:cubicBezTo>
                    <a:pt x="348" y="337"/>
                    <a:pt x="348" y="337"/>
                    <a:pt x="348" y="338"/>
                  </a:cubicBezTo>
                  <a:cubicBezTo>
                    <a:pt x="346" y="372"/>
                    <a:pt x="313" y="354"/>
                    <a:pt x="298" y="339"/>
                  </a:cubicBezTo>
                  <a:lnTo>
                    <a:pt x="299" y="339"/>
                  </a:lnTo>
                  <a:cubicBezTo>
                    <a:pt x="299" y="338"/>
                    <a:pt x="299" y="338"/>
                    <a:pt x="299" y="337"/>
                  </a:cubicBezTo>
                  <a:lnTo>
                    <a:pt x="299" y="336"/>
                  </a:lnTo>
                  <a:lnTo>
                    <a:pt x="298" y="336"/>
                  </a:lnTo>
                  <a:cubicBezTo>
                    <a:pt x="292" y="328"/>
                    <a:pt x="285" y="320"/>
                    <a:pt x="277" y="313"/>
                  </a:cubicBezTo>
                  <a:cubicBezTo>
                    <a:pt x="269" y="302"/>
                    <a:pt x="261" y="291"/>
                    <a:pt x="253" y="280"/>
                  </a:cubicBezTo>
                  <a:cubicBezTo>
                    <a:pt x="243" y="262"/>
                    <a:pt x="234" y="243"/>
                    <a:pt x="226" y="223"/>
                  </a:cubicBezTo>
                  <a:cubicBezTo>
                    <a:pt x="224" y="219"/>
                    <a:pt x="222" y="215"/>
                    <a:pt x="220" y="212"/>
                  </a:cubicBezTo>
                  <a:cubicBezTo>
                    <a:pt x="212" y="198"/>
                    <a:pt x="206" y="185"/>
                    <a:pt x="201" y="170"/>
                  </a:cubicBezTo>
                  <a:cubicBezTo>
                    <a:pt x="201" y="167"/>
                    <a:pt x="195" y="167"/>
                    <a:pt x="195" y="170"/>
                  </a:cubicBezTo>
                  <a:cubicBezTo>
                    <a:pt x="199" y="184"/>
                    <a:pt x="204" y="197"/>
                    <a:pt x="212" y="210"/>
                  </a:cubicBezTo>
                  <a:cubicBezTo>
                    <a:pt x="213" y="212"/>
                    <a:pt x="214" y="214"/>
                    <a:pt x="215" y="215"/>
                  </a:cubicBezTo>
                  <a:cubicBezTo>
                    <a:pt x="225" y="237"/>
                    <a:pt x="232" y="259"/>
                    <a:pt x="242" y="280"/>
                  </a:cubicBezTo>
                  <a:cubicBezTo>
                    <a:pt x="222" y="264"/>
                    <a:pt x="202" y="248"/>
                    <a:pt x="183" y="230"/>
                  </a:cubicBezTo>
                  <a:cubicBezTo>
                    <a:pt x="165" y="212"/>
                    <a:pt x="149" y="191"/>
                    <a:pt x="136" y="168"/>
                  </a:cubicBezTo>
                  <a:cubicBezTo>
                    <a:pt x="129" y="157"/>
                    <a:pt x="124" y="146"/>
                    <a:pt x="119" y="135"/>
                  </a:cubicBezTo>
                  <a:cubicBezTo>
                    <a:pt x="110" y="117"/>
                    <a:pt x="109" y="95"/>
                    <a:pt x="98" y="80"/>
                  </a:cubicBezTo>
                  <a:cubicBezTo>
                    <a:pt x="96" y="78"/>
                    <a:pt x="92" y="80"/>
                    <a:pt x="93" y="83"/>
                  </a:cubicBezTo>
                  <a:cubicBezTo>
                    <a:pt x="108" y="105"/>
                    <a:pt x="113" y="142"/>
                    <a:pt x="123" y="165"/>
                  </a:cubicBezTo>
                  <a:cubicBezTo>
                    <a:pt x="127" y="176"/>
                    <a:pt x="131" y="185"/>
                    <a:pt x="137" y="195"/>
                  </a:cubicBezTo>
                  <a:cubicBezTo>
                    <a:pt x="142" y="204"/>
                    <a:pt x="147" y="212"/>
                    <a:pt x="154" y="220"/>
                  </a:cubicBezTo>
                  <a:cubicBezTo>
                    <a:pt x="103" y="206"/>
                    <a:pt x="83" y="129"/>
                    <a:pt x="56" y="89"/>
                  </a:cubicBezTo>
                  <a:cubicBezTo>
                    <a:pt x="36" y="61"/>
                    <a:pt x="28" y="26"/>
                    <a:pt x="4" y="2"/>
                  </a:cubicBezTo>
                  <a:cubicBezTo>
                    <a:pt x="3" y="0"/>
                    <a:pt x="0" y="2"/>
                    <a:pt x="2" y="4"/>
                  </a:cubicBezTo>
                  <a:cubicBezTo>
                    <a:pt x="20" y="25"/>
                    <a:pt x="30" y="57"/>
                    <a:pt x="43" y="82"/>
                  </a:cubicBezTo>
                  <a:cubicBezTo>
                    <a:pt x="56" y="107"/>
                    <a:pt x="74" y="135"/>
                    <a:pt x="89" y="161"/>
                  </a:cubicBezTo>
                  <a:cubicBezTo>
                    <a:pt x="109" y="196"/>
                    <a:pt x="119" y="230"/>
                    <a:pt x="160" y="226"/>
                  </a:cubicBezTo>
                  <a:lnTo>
                    <a:pt x="163" y="229"/>
                  </a:lnTo>
                  <a:cubicBezTo>
                    <a:pt x="193" y="260"/>
                    <a:pt x="226" y="288"/>
                    <a:pt x="261" y="313"/>
                  </a:cubicBezTo>
                  <a:cubicBezTo>
                    <a:pt x="282" y="346"/>
                    <a:pt x="313" y="387"/>
                    <a:pt x="350" y="387"/>
                  </a:cubicBezTo>
                  <a:cubicBezTo>
                    <a:pt x="351" y="387"/>
                    <a:pt x="352" y="388"/>
                    <a:pt x="353" y="387"/>
                  </a:cubicBezTo>
                  <a:cubicBezTo>
                    <a:pt x="353" y="386"/>
                    <a:pt x="353" y="386"/>
                    <a:pt x="354" y="385"/>
                  </a:cubicBezTo>
                  <a:cubicBezTo>
                    <a:pt x="354" y="384"/>
                    <a:pt x="355" y="384"/>
                    <a:pt x="355" y="384"/>
                  </a:cubicBezTo>
                  <a:cubicBezTo>
                    <a:pt x="356" y="378"/>
                    <a:pt x="356" y="371"/>
                    <a:pt x="356" y="365"/>
                  </a:cubicBezTo>
                  <a:cubicBezTo>
                    <a:pt x="356" y="356"/>
                    <a:pt x="355" y="347"/>
                    <a:pt x="354" y="339"/>
                  </a:cubicBezTo>
                  <a:cubicBezTo>
                    <a:pt x="359" y="347"/>
                    <a:pt x="364" y="354"/>
                    <a:pt x="366" y="357"/>
                  </a:cubicBezTo>
                  <a:cubicBezTo>
                    <a:pt x="385" y="388"/>
                    <a:pt x="409" y="417"/>
                    <a:pt x="427" y="448"/>
                  </a:cubicBezTo>
                  <a:lnTo>
                    <a:pt x="427" y="455"/>
                  </a:lnTo>
                  <a:cubicBezTo>
                    <a:pt x="430" y="481"/>
                    <a:pt x="436" y="508"/>
                    <a:pt x="445" y="533"/>
                  </a:cubicBezTo>
                  <a:cubicBezTo>
                    <a:pt x="445" y="534"/>
                    <a:pt x="445" y="533"/>
                    <a:pt x="446" y="534"/>
                  </a:cubicBezTo>
                  <a:cubicBezTo>
                    <a:pt x="446" y="535"/>
                    <a:pt x="446" y="535"/>
                    <a:pt x="447" y="536"/>
                  </a:cubicBezTo>
                  <a:cubicBezTo>
                    <a:pt x="447" y="536"/>
                    <a:pt x="448" y="536"/>
                    <a:pt x="449" y="536"/>
                  </a:cubicBezTo>
                  <a:lnTo>
                    <a:pt x="450" y="536"/>
                  </a:lnTo>
                  <a:cubicBezTo>
                    <a:pt x="451" y="535"/>
                    <a:pt x="451" y="535"/>
                    <a:pt x="452" y="534"/>
                  </a:cubicBezTo>
                  <a:lnTo>
                    <a:pt x="452" y="533"/>
                  </a:lnTo>
                  <a:cubicBezTo>
                    <a:pt x="453" y="529"/>
                    <a:pt x="453" y="524"/>
                    <a:pt x="453" y="519"/>
                  </a:cubicBezTo>
                  <a:cubicBezTo>
                    <a:pt x="453" y="514"/>
                    <a:pt x="453" y="509"/>
                    <a:pt x="452" y="505"/>
                  </a:cubicBezTo>
                  <a:cubicBezTo>
                    <a:pt x="452" y="508"/>
                    <a:pt x="454" y="511"/>
                    <a:pt x="455" y="514"/>
                  </a:cubicBezTo>
                  <a:lnTo>
                    <a:pt x="455" y="515"/>
                  </a:lnTo>
                  <a:cubicBezTo>
                    <a:pt x="456" y="516"/>
                    <a:pt x="456" y="515"/>
                    <a:pt x="457" y="516"/>
                  </a:cubicBezTo>
                  <a:cubicBezTo>
                    <a:pt x="457" y="517"/>
                    <a:pt x="458" y="517"/>
                    <a:pt x="459" y="517"/>
                  </a:cubicBezTo>
                  <a:cubicBezTo>
                    <a:pt x="459" y="517"/>
                    <a:pt x="460" y="517"/>
                    <a:pt x="461" y="516"/>
                  </a:cubicBezTo>
                  <a:cubicBezTo>
                    <a:pt x="461" y="516"/>
                    <a:pt x="462" y="516"/>
                    <a:pt x="462" y="515"/>
                  </a:cubicBezTo>
                  <a:lnTo>
                    <a:pt x="462" y="514"/>
                  </a:lnTo>
                  <a:cubicBezTo>
                    <a:pt x="462" y="512"/>
                    <a:pt x="463" y="510"/>
                    <a:pt x="463" y="508"/>
                  </a:cubicBezTo>
                  <a:cubicBezTo>
                    <a:pt x="463" y="506"/>
                    <a:pt x="462" y="504"/>
                    <a:pt x="462" y="502"/>
                  </a:cubicBezTo>
                  <a:cubicBezTo>
                    <a:pt x="515" y="556"/>
                    <a:pt x="561" y="616"/>
                    <a:pt x="598" y="681"/>
                  </a:cubicBezTo>
                  <a:cubicBezTo>
                    <a:pt x="600" y="685"/>
                    <a:pt x="603" y="689"/>
                    <a:pt x="605" y="693"/>
                  </a:cubicBezTo>
                  <a:cubicBezTo>
                    <a:pt x="605" y="693"/>
                    <a:pt x="605" y="694"/>
                    <a:pt x="606" y="694"/>
                  </a:cubicBezTo>
                  <a:cubicBezTo>
                    <a:pt x="639" y="752"/>
                    <a:pt x="662" y="815"/>
                    <a:pt x="674" y="881"/>
                  </a:cubicBezTo>
                  <a:cubicBezTo>
                    <a:pt x="657" y="871"/>
                    <a:pt x="648" y="852"/>
                    <a:pt x="627" y="853"/>
                  </a:cubicBezTo>
                  <a:lnTo>
                    <a:pt x="626" y="853"/>
                  </a:lnTo>
                  <a:cubicBezTo>
                    <a:pt x="625" y="853"/>
                    <a:pt x="624" y="853"/>
                    <a:pt x="624" y="854"/>
                  </a:cubicBezTo>
                  <a:cubicBezTo>
                    <a:pt x="623" y="854"/>
                    <a:pt x="622" y="855"/>
                    <a:pt x="621" y="856"/>
                  </a:cubicBezTo>
                  <a:lnTo>
                    <a:pt x="621" y="857"/>
                  </a:lnTo>
                  <a:cubicBezTo>
                    <a:pt x="614" y="884"/>
                    <a:pt x="643" y="900"/>
                    <a:pt x="657" y="921"/>
                  </a:cubicBezTo>
                  <a:cubicBezTo>
                    <a:pt x="661" y="927"/>
                    <a:pt x="664" y="933"/>
                    <a:pt x="668" y="939"/>
                  </a:cubicBezTo>
                  <a:cubicBezTo>
                    <a:pt x="691" y="980"/>
                    <a:pt x="707" y="1027"/>
                    <a:pt x="711" y="1075"/>
                  </a:cubicBezTo>
                  <a:cubicBezTo>
                    <a:pt x="714" y="1118"/>
                    <a:pt x="714" y="1162"/>
                    <a:pt x="720" y="1204"/>
                  </a:cubicBezTo>
                  <a:cubicBezTo>
                    <a:pt x="724" y="1227"/>
                    <a:pt x="725" y="1250"/>
                    <a:pt x="729" y="1274"/>
                  </a:cubicBezTo>
                  <a:lnTo>
                    <a:pt x="729" y="1272"/>
                  </a:lnTo>
                  <a:cubicBezTo>
                    <a:pt x="724" y="1244"/>
                    <a:pt x="710" y="1222"/>
                    <a:pt x="704" y="1195"/>
                  </a:cubicBezTo>
                  <a:cubicBezTo>
                    <a:pt x="696" y="1159"/>
                    <a:pt x="687" y="1109"/>
                    <a:pt x="662" y="1082"/>
                  </a:cubicBezTo>
                  <a:cubicBezTo>
                    <a:pt x="660" y="1079"/>
                    <a:pt x="655" y="1082"/>
                    <a:pt x="657" y="1085"/>
                  </a:cubicBezTo>
                  <a:cubicBezTo>
                    <a:pt x="681" y="1114"/>
                    <a:pt x="686" y="1177"/>
                    <a:pt x="694" y="1212"/>
                  </a:cubicBezTo>
                  <a:cubicBezTo>
                    <a:pt x="704" y="1256"/>
                    <a:pt x="720" y="1299"/>
                    <a:pt x="731" y="1343"/>
                  </a:cubicBezTo>
                  <a:cubicBezTo>
                    <a:pt x="743" y="1388"/>
                    <a:pt x="751" y="1434"/>
                    <a:pt x="755" y="1481"/>
                  </a:cubicBezTo>
                  <a:cubicBezTo>
                    <a:pt x="756" y="1515"/>
                    <a:pt x="761" y="1548"/>
                    <a:pt x="769" y="1581"/>
                  </a:cubicBezTo>
                  <a:cubicBezTo>
                    <a:pt x="770" y="1585"/>
                    <a:pt x="777" y="1584"/>
                    <a:pt x="777" y="1580"/>
                  </a:cubicBezTo>
                  <a:cubicBezTo>
                    <a:pt x="786" y="1503"/>
                    <a:pt x="764" y="1414"/>
                    <a:pt x="745" y="1339"/>
                  </a:cubicBezTo>
                  <a:lnTo>
                    <a:pt x="743" y="1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8732520" y="3611520"/>
              <a:ext cx="732600" cy="1013760"/>
            </a:xfrm>
            <a:custGeom>
              <a:rect b="b" l="l" r="r" t="t"/>
              <a:pathLst>
                <a:path extrusionOk="0" h="2816" w="2035">
                  <a:moveTo>
                    <a:pt x="2004" y="1646"/>
                  </a:moveTo>
                  <a:cubicBezTo>
                    <a:pt x="1992" y="1614"/>
                    <a:pt x="1991" y="1576"/>
                    <a:pt x="1969" y="1549"/>
                  </a:cubicBezTo>
                  <a:cubicBezTo>
                    <a:pt x="1968" y="1547"/>
                    <a:pt x="1965" y="1549"/>
                    <a:pt x="1966" y="1551"/>
                  </a:cubicBezTo>
                  <a:cubicBezTo>
                    <a:pt x="1983" y="1575"/>
                    <a:pt x="1981" y="1602"/>
                    <a:pt x="1988" y="1630"/>
                  </a:cubicBezTo>
                  <a:cubicBezTo>
                    <a:pt x="1997" y="1668"/>
                    <a:pt x="2004" y="1707"/>
                    <a:pt x="2008" y="1747"/>
                  </a:cubicBezTo>
                  <a:cubicBezTo>
                    <a:pt x="2008" y="1757"/>
                    <a:pt x="2008" y="1766"/>
                    <a:pt x="2008" y="1776"/>
                  </a:cubicBezTo>
                  <a:cubicBezTo>
                    <a:pt x="2008" y="1854"/>
                    <a:pt x="1992" y="1931"/>
                    <a:pt x="1961" y="2002"/>
                  </a:cubicBezTo>
                  <a:cubicBezTo>
                    <a:pt x="1950" y="2032"/>
                    <a:pt x="1940" y="2063"/>
                    <a:pt x="1933" y="2094"/>
                  </a:cubicBezTo>
                  <a:cubicBezTo>
                    <a:pt x="1922" y="2126"/>
                    <a:pt x="1909" y="2158"/>
                    <a:pt x="1893" y="2188"/>
                  </a:cubicBezTo>
                  <a:cubicBezTo>
                    <a:pt x="1879" y="2222"/>
                    <a:pt x="1850" y="2243"/>
                    <a:pt x="1836" y="2275"/>
                  </a:cubicBezTo>
                  <a:cubicBezTo>
                    <a:pt x="1834" y="2279"/>
                    <a:pt x="1832" y="2282"/>
                    <a:pt x="1830" y="2286"/>
                  </a:cubicBezTo>
                  <a:cubicBezTo>
                    <a:pt x="1824" y="2296"/>
                    <a:pt x="1818" y="2305"/>
                    <a:pt x="1811" y="2315"/>
                  </a:cubicBezTo>
                  <a:cubicBezTo>
                    <a:pt x="1813" y="2295"/>
                    <a:pt x="1815" y="2275"/>
                    <a:pt x="1817" y="2256"/>
                  </a:cubicBezTo>
                  <a:cubicBezTo>
                    <a:pt x="1823" y="2205"/>
                    <a:pt x="1820" y="2150"/>
                    <a:pt x="1829" y="2100"/>
                  </a:cubicBezTo>
                  <a:cubicBezTo>
                    <a:pt x="1847" y="1994"/>
                    <a:pt x="1829" y="1887"/>
                    <a:pt x="1829" y="1782"/>
                  </a:cubicBezTo>
                  <a:cubicBezTo>
                    <a:pt x="1829" y="1770"/>
                    <a:pt x="1837" y="1716"/>
                    <a:pt x="1824" y="1708"/>
                  </a:cubicBezTo>
                  <a:cubicBezTo>
                    <a:pt x="1806" y="1696"/>
                    <a:pt x="1787" y="1714"/>
                    <a:pt x="1791" y="1681"/>
                  </a:cubicBezTo>
                  <a:cubicBezTo>
                    <a:pt x="1796" y="1633"/>
                    <a:pt x="1785" y="1583"/>
                    <a:pt x="1791" y="1533"/>
                  </a:cubicBezTo>
                  <a:cubicBezTo>
                    <a:pt x="1794" y="1514"/>
                    <a:pt x="1795" y="1495"/>
                    <a:pt x="1795" y="1476"/>
                  </a:cubicBezTo>
                  <a:cubicBezTo>
                    <a:pt x="1795" y="1453"/>
                    <a:pt x="1793" y="1431"/>
                    <a:pt x="1789" y="1409"/>
                  </a:cubicBezTo>
                  <a:cubicBezTo>
                    <a:pt x="1789" y="1408"/>
                    <a:pt x="1788" y="1408"/>
                    <a:pt x="1788" y="1407"/>
                  </a:cubicBezTo>
                  <a:cubicBezTo>
                    <a:pt x="1787" y="1406"/>
                    <a:pt x="1787" y="1405"/>
                    <a:pt x="1786" y="1405"/>
                  </a:cubicBezTo>
                  <a:cubicBezTo>
                    <a:pt x="1784" y="1404"/>
                    <a:pt x="1783" y="1404"/>
                    <a:pt x="1782" y="1404"/>
                  </a:cubicBezTo>
                  <a:cubicBezTo>
                    <a:pt x="1780" y="1404"/>
                    <a:pt x="1779" y="1404"/>
                    <a:pt x="1778" y="1405"/>
                  </a:cubicBezTo>
                  <a:cubicBezTo>
                    <a:pt x="1777" y="1405"/>
                    <a:pt x="1777" y="1405"/>
                    <a:pt x="1776" y="1406"/>
                  </a:cubicBezTo>
                  <a:cubicBezTo>
                    <a:pt x="1761" y="1419"/>
                    <a:pt x="1747" y="1434"/>
                    <a:pt x="1737" y="1452"/>
                  </a:cubicBezTo>
                  <a:cubicBezTo>
                    <a:pt x="1733" y="1438"/>
                    <a:pt x="1732" y="1424"/>
                    <a:pt x="1732" y="1410"/>
                  </a:cubicBezTo>
                  <a:cubicBezTo>
                    <a:pt x="1732" y="1403"/>
                    <a:pt x="1732" y="1396"/>
                    <a:pt x="1733" y="1389"/>
                  </a:cubicBezTo>
                  <a:cubicBezTo>
                    <a:pt x="1733" y="1387"/>
                    <a:pt x="1733" y="1384"/>
                    <a:pt x="1733" y="1382"/>
                  </a:cubicBezTo>
                  <a:cubicBezTo>
                    <a:pt x="1733" y="1360"/>
                    <a:pt x="1732" y="1338"/>
                    <a:pt x="1728" y="1316"/>
                  </a:cubicBezTo>
                  <a:lnTo>
                    <a:pt x="1730" y="1316"/>
                  </a:lnTo>
                  <a:cubicBezTo>
                    <a:pt x="1734" y="1315"/>
                    <a:pt x="1736" y="1309"/>
                    <a:pt x="1732" y="1307"/>
                  </a:cubicBezTo>
                  <a:lnTo>
                    <a:pt x="1727" y="1305"/>
                  </a:lnTo>
                  <a:cubicBezTo>
                    <a:pt x="1725" y="1261"/>
                    <a:pt x="1720" y="1217"/>
                    <a:pt x="1713" y="1173"/>
                  </a:cubicBezTo>
                  <a:cubicBezTo>
                    <a:pt x="1694" y="1093"/>
                    <a:pt x="1697" y="1008"/>
                    <a:pt x="1678" y="927"/>
                  </a:cubicBezTo>
                  <a:cubicBezTo>
                    <a:pt x="1678" y="924"/>
                    <a:pt x="1672" y="925"/>
                    <a:pt x="1673" y="927"/>
                  </a:cubicBezTo>
                  <a:cubicBezTo>
                    <a:pt x="1681" y="972"/>
                    <a:pt x="1681" y="1017"/>
                    <a:pt x="1687" y="1062"/>
                  </a:cubicBezTo>
                  <a:cubicBezTo>
                    <a:pt x="1691" y="1090"/>
                    <a:pt x="1692" y="1118"/>
                    <a:pt x="1692" y="1147"/>
                  </a:cubicBezTo>
                  <a:cubicBezTo>
                    <a:pt x="1692" y="1171"/>
                    <a:pt x="1702" y="1193"/>
                    <a:pt x="1702" y="1219"/>
                  </a:cubicBezTo>
                  <a:cubicBezTo>
                    <a:pt x="1703" y="1243"/>
                    <a:pt x="1705" y="1267"/>
                    <a:pt x="1708" y="1291"/>
                  </a:cubicBezTo>
                  <a:cubicBezTo>
                    <a:pt x="1697" y="1281"/>
                    <a:pt x="1688" y="1269"/>
                    <a:pt x="1681" y="1257"/>
                  </a:cubicBezTo>
                  <a:cubicBezTo>
                    <a:pt x="1680" y="1256"/>
                    <a:pt x="1680" y="1255"/>
                    <a:pt x="1679" y="1254"/>
                  </a:cubicBezTo>
                  <a:cubicBezTo>
                    <a:pt x="1679" y="1253"/>
                    <a:pt x="1680" y="1252"/>
                    <a:pt x="1680" y="1251"/>
                  </a:cubicBezTo>
                  <a:cubicBezTo>
                    <a:pt x="1680" y="1250"/>
                    <a:pt x="1678" y="1248"/>
                    <a:pt x="1678" y="1247"/>
                  </a:cubicBezTo>
                  <a:cubicBezTo>
                    <a:pt x="1677" y="1246"/>
                    <a:pt x="1677" y="1245"/>
                    <a:pt x="1675" y="1244"/>
                  </a:cubicBezTo>
                  <a:cubicBezTo>
                    <a:pt x="1674" y="1243"/>
                    <a:pt x="1674" y="1243"/>
                    <a:pt x="1674" y="1243"/>
                  </a:cubicBezTo>
                  <a:cubicBezTo>
                    <a:pt x="1656" y="1202"/>
                    <a:pt x="1644" y="1158"/>
                    <a:pt x="1636" y="1114"/>
                  </a:cubicBezTo>
                  <a:cubicBezTo>
                    <a:pt x="1628" y="1079"/>
                    <a:pt x="1625" y="1043"/>
                    <a:pt x="1616" y="1008"/>
                  </a:cubicBezTo>
                  <a:cubicBezTo>
                    <a:pt x="1614" y="999"/>
                    <a:pt x="1588" y="944"/>
                    <a:pt x="1579" y="918"/>
                  </a:cubicBezTo>
                  <a:cubicBezTo>
                    <a:pt x="1579" y="916"/>
                    <a:pt x="1579" y="914"/>
                    <a:pt x="1579" y="912"/>
                  </a:cubicBezTo>
                  <a:cubicBezTo>
                    <a:pt x="1579" y="911"/>
                    <a:pt x="1579" y="911"/>
                    <a:pt x="1579" y="911"/>
                  </a:cubicBezTo>
                  <a:lnTo>
                    <a:pt x="1578" y="910"/>
                  </a:lnTo>
                  <a:cubicBezTo>
                    <a:pt x="1578" y="907"/>
                    <a:pt x="1578" y="905"/>
                    <a:pt x="1578" y="905"/>
                  </a:cubicBezTo>
                  <a:lnTo>
                    <a:pt x="1579" y="904"/>
                  </a:lnTo>
                  <a:cubicBezTo>
                    <a:pt x="1579" y="904"/>
                    <a:pt x="1580" y="904"/>
                    <a:pt x="1580" y="903"/>
                  </a:cubicBezTo>
                  <a:lnTo>
                    <a:pt x="1580" y="902"/>
                  </a:lnTo>
                  <a:lnTo>
                    <a:pt x="1580" y="901"/>
                  </a:lnTo>
                  <a:lnTo>
                    <a:pt x="1579" y="900"/>
                  </a:lnTo>
                  <a:lnTo>
                    <a:pt x="1578" y="900"/>
                  </a:lnTo>
                  <a:lnTo>
                    <a:pt x="1574" y="900"/>
                  </a:lnTo>
                  <a:cubicBezTo>
                    <a:pt x="1573" y="900"/>
                    <a:pt x="1572" y="899"/>
                    <a:pt x="1572" y="900"/>
                  </a:cubicBezTo>
                  <a:cubicBezTo>
                    <a:pt x="1571" y="901"/>
                    <a:pt x="1571" y="901"/>
                    <a:pt x="1571" y="902"/>
                  </a:cubicBezTo>
                  <a:cubicBezTo>
                    <a:pt x="1569" y="909"/>
                    <a:pt x="1568" y="915"/>
                    <a:pt x="1568" y="922"/>
                  </a:cubicBezTo>
                  <a:cubicBezTo>
                    <a:pt x="1568" y="932"/>
                    <a:pt x="1570" y="942"/>
                    <a:pt x="1575" y="951"/>
                  </a:cubicBezTo>
                  <a:cubicBezTo>
                    <a:pt x="1575" y="959"/>
                    <a:pt x="1575" y="967"/>
                    <a:pt x="1575" y="974"/>
                  </a:cubicBezTo>
                  <a:lnTo>
                    <a:pt x="1574" y="975"/>
                  </a:lnTo>
                  <a:cubicBezTo>
                    <a:pt x="1569" y="967"/>
                    <a:pt x="1563" y="959"/>
                    <a:pt x="1559" y="950"/>
                  </a:cubicBezTo>
                  <a:cubicBezTo>
                    <a:pt x="1548" y="931"/>
                    <a:pt x="1538" y="911"/>
                    <a:pt x="1529" y="891"/>
                  </a:cubicBezTo>
                  <a:cubicBezTo>
                    <a:pt x="1513" y="852"/>
                    <a:pt x="1489" y="819"/>
                    <a:pt x="1480" y="778"/>
                  </a:cubicBezTo>
                  <a:cubicBezTo>
                    <a:pt x="1473" y="743"/>
                    <a:pt x="1458" y="710"/>
                    <a:pt x="1449" y="675"/>
                  </a:cubicBezTo>
                  <a:cubicBezTo>
                    <a:pt x="1444" y="646"/>
                    <a:pt x="1435" y="617"/>
                    <a:pt x="1422" y="591"/>
                  </a:cubicBezTo>
                  <a:cubicBezTo>
                    <a:pt x="1420" y="588"/>
                    <a:pt x="1416" y="591"/>
                    <a:pt x="1418" y="594"/>
                  </a:cubicBezTo>
                  <a:cubicBezTo>
                    <a:pt x="1433" y="622"/>
                    <a:pt x="1436" y="662"/>
                    <a:pt x="1443" y="692"/>
                  </a:cubicBezTo>
                  <a:cubicBezTo>
                    <a:pt x="1453" y="733"/>
                    <a:pt x="1464" y="773"/>
                    <a:pt x="1477" y="812"/>
                  </a:cubicBezTo>
                  <a:cubicBezTo>
                    <a:pt x="1489" y="846"/>
                    <a:pt x="1510" y="876"/>
                    <a:pt x="1523" y="910"/>
                  </a:cubicBezTo>
                  <a:cubicBezTo>
                    <a:pt x="1526" y="917"/>
                    <a:pt x="1529" y="923"/>
                    <a:pt x="1532" y="930"/>
                  </a:cubicBezTo>
                  <a:cubicBezTo>
                    <a:pt x="1524" y="920"/>
                    <a:pt x="1515" y="912"/>
                    <a:pt x="1508" y="904"/>
                  </a:cubicBezTo>
                  <a:lnTo>
                    <a:pt x="1508" y="903"/>
                  </a:lnTo>
                  <a:cubicBezTo>
                    <a:pt x="1508" y="902"/>
                    <a:pt x="1508" y="901"/>
                    <a:pt x="1508" y="901"/>
                  </a:cubicBezTo>
                  <a:cubicBezTo>
                    <a:pt x="1479" y="857"/>
                    <a:pt x="1437" y="817"/>
                    <a:pt x="1403" y="772"/>
                  </a:cubicBezTo>
                  <a:cubicBezTo>
                    <a:pt x="1390" y="750"/>
                    <a:pt x="1379" y="727"/>
                    <a:pt x="1369" y="704"/>
                  </a:cubicBezTo>
                  <a:cubicBezTo>
                    <a:pt x="1354" y="673"/>
                    <a:pt x="1340" y="643"/>
                    <a:pt x="1325" y="612"/>
                  </a:cubicBezTo>
                  <a:cubicBezTo>
                    <a:pt x="1324" y="604"/>
                    <a:pt x="1321" y="596"/>
                    <a:pt x="1317" y="589"/>
                  </a:cubicBezTo>
                  <a:lnTo>
                    <a:pt x="1317" y="588"/>
                  </a:lnTo>
                  <a:cubicBezTo>
                    <a:pt x="1306" y="564"/>
                    <a:pt x="1296" y="538"/>
                    <a:pt x="1290" y="512"/>
                  </a:cubicBezTo>
                  <a:cubicBezTo>
                    <a:pt x="1280" y="491"/>
                    <a:pt x="1273" y="469"/>
                    <a:pt x="1266" y="446"/>
                  </a:cubicBezTo>
                  <a:lnTo>
                    <a:pt x="1266" y="445"/>
                  </a:lnTo>
                  <a:cubicBezTo>
                    <a:pt x="1266" y="444"/>
                    <a:pt x="1266" y="444"/>
                    <a:pt x="1265" y="444"/>
                  </a:cubicBezTo>
                  <a:lnTo>
                    <a:pt x="1264" y="444"/>
                  </a:lnTo>
                  <a:lnTo>
                    <a:pt x="1263" y="444"/>
                  </a:lnTo>
                  <a:cubicBezTo>
                    <a:pt x="1262" y="444"/>
                    <a:pt x="1262" y="444"/>
                    <a:pt x="1262" y="445"/>
                  </a:cubicBezTo>
                  <a:lnTo>
                    <a:pt x="1262" y="446"/>
                  </a:lnTo>
                  <a:cubicBezTo>
                    <a:pt x="1264" y="478"/>
                    <a:pt x="1272" y="509"/>
                    <a:pt x="1284" y="538"/>
                  </a:cubicBezTo>
                  <a:lnTo>
                    <a:pt x="1283" y="538"/>
                  </a:lnTo>
                  <a:cubicBezTo>
                    <a:pt x="1282" y="538"/>
                    <a:pt x="1280" y="539"/>
                    <a:pt x="1279" y="540"/>
                  </a:cubicBezTo>
                  <a:cubicBezTo>
                    <a:pt x="1278" y="540"/>
                    <a:pt x="1278" y="540"/>
                    <a:pt x="1277" y="541"/>
                  </a:cubicBezTo>
                  <a:cubicBezTo>
                    <a:pt x="1273" y="533"/>
                    <a:pt x="1270" y="524"/>
                    <a:pt x="1267" y="516"/>
                  </a:cubicBezTo>
                  <a:cubicBezTo>
                    <a:pt x="1266" y="515"/>
                    <a:pt x="1266" y="515"/>
                    <a:pt x="1265" y="514"/>
                  </a:cubicBezTo>
                  <a:cubicBezTo>
                    <a:pt x="1265" y="514"/>
                    <a:pt x="1264" y="514"/>
                    <a:pt x="1263" y="514"/>
                  </a:cubicBezTo>
                  <a:lnTo>
                    <a:pt x="1262" y="514"/>
                  </a:lnTo>
                  <a:cubicBezTo>
                    <a:pt x="1261" y="514"/>
                    <a:pt x="1261" y="514"/>
                    <a:pt x="1261" y="515"/>
                  </a:cubicBezTo>
                  <a:cubicBezTo>
                    <a:pt x="1258" y="506"/>
                    <a:pt x="1253" y="498"/>
                    <a:pt x="1249" y="491"/>
                  </a:cubicBezTo>
                  <a:cubicBezTo>
                    <a:pt x="1230" y="459"/>
                    <a:pt x="1205" y="432"/>
                    <a:pt x="1173" y="413"/>
                  </a:cubicBezTo>
                  <a:cubicBezTo>
                    <a:pt x="1173" y="412"/>
                    <a:pt x="1172" y="412"/>
                    <a:pt x="1172" y="412"/>
                  </a:cubicBezTo>
                  <a:cubicBezTo>
                    <a:pt x="1171" y="412"/>
                    <a:pt x="1171" y="412"/>
                    <a:pt x="1170" y="413"/>
                  </a:cubicBezTo>
                  <a:cubicBezTo>
                    <a:pt x="1169" y="414"/>
                    <a:pt x="1169" y="413"/>
                    <a:pt x="1169" y="414"/>
                  </a:cubicBezTo>
                  <a:cubicBezTo>
                    <a:pt x="1168" y="415"/>
                    <a:pt x="1168" y="415"/>
                    <a:pt x="1168" y="416"/>
                  </a:cubicBezTo>
                  <a:cubicBezTo>
                    <a:pt x="1168" y="416"/>
                    <a:pt x="1168" y="417"/>
                    <a:pt x="1169" y="418"/>
                  </a:cubicBezTo>
                  <a:cubicBezTo>
                    <a:pt x="1172" y="423"/>
                    <a:pt x="1175" y="428"/>
                    <a:pt x="1178" y="434"/>
                  </a:cubicBezTo>
                  <a:cubicBezTo>
                    <a:pt x="1170" y="420"/>
                    <a:pt x="1159" y="408"/>
                    <a:pt x="1147" y="397"/>
                  </a:cubicBezTo>
                  <a:cubicBezTo>
                    <a:pt x="1129" y="383"/>
                    <a:pt x="1111" y="370"/>
                    <a:pt x="1093" y="357"/>
                  </a:cubicBezTo>
                  <a:cubicBezTo>
                    <a:pt x="1067" y="338"/>
                    <a:pt x="1033" y="334"/>
                    <a:pt x="1005" y="317"/>
                  </a:cubicBezTo>
                  <a:cubicBezTo>
                    <a:pt x="981" y="286"/>
                    <a:pt x="957" y="256"/>
                    <a:pt x="936" y="224"/>
                  </a:cubicBezTo>
                  <a:cubicBezTo>
                    <a:pt x="918" y="197"/>
                    <a:pt x="889" y="178"/>
                    <a:pt x="867" y="156"/>
                  </a:cubicBezTo>
                  <a:cubicBezTo>
                    <a:pt x="840" y="129"/>
                    <a:pt x="812" y="103"/>
                    <a:pt x="785" y="76"/>
                  </a:cubicBezTo>
                  <a:cubicBezTo>
                    <a:pt x="770" y="62"/>
                    <a:pt x="754" y="49"/>
                    <a:pt x="736" y="39"/>
                  </a:cubicBezTo>
                  <a:cubicBezTo>
                    <a:pt x="698" y="17"/>
                    <a:pt x="656" y="6"/>
                    <a:pt x="612" y="6"/>
                  </a:cubicBezTo>
                  <a:cubicBezTo>
                    <a:pt x="605" y="6"/>
                    <a:pt x="598" y="6"/>
                    <a:pt x="591" y="7"/>
                  </a:cubicBezTo>
                  <a:cubicBezTo>
                    <a:pt x="589" y="7"/>
                    <a:pt x="588" y="11"/>
                    <a:pt x="591" y="12"/>
                  </a:cubicBezTo>
                  <a:cubicBezTo>
                    <a:pt x="636" y="15"/>
                    <a:pt x="680" y="26"/>
                    <a:pt x="721" y="45"/>
                  </a:cubicBezTo>
                  <a:cubicBezTo>
                    <a:pt x="751" y="59"/>
                    <a:pt x="769" y="81"/>
                    <a:pt x="795" y="100"/>
                  </a:cubicBezTo>
                  <a:cubicBezTo>
                    <a:pt x="820" y="118"/>
                    <a:pt x="833" y="148"/>
                    <a:pt x="857" y="167"/>
                  </a:cubicBezTo>
                  <a:cubicBezTo>
                    <a:pt x="890" y="193"/>
                    <a:pt x="918" y="224"/>
                    <a:pt x="940" y="259"/>
                  </a:cubicBezTo>
                  <a:cubicBezTo>
                    <a:pt x="971" y="303"/>
                    <a:pt x="1004" y="346"/>
                    <a:pt x="1040" y="387"/>
                  </a:cubicBezTo>
                  <a:cubicBezTo>
                    <a:pt x="1065" y="418"/>
                    <a:pt x="1088" y="451"/>
                    <a:pt x="1109" y="485"/>
                  </a:cubicBezTo>
                  <a:cubicBezTo>
                    <a:pt x="1117" y="498"/>
                    <a:pt x="1125" y="511"/>
                    <a:pt x="1133" y="524"/>
                  </a:cubicBezTo>
                  <a:cubicBezTo>
                    <a:pt x="1139" y="534"/>
                    <a:pt x="1145" y="544"/>
                    <a:pt x="1150" y="555"/>
                  </a:cubicBezTo>
                  <a:cubicBezTo>
                    <a:pt x="1152" y="559"/>
                    <a:pt x="1157" y="555"/>
                    <a:pt x="1156" y="552"/>
                  </a:cubicBezTo>
                  <a:cubicBezTo>
                    <a:pt x="1148" y="503"/>
                    <a:pt x="1099" y="440"/>
                    <a:pt x="1070" y="400"/>
                  </a:cubicBezTo>
                  <a:cubicBezTo>
                    <a:pt x="1051" y="376"/>
                    <a:pt x="1032" y="353"/>
                    <a:pt x="1013" y="329"/>
                  </a:cubicBezTo>
                  <a:cubicBezTo>
                    <a:pt x="1043" y="349"/>
                    <a:pt x="1076" y="359"/>
                    <a:pt x="1104" y="383"/>
                  </a:cubicBezTo>
                  <a:cubicBezTo>
                    <a:pt x="1141" y="415"/>
                    <a:pt x="1163" y="456"/>
                    <a:pt x="1194" y="492"/>
                  </a:cubicBezTo>
                  <a:lnTo>
                    <a:pt x="1195" y="493"/>
                  </a:lnTo>
                  <a:cubicBezTo>
                    <a:pt x="1196" y="493"/>
                    <a:pt x="1197" y="493"/>
                    <a:pt x="1197" y="493"/>
                  </a:cubicBezTo>
                  <a:cubicBezTo>
                    <a:pt x="1198" y="493"/>
                    <a:pt x="1199" y="493"/>
                    <a:pt x="1199" y="493"/>
                  </a:cubicBezTo>
                  <a:cubicBezTo>
                    <a:pt x="1200" y="492"/>
                    <a:pt x="1200" y="492"/>
                    <a:pt x="1201" y="491"/>
                  </a:cubicBezTo>
                  <a:cubicBezTo>
                    <a:pt x="1201" y="491"/>
                    <a:pt x="1201" y="490"/>
                    <a:pt x="1201" y="489"/>
                  </a:cubicBezTo>
                  <a:cubicBezTo>
                    <a:pt x="1201" y="488"/>
                    <a:pt x="1201" y="486"/>
                    <a:pt x="1201" y="485"/>
                  </a:cubicBezTo>
                  <a:cubicBezTo>
                    <a:pt x="1201" y="487"/>
                    <a:pt x="1203" y="489"/>
                    <a:pt x="1204" y="490"/>
                  </a:cubicBezTo>
                  <a:cubicBezTo>
                    <a:pt x="1206" y="494"/>
                    <a:pt x="1208" y="497"/>
                    <a:pt x="1210" y="501"/>
                  </a:cubicBezTo>
                  <a:cubicBezTo>
                    <a:pt x="1220" y="517"/>
                    <a:pt x="1228" y="534"/>
                    <a:pt x="1236" y="552"/>
                  </a:cubicBezTo>
                  <a:cubicBezTo>
                    <a:pt x="1253" y="594"/>
                    <a:pt x="1264" y="638"/>
                    <a:pt x="1268" y="683"/>
                  </a:cubicBezTo>
                  <a:cubicBezTo>
                    <a:pt x="1268" y="687"/>
                    <a:pt x="1268" y="691"/>
                    <a:pt x="1268" y="695"/>
                  </a:cubicBezTo>
                  <a:cubicBezTo>
                    <a:pt x="1268" y="700"/>
                    <a:pt x="1268" y="704"/>
                    <a:pt x="1268" y="709"/>
                  </a:cubicBezTo>
                  <a:cubicBezTo>
                    <a:pt x="1268" y="724"/>
                    <a:pt x="1269" y="739"/>
                    <a:pt x="1271" y="754"/>
                  </a:cubicBezTo>
                  <a:lnTo>
                    <a:pt x="1271" y="758"/>
                  </a:lnTo>
                  <a:cubicBezTo>
                    <a:pt x="1271" y="763"/>
                    <a:pt x="1272" y="768"/>
                    <a:pt x="1272" y="773"/>
                  </a:cubicBezTo>
                  <a:cubicBezTo>
                    <a:pt x="1272" y="779"/>
                    <a:pt x="1271" y="786"/>
                    <a:pt x="1270" y="792"/>
                  </a:cubicBezTo>
                  <a:cubicBezTo>
                    <a:pt x="1262" y="785"/>
                    <a:pt x="1255" y="776"/>
                    <a:pt x="1250" y="767"/>
                  </a:cubicBezTo>
                  <a:cubicBezTo>
                    <a:pt x="1247" y="762"/>
                    <a:pt x="1244" y="757"/>
                    <a:pt x="1242" y="751"/>
                  </a:cubicBezTo>
                  <a:cubicBezTo>
                    <a:pt x="1236" y="739"/>
                    <a:pt x="1230" y="728"/>
                    <a:pt x="1224" y="716"/>
                  </a:cubicBezTo>
                  <a:cubicBezTo>
                    <a:pt x="1208" y="689"/>
                    <a:pt x="1190" y="663"/>
                    <a:pt x="1170" y="639"/>
                  </a:cubicBezTo>
                  <a:lnTo>
                    <a:pt x="1169" y="638"/>
                  </a:lnTo>
                  <a:lnTo>
                    <a:pt x="1168" y="638"/>
                  </a:lnTo>
                  <a:lnTo>
                    <a:pt x="1167" y="638"/>
                  </a:lnTo>
                  <a:cubicBezTo>
                    <a:pt x="1166" y="639"/>
                    <a:pt x="1166" y="639"/>
                    <a:pt x="1166" y="639"/>
                  </a:cubicBezTo>
                  <a:cubicBezTo>
                    <a:pt x="1166" y="640"/>
                    <a:pt x="1166" y="640"/>
                    <a:pt x="1166" y="641"/>
                  </a:cubicBezTo>
                  <a:lnTo>
                    <a:pt x="1166" y="642"/>
                  </a:lnTo>
                  <a:cubicBezTo>
                    <a:pt x="1178" y="660"/>
                    <a:pt x="1191" y="678"/>
                    <a:pt x="1202" y="697"/>
                  </a:cubicBezTo>
                  <a:cubicBezTo>
                    <a:pt x="1199" y="695"/>
                    <a:pt x="1196" y="693"/>
                    <a:pt x="1193" y="691"/>
                  </a:cubicBezTo>
                  <a:cubicBezTo>
                    <a:pt x="1188" y="688"/>
                    <a:pt x="1183" y="686"/>
                    <a:pt x="1179" y="685"/>
                  </a:cubicBezTo>
                  <a:cubicBezTo>
                    <a:pt x="1143" y="673"/>
                    <a:pt x="1120" y="638"/>
                    <a:pt x="1097" y="610"/>
                  </a:cubicBezTo>
                  <a:cubicBezTo>
                    <a:pt x="1077" y="585"/>
                    <a:pt x="1067" y="549"/>
                    <a:pt x="1049" y="522"/>
                  </a:cubicBezTo>
                  <a:cubicBezTo>
                    <a:pt x="1044" y="515"/>
                    <a:pt x="1040" y="508"/>
                    <a:pt x="1036" y="501"/>
                  </a:cubicBezTo>
                  <a:cubicBezTo>
                    <a:pt x="1021" y="475"/>
                    <a:pt x="1009" y="448"/>
                    <a:pt x="1001" y="420"/>
                  </a:cubicBezTo>
                  <a:cubicBezTo>
                    <a:pt x="1001" y="420"/>
                    <a:pt x="1001" y="421"/>
                    <a:pt x="1000" y="420"/>
                  </a:cubicBezTo>
                  <a:cubicBezTo>
                    <a:pt x="999" y="419"/>
                    <a:pt x="999" y="418"/>
                    <a:pt x="999" y="418"/>
                  </a:cubicBezTo>
                  <a:cubicBezTo>
                    <a:pt x="998" y="417"/>
                    <a:pt x="997" y="417"/>
                    <a:pt x="997" y="417"/>
                  </a:cubicBezTo>
                  <a:cubicBezTo>
                    <a:pt x="996" y="417"/>
                    <a:pt x="995" y="417"/>
                    <a:pt x="994" y="418"/>
                  </a:cubicBezTo>
                  <a:cubicBezTo>
                    <a:pt x="994" y="418"/>
                    <a:pt x="994" y="419"/>
                    <a:pt x="993" y="420"/>
                  </a:cubicBezTo>
                  <a:cubicBezTo>
                    <a:pt x="992" y="421"/>
                    <a:pt x="992" y="421"/>
                    <a:pt x="992" y="422"/>
                  </a:cubicBezTo>
                  <a:cubicBezTo>
                    <a:pt x="998" y="469"/>
                    <a:pt x="966" y="418"/>
                    <a:pt x="962" y="411"/>
                  </a:cubicBezTo>
                  <a:cubicBezTo>
                    <a:pt x="952" y="397"/>
                    <a:pt x="940" y="383"/>
                    <a:pt x="928" y="370"/>
                  </a:cubicBezTo>
                  <a:cubicBezTo>
                    <a:pt x="926" y="368"/>
                    <a:pt x="924" y="366"/>
                    <a:pt x="923" y="364"/>
                  </a:cubicBezTo>
                  <a:cubicBezTo>
                    <a:pt x="922" y="361"/>
                    <a:pt x="921" y="359"/>
                    <a:pt x="919" y="357"/>
                  </a:cubicBezTo>
                  <a:cubicBezTo>
                    <a:pt x="917" y="354"/>
                    <a:pt x="915" y="351"/>
                    <a:pt x="913" y="348"/>
                  </a:cubicBezTo>
                  <a:lnTo>
                    <a:pt x="912" y="346"/>
                  </a:lnTo>
                  <a:lnTo>
                    <a:pt x="906" y="339"/>
                  </a:lnTo>
                  <a:cubicBezTo>
                    <a:pt x="892" y="308"/>
                    <a:pt x="881" y="276"/>
                    <a:pt x="875" y="242"/>
                  </a:cubicBezTo>
                  <a:lnTo>
                    <a:pt x="875" y="241"/>
                  </a:lnTo>
                  <a:cubicBezTo>
                    <a:pt x="874" y="241"/>
                    <a:pt x="874" y="241"/>
                    <a:pt x="874" y="241"/>
                  </a:cubicBezTo>
                  <a:lnTo>
                    <a:pt x="873" y="241"/>
                  </a:lnTo>
                  <a:lnTo>
                    <a:pt x="873" y="242"/>
                  </a:lnTo>
                  <a:lnTo>
                    <a:pt x="872" y="242"/>
                  </a:lnTo>
                  <a:cubicBezTo>
                    <a:pt x="873" y="266"/>
                    <a:pt x="877" y="290"/>
                    <a:pt x="884" y="313"/>
                  </a:cubicBezTo>
                  <a:lnTo>
                    <a:pt x="880" y="307"/>
                  </a:lnTo>
                  <a:cubicBezTo>
                    <a:pt x="841" y="254"/>
                    <a:pt x="795" y="196"/>
                    <a:pt x="782" y="128"/>
                  </a:cubicBezTo>
                  <a:cubicBezTo>
                    <a:pt x="782" y="126"/>
                    <a:pt x="777" y="126"/>
                    <a:pt x="777" y="128"/>
                  </a:cubicBezTo>
                  <a:cubicBezTo>
                    <a:pt x="782" y="170"/>
                    <a:pt x="795" y="211"/>
                    <a:pt x="816" y="248"/>
                  </a:cubicBezTo>
                  <a:cubicBezTo>
                    <a:pt x="819" y="253"/>
                    <a:pt x="821" y="257"/>
                    <a:pt x="824" y="261"/>
                  </a:cubicBezTo>
                  <a:lnTo>
                    <a:pt x="823" y="262"/>
                  </a:lnTo>
                  <a:lnTo>
                    <a:pt x="823" y="263"/>
                  </a:lnTo>
                  <a:cubicBezTo>
                    <a:pt x="822" y="264"/>
                    <a:pt x="822" y="264"/>
                    <a:pt x="822" y="265"/>
                  </a:cubicBezTo>
                  <a:cubicBezTo>
                    <a:pt x="804" y="252"/>
                    <a:pt x="788" y="238"/>
                    <a:pt x="773" y="222"/>
                  </a:cubicBezTo>
                  <a:cubicBezTo>
                    <a:pt x="770" y="218"/>
                    <a:pt x="767" y="213"/>
                    <a:pt x="764" y="209"/>
                  </a:cubicBezTo>
                  <a:cubicBezTo>
                    <a:pt x="764" y="208"/>
                    <a:pt x="765" y="207"/>
                    <a:pt x="765" y="206"/>
                  </a:cubicBezTo>
                  <a:cubicBezTo>
                    <a:pt x="765" y="205"/>
                    <a:pt x="764" y="204"/>
                    <a:pt x="764" y="204"/>
                  </a:cubicBezTo>
                  <a:lnTo>
                    <a:pt x="764" y="203"/>
                  </a:lnTo>
                  <a:cubicBezTo>
                    <a:pt x="759" y="198"/>
                    <a:pt x="754" y="193"/>
                    <a:pt x="749" y="188"/>
                  </a:cubicBezTo>
                  <a:cubicBezTo>
                    <a:pt x="747" y="184"/>
                    <a:pt x="744" y="180"/>
                    <a:pt x="742" y="176"/>
                  </a:cubicBezTo>
                  <a:cubicBezTo>
                    <a:pt x="723" y="143"/>
                    <a:pt x="712" y="106"/>
                    <a:pt x="710" y="69"/>
                  </a:cubicBezTo>
                  <a:cubicBezTo>
                    <a:pt x="710" y="66"/>
                    <a:pt x="705" y="66"/>
                    <a:pt x="704" y="69"/>
                  </a:cubicBezTo>
                  <a:cubicBezTo>
                    <a:pt x="704" y="73"/>
                    <a:pt x="704" y="78"/>
                    <a:pt x="704" y="82"/>
                  </a:cubicBezTo>
                  <a:cubicBezTo>
                    <a:pt x="704" y="103"/>
                    <a:pt x="707" y="124"/>
                    <a:pt x="714" y="144"/>
                  </a:cubicBezTo>
                  <a:cubicBezTo>
                    <a:pt x="712" y="142"/>
                    <a:pt x="710" y="139"/>
                    <a:pt x="708" y="137"/>
                  </a:cubicBezTo>
                  <a:cubicBezTo>
                    <a:pt x="679" y="112"/>
                    <a:pt x="637" y="86"/>
                    <a:pt x="631" y="44"/>
                  </a:cubicBezTo>
                  <a:cubicBezTo>
                    <a:pt x="631" y="42"/>
                    <a:pt x="626" y="42"/>
                    <a:pt x="626" y="44"/>
                  </a:cubicBezTo>
                  <a:cubicBezTo>
                    <a:pt x="624" y="73"/>
                    <a:pt x="649" y="99"/>
                    <a:pt x="668" y="117"/>
                  </a:cubicBezTo>
                  <a:cubicBezTo>
                    <a:pt x="682" y="128"/>
                    <a:pt x="695" y="140"/>
                    <a:pt x="708" y="153"/>
                  </a:cubicBezTo>
                  <a:cubicBezTo>
                    <a:pt x="706" y="152"/>
                    <a:pt x="704" y="151"/>
                    <a:pt x="702" y="150"/>
                  </a:cubicBezTo>
                  <a:cubicBezTo>
                    <a:pt x="700" y="149"/>
                    <a:pt x="699" y="148"/>
                    <a:pt x="697" y="147"/>
                  </a:cubicBezTo>
                  <a:cubicBezTo>
                    <a:pt x="686" y="144"/>
                    <a:pt x="674" y="143"/>
                    <a:pt x="663" y="143"/>
                  </a:cubicBezTo>
                  <a:cubicBezTo>
                    <a:pt x="657" y="143"/>
                    <a:pt x="651" y="143"/>
                    <a:pt x="645" y="144"/>
                  </a:cubicBezTo>
                  <a:cubicBezTo>
                    <a:pt x="612" y="143"/>
                    <a:pt x="580" y="133"/>
                    <a:pt x="552" y="117"/>
                  </a:cubicBezTo>
                  <a:cubicBezTo>
                    <a:pt x="544" y="112"/>
                    <a:pt x="537" y="108"/>
                    <a:pt x="530" y="103"/>
                  </a:cubicBezTo>
                  <a:cubicBezTo>
                    <a:pt x="515" y="89"/>
                    <a:pt x="505" y="68"/>
                    <a:pt x="491" y="52"/>
                  </a:cubicBezTo>
                  <a:cubicBezTo>
                    <a:pt x="473" y="33"/>
                    <a:pt x="498" y="35"/>
                    <a:pt x="513" y="36"/>
                  </a:cubicBezTo>
                  <a:cubicBezTo>
                    <a:pt x="534" y="36"/>
                    <a:pt x="554" y="29"/>
                    <a:pt x="575" y="31"/>
                  </a:cubicBezTo>
                  <a:cubicBezTo>
                    <a:pt x="588" y="31"/>
                    <a:pt x="602" y="31"/>
                    <a:pt x="603" y="16"/>
                  </a:cubicBezTo>
                  <a:cubicBezTo>
                    <a:pt x="603" y="12"/>
                    <a:pt x="598" y="9"/>
                    <a:pt x="596" y="13"/>
                  </a:cubicBezTo>
                  <a:cubicBezTo>
                    <a:pt x="587" y="36"/>
                    <a:pt x="439" y="0"/>
                    <a:pt x="470" y="52"/>
                  </a:cubicBezTo>
                  <a:lnTo>
                    <a:pt x="471" y="53"/>
                  </a:lnTo>
                  <a:cubicBezTo>
                    <a:pt x="468" y="97"/>
                    <a:pt x="473" y="143"/>
                    <a:pt x="473" y="188"/>
                  </a:cubicBezTo>
                  <a:cubicBezTo>
                    <a:pt x="474" y="200"/>
                    <a:pt x="475" y="212"/>
                    <a:pt x="475" y="225"/>
                  </a:cubicBezTo>
                  <a:cubicBezTo>
                    <a:pt x="475" y="237"/>
                    <a:pt x="474" y="249"/>
                    <a:pt x="473" y="262"/>
                  </a:cubicBezTo>
                  <a:cubicBezTo>
                    <a:pt x="469" y="289"/>
                    <a:pt x="454" y="315"/>
                    <a:pt x="450" y="343"/>
                  </a:cubicBezTo>
                  <a:cubicBezTo>
                    <a:pt x="443" y="385"/>
                    <a:pt x="440" y="428"/>
                    <a:pt x="440" y="470"/>
                  </a:cubicBezTo>
                  <a:cubicBezTo>
                    <a:pt x="440" y="475"/>
                    <a:pt x="440" y="481"/>
                    <a:pt x="440" y="486"/>
                  </a:cubicBezTo>
                  <a:cubicBezTo>
                    <a:pt x="438" y="506"/>
                    <a:pt x="438" y="527"/>
                    <a:pt x="438" y="547"/>
                  </a:cubicBezTo>
                  <a:cubicBezTo>
                    <a:pt x="438" y="576"/>
                    <a:pt x="439" y="605"/>
                    <a:pt x="442" y="633"/>
                  </a:cubicBezTo>
                  <a:cubicBezTo>
                    <a:pt x="407" y="617"/>
                    <a:pt x="371" y="605"/>
                    <a:pt x="333" y="598"/>
                  </a:cubicBezTo>
                  <a:cubicBezTo>
                    <a:pt x="275" y="584"/>
                    <a:pt x="207" y="606"/>
                    <a:pt x="148" y="604"/>
                  </a:cubicBezTo>
                  <a:cubicBezTo>
                    <a:pt x="145" y="604"/>
                    <a:pt x="142" y="604"/>
                    <a:pt x="139" y="604"/>
                  </a:cubicBezTo>
                  <a:cubicBezTo>
                    <a:pt x="114" y="604"/>
                    <a:pt x="90" y="602"/>
                    <a:pt x="66" y="600"/>
                  </a:cubicBezTo>
                  <a:lnTo>
                    <a:pt x="65" y="600"/>
                  </a:lnTo>
                  <a:cubicBezTo>
                    <a:pt x="46" y="600"/>
                    <a:pt x="26" y="597"/>
                    <a:pt x="7" y="593"/>
                  </a:cubicBezTo>
                  <a:cubicBezTo>
                    <a:pt x="3" y="591"/>
                    <a:pt x="0" y="597"/>
                    <a:pt x="4" y="600"/>
                  </a:cubicBezTo>
                  <a:cubicBezTo>
                    <a:pt x="30" y="616"/>
                    <a:pt x="77" y="618"/>
                    <a:pt x="107" y="619"/>
                  </a:cubicBezTo>
                  <a:cubicBezTo>
                    <a:pt x="163" y="620"/>
                    <a:pt x="217" y="616"/>
                    <a:pt x="272" y="614"/>
                  </a:cubicBezTo>
                  <a:cubicBezTo>
                    <a:pt x="276" y="614"/>
                    <a:pt x="279" y="614"/>
                    <a:pt x="283" y="614"/>
                  </a:cubicBezTo>
                  <a:cubicBezTo>
                    <a:pt x="333" y="614"/>
                    <a:pt x="383" y="626"/>
                    <a:pt x="427" y="648"/>
                  </a:cubicBezTo>
                  <a:cubicBezTo>
                    <a:pt x="468" y="668"/>
                    <a:pt x="492" y="707"/>
                    <a:pt x="515" y="744"/>
                  </a:cubicBezTo>
                  <a:cubicBezTo>
                    <a:pt x="523" y="757"/>
                    <a:pt x="525" y="768"/>
                    <a:pt x="540" y="773"/>
                  </a:cubicBezTo>
                  <a:cubicBezTo>
                    <a:pt x="541" y="773"/>
                    <a:pt x="541" y="773"/>
                    <a:pt x="542" y="773"/>
                  </a:cubicBezTo>
                  <a:cubicBezTo>
                    <a:pt x="543" y="773"/>
                    <a:pt x="543" y="773"/>
                    <a:pt x="544" y="773"/>
                  </a:cubicBezTo>
                  <a:cubicBezTo>
                    <a:pt x="544" y="774"/>
                    <a:pt x="545" y="775"/>
                    <a:pt x="546" y="776"/>
                  </a:cubicBezTo>
                  <a:cubicBezTo>
                    <a:pt x="546" y="777"/>
                    <a:pt x="547" y="778"/>
                    <a:pt x="547" y="779"/>
                  </a:cubicBezTo>
                  <a:cubicBezTo>
                    <a:pt x="548" y="786"/>
                    <a:pt x="551" y="794"/>
                    <a:pt x="554" y="800"/>
                  </a:cubicBezTo>
                  <a:cubicBezTo>
                    <a:pt x="556" y="804"/>
                    <a:pt x="557" y="808"/>
                    <a:pt x="559" y="811"/>
                  </a:cubicBezTo>
                  <a:cubicBezTo>
                    <a:pt x="564" y="819"/>
                    <a:pt x="570" y="827"/>
                    <a:pt x="578" y="833"/>
                  </a:cubicBezTo>
                  <a:cubicBezTo>
                    <a:pt x="578" y="833"/>
                    <a:pt x="578" y="834"/>
                    <a:pt x="579" y="834"/>
                  </a:cubicBezTo>
                  <a:lnTo>
                    <a:pt x="580" y="834"/>
                  </a:lnTo>
                  <a:lnTo>
                    <a:pt x="593" y="861"/>
                  </a:lnTo>
                  <a:cubicBezTo>
                    <a:pt x="587" y="852"/>
                    <a:pt x="579" y="844"/>
                    <a:pt x="571" y="836"/>
                  </a:cubicBezTo>
                  <a:cubicBezTo>
                    <a:pt x="512" y="777"/>
                    <a:pt x="444" y="708"/>
                    <a:pt x="360" y="687"/>
                  </a:cubicBezTo>
                  <a:cubicBezTo>
                    <a:pt x="360" y="686"/>
                    <a:pt x="360" y="686"/>
                    <a:pt x="359" y="686"/>
                  </a:cubicBezTo>
                  <a:cubicBezTo>
                    <a:pt x="359" y="686"/>
                    <a:pt x="358" y="687"/>
                    <a:pt x="357" y="687"/>
                  </a:cubicBezTo>
                  <a:lnTo>
                    <a:pt x="356" y="688"/>
                  </a:lnTo>
                  <a:cubicBezTo>
                    <a:pt x="356" y="689"/>
                    <a:pt x="356" y="689"/>
                    <a:pt x="356" y="690"/>
                  </a:cubicBezTo>
                  <a:cubicBezTo>
                    <a:pt x="356" y="691"/>
                    <a:pt x="356" y="691"/>
                    <a:pt x="356" y="692"/>
                  </a:cubicBezTo>
                  <a:cubicBezTo>
                    <a:pt x="356" y="693"/>
                    <a:pt x="357" y="693"/>
                    <a:pt x="357" y="693"/>
                  </a:cubicBezTo>
                  <a:cubicBezTo>
                    <a:pt x="358" y="693"/>
                    <a:pt x="358" y="694"/>
                    <a:pt x="358" y="694"/>
                  </a:cubicBezTo>
                  <a:cubicBezTo>
                    <a:pt x="439" y="725"/>
                    <a:pt x="511" y="795"/>
                    <a:pt x="568" y="858"/>
                  </a:cubicBezTo>
                  <a:cubicBezTo>
                    <a:pt x="605" y="898"/>
                    <a:pt x="630" y="969"/>
                    <a:pt x="647" y="1021"/>
                  </a:cubicBezTo>
                  <a:lnTo>
                    <a:pt x="645" y="1015"/>
                  </a:lnTo>
                  <a:cubicBezTo>
                    <a:pt x="626" y="973"/>
                    <a:pt x="590" y="941"/>
                    <a:pt x="555" y="910"/>
                  </a:cubicBezTo>
                  <a:cubicBezTo>
                    <a:pt x="548" y="903"/>
                    <a:pt x="540" y="896"/>
                    <a:pt x="532" y="890"/>
                  </a:cubicBezTo>
                  <a:cubicBezTo>
                    <a:pt x="471" y="797"/>
                    <a:pt x="348" y="738"/>
                    <a:pt x="247" y="706"/>
                  </a:cubicBezTo>
                  <a:cubicBezTo>
                    <a:pt x="246" y="706"/>
                    <a:pt x="246" y="706"/>
                    <a:pt x="246" y="706"/>
                  </a:cubicBezTo>
                  <a:cubicBezTo>
                    <a:pt x="245" y="706"/>
                    <a:pt x="244" y="706"/>
                    <a:pt x="244" y="707"/>
                  </a:cubicBezTo>
                  <a:cubicBezTo>
                    <a:pt x="244" y="707"/>
                    <a:pt x="243" y="707"/>
                    <a:pt x="243" y="708"/>
                  </a:cubicBezTo>
                  <a:lnTo>
                    <a:pt x="243" y="709"/>
                  </a:lnTo>
                  <a:cubicBezTo>
                    <a:pt x="243" y="710"/>
                    <a:pt x="243" y="710"/>
                    <a:pt x="243" y="711"/>
                  </a:cubicBezTo>
                  <a:lnTo>
                    <a:pt x="244" y="712"/>
                  </a:lnTo>
                  <a:cubicBezTo>
                    <a:pt x="282" y="727"/>
                    <a:pt x="319" y="744"/>
                    <a:pt x="353" y="764"/>
                  </a:cubicBezTo>
                  <a:cubicBezTo>
                    <a:pt x="368" y="773"/>
                    <a:pt x="382" y="781"/>
                    <a:pt x="396" y="791"/>
                  </a:cubicBezTo>
                  <a:cubicBezTo>
                    <a:pt x="430" y="815"/>
                    <a:pt x="462" y="841"/>
                    <a:pt x="492" y="871"/>
                  </a:cubicBezTo>
                  <a:lnTo>
                    <a:pt x="487" y="870"/>
                  </a:lnTo>
                  <a:cubicBezTo>
                    <a:pt x="486" y="870"/>
                    <a:pt x="486" y="870"/>
                    <a:pt x="486" y="870"/>
                  </a:cubicBezTo>
                  <a:lnTo>
                    <a:pt x="486" y="871"/>
                  </a:lnTo>
                  <a:cubicBezTo>
                    <a:pt x="486" y="871"/>
                    <a:pt x="485" y="871"/>
                    <a:pt x="485" y="872"/>
                  </a:cubicBezTo>
                  <a:lnTo>
                    <a:pt x="486" y="872"/>
                  </a:lnTo>
                  <a:cubicBezTo>
                    <a:pt x="486" y="873"/>
                    <a:pt x="486" y="873"/>
                    <a:pt x="486" y="873"/>
                  </a:cubicBezTo>
                  <a:lnTo>
                    <a:pt x="487" y="873"/>
                  </a:lnTo>
                  <a:cubicBezTo>
                    <a:pt x="491" y="875"/>
                    <a:pt x="495" y="876"/>
                    <a:pt x="499" y="879"/>
                  </a:cubicBezTo>
                  <a:cubicBezTo>
                    <a:pt x="500" y="879"/>
                    <a:pt x="501" y="880"/>
                    <a:pt x="502" y="880"/>
                  </a:cubicBezTo>
                  <a:cubicBezTo>
                    <a:pt x="514" y="892"/>
                    <a:pt x="526" y="903"/>
                    <a:pt x="539" y="913"/>
                  </a:cubicBezTo>
                  <a:lnTo>
                    <a:pt x="539" y="914"/>
                  </a:lnTo>
                  <a:cubicBezTo>
                    <a:pt x="540" y="914"/>
                    <a:pt x="540" y="914"/>
                    <a:pt x="540" y="914"/>
                  </a:cubicBezTo>
                  <a:cubicBezTo>
                    <a:pt x="541" y="914"/>
                    <a:pt x="541" y="914"/>
                    <a:pt x="542" y="914"/>
                  </a:cubicBezTo>
                  <a:lnTo>
                    <a:pt x="542" y="913"/>
                  </a:lnTo>
                  <a:cubicBezTo>
                    <a:pt x="551" y="923"/>
                    <a:pt x="560" y="932"/>
                    <a:pt x="566" y="939"/>
                  </a:cubicBezTo>
                  <a:cubicBezTo>
                    <a:pt x="587" y="960"/>
                    <a:pt x="605" y="984"/>
                    <a:pt x="620" y="1009"/>
                  </a:cubicBezTo>
                  <a:cubicBezTo>
                    <a:pt x="625" y="1019"/>
                    <a:pt x="630" y="1028"/>
                    <a:pt x="634" y="1037"/>
                  </a:cubicBezTo>
                  <a:cubicBezTo>
                    <a:pt x="646" y="1067"/>
                    <a:pt x="663" y="1095"/>
                    <a:pt x="674" y="1125"/>
                  </a:cubicBezTo>
                  <a:cubicBezTo>
                    <a:pt x="684" y="1156"/>
                    <a:pt x="691" y="1187"/>
                    <a:pt x="696" y="1220"/>
                  </a:cubicBezTo>
                  <a:cubicBezTo>
                    <a:pt x="683" y="1189"/>
                    <a:pt x="669" y="1159"/>
                    <a:pt x="656" y="1134"/>
                  </a:cubicBezTo>
                  <a:cubicBezTo>
                    <a:pt x="637" y="1095"/>
                    <a:pt x="601" y="1061"/>
                    <a:pt x="574" y="1027"/>
                  </a:cubicBezTo>
                  <a:cubicBezTo>
                    <a:pt x="561" y="1008"/>
                    <a:pt x="546" y="991"/>
                    <a:pt x="529" y="976"/>
                  </a:cubicBezTo>
                  <a:cubicBezTo>
                    <a:pt x="526" y="974"/>
                    <a:pt x="521" y="978"/>
                    <a:pt x="524" y="981"/>
                  </a:cubicBezTo>
                  <a:cubicBezTo>
                    <a:pt x="540" y="998"/>
                    <a:pt x="554" y="1017"/>
                    <a:pt x="565" y="1037"/>
                  </a:cubicBezTo>
                  <a:cubicBezTo>
                    <a:pt x="567" y="1040"/>
                    <a:pt x="569" y="1044"/>
                    <a:pt x="571" y="1047"/>
                  </a:cubicBezTo>
                  <a:cubicBezTo>
                    <a:pt x="589" y="1076"/>
                    <a:pt x="614" y="1101"/>
                    <a:pt x="633" y="1130"/>
                  </a:cubicBezTo>
                  <a:cubicBezTo>
                    <a:pt x="684" y="1207"/>
                    <a:pt x="692" y="1302"/>
                    <a:pt x="712" y="1388"/>
                  </a:cubicBezTo>
                  <a:cubicBezTo>
                    <a:pt x="712" y="1389"/>
                    <a:pt x="712" y="1389"/>
                    <a:pt x="712" y="1389"/>
                  </a:cubicBezTo>
                  <a:cubicBezTo>
                    <a:pt x="713" y="1390"/>
                    <a:pt x="713" y="1391"/>
                    <a:pt x="714" y="1391"/>
                  </a:cubicBezTo>
                  <a:cubicBezTo>
                    <a:pt x="713" y="1398"/>
                    <a:pt x="713" y="1406"/>
                    <a:pt x="713" y="1413"/>
                  </a:cubicBezTo>
                  <a:cubicBezTo>
                    <a:pt x="713" y="1448"/>
                    <a:pt x="718" y="1482"/>
                    <a:pt x="727" y="1515"/>
                  </a:cubicBezTo>
                  <a:cubicBezTo>
                    <a:pt x="728" y="1525"/>
                    <a:pt x="729" y="1535"/>
                    <a:pt x="730" y="1545"/>
                  </a:cubicBezTo>
                  <a:cubicBezTo>
                    <a:pt x="733" y="1596"/>
                    <a:pt x="724" y="1647"/>
                    <a:pt x="733" y="1698"/>
                  </a:cubicBezTo>
                  <a:cubicBezTo>
                    <a:pt x="671" y="1599"/>
                    <a:pt x="610" y="1490"/>
                    <a:pt x="602" y="1372"/>
                  </a:cubicBezTo>
                  <a:cubicBezTo>
                    <a:pt x="602" y="1372"/>
                    <a:pt x="602" y="1370"/>
                    <a:pt x="602" y="1368"/>
                  </a:cubicBezTo>
                  <a:cubicBezTo>
                    <a:pt x="601" y="1310"/>
                    <a:pt x="604" y="1240"/>
                    <a:pt x="584" y="1184"/>
                  </a:cubicBezTo>
                  <a:cubicBezTo>
                    <a:pt x="582" y="1179"/>
                    <a:pt x="575" y="1183"/>
                    <a:pt x="576" y="1188"/>
                  </a:cubicBezTo>
                  <a:cubicBezTo>
                    <a:pt x="582" y="1208"/>
                    <a:pt x="584" y="1229"/>
                    <a:pt x="584" y="1250"/>
                  </a:cubicBezTo>
                  <a:cubicBezTo>
                    <a:pt x="584" y="1255"/>
                    <a:pt x="584" y="1259"/>
                    <a:pt x="584" y="1264"/>
                  </a:cubicBezTo>
                  <a:cubicBezTo>
                    <a:pt x="584" y="1305"/>
                    <a:pt x="587" y="1345"/>
                    <a:pt x="588" y="1386"/>
                  </a:cubicBezTo>
                  <a:cubicBezTo>
                    <a:pt x="588" y="1427"/>
                    <a:pt x="582" y="1477"/>
                    <a:pt x="586" y="1522"/>
                  </a:cubicBezTo>
                  <a:cubicBezTo>
                    <a:pt x="580" y="1507"/>
                    <a:pt x="576" y="1492"/>
                    <a:pt x="572" y="1479"/>
                  </a:cubicBezTo>
                  <a:cubicBezTo>
                    <a:pt x="564" y="1458"/>
                    <a:pt x="555" y="1437"/>
                    <a:pt x="545" y="1418"/>
                  </a:cubicBezTo>
                  <a:cubicBezTo>
                    <a:pt x="528" y="1382"/>
                    <a:pt x="528" y="1341"/>
                    <a:pt x="525" y="1303"/>
                  </a:cubicBezTo>
                  <a:cubicBezTo>
                    <a:pt x="525" y="1298"/>
                    <a:pt x="517" y="1299"/>
                    <a:pt x="517" y="1303"/>
                  </a:cubicBezTo>
                  <a:cubicBezTo>
                    <a:pt x="516" y="1307"/>
                    <a:pt x="517" y="1309"/>
                    <a:pt x="517" y="1312"/>
                  </a:cubicBezTo>
                  <a:cubicBezTo>
                    <a:pt x="515" y="1296"/>
                    <a:pt x="512" y="1279"/>
                    <a:pt x="510" y="1262"/>
                  </a:cubicBezTo>
                  <a:cubicBezTo>
                    <a:pt x="502" y="1192"/>
                    <a:pt x="498" y="1108"/>
                    <a:pt x="461" y="1046"/>
                  </a:cubicBezTo>
                  <a:lnTo>
                    <a:pt x="460" y="1046"/>
                  </a:lnTo>
                  <a:cubicBezTo>
                    <a:pt x="460" y="1045"/>
                    <a:pt x="460" y="1046"/>
                    <a:pt x="459" y="1045"/>
                  </a:cubicBezTo>
                  <a:cubicBezTo>
                    <a:pt x="458" y="1044"/>
                    <a:pt x="458" y="1044"/>
                    <a:pt x="458" y="1044"/>
                  </a:cubicBezTo>
                  <a:cubicBezTo>
                    <a:pt x="457" y="1044"/>
                    <a:pt x="457" y="1044"/>
                    <a:pt x="456" y="1045"/>
                  </a:cubicBezTo>
                  <a:cubicBezTo>
                    <a:pt x="455" y="1046"/>
                    <a:pt x="456" y="1045"/>
                    <a:pt x="455" y="1046"/>
                  </a:cubicBezTo>
                  <a:cubicBezTo>
                    <a:pt x="454" y="1047"/>
                    <a:pt x="454" y="1047"/>
                    <a:pt x="454" y="1048"/>
                  </a:cubicBezTo>
                  <a:cubicBezTo>
                    <a:pt x="454" y="1048"/>
                    <a:pt x="454" y="1049"/>
                    <a:pt x="455" y="1049"/>
                  </a:cubicBezTo>
                  <a:cubicBezTo>
                    <a:pt x="499" y="1135"/>
                    <a:pt x="491" y="1246"/>
                    <a:pt x="510" y="1339"/>
                  </a:cubicBezTo>
                  <a:cubicBezTo>
                    <a:pt x="512" y="1353"/>
                    <a:pt x="512" y="1368"/>
                    <a:pt x="512" y="1382"/>
                  </a:cubicBezTo>
                  <a:cubicBezTo>
                    <a:pt x="512" y="1392"/>
                    <a:pt x="512" y="1401"/>
                    <a:pt x="511" y="1411"/>
                  </a:cubicBezTo>
                  <a:cubicBezTo>
                    <a:pt x="511" y="1436"/>
                    <a:pt x="498" y="1456"/>
                    <a:pt x="497" y="1479"/>
                  </a:cubicBezTo>
                  <a:cubicBezTo>
                    <a:pt x="497" y="1486"/>
                    <a:pt x="496" y="1492"/>
                    <a:pt x="496" y="1498"/>
                  </a:cubicBezTo>
                  <a:cubicBezTo>
                    <a:pt x="496" y="1499"/>
                    <a:pt x="496" y="1501"/>
                    <a:pt x="496" y="1502"/>
                  </a:cubicBezTo>
                  <a:cubicBezTo>
                    <a:pt x="489" y="1481"/>
                    <a:pt x="494" y="1461"/>
                    <a:pt x="486" y="1440"/>
                  </a:cubicBezTo>
                  <a:cubicBezTo>
                    <a:pt x="485" y="1440"/>
                    <a:pt x="485" y="1440"/>
                    <a:pt x="485" y="1439"/>
                  </a:cubicBezTo>
                  <a:cubicBezTo>
                    <a:pt x="485" y="1439"/>
                    <a:pt x="485" y="1438"/>
                    <a:pt x="484" y="1438"/>
                  </a:cubicBezTo>
                  <a:cubicBezTo>
                    <a:pt x="480" y="1425"/>
                    <a:pt x="475" y="1413"/>
                    <a:pt x="472" y="1399"/>
                  </a:cubicBezTo>
                  <a:cubicBezTo>
                    <a:pt x="469" y="1381"/>
                    <a:pt x="465" y="1363"/>
                    <a:pt x="460" y="1345"/>
                  </a:cubicBezTo>
                  <a:cubicBezTo>
                    <a:pt x="454" y="1326"/>
                    <a:pt x="447" y="1308"/>
                    <a:pt x="437" y="1291"/>
                  </a:cubicBezTo>
                  <a:cubicBezTo>
                    <a:pt x="428" y="1275"/>
                    <a:pt x="417" y="1261"/>
                    <a:pt x="405" y="1248"/>
                  </a:cubicBezTo>
                  <a:cubicBezTo>
                    <a:pt x="403" y="1246"/>
                    <a:pt x="400" y="1248"/>
                    <a:pt x="402" y="1251"/>
                  </a:cubicBezTo>
                  <a:cubicBezTo>
                    <a:pt x="451" y="1311"/>
                    <a:pt x="447" y="1395"/>
                    <a:pt x="479" y="1462"/>
                  </a:cubicBezTo>
                  <a:cubicBezTo>
                    <a:pt x="479" y="1488"/>
                    <a:pt x="486" y="1513"/>
                    <a:pt x="498" y="1535"/>
                  </a:cubicBezTo>
                  <a:cubicBezTo>
                    <a:pt x="500" y="1540"/>
                    <a:pt x="507" y="1536"/>
                    <a:pt x="507" y="1531"/>
                  </a:cubicBezTo>
                  <a:cubicBezTo>
                    <a:pt x="504" y="1484"/>
                    <a:pt x="520" y="1439"/>
                    <a:pt x="522" y="1392"/>
                  </a:cubicBezTo>
                  <a:cubicBezTo>
                    <a:pt x="529" y="1420"/>
                    <a:pt x="539" y="1447"/>
                    <a:pt x="551" y="1473"/>
                  </a:cubicBezTo>
                  <a:cubicBezTo>
                    <a:pt x="564" y="1501"/>
                    <a:pt x="571" y="1543"/>
                    <a:pt x="596" y="1567"/>
                  </a:cubicBezTo>
                  <a:lnTo>
                    <a:pt x="596" y="1569"/>
                  </a:lnTo>
                  <a:lnTo>
                    <a:pt x="596" y="1570"/>
                  </a:lnTo>
                  <a:lnTo>
                    <a:pt x="597" y="1571"/>
                  </a:lnTo>
                  <a:cubicBezTo>
                    <a:pt x="598" y="1571"/>
                    <a:pt x="598" y="1571"/>
                    <a:pt x="599" y="1571"/>
                  </a:cubicBezTo>
                  <a:lnTo>
                    <a:pt x="600" y="1571"/>
                  </a:lnTo>
                  <a:cubicBezTo>
                    <a:pt x="617" y="1655"/>
                    <a:pt x="610" y="1744"/>
                    <a:pt x="611" y="1829"/>
                  </a:cubicBezTo>
                  <a:cubicBezTo>
                    <a:pt x="609" y="1850"/>
                    <a:pt x="606" y="1871"/>
                    <a:pt x="602" y="1891"/>
                  </a:cubicBezTo>
                  <a:cubicBezTo>
                    <a:pt x="601" y="1903"/>
                    <a:pt x="598" y="1916"/>
                    <a:pt x="595" y="1896"/>
                  </a:cubicBezTo>
                  <a:cubicBezTo>
                    <a:pt x="588" y="1850"/>
                    <a:pt x="563" y="1806"/>
                    <a:pt x="563" y="1760"/>
                  </a:cubicBezTo>
                  <a:cubicBezTo>
                    <a:pt x="563" y="1759"/>
                    <a:pt x="563" y="1759"/>
                    <a:pt x="563" y="1758"/>
                  </a:cubicBezTo>
                  <a:cubicBezTo>
                    <a:pt x="562" y="1757"/>
                    <a:pt x="562" y="1758"/>
                    <a:pt x="561" y="1757"/>
                  </a:cubicBezTo>
                  <a:cubicBezTo>
                    <a:pt x="560" y="1756"/>
                    <a:pt x="560" y="1756"/>
                    <a:pt x="560" y="1756"/>
                  </a:cubicBezTo>
                  <a:cubicBezTo>
                    <a:pt x="559" y="1756"/>
                    <a:pt x="559" y="1756"/>
                    <a:pt x="558" y="1757"/>
                  </a:cubicBezTo>
                  <a:cubicBezTo>
                    <a:pt x="557" y="1758"/>
                    <a:pt x="557" y="1757"/>
                    <a:pt x="557" y="1758"/>
                  </a:cubicBezTo>
                  <a:cubicBezTo>
                    <a:pt x="556" y="1759"/>
                    <a:pt x="556" y="1759"/>
                    <a:pt x="556" y="1760"/>
                  </a:cubicBezTo>
                  <a:cubicBezTo>
                    <a:pt x="556" y="1764"/>
                    <a:pt x="556" y="1768"/>
                    <a:pt x="556" y="1773"/>
                  </a:cubicBezTo>
                  <a:cubicBezTo>
                    <a:pt x="556" y="1777"/>
                    <a:pt x="556" y="1782"/>
                    <a:pt x="556" y="1786"/>
                  </a:cubicBezTo>
                  <a:cubicBezTo>
                    <a:pt x="542" y="1880"/>
                    <a:pt x="523" y="1973"/>
                    <a:pt x="511" y="2067"/>
                  </a:cubicBezTo>
                  <a:cubicBezTo>
                    <a:pt x="479" y="1973"/>
                    <a:pt x="475" y="1867"/>
                    <a:pt x="473" y="1770"/>
                  </a:cubicBezTo>
                  <a:cubicBezTo>
                    <a:pt x="473" y="1766"/>
                    <a:pt x="468" y="1767"/>
                    <a:pt x="468" y="1770"/>
                  </a:cubicBezTo>
                  <a:cubicBezTo>
                    <a:pt x="463" y="1880"/>
                    <a:pt x="461" y="1996"/>
                    <a:pt x="508" y="2099"/>
                  </a:cubicBezTo>
                  <a:cubicBezTo>
                    <a:pt x="510" y="2105"/>
                    <a:pt x="521" y="2107"/>
                    <a:pt x="522" y="2099"/>
                  </a:cubicBezTo>
                  <a:cubicBezTo>
                    <a:pt x="532" y="2003"/>
                    <a:pt x="556" y="1910"/>
                    <a:pt x="561" y="1813"/>
                  </a:cubicBezTo>
                  <a:cubicBezTo>
                    <a:pt x="565" y="1830"/>
                    <a:pt x="570" y="1848"/>
                    <a:pt x="575" y="1865"/>
                  </a:cubicBezTo>
                  <a:cubicBezTo>
                    <a:pt x="580" y="1886"/>
                    <a:pt x="579" y="1924"/>
                    <a:pt x="599" y="1937"/>
                  </a:cubicBezTo>
                  <a:cubicBezTo>
                    <a:pt x="600" y="1938"/>
                    <a:pt x="601" y="1938"/>
                    <a:pt x="602" y="1938"/>
                  </a:cubicBezTo>
                  <a:cubicBezTo>
                    <a:pt x="603" y="1938"/>
                    <a:pt x="604" y="1938"/>
                    <a:pt x="605" y="1937"/>
                  </a:cubicBezTo>
                  <a:cubicBezTo>
                    <a:pt x="616" y="1931"/>
                    <a:pt x="616" y="1916"/>
                    <a:pt x="615" y="1905"/>
                  </a:cubicBezTo>
                  <a:cubicBezTo>
                    <a:pt x="616" y="1889"/>
                    <a:pt x="619" y="1873"/>
                    <a:pt x="624" y="1859"/>
                  </a:cubicBezTo>
                  <a:cubicBezTo>
                    <a:pt x="627" y="1845"/>
                    <a:pt x="628" y="1832"/>
                    <a:pt x="628" y="1818"/>
                  </a:cubicBezTo>
                  <a:cubicBezTo>
                    <a:pt x="628" y="1811"/>
                    <a:pt x="628" y="1803"/>
                    <a:pt x="627" y="1796"/>
                  </a:cubicBezTo>
                  <a:cubicBezTo>
                    <a:pt x="627" y="1750"/>
                    <a:pt x="627" y="1704"/>
                    <a:pt x="627" y="1658"/>
                  </a:cubicBezTo>
                  <a:cubicBezTo>
                    <a:pt x="627" y="1623"/>
                    <a:pt x="629" y="1590"/>
                    <a:pt x="607" y="1560"/>
                  </a:cubicBezTo>
                  <a:cubicBezTo>
                    <a:pt x="607" y="1559"/>
                    <a:pt x="607" y="1559"/>
                    <a:pt x="606" y="1558"/>
                  </a:cubicBezTo>
                  <a:cubicBezTo>
                    <a:pt x="605" y="1557"/>
                    <a:pt x="604" y="1558"/>
                    <a:pt x="603" y="1558"/>
                  </a:cubicBezTo>
                  <a:lnTo>
                    <a:pt x="602" y="1558"/>
                  </a:lnTo>
                  <a:cubicBezTo>
                    <a:pt x="604" y="1526"/>
                    <a:pt x="604" y="1494"/>
                    <a:pt x="602" y="1462"/>
                  </a:cubicBezTo>
                  <a:cubicBezTo>
                    <a:pt x="610" y="1492"/>
                    <a:pt x="619" y="1520"/>
                    <a:pt x="631" y="1548"/>
                  </a:cubicBezTo>
                  <a:cubicBezTo>
                    <a:pt x="643" y="1580"/>
                    <a:pt x="660" y="1607"/>
                    <a:pt x="675" y="1637"/>
                  </a:cubicBezTo>
                  <a:cubicBezTo>
                    <a:pt x="678" y="1645"/>
                    <a:pt x="682" y="1653"/>
                    <a:pt x="687" y="1661"/>
                  </a:cubicBezTo>
                  <a:cubicBezTo>
                    <a:pt x="694" y="1673"/>
                    <a:pt x="702" y="1685"/>
                    <a:pt x="712" y="1696"/>
                  </a:cubicBezTo>
                  <a:cubicBezTo>
                    <a:pt x="758" y="1801"/>
                    <a:pt x="723" y="1918"/>
                    <a:pt x="713" y="2026"/>
                  </a:cubicBezTo>
                  <a:cubicBezTo>
                    <a:pt x="707" y="2045"/>
                    <a:pt x="702" y="2065"/>
                    <a:pt x="699" y="2085"/>
                  </a:cubicBezTo>
                  <a:cubicBezTo>
                    <a:pt x="690" y="2051"/>
                    <a:pt x="682" y="2018"/>
                    <a:pt x="675" y="1984"/>
                  </a:cubicBezTo>
                  <a:cubicBezTo>
                    <a:pt x="669" y="1962"/>
                    <a:pt x="665" y="1939"/>
                    <a:pt x="663" y="1916"/>
                  </a:cubicBezTo>
                  <a:cubicBezTo>
                    <a:pt x="661" y="1895"/>
                    <a:pt x="649" y="1880"/>
                    <a:pt x="650" y="1857"/>
                  </a:cubicBezTo>
                  <a:cubicBezTo>
                    <a:pt x="650" y="1854"/>
                    <a:pt x="645" y="1853"/>
                    <a:pt x="644" y="1857"/>
                  </a:cubicBezTo>
                  <a:cubicBezTo>
                    <a:pt x="644" y="1864"/>
                    <a:pt x="644" y="1870"/>
                    <a:pt x="644" y="1877"/>
                  </a:cubicBezTo>
                  <a:cubicBezTo>
                    <a:pt x="644" y="1899"/>
                    <a:pt x="646" y="1921"/>
                    <a:pt x="650" y="1942"/>
                  </a:cubicBezTo>
                  <a:cubicBezTo>
                    <a:pt x="660" y="1997"/>
                    <a:pt x="674" y="2051"/>
                    <a:pt x="692" y="2104"/>
                  </a:cubicBezTo>
                  <a:cubicBezTo>
                    <a:pt x="693" y="2108"/>
                    <a:pt x="698" y="2111"/>
                    <a:pt x="701" y="2107"/>
                  </a:cubicBezTo>
                  <a:cubicBezTo>
                    <a:pt x="719" y="2087"/>
                    <a:pt x="721" y="2053"/>
                    <a:pt x="725" y="2026"/>
                  </a:cubicBezTo>
                  <a:cubicBezTo>
                    <a:pt x="732" y="1982"/>
                    <a:pt x="737" y="1937"/>
                    <a:pt x="747" y="1893"/>
                  </a:cubicBezTo>
                  <a:cubicBezTo>
                    <a:pt x="755" y="1860"/>
                    <a:pt x="748" y="1818"/>
                    <a:pt x="747" y="1784"/>
                  </a:cubicBezTo>
                  <a:cubicBezTo>
                    <a:pt x="747" y="1783"/>
                    <a:pt x="747" y="1782"/>
                    <a:pt x="747" y="1781"/>
                  </a:cubicBezTo>
                  <a:cubicBezTo>
                    <a:pt x="747" y="1758"/>
                    <a:pt x="743" y="1736"/>
                    <a:pt x="736" y="1714"/>
                  </a:cubicBezTo>
                  <a:cubicBezTo>
                    <a:pt x="737" y="1713"/>
                    <a:pt x="737" y="1713"/>
                    <a:pt x="738" y="1712"/>
                  </a:cubicBezTo>
                  <a:cubicBezTo>
                    <a:pt x="738" y="1711"/>
                    <a:pt x="738" y="1711"/>
                    <a:pt x="738" y="1710"/>
                  </a:cubicBezTo>
                  <a:cubicBezTo>
                    <a:pt x="738" y="1709"/>
                    <a:pt x="738" y="1709"/>
                    <a:pt x="738" y="1708"/>
                  </a:cubicBezTo>
                  <a:lnTo>
                    <a:pt x="735" y="1704"/>
                  </a:lnTo>
                  <a:cubicBezTo>
                    <a:pt x="736" y="1704"/>
                    <a:pt x="736" y="1703"/>
                    <a:pt x="737" y="1703"/>
                  </a:cubicBezTo>
                  <a:lnTo>
                    <a:pt x="738" y="1702"/>
                  </a:lnTo>
                  <a:lnTo>
                    <a:pt x="738" y="1701"/>
                  </a:lnTo>
                  <a:cubicBezTo>
                    <a:pt x="743" y="1674"/>
                    <a:pt x="745" y="1647"/>
                    <a:pt x="745" y="1620"/>
                  </a:cubicBezTo>
                  <a:cubicBezTo>
                    <a:pt x="745" y="1605"/>
                    <a:pt x="744" y="1590"/>
                    <a:pt x="743" y="1575"/>
                  </a:cubicBezTo>
                  <a:cubicBezTo>
                    <a:pt x="747" y="1586"/>
                    <a:pt x="751" y="1597"/>
                    <a:pt x="755" y="1608"/>
                  </a:cubicBezTo>
                  <a:cubicBezTo>
                    <a:pt x="764" y="1630"/>
                    <a:pt x="774" y="1651"/>
                    <a:pt x="786" y="1672"/>
                  </a:cubicBezTo>
                  <a:cubicBezTo>
                    <a:pt x="785" y="1672"/>
                    <a:pt x="785" y="1672"/>
                    <a:pt x="784" y="1673"/>
                  </a:cubicBezTo>
                  <a:cubicBezTo>
                    <a:pt x="783" y="1674"/>
                    <a:pt x="784" y="1675"/>
                    <a:pt x="784" y="1676"/>
                  </a:cubicBezTo>
                  <a:lnTo>
                    <a:pt x="784" y="1677"/>
                  </a:lnTo>
                  <a:cubicBezTo>
                    <a:pt x="790" y="1742"/>
                    <a:pt x="808" y="1805"/>
                    <a:pt x="808" y="1871"/>
                  </a:cubicBezTo>
                  <a:cubicBezTo>
                    <a:pt x="806" y="1931"/>
                    <a:pt x="800" y="1991"/>
                    <a:pt x="789" y="2050"/>
                  </a:cubicBezTo>
                  <a:cubicBezTo>
                    <a:pt x="785" y="2074"/>
                    <a:pt x="769" y="2105"/>
                    <a:pt x="769" y="2128"/>
                  </a:cubicBezTo>
                  <a:cubicBezTo>
                    <a:pt x="769" y="2130"/>
                    <a:pt x="769" y="2131"/>
                    <a:pt x="769" y="2133"/>
                  </a:cubicBezTo>
                  <a:cubicBezTo>
                    <a:pt x="769" y="2142"/>
                    <a:pt x="769" y="2152"/>
                    <a:pt x="771" y="2161"/>
                  </a:cubicBezTo>
                  <a:cubicBezTo>
                    <a:pt x="769" y="2153"/>
                    <a:pt x="767" y="2144"/>
                    <a:pt x="766" y="2135"/>
                  </a:cubicBezTo>
                  <a:cubicBezTo>
                    <a:pt x="766" y="2086"/>
                    <a:pt x="750" y="2034"/>
                    <a:pt x="751" y="1986"/>
                  </a:cubicBezTo>
                  <a:cubicBezTo>
                    <a:pt x="751" y="1984"/>
                    <a:pt x="749" y="1984"/>
                    <a:pt x="749" y="1986"/>
                  </a:cubicBezTo>
                  <a:cubicBezTo>
                    <a:pt x="747" y="2005"/>
                    <a:pt x="753" y="2020"/>
                    <a:pt x="752" y="2039"/>
                  </a:cubicBezTo>
                  <a:cubicBezTo>
                    <a:pt x="750" y="2055"/>
                    <a:pt x="749" y="2071"/>
                    <a:pt x="749" y="2087"/>
                  </a:cubicBezTo>
                  <a:cubicBezTo>
                    <a:pt x="749" y="2092"/>
                    <a:pt x="749" y="2096"/>
                    <a:pt x="749" y="2101"/>
                  </a:cubicBezTo>
                  <a:cubicBezTo>
                    <a:pt x="752" y="2124"/>
                    <a:pt x="745" y="2171"/>
                    <a:pt x="772" y="2181"/>
                  </a:cubicBezTo>
                  <a:lnTo>
                    <a:pt x="773" y="2181"/>
                  </a:lnTo>
                  <a:cubicBezTo>
                    <a:pt x="774" y="2181"/>
                    <a:pt x="775" y="2182"/>
                    <a:pt x="776" y="2181"/>
                  </a:cubicBezTo>
                  <a:cubicBezTo>
                    <a:pt x="777" y="2180"/>
                    <a:pt x="776" y="2180"/>
                    <a:pt x="777" y="2179"/>
                  </a:cubicBezTo>
                  <a:cubicBezTo>
                    <a:pt x="777" y="2178"/>
                    <a:pt x="778" y="2178"/>
                    <a:pt x="778" y="2177"/>
                  </a:cubicBezTo>
                  <a:cubicBezTo>
                    <a:pt x="787" y="2098"/>
                    <a:pt x="812" y="2020"/>
                    <a:pt x="828" y="1943"/>
                  </a:cubicBezTo>
                  <a:cubicBezTo>
                    <a:pt x="831" y="1921"/>
                    <a:pt x="832" y="1899"/>
                    <a:pt x="832" y="1877"/>
                  </a:cubicBezTo>
                  <a:cubicBezTo>
                    <a:pt x="832" y="1851"/>
                    <a:pt x="830" y="1825"/>
                    <a:pt x="826" y="1799"/>
                  </a:cubicBezTo>
                  <a:cubicBezTo>
                    <a:pt x="824" y="1782"/>
                    <a:pt x="822" y="1763"/>
                    <a:pt x="819" y="1745"/>
                  </a:cubicBezTo>
                  <a:cubicBezTo>
                    <a:pt x="820" y="1745"/>
                    <a:pt x="820" y="1744"/>
                    <a:pt x="821" y="1744"/>
                  </a:cubicBezTo>
                  <a:cubicBezTo>
                    <a:pt x="822" y="1744"/>
                    <a:pt x="822" y="1743"/>
                    <a:pt x="823" y="1742"/>
                  </a:cubicBezTo>
                  <a:lnTo>
                    <a:pt x="823" y="1740"/>
                  </a:lnTo>
                  <a:cubicBezTo>
                    <a:pt x="825" y="1742"/>
                    <a:pt x="827" y="1744"/>
                    <a:pt x="830" y="1746"/>
                  </a:cubicBezTo>
                  <a:cubicBezTo>
                    <a:pt x="834" y="1748"/>
                    <a:pt x="838" y="1749"/>
                    <a:pt x="841" y="1750"/>
                  </a:cubicBezTo>
                  <a:cubicBezTo>
                    <a:pt x="842" y="1750"/>
                    <a:pt x="842" y="1750"/>
                    <a:pt x="842" y="1750"/>
                  </a:cubicBezTo>
                  <a:cubicBezTo>
                    <a:pt x="843" y="1750"/>
                    <a:pt x="844" y="1749"/>
                    <a:pt x="845" y="1749"/>
                  </a:cubicBezTo>
                  <a:cubicBezTo>
                    <a:pt x="846" y="1749"/>
                    <a:pt x="846" y="1748"/>
                    <a:pt x="847" y="1747"/>
                  </a:cubicBezTo>
                  <a:cubicBezTo>
                    <a:pt x="847" y="1746"/>
                    <a:pt x="847" y="1746"/>
                    <a:pt x="847" y="1745"/>
                  </a:cubicBezTo>
                  <a:cubicBezTo>
                    <a:pt x="847" y="1744"/>
                    <a:pt x="847" y="1743"/>
                    <a:pt x="847" y="1742"/>
                  </a:cubicBezTo>
                  <a:cubicBezTo>
                    <a:pt x="841" y="1735"/>
                    <a:pt x="836" y="1727"/>
                    <a:pt x="830" y="1719"/>
                  </a:cubicBezTo>
                  <a:cubicBezTo>
                    <a:pt x="838" y="1692"/>
                    <a:pt x="843" y="1664"/>
                    <a:pt x="846" y="1636"/>
                  </a:cubicBezTo>
                  <a:cubicBezTo>
                    <a:pt x="847" y="1614"/>
                    <a:pt x="848" y="1592"/>
                    <a:pt x="848" y="1571"/>
                  </a:cubicBezTo>
                  <a:cubicBezTo>
                    <a:pt x="848" y="1537"/>
                    <a:pt x="846" y="1503"/>
                    <a:pt x="842" y="1469"/>
                  </a:cubicBezTo>
                  <a:cubicBezTo>
                    <a:pt x="842" y="1469"/>
                    <a:pt x="842" y="1468"/>
                    <a:pt x="841" y="1467"/>
                  </a:cubicBezTo>
                  <a:lnTo>
                    <a:pt x="840" y="1466"/>
                  </a:lnTo>
                  <a:cubicBezTo>
                    <a:pt x="839" y="1465"/>
                    <a:pt x="838" y="1465"/>
                    <a:pt x="837" y="1465"/>
                  </a:cubicBezTo>
                  <a:cubicBezTo>
                    <a:pt x="835" y="1424"/>
                    <a:pt x="825" y="1382"/>
                    <a:pt x="821" y="1341"/>
                  </a:cubicBezTo>
                  <a:cubicBezTo>
                    <a:pt x="818" y="1315"/>
                    <a:pt x="814" y="1289"/>
                    <a:pt x="809" y="1263"/>
                  </a:cubicBezTo>
                  <a:cubicBezTo>
                    <a:pt x="810" y="1264"/>
                    <a:pt x="810" y="1265"/>
                    <a:pt x="810" y="1265"/>
                  </a:cubicBezTo>
                  <a:cubicBezTo>
                    <a:pt x="843" y="1321"/>
                    <a:pt x="867" y="1382"/>
                    <a:pt x="882" y="1445"/>
                  </a:cubicBezTo>
                  <a:cubicBezTo>
                    <a:pt x="906" y="1538"/>
                    <a:pt x="890" y="1640"/>
                    <a:pt x="897" y="1735"/>
                  </a:cubicBezTo>
                  <a:cubicBezTo>
                    <a:pt x="897" y="1739"/>
                    <a:pt x="905" y="1740"/>
                    <a:pt x="905" y="1735"/>
                  </a:cubicBezTo>
                  <a:cubicBezTo>
                    <a:pt x="909" y="1687"/>
                    <a:pt x="909" y="1638"/>
                    <a:pt x="910" y="1589"/>
                  </a:cubicBezTo>
                  <a:cubicBezTo>
                    <a:pt x="910" y="1587"/>
                    <a:pt x="910" y="1585"/>
                    <a:pt x="910" y="1584"/>
                  </a:cubicBezTo>
                  <a:cubicBezTo>
                    <a:pt x="920" y="1621"/>
                    <a:pt x="926" y="1659"/>
                    <a:pt x="926" y="1698"/>
                  </a:cubicBezTo>
                  <a:cubicBezTo>
                    <a:pt x="926" y="1699"/>
                    <a:pt x="926" y="1700"/>
                    <a:pt x="926" y="1701"/>
                  </a:cubicBezTo>
                  <a:cubicBezTo>
                    <a:pt x="926" y="1746"/>
                    <a:pt x="923" y="1790"/>
                    <a:pt x="921" y="1834"/>
                  </a:cubicBezTo>
                  <a:cubicBezTo>
                    <a:pt x="916" y="1880"/>
                    <a:pt x="908" y="1925"/>
                    <a:pt x="896" y="1969"/>
                  </a:cubicBezTo>
                  <a:cubicBezTo>
                    <a:pt x="887" y="2006"/>
                    <a:pt x="883" y="2046"/>
                    <a:pt x="871" y="2082"/>
                  </a:cubicBezTo>
                  <a:cubicBezTo>
                    <a:pt x="870" y="2087"/>
                    <a:pt x="877" y="2090"/>
                    <a:pt x="880" y="2087"/>
                  </a:cubicBezTo>
                  <a:cubicBezTo>
                    <a:pt x="899" y="2062"/>
                    <a:pt x="903" y="2022"/>
                    <a:pt x="910" y="1992"/>
                  </a:cubicBezTo>
                  <a:cubicBezTo>
                    <a:pt x="917" y="1961"/>
                    <a:pt x="924" y="1936"/>
                    <a:pt x="928" y="1908"/>
                  </a:cubicBezTo>
                  <a:cubicBezTo>
                    <a:pt x="934" y="1889"/>
                    <a:pt x="938" y="1871"/>
                    <a:pt x="940" y="1852"/>
                  </a:cubicBezTo>
                  <a:cubicBezTo>
                    <a:pt x="940" y="1818"/>
                    <a:pt x="943" y="1782"/>
                    <a:pt x="945" y="1746"/>
                  </a:cubicBezTo>
                  <a:cubicBezTo>
                    <a:pt x="945" y="1749"/>
                    <a:pt x="945" y="1752"/>
                    <a:pt x="945" y="1755"/>
                  </a:cubicBezTo>
                  <a:cubicBezTo>
                    <a:pt x="945" y="1756"/>
                    <a:pt x="945" y="1756"/>
                    <a:pt x="945" y="1757"/>
                  </a:cubicBezTo>
                  <a:cubicBezTo>
                    <a:pt x="945" y="1759"/>
                    <a:pt x="945" y="1761"/>
                    <a:pt x="946" y="1762"/>
                  </a:cubicBezTo>
                  <a:cubicBezTo>
                    <a:pt x="947" y="1763"/>
                    <a:pt x="947" y="1764"/>
                    <a:pt x="948" y="1765"/>
                  </a:cubicBezTo>
                  <a:cubicBezTo>
                    <a:pt x="949" y="1793"/>
                    <a:pt x="953" y="1822"/>
                    <a:pt x="959" y="1849"/>
                  </a:cubicBezTo>
                  <a:cubicBezTo>
                    <a:pt x="976" y="1908"/>
                    <a:pt x="961" y="1980"/>
                    <a:pt x="964" y="2040"/>
                  </a:cubicBezTo>
                  <a:cubicBezTo>
                    <a:pt x="966" y="2088"/>
                    <a:pt x="950" y="2140"/>
                    <a:pt x="944" y="2187"/>
                  </a:cubicBezTo>
                  <a:cubicBezTo>
                    <a:pt x="941" y="2215"/>
                    <a:pt x="924" y="2320"/>
                    <a:pt x="890" y="2326"/>
                  </a:cubicBezTo>
                  <a:cubicBezTo>
                    <a:pt x="899" y="2292"/>
                    <a:pt x="904" y="2257"/>
                    <a:pt x="904" y="2221"/>
                  </a:cubicBezTo>
                  <a:cubicBezTo>
                    <a:pt x="904" y="2201"/>
                    <a:pt x="902" y="2182"/>
                    <a:pt x="899" y="2162"/>
                  </a:cubicBezTo>
                  <a:cubicBezTo>
                    <a:pt x="899" y="2161"/>
                    <a:pt x="900" y="2160"/>
                    <a:pt x="899" y="2159"/>
                  </a:cubicBezTo>
                  <a:cubicBezTo>
                    <a:pt x="898" y="2158"/>
                    <a:pt x="898" y="2158"/>
                    <a:pt x="897" y="2158"/>
                  </a:cubicBezTo>
                  <a:cubicBezTo>
                    <a:pt x="896" y="2157"/>
                    <a:pt x="895" y="2157"/>
                    <a:pt x="894" y="2157"/>
                  </a:cubicBezTo>
                  <a:cubicBezTo>
                    <a:pt x="894" y="2157"/>
                    <a:pt x="893" y="2157"/>
                    <a:pt x="892" y="2158"/>
                  </a:cubicBezTo>
                  <a:cubicBezTo>
                    <a:pt x="891" y="2158"/>
                    <a:pt x="891" y="2158"/>
                    <a:pt x="890" y="2159"/>
                  </a:cubicBezTo>
                  <a:cubicBezTo>
                    <a:pt x="889" y="2160"/>
                    <a:pt x="890" y="2161"/>
                    <a:pt x="890" y="2162"/>
                  </a:cubicBezTo>
                  <a:cubicBezTo>
                    <a:pt x="882" y="2207"/>
                    <a:pt x="877" y="2252"/>
                    <a:pt x="875" y="2298"/>
                  </a:cubicBezTo>
                  <a:cubicBezTo>
                    <a:pt x="872" y="2349"/>
                    <a:pt x="861" y="2399"/>
                    <a:pt x="843" y="2447"/>
                  </a:cubicBezTo>
                  <a:cubicBezTo>
                    <a:pt x="827" y="2393"/>
                    <a:pt x="818" y="2337"/>
                    <a:pt x="815" y="2280"/>
                  </a:cubicBezTo>
                  <a:lnTo>
                    <a:pt x="815" y="2279"/>
                  </a:lnTo>
                  <a:cubicBezTo>
                    <a:pt x="814" y="2278"/>
                    <a:pt x="814" y="2278"/>
                    <a:pt x="813" y="2277"/>
                  </a:cubicBezTo>
                  <a:lnTo>
                    <a:pt x="812" y="2277"/>
                  </a:lnTo>
                  <a:cubicBezTo>
                    <a:pt x="811" y="2274"/>
                    <a:pt x="811" y="2270"/>
                    <a:pt x="811" y="2267"/>
                  </a:cubicBezTo>
                  <a:cubicBezTo>
                    <a:pt x="811" y="2263"/>
                    <a:pt x="811" y="2260"/>
                    <a:pt x="812" y="2256"/>
                  </a:cubicBezTo>
                  <a:cubicBezTo>
                    <a:pt x="815" y="2229"/>
                    <a:pt x="822" y="2202"/>
                    <a:pt x="826" y="2174"/>
                  </a:cubicBezTo>
                  <a:cubicBezTo>
                    <a:pt x="830" y="2152"/>
                    <a:pt x="832" y="2129"/>
                    <a:pt x="832" y="2106"/>
                  </a:cubicBezTo>
                  <a:cubicBezTo>
                    <a:pt x="832" y="2090"/>
                    <a:pt x="831" y="2075"/>
                    <a:pt x="829" y="2059"/>
                  </a:cubicBezTo>
                  <a:cubicBezTo>
                    <a:pt x="829" y="2058"/>
                    <a:pt x="829" y="2058"/>
                    <a:pt x="829" y="2058"/>
                  </a:cubicBezTo>
                  <a:cubicBezTo>
                    <a:pt x="828" y="2057"/>
                    <a:pt x="828" y="2056"/>
                    <a:pt x="827" y="2056"/>
                  </a:cubicBezTo>
                  <a:cubicBezTo>
                    <a:pt x="826" y="2056"/>
                    <a:pt x="826" y="2056"/>
                    <a:pt x="825" y="2056"/>
                  </a:cubicBezTo>
                  <a:cubicBezTo>
                    <a:pt x="824" y="2056"/>
                    <a:pt x="823" y="2056"/>
                    <a:pt x="823" y="2056"/>
                  </a:cubicBezTo>
                  <a:cubicBezTo>
                    <a:pt x="822" y="2056"/>
                    <a:pt x="821" y="2057"/>
                    <a:pt x="821" y="2058"/>
                  </a:cubicBezTo>
                  <a:lnTo>
                    <a:pt x="821" y="2059"/>
                  </a:lnTo>
                  <a:cubicBezTo>
                    <a:pt x="804" y="2143"/>
                    <a:pt x="797" y="2229"/>
                    <a:pt x="789" y="2315"/>
                  </a:cubicBezTo>
                  <a:cubicBezTo>
                    <a:pt x="785" y="2364"/>
                    <a:pt x="765" y="2408"/>
                    <a:pt x="753" y="2456"/>
                  </a:cubicBezTo>
                  <a:cubicBezTo>
                    <a:pt x="746" y="2484"/>
                    <a:pt x="741" y="2514"/>
                    <a:pt x="733" y="2542"/>
                  </a:cubicBezTo>
                  <a:cubicBezTo>
                    <a:pt x="730" y="2526"/>
                    <a:pt x="729" y="2509"/>
                    <a:pt x="729" y="2492"/>
                  </a:cubicBezTo>
                  <a:cubicBezTo>
                    <a:pt x="729" y="2487"/>
                    <a:pt x="729" y="2483"/>
                    <a:pt x="729" y="2478"/>
                  </a:cubicBezTo>
                  <a:cubicBezTo>
                    <a:pt x="731" y="2439"/>
                    <a:pt x="729" y="2398"/>
                    <a:pt x="729" y="2359"/>
                  </a:cubicBezTo>
                  <a:cubicBezTo>
                    <a:pt x="728" y="2346"/>
                    <a:pt x="728" y="2333"/>
                    <a:pt x="728" y="2320"/>
                  </a:cubicBezTo>
                  <a:cubicBezTo>
                    <a:pt x="728" y="2289"/>
                    <a:pt x="730" y="2258"/>
                    <a:pt x="736" y="2227"/>
                  </a:cubicBezTo>
                  <a:cubicBezTo>
                    <a:pt x="739" y="2215"/>
                    <a:pt x="741" y="2202"/>
                    <a:pt x="741" y="2189"/>
                  </a:cubicBezTo>
                  <a:cubicBezTo>
                    <a:pt x="741" y="2182"/>
                    <a:pt x="740" y="2175"/>
                    <a:pt x="739" y="2168"/>
                  </a:cubicBezTo>
                  <a:cubicBezTo>
                    <a:pt x="738" y="2167"/>
                    <a:pt x="738" y="2167"/>
                    <a:pt x="737" y="2166"/>
                  </a:cubicBezTo>
                  <a:lnTo>
                    <a:pt x="736" y="2166"/>
                  </a:lnTo>
                  <a:cubicBezTo>
                    <a:pt x="735" y="2166"/>
                    <a:pt x="734" y="2166"/>
                    <a:pt x="734" y="2166"/>
                  </a:cubicBezTo>
                  <a:cubicBezTo>
                    <a:pt x="733" y="2167"/>
                    <a:pt x="734" y="2167"/>
                    <a:pt x="733" y="2168"/>
                  </a:cubicBezTo>
                  <a:cubicBezTo>
                    <a:pt x="732" y="2169"/>
                    <a:pt x="732" y="2168"/>
                    <a:pt x="732" y="2168"/>
                  </a:cubicBezTo>
                  <a:cubicBezTo>
                    <a:pt x="729" y="2198"/>
                    <a:pt x="719" y="2227"/>
                    <a:pt x="714" y="2256"/>
                  </a:cubicBezTo>
                  <a:cubicBezTo>
                    <a:pt x="706" y="2300"/>
                    <a:pt x="713" y="2348"/>
                    <a:pt x="713" y="2393"/>
                  </a:cubicBezTo>
                  <a:cubicBezTo>
                    <a:pt x="713" y="2429"/>
                    <a:pt x="706" y="2474"/>
                    <a:pt x="713" y="2509"/>
                  </a:cubicBezTo>
                  <a:cubicBezTo>
                    <a:pt x="714" y="2526"/>
                    <a:pt x="717" y="2543"/>
                    <a:pt x="721" y="2559"/>
                  </a:cubicBezTo>
                  <a:cubicBezTo>
                    <a:pt x="717" y="2595"/>
                    <a:pt x="711" y="2631"/>
                    <a:pt x="702" y="2666"/>
                  </a:cubicBezTo>
                  <a:cubicBezTo>
                    <a:pt x="696" y="2692"/>
                    <a:pt x="687" y="2716"/>
                    <a:pt x="674" y="2739"/>
                  </a:cubicBezTo>
                  <a:cubicBezTo>
                    <a:pt x="669" y="2752"/>
                    <a:pt x="664" y="2765"/>
                    <a:pt x="660" y="2778"/>
                  </a:cubicBezTo>
                  <a:cubicBezTo>
                    <a:pt x="659" y="2773"/>
                    <a:pt x="657" y="2768"/>
                    <a:pt x="655" y="2763"/>
                  </a:cubicBezTo>
                  <a:cubicBezTo>
                    <a:pt x="644" y="2731"/>
                    <a:pt x="638" y="2697"/>
                    <a:pt x="638" y="2662"/>
                  </a:cubicBezTo>
                  <a:cubicBezTo>
                    <a:pt x="634" y="2611"/>
                    <a:pt x="634" y="2559"/>
                    <a:pt x="632" y="2508"/>
                  </a:cubicBezTo>
                  <a:cubicBezTo>
                    <a:pt x="632" y="2507"/>
                    <a:pt x="631" y="2506"/>
                    <a:pt x="631" y="2505"/>
                  </a:cubicBezTo>
                  <a:cubicBezTo>
                    <a:pt x="631" y="2505"/>
                    <a:pt x="630" y="2505"/>
                    <a:pt x="629" y="2504"/>
                  </a:cubicBezTo>
                  <a:cubicBezTo>
                    <a:pt x="628" y="2503"/>
                    <a:pt x="628" y="2503"/>
                    <a:pt x="627" y="2503"/>
                  </a:cubicBezTo>
                  <a:cubicBezTo>
                    <a:pt x="626" y="2503"/>
                    <a:pt x="626" y="2503"/>
                    <a:pt x="625" y="2504"/>
                  </a:cubicBezTo>
                  <a:cubicBezTo>
                    <a:pt x="624" y="2505"/>
                    <a:pt x="623" y="2505"/>
                    <a:pt x="623" y="2505"/>
                  </a:cubicBezTo>
                  <a:cubicBezTo>
                    <a:pt x="622" y="2506"/>
                    <a:pt x="622" y="2507"/>
                    <a:pt x="622" y="2508"/>
                  </a:cubicBezTo>
                  <a:cubicBezTo>
                    <a:pt x="617" y="2611"/>
                    <a:pt x="605" y="2716"/>
                    <a:pt x="656" y="2810"/>
                  </a:cubicBezTo>
                  <a:cubicBezTo>
                    <a:pt x="659" y="2815"/>
                    <a:pt x="668" y="2813"/>
                    <a:pt x="667" y="2807"/>
                  </a:cubicBezTo>
                  <a:cubicBezTo>
                    <a:pt x="667" y="2805"/>
                    <a:pt x="667" y="2804"/>
                    <a:pt x="667" y="2802"/>
                  </a:cubicBezTo>
                  <a:cubicBezTo>
                    <a:pt x="668" y="2802"/>
                    <a:pt x="668" y="2801"/>
                    <a:pt x="668" y="2801"/>
                  </a:cubicBezTo>
                  <a:cubicBezTo>
                    <a:pt x="668" y="2800"/>
                    <a:pt x="669" y="2800"/>
                    <a:pt x="669" y="2799"/>
                  </a:cubicBezTo>
                  <a:cubicBezTo>
                    <a:pt x="683" y="2749"/>
                    <a:pt x="708" y="2706"/>
                    <a:pt x="720" y="2653"/>
                  </a:cubicBezTo>
                  <a:cubicBezTo>
                    <a:pt x="726" y="2626"/>
                    <a:pt x="729" y="2598"/>
                    <a:pt x="729" y="2570"/>
                  </a:cubicBezTo>
                  <a:lnTo>
                    <a:pt x="730" y="2571"/>
                  </a:lnTo>
                  <a:cubicBezTo>
                    <a:pt x="731" y="2571"/>
                    <a:pt x="732" y="2572"/>
                    <a:pt x="734" y="2572"/>
                  </a:cubicBezTo>
                  <a:cubicBezTo>
                    <a:pt x="735" y="2572"/>
                    <a:pt x="736" y="2571"/>
                    <a:pt x="737" y="2571"/>
                  </a:cubicBezTo>
                  <a:cubicBezTo>
                    <a:pt x="738" y="2570"/>
                    <a:pt x="739" y="2570"/>
                    <a:pt x="740" y="2569"/>
                  </a:cubicBezTo>
                  <a:cubicBezTo>
                    <a:pt x="730" y="2608"/>
                    <a:pt x="723" y="2650"/>
                    <a:pt x="741" y="2689"/>
                  </a:cubicBezTo>
                  <a:cubicBezTo>
                    <a:pt x="751" y="2708"/>
                    <a:pt x="764" y="2715"/>
                    <a:pt x="779" y="2699"/>
                  </a:cubicBezTo>
                  <a:cubicBezTo>
                    <a:pt x="811" y="2663"/>
                    <a:pt x="822" y="2623"/>
                    <a:pt x="840" y="2581"/>
                  </a:cubicBezTo>
                  <a:cubicBezTo>
                    <a:pt x="836" y="2600"/>
                    <a:pt x="831" y="2635"/>
                    <a:pt x="852" y="2643"/>
                  </a:cubicBezTo>
                  <a:lnTo>
                    <a:pt x="853" y="2643"/>
                  </a:lnTo>
                  <a:cubicBezTo>
                    <a:pt x="854" y="2643"/>
                    <a:pt x="855" y="2643"/>
                    <a:pt x="855" y="2643"/>
                  </a:cubicBezTo>
                  <a:cubicBezTo>
                    <a:pt x="856" y="2642"/>
                    <a:pt x="856" y="2642"/>
                    <a:pt x="857" y="2642"/>
                  </a:cubicBezTo>
                  <a:cubicBezTo>
                    <a:pt x="869" y="2626"/>
                    <a:pt x="888" y="2616"/>
                    <a:pt x="901" y="2600"/>
                  </a:cubicBezTo>
                  <a:cubicBezTo>
                    <a:pt x="907" y="2590"/>
                    <a:pt x="914" y="2581"/>
                    <a:pt x="920" y="2571"/>
                  </a:cubicBezTo>
                  <a:cubicBezTo>
                    <a:pt x="932" y="2550"/>
                    <a:pt x="941" y="2527"/>
                    <a:pt x="948" y="2504"/>
                  </a:cubicBezTo>
                  <a:cubicBezTo>
                    <a:pt x="955" y="2484"/>
                    <a:pt x="960" y="2462"/>
                    <a:pt x="966" y="2440"/>
                  </a:cubicBezTo>
                  <a:cubicBezTo>
                    <a:pt x="966" y="2441"/>
                    <a:pt x="967" y="2441"/>
                    <a:pt x="968" y="2442"/>
                  </a:cubicBezTo>
                  <a:cubicBezTo>
                    <a:pt x="969" y="2442"/>
                    <a:pt x="970" y="2443"/>
                    <a:pt x="971" y="2443"/>
                  </a:cubicBezTo>
                  <a:cubicBezTo>
                    <a:pt x="972" y="2443"/>
                    <a:pt x="973" y="2442"/>
                    <a:pt x="974" y="2442"/>
                  </a:cubicBezTo>
                  <a:cubicBezTo>
                    <a:pt x="975" y="2441"/>
                    <a:pt x="976" y="2441"/>
                    <a:pt x="977" y="2440"/>
                  </a:cubicBezTo>
                  <a:cubicBezTo>
                    <a:pt x="977" y="2439"/>
                    <a:pt x="977" y="2439"/>
                    <a:pt x="977" y="2438"/>
                  </a:cubicBezTo>
                  <a:cubicBezTo>
                    <a:pt x="990" y="2394"/>
                    <a:pt x="1026" y="2364"/>
                    <a:pt x="1034" y="2316"/>
                  </a:cubicBezTo>
                  <a:cubicBezTo>
                    <a:pt x="1034" y="2312"/>
                    <a:pt x="1035" y="2308"/>
                    <a:pt x="1036" y="2304"/>
                  </a:cubicBezTo>
                  <a:lnTo>
                    <a:pt x="1040" y="2304"/>
                  </a:lnTo>
                  <a:cubicBezTo>
                    <a:pt x="1041" y="2304"/>
                    <a:pt x="1041" y="2303"/>
                    <a:pt x="1041" y="2303"/>
                  </a:cubicBezTo>
                  <a:cubicBezTo>
                    <a:pt x="1042" y="2303"/>
                    <a:pt x="1043" y="2302"/>
                    <a:pt x="1043" y="2302"/>
                  </a:cubicBezTo>
                  <a:cubicBezTo>
                    <a:pt x="1043" y="2301"/>
                    <a:pt x="1043" y="2301"/>
                    <a:pt x="1044" y="2300"/>
                  </a:cubicBezTo>
                  <a:cubicBezTo>
                    <a:pt x="1055" y="2269"/>
                    <a:pt x="1070" y="2234"/>
                    <a:pt x="1081" y="2199"/>
                  </a:cubicBezTo>
                  <a:lnTo>
                    <a:pt x="1082" y="2200"/>
                  </a:lnTo>
                  <a:cubicBezTo>
                    <a:pt x="1083" y="2200"/>
                    <a:pt x="1083" y="2201"/>
                    <a:pt x="1084" y="2201"/>
                  </a:cubicBezTo>
                  <a:cubicBezTo>
                    <a:pt x="1085" y="2201"/>
                    <a:pt x="1085" y="2200"/>
                    <a:pt x="1086" y="2200"/>
                  </a:cubicBezTo>
                  <a:cubicBezTo>
                    <a:pt x="1087" y="2200"/>
                    <a:pt x="1087" y="2199"/>
                    <a:pt x="1088" y="2199"/>
                  </a:cubicBezTo>
                  <a:cubicBezTo>
                    <a:pt x="1090" y="2195"/>
                    <a:pt x="1093" y="2191"/>
                    <a:pt x="1095" y="2186"/>
                  </a:cubicBezTo>
                  <a:cubicBezTo>
                    <a:pt x="1108" y="2164"/>
                    <a:pt x="1118" y="2139"/>
                    <a:pt x="1123" y="2114"/>
                  </a:cubicBezTo>
                  <a:cubicBezTo>
                    <a:pt x="1125" y="2110"/>
                    <a:pt x="1126" y="2107"/>
                    <a:pt x="1127" y="2104"/>
                  </a:cubicBezTo>
                  <a:cubicBezTo>
                    <a:pt x="1128" y="2100"/>
                    <a:pt x="1129" y="2096"/>
                    <a:pt x="1131" y="2093"/>
                  </a:cubicBezTo>
                  <a:cubicBezTo>
                    <a:pt x="1140" y="2074"/>
                    <a:pt x="1146" y="2054"/>
                    <a:pt x="1149" y="2034"/>
                  </a:cubicBezTo>
                  <a:cubicBezTo>
                    <a:pt x="1150" y="2031"/>
                    <a:pt x="1151" y="2028"/>
                    <a:pt x="1152" y="2026"/>
                  </a:cubicBezTo>
                  <a:lnTo>
                    <a:pt x="1155" y="2021"/>
                  </a:lnTo>
                  <a:cubicBezTo>
                    <a:pt x="1157" y="2014"/>
                    <a:pt x="1159" y="2007"/>
                    <a:pt x="1159" y="1999"/>
                  </a:cubicBezTo>
                  <a:cubicBezTo>
                    <a:pt x="1159" y="1997"/>
                    <a:pt x="1159" y="1995"/>
                    <a:pt x="1158" y="1993"/>
                  </a:cubicBezTo>
                  <a:cubicBezTo>
                    <a:pt x="1165" y="2003"/>
                    <a:pt x="1172" y="2013"/>
                    <a:pt x="1179" y="2021"/>
                  </a:cubicBezTo>
                  <a:cubicBezTo>
                    <a:pt x="1180" y="2021"/>
                    <a:pt x="1180" y="2021"/>
                    <a:pt x="1180" y="2021"/>
                  </a:cubicBezTo>
                  <a:lnTo>
                    <a:pt x="1181" y="2021"/>
                  </a:lnTo>
                  <a:cubicBezTo>
                    <a:pt x="1187" y="2055"/>
                    <a:pt x="1200" y="2088"/>
                    <a:pt x="1217" y="2117"/>
                  </a:cubicBezTo>
                  <a:cubicBezTo>
                    <a:pt x="1222" y="2126"/>
                    <a:pt x="1227" y="2134"/>
                    <a:pt x="1233" y="2142"/>
                  </a:cubicBezTo>
                  <a:cubicBezTo>
                    <a:pt x="1237" y="2147"/>
                    <a:pt x="1243" y="2142"/>
                    <a:pt x="1243" y="2137"/>
                  </a:cubicBezTo>
                  <a:cubicBezTo>
                    <a:pt x="1241" y="2117"/>
                    <a:pt x="1240" y="2096"/>
                    <a:pt x="1240" y="2075"/>
                  </a:cubicBezTo>
                  <a:cubicBezTo>
                    <a:pt x="1240" y="2054"/>
                    <a:pt x="1241" y="2033"/>
                    <a:pt x="1243" y="2013"/>
                  </a:cubicBezTo>
                  <a:cubicBezTo>
                    <a:pt x="1244" y="1992"/>
                    <a:pt x="1241" y="2011"/>
                    <a:pt x="1241" y="2013"/>
                  </a:cubicBezTo>
                  <a:cubicBezTo>
                    <a:pt x="1236" y="2046"/>
                    <a:pt x="1233" y="2080"/>
                    <a:pt x="1232" y="2114"/>
                  </a:cubicBezTo>
                  <a:cubicBezTo>
                    <a:pt x="1167" y="1960"/>
                    <a:pt x="1179" y="1788"/>
                    <a:pt x="1176" y="1625"/>
                  </a:cubicBezTo>
                  <a:cubicBezTo>
                    <a:pt x="1176" y="1621"/>
                    <a:pt x="1170" y="1620"/>
                    <a:pt x="1170" y="1625"/>
                  </a:cubicBezTo>
                  <a:cubicBezTo>
                    <a:pt x="1168" y="1729"/>
                    <a:pt x="1158" y="1838"/>
                    <a:pt x="1168" y="1942"/>
                  </a:cubicBezTo>
                  <a:cubicBezTo>
                    <a:pt x="1170" y="1957"/>
                    <a:pt x="1172" y="1973"/>
                    <a:pt x="1175" y="1990"/>
                  </a:cubicBezTo>
                  <a:cubicBezTo>
                    <a:pt x="1159" y="1953"/>
                    <a:pt x="1141" y="1917"/>
                    <a:pt x="1124" y="1881"/>
                  </a:cubicBezTo>
                  <a:cubicBezTo>
                    <a:pt x="1094" y="1820"/>
                    <a:pt x="1089" y="1760"/>
                    <a:pt x="1088" y="1694"/>
                  </a:cubicBezTo>
                  <a:cubicBezTo>
                    <a:pt x="1088" y="1677"/>
                    <a:pt x="1093" y="1660"/>
                    <a:pt x="1091" y="1643"/>
                  </a:cubicBezTo>
                  <a:cubicBezTo>
                    <a:pt x="1091" y="1631"/>
                    <a:pt x="1097" y="1620"/>
                    <a:pt x="1096" y="1610"/>
                  </a:cubicBezTo>
                  <a:cubicBezTo>
                    <a:pt x="1097" y="1560"/>
                    <a:pt x="1102" y="1511"/>
                    <a:pt x="1111" y="1463"/>
                  </a:cubicBezTo>
                  <a:cubicBezTo>
                    <a:pt x="1111" y="1461"/>
                    <a:pt x="1108" y="1460"/>
                    <a:pt x="1107" y="1463"/>
                  </a:cubicBezTo>
                  <a:cubicBezTo>
                    <a:pt x="1091" y="1546"/>
                    <a:pt x="1081" y="1630"/>
                    <a:pt x="1079" y="1715"/>
                  </a:cubicBezTo>
                  <a:cubicBezTo>
                    <a:pt x="1079" y="1728"/>
                    <a:pt x="1079" y="1741"/>
                    <a:pt x="1079" y="1754"/>
                  </a:cubicBezTo>
                  <a:cubicBezTo>
                    <a:pt x="1077" y="1740"/>
                    <a:pt x="1075" y="1727"/>
                    <a:pt x="1072" y="1715"/>
                  </a:cubicBezTo>
                  <a:lnTo>
                    <a:pt x="1071" y="1709"/>
                  </a:lnTo>
                  <a:lnTo>
                    <a:pt x="1071" y="1707"/>
                  </a:lnTo>
                  <a:cubicBezTo>
                    <a:pt x="1071" y="1706"/>
                    <a:pt x="1070" y="1705"/>
                    <a:pt x="1070" y="1703"/>
                  </a:cubicBezTo>
                  <a:cubicBezTo>
                    <a:pt x="1058" y="1656"/>
                    <a:pt x="1051" y="1607"/>
                    <a:pt x="1050" y="1559"/>
                  </a:cubicBezTo>
                  <a:cubicBezTo>
                    <a:pt x="1049" y="1467"/>
                    <a:pt x="1049" y="1373"/>
                    <a:pt x="1077" y="1286"/>
                  </a:cubicBezTo>
                  <a:cubicBezTo>
                    <a:pt x="1078" y="1281"/>
                    <a:pt x="1071" y="1278"/>
                    <a:pt x="1069" y="1282"/>
                  </a:cubicBezTo>
                  <a:cubicBezTo>
                    <a:pt x="1038" y="1372"/>
                    <a:pt x="1037" y="1465"/>
                    <a:pt x="1036" y="1558"/>
                  </a:cubicBezTo>
                  <a:cubicBezTo>
                    <a:pt x="1036" y="1572"/>
                    <a:pt x="1036" y="1587"/>
                    <a:pt x="1038" y="1601"/>
                  </a:cubicBezTo>
                  <a:cubicBezTo>
                    <a:pt x="1036" y="1598"/>
                    <a:pt x="1034" y="1596"/>
                    <a:pt x="1032" y="1593"/>
                  </a:cubicBezTo>
                  <a:lnTo>
                    <a:pt x="1032" y="1592"/>
                  </a:lnTo>
                  <a:cubicBezTo>
                    <a:pt x="1029" y="1583"/>
                    <a:pt x="1027" y="1575"/>
                    <a:pt x="1025" y="1566"/>
                  </a:cubicBezTo>
                  <a:cubicBezTo>
                    <a:pt x="1024" y="1565"/>
                    <a:pt x="1024" y="1564"/>
                    <a:pt x="1023" y="1563"/>
                  </a:cubicBezTo>
                  <a:cubicBezTo>
                    <a:pt x="1022" y="1561"/>
                    <a:pt x="1021" y="1560"/>
                    <a:pt x="1020" y="1559"/>
                  </a:cubicBezTo>
                  <a:cubicBezTo>
                    <a:pt x="1018" y="1558"/>
                    <a:pt x="1017" y="1558"/>
                    <a:pt x="1015" y="1558"/>
                  </a:cubicBezTo>
                  <a:cubicBezTo>
                    <a:pt x="1011" y="1549"/>
                    <a:pt x="1009" y="1542"/>
                    <a:pt x="1009" y="1542"/>
                  </a:cubicBezTo>
                  <a:cubicBezTo>
                    <a:pt x="997" y="1511"/>
                    <a:pt x="988" y="1480"/>
                    <a:pt x="981" y="1448"/>
                  </a:cubicBezTo>
                  <a:cubicBezTo>
                    <a:pt x="979" y="1427"/>
                    <a:pt x="976" y="1405"/>
                    <a:pt x="975" y="1384"/>
                  </a:cubicBezTo>
                  <a:cubicBezTo>
                    <a:pt x="977" y="1372"/>
                    <a:pt x="978" y="1360"/>
                    <a:pt x="978" y="1348"/>
                  </a:cubicBezTo>
                  <a:cubicBezTo>
                    <a:pt x="978" y="1340"/>
                    <a:pt x="978" y="1332"/>
                    <a:pt x="977" y="1325"/>
                  </a:cubicBezTo>
                  <a:cubicBezTo>
                    <a:pt x="979" y="1309"/>
                    <a:pt x="980" y="1293"/>
                    <a:pt x="980" y="1278"/>
                  </a:cubicBezTo>
                  <a:cubicBezTo>
                    <a:pt x="980" y="1262"/>
                    <a:pt x="979" y="1247"/>
                    <a:pt x="977" y="1232"/>
                  </a:cubicBezTo>
                  <a:cubicBezTo>
                    <a:pt x="975" y="1223"/>
                    <a:pt x="974" y="1214"/>
                    <a:pt x="973" y="1205"/>
                  </a:cubicBezTo>
                  <a:cubicBezTo>
                    <a:pt x="973" y="1202"/>
                    <a:pt x="973" y="1199"/>
                    <a:pt x="973" y="1196"/>
                  </a:cubicBezTo>
                  <a:lnTo>
                    <a:pt x="973" y="1195"/>
                  </a:lnTo>
                  <a:cubicBezTo>
                    <a:pt x="973" y="1194"/>
                    <a:pt x="973" y="1192"/>
                    <a:pt x="972" y="1191"/>
                  </a:cubicBezTo>
                  <a:lnTo>
                    <a:pt x="971" y="1190"/>
                  </a:lnTo>
                  <a:cubicBezTo>
                    <a:pt x="969" y="1154"/>
                    <a:pt x="962" y="1118"/>
                    <a:pt x="949" y="1085"/>
                  </a:cubicBezTo>
                  <a:cubicBezTo>
                    <a:pt x="944" y="1073"/>
                    <a:pt x="938" y="1061"/>
                    <a:pt x="932" y="1050"/>
                  </a:cubicBezTo>
                  <a:cubicBezTo>
                    <a:pt x="913" y="1019"/>
                    <a:pt x="890" y="991"/>
                    <a:pt x="863" y="967"/>
                  </a:cubicBezTo>
                  <a:cubicBezTo>
                    <a:pt x="862" y="966"/>
                    <a:pt x="862" y="966"/>
                    <a:pt x="862" y="966"/>
                  </a:cubicBezTo>
                  <a:cubicBezTo>
                    <a:pt x="861" y="966"/>
                    <a:pt x="861" y="966"/>
                    <a:pt x="860" y="967"/>
                  </a:cubicBezTo>
                  <a:cubicBezTo>
                    <a:pt x="860" y="967"/>
                    <a:pt x="860" y="966"/>
                    <a:pt x="859" y="967"/>
                  </a:cubicBezTo>
                  <a:cubicBezTo>
                    <a:pt x="858" y="968"/>
                    <a:pt x="859" y="968"/>
                    <a:pt x="859" y="969"/>
                  </a:cubicBezTo>
                  <a:lnTo>
                    <a:pt x="859" y="970"/>
                  </a:lnTo>
                  <a:cubicBezTo>
                    <a:pt x="860" y="970"/>
                    <a:pt x="860" y="970"/>
                    <a:pt x="860" y="970"/>
                  </a:cubicBezTo>
                  <a:cubicBezTo>
                    <a:pt x="879" y="990"/>
                    <a:pt x="896" y="1011"/>
                    <a:pt x="909" y="1035"/>
                  </a:cubicBezTo>
                  <a:cubicBezTo>
                    <a:pt x="919" y="1053"/>
                    <a:pt x="928" y="1072"/>
                    <a:pt x="935" y="1091"/>
                  </a:cubicBezTo>
                  <a:cubicBezTo>
                    <a:pt x="934" y="1090"/>
                    <a:pt x="934" y="1090"/>
                    <a:pt x="933" y="1089"/>
                  </a:cubicBezTo>
                  <a:cubicBezTo>
                    <a:pt x="932" y="1088"/>
                    <a:pt x="931" y="1089"/>
                    <a:pt x="931" y="1089"/>
                  </a:cubicBezTo>
                  <a:cubicBezTo>
                    <a:pt x="930" y="1089"/>
                    <a:pt x="929" y="1088"/>
                    <a:pt x="928" y="1089"/>
                  </a:cubicBezTo>
                  <a:cubicBezTo>
                    <a:pt x="927" y="1090"/>
                    <a:pt x="927" y="1090"/>
                    <a:pt x="927" y="1091"/>
                  </a:cubicBezTo>
                  <a:cubicBezTo>
                    <a:pt x="926" y="1092"/>
                    <a:pt x="926" y="1093"/>
                    <a:pt x="926" y="1094"/>
                  </a:cubicBezTo>
                  <a:cubicBezTo>
                    <a:pt x="926" y="1094"/>
                    <a:pt x="926" y="1095"/>
                    <a:pt x="926" y="1096"/>
                  </a:cubicBezTo>
                  <a:cubicBezTo>
                    <a:pt x="935" y="1127"/>
                    <a:pt x="939" y="1159"/>
                    <a:pt x="939" y="1191"/>
                  </a:cubicBezTo>
                  <a:cubicBezTo>
                    <a:pt x="939" y="1193"/>
                    <a:pt x="939" y="1195"/>
                    <a:pt x="939" y="1197"/>
                  </a:cubicBezTo>
                  <a:lnTo>
                    <a:pt x="939" y="1196"/>
                  </a:lnTo>
                  <a:cubicBezTo>
                    <a:pt x="938" y="1195"/>
                    <a:pt x="938" y="1194"/>
                    <a:pt x="937" y="1194"/>
                  </a:cubicBezTo>
                  <a:cubicBezTo>
                    <a:pt x="936" y="1193"/>
                    <a:pt x="935" y="1194"/>
                    <a:pt x="934" y="1194"/>
                  </a:cubicBezTo>
                  <a:cubicBezTo>
                    <a:pt x="933" y="1194"/>
                    <a:pt x="932" y="1194"/>
                    <a:pt x="932" y="1194"/>
                  </a:cubicBezTo>
                  <a:cubicBezTo>
                    <a:pt x="931" y="1195"/>
                    <a:pt x="930" y="1195"/>
                    <a:pt x="930" y="1196"/>
                  </a:cubicBezTo>
                  <a:cubicBezTo>
                    <a:pt x="929" y="1197"/>
                    <a:pt x="929" y="1198"/>
                    <a:pt x="929" y="1199"/>
                  </a:cubicBezTo>
                  <a:cubicBezTo>
                    <a:pt x="929" y="1199"/>
                    <a:pt x="929" y="1200"/>
                    <a:pt x="929" y="1201"/>
                  </a:cubicBezTo>
                  <a:cubicBezTo>
                    <a:pt x="934" y="1219"/>
                    <a:pt x="937" y="1238"/>
                    <a:pt x="937" y="1257"/>
                  </a:cubicBezTo>
                  <a:cubicBezTo>
                    <a:pt x="936" y="1280"/>
                    <a:pt x="935" y="1302"/>
                    <a:pt x="935" y="1324"/>
                  </a:cubicBezTo>
                  <a:cubicBezTo>
                    <a:pt x="931" y="1322"/>
                    <a:pt x="924" y="1324"/>
                    <a:pt x="924" y="1329"/>
                  </a:cubicBezTo>
                  <a:cubicBezTo>
                    <a:pt x="927" y="1382"/>
                    <a:pt x="932" y="1434"/>
                    <a:pt x="937" y="1487"/>
                  </a:cubicBezTo>
                  <a:cubicBezTo>
                    <a:pt x="940" y="1511"/>
                    <a:pt x="941" y="1537"/>
                    <a:pt x="945" y="1561"/>
                  </a:cubicBezTo>
                  <a:cubicBezTo>
                    <a:pt x="945" y="1565"/>
                    <a:pt x="945" y="1568"/>
                    <a:pt x="944" y="1572"/>
                  </a:cubicBezTo>
                  <a:cubicBezTo>
                    <a:pt x="943" y="1567"/>
                    <a:pt x="943" y="1562"/>
                    <a:pt x="942" y="1557"/>
                  </a:cubicBezTo>
                  <a:cubicBezTo>
                    <a:pt x="942" y="1556"/>
                    <a:pt x="941" y="1554"/>
                    <a:pt x="941" y="1553"/>
                  </a:cubicBezTo>
                  <a:cubicBezTo>
                    <a:pt x="940" y="1552"/>
                    <a:pt x="939" y="1551"/>
                    <a:pt x="938" y="1550"/>
                  </a:cubicBezTo>
                  <a:cubicBezTo>
                    <a:pt x="936" y="1549"/>
                    <a:pt x="935" y="1549"/>
                    <a:pt x="934" y="1549"/>
                  </a:cubicBezTo>
                  <a:cubicBezTo>
                    <a:pt x="932" y="1549"/>
                    <a:pt x="931" y="1549"/>
                    <a:pt x="930" y="1550"/>
                  </a:cubicBezTo>
                  <a:cubicBezTo>
                    <a:pt x="929" y="1551"/>
                    <a:pt x="928" y="1552"/>
                    <a:pt x="927" y="1553"/>
                  </a:cubicBezTo>
                  <a:cubicBezTo>
                    <a:pt x="926" y="1554"/>
                    <a:pt x="926" y="1556"/>
                    <a:pt x="926" y="1557"/>
                  </a:cubicBezTo>
                  <a:cubicBezTo>
                    <a:pt x="926" y="1559"/>
                    <a:pt x="926" y="1561"/>
                    <a:pt x="926" y="1563"/>
                  </a:cubicBezTo>
                  <a:cubicBezTo>
                    <a:pt x="923" y="1558"/>
                    <a:pt x="920" y="1552"/>
                    <a:pt x="916" y="1547"/>
                  </a:cubicBezTo>
                  <a:cubicBezTo>
                    <a:pt x="917" y="1537"/>
                    <a:pt x="917" y="1528"/>
                    <a:pt x="917" y="1519"/>
                  </a:cubicBezTo>
                  <a:cubicBezTo>
                    <a:pt x="917" y="1510"/>
                    <a:pt x="917" y="1501"/>
                    <a:pt x="916" y="1492"/>
                  </a:cubicBezTo>
                  <a:cubicBezTo>
                    <a:pt x="916" y="1483"/>
                    <a:pt x="916" y="1494"/>
                    <a:pt x="918" y="1495"/>
                  </a:cubicBezTo>
                  <a:cubicBezTo>
                    <a:pt x="918" y="1496"/>
                    <a:pt x="918" y="1496"/>
                    <a:pt x="919" y="1497"/>
                  </a:cubicBezTo>
                  <a:cubicBezTo>
                    <a:pt x="920" y="1498"/>
                    <a:pt x="921" y="1497"/>
                    <a:pt x="922" y="1497"/>
                  </a:cubicBezTo>
                  <a:cubicBezTo>
                    <a:pt x="923" y="1497"/>
                    <a:pt x="924" y="1497"/>
                    <a:pt x="924" y="1497"/>
                  </a:cubicBezTo>
                  <a:cubicBezTo>
                    <a:pt x="925" y="1496"/>
                    <a:pt x="926" y="1496"/>
                    <a:pt x="926" y="1495"/>
                  </a:cubicBezTo>
                  <a:cubicBezTo>
                    <a:pt x="926" y="1494"/>
                    <a:pt x="927" y="1494"/>
                    <a:pt x="927" y="1493"/>
                  </a:cubicBezTo>
                  <a:cubicBezTo>
                    <a:pt x="931" y="1465"/>
                    <a:pt x="919" y="1437"/>
                    <a:pt x="917" y="1409"/>
                  </a:cubicBezTo>
                  <a:cubicBezTo>
                    <a:pt x="916" y="1408"/>
                    <a:pt x="916" y="1407"/>
                    <a:pt x="916" y="1406"/>
                  </a:cubicBezTo>
                  <a:cubicBezTo>
                    <a:pt x="915" y="1405"/>
                    <a:pt x="914" y="1404"/>
                    <a:pt x="913" y="1404"/>
                  </a:cubicBezTo>
                  <a:cubicBezTo>
                    <a:pt x="911" y="1403"/>
                    <a:pt x="910" y="1402"/>
                    <a:pt x="909" y="1402"/>
                  </a:cubicBezTo>
                  <a:cubicBezTo>
                    <a:pt x="907" y="1402"/>
                    <a:pt x="906" y="1403"/>
                    <a:pt x="905" y="1404"/>
                  </a:cubicBezTo>
                  <a:cubicBezTo>
                    <a:pt x="904" y="1404"/>
                    <a:pt x="903" y="1405"/>
                    <a:pt x="902" y="1406"/>
                  </a:cubicBezTo>
                  <a:cubicBezTo>
                    <a:pt x="901" y="1407"/>
                    <a:pt x="901" y="1408"/>
                    <a:pt x="901" y="1409"/>
                  </a:cubicBezTo>
                  <a:cubicBezTo>
                    <a:pt x="901" y="1414"/>
                    <a:pt x="901" y="1419"/>
                    <a:pt x="901" y="1424"/>
                  </a:cubicBezTo>
                  <a:cubicBezTo>
                    <a:pt x="899" y="1416"/>
                    <a:pt x="896" y="1407"/>
                    <a:pt x="894" y="1399"/>
                  </a:cubicBezTo>
                  <a:cubicBezTo>
                    <a:pt x="894" y="1398"/>
                    <a:pt x="895" y="1398"/>
                    <a:pt x="895" y="1397"/>
                  </a:cubicBezTo>
                  <a:cubicBezTo>
                    <a:pt x="917" y="1341"/>
                    <a:pt x="871" y="1273"/>
                    <a:pt x="858" y="1217"/>
                  </a:cubicBezTo>
                  <a:cubicBezTo>
                    <a:pt x="859" y="1221"/>
                    <a:pt x="861" y="1225"/>
                    <a:pt x="863" y="1230"/>
                  </a:cubicBezTo>
                  <a:cubicBezTo>
                    <a:pt x="863" y="1230"/>
                    <a:pt x="863" y="1229"/>
                    <a:pt x="864" y="1230"/>
                  </a:cubicBezTo>
                  <a:cubicBezTo>
                    <a:pt x="865" y="1231"/>
                    <a:pt x="865" y="1232"/>
                    <a:pt x="866" y="1233"/>
                  </a:cubicBezTo>
                  <a:cubicBezTo>
                    <a:pt x="867" y="1233"/>
                    <a:pt x="868" y="1233"/>
                    <a:pt x="869" y="1233"/>
                  </a:cubicBezTo>
                  <a:cubicBezTo>
                    <a:pt x="870" y="1233"/>
                    <a:pt x="871" y="1233"/>
                    <a:pt x="872" y="1233"/>
                  </a:cubicBezTo>
                  <a:cubicBezTo>
                    <a:pt x="873" y="1232"/>
                    <a:pt x="874" y="1231"/>
                    <a:pt x="875" y="1230"/>
                  </a:cubicBezTo>
                  <a:cubicBezTo>
                    <a:pt x="875" y="1229"/>
                    <a:pt x="876" y="1228"/>
                    <a:pt x="876" y="1227"/>
                  </a:cubicBezTo>
                  <a:lnTo>
                    <a:pt x="876" y="1226"/>
                  </a:lnTo>
                  <a:cubicBezTo>
                    <a:pt x="876" y="1196"/>
                    <a:pt x="859" y="1160"/>
                    <a:pt x="849" y="1131"/>
                  </a:cubicBezTo>
                  <a:cubicBezTo>
                    <a:pt x="839" y="1100"/>
                    <a:pt x="826" y="1070"/>
                    <a:pt x="810" y="1042"/>
                  </a:cubicBezTo>
                  <a:cubicBezTo>
                    <a:pt x="809" y="1040"/>
                    <a:pt x="808" y="1039"/>
                    <a:pt x="807" y="1037"/>
                  </a:cubicBezTo>
                  <a:cubicBezTo>
                    <a:pt x="809" y="1039"/>
                    <a:pt x="810" y="1041"/>
                    <a:pt x="812" y="1043"/>
                  </a:cubicBezTo>
                  <a:cubicBezTo>
                    <a:pt x="828" y="1072"/>
                    <a:pt x="843" y="1101"/>
                    <a:pt x="857" y="1132"/>
                  </a:cubicBezTo>
                  <a:cubicBezTo>
                    <a:pt x="870" y="1162"/>
                    <a:pt x="857" y="1132"/>
                    <a:pt x="858" y="1133"/>
                  </a:cubicBezTo>
                  <a:cubicBezTo>
                    <a:pt x="860" y="1139"/>
                    <a:pt x="862" y="1146"/>
                    <a:pt x="866" y="1152"/>
                  </a:cubicBezTo>
                  <a:cubicBezTo>
                    <a:pt x="868" y="1156"/>
                    <a:pt x="871" y="1160"/>
                    <a:pt x="875" y="1164"/>
                  </a:cubicBezTo>
                  <a:cubicBezTo>
                    <a:pt x="875" y="1165"/>
                    <a:pt x="875" y="1165"/>
                    <a:pt x="875" y="1165"/>
                  </a:cubicBezTo>
                  <a:cubicBezTo>
                    <a:pt x="876" y="1165"/>
                    <a:pt x="876" y="1166"/>
                    <a:pt x="878" y="1166"/>
                  </a:cubicBezTo>
                  <a:cubicBezTo>
                    <a:pt x="879" y="1166"/>
                    <a:pt x="881" y="1166"/>
                    <a:pt x="882" y="1165"/>
                  </a:cubicBezTo>
                  <a:cubicBezTo>
                    <a:pt x="883" y="1164"/>
                    <a:pt x="883" y="1164"/>
                    <a:pt x="884" y="1163"/>
                  </a:cubicBezTo>
                  <a:cubicBezTo>
                    <a:pt x="884" y="1162"/>
                    <a:pt x="885" y="1161"/>
                    <a:pt x="885" y="1160"/>
                  </a:cubicBezTo>
                  <a:cubicBezTo>
                    <a:pt x="885" y="1159"/>
                    <a:pt x="885" y="1159"/>
                    <a:pt x="884" y="1158"/>
                  </a:cubicBezTo>
                  <a:cubicBezTo>
                    <a:pt x="870" y="1112"/>
                    <a:pt x="869" y="1056"/>
                    <a:pt x="840" y="1015"/>
                  </a:cubicBezTo>
                  <a:cubicBezTo>
                    <a:pt x="834" y="988"/>
                    <a:pt x="799" y="967"/>
                    <a:pt x="776" y="958"/>
                  </a:cubicBezTo>
                  <a:cubicBezTo>
                    <a:pt x="761" y="952"/>
                    <a:pt x="745" y="949"/>
                    <a:pt x="730" y="945"/>
                  </a:cubicBezTo>
                  <a:lnTo>
                    <a:pt x="764" y="945"/>
                  </a:lnTo>
                  <a:cubicBezTo>
                    <a:pt x="804" y="945"/>
                    <a:pt x="820" y="968"/>
                    <a:pt x="840" y="999"/>
                  </a:cubicBezTo>
                  <a:cubicBezTo>
                    <a:pt x="840" y="999"/>
                    <a:pt x="840" y="1000"/>
                    <a:pt x="841" y="1001"/>
                  </a:cubicBezTo>
                  <a:cubicBezTo>
                    <a:pt x="845" y="1009"/>
                    <a:pt x="852" y="1015"/>
                    <a:pt x="860" y="1020"/>
                  </a:cubicBezTo>
                  <a:cubicBezTo>
                    <a:pt x="862" y="1021"/>
                    <a:pt x="865" y="1023"/>
                    <a:pt x="868" y="1024"/>
                  </a:cubicBezTo>
                  <a:lnTo>
                    <a:pt x="869" y="1024"/>
                  </a:lnTo>
                  <a:cubicBezTo>
                    <a:pt x="870" y="1024"/>
                    <a:pt x="870" y="1023"/>
                    <a:pt x="871" y="1023"/>
                  </a:cubicBezTo>
                  <a:cubicBezTo>
                    <a:pt x="872" y="1022"/>
                    <a:pt x="872" y="1023"/>
                    <a:pt x="873" y="1022"/>
                  </a:cubicBezTo>
                  <a:cubicBezTo>
                    <a:pt x="874" y="1021"/>
                    <a:pt x="873" y="1020"/>
                    <a:pt x="873" y="1019"/>
                  </a:cubicBezTo>
                  <a:lnTo>
                    <a:pt x="873" y="1018"/>
                  </a:lnTo>
                  <a:cubicBezTo>
                    <a:pt x="861" y="981"/>
                    <a:pt x="834" y="933"/>
                    <a:pt x="792" y="925"/>
                  </a:cubicBezTo>
                  <a:cubicBezTo>
                    <a:pt x="783" y="923"/>
                    <a:pt x="772" y="922"/>
                    <a:pt x="760" y="921"/>
                  </a:cubicBezTo>
                  <a:cubicBezTo>
                    <a:pt x="768" y="920"/>
                    <a:pt x="777" y="918"/>
                    <a:pt x="785" y="914"/>
                  </a:cubicBezTo>
                  <a:cubicBezTo>
                    <a:pt x="786" y="914"/>
                    <a:pt x="786" y="913"/>
                    <a:pt x="787" y="912"/>
                  </a:cubicBezTo>
                  <a:cubicBezTo>
                    <a:pt x="787" y="912"/>
                    <a:pt x="787" y="911"/>
                    <a:pt x="787" y="910"/>
                  </a:cubicBezTo>
                  <a:cubicBezTo>
                    <a:pt x="787" y="910"/>
                    <a:pt x="787" y="909"/>
                    <a:pt x="787" y="908"/>
                  </a:cubicBezTo>
                  <a:cubicBezTo>
                    <a:pt x="786" y="907"/>
                    <a:pt x="786" y="908"/>
                    <a:pt x="785" y="907"/>
                  </a:cubicBezTo>
                  <a:cubicBezTo>
                    <a:pt x="784" y="906"/>
                    <a:pt x="785" y="906"/>
                    <a:pt x="785" y="906"/>
                  </a:cubicBezTo>
                  <a:cubicBezTo>
                    <a:pt x="756" y="892"/>
                    <a:pt x="720" y="903"/>
                    <a:pt x="691" y="909"/>
                  </a:cubicBezTo>
                  <a:cubicBezTo>
                    <a:pt x="684" y="910"/>
                    <a:pt x="677" y="912"/>
                    <a:pt x="671" y="914"/>
                  </a:cubicBezTo>
                  <a:cubicBezTo>
                    <a:pt x="672" y="913"/>
                    <a:pt x="672" y="912"/>
                    <a:pt x="673" y="911"/>
                  </a:cubicBezTo>
                  <a:lnTo>
                    <a:pt x="675" y="902"/>
                  </a:lnTo>
                  <a:cubicBezTo>
                    <a:pt x="695" y="881"/>
                    <a:pt x="713" y="858"/>
                    <a:pt x="728" y="834"/>
                  </a:cubicBezTo>
                  <a:cubicBezTo>
                    <a:pt x="809" y="794"/>
                    <a:pt x="905" y="834"/>
                    <a:pt x="953" y="909"/>
                  </a:cubicBezTo>
                  <a:cubicBezTo>
                    <a:pt x="975" y="943"/>
                    <a:pt x="1016" y="1004"/>
                    <a:pt x="1061" y="1010"/>
                  </a:cubicBezTo>
                  <a:lnTo>
                    <a:pt x="1073" y="1030"/>
                  </a:lnTo>
                  <a:cubicBezTo>
                    <a:pt x="1101" y="1071"/>
                    <a:pt x="1135" y="1109"/>
                    <a:pt x="1173" y="1141"/>
                  </a:cubicBezTo>
                  <a:cubicBezTo>
                    <a:pt x="1184" y="1152"/>
                    <a:pt x="1196" y="1161"/>
                    <a:pt x="1209" y="1171"/>
                  </a:cubicBezTo>
                  <a:cubicBezTo>
                    <a:pt x="1207" y="1171"/>
                    <a:pt x="1206" y="1171"/>
                    <a:pt x="1204" y="1172"/>
                  </a:cubicBezTo>
                  <a:cubicBezTo>
                    <a:pt x="1202" y="1173"/>
                    <a:pt x="1200" y="1175"/>
                    <a:pt x="1199" y="1177"/>
                  </a:cubicBezTo>
                  <a:cubicBezTo>
                    <a:pt x="1197" y="1179"/>
                    <a:pt x="1198" y="1181"/>
                    <a:pt x="1198" y="1183"/>
                  </a:cubicBezTo>
                  <a:cubicBezTo>
                    <a:pt x="1198" y="1185"/>
                    <a:pt x="1198" y="1186"/>
                    <a:pt x="1198" y="1188"/>
                  </a:cubicBezTo>
                  <a:cubicBezTo>
                    <a:pt x="1205" y="1202"/>
                    <a:pt x="1223" y="1212"/>
                    <a:pt x="1236" y="1223"/>
                  </a:cubicBezTo>
                  <a:cubicBezTo>
                    <a:pt x="1240" y="1229"/>
                    <a:pt x="1245" y="1236"/>
                    <a:pt x="1249" y="1243"/>
                  </a:cubicBezTo>
                  <a:cubicBezTo>
                    <a:pt x="1251" y="1248"/>
                    <a:pt x="1254" y="1253"/>
                    <a:pt x="1257" y="1258"/>
                  </a:cubicBezTo>
                  <a:cubicBezTo>
                    <a:pt x="1261" y="1266"/>
                    <a:pt x="1267" y="1273"/>
                    <a:pt x="1273" y="1280"/>
                  </a:cubicBezTo>
                  <a:cubicBezTo>
                    <a:pt x="1273" y="1281"/>
                    <a:pt x="1274" y="1281"/>
                    <a:pt x="1274" y="1282"/>
                  </a:cubicBezTo>
                  <a:cubicBezTo>
                    <a:pt x="1300" y="1327"/>
                    <a:pt x="1322" y="1374"/>
                    <a:pt x="1339" y="1423"/>
                  </a:cubicBezTo>
                  <a:cubicBezTo>
                    <a:pt x="1352" y="1458"/>
                    <a:pt x="1355" y="1494"/>
                    <a:pt x="1369" y="1529"/>
                  </a:cubicBezTo>
                  <a:cubicBezTo>
                    <a:pt x="1387" y="1573"/>
                    <a:pt x="1399" y="1620"/>
                    <a:pt x="1405" y="1668"/>
                  </a:cubicBezTo>
                  <a:lnTo>
                    <a:pt x="1405" y="1669"/>
                  </a:lnTo>
                  <a:lnTo>
                    <a:pt x="1406" y="1670"/>
                  </a:lnTo>
                  <a:cubicBezTo>
                    <a:pt x="1407" y="1670"/>
                    <a:pt x="1407" y="1670"/>
                    <a:pt x="1407" y="1670"/>
                  </a:cubicBezTo>
                  <a:cubicBezTo>
                    <a:pt x="1408" y="1670"/>
                    <a:pt x="1408" y="1670"/>
                    <a:pt x="1409" y="1670"/>
                  </a:cubicBezTo>
                  <a:cubicBezTo>
                    <a:pt x="1409" y="1670"/>
                    <a:pt x="1409" y="1669"/>
                    <a:pt x="1410" y="1669"/>
                  </a:cubicBezTo>
                  <a:lnTo>
                    <a:pt x="1410" y="1668"/>
                  </a:lnTo>
                  <a:cubicBezTo>
                    <a:pt x="1410" y="1667"/>
                    <a:pt x="1410" y="1666"/>
                    <a:pt x="1410" y="1665"/>
                  </a:cubicBezTo>
                  <a:cubicBezTo>
                    <a:pt x="1410" y="1628"/>
                    <a:pt x="1404" y="1592"/>
                    <a:pt x="1392" y="1557"/>
                  </a:cubicBezTo>
                  <a:cubicBezTo>
                    <a:pt x="1386" y="1535"/>
                    <a:pt x="1375" y="1514"/>
                    <a:pt x="1368" y="1492"/>
                  </a:cubicBezTo>
                  <a:cubicBezTo>
                    <a:pt x="1365" y="1483"/>
                    <a:pt x="1362" y="1474"/>
                    <a:pt x="1360" y="1464"/>
                  </a:cubicBezTo>
                  <a:cubicBezTo>
                    <a:pt x="1363" y="1470"/>
                    <a:pt x="1365" y="1476"/>
                    <a:pt x="1369" y="1481"/>
                  </a:cubicBezTo>
                  <a:cubicBezTo>
                    <a:pt x="1369" y="1483"/>
                    <a:pt x="1370" y="1484"/>
                    <a:pt x="1371" y="1485"/>
                  </a:cubicBezTo>
                  <a:cubicBezTo>
                    <a:pt x="1376" y="1491"/>
                    <a:pt x="1387" y="1488"/>
                    <a:pt x="1384" y="1480"/>
                  </a:cubicBezTo>
                  <a:cubicBezTo>
                    <a:pt x="1372" y="1439"/>
                    <a:pt x="1363" y="1400"/>
                    <a:pt x="1347" y="1360"/>
                  </a:cubicBezTo>
                  <a:cubicBezTo>
                    <a:pt x="1348" y="1360"/>
                    <a:pt x="1349" y="1359"/>
                    <a:pt x="1350" y="1358"/>
                  </a:cubicBezTo>
                  <a:cubicBezTo>
                    <a:pt x="1350" y="1357"/>
                    <a:pt x="1351" y="1355"/>
                    <a:pt x="1351" y="1354"/>
                  </a:cubicBezTo>
                  <a:lnTo>
                    <a:pt x="1351" y="1350"/>
                  </a:lnTo>
                  <a:cubicBezTo>
                    <a:pt x="1351" y="1348"/>
                    <a:pt x="1350" y="1347"/>
                    <a:pt x="1350" y="1346"/>
                  </a:cubicBezTo>
                  <a:cubicBezTo>
                    <a:pt x="1349" y="1345"/>
                    <a:pt x="1349" y="1344"/>
                    <a:pt x="1348" y="1343"/>
                  </a:cubicBezTo>
                  <a:lnTo>
                    <a:pt x="1350" y="1343"/>
                  </a:lnTo>
                  <a:cubicBezTo>
                    <a:pt x="1351" y="1345"/>
                    <a:pt x="1352" y="1347"/>
                    <a:pt x="1353" y="1349"/>
                  </a:cubicBezTo>
                  <a:cubicBezTo>
                    <a:pt x="1355" y="1356"/>
                    <a:pt x="1355" y="1363"/>
                    <a:pt x="1357" y="1369"/>
                  </a:cubicBezTo>
                  <a:cubicBezTo>
                    <a:pt x="1362" y="1385"/>
                    <a:pt x="1371" y="1400"/>
                    <a:pt x="1377" y="1416"/>
                  </a:cubicBezTo>
                  <a:cubicBezTo>
                    <a:pt x="1378" y="1420"/>
                    <a:pt x="1385" y="1421"/>
                    <a:pt x="1385" y="1416"/>
                  </a:cubicBezTo>
                  <a:cubicBezTo>
                    <a:pt x="1384" y="1400"/>
                    <a:pt x="1380" y="1384"/>
                    <a:pt x="1372" y="1370"/>
                  </a:cubicBezTo>
                  <a:cubicBezTo>
                    <a:pt x="1369" y="1363"/>
                    <a:pt x="1367" y="1357"/>
                    <a:pt x="1366" y="1350"/>
                  </a:cubicBezTo>
                  <a:cubicBezTo>
                    <a:pt x="1365" y="1346"/>
                    <a:pt x="1363" y="1341"/>
                    <a:pt x="1361" y="1338"/>
                  </a:cubicBezTo>
                  <a:cubicBezTo>
                    <a:pt x="1361" y="1337"/>
                    <a:pt x="1361" y="1337"/>
                    <a:pt x="1361" y="1337"/>
                  </a:cubicBezTo>
                  <a:cubicBezTo>
                    <a:pt x="1362" y="1336"/>
                    <a:pt x="1362" y="1333"/>
                    <a:pt x="1362" y="1332"/>
                  </a:cubicBezTo>
                  <a:cubicBezTo>
                    <a:pt x="1362" y="1330"/>
                    <a:pt x="1362" y="1329"/>
                    <a:pt x="1361" y="1328"/>
                  </a:cubicBezTo>
                  <a:lnTo>
                    <a:pt x="1361" y="1327"/>
                  </a:lnTo>
                  <a:lnTo>
                    <a:pt x="1358" y="1324"/>
                  </a:lnTo>
                  <a:cubicBezTo>
                    <a:pt x="1359" y="1323"/>
                    <a:pt x="1361" y="1323"/>
                    <a:pt x="1362" y="1322"/>
                  </a:cubicBezTo>
                  <a:cubicBezTo>
                    <a:pt x="1363" y="1321"/>
                    <a:pt x="1363" y="1321"/>
                    <a:pt x="1364" y="1321"/>
                  </a:cubicBezTo>
                  <a:cubicBezTo>
                    <a:pt x="1364" y="1321"/>
                    <a:pt x="1364" y="1322"/>
                    <a:pt x="1365" y="1322"/>
                  </a:cubicBezTo>
                  <a:cubicBezTo>
                    <a:pt x="1367" y="1326"/>
                    <a:pt x="1369" y="1330"/>
                    <a:pt x="1372" y="1334"/>
                  </a:cubicBezTo>
                  <a:lnTo>
                    <a:pt x="1374" y="1335"/>
                  </a:lnTo>
                  <a:cubicBezTo>
                    <a:pt x="1374" y="1339"/>
                    <a:pt x="1376" y="1343"/>
                    <a:pt x="1378" y="1348"/>
                  </a:cubicBezTo>
                  <a:cubicBezTo>
                    <a:pt x="1380" y="1355"/>
                    <a:pt x="1383" y="1362"/>
                    <a:pt x="1387" y="1369"/>
                  </a:cubicBezTo>
                  <a:cubicBezTo>
                    <a:pt x="1390" y="1374"/>
                    <a:pt x="1393" y="1379"/>
                    <a:pt x="1397" y="1384"/>
                  </a:cubicBezTo>
                  <a:cubicBezTo>
                    <a:pt x="1402" y="1388"/>
                    <a:pt x="1406" y="1381"/>
                    <a:pt x="1405" y="1377"/>
                  </a:cubicBezTo>
                  <a:cubicBezTo>
                    <a:pt x="1403" y="1372"/>
                    <a:pt x="1402" y="1366"/>
                    <a:pt x="1401" y="1360"/>
                  </a:cubicBezTo>
                  <a:cubicBezTo>
                    <a:pt x="1402" y="1360"/>
                    <a:pt x="1402" y="1360"/>
                    <a:pt x="1403" y="1360"/>
                  </a:cubicBezTo>
                  <a:cubicBezTo>
                    <a:pt x="1404" y="1359"/>
                    <a:pt x="1405" y="1359"/>
                    <a:pt x="1406" y="1357"/>
                  </a:cubicBezTo>
                  <a:cubicBezTo>
                    <a:pt x="1406" y="1355"/>
                    <a:pt x="1407" y="1354"/>
                    <a:pt x="1407" y="1353"/>
                  </a:cubicBezTo>
                  <a:cubicBezTo>
                    <a:pt x="1407" y="1352"/>
                    <a:pt x="1407" y="1352"/>
                    <a:pt x="1407" y="1352"/>
                  </a:cubicBezTo>
                  <a:lnTo>
                    <a:pt x="1407" y="1349"/>
                  </a:lnTo>
                  <a:lnTo>
                    <a:pt x="1409" y="1349"/>
                  </a:lnTo>
                  <a:cubicBezTo>
                    <a:pt x="1412" y="1360"/>
                    <a:pt x="1414" y="1371"/>
                    <a:pt x="1417" y="1382"/>
                  </a:cubicBezTo>
                  <a:cubicBezTo>
                    <a:pt x="1424" y="1409"/>
                    <a:pt x="1424" y="1438"/>
                    <a:pt x="1438" y="1462"/>
                  </a:cubicBezTo>
                  <a:cubicBezTo>
                    <a:pt x="1439" y="1463"/>
                    <a:pt x="1439" y="1463"/>
                    <a:pt x="1440" y="1464"/>
                  </a:cubicBezTo>
                  <a:cubicBezTo>
                    <a:pt x="1441" y="1465"/>
                    <a:pt x="1442" y="1465"/>
                    <a:pt x="1443" y="1465"/>
                  </a:cubicBezTo>
                  <a:cubicBezTo>
                    <a:pt x="1444" y="1465"/>
                    <a:pt x="1445" y="1464"/>
                    <a:pt x="1446" y="1464"/>
                  </a:cubicBezTo>
                  <a:cubicBezTo>
                    <a:pt x="1447" y="1463"/>
                    <a:pt x="1448" y="1463"/>
                    <a:pt x="1449" y="1462"/>
                  </a:cubicBezTo>
                  <a:cubicBezTo>
                    <a:pt x="1449" y="1461"/>
                    <a:pt x="1450" y="1460"/>
                    <a:pt x="1450" y="1459"/>
                  </a:cubicBezTo>
                  <a:lnTo>
                    <a:pt x="1450" y="1458"/>
                  </a:lnTo>
                  <a:cubicBezTo>
                    <a:pt x="1442" y="1411"/>
                    <a:pt x="1432" y="1363"/>
                    <a:pt x="1420" y="1317"/>
                  </a:cubicBezTo>
                  <a:cubicBezTo>
                    <a:pt x="1421" y="1309"/>
                    <a:pt x="1421" y="1301"/>
                    <a:pt x="1421" y="1294"/>
                  </a:cubicBezTo>
                  <a:cubicBezTo>
                    <a:pt x="1421" y="1286"/>
                    <a:pt x="1421" y="1280"/>
                    <a:pt x="1420" y="1272"/>
                  </a:cubicBezTo>
                  <a:lnTo>
                    <a:pt x="1426" y="1293"/>
                  </a:lnTo>
                  <a:cubicBezTo>
                    <a:pt x="1434" y="1317"/>
                    <a:pt x="1432" y="1352"/>
                    <a:pt x="1451" y="1372"/>
                  </a:cubicBezTo>
                  <a:cubicBezTo>
                    <a:pt x="1454" y="1376"/>
                    <a:pt x="1460" y="1370"/>
                    <a:pt x="1459" y="1366"/>
                  </a:cubicBezTo>
                  <a:cubicBezTo>
                    <a:pt x="1449" y="1338"/>
                    <a:pt x="1451" y="1307"/>
                    <a:pt x="1440" y="1277"/>
                  </a:cubicBezTo>
                  <a:lnTo>
                    <a:pt x="1435" y="1263"/>
                  </a:lnTo>
                  <a:cubicBezTo>
                    <a:pt x="1447" y="1287"/>
                    <a:pt x="1457" y="1312"/>
                    <a:pt x="1465" y="1338"/>
                  </a:cubicBezTo>
                  <a:cubicBezTo>
                    <a:pt x="1466" y="1338"/>
                    <a:pt x="1466" y="1338"/>
                    <a:pt x="1466" y="1338"/>
                  </a:cubicBezTo>
                  <a:cubicBezTo>
                    <a:pt x="1467" y="1340"/>
                    <a:pt x="1467" y="1341"/>
                    <a:pt x="1469" y="1342"/>
                  </a:cubicBezTo>
                  <a:cubicBezTo>
                    <a:pt x="1470" y="1343"/>
                    <a:pt x="1472" y="1343"/>
                    <a:pt x="1474" y="1343"/>
                  </a:cubicBezTo>
                  <a:cubicBezTo>
                    <a:pt x="1475" y="1343"/>
                    <a:pt x="1477" y="1343"/>
                    <a:pt x="1478" y="1342"/>
                  </a:cubicBezTo>
                  <a:cubicBezTo>
                    <a:pt x="1479" y="1341"/>
                    <a:pt x="1479" y="1341"/>
                    <a:pt x="1480" y="1341"/>
                  </a:cubicBezTo>
                  <a:cubicBezTo>
                    <a:pt x="1492" y="1328"/>
                    <a:pt x="1486" y="1294"/>
                    <a:pt x="1486" y="1277"/>
                  </a:cubicBezTo>
                  <a:cubicBezTo>
                    <a:pt x="1484" y="1234"/>
                    <a:pt x="1479" y="1192"/>
                    <a:pt x="1469" y="1150"/>
                  </a:cubicBezTo>
                  <a:cubicBezTo>
                    <a:pt x="1458" y="1097"/>
                    <a:pt x="1421" y="1047"/>
                    <a:pt x="1401" y="997"/>
                  </a:cubicBezTo>
                  <a:cubicBezTo>
                    <a:pt x="1395" y="982"/>
                    <a:pt x="1388" y="966"/>
                    <a:pt x="1379" y="949"/>
                  </a:cubicBezTo>
                  <a:cubicBezTo>
                    <a:pt x="1380" y="949"/>
                    <a:pt x="1380" y="949"/>
                    <a:pt x="1381" y="949"/>
                  </a:cubicBezTo>
                  <a:cubicBezTo>
                    <a:pt x="1383" y="949"/>
                    <a:pt x="1384" y="949"/>
                    <a:pt x="1385" y="948"/>
                  </a:cubicBezTo>
                  <a:cubicBezTo>
                    <a:pt x="1386" y="947"/>
                    <a:pt x="1386" y="948"/>
                    <a:pt x="1386" y="948"/>
                  </a:cubicBezTo>
                  <a:cubicBezTo>
                    <a:pt x="1396" y="962"/>
                    <a:pt x="1405" y="977"/>
                    <a:pt x="1414" y="992"/>
                  </a:cubicBezTo>
                  <a:cubicBezTo>
                    <a:pt x="1420" y="1003"/>
                    <a:pt x="1426" y="1013"/>
                    <a:pt x="1431" y="1024"/>
                  </a:cubicBezTo>
                  <a:cubicBezTo>
                    <a:pt x="1434" y="1030"/>
                    <a:pt x="1442" y="1026"/>
                    <a:pt x="1442" y="1021"/>
                  </a:cubicBezTo>
                  <a:cubicBezTo>
                    <a:pt x="1441" y="1002"/>
                    <a:pt x="1435" y="983"/>
                    <a:pt x="1426" y="967"/>
                  </a:cubicBezTo>
                  <a:cubicBezTo>
                    <a:pt x="1425" y="965"/>
                    <a:pt x="1424" y="964"/>
                    <a:pt x="1423" y="962"/>
                  </a:cubicBezTo>
                  <a:cubicBezTo>
                    <a:pt x="1424" y="962"/>
                    <a:pt x="1425" y="961"/>
                    <a:pt x="1426" y="961"/>
                  </a:cubicBezTo>
                  <a:cubicBezTo>
                    <a:pt x="1427" y="960"/>
                    <a:pt x="1427" y="960"/>
                    <a:pt x="1428" y="959"/>
                  </a:cubicBezTo>
                  <a:cubicBezTo>
                    <a:pt x="1428" y="958"/>
                    <a:pt x="1429" y="957"/>
                    <a:pt x="1429" y="956"/>
                  </a:cubicBezTo>
                  <a:cubicBezTo>
                    <a:pt x="1432" y="960"/>
                    <a:pt x="1435" y="963"/>
                    <a:pt x="1439" y="967"/>
                  </a:cubicBezTo>
                  <a:cubicBezTo>
                    <a:pt x="1442" y="970"/>
                    <a:pt x="1446" y="979"/>
                    <a:pt x="1449" y="985"/>
                  </a:cubicBezTo>
                  <a:cubicBezTo>
                    <a:pt x="1478" y="1033"/>
                    <a:pt x="1496" y="1093"/>
                    <a:pt x="1516" y="1145"/>
                  </a:cubicBezTo>
                  <a:cubicBezTo>
                    <a:pt x="1516" y="1145"/>
                    <a:pt x="1515" y="1145"/>
                    <a:pt x="1516" y="1146"/>
                  </a:cubicBezTo>
                  <a:cubicBezTo>
                    <a:pt x="1516" y="1147"/>
                    <a:pt x="1517" y="1147"/>
                    <a:pt x="1518" y="1148"/>
                  </a:cubicBezTo>
                  <a:cubicBezTo>
                    <a:pt x="1519" y="1149"/>
                    <a:pt x="1521" y="1149"/>
                    <a:pt x="1522" y="1149"/>
                  </a:cubicBezTo>
                  <a:cubicBezTo>
                    <a:pt x="1523" y="1149"/>
                    <a:pt x="1524" y="1149"/>
                    <a:pt x="1525" y="1148"/>
                  </a:cubicBezTo>
                  <a:cubicBezTo>
                    <a:pt x="1526" y="1147"/>
                    <a:pt x="1526" y="1147"/>
                    <a:pt x="1527" y="1146"/>
                  </a:cubicBezTo>
                  <a:cubicBezTo>
                    <a:pt x="1527" y="1145"/>
                    <a:pt x="1528" y="1144"/>
                    <a:pt x="1528" y="1142"/>
                  </a:cubicBezTo>
                  <a:cubicBezTo>
                    <a:pt x="1528" y="1087"/>
                    <a:pt x="1501" y="1035"/>
                    <a:pt x="1477" y="987"/>
                  </a:cubicBezTo>
                  <a:cubicBezTo>
                    <a:pt x="1471" y="975"/>
                    <a:pt x="1465" y="962"/>
                    <a:pt x="1458" y="950"/>
                  </a:cubicBezTo>
                  <a:lnTo>
                    <a:pt x="1459" y="949"/>
                  </a:lnTo>
                  <a:cubicBezTo>
                    <a:pt x="1460" y="948"/>
                    <a:pt x="1460" y="948"/>
                    <a:pt x="1461" y="948"/>
                  </a:cubicBezTo>
                  <a:lnTo>
                    <a:pt x="1467" y="960"/>
                  </a:lnTo>
                  <a:cubicBezTo>
                    <a:pt x="1497" y="1019"/>
                    <a:pt x="1526" y="1076"/>
                    <a:pt x="1558" y="1133"/>
                  </a:cubicBezTo>
                  <a:cubicBezTo>
                    <a:pt x="1561" y="1138"/>
                    <a:pt x="1571" y="1138"/>
                    <a:pt x="1571" y="1130"/>
                  </a:cubicBezTo>
                  <a:cubicBezTo>
                    <a:pt x="1571" y="1082"/>
                    <a:pt x="1537" y="1032"/>
                    <a:pt x="1512" y="988"/>
                  </a:cubicBezTo>
                  <a:cubicBezTo>
                    <a:pt x="1518" y="991"/>
                    <a:pt x="1523" y="995"/>
                    <a:pt x="1529" y="998"/>
                  </a:cubicBezTo>
                  <a:cubicBezTo>
                    <a:pt x="1533" y="1006"/>
                    <a:pt x="1537" y="1014"/>
                    <a:pt x="1541" y="1021"/>
                  </a:cubicBezTo>
                  <a:cubicBezTo>
                    <a:pt x="1553" y="1048"/>
                    <a:pt x="1563" y="1082"/>
                    <a:pt x="1583" y="1103"/>
                  </a:cubicBezTo>
                  <a:cubicBezTo>
                    <a:pt x="1584" y="1103"/>
                    <a:pt x="1583" y="1103"/>
                    <a:pt x="1584" y="1104"/>
                  </a:cubicBezTo>
                  <a:cubicBezTo>
                    <a:pt x="1584" y="1105"/>
                    <a:pt x="1587" y="1105"/>
                    <a:pt x="1588" y="1105"/>
                  </a:cubicBezTo>
                  <a:cubicBezTo>
                    <a:pt x="1589" y="1105"/>
                    <a:pt x="1591" y="1104"/>
                    <a:pt x="1592" y="1104"/>
                  </a:cubicBezTo>
                  <a:cubicBezTo>
                    <a:pt x="1593" y="1103"/>
                    <a:pt x="1594" y="1102"/>
                    <a:pt x="1595" y="1101"/>
                  </a:cubicBezTo>
                  <a:cubicBezTo>
                    <a:pt x="1595" y="1100"/>
                    <a:pt x="1595" y="1099"/>
                    <a:pt x="1596" y="1098"/>
                  </a:cubicBezTo>
                  <a:cubicBezTo>
                    <a:pt x="1595" y="1079"/>
                    <a:pt x="1590" y="1060"/>
                    <a:pt x="1580" y="1044"/>
                  </a:cubicBezTo>
                  <a:cubicBezTo>
                    <a:pt x="1579" y="1042"/>
                    <a:pt x="1579" y="1041"/>
                    <a:pt x="1578" y="1040"/>
                  </a:cubicBezTo>
                  <a:cubicBezTo>
                    <a:pt x="1579" y="1042"/>
                    <a:pt x="1580" y="1043"/>
                    <a:pt x="1582" y="1044"/>
                  </a:cubicBezTo>
                  <a:cubicBezTo>
                    <a:pt x="1583" y="1045"/>
                    <a:pt x="1583" y="1045"/>
                    <a:pt x="1584" y="1045"/>
                  </a:cubicBezTo>
                  <a:cubicBezTo>
                    <a:pt x="1586" y="1046"/>
                    <a:pt x="1588" y="1047"/>
                    <a:pt x="1591" y="1047"/>
                  </a:cubicBezTo>
                  <a:cubicBezTo>
                    <a:pt x="1593" y="1047"/>
                    <a:pt x="1596" y="1046"/>
                    <a:pt x="1598" y="1045"/>
                  </a:cubicBezTo>
                  <a:cubicBezTo>
                    <a:pt x="1600" y="1044"/>
                    <a:pt x="1602" y="1042"/>
                    <a:pt x="1603" y="1040"/>
                  </a:cubicBezTo>
                  <a:cubicBezTo>
                    <a:pt x="1603" y="1039"/>
                    <a:pt x="1603" y="1039"/>
                    <a:pt x="1604" y="1038"/>
                  </a:cubicBezTo>
                  <a:cubicBezTo>
                    <a:pt x="1611" y="1078"/>
                    <a:pt x="1613" y="1117"/>
                    <a:pt x="1623" y="1155"/>
                  </a:cubicBezTo>
                  <a:cubicBezTo>
                    <a:pt x="1631" y="1191"/>
                    <a:pt x="1641" y="1226"/>
                    <a:pt x="1654" y="1259"/>
                  </a:cubicBezTo>
                  <a:cubicBezTo>
                    <a:pt x="1646" y="1279"/>
                    <a:pt x="1641" y="1299"/>
                    <a:pt x="1638" y="1320"/>
                  </a:cubicBezTo>
                  <a:cubicBezTo>
                    <a:pt x="1632" y="1346"/>
                    <a:pt x="1621" y="1374"/>
                    <a:pt x="1616" y="1399"/>
                  </a:cubicBezTo>
                  <a:cubicBezTo>
                    <a:pt x="1613" y="1421"/>
                    <a:pt x="1606" y="1443"/>
                    <a:pt x="1596" y="1463"/>
                  </a:cubicBezTo>
                  <a:cubicBezTo>
                    <a:pt x="1596" y="1451"/>
                    <a:pt x="1595" y="1440"/>
                    <a:pt x="1595" y="1428"/>
                  </a:cubicBezTo>
                  <a:cubicBezTo>
                    <a:pt x="1595" y="1423"/>
                    <a:pt x="1595" y="1418"/>
                    <a:pt x="1595" y="1413"/>
                  </a:cubicBezTo>
                  <a:cubicBezTo>
                    <a:pt x="1595" y="1385"/>
                    <a:pt x="1594" y="1358"/>
                    <a:pt x="1591" y="1330"/>
                  </a:cubicBezTo>
                  <a:cubicBezTo>
                    <a:pt x="1590" y="1330"/>
                    <a:pt x="1590" y="1329"/>
                    <a:pt x="1590" y="1329"/>
                  </a:cubicBezTo>
                  <a:cubicBezTo>
                    <a:pt x="1590" y="1328"/>
                    <a:pt x="1589" y="1328"/>
                    <a:pt x="1588" y="1327"/>
                  </a:cubicBezTo>
                  <a:cubicBezTo>
                    <a:pt x="1588" y="1327"/>
                    <a:pt x="1587" y="1327"/>
                    <a:pt x="1586" y="1327"/>
                  </a:cubicBezTo>
                  <a:cubicBezTo>
                    <a:pt x="1586" y="1327"/>
                    <a:pt x="1585" y="1326"/>
                    <a:pt x="1584" y="1327"/>
                  </a:cubicBezTo>
                  <a:cubicBezTo>
                    <a:pt x="1583" y="1327"/>
                    <a:pt x="1583" y="1328"/>
                    <a:pt x="1583" y="1329"/>
                  </a:cubicBezTo>
                  <a:cubicBezTo>
                    <a:pt x="1582" y="1330"/>
                    <a:pt x="1582" y="1330"/>
                    <a:pt x="1582" y="1330"/>
                  </a:cubicBezTo>
                  <a:cubicBezTo>
                    <a:pt x="1566" y="1433"/>
                    <a:pt x="1603" y="1553"/>
                    <a:pt x="1536" y="1645"/>
                  </a:cubicBezTo>
                  <a:cubicBezTo>
                    <a:pt x="1535" y="1646"/>
                    <a:pt x="1536" y="1648"/>
                    <a:pt x="1538" y="1647"/>
                  </a:cubicBezTo>
                  <a:cubicBezTo>
                    <a:pt x="1580" y="1621"/>
                    <a:pt x="1586" y="1575"/>
                    <a:pt x="1594" y="1529"/>
                  </a:cubicBezTo>
                  <a:cubicBezTo>
                    <a:pt x="1596" y="1515"/>
                    <a:pt x="1597" y="1501"/>
                    <a:pt x="1597" y="1487"/>
                  </a:cubicBezTo>
                  <a:cubicBezTo>
                    <a:pt x="1597" y="1482"/>
                    <a:pt x="1597" y="1476"/>
                    <a:pt x="1597" y="1470"/>
                  </a:cubicBezTo>
                  <a:lnTo>
                    <a:pt x="1598" y="1470"/>
                  </a:lnTo>
                  <a:cubicBezTo>
                    <a:pt x="1600" y="1467"/>
                    <a:pt x="1602" y="1464"/>
                    <a:pt x="1604" y="1460"/>
                  </a:cubicBezTo>
                  <a:cubicBezTo>
                    <a:pt x="1619" y="1436"/>
                    <a:pt x="1630" y="1409"/>
                    <a:pt x="1639" y="1382"/>
                  </a:cubicBezTo>
                  <a:cubicBezTo>
                    <a:pt x="1651" y="1352"/>
                    <a:pt x="1654" y="1313"/>
                    <a:pt x="1666" y="1282"/>
                  </a:cubicBezTo>
                  <a:cubicBezTo>
                    <a:pt x="1666" y="1283"/>
                    <a:pt x="1667" y="1285"/>
                    <a:pt x="1668" y="1287"/>
                  </a:cubicBezTo>
                  <a:cubicBezTo>
                    <a:pt x="1674" y="1296"/>
                    <a:pt x="1682" y="1304"/>
                    <a:pt x="1692" y="1310"/>
                  </a:cubicBezTo>
                  <a:cubicBezTo>
                    <a:pt x="1698" y="1313"/>
                    <a:pt x="1704" y="1316"/>
                    <a:pt x="1711" y="1318"/>
                  </a:cubicBezTo>
                  <a:cubicBezTo>
                    <a:pt x="1714" y="1336"/>
                    <a:pt x="1715" y="1355"/>
                    <a:pt x="1715" y="1374"/>
                  </a:cubicBezTo>
                  <a:cubicBezTo>
                    <a:pt x="1715" y="1402"/>
                    <a:pt x="1707" y="1452"/>
                    <a:pt x="1732" y="1475"/>
                  </a:cubicBezTo>
                  <a:lnTo>
                    <a:pt x="1733" y="1476"/>
                  </a:lnTo>
                  <a:cubicBezTo>
                    <a:pt x="1734" y="1477"/>
                    <a:pt x="1735" y="1477"/>
                    <a:pt x="1737" y="1477"/>
                  </a:cubicBezTo>
                  <a:cubicBezTo>
                    <a:pt x="1738" y="1477"/>
                    <a:pt x="1740" y="1477"/>
                    <a:pt x="1742" y="1476"/>
                  </a:cubicBezTo>
                  <a:cubicBezTo>
                    <a:pt x="1743" y="1475"/>
                    <a:pt x="1744" y="1474"/>
                    <a:pt x="1745" y="1473"/>
                  </a:cubicBezTo>
                  <a:cubicBezTo>
                    <a:pt x="1747" y="1466"/>
                    <a:pt x="1750" y="1459"/>
                    <a:pt x="1754" y="1453"/>
                  </a:cubicBezTo>
                  <a:cubicBezTo>
                    <a:pt x="1760" y="1443"/>
                    <a:pt x="1767" y="1434"/>
                    <a:pt x="1775" y="1426"/>
                  </a:cubicBezTo>
                  <a:cubicBezTo>
                    <a:pt x="1775" y="1430"/>
                    <a:pt x="1775" y="1435"/>
                    <a:pt x="1775" y="1439"/>
                  </a:cubicBezTo>
                  <a:cubicBezTo>
                    <a:pt x="1775" y="1475"/>
                    <a:pt x="1773" y="1511"/>
                    <a:pt x="1769" y="1547"/>
                  </a:cubicBezTo>
                  <a:cubicBezTo>
                    <a:pt x="1763" y="1595"/>
                    <a:pt x="1775" y="1641"/>
                    <a:pt x="1774" y="1688"/>
                  </a:cubicBezTo>
                  <a:cubicBezTo>
                    <a:pt x="1774" y="1702"/>
                    <a:pt x="1773" y="1718"/>
                    <a:pt x="1786" y="1727"/>
                  </a:cubicBezTo>
                  <a:cubicBezTo>
                    <a:pt x="1795" y="1733"/>
                    <a:pt x="1813" y="1712"/>
                    <a:pt x="1816" y="1725"/>
                  </a:cubicBezTo>
                  <a:cubicBezTo>
                    <a:pt x="1817" y="1735"/>
                    <a:pt x="1817" y="1745"/>
                    <a:pt x="1817" y="1756"/>
                  </a:cubicBezTo>
                  <a:cubicBezTo>
                    <a:pt x="1817" y="1770"/>
                    <a:pt x="1816" y="1784"/>
                    <a:pt x="1815" y="1798"/>
                  </a:cubicBezTo>
                  <a:cubicBezTo>
                    <a:pt x="1815" y="1825"/>
                    <a:pt x="1821" y="1851"/>
                    <a:pt x="1820" y="1878"/>
                  </a:cubicBezTo>
                  <a:cubicBezTo>
                    <a:pt x="1820" y="1932"/>
                    <a:pt x="1822" y="1987"/>
                    <a:pt x="1818" y="2042"/>
                  </a:cubicBezTo>
                  <a:cubicBezTo>
                    <a:pt x="1813" y="2101"/>
                    <a:pt x="1815" y="2162"/>
                    <a:pt x="1807" y="2220"/>
                  </a:cubicBezTo>
                  <a:cubicBezTo>
                    <a:pt x="1804" y="2243"/>
                    <a:pt x="1803" y="2267"/>
                    <a:pt x="1800" y="2290"/>
                  </a:cubicBezTo>
                  <a:cubicBezTo>
                    <a:pt x="1797" y="2307"/>
                    <a:pt x="1801" y="2336"/>
                    <a:pt x="1793" y="2352"/>
                  </a:cubicBezTo>
                  <a:cubicBezTo>
                    <a:pt x="1790" y="2357"/>
                    <a:pt x="1798" y="2362"/>
                    <a:pt x="1802" y="2357"/>
                  </a:cubicBezTo>
                  <a:lnTo>
                    <a:pt x="1806" y="2351"/>
                  </a:lnTo>
                  <a:lnTo>
                    <a:pt x="1807" y="2352"/>
                  </a:lnTo>
                  <a:cubicBezTo>
                    <a:pt x="1808" y="2352"/>
                    <a:pt x="1810" y="2353"/>
                    <a:pt x="1812" y="2353"/>
                  </a:cubicBezTo>
                  <a:cubicBezTo>
                    <a:pt x="1814" y="2353"/>
                    <a:pt x="1815" y="2353"/>
                    <a:pt x="1817" y="2352"/>
                  </a:cubicBezTo>
                  <a:cubicBezTo>
                    <a:pt x="1819" y="2351"/>
                    <a:pt x="1820" y="2350"/>
                    <a:pt x="1821" y="2348"/>
                  </a:cubicBezTo>
                  <a:cubicBezTo>
                    <a:pt x="1822" y="2347"/>
                    <a:pt x="1822" y="2345"/>
                    <a:pt x="1822" y="2344"/>
                  </a:cubicBezTo>
                  <a:cubicBezTo>
                    <a:pt x="1824" y="2324"/>
                    <a:pt x="1848" y="2304"/>
                    <a:pt x="1854" y="2283"/>
                  </a:cubicBezTo>
                  <a:cubicBezTo>
                    <a:pt x="1860" y="2261"/>
                    <a:pt x="1881" y="2244"/>
                    <a:pt x="1893" y="2224"/>
                  </a:cubicBezTo>
                  <a:cubicBezTo>
                    <a:pt x="1895" y="2222"/>
                    <a:pt x="1896" y="2220"/>
                    <a:pt x="1897" y="2217"/>
                  </a:cubicBezTo>
                  <a:cubicBezTo>
                    <a:pt x="1904" y="2206"/>
                    <a:pt x="1910" y="2194"/>
                    <a:pt x="1914" y="2181"/>
                  </a:cubicBezTo>
                  <a:cubicBezTo>
                    <a:pt x="1944" y="2110"/>
                    <a:pt x="1970" y="2038"/>
                    <a:pt x="1993" y="1965"/>
                  </a:cubicBezTo>
                  <a:cubicBezTo>
                    <a:pt x="2004" y="1929"/>
                    <a:pt x="2016" y="1892"/>
                    <a:pt x="2025" y="1856"/>
                  </a:cubicBezTo>
                  <a:cubicBezTo>
                    <a:pt x="2034" y="1820"/>
                    <a:pt x="2025" y="1769"/>
                    <a:pt x="2021" y="1730"/>
                  </a:cubicBezTo>
                  <a:cubicBezTo>
                    <a:pt x="2018" y="1702"/>
                    <a:pt x="2012" y="1673"/>
                    <a:pt x="2004" y="1646"/>
                  </a:cubicBezTo>
                  <a:moveTo>
                    <a:pt x="893" y="2344"/>
                  </a:moveTo>
                  <a:cubicBezTo>
                    <a:pt x="897" y="2346"/>
                    <a:pt x="901" y="2346"/>
                    <a:pt x="906" y="2346"/>
                  </a:cubicBezTo>
                  <a:cubicBezTo>
                    <a:pt x="910" y="2346"/>
                    <a:pt x="916" y="2346"/>
                    <a:pt x="920" y="2344"/>
                  </a:cubicBezTo>
                  <a:cubicBezTo>
                    <a:pt x="920" y="2349"/>
                    <a:pt x="920" y="2354"/>
                    <a:pt x="919" y="2359"/>
                  </a:cubicBezTo>
                  <a:cubicBezTo>
                    <a:pt x="917" y="2386"/>
                    <a:pt x="912" y="2413"/>
                    <a:pt x="910" y="2441"/>
                  </a:cubicBezTo>
                  <a:cubicBezTo>
                    <a:pt x="910" y="2442"/>
                    <a:pt x="910" y="2443"/>
                    <a:pt x="910" y="2444"/>
                  </a:cubicBezTo>
                  <a:cubicBezTo>
                    <a:pt x="910" y="2463"/>
                    <a:pt x="908" y="2483"/>
                    <a:pt x="904" y="2502"/>
                  </a:cubicBezTo>
                  <a:cubicBezTo>
                    <a:pt x="903" y="2500"/>
                    <a:pt x="902" y="2498"/>
                    <a:pt x="900" y="2496"/>
                  </a:cubicBezTo>
                  <a:cubicBezTo>
                    <a:pt x="891" y="2479"/>
                    <a:pt x="883" y="2461"/>
                    <a:pt x="877" y="2443"/>
                  </a:cubicBezTo>
                  <a:cubicBezTo>
                    <a:pt x="877" y="2443"/>
                    <a:pt x="878" y="2443"/>
                    <a:pt x="877" y="2442"/>
                  </a:cubicBezTo>
                  <a:cubicBezTo>
                    <a:pt x="876" y="2441"/>
                    <a:pt x="876" y="2441"/>
                    <a:pt x="875" y="2440"/>
                  </a:cubicBezTo>
                  <a:cubicBezTo>
                    <a:pt x="874" y="2439"/>
                    <a:pt x="873" y="2440"/>
                    <a:pt x="872" y="2440"/>
                  </a:cubicBezTo>
                  <a:cubicBezTo>
                    <a:pt x="871" y="2440"/>
                    <a:pt x="870" y="2439"/>
                    <a:pt x="869" y="2440"/>
                  </a:cubicBezTo>
                  <a:cubicBezTo>
                    <a:pt x="868" y="2441"/>
                    <a:pt x="868" y="2441"/>
                    <a:pt x="868" y="2442"/>
                  </a:cubicBezTo>
                  <a:cubicBezTo>
                    <a:pt x="878" y="2410"/>
                    <a:pt x="884" y="2376"/>
                    <a:pt x="893" y="2344"/>
                  </a:cubicBezTo>
                  <a:moveTo>
                    <a:pt x="1099" y="1984"/>
                  </a:moveTo>
                  <a:cubicBezTo>
                    <a:pt x="1099" y="1986"/>
                    <a:pt x="1099" y="1989"/>
                    <a:pt x="1098" y="1992"/>
                  </a:cubicBezTo>
                  <a:cubicBezTo>
                    <a:pt x="1098" y="1988"/>
                    <a:pt x="1098" y="1983"/>
                    <a:pt x="1098" y="1979"/>
                  </a:cubicBezTo>
                  <a:lnTo>
                    <a:pt x="1099" y="1984"/>
                  </a:lnTo>
                  <a:moveTo>
                    <a:pt x="1097" y="2172"/>
                  </a:moveTo>
                  <a:cubicBezTo>
                    <a:pt x="1098" y="2173"/>
                    <a:pt x="1099" y="2173"/>
                    <a:pt x="1100" y="2173"/>
                  </a:cubicBezTo>
                  <a:cubicBezTo>
                    <a:pt x="1100" y="2173"/>
                    <a:pt x="1101" y="2173"/>
                    <a:pt x="1102" y="2172"/>
                  </a:cubicBezTo>
                  <a:cubicBezTo>
                    <a:pt x="1100" y="2178"/>
                    <a:pt x="1097" y="2183"/>
                    <a:pt x="1094" y="2188"/>
                  </a:cubicBezTo>
                  <a:cubicBezTo>
                    <a:pt x="1094" y="2189"/>
                    <a:pt x="1093" y="2191"/>
                    <a:pt x="1092" y="2192"/>
                  </a:cubicBezTo>
                  <a:cubicBezTo>
                    <a:pt x="1094" y="2187"/>
                    <a:pt x="1096" y="2179"/>
                    <a:pt x="1097" y="2173"/>
                  </a:cubicBezTo>
                  <a:lnTo>
                    <a:pt x="1097" y="2172"/>
                  </a:lnTo>
                  <a:moveTo>
                    <a:pt x="1038" y="1614"/>
                  </a:moveTo>
                  <a:cubicBezTo>
                    <a:pt x="1038" y="1617"/>
                    <a:pt x="1038" y="1619"/>
                    <a:pt x="1038" y="1621"/>
                  </a:cubicBezTo>
                  <a:lnTo>
                    <a:pt x="1036" y="1615"/>
                  </a:lnTo>
                  <a:lnTo>
                    <a:pt x="1038" y="1614"/>
                  </a:lnTo>
                  <a:moveTo>
                    <a:pt x="985" y="2106"/>
                  </a:moveTo>
                  <a:cubicBezTo>
                    <a:pt x="991" y="2036"/>
                    <a:pt x="988" y="1965"/>
                    <a:pt x="989" y="1894"/>
                  </a:cubicBezTo>
                  <a:lnTo>
                    <a:pt x="990" y="1894"/>
                  </a:lnTo>
                  <a:cubicBezTo>
                    <a:pt x="991" y="1893"/>
                    <a:pt x="991" y="1893"/>
                    <a:pt x="992" y="1892"/>
                  </a:cubicBezTo>
                  <a:cubicBezTo>
                    <a:pt x="993" y="1891"/>
                    <a:pt x="994" y="1889"/>
                    <a:pt x="995" y="1888"/>
                  </a:cubicBezTo>
                  <a:cubicBezTo>
                    <a:pt x="996" y="1885"/>
                    <a:pt x="997" y="1883"/>
                    <a:pt x="998" y="1880"/>
                  </a:cubicBezTo>
                  <a:cubicBezTo>
                    <a:pt x="998" y="1883"/>
                    <a:pt x="998" y="1885"/>
                    <a:pt x="998" y="1887"/>
                  </a:cubicBezTo>
                  <a:cubicBezTo>
                    <a:pt x="998" y="1914"/>
                    <a:pt x="1000" y="1941"/>
                    <a:pt x="1003" y="1968"/>
                  </a:cubicBezTo>
                  <a:cubicBezTo>
                    <a:pt x="1003" y="1968"/>
                    <a:pt x="1003" y="1969"/>
                    <a:pt x="1004" y="1970"/>
                  </a:cubicBezTo>
                  <a:cubicBezTo>
                    <a:pt x="1004" y="1971"/>
                    <a:pt x="1005" y="1971"/>
                    <a:pt x="1006" y="1972"/>
                  </a:cubicBezTo>
                  <a:cubicBezTo>
                    <a:pt x="1007" y="1973"/>
                    <a:pt x="1008" y="1973"/>
                    <a:pt x="1010" y="1973"/>
                  </a:cubicBezTo>
                  <a:cubicBezTo>
                    <a:pt x="1011" y="1973"/>
                    <a:pt x="1012" y="1973"/>
                    <a:pt x="1013" y="1972"/>
                  </a:cubicBezTo>
                  <a:cubicBezTo>
                    <a:pt x="1014" y="1971"/>
                    <a:pt x="1014" y="1971"/>
                    <a:pt x="1015" y="1970"/>
                  </a:cubicBezTo>
                  <a:cubicBezTo>
                    <a:pt x="1015" y="1969"/>
                    <a:pt x="1016" y="1968"/>
                    <a:pt x="1016" y="1968"/>
                  </a:cubicBezTo>
                  <a:cubicBezTo>
                    <a:pt x="1022" y="1929"/>
                    <a:pt x="1025" y="1890"/>
                    <a:pt x="1025" y="1852"/>
                  </a:cubicBezTo>
                  <a:cubicBezTo>
                    <a:pt x="1025" y="1848"/>
                    <a:pt x="1025" y="1843"/>
                    <a:pt x="1024" y="1839"/>
                  </a:cubicBezTo>
                  <a:cubicBezTo>
                    <a:pt x="1026" y="1856"/>
                    <a:pt x="1029" y="1872"/>
                    <a:pt x="1034" y="1887"/>
                  </a:cubicBezTo>
                  <a:cubicBezTo>
                    <a:pt x="1034" y="1928"/>
                    <a:pt x="1035" y="1969"/>
                    <a:pt x="1036" y="2009"/>
                  </a:cubicBezTo>
                  <a:cubicBezTo>
                    <a:pt x="1036" y="2010"/>
                    <a:pt x="1036" y="2011"/>
                    <a:pt x="1037" y="2012"/>
                  </a:cubicBezTo>
                  <a:cubicBezTo>
                    <a:pt x="1037" y="2013"/>
                    <a:pt x="1039" y="2014"/>
                    <a:pt x="1039" y="2014"/>
                  </a:cubicBezTo>
                  <a:cubicBezTo>
                    <a:pt x="1040" y="2015"/>
                    <a:pt x="1041" y="2015"/>
                    <a:pt x="1043" y="2015"/>
                  </a:cubicBezTo>
                  <a:cubicBezTo>
                    <a:pt x="1044" y="2015"/>
                    <a:pt x="1045" y="2014"/>
                    <a:pt x="1046" y="2014"/>
                  </a:cubicBezTo>
                  <a:cubicBezTo>
                    <a:pt x="1047" y="2013"/>
                    <a:pt x="1047" y="2013"/>
                    <a:pt x="1048" y="2012"/>
                  </a:cubicBezTo>
                  <a:lnTo>
                    <a:pt x="1048" y="2011"/>
                  </a:lnTo>
                  <a:cubicBezTo>
                    <a:pt x="1056" y="1969"/>
                    <a:pt x="1059" y="1928"/>
                    <a:pt x="1059" y="1886"/>
                  </a:cubicBezTo>
                  <a:cubicBezTo>
                    <a:pt x="1059" y="1871"/>
                    <a:pt x="1059" y="1856"/>
                    <a:pt x="1058" y="1841"/>
                  </a:cubicBezTo>
                  <a:cubicBezTo>
                    <a:pt x="1058" y="1838"/>
                    <a:pt x="1058" y="1835"/>
                    <a:pt x="1058" y="1832"/>
                  </a:cubicBezTo>
                  <a:cubicBezTo>
                    <a:pt x="1060" y="1844"/>
                    <a:pt x="1062" y="1855"/>
                    <a:pt x="1065" y="1867"/>
                  </a:cubicBezTo>
                  <a:lnTo>
                    <a:pt x="1066" y="1868"/>
                  </a:lnTo>
                  <a:cubicBezTo>
                    <a:pt x="1066" y="1869"/>
                    <a:pt x="1067" y="1870"/>
                    <a:pt x="1068" y="1871"/>
                  </a:cubicBezTo>
                  <a:cubicBezTo>
                    <a:pt x="1069" y="1871"/>
                    <a:pt x="1070" y="1871"/>
                    <a:pt x="1071" y="1872"/>
                  </a:cubicBezTo>
                  <a:cubicBezTo>
                    <a:pt x="1072" y="1930"/>
                    <a:pt x="1076" y="1988"/>
                    <a:pt x="1083" y="2046"/>
                  </a:cubicBezTo>
                  <a:cubicBezTo>
                    <a:pt x="1083" y="2047"/>
                    <a:pt x="1083" y="2047"/>
                    <a:pt x="1084" y="2048"/>
                  </a:cubicBezTo>
                  <a:lnTo>
                    <a:pt x="1085" y="2049"/>
                  </a:lnTo>
                  <a:cubicBezTo>
                    <a:pt x="1086" y="2050"/>
                    <a:pt x="1087" y="2050"/>
                    <a:pt x="1088" y="2050"/>
                  </a:cubicBezTo>
                  <a:cubicBezTo>
                    <a:pt x="1089" y="2050"/>
                    <a:pt x="1090" y="2050"/>
                    <a:pt x="1091" y="2049"/>
                  </a:cubicBezTo>
                  <a:lnTo>
                    <a:pt x="1092" y="2048"/>
                  </a:lnTo>
                  <a:cubicBezTo>
                    <a:pt x="1093" y="2047"/>
                    <a:pt x="1093" y="2047"/>
                    <a:pt x="1093" y="2046"/>
                  </a:cubicBezTo>
                  <a:cubicBezTo>
                    <a:pt x="1093" y="2060"/>
                    <a:pt x="1093" y="2073"/>
                    <a:pt x="1092" y="2087"/>
                  </a:cubicBezTo>
                  <a:cubicBezTo>
                    <a:pt x="1085" y="2124"/>
                    <a:pt x="1080" y="2162"/>
                    <a:pt x="1071" y="2199"/>
                  </a:cubicBezTo>
                  <a:cubicBezTo>
                    <a:pt x="1066" y="2219"/>
                    <a:pt x="1062" y="2238"/>
                    <a:pt x="1057" y="2258"/>
                  </a:cubicBezTo>
                  <a:cubicBezTo>
                    <a:pt x="1054" y="2269"/>
                    <a:pt x="1050" y="2280"/>
                    <a:pt x="1046" y="2290"/>
                  </a:cubicBezTo>
                  <a:cubicBezTo>
                    <a:pt x="1048" y="2270"/>
                    <a:pt x="1050" y="2249"/>
                    <a:pt x="1053" y="2229"/>
                  </a:cubicBezTo>
                  <a:cubicBezTo>
                    <a:pt x="1058" y="2203"/>
                    <a:pt x="1061" y="2176"/>
                    <a:pt x="1061" y="2149"/>
                  </a:cubicBezTo>
                  <a:cubicBezTo>
                    <a:pt x="1061" y="2145"/>
                    <a:pt x="1055" y="2144"/>
                    <a:pt x="1054" y="2149"/>
                  </a:cubicBezTo>
                  <a:cubicBezTo>
                    <a:pt x="1050" y="2175"/>
                    <a:pt x="1042" y="2200"/>
                    <a:pt x="1035" y="2227"/>
                  </a:cubicBezTo>
                  <a:cubicBezTo>
                    <a:pt x="1025" y="2267"/>
                    <a:pt x="1024" y="2307"/>
                    <a:pt x="1012" y="2347"/>
                  </a:cubicBezTo>
                  <a:cubicBezTo>
                    <a:pt x="1008" y="2358"/>
                    <a:pt x="1003" y="2368"/>
                    <a:pt x="998" y="2377"/>
                  </a:cubicBezTo>
                  <a:cubicBezTo>
                    <a:pt x="996" y="2380"/>
                    <a:pt x="994" y="2383"/>
                    <a:pt x="992" y="2386"/>
                  </a:cubicBezTo>
                  <a:cubicBezTo>
                    <a:pt x="994" y="2382"/>
                    <a:pt x="996" y="2377"/>
                    <a:pt x="999" y="2373"/>
                  </a:cubicBezTo>
                  <a:cubicBezTo>
                    <a:pt x="1017" y="2339"/>
                    <a:pt x="1013" y="2300"/>
                    <a:pt x="1027" y="2265"/>
                  </a:cubicBezTo>
                  <a:cubicBezTo>
                    <a:pt x="1029" y="2260"/>
                    <a:pt x="1023" y="2257"/>
                    <a:pt x="1020" y="2261"/>
                  </a:cubicBezTo>
                  <a:cubicBezTo>
                    <a:pt x="995" y="2288"/>
                    <a:pt x="1001" y="2333"/>
                    <a:pt x="984" y="2365"/>
                  </a:cubicBezTo>
                  <a:cubicBezTo>
                    <a:pt x="964" y="2402"/>
                    <a:pt x="959" y="2447"/>
                    <a:pt x="945" y="2488"/>
                  </a:cubicBezTo>
                  <a:cubicBezTo>
                    <a:pt x="937" y="2517"/>
                    <a:pt x="925" y="2546"/>
                    <a:pt x="910" y="2573"/>
                  </a:cubicBezTo>
                  <a:cubicBezTo>
                    <a:pt x="904" y="2583"/>
                    <a:pt x="897" y="2594"/>
                    <a:pt x="889" y="2604"/>
                  </a:cubicBezTo>
                  <a:cubicBezTo>
                    <a:pt x="855" y="2645"/>
                    <a:pt x="856" y="2607"/>
                    <a:pt x="853" y="2578"/>
                  </a:cubicBezTo>
                  <a:cubicBezTo>
                    <a:pt x="853" y="2577"/>
                    <a:pt x="853" y="2577"/>
                    <a:pt x="853" y="2577"/>
                  </a:cubicBezTo>
                  <a:cubicBezTo>
                    <a:pt x="852" y="2576"/>
                    <a:pt x="852" y="2576"/>
                    <a:pt x="852" y="2576"/>
                  </a:cubicBezTo>
                  <a:cubicBezTo>
                    <a:pt x="851" y="2576"/>
                    <a:pt x="851" y="2575"/>
                    <a:pt x="850" y="2575"/>
                  </a:cubicBezTo>
                  <a:cubicBezTo>
                    <a:pt x="863" y="2546"/>
                    <a:pt x="869" y="2515"/>
                    <a:pt x="869" y="2484"/>
                  </a:cubicBezTo>
                  <a:cubicBezTo>
                    <a:pt x="869" y="2478"/>
                    <a:pt x="869" y="2471"/>
                    <a:pt x="868" y="2465"/>
                  </a:cubicBezTo>
                  <a:cubicBezTo>
                    <a:pt x="868" y="2464"/>
                    <a:pt x="868" y="2464"/>
                    <a:pt x="867" y="2463"/>
                  </a:cubicBezTo>
                  <a:cubicBezTo>
                    <a:pt x="866" y="2462"/>
                    <a:pt x="866" y="2463"/>
                    <a:pt x="865" y="2463"/>
                  </a:cubicBezTo>
                  <a:cubicBezTo>
                    <a:pt x="865" y="2463"/>
                    <a:pt x="864" y="2462"/>
                    <a:pt x="863" y="2463"/>
                  </a:cubicBezTo>
                  <a:cubicBezTo>
                    <a:pt x="862" y="2464"/>
                    <a:pt x="862" y="2464"/>
                    <a:pt x="862" y="2465"/>
                  </a:cubicBezTo>
                  <a:cubicBezTo>
                    <a:pt x="853" y="2481"/>
                    <a:pt x="847" y="2499"/>
                    <a:pt x="846" y="2518"/>
                  </a:cubicBezTo>
                  <a:cubicBezTo>
                    <a:pt x="844" y="2557"/>
                    <a:pt x="821" y="2590"/>
                    <a:pt x="812" y="2626"/>
                  </a:cubicBezTo>
                  <a:cubicBezTo>
                    <a:pt x="810" y="2635"/>
                    <a:pt x="776" y="2702"/>
                    <a:pt x="769" y="2692"/>
                  </a:cubicBezTo>
                  <a:cubicBezTo>
                    <a:pt x="746" y="2655"/>
                    <a:pt x="756" y="2602"/>
                    <a:pt x="753" y="2560"/>
                  </a:cubicBezTo>
                  <a:cubicBezTo>
                    <a:pt x="753" y="2558"/>
                    <a:pt x="751" y="2558"/>
                    <a:pt x="750" y="2560"/>
                  </a:cubicBezTo>
                  <a:cubicBezTo>
                    <a:pt x="758" y="2527"/>
                    <a:pt x="768" y="2495"/>
                    <a:pt x="776" y="2462"/>
                  </a:cubicBezTo>
                  <a:cubicBezTo>
                    <a:pt x="783" y="2441"/>
                    <a:pt x="791" y="2420"/>
                    <a:pt x="800" y="2399"/>
                  </a:cubicBezTo>
                  <a:cubicBezTo>
                    <a:pt x="805" y="2382"/>
                    <a:pt x="809" y="2363"/>
                    <a:pt x="810" y="2345"/>
                  </a:cubicBezTo>
                  <a:cubicBezTo>
                    <a:pt x="810" y="2351"/>
                    <a:pt x="810" y="2356"/>
                    <a:pt x="812" y="2361"/>
                  </a:cubicBezTo>
                  <a:cubicBezTo>
                    <a:pt x="818" y="2397"/>
                    <a:pt x="819" y="2444"/>
                    <a:pt x="839" y="2476"/>
                  </a:cubicBezTo>
                  <a:cubicBezTo>
                    <a:pt x="840" y="2477"/>
                    <a:pt x="841" y="2478"/>
                    <a:pt x="842" y="2479"/>
                  </a:cubicBezTo>
                  <a:cubicBezTo>
                    <a:pt x="843" y="2480"/>
                    <a:pt x="844" y="2480"/>
                    <a:pt x="846" y="2480"/>
                  </a:cubicBezTo>
                  <a:cubicBezTo>
                    <a:pt x="847" y="2480"/>
                    <a:pt x="848" y="2480"/>
                    <a:pt x="850" y="2479"/>
                  </a:cubicBezTo>
                  <a:cubicBezTo>
                    <a:pt x="851" y="2478"/>
                    <a:pt x="852" y="2477"/>
                    <a:pt x="853" y="2476"/>
                  </a:cubicBezTo>
                  <a:cubicBezTo>
                    <a:pt x="853" y="2475"/>
                    <a:pt x="854" y="2475"/>
                    <a:pt x="854" y="2474"/>
                  </a:cubicBezTo>
                  <a:cubicBezTo>
                    <a:pt x="858" y="2465"/>
                    <a:pt x="862" y="2455"/>
                    <a:pt x="865" y="2445"/>
                  </a:cubicBezTo>
                  <a:lnTo>
                    <a:pt x="865" y="2446"/>
                  </a:lnTo>
                  <a:cubicBezTo>
                    <a:pt x="865" y="2447"/>
                    <a:pt x="865" y="2447"/>
                    <a:pt x="865" y="2448"/>
                  </a:cubicBezTo>
                  <a:cubicBezTo>
                    <a:pt x="870" y="2472"/>
                    <a:pt x="879" y="2511"/>
                    <a:pt x="899" y="2528"/>
                  </a:cubicBezTo>
                  <a:cubicBezTo>
                    <a:pt x="900" y="2528"/>
                    <a:pt x="899" y="2528"/>
                    <a:pt x="900" y="2529"/>
                  </a:cubicBezTo>
                  <a:cubicBezTo>
                    <a:pt x="901" y="2530"/>
                    <a:pt x="903" y="2530"/>
                    <a:pt x="905" y="2530"/>
                  </a:cubicBezTo>
                  <a:cubicBezTo>
                    <a:pt x="906" y="2530"/>
                    <a:pt x="908" y="2530"/>
                    <a:pt x="909" y="2529"/>
                  </a:cubicBezTo>
                  <a:cubicBezTo>
                    <a:pt x="910" y="2528"/>
                    <a:pt x="911" y="2528"/>
                    <a:pt x="912" y="2527"/>
                  </a:cubicBezTo>
                  <a:cubicBezTo>
                    <a:pt x="937" y="2495"/>
                    <a:pt x="929" y="2433"/>
                    <a:pt x="934" y="2395"/>
                  </a:cubicBezTo>
                  <a:cubicBezTo>
                    <a:pt x="941" y="2361"/>
                    <a:pt x="945" y="2327"/>
                    <a:pt x="946" y="2293"/>
                  </a:cubicBezTo>
                  <a:cubicBezTo>
                    <a:pt x="947" y="2288"/>
                    <a:pt x="949" y="2282"/>
                    <a:pt x="950" y="2277"/>
                  </a:cubicBezTo>
                  <a:cubicBezTo>
                    <a:pt x="968" y="2221"/>
                    <a:pt x="980" y="2164"/>
                    <a:pt x="986" y="2106"/>
                  </a:cubicBezTo>
                  <a:lnTo>
                    <a:pt x="985" y="2106"/>
                  </a:lnTo>
                  <a:moveTo>
                    <a:pt x="970" y="1564"/>
                  </a:moveTo>
                  <a:lnTo>
                    <a:pt x="970" y="1567"/>
                  </a:lnTo>
                  <a:lnTo>
                    <a:pt x="970" y="1562"/>
                  </a:lnTo>
                  <a:lnTo>
                    <a:pt x="970" y="1564"/>
                  </a:lnTo>
                  <a:moveTo>
                    <a:pt x="963" y="1538"/>
                  </a:moveTo>
                  <a:lnTo>
                    <a:pt x="961" y="1538"/>
                  </a:lnTo>
                  <a:lnTo>
                    <a:pt x="959" y="1523"/>
                  </a:lnTo>
                  <a:lnTo>
                    <a:pt x="963" y="1538"/>
                  </a:lnTo>
                  <a:moveTo>
                    <a:pt x="1268" y="805"/>
                  </a:moveTo>
                  <a:lnTo>
                    <a:pt x="1268" y="805"/>
                  </a:lnTo>
                  <a:moveTo>
                    <a:pt x="831" y="275"/>
                  </a:moveTo>
                  <a:lnTo>
                    <a:pt x="831" y="275"/>
                  </a:lnTo>
                  <a:moveTo>
                    <a:pt x="730" y="187"/>
                  </a:moveTo>
                  <a:lnTo>
                    <a:pt x="731" y="189"/>
                  </a:lnTo>
                  <a:cubicBezTo>
                    <a:pt x="751" y="223"/>
                    <a:pt x="776" y="253"/>
                    <a:pt x="807" y="279"/>
                  </a:cubicBezTo>
                  <a:lnTo>
                    <a:pt x="803" y="280"/>
                  </a:lnTo>
                  <a:cubicBezTo>
                    <a:pt x="802" y="279"/>
                    <a:pt x="801" y="278"/>
                    <a:pt x="799" y="277"/>
                  </a:cubicBezTo>
                  <a:cubicBezTo>
                    <a:pt x="797" y="276"/>
                    <a:pt x="794" y="275"/>
                    <a:pt x="791" y="275"/>
                  </a:cubicBezTo>
                  <a:cubicBezTo>
                    <a:pt x="790" y="274"/>
                    <a:pt x="789" y="273"/>
                    <a:pt x="788" y="272"/>
                  </a:cubicBezTo>
                  <a:cubicBezTo>
                    <a:pt x="787" y="271"/>
                    <a:pt x="785" y="271"/>
                    <a:pt x="784" y="271"/>
                  </a:cubicBezTo>
                  <a:cubicBezTo>
                    <a:pt x="783" y="271"/>
                    <a:pt x="782" y="271"/>
                    <a:pt x="782" y="271"/>
                  </a:cubicBezTo>
                  <a:cubicBezTo>
                    <a:pt x="779" y="271"/>
                    <a:pt x="776" y="271"/>
                    <a:pt x="774" y="272"/>
                  </a:cubicBezTo>
                  <a:cubicBezTo>
                    <a:pt x="774" y="267"/>
                    <a:pt x="774" y="262"/>
                    <a:pt x="774" y="261"/>
                  </a:cubicBezTo>
                  <a:cubicBezTo>
                    <a:pt x="774" y="260"/>
                    <a:pt x="773" y="258"/>
                    <a:pt x="773" y="257"/>
                  </a:cubicBezTo>
                  <a:cubicBezTo>
                    <a:pt x="772" y="256"/>
                    <a:pt x="771" y="254"/>
                    <a:pt x="769" y="254"/>
                  </a:cubicBezTo>
                  <a:cubicBezTo>
                    <a:pt x="767" y="253"/>
                    <a:pt x="766" y="252"/>
                    <a:pt x="764" y="252"/>
                  </a:cubicBezTo>
                  <a:cubicBezTo>
                    <a:pt x="762" y="252"/>
                    <a:pt x="760" y="253"/>
                    <a:pt x="759" y="254"/>
                  </a:cubicBezTo>
                  <a:cubicBezTo>
                    <a:pt x="758" y="254"/>
                    <a:pt x="757" y="255"/>
                    <a:pt x="757" y="255"/>
                  </a:cubicBezTo>
                  <a:lnTo>
                    <a:pt x="755" y="257"/>
                  </a:lnTo>
                  <a:cubicBezTo>
                    <a:pt x="756" y="250"/>
                    <a:pt x="757" y="243"/>
                    <a:pt x="757" y="235"/>
                  </a:cubicBezTo>
                  <a:lnTo>
                    <a:pt x="757" y="234"/>
                  </a:lnTo>
                  <a:cubicBezTo>
                    <a:pt x="757" y="233"/>
                    <a:pt x="757" y="232"/>
                    <a:pt x="756" y="230"/>
                  </a:cubicBezTo>
                  <a:cubicBezTo>
                    <a:pt x="755" y="228"/>
                    <a:pt x="753" y="227"/>
                    <a:pt x="752" y="226"/>
                  </a:cubicBezTo>
                  <a:cubicBezTo>
                    <a:pt x="750" y="225"/>
                    <a:pt x="749" y="225"/>
                    <a:pt x="748" y="225"/>
                  </a:cubicBezTo>
                  <a:cubicBezTo>
                    <a:pt x="746" y="225"/>
                    <a:pt x="744" y="225"/>
                    <a:pt x="743" y="226"/>
                  </a:cubicBezTo>
                  <a:cubicBezTo>
                    <a:pt x="741" y="227"/>
                    <a:pt x="741" y="228"/>
                    <a:pt x="740" y="230"/>
                  </a:cubicBezTo>
                  <a:cubicBezTo>
                    <a:pt x="739" y="231"/>
                    <a:pt x="739" y="231"/>
                    <a:pt x="739" y="232"/>
                  </a:cubicBezTo>
                  <a:lnTo>
                    <a:pt x="735" y="242"/>
                  </a:lnTo>
                  <a:cubicBezTo>
                    <a:pt x="735" y="241"/>
                    <a:pt x="735" y="240"/>
                    <a:pt x="735" y="239"/>
                  </a:cubicBezTo>
                  <a:cubicBezTo>
                    <a:pt x="735" y="238"/>
                    <a:pt x="735" y="238"/>
                    <a:pt x="735" y="238"/>
                  </a:cubicBezTo>
                  <a:cubicBezTo>
                    <a:pt x="735" y="236"/>
                    <a:pt x="733" y="235"/>
                    <a:pt x="733" y="233"/>
                  </a:cubicBezTo>
                  <a:cubicBezTo>
                    <a:pt x="732" y="231"/>
                    <a:pt x="731" y="231"/>
                    <a:pt x="730" y="230"/>
                  </a:cubicBezTo>
                  <a:cubicBezTo>
                    <a:pt x="729" y="229"/>
                    <a:pt x="726" y="229"/>
                    <a:pt x="725" y="229"/>
                  </a:cubicBezTo>
                  <a:cubicBezTo>
                    <a:pt x="723" y="229"/>
                    <a:pt x="722" y="229"/>
                    <a:pt x="721" y="230"/>
                  </a:cubicBezTo>
                  <a:cubicBezTo>
                    <a:pt x="719" y="231"/>
                    <a:pt x="717" y="232"/>
                    <a:pt x="717" y="233"/>
                  </a:cubicBezTo>
                  <a:cubicBezTo>
                    <a:pt x="716" y="234"/>
                    <a:pt x="717" y="235"/>
                    <a:pt x="717" y="235"/>
                  </a:cubicBezTo>
                  <a:cubicBezTo>
                    <a:pt x="714" y="242"/>
                    <a:pt x="711" y="248"/>
                    <a:pt x="709" y="255"/>
                  </a:cubicBezTo>
                  <a:cubicBezTo>
                    <a:pt x="707" y="255"/>
                    <a:pt x="706" y="256"/>
                    <a:pt x="705" y="256"/>
                  </a:cubicBezTo>
                  <a:cubicBezTo>
                    <a:pt x="704" y="257"/>
                    <a:pt x="703" y="258"/>
                    <a:pt x="702" y="259"/>
                  </a:cubicBezTo>
                  <a:cubicBezTo>
                    <a:pt x="702" y="258"/>
                    <a:pt x="701" y="258"/>
                    <a:pt x="701" y="257"/>
                  </a:cubicBezTo>
                  <a:cubicBezTo>
                    <a:pt x="700" y="256"/>
                    <a:pt x="699" y="255"/>
                    <a:pt x="698" y="254"/>
                  </a:cubicBezTo>
                  <a:cubicBezTo>
                    <a:pt x="712" y="236"/>
                    <a:pt x="725" y="227"/>
                    <a:pt x="731" y="204"/>
                  </a:cubicBezTo>
                  <a:lnTo>
                    <a:pt x="731" y="202"/>
                  </a:lnTo>
                  <a:lnTo>
                    <a:pt x="731" y="201"/>
                  </a:lnTo>
                  <a:cubicBezTo>
                    <a:pt x="731" y="200"/>
                    <a:pt x="730" y="199"/>
                    <a:pt x="730" y="197"/>
                  </a:cubicBezTo>
                  <a:cubicBezTo>
                    <a:pt x="729" y="195"/>
                    <a:pt x="729" y="196"/>
                    <a:pt x="728" y="195"/>
                  </a:cubicBezTo>
                  <a:cubicBezTo>
                    <a:pt x="727" y="195"/>
                    <a:pt x="726" y="194"/>
                    <a:pt x="726" y="194"/>
                  </a:cubicBezTo>
                  <a:cubicBezTo>
                    <a:pt x="728" y="191"/>
                    <a:pt x="729" y="189"/>
                    <a:pt x="730" y="187"/>
                  </a:cubicBezTo>
                  <a:moveTo>
                    <a:pt x="757" y="299"/>
                  </a:moveTo>
                  <a:lnTo>
                    <a:pt x="757" y="299"/>
                  </a:lnTo>
                  <a:moveTo>
                    <a:pt x="739" y="312"/>
                  </a:moveTo>
                  <a:lnTo>
                    <a:pt x="729" y="319"/>
                  </a:lnTo>
                  <a:cubicBezTo>
                    <a:pt x="730" y="313"/>
                    <a:pt x="731" y="308"/>
                    <a:pt x="732" y="302"/>
                  </a:cubicBezTo>
                  <a:cubicBezTo>
                    <a:pt x="734" y="297"/>
                    <a:pt x="732" y="304"/>
                    <a:pt x="732" y="305"/>
                  </a:cubicBezTo>
                  <a:cubicBezTo>
                    <a:pt x="732" y="307"/>
                    <a:pt x="733" y="308"/>
                    <a:pt x="734" y="310"/>
                  </a:cubicBezTo>
                  <a:cubicBezTo>
                    <a:pt x="734" y="311"/>
                    <a:pt x="736" y="312"/>
                    <a:pt x="737" y="313"/>
                  </a:cubicBezTo>
                  <a:lnTo>
                    <a:pt x="739" y="312"/>
                  </a:lnTo>
                  <a:moveTo>
                    <a:pt x="713" y="331"/>
                  </a:moveTo>
                  <a:lnTo>
                    <a:pt x="705" y="336"/>
                  </a:lnTo>
                  <a:cubicBezTo>
                    <a:pt x="707" y="330"/>
                    <a:pt x="709" y="325"/>
                    <a:pt x="710" y="319"/>
                  </a:cubicBezTo>
                  <a:cubicBezTo>
                    <a:pt x="710" y="320"/>
                    <a:pt x="710" y="322"/>
                    <a:pt x="710" y="323"/>
                  </a:cubicBezTo>
                  <a:cubicBezTo>
                    <a:pt x="710" y="324"/>
                    <a:pt x="710" y="325"/>
                    <a:pt x="710" y="326"/>
                  </a:cubicBezTo>
                  <a:cubicBezTo>
                    <a:pt x="710" y="327"/>
                    <a:pt x="710" y="329"/>
                    <a:pt x="711" y="330"/>
                  </a:cubicBezTo>
                  <a:cubicBezTo>
                    <a:pt x="711" y="331"/>
                    <a:pt x="712" y="331"/>
                    <a:pt x="712" y="332"/>
                  </a:cubicBezTo>
                  <a:lnTo>
                    <a:pt x="713" y="331"/>
                  </a:lnTo>
                  <a:moveTo>
                    <a:pt x="608" y="158"/>
                  </a:moveTo>
                  <a:lnTo>
                    <a:pt x="604" y="161"/>
                  </a:lnTo>
                  <a:lnTo>
                    <a:pt x="603" y="161"/>
                  </a:lnTo>
                  <a:cubicBezTo>
                    <a:pt x="593" y="168"/>
                    <a:pt x="584" y="176"/>
                    <a:pt x="576" y="185"/>
                  </a:cubicBezTo>
                  <a:cubicBezTo>
                    <a:pt x="576" y="182"/>
                    <a:pt x="575" y="180"/>
                    <a:pt x="575" y="177"/>
                  </a:cubicBezTo>
                  <a:cubicBezTo>
                    <a:pt x="573" y="169"/>
                    <a:pt x="573" y="161"/>
                    <a:pt x="572" y="153"/>
                  </a:cubicBezTo>
                  <a:cubicBezTo>
                    <a:pt x="584" y="156"/>
                    <a:pt x="595" y="158"/>
                    <a:pt x="607" y="158"/>
                  </a:cubicBezTo>
                  <a:lnTo>
                    <a:pt x="608" y="158"/>
                  </a:lnTo>
                  <a:moveTo>
                    <a:pt x="560" y="147"/>
                  </a:moveTo>
                  <a:cubicBezTo>
                    <a:pt x="558" y="154"/>
                    <a:pt x="558" y="160"/>
                    <a:pt x="558" y="167"/>
                  </a:cubicBezTo>
                  <a:cubicBezTo>
                    <a:pt x="558" y="170"/>
                    <a:pt x="558" y="173"/>
                    <a:pt x="558" y="177"/>
                  </a:cubicBezTo>
                  <a:cubicBezTo>
                    <a:pt x="558" y="185"/>
                    <a:pt x="560" y="192"/>
                    <a:pt x="564" y="198"/>
                  </a:cubicBezTo>
                  <a:lnTo>
                    <a:pt x="556" y="209"/>
                  </a:lnTo>
                  <a:cubicBezTo>
                    <a:pt x="555" y="197"/>
                    <a:pt x="550" y="185"/>
                    <a:pt x="549" y="174"/>
                  </a:cubicBezTo>
                  <a:cubicBezTo>
                    <a:pt x="548" y="162"/>
                    <a:pt x="548" y="151"/>
                    <a:pt x="548" y="140"/>
                  </a:cubicBezTo>
                  <a:cubicBezTo>
                    <a:pt x="551" y="143"/>
                    <a:pt x="555" y="146"/>
                    <a:pt x="559" y="148"/>
                  </a:cubicBezTo>
                  <a:lnTo>
                    <a:pt x="560" y="147"/>
                  </a:lnTo>
                  <a:moveTo>
                    <a:pt x="538" y="132"/>
                  </a:moveTo>
                  <a:cubicBezTo>
                    <a:pt x="535" y="159"/>
                    <a:pt x="529" y="199"/>
                    <a:pt x="549" y="218"/>
                  </a:cubicBezTo>
                  <a:cubicBezTo>
                    <a:pt x="545" y="225"/>
                    <a:pt x="540" y="232"/>
                    <a:pt x="536" y="239"/>
                  </a:cubicBezTo>
                  <a:cubicBezTo>
                    <a:pt x="536" y="236"/>
                    <a:pt x="534" y="234"/>
                    <a:pt x="534" y="231"/>
                  </a:cubicBezTo>
                  <a:cubicBezTo>
                    <a:pt x="533" y="226"/>
                    <a:pt x="532" y="222"/>
                    <a:pt x="531" y="217"/>
                  </a:cubicBezTo>
                  <a:cubicBezTo>
                    <a:pt x="530" y="205"/>
                    <a:pt x="529" y="193"/>
                    <a:pt x="526" y="181"/>
                  </a:cubicBezTo>
                  <a:cubicBezTo>
                    <a:pt x="520" y="157"/>
                    <a:pt x="518" y="132"/>
                    <a:pt x="512" y="109"/>
                  </a:cubicBezTo>
                  <a:cubicBezTo>
                    <a:pt x="520" y="117"/>
                    <a:pt x="528" y="126"/>
                    <a:pt x="537" y="133"/>
                  </a:cubicBezTo>
                  <a:lnTo>
                    <a:pt x="538" y="132"/>
                  </a:lnTo>
                  <a:moveTo>
                    <a:pt x="447" y="635"/>
                  </a:moveTo>
                  <a:cubicBezTo>
                    <a:pt x="447" y="632"/>
                    <a:pt x="447" y="629"/>
                    <a:pt x="448" y="626"/>
                  </a:cubicBezTo>
                  <a:cubicBezTo>
                    <a:pt x="450" y="630"/>
                    <a:pt x="451" y="633"/>
                    <a:pt x="454" y="637"/>
                  </a:cubicBezTo>
                  <a:cubicBezTo>
                    <a:pt x="454" y="638"/>
                    <a:pt x="455" y="639"/>
                    <a:pt x="456" y="641"/>
                  </a:cubicBezTo>
                  <a:lnTo>
                    <a:pt x="447" y="635"/>
                  </a:lnTo>
                  <a:moveTo>
                    <a:pt x="466" y="332"/>
                  </a:moveTo>
                  <a:cubicBezTo>
                    <a:pt x="472" y="310"/>
                    <a:pt x="479" y="288"/>
                    <a:pt x="487" y="268"/>
                  </a:cubicBezTo>
                  <a:cubicBezTo>
                    <a:pt x="490" y="255"/>
                    <a:pt x="491" y="243"/>
                    <a:pt x="491" y="231"/>
                  </a:cubicBezTo>
                  <a:cubicBezTo>
                    <a:pt x="491" y="222"/>
                    <a:pt x="490" y="213"/>
                    <a:pt x="489" y="204"/>
                  </a:cubicBezTo>
                  <a:cubicBezTo>
                    <a:pt x="487" y="160"/>
                    <a:pt x="487" y="117"/>
                    <a:pt x="483" y="73"/>
                  </a:cubicBezTo>
                  <a:cubicBezTo>
                    <a:pt x="488" y="81"/>
                    <a:pt x="494" y="88"/>
                    <a:pt x="500" y="96"/>
                  </a:cubicBezTo>
                  <a:cubicBezTo>
                    <a:pt x="499" y="102"/>
                    <a:pt x="499" y="109"/>
                    <a:pt x="499" y="115"/>
                  </a:cubicBezTo>
                  <a:cubicBezTo>
                    <a:pt x="499" y="132"/>
                    <a:pt x="502" y="149"/>
                    <a:pt x="507" y="166"/>
                  </a:cubicBezTo>
                  <a:cubicBezTo>
                    <a:pt x="510" y="186"/>
                    <a:pt x="514" y="205"/>
                    <a:pt x="520" y="225"/>
                  </a:cubicBezTo>
                  <a:cubicBezTo>
                    <a:pt x="519" y="229"/>
                    <a:pt x="519" y="233"/>
                    <a:pt x="519" y="237"/>
                  </a:cubicBezTo>
                  <a:cubicBezTo>
                    <a:pt x="519" y="244"/>
                    <a:pt x="520" y="251"/>
                    <a:pt x="521" y="258"/>
                  </a:cubicBezTo>
                  <a:cubicBezTo>
                    <a:pt x="521" y="259"/>
                    <a:pt x="522" y="260"/>
                    <a:pt x="522" y="261"/>
                  </a:cubicBezTo>
                  <a:lnTo>
                    <a:pt x="523" y="262"/>
                  </a:lnTo>
                  <a:cubicBezTo>
                    <a:pt x="520" y="268"/>
                    <a:pt x="517" y="273"/>
                    <a:pt x="515" y="279"/>
                  </a:cubicBezTo>
                  <a:cubicBezTo>
                    <a:pt x="515" y="261"/>
                    <a:pt x="512" y="244"/>
                    <a:pt x="510" y="227"/>
                  </a:cubicBezTo>
                  <a:cubicBezTo>
                    <a:pt x="510" y="223"/>
                    <a:pt x="505" y="224"/>
                    <a:pt x="504" y="227"/>
                  </a:cubicBezTo>
                  <a:cubicBezTo>
                    <a:pt x="503" y="244"/>
                    <a:pt x="501" y="261"/>
                    <a:pt x="500" y="278"/>
                  </a:cubicBezTo>
                  <a:cubicBezTo>
                    <a:pt x="499" y="282"/>
                    <a:pt x="499" y="285"/>
                    <a:pt x="499" y="289"/>
                  </a:cubicBezTo>
                  <a:cubicBezTo>
                    <a:pt x="499" y="296"/>
                    <a:pt x="500" y="303"/>
                    <a:pt x="502" y="309"/>
                  </a:cubicBezTo>
                  <a:cubicBezTo>
                    <a:pt x="499" y="316"/>
                    <a:pt x="497" y="323"/>
                    <a:pt x="494" y="330"/>
                  </a:cubicBezTo>
                  <a:cubicBezTo>
                    <a:pt x="494" y="323"/>
                    <a:pt x="493" y="315"/>
                    <a:pt x="492" y="308"/>
                  </a:cubicBezTo>
                  <a:cubicBezTo>
                    <a:pt x="491" y="301"/>
                    <a:pt x="478" y="298"/>
                    <a:pt x="477" y="308"/>
                  </a:cubicBezTo>
                  <a:cubicBezTo>
                    <a:pt x="474" y="327"/>
                    <a:pt x="473" y="346"/>
                    <a:pt x="473" y="366"/>
                  </a:cubicBezTo>
                  <a:lnTo>
                    <a:pt x="473" y="367"/>
                  </a:lnTo>
                  <a:cubicBezTo>
                    <a:pt x="473" y="369"/>
                    <a:pt x="473" y="371"/>
                    <a:pt x="475" y="373"/>
                  </a:cubicBezTo>
                  <a:cubicBezTo>
                    <a:pt x="476" y="374"/>
                    <a:pt x="477" y="376"/>
                    <a:pt x="479" y="377"/>
                  </a:cubicBezTo>
                  <a:cubicBezTo>
                    <a:pt x="472" y="399"/>
                    <a:pt x="464" y="423"/>
                    <a:pt x="459" y="447"/>
                  </a:cubicBezTo>
                  <a:cubicBezTo>
                    <a:pt x="459" y="441"/>
                    <a:pt x="459" y="435"/>
                    <a:pt x="459" y="429"/>
                  </a:cubicBezTo>
                  <a:cubicBezTo>
                    <a:pt x="459" y="397"/>
                    <a:pt x="461" y="365"/>
                    <a:pt x="465" y="332"/>
                  </a:cubicBezTo>
                  <a:lnTo>
                    <a:pt x="466" y="332"/>
                  </a:lnTo>
                  <a:moveTo>
                    <a:pt x="464" y="560"/>
                  </a:moveTo>
                  <a:cubicBezTo>
                    <a:pt x="471" y="492"/>
                    <a:pt x="485" y="424"/>
                    <a:pt x="508" y="360"/>
                  </a:cubicBezTo>
                  <a:cubicBezTo>
                    <a:pt x="514" y="343"/>
                    <a:pt x="518" y="325"/>
                    <a:pt x="523" y="309"/>
                  </a:cubicBezTo>
                  <a:cubicBezTo>
                    <a:pt x="528" y="292"/>
                    <a:pt x="538" y="276"/>
                    <a:pt x="546" y="260"/>
                  </a:cubicBezTo>
                  <a:cubicBezTo>
                    <a:pt x="566" y="223"/>
                    <a:pt x="602" y="195"/>
                    <a:pt x="621" y="159"/>
                  </a:cubicBezTo>
                  <a:lnTo>
                    <a:pt x="629" y="160"/>
                  </a:lnTo>
                  <a:cubicBezTo>
                    <a:pt x="637" y="162"/>
                    <a:pt x="646" y="163"/>
                    <a:pt x="655" y="163"/>
                  </a:cubicBezTo>
                  <a:cubicBezTo>
                    <a:pt x="657" y="163"/>
                    <a:pt x="659" y="163"/>
                    <a:pt x="662" y="163"/>
                  </a:cubicBezTo>
                  <a:cubicBezTo>
                    <a:pt x="682" y="168"/>
                    <a:pt x="702" y="175"/>
                    <a:pt x="721" y="183"/>
                  </a:cubicBezTo>
                  <a:cubicBezTo>
                    <a:pt x="703" y="213"/>
                    <a:pt x="682" y="241"/>
                    <a:pt x="658" y="266"/>
                  </a:cubicBezTo>
                  <a:cubicBezTo>
                    <a:pt x="657" y="267"/>
                    <a:pt x="657" y="267"/>
                    <a:pt x="657" y="267"/>
                  </a:cubicBezTo>
                  <a:cubicBezTo>
                    <a:pt x="657" y="268"/>
                    <a:pt x="656" y="268"/>
                    <a:pt x="656" y="269"/>
                  </a:cubicBezTo>
                  <a:cubicBezTo>
                    <a:pt x="648" y="275"/>
                    <a:pt x="641" y="281"/>
                    <a:pt x="633" y="288"/>
                  </a:cubicBezTo>
                  <a:cubicBezTo>
                    <a:pt x="602" y="316"/>
                    <a:pt x="575" y="348"/>
                    <a:pt x="552" y="383"/>
                  </a:cubicBezTo>
                  <a:cubicBezTo>
                    <a:pt x="517" y="434"/>
                    <a:pt x="478" y="497"/>
                    <a:pt x="463" y="561"/>
                  </a:cubicBezTo>
                  <a:lnTo>
                    <a:pt x="464" y="560"/>
                  </a:lnTo>
                  <a:moveTo>
                    <a:pt x="672" y="293"/>
                  </a:moveTo>
                  <a:cubicBezTo>
                    <a:pt x="672" y="293"/>
                    <a:pt x="672" y="292"/>
                    <a:pt x="672" y="291"/>
                  </a:cubicBezTo>
                  <a:cubicBezTo>
                    <a:pt x="672" y="290"/>
                    <a:pt x="672" y="290"/>
                    <a:pt x="672" y="290"/>
                  </a:cubicBezTo>
                  <a:cubicBezTo>
                    <a:pt x="672" y="289"/>
                    <a:pt x="671" y="287"/>
                    <a:pt x="671" y="286"/>
                  </a:cubicBezTo>
                  <a:cubicBezTo>
                    <a:pt x="670" y="285"/>
                    <a:pt x="669" y="284"/>
                    <a:pt x="668" y="283"/>
                  </a:cubicBezTo>
                  <a:cubicBezTo>
                    <a:pt x="666" y="282"/>
                    <a:pt x="665" y="282"/>
                    <a:pt x="664" y="282"/>
                  </a:cubicBezTo>
                  <a:cubicBezTo>
                    <a:pt x="662" y="282"/>
                    <a:pt x="661" y="282"/>
                    <a:pt x="660" y="283"/>
                  </a:cubicBezTo>
                  <a:cubicBezTo>
                    <a:pt x="658" y="284"/>
                    <a:pt x="657" y="285"/>
                    <a:pt x="657" y="286"/>
                  </a:cubicBezTo>
                  <a:cubicBezTo>
                    <a:pt x="656" y="287"/>
                    <a:pt x="656" y="287"/>
                    <a:pt x="656" y="288"/>
                  </a:cubicBezTo>
                  <a:cubicBezTo>
                    <a:pt x="652" y="295"/>
                    <a:pt x="649" y="304"/>
                    <a:pt x="646" y="312"/>
                  </a:cubicBezTo>
                  <a:cubicBezTo>
                    <a:pt x="646" y="310"/>
                    <a:pt x="646" y="307"/>
                    <a:pt x="646" y="305"/>
                  </a:cubicBezTo>
                  <a:cubicBezTo>
                    <a:pt x="646" y="303"/>
                    <a:pt x="641" y="298"/>
                    <a:pt x="637" y="299"/>
                  </a:cubicBezTo>
                  <a:lnTo>
                    <a:pt x="644" y="292"/>
                  </a:lnTo>
                  <a:cubicBezTo>
                    <a:pt x="645" y="291"/>
                    <a:pt x="645" y="291"/>
                    <a:pt x="646" y="291"/>
                  </a:cubicBezTo>
                  <a:cubicBezTo>
                    <a:pt x="647" y="290"/>
                    <a:pt x="649" y="289"/>
                    <a:pt x="650" y="287"/>
                  </a:cubicBezTo>
                  <a:cubicBezTo>
                    <a:pt x="654" y="284"/>
                    <a:pt x="657" y="281"/>
                    <a:pt x="661" y="278"/>
                  </a:cubicBezTo>
                  <a:cubicBezTo>
                    <a:pt x="662" y="278"/>
                    <a:pt x="662" y="278"/>
                    <a:pt x="663" y="278"/>
                  </a:cubicBezTo>
                  <a:cubicBezTo>
                    <a:pt x="664" y="278"/>
                    <a:pt x="665" y="278"/>
                    <a:pt x="665" y="278"/>
                  </a:cubicBezTo>
                  <a:cubicBezTo>
                    <a:pt x="669" y="277"/>
                    <a:pt x="673" y="275"/>
                    <a:pt x="677" y="273"/>
                  </a:cubicBezTo>
                  <a:cubicBezTo>
                    <a:pt x="678" y="272"/>
                    <a:pt x="679" y="272"/>
                    <a:pt x="680" y="271"/>
                  </a:cubicBezTo>
                  <a:cubicBezTo>
                    <a:pt x="676" y="280"/>
                    <a:pt x="673" y="287"/>
                    <a:pt x="670" y="294"/>
                  </a:cubicBezTo>
                  <a:lnTo>
                    <a:pt x="672" y="293"/>
                  </a:lnTo>
                  <a:moveTo>
                    <a:pt x="678" y="337"/>
                  </a:moveTo>
                  <a:cubicBezTo>
                    <a:pt x="678" y="343"/>
                    <a:pt x="678" y="348"/>
                    <a:pt x="678" y="354"/>
                  </a:cubicBezTo>
                  <a:cubicBezTo>
                    <a:pt x="676" y="355"/>
                    <a:pt x="675" y="356"/>
                    <a:pt x="673" y="358"/>
                  </a:cubicBezTo>
                  <a:lnTo>
                    <a:pt x="673" y="359"/>
                  </a:lnTo>
                  <a:lnTo>
                    <a:pt x="678" y="337"/>
                  </a:lnTo>
                  <a:moveTo>
                    <a:pt x="613" y="344"/>
                  </a:moveTo>
                  <a:cubicBezTo>
                    <a:pt x="613" y="341"/>
                    <a:pt x="613" y="339"/>
                    <a:pt x="613" y="337"/>
                  </a:cubicBezTo>
                  <a:cubicBezTo>
                    <a:pt x="613" y="336"/>
                    <a:pt x="613" y="336"/>
                    <a:pt x="613" y="336"/>
                  </a:cubicBezTo>
                  <a:cubicBezTo>
                    <a:pt x="613" y="335"/>
                    <a:pt x="613" y="333"/>
                    <a:pt x="612" y="332"/>
                  </a:cubicBezTo>
                  <a:cubicBezTo>
                    <a:pt x="611" y="331"/>
                    <a:pt x="610" y="330"/>
                    <a:pt x="609" y="329"/>
                  </a:cubicBezTo>
                  <a:cubicBezTo>
                    <a:pt x="608" y="329"/>
                    <a:pt x="608" y="328"/>
                    <a:pt x="607" y="328"/>
                  </a:cubicBezTo>
                  <a:cubicBezTo>
                    <a:pt x="613" y="322"/>
                    <a:pt x="619" y="316"/>
                    <a:pt x="625" y="310"/>
                  </a:cubicBezTo>
                  <a:cubicBezTo>
                    <a:pt x="619" y="321"/>
                    <a:pt x="614" y="332"/>
                    <a:pt x="612" y="344"/>
                  </a:cubicBezTo>
                  <a:lnTo>
                    <a:pt x="613" y="344"/>
                  </a:lnTo>
                  <a:moveTo>
                    <a:pt x="619" y="384"/>
                  </a:moveTo>
                  <a:lnTo>
                    <a:pt x="615" y="399"/>
                  </a:lnTo>
                  <a:lnTo>
                    <a:pt x="611" y="401"/>
                  </a:lnTo>
                  <a:lnTo>
                    <a:pt x="608" y="403"/>
                  </a:lnTo>
                  <a:cubicBezTo>
                    <a:pt x="609" y="400"/>
                    <a:pt x="610" y="396"/>
                    <a:pt x="612" y="393"/>
                  </a:cubicBezTo>
                  <a:lnTo>
                    <a:pt x="619" y="384"/>
                  </a:lnTo>
                  <a:moveTo>
                    <a:pt x="560" y="423"/>
                  </a:moveTo>
                  <a:lnTo>
                    <a:pt x="560" y="422"/>
                  </a:lnTo>
                  <a:cubicBezTo>
                    <a:pt x="557" y="430"/>
                    <a:pt x="554" y="439"/>
                    <a:pt x="552" y="448"/>
                  </a:cubicBezTo>
                  <a:cubicBezTo>
                    <a:pt x="548" y="451"/>
                    <a:pt x="544" y="455"/>
                    <a:pt x="540" y="458"/>
                  </a:cubicBezTo>
                  <a:cubicBezTo>
                    <a:pt x="544" y="447"/>
                    <a:pt x="546" y="435"/>
                    <a:pt x="546" y="423"/>
                  </a:cubicBezTo>
                  <a:cubicBezTo>
                    <a:pt x="546" y="422"/>
                    <a:pt x="546" y="422"/>
                    <a:pt x="545" y="421"/>
                  </a:cubicBezTo>
                  <a:cubicBezTo>
                    <a:pt x="545" y="421"/>
                    <a:pt x="545" y="420"/>
                    <a:pt x="544" y="420"/>
                  </a:cubicBezTo>
                  <a:lnTo>
                    <a:pt x="543" y="420"/>
                  </a:lnTo>
                  <a:cubicBezTo>
                    <a:pt x="542" y="420"/>
                    <a:pt x="542" y="420"/>
                    <a:pt x="541" y="420"/>
                  </a:cubicBezTo>
                  <a:lnTo>
                    <a:pt x="540" y="421"/>
                  </a:lnTo>
                  <a:cubicBezTo>
                    <a:pt x="540" y="422"/>
                    <a:pt x="540" y="422"/>
                    <a:pt x="540" y="423"/>
                  </a:cubicBezTo>
                  <a:cubicBezTo>
                    <a:pt x="538" y="432"/>
                    <a:pt x="536" y="441"/>
                    <a:pt x="532" y="450"/>
                  </a:cubicBezTo>
                  <a:cubicBezTo>
                    <a:pt x="529" y="457"/>
                    <a:pt x="528" y="465"/>
                    <a:pt x="525" y="472"/>
                  </a:cubicBezTo>
                  <a:cubicBezTo>
                    <a:pt x="516" y="482"/>
                    <a:pt x="507" y="492"/>
                    <a:pt x="499" y="502"/>
                  </a:cubicBezTo>
                  <a:cubicBezTo>
                    <a:pt x="498" y="504"/>
                    <a:pt x="497" y="506"/>
                    <a:pt x="496" y="507"/>
                  </a:cubicBezTo>
                  <a:cubicBezTo>
                    <a:pt x="492" y="515"/>
                    <a:pt x="488" y="522"/>
                    <a:pt x="485" y="530"/>
                  </a:cubicBezTo>
                  <a:cubicBezTo>
                    <a:pt x="498" y="497"/>
                    <a:pt x="513" y="466"/>
                    <a:pt x="530" y="436"/>
                  </a:cubicBezTo>
                  <a:cubicBezTo>
                    <a:pt x="547" y="407"/>
                    <a:pt x="566" y="379"/>
                    <a:pt x="586" y="353"/>
                  </a:cubicBezTo>
                  <a:cubicBezTo>
                    <a:pt x="589" y="350"/>
                    <a:pt x="591" y="347"/>
                    <a:pt x="593" y="344"/>
                  </a:cubicBezTo>
                  <a:cubicBezTo>
                    <a:pt x="588" y="360"/>
                    <a:pt x="581" y="375"/>
                    <a:pt x="576" y="391"/>
                  </a:cubicBezTo>
                  <a:cubicBezTo>
                    <a:pt x="576" y="388"/>
                    <a:pt x="576" y="385"/>
                    <a:pt x="576" y="382"/>
                  </a:cubicBezTo>
                  <a:cubicBezTo>
                    <a:pt x="576" y="381"/>
                    <a:pt x="576" y="381"/>
                    <a:pt x="575" y="380"/>
                  </a:cubicBezTo>
                  <a:cubicBezTo>
                    <a:pt x="574" y="379"/>
                    <a:pt x="575" y="380"/>
                    <a:pt x="574" y="379"/>
                  </a:cubicBezTo>
                  <a:cubicBezTo>
                    <a:pt x="573" y="378"/>
                    <a:pt x="573" y="378"/>
                    <a:pt x="572" y="378"/>
                  </a:cubicBezTo>
                  <a:cubicBezTo>
                    <a:pt x="572" y="378"/>
                    <a:pt x="571" y="378"/>
                    <a:pt x="570" y="379"/>
                  </a:cubicBezTo>
                  <a:cubicBezTo>
                    <a:pt x="570" y="379"/>
                    <a:pt x="569" y="379"/>
                    <a:pt x="569" y="380"/>
                  </a:cubicBezTo>
                  <a:cubicBezTo>
                    <a:pt x="569" y="380"/>
                    <a:pt x="569" y="381"/>
                    <a:pt x="569" y="382"/>
                  </a:cubicBezTo>
                  <a:cubicBezTo>
                    <a:pt x="564" y="396"/>
                    <a:pt x="559" y="410"/>
                    <a:pt x="553" y="423"/>
                  </a:cubicBezTo>
                  <a:cubicBezTo>
                    <a:pt x="551" y="426"/>
                    <a:pt x="556" y="428"/>
                    <a:pt x="558" y="425"/>
                  </a:cubicBezTo>
                  <a:lnTo>
                    <a:pt x="560" y="423"/>
                  </a:lnTo>
                  <a:moveTo>
                    <a:pt x="484" y="610"/>
                  </a:moveTo>
                  <a:cubicBezTo>
                    <a:pt x="482" y="609"/>
                    <a:pt x="480" y="609"/>
                    <a:pt x="478" y="609"/>
                  </a:cubicBezTo>
                  <a:lnTo>
                    <a:pt x="477" y="609"/>
                  </a:lnTo>
                  <a:cubicBezTo>
                    <a:pt x="482" y="605"/>
                    <a:pt x="486" y="601"/>
                    <a:pt x="489" y="596"/>
                  </a:cubicBezTo>
                  <a:cubicBezTo>
                    <a:pt x="486" y="602"/>
                    <a:pt x="484" y="607"/>
                    <a:pt x="482" y="611"/>
                  </a:cubicBezTo>
                  <a:lnTo>
                    <a:pt x="484" y="610"/>
                  </a:lnTo>
                  <a:moveTo>
                    <a:pt x="526" y="718"/>
                  </a:moveTo>
                  <a:cubicBezTo>
                    <a:pt x="522" y="711"/>
                    <a:pt x="517" y="703"/>
                    <a:pt x="512" y="696"/>
                  </a:cubicBezTo>
                  <a:lnTo>
                    <a:pt x="517" y="700"/>
                  </a:lnTo>
                  <a:cubicBezTo>
                    <a:pt x="517" y="701"/>
                    <a:pt x="517" y="702"/>
                    <a:pt x="517" y="703"/>
                  </a:cubicBezTo>
                  <a:cubicBezTo>
                    <a:pt x="517" y="704"/>
                    <a:pt x="516" y="704"/>
                    <a:pt x="517" y="705"/>
                  </a:cubicBezTo>
                  <a:cubicBezTo>
                    <a:pt x="517" y="706"/>
                    <a:pt x="519" y="706"/>
                    <a:pt x="520" y="707"/>
                  </a:cubicBezTo>
                  <a:cubicBezTo>
                    <a:pt x="521" y="707"/>
                    <a:pt x="522" y="708"/>
                    <a:pt x="523" y="708"/>
                  </a:cubicBezTo>
                  <a:cubicBezTo>
                    <a:pt x="524" y="709"/>
                    <a:pt x="525" y="711"/>
                    <a:pt x="526" y="712"/>
                  </a:cubicBezTo>
                  <a:cubicBezTo>
                    <a:pt x="526" y="715"/>
                    <a:pt x="526" y="718"/>
                    <a:pt x="526" y="720"/>
                  </a:cubicBezTo>
                  <a:lnTo>
                    <a:pt x="526" y="718"/>
                  </a:lnTo>
                  <a:moveTo>
                    <a:pt x="535" y="738"/>
                  </a:moveTo>
                  <a:lnTo>
                    <a:pt x="531" y="728"/>
                  </a:lnTo>
                  <a:cubicBezTo>
                    <a:pt x="531" y="728"/>
                    <a:pt x="531" y="724"/>
                    <a:pt x="531" y="722"/>
                  </a:cubicBezTo>
                  <a:cubicBezTo>
                    <a:pt x="532" y="724"/>
                    <a:pt x="534" y="726"/>
                    <a:pt x="535" y="727"/>
                  </a:cubicBezTo>
                  <a:cubicBezTo>
                    <a:pt x="534" y="731"/>
                    <a:pt x="533" y="735"/>
                    <a:pt x="533" y="739"/>
                  </a:cubicBezTo>
                  <a:lnTo>
                    <a:pt x="535" y="738"/>
                  </a:lnTo>
                  <a:moveTo>
                    <a:pt x="563" y="752"/>
                  </a:moveTo>
                  <a:lnTo>
                    <a:pt x="563" y="751"/>
                  </a:lnTo>
                  <a:cubicBezTo>
                    <a:pt x="562" y="750"/>
                    <a:pt x="562" y="750"/>
                    <a:pt x="561" y="749"/>
                  </a:cubicBezTo>
                  <a:cubicBezTo>
                    <a:pt x="560" y="749"/>
                    <a:pt x="559" y="748"/>
                    <a:pt x="558" y="748"/>
                  </a:cubicBezTo>
                  <a:cubicBezTo>
                    <a:pt x="559" y="748"/>
                    <a:pt x="559" y="747"/>
                    <a:pt x="560" y="746"/>
                  </a:cubicBezTo>
                  <a:cubicBezTo>
                    <a:pt x="560" y="745"/>
                    <a:pt x="561" y="744"/>
                    <a:pt x="561" y="743"/>
                  </a:cubicBezTo>
                  <a:cubicBezTo>
                    <a:pt x="561" y="742"/>
                    <a:pt x="561" y="741"/>
                    <a:pt x="561" y="741"/>
                  </a:cubicBezTo>
                  <a:lnTo>
                    <a:pt x="564" y="739"/>
                  </a:lnTo>
                  <a:cubicBezTo>
                    <a:pt x="562" y="744"/>
                    <a:pt x="562" y="748"/>
                    <a:pt x="561" y="753"/>
                  </a:cubicBezTo>
                  <a:lnTo>
                    <a:pt x="563" y="752"/>
                  </a:lnTo>
                  <a:moveTo>
                    <a:pt x="594" y="786"/>
                  </a:moveTo>
                  <a:cubicBezTo>
                    <a:pt x="594" y="786"/>
                    <a:pt x="594" y="784"/>
                    <a:pt x="593" y="784"/>
                  </a:cubicBezTo>
                  <a:lnTo>
                    <a:pt x="593" y="783"/>
                  </a:lnTo>
                  <a:cubicBezTo>
                    <a:pt x="593" y="775"/>
                    <a:pt x="594" y="767"/>
                    <a:pt x="595" y="760"/>
                  </a:cubicBezTo>
                  <a:cubicBezTo>
                    <a:pt x="595" y="764"/>
                    <a:pt x="595" y="768"/>
                    <a:pt x="595" y="772"/>
                  </a:cubicBezTo>
                  <a:cubicBezTo>
                    <a:pt x="595" y="776"/>
                    <a:pt x="595" y="780"/>
                    <a:pt x="595" y="785"/>
                  </a:cubicBezTo>
                  <a:lnTo>
                    <a:pt x="594" y="786"/>
                  </a:lnTo>
                  <a:moveTo>
                    <a:pt x="627" y="917"/>
                  </a:moveTo>
                  <a:cubicBezTo>
                    <a:pt x="628" y="918"/>
                    <a:pt x="628" y="918"/>
                    <a:pt x="629" y="918"/>
                  </a:cubicBezTo>
                  <a:cubicBezTo>
                    <a:pt x="630" y="918"/>
                    <a:pt x="631" y="918"/>
                    <a:pt x="632" y="917"/>
                  </a:cubicBezTo>
                  <a:cubicBezTo>
                    <a:pt x="632" y="918"/>
                    <a:pt x="632" y="919"/>
                    <a:pt x="632" y="920"/>
                  </a:cubicBezTo>
                  <a:cubicBezTo>
                    <a:pt x="632" y="924"/>
                    <a:pt x="632" y="928"/>
                    <a:pt x="633" y="931"/>
                  </a:cubicBezTo>
                  <a:lnTo>
                    <a:pt x="627" y="917"/>
                  </a:lnTo>
                  <a:moveTo>
                    <a:pt x="768" y="987"/>
                  </a:moveTo>
                  <a:cubicBezTo>
                    <a:pt x="774" y="993"/>
                    <a:pt x="779" y="999"/>
                    <a:pt x="785" y="1005"/>
                  </a:cubicBezTo>
                  <a:cubicBezTo>
                    <a:pt x="784" y="1005"/>
                    <a:pt x="784" y="1004"/>
                    <a:pt x="783" y="1004"/>
                  </a:cubicBezTo>
                  <a:cubicBezTo>
                    <a:pt x="783" y="1004"/>
                    <a:pt x="782" y="1004"/>
                    <a:pt x="782" y="1003"/>
                  </a:cubicBezTo>
                  <a:cubicBezTo>
                    <a:pt x="776" y="997"/>
                    <a:pt x="770" y="991"/>
                    <a:pt x="764" y="986"/>
                  </a:cubicBezTo>
                  <a:lnTo>
                    <a:pt x="768" y="987"/>
                  </a:lnTo>
                  <a:moveTo>
                    <a:pt x="691" y="1032"/>
                  </a:moveTo>
                  <a:cubicBezTo>
                    <a:pt x="693" y="1033"/>
                    <a:pt x="694" y="1035"/>
                    <a:pt x="696" y="1036"/>
                  </a:cubicBezTo>
                  <a:cubicBezTo>
                    <a:pt x="711" y="1069"/>
                    <a:pt x="728" y="1101"/>
                    <a:pt x="746" y="1132"/>
                  </a:cubicBezTo>
                  <a:cubicBezTo>
                    <a:pt x="752" y="1143"/>
                    <a:pt x="759" y="1154"/>
                    <a:pt x="765" y="1164"/>
                  </a:cubicBezTo>
                  <a:cubicBezTo>
                    <a:pt x="767" y="1168"/>
                    <a:pt x="768" y="1171"/>
                    <a:pt x="770" y="1175"/>
                  </a:cubicBezTo>
                  <a:cubicBezTo>
                    <a:pt x="818" y="1276"/>
                    <a:pt x="806" y="1394"/>
                    <a:pt x="835" y="1501"/>
                  </a:cubicBezTo>
                  <a:lnTo>
                    <a:pt x="835" y="1502"/>
                  </a:lnTo>
                  <a:cubicBezTo>
                    <a:pt x="835" y="1502"/>
                    <a:pt x="836" y="1503"/>
                    <a:pt x="837" y="1503"/>
                  </a:cubicBezTo>
                  <a:lnTo>
                    <a:pt x="838" y="1504"/>
                  </a:lnTo>
                  <a:cubicBezTo>
                    <a:pt x="838" y="1551"/>
                    <a:pt x="843" y="1602"/>
                    <a:pt x="830" y="1646"/>
                  </a:cubicBezTo>
                  <a:cubicBezTo>
                    <a:pt x="827" y="1658"/>
                    <a:pt x="822" y="1675"/>
                    <a:pt x="819" y="1691"/>
                  </a:cubicBezTo>
                  <a:cubicBezTo>
                    <a:pt x="818" y="1689"/>
                    <a:pt x="817" y="1688"/>
                    <a:pt x="816" y="1686"/>
                  </a:cubicBezTo>
                  <a:cubicBezTo>
                    <a:pt x="783" y="1628"/>
                    <a:pt x="758" y="1566"/>
                    <a:pt x="742" y="1501"/>
                  </a:cubicBezTo>
                  <a:cubicBezTo>
                    <a:pt x="740" y="1477"/>
                    <a:pt x="737" y="1454"/>
                    <a:pt x="736" y="1431"/>
                  </a:cubicBezTo>
                  <a:lnTo>
                    <a:pt x="736" y="1430"/>
                  </a:lnTo>
                  <a:cubicBezTo>
                    <a:pt x="736" y="1430"/>
                    <a:pt x="735" y="1429"/>
                    <a:pt x="735" y="1428"/>
                  </a:cubicBezTo>
                  <a:cubicBezTo>
                    <a:pt x="734" y="1427"/>
                    <a:pt x="734" y="1427"/>
                    <a:pt x="734" y="1427"/>
                  </a:cubicBezTo>
                  <a:cubicBezTo>
                    <a:pt x="733" y="1426"/>
                    <a:pt x="732" y="1426"/>
                    <a:pt x="731" y="1426"/>
                  </a:cubicBezTo>
                  <a:cubicBezTo>
                    <a:pt x="730" y="1426"/>
                    <a:pt x="730" y="1426"/>
                    <a:pt x="729" y="1427"/>
                  </a:cubicBezTo>
                  <a:lnTo>
                    <a:pt x="728" y="1427"/>
                  </a:lnTo>
                  <a:cubicBezTo>
                    <a:pt x="727" y="1415"/>
                    <a:pt x="726" y="1403"/>
                    <a:pt x="725" y="1391"/>
                  </a:cubicBezTo>
                  <a:lnTo>
                    <a:pt x="726" y="1390"/>
                  </a:lnTo>
                  <a:cubicBezTo>
                    <a:pt x="726" y="1389"/>
                    <a:pt x="727" y="1389"/>
                    <a:pt x="727" y="1388"/>
                  </a:cubicBezTo>
                  <a:cubicBezTo>
                    <a:pt x="728" y="1376"/>
                    <a:pt x="729" y="1364"/>
                    <a:pt x="729" y="1352"/>
                  </a:cubicBezTo>
                  <a:cubicBezTo>
                    <a:pt x="729" y="1311"/>
                    <a:pt x="721" y="1271"/>
                    <a:pt x="705" y="1234"/>
                  </a:cubicBezTo>
                  <a:cubicBezTo>
                    <a:pt x="705" y="1234"/>
                    <a:pt x="706" y="1234"/>
                    <a:pt x="707" y="1234"/>
                  </a:cubicBezTo>
                  <a:cubicBezTo>
                    <a:pt x="708" y="1234"/>
                    <a:pt x="709" y="1234"/>
                    <a:pt x="709" y="1234"/>
                  </a:cubicBezTo>
                  <a:cubicBezTo>
                    <a:pt x="710" y="1233"/>
                    <a:pt x="711" y="1232"/>
                    <a:pt x="711" y="1232"/>
                  </a:cubicBezTo>
                  <a:cubicBezTo>
                    <a:pt x="712" y="1231"/>
                    <a:pt x="712" y="1230"/>
                    <a:pt x="712" y="1229"/>
                  </a:cubicBezTo>
                  <a:cubicBezTo>
                    <a:pt x="723" y="1155"/>
                    <a:pt x="683" y="1092"/>
                    <a:pt x="653" y="1026"/>
                  </a:cubicBezTo>
                  <a:cubicBezTo>
                    <a:pt x="654" y="1026"/>
                    <a:pt x="654" y="1027"/>
                    <a:pt x="654" y="1027"/>
                  </a:cubicBezTo>
                  <a:cubicBezTo>
                    <a:pt x="655" y="1027"/>
                    <a:pt x="656" y="1027"/>
                    <a:pt x="657" y="1027"/>
                  </a:cubicBezTo>
                  <a:cubicBezTo>
                    <a:pt x="658" y="1027"/>
                    <a:pt x="659" y="1027"/>
                    <a:pt x="659" y="1027"/>
                  </a:cubicBezTo>
                  <a:cubicBezTo>
                    <a:pt x="660" y="1026"/>
                    <a:pt x="660" y="1026"/>
                    <a:pt x="661" y="1025"/>
                  </a:cubicBezTo>
                  <a:cubicBezTo>
                    <a:pt x="661" y="1024"/>
                    <a:pt x="662" y="1024"/>
                    <a:pt x="662" y="1024"/>
                  </a:cubicBezTo>
                  <a:cubicBezTo>
                    <a:pt x="663" y="1019"/>
                    <a:pt x="663" y="1015"/>
                    <a:pt x="663" y="1011"/>
                  </a:cubicBezTo>
                  <a:cubicBezTo>
                    <a:pt x="663" y="999"/>
                    <a:pt x="660" y="987"/>
                    <a:pt x="654" y="976"/>
                  </a:cubicBezTo>
                  <a:cubicBezTo>
                    <a:pt x="653" y="976"/>
                    <a:pt x="653" y="975"/>
                    <a:pt x="653" y="975"/>
                  </a:cubicBezTo>
                  <a:cubicBezTo>
                    <a:pt x="656" y="979"/>
                    <a:pt x="659" y="983"/>
                    <a:pt x="662" y="988"/>
                  </a:cubicBezTo>
                  <a:lnTo>
                    <a:pt x="667" y="996"/>
                  </a:lnTo>
                  <a:cubicBezTo>
                    <a:pt x="667" y="997"/>
                    <a:pt x="667" y="997"/>
                    <a:pt x="667" y="997"/>
                  </a:cubicBezTo>
                  <a:cubicBezTo>
                    <a:pt x="667" y="998"/>
                    <a:pt x="667" y="998"/>
                    <a:pt x="667" y="999"/>
                  </a:cubicBezTo>
                  <a:lnTo>
                    <a:pt x="671" y="1004"/>
                  </a:lnTo>
                  <a:cubicBezTo>
                    <a:pt x="672" y="1009"/>
                    <a:pt x="674" y="1013"/>
                    <a:pt x="677" y="1017"/>
                  </a:cubicBezTo>
                  <a:cubicBezTo>
                    <a:pt x="680" y="1023"/>
                    <a:pt x="684" y="1028"/>
                    <a:pt x="689" y="1033"/>
                  </a:cubicBezTo>
                  <a:lnTo>
                    <a:pt x="691" y="1032"/>
                  </a:lnTo>
                  <a:moveTo>
                    <a:pt x="625" y="812"/>
                  </a:moveTo>
                  <a:cubicBezTo>
                    <a:pt x="636" y="785"/>
                    <a:pt x="648" y="760"/>
                    <a:pt x="662" y="735"/>
                  </a:cubicBezTo>
                  <a:cubicBezTo>
                    <a:pt x="672" y="718"/>
                    <a:pt x="682" y="702"/>
                    <a:pt x="693" y="687"/>
                  </a:cubicBezTo>
                  <a:cubicBezTo>
                    <a:pt x="718" y="665"/>
                    <a:pt x="741" y="647"/>
                    <a:pt x="767" y="628"/>
                  </a:cubicBezTo>
                  <a:cubicBezTo>
                    <a:pt x="774" y="623"/>
                    <a:pt x="781" y="618"/>
                    <a:pt x="787" y="614"/>
                  </a:cubicBezTo>
                  <a:cubicBezTo>
                    <a:pt x="749" y="648"/>
                    <a:pt x="714" y="687"/>
                    <a:pt x="684" y="730"/>
                  </a:cubicBezTo>
                  <a:cubicBezTo>
                    <a:pt x="661" y="756"/>
                    <a:pt x="641" y="783"/>
                    <a:pt x="624" y="813"/>
                  </a:cubicBezTo>
                  <a:lnTo>
                    <a:pt x="625" y="812"/>
                  </a:lnTo>
                  <a:moveTo>
                    <a:pt x="686" y="866"/>
                  </a:moveTo>
                  <a:cubicBezTo>
                    <a:pt x="689" y="856"/>
                    <a:pt x="690" y="846"/>
                    <a:pt x="691" y="836"/>
                  </a:cubicBezTo>
                  <a:cubicBezTo>
                    <a:pt x="691" y="835"/>
                    <a:pt x="691" y="834"/>
                    <a:pt x="691" y="833"/>
                  </a:cubicBezTo>
                  <a:cubicBezTo>
                    <a:pt x="691" y="832"/>
                    <a:pt x="691" y="832"/>
                    <a:pt x="691" y="831"/>
                  </a:cubicBezTo>
                  <a:cubicBezTo>
                    <a:pt x="693" y="826"/>
                    <a:pt x="695" y="821"/>
                    <a:pt x="697" y="816"/>
                  </a:cubicBezTo>
                  <a:cubicBezTo>
                    <a:pt x="708" y="801"/>
                    <a:pt x="719" y="786"/>
                    <a:pt x="730" y="772"/>
                  </a:cubicBezTo>
                  <a:cubicBezTo>
                    <a:pt x="754" y="741"/>
                    <a:pt x="788" y="715"/>
                    <a:pt x="806" y="681"/>
                  </a:cubicBezTo>
                  <a:cubicBezTo>
                    <a:pt x="806" y="681"/>
                    <a:pt x="806" y="682"/>
                    <a:pt x="807" y="681"/>
                  </a:cubicBezTo>
                  <a:cubicBezTo>
                    <a:pt x="808" y="680"/>
                    <a:pt x="807" y="679"/>
                    <a:pt x="807" y="678"/>
                  </a:cubicBezTo>
                  <a:cubicBezTo>
                    <a:pt x="807" y="677"/>
                    <a:pt x="807" y="676"/>
                    <a:pt x="807" y="675"/>
                  </a:cubicBezTo>
                  <a:cubicBezTo>
                    <a:pt x="806" y="675"/>
                    <a:pt x="806" y="675"/>
                    <a:pt x="806" y="675"/>
                  </a:cubicBezTo>
                  <a:cubicBezTo>
                    <a:pt x="864" y="642"/>
                    <a:pt x="924" y="614"/>
                    <a:pt x="979" y="578"/>
                  </a:cubicBezTo>
                  <a:cubicBezTo>
                    <a:pt x="982" y="576"/>
                    <a:pt x="979" y="572"/>
                    <a:pt x="976" y="573"/>
                  </a:cubicBezTo>
                  <a:cubicBezTo>
                    <a:pt x="945" y="586"/>
                    <a:pt x="914" y="600"/>
                    <a:pt x="885" y="617"/>
                  </a:cubicBezTo>
                  <a:cubicBezTo>
                    <a:pt x="876" y="622"/>
                    <a:pt x="868" y="627"/>
                    <a:pt x="860" y="632"/>
                  </a:cubicBezTo>
                  <a:cubicBezTo>
                    <a:pt x="852" y="636"/>
                    <a:pt x="844" y="641"/>
                    <a:pt x="837" y="645"/>
                  </a:cubicBezTo>
                  <a:cubicBezTo>
                    <a:pt x="815" y="658"/>
                    <a:pt x="793" y="672"/>
                    <a:pt x="773" y="688"/>
                  </a:cubicBezTo>
                  <a:lnTo>
                    <a:pt x="770" y="690"/>
                  </a:lnTo>
                  <a:cubicBezTo>
                    <a:pt x="765" y="694"/>
                    <a:pt x="760" y="698"/>
                    <a:pt x="755" y="703"/>
                  </a:cubicBezTo>
                  <a:lnTo>
                    <a:pt x="755" y="704"/>
                  </a:lnTo>
                  <a:cubicBezTo>
                    <a:pt x="741" y="719"/>
                    <a:pt x="728" y="733"/>
                    <a:pt x="716" y="749"/>
                  </a:cubicBezTo>
                  <a:cubicBezTo>
                    <a:pt x="713" y="752"/>
                    <a:pt x="711" y="756"/>
                    <a:pt x="708" y="759"/>
                  </a:cubicBezTo>
                  <a:cubicBezTo>
                    <a:pt x="710" y="757"/>
                    <a:pt x="711" y="755"/>
                    <a:pt x="712" y="753"/>
                  </a:cubicBezTo>
                  <a:cubicBezTo>
                    <a:pt x="713" y="751"/>
                    <a:pt x="715" y="748"/>
                    <a:pt x="716" y="746"/>
                  </a:cubicBezTo>
                  <a:cubicBezTo>
                    <a:pt x="716" y="745"/>
                    <a:pt x="716" y="744"/>
                    <a:pt x="716" y="744"/>
                  </a:cubicBezTo>
                  <a:cubicBezTo>
                    <a:pt x="716" y="743"/>
                    <a:pt x="717" y="742"/>
                    <a:pt x="716" y="741"/>
                  </a:cubicBezTo>
                  <a:cubicBezTo>
                    <a:pt x="715" y="740"/>
                    <a:pt x="715" y="740"/>
                    <a:pt x="715" y="740"/>
                  </a:cubicBezTo>
                  <a:lnTo>
                    <a:pt x="719" y="734"/>
                  </a:lnTo>
                  <a:cubicBezTo>
                    <a:pt x="752" y="694"/>
                    <a:pt x="791" y="656"/>
                    <a:pt x="816" y="610"/>
                  </a:cubicBezTo>
                  <a:cubicBezTo>
                    <a:pt x="816" y="609"/>
                    <a:pt x="817" y="608"/>
                    <a:pt x="817" y="607"/>
                  </a:cubicBezTo>
                  <a:cubicBezTo>
                    <a:pt x="817" y="605"/>
                    <a:pt x="816" y="604"/>
                    <a:pt x="816" y="603"/>
                  </a:cubicBezTo>
                  <a:cubicBezTo>
                    <a:pt x="815" y="602"/>
                    <a:pt x="814" y="601"/>
                    <a:pt x="813" y="600"/>
                  </a:cubicBezTo>
                  <a:cubicBezTo>
                    <a:pt x="812" y="600"/>
                    <a:pt x="811" y="599"/>
                    <a:pt x="810" y="599"/>
                  </a:cubicBezTo>
                  <a:cubicBezTo>
                    <a:pt x="823" y="591"/>
                    <a:pt x="835" y="584"/>
                    <a:pt x="847" y="576"/>
                  </a:cubicBezTo>
                  <a:cubicBezTo>
                    <a:pt x="863" y="567"/>
                    <a:pt x="877" y="565"/>
                    <a:pt x="887" y="549"/>
                  </a:cubicBezTo>
                  <a:cubicBezTo>
                    <a:pt x="889" y="546"/>
                    <a:pt x="885" y="542"/>
                    <a:pt x="882" y="545"/>
                  </a:cubicBezTo>
                  <a:cubicBezTo>
                    <a:pt x="871" y="554"/>
                    <a:pt x="852" y="557"/>
                    <a:pt x="839" y="564"/>
                  </a:cubicBezTo>
                  <a:cubicBezTo>
                    <a:pt x="812" y="580"/>
                    <a:pt x="787" y="598"/>
                    <a:pt x="761" y="616"/>
                  </a:cubicBezTo>
                  <a:cubicBezTo>
                    <a:pt x="749" y="624"/>
                    <a:pt x="736" y="632"/>
                    <a:pt x="724" y="641"/>
                  </a:cubicBezTo>
                  <a:cubicBezTo>
                    <a:pt x="732" y="627"/>
                    <a:pt x="740" y="614"/>
                    <a:pt x="747" y="600"/>
                  </a:cubicBezTo>
                  <a:cubicBezTo>
                    <a:pt x="750" y="593"/>
                    <a:pt x="741" y="589"/>
                    <a:pt x="736" y="592"/>
                  </a:cubicBezTo>
                  <a:cubicBezTo>
                    <a:pt x="706" y="617"/>
                    <a:pt x="681" y="647"/>
                    <a:pt x="662" y="680"/>
                  </a:cubicBezTo>
                  <a:cubicBezTo>
                    <a:pt x="659" y="685"/>
                    <a:pt x="657" y="690"/>
                    <a:pt x="654" y="695"/>
                  </a:cubicBezTo>
                  <a:cubicBezTo>
                    <a:pt x="644" y="712"/>
                    <a:pt x="635" y="730"/>
                    <a:pt x="625" y="750"/>
                  </a:cubicBezTo>
                  <a:cubicBezTo>
                    <a:pt x="635" y="708"/>
                    <a:pt x="650" y="667"/>
                    <a:pt x="667" y="627"/>
                  </a:cubicBezTo>
                  <a:cubicBezTo>
                    <a:pt x="679" y="611"/>
                    <a:pt x="689" y="595"/>
                    <a:pt x="699" y="578"/>
                  </a:cubicBezTo>
                  <a:cubicBezTo>
                    <a:pt x="701" y="573"/>
                    <a:pt x="704" y="568"/>
                    <a:pt x="707" y="564"/>
                  </a:cubicBezTo>
                  <a:cubicBezTo>
                    <a:pt x="708" y="561"/>
                    <a:pt x="704" y="557"/>
                    <a:pt x="701" y="559"/>
                  </a:cubicBezTo>
                  <a:cubicBezTo>
                    <a:pt x="684" y="569"/>
                    <a:pt x="670" y="583"/>
                    <a:pt x="660" y="600"/>
                  </a:cubicBezTo>
                  <a:lnTo>
                    <a:pt x="659" y="600"/>
                  </a:lnTo>
                  <a:cubicBezTo>
                    <a:pt x="658" y="600"/>
                    <a:pt x="657" y="600"/>
                    <a:pt x="656" y="601"/>
                  </a:cubicBezTo>
                  <a:cubicBezTo>
                    <a:pt x="655" y="601"/>
                    <a:pt x="655" y="601"/>
                    <a:pt x="655" y="601"/>
                  </a:cubicBezTo>
                  <a:cubicBezTo>
                    <a:pt x="632" y="619"/>
                    <a:pt x="619" y="651"/>
                    <a:pt x="607" y="676"/>
                  </a:cubicBezTo>
                  <a:cubicBezTo>
                    <a:pt x="594" y="699"/>
                    <a:pt x="585" y="723"/>
                    <a:pt x="578" y="748"/>
                  </a:cubicBezTo>
                  <a:cubicBezTo>
                    <a:pt x="579" y="728"/>
                    <a:pt x="581" y="709"/>
                    <a:pt x="583" y="689"/>
                  </a:cubicBezTo>
                  <a:cubicBezTo>
                    <a:pt x="592" y="672"/>
                    <a:pt x="601" y="654"/>
                    <a:pt x="610" y="637"/>
                  </a:cubicBezTo>
                  <a:cubicBezTo>
                    <a:pt x="623" y="613"/>
                    <a:pt x="644" y="587"/>
                    <a:pt x="643" y="559"/>
                  </a:cubicBezTo>
                  <a:cubicBezTo>
                    <a:pt x="643" y="551"/>
                    <a:pt x="633" y="552"/>
                    <a:pt x="630" y="557"/>
                  </a:cubicBezTo>
                  <a:cubicBezTo>
                    <a:pt x="626" y="565"/>
                    <a:pt x="622" y="573"/>
                    <a:pt x="617" y="581"/>
                  </a:cubicBezTo>
                  <a:cubicBezTo>
                    <a:pt x="610" y="593"/>
                    <a:pt x="603" y="605"/>
                    <a:pt x="595" y="616"/>
                  </a:cubicBezTo>
                  <a:cubicBezTo>
                    <a:pt x="599" y="601"/>
                    <a:pt x="603" y="586"/>
                    <a:pt x="609" y="572"/>
                  </a:cubicBezTo>
                  <a:cubicBezTo>
                    <a:pt x="609" y="571"/>
                    <a:pt x="610" y="570"/>
                    <a:pt x="610" y="569"/>
                  </a:cubicBezTo>
                  <a:cubicBezTo>
                    <a:pt x="610" y="568"/>
                    <a:pt x="609" y="568"/>
                    <a:pt x="609" y="567"/>
                  </a:cubicBezTo>
                  <a:cubicBezTo>
                    <a:pt x="608" y="566"/>
                    <a:pt x="608" y="565"/>
                    <a:pt x="607" y="565"/>
                  </a:cubicBezTo>
                  <a:cubicBezTo>
                    <a:pt x="606" y="565"/>
                    <a:pt x="605" y="564"/>
                    <a:pt x="605" y="564"/>
                  </a:cubicBezTo>
                  <a:cubicBezTo>
                    <a:pt x="604" y="564"/>
                    <a:pt x="603" y="565"/>
                    <a:pt x="602" y="565"/>
                  </a:cubicBezTo>
                  <a:lnTo>
                    <a:pt x="601" y="566"/>
                  </a:lnTo>
                  <a:cubicBezTo>
                    <a:pt x="581" y="586"/>
                    <a:pt x="579" y="620"/>
                    <a:pt x="576" y="648"/>
                  </a:cubicBezTo>
                  <a:cubicBezTo>
                    <a:pt x="573" y="653"/>
                    <a:pt x="570" y="658"/>
                    <a:pt x="568" y="662"/>
                  </a:cubicBezTo>
                  <a:cubicBezTo>
                    <a:pt x="563" y="672"/>
                    <a:pt x="556" y="684"/>
                    <a:pt x="550" y="696"/>
                  </a:cubicBezTo>
                  <a:lnTo>
                    <a:pt x="549" y="693"/>
                  </a:lnTo>
                  <a:cubicBezTo>
                    <a:pt x="550" y="663"/>
                    <a:pt x="554" y="632"/>
                    <a:pt x="560" y="602"/>
                  </a:cubicBezTo>
                  <a:cubicBezTo>
                    <a:pt x="568" y="569"/>
                    <a:pt x="587" y="534"/>
                    <a:pt x="587" y="500"/>
                  </a:cubicBezTo>
                  <a:cubicBezTo>
                    <a:pt x="587" y="492"/>
                    <a:pt x="575" y="490"/>
                    <a:pt x="570" y="496"/>
                  </a:cubicBezTo>
                  <a:cubicBezTo>
                    <a:pt x="566" y="502"/>
                    <a:pt x="561" y="509"/>
                    <a:pt x="557" y="516"/>
                  </a:cubicBezTo>
                  <a:cubicBezTo>
                    <a:pt x="539" y="548"/>
                    <a:pt x="529" y="583"/>
                    <a:pt x="527" y="620"/>
                  </a:cubicBezTo>
                  <a:cubicBezTo>
                    <a:pt x="526" y="619"/>
                    <a:pt x="525" y="618"/>
                    <a:pt x="524" y="618"/>
                  </a:cubicBezTo>
                  <a:cubicBezTo>
                    <a:pt x="522" y="617"/>
                    <a:pt x="520" y="616"/>
                    <a:pt x="518" y="616"/>
                  </a:cubicBezTo>
                  <a:cubicBezTo>
                    <a:pt x="516" y="616"/>
                    <a:pt x="514" y="617"/>
                    <a:pt x="513" y="618"/>
                  </a:cubicBezTo>
                  <a:cubicBezTo>
                    <a:pt x="511" y="619"/>
                    <a:pt x="510" y="620"/>
                    <a:pt x="509" y="622"/>
                  </a:cubicBezTo>
                  <a:cubicBezTo>
                    <a:pt x="508" y="623"/>
                    <a:pt x="507" y="624"/>
                    <a:pt x="507" y="626"/>
                  </a:cubicBezTo>
                  <a:cubicBezTo>
                    <a:pt x="506" y="631"/>
                    <a:pt x="505" y="637"/>
                    <a:pt x="505" y="643"/>
                  </a:cubicBezTo>
                  <a:lnTo>
                    <a:pt x="501" y="633"/>
                  </a:lnTo>
                  <a:cubicBezTo>
                    <a:pt x="503" y="626"/>
                    <a:pt x="507" y="619"/>
                    <a:pt x="509" y="611"/>
                  </a:cubicBezTo>
                  <a:cubicBezTo>
                    <a:pt x="512" y="599"/>
                    <a:pt x="518" y="588"/>
                    <a:pt x="522" y="577"/>
                  </a:cubicBezTo>
                  <a:cubicBezTo>
                    <a:pt x="524" y="570"/>
                    <a:pt x="522" y="563"/>
                    <a:pt x="524" y="557"/>
                  </a:cubicBezTo>
                  <a:cubicBezTo>
                    <a:pt x="525" y="556"/>
                    <a:pt x="525" y="555"/>
                    <a:pt x="525" y="555"/>
                  </a:cubicBezTo>
                  <a:cubicBezTo>
                    <a:pt x="525" y="554"/>
                    <a:pt x="525" y="552"/>
                    <a:pt x="524" y="551"/>
                  </a:cubicBezTo>
                  <a:cubicBezTo>
                    <a:pt x="523" y="550"/>
                    <a:pt x="523" y="550"/>
                    <a:pt x="522" y="549"/>
                  </a:cubicBezTo>
                  <a:cubicBezTo>
                    <a:pt x="521" y="548"/>
                    <a:pt x="519" y="548"/>
                    <a:pt x="518" y="548"/>
                  </a:cubicBezTo>
                  <a:cubicBezTo>
                    <a:pt x="516" y="548"/>
                    <a:pt x="516" y="549"/>
                    <a:pt x="515" y="549"/>
                  </a:cubicBezTo>
                  <a:cubicBezTo>
                    <a:pt x="514" y="549"/>
                    <a:pt x="514" y="550"/>
                    <a:pt x="513" y="550"/>
                  </a:cubicBezTo>
                  <a:lnTo>
                    <a:pt x="512" y="552"/>
                  </a:lnTo>
                  <a:lnTo>
                    <a:pt x="516" y="543"/>
                  </a:lnTo>
                  <a:cubicBezTo>
                    <a:pt x="523" y="532"/>
                    <a:pt x="530" y="522"/>
                    <a:pt x="538" y="513"/>
                  </a:cubicBezTo>
                  <a:cubicBezTo>
                    <a:pt x="551" y="499"/>
                    <a:pt x="565" y="487"/>
                    <a:pt x="580" y="476"/>
                  </a:cubicBezTo>
                  <a:cubicBezTo>
                    <a:pt x="583" y="481"/>
                    <a:pt x="595" y="481"/>
                    <a:pt x="596" y="474"/>
                  </a:cubicBezTo>
                  <a:cubicBezTo>
                    <a:pt x="596" y="470"/>
                    <a:pt x="597" y="466"/>
                    <a:pt x="597" y="463"/>
                  </a:cubicBezTo>
                  <a:cubicBezTo>
                    <a:pt x="604" y="457"/>
                    <a:pt x="611" y="452"/>
                    <a:pt x="617" y="447"/>
                  </a:cubicBezTo>
                  <a:cubicBezTo>
                    <a:pt x="618" y="447"/>
                    <a:pt x="619" y="448"/>
                    <a:pt x="620" y="448"/>
                  </a:cubicBezTo>
                  <a:cubicBezTo>
                    <a:pt x="622" y="448"/>
                    <a:pt x="623" y="446"/>
                    <a:pt x="625" y="446"/>
                  </a:cubicBezTo>
                  <a:cubicBezTo>
                    <a:pt x="626" y="445"/>
                    <a:pt x="627" y="445"/>
                    <a:pt x="628" y="443"/>
                  </a:cubicBezTo>
                  <a:cubicBezTo>
                    <a:pt x="628" y="442"/>
                    <a:pt x="629" y="441"/>
                    <a:pt x="629" y="440"/>
                  </a:cubicBezTo>
                  <a:lnTo>
                    <a:pt x="629" y="436"/>
                  </a:lnTo>
                  <a:cubicBezTo>
                    <a:pt x="632" y="433"/>
                    <a:pt x="635" y="430"/>
                    <a:pt x="638" y="428"/>
                  </a:cubicBezTo>
                  <a:cubicBezTo>
                    <a:pt x="640" y="429"/>
                    <a:pt x="641" y="429"/>
                    <a:pt x="643" y="429"/>
                  </a:cubicBezTo>
                  <a:cubicBezTo>
                    <a:pt x="645" y="429"/>
                    <a:pt x="646" y="429"/>
                    <a:pt x="648" y="428"/>
                  </a:cubicBezTo>
                  <a:cubicBezTo>
                    <a:pt x="649" y="427"/>
                    <a:pt x="650" y="426"/>
                    <a:pt x="651" y="424"/>
                  </a:cubicBezTo>
                  <a:cubicBezTo>
                    <a:pt x="654" y="419"/>
                    <a:pt x="655" y="414"/>
                    <a:pt x="657" y="409"/>
                  </a:cubicBezTo>
                  <a:lnTo>
                    <a:pt x="667" y="403"/>
                  </a:lnTo>
                  <a:cubicBezTo>
                    <a:pt x="668" y="402"/>
                    <a:pt x="669" y="401"/>
                    <a:pt x="670" y="400"/>
                  </a:cubicBezTo>
                  <a:cubicBezTo>
                    <a:pt x="671" y="398"/>
                    <a:pt x="671" y="396"/>
                    <a:pt x="671" y="395"/>
                  </a:cubicBezTo>
                  <a:cubicBezTo>
                    <a:pt x="671" y="393"/>
                    <a:pt x="671" y="392"/>
                    <a:pt x="670" y="391"/>
                  </a:cubicBezTo>
                  <a:lnTo>
                    <a:pt x="670" y="390"/>
                  </a:lnTo>
                  <a:cubicBezTo>
                    <a:pt x="701" y="359"/>
                    <a:pt x="735" y="331"/>
                    <a:pt x="772" y="308"/>
                  </a:cubicBezTo>
                  <a:cubicBezTo>
                    <a:pt x="773" y="307"/>
                    <a:pt x="774" y="307"/>
                    <a:pt x="775" y="306"/>
                  </a:cubicBezTo>
                  <a:cubicBezTo>
                    <a:pt x="779" y="303"/>
                    <a:pt x="784" y="301"/>
                    <a:pt x="790" y="300"/>
                  </a:cubicBezTo>
                  <a:cubicBezTo>
                    <a:pt x="791" y="301"/>
                    <a:pt x="793" y="301"/>
                    <a:pt x="794" y="301"/>
                  </a:cubicBezTo>
                  <a:cubicBezTo>
                    <a:pt x="796" y="301"/>
                    <a:pt x="798" y="300"/>
                    <a:pt x="800" y="299"/>
                  </a:cubicBezTo>
                  <a:cubicBezTo>
                    <a:pt x="802" y="298"/>
                    <a:pt x="803" y="297"/>
                    <a:pt x="804" y="295"/>
                  </a:cubicBezTo>
                  <a:cubicBezTo>
                    <a:pt x="809" y="294"/>
                    <a:pt x="814" y="292"/>
                    <a:pt x="819" y="290"/>
                  </a:cubicBezTo>
                  <a:cubicBezTo>
                    <a:pt x="834" y="303"/>
                    <a:pt x="850" y="314"/>
                    <a:pt x="867" y="325"/>
                  </a:cubicBezTo>
                  <a:cubicBezTo>
                    <a:pt x="873" y="332"/>
                    <a:pt x="879" y="339"/>
                    <a:pt x="885" y="345"/>
                  </a:cubicBezTo>
                  <a:cubicBezTo>
                    <a:pt x="868" y="349"/>
                    <a:pt x="852" y="356"/>
                    <a:pt x="837" y="365"/>
                  </a:cubicBezTo>
                  <a:cubicBezTo>
                    <a:pt x="836" y="365"/>
                    <a:pt x="836" y="365"/>
                    <a:pt x="836" y="365"/>
                  </a:cubicBezTo>
                  <a:cubicBezTo>
                    <a:pt x="794" y="387"/>
                    <a:pt x="768" y="423"/>
                    <a:pt x="734" y="455"/>
                  </a:cubicBezTo>
                  <a:cubicBezTo>
                    <a:pt x="732" y="456"/>
                    <a:pt x="734" y="459"/>
                    <a:pt x="737" y="458"/>
                  </a:cubicBezTo>
                  <a:cubicBezTo>
                    <a:pt x="769" y="435"/>
                    <a:pt x="799" y="405"/>
                    <a:pt x="834" y="387"/>
                  </a:cubicBezTo>
                  <a:cubicBezTo>
                    <a:pt x="835" y="386"/>
                    <a:pt x="836" y="385"/>
                    <a:pt x="838" y="384"/>
                  </a:cubicBezTo>
                  <a:cubicBezTo>
                    <a:pt x="852" y="376"/>
                    <a:pt x="869" y="370"/>
                    <a:pt x="885" y="368"/>
                  </a:cubicBezTo>
                  <a:cubicBezTo>
                    <a:pt x="891" y="367"/>
                    <a:pt x="897" y="366"/>
                    <a:pt x="902" y="363"/>
                  </a:cubicBezTo>
                  <a:lnTo>
                    <a:pt x="906" y="366"/>
                  </a:lnTo>
                  <a:cubicBezTo>
                    <a:pt x="906" y="368"/>
                    <a:pt x="907" y="370"/>
                    <a:pt x="908" y="371"/>
                  </a:cubicBezTo>
                  <a:cubicBezTo>
                    <a:pt x="918" y="385"/>
                    <a:pt x="929" y="398"/>
                    <a:pt x="941" y="410"/>
                  </a:cubicBezTo>
                  <a:cubicBezTo>
                    <a:pt x="908" y="422"/>
                    <a:pt x="875" y="436"/>
                    <a:pt x="844" y="452"/>
                  </a:cubicBezTo>
                  <a:cubicBezTo>
                    <a:pt x="832" y="457"/>
                    <a:pt x="820" y="464"/>
                    <a:pt x="809" y="470"/>
                  </a:cubicBezTo>
                  <a:cubicBezTo>
                    <a:pt x="783" y="485"/>
                    <a:pt x="760" y="503"/>
                    <a:pt x="739" y="525"/>
                  </a:cubicBezTo>
                  <a:cubicBezTo>
                    <a:pt x="738" y="526"/>
                    <a:pt x="740" y="528"/>
                    <a:pt x="742" y="527"/>
                  </a:cubicBezTo>
                  <a:cubicBezTo>
                    <a:pt x="760" y="512"/>
                    <a:pt x="779" y="500"/>
                    <a:pt x="799" y="488"/>
                  </a:cubicBezTo>
                  <a:cubicBezTo>
                    <a:pt x="818" y="477"/>
                    <a:pt x="839" y="467"/>
                    <a:pt x="860" y="458"/>
                  </a:cubicBezTo>
                  <a:cubicBezTo>
                    <a:pt x="889" y="447"/>
                    <a:pt x="920" y="434"/>
                    <a:pt x="951" y="426"/>
                  </a:cubicBezTo>
                  <a:cubicBezTo>
                    <a:pt x="951" y="425"/>
                    <a:pt x="951" y="425"/>
                    <a:pt x="952" y="425"/>
                  </a:cubicBezTo>
                  <a:lnTo>
                    <a:pt x="953" y="424"/>
                  </a:lnTo>
                  <a:cubicBezTo>
                    <a:pt x="965" y="442"/>
                    <a:pt x="975" y="466"/>
                    <a:pt x="994" y="476"/>
                  </a:cubicBezTo>
                  <a:cubicBezTo>
                    <a:pt x="994" y="476"/>
                    <a:pt x="995" y="476"/>
                    <a:pt x="996" y="476"/>
                  </a:cubicBezTo>
                  <a:cubicBezTo>
                    <a:pt x="997" y="476"/>
                    <a:pt x="997" y="476"/>
                    <a:pt x="998" y="475"/>
                  </a:cubicBezTo>
                  <a:cubicBezTo>
                    <a:pt x="999" y="474"/>
                    <a:pt x="999" y="474"/>
                    <a:pt x="1000" y="473"/>
                  </a:cubicBezTo>
                  <a:cubicBezTo>
                    <a:pt x="1001" y="472"/>
                    <a:pt x="1001" y="472"/>
                    <a:pt x="1001" y="471"/>
                  </a:cubicBezTo>
                  <a:lnTo>
                    <a:pt x="1001" y="470"/>
                  </a:lnTo>
                  <a:cubicBezTo>
                    <a:pt x="1001" y="467"/>
                    <a:pt x="1001" y="463"/>
                    <a:pt x="1001" y="459"/>
                  </a:cubicBezTo>
                  <a:cubicBezTo>
                    <a:pt x="1009" y="475"/>
                    <a:pt x="1017" y="491"/>
                    <a:pt x="1024" y="507"/>
                  </a:cubicBezTo>
                  <a:cubicBezTo>
                    <a:pt x="1034" y="534"/>
                    <a:pt x="1053" y="555"/>
                    <a:pt x="1064" y="581"/>
                  </a:cubicBezTo>
                  <a:cubicBezTo>
                    <a:pt x="1068" y="591"/>
                    <a:pt x="1073" y="600"/>
                    <a:pt x="1078" y="608"/>
                  </a:cubicBezTo>
                  <a:cubicBezTo>
                    <a:pt x="1081" y="613"/>
                    <a:pt x="1084" y="618"/>
                    <a:pt x="1087" y="623"/>
                  </a:cubicBezTo>
                  <a:cubicBezTo>
                    <a:pt x="1065" y="618"/>
                    <a:pt x="1043" y="615"/>
                    <a:pt x="1021" y="615"/>
                  </a:cubicBezTo>
                  <a:cubicBezTo>
                    <a:pt x="1019" y="615"/>
                    <a:pt x="1018" y="615"/>
                    <a:pt x="1016" y="615"/>
                  </a:cubicBezTo>
                  <a:cubicBezTo>
                    <a:pt x="988" y="615"/>
                    <a:pt x="955" y="617"/>
                    <a:pt x="933" y="634"/>
                  </a:cubicBezTo>
                  <a:cubicBezTo>
                    <a:pt x="933" y="635"/>
                    <a:pt x="933" y="635"/>
                    <a:pt x="933" y="635"/>
                  </a:cubicBezTo>
                  <a:lnTo>
                    <a:pt x="933" y="636"/>
                  </a:lnTo>
                  <a:cubicBezTo>
                    <a:pt x="934" y="636"/>
                    <a:pt x="934" y="636"/>
                    <a:pt x="934" y="636"/>
                  </a:cubicBezTo>
                  <a:cubicBezTo>
                    <a:pt x="956" y="627"/>
                    <a:pt x="991" y="632"/>
                    <a:pt x="1015" y="630"/>
                  </a:cubicBezTo>
                  <a:cubicBezTo>
                    <a:pt x="1018" y="630"/>
                    <a:pt x="1021" y="630"/>
                    <a:pt x="1024" y="630"/>
                  </a:cubicBezTo>
                  <a:cubicBezTo>
                    <a:pt x="1041" y="630"/>
                    <a:pt x="1058" y="633"/>
                    <a:pt x="1074" y="639"/>
                  </a:cubicBezTo>
                  <a:cubicBezTo>
                    <a:pt x="1082" y="643"/>
                    <a:pt x="1090" y="645"/>
                    <a:pt x="1098" y="645"/>
                  </a:cubicBezTo>
                  <a:cubicBezTo>
                    <a:pt x="1100" y="645"/>
                    <a:pt x="1101" y="644"/>
                    <a:pt x="1103" y="644"/>
                  </a:cubicBezTo>
                  <a:lnTo>
                    <a:pt x="1103" y="643"/>
                  </a:lnTo>
                  <a:cubicBezTo>
                    <a:pt x="1107" y="649"/>
                    <a:pt x="1112" y="655"/>
                    <a:pt x="1117" y="661"/>
                  </a:cubicBezTo>
                  <a:cubicBezTo>
                    <a:pt x="1142" y="690"/>
                    <a:pt x="1168" y="698"/>
                    <a:pt x="1202" y="711"/>
                  </a:cubicBezTo>
                  <a:cubicBezTo>
                    <a:pt x="1203" y="711"/>
                    <a:pt x="1203" y="711"/>
                    <a:pt x="1204" y="711"/>
                  </a:cubicBezTo>
                  <a:cubicBezTo>
                    <a:pt x="1204" y="711"/>
                    <a:pt x="1205" y="711"/>
                    <a:pt x="1206" y="710"/>
                  </a:cubicBezTo>
                  <a:cubicBezTo>
                    <a:pt x="1206" y="710"/>
                    <a:pt x="1207" y="710"/>
                    <a:pt x="1207" y="709"/>
                  </a:cubicBezTo>
                  <a:lnTo>
                    <a:pt x="1207" y="708"/>
                  </a:lnTo>
                  <a:cubicBezTo>
                    <a:pt x="1208" y="708"/>
                    <a:pt x="1208" y="709"/>
                    <a:pt x="1209" y="710"/>
                  </a:cubicBezTo>
                  <a:cubicBezTo>
                    <a:pt x="1217" y="725"/>
                    <a:pt x="1225" y="741"/>
                    <a:pt x="1232" y="757"/>
                  </a:cubicBezTo>
                  <a:cubicBezTo>
                    <a:pt x="1234" y="764"/>
                    <a:pt x="1237" y="770"/>
                    <a:pt x="1241" y="776"/>
                  </a:cubicBezTo>
                  <a:cubicBezTo>
                    <a:pt x="1243" y="780"/>
                    <a:pt x="1246" y="784"/>
                    <a:pt x="1248" y="788"/>
                  </a:cubicBezTo>
                  <a:cubicBezTo>
                    <a:pt x="1248" y="787"/>
                    <a:pt x="1248" y="787"/>
                    <a:pt x="1247" y="787"/>
                  </a:cubicBezTo>
                  <a:cubicBezTo>
                    <a:pt x="1234" y="779"/>
                    <a:pt x="1221" y="770"/>
                    <a:pt x="1209" y="759"/>
                  </a:cubicBezTo>
                  <a:cubicBezTo>
                    <a:pt x="1189" y="739"/>
                    <a:pt x="1150" y="725"/>
                    <a:pt x="1124" y="713"/>
                  </a:cubicBezTo>
                  <a:cubicBezTo>
                    <a:pt x="1093" y="698"/>
                    <a:pt x="1060" y="685"/>
                    <a:pt x="1027" y="675"/>
                  </a:cubicBezTo>
                  <a:cubicBezTo>
                    <a:pt x="916" y="641"/>
                    <a:pt x="729" y="716"/>
                    <a:pt x="703" y="839"/>
                  </a:cubicBezTo>
                  <a:cubicBezTo>
                    <a:pt x="703" y="840"/>
                    <a:pt x="703" y="841"/>
                    <a:pt x="703" y="841"/>
                  </a:cubicBezTo>
                  <a:cubicBezTo>
                    <a:pt x="704" y="842"/>
                    <a:pt x="704" y="842"/>
                    <a:pt x="705" y="843"/>
                  </a:cubicBezTo>
                  <a:lnTo>
                    <a:pt x="706" y="843"/>
                  </a:lnTo>
                  <a:cubicBezTo>
                    <a:pt x="707" y="843"/>
                    <a:pt x="707" y="843"/>
                    <a:pt x="707" y="843"/>
                  </a:cubicBezTo>
                  <a:cubicBezTo>
                    <a:pt x="700" y="851"/>
                    <a:pt x="693" y="859"/>
                    <a:pt x="685" y="867"/>
                  </a:cubicBezTo>
                  <a:lnTo>
                    <a:pt x="686" y="866"/>
                  </a:lnTo>
                  <a:moveTo>
                    <a:pt x="1304" y="1310"/>
                  </a:moveTo>
                  <a:lnTo>
                    <a:pt x="1304" y="1310"/>
                  </a:lnTo>
                  <a:moveTo>
                    <a:pt x="1321" y="1342"/>
                  </a:moveTo>
                  <a:cubicBezTo>
                    <a:pt x="1322" y="1342"/>
                    <a:pt x="1323" y="1342"/>
                    <a:pt x="1324" y="1342"/>
                  </a:cubicBezTo>
                  <a:cubicBezTo>
                    <a:pt x="1325" y="1342"/>
                    <a:pt x="1326" y="1342"/>
                    <a:pt x="1327" y="1342"/>
                  </a:cubicBezTo>
                  <a:lnTo>
                    <a:pt x="1327" y="1343"/>
                  </a:lnTo>
                  <a:cubicBezTo>
                    <a:pt x="1327" y="1345"/>
                    <a:pt x="1327" y="1347"/>
                    <a:pt x="1327" y="1349"/>
                  </a:cubicBezTo>
                  <a:cubicBezTo>
                    <a:pt x="1327" y="1352"/>
                    <a:pt x="1327" y="1356"/>
                    <a:pt x="1328" y="1359"/>
                  </a:cubicBezTo>
                  <a:cubicBezTo>
                    <a:pt x="1324" y="1354"/>
                    <a:pt x="1322" y="1349"/>
                    <a:pt x="1319" y="1343"/>
                  </a:cubicBezTo>
                  <a:lnTo>
                    <a:pt x="1321" y="1342"/>
                  </a:lnTo>
                  <a:moveTo>
                    <a:pt x="1335" y="1212"/>
                  </a:moveTo>
                  <a:cubicBezTo>
                    <a:pt x="1331" y="1209"/>
                    <a:pt x="1327" y="1206"/>
                    <a:pt x="1323" y="1204"/>
                  </a:cubicBezTo>
                  <a:cubicBezTo>
                    <a:pt x="1312" y="1198"/>
                    <a:pt x="1301" y="1193"/>
                    <a:pt x="1290" y="1190"/>
                  </a:cubicBezTo>
                  <a:cubicBezTo>
                    <a:pt x="1258" y="1179"/>
                    <a:pt x="1234" y="1156"/>
                    <a:pt x="1205" y="1140"/>
                  </a:cubicBezTo>
                  <a:cubicBezTo>
                    <a:pt x="1161" y="1116"/>
                    <a:pt x="1118" y="1060"/>
                    <a:pt x="1089" y="1019"/>
                  </a:cubicBezTo>
                  <a:cubicBezTo>
                    <a:pt x="1087" y="1016"/>
                    <a:pt x="1085" y="1012"/>
                    <a:pt x="1083" y="1009"/>
                  </a:cubicBezTo>
                  <a:cubicBezTo>
                    <a:pt x="1082" y="1008"/>
                    <a:pt x="1081" y="1007"/>
                    <a:pt x="1081" y="1005"/>
                  </a:cubicBezTo>
                  <a:cubicBezTo>
                    <a:pt x="1081" y="1005"/>
                    <a:pt x="1081" y="1004"/>
                    <a:pt x="1081" y="1003"/>
                  </a:cubicBezTo>
                  <a:cubicBezTo>
                    <a:pt x="1081" y="1001"/>
                    <a:pt x="1080" y="1000"/>
                    <a:pt x="1080" y="999"/>
                  </a:cubicBezTo>
                  <a:cubicBezTo>
                    <a:pt x="1079" y="998"/>
                    <a:pt x="1080" y="998"/>
                    <a:pt x="1080" y="998"/>
                  </a:cubicBezTo>
                  <a:cubicBezTo>
                    <a:pt x="1065" y="978"/>
                    <a:pt x="1072" y="944"/>
                    <a:pt x="1049" y="934"/>
                  </a:cubicBezTo>
                  <a:cubicBezTo>
                    <a:pt x="1048" y="934"/>
                    <a:pt x="1047" y="934"/>
                    <a:pt x="1046" y="934"/>
                  </a:cubicBezTo>
                  <a:cubicBezTo>
                    <a:pt x="1045" y="934"/>
                    <a:pt x="1044" y="934"/>
                    <a:pt x="1043" y="935"/>
                  </a:cubicBezTo>
                  <a:cubicBezTo>
                    <a:pt x="1042" y="935"/>
                    <a:pt x="1041" y="936"/>
                    <a:pt x="1041" y="937"/>
                  </a:cubicBezTo>
                  <a:cubicBezTo>
                    <a:pt x="1040" y="938"/>
                    <a:pt x="1040" y="939"/>
                    <a:pt x="1040" y="939"/>
                  </a:cubicBezTo>
                  <a:cubicBezTo>
                    <a:pt x="1040" y="941"/>
                    <a:pt x="1040" y="943"/>
                    <a:pt x="1040" y="945"/>
                  </a:cubicBezTo>
                  <a:cubicBezTo>
                    <a:pt x="1040" y="960"/>
                    <a:pt x="1044" y="976"/>
                    <a:pt x="1052" y="990"/>
                  </a:cubicBezTo>
                  <a:lnTo>
                    <a:pt x="1052" y="991"/>
                  </a:lnTo>
                  <a:cubicBezTo>
                    <a:pt x="1020" y="976"/>
                    <a:pt x="998" y="932"/>
                    <a:pt x="976" y="908"/>
                  </a:cubicBezTo>
                  <a:cubicBezTo>
                    <a:pt x="945" y="875"/>
                    <a:pt x="928" y="843"/>
                    <a:pt x="886" y="821"/>
                  </a:cubicBezTo>
                  <a:cubicBezTo>
                    <a:pt x="862" y="810"/>
                    <a:pt x="836" y="804"/>
                    <a:pt x="809" y="804"/>
                  </a:cubicBezTo>
                  <a:cubicBezTo>
                    <a:pt x="808" y="804"/>
                    <a:pt x="806" y="804"/>
                    <a:pt x="805" y="805"/>
                  </a:cubicBezTo>
                  <a:cubicBezTo>
                    <a:pt x="804" y="804"/>
                    <a:pt x="802" y="804"/>
                    <a:pt x="801" y="804"/>
                  </a:cubicBezTo>
                  <a:cubicBezTo>
                    <a:pt x="788" y="804"/>
                    <a:pt x="776" y="805"/>
                    <a:pt x="764" y="807"/>
                  </a:cubicBezTo>
                  <a:cubicBezTo>
                    <a:pt x="774" y="802"/>
                    <a:pt x="784" y="798"/>
                    <a:pt x="795" y="796"/>
                  </a:cubicBezTo>
                  <a:cubicBezTo>
                    <a:pt x="826" y="787"/>
                    <a:pt x="859" y="782"/>
                    <a:pt x="891" y="782"/>
                  </a:cubicBezTo>
                  <a:cubicBezTo>
                    <a:pt x="946" y="786"/>
                    <a:pt x="1002" y="830"/>
                    <a:pt x="1052" y="852"/>
                  </a:cubicBezTo>
                  <a:cubicBezTo>
                    <a:pt x="1082" y="864"/>
                    <a:pt x="1112" y="878"/>
                    <a:pt x="1140" y="895"/>
                  </a:cubicBezTo>
                  <a:cubicBezTo>
                    <a:pt x="1150" y="901"/>
                    <a:pt x="1160" y="907"/>
                    <a:pt x="1170" y="913"/>
                  </a:cubicBezTo>
                  <a:cubicBezTo>
                    <a:pt x="1192" y="992"/>
                    <a:pt x="1261" y="1038"/>
                    <a:pt x="1305" y="1104"/>
                  </a:cubicBezTo>
                  <a:cubicBezTo>
                    <a:pt x="1316" y="1117"/>
                    <a:pt x="1326" y="1132"/>
                    <a:pt x="1334" y="1147"/>
                  </a:cubicBezTo>
                  <a:cubicBezTo>
                    <a:pt x="1344" y="1165"/>
                    <a:pt x="1353" y="1183"/>
                    <a:pt x="1360" y="1202"/>
                  </a:cubicBezTo>
                  <a:cubicBezTo>
                    <a:pt x="1369" y="1227"/>
                    <a:pt x="1375" y="1253"/>
                    <a:pt x="1380" y="1279"/>
                  </a:cubicBezTo>
                  <a:cubicBezTo>
                    <a:pt x="1377" y="1271"/>
                    <a:pt x="1374" y="1265"/>
                    <a:pt x="1370" y="1258"/>
                  </a:cubicBezTo>
                  <a:cubicBezTo>
                    <a:pt x="1360" y="1241"/>
                    <a:pt x="1348" y="1226"/>
                    <a:pt x="1334" y="1213"/>
                  </a:cubicBezTo>
                  <a:lnTo>
                    <a:pt x="1335" y="1212"/>
                  </a:lnTo>
                  <a:moveTo>
                    <a:pt x="1187" y="924"/>
                  </a:moveTo>
                  <a:lnTo>
                    <a:pt x="1187" y="924"/>
                  </a:lnTo>
                  <a:moveTo>
                    <a:pt x="1221" y="979"/>
                  </a:moveTo>
                  <a:cubicBezTo>
                    <a:pt x="1227" y="986"/>
                    <a:pt x="1234" y="992"/>
                    <a:pt x="1239" y="998"/>
                  </a:cubicBezTo>
                  <a:lnTo>
                    <a:pt x="1247" y="1008"/>
                  </a:lnTo>
                  <a:cubicBezTo>
                    <a:pt x="1249" y="1011"/>
                    <a:pt x="1249" y="1014"/>
                    <a:pt x="1251" y="1017"/>
                  </a:cubicBezTo>
                  <a:cubicBezTo>
                    <a:pt x="1251" y="1018"/>
                    <a:pt x="1253" y="1019"/>
                    <a:pt x="1254" y="1021"/>
                  </a:cubicBezTo>
                  <a:cubicBezTo>
                    <a:pt x="1241" y="1008"/>
                    <a:pt x="1230" y="994"/>
                    <a:pt x="1219" y="980"/>
                  </a:cubicBezTo>
                  <a:lnTo>
                    <a:pt x="1221" y="979"/>
                  </a:lnTo>
                  <a:moveTo>
                    <a:pt x="1394" y="1184"/>
                  </a:moveTo>
                  <a:lnTo>
                    <a:pt x="1388" y="1170"/>
                  </a:lnTo>
                  <a:lnTo>
                    <a:pt x="1394" y="1181"/>
                  </a:lnTo>
                  <a:lnTo>
                    <a:pt x="1395" y="1184"/>
                  </a:lnTo>
                  <a:lnTo>
                    <a:pt x="1394" y="1184"/>
                  </a:lnTo>
                  <a:moveTo>
                    <a:pt x="1437" y="1108"/>
                  </a:moveTo>
                  <a:cubicBezTo>
                    <a:pt x="1456" y="1151"/>
                    <a:pt x="1468" y="1196"/>
                    <a:pt x="1471" y="1243"/>
                  </a:cubicBezTo>
                  <a:cubicBezTo>
                    <a:pt x="1471" y="1254"/>
                    <a:pt x="1476" y="1282"/>
                    <a:pt x="1475" y="1303"/>
                  </a:cubicBezTo>
                  <a:cubicBezTo>
                    <a:pt x="1458" y="1261"/>
                    <a:pt x="1439" y="1220"/>
                    <a:pt x="1416" y="1181"/>
                  </a:cubicBezTo>
                  <a:cubicBezTo>
                    <a:pt x="1414" y="1178"/>
                    <a:pt x="1413" y="1175"/>
                    <a:pt x="1411" y="1173"/>
                  </a:cubicBezTo>
                  <a:cubicBezTo>
                    <a:pt x="1408" y="1168"/>
                    <a:pt x="1406" y="1163"/>
                    <a:pt x="1403" y="1158"/>
                  </a:cubicBezTo>
                  <a:cubicBezTo>
                    <a:pt x="1391" y="1138"/>
                    <a:pt x="1377" y="1118"/>
                    <a:pt x="1362" y="1100"/>
                  </a:cubicBezTo>
                  <a:cubicBezTo>
                    <a:pt x="1358" y="1091"/>
                    <a:pt x="1354" y="1083"/>
                    <a:pt x="1349" y="1075"/>
                  </a:cubicBezTo>
                  <a:cubicBezTo>
                    <a:pt x="1337" y="1055"/>
                    <a:pt x="1324" y="1036"/>
                    <a:pt x="1308" y="1019"/>
                  </a:cubicBezTo>
                  <a:cubicBezTo>
                    <a:pt x="1292" y="1001"/>
                    <a:pt x="1274" y="984"/>
                    <a:pt x="1254" y="969"/>
                  </a:cubicBezTo>
                  <a:cubicBezTo>
                    <a:pt x="1240" y="954"/>
                    <a:pt x="1225" y="941"/>
                    <a:pt x="1209" y="928"/>
                  </a:cubicBezTo>
                  <a:cubicBezTo>
                    <a:pt x="1209" y="927"/>
                    <a:pt x="1208" y="926"/>
                    <a:pt x="1208" y="925"/>
                  </a:cubicBezTo>
                  <a:cubicBezTo>
                    <a:pt x="1207" y="924"/>
                    <a:pt x="1207" y="923"/>
                    <a:pt x="1206" y="923"/>
                  </a:cubicBezTo>
                  <a:lnTo>
                    <a:pt x="1199" y="918"/>
                  </a:lnTo>
                  <a:cubicBezTo>
                    <a:pt x="1199" y="918"/>
                    <a:pt x="1199" y="917"/>
                    <a:pt x="1198" y="917"/>
                  </a:cubicBezTo>
                  <a:cubicBezTo>
                    <a:pt x="1197" y="917"/>
                    <a:pt x="1196" y="916"/>
                    <a:pt x="1194" y="916"/>
                  </a:cubicBezTo>
                  <a:cubicBezTo>
                    <a:pt x="1176" y="902"/>
                    <a:pt x="1157" y="889"/>
                    <a:pt x="1137" y="877"/>
                  </a:cubicBezTo>
                  <a:cubicBezTo>
                    <a:pt x="1117" y="866"/>
                    <a:pt x="1095" y="855"/>
                    <a:pt x="1073" y="847"/>
                  </a:cubicBezTo>
                  <a:cubicBezTo>
                    <a:pt x="1017" y="824"/>
                    <a:pt x="964" y="788"/>
                    <a:pt x="905" y="774"/>
                  </a:cubicBezTo>
                  <a:cubicBezTo>
                    <a:pt x="895" y="772"/>
                    <a:pt x="886" y="772"/>
                    <a:pt x="876" y="772"/>
                  </a:cubicBezTo>
                  <a:cubicBezTo>
                    <a:pt x="857" y="772"/>
                    <a:pt x="838" y="774"/>
                    <a:pt x="820" y="779"/>
                  </a:cubicBezTo>
                  <a:cubicBezTo>
                    <a:pt x="767" y="789"/>
                    <a:pt x="767" y="795"/>
                    <a:pt x="722" y="820"/>
                  </a:cubicBezTo>
                  <a:cubicBezTo>
                    <a:pt x="722" y="820"/>
                    <a:pt x="721" y="820"/>
                    <a:pt x="721" y="821"/>
                  </a:cubicBezTo>
                  <a:lnTo>
                    <a:pt x="721" y="822"/>
                  </a:lnTo>
                  <a:cubicBezTo>
                    <a:pt x="717" y="824"/>
                    <a:pt x="713" y="828"/>
                    <a:pt x="711" y="832"/>
                  </a:cubicBezTo>
                  <a:cubicBezTo>
                    <a:pt x="764" y="710"/>
                    <a:pt x="930" y="661"/>
                    <a:pt x="1048" y="698"/>
                  </a:cubicBezTo>
                  <a:cubicBezTo>
                    <a:pt x="1074" y="707"/>
                    <a:pt x="1099" y="718"/>
                    <a:pt x="1124" y="731"/>
                  </a:cubicBezTo>
                  <a:cubicBezTo>
                    <a:pt x="1136" y="736"/>
                    <a:pt x="1149" y="742"/>
                    <a:pt x="1160" y="749"/>
                  </a:cubicBezTo>
                  <a:cubicBezTo>
                    <a:pt x="1175" y="757"/>
                    <a:pt x="1189" y="767"/>
                    <a:pt x="1202" y="778"/>
                  </a:cubicBezTo>
                  <a:cubicBezTo>
                    <a:pt x="1222" y="799"/>
                    <a:pt x="1249" y="806"/>
                    <a:pt x="1265" y="833"/>
                  </a:cubicBezTo>
                  <a:cubicBezTo>
                    <a:pt x="1280" y="857"/>
                    <a:pt x="1308" y="869"/>
                    <a:pt x="1316" y="898"/>
                  </a:cubicBezTo>
                  <a:cubicBezTo>
                    <a:pt x="1316" y="898"/>
                    <a:pt x="1316" y="899"/>
                    <a:pt x="1317" y="900"/>
                  </a:cubicBezTo>
                  <a:cubicBezTo>
                    <a:pt x="1317" y="901"/>
                    <a:pt x="1318" y="901"/>
                    <a:pt x="1320" y="902"/>
                  </a:cubicBezTo>
                  <a:cubicBezTo>
                    <a:pt x="1321" y="902"/>
                    <a:pt x="1322" y="903"/>
                    <a:pt x="1323" y="903"/>
                  </a:cubicBezTo>
                  <a:cubicBezTo>
                    <a:pt x="1324" y="903"/>
                    <a:pt x="1326" y="903"/>
                    <a:pt x="1327" y="902"/>
                  </a:cubicBezTo>
                  <a:cubicBezTo>
                    <a:pt x="1333" y="912"/>
                    <a:pt x="1339" y="922"/>
                    <a:pt x="1345" y="932"/>
                  </a:cubicBezTo>
                  <a:cubicBezTo>
                    <a:pt x="1378" y="989"/>
                    <a:pt x="1408" y="1049"/>
                    <a:pt x="1435" y="1110"/>
                  </a:cubicBezTo>
                  <a:lnTo>
                    <a:pt x="1437" y="110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9291600" y="3664800"/>
              <a:ext cx="172080" cy="257400"/>
            </a:xfrm>
            <a:custGeom>
              <a:rect b="b" l="l" r="r" t="t"/>
              <a:pathLst>
                <a:path extrusionOk="0" h="715" w="478">
                  <a:moveTo>
                    <a:pt x="255" y="345"/>
                  </a:moveTo>
                  <a:cubicBezTo>
                    <a:pt x="282" y="401"/>
                    <a:pt x="323" y="450"/>
                    <a:pt x="355" y="503"/>
                  </a:cubicBezTo>
                  <a:cubicBezTo>
                    <a:pt x="373" y="530"/>
                    <a:pt x="391" y="558"/>
                    <a:pt x="407" y="586"/>
                  </a:cubicBezTo>
                  <a:cubicBezTo>
                    <a:pt x="430" y="627"/>
                    <a:pt x="452" y="668"/>
                    <a:pt x="471" y="710"/>
                  </a:cubicBezTo>
                  <a:cubicBezTo>
                    <a:pt x="473" y="714"/>
                    <a:pt x="477" y="712"/>
                    <a:pt x="477" y="709"/>
                  </a:cubicBezTo>
                  <a:cubicBezTo>
                    <a:pt x="474" y="648"/>
                    <a:pt x="425" y="579"/>
                    <a:pt x="392" y="530"/>
                  </a:cubicBezTo>
                  <a:cubicBezTo>
                    <a:pt x="355" y="474"/>
                    <a:pt x="324" y="412"/>
                    <a:pt x="283" y="360"/>
                  </a:cubicBezTo>
                  <a:cubicBezTo>
                    <a:pt x="267" y="338"/>
                    <a:pt x="253" y="315"/>
                    <a:pt x="240" y="292"/>
                  </a:cubicBezTo>
                  <a:cubicBezTo>
                    <a:pt x="235" y="284"/>
                    <a:pt x="231" y="276"/>
                    <a:pt x="226" y="268"/>
                  </a:cubicBezTo>
                  <a:cubicBezTo>
                    <a:pt x="207" y="233"/>
                    <a:pt x="181" y="204"/>
                    <a:pt x="162" y="170"/>
                  </a:cubicBezTo>
                  <a:cubicBezTo>
                    <a:pt x="142" y="136"/>
                    <a:pt x="103" y="106"/>
                    <a:pt x="78" y="72"/>
                  </a:cubicBezTo>
                  <a:cubicBezTo>
                    <a:pt x="55" y="46"/>
                    <a:pt x="31" y="22"/>
                    <a:pt x="4" y="1"/>
                  </a:cubicBezTo>
                  <a:cubicBezTo>
                    <a:pt x="4" y="0"/>
                    <a:pt x="3" y="0"/>
                    <a:pt x="3" y="0"/>
                  </a:cubicBezTo>
                  <a:cubicBezTo>
                    <a:pt x="2" y="0"/>
                    <a:pt x="3" y="0"/>
                    <a:pt x="2" y="1"/>
                  </a:cubicBezTo>
                  <a:cubicBezTo>
                    <a:pt x="1" y="2"/>
                    <a:pt x="1" y="1"/>
                    <a:pt x="1" y="1"/>
                  </a:cubicBezTo>
                  <a:cubicBezTo>
                    <a:pt x="0" y="2"/>
                    <a:pt x="0" y="2"/>
                    <a:pt x="0" y="3"/>
                  </a:cubicBezTo>
                  <a:lnTo>
                    <a:pt x="1" y="4"/>
                  </a:lnTo>
                  <a:cubicBezTo>
                    <a:pt x="29" y="32"/>
                    <a:pt x="55" y="62"/>
                    <a:pt x="79" y="94"/>
                  </a:cubicBezTo>
                  <a:cubicBezTo>
                    <a:pt x="104" y="128"/>
                    <a:pt x="136" y="153"/>
                    <a:pt x="156" y="190"/>
                  </a:cubicBezTo>
                  <a:cubicBezTo>
                    <a:pt x="185" y="242"/>
                    <a:pt x="229" y="290"/>
                    <a:pt x="255" y="3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a:off x="9331560" y="3758400"/>
              <a:ext cx="177120" cy="390240"/>
            </a:xfrm>
            <a:custGeom>
              <a:rect b="b" l="l" r="r" t="t"/>
              <a:pathLst>
                <a:path extrusionOk="0" h="1084" w="492">
                  <a:moveTo>
                    <a:pt x="479" y="700"/>
                  </a:moveTo>
                  <a:cubicBezTo>
                    <a:pt x="473" y="750"/>
                    <a:pt x="470" y="799"/>
                    <a:pt x="470" y="849"/>
                  </a:cubicBezTo>
                  <a:cubicBezTo>
                    <a:pt x="470" y="872"/>
                    <a:pt x="471" y="896"/>
                    <a:pt x="472" y="919"/>
                  </a:cubicBezTo>
                  <a:cubicBezTo>
                    <a:pt x="472" y="947"/>
                    <a:pt x="468" y="975"/>
                    <a:pt x="461" y="1003"/>
                  </a:cubicBezTo>
                  <a:cubicBezTo>
                    <a:pt x="460" y="1007"/>
                    <a:pt x="458" y="1012"/>
                    <a:pt x="457" y="1017"/>
                  </a:cubicBezTo>
                  <a:cubicBezTo>
                    <a:pt x="457" y="1015"/>
                    <a:pt x="457" y="1014"/>
                    <a:pt x="457" y="1012"/>
                  </a:cubicBezTo>
                  <a:cubicBezTo>
                    <a:pt x="457" y="939"/>
                    <a:pt x="447" y="867"/>
                    <a:pt x="427" y="797"/>
                  </a:cubicBezTo>
                  <a:cubicBezTo>
                    <a:pt x="418" y="765"/>
                    <a:pt x="411" y="733"/>
                    <a:pt x="406" y="701"/>
                  </a:cubicBezTo>
                  <a:cubicBezTo>
                    <a:pt x="406" y="700"/>
                    <a:pt x="406" y="700"/>
                    <a:pt x="406" y="700"/>
                  </a:cubicBezTo>
                  <a:cubicBezTo>
                    <a:pt x="406" y="696"/>
                    <a:pt x="405" y="692"/>
                    <a:pt x="403" y="689"/>
                  </a:cubicBezTo>
                  <a:cubicBezTo>
                    <a:pt x="401" y="686"/>
                    <a:pt x="399" y="683"/>
                    <a:pt x="395" y="681"/>
                  </a:cubicBezTo>
                  <a:cubicBezTo>
                    <a:pt x="393" y="680"/>
                    <a:pt x="391" y="679"/>
                    <a:pt x="389" y="678"/>
                  </a:cubicBezTo>
                  <a:cubicBezTo>
                    <a:pt x="387" y="668"/>
                    <a:pt x="383" y="658"/>
                    <a:pt x="377" y="648"/>
                  </a:cubicBezTo>
                  <a:cubicBezTo>
                    <a:pt x="375" y="644"/>
                    <a:pt x="372" y="640"/>
                    <a:pt x="369" y="636"/>
                  </a:cubicBezTo>
                  <a:cubicBezTo>
                    <a:pt x="341" y="598"/>
                    <a:pt x="343" y="553"/>
                    <a:pt x="328" y="510"/>
                  </a:cubicBezTo>
                  <a:cubicBezTo>
                    <a:pt x="314" y="470"/>
                    <a:pt x="297" y="432"/>
                    <a:pt x="276" y="396"/>
                  </a:cubicBezTo>
                  <a:cubicBezTo>
                    <a:pt x="274" y="393"/>
                    <a:pt x="273" y="391"/>
                    <a:pt x="272" y="389"/>
                  </a:cubicBezTo>
                  <a:cubicBezTo>
                    <a:pt x="270" y="386"/>
                    <a:pt x="269" y="384"/>
                    <a:pt x="268" y="382"/>
                  </a:cubicBezTo>
                  <a:cubicBezTo>
                    <a:pt x="259" y="366"/>
                    <a:pt x="251" y="350"/>
                    <a:pt x="244" y="333"/>
                  </a:cubicBezTo>
                  <a:lnTo>
                    <a:pt x="241" y="324"/>
                  </a:lnTo>
                  <a:cubicBezTo>
                    <a:pt x="253" y="313"/>
                    <a:pt x="228" y="274"/>
                    <a:pt x="223" y="262"/>
                  </a:cubicBezTo>
                  <a:lnTo>
                    <a:pt x="223" y="261"/>
                  </a:lnTo>
                  <a:cubicBezTo>
                    <a:pt x="222" y="260"/>
                    <a:pt x="221" y="259"/>
                    <a:pt x="220" y="259"/>
                  </a:cubicBezTo>
                  <a:cubicBezTo>
                    <a:pt x="219" y="258"/>
                    <a:pt x="219" y="258"/>
                    <a:pt x="218" y="258"/>
                  </a:cubicBezTo>
                  <a:lnTo>
                    <a:pt x="211" y="258"/>
                  </a:lnTo>
                  <a:cubicBezTo>
                    <a:pt x="210" y="258"/>
                    <a:pt x="208" y="258"/>
                    <a:pt x="207" y="259"/>
                  </a:cubicBezTo>
                  <a:cubicBezTo>
                    <a:pt x="206" y="259"/>
                    <a:pt x="206" y="260"/>
                    <a:pt x="205" y="261"/>
                  </a:cubicBezTo>
                  <a:cubicBezTo>
                    <a:pt x="205" y="262"/>
                    <a:pt x="204" y="263"/>
                    <a:pt x="204" y="264"/>
                  </a:cubicBezTo>
                  <a:cubicBezTo>
                    <a:pt x="204" y="267"/>
                    <a:pt x="204" y="269"/>
                    <a:pt x="204" y="272"/>
                  </a:cubicBezTo>
                  <a:cubicBezTo>
                    <a:pt x="204" y="283"/>
                    <a:pt x="207" y="293"/>
                    <a:pt x="212" y="302"/>
                  </a:cubicBezTo>
                  <a:cubicBezTo>
                    <a:pt x="213" y="303"/>
                    <a:pt x="213" y="304"/>
                    <a:pt x="214" y="305"/>
                  </a:cubicBezTo>
                  <a:lnTo>
                    <a:pt x="211" y="302"/>
                  </a:lnTo>
                  <a:cubicBezTo>
                    <a:pt x="202" y="292"/>
                    <a:pt x="194" y="281"/>
                    <a:pt x="187" y="270"/>
                  </a:cubicBezTo>
                  <a:cubicBezTo>
                    <a:pt x="171" y="244"/>
                    <a:pt x="150" y="220"/>
                    <a:pt x="127" y="199"/>
                  </a:cubicBezTo>
                  <a:cubicBezTo>
                    <a:pt x="119" y="190"/>
                    <a:pt x="111" y="180"/>
                    <a:pt x="105" y="170"/>
                  </a:cubicBezTo>
                  <a:cubicBezTo>
                    <a:pt x="101" y="161"/>
                    <a:pt x="96" y="153"/>
                    <a:pt x="93" y="143"/>
                  </a:cubicBezTo>
                  <a:cubicBezTo>
                    <a:pt x="84" y="124"/>
                    <a:pt x="70" y="109"/>
                    <a:pt x="61" y="90"/>
                  </a:cubicBezTo>
                  <a:cubicBezTo>
                    <a:pt x="56" y="79"/>
                    <a:pt x="51" y="68"/>
                    <a:pt x="45" y="58"/>
                  </a:cubicBezTo>
                  <a:cubicBezTo>
                    <a:pt x="33" y="38"/>
                    <a:pt x="20" y="19"/>
                    <a:pt x="5" y="2"/>
                  </a:cubicBezTo>
                  <a:cubicBezTo>
                    <a:pt x="3" y="0"/>
                    <a:pt x="0" y="2"/>
                    <a:pt x="1" y="5"/>
                  </a:cubicBezTo>
                  <a:cubicBezTo>
                    <a:pt x="29" y="58"/>
                    <a:pt x="59" y="109"/>
                    <a:pt x="84" y="164"/>
                  </a:cubicBezTo>
                  <a:cubicBezTo>
                    <a:pt x="87" y="169"/>
                    <a:pt x="90" y="174"/>
                    <a:pt x="93" y="180"/>
                  </a:cubicBezTo>
                  <a:cubicBezTo>
                    <a:pt x="102" y="194"/>
                    <a:pt x="112" y="209"/>
                    <a:pt x="125" y="220"/>
                  </a:cubicBezTo>
                  <a:cubicBezTo>
                    <a:pt x="149" y="245"/>
                    <a:pt x="171" y="273"/>
                    <a:pt x="189" y="302"/>
                  </a:cubicBezTo>
                  <a:cubicBezTo>
                    <a:pt x="194" y="311"/>
                    <a:pt x="202" y="318"/>
                    <a:pt x="211" y="324"/>
                  </a:cubicBezTo>
                  <a:cubicBezTo>
                    <a:pt x="216" y="326"/>
                    <a:pt x="221" y="328"/>
                    <a:pt x="226" y="330"/>
                  </a:cubicBezTo>
                  <a:cubicBezTo>
                    <a:pt x="231" y="344"/>
                    <a:pt x="236" y="358"/>
                    <a:pt x="242" y="371"/>
                  </a:cubicBezTo>
                  <a:cubicBezTo>
                    <a:pt x="252" y="395"/>
                    <a:pt x="267" y="416"/>
                    <a:pt x="277" y="440"/>
                  </a:cubicBezTo>
                  <a:cubicBezTo>
                    <a:pt x="297" y="485"/>
                    <a:pt x="313" y="531"/>
                    <a:pt x="325" y="579"/>
                  </a:cubicBezTo>
                  <a:cubicBezTo>
                    <a:pt x="334" y="627"/>
                    <a:pt x="371" y="660"/>
                    <a:pt x="373" y="709"/>
                  </a:cubicBezTo>
                  <a:cubicBezTo>
                    <a:pt x="373" y="711"/>
                    <a:pt x="373" y="713"/>
                    <a:pt x="374" y="714"/>
                  </a:cubicBezTo>
                  <a:cubicBezTo>
                    <a:pt x="375" y="716"/>
                    <a:pt x="376" y="717"/>
                    <a:pt x="377" y="718"/>
                  </a:cubicBezTo>
                  <a:cubicBezTo>
                    <a:pt x="379" y="718"/>
                    <a:pt x="381" y="719"/>
                    <a:pt x="382" y="719"/>
                  </a:cubicBezTo>
                  <a:cubicBezTo>
                    <a:pt x="384" y="719"/>
                    <a:pt x="386" y="718"/>
                    <a:pt x="387" y="718"/>
                  </a:cubicBezTo>
                  <a:cubicBezTo>
                    <a:pt x="388" y="717"/>
                    <a:pt x="389" y="716"/>
                    <a:pt x="390" y="715"/>
                  </a:cubicBezTo>
                  <a:cubicBezTo>
                    <a:pt x="395" y="732"/>
                    <a:pt x="399" y="754"/>
                    <a:pt x="399" y="756"/>
                  </a:cubicBezTo>
                  <a:cubicBezTo>
                    <a:pt x="404" y="788"/>
                    <a:pt x="410" y="819"/>
                    <a:pt x="418" y="851"/>
                  </a:cubicBezTo>
                  <a:cubicBezTo>
                    <a:pt x="435" y="918"/>
                    <a:pt x="432" y="982"/>
                    <a:pt x="438" y="1050"/>
                  </a:cubicBezTo>
                  <a:cubicBezTo>
                    <a:pt x="438" y="1051"/>
                    <a:pt x="439" y="1052"/>
                    <a:pt x="439" y="1053"/>
                  </a:cubicBezTo>
                  <a:lnTo>
                    <a:pt x="440" y="1054"/>
                  </a:lnTo>
                  <a:cubicBezTo>
                    <a:pt x="439" y="1059"/>
                    <a:pt x="438" y="1063"/>
                    <a:pt x="437" y="1068"/>
                  </a:cubicBezTo>
                  <a:cubicBezTo>
                    <a:pt x="436" y="1079"/>
                    <a:pt x="452" y="1083"/>
                    <a:pt x="454" y="1072"/>
                  </a:cubicBezTo>
                  <a:cubicBezTo>
                    <a:pt x="459" y="1044"/>
                    <a:pt x="473" y="1021"/>
                    <a:pt x="482" y="994"/>
                  </a:cubicBezTo>
                  <a:cubicBezTo>
                    <a:pt x="486" y="975"/>
                    <a:pt x="489" y="956"/>
                    <a:pt x="489" y="936"/>
                  </a:cubicBezTo>
                  <a:cubicBezTo>
                    <a:pt x="491" y="911"/>
                    <a:pt x="491" y="886"/>
                    <a:pt x="491" y="860"/>
                  </a:cubicBezTo>
                  <a:cubicBezTo>
                    <a:pt x="491" y="807"/>
                    <a:pt x="488" y="753"/>
                    <a:pt x="482" y="701"/>
                  </a:cubicBezTo>
                  <a:cubicBezTo>
                    <a:pt x="483" y="698"/>
                    <a:pt x="479" y="697"/>
                    <a:pt x="479" y="7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a:off x="9148680" y="3291480"/>
              <a:ext cx="240120" cy="47520"/>
            </a:xfrm>
            <a:custGeom>
              <a:rect b="b" l="l" r="r" t="t"/>
              <a:pathLst>
                <a:path extrusionOk="0" h="132" w="667">
                  <a:moveTo>
                    <a:pt x="260" y="75"/>
                  </a:moveTo>
                  <a:cubicBezTo>
                    <a:pt x="215" y="88"/>
                    <a:pt x="164" y="94"/>
                    <a:pt x="117" y="104"/>
                  </a:cubicBezTo>
                  <a:cubicBezTo>
                    <a:pt x="78" y="112"/>
                    <a:pt x="40" y="122"/>
                    <a:pt x="1" y="128"/>
                  </a:cubicBezTo>
                  <a:cubicBezTo>
                    <a:pt x="0" y="128"/>
                    <a:pt x="0" y="128"/>
                    <a:pt x="0" y="128"/>
                  </a:cubicBezTo>
                  <a:cubicBezTo>
                    <a:pt x="0" y="129"/>
                    <a:pt x="0" y="129"/>
                    <a:pt x="0" y="129"/>
                  </a:cubicBezTo>
                  <a:lnTo>
                    <a:pt x="0" y="130"/>
                  </a:lnTo>
                  <a:lnTo>
                    <a:pt x="1" y="130"/>
                  </a:lnTo>
                  <a:cubicBezTo>
                    <a:pt x="2" y="131"/>
                    <a:pt x="1" y="131"/>
                    <a:pt x="1" y="131"/>
                  </a:cubicBezTo>
                  <a:cubicBezTo>
                    <a:pt x="46" y="126"/>
                    <a:pt x="91" y="118"/>
                    <a:pt x="136" y="109"/>
                  </a:cubicBezTo>
                  <a:cubicBezTo>
                    <a:pt x="186" y="100"/>
                    <a:pt x="246" y="80"/>
                    <a:pt x="298" y="82"/>
                  </a:cubicBezTo>
                  <a:cubicBezTo>
                    <a:pt x="303" y="83"/>
                    <a:pt x="308" y="83"/>
                    <a:pt x="313" y="83"/>
                  </a:cubicBezTo>
                  <a:cubicBezTo>
                    <a:pt x="364" y="83"/>
                    <a:pt x="414" y="74"/>
                    <a:pt x="463" y="57"/>
                  </a:cubicBezTo>
                  <a:cubicBezTo>
                    <a:pt x="484" y="50"/>
                    <a:pt x="511" y="44"/>
                    <a:pt x="536" y="35"/>
                  </a:cubicBezTo>
                  <a:cubicBezTo>
                    <a:pt x="579" y="32"/>
                    <a:pt x="621" y="28"/>
                    <a:pt x="664" y="22"/>
                  </a:cubicBezTo>
                  <a:cubicBezTo>
                    <a:pt x="666" y="22"/>
                    <a:pt x="666" y="20"/>
                    <a:pt x="664" y="20"/>
                  </a:cubicBezTo>
                  <a:cubicBezTo>
                    <a:pt x="631" y="20"/>
                    <a:pt x="597" y="21"/>
                    <a:pt x="564" y="21"/>
                  </a:cubicBezTo>
                  <a:cubicBezTo>
                    <a:pt x="569" y="18"/>
                    <a:pt x="575" y="14"/>
                    <a:pt x="579" y="9"/>
                  </a:cubicBezTo>
                  <a:cubicBezTo>
                    <a:pt x="583" y="5"/>
                    <a:pt x="578" y="0"/>
                    <a:pt x="573" y="2"/>
                  </a:cubicBezTo>
                  <a:cubicBezTo>
                    <a:pt x="554" y="10"/>
                    <a:pt x="534" y="16"/>
                    <a:pt x="514" y="22"/>
                  </a:cubicBezTo>
                  <a:cubicBezTo>
                    <a:pt x="413" y="22"/>
                    <a:pt x="312" y="22"/>
                    <a:pt x="212" y="27"/>
                  </a:cubicBezTo>
                  <a:cubicBezTo>
                    <a:pt x="211" y="27"/>
                    <a:pt x="211" y="28"/>
                    <a:pt x="210" y="28"/>
                  </a:cubicBezTo>
                  <a:cubicBezTo>
                    <a:pt x="209" y="28"/>
                    <a:pt x="209" y="29"/>
                    <a:pt x="209" y="29"/>
                  </a:cubicBezTo>
                  <a:cubicBezTo>
                    <a:pt x="208" y="30"/>
                    <a:pt x="208" y="30"/>
                    <a:pt x="208" y="31"/>
                  </a:cubicBezTo>
                  <a:cubicBezTo>
                    <a:pt x="208" y="32"/>
                    <a:pt x="208" y="32"/>
                    <a:pt x="209" y="33"/>
                  </a:cubicBezTo>
                  <a:cubicBezTo>
                    <a:pt x="209" y="33"/>
                    <a:pt x="209" y="34"/>
                    <a:pt x="210" y="34"/>
                  </a:cubicBezTo>
                  <a:cubicBezTo>
                    <a:pt x="211" y="34"/>
                    <a:pt x="211" y="34"/>
                    <a:pt x="212" y="34"/>
                  </a:cubicBezTo>
                  <a:cubicBezTo>
                    <a:pt x="297" y="39"/>
                    <a:pt x="383" y="41"/>
                    <a:pt x="469" y="38"/>
                  </a:cubicBezTo>
                  <a:cubicBezTo>
                    <a:pt x="449" y="44"/>
                    <a:pt x="430" y="50"/>
                    <a:pt x="412" y="55"/>
                  </a:cubicBezTo>
                  <a:cubicBezTo>
                    <a:pt x="363" y="67"/>
                    <a:pt x="308" y="59"/>
                    <a:pt x="26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9354960" y="3216240"/>
              <a:ext cx="475200" cy="225000"/>
            </a:xfrm>
            <a:custGeom>
              <a:rect b="b" l="l" r="r" t="t"/>
              <a:pathLst>
                <a:path extrusionOk="0" h="625" w="1320">
                  <a:moveTo>
                    <a:pt x="1266" y="568"/>
                  </a:moveTo>
                  <a:cubicBezTo>
                    <a:pt x="1244" y="546"/>
                    <a:pt x="1221" y="527"/>
                    <a:pt x="1199" y="506"/>
                  </a:cubicBezTo>
                  <a:cubicBezTo>
                    <a:pt x="1173" y="481"/>
                    <a:pt x="1144" y="460"/>
                    <a:pt x="1113" y="442"/>
                  </a:cubicBezTo>
                  <a:cubicBezTo>
                    <a:pt x="1092" y="430"/>
                    <a:pt x="1071" y="420"/>
                    <a:pt x="1050" y="412"/>
                  </a:cubicBezTo>
                  <a:cubicBezTo>
                    <a:pt x="993" y="388"/>
                    <a:pt x="932" y="367"/>
                    <a:pt x="882" y="330"/>
                  </a:cubicBezTo>
                  <a:cubicBezTo>
                    <a:pt x="879" y="327"/>
                    <a:pt x="875" y="325"/>
                    <a:pt x="872" y="323"/>
                  </a:cubicBezTo>
                  <a:cubicBezTo>
                    <a:pt x="856" y="314"/>
                    <a:pt x="840" y="307"/>
                    <a:pt x="823" y="300"/>
                  </a:cubicBezTo>
                  <a:cubicBezTo>
                    <a:pt x="789" y="284"/>
                    <a:pt x="752" y="249"/>
                    <a:pt x="720" y="227"/>
                  </a:cubicBezTo>
                  <a:cubicBezTo>
                    <a:pt x="720" y="227"/>
                    <a:pt x="719" y="227"/>
                    <a:pt x="719" y="226"/>
                  </a:cubicBezTo>
                  <a:cubicBezTo>
                    <a:pt x="719" y="226"/>
                    <a:pt x="718" y="226"/>
                    <a:pt x="717" y="226"/>
                  </a:cubicBezTo>
                  <a:cubicBezTo>
                    <a:pt x="716" y="226"/>
                    <a:pt x="715" y="225"/>
                    <a:pt x="714" y="226"/>
                  </a:cubicBezTo>
                  <a:cubicBezTo>
                    <a:pt x="713" y="227"/>
                    <a:pt x="713" y="227"/>
                    <a:pt x="712" y="228"/>
                  </a:cubicBezTo>
                  <a:cubicBezTo>
                    <a:pt x="711" y="229"/>
                    <a:pt x="712" y="230"/>
                    <a:pt x="712" y="231"/>
                  </a:cubicBezTo>
                  <a:cubicBezTo>
                    <a:pt x="712" y="232"/>
                    <a:pt x="712" y="233"/>
                    <a:pt x="712" y="233"/>
                  </a:cubicBezTo>
                  <a:cubicBezTo>
                    <a:pt x="713" y="234"/>
                    <a:pt x="713" y="234"/>
                    <a:pt x="713" y="235"/>
                  </a:cubicBezTo>
                  <a:cubicBezTo>
                    <a:pt x="739" y="256"/>
                    <a:pt x="715" y="248"/>
                    <a:pt x="705" y="245"/>
                  </a:cubicBezTo>
                  <a:cubicBezTo>
                    <a:pt x="670" y="236"/>
                    <a:pt x="636" y="222"/>
                    <a:pt x="603" y="206"/>
                  </a:cubicBezTo>
                  <a:cubicBezTo>
                    <a:pt x="584" y="195"/>
                    <a:pt x="565" y="187"/>
                    <a:pt x="544" y="180"/>
                  </a:cubicBezTo>
                  <a:cubicBezTo>
                    <a:pt x="525" y="170"/>
                    <a:pt x="504" y="161"/>
                    <a:pt x="483" y="153"/>
                  </a:cubicBezTo>
                  <a:cubicBezTo>
                    <a:pt x="481" y="152"/>
                    <a:pt x="480" y="151"/>
                    <a:pt x="478" y="150"/>
                  </a:cubicBezTo>
                  <a:cubicBezTo>
                    <a:pt x="462" y="140"/>
                    <a:pt x="444" y="134"/>
                    <a:pt x="426" y="129"/>
                  </a:cubicBezTo>
                  <a:cubicBezTo>
                    <a:pt x="374" y="110"/>
                    <a:pt x="322" y="88"/>
                    <a:pt x="269" y="73"/>
                  </a:cubicBezTo>
                  <a:cubicBezTo>
                    <a:pt x="224" y="60"/>
                    <a:pt x="182" y="26"/>
                    <a:pt x="136" y="21"/>
                  </a:cubicBezTo>
                  <a:cubicBezTo>
                    <a:pt x="110" y="18"/>
                    <a:pt x="86" y="13"/>
                    <a:pt x="61" y="4"/>
                  </a:cubicBezTo>
                  <a:cubicBezTo>
                    <a:pt x="52" y="0"/>
                    <a:pt x="48" y="8"/>
                    <a:pt x="36" y="2"/>
                  </a:cubicBezTo>
                  <a:cubicBezTo>
                    <a:pt x="34" y="2"/>
                    <a:pt x="33" y="4"/>
                    <a:pt x="34" y="5"/>
                  </a:cubicBezTo>
                  <a:cubicBezTo>
                    <a:pt x="36" y="6"/>
                    <a:pt x="38" y="8"/>
                    <a:pt x="40" y="9"/>
                  </a:cubicBezTo>
                  <a:cubicBezTo>
                    <a:pt x="48" y="13"/>
                    <a:pt x="57" y="16"/>
                    <a:pt x="66" y="17"/>
                  </a:cubicBezTo>
                  <a:cubicBezTo>
                    <a:pt x="119" y="22"/>
                    <a:pt x="170" y="47"/>
                    <a:pt x="219" y="67"/>
                  </a:cubicBezTo>
                  <a:cubicBezTo>
                    <a:pt x="265" y="87"/>
                    <a:pt x="313" y="104"/>
                    <a:pt x="362" y="117"/>
                  </a:cubicBezTo>
                  <a:cubicBezTo>
                    <a:pt x="402" y="126"/>
                    <a:pt x="440" y="141"/>
                    <a:pt x="475" y="161"/>
                  </a:cubicBezTo>
                  <a:cubicBezTo>
                    <a:pt x="476" y="162"/>
                    <a:pt x="477" y="162"/>
                    <a:pt x="478" y="162"/>
                  </a:cubicBezTo>
                  <a:cubicBezTo>
                    <a:pt x="401" y="152"/>
                    <a:pt x="324" y="147"/>
                    <a:pt x="247" y="147"/>
                  </a:cubicBezTo>
                  <a:cubicBezTo>
                    <a:pt x="167" y="144"/>
                    <a:pt x="87" y="155"/>
                    <a:pt x="8" y="153"/>
                  </a:cubicBezTo>
                  <a:cubicBezTo>
                    <a:pt x="7" y="153"/>
                    <a:pt x="6" y="153"/>
                    <a:pt x="5" y="154"/>
                  </a:cubicBezTo>
                  <a:cubicBezTo>
                    <a:pt x="3" y="155"/>
                    <a:pt x="3" y="156"/>
                    <a:pt x="2" y="157"/>
                  </a:cubicBezTo>
                  <a:cubicBezTo>
                    <a:pt x="1" y="158"/>
                    <a:pt x="0" y="159"/>
                    <a:pt x="0" y="161"/>
                  </a:cubicBezTo>
                  <a:cubicBezTo>
                    <a:pt x="0" y="162"/>
                    <a:pt x="1" y="164"/>
                    <a:pt x="2" y="166"/>
                  </a:cubicBezTo>
                  <a:cubicBezTo>
                    <a:pt x="3" y="168"/>
                    <a:pt x="3" y="168"/>
                    <a:pt x="5" y="169"/>
                  </a:cubicBezTo>
                  <a:cubicBezTo>
                    <a:pt x="5" y="169"/>
                    <a:pt x="6" y="169"/>
                    <a:pt x="7" y="170"/>
                  </a:cubicBezTo>
                  <a:cubicBezTo>
                    <a:pt x="22" y="175"/>
                    <a:pt x="36" y="181"/>
                    <a:pt x="50" y="189"/>
                  </a:cubicBezTo>
                  <a:cubicBezTo>
                    <a:pt x="76" y="199"/>
                    <a:pt x="104" y="203"/>
                    <a:pt x="129" y="212"/>
                  </a:cubicBezTo>
                  <a:cubicBezTo>
                    <a:pt x="138" y="215"/>
                    <a:pt x="147" y="218"/>
                    <a:pt x="156" y="222"/>
                  </a:cubicBezTo>
                  <a:cubicBezTo>
                    <a:pt x="158" y="231"/>
                    <a:pt x="154" y="234"/>
                    <a:pt x="145" y="231"/>
                  </a:cubicBezTo>
                  <a:cubicBezTo>
                    <a:pt x="136" y="231"/>
                    <a:pt x="128" y="231"/>
                    <a:pt x="119" y="231"/>
                  </a:cubicBezTo>
                  <a:cubicBezTo>
                    <a:pt x="118" y="231"/>
                    <a:pt x="118" y="233"/>
                    <a:pt x="119" y="233"/>
                  </a:cubicBezTo>
                  <a:cubicBezTo>
                    <a:pt x="129" y="235"/>
                    <a:pt x="138" y="236"/>
                    <a:pt x="148" y="236"/>
                  </a:cubicBezTo>
                  <a:cubicBezTo>
                    <a:pt x="155" y="236"/>
                    <a:pt x="162" y="235"/>
                    <a:pt x="169" y="234"/>
                  </a:cubicBezTo>
                  <a:cubicBezTo>
                    <a:pt x="170" y="234"/>
                    <a:pt x="170" y="233"/>
                    <a:pt x="171" y="233"/>
                  </a:cubicBezTo>
                  <a:lnTo>
                    <a:pt x="171" y="232"/>
                  </a:lnTo>
                  <a:cubicBezTo>
                    <a:pt x="175" y="217"/>
                    <a:pt x="154" y="211"/>
                    <a:pt x="143" y="206"/>
                  </a:cubicBezTo>
                  <a:cubicBezTo>
                    <a:pt x="132" y="201"/>
                    <a:pt x="117" y="196"/>
                    <a:pt x="104" y="191"/>
                  </a:cubicBezTo>
                  <a:cubicBezTo>
                    <a:pt x="87" y="186"/>
                    <a:pt x="71" y="178"/>
                    <a:pt x="55" y="172"/>
                  </a:cubicBezTo>
                  <a:cubicBezTo>
                    <a:pt x="76" y="170"/>
                    <a:pt x="98" y="168"/>
                    <a:pt x="119" y="168"/>
                  </a:cubicBezTo>
                  <a:cubicBezTo>
                    <a:pt x="168" y="168"/>
                    <a:pt x="218" y="167"/>
                    <a:pt x="266" y="168"/>
                  </a:cubicBezTo>
                  <a:cubicBezTo>
                    <a:pt x="300" y="170"/>
                    <a:pt x="335" y="175"/>
                    <a:pt x="369" y="177"/>
                  </a:cubicBezTo>
                  <a:cubicBezTo>
                    <a:pt x="410" y="179"/>
                    <a:pt x="455" y="187"/>
                    <a:pt x="495" y="178"/>
                  </a:cubicBezTo>
                  <a:lnTo>
                    <a:pt x="496" y="178"/>
                  </a:lnTo>
                  <a:cubicBezTo>
                    <a:pt x="497" y="177"/>
                    <a:pt x="498" y="177"/>
                    <a:pt x="498" y="176"/>
                  </a:cubicBezTo>
                  <a:cubicBezTo>
                    <a:pt x="499" y="175"/>
                    <a:pt x="499" y="174"/>
                    <a:pt x="499" y="174"/>
                  </a:cubicBezTo>
                  <a:cubicBezTo>
                    <a:pt x="503" y="177"/>
                    <a:pt x="507" y="180"/>
                    <a:pt x="511" y="182"/>
                  </a:cubicBezTo>
                  <a:cubicBezTo>
                    <a:pt x="516" y="185"/>
                    <a:pt x="522" y="188"/>
                    <a:pt x="528" y="190"/>
                  </a:cubicBezTo>
                  <a:cubicBezTo>
                    <a:pt x="556" y="198"/>
                    <a:pt x="583" y="210"/>
                    <a:pt x="608" y="224"/>
                  </a:cubicBezTo>
                  <a:cubicBezTo>
                    <a:pt x="610" y="225"/>
                    <a:pt x="612" y="226"/>
                    <a:pt x="613" y="227"/>
                  </a:cubicBezTo>
                  <a:cubicBezTo>
                    <a:pt x="637" y="239"/>
                    <a:pt x="663" y="249"/>
                    <a:pt x="689" y="254"/>
                  </a:cubicBezTo>
                  <a:cubicBezTo>
                    <a:pt x="705" y="261"/>
                    <a:pt x="722" y="267"/>
                    <a:pt x="739" y="271"/>
                  </a:cubicBezTo>
                  <a:cubicBezTo>
                    <a:pt x="740" y="271"/>
                    <a:pt x="741" y="272"/>
                    <a:pt x="742" y="271"/>
                  </a:cubicBezTo>
                  <a:cubicBezTo>
                    <a:pt x="743" y="270"/>
                    <a:pt x="744" y="269"/>
                    <a:pt x="744" y="269"/>
                  </a:cubicBezTo>
                  <a:cubicBezTo>
                    <a:pt x="745" y="268"/>
                    <a:pt x="745" y="267"/>
                    <a:pt x="745" y="266"/>
                  </a:cubicBezTo>
                  <a:cubicBezTo>
                    <a:pt x="745" y="265"/>
                    <a:pt x="745" y="265"/>
                    <a:pt x="745" y="265"/>
                  </a:cubicBezTo>
                  <a:lnTo>
                    <a:pt x="744" y="262"/>
                  </a:lnTo>
                  <a:cubicBezTo>
                    <a:pt x="784" y="292"/>
                    <a:pt x="826" y="320"/>
                    <a:pt x="869" y="345"/>
                  </a:cubicBezTo>
                  <a:cubicBezTo>
                    <a:pt x="911" y="369"/>
                    <a:pt x="953" y="390"/>
                    <a:pt x="997" y="409"/>
                  </a:cubicBezTo>
                  <a:cubicBezTo>
                    <a:pt x="1067" y="443"/>
                    <a:pt x="1129" y="464"/>
                    <a:pt x="1188" y="517"/>
                  </a:cubicBezTo>
                  <a:cubicBezTo>
                    <a:pt x="1218" y="544"/>
                    <a:pt x="1247" y="572"/>
                    <a:pt x="1276" y="600"/>
                  </a:cubicBezTo>
                  <a:cubicBezTo>
                    <a:pt x="1281" y="606"/>
                    <a:pt x="1288" y="612"/>
                    <a:pt x="1296" y="616"/>
                  </a:cubicBezTo>
                  <a:cubicBezTo>
                    <a:pt x="1301" y="619"/>
                    <a:pt x="1307" y="622"/>
                    <a:pt x="1314" y="624"/>
                  </a:cubicBezTo>
                  <a:lnTo>
                    <a:pt x="1315" y="624"/>
                  </a:lnTo>
                  <a:cubicBezTo>
                    <a:pt x="1315" y="624"/>
                    <a:pt x="1316" y="624"/>
                    <a:pt x="1317" y="623"/>
                  </a:cubicBezTo>
                  <a:lnTo>
                    <a:pt x="1318" y="622"/>
                  </a:lnTo>
                  <a:cubicBezTo>
                    <a:pt x="1318" y="621"/>
                    <a:pt x="1319" y="621"/>
                    <a:pt x="1319" y="620"/>
                  </a:cubicBezTo>
                  <a:cubicBezTo>
                    <a:pt x="1319" y="619"/>
                    <a:pt x="1319" y="619"/>
                    <a:pt x="1318" y="618"/>
                  </a:cubicBezTo>
                  <a:lnTo>
                    <a:pt x="1317" y="617"/>
                  </a:lnTo>
                  <a:cubicBezTo>
                    <a:pt x="1317" y="617"/>
                    <a:pt x="1316" y="617"/>
                    <a:pt x="1316" y="616"/>
                  </a:cubicBezTo>
                  <a:cubicBezTo>
                    <a:pt x="1298" y="602"/>
                    <a:pt x="1280" y="586"/>
                    <a:pt x="1266" y="5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8932320" y="3189240"/>
              <a:ext cx="1032480" cy="434160"/>
            </a:xfrm>
            <a:custGeom>
              <a:rect b="b" l="l" r="r" t="t"/>
              <a:pathLst>
                <a:path extrusionOk="0" h="1206" w="2868">
                  <a:moveTo>
                    <a:pt x="2866" y="1187"/>
                  </a:moveTo>
                  <a:cubicBezTo>
                    <a:pt x="2846" y="1164"/>
                    <a:pt x="2826" y="1141"/>
                    <a:pt x="2810" y="1116"/>
                  </a:cubicBezTo>
                  <a:lnTo>
                    <a:pt x="2807" y="1107"/>
                  </a:lnTo>
                  <a:cubicBezTo>
                    <a:pt x="2793" y="1067"/>
                    <a:pt x="2776" y="1027"/>
                    <a:pt x="2756" y="989"/>
                  </a:cubicBezTo>
                  <a:cubicBezTo>
                    <a:pt x="2738" y="952"/>
                    <a:pt x="2728" y="913"/>
                    <a:pt x="2707" y="876"/>
                  </a:cubicBezTo>
                  <a:cubicBezTo>
                    <a:pt x="2691" y="847"/>
                    <a:pt x="2673" y="820"/>
                    <a:pt x="2658" y="790"/>
                  </a:cubicBezTo>
                  <a:cubicBezTo>
                    <a:pt x="2643" y="756"/>
                    <a:pt x="2626" y="723"/>
                    <a:pt x="2607" y="690"/>
                  </a:cubicBezTo>
                  <a:cubicBezTo>
                    <a:pt x="2585" y="651"/>
                    <a:pt x="2559" y="613"/>
                    <a:pt x="2532" y="576"/>
                  </a:cubicBezTo>
                  <a:cubicBezTo>
                    <a:pt x="2482" y="514"/>
                    <a:pt x="2437" y="444"/>
                    <a:pt x="2377" y="391"/>
                  </a:cubicBezTo>
                  <a:cubicBezTo>
                    <a:pt x="2345" y="364"/>
                    <a:pt x="2319" y="333"/>
                    <a:pt x="2286" y="307"/>
                  </a:cubicBezTo>
                  <a:cubicBezTo>
                    <a:pt x="2270" y="294"/>
                    <a:pt x="2252" y="282"/>
                    <a:pt x="2234" y="272"/>
                  </a:cubicBezTo>
                  <a:cubicBezTo>
                    <a:pt x="2219" y="263"/>
                    <a:pt x="2203" y="255"/>
                    <a:pt x="2186" y="248"/>
                  </a:cubicBezTo>
                  <a:cubicBezTo>
                    <a:pt x="2113" y="217"/>
                    <a:pt x="2041" y="179"/>
                    <a:pt x="1966" y="152"/>
                  </a:cubicBezTo>
                  <a:cubicBezTo>
                    <a:pt x="1887" y="123"/>
                    <a:pt x="1805" y="100"/>
                    <a:pt x="1724" y="80"/>
                  </a:cubicBezTo>
                  <a:cubicBezTo>
                    <a:pt x="1643" y="59"/>
                    <a:pt x="1554" y="70"/>
                    <a:pt x="1472" y="68"/>
                  </a:cubicBezTo>
                  <a:cubicBezTo>
                    <a:pt x="1448" y="61"/>
                    <a:pt x="1423" y="57"/>
                    <a:pt x="1398" y="57"/>
                  </a:cubicBezTo>
                  <a:cubicBezTo>
                    <a:pt x="1397" y="57"/>
                    <a:pt x="1396" y="57"/>
                    <a:pt x="1395" y="57"/>
                  </a:cubicBezTo>
                  <a:cubicBezTo>
                    <a:pt x="1376" y="57"/>
                    <a:pt x="1357" y="55"/>
                    <a:pt x="1339" y="50"/>
                  </a:cubicBezTo>
                  <a:lnTo>
                    <a:pt x="1340" y="50"/>
                  </a:lnTo>
                  <a:cubicBezTo>
                    <a:pt x="1347" y="50"/>
                    <a:pt x="1347" y="40"/>
                    <a:pt x="1342" y="38"/>
                  </a:cubicBezTo>
                  <a:cubicBezTo>
                    <a:pt x="1314" y="28"/>
                    <a:pt x="1287" y="23"/>
                    <a:pt x="1260" y="12"/>
                  </a:cubicBezTo>
                  <a:cubicBezTo>
                    <a:pt x="1235" y="4"/>
                    <a:pt x="1210" y="0"/>
                    <a:pt x="1184" y="0"/>
                  </a:cubicBezTo>
                  <a:cubicBezTo>
                    <a:pt x="1179" y="0"/>
                    <a:pt x="1174" y="0"/>
                    <a:pt x="1169" y="0"/>
                  </a:cubicBezTo>
                  <a:cubicBezTo>
                    <a:pt x="1100" y="1"/>
                    <a:pt x="1030" y="8"/>
                    <a:pt x="962" y="23"/>
                  </a:cubicBezTo>
                  <a:cubicBezTo>
                    <a:pt x="940" y="26"/>
                    <a:pt x="920" y="34"/>
                    <a:pt x="900" y="44"/>
                  </a:cubicBezTo>
                  <a:cubicBezTo>
                    <a:pt x="881" y="51"/>
                    <a:pt x="861" y="59"/>
                    <a:pt x="839" y="65"/>
                  </a:cubicBezTo>
                  <a:cubicBezTo>
                    <a:pt x="793" y="80"/>
                    <a:pt x="748" y="100"/>
                    <a:pt x="705" y="124"/>
                  </a:cubicBezTo>
                  <a:cubicBezTo>
                    <a:pt x="704" y="125"/>
                    <a:pt x="703" y="126"/>
                    <a:pt x="702" y="126"/>
                  </a:cubicBezTo>
                  <a:cubicBezTo>
                    <a:pt x="639" y="162"/>
                    <a:pt x="580" y="201"/>
                    <a:pt x="539" y="259"/>
                  </a:cubicBezTo>
                  <a:cubicBezTo>
                    <a:pt x="545" y="233"/>
                    <a:pt x="555" y="203"/>
                    <a:pt x="577" y="191"/>
                  </a:cubicBezTo>
                  <a:cubicBezTo>
                    <a:pt x="583" y="188"/>
                    <a:pt x="580" y="179"/>
                    <a:pt x="573" y="181"/>
                  </a:cubicBezTo>
                  <a:cubicBezTo>
                    <a:pt x="547" y="189"/>
                    <a:pt x="521" y="200"/>
                    <a:pt x="497" y="214"/>
                  </a:cubicBezTo>
                  <a:cubicBezTo>
                    <a:pt x="474" y="227"/>
                    <a:pt x="454" y="242"/>
                    <a:pt x="434" y="259"/>
                  </a:cubicBezTo>
                  <a:cubicBezTo>
                    <a:pt x="416" y="277"/>
                    <a:pt x="399" y="296"/>
                    <a:pt x="384" y="316"/>
                  </a:cubicBezTo>
                  <a:cubicBezTo>
                    <a:pt x="383" y="316"/>
                    <a:pt x="383" y="316"/>
                    <a:pt x="383" y="316"/>
                  </a:cubicBezTo>
                  <a:cubicBezTo>
                    <a:pt x="383" y="316"/>
                    <a:pt x="382" y="316"/>
                    <a:pt x="381" y="316"/>
                  </a:cubicBezTo>
                  <a:lnTo>
                    <a:pt x="380" y="316"/>
                  </a:lnTo>
                  <a:cubicBezTo>
                    <a:pt x="379" y="316"/>
                    <a:pt x="379" y="316"/>
                    <a:pt x="379" y="316"/>
                  </a:cubicBezTo>
                  <a:cubicBezTo>
                    <a:pt x="268" y="383"/>
                    <a:pt x="168" y="458"/>
                    <a:pt x="104" y="573"/>
                  </a:cubicBezTo>
                  <a:cubicBezTo>
                    <a:pt x="48" y="673"/>
                    <a:pt x="33" y="796"/>
                    <a:pt x="25" y="909"/>
                  </a:cubicBezTo>
                  <a:cubicBezTo>
                    <a:pt x="20" y="899"/>
                    <a:pt x="16" y="888"/>
                    <a:pt x="14" y="876"/>
                  </a:cubicBezTo>
                  <a:cubicBezTo>
                    <a:pt x="13" y="869"/>
                    <a:pt x="0" y="869"/>
                    <a:pt x="1" y="876"/>
                  </a:cubicBezTo>
                  <a:cubicBezTo>
                    <a:pt x="2" y="934"/>
                    <a:pt x="8" y="991"/>
                    <a:pt x="18" y="1047"/>
                  </a:cubicBezTo>
                  <a:cubicBezTo>
                    <a:pt x="26" y="1089"/>
                    <a:pt x="49" y="1121"/>
                    <a:pt x="62" y="1160"/>
                  </a:cubicBezTo>
                  <a:cubicBezTo>
                    <a:pt x="62" y="1161"/>
                    <a:pt x="62" y="1160"/>
                    <a:pt x="63" y="1161"/>
                  </a:cubicBezTo>
                  <a:cubicBezTo>
                    <a:pt x="64" y="1162"/>
                    <a:pt x="64" y="1163"/>
                    <a:pt x="64" y="1163"/>
                  </a:cubicBezTo>
                  <a:cubicBezTo>
                    <a:pt x="65" y="1163"/>
                    <a:pt x="66" y="1163"/>
                    <a:pt x="66" y="1164"/>
                  </a:cubicBezTo>
                  <a:cubicBezTo>
                    <a:pt x="64" y="1165"/>
                    <a:pt x="63" y="1167"/>
                    <a:pt x="61" y="1169"/>
                  </a:cubicBezTo>
                  <a:cubicBezTo>
                    <a:pt x="59" y="1170"/>
                    <a:pt x="61" y="1171"/>
                    <a:pt x="62" y="1170"/>
                  </a:cubicBezTo>
                  <a:cubicBezTo>
                    <a:pt x="66" y="1169"/>
                    <a:pt x="69" y="1167"/>
                    <a:pt x="73" y="1165"/>
                  </a:cubicBezTo>
                  <a:cubicBezTo>
                    <a:pt x="88" y="1156"/>
                    <a:pt x="102" y="1143"/>
                    <a:pt x="111" y="1128"/>
                  </a:cubicBezTo>
                  <a:cubicBezTo>
                    <a:pt x="112" y="1127"/>
                    <a:pt x="112" y="1127"/>
                    <a:pt x="113" y="1127"/>
                  </a:cubicBezTo>
                  <a:cubicBezTo>
                    <a:pt x="114" y="1126"/>
                    <a:pt x="114" y="1126"/>
                    <a:pt x="115" y="1125"/>
                  </a:cubicBezTo>
                  <a:cubicBezTo>
                    <a:pt x="115" y="1124"/>
                    <a:pt x="115" y="1123"/>
                    <a:pt x="116" y="1123"/>
                  </a:cubicBezTo>
                  <a:cubicBezTo>
                    <a:pt x="120" y="1118"/>
                    <a:pt x="124" y="1113"/>
                    <a:pt x="128" y="1108"/>
                  </a:cubicBezTo>
                  <a:cubicBezTo>
                    <a:pt x="156" y="1082"/>
                    <a:pt x="221" y="1089"/>
                    <a:pt x="251" y="1104"/>
                  </a:cubicBezTo>
                  <a:cubicBezTo>
                    <a:pt x="252" y="1104"/>
                    <a:pt x="252" y="1104"/>
                    <a:pt x="252" y="1104"/>
                  </a:cubicBezTo>
                  <a:lnTo>
                    <a:pt x="253" y="1104"/>
                  </a:lnTo>
                  <a:cubicBezTo>
                    <a:pt x="254" y="1104"/>
                    <a:pt x="255" y="1104"/>
                    <a:pt x="255" y="1104"/>
                  </a:cubicBezTo>
                  <a:cubicBezTo>
                    <a:pt x="256" y="1104"/>
                    <a:pt x="256" y="1103"/>
                    <a:pt x="256" y="1103"/>
                  </a:cubicBezTo>
                  <a:cubicBezTo>
                    <a:pt x="257" y="1102"/>
                    <a:pt x="257" y="1102"/>
                    <a:pt x="257" y="1101"/>
                  </a:cubicBezTo>
                  <a:cubicBezTo>
                    <a:pt x="257" y="1101"/>
                    <a:pt x="257" y="1100"/>
                    <a:pt x="256" y="1099"/>
                  </a:cubicBezTo>
                  <a:cubicBezTo>
                    <a:pt x="251" y="1093"/>
                    <a:pt x="246" y="1089"/>
                    <a:pt x="239" y="1085"/>
                  </a:cubicBezTo>
                  <a:cubicBezTo>
                    <a:pt x="232" y="1081"/>
                    <a:pt x="223" y="1078"/>
                    <a:pt x="214" y="1077"/>
                  </a:cubicBezTo>
                  <a:lnTo>
                    <a:pt x="221" y="1073"/>
                  </a:lnTo>
                  <a:cubicBezTo>
                    <a:pt x="221" y="1074"/>
                    <a:pt x="222" y="1074"/>
                    <a:pt x="222" y="1074"/>
                  </a:cubicBezTo>
                  <a:cubicBezTo>
                    <a:pt x="223" y="1075"/>
                    <a:pt x="223" y="1075"/>
                    <a:pt x="224" y="1075"/>
                  </a:cubicBezTo>
                  <a:cubicBezTo>
                    <a:pt x="250" y="1069"/>
                    <a:pt x="267" y="1035"/>
                    <a:pt x="283" y="1016"/>
                  </a:cubicBezTo>
                  <a:cubicBezTo>
                    <a:pt x="307" y="990"/>
                    <a:pt x="320" y="959"/>
                    <a:pt x="342" y="933"/>
                  </a:cubicBezTo>
                  <a:cubicBezTo>
                    <a:pt x="390" y="878"/>
                    <a:pt x="416" y="809"/>
                    <a:pt x="456" y="748"/>
                  </a:cubicBezTo>
                  <a:cubicBezTo>
                    <a:pt x="458" y="745"/>
                    <a:pt x="454" y="742"/>
                    <a:pt x="451" y="744"/>
                  </a:cubicBezTo>
                  <a:cubicBezTo>
                    <a:pt x="400" y="783"/>
                    <a:pt x="381" y="864"/>
                    <a:pt x="340" y="914"/>
                  </a:cubicBezTo>
                  <a:cubicBezTo>
                    <a:pt x="320" y="937"/>
                    <a:pt x="309" y="963"/>
                    <a:pt x="291" y="987"/>
                  </a:cubicBezTo>
                  <a:cubicBezTo>
                    <a:pt x="281" y="998"/>
                    <a:pt x="271" y="1008"/>
                    <a:pt x="260" y="1019"/>
                  </a:cubicBezTo>
                  <a:cubicBezTo>
                    <a:pt x="250" y="1030"/>
                    <a:pt x="244" y="1044"/>
                    <a:pt x="234" y="1055"/>
                  </a:cubicBezTo>
                  <a:cubicBezTo>
                    <a:pt x="234" y="1048"/>
                    <a:pt x="230" y="1041"/>
                    <a:pt x="222" y="1044"/>
                  </a:cubicBezTo>
                  <a:lnTo>
                    <a:pt x="212" y="1046"/>
                  </a:lnTo>
                  <a:lnTo>
                    <a:pt x="230" y="1036"/>
                  </a:lnTo>
                  <a:cubicBezTo>
                    <a:pt x="240" y="1030"/>
                    <a:pt x="260" y="1025"/>
                    <a:pt x="260" y="1010"/>
                  </a:cubicBezTo>
                  <a:lnTo>
                    <a:pt x="260" y="1009"/>
                  </a:lnTo>
                  <a:cubicBezTo>
                    <a:pt x="260" y="1008"/>
                    <a:pt x="260" y="1007"/>
                    <a:pt x="259" y="1006"/>
                  </a:cubicBezTo>
                  <a:cubicBezTo>
                    <a:pt x="259" y="1006"/>
                    <a:pt x="258" y="1004"/>
                    <a:pt x="257" y="1004"/>
                  </a:cubicBezTo>
                  <a:cubicBezTo>
                    <a:pt x="256" y="1003"/>
                    <a:pt x="256" y="1004"/>
                    <a:pt x="255" y="1004"/>
                  </a:cubicBezTo>
                  <a:cubicBezTo>
                    <a:pt x="254" y="1004"/>
                    <a:pt x="253" y="1003"/>
                    <a:pt x="252" y="1004"/>
                  </a:cubicBezTo>
                  <a:cubicBezTo>
                    <a:pt x="251" y="1005"/>
                    <a:pt x="251" y="1005"/>
                    <a:pt x="251" y="1005"/>
                  </a:cubicBezTo>
                  <a:cubicBezTo>
                    <a:pt x="245" y="1009"/>
                    <a:pt x="231" y="1008"/>
                    <a:pt x="224" y="1011"/>
                  </a:cubicBezTo>
                  <a:cubicBezTo>
                    <a:pt x="221" y="1012"/>
                    <a:pt x="217" y="1014"/>
                    <a:pt x="214" y="1016"/>
                  </a:cubicBezTo>
                  <a:cubicBezTo>
                    <a:pt x="209" y="1019"/>
                    <a:pt x="204" y="1022"/>
                    <a:pt x="200" y="1025"/>
                  </a:cubicBezTo>
                  <a:lnTo>
                    <a:pt x="194" y="1029"/>
                  </a:lnTo>
                  <a:lnTo>
                    <a:pt x="196" y="1027"/>
                  </a:lnTo>
                  <a:cubicBezTo>
                    <a:pt x="208" y="1013"/>
                    <a:pt x="221" y="1000"/>
                    <a:pt x="236" y="989"/>
                  </a:cubicBezTo>
                  <a:cubicBezTo>
                    <a:pt x="243" y="983"/>
                    <a:pt x="247" y="975"/>
                    <a:pt x="254" y="969"/>
                  </a:cubicBezTo>
                  <a:cubicBezTo>
                    <a:pt x="254" y="968"/>
                    <a:pt x="255" y="968"/>
                    <a:pt x="255" y="967"/>
                  </a:cubicBezTo>
                  <a:cubicBezTo>
                    <a:pt x="256" y="966"/>
                    <a:pt x="257" y="964"/>
                    <a:pt x="257" y="963"/>
                  </a:cubicBezTo>
                  <a:cubicBezTo>
                    <a:pt x="257" y="962"/>
                    <a:pt x="256" y="960"/>
                    <a:pt x="255" y="959"/>
                  </a:cubicBezTo>
                  <a:cubicBezTo>
                    <a:pt x="254" y="958"/>
                    <a:pt x="254" y="957"/>
                    <a:pt x="253" y="956"/>
                  </a:cubicBezTo>
                  <a:cubicBezTo>
                    <a:pt x="252" y="955"/>
                    <a:pt x="252" y="955"/>
                    <a:pt x="251" y="955"/>
                  </a:cubicBezTo>
                  <a:cubicBezTo>
                    <a:pt x="249" y="955"/>
                    <a:pt x="247" y="955"/>
                    <a:pt x="246" y="955"/>
                  </a:cubicBezTo>
                  <a:cubicBezTo>
                    <a:pt x="240" y="955"/>
                    <a:pt x="235" y="956"/>
                    <a:pt x="230" y="959"/>
                  </a:cubicBezTo>
                  <a:cubicBezTo>
                    <a:pt x="228" y="960"/>
                    <a:pt x="226" y="962"/>
                    <a:pt x="223" y="964"/>
                  </a:cubicBezTo>
                  <a:cubicBezTo>
                    <a:pt x="212" y="973"/>
                    <a:pt x="201" y="983"/>
                    <a:pt x="190" y="994"/>
                  </a:cubicBezTo>
                  <a:lnTo>
                    <a:pt x="192" y="991"/>
                  </a:lnTo>
                  <a:cubicBezTo>
                    <a:pt x="214" y="952"/>
                    <a:pt x="242" y="918"/>
                    <a:pt x="266" y="880"/>
                  </a:cubicBezTo>
                  <a:lnTo>
                    <a:pt x="266" y="879"/>
                  </a:lnTo>
                  <a:cubicBezTo>
                    <a:pt x="267" y="878"/>
                    <a:pt x="267" y="876"/>
                    <a:pt x="267" y="875"/>
                  </a:cubicBezTo>
                  <a:cubicBezTo>
                    <a:pt x="267" y="873"/>
                    <a:pt x="267" y="871"/>
                    <a:pt x="266" y="870"/>
                  </a:cubicBezTo>
                  <a:cubicBezTo>
                    <a:pt x="265" y="869"/>
                    <a:pt x="264" y="867"/>
                    <a:pt x="262" y="867"/>
                  </a:cubicBezTo>
                  <a:cubicBezTo>
                    <a:pt x="260" y="866"/>
                    <a:pt x="260" y="865"/>
                    <a:pt x="258" y="865"/>
                  </a:cubicBezTo>
                  <a:cubicBezTo>
                    <a:pt x="257" y="865"/>
                    <a:pt x="256" y="866"/>
                    <a:pt x="255" y="866"/>
                  </a:cubicBezTo>
                  <a:cubicBezTo>
                    <a:pt x="253" y="867"/>
                    <a:pt x="251" y="868"/>
                    <a:pt x="249" y="869"/>
                  </a:cubicBezTo>
                  <a:cubicBezTo>
                    <a:pt x="230" y="880"/>
                    <a:pt x="215" y="895"/>
                    <a:pt x="205" y="913"/>
                  </a:cubicBezTo>
                  <a:lnTo>
                    <a:pt x="219" y="876"/>
                  </a:lnTo>
                  <a:cubicBezTo>
                    <a:pt x="238" y="871"/>
                    <a:pt x="256" y="863"/>
                    <a:pt x="273" y="853"/>
                  </a:cubicBezTo>
                  <a:cubicBezTo>
                    <a:pt x="281" y="849"/>
                    <a:pt x="288" y="844"/>
                    <a:pt x="295" y="839"/>
                  </a:cubicBezTo>
                  <a:cubicBezTo>
                    <a:pt x="313" y="822"/>
                    <a:pt x="338" y="809"/>
                    <a:pt x="357" y="794"/>
                  </a:cubicBezTo>
                  <a:cubicBezTo>
                    <a:pt x="375" y="778"/>
                    <a:pt x="391" y="762"/>
                    <a:pt x="406" y="745"/>
                  </a:cubicBezTo>
                  <a:cubicBezTo>
                    <a:pt x="445" y="704"/>
                    <a:pt x="493" y="671"/>
                    <a:pt x="533" y="632"/>
                  </a:cubicBezTo>
                  <a:cubicBezTo>
                    <a:pt x="574" y="593"/>
                    <a:pt x="604" y="556"/>
                    <a:pt x="651" y="525"/>
                  </a:cubicBezTo>
                  <a:cubicBezTo>
                    <a:pt x="654" y="524"/>
                    <a:pt x="655" y="518"/>
                    <a:pt x="651" y="517"/>
                  </a:cubicBezTo>
                  <a:lnTo>
                    <a:pt x="643" y="516"/>
                  </a:lnTo>
                  <a:cubicBezTo>
                    <a:pt x="676" y="507"/>
                    <a:pt x="708" y="496"/>
                    <a:pt x="739" y="483"/>
                  </a:cubicBezTo>
                  <a:cubicBezTo>
                    <a:pt x="781" y="466"/>
                    <a:pt x="817" y="431"/>
                    <a:pt x="859" y="410"/>
                  </a:cubicBezTo>
                  <a:lnTo>
                    <a:pt x="860" y="409"/>
                  </a:lnTo>
                  <a:cubicBezTo>
                    <a:pt x="861" y="408"/>
                    <a:pt x="860" y="408"/>
                    <a:pt x="860" y="407"/>
                  </a:cubicBezTo>
                  <a:lnTo>
                    <a:pt x="860" y="406"/>
                  </a:lnTo>
                  <a:cubicBezTo>
                    <a:pt x="859" y="406"/>
                    <a:pt x="859" y="405"/>
                    <a:pt x="859" y="405"/>
                  </a:cubicBezTo>
                  <a:cubicBezTo>
                    <a:pt x="858" y="405"/>
                    <a:pt x="858" y="405"/>
                    <a:pt x="857" y="405"/>
                  </a:cubicBezTo>
                  <a:cubicBezTo>
                    <a:pt x="808" y="417"/>
                    <a:pt x="767" y="454"/>
                    <a:pt x="720" y="472"/>
                  </a:cubicBezTo>
                  <a:cubicBezTo>
                    <a:pt x="663" y="493"/>
                    <a:pt x="604" y="509"/>
                    <a:pt x="544" y="518"/>
                  </a:cubicBezTo>
                  <a:cubicBezTo>
                    <a:pt x="543" y="518"/>
                    <a:pt x="542" y="518"/>
                    <a:pt x="541" y="519"/>
                  </a:cubicBezTo>
                  <a:cubicBezTo>
                    <a:pt x="540" y="519"/>
                    <a:pt x="539" y="520"/>
                    <a:pt x="538" y="522"/>
                  </a:cubicBezTo>
                  <a:cubicBezTo>
                    <a:pt x="537" y="523"/>
                    <a:pt x="537" y="523"/>
                    <a:pt x="537" y="525"/>
                  </a:cubicBezTo>
                  <a:cubicBezTo>
                    <a:pt x="537" y="526"/>
                    <a:pt x="537" y="528"/>
                    <a:pt x="538" y="529"/>
                  </a:cubicBezTo>
                  <a:cubicBezTo>
                    <a:pt x="539" y="530"/>
                    <a:pt x="540" y="531"/>
                    <a:pt x="541" y="532"/>
                  </a:cubicBezTo>
                  <a:cubicBezTo>
                    <a:pt x="542" y="533"/>
                    <a:pt x="543" y="533"/>
                    <a:pt x="544" y="533"/>
                  </a:cubicBezTo>
                  <a:cubicBezTo>
                    <a:pt x="545" y="533"/>
                    <a:pt x="545" y="533"/>
                    <a:pt x="545" y="533"/>
                  </a:cubicBezTo>
                  <a:cubicBezTo>
                    <a:pt x="564" y="531"/>
                    <a:pt x="583" y="529"/>
                    <a:pt x="602" y="525"/>
                  </a:cubicBezTo>
                  <a:lnTo>
                    <a:pt x="624" y="524"/>
                  </a:lnTo>
                  <a:cubicBezTo>
                    <a:pt x="649" y="522"/>
                    <a:pt x="631" y="526"/>
                    <a:pt x="624" y="531"/>
                  </a:cubicBezTo>
                  <a:cubicBezTo>
                    <a:pt x="612" y="539"/>
                    <a:pt x="600" y="547"/>
                    <a:pt x="588" y="556"/>
                  </a:cubicBezTo>
                  <a:cubicBezTo>
                    <a:pt x="570" y="574"/>
                    <a:pt x="553" y="592"/>
                    <a:pt x="537" y="612"/>
                  </a:cubicBezTo>
                  <a:cubicBezTo>
                    <a:pt x="515" y="637"/>
                    <a:pt x="488" y="657"/>
                    <a:pt x="465" y="680"/>
                  </a:cubicBezTo>
                  <a:cubicBezTo>
                    <a:pt x="447" y="697"/>
                    <a:pt x="425" y="710"/>
                    <a:pt x="408" y="726"/>
                  </a:cubicBezTo>
                  <a:cubicBezTo>
                    <a:pt x="380" y="752"/>
                    <a:pt x="356" y="780"/>
                    <a:pt x="326" y="805"/>
                  </a:cubicBezTo>
                  <a:cubicBezTo>
                    <a:pt x="309" y="817"/>
                    <a:pt x="292" y="828"/>
                    <a:pt x="274" y="839"/>
                  </a:cubicBezTo>
                  <a:cubicBezTo>
                    <a:pt x="258" y="848"/>
                    <a:pt x="242" y="856"/>
                    <a:pt x="225" y="864"/>
                  </a:cubicBezTo>
                  <a:cubicBezTo>
                    <a:pt x="240" y="826"/>
                    <a:pt x="254" y="788"/>
                    <a:pt x="267" y="750"/>
                  </a:cubicBezTo>
                  <a:lnTo>
                    <a:pt x="267" y="749"/>
                  </a:lnTo>
                  <a:cubicBezTo>
                    <a:pt x="267" y="748"/>
                    <a:pt x="267" y="748"/>
                    <a:pt x="267" y="747"/>
                  </a:cubicBezTo>
                  <a:cubicBezTo>
                    <a:pt x="275" y="734"/>
                    <a:pt x="284" y="720"/>
                    <a:pt x="292" y="706"/>
                  </a:cubicBezTo>
                  <a:cubicBezTo>
                    <a:pt x="325" y="651"/>
                    <a:pt x="380" y="610"/>
                    <a:pt x="407" y="553"/>
                  </a:cubicBezTo>
                  <a:cubicBezTo>
                    <a:pt x="408" y="552"/>
                    <a:pt x="408" y="550"/>
                    <a:pt x="408" y="549"/>
                  </a:cubicBezTo>
                  <a:cubicBezTo>
                    <a:pt x="408" y="547"/>
                    <a:pt x="408" y="546"/>
                    <a:pt x="407" y="545"/>
                  </a:cubicBezTo>
                  <a:cubicBezTo>
                    <a:pt x="406" y="544"/>
                    <a:pt x="405" y="543"/>
                    <a:pt x="404" y="542"/>
                  </a:cubicBezTo>
                  <a:cubicBezTo>
                    <a:pt x="403" y="541"/>
                    <a:pt x="401" y="541"/>
                    <a:pt x="400" y="541"/>
                  </a:cubicBezTo>
                  <a:cubicBezTo>
                    <a:pt x="399" y="541"/>
                    <a:pt x="397" y="541"/>
                    <a:pt x="396" y="542"/>
                  </a:cubicBezTo>
                  <a:cubicBezTo>
                    <a:pt x="395" y="542"/>
                    <a:pt x="395" y="542"/>
                    <a:pt x="395" y="543"/>
                  </a:cubicBezTo>
                  <a:cubicBezTo>
                    <a:pt x="364" y="567"/>
                    <a:pt x="337" y="595"/>
                    <a:pt x="314" y="626"/>
                  </a:cubicBezTo>
                  <a:cubicBezTo>
                    <a:pt x="378" y="529"/>
                    <a:pt x="456" y="442"/>
                    <a:pt x="546" y="367"/>
                  </a:cubicBezTo>
                  <a:cubicBezTo>
                    <a:pt x="618" y="309"/>
                    <a:pt x="694" y="257"/>
                    <a:pt x="775" y="210"/>
                  </a:cubicBezTo>
                  <a:cubicBezTo>
                    <a:pt x="813" y="188"/>
                    <a:pt x="852" y="167"/>
                    <a:pt x="892" y="148"/>
                  </a:cubicBezTo>
                  <a:cubicBezTo>
                    <a:pt x="947" y="124"/>
                    <a:pt x="1004" y="105"/>
                    <a:pt x="1062" y="92"/>
                  </a:cubicBezTo>
                  <a:cubicBezTo>
                    <a:pt x="1127" y="71"/>
                    <a:pt x="1193" y="59"/>
                    <a:pt x="1261" y="56"/>
                  </a:cubicBezTo>
                  <a:cubicBezTo>
                    <a:pt x="1303" y="58"/>
                    <a:pt x="1343" y="71"/>
                    <a:pt x="1385" y="72"/>
                  </a:cubicBezTo>
                  <a:cubicBezTo>
                    <a:pt x="1417" y="72"/>
                    <a:pt x="1447" y="84"/>
                    <a:pt x="1479" y="85"/>
                  </a:cubicBezTo>
                  <a:cubicBezTo>
                    <a:pt x="1499" y="86"/>
                    <a:pt x="1519" y="90"/>
                    <a:pt x="1538" y="99"/>
                  </a:cubicBezTo>
                  <a:cubicBezTo>
                    <a:pt x="1556" y="104"/>
                    <a:pt x="1576" y="107"/>
                    <a:pt x="1595" y="109"/>
                  </a:cubicBezTo>
                  <a:cubicBezTo>
                    <a:pt x="1621" y="114"/>
                    <a:pt x="1648" y="119"/>
                    <a:pt x="1674" y="125"/>
                  </a:cubicBezTo>
                  <a:cubicBezTo>
                    <a:pt x="1700" y="131"/>
                    <a:pt x="1725" y="147"/>
                    <a:pt x="1753" y="154"/>
                  </a:cubicBezTo>
                  <a:cubicBezTo>
                    <a:pt x="1787" y="167"/>
                    <a:pt x="1821" y="182"/>
                    <a:pt x="1853" y="198"/>
                  </a:cubicBezTo>
                  <a:cubicBezTo>
                    <a:pt x="1867" y="204"/>
                    <a:pt x="1881" y="210"/>
                    <a:pt x="1896" y="214"/>
                  </a:cubicBezTo>
                  <a:cubicBezTo>
                    <a:pt x="1890" y="213"/>
                    <a:pt x="1939" y="232"/>
                    <a:pt x="1940" y="234"/>
                  </a:cubicBezTo>
                  <a:cubicBezTo>
                    <a:pt x="1940" y="236"/>
                    <a:pt x="1947" y="235"/>
                    <a:pt x="1947" y="232"/>
                  </a:cubicBezTo>
                  <a:lnTo>
                    <a:pt x="1947" y="229"/>
                  </a:lnTo>
                  <a:cubicBezTo>
                    <a:pt x="1947" y="228"/>
                    <a:pt x="1947" y="227"/>
                    <a:pt x="1946" y="226"/>
                  </a:cubicBezTo>
                  <a:lnTo>
                    <a:pt x="1945" y="225"/>
                  </a:lnTo>
                  <a:cubicBezTo>
                    <a:pt x="1945" y="224"/>
                    <a:pt x="1944" y="224"/>
                    <a:pt x="1944" y="224"/>
                  </a:cubicBezTo>
                  <a:cubicBezTo>
                    <a:pt x="1919" y="214"/>
                    <a:pt x="1897" y="202"/>
                    <a:pt x="1872" y="192"/>
                  </a:cubicBezTo>
                  <a:cubicBezTo>
                    <a:pt x="1840" y="180"/>
                    <a:pt x="1806" y="157"/>
                    <a:pt x="1774" y="148"/>
                  </a:cubicBezTo>
                  <a:cubicBezTo>
                    <a:pt x="1746" y="141"/>
                    <a:pt x="1721" y="124"/>
                    <a:pt x="1695" y="117"/>
                  </a:cubicBezTo>
                  <a:cubicBezTo>
                    <a:pt x="1663" y="109"/>
                    <a:pt x="1630" y="104"/>
                    <a:pt x="1598" y="97"/>
                  </a:cubicBezTo>
                  <a:cubicBezTo>
                    <a:pt x="1565" y="89"/>
                    <a:pt x="1539" y="83"/>
                    <a:pt x="1508" y="78"/>
                  </a:cubicBezTo>
                  <a:cubicBezTo>
                    <a:pt x="1570" y="85"/>
                    <a:pt x="1634" y="74"/>
                    <a:pt x="1696" y="86"/>
                  </a:cubicBezTo>
                  <a:cubicBezTo>
                    <a:pt x="1780" y="102"/>
                    <a:pt x="1864" y="125"/>
                    <a:pt x="1945" y="155"/>
                  </a:cubicBezTo>
                  <a:cubicBezTo>
                    <a:pt x="2012" y="179"/>
                    <a:pt x="2074" y="210"/>
                    <a:pt x="2140" y="238"/>
                  </a:cubicBezTo>
                  <a:cubicBezTo>
                    <a:pt x="2172" y="249"/>
                    <a:pt x="2202" y="264"/>
                    <a:pt x="2232" y="280"/>
                  </a:cubicBezTo>
                  <a:cubicBezTo>
                    <a:pt x="2244" y="287"/>
                    <a:pt x="2255" y="295"/>
                    <a:pt x="2267" y="302"/>
                  </a:cubicBezTo>
                  <a:cubicBezTo>
                    <a:pt x="2303" y="332"/>
                    <a:pt x="2337" y="364"/>
                    <a:pt x="2368" y="398"/>
                  </a:cubicBezTo>
                  <a:cubicBezTo>
                    <a:pt x="2493" y="522"/>
                    <a:pt x="2583" y="673"/>
                    <a:pt x="2656" y="833"/>
                  </a:cubicBezTo>
                  <a:cubicBezTo>
                    <a:pt x="2672" y="866"/>
                    <a:pt x="2696" y="895"/>
                    <a:pt x="2712" y="927"/>
                  </a:cubicBezTo>
                  <a:cubicBezTo>
                    <a:pt x="2721" y="947"/>
                    <a:pt x="2729" y="967"/>
                    <a:pt x="2736" y="988"/>
                  </a:cubicBezTo>
                  <a:cubicBezTo>
                    <a:pt x="2723" y="967"/>
                    <a:pt x="2710" y="946"/>
                    <a:pt x="2695" y="927"/>
                  </a:cubicBezTo>
                  <a:cubicBezTo>
                    <a:pt x="2657" y="877"/>
                    <a:pt x="2620" y="827"/>
                    <a:pt x="2581" y="778"/>
                  </a:cubicBezTo>
                  <a:cubicBezTo>
                    <a:pt x="2562" y="752"/>
                    <a:pt x="2539" y="729"/>
                    <a:pt x="2518" y="705"/>
                  </a:cubicBezTo>
                  <a:cubicBezTo>
                    <a:pt x="2507" y="689"/>
                    <a:pt x="2494" y="675"/>
                    <a:pt x="2480" y="663"/>
                  </a:cubicBezTo>
                  <a:cubicBezTo>
                    <a:pt x="2479" y="663"/>
                    <a:pt x="2478" y="664"/>
                    <a:pt x="2478" y="664"/>
                  </a:cubicBezTo>
                  <a:cubicBezTo>
                    <a:pt x="2492" y="682"/>
                    <a:pt x="2505" y="700"/>
                    <a:pt x="2516" y="719"/>
                  </a:cubicBezTo>
                  <a:cubicBezTo>
                    <a:pt x="2516" y="721"/>
                    <a:pt x="2517" y="722"/>
                    <a:pt x="2518" y="723"/>
                  </a:cubicBezTo>
                  <a:cubicBezTo>
                    <a:pt x="2537" y="750"/>
                    <a:pt x="2561" y="773"/>
                    <a:pt x="2580" y="799"/>
                  </a:cubicBezTo>
                  <a:cubicBezTo>
                    <a:pt x="2617" y="849"/>
                    <a:pt x="2653" y="899"/>
                    <a:pt x="2690" y="949"/>
                  </a:cubicBezTo>
                  <a:cubicBezTo>
                    <a:pt x="2705" y="972"/>
                    <a:pt x="2720" y="996"/>
                    <a:pt x="2734" y="1020"/>
                  </a:cubicBezTo>
                  <a:cubicBezTo>
                    <a:pt x="2748" y="1044"/>
                    <a:pt x="2761" y="1070"/>
                    <a:pt x="2774" y="1095"/>
                  </a:cubicBezTo>
                  <a:cubicBezTo>
                    <a:pt x="2779" y="1105"/>
                    <a:pt x="2785" y="1115"/>
                    <a:pt x="2792" y="1127"/>
                  </a:cubicBezTo>
                  <a:cubicBezTo>
                    <a:pt x="2796" y="1144"/>
                    <a:pt x="2803" y="1160"/>
                    <a:pt x="2812" y="1175"/>
                  </a:cubicBezTo>
                  <a:cubicBezTo>
                    <a:pt x="2816" y="1182"/>
                    <a:pt x="2820" y="1189"/>
                    <a:pt x="2825" y="1195"/>
                  </a:cubicBezTo>
                  <a:cubicBezTo>
                    <a:pt x="2834" y="1205"/>
                    <a:pt x="2850" y="1192"/>
                    <a:pt x="2841" y="1182"/>
                  </a:cubicBezTo>
                  <a:lnTo>
                    <a:pt x="2840" y="1181"/>
                  </a:lnTo>
                  <a:cubicBezTo>
                    <a:pt x="2842" y="1183"/>
                    <a:pt x="2845" y="1185"/>
                    <a:pt x="2848" y="1187"/>
                  </a:cubicBezTo>
                  <a:cubicBezTo>
                    <a:pt x="2852" y="1189"/>
                    <a:pt x="2856" y="1191"/>
                    <a:pt x="2861" y="1193"/>
                  </a:cubicBezTo>
                  <a:lnTo>
                    <a:pt x="2862" y="1193"/>
                  </a:lnTo>
                  <a:cubicBezTo>
                    <a:pt x="2863" y="1193"/>
                    <a:pt x="2863" y="1192"/>
                    <a:pt x="2864" y="1192"/>
                  </a:cubicBezTo>
                  <a:cubicBezTo>
                    <a:pt x="2865" y="1191"/>
                    <a:pt x="2865" y="1192"/>
                    <a:pt x="2866" y="1191"/>
                  </a:cubicBezTo>
                  <a:cubicBezTo>
                    <a:pt x="2867" y="1190"/>
                    <a:pt x="2866" y="1189"/>
                    <a:pt x="2866" y="1189"/>
                  </a:cubicBezTo>
                  <a:cubicBezTo>
                    <a:pt x="2866" y="1188"/>
                    <a:pt x="2866" y="1188"/>
                    <a:pt x="2866" y="1187"/>
                  </a:cubicBezTo>
                  <a:moveTo>
                    <a:pt x="117" y="1105"/>
                  </a:moveTo>
                  <a:lnTo>
                    <a:pt x="117" y="1105"/>
                  </a:lnTo>
                  <a:moveTo>
                    <a:pt x="152" y="1083"/>
                  </a:moveTo>
                  <a:lnTo>
                    <a:pt x="152" y="1083"/>
                  </a:lnTo>
                  <a:moveTo>
                    <a:pt x="650" y="263"/>
                  </a:moveTo>
                  <a:cubicBezTo>
                    <a:pt x="626" y="282"/>
                    <a:pt x="597" y="296"/>
                    <a:pt x="573" y="317"/>
                  </a:cubicBezTo>
                  <a:cubicBezTo>
                    <a:pt x="540" y="347"/>
                    <a:pt x="505" y="376"/>
                    <a:pt x="470" y="404"/>
                  </a:cubicBezTo>
                  <a:cubicBezTo>
                    <a:pt x="422" y="441"/>
                    <a:pt x="382" y="498"/>
                    <a:pt x="345" y="546"/>
                  </a:cubicBezTo>
                  <a:cubicBezTo>
                    <a:pt x="331" y="563"/>
                    <a:pt x="319" y="581"/>
                    <a:pt x="306" y="600"/>
                  </a:cubicBezTo>
                  <a:cubicBezTo>
                    <a:pt x="268" y="626"/>
                    <a:pt x="247" y="680"/>
                    <a:pt x="226" y="720"/>
                  </a:cubicBezTo>
                  <a:cubicBezTo>
                    <a:pt x="216" y="739"/>
                    <a:pt x="206" y="759"/>
                    <a:pt x="196" y="779"/>
                  </a:cubicBezTo>
                  <a:cubicBezTo>
                    <a:pt x="197" y="772"/>
                    <a:pt x="198" y="765"/>
                    <a:pt x="198" y="758"/>
                  </a:cubicBezTo>
                  <a:cubicBezTo>
                    <a:pt x="198" y="751"/>
                    <a:pt x="197" y="744"/>
                    <a:pt x="196" y="737"/>
                  </a:cubicBezTo>
                  <a:cubicBezTo>
                    <a:pt x="196" y="736"/>
                    <a:pt x="195" y="735"/>
                    <a:pt x="195" y="734"/>
                  </a:cubicBezTo>
                  <a:cubicBezTo>
                    <a:pt x="194" y="733"/>
                    <a:pt x="194" y="731"/>
                    <a:pt x="192" y="731"/>
                  </a:cubicBezTo>
                  <a:cubicBezTo>
                    <a:pt x="191" y="730"/>
                    <a:pt x="189" y="729"/>
                    <a:pt x="187" y="729"/>
                  </a:cubicBezTo>
                  <a:cubicBezTo>
                    <a:pt x="185" y="729"/>
                    <a:pt x="184" y="730"/>
                    <a:pt x="182" y="731"/>
                  </a:cubicBezTo>
                  <a:cubicBezTo>
                    <a:pt x="181" y="731"/>
                    <a:pt x="180" y="733"/>
                    <a:pt x="179" y="734"/>
                  </a:cubicBezTo>
                  <a:cubicBezTo>
                    <a:pt x="179" y="734"/>
                    <a:pt x="179" y="735"/>
                    <a:pt x="178" y="735"/>
                  </a:cubicBezTo>
                  <a:cubicBezTo>
                    <a:pt x="162" y="775"/>
                    <a:pt x="150" y="817"/>
                    <a:pt x="143" y="860"/>
                  </a:cubicBezTo>
                  <a:cubicBezTo>
                    <a:pt x="143" y="855"/>
                    <a:pt x="143" y="850"/>
                    <a:pt x="143" y="844"/>
                  </a:cubicBezTo>
                  <a:cubicBezTo>
                    <a:pt x="143" y="814"/>
                    <a:pt x="141" y="783"/>
                    <a:pt x="137" y="753"/>
                  </a:cubicBezTo>
                  <a:cubicBezTo>
                    <a:pt x="136" y="747"/>
                    <a:pt x="127" y="748"/>
                    <a:pt x="126" y="753"/>
                  </a:cubicBezTo>
                  <a:cubicBezTo>
                    <a:pt x="119" y="804"/>
                    <a:pt x="115" y="854"/>
                    <a:pt x="115" y="905"/>
                  </a:cubicBezTo>
                  <a:cubicBezTo>
                    <a:pt x="115" y="913"/>
                    <a:pt x="115" y="920"/>
                    <a:pt x="115" y="928"/>
                  </a:cubicBezTo>
                  <a:cubicBezTo>
                    <a:pt x="115" y="948"/>
                    <a:pt x="115" y="968"/>
                    <a:pt x="115" y="989"/>
                  </a:cubicBezTo>
                  <a:cubicBezTo>
                    <a:pt x="115" y="974"/>
                    <a:pt x="112" y="960"/>
                    <a:pt x="104" y="947"/>
                  </a:cubicBezTo>
                  <a:cubicBezTo>
                    <a:pt x="103" y="945"/>
                    <a:pt x="101" y="942"/>
                    <a:pt x="99" y="940"/>
                  </a:cubicBezTo>
                  <a:cubicBezTo>
                    <a:pt x="98" y="939"/>
                    <a:pt x="98" y="939"/>
                    <a:pt x="97" y="938"/>
                  </a:cubicBezTo>
                  <a:cubicBezTo>
                    <a:pt x="96" y="937"/>
                    <a:pt x="95" y="938"/>
                    <a:pt x="94" y="938"/>
                  </a:cubicBezTo>
                  <a:cubicBezTo>
                    <a:pt x="93" y="938"/>
                    <a:pt x="92" y="938"/>
                    <a:pt x="92" y="938"/>
                  </a:cubicBezTo>
                  <a:cubicBezTo>
                    <a:pt x="91" y="939"/>
                    <a:pt x="91" y="940"/>
                    <a:pt x="90" y="941"/>
                  </a:cubicBezTo>
                  <a:cubicBezTo>
                    <a:pt x="89" y="942"/>
                    <a:pt x="89" y="942"/>
                    <a:pt x="89" y="943"/>
                  </a:cubicBezTo>
                  <a:cubicBezTo>
                    <a:pt x="89" y="944"/>
                    <a:pt x="89" y="945"/>
                    <a:pt x="89" y="945"/>
                  </a:cubicBezTo>
                  <a:cubicBezTo>
                    <a:pt x="93" y="969"/>
                    <a:pt x="96" y="994"/>
                    <a:pt x="97" y="1018"/>
                  </a:cubicBezTo>
                  <a:cubicBezTo>
                    <a:pt x="101" y="1052"/>
                    <a:pt x="97" y="1087"/>
                    <a:pt x="100" y="1121"/>
                  </a:cubicBezTo>
                  <a:cubicBezTo>
                    <a:pt x="90" y="1133"/>
                    <a:pt x="81" y="1146"/>
                    <a:pt x="70" y="1158"/>
                  </a:cubicBezTo>
                  <a:cubicBezTo>
                    <a:pt x="70" y="1131"/>
                    <a:pt x="54" y="1112"/>
                    <a:pt x="44" y="1088"/>
                  </a:cubicBezTo>
                  <a:cubicBezTo>
                    <a:pt x="26" y="1033"/>
                    <a:pt x="16" y="976"/>
                    <a:pt x="15" y="919"/>
                  </a:cubicBezTo>
                  <a:cubicBezTo>
                    <a:pt x="18" y="922"/>
                    <a:pt x="21" y="926"/>
                    <a:pt x="26" y="928"/>
                  </a:cubicBezTo>
                  <a:cubicBezTo>
                    <a:pt x="26" y="928"/>
                    <a:pt x="26" y="929"/>
                    <a:pt x="27" y="929"/>
                  </a:cubicBezTo>
                  <a:cubicBezTo>
                    <a:pt x="28" y="929"/>
                    <a:pt x="29" y="930"/>
                    <a:pt x="30" y="930"/>
                  </a:cubicBezTo>
                  <a:cubicBezTo>
                    <a:pt x="31" y="930"/>
                    <a:pt x="33" y="929"/>
                    <a:pt x="34" y="929"/>
                  </a:cubicBezTo>
                  <a:cubicBezTo>
                    <a:pt x="35" y="928"/>
                    <a:pt x="36" y="927"/>
                    <a:pt x="36" y="926"/>
                  </a:cubicBezTo>
                  <a:cubicBezTo>
                    <a:pt x="37" y="925"/>
                    <a:pt x="37" y="924"/>
                    <a:pt x="37" y="922"/>
                  </a:cubicBezTo>
                  <a:cubicBezTo>
                    <a:pt x="48" y="808"/>
                    <a:pt x="63" y="683"/>
                    <a:pt x="119" y="581"/>
                  </a:cubicBezTo>
                  <a:cubicBezTo>
                    <a:pt x="121" y="578"/>
                    <a:pt x="122" y="575"/>
                    <a:pt x="124" y="572"/>
                  </a:cubicBezTo>
                  <a:cubicBezTo>
                    <a:pt x="156" y="517"/>
                    <a:pt x="198" y="469"/>
                    <a:pt x="248" y="429"/>
                  </a:cubicBezTo>
                  <a:cubicBezTo>
                    <a:pt x="282" y="402"/>
                    <a:pt x="321" y="378"/>
                    <a:pt x="354" y="350"/>
                  </a:cubicBezTo>
                  <a:cubicBezTo>
                    <a:pt x="347" y="359"/>
                    <a:pt x="340" y="367"/>
                    <a:pt x="333" y="375"/>
                  </a:cubicBezTo>
                  <a:cubicBezTo>
                    <a:pt x="274" y="442"/>
                    <a:pt x="229" y="549"/>
                    <a:pt x="234" y="639"/>
                  </a:cubicBezTo>
                  <a:lnTo>
                    <a:pt x="235" y="640"/>
                  </a:lnTo>
                  <a:lnTo>
                    <a:pt x="236" y="641"/>
                  </a:lnTo>
                  <a:lnTo>
                    <a:pt x="237" y="641"/>
                  </a:lnTo>
                  <a:lnTo>
                    <a:pt x="238" y="641"/>
                  </a:lnTo>
                  <a:cubicBezTo>
                    <a:pt x="238" y="640"/>
                    <a:pt x="239" y="640"/>
                    <a:pt x="239" y="640"/>
                  </a:cubicBezTo>
                  <a:cubicBezTo>
                    <a:pt x="239" y="639"/>
                    <a:pt x="239" y="639"/>
                    <a:pt x="239" y="639"/>
                  </a:cubicBezTo>
                  <a:cubicBezTo>
                    <a:pt x="243" y="591"/>
                    <a:pt x="255" y="545"/>
                    <a:pt x="274" y="502"/>
                  </a:cubicBezTo>
                  <a:cubicBezTo>
                    <a:pt x="296" y="448"/>
                    <a:pt x="329" y="409"/>
                    <a:pt x="363" y="361"/>
                  </a:cubicBezTo>
                  <a:cubicBezTo>
                    <a:pt x="404" y="303"/>
                    <a:pt x="458" y="255"/>
                    <a:pt x="520" y="219"/>
                  </a:cubicBezTo>
                  <a:cubicBezTo>
                    <a:pt x="528" y="214"/>
                    <a:pt x="537" y="209"/>
                    <a:pt x="546" y="205"/>
                  </a:cubicBezTo>
                  <a:cubicBezTo>
                    <a:pt x="532" y="231"/>
                    <a:pt x="523" y="259"/>
                    <a:pt x="521" y="288"/>
                  </a:cubicBezTo>
                  <a:cubicBezTo>
                    <a:pt x="521" y="294"/>
                    <a:pt x="528" y="296"/>
                    <a:pt x="531" y="291"/>
                  </a:cubicBezTo>
                  <a:cubicBezTo>
                    <a:pt x="598" y="173"/>
                    <a:pt x="745" y="116"/>
                    <a:pt x="873" y="68"/>
                  </a:cubicBezTo>
                  <a:lnTo>
                    <a:pt x="871" y="71"/>
                  </a:lnTo>
                  <a:cubicBezTo>
                    <a:pt x="854" y="94"/>
                    <a:pt x="835" y="115"/>
                    <a:pt x="814" y="134"/>
                  </a:cubicBezTo>
                  <a:cubicBezTo>
                    <a:pt x="806" y="140"/>
                    <a:pt x="798" y="147"/>
                    <a:pt x="792" y="154"/>
                  </a:cubicBezTo>
                  <a:cubicBezTo>
                    <a:pt x="784" y="164"/>
                    <a:pt x="779" y="176"/>
                    <a:pt x="772" y="186"/>
                  </a:cubicBezTo>
                  <a:cubicBezTo>
                    <a:pt x="757" y="193"/>
                    <a:pt x="743" y="201"/>
                    <a:pt x="729" y="209"/>
                  </a:cubicBezTo>
                  <a:cubicBezTo>
                    <a:pt x="702" y="225"/>
                    <a:pt x="675" y="243"/>
                    <a:pt x="650" y="263"/>
                  </a:cubicBezTo>
                  <a:moveTo>
                    <a:pt x="1215" y="51"/>
                  </a:moveTo>
                  <a:lnTo>
                    <a:pt x="1215" y="52"/>
                  </a:lnTo>
                  <a:cubicBezTo>
                    <a:pt x="1214" y="52"/>
                    <a:pt x="1214" y="52"/>
                    <a:pt x="1214" y="53"/>
                  </a:cubicBezTo>
                  <a:lnTo>
                    <a:pt x="1213" y="53"/>
                  </a:lnTo>
                  <a:cubicBezTo>
                    <a:pt x="1083" y="59"/>
                    <a:pt x="956" y="94"/>
                    <a:pt x="840" y="154"/>
                  </a:cubicBezTo>
                  <a:lnTo>
                    <a:pt x="789" y="179"/>
                  </a:lnTo>
                  <a:cubicBezTo>
                    <a:pt x="800" y="157"/>
                    <a:pt x="822" y="143"/>
                    <a:pt x="838" y="124"/>
                  </a:cubicBezTo>
                  <a:cubicBezTo>
                    <a:pt x="846" y="115"/>
                    <a:pt x="908" y="64"/>
                    <a:pt x="907" y="65"/>
                  </a:cubicBezTo>
                  <a:cubicBezTo>
                    <a:pt x="908" y="64"/>
                    <a:pt x="910" y="63"/>
                    <a:pt x="911" y="62"/>
                  </a:cubicBezTo>
                  <a:cubicBezTo>
                    <a:pt x="932" y="51"/>
                    <a:pt x="954" y="43"/>
                    <a:pt x="978" y="39"/>
                  </a:cubicBezTo>
                  <a:cubicBezTo>
                    <a:pt x="1041" y="27"/>
                    <a:pt x="1105" y="21"/>
                    <a:pt x="1169" y="20"/>
                  </a:cubicBezTo>
                  <a:cubicBezTo>
                    <a:pt x="1173" y="20"/>
                    <a:pt x="1177" y="19"/>
                    <a:pt x="1182" y="19"/>
                  </a:cubicBezTo>
                  <a:cubicBezTo>
                    <a:pt x="1211" y="19"/>
                    <a:pt x="1240" y="26"/>
                    <a:pt x="1266" y="37"/>
                  </a:cubicBezTo>
                  <a:cubicBezTo>
                    <a:pt x="1269" y="39"/>
                    <a:pt x="1272" y="39"/>
                    <a:pt x="1274" y="40"/>
                  </a:cubicBezTo>
                  <a:cubicBezTo>
                    <a:pt x="1271" y="40"/>
                    <a:pt x="1268" y="40"/>
                    <a:pt x="1264" y="40"/>
                  </a:cubicBezTo>
                  <a:cubicBezTo>
                    <a:pt x="1247" y="40"/>
                    <a:pt x="1230" y="44"/>
                    <a:pt x="1215" y="52"/>
                  </a:cubicBezTo>
                  <a:lnTo>
                    <a:pt x="1215"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a:off x="9064080" y="3953520"/>
              <a:ext cx="132480" cy="315000"/>
            </a:xfrm>
            <a:custGeom>
              <a:rect b="b" l="l" r="r" t="t"/>
              <a:pathLst>
                <a:path extrusionOk="0" h="875" w="368">
                  <a:moveTo>
                    <a:pt x="367" y="870"/>
                  </a:moveTo>
                  <a:cubicBezTo>
                    <a:pt x="351" y="781"/>
                    <a:pt x="342" y="688"/>
                    <a:pt x="313" y="601"/>
                  </a:cubicBezTo>
                  <a:cubicBezTo>
                    <a:pt x="299" y="557"/>
                    <a:pt x="285" y="512"/>
                    <a:pt x="274" y="466"/>
                  </a:cubicBezTo>
                  <a:cubicBezTo>
                    <a:pt x="268" y="443"/>
                    <a:pt x="260" y="420"/>
                    <a:pt x="250" y="398"/>
                  </a:cubicBezTo>
                  <a:cubicBezTo>
                    <a:pt x="243" y="382"/>
                    <a:pt x="240" y="354"/>
                    <a:pt x="232" y="340"/>
                  </a:cubicBezTo>
                  <a:cubicBezTo>
                    <a:pt x="213" y="306"/>
                    <a:pt x="204" y="259"/>
                    <a:pt x="193" y="220"/>
                  </a:cubicBezTo>
                  <a:cubicBezTo>
                    <a:pt x="189" y="206"/>
                    <a:pt x="175" y="193"/>
                    <a:pt x="170" y="179"/>
                  </a:cubicBezTo>
                  <a:cubicBezTo>
                    <a:pt x="165" y="165"/>
                    <a:pt x="158" y="151"/>
                    <a:pt x="151" y="138"/>
                  </a:cubicBezTo>
                  <a:cubicBezTo>
                    <a:pt x="148" y="134"/>
                    <a:pt x="146" y="130"/>
                    <a:pt x="143" y="125"/>
                  </a:cubicBezTo>
                  <a:cubicBezTo>
                    <a:pt x="112" y="72"/>
                    <a:pt x="64" y="15"/>
                    <a:pt x="0" y="0"/>
                  </a:cubicBezTo>
                  <a:lnTo>
                    <a:pt x="0" y="1"/>
                  </a:lnTo>
                  <a:cubicBezTo>
                    <a:pt x="20" y="9"/>
                    <a:pt x="16" y="10"/>
                    <a:pt x="29" y="21"/>
                  </a:cubicBezTo>
                  <a:cubicBezTo>
                    <a:pt x="48" y="38"/>
                    <a:pt x="91" y="64"/>
                    <a:pt x="102" y="89"/>
                  </a:cubicBezTo>
                  <a:cubicBezTo>
                    <a:pt x="109" y="100"/>
                    <a:pt x="116" y="110"/>
                    <a:pt x="124" y="120"/>
                  </a:cubicBezTo>
                  <a:cubicBezTo>
                    <a:pt x="127" y="123"/>
                    <a:pt x="129" y="127"/>
                    <a:pt x="131" y="131"/>
                  </a:cubicBezTo>
                  <a:cubicBezTo>
                    <a:pt x="140" y="147"/>
                    <a:pt x="149" y="165"/>
                    <a:pt x="157" y="183"/>
                  </a:cubicBezTo>
                  <a:cubicBezTo>
                    <a:pt x="168" y="212"/>
                    <a:pt x="181" y="237"/>
                    <a:pt x="191" y="268"/>
                  </a:cubicBezTo>
                  <a:cubicBezTo>
                    <a:pt x="200" y="298"/>
                    <a:pt x="211" y="329"/>
                    <a:pt x="220" y="360"/>
                  </a:cubicBezTo>
                  <a:cubicBezTo>
                    <a:pt x="230" y="398"/>
                    <a:pt x="249" y="433"/>
                    <a:pt x="259" y="470"/>
                  </a:cubicBezTo>
                  <a:cubicBezTo>
                    <a:pt x="272" y="515"/>
                    <a:pt x="284" y="561"/>
                    <a:pt x="298" y="605"/>
                  </a:cubicBezTo>
                  <a:cubicBezTo>
                    <a:pt x="327" y="691"/>
                    <a:pt x="335" y="783"/>
                    <a:pt x="361" y="870"/>
                  </a:cubicBezTo>
                  <a:cubicBezTo>
                    <a:pt x="362" y="874"/>
                    <a:pt x="367" y="873"/>
                    <a:pt x="367" y="8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9181440" y="4244760"/>
              <a:ext cx="72720" cy="296640"/>
            </a:xfrm>
            <a:custGeom>
              <a:rect b="b" l="l" r="r" t="t"/>
              <a:pathLst>
                <a:path extrusionOk="0" h="824" w="202">
                  <a:moveTo>
                    <a:pt x="101" y="5"/>
                  </a:moveTo>
                  <a:cubicBezTo>
                    <a:pt x="98" y="0"/>
                    <a:pt x="90" y="5"/>
                    <a:pt x="93" y="10"/>
                  </a:cubicBezTo>
                  <a:cubicBezTo>
                    <a:pt x="123" y="76"/>
                    <a:pt x="137" y="151"/>
                    <a:pt x="155" y="221"/>
                  </a:cubicBezTo>
                  <a:cubicBezTo>
                    <a:pt x="172" y="283"/>
                    <a:pt x="182" y="347"/>
                    <a:pt x="187" y="411"/>
                  </a:cubicBezTo>
                  <a:cubicBezTo>
                    <a:pt x="181" y="373"/>
                    <a:pt x="168" y="336"/>
                    <a:pt x="149" y="302"/>
                  </a:cubicBezTo>
                  <a:cubicBezTo>
                    <a:pt x="143" y="291"/>
                    <a:pt x="136" y="281"/>
                    <a:pt x="128" y="271"/>
                  </a:cubicBezTo>
                  <a:lnTo>
                    <a:pt x="127" y="270"/>
                  </a:lnTo>
                  <a:lnTo>
                    <a:pt x="126" y="270"/>
                  </a:lnTo>
                  <a:cubicBezTo>
                    <a:pt x="125" y="270"/>
                    <a:pt x="125" y="270"/>
                    <a:pt x="124" y="270"/>
                  </a:cubicBezTo>
                  <a:lnTo>
                    <a:pt x="123" y="271"/>
                  </a:lnTo>
                  <a:cubicBezTo>
                    <a:pt x="123" y="272"/>
                    <a:pt x="123" y="272"/>
                    <a:pt x="123" y="273"/>
                  </a:cubicBezTo>
                  <a:lnTo>
                    <a:pt x="123" y="274"/>
                  </a:lnTo>
                  <a:cubicBezTo>
                    <a:pt x="157" y="323"/>
                    <a:pt x="165" y="372"/>
                    <a:pt x="177" y="429"/>
                  </a:cubicBezTo>
                  <a:cubicBezTo>
                    <a:pt x="187" y="476"/>
                    <a:pt x="172" y="531"/>
                    <a:pt x="170" y="578"/>
                  </a:cubicBezTo>
                  <a:cubicBezTo>
                    <a:pt x="169" y="628"/>
                    <a:pt x="163" y="681"/>
                    <a:pt x="157" y="731"/>
                  </a:cubicBezTo>
                  <a:cubicBezTo>
                    <a:pt x="155" y="746"/>
                    <a:pt x="156" y="762"/>
                    <a:pt x="154" y="778"/>
                  </a:cubicBezTo>
                  <a:cubicBezTo>
                    <a:pt x="154" y="787"/>
                    <a:pt x="149" y="791"/>
                    <a:pt x="142" y="780"/>
                  </a:cubicBezTo>
                  <a:cubicBezTo>
                    <a:pt x="141" y="780"/>
                    <a:pt x="141" y="779"/>
                    <a:pt x="141" y="779"/>
                  </a:cubicBezTo>
                  <a:cubicBezTo>
                    <a:pt x="136" y="770"/>
                    <a:pt x="133" y="761"/>
                    <a:pt x="133" y="752"/>
                  </a:cubicBezTo>
                  <a:cubicBezTo>
                    <a:pt x="133" y="751"/>
                    <a:pt x="133" y="751"/>
                    <a:pt x="133" y="751"/>
                  </a:cubicBezTo>
                  <a:cubicBezTo>
                    <a:pt x="134" y="750"/>
                    <a:pt x="134" y="750"/>
                    <a:pt x="134" y="749"/>
                  </a:cubicBezTo>
                  <a:cubicBezTo>
                    <a:pt x="134" y="744"/>
                    <a:pt x="133" y="740"/>
                    <a:pt x="132" y="736"/>
                  </a:cubicBezTo>
                  <a:cubicBezTo>
                    <a:pt x="132" y="732"/>
                    <a:pt x="132" y="732"/>
                    <a:pt x="132" y="730"/>
                  </a:cubicBezTo>
                  <a:cubicBezTo>
                    <a:pt x="132" y="729"/>
                    <a:pt x="132" y="728"/>
                    <a:pt x="131" y="727"/>
                  </a:cubicBezTo>
                  <a:cubicBezTo>
                    <a:pt x="131" y="727"/>
                    <a:pt x="131" y="726"/>
                    <a:pt x="130" y="726"/>
                  </a:cubicBezTo>
                  <a:cubicBezTo>
                    <a:pt x="116" y="646"/>
                    <a:pt x="71" y="580"/>
                    <a:pt x="45" y="504"/>
                  </a:cubicBezTo>
                  <a:cubicBezTo>
                    <a:pt x="10" y="402"/>
                    <a:pt x="37" y="293"/>
                    <a:pt x="25" y="189"/>
                  </a:cubicBezTo>
                  <a:cubicBezTo>
                    <a:pt x="25" y="187"/>
                    <a:pt x="22" y="187"/>
                    <a:pt x="21" y="189"/>
                  </a:cubicBezTo>
                  <a:cubicBezTo>
                    <a:pt x="18" y="220"/>
                    <a:pt x="12" y="252"/>
                    <a:pt x="11" y="283"/>
                  </a:cubicBezTo>
                  <a:cubicBezTo>
                    <a:pt x="9" y="334"/>
                    <a:pt x="0" y="396"/>
                    <a:pt x="11" y="446"/>
                  </a:cubicBezTo>
                  <a:cubicBezTo>
                    <a:pt x="17" y="489"/>
                    <a:pt x="31" y="530"/>
                    <a:pt x="52" y="569"/>
                  </a:cubicBezTo>
                  <a:cubicBezTo>
                    <a:pt x="80" y="620"/>
                    <a:pt x="103" y="673"/>
                    <a:pt x="121" y="728"/>
                  </a:cubicBezTo>
                  <a:cubicBezTo>
                    <a:pt x="119" y="744"/>
                    <a:pt x="123" y="823"/>
                    <a:pt x="157" y="810"/>
                  </a:cubicBezTo>
                  <a:cubicBezTo>
                    <a:pt x="185" y="799"/>
                    <a:pt x="179" y="717"/>
                    <a:pt x="180" y="697"/>
                  </a:cubicBezTo>
                  <a:cubicBezTo>
                    <a:pt x="189" y="628"/>
                    <a:pt x="194" y="559"/>
                    <a:pt x="194" y="490"/>
                  </a:cubicBezTo>
                  <a:cubicBezTo>
                    <a:pt x="194" y="483"/>
                    <a:pt x="194" y="476"/>
                    <a:pt x="194" y="469"/>
                  </a:cubicBezTo>
                  <a:cubicBezTo>
                    <a:pt x="197" y="470"/>
                    <a:pt x="201" y="469"/>
                    <a:pt x="201" y="465"/>
                  </a:cubicBezTo>
                  <a:cubicBezTo>
                    <a:pt x="200" y="376"/>
                    <a:pt x="188" y="288"/>
                    <a:pt x="164" y="202"/>
                  </a:cubicBezTo>
                  <a:cubicBezTo>
                    <a:pt x="150" y="134"/>
                    <a:pt x="128" y="68"/>
                    <a:pt x="10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9190080" y="4134240"/>
              <a:ext cx="72000" cy="222480"/>
            </a:xfrm>
            <a:custGeom>
              <a:rect b="b" l="l" r="r" t="t"/>
              <a:pathLst>
                <a:path extrusionOk="0" h="618" w="200">
                  <a:moveTo>
                    <a:pt x="189" y="232"/>
                  </a:moveTo>
                  <a:cubicBezTo>
                    <a:pt x="185" y="290"/>
                    <a:pt x="190" y="348"/>
                    <a:pt x="179" y="405"/>
                  </a:cubicBezTo>
                  <a:cubicBezTo>
                    <a:pt x="178" y="416"/>
                    <a:pt x="177" y="427"/>
                    <a:pt x="177" y="437"/>
                  </a:cubicBezTo>
                  <a:cubicBezTo>
                    <a:pt x="177" y="441"/>
                    <a:pt x="177" y="444"/>
                    <a:pt x="178" y="448"/>
                  </a:cubicBezTo>
                  <a:cubicBezTo>
                    <a:pt x="177" y="456"/>
                    <a:pt x="175" y="464"/>
                    <a:pt x="171" y="471"/>
                  </a:cubicBezTo>
                  <a:cubicBezTo>
                    <a:pt x="169" y="458"/>
                    <a:pt x="167" y="445"/>
                    <a:pt x="165" y="432"/>
                  </a:cubicBezTo>
                  <a:cubicBezTo>
                    <a:pt x="155" y="381"/>
                    <a:pt x="156" y="330"/>
                    <a:pt x="145" y="279"/>
                  </a:cubicBezTo>
                  <a:cubicBezTo>
                    <a:pt x="125" y="178"/>
                    <a:pt x="81" y="75"/>
                    <a:pt x="6" y="2"/>
                  </a:cubicBezTo>
                  <a:cubicBezTo>
                    <a:pt x="4" y="0"/>
                    <a:pt x="0" y="4"/>
                    <a:pt x="2" y="6"/>
                  </a:cubicBezTo>
                  <a:cubicBezTo>
                    <a:pt x="67" y="77"/>
                    <a:pt x="105" y="175"/>
                    <a:pt x="125" y="267"/>
                  </a:cubicBezTo>
                  <a:cubicBezTo>
                    <a:pt x="138" y="322"/>
                    <a:pt x="137" y="378"/>
                    <a:pt x="147" y="433"/>
                  </a:cubicBezTo>
                  <a:cubicBezTo>
                    <a:pt x="158" y="492"/>
                    <a:pt x="153" y="555"/>
                    <a:pt x="164" y="614"/>
                  </a:cubicBezTo>
                  <a:cubicBezTo>
                    <a:pt x="164" y="615"/>
                    <a:pt x="164" y="614"/>
                    <a:pt x="165" y="615"/>
                  </a:cubicBezTo>
                  <a:lnTo>
                    <a:pt x="165" y="616"/>
                  </a:lnTo>
                  <a:cubicBezTo>
                    <a:pt x="166" y="617"/>
                    <a:pt x="166" y="617"/>
                    <a:pt x="167" y="617"/>
                  </a:cubicBezTo>
                  <a:cubicBezTo>
                    <a:pt x="167" y="617"/>
                    <a:pt x="168" y="617"/>
                    <a:pt x="168" y="616"/>
                  </a:cubicBezTo>
                  <a:cubicBezTo>
                    <a:pt x="168" y="616"/>
                    <a:pt x="169" y="616"/>
                    <a:pt x="169" y="615"/>
                  </a:cubicBezTo>
                  <a:lnTo>
                    <a:pt x="169" y="614"/>
                  </a:lnTo>
                  <a:cubicBezTo>
                    <a:pt x="174" y="589"/>
                    <a:pt x="176" y="564"/>
                    <a:pt x="176" y="538"/>
                  </a:cubicBezTo>
                  <a:cubicBezTo>
                    <a:pt x="176" y="519"/>
                    <a:pt x="175" y="499"/>
                    <a:pt x="172" y="480"/>
                  </a:cubicBezTo>
                  <a:cubicBezTo>
                    <a:pt x="182" y="451"/>
                    <a:pt x="188" y="421"/>
                    <a:pt x="192" y="390"/>
                  </a:cubicBezTo>
                  <a:cubicBezTo>
                    <a:pt x="196" y="361"/>
                    <a:pt x="199" y="331"/>
                    <a:pt x="199" y="301"/>
                  </a:cubicBezTo>
                  <a:cubicBezTo>
                    <a:pt x="199" y="277"/>
                    <a:pt x="197" y="254"/>
                    <a:pt x="194" y="230"/>
                  </a:cubicBezTo>
                  <a:cubicBezTo>
                    <a:pt x="194" y="229"/>
                    <a:pt x="194" y="229"/>
                    <a:pt x="193" y="229"/>
                  </a:cubicBezTo>
                  <a:lnTo>
                    <a:pt x="192" y="228"/>
                  </a:lnTo>
                  <a:cubicBezTo>
                    <a:pt x="191" y="228"/>
                    <a:pt x="191" y="229"/>
                    <a:pt x="191" y="229"/>
                  </a:cubicBezTo>
                  <a:cubicBezTo>
                    <a:pt x="190" y="229"/>
                    <a:pt x="190" y="229"/>
                    <a:pt x="190" y="230"/>
                  </a:cubicBezTo>
                  <a:cubicBezTo>
                    <a:pt x="189" y="230"/>
                    <a:pt x="189" y="231"/>
                    <a:pt x="189" y="231"/>
                  </a:cubicBezTo>
                  <a:lnTo>
                    <a:pt x="189" y="2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a:off x="9260640" y="4150440"/>
              <a:ext cx="32040" cy="120240"/>
            </a:xfrm>
            <a:custGeom>
              <a:rect b="b" l="l" r="r" t="t"/>
              <a:pathLst>
                <a:path extrusionOk="0" h="334" w="89">
                  <a:moveTo>
                    <a:pt x="82" y="3"/>
                  </a:moveTo>
                  <a:cubicBezTo>
                    <a:pt x="82" y="3"/>
                    <a:pt x="83" y="3"/>
                    <a:pt x="82" y="2"/>
                  </a:cubicBezTo>
                  <a:cubicBezTo>
                    <a:pt x="82" y="1"/>
                    <a:pt x="81" y="2"/>
                    <a:pt x="80" y="1"/>
                  </a:cubicBezTo>
                  <a:cubicBezTo>
                    <a:pt x="80" y="0"/>
                    <a:pt x="79" y="0"/>
                    <a:pt x="78" y="0"/>
                  </a:cubicBezTo>
                  <a:cubicBezTo>
                    <a:pt x="78" y="0"/>
                    <a:pt x="77" y="0"/>
                    <a:pt x="76" y="1"/>
                  </a:cubicBezTo>
                  <a:lnTo>
                    <a:pt x="75" y="2"/>
                  </a:lnTo>
                  <a:cubicBezTo>
                    <a:pt x="75" y="3"/>
                    <a:pt x="75" y="3"/>
                    <a:pt x="75" y="3"/>
                  </a:cubicBezTo>
                  <a:cubicBezTo>
                    <a:pt x="67" y="64"/>
                    <a:pt x="56" y="124"/>
                    <a:pt x="44" y="184"/>
                  </a:cubicBezTo>
                  <a:cubicBezTo>
                    <a:pt x="37" y="215"/>
                    <a:pt x="37" y="268"/>
                    <a:pt x="16" y="292"/>
                  </a:cubicBezTo>
                  <a:cubicBezTo>
                    <a:pt x="15" y="294"/>
                    <a:pt x="14" y="296"/>
                    <a:pt x="12" y="298"/>
                  </a:cubicBezTo>
                  <a:cubicBezTo>
                    <a:pt x="7" y="307"/>
                    <a:pt x="4" y="317"/>
                    <a:pt x="2" y="327"/>
                  </a:cubicBezTo>
                  <a:cubicBezTo>
                    <a:pt x="0" y="331"/>
                    <a:pt x="5" y="333"/>
                    <a:pt x="7" y="330"/>
                  </a:cubicBezTo>
                  <a:cubicBezTo>
                    <a:pt x="40" y="288"/>
                    <a:pt x="47" y="254"/>
                    <a:pt x="55" y="202"/>
                  </a:cubicBezTo>
                  <a:cubicBezTo>
                    <a:pt x="67" y="138"/>
                    <a:pt x="88" y="69"/>
                    <a:pt x="8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a:off x="8670600" y="4024080"/>
              <a:ext cx="106920" cy="158400"/>
            </a:xfrm>
            <a:custGeom>
              <a:rect b="b" l="l" r="r" t="t"/>
              <a:pathLst>
                <a:path extrusionOk="0" h="440" w="297">
                  <a:moveTo>
                    <a:pt x="132" y="219"/>
                  </a:moveTo>
                  <a:cubicBezTo>
                    <a:pt x="119" y="204"/>
                    <a:pt x="104" y="189"/>
                    <a:pt x="89" y="176"/>
                  </a:cubicBezTo>
                  <a:cubicBezTo>
                    <a:pt x="53" y="143"/>
                    <a:pt x="35" y="100"/>
                    <a:pt x="4" y="63"/>
                  </a:cubicBezTo>
                  <a:cubicBezTo>
                    <a:pt x="3" y="62"/>
                    <a:pt x="3" y="62"/>
                    <a:pt x="2" y="62"/>
                  </a:cubicBezTo>
                  <a:lnTo>
                    <a:pt x="1" y="63"/>
                  </a:lnTo>
                  <a:cubicBezTo>
                    <a:pt x="0" y="64"/>
                    <a:pt x="0" y="63"/>
                    <a:pt x="0" y="64"/>
                  </a:cubicBezTo>
                  <a:lnTo>
                    <a:pt x="0" y="65"/>
                  </a:lnTo>
                  <a:lnTo>
                    <a:pt x="0" y="66"/>
                  </a:lnTo>
                  <a:cubicBezTo>
                    <a:pt x="21" y="102"/>
                    <a:pt x="37" y="146"/>
                    <a:pt x="69" y="174"/>
                  </a:cubicBezTo>
                  <a:cubicBezTo>
                    <a:pt x="101" y="201"/>
                    <a:pt x="124" y="230"/>
                    <a:pt x="156" y="253"/>
                  </a:cubicBezTo>
                  <a:cubicBezTo>
                    <a:pt x="156" y="253"/>
                    <a:pt x="155" y="253"/>
                    <a:pt x="156" y="254"/>
                  </a:cubicBezTo>
                  <a:cubicBezTo>
                    <a:pt x="157" y="255"/>
                    <a:pt x="157" y="254"/>
                    <a:pt x="158" y="254"/>
                  </a:cubicBezTo>
                  <a:lnTo>
                    <a:pt x="159" y="254"/>
                  </a:lnTo>
                  <a:cubicBezTo>
                    <a:pt x="159" y="253"/>
                    <a:pt x="160" y="253"/>
                    <a:pt x="160" y="253"/>
                  </a:cubicBezTo>
                  <a:cubicBezTo>
                    <a:pt x="160" y="252"/>
                    <a:pt x="160" y="252"/>
                    <a:pt x="160" y="251"/>
                  </a:cubicBezTo>
                  <a:lnTo>
                    <a:pt x="160" y="250"/>
                  </a:lnTo>
                  <a:cubicBezTo>
                    <a:pt x="137" y="208"/>
                    <a:pt x="118" y="164"/>
                    <a:pt x="104" y="119"/>
                  </a:cubicBezTo>
                  <a:cubicBezTo>
                    <a:pt x="122" y="150"/>
                    <a:pt x="139" y="182"/>
                    <a:pt x="158" y="213"/>
                  </a:cubicBezTo>
                  <a:cubicBezTo>
                    <a:pt x="176" y="244"/>
                    <a:pt x="205" y="277"/>
                    <a:pt x="228" y="308"/>
                  </a:cubicBezTo>
                  <a:cubicBezTo>
                    <a:pt x="234" y="317"/>
                    <a:pt x="239" y="326"/>
                    <a:pt x="245" y="336"/>
                  </a:cubicBezTo>
                  <a:cubicBezTo>
                    <a:pt x="263" y="367"/>
                    <a:pt x="278" y="400"/>
                    <a:pt x="288" y="435"/>
                  </a:cubicBezTo>
                  <a:cubicBezTo>
                    <a:pt x="290" y="439"/>
                    <a:pt x="296" y="437"/>
                    <a:pt x="296" y="433"/>
                  </a:cubicBezTo>
                  <a:cubicBezTo>
                    <a:pt x="296" y="366"/>
                    <a:pt x="244" y="285"/>
                    <a:pt x="200" y="236"/>
                  </a:cubicBezTo>
                  <a:cubicBezTo>
                    <a:pt x="164" y="197"/>
                    <a:pt x="143" y="148"/>
                    <a:pt x="114" y="103"/>
                  </a:cubicBezTo>
                  <a:cubicBezTo>
                    <a:pt x="102" y="86"/>
                    <a:pt x="91" y="67"/>
                    <a:pt x="80" y="49"/>
                  </a:cubicBezTo>
                  <a:cubicBezTo>
                    <a:pt x="77" y="44"/>
                    <a:pt x="73" y="39"/>
                    <a:pt x="69" y="35"/>
                  </a:cubicBezTo>
                  <a:cubicBezTo>
                    <a:pt x="64" y="24"/>
                    <a:pt x="58" y="15"/>
                    <a:pt x="52" y="5"/>
                  </a:cubicBezTo>
                  <a:cubicBezTo>
                    <a:pt x="52" y="4"/>
                    <a:pt x="52" y="4"/>
                    <a:pt x="52" y="4"/>
                  </a:cubicBezTo>
                  <a:cubicBezTo>
                    <a:pt x="51" y="3"/>
                    <a:pt x="50" y="2"/>
                    <a:pt x="49" y="1"/>
                  </a:cubicBezTo>
                  <a:cubicBezTo>
                    <a:pt x="48" y="0"/>
                    <a:pt x="47" y="0"/>
                    <a:pt x="46" y="0"/>
                  </a:cubicBezTo>
                  <a:cubicBezTo>
                    <a:pt x="44" y="0"/>
                    <a:pt x="43" y="0"/>
                    <a:pt x="42" y="1"/>
                  </a:cubicBezTo>
                  <a:cubicBezTo>
                    <a:pt x="41" y="2"/>
                    <a:pt x="41" y="3"/>
                    <a:pt x="40" y="4"/>
                  </a:cubicBezTo>
                  <a:cubicBezTo>
                    <a:pt x="39" y="5"/>
                    <a:pt x="39" y="6"/>
                    <a:pt x="39" y="7"/>
                  </a:cubicBezTo>
                  <a:cubicBezTo>
                    <a:pt x="39" y="8"/>
                    <a:pt x="39" y="8"/>
                    <a:pt x="39" y="9"/>
                  </a:cubicBezTo>
                  <a:cubicBezTo>
                    <a:pt x="41" y="20"/>
                    <a:pt x="45" y="30"/>
                    <a:pt x="51" y="40"/>
                  </a:cubicBezTo>
                  <a:cubicBezTo>
                    <a:pt x="55" y="46"/>
                    <a:pt x="59" y="52"/>
                    <a:pt x="64" y="58"/>
                  </a:cubicBezTo>
                  <a:cubicBezTo>
                    <a:pt x="89" y="114"/>
                    <a:pt x="106" y="174"/>
                    <a:pt x="138" y="226"/>
                  </a:cubicBezTo>
                  <a:cubicBezTo>
                    <a:pt x="158" y="258"/>
                    <a:pt x="141" y="230"/>
                    <a:pt x="132"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a:off x="8680680" y="3866760"/>
              <a:ext cx="240840" cy="618120"/>
            </a:xfrm>
            <a:custGeom>
              <a:rect b="b" l="l" r="r" t="t"/>
              <a:pathLst>
                <a:path extrusionOk="0" h="1717" w="669">
                  <a:moveTo>
                    <a:pt x="235" y="273"/>
                  </a:moveTo>
                  <a:cubicBezTo>
                    <a:pt x="197" y="241"/>
                    <a:pt x="163" y="204"/>
                    <a:pt x="123" y="175"/>
                  </a:cubicBezTo>
                  <a:cubicBezTo>
                    <a:pt x="83" y="145"/>
                    <a:pt x="48" y="104"/>
                    <a:pt x="5" y="81"/>
                  </a:cubicBezTo>
                  <a:cubicBezTo>
                    <a:pt x="3" y="80"/>
                    <a:pt x="0" y="84"/>
                    <a:pt x="2" y="85"/>
                  </a:cubicBezTo>
                  <a:cubicBezTo>
                    <a:pt x="21" y="102"/>
                    <a:pt x="38" y="119"/>
                    <a:pt x="53" y="139"/>
                  </a:cubicBezTo>
                  <a:cubicBezTo>
                    <a:pt x="67" y="154"/>
                    <a:pt x="83" y="168"/>
                    <a:pt x="101" y="180"/>
                  </a:cubicBezTo>
                  <a:cubicBezTo>
                    <a:pt x="146" y="211"/>
                    <a:pt x="182" y="252"/>
                    <a:pt x="224" y="286"/>
                  </a:cubicBezTo>
                  <a:cubicBezTo>
                    <a:pt x="265" y="322"/>
                    <a:pt x="301" y="363"/>
                    <a:pt x="330" y="409"/>
                  </a:cubicBezTo>
                  <a:cubicBezTo>
                    <a:pt x="341" y="425"/>
                    <a:pt x="351" y="453"/>
                    <a:pt x="364" y="476"/>
                  </a:cubicBezTo>
                  <a:cubicBezTo>
                    <a:pt x="367" y="492"/>
                    <a:pt x="370" y="507"/>
                    <a:pt x="374" y="523"/>
                  </a:cubicBezTo>
                  <a:cubicBezTo>
                    <a:pt x="374" y="524"/>
                    <a:pt x="375" y="524"/>
                    <a:pt x="375" y="524"/>
                  </a:cubicBezTo>
                  <a:cubicBezTo>
                    <a:pt x="376" y="525"/>
                    <a:pt x="377" y="525"/>
                    <a:pt x="377" y="525"/>
                  </a:cubicBezTo>
                  <a:cubicBezTo>
                    <a:pt x="378" y="525"/>
                    <a:pt x="378" y="525"/>
                    <a:pt x="379" y="524"/>
                  </a:cubicBezTo>
                  <a:cubicBezTo>
                    <a:pt x="379" y="523"/>
                    <a:pt x="380" y="524"/>
                    <a:pt x="381" y="523"/>
                  </a:cubicBezTo>
                  <a:cubicBezTo>
                    <a:pt x="388" y="594"/>
                    <a:pt x="400" y="664"/>
                    <a:pt x="416" y="734"/>
                  </a:cubicBezTo>
                  <a:cubicBezTo>
                    <a:pt x="420" y="749"/>
                    <a:pt x="421" y="781"/>
                    <a:pt x="427" y="808"/>
                  </a:cubicBezTo>
                  <a:cubicBezTo>
                    <a:pt x="418" y="799"/>
                    <a:pt x="410" y="788"/>
                    <a:pt x="403" y="777"/>
                  </a:cubicBezTo>
                  <a:cubicBezTo>
                    <a:pt x="364" y="715"/>
                    <a:pt x="319" y="660"/>
                    <a:pt x="297" y="588"/>
                  </a:cubicBezTo>
                  <a:lnTo>
                    <a:pt x="296" y="587"/>
                  </a:lnTo>
                  <a:lnTo>
                    <a:pt x="296" y="585"/>
                  </a:lnTo>
                  <a:lnTo>
                    <a:pt x="296" y="584"/>
                  </a:lnTo>
                  <a:cubicBezTo>
                    <a:pt x="296" y="583"/>
                    <a:pt x="295" y="584"/>
                    <a:pt x="295" y="583"/>
                  </a:cubicBezTo>
                  <a:cubicBezTo>
                    <a:pt x="294" y="582"/>
                    <a:pt x="294" y="582"/>
                    <a:pt x="294" y="582"/>
                  </a:cubicBezTo>
                  <a:cubicBezTo>
                    <a:pt x="293" y="582"/>
                    <a:pt x="293" y="582"/>
                    <a:pt x="292" y="583"/>
                  </a:cubicBezTo>
                  <a:lnTo>
                    <a:pt x="291" y="584"/>
                  </a:lnTo>
                  <a:lnTo>
                    <a:pt x="291" y="585"/>
                  </a:lnTo>
                  <a:cubicBezTo>
                    <a:pt x="284" y="624"/>
                    <a:pt x="281" y="664"/>
                    <a:pt x="281" y="704"/>
                  </a:cubicBezTo>
                  <a:cubicBezTo>
                    <a:pt x="281" y="713"/>
                    <a:pt x="281" y="722"/>
                    <a:pt x="281" y="730"/>
                  </a:cubicBezTo>
                  <a:cubicBezTo>
                    <a:pt x="280" y="747"/>
                    <a:pt x="280" y="763"/>
                    <a:pt x="280" y="780"/>
                  </a:cubicBezTo>
                  <a:cubicBezTo>
                    <a:pt x="280" y="820"/>
                    <a:pt x="282" y="861"/>
                    <a:pt x="288" y="901"/>
                  </a:cubicBezTo>
                  <a:cubicBezTo>
                    <a:pt x="296" y="949"/>
                    <a:pt x="340" y="999"/>
                    <a:pt x="339" y="1049"/>
                  </a:cubicBezTo>
                  <a:cubicBezTo>
                    <a:pt x="339" y="1076"/>
                    <a:pt x="339" y="1103"/>
                    <a:pt x="364" y="1118"/>
                  </a:cubicBezTo>
                  <a:cubicBezTo>
                    <a:pt x="365" y="1118"/>
                    <a:pt x="366" y="1118"/>
                    <a:pt x="368" y="1118"/>
                  </a:cubicBezTo>
                  <a:cubicBezTo>
                    <a:pt x="369" y="1118"/>
                    <a:pt x="371" y="1117"/>
                    <a:pt x="372" y="1117"/>
                  </a:cubicBezTo>
                  <a:cubicBezTo>
                    <a:pt x="373" y="1116"/>
                    <a:pt x="374" y="1115"/>
                    <a:pt x="375" y="1114"/>
                  </a:cubicBezTo>
                  <a:cubicBezTo>
                    <a:pt x="376" y="1113"/>
                    <a:pt x="376" y="1112"/>
                    <a:pt x="377" y="1111"/>
                  </a:cubicBezTo>
                  <a:cubicBezTo>
                    <a:pt x="379" y="1107"/>
                    <a:pt x="381" y="1104"/>
                    <a:pt x="382" y="1100"/>
                  </a:cubicBezTo>
                  <a:cubicBezTo>
                    <a:pt x="391" y="1150"/>
                    <a:pt x="408" y="1198"/>
                    <a:pt x="434" y="1242"/>
                  </a:cubicBezTo>
                  <a:cubicBezTo>
                    <a:pt x="447" y="1266"/>
                    <a:pt x="464" y="1289"/>
                    <a:pt x="483" y="1310"/>
                  </a:cubicBezTo>
                  <a:cubicBezTo>
                    <a:pt x="486" y="1334"/>
                    <a:pt x="492" y="1357"/>
                    <a:pt x="497" y="1380"/>
                  </a:cubicBezTo>
                  <a:cubicBezTo>
                    <a:pt x="509" y="1424"/>
                    <a:pt x="521" y="1499"/>
                    <a:pt x="566" y="1523"/>
                  </a:cubicBezTo>
                  <a:cubicBezTo>
                    <a:pt x="567" y="1523"/>
                    <a:pt x="568" y="1524"/>
                    <a:pt x="569" y="1524"/>
                  </a:cubicBezTo>
                  <a:cubicBezTo>
                    <a:pt x="570" y="1524"/>
                    <a:pt x="570" y="1523"/>
                    <a:pt x="571" y="1523"/>
                  </a:cubicBezTo>
                  <a:cubicBezTo>
                    <a:pt x="572" y="1523"/>
                    <a:pt x="572" y="1522"/>
                    <a:pt x="573" y="1521"/>
                  </a:cubicBezTo>
                  <a:cubicBezTo>
                    <a:pt x="573" y="1521"/>
                    <a:pt x="573" y="1520"/>
                    <a:pt x="573" y="1519"/>
                  </a:cubicBezTo>
                  <a:cubicBezTo>
                    <a:pt x="573" y="1518"/>
                    <a:pt x="573" y="1517"/>
                    <a:pt x="573" y="1517"/>
                  </a:cubicBezTo>
                  <a:lnTo>
                    <a:pt x="573" y="1516"/>
                  </a:lnTo>
                  <a:lnTo>
                    <a:pt x="573" y="1515"/>
                  </a:lnTo>
                  <a:cubicBezTo>
                    <a:pt x="578" y="1500"/>
                    <a:pt x="582" y="1485"/>
                    <a:pt x="585" y="1470"/>
                  </a:cubicBezTo>
                  <a:cubicBezTo>
                    <a:pt x="585" y="1509"/>
                    <a:pt x="589" y="1548"/>
                    <a:pt x="595" y="1586"/>
                  </a:cubicBezTo>
                  <a:cubicBezTo>
                    <a:pt x="603" y="1622"/>
                    <a:pt x="616" y="1657"/>
                    <a:pt x="635" y="1689"/>
                  </a:cubicBezTo>
                  <a:cubicBezTo>
                    <a:pt x="639" y="1697"/>
                    <a:pt x="645" y="1705"/>
                    <a:pt x="650" y="1712"/>
                  </a:cubicBezTo>
                  <a:cubicBezTo>
                    <a:pt x="652" y="1716"/>
                    <a:pt x="658" y="1712"/>
                    <a:pt x="657" y="1709"/>
                  </a:cubicBezTo>
                  <a:cubicBezTo>
                    <a:pt x="646" y="1671"/>
                    <a:pt x="627" y="1638"/>
                    <a:pt x="616" y="1600"/>
                  </a:cubicBezTo>
                  <a:cubicBezTo>
                    <a:pt x="601" y="1542"/>
                    <a:pt x="593" y="1482"/>
                    <a:pt x="593" y="1421"/>
                  </a:cubicBezTo>
                  <a:cubicBezTo>
                    <a:pt x="593" y="1419"/>
                    <a:pt x="593" y="1416"/>
                    <a:pt x="593" y="1414"/>
                  </a:cubicBezTo>
                  <a:cubicBezTo>
                    <a:pt x="595" y="1383"/>
                    <a:pt x="596" y="1351"/>
                    <a:pt x="596" y="1321"/>
                  </a:cubicBezTo>
                  <a:cubicBezTo>
                    <a:pt x="596" y="1290"/>
                    <a:pt x="595" y="1260"/>
                    <a:pt x="593" y="1229"/>
                  </a:cubicBezTo>
                  <a:cubicBezTo>
                    <a:pt x="593" y="1225"/>
                    <a:pt x="587" y="1224"/>
                    <a:pt x="587" y="1229"/>
                  </a:cubicBezTo>
                  <a:cubicBezTo>
                    <a:pt x="587" y="1257"/>
                    <a:pt x="585" y="1286"/>
                    <a:pt x="585" y="1314"/>
                  </a:cubicBezTo>
                  <a:cubicBezTo>
                    <a:pt x="585" y="1342"/>
                    <a:pt x="579" y="1367"/>
                    <a:pt x="578" y="1393"/>
                  </a:cubicBezTo>
                  <a:cubicBezTo>
                    <a:pt x="577" y="1431"/>
                    <a:pt x="569" y="1468"/>
                    <a:pt x="568" y="1505"/>
                  </a:cubicBezTo>
                  <a:cubicBezTo>
                    <a:pt x="534" y="1440"/>
                    <a:pt x="510" y="1370"/>
                    <a:pt x="498" y="1297"/>
                  </a:cubicBezTo>
                  <a:lnTo>
                    <a:pt x="498" y="1296"/>
                  </a:lnTo>
                  <a:cubicBezTo>
                    <a:pt x="498" y="1295"/>
                    <a:pt x="498" y="1295"/>
                    <a:pt x="498" y="1294"/>
                  </a:cubicBezTo>
                  <a:cubicBezTo>
                    <a:pt x="498" y="1253"/>
                    <a:pt x="493" y="1214"/>
                    <a:pt x="493" y="1173"/>
                  </a:cubicBezTo>
                  <a:cubicBezTo>
                    <a:pt x="493" y="1164"/>
                    <a:pt x="493" y="1154"/>
                    <a:pt x="493" y="1145"/>
                  </a:cubicBezTo>
                  <a:cubicBezTo>
                    <a:pt x="493" y="1114"/>
                    <a:pt x="492" y="1083"/>
                    <a:pt x="489" y="1052"/>
                  </a:cubicBezTo>
                  <a:cubicBezTo>
                    <a:pt x="481" y="993"/>
                    <a:pt x="484" y="931"/>
                    <a:pt x="465" y="875"/>
                  </a:cubicBezTo>
                  <a:cubicBezTo>
                    <a:pt x="465" y="874"/>
                    <a:pt x="465" y="874"/>
                    <a:pt x="465" y="874"/>
                  </a:cubicBezTo>
                  <a:cubicBezTo>
                    <a:pt x="465" y="873"/>
                    <a:pt x="464" y="873"/>
                    <a:pt x="464" y="873"/>
                  </a:cubicBezTo>
                  <a:cubicBezTo>
                    <a:pt x="463" y="872"/>
                    <a:pt x="462" y="872"/>
                    <a:pt x="462" y="872"/>
                  </a:cubicBezTo>
                  <a:cubicBezTo>
                    <a:pt x="461" y="872"/>
                    <a:pt x="460" y="872"/>
                    <a:pt x="460" y="873"/>
                  </a:cubicBezTo>
                  <a:cubicBezTo>
                    <a:pt x="459" y="874"/>
                    <a:pt x="459" y="873"/>
                    <a:pt x="459" y="874"/>
                  </a:cubicBezTo>
                  <a:cubicBezTo>
                    <a:pt x="458" y="875"/>
                    <a:pt x="458" y="875"/>
                    <a:pt x="458" y="876"/>
                  </a:cubicBezTo>
                  <a:lnTo>
                    <a:pt x="458" y="877"/>
                  </a:lnTo>
                  <a:cubicBezTo>
                    <a:pt x="475" y="938"/>
                    <a:pt x="470" y="1006"/>
                    <a:pt x="478" y="1069"/>
                  </a:cubicBezTo>
                  <a:cubicBezTo>
                    <a:pt x="480" y="1097"/>
                    <a:pt x="481" y="1125"/>
                    <a:pt x="481" y="1153"/>
                  </a:cubicBezTo>
                  <a:cubicBezTo>
                    <a:pt x="481" y="1165"/>
                    <a:pt x="481" y="1178"/>
                    <a:pt x="480" y="1191"/>
                  </a:cubicBezTo>
                  <a:cubicBezTo>
                    <a:pt x="480" y="1192"/>
                    <a:pt x="480" y="1193"/>
                    <a:pt x="480" y="1195"/>
                  </a:cubicBezTo>
                  <a:cubicBezTo>
                    <a:pt x="479" y="1208"/>
                    <a:pt x="479" y="1221"/>
                    <a:pt x="479" y="1234"/>
                  </a:cubicBezTo>
                  <a:cubicBezTo>
                    <a:pt x="479" y="1252"/>
                    <a:pt x="480" y="1269"/>
                    <a:pt x="482" y="1287"/>
                  </a:cubicBezTo>
                  <a:cubicBezTo>
                    <a:pt x="460" y="1238"/>
                    <a:pt x="440" y="1190"/>
                    <a:pt x="418" y="1142"/>
                  </a:cubicBezTo>
                  <a:cubicBezTo>
                    <a:pt x="401" y="1099"/>
                    <a:pt x="393" y="1054"/>
                    <a:pt x="393" y="1008"/>
                  </a:cubicBezTo>
                  <a:cubicBezTo>
                    <a:pt x="393" y="1006"/>
                    <a:pt x="393" y="1005"/>
                    <a:pt x="393" y="1004"/>
                  </a:cubicBezTo>
                  <a:cubicBezTo>
                    <a:pt x="393" y="999"/>
                    <a:pt x="393" y="993"/>
                    <a:pt x="393" y="988"/>
                  </a:cubicBezTo>
                  <a:cubicBezTo>
                    <a:pt x="393" y="942"/>
                    <a:pt x="408" y="894"/>
                    <a:pt x="404" y="850"/>
                  </a:cubicBezTo>
                  <a:cubicBezTo>
                    <a:pt x="404" y="845"/>
                    <a:pt x="397" y="846"/>
                    <a:pt x="395" y="850"/>
                  </a:cubicBezTo>
                  <a:cubicBezTo>
                    <a:pt x="382" y="892"/>
                    <a:pt x="375" y="935"/>
                    <a:pt x="375" y="979"/>
                  </a:cubicBezTo>
                  <a:cubicBezTo>
                    <a:pt x="375" y="987"/>
                    <a:pt x="375" y="995"/>
                    <a:pt x="376" y="1003"/>
                  </a:cubicBezTo>
                  <a:cubicBezTo>
                    <a:pt x="376" y="1013"/>
                    <a:pt x="376" y="1023"/>
                    <a:pt x="376" y="1032"/>
                  </a:cubicBezTo>
                  <a:cubicBezTo>
                    <a:pt x="376" y="1033"/>
                    <a:pt x="376" y="1033"/>
                    <a:pt x="376" y="1034"/>
                  </a:cubicBezTo>
                  <a:cubicBezTo>
                    <a:pt x="376" y="1051"/>
                    <a:pt x="373" y="1068"/>
                    <a:pt x="369" y="1085"/>
                  </a:cubicBezTo>
                  <a:cubicBezTo>
                    <a:pt x="364" y="1107"/>
                    <a:pt x="357" y="1077"/>
                    <a:pt x="357" y="1070"/>
                  </a:cubicBezTo>
                  <a:cubicBezTo>
                    <a:pt x="355" y="1048"/>
                    <a:pt x="360" y="1028"/>
                    <a:pt x="350" y="1007"/>
                  </a:cubicBezTo>
                  <a:cubicBezTo>
                    <a:pt x="321" y="949"/>
                    <a:pt x="303" y="886"/>
                    <a:pt x="299" y="821"/>
                  </a:cubicBezTo>
                  <a:cubicBezTo>
                    <a:pt x="296" y="774"/>
                    <a:pt x="294" y="728"/>
                    <a:pt x="294" y="681"/>
                  </a:cubicBezTo>
                  <a:cubicBezTo>
                    <a:pt x="294" y="657"/>
                    <a:pt x="295" y="633"/>
                    <a:pt x="295" y="608"/>
                  </a:cubicBezTo>
                  <a:cubicBezTo>
                    <a:pt x="306" y="644"/>
                    <a:pt x="320" y="678"/>
                    <a:pt x="339" y="710"/>
                  </a:cubicBezTo>
                  <a:cubicBezTo>
                    <a:pt x="347" y="724"/>
                    <a:pt x="356" y="737"/>
                    <a:pt x="365" y="750"/>
                  </a:cubicBezTo>
                  <a:cubicBezTo>
                    <a:pt x="392" y="789"/>
                    <a:pt x="413" y="831"/>
                    <a:pt x="455" y="855"/>
                  </a:cubicBezTo>
                  <a:cubicBezTo>
                    <a:pt x="456" y="855"/>
                    <a:pt x="457" y="856"/>
                    <a:pt x="457" y="856"/>
                  </a:cubicBezTo>
                  <a:cubicBezTo>
                    <a:pt x="458" y="856"/>
                    <a:pt x="458" y="855"/>
                    <a:pt x="459" y="855"/>
                  </a:cubicBezTo>
                  <a:lnTo>
                    <a:pt x="460" y="855"/>
                  </a:lnTo>
                  <a:cubicBezTo>
                    <a:pt x="470" y="857"/>
                    <a:pt x="475" y="842"/>
                    <a:pt x="466" y="839"/>
                  </a:cubicBezTo>
                  <a:cubicBezTo>
                    <a:pt x="450" y="833"/>
                    <a:pt x="446" y="787"/>
                    <a:pt x="443" y="774"/>
                  </a:cubicBezTo>
                  <a:cubicBezTo>
                    <a:pt x="438" y="746"/>
                    <a:pt x="431" y="718"/>
                    <a:pt x="424" y="690"/>
                  </a:cubicBezTo>
                  <a:cubicBezTo>
                    <a:pt x="415" y="659"/>
                    <a:pt x="418" y="626"/>
                    <a:pt x="409" y="595"/>
                  </a:cubicBezTo>
                  <a:cubicBezTo>
                    <a:pt x="400" y="564"/>
                    <a:pt x="393" y="536"/>
                    <a:pt x="387" y="507"/>
                  </a:cubicBezTo>
                  <a:cubicBezTo>
                    <a:pt x="386" y="507"/>
                    <a:pt x="386" y="506"/>
                    <a:pt x="386" y="506"/>
                  </a:cubicBezTo>
                  <a:lnTo>
                    <a:pt x="386" y="505"/>
                  </a:lnTo>
                  <a:cubicBezTo>
                    <a:pt x="385" y="505"/>
                    <a:pt x="386" y="505"/>
                    <a:pt x="386" y="504"/>
                  </a:cubicBezTo>
                  <a:cubicBezTo>
                    <a:pt x="388" y="506"/>
                    <a:pt x="390" y="508"/>
                    <a:pt x="393" y="509"/>
                  </a:cubicBezTo>
                  <a:cubicBezTo>
                    <a:pt x="394" y="510"/>
                    <a:pt x="395" y="511"/>
                    <a:pt x="397" y="511"/>
                  </a:cubicBezTo>
                  <a:lnTo>
                    <a:pt x="398" y="512"/>
                  </a:lnTo>
                  <a:cubicBezTo>
                    <a:pt x="399" y="512"/>
                    <a:pt x="399" y="511"/>
                    <a:pt x="400" y="511"/>
                  </a:cubicBezTo>
                  <a:cubicBezTo>
                    <a:pt x="401" y="511"/>
                    <a:pt x="401" y="510"/>
                    <a:pt x="402" y="509"/>
                  </a:cubicBezTo>
                  <a:cubicBezTo>
                    <a:pt x="402" y="509"/>
                    <a:pt x="402" y="508"/>
                    <a:pt x="402" y="507"/>
                  </a:cubicBezTo>
                  <a:cubicBezTo>
                    <a:pt x="402" y="507"/>
                    <a:pt x="402" y="506"/>
                    <a:pt x="402" y="505"/>
                  </a:cubicBezTo>
                  <a:cubicBezTo>
                    <a:pt x="401" y="505"/>
                    <a:pt x="401" y="505"/>
                    <a:pt x="401" y="505"/>
                  </a:cubicBezTo>
                  <a:cubicBezTo>
                    <a:pt x="399" y="501"/>
                    <a:pt x="396" y="497"/>
                    <a:pt x="394" y="493"/>
                  </a:cubicBezTo>
                  <a:cubicBezTo>
                    <a:pt x="390" y="486"/>
                    <a:pt x="386" y="480"/>
                    <a:pt x="384" y="472"/>
                  </a:cubicBezTo>
                  <a:cubicBezTo>
                    <a:pt x="380" y="450"/>
                    <a:pt x="373" y="428"/>
                    <a:pt x="371" y="404"/>
                  </a:cubicBezTo>
                  <a:cubicBezTo>
                    <a:pt x="368" y="366"/>
                    <a:pt x="348" y="326"/>
                    <a:pt x="336" y="290"/>
                  </a:cubicBezTo>
                  <a:cubicBezTo>
                    <a:pt x="324" y="257"/>
                    <a:pt x="309" y="226"/>
                    <a:pt x="292" y="196"/>
                  </a:cubicBezTo>
                  <a:cubicBezTo>
                    <a:pt x="290" y="193"/>
                    <a:pt x="288" y="189"/>
                    <a:pt x="286" y="186"/>
                  </a:cubicBezTo>
                  <a:cubicBezTo>
                    <a:pt x="282" y="178"/>
                    <a:pt x="277" y="170"/>
                    <a:pt x="273" y="162"/>
                  </a:cubicBezTo>
                  <a:cubicBezTo>
                    <a:pt x="259" y="139"/>
                    <a:pt x="244" y="117"/>
                    <a:pt x="226" y="97"/>
                  </a:cubicBezTo>
                  <a:cubicBezTo>
                    <a:pt x="275" y="129"/>
                    <a:pt x="320" y="170"/>
                    <a:pt x="369" y="202"/>
                  </a:cubicBezTo>
                  <a:cubicBezTo>
                    <a:pt x="402" y="226"/>
                    <a:pt x="429" y="257"/>
                    <a:pt x="449" y="292"/>
                  </a:cubicBezTo>
                  <a:cubicBezTo>
                    <a:pt x="452" y="297"/>
                    <a:pt x="455" y="302"/>
                    <a:pt x="457" y="307"/>
                  </a:cubicBezTo>
                  <a:cubicBezTo>
                    <a:pt x="482" y="349"/>
                    <a:pt x="517" y="396"/>
                    <a:pt x="534" y="442"/>
                  </a:cubicBezTo>
                  <a:lnTo>
                    <a:pt x="534" y="444"/>
                  </a:lnTo>
                  <a:cubicBezTo>
                    <a:pt x="534" y="445"/>
                    <a:pt x="535" y="446"/>
                    <a:pt x="535" y="446"/>
                  </a:cubicBezTo>
                  <a:cubicBezTo>
                    <a:pt x="535" y="447"/>
                    <a:pt x="536" y="447"/>
                    <a:pt x="536" y="448"/>
                  </a:cubicBezTo>
                  <a:lnTo>
                    <a:pt x="536" y="450"/>
                  </a:lnTo>
                  <a:cubicBezTo>
                    <a:pt x="536" y="450"/>
                    <a:pt x="535" y="450"/>
                    <a:pt x="536" y="451"/>
                  </a:cubicBezTo>
                  <a:cubicBezTo>
                    <a:pt x="536" y="452"/>
                    <a:pt x="537" y="452"/>
                    <a:pt x="538" y="452"/>
                  </a:cubicBezTo>
                  <a:cubicBezTo>
                    <a:pt x="538" y="452"/>
                    <a:pt x="539" y="452"/>
                    <a:pt x="540" y="452"/>
                  </a:cubicBezTo>
                  <a:cubicBezTo>
                    <a:pt x="540" y="452"/>
                    <a:pt x="541" y="452"/>
                    <a:pt x="542" y="452"/>
                  </a:cubicBezTo>
                  <a:lnTo>
                    <a:pt x="543" y="451"/>
                  </a:lnTo>
                  <a:cubicBezTo>
                    <a:pt x="543" y="450"/>
                    <a:pt x="543" y="449"/>
                    <a:pt x="543" y="449"/>
                  </a:cubicBezTo>
                  <a:lnTo>
                    <a:pt x="543" y="448"/>
                  </a:lnTo>
                  <a:cubicBezTo>
                    <a:pt x="544" y="448"/>
                    <a:pt x="544" y="447"/>
                    <a:pt x="545" y="446"/>
                  </a:cubicBezTo>
                  <a:cubicBezTo>
                    <a:pt x="545" y="445"/>
                    <a:pt x="546" y="445"/>
                    <a:pt x="546" y="444"/>
                  </a:cubicBezTo>
                  <a:cubicBezTo>
                    <a:pt x="546" y="436"/>
                    <a:pt x="547" y="429"/>
                    <a:pt x="547" y="421"/>
                  </a:cubicBezTo>
                  <a:cubicBezTo>
                    <a:pt x="547" y="341"/>
                    <a:pt x="525" y="262"/>
                    <a:pt x="485" y="192"/>
                  </a:cubicBezTo>
                  <a:cubicBezTo>
                    <a:pt x="469" y="164"/>
                    <a:pt x="450" y="138"/>
                    <a:pt x="428" y="114"/>
                  </a:cubicBezTo>
                  <a:cubicBezTo>
                    <a:pt x="438" y="118"/>
                    <a:pt x="447" y="123"/>
                    <a:pt x="457" y="128"/>
                  </a:cubicBezTo>
                  <a:cubicBezTo>
                    <a:pt x="465" y="133"/>
                    <a:pt x="473" y="138"/>
                    <a:pt x="481" y="144"/>
                  </a:cubicBezTo>
                  <a:cubicBezTo>
                    <a:pt x="522" y="174"/>
                    <a:pt x="559" y="209"/>
                    <a:pt x="591" y="249"/>
                  </a:cubicBezTo>
                  <a:cubicBezTo>
                    <a:pt x="610" y="273"/>
                    <a:pt x="633" y="309"/>
                    <a:pt x="660" y="325"/>
                  </a:cubicBezTo>
                  <a:cubicBezTo>
                    <a:pt x="664" y="327"/>
                    <a:pt x="668" y="321"/>
                    <a:pt x="665" y="318"/>
                  </a:cubicBezTo>
                  <a:cubicBezTo>
                    <a:pt x="653" y="308"/>
                    <a:pt x="648" y="286"/>
                    <a:pt x="639" y="272"/>
                  </a:cubicBezTo>
                  <a:cubicBezTo>
                    <a:pt x="630" y="258"/>
                    <a:pt x="614" y="249"/>
                    <a:pt x="605" y="237"/>
                  </a:cubicBezTo>
                  <a:cubicBezTo>
                    <a:pt x="575" y="199"/>
                    <a:pt x="540" y="165"/>
                    <a:pt x="501" y="136"/>
                  </a:cubicBezTo>
                  <a:cubicBezTo>
                    <a:pt x="492" y="130"/>
                    <a:pt x="481" y="125"/>
                    <a:pt x="472" y="119"/>
                  </a:cubicBezTo>
                  <a:cubicBezTo>
                    <a:pt x="439" y="101"/>
                    <a:pt x="405" y="85"/>
                    <a:pt x="370" y="73"/>
                  </a:cubicBezTo>
                  <a:cubicBezTo>
                    <a:pt x="312" y="52"/>
                    <a:pt x="257" y="24"/>
                    <a:pt x="201" y="0"/>
                  </a:cubicBezTo>
                  <a:cubicBezTo>
                    <a:pt x="199" y="0"/>
                    <a:pt x="197" y="2"/>
                    <a:pt x="199" y="3"/>
                  </a:cubicBezTo>
                  <a:cubicBezTo>
                    <a:pt x="218" y="16"/>
                    <a:pt x="237" y="27"/>
                    <a:pt x="256" y="38"/>
                  </a:cubicBezTo>
                  <a:cubicBezTo>
                    <a:pt x="274" y="49"/>
                    <a:pt x="293" y="59"/>
                    <a:pt x="311" y="68"/>
                  </a:cubicBezTo>
                  <a:cubicBezTo>
                    <a:pt x="344" y="83"/>
                    <a:pt x="380" y="94"/>
                    <a:pt x="415" y="108"/>
                  </a:cubicBezTo>
                  <a:cubicBezTo>
                    <a:pt x="485" y="190"/>
                    <a:pt x="513" y="292"/>
                    <a:pt x="527" y="397"/>
                  </a:cubicBezTo>
                  <a:cubicBezTo>
                    <a:pt x="514" y="367"/>
                    <a:pt x="495" y="338"/>
                    <a:pt x="481" y="312"/>
                  </a:cubicBezTo>
                  <a:cubicBezTo>
                    <a:pt x="458" y="269"/>
                    <a:pt x="430" y="215"/>
                    <a:pt x="386" y="191"/>
                  </a:cubicBezTo>
                  <a:cubicBezTo>
                    <a:pt x="347" y="169"/>
                    <a:pt x="319" y="133"/>
                    <a:pt x="277" y="117"/>
                  </a:cubicBezTo>
                  <a:cubicBezTo>
                    <a:pt x="260" y="111"/>
                    <a:pt x="244" y="89"/>
                    <a:pt x="228" y="80"/>
                  </a:cubicBezTo>
                  <a:cubicBezTo>
                    <a:pt x="221" y="76"/>
                    <a:pt x="161" y="60"/>
                    <a:pt x="159" y="55"/>
                  </a:cubicBezTo>
                  <a:cubicBezTo>
                    <a:pt x="157" y="50"/>
                    <a:pt x="152" y="51"/>
                    <a:pt x="152" y="55"/>
                  </a:cubicBezTo>
                  <a:lnTo>
                    <a:pt x="152" y="59"/>
                  </a:lnTo>
                  <a:cubicBezTo>
                    <a:pt x="152" y="60"/>
                    <a:pt x="153" y="60"/>
                    <a:pt x="153" y="61"/>
                  </a:cubicBezTo>
                  <a:lnTo>
                    <a:pt x="154" y="62"/>
                  </a:lnTo>
                  <a:lnTo>
                    <a:pt x="155" y="62"/>
                  </a:lnTo>
                  <a:cubicBezTo>
                    <a:pt x="171" y="68"/>
                    <a:pt x="187" y="76"/>
                    <a:pt x="202" y="84"/>
                  </a:cubicBezTo>
                  <a:cubicBezTo>
                    <a:pt x="202" y="85"/>
                    <a:pt x="202" y="85"/>
                    <a:pt x="202" y="85"/>
                  </a:cubicBezTo>
                  <a:lnTo>
                    <a:pt x="202" y="86"/>
                  </a:lnTo>
                  <a:cubicBezTo>
                    <a:pt x="236" y="109"/>
                    <a:pt x="257" y="155"/>
                    <a:pt x="275" y="189"/>
                  </a:cubicBezTo>
                  <a:cubicBezTo>
                    <a:pt x="276" y="190"/>
                    <a:pt x="276" y="191"/>
                    <a:pt x="276" y="191"/>
                  </a:cubicBezTo>
                  <a:cubicBezTo>
                    <a:pt x="293" y="219"/>
                    <a:pt x="306" y="248"/>
                    <a:pt x="316" y="279"/>
                  </a:cubicBezTo>
                  <a:cubicBezTo>
                    <a:pt x="328" y="316"/>
                    <a:pt x="340" y="354"/>
                    <a:pt x="349" y="392"/>
                  </a:cubicBezTo>
                  <a:cubicBezTo>
                    <a:pt x="350" y="400"/>
                    <a:pt x="352" y="408"/>
                    <a:pt x="353" y="416"/>
                  </a:cubicBezTo>
                  <a:cubicBezTo>
                    <a:pt x="344" y="400"/>
                    <a:pt x="334" y="385"/>
                    <a:pt x="324" y="370"/>
                  </a:cubicBezTo>
                  <a:cubicBezTo>
                    <a:pt x="299" y="334"/>
                    <a:pt x="269" y="301"/>
                    <a:pt x="235" y="2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a:off x="8829720" y="4052880"/>
              <a:ext cx="66960" cy="126000"/>
            </a:xfrm>
            <a:custGeom>
              <a:rect b="b" l="l" r="r" t="t"/>
              <a:pathLst>
                <a:path extrusionOk="0" h="350" w="186">
                  <a:moveTo>
                    <a:pt x="182" y="332"/>
                  </a:moveTo>
                  <a:cubicBezTo>
                    <a:pt x="177" y="288"/>
                    <a:pt x="164" y="244"/>
                    <a:pt x="155" y="202"/>
                  </a:cubicBezTo>
                  <a:cubicBezTo>
                    <a:pt x="142" y="133"/>
                    <a:pt x="119" y="67"/>
                    <a:pt x="86" y="5"/>
                  </a:cubicBezTo>
                  <a:cubicBezTo>
                    <a:pt x="83" y="0"/>
                    <a:pt x="76" y="4"/>
                    <a:pt x="78" y="9"/>
                  </a:cubicBezTo>
                  <a:cubicBezTo>
                    <a:pt x="106" y="63"/>
                    <a:pt x="115" y="123"/>
                    <a:pt x="133" y="181"/>
                  </a:cubicBezTo>
                  <a:cubicBezTo>
                    <a:pt x="146" y="225"/>
                    <a:pt x="157" y="270"/>
                    <a:pt x="164" y="315"/>
                  </a:cubicBezTo>
                  <a:cubicBezTo>
                    <a:pt x="127" y="280"/>
                    <a:pt x="84" y="241"/>
                    <a:pt x="64" y="196"/>
                  </a:cubicBezTo>
                  <a:cubicBezTo>
                    <a:pt x="54" y="171"/>
                    <a:pt x="42" y="147"/>
                    <a:pt x="29" y="124"/>
                  </a:cubicBezTo>
                  <a:cubicBezTo>
                    <a:pt x="22" y="112"/>
                    <a:pt x="14" y="100"/>
                    <a:pt x="7" y="88"/>
                  </a:cubicBezTo>
                  <a:cubicBezTo>
                    <a:pt x="6" y="88"/>
                    <a:pt x="6" y="88"/>
                    <a:pt x="6" y="88"/>
                  </a:cubicBezTo>
                  <a:cubicBezTo>
                    <a:pt x="5" y="87"/>
                    <a:pt x="5" y="87"/>
                    <a:pt x="4" y="87"/>
                  </a:cubicBezTo>
                  <a:cubicBezTo>
                    <a:pt x="3" y="87"/>
                    <a:pt x="3" y="87"/>
                    <a:pt x="2" y="88"/>
                  </a:cubicBezTo>
                  <a:lnTo>
                    <a:pt x="1" y="89"/>
                  </a:lnTo>
                  <a:cubicBezTo>
                    <a:pt x="0" y="90"/>
                    <a:pt x="0" y="90"/>
                    <a:pt x="0" y="91"/>
                  </a:cubicBezTo>
                  <a:lnTo>
                    <a:pt x="0" y="92"/>
                  </a:lnTo>
                  <a:cubicBezTo>
                    <a:pt x="9" y="107"/>
                    <a:pt x="16" y="130"/>
                    <a:pt x="24" y="146"/>
                  </a:cubicBezTo>
                  <a:cubicBezTo>
                    <a:pt x="38" y="173"/>
                    <a:pt x="51" y="202"/>
                    <a:pt x="66" y="228"/>
                  </a:cubicBezTo>
                  <a:cubicBezTo>
                    <a:pt x="85" y="254"/>
                    <a:pt x="107" y="279"/>
                    <a:pt x="131" y="300"/>
                  </a:cubicBezTo>
                  <a:cubicBezTo>
                    <a:pt x="142" y="312"/>
                    <a:pt x="153" y="323"/>
                    <a:pt x="166" y="332"/>
                  </a:cubicBezTo>
                  <a:cubicBezTo>
                    <a:pt x="166" y="335"/>
                    <a:pt x="167" y="339"/>
                    <a:pt x="168" y="342"/>
                  </a:cubicBezTo>
                  <a:cubicBezTo>
                    <a:pt x="168" y="343"/>
                    <a:pt x="168" y="344"/>
                    <a:pt x="169" y="345"/>
                  </a:cubicBezTo>
                  <a:cubicBezTo>
                    <a:pt x="169" y="346"/>
                    <a:pt x="170" y="348"/>
                    <a:pt x="172" y="348"/>
                  </a:cubicBezTo>
                  <a:cubicBezTo>
                    <a:pt x="174" y="349"/>
                    <a:pt x="173" y="349"/>
                    <a:pt x="175" y="349"/>
                  </a:cubicBezTo>
                  <a:cubicBezTo>
                    <a:pt x="176" y="349"/>
                    <a:pt x="178" y="349"/>
                    <a:pt x="179" y="348"/>
                  </a:cubicBezTo>
                  <a:cubicBezTo>
                    <a:pt x="180" y="348"/>
                    <a:pt x="181" y="346"/>
                    <a:pt x="182" y="345"/>
                  </a:cubicBezTo>
                  <a:cubicBezTo>
                    <a:pt x="183" y="344"/>
                    <a:pt x="183" y="342"/>
                    <a:pt x="183" y="341"/>
                  </a:cubicBezTo>
                  <a:lnTo>
                    <a:pt x="183" y="340"/>
                  </a:lnTo>
                  <a:lnTo>
                    <a:pt x="183" y="338"/>
                  </a:lnTo>
                  <a:lnTo>
                    <a:pt x="184" y="338"/>
                  </a:lnTo>
                  <a:lnTo>
                    <a:pt x="185" y="337"/>
                  </a:lnTo>
                  <a:cubicBezTo>
                    <a:pt x="185" y="336"/>
                    <a:pt x="185" y="336"/>
                    <a:pt x="185" y="335"/>
                  </a:cubicBezTo>
                  <a:cubicBezTo>
                    <a:pt x="185" y="334"/>
                    <a:pt x="185" y="334"/>
                    <a:pt x="185" y="333"/>
                  </a:cubicBezTo>
                  <a:lnTo>
                    <a:pt x="184" y="332"/>
                  </a:lnTo>
                  <a:cubicBezTo>
                    <a:pt x="183" y="332"/>
                    <a:pt x="183" y="332"/>
                    <a:pt x="182"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8"/>
            <p:cNvSpPr/>
            <p:nvPr/>
          </p:nvSpPr>
          <p:spPr>
            <a:xfrm>
              <a:off x="8870400" y="4175640"/>
              <a:ext cx="39600" cy="119160"/>
            </a:xfrm>
            <a:custGeom>
              <a:rect b="b" l="l" r="r" t="t"/>
              <a:pathLst>
                <a:path extrusionOk="0" h="331" w="110">
                  <a:moveTo>
                    <a:pt x="30" y="329"/>
                  </a:moveTo>
                  <a:cubicBezTo>
                    <a:pt x="37" y="317"/>
                    <a:pt x="40" y="304"/>
                    <a:pt x="41" y="291"/>
                  </a:cubicBezTo>
                  <a:cubicBezTo>
                    <a:pt x="59" y="244"/>
                    <a:pt x="66" y="193"/>
                    <a:pt x="86" y="148"/>
                  </a:cubicBezTo>
                  <a:cubicBezTo>
                    <a:pt x="101" y="110"/>
                    <a:pt x="109" y="69"/>
                    <a:pt x="109" y="27"/>
                  </a:cubicBezTo>
                  <a:cubicBezTo>
                    <a:pt x="109" y="21"/>
                    <a:pt x="109" y="14"/>
                    <a:pt x="108" y="7"/>
                  </a:cubicBezTo>
                  <a:lnTo>
                    <a:pt x="108" y="6"/>
                  </a:lnTo>
                  <a:cubicBezTo>
                    <a:pt x="108" y="6"/>
                    <a:pt x="107" y="6"/>
                    <a:pt x="107" y="5"/>
                  </a:cubicBezTo>
                  <a:lnTo>
                    <a:pt x="106" y="5"/>
                  </a:lnTo>
                  <a:cubicBezTo>
                    <a:pt x="105" y="5"/>
                    <a:pt x="105" y="4"/>
                    <a:pt x="104" y="5"/>
                  </a:cubicBezTo>
                  <a:cubicBezTo>
                    <a:pt x="103" y="6"/>
                    <a:pt x="103" y="6"/>
                    <a:pt x="103" y="6"/>
                  </a:cubicBezTo>
                  <a:cubicBezTo>
                    <a:pt x="103" y="7"/>
                    <a:pt x="103" y="7"/>
                    <a:pt x="103" y="7"/>
                  </a:cubicBezTo>
                  <a:cubicBezTo>
                    <a:pt x="101" y="87"/>
                    <a:pt x="66" y="164"/>
                    <a:pt x="37" y="240"/>
                  </a:cubicBezTo>
                  <a:cubicBezTo>
                    <a:pt x="34" y="224"/>
                    <a:pt x="29" y="208"/>
                    <a:pt x="25" y="194"/>
                  </a:cubicBezTo>
                  <a:cubicBezTo>
                    <a:pt x="8" y="131"/>
                    <a:pt x="25" y="63"/>
                    <a:pt x="4" y="2"/>
                  </a:cubicBezTo>
                  <a:cubicBezTo>
                    <a:pt x="4" y="0"/>
                    <a:pt x="0" y="2"/>
                    <a:pt x="0" y="3"/>
                  </a:cubicBezTo>
                  <a:cubicBezTo>
                    <a:pt x="7" y="56"/>
                    <a:pt x="0" y="111"/>
                    <a:pt x="5" y="165"/>
                  </a:cubicBezTo>
                  <a:cubicBezTo>
                    <a:pt x="9" y="204"/>
                    <a:pt x="20" y="240"/>
                    <a:pt x="23" y="278"/>
                  </a:cubicBezTo>
                  <a:cubicBezTo>
                    <a:pt x="20" y="288"/>
                    <a:pt x="16" y="299"/>
                    <a:pt x="13" y="309"/>
                  </a:cubicBezTo>
                  <a:cubicBezTo>
                    <a:pt x="13" y="310"/>
                    <a:pt x="13" y="311"/>
                    <a:pt x="13" y="311"/>
                  </a:cubicBezTo>
                  <a:cubicBezTo>
                    <a:pt x="13" y="313"/>
                    <a:pt x="14" y="314"/>
                    <a:pt x="15" y="316"/>
                  </a:cubicBezTo>
                  <a:cubicBezTo>
                    <a:pt x="16" y="317"/>
                    <a:pt x="16" y="319"/>
                    <a:pt x="18" y="320"/>
                  </a:cubicBezTo>
                  <a:cubicBezTo>
                    <a:pt x="20" y="321"/>
                    <a:pt x="22" y="321"/>
                    <a:pt x="23" y="321"/>
                  </a:cubicBezTo>
                  <a:cubicBezTo>
                    <a:pt x="24" y="321"/>
                    <a:pt x="24" y="321"/>
                    <a:pt x="24" y="321"/>
                  </a:cubicBezTo>
                  <a:cubicBezTo>
                    <a:pt x="24" y="323"/>
                    <a:pt x="24" y="325"/>
                    <a:pt x="24" y="326"/>
                  </a:cubicBezTo>
                  <a:cubicBezTo>
                    <a:pt x="24" y="327"/>
                    <a:pt x="24" y="328"/>
                    <a:pt x="24" y="328"/>
                  </a:cubicBezTo>
                  <a:cubicBezTo>
                    <a:pt x="25" y="329"/>
                    <a:pt x="25" y="328"/>
                    <a:pt x="26" y="329"/>
                  </a:cubicBezTo>
                  <a:cubicBezTo>
                    <a:pt x="27" y="330"/>
                    <a:pt x="27" y="330"/>
                    <a:pt x="27" y="330"/>
                  </a:cubicBezTo>
                  <a:cubicBezTo>
                    <a:pt x="28" y="330"/>
                    <a:pt x="28" y="330"/>
                    <a:pt x="29" y="329"/>
                  </a:cubicBezTo>
                  <a:cubicBezTo>
                    <a:pt x="30" y="328"/>
                    <a:pt x="30" y="329"/>
                    <a:pt x="30" y="3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8"/>
            <p:cNvSpPr/>
            <p:nvPr/>
          </p:nvSpPr>
          <p:spPr>
            <a:xfrm>
              <a:off x="8919360" y="4367520"/>
              <a:ext cx="45000" cy="219240"/>
            </a:xfrm>
            <a:custGeom>
              <a:rect b="b" l="l" r="r" t="t"/>
              <a:pathLst>
                <a:path extrusionOk="0" h="609" w="125">
                  <a:moveTo>
                    <a:pt x="2" y="305"/>
                  </a:moveTo>
                  <a:cubicBezTo>
                    <a:pt x="2" y="308"/>
                    <a:pt x="6" y="309"/>
                    <a:pt x="7" y="305"/>
                  </a:cubicBezTo>
                  <a:cubicBezTo>
                    <a:pt x="10" y="295"/>
                    <a:pt x="12" y="286"/>
                    <a:pt x="14" y="276"/>
                  </a:cubicBezTo>
                  <a:cubicBezTo>
                    <a:pt x="14" y="279"/>
                    <a:pt x="14" y="281"/>
                    <a:pt x="14" y="284"/>
                  </a:cubicBezTo>
                  <a:cubicBezTo>
                    <a:pt x="14" y="384"/>
                    <a:pt x="33" y="483"/>
                    <a:pt x="68" y="576"/>
                  </a:cubicBezTo>
                  <a:lnTo>
                    <a:pt x="69" y="577"/>
                  </a:lnTo>
                  <a:cubicBezTo>
                    <a:pt x="69" y="578"/>
                    <a:pt x="70" y="579"/>
                    <a:pt x="71" y="579"/>
                  </a:cubicBezTo>
                  <a:cubicBezTo>
                    <a:pt x="72" y="579"/>
                    <a:pt x="72" y="580"/>
                    <a:pt x="72" y="580"/>
                  </a:cubicBezTo>
                  <a:cubicBezTo>
                    <a:pt x="72" y="586"/>
                    <a:pt x="70" y="592"/>
                    <a:pt x="69" y="597"/>
                  </a:cubicBezTo>
                  <a:cubicBezTo>
                    <a:pt x="67" y="602"/>
                    <a:pt x="74" y="608"/>
                    <a:pt x="77" y="602"/>
                  </a:cubicBezTo>
                  <a:cubicBezTo>
                    <a:pt x="78" y="602"/>
                    <a:pt x="78" y="601"/>
                    <a:pt x="79" y="600"/>
                  </a:cubicBezTo>
                  <a:cubicBezTo>
                    <a:pt x="89" y="582"/>
                    <a:pt x="95" y="562"/>
                    <a:pt x="97" y="542"/>
                  </a:cubicBezTo>
                  <a:cubicBezTo>
                    <a:pt x="103" y="493"/>
                    <a:pt x="107" y="444"/>
                    <a:pt x="113" y="393"/>
                  </a:cubicBezTo>
                  <a:cubicBezTo>
                    <a:pt x="124" y="285"/>
                    <a:pt x="103" y="172"/>
                    <a:pt x="101" y="64"/>
                  </a:cubicBezTo>
                  <a:cubicBezTo>
                    <a:pt x="101" y="60"/>
                    <a:pt x="95" y="59"/>
                    <a:pt x="95" y="64"/>
                  </a:cubicBezTo>
                  <a:cubicBezTo>
                    <a:pt x="93" y="176"/>
                    <a:pt x="104" y="292"/>
                    <a:pt x="92" y="405"/>
                  </a:cubicBezTo>
                  <a:cubicBezTo>
                    <a:pt x="90" y="425"/>
                    <a:pt x="87" y="446"/>
                    <a:pt x="83" y="466"/>
                  </a:cubicBezTo>
                  <a:cubicBezTo>
                    <a:pt x="79" y="486"/>
                    <a:pt x="87" y="505"/>
                    <a:pt x="80" y="525"/>
                  </a:cubicBezTo>
                  <a:cubicBezTo>
                    <a:pt x="78" y="533"/>
                    <a:pt x="76" y="541"/>
                    <a:pt x="75" y="549"/>
                  </a:cubicBezTo>
                  <a:cubicBezTo>
                    <a:pt x="73" y="537"/>
                    <a:pt x="71" y="524"/>
                    <a:pt x="70" y="521"/>
                  </a:cubicBezTo>
                  <a:cubicBezTo>
                    <a:pt x="63" y="493"/>
                    <a:pt x="56" y="466"/>
                    <a:pt x="49" y="438"/>
                  </a:cubicBezTo>
                  <a:cubicBezTo>
                    <a:pt x="39" y="390"/>
                    <a:pt x="34" y="341"/>
                    <a:pt x="34" y="292"/>
                  </a:cubicBezTo>
                  <a:cubicBezTo>
                    <a:pt x="34" y="286"/>
                    <a:pt x="34" y="280"/>
                    <a:pt x="35" y="274"/>
                  </a:cubicBezTo>
                  <a:cubicBezTo>
                    <a:pt x="35" y="228"/>
                    <a:pt x="32" y="183"/>
                    <a:pt x="33" y="138"/>
                  </a:cubicBezTo>
                  <a:cubicBezTo>
                    <a:pt x="35" y="93"/>
                    <a:pt x="47" y="49"/>
                    <a:pt x="43" y="5"/>
                  </a:cubicBezTo>
                  <a:cubicBezTo>
                    <a:pt x="43" y="0"/>
                    <a:pt x="35" y="0"/>
                    <a:pt x="35" y="5"/>
                  </a:cubicBezTo>
                  <a:cubicBezTo>
                    <a:pt x="34" y="29"/>
                    <a:pt x="24" y="53"/>
                    <a:pt x="21" y="77"/>
                  </a:cubicBezTo>
                  <a:lnTo>
                    <a:pt x="20" y="76"/>
                  </a:lnTo>
                  <a:lnTo>
                    <a:pt x="19" y="76"/>
                  </a:lnTo>
                  <a:lnTo>
                    <a:pt x="18" y="76"/>
                  </a:lnTo>
                  <a:cubicBezTo>
                    <a:pt x="18" y="77"/>
                    <a:pt x="18" y="77"/>
                    <a:pt x="17" y="77"/>
                  </a:cubicBezTo>
                  <a:cubicBezTo>
                    <a:pt x="3" y="96"/>
                    <a:pt x="10" y="125"/>
                    <a:pt x="9" y="147"/>
                  </a:cubicBezTo>
                  <a:cubicBezTo>
                    <a:pt x="9" y="173"/>
                    <a:pt x="8" y="200"/>
                    <a:pt x="8" y="227"/>
                  </a:cubicBezTo>
                  <a:cubicBezTo>
                    <a:pt x="8" y="253"/>
                    <a:pt x="0" y="279"/>
                    <a:pt x="2" y="305"/>
                  </a:cubicBezTo>
                  <a:moveTo>
                    <a:pt x="21" y="82"/>
                  </a:moveTo>
                  <a:cubicBezTo>
                    <a:pt x="21" y="85"/>
                    <a:pt x="21" y="88"/>
                    <a:pt x="21" y="91"/>
                  </a:cubicBezTo>
                  <a:cubicBezTo>
                    <a:pt x="21" y="107"/>
                    <a:pt x="20" y="124"/>
                    <a:pt x="18" y="141"/>
                  </a:cubicBezTo>
                  <a:cubicBezTo>
                    <a:pt x="16" y="133"/>
                    <a:pt x="15" y="125"/>
                    <a:pt x="15" y="117"/>
                  </a:cubicBezTo>
                  <a:cubicBezTo>
                    <a:pt x="15" y="105"/>
                    <a:pt x="17" y="93"/>
                    <a:pt x="20" y="82"/>
                  </a:cubicBezTo>
                  <a:lnTo>
                    <a:pt x="21" y="8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8"/>
            <p:cNvSpPr/>
            <p:nvPr/>
          </p:nvSpPr>
          <p:spPr>
            <a:xfrm>
              <a:off x="7907400" y="4034880"/>
              <a:ext cx="110520" cy="65160"/>
            </a:xfrm>
            <a:custGeom>
              <a:rect b="b" l="l" r="r" t="t"/>
              <a:pathLst>
                <a:path extrusionOk="0" h="181" w="307">
                  <a:moveTo>
                    <a:pt x="300" y="134"/>
                  </a:moveTo>
                  <a:cubicBezTo>
                    <a:pt x="257" y="124"/>
                    <a:pt x="205" y="142"/>
                    <a:pt x="175" y="99"/>
                  </a:cubicBezTo>
                  <a:cubicBezTo>
                    <a:pt x="151" y="65"/>
                    <a:pt x="123" y="40"/>
                    <a:pt x="108" y="0"/>
                  </a:cubicBezTo>
                  <a:lnTo>
                    <a:pt x="107" y="0"/>
                  </a:lnTo>
                  <a:cubicBezTo>
                    <a:pt x="106" y="0"/>
                    <a:pt x="106" y="0"/>
                    <a:pt x="106" y="0"/>
                  </a:cubicBezTo>
                  <a:cubicBezTo>
                    <a:pt x="106" y="3"/>
                    <a:pt x="106" y="5"/>
                    <a:pt x="106" y="8"/>
                  </a:cubicBezTo>
                  <a:cubicBezTo>
                    <a:pt x="106" y="20"/>
                    <a:pt x="109" y="31"/>
                    <a:pt x="115" y="42"/>
                  </a:cubicBezTo>
                  <a:cubicBezTo>
                    <a:pt x="116" y="43"/>
                    <a:pt x="117" y="45"/>
                    <a:pt x="118" y="47"/>
                  </a:cubicBezTo>
                  <a:lnTo>
                    <a:pt x="119" y="49"/>
                  </a:lnTo>
                  <a:cubicBezTo>
                    <a:pt x="119" y="49"/>
                    <a:pt x="120" y="49"/>
                    <a:pt x="119" y="50"/>
                  </a:cubicBezTo>
                  <a:cubicBezTo>
                    <a:pt x="118" y="51"/>
                    <a:pt x="117" y="51"/>
                    <a:pt x="116" y="52"/>
                  </a:cubicBezTo>
                  <a:cubicBezTo>
                    <a:pt x="108" y="71"/>
                    <a:pt x="101" y="91"/>
                    <a:pt x="96" y="111"/>
                  </a:cubicBezTo>
                  <a:cubicBezTo>
                    <a:pt x="94" y="119"/>
                    <a:pt x="92" y="127"/>
                    <a:pt x="92" y="135"/>
                  </a:cubicBezTo>
                  <a:cubicBezTo>
                    <a:pt x="92" y="139"/>
                    <a:pt x="93" y="143"/>
                    <a:pt x="93" y="147"/>
                  </a:cubicBezTo>
                  <a:cubicBezTo>
                    <a:pt x="93" y="151"/>
                    <a:pt x="92" y="155"/>
                    <a:pt x="92" y="159"/>
                  </a:cubicBezTo>
                  <a:cubicBezTo>
                    <a:pt x="82" y="154"/>
                    <a:pt x="71" y="148"/>
                    <a:pt x="62" y="143"/>
                  </a:cubicBezTo>
                  <a:cubicBezTo>
                    <a:pt x="52" y="137"/>
                    <a:pt x="44" y="132"/>
                    <a:pt x="35" y="126"/>
                  </a:cubicBezTo>
                  <a:cubicBezTo>
                    <a:pt x="23" y="116"/>
                    <a:pt x="20" y="93"/>
                    <a:pt x="4" y="89"/>
                  </a:cubicBezTo>
                  <a:lnTo>
                    <a:pt x="3" y="89"/>
                  </a:lnTo>
                  <a:lnTo>
                    <a:pt x="2" y="90"/>
                  </a:lnTo>
                  <a:cubicBezTo>
                    <a:pt x="2" y="91"/>
                    <a:pt x="1" y="91"/>
                    <a:pt x="1" y="91"/>
                  </a:cubicBezTo>
                  <a:cubicBezTo>
                    <a:pt x="1" y="92"/>
                    <a:pt x="2" y="92"/>
                    <a:pt x="2" y="92"/>
                  </a:cubicBezTo>
                  <a:lnTo>
                    <a:pt x="3" y="95"/>
                  </a:lnTo>
                  <a:lnTo>
                    <a:pt x="5" y="95"/>
                  </a:lnTo>
                  <a:cubicBezTo>
                    <a:pt x="0" y="114"/>
                    <a:pt x="19" y="137"/>
                    <a:pt x="35" y="149"/>
                  </a:cubicBezTo>
                  <a:cubicBezTo>
                    <a:pt x="39" y="152"/>
                    <a:pt x="44" y="155"/>
                    <a:pt x="49" y="158"/>
                  </a:cubicBezTo>
                  <a:cubicBezTo>
                    <a:pt x="55" y="161"/>
                    <a:pt x="61" y="164"/>
                    <a:pt x="67" y="167"/>
                  </a:cubicBezTo>
                  <a:cubicBezTo>
                    <a:pt x="69" y="169"/>
                    <a:pt x="71" y="170"/>
                    <a:pt x="73" y="171"/>
                  </a:cubicBezTo>
                  <a:cubicBezTo>
                    <a:pt x="80" y="175"/>
                    <a:pt x="87" y="178"/>
                    <a:pt x="94" y="180"/>
                  </a:cubicBezTo>
                  <a:cubicBezTo>
                    <a:pt x="114" y="180"/>
                    <a:pt x="114" y="158"/>
                    <a:pt x="114" y="143"/>
                  </a:cubicBezTo>
                  <a:cubicBezTo>
                    <a:pt x="114" y="117"/>
                    <a:pt x="133" y="92"/>
                    <a:pt x="131" y="66"/>
                  </a:cubicBezTo>
                  <a:cubicBezTo>
                    <a:pt x="137" y="74"/>
                    <a:pt x="142" y="81"/>
                    <a:pt x="148" y="88"/>
                  </a:cubicBezTo>
                  <a:cubicBezTo>
                    <a:pt x="155" y="99"/>
                    <a:pt x="163" y="110"/>
                    <a:pt x="172" y="120"/>
                  </a:cubicBezTo>
                  <a:cubicBezTo>
                    <a:pt x="206" y="152"/>
                    <a:pt x="258" y="155"/>
                    <a:pt x="301" y="143"/>
                  </a:cubicBezTo>
                  <a:cubicBezTo>
                    <a:pt x="302" y="143"/>
                    <a:pt x="302" y="143"/>
                    <a:pt x="303" y="143"/>
                  </a:cubicBezTo>
                  <a:cubicBezTo>
                    <a:pt x="304" y="142"/>
                    <a:pt x="304" y="142"/>
                    <a:pt x="305" y="141"/>
                  </a:cubicBezTo>
                  <a:cubicBezTo>
                    <a:pt x="306" y="140"/>
                    <a:pt x="305" y="139"/>
                    <a:pt x="305" y="138"/>
                  </a:cubicBezTo>
                  <a:cubicBezTo>
                    <a:pt x="305" y="138"/>
                    <a:pt x="306" y="137"/>
                    <a:pt x="305" y="136"/>
                  </a:cubicBezTo>
                  <a:cubicBezTo>
                    <a:pt x="304" y="135"/>
                    <a:pt x="304" y="135"/>
                    <a:pt x="303" y="134"/>
                  </a:cubicBezTo>
                  <a:cubicBezTo>
                    <a:pt x="302" y="133"/>
                    <a:pt x="301" y="134"/>
                    <a:pt x="301" y="134"/>
                  </a:cubicBezTo>
                  <a:cubicBezTo>
                    <a:pt x="300" y="134"/>
                    <a:pt x="300" y="134"/>
                    <a:pt x="300"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8"/>
            <p:cNvSpPr/>
            <p:nvPr/>
          </p:nvSpPr>
          <p:spPr>
            <a:xfrm>
              <a:off x="7986240" y="3969720"/>
              <a:ext cx="105840" cy="106920"/>
            </a:xfrm>
            <a:custGeom>
              <a:rect b="b" l="l" r="r" t="t"/>
              <a:pathLst>
                <a:path extrusionOk="0" h="297" w="294">
                  <a:moveTo>
                    <a:pt x="144" y="221"/>
                  </a:moveTo>
                  <a:cubicBezTo>
                    <a:pt x="156" y="209"/>
                    <a:pt x="142" y="178"/>
                    <a:pt x="137" y="166"/>
                  </a:cubicBezTo>
                  <a:cubicBezTo>
                    <a:pt x="129" y="144"/>
                    <a:pt x="131" y="127"/>
                    <a:pt x="124" y="107"/>
                  </a:cubicBezTo>
                  <a:cubicBezTo>
                    <a:pt x="128" y="110"/>
                    <a:pt x="133" y="113"/>
                    <a:pt x="137" y="116"/>
                  </a:cubicBezTo>
                  <a:cubicBezTo>
                    <a:pt x="151" y="124"/>
                    <a:pt x="166" y="128"/>
                    <a:pt x="182" y="128"/>
                  </a:cubicBezTo>
                  <a:cubicBezTo>
                    <a:pt x="198" y="128"/>
                    <a:pt x="214" y="124"/>
                    <a:pt x="227" y="116"/>
                  </a:cubicBezTo>
                  <a:cubicBezTo>
                    <a:pt x="231" y="114"/>
                    <a:pt x="234" y="112"/>
                    <a:pt x="237" y="110"/>
                  </a:cubicBezTo>
                  <a:cubicBezTo>
                    <a:pt x="237" y="109"/>
                    <a:pt x="238" y="109"/>
                    <a:pt x="238" y="108"/>
                  </a:cubicBezTo>
                  <a:cubicBezTo>
                    <a:pt x="239" y="107"/>
                    <a:pt x="239" y="105"/>
                    <a:pt x="239" y="104"/>
                  </a:cubicBezTo>
                  <a:cubicBezTo>
                    <a:pt x="239" y="102"/>
                    <a:pt x="239" y="101"/>
                    <a:pt x="238" y="100"/>
                  </a:cubicBezTo>
                  <a:cubicBezTo>
                    <a:pt x="229" y="80"/>
                    <a:pt x="224" y="58"/>
                    <a:pt x="224" y="37"/>
                  </a:cubicBezTo>
                  <a:cubicBezTo>
                    <a:pt x="224" y="36"/>
                    <a:pt x="224" y="35"/>
                    <a:pt x="224" y="35"/>
                  </a:cubicBezTo>
                  <a:cubicBezTo>
                    <a:pt x="252" y="45"/>
                    <a:pt x="293" y="39"/>
                    <a:pt x="289" y="9"/>
                  </a:cubicBezTo>
                  <a:cubicBezTo>
                    <a:pt x="289" y="8"/>
                    <a:pt x="289" y="7"/>
                    <a:pt x="288" y="5"/>
                  </a:cubicBezTo>
                  <a:cubicBezTo>
                    <a:pt x="287" y="4"/>
                    <a:pt x="287" y="4"/>
                    <a:pt x="285" y="3"/>
                  </a:cubicBezTo>
                  <a:cubicBezTo>
                    <a:pt x="283" y="2"/>
                    <a:pt x="283" y="2"/>
                    <a:pt x="282" y="2"/>
                  </a:cubicBezTo>
                  <a:cubicBezTo>
                    <a:pt x="280" y="2"/>
                    <a:pt x="279" y="2"/>
                    <a:pt x="278" y="3"/>
                  </a:cubicBezTo>
                  <a:cubicBezTo>
                    <a:pt x="277" y="4"/>
                    <a:pt x="276" y="4"/>
                    <a:pt x="275" y="5"/>
                  </a:cubicBezTo>
                  <a:cubicBezTo>
                    <a:pt x="274" y="7"/>
                    <a:pt x="274" y="8"/>
                    <a:pt x="274" y="9"/>
                  </a:cubicBezTo>
                  <a:cubicBezTo>
                    <a:pt x="271" y="23"/>
                    <a:pt x="233" y="24"/>
                    <a:pt x="220" y="15"/>
                  </a:cubicBezTo>
                  <a:cubicBezTo>
                    <a:pt x="219" y="11"/>
                    <a:pt x="217" y="7"/>
                    <a:pt x="215" y="4"/>
                  </a:cubicBezTo>
                  <a:cubicBezTo>
                    <a:pt x="214" y="3"/>
                    <a:pt x="214" y="2"/>
                    <a:pt x="212" y="1"/>
                  </a:cubicBezTo>
                  <a:cubicBezTo>
                    <a:pt x="211" y="0"/>
                    <a:pt x="210" y="0"/>
                    <a:pt x="209" y="0"/>
                  </a:cubicBezTo>
                  <a:cubicBezTo>
                    <a:pt x="208" y="0"/>
                    <a:pt x="206" y="0"/>
                    <a:pt x="205" y="1"/>
                  </a:cubicBezTo>
                  <a:cubicBezTo>
                    <a:pt x="204" y="2"/>
                    <a:pt x="204" y="3"/>
                    <a:pt x="203" y="4"/>
                  </a:cubicBezTo>
                  <a:cubicBezTo>
                    <a:pt x="202" y="5"/>
                    <a:pt x="202" y="5"/>
                    <a:pt x="202" y="7"/>
                  </a:cubicBezTo>
                  <a:cubicBezTo>
                    <a:pt x="202" y="8"/>
                    <a:pt x="202" y="8"/>
                    <a:pt x="202" y="9"/>
                  </a:cubicBezTo>
                  <a:cubicBezTo>
                    <a:pt x="202" y="13"/>
                    <a:pt x="203" y="17"/>
                    <a:pt x="204" y="20"/>
                  </a:cubicBezTo>
                  <a:cubicBezTo>
                    <a:pt x="205" y="22"/>
                    <a:pt x="207" y="23"/>
                    <a:pt x="208" y="24"/>
                  </a:cubicBezTo>
                  <a:cubicBezTo>
                    <a:pt x="212" y="46"/>
                    <a:pt x="205" y="72"/>
                    <a:pt x="213" y="91"/>
                  </a:cubicBezTo>
                  <a:cubicBezTo>
                    <a:pt x="229" y="132"/>
                    <a:pt x="126" y="91"/>
                    <a:pt x="113" y="87"/>
                  </a:cubicBezTo>
                  <a:lnTo>
                    <a:pt x="112" y="87"/>
                  </a:lnTo>
                  <a:cubicBezTo>
                    <a:pt x="110" y="87"/>
                    <a:pt x="110" y="87"/>
                    <a:pt x="109" y="88"/>
                  </a:cubicBezTo>
                  <a:cubicBezTo>
                    <a:pt x="108" y="89"/>
                    <a:pt x="107" y="89"/>
                    <a:pt x="106" y="90"/>
                  </a:cubicBezTo>
                  <a:cubicBezTo>
                    <a:pt x="105" y="91"/>
                    <a:pt x="106" y="92"/>
                    <a:pt x="106" y="93"/>
                  </a:cubicBezTo>
                  <a:cubicBezTo>
                    <a:pt x="106" y="94"/>
                    <a:pt x="105" y="95"/>
                    <a:pt x="106" y="96"/>
                  </a:cubicBezTo>
                  <a:cubicBezTo>
                    <a:pt x="107" y="97"/>
                    <a:pt x="107" y="97"/>
                    <a:pt x="107" y="97"/>
                  </a:cubicBezTo>
                  <a:cubicBezTo>
                    <a:pt x="134" y="119"/>
                    <a:pt x="119" y="136"/>
                    <a:pt x="124" y="160"/>
                  </a:cubicBezTo>
                  <a:cubicBezTo>
                    <a:pt x="128" y="183"/>
                    <a:pt x="144" y="223"/>
                    <a:pt x="102" y="209"/>
                  </a:cubicBezTo>
                  <a:cubicBezTo>
                    <a:pt x="72" y="199"/>
                    <a:pt x="45" y="172"/>
                    <a:pt x="14" y="167"/>
                  </a:cubicBezTo>
                  <a:cubicBezTo>
                    <a:pt x="12" y="157"/>
                    <a:pt x="10" y="147"/>
                    <a:pt x="9" y="137"/>
                  </a:cubicBezTo>
                  <a:cubicBezTo>
                    <a:pt x="9" y="134"/>
                    <a:pt x="4" y="134"/>
                    <a:pt x="4" y="137"/>
                  </a:cubicBezTo>
                  <a:cubicBezTo>
                    <a:pt x="3" y="145"/>
                    <a:pt x="3" y="153"/>
                    <a:pt x="3" y="160"/>
                  </a:cubicBezTo>
                  <a:cubicBezTo>
                    <a:pt x="3" y="163"/>
                    <a:pt x="3" y="165"/>
                    <a:pt x="3" y="167"/>
                  </a:cubicBezTo>
                  <a:cubicBezTo>
                    <a:pt x="2" y="168"/>
                    <a:pt x="1" y="169"/>
                    <a:pt x="1" y="169"/>
                  </a:cubicBezTo>
                  <a:cubicBezTo>
                    <a:pt x="1" y="170"/>
                    <a:pt x="0" y="170"/>
                    <a:pt x="0" y="172"/>
                  </a:cubicBezTo>
                  <a:cubicBezTo>
                    <a:pt x="0" y="173"/>
                    <a:pt x="1" y="175"/>
                    <a:pt x="1" y="176"/>
                  </a:cubicBezTo>
                  <a:cubicBezTo>
                    <a:pt x="1" y="176"/>
                    <a:pt x="2" y="177"/>
                    <a:pt x="3" y="178"/>
                  </a:cubicBezTo>
                  <a:cubicBezTo>
                    <a:pt x="4" y="192"/>
                    <a:pt x="7" y="207"/>
                    <a:pt x="14" y="221"/>
                  </a:cubicBezTo>
                  <a:cubicBezTo>
                    <a:pt x="16" y="226"/>
                    <a:pt x="18" y="231"/>
                    <a:pt x="21" y="236"/>
                  </a:cubicBezTo>
                  <a:cubicBezTo>
                    <a:pt x="24" y="242"/>
                    <a:pt x="30" y="249"/>
                    <a:pt x="34" y="255"/>
                  </a:cubicBezTo>
                  <a:cubicBezTo>
                    <a:pt x="45" y="266"/>
                    <a:pt x="54" y="277"/>
                    <a:pt x="63" y="289"/>
                  </a:cubicBezTo>
                  <a:cubicBezTo>
                    <a:pt x="65" y="293"/>
                    <a:pt x="68" y="294"/>
                    <a:pt x="72" y="295"/>
                  </a:cubicBezTo>
                  <a:cubicBezTo>
                    <a:pt x="72" y="296"/>
                    <a:pt x="73" y="296"/>
                    <a:pt x="74" y="296"/>
                  </a:cubicBezTo>
                  <a:cubicBezTo>
                    <a:pt x="75" y="296"/>
                    <a:pt x="76" y="296"/>
                    <a:pt x="77" y="295"/>
                  </a:cubicBezTo>
                  <a:cubicBezTo>
                    <a:pt x="78" y="294"/>
                    <a:pt x="79" y="294"/>
                    <a:pt x="80" y="293"/>
                  </a:cubicBezTo>
                  <a:cubicBezTo>
                    <a:pt x="81" y="292"/>
                    <a:pt x="80" y="291"/>
                    <a:pt x="80" y="290"/>
                  </a:cubicBezTo>
                  <a:cubicBezTo>
                    <a:pt x="80" y="289"/>
                    <a:pt x="80" y="289"/>
                    <a:pt x="80" y="288"/>
                  </a:cubicBezTo>
                  <a:cubicBezTo>
                    <a:pt x="77" y="280"/>
                    <a:pt x="73" y="272"/>
                    <a:pt x="69" y="264"/>
                  </a:cubicBezTo>
                  <a:cubicBezTo>
                    <a:pt x="66" y="259"/>
                    <a:pt x="63" y="254"/>
                    <a:pt x="59" y="249"/>
                  </a:cubicBezTo>
                  <a:cubicBezTo>
                    <a:pt x="49" y="234"/>
                    <a:pt x="47" y="216"/>
                    <a:pt x="33" y="203"/>
                  </a:cubicBezTo>
                  <a:cubicBezTo>
                    <a:pt x="31" y="201"/>
                    <a:pt x="26" y="203"/>
                    <a:pt x="27" y="207"/>
                  </a:cubicBezTo>
                  <a:cubicBezTo>
                    <a:pt x="30" y="214"/>
                    <a:pt x="33" y="220"/>
                    <a:pt x="36" y="226"/>
                  </a:cubicBezTo>
                  <a:cubicBezTo>
                    <a:pt x="35" y="225"/>
                    <a:pt x="35" y="224"/>
                    <a:pt x="34" y="223"/>
                  </a:cubicBezTo>
                  <a:cubicBezTo>
                    <a:pt x="26" y="210"/>
                    <a:pt x="20" y="196"/>
                    <a:pt x="16" y="181"/>
                  </a:cubicBezTo>
                  <a:cubicBezTo>
                    <a:pt x="53" y="196"/>
                    <a:pt x="111" y="255"/>
                    <a:pt x="144"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8"/>
            <p:cNvSpPr/>
            <p:nvPr/>
          </p:nvSpPr>
          <p:spPr>
            <a:xfrm>
              <a:off x="7855920" y="3567600"/>
              <a:ext cx="131400" cy="722880"/>
            </a:xfrm>
            <a:custGeom>
              <a:rect b="b" l="l" r="r" t="t"/>
              <a:pathLst>
                <a:path extrusionOk="0" h="2008" w="365">
                  <a:moveTo>
                    <a:pt x="337" y="2005"/>
                  </a:moveTo>
                  <a:cubicBezTo>
                    <a:pt x="341" y="2007"/>
                    <a:pt x="345" y="2001"/>
                    <a:pt x="342" y="1998"/>
                  </a:cubicBezTo>
                  <a:cubicBezTo>
                    <a:pt x="322" y="1979"/>
                    <a:pt x="293" y="1973"/>
                    <a:pt x="271" y="1957"/>
                  </a:cubicBezTo>
                  <a:cubicBezTo>
                    <a:pt x="244" y="1937"/>
                    <a:pt x="221" y="1914"/>
                    <a:pt x="197" y="1892"/>
                  </a:cubicBezTo>
                  <a:cubicBezTo>
                    <a:pt x="173" y="1871"/>
                    <a:pt x="141" y="1842"/>
                    <a:pt x="130" y="1807"/>
                  </a:cubicBezTo>
                  <a:cubicBezTo>
                    <a:pt x="122" y="1781"/>
                    <a:pt x="117" y="1755"/>
                    <a:pt x="115" y="1728"/>
                  </a:cubicBezTo>
                  <a:cubicBezTo>
                    <a:pt x="129" y="1751"/>
                    <a:pt x="145" y="1773"/>
                    <a:pt x="159" y="1795"/>
                  </a:cubicBezTo>
                  <a:cubicBezTo>
                    <a:pt x="169" y="1811"/>
                    <a:pt x="180" y="1825"/>
                    <a:pt x="193" y="1838"/>
                  </a:cubicBezTo>
                  <a:cubicBezTo>
                    <a:pt x="193" y="1846"/>
                    <a:pt x="194" y="1853"/>
                    <a:pt x="196" y="1860"/>
                  </a:cubicBezTo>
                  <a:cubicBezTo>
                    <a:pt x="197" y="1868"/>
                    <a:pt x="206" y="1864"/>
                    <a:pt x="206" y="1859"/>
                  </a:cubicBezTo>
                  <a:cubicBezTo>
                    <a:pt x="205" y="1854"/>
                    <a:pt x="205" y="1852"/>
                    <a:pt x="204" y="1848"/>
                  </a:cubicBezTo>
                  <a:lnTo>
                    <a:pt x="208" y="1852"/>
                  </a:lnTo>
                  <a:lnTo>
                    <a:pt x="209" y="1852"/>
                  </a:lnTo>
                  <a:cubicBezTo>
                    <a:pt x="209" y="1853"/>
                    <a:pt x="210" y="1853"/>
                    <a:pt x="211" y="1853"/>
                  </a:cubicBezTo>
                  <a:lnTo>
                    <a:pt x="212" y="1852"/>
                  </a:lnTo>
                  <a:cubicBezTo>
                    <a:pt x="213" y="1852"/>
                    <a:pt x="213" y="1852"/>
                    <a:pt x="214" y="1851"/>
                  </a:cubicBezTo>
                  <a:cubicBezTo>
                    <a:pt x="215" y="1851"/>
                    <a:pt x="214" y="1850"/>
                    <a:pt x="214" y="1849"/>
                  </a:cubicBezTo>
                  <a:cubicBezTo>
                    <a:pt x="214" y="1848"/>
                    <a:pt x="214" y="1848"/>
                    <a:pt x="214" y="1847"/>
                  </a:cubicBezTo>
                  <a:cubicBezTo>
                    <a:pt x="210" y="1840"/>
                    <a:pt x="205" y="1833"/>
                    <a:pt x="201" y="1826"/>
                  </a:cubicBezTo>
                  <a:cubicBezTo>
                    <a:pt x="201" y="1824"/>
                    <a:pt x="201" y="1822"/>
                    <a:pt x="201" y="1820"/>
                  </a:cubicBezTo>
                  <a:cubicBezTo>
                    <a:pt x="201" y="1819"/>
                    <a:pt x="201" y="1817"/>
                    <a:pt x="201" y="1815"/>
                  </a:cubicBezTo>
                  <a:cubicBezTo>
                    <a:pt x="202" y="1809"/>
                    <a:pt x="202" y="1803"/>
                    <a:pt x="202" y="1797"/>
                  </a:cubicBezTo>
                  <a:cubicBezTo>
                    <a:pt x="202" y="1791"/>
                    <a:pt x="202" y="1785"/>
                    <a:pt x="201" y="1779"/>
                  </a:cubicBezTo>
                  <a:cubicBezTo>
                    <a:pt x="191" y="1741"/>
                    <a:pt x="185" y="1701"/>
                    <a:pt x="183" y="1661"/>
                  </a:cubicBezTo>
                  <a:cubicBezTo>
                    <a:pt x="201" y="1677"/>
                    <a:pt x="221" y="1689"/>
                    <a:pt x="238" y="1705"/>
                  </a:cubicBezTo>
                  <a:cubicBezTo>
                    <a:pt x="264" y="1726"/>
                    <a:pt x="304" y="1749"/>
                    <a:pt x="338" y="1739"/>
                  </a:cubicBezTo>
                  <a:cubicBezTo>
                    <a:pt x="339" y="1738"/>
                    <a:pt x="339" y="1738"/>
                    <a:pt x="339" y="1738"/>
                  </a:cubicBezTo>
                  <a:cubicBezTo>
                    <a:pt x="340" y="1738"/>
                    <a:pt x="340" y="1738"/>
                    <a:pt x="341" y="1737"/>
                  </a:cubicBezTo>
                  <a:cubicBezTo>
                    <a:pt x="342" y="1737"/>
                    <a:pt x="341" y="1735"/>
                    <a:pt x="341" y="1734"/>
                  </a:cubicBezTo>
                  <a:cubicBezTo>
                    <a:pt x="341" y="1734"/>
                    <a:pt x="342" y="1733"/>
                    <a:pt x="341" y="1732"/>
                  </a:cubicBezTo>
                  <a:cubicBezTo>
                    <a:pt x="340" y="1732"/>
                    <a:pt x="340" y="1731"/>
                    <a:pt x="339" y="1731"/>
                  </a:cubicBezTo>
                  <a:cubicBezTo>
                    <a:pt x="339" y="1731"/>
                    <a:pt x="339" y="1730"/>
                    <a:pt x="338" y="1730"/>
                  </a:cubicBezTo>
                  <a:cubicBezTo>
                    <a:pt x="334" y="1729"/>
                    <a:pt x="330" y="1727"/>
                    <a:pt x="326" y="1726"/>
                  </a:cubicBezTo>
                  <a:cubicBezTo>
                    <a:pt x="336" y="1706"/>
                    <a:pt x="330" y="1676"/>
                    <a:pt x="328" y="1655"/>
                  </a:cubicBezTo>
                  <a:cubicBezTo>
                    <a:pt x="325" y="1623"/>
                    <a:pt x="320" y="1582"/>
                    <a:pt x="295" y="1559"/>
                  </a:cubicBezTo>
                  <a:cubicBezTo>
                    <a:pt x="295" y="1559"/>
                    <a:pt x="295" y="1560"/>
                    <a:pt x="294" y="1559"/>
                  </a:cubicBezTo>
                  <a:cubicBezTo>
                    <a:pt x="293" y="1559"/>
                    <a:pt x="293" y="1558"/>
                    <a:pt x="292" y="1558"/>
                  </a:cubicBezTo>
                  <a:cubicBezTo>
                    <a:pt x="292" y="1558"/>
                    <a:pt x="292" y="1559"/>
                    <a:pt x="291" y="1559"/>
                  </a:cubicBezTo>
                  <a:cubicBezTo>
                    <a:pt x="290" y="1560"/>
                    <a:pt x="289" y="1559"/>
                    <a:pt x="289" y="1560"/>
                  </a:cubicBezTo>
                  <a:cubicBezTo>
                    <a:pt x="289" y="1561"/>
                    <a:pt x="289" y="1561"/>
                    <a:pt x="289" y="1562"/>
                  </a:cubicBezTo>
                  <a:lnTo>
                    <a:pt x="289" y="1563"/>
                  </a:lnTo>
                  <a:cubicBezTo>
                    <a:pt x="296" y="1584"/>
                    <a:pt x="302" y="1605"/>
                    <a:pt x="306" y="1626"/>
                  </a:cubicBezTo>
                  <a:cubicBezTo>
                    <a:pt x="310" y="1643"/>
                    <a:pt x="312" y="1661"/>
                    <a:pt x="314" y="1678"/>
                  </a:cubicBezTo>
                  <a:cubicBezTo>
                    <a:pt x="315" y="1685"/>
                    <a:pt x="316" y="1693"/>
                    <a:pt x="316" y="1700"/>
                  </a:cubicBezTo>
                  <a:cubicBezTo>
                    <a:pt x="316" y="1708"/>
                    <a:pt x="315" y="1716"/>
                    <a:pt x="314" y="1723"/>
                  </a:cubicBezTo>
                  <a:cubicBezTo>
                    <a:pt x="307" y="1722"/>
                    <a:pt x="301" y="1720"/>
                    <a:pt x="294" y="1719"/>
                  </a:cubicBezTo>
                  <a:cubicBezTo>
                    <a:pt x="285" y="1716"/>
                    <a:pt x="275" y="1712"/>
                    <a:pt x="267" y="1707"/>
                  </a:cubicBezTo>
                  <a:cubicBezTo>
                    <a:pt x="256" y="1700"/>
                    <a:pt x="246" y="1693"/>
                    <a:pt x="237" y="1684"/>
                  </a:cubicBezTo>
                  <a:cubicBezTo>
                    <a:pt x="209" y="1660"/>
                    <a:pt x="180" y="1637"/>
                    <a:pt x="152" y="1614"/>
                  </a:cubicBezTo>
                  <a:cubicBezTo>
                    <a:pt x="151" y="1614"/>
                    <a:pt x="152" y="1614"/>
                    <a:pt x="151" y="1613"/>
                  </a:cubicBezTo>
                  <a:cubicBezTo>
                    <a:pt x="150" y="1613"/>
                    <a:pt x="150" y="1613"/>
                    <a:pt x="149" y="1613"/>
                  </a:cubicBezTo>
                  <a:lnTo>
                    <a:pt x="148" y="1613"/>
                  </a:lnTo>
                  <a:cubicBezTo>
                    <a:pt x="147" y="1614"/>
                    <a:pt x="147" y="1614"/>
                    <a:pt x="146" y="1615"/>
                  </a:cubicBezTo>
                  <a:lnTo>
                    <a:pt x="146" y="1616"/>
                  </a:lnTo>
                  <a:cubicBezTo>
                    <a:pt x="146" y="1617"/>
                    <a:pt x="146" y="1617"/>
                    <a:pt x="146" y="1618"/>
                  </a:cubicBezTo>
                  <a:lnTo>
                    <a:pt x="147" y="1618"/>
                  </a:lnTo>
                  <a:cubicBezTo>
                    <a:pt x="156" y="1632"/>
                    <a:pt x="166" y="1644"/>
                    <a:pt x="177" y="1656"/>
                  </a:cubicBezTo>
                  <a:cubicBezTo>
                    <a:pt x="177" y="1691"/>
                    <a:pt x="179" y="1725"/>
                    <a:pt x="184" y="1759"/>
                  </a:cubicBezTo>
                  <a:cubicBezTo>
                    <a:pt x="185" y="1775"/>
                    <a:pt x="186" y="1790"/>
                    <a:pt x="187" y="1806"/>
                  </a:cubicBezTo>
                  <a:cubicBezTo>
                    <a:pt x="161" y="1764"/>
                    <a:pt x="132" y="1723"/>
                    <a:pt x="106" y="1681"/>
                  </a:cubicBezTo>
                  <a:cubicBezTo>
                    <a:pt x="105" y="1681"/>
                    <a:pt x="105" y="1680"/>
                    <a:pt x="105" y="1680"/>
                  </a:cubicBezTo>
                  <a:cubicBezTo>
                    <a:pt x="86" y="1646"/>
                    <a:pt x="71" y="1609"/>
                    <a:pt x="63" y="1571"/>
                  </a:cubicBezTo>
                  <a:cubicBezTo>
                    <a:pt x="59" y="1547"/>
                    <a:pt x="57" y="1522"/>
                    <a:pt x="57" y="1497"/>
                  </a:cubicBezTo>
                  <a:cubicBezTo>
                    <a:pt x="57" y="1493"/>
                    <a:pt x="57" y="1489"/>
                    <a:pt x="57" y="1484"/>
                  </a:cubicBezTo>
                  <a:lnTo>
                    <a:pt x="57" y="1485"/>
                  </a:lnTo>
                  <a:cubicBezTo>
                    <a:pt x="67" y="1520"/>
                    <a:pt x="102" y="1539"/>
                    <a:pt x="120" y="1569"/>
                  </a:cubicBezTo>
                  <a:cubicBezTo>
                    <a:pt x="123" y="1575"/>
                    <a:pt x="131" y="1571"/>
                    <a:pt x="131" y="1565"/>
                  </a:cubicBezTo>
                  <a:cubicBezTo>
                    <a:pt x="134" y="1551"/>
                    <a:pt x="138" y="1537"/>
                    <a:pt x="144" y="1523"/>
                  </a:cubicBezTo>
                  <a:cubicBezTo>
                    <a:pt x="146" y="1510"/>
                    <a:pt x="146" y="1486"/>
                    <a:pt x="148" y="1475"/>
                  </a:cubicBezTo>
                  <a:cubicBezTo>
                    <a:pt x="149" y="1464"/>
                    <a:pt x="150" y="1453"/>
                    <a:pt x="150" y="1442"/>
                  </a:cubicBezTo>
                  <a:cubicBezTo>
                    <a:pt x="150" y="1431"/>
                    <a:pt x="149" y="1420"/>
                    <a:pt x="148" y="1409"/>
                  </a:cubicBezTo>
                  <a:cubicBezTo>
                    <a:pt x="148" y="1409"/>
                    <a:pt x="148" y="1408"/>
                    <a:pt x="147" y="1408"/>
                  </a:cubicBezTo>
                  <a:cubicBezTo>
                    <a:pt x="147" y="1408"/>
                    <a:pt x="147" y="1407"/>
                    <a:pt x="146" y="1407"/>
                  </a:cubicBezTo>
                  <a:lnTo>
                    <a:pt x="145" y="1407"/>
                  </a:lnTo>
                  <a:lnTo>
                    <a:pt x="144" y="1407"/>
                  </a:lnTo>
                  <a:cubicBezTo>
                    <a:pt x="143" y="1407"/>
                    <a:pt x="143" y="1408"/>
                    <a:pt x="143" y="1408"/>
                  </a:cubicBezTo>
                  <a:cubicBezTo>
                    <a:pt x="142" y="1408"/>
                    <a:pt x="142" y="1409"/>
                    <a:pt x="142" y="1409"/>
                  </a:cubicBezTo>
                  <a:cubicBezTo>
                    <a:pt x="138" y="1441"/>
                    <a:pt x="133" y="1473"/>
                    <a:pt x="132" y="1505"/>
                  </a:cubicBezTo>
                  <a:cubicBezTo>
                    <a:pt x="130" y="1519"/>
                    <a:pt x="127" y="1533"/>
                    <a:pt x="122" y="1547"/>
                  </a:cubicBezTo>
                  <a:cubicBezTo>
                    <a:pt x="110" y="1527"/>
                    <a:pt x="94" y="1513"/>
                    <a:pt x="81" y="1494"/>
                  </a:cubicBezTo>
                  <a:cubicBezTo>
                    <a:pt x="58" y="1460"/>
                    <a:pt x="54" y="1409"/>
                    <a:pt x="55" y="1371"/>
                  </a:cubicBezTo>
                  <a:cubicBezTo>
                    <a:pt x="54" y="1355"/>
                    <a:pt x="53" y="1339"/>
                    <a:pt x="53" y="1323"/>
                  </a:cubicBezTo>
                  <a:cubicBezTo>
                    <a:pt x="53" y="1307"/>
                    <a:pt x="54" y="1291"/>
                    <a:pt x="55" y="1275"/>
                  </a:cubicBezTo>
                  <a:cubicBezTo>
                    <a:pt x="55" y="1273"/>
                    <a:pt x="55" y="1271"/>
                    <a:pt x="56" y="1270"/>
                  </a:cubicBezTo>
                  <a:lnTo>
                    <a:pt x="57" y="1270"/>
                  </a:lnTo>
                  <a:cubicBezTo>
                    <a:pt x="58" y="1271"/>
                    <a:pt x="59" y="1271"/>
                    <a:pt x="60" y="1271"/>
                  </a:cubicBezTo>
                  <a:cubicBezTo>
                    <a:pt x="61" y="1271"/>
                    <a:pt x="62" y="1271"/>
                    <a:pt x="63" y="1270"/>
                  </a:cubicBezTo>
                  <a:cubicBezTo>
                    <a:pt x="64" y="1270"/>
                    <a:pt x="65" y="1269"/>
                    <a:pt x="65" y="1268"/>
                  </a:cubicBezTo>
                  <a:cubicBezTo>
                    <a:pt x="85" y="1243"/>
                    <a:pt x="87" y="1205"/>
                    <a:pt x="92" y="1176"/>
                  </a:cubicBezTo>
                  <a:cubicBezTo>
                    <a:pt x="99" y="1140"/>
                    <a:pt x="117" y="1107"/>
                    <a:pt x="119" y="1071"/>
                  </a:cubicBezTo>
                  <a:cubicBezTo>
                    <a:pt x="119" y="1070"/>
                    <a:pt x="119" y="1071"/>
                    <a:pt x="118" y="1069"/>
                  </a:cubicBezTo>
                  <a:cubicBezTo>
                    <a:pt x="117" y="1068"/>
                    <a:pt x="118" y="1068"/>
                    <a:pt x="117" y="1067"/>
                  </a:cubicBezTo>
                  <a:cubicBezTo>
                    <a:pt x="116" y="1067"/>
                    <a:pt x="116" y="1067"/>
                    <a:pt x="115" y="1067"/>
                  </a:cubicBezTo>
                  <a:cubicBezTo>
                    <a:pt x="114" y="1067"/>
                    <a:pt x="113" y="1067"/>
                    <a:pt x="113" y="1067"/>
                  </a:cubicBezTo>
                  <a:cubicBezTo>
                    <a:pt x="112" y="1068"/>
                    <a:pt x="112" y="1068"/>
                    <a:pt x="111" y="1069"/>
                  </a:cubicBezTo>
                  <a:cubicBezTo>
                    <a:pt x="92" y="1120"/>
                    <a:pt x="77" y="1172"/>
                    <a:pt x="68" y="1226"/>
                  </a:cubicBezTo>
                  <a:cubicBezTo>
                    <a:pt x="67" y="1233"/>
                    <a:pt x="65" y="1239"/>
                    <a:pt x="63" y="1246"/>
                  </a:cubicBezTo>
                  <a:cubicBezTo>
                    <a:pt x="62" y="1248"/>
                    <a:pt x="62" y="1250"/>
                    <a:pt x="60" y="1252"/>
                  </a:cubicBezTo>
                  <a:cubicBezTo>
                    <a:pt x="59" y="1253"/>
                    <a:pt x="60" y="1253"/>
                    <a:pt x="59" y="1254"/>
                  </a:cubicBezTo>
                  <a:cubicBezTo>
                    <a:pt x="62" y="1244"/>
                    <a:pt x="64" y="1235"/>
                    <a:pt x="64" y="1225"/>
                  </a:cubicBezTo>
                  <a:cubicBezTo>
                    <a:pt x="64" y="1223"/>
                    <a:pt x="64" y="1220"/>
                    <a:pt x="63" y="1218"/>
                  </a:cubicBezTo>
                  <a:lnTo>
                    <a:pt x="63" y="1217"/>
                  </a:lnTo>
                  <a:lnTo>
                    <a:pt x="62" y="1216"/>
                  </a:lnTo>
                  <a:lnTo>
                    <a:pt x="61" y="1216"/>
                  </a:lnTo>
                  <a:cubicBezTo>
                    <a:pt x="60" y="1216"/>
                    <a:pt x="60" y="1216"/>
                    <a:pt x="59" y="1216"/>
                  </a:cubicBezTo>
                  <a:cubicBezTo>
                    <a:pt x="58" y="1217"/>
                    <a:pt x="59" y="1217"/>
                    <a:pt x="58" y="1217"/>
                  </a:cubicBezTo>
                  <a:cubicBezTo>
                    <a:pt x="57" y="1218"/>
                    <a:pt x="58" y="1218"/>
                    <a:pt x="58" y="1218"/>
                  </a:cubicBezTo>
                  <a:cubicBezTo>
                    <a:pt x="56" y="1228"/>
                    <a:pt x="53" y="1238"/>
                    <a:pt x="50" y="1247"/>
                  </a:cubicBezTo>
                  <a:cubicBezTo>
                    <a:pt x="46" y="1238"/>
                    <a:pt x="43" y="1229"/>
                    <a:pt x="42" y="1220"/>
                  </a:cubicBezTo>
                  <a:cubicBezTo>
                    <a:pt x="38" y="1203"/>
                    <a:pt x="32" y="1186"/>
                    <a:pt x="24" y="1171"/>
                  </a:cubicBezTo>
                  <a:cubicBezTo>
                    <a:pt x="2" y="1108"/>
                    <a:pt x="14" y="1034"/>
                    <a:pt x="30" y="966"/>
                  </a:cubicBezTo>
                  <a:cubicBezTo>
                    <a:pt x="30" y="968"/>
                    <a:pt x="31" y="969"/>
                    <a:pt x="32" y="971"/>
                  </a:cubicBezTo>
                  <a:cubicBezTo>
                    <a:pt x="33" y="973"/>
                    <a:pt x="34" y="974"/>
                    <a:pt x="36" y="976"/>
                  </a:cubicBezTo>
                  <a:cubicBezTo>
                    <a:pt x="36" y="977"/>
                    <a:pt x="37" y="977"/>
                    <a:pt x="37" y="977"/>
                  </a:cubicBezTo>
                  <a:cubicBezTo>
                    <a:pt x="38" y="978"/>
                    <a:pt x="39" y="978"/>
                    <a:pt x="41" y="978"/>
                  </a:cubicBezTo>
                  <a:cubicBezTo>
                    <a:pt x="42" y="978"/>
                    <a:pt x="43" y="978"/>
                    <a:pt x="44" y="977"/>
                  </a:cubicBezTo>
                  <a:cubicBezTo>
                    <a:pt x="45" y="977"/>
                    <a:pt x="45" y="977"/>
                    <a:pt x="46" y="976"/>
                  </a:cubicBezTo>
                  <a:cubicBezTo>
                    <a:pt x="74" y="954"/>
                    <a:pt x="92" y="909"/>
                    <a:pt x="106" y="875"/>
                  </a:cubicBezTo>
                  <a:cubicBezTo>
                    <a:pt x="106" y="876"/>
                    <a:pt x="106" y="876"/>
                    <a:pt x="106" y="877"/>
                  </a:cubicBezTo>
                  <a:cubicBezTo>
                    <a:pt x="106" y="888"/>
                    <a:pt x="109" y="898"/>
                    <a:pt x="114" y="908"/>
                  </a:cubicBezTo>
                  <a:cubicBezTo>
                    <a:pt x="117" y="919"/>
                    <a:pt x="122" y="930"/>
                    <a:pt x="127" y="939"/>
                  </a:cubicBezTo>
                  <a:cubicBezTo>
                    <a:pt x="133" y="950"/>
                    <a:pt x="140" y="958"/>
                    <a:pt x="148" y="967"/>
                  </a:cubicBezTo>
                  <a:cubicBezTo>
                    <a:pt x="149" y="967"/>
                    <a:pt x="149" y="968"/>
                    <a:pt x="149" y="968"/>
                  </a:cubicBezTo>
                  <a:cubicBezTo>
                    <a:pt x="150" y="968"/>
                    <a:pt x="152" y="969"/>
                    <a:pt x="153" y="969"/>
                  </a:cubicBezTo>
                  <a:cubicBezTo>
                    <a:pt x="154" y="969"/>
                    <a:pt x="156" y="969"/>
                    <a:pt x="157" y="968"/>
                  </a:cubicBezTo>
                  <a:cubicBezTo>
                    <a:pt x="158" y="968"/>
                    <a:pt x="158" y="967"/>
                    <a:pt x="159" y="966"/>
                  </a:cubicBezTo>
                  <a:cubicBezTo>
                    <a:pt x="166" y="953"/>
                    <a:pt x="173" y="939"/>
                    <a:pt x="179" y="925"/>
                  </a:cubicBezTo>
                  <a:cubicBezTo>
                    <a:pt x="185" y="914"/>
                    <a:pt x="192" y="905"/>
                    <a:pt x="198" y="895"/>
                  </a:cubicBezTo>
                  <a:cubicBezTo>
                    <a:pt x="206" y="900"/>
                    <a:pt x="210" y="914"/>
                    <a:pt x="215" y="920"/>
                  </a:cubicBezTo>
                  <a:cubicBezTo>
                    <a:pt x="218" y="923"/>
                    <a:pt x="221" y="926"/>
                    <a:pt x="224" y="927"/>
                  </a:cubicBezTo>
                  <a:cubicBezTo>
                    <a:pt x="228" y="930"/>
                    <a:pt x="232" y="931"/>
                    <a:pt x="237" y="931"/>
                  </a:cubicBezTo>
                  <a:cubicBezTo>
                    <a:pt x="238" y="932"/>
                    <a:pt x="239" y="932"/>
                    <a:pt x="240" y="932"/>
                  </a:cubicBezTo>
                  <a:cubicBezTo>
                    <a:pt x="243" y="932"/>
                    <a:pt x="247" y="931"/>
                    <a:pt x="250" y="929"/>
                  </a:cubicBezTo>
                  <a:cubicBezTo>
                    <a:pt x="253" y="927"/>
                    <a:pt x="255" y="925"/>
                    <a:pt x="257" y="922"/>
                  </a:cubicBezTo>
                  <a:cubicBezTo>
                    <a:pt x="259" y="919"/>
                    <a:pt x="259" y="915"/>
                    <a:pt x="259" y="912"/>
                  </a:cubicBezTo>
                  <a:cubicBezTo>
                    <a:pt x="259" y="909"/>
                    <a:pt x="259" y="905"/>
                    <a:pt x="257" y="902"/>
                  </a:cubicBezTo>
                  <a:lnTo>
                    <a:pt x="256" y="901"/>
                  </a:lnTo>
                  <a:cubicBezTo>
                    <a:pt x="256" y="900"/>
                    <a:pt x="255" y="901"/>
                    <a:pt x="254" y="900"/>
                  </a:cubicBezTo>
                  <a:cubicBezTo>
                    <a:pt x="253" y="900"/>
                    <a:pt x="253" y="899"/>
                    <a:pt x="252" y="899"/>
                  </a:cubicBezTo>
                  <a:cubicBezTo>
                    <a:pt x="251" y="899"/>
                    <a:pt x="251" y="900"/>
                    <a:pt x="250" y="900"/>
                  </a:cubicBezTo>
                  <a:cubicBezTo>
                    <a:pt x="249" y="901"/>
                    <a:pt x="249" y="900"/>
                    <a:pt x="248" y="901"/>
                  </a:cubicBezTo>
                  <a:cubicBezTo>
                    <a:pt x="237" y="924"/>
                    <a:pt x="225" y="899"/>
                    <a:pt x="218" y="889"/>
                  </a:cubicBezTo>
                  <a:cubicBezTo>
                    <a:pt x="218" y="889"/>
                    <a:pt x="218" y="888"/>
                    <a:pt x="217" y="888"/>
                  </a:cubicBezTo>
                  <a:cubicBezTo>
                    <a:pt x="215" y="884"/>
                    <a:pt x="212" y="882"/>
                    <a:pt x="208" y="879"/>
                  </a:cubicBezTo>
                  <a:cubicBezTo>
                    <a:pt x="204" y="877"/>
                    <a:pt x="200" y="875"/>
                    <a:pt x="195" y="875"/>
                  </a:cubicBezTo>
                  <a:lnTo>
                    <a:pt x="194" y="875"/>
                  </a:lnTo>
                  <a:cubicBezTo>
                    <a:pt x="193" y="875"/>
                    <a:pt x="192" y="875"/>
                    <a:pt x="190" y="876"/>
                  </a:cubicBezTo>
                  <a:cubicBezTo>
                    <a:pt x="188" y="877"/>
                    <a:pt x="187" y="878"/>
                    <a:pt x="186" y="880"/>
                  </a:cubicBezTo>
                  <a:lnTo>
                    <a:pt x="186" y="881"/>
                  </a:lnTo>
                  <a:cubicBezTo>
                    <a:pt x="179" y="896"/>
                    <a:pt x="168" y="909"/>
                    <a:pt x="160" y="924"/>
                  </a:cubicBezTo>
                  <a:cubicBezTo>
                    <a:pt x="156" y="932"/>
                    <a:pt x="155" y="940"/>
                    <a:pt x="151" y="949"/>
                  </a:cubicBezTo>
                  <a:cubicBezTo>
                    <a:pt x="150" y="946"/>
                    <a:pt x="147" y="944"/>
                    <a:pt x="146" y="941"/>
                  </a:cubicBezTo>
                  <a:cubicBezTo>
                    <a:pt x="141" y="934"/>
                    <a:pt x="138" y="925"/>
                    <a:pt x="134" y="917"/>
                  </a:cubicBezTo>
                  <a:cubicBezTo>
                    <a:pt x="125" y="900"/>
                    <a:pt x="117" y="882"/>
                    <a:pt x="111" y="863"/>
                  </a:cubicBezTo>
                  <a:cubicBezTo>
                    <a:pt x="111" y="863"/>
                    <a:pt x="112" y="863"/>
                    <a:pt x="111" y="862"/>
                  </a:cubicBezTo>
                  <a:cubicBezTo>
                    <a:pt x="110" y="862"/>
                    <a:pt x="110" y="862"/>
                    <a:pt x="110" y="862"/>
                  </a:cubicBezTo>
                  <a:cubicBezTo>
                    <a:pt x="109" y="862"/>
                    <a:pt x="109" y="862"/>
                    <a:pt x="109" y="862"/>
                  </a:cubicBezTo>
                  <a:cubicBezTo>
                    <a:pt x="108" y="863"/>
                    <a:pt x="108" y="863"/>
                    <a:pt x="108" y="863"/>
                  </a:cubicBezTo>
                  <a:cubicBezTo>
                    <a:pt x="108" y="864"/>
                    <a:pt x="108" y="865"/>
                    <a:pt x="108" y="867"/>
                  </a:cubicBezTo>
                  <a:cubicBezTo>
                    <a:pt x="107" y="866"/>
                    <a:pt x="107" y="866"/>
                    <a:pt x="107" y="866"/>
                  </a:cubicBezTo>
                  <a:cubicBezTo>
                    <a:pt x="106" y="866"/>
                    <a:pt x="106" y="865"/>
                    <a:pt x="105" y="865"/>
                  </a:cubicBezTo>
                  <a:cubicBezTo>
                    <a:pt x="105" y="865"/>
                    <a:pt x="104" y="866"/>
                    <a:pt x="103" y="866"/>
                  </a:cubicBezTo>
                  <a:lnTo>
                    <a:pt x="103" y="867"/>
                  </a:lnTo>
                  <a:cubicBezTo>
                    <a:pt x="93" y="876"/>
                    <a:pt x="84" y="888"/>
                    <a:pt x="77" y="899"/>
                  </a:cubicBezTo>
                  <a:cubicBezTo>
                    <a:pt x="74" y="905"/>
                    <a:pt x="71" y="909"/>
                    <a:pt x="69" y="915"/>
                  </a:cubicBezTo>
                  <a:cubicBezTo>
                    <a:pt x="62" y="927"/>
                    <a:pt x="55" y="940"/>
                    <a:pt x="48" y="952"/>
                  </a:cubicBezTo>
                  <a:cubicBezTo>
                    <a:pt x="43" y="960"/>
                    <a:pt x="41" y="943"/>
                    <a:pt x="39" y="927"/>
                  </a:cubicBezTo>
                  <a:cubicBezTo>
                    <a:pt x="43" y="914"/>
                    <a:pt x="46" y="901"/>
                    <a:pt x="49" y="889"/>
                  </a:cubicBezTo>
                  <a:cubicBezTo>
                    <a:pt x="49" y="886"/>
                    <a:pt x="45" y="884"/>
                    <a:pt x="44" y="887"/>
                  </a:cubicBezTo>
                  <a:lnTo>
                    <a:pt x="38" y="906"/>
                  </a:lnTo>
                  <a:cubicBezTo>
                    <a:pt x="38" y="904"/>
                    <a:pt x="38" y="904"/>
                    <a:pt x="38" y="903"/>
                  </a:cubicBezTo>
                  <a:cubicBezTo>
                    <a:pt x="38" y="842"/>
                    <a:pt x="48" y="781"/>
                    <a:pt x="67" y="722"/>
                  </a:cubicBezTo>
                  <a:cubicBezTo>
                    <a:pt x="68" y="723"/>
                    <a:pt x="69" y="724"/>
                    <a:pt x="71" y="724"/>
                  </a:cubicBezTo>
                  <a:cubicBezTo>
                    <a:pt x="72" y="724"/>
                    <a:pt x="74" y="723"/>
                    <a:pt x="75" y="722"/>
                  </a:cubicBezTo>
                  <a:cubicBezTo>
                    <a:pt x="76" y="722"/>
                    <a:pt x="76" y="722"/>
                    <a:pt x="76" y="722"/>
                  </a:cubicBezTo>
                  <a:cubicBezTo>
                    <a:pt x="95" y="709"/>
                    <a:pt x="112" y="695"/>
                    <a:pt x="128" y="679"/>
                  </a:cubicBezTo>
                  <a:cubicBezTo>
                    <a:pt x="135" y="672"/>
                    <a:pt x="141" y="665"/>
                    <a:pt x="147" y="657"/>
                  </a:cubicBezTo>
                  <a:cubicBezTo>
                    <a:pt x="152" y="650"/>
                    <a:pt x="176" y="607"/>
                    <a:pt x="173" y="637"/>
                  </a:cubicBezTo>
                  <a:cubicBezTo>
                    <a:pt x="170" y="668"/>
                    <a:pt x="171" y="720"/>
                    <a:pt x="198" y="745"/>
                  </a:cubicBezTo>
                  <a:cubicBezTo>
                    <a:pt x="198" y="746"/>
                    <a:pt x="198" y="747"/>
                    <a:pt x="199" y="747"/>
                  </a:cubicBezTo>
                  <a:cubicBezTo>
                    <a:pt x="201" y="748"/>
                    <a:pt x="201" y="748"/>
                    <a:pt x="203" y="748"/>
                  </a:cubicBezTo>
                  <a:cubicBezTo>
                    <a:pt x="204" y="748"/>
                    <a:pt x="206" y="748"/>
                    <a:pt x="208" y="747"/>
                  </a:cubicBezTo>
                  <a:cubicBezTo>
                    <a:pt x="209" y="747"/>
                    <a:pt x="209" y="746"/>
                    <a:pt x="209" y="745"/>
                  </a:cubicBezTo>
                  <a:cubicBezTo>
                    <a:pt x="221" y="732"/>
                    <a:pt x="219" y="715"/>
                    <a:pt x="227" y="699"/>
                  </a:cubicBezTo>
                  <a:cubicBezTo>
                    <a:pt x="234" y="684"/>
                    <a:pt x="242" y="667"/>
                    <a:pt x="249" y="650"/>
                  </a:cubicBezTo>
                  <a:cubicBezTo>
                    <a:pt x="255" y="678"/>
                    <a:pt x="266" y="713"/>
                    <a:pt x="291" y="714"/>
                  </a:cubicBezTo>
                  <a:cubicBezTo>
                    <a:pt x="311" y="714"/>
                    <a:pt x="321" y="681"/>
                    <a:pt x="318" y="666"/>
                  </a:cubicBezTo>
                  <a:lnTo>
                    <a:pt x="317" y="664"/>
                  </a:lnTo>
                  <a:cubicBezTo>
                    <a:pt x="317" y="664"/>
                    <a:pt x="316" y="663"/>
                    <a:pt x="315" y="662"/>
                  </a:cubicBezTo>
                  <a:cubicBezTo>
                    <a:pt x="314" y="662"/>
                    <a:pt x="313" y="661"/>
                    <a:pt x="312" y="661"/>
                  </a:cubicBezTo>
                  <a:cubicBezTo>
                    <a:pt x="310" y="661"/>
                    <a:pt x="309" y="662"/>
                    <a:pt x="308" y="662"/>
                  </a:cubicBezTo>
                  <a:cubicBezTo>
                    <a:pt x="307" y="663"/>
                    <a:pt x="306" y="663"/>
                    <a:pt x="306" y="664"/>
                  </a:cubicBezTo>
                  <a:cubicBezTo>
                    <a:pt x="306" y="665"/>
                    <a:pt x="305" y="666"/>
                    <a:pt x="305" y="666"/>
                  </a:cubicBezTo>
                  <a:cubicBezTo>
                    <a:pt x="290" y="721"/>
                    <a:pt x="266" y="651"/>
                    <a:pt x="257" y="627"/>
                  </a:cubicBezTo>
                  <a:cubicBezTo>
                    <a:pt x="256" y="626"/>
                    <a:pt x="256" y="625"/>
                    <a:pt x="255" y="624"/>
                  </a:cubicBezTo>
                  <a:cubicBezTo>
                    <a:pt x="254" y="624"/>
                    <a:pt x="252" y="623"/>
                    <a:pt x="251" y="623"/>
                  </a:cubicBezTo>
                  <a:cubicBezTo>
                    <a:pt x="249" y="623"/>
                    <a:pt x="249" y="624"/>
                    <a:pt x="248" y="624"/>
                  </a:cubicBezTo>
                  <a:cubicBezTo>
                    <a:pt x="247" y="625"/>
                    <a:pt x="246" y="626"/>
                    <a:pt x="246" y="627"/>
                  </a:cubicBezTo>
                  <a:cubicBezTo>
                    <a:pt x="242" y="632"/>
                    <a:pt x="240" y="637"/>
                    <a:pt x="237" y="642"/>
                  </a:cubicBezTo>
                  <a:cubicBezTo>
                    <a:pt x="222" y="667"/>
                    <a:pt x="210" y="695"/>
                    <a:pt x="202" y="724"/>
                  </a:cubicBezTo>
                  <a:cubicBezTo>
                    <a:pt x="199" y="708"/>
                    <a:pt x="195" y="693"/>
                    <a:pt x="190" y="678"/>
                  </a:cubicBezTo>
                  <a:cubicBezTo>
                    <a:pt x="188" y="655"/>
                    <a:pt x="187" y="631"/>
                    <a:pt x="183" y="609"/>
                  </a:cubicBezTo>
                  <a:cubicBezTo>
                    <a:pt x="183" y="608"/>
                    <a:pt x="183" y="607"/>
                    <a:pt x="182" y="606"/>
                  </a:cubicBezTo>
                  <a:cubicBezTo>
                    <a:pt x="182" y="606"/>
                    <a:pt x="181" y="606"/>
                    <a:pt x="180" y="605"/>
                  </a:cubicBezTo>
                  <a:cubicBezTo>
                    <a:pt x="179" y="605"/>
                    <a:pt x="179" y="605"/>
                    <a:pt x="178" y="605"/>
                  </a:cubicBezTo>
                  <a:cubicBezTo>
                    <a:pt x="177" y="605"/>
                    <a:pt x="176" y="605"/>
                    <a:pt x="175" y="605"/>
                  </a:cubicBezTo>
                  <a:cubicBezTo>
                    <a:pt x="161" y="614"/>
                    <a:pt x="150" y="626"/>
                    <a:pt x="141" y="639"/>
                  </a:cubicBezTo>
                  <a:cubicBezTo>
                    <a:pt x="123" y="661"/>
                    <a:pt x="102" y="680"/>
                    <a:pt x="80" y="698"/>
                  </a:cubicBezTo>
                  <a:cubicBezTo>
                    <a:pt x="80" y="690"/>
                    <a:pt x="81" y="683"/>
                    <a:pt x="82" y="675"/>
                  </a:cubicBezTo>
                  <a:cubicBezTo>
                    <a:pt x="83" y="667"/>
                    <a:pt x="86" y="664"/>
                    <a:pt x="88" y="658"/>
                  </a:cubicBezTo>
                  <a:cubicBezTo>
                    <a:pt x="88" y="656"/>
                    <a:pt x="87" y="654"/>
                    <a:pt x="85" y="654"/>
                  </a:cubicBezTo>
                  <a:cubicBezTo>
                    <a:pt x="90" y="624"/>
                    <a:pt x="97" y="593"/>
                    <a:pt x="102" y="566"/>
                  </a:cubicBezTo>
                  <a:cubicBezTo>
                    <a:pt x="106" y="546"/>
                    <a:pt x="111" y="527"/>
                    <a:pt x="119" y="507"/>
                  </a:cubicBezTo>
                  <a:cubicBezTo>
                    <a:pt x="119" y="510"/>
                    <a:pt x="121" y="512"/>
                    <a:pt x="122" y="515"/>
                  </a:cubicBezTo>
                  <a:cubicBezTo>
                    <a:pt x="124" y="517"/>
                    <a:pt x="125" y="520"/>
                    <a:pt x="127" y="522"/>
                  </a:cubicBezTo>
                  <a:cubicBezTo>
                    <a:pt x="128" y="523"/>
                    <a:pt x="128" y="523"/>
                    <a:pt x="129" y="524"/>
                  </a:cubicBezTo>
                  <a:cubicBezTo>
                    <a:pt x="131" y="525"/>
                    <a:pt x="132" y="525"/>
                    <a:pt x="134" y="525"/>
                  </a:cubicBezTo>
                  <a:cubicBezTo>
                    <a:pt x="136" y="525"/>
                    <a:pt x="137" y="525"/>
                    <a:pt x="139" y="524"/>
                  </a:cubicBezTo>
                  <a:cubicBezTo>
                    <a:pt x="140" y="523"/>
                    <a:pt x="140" y="523"/>
                    <a:pt x="141" y="522"/>
                  </a:cubicBezTo>
                  <a:cubicBezTo>
                    <a:pt x="154" y="505"/>
                    <a:pt x="167" y="489"/>
                    <a:pt x="181" y="473"/>
                  </a:cubicBezTo>
                  <a:cubicBezTo>
                    <a:pt x="194" y="456"/>
                    <a:pt x="209" y="429"/>
                    <a:pt x="223" y="463"/>
                  </a:cubicBezTo>
                  <a:cubicBezTo>
                    <a:pt x="228" y="475"/>
                    <a:pt x="237" y="506"/>
                    <a:pt x="257" y="499"/>
                  </a:cubicBezTo>
                  <a:cubicBezTo>
                    <a:pt x="260" y="498"/>
                    <a:pt x="262" y="497"/>
                    <a:pt x="264" y="496"/>
                  </a:cubicBezTo>
                  <a:cubicBezTo>
                    <a:pt x="270" y="492"/>
                    <a:pt x="276" y="487"/>
                    <a:pt x="279" y="481"/>
                  </a:cubicBezTo>
                  <a:cubicBezTo>
                    <a:pt x="280" y="479"/>
                    <a:pt x="281" y="477"/>
                    <a:pt x="282" y="475"/>
                  </a:cubicBezTo>
                  <a:cubicBezTo>
                    <a:pt x="284" y="471"/>
                    <a:pt x="292" y="495"/>
                    <a:pt x="294" y="499"/>
                  </a:cubicBezTo>
                  <a:cubicBezTo>
                    <a:pt x="295" y="500"/>
                    <a:pt x="295" y="500"/>
                    <a:pt x="296" y="502"/>
                  </a:cubicBezTo>
                  <a:cubicBezTo>
                    <a:pt x="298" y="505"/>
                    <a:pt x="301" y="509"/>
                    <a:pt x="305" y="511"/>
                  </a:cubicBezTo>
                  <a:cubicBezTo>
                    <a:pt x="309" y="513"/>
                    <a:pt x="313" y="514"/>
                    <a:pt x="317" y="514"/>
                  </a:cubicBezTo>
                  <a:cubicBezTo>
                    <a:pt x="321" y="514"/>
                    <a:pt x="324" y="514"/>
                    <a:pt x="327" y="513"/>
                  </a:cubicBezTo>
                  <a:cubicBezTo>
                    <a:pt x="328" y="512"/>
                    <a:pt x="329" y="512"/>
                    <a:pt x="329" y="512"/>
                  </a:cubicBezTo>
                  <a:cubicBezTo>
                    <a:pt x="331" y="511"/>
                    <a:pt x="331" y="510"/>
                    <a:pt x="332" y="509"/>
                  </a:cubicBezTo>
                  <a:cubicBezTo>
                    <a:pt x="333" y="507"/>
                    <a:pt x="333" y="506"/>
                    <a:pt x="333" y="505"/>
                  </a:cubicBezTo>
                  <a:cubicBezTo>
                    <a:pt x="333" y="504"/>
                    <a:pt x="333" y="504"/>
                    <a:pt x="333" y="503"/>
                  </a:cubicBezTo>
                  <a:lnTo>
                    <a:pt x="333" y="500"/>
                  </a:lnTo>
                  <a:cubicBezTo>
                    <a:pt x="333" y="499"/>
                    <a:pt x="333" y="498"/>
                    <a:pt x="332" y="498"/>
                  </a:cubicBezTo>
                  <a:cubicBezTo>
                    <a:pt x="331" y="497"/>
                    <a:pt x="331" y="495"/>
                    <a:pt x="330" y="495"/>
                  </a:cubicBezTo>
                  <a:cubicBezTo>
                    <a:pt x="329" y="494"/>
                    <a:pt x="328" y="495"/>
                    <a:pt x="327" y="495"/>
                  </a:cubicBezTo>
                  <a:cubicBezTo>
                    <a:pt x="326" y="495"/>
                    <a:pt x="324" y="494"/>
                    <a:pt x="323" y="495"/>
                  </a:cubicBezTo>
                  <a:cubicBezTo>
                    <a:pt x="322" y="495"/>
                    <a:pt x="321" y="497"/>
                    <a:pt x="321" y="498"/>
                  </a:cubicBezTo>
                  <a:cubicBezTo>
                    <a:pt x="317" y="505"/>
                    <a:pt x="301" y="466"/>
                    <a:pt x="300" y="464"/>
                  </a:cubicBezTo>
                  <a:cubicBezTo>
                    <a:pt x="298" y="461"/>
                    <a:pt x="295" y="458"/>
                    <a:pt x="291" y="456"/>
                  </a:cubicBezTo>
                  <a:cubicBezTo>
                    <a:pt x="288" y="454"/>
                    <a:pt x="284" y="453"/>
                    <a:pt x="280" y="452"/>
                  </a:cubicBezTo>
                  <a:lnTo>
                    <a:pt x="279" y="452"/>
                  </a:lnTo>
                  <a:cubicBezTo>
                    <a:pt x="278" y="452"/>
                    <a:pt x="277" y="452"/>
                    <a:pt x="275" y="454"/>
                  </a:cubicBezTo>
                  <a:cubicBezTo>
                    <a:pt x="273" y="455"/>
                    <a:pt x="272" y="456"/>
                    <a:pt x="271" y="457"/>
                  </a:cubicBezTo>
                  <a:lnTo>
                    <a:pt x="271" y="458"/>
                  </a:lnTo>
                  <a:cubicBezTo>
                    <a:pt x="253" y="501"/>
                    <a:pt x="233" y="436"/>
                    <a:pt x="221" y="419"/>
                  </a:cubicBezTo>
                  <a:cubicBezTo>
                    <a:pt x="221" y="418"/>
                    <a:pt x="220" y="417"/>
                    <a:pt x="219" y="417"/>
                  </a:cubicBezTo>
                  <a:cubicBezTo>
                    <a:pt x="217" y="415"/>
                    <a:pt x="216" y="416"/>
                    <a:pt x="214" y="416"/>
                  </a:cubicBezTo>
                  <a:cubicBezTo>
                    <a:pt x="213" y="416"/>
                    <a:pt x="212" y="416"/>
                    <a:pt x="211" y="417"/>
                  </a:cubicBezTo>
                  <a:cubicBezTo>
                    <a:pt x="191" y="424"/>
                    <a:pt x="179" y="445"/>
                    <a:pt x="167" y="462"/>
                  </a:cubicBezTo>
                  <a:cubicBezTo>
                    <a:pt x="158" y="476"/>
                    <a:pt x="145" y="487"/>
                    <a:pt x="135" y="501"/>
                  </a:cubicBezTo>
                  <a:cubicBezTo>
                    <a:pt x="141" y="488"/>
                    <a:pt x="144" y="474"/>
                    <a:pt x="145" y="459"/>
                  </a:cubicBezTo>
                  <a:cubicBezTo>
                    <a:pt x="146" y="454"/>
                    <a:pt x="147" y="448"/>
                    <a:pt x="149" y="443"/>
                  </a:cubicBezTo>
                  <a:cubicBezTo>
                    <a:pt x="150" y="437"/>
                    <a:pt x="158" y="427"/>
                    <a:pt x="162" y="419"/>
                  </a:cubicBezTo>
                  <a:cubicBezTo>
                    <a:pt x="163" y="417"/>
                    <a:pt x="160" y="415"/>
                    <a:pt x="158" y="417"/>
                  </a:cubicBezTo>
                  <a:lnTo>
                    <a:pt x="155" y="421"/>
                  </a:lnTo>
                  <a:cubicBezTo>
                    <a:pt x="170" y="369"/>
                    <a:pt x="191" y="318"/>
                    <a:pt x="218" y="271"/>
                  </a:cubicBezTo>
                  <a:cubicBezTo>
                    <a:pt x="219" y="270"/>
                    <a:pt x="219" y="269"/>
                    <a:pt x="220" y="268"/>
                  </a:cubicBezTo>
                  <a:cubicBezTo>
                    <a:pt x="220" y="281"/>
                    <a:pt x="220" y="293"/>
                    <a:pt x="220" y="305"/>
                  </a:cubicBezTo>
                  <a:cubicBezTo>
                    <a:pt x="220" y="306"/>
                    <a:pt x="220" y="306"/>
                    <a:pt x="220" y="306"/>
                  </a:cubicBezTo>
                  <a:cubicBezTo>
                    <a:pt x="220" y="308"/>
                    <a:pt x="220" y="309"/>
                    <a:pt x="221" y="311"/>
                  </a:cubicBezTo>
                  <a:cubicBezTo>
                    <a:pt x="222" y="312"/>
                    <a:pt x="223" y="313"/>
                    <a:pt x="225" y="314"/>
                  </a:cubicBezTo>
                  <a:cubicBezTo>
                    <a:pt x="227" y="315"/>
                    <a:pt x="227" y="315"/>
                    <a:pt x="229" y="315"/>
                  </a:cubicBezTo>
                  <a:cubicBezTo>
                    <a:pt x="230" y="315"/>
                    <a:pt x="232" y="315"/>
                    <a:pt x="234" y="314"/>
                  </a:cubicBezTo>
                  <a:cubicBezTo>
                    <a:pt x="236" y="313"/>
                    <a:pt x="236" y="312"/>
                    <a:pt x="237" y="311"/>
                  </a:cubicBezTo>
                  <a:cubicBezTo>
                    <a:pt x="237" y="310"/>
                    <a:pt x="238" y="310"/>
                    <a:pt x="238" y="309"/>
                  </a:cubicBezTo>
                  <a:cubicBezTo>
                    <a:pt x="247" y="288"/>
                    <a:pt x="271" y="284"/>
                    <a:pt x="286" y="268"/>
                  </a:cubicBezTo>
                  <a:cubicBezTo>
                    <a:pt x="304" y="250"/>
                    <a:pt x="298" y="277"/>
                    <a:pt x="296" y="292"/>
                  </a:cubicBezTo>
                  <a:cubicBezTo>
                    <a:pt x="294" y="312"/>
                    <a:pt x="289" y="334"/>
                    <a:pt x="302" y="350"/>
                  </a:cubicBezTo>
                  <a:cubicBezTo>
                    <a:pt x="303" y="351"/>
                    <a:pt x="303" y="350"/>
                    <a:pt x="304" y="351"/>
                  </a:cubicBezTo>
                  <a:cubicBezTo>
                    <a:pt x="305" y="351"/>
                    <a:pt x="307" y="352"/>
                    <a:pt x="308" y="352"/>
                  </a:cubicBezTo>
                  <a:cubicBezTo>
                    <a:pt x="309" y="352"/>
                    <a:pt x="310" y="352"/>
                    <a:pt x="310" y="352"/>
                  </a:cubicBezTo>
                  <a:cubicBezTo>
                    <a:pt x="324" y="349"/>
                    <a:pt x="330" y="338"/>
                    <a:pt x="342" y="332"/>
                  </a:cubicBezTo>
                  <a:cubicBezTo>
                    <a:pt x="351" y="328"/>
                    <a:pt x="344" y="313"/>
                    <a:pt x="335" y="317"/>
                  </a:cubicBezTo>
                  <a:cubicBezTo>
                    <a:pt x="316" y="324"/>
                    <a:pt x="310" y="337"/>
                    <a:pt x="311" y="307"/>
                  </a:cubicBezTo>
                  <a:cubicBezTo>
                    <a:pt x="312" y="300"/>
                    <a:pt x="312" y="293"/>
                    <a:pt x="312" y="285"/>
                  </a:cubicBezTo>
                  <a:cubicBezTo>
                    <a:pt x="312" y="270"/>
                    <a:pt x="311" y="255"/>
                    <a:pt x="308" y="240"/>
                  </a:cubicBezTo>
                  <a:lnTo>
                    <a:pt x="308" y="239"/>
                  </a:lnTo>
                  <a:cubicBezTo>
                    <a:pt x="307" y="238"/>
                    <a:pt x="306" y="237"/>
                    <a:pt x="306" y="237"/>
                  </a:cubicBezTo>
                  <a:cubicBezTo>
                    <a:pt x="305" y="236"/>
                    <a:pt x="304" y="236"/>
                    <a:pt x="302" y="236"/>
                  </a:cubicBezTo>
                  <a:lnTo>
                    <a:pt x="301" y="236"/>
                  </a:lnTo>
                  <a:cubicBezTo>
                    <a:pt x="281" y="245"/>
                    <a:pt x="268" y="262"/>
                    <a:pt x="249" y="273"/>
                  </a:cubicBezTo>
                  <a:cubicBezTo>
                    <a:pt x="245" y="275"/>
                    <a:pt x="242" y="277"/>
                    <a:pt x="240" y="279"/>
                  </a:cubicBezTo>
                  <a:cubicBezTo>
                    <a:pt x="240" y="256"/>
                    <a:pt x="242" y="233"/>
                    <a:pt x="244" y="210"/>
                  </a:cubicBezTo>
                  <a:cubicBezTo>
                    <a:pt x="247" y="174"/>
                    <a:pt x="269" y="142"/>
                    <a:pt x="287" y="112"/>
                  </a:cubicBezTo>
                  <a:cubicBezTo>
                    <a:pt x="304" y="81"/>
                    <a:pt x="330" y="32"/>
                    <a:pt x="360" y="7"/>
                  </a:cubicBezTo>
                  <a:cubicBezTo>
                    <a:pt x="364" y="4"/>
                    <a:pt x="360" y="0"/>
                    <a:pt x="356" y="2"/>
                  </a:cubicBezTo>
                  <a:cubicBezTo>
                    <a:pt x="335" y="11"/>
                    <a:pt x="321" y="37"/>
                    <a:pt x="307" y="56"/>
                  </a:cubicBezTo>
                  <a:cubicBezTo>
                    <a:pt x="286" y="85"/>
                    <a:pt x="271" y="118"/>
                    <a:pt x="248" y="147"/>
                  </a:cubicBezTo>
                  <a:cubicBezTo>
                    <a:pt x="223" y="180"/>
                    <a:pt x="221" y="222"/>
                    <a:pt x="221" y="263"/>
                  </a:cubicBezTo>
                  <a:cubicBezTo>
                    <a:pt x="220" y="263"/>
                    <a:pt x="220" y="263"/>
                    <a:pt x="220" y="263"/>
                  </a:cubicBezTo>
                  <a:lnTo>
                    <a:pt x="219" y="263"/>
                  </a:lnTo>
                  <a:lnTo>
                    <a:pt x="218" y="263"/>
                  </a:lnTo>
                  <a:lnTo>
                    <a:pt x="217" y="263"/>
                  </a:lnTo>
                  <a:cubicBezTo>
                    <a:pt x="204" y="283"/>
                    <a:pt x="191" y="303"/>
                    <a:pt x="180" y="323"/>
                  </a:cubicBezTo>
                  <a:cubicBezTo>
                    <a:pt x="166" y="346"/>
                    <a:pt x="154" y="370"/>
                    <a:pt x="143" y="394"/>
                  </a:cubicBezTo>
                  <a:cubicBezTo>
                    <a:pt x="130" y="422"/>
                    <a:pt x="122" y="451"/>
                    <a:pt x="118" y="480"/>
                  </a:cubicBezTo>
                  <a:cubicBezTo>
                    <a:pt x="105" y="506"/>
                    <a:pt x="95" y="534"/>
                    <a:pt x="89" y="562"/>
                  </a:cubicBezTo>
                  <a:cubicBezTo>
                    <a:pt x="80" y="609"/>
                    <a:pt x="64" y="658"/>
                    <a:pt x="64" y="707"/>
                  </a:cubicBezTo>
                  <a:cubicBezTo>
                    <a:pt x="47" y="753"/>
                    <a:pt x="35" y="800"/>
                    <a:pt x="29" y="848"/>
                  </a:cubicBezTo>
                  <a:cubicBezTo>
                    <a:pt x="25" y="867"/>
                    <a:pt x="23" y="887"/>
                    <a:pt x="23" y="907"/>
                  </a:cubicBezTo>
                  <a:cubicBezTo>
                    <a:pt x="23" y="921"/>
                    <a:pt x="24" y="936"/>
                    <a:pt x="26" y="951"/>
                  </a:cubicBezTo>
                  <a:cubicBezTo>
                    <a:pt x="10" y="1002"/>
                    <a:pt x="2" y="1055"/>
                    <a:pt x="0" y="1108"/>
                  </a:cubicBezTo>
                  <a:cubicBezTo>
                    <a:pt x="0" y="1152"/>
                    <a:pt x="15" y="1219"/>
                    <a:pt x="47" y="1257"/>
                  </a:cubicBezTo>
                  <a:cubicBezTo>
                    <a:pt x="41" y="1272"/>
                    <a:pt x="38" y="1288"/>
                    <a:pt x="37" y="1304"/>
                  </a:cubicBezTo>
                  <a:cubicBezTo>
                    <a:pt x="37" y="1331"/>
                    <a:pt x="39" y="1358"/>
                    <a:pt x="39" y="1386"/>
                  </a:cubicBezTo>
                  <a:cubicBezTo>
                    <a:pt x="39" y="1387"/>
                    <a:pt x="39" y="1388"/>
                    <a:pt x="39" y="1389"/>
                  </a:cubicBezTo>
                  <a:cubicBezTo>
                    <a:pt x="39" y="1413"/>
                    <a:pt x="43" y="1436"/>
                    <a:pt x="51" y="1458"/>
                  </a:cubicBezTo>
                  <a:cubicBezTo>
                    <a:pt x="50" y="1458"/>
                    <a:pt x="50" y="1459"/>
                    <a:pt x="50" y="1459"/>
                  </a:cubicBezTo>
                  <a:cubicBezTo>
                    <a:pt x="49" y="1459"/>
                    <a:pt x="49" y="1460"/>
                    <a:pt x="49" y="1460"/>
                  </a:cubicBezTo>
                  <a:cubicBezTo>
                    <a:pt x="48" y="1461"/>
                    <a:pt x="48" y="1461"/>
                    <a:pt x="48" y="1461"/>
                  </a:cubicBezTo>
                  <a:cubicBezTo>
                    <a:pt x="34" y="1538"/>
                    <a:pt x="54" y="1605"/>
                    <a:pt x="85" y="1674"/>
                  </a:cubicBezTo>
                  <a:cubicBezTo>
                    <a:pt x="90" y="1683"/>
                    <a:pt x="95" y="1693"/>
                    <a:pt x="100" y="1702"/>
                  </a:cubicBezTo>
                  <a:cubicBezTo>
                    <a:pt x="101" y="1703"/>
                    <a:pt x="101" y="1704"/>
                    <a:pt x="102" y="1705"/>
                  </a:cubicBezTo>
                  <a:cubicBezTo>
                    <a:pt x="99" y="1718"/>
                    <a:pt x="98" y="1730"/>
                    <a:pt x="98" y="1743"/>
                  </a:cubicBezTo>
                  <a:cubicBezTo>
                    <a:pt x="98" y="1776"/>
                    <a:pt x="107" y="1810"/>
                    <a:pt x="123" y="1837"/>
                  </a:cubicBezTo>
                  <a:cubicBezTo>
                    <a:pt x="127" y="1844"/>
                    <a:pt x="130" y="1848"/>
                    <a:pt x="134" y="1853"/>
                  </a:cubicBezTo>
                  <a:cubicBezTo>
                    <a:pt x="168" y="1892"/>
                    <a:pt x="206" y="1928"/>
                    <a:pt x="246" y="1960"/>
                  </a:cubicBezTo>
                  <a:cubicBezTo>
                    <a:pt x="277" y="1990"/>
                    <a:pt x="304" y="1991"/>
                    <a:pt x="337" y="20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8"/>
            <p:cNvSpPr/>
            <p:nvPr/>
          </p:nvSpPr>
          <p:spPr>
            <a:xfrm>
              <a:off x="7923600" y="4258440"/>
              <a:ext cx="114480" cy="95040"/>
            </a:xfrm>
            <a:custGeom>
              <a:rect b="b" l="l" r="r" t="t"/>
              <a:pathLst>
                <a:path extrusionOk="0" h="264" w="318">
                  <a:moveTo>
                    <a:pt x="314" y="256"/>
                  </a:moveTo>
                  <a:cubicBezTo>
                    <a:pt x="246" y="236"/>
                    <a:pt x="182" y="186"/>
                    <a:pt x="124" y="147"/>
                  </a:cubicBezTo>
                  <a:cubicBezTo>
                    <a:pt x="100" y="130"/>
                    <a:pt x="78" y="110"/>
                    <a:pt x="59" y="88"/>
                  </a:cubicBezTo>
                  <a:cubicBezTo>
                    <a:pt x="36" y="63"/>
                    <a:pt x="26" y="29"/>
                    <a:pt x="6" y="1"/>
                  </a:cubicBezTo>
                  <a:lnTo>
                    <a:pt x="5" y="1"/>
                  </a:lnTo>
                  <a:lnTo>
                    <a:pt x="4" y="0"/>
                  </a:lnTo>
                  <a:cubicBezTo>
                    <a:pt x="3" y="0"/>
                    <a:pt x="2" y="1"/>
                    <a:pt x="2" y="1"/>
                  </a:cubicBezTo>
                  <a:cubicBezTo>
                    <a:pt x="1" y="1"/>
                    <a:pt x="1" y="1"/>
                    <a:pt x="0" y="2"/>
                  </a:cubicBezTo>
                  <a:cubicBezTo>
                    <a:pt x="0" y="3"/>
                    <a:pt x="0" y="3"/>
                    <a:pt x="0" y="4"/>
                  </a:cubicBezTo>
                  <a:lnTo>
                    <a:pt x="0" y="5"/>
                  </a:lnTo>
                  <a:cubicBezTo>
                    <a:pt x="14" y="31"/>
                    <a:pt x="20" y="63"/>
                    <a:pt x="37" y="87"/>
                  </a:cubicBezTo>
                  <a:cubicBezTo>
                    <a:pt x="59" y="115"/>
                    <a:pt x="84" y="140"/>
                    <a:pt x="113" y="161"/>
                  </a:cubicBezTo>
                  <a:cubicBezTo>
                    <a:pt x="171" y="201"/>
                    <a:pt x="240" y="254"/>
                    <a:pt x="313" y="262"/>
                  </a:cubicBezTo>
                  <a:cubicBezTo>
                    <a:pt x="317" y="263"/>
                    <a:pt x="317" y="257"/>
                    <a:pt x="314"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8"/>
            <p:cNvSpPr/>
            <p:nvPr/>
          </p:nvSpPr>
          <p:spPr>
            <a:xfrm>
              <a:off x="7975080" y="4326120"/>
              <a:ext cx="108000" cy="75960"/>
            </a:xfrm>
            <a:custGeom>
              <a:rect b="b" l="l" r="r" t="t"/>
              <a:pathLst>
                <a:path extrusionOk="0" h="211" w="300">
                  <a:moveTo>
                    <a:pt x="219" y="171"/>
                  </a:moveTo>
                  <a:cubicBezTo>
                    <a:pt x="241" y="181"/>
                    <a:pt x="264" y="192"/>
                    <a:pt x="285" y="205"/>
                  </a:cubicBezTo>
                  <a:cubicBezTo>
                    <a:pt x="287" y="206"/>
                    <a:pt x="288" y="206"/>
                    <a:pt x="289" y="207"/>
                  </a:cubicBezTo>
                  <a:cubicBezTo>
                    <a:pt x="292" y="210"/>
                    <a:pt x="299" y="207"/>
                    <a:pt x="297" y="203"/>
                  </a:cubicBezTo>
                  <a:cubicBezTo>
                    <a:pt x="286" y="175"/>
                    <a:pt x="236" y="158"/>
                    <a:pt x="213" y="146"/>
                  </a:cubicBezTo>
                  <a:cubicBezTo>
                    <a:pt x="189" y="133"/>
                    <a:pt x="162" y="122"/>
                    <a:pt x="137" y="109"/>
                  </a:cubicBezTo>
                  <a:cubicBezTo>
                    <a:pt x="84" y="83"/>
                    <a:pt x="46" y="41"/>
                    <a:pt x="4" y="1"/>
                  </a:cubicBezTo>
                  <a:lnTo>
                    <a:pt x="4" y="0"/>
                  </a:lnTo>
                  <a:cubicBezTo>
                    <a:pt x="3" y="0"/>
                    <a:pt x="3" y="0"/>
                    <a:pt x="2" y="0"/>
                  </a:cubicBezTo>
                  <a:lnTo>
                    <a:pt x="1" y="0"/>
                  </a:lnTo>
                  <a:lnTo>
                    <a:pt x="1" y="1"/>
                  </a:lnTo>
                  <a:cubicBezTo>
                    <a:pt x="0" y="1"/>
                    <a:pt x="0" y="2"/>
                    <a:pt x="0" y="2"/>
                  </a:cubicBezTo>
                  <a:cubicBezTo>
                    <a:pt x="0" y="2"/>
                    <a:pt x="0" y="3"/>
                    <a:pt x="1" y="3"/>
                  </a:cubicBezTo>
                  <a:cubicBezTo>
                    <a:pt x="26" y="58"/>
                    <a:pt x="63" y="85"/>
                    <a:pt x="113" y="117"/>
                  </a:cubicBezTo>
                  <a:cubicBezTo>
                    <a:pt x="147" y="138"/>
                    <a:pt x="185" y="150"/>
                    <a:pt x="219"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8"/>
            <p:cNvSpPr/>
            <p:nvPr/>
          </p:nvSpPr>
          <p:spPr>
            <a:xfrm>
              <a:off x="7970040" y="4117680"/>
              <a:ext cx="38160" cy="33480"/>
            </a:xfrm>
            <a:custGeom>
              <a:rect b="b" l="l" r="r" t="t"/>
              <a:pathLst>
                <a:path extrusionOk="0" h="93" w="106">
                  <a:moveTo>
                    <a:pt x="85" y="79"/>
                  </a:moveTo>
                  <a:cubicBezTo>
                    <a:pt x="74" y="77"/>
                    <a:pt x="64" y="73"/>
                    <a:pt x="53" y="69"/>
                  </a:cubicBezTo>
                  <a:cubicBezTo>
                    <a:pt x="41" y="65"/>
                    <a:pt x="20" y="72"/>
                    <a:pt x="10" y="62"/>
                  </a:cubicBezTo>
                  <a:cubicBezTo>
                    <a:pt x="6" y="59"/>
                    <a:pt x="0" y="64"/>
                    <a:pt x="4" y="68"/>
                  </a:cubicBezTo>
                  <a:cubicBezTo>
                    <a:pt x="14" y="78"/>
                    <a:pt x="32" y="77"/>
                    <a:pt x="45" y="78"/>
                  </a:cubicBezTo>
                  <a:cubicBezTo>
                    <a:pt x="59" y="79"/>
                    <a:pt x="72" y="92"/>
                    <a:pt x="88" y="92"/>
                  </a:cubicBezTo>
                  <a:cubicBezTo>
                    <a:pt x="104" y="92"/>
                    <a:pt x="105" y="77"/>
                    <a:pt x="105" y="64"/>
                  </a:cubicBezTo>
                  <a:cubicBezTo>
                    <a:pt x="105" y="58"/>
                    <a:pt x="105" y="49"/>
                    <a:pt x="100" y="44"/>
                  </a:cubicBezTo>
                  <a:cubicBezTo>
                    <a:pt x="98" y="43"/>
                    <a:pt x="100" y="29"/>
                    <a:pt x="100" y="27"/>
                  </a:cubicBezTo>
                  <a:lnTo>
                    <a:pt x="100" y="26"/>
                  </a:lnTo>
                  <a:cubicBezTo>
                    <a:pt x="100" y="18"/>
                    <a:pt x="98" y="11"/>
                    <a:pt x="95" y="5"/>
                  </a:cubicBezTo>
                  <a:cubicBezTo>
                    <a:pt x="94" y="1"/>
                    <a:pt x="88" y="0"/>
                    <a:pt x="86" y="5"/>
                  </a:cubicBezTo>
                  <a:cubicBezTo>
                    <a:pt x="82" y="14"/>
                    <a:pt x="80" y="24"/>
                    <a:pt x="80" y="34"/>
                  </a:cubicBezTo>
                  <a:cubicBezTo>
                    <a:pt x="80" y="40"/>
                    <a:pt x="81" y="47"/>
                    <a:pt x="83" y="53"/>
                  </a:cubicBezTo>
                  <a:cubicBezTo>
                    <a:pt x="83" y="54"/>
                    <a:pt x="83" y="54"/>
                    <a:pt x="83" y="54"/>
                  </a:cubicBezTo>
                  <a:cubicBezTo>
                    <a:pt x="84" y="55"/>
                    <a:pt x="85" y="56"/>
                    <a:pt x="86" y="57"/>
                  </a:cubicBezTo>
                  <a:lnTo>
                    <a:pt x="86" y="56"/>
                  </a:lnTo>
                  <a:cubicBezTo>
                    <a:pt x="86" y="59"/>
                    <a:pt x="87" y="63"/>
                    <a:pt x="88" y="67"/>
                  </a:cubicBezTo>
                  <a:cubicBezTo>
                    <a:pt x="89" y="72"/>
                    <a:pt x="92" y="80"/>
                    <a:pt x="85"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8"/>
            <p:cNvSpPr/>
            <p:nvPr/>
          </p:nvSpPr>
          <p:spPr>
            <a:xfrm>
              <a:off x="8022960" y="4072320"/>
              <a:ext cx="86040" cy="63720"/>
            </a:xfrm>
            <a:custGeom>
              <a:rect b="b" l="l" r="r" t="t"/>
              <a:pathLst>
                <a:path extrusionOk="0" h="177" w="239">
                  <a:moveTo>
                    <a:pt x="59" y="147"/>
                  </a:moveTo>
                  <a:cubicBezTo>
                    <a:pt x="86" y="156"/>
                    <a:pt x="133" y="176"/>
                    <a:pt x="162" y="165"/>
                  </a:cubicBezTo>
                  <a:cubicBezTo>
                    <a:pt x="169" y="162"/>
                    <a:pt x="183" y="145"/>
                    <a:pt x="180" y="137"/>
                  </a:cubicBezTo>
                  <a:cubicBezTo>
                    <a:pt x="174" y="125"/>
                    <a:pt x="168" y="114"/>
                    <a:pt x="162" y="103"/>
                  </a:cubicBezTo>
                  <a:cubicBezTo>
                    <a:pt x="150" y="82"/>
                    <a:pt x="137" y="63"/>
                    <a:pt x="123" y="44"/>
                  </a:cubicBezTo>
                  <a:cubicBezTo>
                    <a:pt x="141" y="51"/>
                    <a:pt x="158" y="58"/>
                    <a:pt x="175" y="66"/>
                  </a:cubicBezTo>
                  <a:cubicBezTo>
                    <a:pt x="183" y="69"/>
                    <a:pt x="198" y="79"/>
                    <a:pt x="207" y="76"/>
                  </a:cubicBezTo>
                  <a:cubicBezTo>
                    <a:pt x="233" y="67"/>
                    <a:pt x="238" y="28"/>
                    <a:pt x="234" y="4"/>
                  </a:cubicBezTo>
                  <a:cubicBezTo>
                    <a:pt x="234" y="3"/>
                    <a:pt x="233" y="3"/>
                    <a:pt x="233" y="2"/>
                  </a:cubicBezTo>
                  <a:cubicBezTo>
                    <a:pt x="233" y="2"/>
                    <a:pt x="232" y="1"/>
                    <a:pt x="231" y="0"/>
                  </a:cubicBezTo>
                  <a:cubicBezTo>
                    <a:pt x="230" y="0"/>
                    <a:pt x="229" y="0"/>
                    <a:pt x="229" y="0"/>
                  </a:cubicBezTo>
                  <a:cubicBezTo>
                    <a:pt x="228" y="0"/>
                    <a:pt x="227" y="0"/>
                    <a:pt x="226" y="0"/>
                  </a:cubicBezTo>
                  <a:cubicBezTo>
                    <a:pt x="225" y="1"/>
                    <a:pt x="224" y="2"/>
                    <a:pt x="224" y="2"/>
                  </a:cubicBezTo>
                  <a:cubicBezTo>
                    <a:pt x="220" y="12"/>
                    <a:pt x="216" y="21"/>
                    <a:pt x="214" y="31"/>
                  </a:cubicBezTo>
                  <a:cubicBezTo>
                    <a:pt x="206" y="57"/>
                    <a:pt x="187" y="52"/>
                    <a:pt x="167" y="45"/>
                  </a:cubicBezTo>
                  <a:cubicBezTo>
                    <a:pt x="148" y="35"/>
                    <a:pt x="128" y="29"/>
                    <a:pt x="108" y="27"/>
                  </a:cubicBezTo>
                  <a:cubicBezTo>
                    <a:pt x="107" y="27"/>
                    <a:pt x="105" y="28"/>
                    <a:pt x="104" y="28"/>
                  </a:cubicBezTo>
                  <a:cubicBezTo>
                    <a:pt x="103" y="29"/>
                    <a:pt x="103" y="30"/>
                    <a:pt x="102" y="31"/>
                  </a:cubicBezTo>
                  <a:cubicBezTo>
                    <a:pt x="101" y="32"/>
                    <a:pt x="101" y="34"/>
                    <a:pt x="101" y="35"/>
                  </a:cubicBezTo>
                  <a:cubicBezTo>
                    <a:pt x="101" y="37"/>
                    <a:pt x="101" y="37"/>
                    <a:pt x="102" y="38"/>
                  </a:cubicBezTo>
                  <a:cubicBezTo>
                    <a:pt x="102" y="39"/>
                    <a:pt x="102" y="39"/>
                    <a:pt x="102" y="39"/>
                  </a:cubicBezTo>
                  <a:cubicBezTo>
                    <a:pt x="109" y="50"/>
                    <a:pt x="174" y="134"/>
                    <a:pt x="158" y="146"/>
                  </a:cubicBezTo>
                  <a:cubicBezTo>
                    <a:pt x="141" y="158"/>
                    <a:pt x="110" y="142"/>
                    <a:pt x="94" y="138"/>
                  </a:cubicBezTo>
                  <a:cubicBezTo>
                    <a:pt x="73" y="133"/>
                    <a:pt x="52" y="125"/>
                    <a:pt x="32" y="113"/>
                  </a:cubicBezTo>
                  <a:cubicBezTo>
                    <a:pt x="23" y="108"/>
                    <a:pt x="14" y="102"/>
                    <a:pt x="6" y="95"/>
                  </a:cubicBezTo>
                  <a:cubicBezTo>
                    <a:pt x="5" y="95"/>
                    <a:pt x="5" y="95"/>
                    <a:pt x="4" y="95"/>
                  </a:cubicBezTo>
                  <a:cubicBezTo>
                    <a:pt x="3" y="95"/>
                    <a:pt x="3" y="95"/>
                    <a:pt x="2" y="95"/>
                  </a:cubicBezTo>
                  <a:cubicBezTo>
                    <a:pt x="1" y="95"/>
                    <a:pt x="1" y="96"/>
                    <a:pt x="1" y="96"/>
                  </a:cubicBezTo>
                  <a:cubicBezTo>
                    <a:pt x="0" y="97"/>
                    <a:pt x="0" y="98"/>
                    <a:pt x="0" y="98"/>
                  </a:cubicBezTo>
                  <a:cubicBezTo>
                    <a:pt x="0" y="99"/>
                    <a:pt x="0" y="100"/>
                    <a:pt x="1" y="100"/>
                  </a:cubicBezTo>
                  <a:lnTo>
                    <a:pt x="1" y="101"/>
                  </a:lnTo>
                  <a:cubicBezTo>
                    <a:pt x="15" y="117"/>
                    <a:pt x="31" y="131"/>
                    <a:pt x="49" y="141"/>
                  </a:cubicBezTo>
                  <a:cubicBezTo>
                    <a:pt x="52" y="143"/>
                    <a:pt x="56" y="145"/>
                    <a:pt x="59"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8"/>
            <p:cNvSpPr/>
            <p:nvPr/>
          </p:nvSpPr>
          <p:spPr>
            <a:xfrm>
              <a:off x="7897320" y="3968280"/>
              <a:ext cx="70920" cy="42840"/>
            </a:xfrm>
            <a:custGeom>
              <a:rect b="b" l="l" r="r" t="t"/>
              <a:pathLst>
                <a:path extrusionOk="0" h="119" w="197">
                  <a:moveTo>
                    <a:pt x="121" y="85"/>
                  </a:moveTo>
                  <a:cubicBezTo>
                    <a:pt x="116" y="80"/>
                    <a:pt x="113" y="75"/>
                    <a:pt x="109" y="69"/>
                  </a:cubicBezTo>
                  <a:cubicBezTo>
                    <a:pt x="102" y="57"/>
                    <a:pt x="98" y="43"/>
                    <a:pt x="97" y="29"/>
                  </a:cubicBezTo>
                  <a:cubicBezTo>
                    <a:pt x="96" y="23"/>
                    <a:pt x="85" y="23"/>
                    <a:pt x="86" y="29"/>
                  </a:cubicBezTo>
                  <a:cubicBezTo>
                    <a:pt x="86" y="39"/>
                    <a:pt x="66" y="55"/>
                    <a:pt x="61" y="64"/>
                  </a:cubicBezTo>
                  <a:cubicBezTo>
                    <a:pt x="60" y="66"/>
                    <a:pt x="41" y="103"/>
                    <a:pt x="35" y="94"/>
                  </a:cubicBezTo>
                  <a:cubicBezTo>
                    <a:pt x="18" y="66"/>
                    <a:pt x="8" y="35"/>
                    <a:pt x="5" y="3"/>
                  </a:cubicBezTo>
                  <a:cubicBezTo>
                    <a:pt x="5" y="2"/>
                    <a:pt x="5" y="2"/>
                    <a:pt x="5" y="1"/>
                  </a:cubicBezTo>
                  <a:lnTo>
                    <a:pt x="4" y="0"/>
                  </a:lnTo>
                  <a:cubicBezTo>
                    <a:pt x="3" y="0"/>
                    <a:pt x="3" y="0"/>
                    <a:pt x="2" y="0"/>
                  </a:cubicBezTo>
                  <a:lnTo>
                    <a:pt x="1" y="0"/>
                  </a:lnTo>
                  <a:cubicBezTo>
                    <a:pt x="0" y="1"/>
                    <a:pt x="0" y="1"/>
                    <a:pt x="0" y="1"/>
                  </a:cubicBezTo>
                  <a:cubicBezTo>
                    <a:pt x="0" y="2"/>
                    <a:pt x="0" y="2"/>
                    <a:pt x="0" y="3"/>
                  </a:cubicBezTo>
                  <a:cubicBezTo>
                    <a:pt x="0" y="38"/>
                    <a:pt x="3" y="90"/>
                    <a:pt x="31" y="116"/>
                  </a:cubicBezTo>
                  <a:cubicBezTo>
                    <a:pt x="31" y="116"/>
                    <a:pt x="31" y="117"/>
                    <a:pt x="32" y="117"/>
                  </a:cubicBezTo>
                  <a:cubicBezTo>
                    <a:pt x="34" y="118"/>
                    <a:pt x="35" y="118"/>
                    <a:pt x="37" y="118"/>
                  </a:cubicBezTo>
                  <a:cubicBezTo>
                    <a:pt x="38" y="118"/>
                    <a:pt x="40" y="117"/>
                    <a:pt x="41" y="117"/>
                  </a:cubicBezTo>
                  <a:cubicBezTo>
                    <a:pt x="56" y="106"/>
                    <a:pt x="69" y="92"/>
                    <a:pt x="79" y="75"/>
                  </a:cubicBezTo>
                  <a:cubicBezTo>
                    <a:pt x="82" y="69"/>
                    <a:pt x="86" y="62"/>
                    <a:pt x="88" y="55"/>
                  </a:cubicBezTo>
                  <a:cubicBezTo>
                    <a:pt x="93" y="81"/>
                    <a:pt x="105" y="114"/>
                    <a:pt x="129" y="111"/>
                  </a:cubicBezTo>
                  <a:cubicBezTo>
                    <a:pt x="166" y="107"/>
                    <a:pt x="174" y="57"/>
                    <a:pt x="194" y="33"/>
                  </a:cubicBezTo>
                  <a:cubicBezTo>
                    <a:pt x="195" y="32"/>
                    <a:pt x="195" y="32"/>
                    <a:pt x="195" y="32"/>
                  </a:cubicBezTo>
                  <a:cubicBezTo>
                    <a:pt x="196" y="31"/>
                    <a:pt x="196" y="30"/>
                    <a:pt x="196" y="29"/>
                  </a:cubicBezTo>
                  <a:cubicBezTo>
                    <a:pt x="196" y="28"/>
                    <a:pt x="196" y="27"/>
                    <a:pt x="195" y="26"/>
                  </a:cubicBezTo>
                  <a:cubicBezTo>
                    <a:pt x="194" y="25"/>
                    <a:pt x="194" y="24"/>
                    <a:pt x="193" y="23"/>
                  </a:cubicBezTo>
                  <a:cubicBezTo>
                    <a:pt x="192" y="23"/>
                    <a:pt x="191" y="23"/>
                    <a:pt x="190" y="23"/>
                  </a:cubicBezTo>
                  <a:cubicBezTo>
                    <a:pt x="189" y="23"/>
                    <a:pt x="189" y="23"/>
                    <a:pt x="188" y="23"/>
                  </a:cubicBezTo>
                  <a:cubicBezTo>
                    <a:pt x="173" y="26"/>
                    <a:pt x="168" y="43"/>
                    <a:pt x="159" y="55"/>
                  </a:cubicBezTo>
                  <a:cubicBezTo>
                    <a:pt x="151" y="63"/>
                    <a:pt x="137" y="99"/>
                    <a:pt x="121"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8"/>
            <p:cNvSpPr/>
            <p:nvPr/>
          </p:nvSpPr>
          <p:spPr>
            <a:xfrm>
              <a:off x="8030520" y="4199040"/>
              <a:ext cx="68760" cy="103320"/>
            </a:xfrm>
            <a:custGeom>
              <a:rect b="b" l="l" r="r" t="t"/>
              <a:pathLst>
                <a:path extrusionOk="0" h="287" w="191">
                  <a:moveTo>
                    <a:pt x="156" y="168"/>
                  </a:moveTo>
                  <a:cubicBezTo>
                    <a:pt x="165" y="170"/>
                    <a:pt x="170" y="174"/>
                    <a:pt x="176" y="176"/>
                  </a:cubicBezTo>
                  <a:cubicBezTo>
                    <a:pt x="176" y="183"/>
                    <a:pt x="188" y="187"/>
                    <a:pt x="189" y="178"/>
                  </a:cubicBezTo>
                  <a:lnTo>
                    <a:pt x="189" y="176"/>
                  </a:lnTo>
                  <a:lnTo>
                    <a:pt x="190" y="175"/>
                  </a:lnTo>
                  <a:lnTo>
                    <a:pt x="190" y="174"/>
                  </a:lnTo>
                  <a:cubicBezTo>
                    <a:pt x="190" y="173"/>
                    <a:pt x="190" y="172"/>
                    <a:pt x="190" y="172"/>
                  </a:cubicBezTo>
                  <a:cubicBezTo>
                    <a:pt x="189" y="171"/>
                    <a:pt x="189" y="171"/>
                    <a:pt x="189" y="171"/>
                  </a:cubicBezTo>
                  <a:cubicBezTo>
                    <a:pt x="189" y="163"/>
                    <a:pt x="190" y="155"/>
                    <a:pt x="190" y="147"/>
                  </a:cubicBezTo>
                  <a:cubicBezTo>
                    <a:pt x="190" y="116"/>
                    <a:pt x="183" y="85"/>
                    <a:pt x="169" y="57"/>
                  </a:cubicBezTo>
                  <a:cubicBezTo>
                    <a:pt x="159" y="39"/>
                    <a:pt x="131" y="5"/>
                    <a:pt x="110" y="0"/>
                  </a:cubicBezTo>
                  <a:lnTo>
                    <a:pt x="109" y="0"/>
                  </a:lnTo>
                  <a:lnTo>
                    <a:pt x="108" y="0"/>
                  </a:lnTo>
                  <a:lnTo>
                    <a:pt x="108" y="1"/>
                  </a:lnTo>
                  <a:lnTo>
                    <a:pt x="107" y="1"/>
                  </a:lnTo>
                  <a:cubicBezTo>
                    <a:pt x="107" y="2"/>
                    <a:pt x="108" y="2"/>
                    <a:pt x="108" y="2"/>
                  </a:cubicBezTo>
                  <a:cubicBezTo>
                    <a:pt x="108" y="3"/>
                    <a:pt x="108" y="3"/>
                    <a:pt x="108" y="3"/>
                  </a:cubicBezTo>
                  <a:cubicBezTo>
                    <a:pt x="109" y="3"/>
                    <a:pt x="109" y="3"/>
                    <a:pt x="109" y="3"/>
                  </a:cubicBezTo>
                  <a:cubicBezTo>
                    <a:pt x="128" y="11"/>
                    <a:pt x="128" y="34"/>
                    <a:pt x="144" y="45"/>
                  </a:cubicBezTo>
                  <a:cubicBezTo>
                    <a:pt x="182" y="72"/>
                    <a:pt x="177" y="123"/>
                    <a:pt x="177" y="165"/>
                  </a:cubicBezTo>
                  <a:cubicBezTo>
                    <a:pt x="171" y="162"/>
                    <a:pt x="165" y="159"/>
                    <a:pt x="159" y="156"/>
                  </a:cubicBezTo>
                  <a:cubicBezTo>
                    <a:pt x="146" y="152"/>
                    <a:pt x="133" y="148"/>
                    <a:pt x="120" y="146"/>
                  </a:cubicBezTo>
                  <a:cubicBezTo>
                    <a:pt x="112" y="144"/>
                    <a:pt x="105" y="143"/>
                    <a:pt x="99" y="141"/>
                  </a:cubicBezTo>
                  <a:cubicBezTo>
                    <a:pt x="94" y="132"/>
                    <a:pt x="89" y="122"/>
                    <a:pt x="84" y="113"/>
                  </a:cubicBezTo>
                  <a:cubicBezTo>
                    <a:pt x="78" y="102"/>
                    <a:pt x="71" y="92"/>
                    <a:pt x="64" y="82"/>
                  </a:cubicBezTo>
                  <a:lnTo>
                    <a:pt x="63" y="81"/>
                  </a:lnTo>
                  <a:cubicBezTo>
                    <a:pt x="62" y="80"/>
                    <a:pt x="62" y="81"/>
                    <a:pt x="61" y="81"/>
                  </a:cubicBezTo>
                  <a:cubicBezTo>
                    <a:pt x="60" y="81"/>
                    <a:pt x="60" y="80"/>
                    <a:pt x="59" y="81"/>
                  </a:cubicBezTo>
                  <a:cubicBezTo>
                    <a:pt x="58" y="82"/>
                    <a:pt x="58" y="82"/>
                    <a:pt x="58" y="83"/>
                  </a:cubicBezTo>
                  <a:lnTo>
                    <a:pt x="58" y="84"/>
                  </a:lnTo>
                  <a:cubicBezTo>
                    <a:pt x="58" y="85"/>
                    <a:pt x="58" y="86"/>
                    <a:pt x="58" y="86"/>
                  </a:cubicBezTo>
                  <a:cubicBezTo>
                    <a:pt x="66" y="101"/>
                    <a:pt x="73" y="117"/>
                    <a:pt x="78" y="134"/>
                  </a:cubicBezTo>
                  <a:cubicBezTo>
                    <a:pt x="70" y="130"/>
                    <a:pt x="65" y="122"/>
                    <a:pt x="56" y="118"/>
                  </a:cubicBezTo>
                  <a:cubicBezTo>
                    <a:pt x="55" y="118"/>
                    <a:pt x="54" y="119"/>
                    <a:pt x="55" y="120"/>
                  </a:cubicBezTo>
                  <a:cubicBezTo>
                    <a:pt x="65" y="127"/>
                    <a:pt x="70" y="139"/>
                    <a:pt x="81" y="144"/>
                  </a:cubicBezTo>
                  <a:cubicBezTo>
                    <a:pt x="85" y="157"/>
                    <a:pt x="89" y="169"/>
                    <a:pt x="93" y="180"/>
                  </a:cubicBezTo>
                  <a:cubicBezTo>
                    <a:pt x="100" y="203"/>
                    <a:pt x="105" y="227"/>
                    <a:pt x="108" y="252"/>
                  </a:cubicBezTo>
                  <a:cubicBezTo>
                    <a:pt x="91" y="250"/>
                    <a:pt x="75" y="246"/>
                    <a:pt x="60" y="240"/>
                  </a:cubicBezTo>
                  <a:cubicBezTo>
                    <a:pt x="56" y="239"/>
                    <a:pt x="53" y="237"/>
                    <a:pt x="49" y="235"/>
                  </a:cubicBezTo>
                  <a:cubicBezTo>
                    <a:pt x="35" y="226"/>
                    <a:pt x="21" y="216"/>
                    <a:pt x="9" y="204"/>
                  </a:cubicBezTo>
                  <a:cubicBezTo>
                    <a:pt x="5" y="201"/>
                    <a:pt x="0" y="207"/>
                    <a:pt x="3" y="210"/>
                  </a:cubicBezTo>
                  <a:cubicBezTo>
                    <a:pt x="14" y="224"/>
                    <a:pt x="26" y="237"/>
                    <a:pt x="39" y="249"/>
                  </a:cubicBezTo>
                  <a:cubicBezTo>
                    <a:pt x="41" y="250"/>
                    <a:pt x="42" y="251"/>
                    <a:pt x="44" y="251"/>
                  </a:cubicBezTo>
                  <a:cubicBezTo>
                    <a:pt x="63" y="262"/>
                    <a:pt x="84" y="269"/>
                    <a:pt x="106" y="271"/>
                  </a:cubicBezTo>
                  <a:cubicBezTo>
                    <a:pt x="106" y="271"/>
                    <a:pt x="107" y="271"/>
                    <a:pt x="107" y="272"/>
                  </a:cubicBezTo>
                  <a:cubicBezTo>
                    <a:pt x="107" y="273"/>
                    <a:pt x="108" y="274"/>
                    <a:pt x="110" y="275"/>
                  </a:cubicBezTo>
                  <a:cubicBezTo>
                    <a:pt x="111" y="275"/>
                    <a:pt x="112" y="276"/>
                    <a:pt x="113" y="276"/>
                  </a:cubicBezTo>
                  <a:cubicBezTo>
                    <a:pt x="113" y="278"/>
                    <a:pt x="114" y="280"/>
                    <a:pt x="115" y="283"/>
                  </a:cubicBezTo>
                  <a:cubicBezTo>
                    <a:pt x="115" y="283"/>
                    <a:pt x="115" y="282"/>
                    <a:pt x="116" y="283"/>
                  </a:cubicBezTo>
                  <a:cubicBezTo>
                    <a:pt x="117" y="284"/>
                    <a:pt x="117" y="285"/>
                    <a:pt x="117" y="285"/>
                  </a:cubicBezTo>
                  <a:cubicBezTo>
                    <a:pt x="118" y="285"/>
                    <a:pt x="119" y="286"/>
                    <a:pt x="120" y="286"/>
                  </a:cubicBezTo>
                  <a:cubicBezTo>
                    <a:pt x="120" y="286"/>
                    <a:pt x="121" y="285"/>
                    <a:pt x="122" y="285"/>
                  </a:cubicBezTo>
                  <a:cubicBezTo>
                    <a:pt x="123" y="285"/>
                    <a:pt x="123" y="284"/>
                    <a:pt x="124" y="283"/>
                  </a:cubicBezTo>
                  <a:cubicBezTo>
                    <a:pt x="135" y="246"/>
                    <a:pt x="123" y="197"/>
                    <a:pt x="104" y="153"/>
                  </a:cubicBezTo>
                  <a:lnTo>
                    <a:pt x="108" y="155"/>
                  </a:lnTo>
                  <a:cubicBezTo>
                    <a:pt x="124" y="159"/>
                    <a:pt x="140" y="163"/>
                    <a:pt x="156"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8"/>
            <p:cNvSpPr/>
            <p:nvPr/>
          </p:nvSpPr>
          <p:spPr>
            <a:xfrm>
              <a:off x="8120160" y="4223520"/>
              <a:ext cx="60840" cy="73440"/>
            </a:xfrm>
            <a:custGeom>
              <a:rect b="b" l="l" r="r" t="t"/>
              <a:pathLst>
                <a:path extrusionOk="0" h="204" w="169">
                  <a:moveTo>
                    <a:pt x="113" y="169"/>
                  </a:moveTo>
                  <a:cubicBezTo>
                    <a:pt x="80" y="167"/>
                    <a:pt x="39" y="143"/>
                    <a:pt x="10" y="127"/>
                  </a:cubicBezTo>
                  <a:cubicBezTo>
                    <a:pt x="5" y="125"/>
                    <a:pt x="0" y="131"/>
                    <a:pt x="4" y="135"/>
                  </a:cubicBezTo>
                  <a:cubicBezTo>
                    <a:pt x="34" y="159"/>
                    <a:pt x="71" y="185"/>
                    <a:pt x="110" y="188"/>
                  </a:cubicBezTo>
                  <a:cubicBezTo>
                    <a:pt x="123" y="190"/>
                    <a:pt x="158" y="203"/>
                    <a:pt x="167" y="185"/>
                  </a:cubicBezTo>
                  <a:cubicBezTo>
                    <a:pt x="167" y="182"/>
                    <a:pt x="168" y="180"/>
                    <a:pt x="168" y="177"/>
                  </a:cubicBezTo>
                  <a:cubicBezTo>
                    <a:pt x="168" y="172"/>
                    <a:pt x="166" y="167"/>
                    <a:pt x="164" y="163"/>
                  </a:cubicBezTo>
                  <a:cubicBezTo>
                    <a:pt x="164" y="162"/>
                    <a:pt x="163" y="162"/>
                    <a:pt x="163" y="162"/>
                  </a:cubicBezTo>
                  <a:cubicBezTo>
                    <a:pt x="155" y="141"/>
                    <a:pt x="139" y="123"/>
                    <a:pt x="130" y="102"/>
                  </a:cubicBezTo>
                  <a:cubicBezTo>
                    <a:pt x="126" y="92"/>
                    <a:pt x="122" y="83"/>
                    <a:pt x="116" y="74"/>
                  </a:cubicBezTo>
                  <a:cubicBezTo>
                    <a:pt x="101" y="46"/>
                    <a:pt x="77" y="21"/>
                    <a:pt x="49" y="3"/>
                  </a:cubicBezTo>
                  <a:cubicBezTo>
                    <a:pt x="44" y="0"/>
                    <a:pt x="39" y="7"/>
                    <a:pt x="42" y="12"/>
                  </a:cubicBezTo>
                  <a:cubicBezTo>
                    <a:pt x="54" y="31"/>
                    <a:pt x="69" y="48"/>
                    <a:pt x="84" y="64"/>
                  </a:cubicBezTo>
                  <a:cubicBezTo>
                    <a:pt x="90" y="73"/>
                    <a:pt x="95" y="81"/>
                    <a:pt x="100" y="90"/>
                  </a:cubicBezTo>
                  <a:cubicBezTo>
                    <a:pt x="110" y="106"/>
                    <a:pt x="118" y="123"/>
                    <a:pt x="125" y="140"/>
                  </a:cubicBezTo>
                  <a:cubicBezTo>
                    <a:pt x="130" y="148"/>
                    <a:pt x="134" y="155"/>
                    <a:pt x="140" y="162"/>
                  </a:cubicBezTo>
                  <a:cubicBezTo>
                    <a:pt x="154" y="182"/>
                    <a:pt x="125" y="169"/>
                    <a:pt x="113"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8"/>
            <p:cNvSpPr/>
            <p:nvPr/>
          </p:nvSpPr>
          <p:spPr>
            <a:xfrm>
              <a:off x="8103600" y="4312080"/>
              <a:ext cx="103680" cy="94680"/>
            </a:xfrm>
            <a:custGeom>
              <a:rect b="b" l="l" r="r" t="t"/>
              <a:pathLst>
                <a:path extrusionOk="0" h="263" w="288">
                  <a:moveTo>
                    <a:pt x="213" y="253"/>
                  </a:moveTo>
                  <a:cubicBezTo>
                    <a:pt x="230" y="227"/>
                    <a:pt x="206" y="174"/>
                    <a:pt x="189" y="154"/>
                  </a:cubicBezTo>
                  <a:cubicBezTo>
                    <a:pt x="184" y="148"/>
                    <a:pt x="179" y="143"/>
                    <a:pt x="173" y="137"/>
                  </a:cubicBezTo>
                  <a:cubicBezTo>
                    <a:pt x="196" y="144"/>
                    <a:pt x="219" y="150"/>
                    <a:pt x="242" y="155"/>
                  </a:cubicBezTo>
                  <a:cubicBezTo>
                    <a:pt x="256" y="158"/>
                    <a:pt x="277" y="155"/>
                    <a:pt x="280" y="138"/>
                  </a:cubicBezTo>
                  <a:cubicBezTo>
                    <a:pt x="287" y="92"/>
                    <a:pt x="245" y="51"/>
                    <a:pt x="208" y="33"/>
                  </a:cubicBezTo>
                  <a:cubicBezTo>
                    <a:pt x="204" y="31"/>
                    <a:pt x="201" y="36"/>
                    <a:pt x="203" y="39"/>
                  </a:cubicBezTo>
                  <a:cubicBezTo>
                    <a:pt x="214" y="55"/>
                    <a:pt x="228" y="70"/>
                    <a:pt x="243" y="83"/>
                  </a:cubicBezTo>
                  <a:cubicBezTo>
                    <a:pt x="247" y="89"/>
                    <a:pt x="272" y="129"/>
                    <a:pt x="259" y="137"/>
                  </a:cubicBezTo>
                  <a:cubicBezTo>
                    <a:pt x="249" y="143"/>
                    <a:pt x="227" y="133"/>
                    <a:pt x="217" y="130"/>
                  </a:cubicBezTo>
                  <a:cubicBezTo>
                    <a:pt x="205" y="127"/>
                    <a:pt x="193" y="125"/>
                    <a:pt x="180" y="125"/>
                  </a:cubicBezTo>
                  <a:cubicBezTo>
                    <a:pt x="175" y="125"/>
                    <a:pt x="170" y="125"/>
                    <a:pt x="165" y="126"/>
                  </a:cubicBezTo>
                  <a:cubicBezTo>
                    <a:pt x="164" y="126"/>
                    <a:pt x="164" y="126"/>
                    <a:pt x="164" y="126"/>
                  </a:cubicBezTo>
                  <a:cubicBezTo>
                    <a:pt x="163" y="126"/>
                    <a:pt x="163" y="126"/>
                    <a:pt x="163" y="127"/>
                  </a:cubicBezTo>
                  <a:cubicBezTo>
                    <a:pt x="120" y="83"/>
                    <a:pt x="74" y="42"/>
                    <a:pt x="25" y="4"/>
                  </a:cubicBezTo>
                  <a:cubicBezTo>
                    <a:pt x="21" y="0"/>
                    <a:pt x="17" y="7"/>
                    <a:pt x="20" y="10"/>
                  </a:cubicBezTo>
                  <a:cubicBezTo>
                    <a:pt x="42" y="43"/>
                    <a:pt x="69" y="72"/>
                    <a:pt x="101" y="95"/>
                  </a:cubicBezTo>
                  <a:cubicBezTo>
                    <a:pt x="124" y="114"/>
                    <a:pt x="145" y="135"/>
                    <a:pt x="165" y="157"/>
                  </a:cubicBezTo>
                  <a:cubicBezTo>
                    <a:pt x="175" y="168"/>
                    <a:pt x="221" y="261"/>
                    <a:pt x="179" y="237"/>
                  </a:cubicBezTo>
                  <a:cubicBezTo>
                    <a:pt x="161" y="226"/>
                    <a:pt x="140" y="220"/>
                    <a:pt x="119" y="217"/>
                  </a:cubicBezTo>
                  <a:cubicBezTo>
                    <a:pt x="75" y="211"/>
                    <a:pt x="48" y="178"/>
                    <a:pt x="10" y="163"/>
                  </a:cubicBezTo>
                  <a:cubicBezTo>
                    <a:pt x="3" y="160"/>
                    <a:pt x="0" y="170"/>
                    <a:pt x="5" y="174"/>
                  </a:cubicBezTo>
                  <a:cubicBezTo>
                    <a:pt x="35" y="196"/>
                    <a:pt x="66" y="229"/>
                    <a:pt x="105" y="234"/>
                  </a:cubicBezTo>
                  <a:cubicBezTo>
                    <a:pt x="134" y="240"/>
                    <a:pt x="163" y="248"/>
                    <a:pt x="191" y="261"/>
                  </a:cubicBezTo>
                  <a:cubicBezTo>
                    <a:pt x="193" y="261"/>
                    <a:pt x="195" y="262"/>
                    <a:pt x="198" y="262"/>
                  </a:cubicBezTo>
                  <a:cubicBezTo>
                    <a:pt x="201" y="262"/>
                    <a:pt x="204" y="262"/>
                    <a:pt x="206" y="260"/>
                  </a:cubicBezTo>
                  <a:cubicBezTo>
                    <a:pt x="209" y="259"/>
                    <a:pt x="211" y="256"/>
                    <a:pt x="213"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8"/>
            <p:cNvSpPr/>
            <p:nvPr/>
          </p:nvSpPr>
          <p:spPr>
            <a:xfrm>
              <a:off x="8264520" y="4294080"/>
              <a:ext cx="346680" cy="160560"/>
            </a:xfrm>
            <a:custGeom>
              <a:rect b="b" l="l" r="r" t="t"/>
              <a:pathLst>
                <a:path extrusionOk="0" h="446" w="963">
                  <a:moveTo>
                    <a:pt x="142" y="184"/>
                  </a:moveTo>
                  <a:cubicBezTo>
                    <a:pt x="196" y="230"/>
                    <a:pt x="255" y="270"/>
                    <a:pt x="316" y="305"/>
                  </a:cubicBezTo>
                  <a:cubicBezTo>
                    <a:pt x="341" y="319"/>
                    <a:pt x="364" y="332"/>
                    <a:pt x="389" y="345"/>
                  </a:cubicBezTo>
                  <a:cubicBezTo>
                    <a:pt x="469" y="386"/>
                    <a:pt x="557" y="408"/>
                    <a:pt x="647" y="409"/>
                  </a:cubicBezTo>
                  <a:cubicBezTo>
                    <a:pt x="705" y="411"/>
                    <a:pt x="826" y="445"/>
                    <a:pt x="872" y="393"/>
                  </a:cubicBezTo>
                  <a:cubicBezTo>
                    <a:pt x="873" y="393"/>
                    <a:pt x="873" y="393"/>
                    <a:pt x="873" y="392"/>
                  </a:cubicBezTo>
                  <a:lnTo>
                    <a:pt x="872" y="391"/>
                  </a:lnTo>
                  <a:cubicBezTo>
                    <a:pt x="884" y="393"/>
                    <a:pt x="895" y="395"/>
                    <a:pt x="906" y="396"/>
                  </a:cubicBezTo>
                  <a:cubicBezTo>
                    <a:pt x="930" y="397"/>
                    <a:pt x="961" y="396"/>
                    <a:pt x="962" y="366"/>
                  </a:cubicBezTo>
                  <a:cubicBezTo>
                    <a:pt x="962" y="361"/>
                    <a:pt x="956" y="360"/>
                    <a:pt x="953" y="363"/>
                  </a:cubicBezTo>
                  <a:cubicBezTo>
                    <a:pt x="924" y="395"/>
                    <a:pt x="852" y="376"/>
                    <a:pt x="817" y="363"/>
                  </a:cubicBezTo>
                  <a:cubicBezTo>
                    <a:pt x="802" y="357"/>
                    <a:pt x="786" y="354"/>
                    <a:pt x="770" y="354"/>
                  </a:cubicBezTo>
                  <a:cubicBezTo>
                    <a:pt x="769" y="354"/>
                    <a:pt x="768" y="354"/>
                    <a:pt x="768" y="354"/>
                  </a:cubicBezTo>
                  <a:cubicBezTo>
                    <a:pt x="744" y="351"/>
                    <a:pt x="721" y="345"/>
                    <a:pt x="698" y="337"/>
                  </a:cubicBezTo>
                  <a:cubicBezTo>
                    <a:pt x="607" y="316"/>
                    <a:pt x="502" y="304"/>
                    <a:pt x="423" y="248"/>
                  </a:cubicBezTo>
                  <a:cubicBezTo>
                    <a:pt x="421" y="246"/>
                    <a:pt x="419" y="249"/>
                    <a:pt x="421" y="251"/>
                  </a:cubicBezTo>
                  <a:cubicBezTo>
                    <a:pt x="473" y="293"/>
                    <a:pt x="532" y="306"/>
                    <a:pt x="592" y="330"/>
                  </a:cubicBezTo>
                  <a:cubicBezTo>
                    <a:pt x="618" y="338"/>
                    <a:pt x="644" y="344"/>
                    <a:pt x="671" y="346"/>
                  </a:cubicBezTo>
                  <a:cubicBezTo>
                    <a:pt x="699" y="350"/>
                    <a:pt x="729" y="367"/>
                    <a:pt x="756" y="369"/>
                  </a:cubicBezTo>
                  <a:cubicBezTo>
                    <a:pt x="792" y="374"/>
                    <a:pt x="828" y="382"/>
                    <a:pt x="863" y="391"/>
                  </a:cubicBezTo>
                  <a:cubicBezTo>
                    <a:pt x="827" y="410"/>
                    <a:pt x="772" y="407"/>
                    <a:pt x="733" y="401"/>
                  </a:cubicBezTo>
                  <a:cubicBezTo>
                    <a:pt x="694" y="395"/>
                    <a:pt x="653" y="396"/>
                    <a:pt x="613" y="393"/>
                  </a:cubicBezTo>
                  <a:cubicBezTo>
                    <a:pt x="531" y="389"/>
                    <a:pt x="453" y="366"/>
                    <a:pt x="381" y="325"/>
                  </a:cubicBezTo>
                  <a:cubicBezTo>
                    <a:pt x="373" y="320"/>
                    <a:pt x="363" y="314"/>
                    <a:pt x="354" y="308"/>
                  </a:cubicBezTo>
                  <a:cubicBezTo>
                    <a:pt x="271" y="251"/>
                    <a:pt x="175" y="213"/>
                    <a:pt x="112" y="131"/>
                  </a:cubicBezTo>
                  <a:cubicBezTo>
                    <a:pt x="89" y="101"/>
                    <a:pt x="66" y="72"/>
                    <a:pt x="42" y="42"/>
                  </a:cubicBezTo>
                  <a:cubicBezTo>
                    <a:pt x="31" y="28"/>
                    <a:pt x="23" y="7"/>
                    <a:pt x="5" y="1"/>
                  </a:cubicBezTo>
                  <a:cubicBezTo>
                    <a:pt x="2" y="0"/>
                    <a:pt x="0" y="4"/>
                    <a:pt x="3" y="6"/>
                  </a:cubicBezTo>
                  <a:cubicBezTo>
                    <a:pt x="18" y="12"/>
                    <a:pt x="17" y="25"/>
                    <a:pt x="25" y="36"/>
                  </a:cubicBezTo>
                  <a:cubicBezTo>
                    <a:pt x="42" y="56"/>
                    <a:pt x="57" y="77"/>
                    <a:pt x="71" y="98"/>
                  </a:cubicBezTo>
                  <a:cubicBezTo>
                    <a:pt x="91" y="130"/>
                    <a:pt x="114" y="159"/>
                    <a:pt x="142"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8"/>
            <p:cNvSpPr/>
            <p:nvPr/>
          </p:nvSpPr>
          <p:spPr>
            <a:xfrm>
              <a:off x="8479800" y="4352400"/>
              <a:ext cx="171000" cy="69840"/>
            </a:xfrm>
            <a:custGeom>
              <a:rect b="b" l="l" r="r" t="t"/>
              <a:pathLst>
                <a:path extrusionOk="0" h="194" w="475">
                  <a:moveTo>
                    <a:pt x="473" y="114"/>
                  </a:moveTo>
                  <a:cubicBezTo>
                    <a:pt x="474" y="113"/>
                    <a:pt x="474" y="112"/>
                    <a:pt x="474" y="111"/>
                  </a:cubicBezTo>
                  <a:cubicBezTo>
                    <a:pt x="474" y="110"/>
                    <a:pt x="474" y="109"/>
                    <a:pt x="473" y="108"/>
                  </a:cubicBezTo>
                  <a:cubicBezTo>
                    <a:pt x="473" y="108"/>
                    <a:pt x="472" y="107"/>
                    <a:pt x="471" y="106"/>
                  </a:cubicBezTo>
                  <a:cubicBezTo>
                    <a:pt x="470" y="105"/>
                    <a:pt x="469" y="106"/>
                    <a:pt x="468" y="106"/>
                  </a:cubicBezTo>
                  <a:lnTo>
                    <a:pt x="467" y="106"/>
                  </a:lnTo>
                  <a:cubicBezTo>
                    <a:pt x="456" y="108"/>
                    <a:pt x="435" y="115"/>
                    <a:pt x="425" y="116"/>
                  </a:cubicBezTo>
                  <a:cubicBezTo>
                    <a:pt x="425" y="116"/>
                    <a:pt x="424" y="116"/>
                    <a:pt x="423" y="116"/>
                  </a:cubicBezTo>
                  <a:cubicBezTo>
                    <a:pt x="420" y="116"/>
                    <a:pt x="417" y="116"/>
                    <a:pt x="414" y="115"/>
                  </a:cubicBezTo>
                  <a:cubicBezTo>
                    <a:pt x="414" y="114"/>
                    <a:pt x="414" y="114"/>
                    <a:pt x="414" y="114"/>
                  </a:cubicBezTo>
                  <a:cubicBezTo>
                    <a:pt x="413" y="113"/>
                    <a:pt x="413" y="113"/>
                    <a:pt x="412" y="112"/>
                  </a:cubicBezTo>
                  <a:cubicBezTo>
                    <a:pt x="411" y="111"/>
                    <a:pt x="411" y="111"/>
                    <a:pt x="410" y="111"/>
                  </a:cubicBezTo>
                  <a:cubicBezTo>
                    <a:pt x="409" y="111"/>
                    <a:pt x="408" y="112"/>
                    <a:pt x="407" y="112"/>
                  </a:cubicBezTo>
                  <a:lnTo>
                    <a:pt x="406" y="111"/>
                  </a:lnTo>
                  <a:cubicBezTo>
                    <a:pt x="402" y="109"/>
                    <a:pt x="398" y="107"/>
                    <a:pt x="394" y="106"/>
                  </a:cubicBezTo>
                  <a:cubicBezTo>
                    <a:pt x="379" y="101"/>
                    <a:pt x="365" y="94"/>
                    <a:pt x="351" y="87"/>
                  </a:cubicBezTo>
                  <a:cubicBezTo>
                    <a:pt x="341" y="81"/>
                    <a:pt x="331" y="74"/>
                    <a:pt x="322" y="66"/>
                  </a:cubicBezTo>
                  <a:cubicBezTo>
                    <a:pt x="319" y="65"/>
                    <a:pt x="316" y="63"/>
                    <a:pt x="313" y="61"/>
                  </a:cubicBezTo>
                  <a:cubicBezTo>
                    <a:pt x="298" y="52"/>
                    <a:pt x="282" y="45"/>
                    <a:pt x="266" y="40"/>
                  </a:cubicBezTo>
                  <a:cubicBezTo>
                    <a:pt x="244" y="30"/>
                    <a:pt x="222" y="19"/>
                    <a:pt x="202" y="7"/>
                  </a:cubicBezTo>
                  <a:cubicBezTo>
                    <a:pt x="198" y="5"/>
                    <a:pt x="194" y="3"/>
                    <a:pt x="190" y="1"/>
                  </a:cubicBezTo>
                  <a:cubicBezTo>
                    <a:pt x="190" y="0"/>
                    <a:pt x="190" y="0"/>
                    <a:pt x="190" y="0"/>
                  </a:cubicBezTo>
                  <a:cubicBezTo>
                    <a:pt x="189" y="0"/>
                    <a:pt x="189" y="0"/>
                    <a:pt x="188" y="0"/>
                  </a:cubicBezTo>
                  <a:lnTo>
                    <a:pt x="187" y="0"/>
                  </a:lnTo>
                  <a:cubicBezTo>
                    <a:pt x="186" y="1"/>
                    <a:pt x="186" y="1"/>
                    <a:pt x="186" y="1"/>
                  </a:cubicBezTo>
                  <a:cubicBezTo>
                    <a:pt x="185" y="2"/>
                    <a:pt x="185" y="2"/>
                    <a:pt x="185" y="3"/>
                  </a:cubicBezTo>
                  <a:cubicBezTo>
                    <a:pt x="185" y="4"/>
                    <a:pt x="185" y="4"/>
                    <a:pt x="186" y="5"/>
                  </a:cubicBezTo>
                  <a:lnTo>
                    <a:pt x="187" y="5"/>
                  </a:lnTo>
                  <a:cubicBezTo>
                    <a:pt x="241" y="47"/>
                    <a:pt x="308" y="73"/>
                    <a:pt x="362" y="115"/>
                  </a:cubicBezTo>
                  <a:cubicBezTo>
                    <a:pt x="366" y="118"/>
                    <a:pt x="370" y="121"/>
                    <a:pt x="374" y="123"/>
                  </a:cubicBezTo>
                  <a:cubicBezTo>
                    <a:pt x="382" y="127"/>
                    <a:pt x="390" y="131"/>
                    <a:pt x="398" y="133"/>
                  </a:cubicBezTo>
                  <a:cubicBezTo>
                    <a:pt x="397" y="140"/>
                    <a:pt x="395" y="147"/>
                    <a:pt x="392" y="153"/>
                  </a:cubicBezTo>
                  <a:cubicBezTo>
                    <a:pt x="379" y="189"/>
                    <a:pt x="294" y="142"/>
                    <a:pt x="283" y="137"/>
                  </a:cubicBezTo>
                  <a:cubicBezTo>
                    <a:pt x="255" y="124"/>
                    <a:pt x="224" y="117"/>
                    <a:pt x="196" y="105"/>
                  </a:cubicBezTo>
                  <a:cubicBezTo>
                    <a:pt x="133" y="79"/>
                    <a:pt x="60" y="58"/>
                    <a:pt x="2" y="22"/>
                  </a:cubicBezTo>
                  <a:cubicBezTo>
                    <a:pt x="1" y="22"/>
                    <a:pt x="0" y="23"/>
                    <a:pt x="1" y="23"/>
                  </a:cubicBezTo>
                  <a:cubicBezTo>
                    <a:pt x="78" y="79"/>
                    <a:pt x="176" y="108"/>
                    <a:pt x="263" y="145"/>
                  </a:cubicBezTo>
                  <a:cubicBezTo>
                    <a:pt x="304" y="162"/>
                    <a:pt x="346" y="193"/>
                    <a:pt x="392" y="181"/>
                  </a:cubicBezTo>
                  <a:cubicBezTo>
                    <a:pt x="409" y="176"/>
                    <a:pt x="415" y="156"/>
                    <a:pt x="416" y="137"/>
                  </a:cubicBezTo>
                  <a:cubicBezTo>
                    <a:pt x="420" y="138"/>
                    <a:pt x="424" y="139"/>
                    <a:pt x="428" y="139"/>
                  </a:cubicBezTo>
                  <a:cubicBezTo>
                    <a:pt x="437" y="139"/>
                    <a:pt x="447" y="136"/>
                    <a:pt x="455" y="131"/>
                  </a:cubicBezTo>
                  <a:cubicBezTo>
                    <a:pt x="462" y="127"/>
                    <a:pt x="468" y="121"/>
                    <a:pt x="473"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8"/>
            <p:cNvSpPr/>
            <p:nvPr/>
          </p:nvSpPr>
          <p:spPr>
            <a:xfrm>
              <a:off x="8582760" y="4275720"/>
              <a:ext cx="153720" cy="119880"/>
            </a:xfrm>
            <a:custGeom>
              <a:rect b="b" l="l" r="r" t="t"/>
              <a:pathLst>
                <a:path extrusionOk="0" h="333" w="427">
                  <a:moveTo>
                    <a:pt x="159" y="262"/>
                  </a:moveTo>
                  <a:cubicBezTo>
                    <a:pt x="139" y="244"/>
                    <a:pt x="119" y="226"/>
                    <a:pt x="101" y="206"/>
                  </a:cubicBezTo>
                  <a:cubicBezTo>
                    <a:pt x="72" y="177"/>
                    <a:pt x="39" y="153"/>
                    <a:pt x="8" y="125"/>
                  </a:cubicBezTo>
                  <a:cubicBezTo>
                    <a:pt x="5" y="123"/>
                    <a:pt x="0" y="127"/>
                    <a:pt x="3" y="130"/>
                  </a:cubicBezTo>
                  <a:cubicBezTo>
                    <a:pt x="48" y="176"/>
                    <a:pt x="90" y="223"/>
                    <a:pt x="138" y="267"/>
                  </a:cubicBezTo>
                  <a:cubicBezTo>
                    <a:pt x="186" y="310"/>
                    <a:pt x="238" y="332"/>
                    <a:pt x="284" y="272"/>
                  </a:cubicBezTo>
                  <a:cubicBezTo>
                    <a:pt x="284" y="272"/>
                    <a:pt x="285" y="272"/>
                    <a:pt x="285" y="271"/>
                  </a:cubicBezTo>
                  <a:cubicBezTo>
                    <a:pt x="285" y="271"/>
                    <a:pt x="286" y="270"/>
                    <a:pt x="286" y="269"/>
                  </a:cubicBezTo>
                  <a:cubicBezTo>
                    <a:pt x="340" y="294"/>
                    <a:pt x="426" y="277"/>
                    <a:pt x="405" y="204"/>
                  </a:cubicBezTo>
                  <a:cubicBezTo>
                    <a:pt x="403" y="198"/>
                    <a:pt x="395" y="200"/>
                    <a:pt x="393" y="204"/>
                  </a:cubicBezTo>
                  <a:cubicBezTo>
                    <a:pt x="386" y="217"/>
                    <a:pt x="380" y="229"/>
                    <a:pt x="373" y="241"/>
                  </a:cubicBezTo>
                  <a:cubicBezTo>
                    <a:pt x="353" y="274"/>
                    <a:pt x="284" y="241"/>
                    <a:pt x="273" y="230"/>
                  </a:cubicBezTo>
                  <a:cubicBezTo>
                    <a:pt x="245" y="200"/>
                    <a:pt x="223" y="159"/>
                    <a:pt x="196" y="126"/>
                  </a:cubicBezTo>
                  <a:cubicBezTo>
                    <a:pt x="182" y="109"/>
                    <a:pt x="175" y="88"/>
                    <a:pt x="160" y="72"/>
                  </a:cubicBezTo>
                  <a:cubicBezTo>
                    <a:pt x="139" y="48"/>
                    <a:pt x="118" y="23"/>
                    <a:pt x="95" y="0"/>
                  </a:cubicBezTo>
                  <a:lnTo>
                    <a:pt x="94" y="0"/>
                  </a:lnTo>
                  <a:cubicBezTo>
                    <a:pt x="156" y="75"/>
                    <a:pt x="197" y="167"/>
                    <a:pt x="255" y="244"/>
                  </a:cubicBezTo>
                  <a:cubicBezTo>
                    <a:pt x="259" y="249"/>
                    <a:pt x="264" y="254"/>
                    <a:pt x="269" y="258"/>
                  </a:cubicBezTo>
                  <a:cubicBezTo>
                    <a:pt x="232" y="294"/>
                    <a:pt x="199" y="294"/>
                    <a:pt x="159" y="2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8"/>
            <p:cNvSpPr/>
            <p:nvPr/>
          </p:nvSpPr>
          <p:spPr>
            <a:xfrm>
              <a:off x="8642160" y="4249800"/>
              <a:ext cx="109080" cy="103320"/>
            </a:xfrm>
            <a:custGeom>
              <a:rect b="b" l="l" r="r" t="t"/>
              <a:pathLst>
                <a:path extrusionOk="0" h="287" w="303">
                  <a:moveTo>
                    <a:pt x="280" y="272"/>
                  </a:moveTo>
                  <a:cubicBezTo>
                    <a:pt x="302" y="262"/>
                    <a:pt x="298" y="228"/>
                    <a:pt x="288" y="213"/>
                  </a:cubicBezTo>
                  <a:cubicBezTo>
                    <a:pt x="288" y="212"/>
                    <a:pt x="287" y="211"/>
                    <a:pt x="286" y="211"/>
                  </a:cubicBezTo>
                  <a:cubicBezTo>
                    <a:pt x="285" y="210"/>
                    <a:pt x="284" y="210"/>
                    <a:pt x="283" y="210"/>
                  </a:cubicBezTo>
                  <a:cubicBezTo>
                    <a:pt x="282" y="210"/>
                    <a:pt x="281" y="210"/>
                    <a:pt x="280" y="211"/>
                  </a:cubicBezTo>
                  <a:cubicBezTo>
                    <a:pt x="279" y="211"/>
                    <a:pt x="278" y="212"/>
                    <a:pt x="278" y="213"/>
                  </a:cubicBezTo>
                  <a:cubicBezTo>
                    <a:pt x="277" y="214"/>
                    <a:pt x="276" y="215"/>
                    <a:pt x="276" y="216"/>
                  </a:cubicBezTo>
                  <a:cubicBezTo>
                    <a:pt x="274" y="219"/>
                    <a:pt x="273" y="222"/>
                    <a:pt x="272" y="226"/>
                  </a:cubicBezTo>
                  <a:cubicBezTo>
                    <a:pt x="270" y="254"/>
                    <a:pt x="235" y="245"/>
                    <a:pt x="222" y="226"/>
                  </a:cubicBezTo>
                  <a:cubicBezTo>
                    <a:pt x="202" y="197"/>
                    <a:pt x="181" y="167"/>
                    <a:pt x="157" y="140"/>
                  </a:cubicBezTo>
                  <a:cubicBezTo>
                    <a:pt x="131" y="111"/>
                    <a:pt x="103" y="81"/>
                    <a:pt x="77" y="53"/>
                  </a:cubicBezTo>
                  <a:cubicBezTo>
                    <a:pt x="58" y="33"/>
                    <a:pt x="32" y="22"/>
                    <a:pt x="11" y="5"/>
                  </a:cubicBezTo>
                  <a:cubicBezTo>
                    <a:pt x="6" y="0"/>
                    <a:pt x="0" y="8"/>
                    <a:pt x="5" y="12"/>
                  </a:cubicBezTo>
                  <a:cubicBezTo>
                    <a:pt x="36" y="45"/>
                    <a:pt x="71" y="71"/>
                    <a:pt x="100" y="106"/>
                  </a:cubicBezTo>
                  <a:cubicBezTo>
                    <a:pt x="136" y="148"/>
                    <a:pt x="170" y="192"/>
                    <a:pt x="202" y="238"/>
                  </a:cubicBezTo>
                  <a:cubicBezTo>
                    <a:pt x="220" y="266"/>
                    <a:pt x="247" y="286"/>
                    <a:pt x="28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8"/>
            <p:cNvSpPr/>
            <p:nvPr/>
          </p:nvSpPr>
          <p:spPr>
            <a:xfrm>
              <a:off x="8641080" y="4179240"/>
              <a:ext cx="131400" cy="142920"/>
            </a:xfrm>
            <a:custGeom>
              <a:rect b="b" l="l" r="r" t="t"/>
              <a:pathLst>
                <a:path extrusionOk="0" h="397" w="365">
                  <a:moveTo>
                    <a:pt x="275" y="355"/>
                  </a:moveTo>
                  <a:cubicBezTo>
                    <a:pt x="270" y="349"/>
                    <a:pt x="264" y="342"/>
                    <a:pt x="261" y="335"/>
                  </a:cubicBezTo>
                  <a:cubicBezTo>
                    <a:pt x="257" y="328"/>
                    <a:pt x="254" y="322"/>
                    <a:pt x="252" y="315"/>
                  </a:cubicBezTo>
                  <a:cubicBezTo>
                    <a:pt x="225" y="277"/>
                    <a:pt x="196" y="241"/>
                    <a:pt x="166" y="206"/>
                  </a:cubicBezTo>
                  <a:cubicBezTo>
                    <a:pt x="145" y="180"/>
                    <a:pt x="122" y="156"/>
                    <a:pt x="101" y="130"/>
                  </a:cubicBezTo>
                  <a:cubicBezTo>
                    <a:pt x="80" y="105"/>
                    <a:pt x="30" y="92"/>
                    <a:pt x="10" y="64"/>
                  </a:cubicBezTo>
                  <a:cubicBezTo>
                    <a:pt x="7" y="59"/>
                    <a:pt x="0" y="64"/>
                    <a:pt x="3" y="69"/>
                  </a:cubicBezTo>
                  <a:cubicBezTo>
                    <a:pt x="13" y="84"/>
                    <a:pt x="28" y="88"/>
                    <a:pt x="43" y="102"/>
                  </a:cubicBezTo>
                  <a:cubicBezTo>
                    <a:pt x="66" y="123"/>
                    <a:pt x="87" y="142"/>
                    <a:pt x="108" y="165"/>
                  </a:cubicBezTo>
                  <a:cubicBezTo>
                    <a:pt x="153" y="212"/>
                    <a:pt x="186" y="270"/>
                    <a:pt x="228" y="319"/>
                  </a:cubicBezTo>
                  <a:cubicBezTo>
                    <a:pt x="252" y="347"/>
                    <a:pt x="256" y="396"/>
                    <a:pt x="304" y="394"/>
                  </a:cubicBezTo>
                  <a:cubicBezTo>
                    <a:pt x="318" y="394"/>
                    <a:pt x="331" y="391"/>
                    <a:pt x="344" y="386"/>
                  </a:cubicBezTo>
                  <a:cubicBezTo>
                    <a:pt x="346" y="387"/>
                    <a:pt x="348" y="388"/>
                    <a:pt x="351" y="388"/>
                  </a:cubicBezTo>
                  <a:cubicBezTo>
                    <a:pt x="353" y="388"/>
                    <a:pt x="355" y="387"/>
                    <a:pt x="357" y="386"/>
                  </a:cubicBezTo>
                  <a:cubicBezTo>
                    <a:pt x="359" y="385"/>
                    <a:pt x="361" y="383"/>
                    <a:pt x="362" y="381"/>
                  </a:cubicBezTo>
                  <a:cubicBezTo>
                    <a:pt x="363" y="379"/>
                    <a:pt x="364" y="377"/>
                    <a:pt x="364" y="375"/>
                  </a:cubicBezTo>
                  <a:cubicBezTo>
                    <a:pt x="364" y="374"/>
                    <a:pt x="363" y="374"/>
                    <a:pt x="363" y="373"/>
                  </a:cubicBezTo>
                  <a:cubicBezTo>
                    <a:pt x="346" y="227"/>
                    <a:pt x="244" y="96"/>
                    <a:pt x="134" y="4"/>
                  </a:cubicBezTo>
                  <a:cubicBezTo>
                    <a:pt x="129" y="0"/>
                    <a:pt x="123" y="6"/>
                    <a:pt x="127" y="11"/>
                  </a:cubicBezTo>
                  <a:cubicBezTo>
                    <a:pt x="220" y="101"/>
                    <a:pt x="315" y="226"/>
                    <a:pt x="337" y="358"/>
                  </a:cubicBezTo>
                  <a:cubicBezTo>
                    <a:pt x="335" y="360"/>
                    <a:pt x="332" y="363"/>
                    <a:pt x="329" y="364"/>
                  </a:cubicBezTo>
                  <a:cubicBezTo>
                    <a:pt x="322" y="368"/>
                    <a:pt x="314" y="369"/>
                    <a:pt x="307" y="369"/>
                  </a:cubicBezTo>
                  <a:cubicBezTo>
                    <a:pt x="299" y="369"/>
                    <a:pt x="291" y="368"/>
                    <a:pt x="286" y="364"/>
                  </a:cubicBezTo>
                  <a:cubicBezTo>
                    <a:pt x="281" y="362"/>
                    <a:pt x="278" y="359"/>
                    <a:pt x="27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8"/>
            <p:cNvSpPr/>
            <p:nvPr/>
          </p:nvSpPr>
          <p:spPr>
            <a:xfrm>
              <a:off x="8276400" y="4216680"/>
              <a:ext cx="139680" cy="79560"/>
            </a:xfrm>
            <a:custGeom>
              <a:rect b="b" l="l" r="r" t="t"/>
              <a:pathLst>
                <a:path extrusionOk="0" h="221" w="388">
                  <a:moveTo>
                    <a:pt x="380" y="84"/>
                  </a:moveTo>
                  <a:cubicBezTo>
                    <a:pt x="379" y="84"/>
                    <a:pt x="379" y="84"/>
                    <a:pt x="379" y="84"/>
                  </a:cubicBezTo>
                  <a:cubicBezTo>
                    <a:pt x="379" y="83"/>
                    <a:pt x="378" y="82"/>
                    <a:pt x="377" y="82"/>
                  </a:cubicBezTo>
                  <a:cubicBezTo>
                    <a:pt x="376" y="81"/>
                    <a:pt x="376" y="81"/>
                    <a:pt x="375" y="81"/>
                  </a:cubicBezTo>
                  <a:cubicBezTo>
                    <a:pt x="374" y="81"/>
                    <a:pt x="373" y="81"/>
                    <a:pt x="372" y="82"/>
                  </a:cubicBezTo>
                  <a:cubicBezTo>
                    <a:pt x="372" y="82"/>
                    <a:pt x="371" y="82"/>
                    <a:pt x="371" y="83"/>
                  </a:cubicBezTo>
                  <a:cubicBezTo>
                    <a:pt x="355" y="102"/>
                    <a:pt x="338" y="118"/>
                    <a:pt x="347" y="144"/>
                  </a:cubicBezTo>
                  <a:cubicBezTo>
                    <a:pt x="346" y="144"/>
                    <a:pt x="345" y="144"/>
                    <a:pt x="344" y="144"/>
                  </a:cubicBezTo>
                  <a:cubicBezTo>
                    <a:pt x="338" y="144"/>
                    <a:pt x="333" y="144"/>
                    <a:pt x="328" y="143"/>
                  </a:cubicBezTo>
                  <a:cubicBezTo>
                    <a:pt x="314" y="141"/>
                    <a:pt x="301" y="136"/>
                    <a:pt x="288" y="130"/>
                  </a:cubicBezTo>
                  <a:cubicBezTo>
                    <a:pt x="287" y="130"/>
                    <a:pt x="286" y="129"/>
                    <a:pt x="285" y="128"/>
                  </a:cubicBezTo>
                  <a:cubicBezTo>
                    <a:pt x="274" y="122"/>
                    <a:pt x="263" y="117"/>
                    <a:pt x="251" y="114"/>
                  </a:cubicBezTo>
                  <a:lnTo>
                    <a:pt x="251" y="113"/>
                  </a:lnTo>
                  <a:cubicBezTo>
                    <a:pt x="251" y="75"/>
                    <a:pt x="241" y="38"/>
                    <a:pt x="222" y="5"/>
                  </a:cubicBezTo>
                  <a:cubicBezTo>
                    <a:pt x="219" y="0"/>
                    <a:pt x="213" y="3"/>
                    <a:pt x="213" y="8"/>
                  </a:cubicBezTo>
                  <a:cubicBezTo>
                    <a:pt x="213" y="22"/>
                    <a:pt x="216" y="37"/>
                    <a:pt x="223" y="50"/>
                  </a:cubicBezTo>
                  <a:cubicBezTo>
                    <a:pt x="230" y="70"/>
                    <a:pt x="234" y="91"/>
                    <a:pt x="234" y="112"/>
                  </a:cubicBezTo>
                  <a:cubicBezTo>
                    <a:pt x="234" y="119"/>
                    <a:pt x="234" y="125"/>
                    <a:pt x="233" y="132"/>
                  </a:cubicBezTo>
                  <a:cubicBezTo>
                    <a:pt x="231" y="144"/>
                    <a:pt x="228" y="156"/>
                    <a:pt x="223" y="167"/>
                  </a:cubicBezTo>
                  <a:cubicBezTo>
                    <a:pt x="215" y="186"/>
                    <a:pt x="185" y="154"/>
                    <a:pt x="184" y="153"/>
                  </a:cubicBezTo>
                  <a:cubicBezTo>
                    <a:pt x="179" y="148"/>
                    <a:pt x="174" y="144"/>
                    <a:pt x="169" y="141"/>
                  </a:cubicBezTo>
                  <a:cubicBezTo>
                    <a:pt x="166" y="139"/>
                    <a:pt x="164" y="139"/>
                    <a:pt x="162" y="138"/>
                  </a:cubicBezTo>
                  <a:cubicBezTo>
                    <a:pt x="159" y="118"/>
                    <a:pt x="152" y="99"/>
                    <a:pt x="142" y="82"/>
                  </a:cubicBezTo>
                  <a:cubicBezTo>
                    <a:pt x="140" y="79"/>
                    <a:pt x="138" y="75"/>
                    <a:pt x="136" y="72"/>
                  </a:cubicBezTo>
                  <a:cubicBezTo>
                    <a:pt x="133" y="69"/>
                    <a:pt x="126" y="72"/>
                    <a:pt x="128" y="77"/>
                  </a:cubicBezTo>
                  <a:cubicBezTo>
                    <a:pt x="130" y="87"/>
                    <a:pt x="126" y="99"/>
                    <a:pt x="129" y="108"/>
                  </a:cubicBezTo>
                  <a:cubicBezTo>
                    <a:pt x="135" y="121"/>
                    <a:pt x="139" y="135"/>
                    <a:pt x="141" y="149"/>
                  </a:cubicBezTo>
                  <a:cubicBezTo>
                    <a:pt x="142" y="160"/>
                    <a:pt x="142" y="170"/>
                    <a:pt x="142" y="180"/>
                  </a:cubicBezTo>
                  <a:cubicBezTo>
                    <a:pt x="142" y="183"/>
                    <a:pt x="142" y="186"/>
                    <a:pt x="142" y="190"/>
                  </a:cubicBezTo>
                  <a:cubicBezTo>
                    <a:pt x="142" y="203"/>
                    <a:pt x="118" y="186"/>
                    <a:pt x="113" y="183"/>
                  </a:cubicBezTo>
                  <a:cubicBezTo>
                    <a:pt x="64" y="156"/>
                    <a:pt x="39" y="115"/>
                    <a:pt x="10" y="69"/>
                  </a:cubicBezTo>
                  <a:cubicBezTo>
                    <a:pt x="10" y="68"/>
                    <a:pt x="10" y="67"/>
                    <a:pt x="9" y="67"/>
                  </a:cubicBezTo>
                  <a:cubicBezTo>
                    <a:pt x="8" y="66"/>
                    <a:pt x="7" y="67"/>
                    <a:pt x="6" y="67"/>
                  </a:cubicBezTo>
                  <a:cubicBezTo>
                    <a:pt x="5" y="67"/>
                    <a:pt x="4" y="66"/>
                    <a:pt x="3" y="67"/>
                  </a:cubicBezTo>
                  <a:cubicBezTo>
                    <a:pt x="2" y="67"/>
                    <a:pt x="1" y="69"/>
                    <a:pt x="1" y="69"/>
                  </a:cubicBezTo>
                  <a:cubicBezTo>
                    <a:pt x="0" y="70"/>
                    <a:pt x="0" y="71"/>
                    <a:pt x="0" y="72"/>
                  </a:cubicBezTo>
                  <a:cubicBezTo>
                    <a:pt x="0" y="73"/>
                    <a:pt x="0" y="73"/>
                    <a:pt x="0" y="74"/>
                  </a:cubicBezTo>
                  <a:cubicBezTo>
                    <a:pt x="6" y="88"/>
                    <a:pt x="12" y="101"/>
                    <a:pt x="20" y="115"/>
                  </a:cubicBezTo>
                  <a:cubicBezTo>
                    <a:pt x="32" y="136"/>
                    <a:pt x="48" y="157"/>
                    <a:pt x="65" y="175"/>
                  </a:cubicBezTo>
                  <a:cubicBezTo>
                    <a:pt x="75" y="184"/>
                    <a:pt x="86" y="193"/>
                    <a:pt x="98" y="200"/>
                  </a:cubicBezTo>
                  <a:cubicBezTo>
                    <a:pt x="112" y="208"/>
                    <a:pt x="128" y="214"/>
                    <a:pt x="144" y="217"/>
                  </a:cubicBezTo>
                  <a:cubicBezTo>
                    <a:pt x="165" y="220"/>
                    <a:pt x="168" y="187"/>
                    <a:pt x="162" y="152"/>
                  </a:cubicBezTo>
                  <a:cubicBezTo>
                    <a:pt x="184" y="171"/>
                    <a:pt x="218" y="214"/>
                    <a:pt x="234" y="178"/>
                  </a:cubicBezTo>
                  <a:cubicBezTo>
                    <a:pt x="241" y="162"/>
                    <a:pt x="245" y="146"/>
                    <a:pt x="247" y="130"/>
                  </a:cubicBezTo>
                  <a:cubicBezTo>
                    <a:pt x="280" y="146"/>
                    <a:pt x="328" y="183"/>
                    <a:pt x="363" y="160"/>
                  </a:cubicBezTo>
                  <a:cubicBezTo>
                    <a:pt x="372" y="155"/>
                    <a:pt x="366" y="141"/>
                    <a:pt x="363" y="134"/>
                  </a:cubicBezTo>
                  <a:cubicBezTo>
                    <a:pt x="360" y="115"/>
                    <a:pt x="387" y="104"/>
                    <a:pt x="38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8"/>
            <p:cNvSpPr/>
            <p:nvPr/>
          </p:nvSpPr>
          <p:spPr>
            <a:xfrm>
              <a:off x="8395920" y="4132080"/>
              <a:ext cx="251640" cy="127080"/>
            </a:xfrm>
            <a:custGeom>
              <a:rect b="b" l="l" r="r" t="t"/>
              <a:pathLst>
                <a:path extrusionOk="0" h="353" w="699">
                  <a:moveTo>
                    <a:pt x="665" y="4"/>
                  </a:moveTo>
                  <a:cubicBezTo>
                    <a:pt x="661" y="27"/>
                    <a:pt x="659" y="51"/>
                    <a:pt x="658" y="75"/>
                  </a:cubicBezTo>
                  <a:cubicBezTo>
                    <a:pt x="658" y="81"/>
                    <a:pt x="656" y="109"/>
                    <a:pt x="647" y="110"/>
                  </a:cubicBezTo>
                  <a:cubicBezTo>
                    <a:pt x="639" y="109"/>
                    <a:pt x="631" y="106"/>
                    <a:pt x="624" y="102"/>
                  </a:cubicBezTo>
                  <a:cubicBezTo>
                    <a:pt x="615" y="97"/>
                    <a:pt x="607" y="89"/>
                    <a:pt x="601" y="79"/>
                  </a:cubicBezTo>
                  <a:cubicBezTo>
                    <a:pt x="600" y="78"/>
                    <a:pt x="600" y="77"/>
                    <a:pt x="599" y="75"/>
                  </a:cubicBezTo>
                  <a:cubicBezTo>
                    <a:pt x="599" y="74"/>
                    <a:pt x="599" y="73"/>
                    <a:pt x="598" y="72"/>
                  </a:cubicBezTo>
                  <a:cubicBezTo>
                    <a:pt x="598" y="71"/>
                    <a:pt x="597" y="71"/>
                    <a:pt x="596" y="70"/>
                  </a:cubicBezTo>
                  <a:cubicBezTo>
                    <a:pt x="595" y="69"/>
                    <a:pt x="594" y="69"/>
                    <a:pt x="593" y="69"/>
                  </a:cubicBezTo>
                  <a:cubicBezTo>
                    <a:pt x="592" y="69"/>
                    <a:pt x="591" y="69"/>
                    <a:pt x="590" y="70"/>
                  </a:cubicBezTo>
                  <a:cubicBezTo>
                    <a:pt x="589" y="71"/>
                    <a:pt x="588" y="71"/>
                    <a:pt x="588" y="72"/>
                  </a:cubicBezTo>
                  <a:cubicBezTo>
                    <a:pt x="587" y="73"/>
                    <a:pt x="587" y="74"/>
                    <a:pt x="587" y="75"/>
                  </a:cubicBezTo>
                  <a:cubicBezTo>
                    <a:pt x="586" y="77"/>
                    <a:pt x="586" y="80"/>
                    <a:pt x="586" y="82"/>
                  </a:cubicBezTo>
                  <a:cubicBezTo>
                    <a:pt x="586" y="84"/>
                    <a:pt x="586" y="86"/>
                    <a:pt x="587" y="89"/>
                  </a:cubicBezTo>
                  <a:cubicBezTo>
                    <a:pt x="589" y="114"/>
                    <a:pt x="593" y="169"/>
                    <a:pt x="567" y="159"/>
                  </a:cubicBezTo>
                  <a:cubicBezTo>
                    <a:pt x="545" y="152"/>
                    <a:pt x="524" y="143"/>
                    <a:pt x="505" y="131"/>
                  </a:cubicBezTo>
                  <a:cubicBezTo>
                    <a:pt x="504" y="131"/>
                    <a:pt x="504" y="131"/>
                    <a:pt x="503" y="130"/>
                  </a:cubicBezTo>
                  <a:cubicBezTo>
                    <a:pt x="502" y="127"/>
                    <a:pt x="502" y="123"/>
                    <a:pt x="502" y="119"/>
                  </a:cubicBezTo>
                  <a:cubicBezTo>
                    <a:pt x="502" y="115"/>
                    <a:pt x="496" y="115"/>
                    <a:pt x="496" y="119"/>
                  </a:cubicBezTo>
                  <a:cubicBezTo>
                    <a:pt x="495" y="123"/>
                    <a:pt x="496" y="123"/>
                    <a:pt x="496" y="125"/>
                  </a:cubicBezTo>
                  <a:cubicBezTo>
                    <a:pt x="487" y="119"/>
                    <a:pt x="480" y="111"/>
                    <a:pt x="474" y="102"/>
                  </a:cubicBezTo>
                  <a:cubicBezTo>
                    <a:pt x="474" y="101"/>
                    <a:pt x="473" y="101"/>
                    <a:pt x="473" y="101"/>
                  </a:cubicBezTo>
                  <a:cubicBezTo>
                    <a:pt x="472" y="100"/>
                    <a:pt x="471" y="100"/>
                    <a:pt x="470" y="100"/>
                  </a:cubicBezTo>
                  <a:cubicBezTo>
                    <a:pt x="469" y="100"/>
                    <a:pt x="468" y="100"/>
                    <a:pt x="467" y="101"/>
                  </a:cubicBezTo>
                  <a:cubicBezTo>
                    <a:pt x="466" y="102"/>
                    <a:pt x="466" y="102"/>
                    <a:pt x="465" y="103"/>
                  </a:cubicBezTo>
                  <a:cubicBezTo>
                    <a:pt x="465" y="103"/>
                    <a:pt x="464" y="104"/>
                    <a:pt x="464" y="105"/>
                  </a:cubicBezTo>
                  <a:cubicBezTo>
                    <a:pt x="464" y="106"/>
                    <a:pt x="464" y="106"/>
                    <a:pt x="465" y="107"/>
                  </a:cubicBezTo>
                  <a:cubicBezTo>
                    <a:pt x="466" y="110"/>
                    <a:pt x="467" y="113"/>
                    <a:pt x="469" y="116"/>
                  </a:cubicBezTo>
                  <a:cubicBezTo>
                    <a:pt x="476" y="128"/>
                    <a:pt x="485" y="138"/>
                    <a:pt x="496" y="146"/>
                  </a:cubicBezTo>
                  <a:cubicBezTo>
                    <a:pt x="496" y="156"/>
                    <a:pt x="497" y="166"/>
                    <a:pt x="498" y="176"/>
                  </a:cubicBezTo>
                  <a:cubicBezTo>
                    <a:pt x="498" y="191"/>
                    <a:pt x="498" y="205"/>
                    <a:pt x="497" y="219"/>
                  </a:cubicBezTo>
                  <a:cubicBezTo>
                    <a:pt x="496" y="219"/>
                    <a:pt x="496" y="219"/>
                    <a:pt x="495" y="220"/>
                  </a:cubicBezTo>
                  <a:cubicBezTo>
                    <a:pt x="491" y="229"/>
                    <a:pt x="456" y="230"/>
                    <a:pt x="448" y="230"/>
                  </a:cubicBezTo>
                  <a:cubicBezTo>
                    <a:pt x="419" y="227"/>
                    <a:pt x="391" y="219"/>
                    <a:pt x="365" y="206"/>
                  </a:cubicBezTo>
                  <a:cubicBezTo>
                    <a:pt x="329" y="190"/>
                    <a:pt x="295" y="141"/>
                    <a:pt x="271" y="111"/>
                  </a:cubicBezTo>
                  <a:cubicBezTo>
                    <a:pt x="271" y="111"/>
                    <a:pt x="271" y="112"/>
                    <a:pt x="270" y="111"/>
                  </a:cubicBezTo>
                  <a:cubicBezTo>
                    <a:pt x="269" y="110"/>
                    <a:pt x="269" y="110"/>
                    <a:pt x="268" y="110"/>
                  </a:cubicBezTo>
                  <a:cubicBezTo>
                    <a:pt x="268" y="110"/>
                    <a:pt x="267" y="110"/>
                    <a:pt x="266" y="111"/>
                  </a:cubicBezTo>
                  <a:lnTo>
                    <a:pt x="265" y="112"/>
                  </a:lnTo>
                  <a:cubicBezTo>
                    <a:pt x="265" y="113"/>
                    <a:pt x="264" y="113"/>
                    <a:pt x="264" y="114"/>
                  </a:cubicBezTo>
                  <a:cubicBezTo>
                    <a:pt x="264" y="115"/>
                    <a:pt x="265" y="115"/>
                    <a:pt x="265" y="116"/>
                  </a:cubicBezTo>
                  <a:cubicBezTo>
                    <a:pt x="280" y="139"/>
                    <a:pt x="298" y="161"/>
                    <a:pt x="318" y="181"/>
                  </a:cubicBezTo>
                  <a:cubicBezTo>
                    <a:pt x="307" y="210"/>
                    <a:pt x="316" y="245"/>
                    <a:pt x="318" y="275"/>
                  </a:cubicBezTo>
                  <a:cubicBezTo>
                    <a:pt x="319" y="290"/>
                    <a:pt x="322" y="312"/>
                    <a:pt x="301" y="311"/>
                  </a:cubicBezTo>
                  <a:cubicBezTo>
                    <a:pt x="288" y="310"/>
                    <a:pt x="276" y="306"/>
                    <a:pt x="265" y="299"/>
                  </a:cubicBezTo>
                  <a:cubicBezTo>
                    <a:pt x="259" y="296"/>
                    <a:pt x="253" y="292"/>
                    <a:pt x="248" y="287"/>
                  </a:cubicBezTo>
                  <a:cubicBezTo>
                    <a:pt x="248" y="286"/>
                    <a:pt x="247" y="286"/>
                    <a:pt x="246" y="285"/>
                  </a:cubicBezTo>
                  <a:cubicBezTo>
                    <a:pt x="245" y="285"/>
                    <a:pt x="245" y="284"/>
                    <a:pt x="244" y="284"/>
                  </a:cubicBezTo>
                  <a:cubicBezTo>
                    <a:pt x="243" y="284"/>
                    <a:pt x="243" y="284"/>
                    <a:pt x="242" y="285"/>
                  </a:cubicBezTo>
                  <a:cubicBezTo>
                    <a:pt x="241" y="276"/>
                    <a:pt x="240" y="268"/>
                    <a:pt x="238" y="259"/>
                  </a:cubicBezTo>
                  <a:lnTo>
                    <a:pt x="237" y="259"/>
                  </a:lnTo>
                  <a:cubicBezTo>
                    <a:pt x="237" y="258"/>
                    <a:pt x="236" y="257"/>
                    <a:pt x="236" y="257"/>
                  </a:cubicBezTo>
                  <a:cubicBezTo>
                    <a:pt x="235" y="256"/>
                    <a:pt x="234" y="256"/>
                    <a:pt x="233" y="256"/>
                  </a:cubicBezTo>
                  <a:cubicBezTo>
                    <a:pt x="232" y="256"/>
                    <a:pt x="232" y="256"/>
                    <a:pt x="231" y="257"/>
                  </a:cubicBezTo>
                  <a:cubicBezTo>
                    <a:pt x="230" y="258"/>
                    <a:pt x="229" y="258"/>
                    <a:pt x="229" y="259"/>
                  </a:cubicBezTo>
                  <a:lnTo>
                    <a:pt x="228" y="259"/>
                  </a:lnTo>
                  <a:cubicBezTo>
                    <a:pt x="225" y="274"/>
                    <a:pt x="224" y="290"/>
                    <a:pt x="224" y="305"/>
                  </a:cubicBezTo>
                  <a:cubicBezTo>
                    <a:pt x="224" y="313"/>
                    <a:pt x="224" y="321"/>
                    <a:pt x="225" y="329"/>
                  </a:cubicBezTo>
                  <a:cubicBezTo>
                    <a:pt x="225" y="332"/>
                    <a:pt x="186" y="329"/>
                    <a:pt x="183" y="329"/>
                  </a:cubicBezTo>
                  <a:cubicBezTo>
                    <a:pt x="161" y="329"/>
                    <a:pt x="141" y="323"/>
                    <a:pt x="122" y="313"/>
                  </a:cubicBezTo>
                  <a:cubicBezTo>
                    <a:pt x="120" y="311"/>
                    <a:pt x="118" y="310"/>
                    <a:pt x="117" y="309"/>
                  </a:cubicBezTo>
                  <a:cubicBezTo>
                    <a:pt x="96" y="294"/>
                    <a:pt x="78" y="275"/>
                    <a:pt x="65" y="253"/>
                  </a:cubicBezTo>
                  <a:cubicBezTo>
                    <a:pt x="65" y="252"/>
                    <a:pt x="64" y="251"/>
                    <a:pt x="64" y="250"/>
                  </a:cubicBezTo>
                  <a:cubicBezTo>
                    <a:pt x="47" y="228"/>
                    <a:pt x="32" y="205"/>
                    <a:pt x="18" y="181"/>
                  </a:cubicBezTo>
                  <a:cubicBezTo>
                    <a:pt x="13" y="173"/>
                    <a:pt x="9" y="165"/>
                    <a:pt x="5" y="157"/>
                  </a:cubicBezTo>
                  <a:lnTo>
                    <a:pt x="4" y="157"/>
                  </a:lnTo>
                  <a:lnTo>
                    <a:pt x="4" y="156"/>
                  </a:lnTo>
                  <a:cubicBezTo>
                    <a:pt x="3" y="156"/>
                    <a:pt x="3" y="156"/>
                    <a:pt x="2" y="156"/>
                  </a:cubicBezTo>
                  <a:lnTo>
                    <a:pt x="1" y="156"/>
                  </a:lnTo>
                  <a:lnTo>
                    <a:pt x="0" y="157"/>
                  </a:lnTo>
                  <a:lnTo>
                    <a:pt x="0" y="158"/>
                  </a:lnTo>
                  <a:cubicBezTo>
                    <a:pt x="0" y="159"/>
                    <a:pt x="0" y="159"/>
                    <a:pt x="0" y="159"/>
                  </a:cubicBezTo>
                  <a:cubicBezTo>
                    <a:pt x="9" y="185"/>
                    <a:pt x="20" y="209"/>
                    <a:pt x="34" y="233"/>
                  </a:cubicBezTo>
                  <a:cubicBezTo>
                    <a:pt x="48" y="258"/>
                    <a:pt x="65" y="281"/>
                    <a:pt x="84" y="303"/>
                  </a:cubicBezTo>
                  <a:cubicBezTo>
                    <a:pt x="126" y="350"/>
                    <a:pt x="177" y="339"/>
                    <a:pt x="232" y="351"/>
                  </a:cubicBezTo>
                  <a:cubicBezTo>
                    <a:pt x="237" y="352"/>
                    <a:pt x="241" y="347"/>
                    <a:pt x="241" y="343"/>
                  </a:cubicBezTo>
                  <a:cubicBezTo>
                    <a:pt x="243" y="332"/>
                    <a:pt x="244" y="321"/>
                    <a:pt x="244" y="311"/>
                  </a:cubicBezTo>
                  <a:cubicBezTo>
                    <a:pt x="244" y="309"/>
                    <a:pt x="244" y="308"/>
                    <a:pt x="244" y="306"/>
                  </a:cubicBezTo>
                  <a:cubicBezTo>
                    <a:pt x="249" y="312"/>
                    <a:pt x="256" y="317"/>
                    <a:pt x="263" y="321"/>
                  </a:cubicBezTo>
                  <a:cubicBezTo>
                    <a:pt x="275" y="328"/>
                    <a:pt x="288" y="332"/>
                    <a:pt x="302" y="332"/>
                  </a:cubicBezTo>
                  <a:cubicBezTo>
                    <a:pt x="311" y="332"/>
                    <a:pt x="319" y="331"/>
                    <a:pt x="328" y="328"/>
                  </a:cubicBezTo>
                  <a:cubicBezTo>
                    <a:pt x="342" y="320"/>
                    <a:pt x="340" y="295"/>
                    <a:pt x="339" y="282"/>
                  </a:cubicBezTo>
                  <a:cubicBezTo>
                    <a:pt x="339" y="280"/>
                    <a:pt x="339" y="278"/>
                    <a:pt x="339" y="276"/>
                  </a:cubicBezTo>
                  <a:cubicBezTo>
                    <a:pt x="339" y="249"/>
                    <a:pt x="336" y="222"/>
                    <a:pt x="331" y="195"/>
                  </a:cubicBezTo>
                  <a:cubicBezTo>
                    <a:pt x="377" y="237"/>
                    <a:pt x="436" y="262"/>
                    <a:pt x="497" y="231"/>
                  </a:cubicBezTo>
                  <a:cubicBezTo>
                    <a:pt x="498" y="232"/>
                    <a:pt x="498" y="232"/>
                    <a:pt x="499" y="233"/>
                  </a:cubicBezTo>
                  <a:cubicBezTo>
                    <a:pt x="500" y="233"/>
                    <a:pt x="502" y="234"/>
                    <a:pt x="503" y="234"/>
                  </a:cubicBezTo>
                  <a:cubicBezTo>
                    <a:pt x="504" y="234"/>
                    <a:pt x="506" y="234"/>
                    <a:pt x="507" y="233"/>
                  </a:cubicBezTo>
                  <a:cubicBezTo>
                    <a:pt x="508" y="232"/>
                    <a:pt x="509" y="231"/>
                    <a:pt x="510" y="230"/>
                  </a:cubicBezTo>
                  <a:cubicBezTo>
                    <a:pt x="510" y="229"/>
                    <a:pt x="511" y="228"/>
                    <a:pt x="511" y="227"/>
                  </a:cubicBezTo>
                  <a:cubicBezTo>
                    <a:pt x="511" y="210"/>
                    <a:pt x="512" y="193"/>
                    <a:pt x="512" y="176"/>
                  </a:cubicBezTo>
                  <a:cubicBezTo>
                    <a:pt x="512" y="170"/>
                    <a:pt x="511" y="163"/>
                    <a:pt x="509" y="157"/>
                  </a:cubicBezTo>
                  <a:cubicBezTo>
                    <a:pt x="511" y="158"/>
                    <a:pt x="513" y="159"/>
                    <a:pt x="514" y="160"/>
                  </a:cubicBezTo>
                  <a:cubicBezTo>
                    <a:pt x="534" y="171"/>
                    <a:pt x="555" y="179"/>
                    <a:pt x="577" y="183"/>
                  </a:cubicBezTo>
                  <a:cubicBezTo>
                    <a:pt x="609" y="188"/>
                    <a:pt x="608" y="147"/>
                    <a:pt x="603" y="113"/>
                  </a:cubicBezTo>
                  <a:cubicBezTo>
                    <a:pt x="607" y="116"/>
                    <a:pt x="610" y="118"/>
                    <a:pt x="614" y="120"/>
                  </a:cubicBezTo>
                  <a:cubicBezTo>
                    <a:pt x="625" y="127"/>
                    <a:pt x="638" y="131"/>
                    <a:pt x="651" y="131"/>
                  </a:cubicBezTo>
                  <a:cubicBezTo>
                    <a:pt x="698" y="131"/>
                    <a:pt x="684" y="30"/>
                    <a:pt x="678" y="5"/>
                  </a:cubicBezTo>
                  <a:cubicBezTo>
                    <a:pt x="677" y="4"/>
                    <a:pt x="677" y="4"/>
                    <a:pt x="677" y="4"/>
                  </a:cubicBezTo>
                  <a:cubicBezTo>
                    <a:pt x="677" y="3"/>
                    <a:pt x="677" y="2"/>
                    <a:pt x="675" y="1"/>
                  </a:cubicBezTo>
                  <a:cubicBezTo>
                    <a:pt x="673" y="0"/>
                    <a:pt x="672" y="0"/>
                    <a:pt x="671" y="0"/>
                  </a:cubicBezTo>
                  <a:cubicBezTo>
                    <a:pt x="670" y="0"/>
                    <a:pt x="668" y="1"/>
                    <a:pt x="667" y="1"/>
                  </a:cubicBezTo>
                  <a:cubicBezTo>
                    <a:pt x="666" y="2"/>
                    <a:pt x="665" y="3"/>
                    <a:pt x="66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a:off x="8476920" y="4464360"/>
              <a:ext cx="140400" cy="147600"/>
            </a:xfrm>
            <a:custGeom>
              <a:rect b="b" l="l" r="r" t="t"/>
              <a:pathLst>
                <a:path extrusionOk="0" h="410" w="390">
                  <a:moveTo>
                    <a:pt x="349" y="145"/>
                  </a:moveTo>
                  <a:cubicBezTo>
                    <a:pt x="385" y="143"/>
                    <a:pt x="389" y="64"/>
                    <a:pt x="384" y="41"/>
                  </a:cubicBezTo>
                  <a:cubicBezTo>
                    <a:pt x="384" y="40"/>
                    <a:pt x="383" y="39"/>
                    <a:pt x="383" y="38"/>
                  </a:cubicBezTo>
                  <a:cubicBezTo>
                    <a:pt x="382" y="37"/>
                    <a:pt x="382" y="37"/>
                    <a:pt x="381" y="36"/>
                  </a:cubicBezTo>
                  <a:cubicBezTo>
                    <a:pt x="380" y="35"/>
                    <a:pt x="379" y="35"/>
                    <a:pt x="378" y="35"/>
                  </a:cubicBezTo>
                  <a:cubicBezTo>
                    <a:pt x="377" y="35"/>
                    <a:pt x="376" y="35"/>
                    <a:pt x="375" y="36"/>
                  </a:cubicBezTo>
                  <a:cubicBezTo>
                    <a:pt x="374" y="37"/>
                    <a:pt x="373" y="37"/>
                    <a:pt x="373" y="38"/>
                  </a:cubicBezTo>
                  <a:cubicBezTo>
                    <a:pt x="372" y="39"/>
                    <a:pt x="372" y="40"/>
                    <a:pt x="372" y="41"/>
                  </a:cubicBezTo>
                  <a:cubicBezTo>
                    <a:pt x="362" y="74"/>
                    <a:pt x="368" y="126"/>
                    <a:pt x="324" y="127"/>
                  </a:cubicBezTo>
                  <a:cubicBezTo>
                    <a:pt x="294" y="127"/>
                    <a:pt x="269" y="111"/>
                    <a:pt x="242" y="102"/>
                  </a:cubicBezTo>
                  <a:cubicBezTo>
                    <a:pt x="237" y="101"/>
                    <a:pt x="235" y="102"/>
                    <a:pt x="234" y="104"/>
                  </a:cubicBezTo>
                  <a:cubicBezTo>
                    <a:pt x="232" y="102"/>
                    <a:pt x="230" y="101"/>
                    <a:pt x="227" y="99"/>
                  </a:cubicBezTo>
                  <a:cubicBezTo>
                    <a:pt x="256" y="85"/>
                    <a:pt x="245" y="20"/>
                    <a:pt x="225" y="4"/>
                  </a:cubicBezTo>
                  <a:cubicBezTo>
                    <a:pt x="220" y="0"/>
                    <a:pt x="213" y="4"/>
                    <a:pt x="215" y="10"/>
                  </a:cubicBezTo>
                  <a:cubicBezTo>
                    <a:pt x="219" y="30"/>
                    <a:pt x="222" y="50"/>
                    <a:pt x="222" y="70"/>
                  </a:cubicBezTo>
                  <a:cubicBezTo>
                    <a:pt x="225" y="95"/>
                    <a:pt x="182" y="84"/>
                    <a:pt x="164" y="83"/>
                  </a:cubicBezTo>
                  <a:cubicBezTo>
                    <a:pt x="110" y="78"/>
                    <a:pt x="57" y="70"/>
                    <a:pt x="4" y="59"/>
                  </a:cubicBezTo>
                  <a:cubicBezTo>
                    <a:pt x="1" y="59"/>
                    <a:pt x="0" y="64"/>
                    <a:pt x="3" y="65"/>
                  </a:cubicBezTo>
                  <a:cubicBezTo>
                    <a:pt x="17" y="71"/>
                    <a:pt x="41" y="90"/>
                    <a:pt x="58" y="90"/>
                  </a:cubicBezTo>
                  <a:cubicBezTo>
                    <a:pt x="81" y="91"/>
                    <a:pt x="104" y="97"/>
                    <a:pt x="128" y="99"/>
                  </a:cubicBezTo>
                  <a:cubicBezTo>
                    <a:pt x="148" y="102"/>
                    <a:pt x="168" y="103"/>
                    <a:pt x="188" y="103"/>
                  </a:cubicBezTo>
                  <a:cubicBezTo>
                    <a:pt x="197" y="103"/>
                    <a:pt x="207" y="103"/>
                    <a:pt x="216" y="102"/>
                  </a:cubicBezTo>
                  <a:cubicBezTo>
                    <a:pt x="223" y="106"/>
                    <a:pt x="229" y="111"/>
                    <a:pt x="236" y="116"/>
                  </a:cubicBezTo>
                  <a:cubicBezTo>
                    <a:pt x="240" y="124"/>
                    <a:pt x="243" y="132"/>
                    <a:pt x="248" y="139"/>
                  </a:cubicBezTo>
                  <a:cubicBezTo>
                    <a:pt x="250" y="142"/>
                    <a:pt x="252" y="146"/>
                    <a:pt x="254" y="149"/>
                  </a:cubicBezTo>
                  <a:cubicBezTo>
                    <a:pt x="267" y="165"/>
                    <a:pt x="277" y="183"/>
                    <a:pt x="288" y="200"/>
                  </a:cubicBezTo>
                  <a:cubicBezTo>
                    <a:pt x="293" y="208"/>
                    <a:pt x="290" y="212"/>
                    <a:pt x="283" y="213"/>
                  </a:cubicBezTo>
                  <a:lnTo>
                    <a:pt x="282" y="212"/>
                  </a:lnTo>
                  <a:cubicBezTo>
                    <a:pt x="281" y="211"/>
                    <a:pt x="280" y="211"/>
                    <a:pt x="280" y="211"/>
                  </a:cubicBezTo>
                  <a:cubicBezTo>
                    <a:pt x="279" y="211"/>
                    <a:pt x="279" y="211"/>
                    <a:pt x="278" y="212"/>
                  </a:cubicBezTo>
                  <a:cubicBezTo>
                    <a:pt x="277" y="212"/>
                    <a:pt x="276" y="213"/>
                    <a:pt x="276" y="213"/>
                  </a:cubicBezTo>
                  <a:cubicBezTo>
                    <a:pt x="276" y="214"/>
                    <a:pt x="276" y="214"/>
                    <a:pt x="276" y="215"/>
                  </a:cubicBezTo>
                  <a:cubicBezTo>
                    <a:pt x="263" y="216"/>
                    <a:pt x="246" y="214"/>
                    <a:pt x="240" y="214"/>
                  </a:cubicBezTo>
                  <a:cubicBezTo>
                    <a:pt x="190" y="212"/>
                    <a:pt x="141" y="206"/>
                    <a:pt x="93" y="194"/>
                  </a:cubicBezTo>
                  <a:lnTo>
                    <a:pt x="92" y="194"/>
                  </a:lnTo>
                  <a:lnTo>
                    <a:pt x="91" y="195"/>
                  </a:lnTo>
                  <a:lnTo>
                    <a:pt x="91" y="196"/>
                  </a:lnTo>
                  <a:lnTo>
                    <a:pt x="91" y="197"/>
                  </a:lnTo>
                  <a:lnTo>
                    <a:pt x="92" y="198"/>
                  </a:lnTo>
                  <a:lnTo>
                    <a:pt x="93" y="198"/>
                  </a:lnTo>
                  <a:cubicBezTo>
                    <a:pt x="107" y="206"/>
                    <a:pt x="122" y="214"/>
                    <a:pt x="138" y="220"/>
                  </a:cubicBezTo>
                  <a:cubicBezTo>
                    <a:pt x="160" y="223"/>
                    <a:pt x="181" y="223"/>
                    <a:pt x="204" y="227"/>
                  </a:cubicBezTo>
                  <a:cubicBezTo>
                    <a:pt x="215" y="228"/>
                    <a:pt x="226" y="229"/>
                    <a:pt x="238" y="229"/>
                  </a:cubicBezTo>
                  <a:cubicBezTo>
                    <a:pt x="249" y="229"/>
                    <a:pt x="262" y="228"/>
                    <a:pt x="273" y="227"/>
                  </a:cubicBezTo>
                  <a:lnTo>
                    <a:pt x="278" y="227"/>
                  </a:lnTo>
                  <a:cubicBezTo>
                    <a:pt x="279" y="230"/>
                    <a:pt x="281" y="233"/>
                    <a:pt x="287" y="243"/>
                  </a:cubicBezTo>
                  <a:cubicBezTo>
                    <a:pt x="297" y="265"/>
                    <a:pt x="304" y="287"/>
                    <a:pt x="309" y="310"/>
                  </a:cubicBezTo>
                  <a:cubicBezTo>
                    <a:pt x="313" y="328"/>
                    <a:pt x="317" y="362"/>
                    <a:pt x="306" y="376"/>
                  </a:cubicBezTo>
                  <a:cubicBezTo>
                    <a:pt x="304" y="378"/>
                    <a:pt x="302" y="379"/>
                    <a:pt x="301" y="382"/>
                  </a:cubicBezTo>
                  <a:cubicBezTo>
                    <a:pt x="299" y="384"/>
                    <a:pt x="299" y="388"/>
                    <a:pt x="298" y="390"/>
                  </a:cubicBezTo>
                  <a:cubicBezTo>
                    <a:pt x="282" y="390"/>
                    <a:pt x="267" y="392"/>
                    <a:pt x="251" y="392"/>
                  </a:cubicBezTo>
                  <a:cubicBezTo>
                    <a:pt x="220" y="392"/>
                    <a:pt x="198" y="367"/>
                    <a:pt x="175" y="350"/>
                  </a:cubicBezTo>
                  <a:cubicBezTo>
                    <a:pt x="152" y="333"/>
                    <a:pt x="119" y="322"/>
                    <a:pt x="94" y="302"/>
                  </a:cubicBezTo>
                  <a:cubicBezTo>
                    <a:pt x="92" y="300"/>
                    <a:pt x="90" y="303"/>
                    <a:pt x="92" y="305"/>
                  </a:cubicBezTo>
                  <a:cubicBezTo>
                    <a:pt x="119" y="342"/>
                    <a:pt x="162" y="356"/>
                    <a:pt x="197" y="383"/>
                  </a:cubicBezTo>
                  <a:cubicBezTo>
                    <a:pt x="229" y="409"/>
                    <a:pt x="265" y="404"/>
                    <a:pt x="302" y="403"/>
                  </a:cubicBezTo>
                  <a:cubicBezTo>
                    <a:pt x="303" y="403"/>
                    <a:pt x="303" y="403"/>
                    <a:pt x="304" y="403"/>
                  </a:cubicBezTo>
                  <a:lnTo>
                    <a:pt x="305" y="403"/>
                  </a:lnTo>
                  <a:lnTo>
                    <a:pt x="312" y="403"/>
                  </a:lnTo>
                  <a:cubicBezTo>
                    <a:pt x="320" y="403"/>
                    <a:pt x="320" y="391"/>
                    <a:pt x="312" y="390"/>
                  </a:cubicBezTo>
                  <a:cubicBezTo>
                    <a:pt x="334" y="393"/>
                    <a:pt x="329" y="331"/>
                    <a:pt x="328" y="322"/>
                  </a:cubicBezTo>
                  <a:cubicBezTo>
                    <a:pt x="325" y="297"/>
                    <a:pt x="318" y="273"/>
                    <a:pt x="308" y="250"/>
                  </a:cubicBezTo>
                  <a:cubicBezTo>
                    <a:pt x="307" y="247"/>
                    <a:pt x="305" y="244"/>
                    <a:pt x="304" y="242"/>
                  </a:cubicBezTo>
                  <a:cubicBezTo>
                    <a:pt x="300" y="237"/>
                    <a:pt x="298" y="232"/>
                    <a:pt x="294" y="228"/>
                  </a:cubicBezTo>
                  <a:cubicBezTo>
                    <a:pt x="297" y="228"/>
                    <a:pt x="300" y="227"/>
                    <a:pt x="302" y="226"/>
                  </a:cubicBezTo>
                  <a:cubicBezTo>
                    <a:pt x="320" y="216"/>
                    <a:pt x="311" y="204"/>
                    <a:pt x="301" y="191"/>
                  </a:cubicBezTo>
                  <a:cubicBezTo>
                    <a:pt x="287" y="174"/>
                    <a:pt x="275" y="153"/>
                    <a:pt x="261" y="134"/>
                  </a:cubicBezTo>
                  <a:cubicBezTo>
                    <a:pt x="262" y="134"/>
                    <a:pt x="263" y="135"/>
                    <a:pt x="264" y="135"/>
                  </a:cubicBezTo>
                  <a:cubicBezTo>
                    <a:pt x="269" y="138"/>
                    <a:pt x="275" y="141"/>
                    <a:pt x="281" y="143"/>
                  </a:cubicBezTo>
                  <a:cubicBezTo>
                    <a:pt x="293" y="146"/>
                    <a:pt x="306" y="147"/>
                    <a:pt x="318" y="147"/>
                  </a:cubicBezTo>
                  <a:cubicBezTo>
                    <a:pt x="329" y="147"/>
                    <a:pt x="339" y="146"/>
                    <a:pt x="349"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a:off x="8341560" y="4450680"/>
              <a:ext cx="127080" cy="115200"/>
            </a:xfrm>
            <a:custGeom>
              <a:rect b="b" l="l" r="r" t="t"/>
              <a:pathLst>
                <a:path extrusionOk="0" h="320" w="353">
                  <a:moveTo>
                    <a:pt x="20" y="191"/>
                  </a:moveTo>
                  <a:cubicBezTo>
                    <a:pt x="22" y="196"/>
                    <a:pt x="24" y="201"/>
                    <a:pt x="27" y="205"/>
                  </a:cubicBezTo>
                  <a:cubicBezTo>
                    <a:pt x="36" y="220"/>
                    <a:pt x="48" y="233"/>
                    <a:pt x="63" y="241"/>
                  </a:cubicBezTo>
                  <a:cubicBezTo>
                    <a:pt x="65" y="242"/>
                    <a:pt x="66" y="243"/>
                    <a:pt x="68" y="244"/>
                  </a:cubicBezTo>
                  <a:cubicBezTo>
                    <a:pt x="94" y="258"/>
                    <a:pt x="152" y="310"/>
                    <a:pt x="181" y="279"/>
                  </a:cubicBezTo>
                  <a:cubicBezTo>
                    <a:pt x="184" y="277"/>
                    <a:pt x="185" y="274"/>
                    <a:pt x="187" y="271"/>
                  </a:cubicBezTo>
                  <a:cubicBezTo>
                    <a:pt x="189" y="269"/>
                    <a:pt x="190" y="266"/>
                    <a:pt x="191" y="263"/>
                  </a:cubicBezTo>
                  <a:cubicBezTo>
                    <a:pt x="200" y="271"/>
                    <a:pt x="210" y="279"/>
                    <a:pt x="222" y="286"/>
                  </a:cubicBezTo>
                  <a:cubicBezTo>
                    <a:pt x="224" y="287"/>
                    <a:pt x="227" y="289"/>
                    <a:pt x="230" y="290"/>
                  </a:cubicBezTo>
                  <a:cubicBezTo>
                    <a:pt x="234" y="293"/>
                    <a:pt x="237" y="295"/>
                    <a:pt x="241" y="297"/>
                  </a:cubicBezTo>
                  <a:cubicBezTo>
                    <a:pt x="265" y="311"/>
                    <a:pt x="293" y="319"/>
                    <a:pt x="321" y="319"/>
                  </a:cubicBezTo>
                  <a:cubicBezTo>
                    <a:pt x="324" y="319"/>
                    <a:pt x="326" y="318"/>
                    <a:pt x="329" y="318"/>
                  </a:cubicBezTo>
                  <a:cubicBezTo>
                    <a:pt x="352" y="316"/>
                    <a:pt x="348" y="294"/>
                    <a:pt x="348" y="275"/>
                  </a:cubicBezTo>
                  <a:cubicBezTo>
                    <a:pt x="348" y="256"/>
                    <a:pt x="350" y="238"/>
                    <a:pt x="350" y="219"/>
                  </a:cubicBezTo>
                  <a:cubicBezTo>
                    <a:pt x="348" y="208"/>
                    <a:pt x="345" y="197"/>
                    <a:pt x="339" y="187"/>
                  </a:cubicBezTo>
                  <a:cubicBezTo>
                    <a:pt x="338" y="185"/>
                    <a:pt x="336" y="183"/>
                    <a:pt x="335" y="182"/>
                  </a:cubicBezTo>
                  <a:cubicBezTo>
                    <a:pt x="335" y="181"/>
                    <a:pt x="335" y="181"/>
                    <a:pt x="335" y="181"/>
                  </a:cubicBezTo>
                  <a:cubicBezTo>
                    <a:pt x="334" y="180"/>
                    <a:pt x="334" y="180"/>
                    <a:pt x="333" y="179"/>
                  </a:cubicBezTo>
                  <a:cubicBezTo>
                    <a:pt x="332" y="179"/>
                    <a:pt x="331" y="178"/>
                    <a:pt x="330" y="178"/>
                  </a:cubicBezTo>
                  <a:lnTo>
                    <a:pt x="326" y="178"/>
                  </a:lnTo>
                  <a:cubicBezTo>
                    <a:pt x="325" y="178"/>
                    <a:pt x="325" y="179"/>
                    <a:pt x="324" y="179"/>
                  </a:cubicBezTo>
                  <a:cubicBezTo>
                    <a:pt x="323" y="180"/>
                    <a:pt x="324" y="179"/>
                    <a:pt x="323" y="180"/>
                  </a:cubicBezTo>
                  <a:cubicBezTo>
                    <a:pt x="322" y="181"/>
                    <a:pt x="322" y="181"/>
                    <a:pt x="322" y="182"/>
                  </a:cubicBezTo>
                  <a:cubicBezTo>
                    <a:pt x="322" y="183"/>
                    <a:pt x="322" y="183"/>
                    <a:pt x="323" y="184"/>
                  </a:cubicBezTo>
                  <a:cubicBezTo>
                    <a:pt x="323" y="184"/>
                    <a:pt x="323" y="185"/>
                    <a:pt x="324" y="185"/>
                  </a:cubicBezTo>
                  <a:lnTo>
                    <a:pt x="325" y="185"/>
                  </a:lnTo>
                  <a:cubicBezTo>
                    <a:pt x="332" y="189"/>
                    <a:pt x="335" y="223"/>
                    <a:pt x="335" y="229"/>
                  </a:cubicBezTo>
                  <a:cubicBezTo>
                    <a:pt x="335" y="238"/>
                    <a:pt x="336" y="303"/>
                    <a:pt x="329" y="302"/>
                  </a:cubicBezTo>
                  <a:cubicBezTo>
                    <a:pt x="301" y="299"/>
                    <a:pt x="274" y="290"/>
                    <a:pt x="250" y="276"/>
                  </a:cubicBezTo>
                  <a:cubicBezTo>
                    <a:pt x="233" y="266"/>
                    <a:pt x="203" y="254"/>
                    <a:pt x="197" y="233"/>
                  </a:cubicBezTo>
                  <a:cubicBezTo>
                    <a:pt x="197" y="214"/>
                    <a:pt x="194" y="192"/>
                    <a:pt x="194" y="176"/>
                  </a:cubicBezTo>
                  <a:cubicBezTo>
                    <a:pt x="191" y="117"/>
                    <a:pt x="178" y="50"/>
                    <a:pt x="138" y="3"/>
                  </a:cubicBezTo>
                  <a:cubicBezTo>
                    <a:pt x="136" y="0"/>
                    <a:pt x="130" y="3"/>
                    <a:pt x="131" y="7"/>
                  </a:cubicBezTo>
                  <a:cubicBezTo>
                    <a:pt x="161" y="72"/>
                    <a:pt x="177" y="143"/>
                    <a:pt x="177" y="216"/>
                  </a:cubicBezTo>
                  <a:cubicBezTo>
                    <a:pt x="177" y="219"/>
                    <a:pt x="177" y="222"/>
                    <a:pt x="177" y="225"/>
                  </a:cubicBezTo>
                  <a:cubicBezTo>
                    <a:pt x="177" y="237"/>
                    <a:pt x="177" y="273"/>
                    <a:pt x="155" y="267"/>
                  </a:cubicBezTo>
                  <a:cubicBezTo>
                    <a:pt x="132" y="262"/>
                    <a:pt x="103" y="237"/>
                    <a:pt x="79" y="225"/>
                  </a:cubicBezTo>
                  <a:cubicBezTo>
                    <a:pt x="40" y="206"/>
                    <a:pt x="25" y="161"/>
                    <a:pt x="4" y="127"/>
                  </a:cubicBezTo>
                  <a:cubicBezTo>
                    <a:pt x="3" y="126"/>
                    <a:pt x="3" y="126"/>
                    <a:pt x="2" y="126"/>
                  </a:cubicBezTo>
                  <a:lnTo>
                    <a:pt x="1" y="127"/>
                  </a:lnTo>
                  <a:cubicBezTo>
                    <a:pt x="0" y="128"/>
                    <a:pt x="0" y="128"/>
                    <a:pt x="0" y="128"/>
                  </a:cubicBezTo>
                  <a:cubicBezTo>
                    <a:pt x="0" y="129"/>
                    <a:pt x="0" y="129"/>
                    <a:pt x="0" y="129"/>
                  </a:cubicBezTo>
                  <a:cubicBezTo>
                    <a:pt x="9" y="147"/>
                    <a:pt x="14" y="173"/>
                    <a:pt x="20"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8"/>
            <p:cNvSpPr/>
            <p:nvPr/>
          </p:nvSpPr>
          <p:spPr>
            <a:xfrm>
              <a:off x="8445600" y="4600080"/>
              <a:ext cx="60480" cy="50760"/>
            </a:xfrm>
            <a:custGeom>
              <a:rect b="b" l="l" r="r" t="t"/>
              <a:pathLst>
                <a:path extrusionOk="0" h="141" w="168">
                  <a:moveTo>
                    <a:pt x="160" y="126"/>
                  </a:moveTo>
                  <a:cubicBezTo>
                    <a:pt x="161" y="126"/>
                    <a:pt x="162" y="126"/>
                    <a:pt x="162" y="125"/>
                  </a:cubicBezTo>
                  <a:cubicBezTo>
                    <a:pt x="163" y="124"/>
                    <a:pt x="164" y="124"/>
                    <a:pt x="164" y="123"/>
                  </a:cubicBezTo>
                  <a:cubicBezTo>
                    <a:pt x="165" y="122"/>
                    <a:pt x="165" y="122"/>
                    <a:pt x="165" y="121"/>
                  </a:cubicBezTo>
                  <a:cubicBezTo>
                    <a:pt x="166" y="107"/>
                    <a:pt x="167" y="92"/>
                    <a:pt x="167" y="78"/>
                  </a:cubicBezTo>
                  <a:cubicBezTo>
                    <a:pt x="167" y="68"/>
                    <a:pt x="167" y="58"/>
                    <a:pt x="166" y="48"/>
                  </a:cubicBezTo>
                  <a:cubicBezTo>
                    <a:pt x="166" y="46"/>
                    <a:pt x="167" y="43"/>
                    <a:pt x="167" y="41"/>
                  </a:cubicBezTo>
                  <a:cubicBezTo>
                    <a:pt x="167" y="30"/>
                    <a:pt x="164" y="19"/>
                    <a:pt x="158" y="9"/>
                  </a:cubicBezTo>
                  <a:cubicBezTo>
                    <a:pt x="157" y="6"/>
                    <a:pt x="155" y="4"/>
                    <a:pt x="153" y="1"/>
                  </a:cubicBezTo>
                  <a:lnTo>
                    <a:pt x="152" y="1"/>
                  </a:lnTo>
                  <a:cubicBezTo>
                    <a:pt x="152" y="0"/>
                    <a:pt x="151" y="0"/>
                    <a:pt x="151" y="0"/>
                  </a:cubicBezTo>
                  <a:cubicBezTo>
                    <a:pt x="150" y="0"/>
                    <a:pt x="150" y="0"/>
                    <a:pt x="149" y="1"/>
                  </a:cubicBezTo>
                  <a:cubicBezTo>
                    <a:pt x="149" y="1"/>
                    <a:pt x="148" y="1"/>
                    <a:pt x="148" y="2"/>
                  </a:cubicBezTo>
                  <a:lnTo>
                    <a:pt x="147" y="3"/>
                  </a:lnTo>
                  <a:cubicBezTo>
                    <a:pt x="147" y="4"/>
                    <a:pt x="148" y="4"/>
                    <a:pt x="148" y="4"/>
                  </a:cubicBezTo>
                  <a:cubicBezTo>
                    <a:pt x="158" y="31"/>
                    <a:pt x="154" y="58"/>
                    <a:pt x="156" y="85"/>
                  </a:cubicBezTo>
                  <a:cubicBezTo>
                    <a:pt x="156" y="91"/>
                    <a:pt x="161" y="115"/>
                    <a:pt x="149" y="116"/>
                  </a:cubicBezTo>
                  <a:cubicBezTo>
                    <a:pt x="134" y="116"/>
                    <a:pt x="121" y="111"/>
                    <a:pt x="107" y="104"/>
                  </a:cubicBezTo>
                  <a:cubicBezTo>
                    <a:pt x="105" y="102"/>
                    <a:pt x="101" y="101"/>
                    <a:pt x="98" y="99"/>
                  </a:cubicBezTo>
                  <a:cubicBezTo>
                    <a:pt x="61" y="76"/>
                    <a:pt x="38" y="38"/>
                    <a:pt x="5" y="10"/>
                  </a:cubicBezTo>
                  <a:lnTo>
                    <a:pt x="4" y="10"/>
                  </a:lnTo>
                  <a:cubicBezTo>
                    <a:pt x="3" y="10"/>
                    <a:pt x="2" y="10"/>
                    <a:pt x="2" y="10"/>
                  </a:cubicBezTo>
                  <a:cubicBezTo>
                    <a:pt x="1" y="11"/>
                    <a:pt x="1" y="10"/>
                    <a:pt x="0" y="11"/>
                  </a:cubicBezTo>
                  <a:cubicBezTo>
                    <a:pt x="0" y="12"/>
                    <a:pt x="0" y="13"/>
                    <a:pt x="0" y="13"/>
                  </a:cubicBezTo>
                  <a:cubicBezTo>
                    <a:pt x="0" y="14"/>
                    <a:pt x="0" y="14"/>
                    <a:pt x="0" y="15"/>
                  </a:cubicBezTo>
                  <a:lnTo>
                    <a:pt x="1" y="15"/>
                  </a:lnTo>
                  <a:cubicBezTo>
                    <a:pt x="43" y="62"/>
                    <a:pt x="85" y="140"/>
                    <a:pt x="16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8"/>
            <p:cNvSpPr/>
            <p:nvPr/>
          </p:nvSpPr>
          <p:spPr>
            <a:xfrm>
              <a:off x="8208360" y="4414320"/>
              <a:ext cx="29160" cy="29520"/>
            </a:xfrm>
            <a:custGeom>
              <a:rect b="b" l="l" r="r" t="t"/>
              <a:pathLst>
                <a:path extrusionOk="0" h="82" w="81">
                  <a:moveTo>
                    <a:pt x="4" y="0"/>
                  </a:moveTo>
                  <a:cubicBezTo>
                    <a:pt x="3" y="0"/>
                    <a:pt x="3" y="0"/>
                    <a:pt x="2" y="0"/>
                  </a:cubicBezTo>
                  <a:cubicBezTo>
                    <a:pt x="1" y="1"/>
                    <a:pt x="1" y="1"/>
                    <a:pt x="1" y="2"/>
                  </a:cubicBezTo>
                  <a:lnTo>
                    <a:pt x="0" y="3"/>
                  </a:lnTo>
                  <a:cubicBezTo>
                    <a:pt x="0" y="4"/>
                    <a:pt x="1" y="5"/>
                    <a:pt x="1" y="5"/>
                  </a:cubicBezTo>
                  <a:cubicBezTo>
                    <a:pt x="1" y="5"/>
                    <a:pt x="1" y="6"/>
                    <a:pt x="2" y="6"/>
                  </a:cubicBezTo>
                  <a:cubicBezTo>
                    <a:pt x="10" y="11"/>
                    <a:pt x="17" y="18"/>
                    <a:pt x="21" y="27"/>
                  </a:cubicBezTo>
                  <a:cubicBezTo>
                    <a:pt x="26" y="34"/>
                    <a:pt x="33" y="40"/>
                    <a:pt x="39" y="46"/>
                  </a:cubicBezTo>
                  <a:cubicBezTo>
                    <a:pt x="49" y="60"/>
                    <a:pt x="61" y="71"/>
                    <a:pt x="75" y="80"/>
                  </a:cubicBezTo>
                  <a:cubicBezTo>
                    <a:pt x="76" y="80"/>
                    <a:pt x="76" y="81"/>
                    <a:pt x="77" y="81"/>
                  </a:cubicBezTo>
                  <a:cubicBezTo>
                    <a:pt x="77" y="81"/>
                    <a:pt x="78" y="80"/>
                    <a:pt x="79" y="80"/>
                  </a:cubicBezTo>
                  <a:lnTo>
                    <a:pt x="80" y="79"/>
                  </a:lnTo>
                  <a:cubicBezTo>
                    <a:pt x="80" y="78"/>
                    <a:pt x="80" y="78"/>
                    <a:pt x="80" y="77"/>
                  </a:cubicBezTo>
                  <a:cubicBezTo>
                    <a:pt x="80" y="76"/>
                    <a:pt x="80" y="76"/>
                    <a:pt x="80" y="75"/>
                  </a:cubicBezTo>
                  <a:cubicBezTo>
                    <a:pt x="80" y="75"/>
                    <a:pt x="79" y="75"/>
                    <a:pt x="79" y="74"/>
                  </a:cubicBezTo>
                  <a:cubicBezTo>
                    <a:pt x="69" y="57"/>
                    <a:pt x="57" y="42"/>
                    <a:pt x="44" y="28"/>
                  </a:cubicBezTo>
                  <a:cubicBezTo>
                    <a:pt x="37" y="19"/>
                    <a:pt x="28" y="12"/>
                    <a:pt x="19" y="7"/>
                  </a:cubicBezTo>
                  <a:cubicBezTo>
                    <a:pt x="14" y="4"/>
                    <a:pt x="9"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8"/>
            <p:cNvSpPr/>
            <p:nvPr/>
          </p:nvSpPr>
          <p:spPr>
            <a:xfrm>
              <a:off x="8263800" y="4476960"/>
              <a:ext cx="28080" cy="30960"/>
            </a:xfrm>
            <a:custGeom>
              <a:rect b="b" l="l" r="r" t="t"/>
              <a:pathLst>
                <a:path extrusionOk="0" h="86" w="78">
                  <a:moveTo>
                    <a:pt x="64" y="84"/>
                  </a:moveTo>
                  <a:cubicBezTo>
                    <a:pt x="65" y="84"/>
                    <a:pt x="66" y="84"/>
                    <a:pt x="67" y="84"/>
                  </a:cubicBezTo>
                  <a:cubicBezTo>
                    <a:pt x="67" y="84"/>
                    <a:pt x="68" y="85"/>
                    <a:pt x="69" y="84"/>
                  </a:cubicBezTo>
                  <a:cubicBezTo>
                    <a:pt x="70" y="84"/>
                    <a:pt x="70" y="83"/>
                    <a:pt x="71" y="82"/>
                  </a:cubicBezTo>
                  <a:lnTo>
                    <a:pt x="71" y="81"/>
                  </a:lnTo>
                  <a:cubicBezTo>
                    <a:pt x="77" y="67"/>
                    <a:pt x="59" y="60"/>
                    <a:pt x="51" y="50"/>
                  </a:cubicBezTo>
                  <a:cubicBezTo>
                    <a:pt x="38" y="33"/>
                    <a:pt x="25" y="18"/>
                    <a:pt x="10" y="3"/>
                  </a:cubicBezTo>
                  <a:cubicBezTo>
                    <a:pt x="7" y="0"/>
                    <a:pt x="0" y="3"/>
                    <a:pt x="3" y="8"/>
                  </a:cubicBezTo>
                  <a:cubicBezTo>
                    <a:pt x="14" y="26"/>
                    <a:pt x="23" y="44"/>
                    <a:pt x="35" y="61"/>
                  </a:cubicBezTo>
                  <a:cubicBezTo>
                    <a:pt x="40" y="68"/>
                    <a:pt x="47" y="75"/>
                    <a:pt x="55" y="79"/>
                  </a:cubicBezTo>
                  <a:cubicBezTo>
                    <a:pt x="58" y="81"/>
                    <a:pt x="61" y="82"/>
                    <a:pt x="64"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8"/>
            <p:cNvSpPr/>
            <p:nvPr/>
          </p:nvSpPr>
          <p:spPr>
            <a:xfrm>
              <a:off x="8626320" y="4538160"/>
              <a:ext cx="25920" cy="23040"/>
            </a:xfrm>
            <a:custGeom>
              <a:rect b="b" l="l" r="r" t="t"/>
              <a:pathLst>
                <a:path extrusionOk="0" h="64" w="72">
                  <a:moveTo>
                    <a:pt x="69" y="49"/>
                  </a:moveTo>
                  <a:cubicBezTo>
                    <a:pt x="64" y="48"/>
                    <a:pt x="60" y="46"/>
                    <a:pt x="56" y="44"/>
                  </a:cubicBezTo>
                  <a:cubicBezTo>
                    <a:pt x="54" y="42"/>
                    <a:pt x="52" y="41"/>
                    <a:pt x="50" y="40"/>
                  </a:cubicBezTo>
                  <a:cubicBezTo>
                    <a:pt x="45" y="34"/>
                    <a:pt x="41" y="29"/>
                    <a:pt x="35" y="24"/>
                  </a:cubicBezTo>
                  <a:cubicBezTo>
                    <a:pt x="29" y="19"/>
                    <a:pt x="10" y="11"/>
                    <a:pt x="6" y="2"/>
                  </a:cubicBezTo>
                  <a:cubicBezTo>
                    <a:pt x="6" y="1"/>
                    <a:pt x="5" y="1"/>
                    <a:pt x="5" y="1"/>
                  </a:cubicBezTo>
                  <a:cubicBezTo>
                    <a:pt x="5" y="1"/>
                    <a:pt x="5" y="0"/>
                    <a:pt x="4" y="0"/>
                  </a:cubicBezTo>
                  <a:lnTo>
                    <a:pt x="3" y="0"/>
                  </a:lnTo>
                  <a:cubicBezTo>
                    <a:pt x="2" y="0"/>
                    <a:pt x="2" y="0"/>
                    <a:pt x="1" y="0"/>
                  </a:cubicBezTo>
                  <a:lnTo>
                    <a:pt x="0" y="1"/>
                  </a:lnTo>
                  <a:cubicBezTo>
                    <a:pt x="0" y="1"/>
                    <a:pt x="0" y="2"/>
                    <a:pt x="0" y="3"/>
                  </a:cubicBezTo>
                  <a:cubicBezTo>
                    <a:pt x="4" y="21"/>
                    <a:pt x="20" y="28"/>
                    <a:pt x="30" y="41"/>
                  </a:cubicBezTo>
                  <a:cubicBezTo>
                    <a:pt x="40" y="54"/>
                    <a:pt x="53" y="63"/>
                    <a:pt x="69" y="55"/>
                  </a:cubicBezTo>
                  <a:cubicBezTo>
                    <a:pt x="70" y="55"/>
                    <a:pt x="70" y="54"/>
                    <a:pt x="70" y="54"/>
                  </a:cubicBezTo>
                  <a:cubicBezTo>
                    <a:pt x="70" y="53"/>
                    <a:pt x="71" y="53"/>
                    <a:pt x="71" y="52"/>
                  </a:cubicBezTo>
                  <a:cubicBezTo>
                    <a:pt x="71" y="52"/>
                    <a:pt x="70" y="51"/>
                    <a:pt x="70" y="50"/>
                  </a:cubicBezTo>
                  <a:lnTo>
                    <a:pt x="69"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8"/>
            <p:cNvSpPr/>
            <p:nvPr/>
          </p:nvSpPr>
          <p:spPr>
            <a:xfrm>
              <a:off x="8673840" y="4579200"/>
              <a:ext cx="25920" cy="21960"/>
            </a:xfrm>
            <a:custGeom>
              <a:rect b="b" l="l" r="r" t="t"/>
              <a:pathLst>
                <a:path extrusionOk="0" h="61" w="72">
                  <a:moveTo>
                    <a:pt x="65" y="60"/>
                  </a:moveTo>
                  <a:cubicBezTo>
                    <a:pt x="66" y="60"/>
                    <a:pt x="66" y="60"/>
                    <a:pt x="67" y="60"/>
                  </a:cubicBezTo>
                  <a:cubicBezTo>
                    <a:pt x="67" y="60"/>
                    <a:pt x="68" y="60"/>
                    <a:pt x="69" y="59"/>
                  </a:cubicBezTo>
                  <a:cubicBezTo>
                    <a:pt x="69" y="59"/>
                    <a:pt x="70" y="59"/>
                    <a:pt x="70" y="58"/>
                  </a:cubicBezTo>
                  <a:cubicBezTo>
                    <a:pt x="71" y="57"/>
                    <a:pt x="71" y="57"/>
                    <a:pt x="71" y="56"/>
                  </a:cubicBezTo>
                  <a:cubicBezTo>
                    <a:pt x="71" y="56"/>
                    <a:pt x="71" y="55"/>
                    <a:pt x="70" y="55"/>
                  </a:cubicBezTo>
                  <a:cubicBezTo>
                    <a:pt x="63" y="30"/>
                    <a:pt x="31" y="14"/>
                    <a:pt x="10" y="2"/>
                  </a:cubicBezTo>
                  <a:cubicBezTo>
                    <a:pt x="6" y="0"/>
                    <a:pt x="0" y="6"/>
                    <a:pt x="4" y="10"/>
                  </a:cubicBezTo>
                  <a:cubicBezTo>
                    <a:pt x="20" y="29"/>
                    <a:pt x="39" y="45"/>
                    <a:pt x="60" y="57"/>
                  </a:cubicBezTo>
                  <a:cubicBezTo>
                    <a:pt x="62" y="59"/>
                    <a:pt x="63" y="59"/>
                    <a:pt x="65"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8"/>
            <p:cNvSpPr/>
            <p:nvPr/>
          </p:nvSpPr>
          <p:spPr>
            <a:xfrm>
              <a:off x="8722800" y="4613400"/>
              <a:ext cx="74520" cy="60480"/>
            </a:xfrm>
            <a:custGeom>
              <a:rect b="b" l="l" r="r" t="t"/>
              <a:pathLst>
                <a:path extrusionOk="0" h="168" w="207">
                  <a:moveTo>
                    <a:pt x="197" y="164"/>
                  </a:moveTo>
                  <a:cubicBezTo>
                    <a:pt x="197" y="165"/>
                    <a:pt x="198" y="165"/>
                    <a:pt x="198" y="165"/>
                  </a:cubicBezTo>
                  <a:cubicBezTo>
                    <a:pt x="199" y="166"/>
                    <a:pt x="198" y="166"/>
                    <a:pt x="199" y="166"/>
                  </a:cubicBezTo>
                  <a:cubicBezTo>
                    <a:pt x="201" y="167"/>
                    <a:pt x="200" y="167"/>
                    <a:pt x="201" y="167"/>
                  </a:cubicBezTo>
                  <a:cubicBezTo>
                    <a:pt x="202" y="167"/>
                    <a:pt x="203" y="167"/>
                    <a:pt x="203" y="166"/>
                  </a:cubicBezTo>
                  <a:cubicBezTo>
                    <a:pt x="204" y="166"/>
                    <a:pt x="205" y="166"/>
                    <a:pt x="205" y="165"/>
                  </a:cubicBezTo>
                  <a:cubicBezTo>
                    <a:pt x="206" y="164"/>
                    <a:pt x="205" y="164"/>
                    <a:pt x="205" y="163"/>
                  </a:cubicBezTo>
                  <a:lnTo>
                    <a:pt x="205" y="162"/>
                  </a:lnTo>
                  <a:cubicBezTo>
                    <a:pt x="200" y="125"/>
                    <a:pt x="154" y="103"/>
                    <a:pt x="128" y="81"/>
                  </a:cubicBezTo>
                  <a:cubicBezTo>
                    <a:pt x="108" y="64"/>
                    <a:pt x="87" y="48"/>
                    <a:pt x="64" y="34"/>
                  </a:cubicBezTo>
                  <a:cubicBezTo>
                    <a:pt x="50" y="26"/>
                    <a:pt x="17" y="17"/>
                    <a:pt x="7" y="3"/>
                  </a:cubicBezTo>
                  <a:cubicBezTo>
                    <a:pt x="5" y="0"/>
                    <a:pt x="0" y="3"/>
                    <a:pt x="2" y="7"/>
                  </a:cubicBezTo>
                  <a:cubicBezTo>
                    <a:pt x="2" y="8"/>
                    <a:pt x="2" y="8"/>
                    <a:pt x="3" y="9"/>
                  </a:cubicBezTo>
                  <a:cubicBezTo>
                    <a:pt x="6" y="14"/>
                    <a:pt x="10" y="18"/>
                    <a:pt x="14" y="20"/>
                  </a:cubicBezTo>
                  <a:cubicBezTo>
                    <a:pt x="16" y="21"/>
                    <a:pt x="18" y="22"/>
                    <a:pt x="21" y="23"/>
                  </a:cubicBezTo>
                  <a:cubicBezTo>
                    <a:pt x="29" y="27"/>
                    <a:pt x="36" y="31"/>
                    <a:pt x="44" y="36"/>
                  </a:cubicBezTo>
                  <a:cubicBezTo>
                    <a:pt x="60" y="45"/>
                    <a:pt x="75" y="55"/>
                    <a:pt x="90" y="67"/>
                  </a:cubicBezTo>
                  <a:cubicBezTo>
                    <a:pt x="108" y="80"/>
                    <a:pt x="124" y="96"/>
                    <a:pt x="142" y="109"/>
                  </a:cubicBezTo>
                  <a:cubicBezTo>
                    <a:pt x="165" y="123"/>
                    <a:pt x="184" y="142"/>
                    <a:pt x="197"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8"/>
            <p:cNvSpPr/>
            <p:nvPr/>
          </p:nvSpPr>
          <p:spPr>
            <a:xfrm>
              <a:off x="8731080" y="4582800"/>
              <a:ext cx="82080" cy="68040"/>
            </a:xfrm>
            <a:custGeom>
              <a:rect b="b" l="l" r="r" t="t"/>
              <a:pathLst>
                <a:path extrusionOk="0" h="189" w="228">
                  <a:moveTo>
                    <a:pt x="220" y="187"/>
                  </a:moveTo>
                  <a:cubicBezTo>
                    <a:pt x="221" y="188"/>
                    <a:pt x="222" y="188"/>
                    <a:pt x="222" y="188"/>
                  </a:cubicBezTo>
                  <a:cubicBezTo>
                    <a:pt x="223" y="188"/>
                    <a:pt x="223" y="188"/>
                    <a:pt x="224" y="187"/>
                  </a:cubicBezTo>
                  <a:cubicBezTo>
                    <a:pt x="225" y="186"/>
                    <a:pt x="225" y="187"/>
                    <a:pt x="226" y="186"/>
                  </a:cubicBezTo>
                  <a:cubicBezTo>
                    <a:pt x="227" y="185"/>
                    <a:pt x="226" y="185"/>
                    <a:pt x="226" y="184"/>
                  </a:cubicBezTo>
                  <a:cubicBezTo>
                    <a:pt x="226" y="183"/>
                    <a:pt x="226" y="182"/>
                    <a:pt x="226" y="182"/>
                  </a:cubicBezTo>
                  <a:cubicBezTo>
                    <a:pt x="226" y="182"/>
                    <a:pt x="226" y="181"/>
                    <a:pt x="225" y="181"/>
                  </a:cubicBezTo>
                  <a:cubicBezTo>
                    <a:pt x="197" y="146"/>
                    <a:pt x="166" y="112"/>
                    <a:pt x="132" y="82"/>
                  </a:cubicBezTo>
                  <a:cubicBezTo>
                    <a:pt x="116" y="69"/>
                    <a:pt x="100" y="57"/>
                    <a:pt x="83" y="46"/>
                  </a:cubicBezTo>
                  <a:cubicBezTo>
                    <a:pt x="71" y="37"/>
                    <a:pt x="59" y="29"/>
                    <a:pt x="46" y="21"/>
                  </a:cubicBezTo>
                  <a:cubicBezTo>
                    <a:pt x="32" y="13"/>
                    <a:pt x="17" y="6"/>
                    <a:pt x="2" y="0"/>
                  </a:cubicBezTo>
                  <a:cubicBezTo>
                    <a:pt x="1" y="0"/>
                    <a:pt x="1" y="0"/>
                    <a:pt x="1" y="0"/>
                  </a:cubicBezTo>
                  <a:cubicBezTo>
                    <a:pt x="1" y="0"/>
                    <a:pt x="0" y="0"/>
                    <a:pt x="0" y="1"/>
                  </a:cubicBezTo>
                  <a:cubicBezTo>
                    <a:pt x="0" y="2"/>
                    <a:pt x="0" y="2"/>
                    <a:pt x="0" y="2"/>
                  </a:cubicBezTo>
                  <a:cubicBezTo>
                    <a:pt x="0" y="2"/>
                    <a:pt x="0" y="3"/>
                    <a:pt x="1" y="3"/>
                  </a:cubicBezTo>
                  <a:cubicBezTo>
                    <a:pt x="20" y="12"/>
                    <a:pt x="35" y="31"/>
                    <a:pt x="53" y="41"/>
                  </a:cubicBezTo>
                  <a:cubicBezTo>
                    <a:pt x="58" y="44"/>
                    <a:pt x="64" y="47"/>
                    <a:pt x="69" y="50"/>
                  </a:cubicBezTo>
                  <a:cubicBezTo>
                    <a:pt x="91" y="63"/>
                    <a:pt x="112" y="79"/>
                    <a:pt x="129" y="98"/>
                  </a:cubicBezTo>
                  <a:cubicBezTo>
                    <a:pt x="139" y="108"/>
                    <a:pt x="150" y="118"/>
                    <a:pt x="161" y="128"/>
                  </a:cubicBezTo>
                  <a:cubicBezTo>
                    <a:pt x="179" y="149"/>
                    <a:pt x="199" y="169"/>
                    <a:pt x="220"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8"/>
            <p:cNvSpPr/>
            <p:nvPr/>
          </p:nvSpPr>
          <p:spPr>
            <a:xfrm>
              <a:off x="8654760" y="4494600"/>
              <a:ext cx="41400" cy="25200"/>
            </a:xfrm>
            <a:custGeom>
              <a:rect b="b" l="l" r="r" t="t"/>
              <a:pathLst>
                <a:path extrusionOk="0" h="70" w="115">
                  <a:moveTo>
                    <a:pt x="110" y="63"/>
                  </a:moveTo>
                  <a:cubicBezTo>
                    <a:pt x="113" y="63"/>
                    <a:pt x="114" y="58"/>
                    <a:pt x="110" y="57"/>
                  </a:cubicBezTo>
                  <a:cubicBezTo>
                    <a:pt x="97" y="52"/>
                    <a:pt x="85" y="46"/>
                    <a:pt x="72" y="39"/>
                  </a:cubicBezTo>
                  <a:cubicBezTo>
                    <a:pt x="69" y="37"/>
                    <a:pt x="64" y="34"/>
                    <a:pt x="60" y="32"/>
                  </a:cubicBezTo>
                  <a:cubicBezTo>
                    <a:pt x="50" y="27"/>
                    <a:pt x="40" y="22"/>
                    <a:pt x="30" y="17"/>
                  </a:cubicBezTo>
                  <a:cubicBezTo>
                    <a:pt x="23" y="12"/>
                    <a:pt x="16" y="8"/>
                    <a:pt x="9" y="3"/>
                  </a:cubicBezTo>
                  <a:cubicBezTo>
                    <a:pt x="5" y="0"/>
                    <a:pt x="0" y="6"/>
                    <a:pt x="4" y="9"/>
                  </a:cubicBezTo>
                  <a:cubicBezTo>
                    <a:pt x="17" y="20"/>
                    <a:pt x="31" y="30"/>
                    <a:pt x="45" y="38"/>
                  </a:cubicBezTo>
                  <a:cubicBezTo>
                    <a:pt x="49" y="40"/>
                    <a:pt x="51" y="42"/>
                    <a:pt x="55" y="44"/>
                  </a:cubicBezTo>
                  <a:cubicBezTo>
                    <a:pt x="71" y="53"/>
                    <a:pt x="91" y="69"/>
                    <a:pt x="110"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8"/>
            <p:cNvSpPr/>
            <p:nvPr/>
          </p:nvSpPr>
          <p:spPr>
            <a:xfrm>
              <a:off x="8743320" y="4547880"/>
              <a:ext cx="98640" cy="86040"/>
            </a:xfrm>
            <a:custGeom>
              <a:rect b="b" l="l" r="r" t="t"/>
              <a:pathLst>
                <a:path extrusionOk="0" h="239" w="274">
                  <a:moveTo>
                    <a:pt x="264" y="235"/>
                  </a:moveTo>
                  <a:cubicBezTo>
                    <a:pt x="268" y="238"/>
                    <a:pt x="273" y="232"/>
                    <a:pt x="270" y="228"/>
                  </a:cubicBezTo>
                  <a:cubicBezTo>
                    <a:pt x="235" y="180"/>
                    <a:pt x="193" y="137"/>
                    <a:pt x="145" y="102"/>
                  </a:cubicBezTo>
                  <a:cubicBezTo>
                    <a:pt x="129" y="89"/>
                    <a:pt x="115" y="75"/>
                    <a:pt x="100" y="62"/>
                  </a:cubicBezTo>
                  <a:cubicBezTo>
                    <a:pt x="72" y="39"/>
                    <a:pt x="37" y="27"/>
                    <a:pt x="9" y="3"/>
                  </a:cubicBezTo>
                  <a:cubicBezTo>
                    <a:pt x="5" y="0"/>
                    <a:pt x="0" y="6"/>
                    <a:pt x="4" y="9"/>
                  </a:cubicBezTo>
                  <a:cubicBezTo>
                    <a:pt x="24" y="27"/>
                    <a:pt x="45" y="43"/>
                    <a:pt x="67" y="59"/>
                  </a:cubicBezTo>
                  <a:cubicBezTo>
                    <a:pt x="87" y="74"/>
                    <a:pt x="106" y="92"/>
                    <a:pt x="126" y="108"/>
                  </a:cubicBezTo>
                  <a:cubicBezTo>
                    <a:pt x="178" y="145"/>
                    <a:pt x="217" y="193"/>
                    <a:pt x="264" y="2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8"/>
            <p:cNvSpPr/>
            <p:nvPr/>
          </p:nvSpPr>
          <p:spPr>
            <a:xfrm>
              <a:off x="8845560" y="4609080"/>
              <a:ext cx="41760" cy="77040"/>
            </a:xfrm>
            <a:custGeom>
              <a:rect b="b" l="l" r="r" t="t"/>
              <a:pathLst>
                <a:path extrusionOk="0" h="214" w="116">
                  <a:moveTo>
                    <a:pt x="1" y="3"/>
                  </a:moveTo>
                  <a:cubicBezTo>
                    <a:pt x="20" y="37"/>
                    <a:pt x="39" y="70"/>
                    <a:pt x="57" y="104"/>
                  </a:cubicBezTo>
                  <a:lnTo>
                    <a:pt x="57" y="105"/>
                  </a:lnTo>
                  <a:cubicBezTo>
                    <a:pt x="76" y="138"/>
                    <a:pt x="92" y="173"/>
                    <a:pt x="102" y="210"/>
                  </a:cubicBezTo>
                  <a:cubicBezTo>
                    <a:pt x="102" y="210"/>
                    <a:pt x="102" y="211"/>
                    <a:pt x="103" y="211"/>
                  </a:cubicBezTo>
                  <a:lnTo>
                    <a:pt x="104" y="212"/>
                  </a:lnTo>
                  <a:cubicBezTo>
                    <a:pt x="105" y="212"/>
                    <a:pt x="105" y="213"/>
                    <a:pt x="106" y="213"/>
                  </a:cubicBezTo>
                  <a:cubicBezTo>
                    <a:pt x="107" y="213"/>
                    <a:pt x="107" y="213"/>
                    <a:pt x="108" y="212"/>
                  </a:cubicBezTo>
                  <a:lnTo>
                    <a:pt x="109" y="211"/>
                  </a:lnTo>
                  <a:lnTo>
                    <a:pt x="109" y="210"/>
                  </a:lnTo>
                  <a:cubicBezTo>
                    <a:pt x="115" y="177"/>
                    <a:pt x="90" y="150"/>
                    <a:pt x="76" y="122"/>
                  </a:cubicBezTo>
                  <a:cubicBezTo>
                    <a:pt x="69" y="109"/>
                    <a:pt x="62" y="97"/>
                    <a:pt x="55" y="84"/>
                  </a:cubicBezTo>
                  <a:cubicBezTo>
                    <a:pt x="39" y="56"/>
                    <a:pt x="22" y="29"/>
                    <a:pt x="4" y="2"/>
                  </a:cubicBezTo>
                  <a:cubicBezTo>
                    <a:pt x="3" y="0"/>
                    <a:pt x="0" y="2"/>
                    <a:pt x="1"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8"/>
            <p:cNvSpPr/>
            <p:nvPr/>
          </p:nvSpPr>
          <p:spPr>
            <a:xfrm>
              <a:off x="8857800" y="4598280"/>
              <a:ext cx="28080" cy="40320"/>
            </a:xfrm>
            <a:custGeom>
              <a:rect b="b" l="l" r="r" t="t"/>
              <a:pathLst>
                <a:path extrusionOk="0" h="112" w="78">
                  <a:moveTo>
                    <a:pt x="37" y="72"/>
                  </a:moveTo>
                  <a:cubicBezTo>
                    <a:pt x="43" y="86"/>
                    <a:pt x="55" y="110"/>
                    <a:pt x="71" y="111"/>
                  </a:cubicBezTo>
                  <a:cubicBezTo>
                    <a:pt x="72" y="111"/>
                    <a:pt x="72" y="111"/>
                    <a:pt x="72" y="111"/>
                  </a:cubicBezTo>
                  <a:cubicBezTo>
                    <a:pt x="73" y="111"/>
                    <a:pt x="73" y="111"/>
                    <a:pt x="74" y="110"/>
                  </a:cubicBezTo>
                  <a:cubicBezTo>
                    <a:pt x="75" y="109"/>
                    <a:pt x="75" y="110"/>
                    <a:pt x="76" y="109"/>
                  </a:cubicBezTo>
                  <a:cubicBezTo>
                    <a:pt x="77" y="108"/>
                    <a:pt x="76" y="107"/>
                    <a:pt x="76" y="106"/>
                  </a:cubicBezTo>
                  <a:cubicBezTo>
                    <a:pt x="76" y="106"/>
                    <a:pt x="77" y="105"/>
                    <a:pt x="76" y="104"/>
                  </a:cubicBezTo>
                  <a:cubicBezTo>
                    <a:pt x="75" y="103"/>
                    <a:pt x="75" y="104"/>
                    <a:pt x="75" y="104"/>
                  </a:cubicBezTo>
                  <a:cubicBezTo>
                    <a:pt x="62" y="89"/>
                    <a:pt x="51" y="73"/>
                    <a:pt x="41" y="56"/>
                  </a:cubicBezTo>
                  <a:cubicBezTo>
                    <a:pt x="34" y="44"/>
                    <a:pt x="24" y="35"/>
                    <a:pt x="17" y="22"/>
                  </a:cubicBezTo>
                  <a:cubicBezTo>
                    <a:pt x="16" y="19"/>
                    <a:pt x="14" y="15"/>
                    <a:pt x="12" y="12"/>
                  </a:cubicBezTo>
                  <a:cubicBezTo>
                    <a:pt x="10" y="8"/>
                    <a:pt x="8" y="5"/>
                    <a:pt x="5" y="2"/>
                  </a:cubicBezTo>
                  <a:cubicBezTo>
                    <a:pt x="5" y="1"/>
                    <a:pt x="5" y="1"/>
                    <a:pt x="5" y="1"/>
                  </a:cubicBezTo>
                  <a:cubicBezTo>
                    <a:pt x="4" y="1"/>
                    <a:pt x="4" y="0"/>
                    <a:pt x="3" y="0"/>
                  </a:cubicBezTo>
                  <a:lnTo>
                    <a:pt x="2" y="1"/>
                  </a:lnTo>
                  <a:cubicBezTo>
                    <a:pt x="1" y="1"/>
                    <a:pt x="2" y="1"/>
                    <a:pt x="1" y="2"/>
                  </a:cubicBezTo>
                  <a:cubicBezTo>
                    <a:pt x="0" y="3"/>
                    <a:pt x="0" y="3"/>
                    <a:pt x="0" y="3"/>
                  </a:cubicBezTo>
                  <a:cubicBezTo>
                    <a:pt x="0" y="4"/>
                    <a:pt x="0" y="4"/>
                    <a:pt x="1" y="5"/>
                  </a:cubicBezTo>
                  <a:cubicBezTo>
                    <a:pt x="8" y="15"/>
                    <a:pt x="10" y="27"/>
                    <a:pt x="16" y="38"/>
                  </a:cubicBezTo>
                  <a:cubicBezTo>
                    <a:pt x="21" y="44"/>
                    <a:pt x="25" y="51"/>
                    <a:pt x="29" y="58"/>
                  </a:cubicBezTo>
                  <a:cubicBezTo>
                    <a:pt x="32" y="63"/>
                    <a:pt x="34" y="68"/>
                    <a:pt x="37"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a:off x="8648640" y="4436280"/>
              <a:ext cx="276840" cy="84600"/>
            </a:xfrm>
            <a:custGeom>
              <a:rect b="b" l="l" r="r" t="t"/>
              <a:pathLst>
                <a:path extrusionOk="0" h="235" w="769">
                  <a:moveTo>
                    <a:pt x="451" y="105"/>
                  </a:moveTo>
                  <a:cubicBezTo>
                    <a:pt x="445" y="99"/>
                    <a:pt x="437" y="108"/>
                    <a:pt x="442" y="114"/>
                  </a:cubicBezTo>
                  <a:cubicBezTo>
                    <a:pt x="458" y="130"/>
                    <a:pt x="475" y="145"/>
                    <a:pt x="495" y="156"/>
                  </a:cubicBezTo>
                  <a:cubicBezTo>
                    <a:pt x="500" y="159"/>
                    <a:pt x="504" y="161"/>
                    <a:pt x="509" y="164"/>
                  </a:cubicBezTo>
                  <a:cubicBezTo>
                    <a:pt x="485" y="160"/>
                    <a:pt x="459" y="160"/>
                    <a:pt x="439" y="157"/>
                  </a:cubicBezTo>
                  <a:cubicBezTo>
                    <a:pt x="422" y="154"/>
                    <a:pt x="405" y="150"/>
                    <a:pt x="389" y="145"/>
                  </a:cubicBezTo>
                  <a:lnTo>
                    <a:pt x="387" y="145"/>
                  </a:lnTo>
                  <a:cubicBezTo>
                    <a:pt x="378" y="142"/>
                    <a:pt x="369" y="138"/>
                    <a:pt x="360" y="134"/>
                  </a:cubicBezTo>
                  <a:cubicBezTo>
                    <a:pt x="333" y="121"/>
                    <a:pt x="313" y="97"/>
                    <a:pt x="287" y="81"/>
                  </a:cubicBezTo>
                  <a:cubicBezTo>
                    <a:pt x="282" y="78"/>
                    <a:pt x="277" y="86"/>
                    <a:pt x="281" y="89"/>
                  </a:cubicBezTo>
                  <a:cubicBezTo>
                    <a:pt x="295" y="99"/>
                    <a:pt x="301" y="118"/>
                    <a:pt x="316" y="128"/>
                  </a:cubicBezTo>
                  <a:cubicBezTo>
                    <a:pt x="284" y="122"/>
                    <a:pt x="254" y="112"/>
                    <a:pt x="224" y="100"/>
                  </a:cubicBezTo>
                  <a:cubicBezTo>
                    <a:pt x="178" y="78"/>
                    <a:pt x="120" y="50"/>
                    <a:pt x="92" y="4"/>
                  </a:cubicBezTo>
                  <a:cubicBezTo>
                    <a:pt x="90" y="0"/>
                    <a:pt x="82" y="3"/>
                    <a:pt x="84" y="8"/>
                  </a:cubicBezTo>
                  <a:cubicBezTo>
                    <a:pt x="86" y="12"/>
                    <a:pt x="89" y="17"/>
                    <a:pt x="91" y="21"/>
                  </a:cubicBezTo>
                  <a:cubicBezTo>
                    <a:pt x="108" y="48"/>
                    <a:pt x="129" y="71"/>
                    <a:pt x="156" y="87"/>
                  </a:cubicBezTo>
                  <a:cubicBezTo>
                    <a:pt x="161" y="89"/>
                    <a:pt x="165" y="91"/>
                    <a:pt x="169" y="93"/>
                  </a:cubicBezTo>
                  <a:cubicBezTo>
                    <a:pt x="148" y="87"/>
                    <a:pt x="126" y="83"/>
                    <a:pt x="104" y="80"/>
                  </a:cubicBezTo>
                  <a:cubicBezTo>
                    <a:pt x="66" y="76"/>
                    <a:pt x="38" y="78"/>
                    <a:pt x="6" y="53"/>
                  </a:cubicBezTo>
                  <a:cubicBezTo>
                    <a:pt x="3" y="51"/>
                    <a:pt x="0" y="56"/>
                    <a:pt x="3" y="58"/>
                  </a:cubicBezTo>
                  <a:cubicBezTo>
                    <a:pt x="10" y="64"/>
                    <a:pt x="17" y="69"/>
                    <a:pt x="25" y="74"/>
                  </a:cubicBezTo>
                  <a:cubicBezTo>
                    <a:pt x="42" y="83"/>
                    <a:pt x="62" y="90"/>
                    <a:pt x="81" y="91"/>
                  </a:cubicBezTo>
                  <a:cubicBezTo>
                    <a:pt x="122" y="92"/>
                    <a:pt x="162" y="109"/>
                    <a:pt x="201" y="108"/>
                  </a:cubicBezTo>
                  <a:cubicBezTo>
                    <a:pt x="250" y="128"/>
                    <a:pt x="307" y="153"/>
                    <a:pt x="360" y="155"/>
                  </a:cubicBezTo>
                  <a:cubicBezTo>
                    <a:pt x="367" y="158"/>
                    <a:pt x="373" y="162"/>
                    <a:pt x="380" y="165"/>
                  </a:cubicBezTo>
                  <a:cubicBezTo>
                    <a:pt x="436" y="190"/>
                    <a:pt x="505" y="183"/>
                    <a:pt x="564" y="194"/>
                  </a:cubicBezTo>
                  <a:lnTo>
                    <a:pt x="565" y="194"/>
                  </a:lnTo>
                  <a:cubicBezTo>
                    <a:pt x="566" y="194"/>
                    <a:pt x="566" y="193"/>
                    <a:pt x="567" y="193"/>
                  </a:cubicBezTo>
                  <a:cubicBezTo>
                    <a:pt x="568" y="192"/>
                    <a:pt x="568" y="193"/>
                    <a:pt x="569" y="192"/>
                  </a:cubicBezTo>
                  <a:cubicBezTo>
                    <a:pt x="570" y="191"/>
                    <a:pt x="569" y="190"/>
                    <a:pt x="569" y="189"/>
                  </a:cubicBezTo>
                  <a:cubicBezTo>
                    <a:pt x="583" y="194"/>
                    <a:pt x="597" y="199"/>
                    <a:pt x="611" y="203"/>
                  </a:cubicBezTo>
                  <a:cubicBezTo>
                    <a:pt x="659" y="218"/>
                    <a:pt x="712" y="215"/>
                    <a:pt x="759" y="234"/>
                  </a:cubicBezTo>
                  <a:cubicBezTo>
                    <a:pt x="760" y="234"/>
                    <a:pt x="760" y="234"/>
                    <a:pt x="761" y="234"/>
                  </a:cubicBezTo>
                  <a:cubicBezTo>
                    <a:pt x="762" y="234"/>
                    <a:pt x="764" y="233"/>
                    <a:pt x="765" y="233"/>
                  </a:cubicBezTo>
                  <a:cubicBezTo>
                    <a:pt x="766" y="232"/>
                    <a:pt x="767" y="232"/>
                    <a:pt x="767" y="231"/>
                  </a:cubicBezTo>
                  <a:cubicBezTo>
                    <a:pt x="768" y="230"/>
                    <a:pt x="768" y="229"/>
                    <a:pt x="768" y="229"/>
                  </a:cubicBezTo>
                  <a:lnTo>
                    <a:pt x="768" y="222"/>
                  </a:lnTo>
                  <a:cubicBezTo>
                    <a:pt x="768" y="220"/>
                    <a:pt x="767" y="218"/>
                    <a:pt x="766" y="216"/>
                  </a:cubicBezTo>
                  <a:cubicBezTo>
                    <a:pt x="766" y="215"/>
                    <a:pt x="764" y="214"/>
                    <a:pt x="763" y="213"/>
                  </a:cubicBezTo>
                  <a:cubicBezTo>
                    <a:pt x="736" y="197"/>
                    <a:pt x="693" y="195"/>
                    <a:pt x="662" y="190"/>
                  </a:cubicBezTo>
                  <a:cubicBezTo>
                    <a:pt x="593" y="180"/>
                    <a:pt x="501" y="156"/>
                    <a:pt x="451"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8"/>
            <p:cNvSpPr/>
            <p:nvPr/>
          </p:nvSpPr>
          <p:spPr>
            <a:xfrm>
              <a:off x="8083080" y="4401720"/>
              <a:ext cx="48960" cy="34200"/>
            </a:xfrm>
            <a:custGeom>
              <a:rect b="b" l="l" r="r" t="t"/>
              <a:pathLst>
                <a:path extrusionOk="0" h="95" w="136">
                  <a:moveTo>
                    <a:pt x="5" y="10"/>
                  </a:moveTo>
                  <a:cubicBezTo>
                    <a:pt x="6" y="7"/>
                    <a:pt x="27" y="24"/>
                    <a:pt x="31" y="25"/>
                  </a:cubicBezTo>
                  <a:cubicBezTo>
                    <a:pt x="32" y="26"/>
                    <a:pt x="33" y="27"/>
                    <a:pt x="35" y="28"/>
                  </a:cubicBezTo>
                  <a:cubicBezTo>
                    <a:pt x="46" y="34"/>
                    <a:pt x="55" y="42"/>
                    <a:pt x="64" y="51"/>
                  </a:cubicBezTo>
                  <a:cubicBezTo>
                    <a:pt x="83" y="69"/>
                    <a:pt x="103" y="94"/>
                    <a:pt x="132" y="85"/>
                  </a:cubicBezTo>
                  <a:cubicBezTo>
                    <a:pt x="133" y="85"/>
                    <a:pt x="133" y="85"/>
                    <a:pt x="133" y="85"/>
                  </a:cubicBezTo>
                  <a:cubicBezTo>
                    <a:pt x="134" y="85"/>
                    <a:pt x="134" y="84"/>
                    <a:pt x="134" y="84"/>
                  </a:cubicBezTo>
                  <a:cubicBezTo>
                    <a:pt x="135" y="83"/>
                    <a:pt x="135" y="82"/>
                    <a:pt x="135" y="82"/>
                  </a:cubicBezTo>
                  <a:cubicBezTo>
                    <a:pt x="135" y="81"/>
                    <a:pt x="135" y="81"/>
                    <a:pt x="134" y="80"/>
                  </a:cubicBezTo>
                  <a:cubicBezTo>
                    <a:pt x="133" y="79"/>
                    <a:pt x="134" y="80"/>
                    <a:pt x="133" y="79"/>
                  </a:cubicBezTo>
                  <a:cubicBezTo>
                    <a:pt x="132" y="78"/>
                    <a:pt x="133" y="78"/>
                    <a:pt x="132" y="78"/>
                  </a:cubicBezTo>
                  <a:cubicBezTo>
                    <a:pt x="125" y="75"/>
                    <a:pt x="117" y="71"/>
                    <a:pt x="110" y="67"/>
                  </a:cubicBezTo>
                  <a:cubicBezTo>
                    <a:pt x="101" y="62"/>
                    <a:pt x="92" y="56"/>
                    <a:pt x="83" y="49"/>
                  </a:cubicBezTo>
                  <a:cubicBezTo>
                    <a:pt x="73" y="37"/>
                    <a:pt x="61" y="27"/>
                    <a:pt x="48" y="18"/>
                  </a:cubicBezTo>
                  <a:cubicBezTo>
                    <a:pt x="40" y="16"/>
                    <a:pt x="33" y="12"/>
                    <a:pt x="26" y="8"/>
                  </a:cubicBezTo>
                  <a:cubicBezTo>
                    <a:pt x="24" y="7"/>
                    <a:pt x="22" y="6"/>
                    <a:pt x="21" y="5"/>
                  </a:cubicBezTo>
                  <a:cubicBezTo>
                    <a:pt x="19" y="4"/>
                    <a:pt x="18" y="4"/>
                    <a:pt x="17" y="3"/>
                  </a:cubicBezTo>
                  <a:cubicBezTo>
                    <a:pt x="15" y="1"/>
                    <a:pt x="12" y="0"/>
                    <a:pt x="9" y="0"/>
                  </a:cubicBezTo>
                  <a:cubicBezTo>
                    <a:pt x="3" y="0"/>
                    <a:pt x="0" y="2"/>
                    <a:pt x="0" y="8"/>
                  </a:cubicBezTo>
                  <a:lnTo>
                    <a:pt x="0" y="9"/>
                  </a:lnTo>
                  <a:lnTo>
                    <a:pt x="0" y="10"/>
                  </a:lnTo>
                  <a:cubicBezTo>
                    <a:pt x="0" y="11"/>
                    <a:pt x="1" y="11"/>
                    <a:pt x="1" y="11"/>
                  </a:cubicBezTo>
                  <a:lnTo>
                    <a:pt x="2" y="11"/>
                  </a:lnTo>
                  <a:cubicBezTo>
                    <a:pt x="3" y="11"/>
                    <a:pt x="3" y="11"/>
                    <a:pt x="3" y="11"/>
                  </a:cubicBezTo>
                  <a:cubicBezTo>
                    <a:pt x="4" y="11"/>
                    <a:pt x="4" y="11"/>
                    <a:pt x="4" y="10"/>
                  </a:cubicBezTo>
                  <a:lnTo>
                    <a:pt x="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8"/>
            <p:cNvSpPr/>
            <p:nvPr/>
          </p:nvSpPr>
          <p:spPr>
            <a:xfrm>
              <a:off x="8142120" y="4442760"/>
              <a:ext cx="23040" cy="16920"/>
            </a:xfrm>
            <a:custGeom>
              <a:rect b="b" l="l" r="r" t="t"/>
              <a:pathLst>
                <a:path extrusionOk="0" h="47" w="64">
                  <a:moveTo>
                    <a:pt x="4" y="3"/>
                  </a:moveTo>
                  <a:cubicBezTo>
                    <a:pt x="0" y="3"/>
                    <a:pt x="0" y="12"/>
                    <a:pt x="4" y="12"/>
                  </a:cubicBezTo>
                  <a:cubicBezTo>
                    <a:pt x="9" y="13"/>
                    <a:pt x="11" y="19"/>
                    <a:pt x="14" y="22"/>
                  </a:cubicBezTo>
                  <a:cubicBezTo>
                    <a:pt x="18" y="25"/>
                    <a:pt x="21" y="28"/>
                    <a:pt x="25" y="31"/>
                  </a:cubicBezTo>
                  <a:cubicBezTo>
                    <a:pt x="29" y="35"/>
                    <a:pt x="34" y="38"/>
                    <a:pt x="39" y="41"/>
                  </a:cubicBezTo>
                  <a:cubicBezTo>
                    <a:pt x="42" y="43"/>
                    <a:pt x="45" y="45"/>
                    <a:pt x="49" y="46"/>
                  </a:cubicBezTo>
                  <a:lnTo>
                    <a:pt x="50" y="46"/>
                  </a:lnTo>
                  <a:cubicBezTo>
                    <a:pt x="51" y="46"/>
                    <a:pt x="52" y="46"/>
                    <a:pt x="52" y="46"/>
                  </a:cubicBezTo>
                  <a:cubicBezTo>
                    <a:pt x="53" y="45"/>
                    <a:pt x="53" y="45"/>
                    <a:pt x="54" y="44"/>
                  </a:cubicBezTo>
                  <a:cubicBezTo>
                    <a:pt x="63" y="32"/>
                    <a:pt x="41" y="23"/>
                    <a:pt x="33" y="18"/>
                  </a:cubicBezTo>
                  <a:cubicBezTo>
                    <a:pt x="26" y="14"/>
                    <a:pt x="16" y="0"/>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8"/>
            <p:cNvSpPr/>
            <p:nvPr/>
          </p:nvSpPr>
          <p:spPr>
            <a:xfrm>
              <a:off x="8169120" y="4465080"/>
              <a:ext cx="105120" cy="92880"/>
            </a:xfrm>
            <a:custGeom>
              <a:rect b="b" l="l" r="r" t="t"/>
              <a:pathLst>
                <a:path extrusionOk="0" h="258" w="292">
                  <a:moveTo>
                    <a:pt x="130" y="147"/>
                  </a:moveTo>
                  <a:cubicBezTo>
                    <a:pt x="148" y="166"/>
                    <a:pt x="169" y="182"/>
                    <a:pt x="192" y="196"/>
                  </a:cubicBezTo>
                  <a:cubicBezTo>
                    <a:pt x="221" y="217"/>
                    <a:pt x="251" y="236"/>
                    <a:pt x="282" y="255"/>
                  </a:cubicBezTo>
                  <a:cubicBezTo>
                    <a:pt x="287" y="257"/>
                    <a:pt x="291" y="251"/>
                    <a:pt x="289" y="247"/>
                  </a:cubicBezTo>
                  <a:cubicBezTo>
                    <a:pt x="251" y="189"/>
                    <a:pt x="171" y="165"/>
                    <a:pt x="124" y="112"/>
                  </a:cubicBezTo>
                  <a:cubicBezTo>
                    <a:pt x="91" y="74"/>
                    <a:pt x="51" y="24"/>
                    <a:pt x="6" y="0"/>
                  </a:cubicBezTo>
                  <a:cubicBezTo>
                    <a:pt x="6" y="0"/>
                    <a:pt x="5" y="0"/>
                    <a:pt x="4" y="0"/>
                  </a:cubicBezTo>
                  <a:cubicBezTo>
                    <a:pt x="3" y="0"/>
                    <a:pt x="3" y="0"/>
                    <a:pt x="2" y="0"/>
                  </a:cubicBezTo>
                  <a:cubicBezTo>
                    <a:pt x="1" y="1"/>
                    <a:pt x="1" y="1"/>
                    <a:pt x="0" y="2"/>
                  </a:cubicBezTo>
                  <a:cubicBezTo>
                    <a:pt x="0" y="2"/>
                    <a:pt x="0" y="3"/>
                    <a:pt x="0" y="4"/>
                  </a:cubicBezTo>
                  <a:cubicBezTo>
                    <a:pt x="0" y="5"/>
                    <a:pt x="0" y="6"/>
                    <a:pt x="0" y="6"/>
                  </a:cubicBezTo>
                  <a:cubicBezTo>
                    <a:pt x="0" y="7"/>
                    <a:pt x="1" y="7"/>
                    <a:pt x="1" y="7"/>
                  </a:cubicBezTo>
                  <a:cubicBezTo>
                    <a:pt x="43" y="55"/>
                    <a:pt x="87" y="100"/>
                    <a:pt x="13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8"/>
            <p:cNvSpPr/>
            <p:nvPr/>
          </p:nvSpPr>
          <p:spPr>
            <a:xfrm>
              <a:off x="7957440" y="2995920"/>
              <a:ext cx="8280" cy="11520"/>
            </a:xfrm>
            <a:custGeom>
              <a:rect b="b" l="l" r="r" t="t"/>
              <a:pathLst>
                <a:path extrusionOk="0" h="32" w="23">
                  <a:moveTo>
                    <a:pt x="3" y="16"/>
                  </a:moveTo>
                  <a:cubicBezTo>
                    <a:pt x="4" y="17"/>
                    <a:pt x="6" y="19"/>
                    <a:pt x="6" y="20"/>
                  </a:cubicBezTo>
                  <a:cubicBezTo>
                    <a:pt x="9" y="24"/>
                    <a:pt x="12" y="28"/>
                    <a:pt x="16" y="30"/>
                  </a:cubicBezTo>
                  <a:lnTo>
                    <a:pt x="16" y="31"/>
                  </a:lnTo>
                  <a:cubicBezTo>
                    <a:pt x="17" y="31"/>
                    <a:pt x="17" y="31"/>
                    <a:pt x="18" y="31"/>
                  </a:cubicBezTo>
                  <a:cubicBezTo>
                    <a:pt x="18" y="31"/>
                    <a:pt x="19" y="31"/>
                    <a:pt x="20" y="30"/>
                  </a:cubicBezTo>
                  <a:lnTo>
                    <a:pt x="21" y="29"/>
                  </a:lnTo>
                  <a:cubicBezTo>
                    <a:pt x="22" y="28"/>
                    <a:pt x="22" y="27"/>
                    <a:pt x="22" y="27"/>
                  </a:cubicBezTo>
                  <a:cubicBezTo>
                    <a:pt x="22" y="26"/>
                    <a:pt x="22" y="25"/>
                    <a:pt x="21" y="25"/>
                  </a:cubicBezTo>
                  <a:cubicBezTo>
                    <a:pt x="20" y="23"/>
                    <a:pt x="18" y="25"/>
                    <a:pt x="17" y="23"/>
                  </a:cubicBezTo>
                  <a:cubicBezTo>
                    <a:pt x="18" y="22"/>
                    <a:pt x="18" y="22"/>
                    <a:pt x="19" y="21"/>
                  </a:cubicBezTo>
                  <a:cubicBezTo>
                    <a:pt x="20" y="20"/>
                    <a:pt x="20" y="17"/>
                    <a:pt x="20" y="15"/>
                  </a:cubicBezTo>
                  <a:cubicBezTo>
                    <a:pt x="20" y="14"/>
                    <a:pt x="20" y="13"/>
                    <a:pt x="20" y="12"/>
                  </a:cubicBezTo>
                  <a:cubicBezTo>
                    <a:pt x="19" y="11"/>
                    <a:pt x="19" y="9"/>
                    <a:pt x="18" y="7"/>
                  </a:cubicBezTo>
                  <a:cubicBezTo>
                    <a:pt x="15" y="3"/>
                    <a:pt x="10" y="2"/>
                    <a:pt x="6" y="0"/>
                  </a:cubicBezTo>
                  <a:cubicBezTo>
                    <a:pt x="6" y="0"/>
                    <a:pt x="5" y="0"/>
                    <a:pt x="4" y="0"/>
                  </a:cubicBezTo>
                  <a:cubicBezTo>
                    <a:pt x="3" y="0"/>
                    <a:pt x="3" y="0"/>
                    <a:pt x="2" y="0"/>
                  </a:cubicBezTo>
                  <a:cubicBezTo>
                    <a:pt x="1" y="1"/>
                    <a:pt x="1" y="1"/>
                    <a:pt x="0" y="2"/>
                  </a:cubicBezTo>
                  <a:cubicBezTo>
                    <a:pt x="0" y="3"/>
                    <a:pt x="0" y="4"/>
                    <a:pt x="0" y="5"/>
                  </a:cubicBezTo>
                  <a:cubicBezTo>
                    <a:pt x="0" y="6"/>
                    <a:pt x="0" y="8"/>
                    <a:pt x="0" y="9"/>
                  </a:cubicBezTo>
                  <a:cubicBezTo>
                    <a:pt x="1" y="10"/>
                    <a:pt x="1" y="9"/>
                    <a:pt x="1" y="9"/>
                  </a:cubicBezTo>
                  <a:cubicBezTo>
                    <a:pt x="1" y="11"/>
                    <a:pt x="2" y="13"/>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8"/>
            <p:cNvSpPr/>
            <p:nvPr/>
          </p:nvSpPr>
          <p:spPr>
            <a:xfrm>
              <a:off x="8013960" y="2958120"/>
              <a:ext cx="9360" cy="16200"/>
            </a:xfrm>
            <a:custGeom>
              <a:rect b="b" l="l" r="r" t="t"/>
              <a:pathLst>
                <a:path extrusionOk="0" h="45" w="26">
                  <a:moveTo>
                    <a:pt x="15" y="42"/>
                  </a:moveTo>
                  <a:cubicBezTo>
                    <a:pt x="16" y="43"/>
                    <a:pt x="16" y="43"/>
                    <a:pt x="16" y="43"/>
                  </a:cubicBezTo>
                  <a:cubicBezTo>
                    <a:pt x="17" y="44"/>
                    <a:pt x="18" y="44"/>
                    <a:pt x="18" y="44"/>
                  </a:cubicBezTo>
                  <a:cubicBezTo>
                    <a:pt x="19" y="44"/>
                    <a:pt x="19" y="44"/>
                    <a:pt x="20" y="43"/>
                  </a:cubicBezTo>
                  <a:cubicBezTo>
                    <a:pt x="21" y="42"/>
                    <a:pt x="21" y="43"/>
                    <a:pt x="21" y="42"/>
                  </a:cubicBezTo>
                  <a:cubicBezTo>
                    <a:pt x="22" y="42"/>
                    <a:pt x="23" y="41"/>
                    <a:pt x="23" y="40"/>
                  </a:cubicBezTo>
                  <a:cubicBezTo>
                    <a:pt x="25" y="37"/>
                    <a:pt x="25" y="34"/>
                    <a:pt x="25" y="31"/>
                  </a:cubicBezTo>
                  <a:cubicBezTo>
                    <a:pt x="25" y="28"/>
                    <a:pt x="25" y="25"/>
                    <a:pt x="24" y="23"/>
                  </a:cubicBezTo>
                  <a:cubicBezTo>
                    <a:pt x="22" y="20"/>
                    <a:pt x="21" y="17"/>
                    <a:pt x="19" y="14"/>
                  </a:cubicBezTo>
                  <a:cubicBezTo>
                    <a:pt x="17" y="11"/>
                    <a:pt x="15" y="6"/>
                    <a:pt x="13" y="2"/>
                  </a:cubicBezTo>
                  <a:cubicBezTo>
                    <a:pt x="12" y="1"/>
                    <a:pt x="12" y="1"/>
                    <a:pt x="11" y="0"/>
                  </a:cubicBezTo>
                  <a:cubicBezTo>
                    <a:pt x="10" y="0"/>
                    <a:pt x="10" y="0"/>
                    <a:pt x="9" y="0"/>
                  </a:cubicBezTo>
                  <a:cubicBezTo>
                    <a:pt x="8" y="0"/>
                    <a:pt x="7" y="0"/>
                    <a:pt x="7" y="0"/>
                  </a:cubicBezTo>
                  <a:cubicBezTo>
                    <a:pt x="6" y="1"/>
                    <a:pt x="6" y="1"/>
                    <a:pt x="5" y="2"/>
                  </a:cubicBezTo>
                  <a:cubicBezTo>
                    <a:pt x="4" y="2"/>
                    <a:pt x="4" y="3"/>
                    <a:pt x="3" y="5"/>
                  </a:cubicBezTo>
                  <a:cubicBezTo>
                    <a:pt x="1" y="8"/>
                    <a:pt x="0" y="12"/>
                    <a:pt x="0" y="16"/>
                  </a:cubicBezTo>
                  <a:cubicBezTo>
                    <a:pt x="0" y="19"/>
                    <a:pt x="1" y="23"/>
                    <a:pt x="3" y="26"/>
                  </a:cubicBezTo>
                  <a:cubicBezTo>
                    <a:pt x="6" y="32"/>
                    <a:pt x="11" y="37"/>
                    <a:pt x="15"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8"/>
            <p:cNvSpPr/>
            <p:nvPr/>
          </p:nvSpPr>
          <p:spPr>
            <a:xfrm>
              <a:off x="7965000" y="3022560"/>
              <a:ext cx="16200" cy="13320"/>
            </a:xfrm>
            <a:custGeom>
              <a:rect b="b" l="l" r="r" t="t"/>
              <a:pathLst>
                <a:path extrusionOk="0" h="37" w="45">
                  <a:moveTo>
                    <a:pt x="0" y="10"/>
                  </a:moveTo>
                  <a:cubicBezTo>
                    <a:pt x="1" y="12"/>
                    <a:pt x="2" y="14"/>
                    <a:pt x="3" y="16"/>
                  </a:cubicBezTo>
                  <a:cubicBezTo>
                    <a:pt x="6" y="22"/>
                    <a:pt x="10" y="26"/>
                    <a:pt x="15" y="29"/>
                  </a:cubicBezTo>
                  <a:cubicBezTo>
                    <a:pt x="17" y="30"/>
                    <a:pt x="18" y="30"/>
                    <a:pt x="20" y="31"/>
                  </a:cubicBezTo>
                  <a:cubicBezTo>
                    <a:pt x="23" y="32"/>
                    <a:pt x="27" y="34"/>
                    <a:pt x="30" y="35"/>
                  </a:cubicBezTo>
                  <a:cubicBezTo>
                    <a:pt x="32" y="35"/>
                    <a:pt x="34" y="36"/>
                    <a:pt x="36" y="36"/>
                  </a:cubicBezTo>
                  <a:cubicBezTo>
                    <a:pt x="38" y="36"/>
                    <a:pt x="40" y="35"/>
                    <a:pt x="42" y="35"/>
                  </a:cubicBezTo>
                  <a:cubicBezTo>
                    <a:pt x="43" y="34"/>
                    <a:pt x="42" y="34"/>
                    <a:pt x="43" y="33"/>
                  </a:cubicBezTo>
                  <a:cubicBezTo>
                    <a:pt x="44" y="32"/>
                    <a:pt x="44" y="32"/>
                    <a:pt x="44" y="31"/>
                  </a:cubicBezTo>
                  <a:cubicBezTo>
                    <a:pt x="44" y="30"/>
                    <a:pt x="44" y="30"/>
                    <a:pt x="43" y="29"/>
                  </a:cubicBezTo>
                  <a:cubicBezTo>
                    <a:pt x="42" y="26"/>
                    <a:pt x="43" y="22"/>
                    <a:pt x="40" y="19"/>
                  </a:cubicBezTo>
                  <a:cubicBezTo>
                    <a:pt x="38" y="18"/>
                    <a:pt x="36" y="16"/>
                    <a:pt x="34" y="15"/>
                  </a:cubicBezTo>
                  <a:cubicBezTo>
                    <a:pt x="32" y="14"/>
                    <a:pt x="30" y="13"/>
                    <a:pt x="28" y="12"/>
                  </a:cubicBezTo>
                  <a:cubicBezTo>
                    <a:pt x="26" y="12"/>
                    <a:pt x="24" y="10"/>
                    <a:pt x="23" y="9"/>
                  </a:cubicBezTo>
                  <a:cubicBezTo>
                    <a:pt x="20" y="8"/>
                    <a:pt x="17" y="7"/>
                    <a:pt x="14" y="5"/>
                  </a:cubicBezTo>
                  <a:lnTo>
                    <a:pt x="13" y="4"/>
                  </a:lnTo>
                  <a:cubicBezTo>
                    <a:pt x="13" y="3"/>
                    <a:pt x="13" y="2"/>
                    <a:pt x="11" y="1"/>
                  </a:cubicBezTo>
                  <a:cubicBezTo>
                    <a:pt x="9" y="0"/>
                    <a:pt x="8" y="0"/>
                    <a:pt x="7" y="0"/>
                  </a:cubicBezTo>
                  <a:cubicBezTo>
                    <a:pt x="6" y="0"/>
                    <a:pt x="4" y="0"/>
                    <a:pt x="3" y="1"/>
                  </a:cubicBezTo>
                  <a:cubicBezTo>
                    <a:pt x="2" y="2"/>
                    <a:pt x="2" y="3"/>
                    <a:pt x="1" y="4"/>
                  </a:cubicBezTo>
                  <a:cubicBezTo>
                    <a:pt x="0" y="5"/>
                    <a:pt x="0" y="6"/>
                    <a:pt x="0" y="8"/>
                  </a:cubicBezTo>
                  <a:cubicBezTo>
                    <a:pt x="0" y="8"/>
                    <a:pt x="0" y="9"/>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8"/>
            <p:cNvSpPr/>
            <p:nvPr/>
          </p:nvSpPr>
          <p:spPr>
            <a:xfrm>
              <a:off x="8035200" y="2955240"/>
              <a:ext cx="10080" cy="11520"/>
            </a:xfrm>
            <a:custGeom>
              <a:rect b="b" l="l" r="r" t="t"/>
              <a:pathLst>
                <a:path extrusionOk="0" h="32" w="28">
                  <a:moveTo>
                    <a:pt x="18" y="30"/>
                  </a:moveTo>
                  <a:cubicBezTo>
                    <a:pt x="19" y="31"/>
                    <a:pt x="20" y="31"/>
                    <a:pt x="21" y="31"/>
                  </a:cubicBezTo>
                  <a:cubicBezTo>
                    <a:pt x="22" y="31"/>
                    <a:pt x="23" y="31"/>
                    <a:pt x="24" y="30"/>
                  </a:cubicBezTo>
                  <a:cubicBezTo>
                    <a:pt x="25" y="30"/>
                    <a:pt x="26" y="28"/>
                    <a:pt x="26" y="28"/>
                  </a:cubicBezTo>
                  <a:cubicBezTo>
                    <a:pt x="27" y="27"/>
                    <a:pt x="27" y="25"/>
                    <a:pt x="27" y="24"/>
                  </a:cubicBezTo>
                  <a:cubicBezTo>
                    <a:pt x="27" y="23"/>
                    <a:pt x="27" y="23"/>
                    <a:pt x="27" y="22"/>
                  </a:cubicBezTo>
                  <a:cubicBezTo>
                    <a:pt x="26" y="21"/>
                    <a:pt x="26" y="20"/>
                    <a:pt x="25" y="18"/>
                  </a:cubicBezTo>
                  <a:cubicBezTo>
                    <a:pt x="23" y="15"/>
                    <a:pt x="21" y="13"/>
                    <a:pt x="17" y="11"/>
                  </a:cubicBezTo>
                  <a:cubicBezTo>
                    <a:pt x="17" y="11"/>
                    <a:pt x="17" y="10"/>
                    <a:pt x="16" y="10"/>
                  </a:cubicBezTo>
                  <a:lnTo>
                    <a:pt x="15" y="9"/>
                  </a:lnTo>
                  <a:cubicBezTo>
                    <a:pt x="12" y="7"/>
                    <a:pt x="11" y="6"/>
                    <a:pt x="9" y="4"/>
                  </a:cubicBezTo>
                  <a:cubicBezTo>
                    <a:pt x="7" y="0"/>
                    <a:pt x="0" y="2"/>
                    <a:pt x="1" y="6"/>
                  </a:cubicBezTo>
                  <a:cubicBezTo>
                    <a:pt x="2" y="10"/>
                    <a:pt x="3" y="13"/>
                    <a:pt x="4" y="16"/>
                  </a:cubicBezTo>
                  <a:cubicBezTo>
                    <a:pt x="5" y="17"/>
                    <a:pt x="5" y="18"/>
                    <a:pt x="5" y="18"/>
                  </a:cubicBezTo>
                  <a:cubicBezTo>
                    <a:pt x="8" y="23"/>
                    <a:pt x="12" y="27"/>
                    <a:pt x="16" y="29"/>
                  </a:cubicBezTo>
                  <a:cubicBezTo>
                    <a:pt x="17" y="30"/>
                    <a:pt x="17" y="30"/>
                    <a:pt x="1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8"/>
            <p:cNvSpPr/>
            <p:nvPr/>
          </p:nvSpPr>
          <p:spPr>
            <a:xfrm>
              <a:off x="8168400" y="2873160"/>
              <a:ext cx="9360" cy="16560"/>
            </a:xfrm>
            <a:custGeom>
              <a:rect b="b" l="l" r="r" t="t"/>
              <a:pathLst>
                <a:path extrusionOk="0" h="46" w="26">
                  <a:moveTo>
                    <a:pt x="14" y="43"/>
                  </a:moveTo>
                  <a:cubicBezTo>
                    <a:pt x="14" y="43"/>
                    <a:pt x="15" y="44"/>
                    <a:pt x="16" y="44"/>
                  </a:cubicBezTo>
                  <a:cubicBezTo>
                    <a:pt x="17" y="45"/>
                    <a:pt x="18" y="45"/>
                    <a:pt x="19" y="45"/>
                  </a:cubicBezTo>
                  <a:cubicBezTo>
                    <a:pt x="20" y="45"/>
                    <a:pt x="21" y="45"/>
                    <a:pt x="22" y="44"/>
                  </a:cubicBezTo>
                  <a:cubicBezTo>
                    <a:pt x="23" y="44"/>
                    <a:pt x="24" y="44"/>
                    <a:pt x="25" y="42"/>
                  </a:cubicBezTo>
                  <a:cubicBezTo>
                    <a:pt x="25" y="41"/>
                    <a:pt x="25" y="41"/>
                    <a:pt x="25" y="40"/>
                  </a:cubicBezTo>
                  <a:lnTo>
                    <a:pt x="25" y="39"/>
                  </a:lnTo>
                  <a:cubicBezTo>
                    <a:pt x="25" y="38"/>
                    <a:pt x="25" y="37"/>
                    <a:pt x="25" y="37"/>
                  </a:cubicBezTo>
                  <a:cubicBezTo>
                    <a:pt x="25" y="33"/>
                    <a:pt x="23" y="31"/>
                    <a:pt x="23" y="28"/>
                  </a:cubicBezTo>
                  <a:cubicBezTo>
                    <a:pt x="22" y="22"/>
                    <a:pt x="20" y="18"/>
                    <a:pt x="17" y="13"/>
                  </a:cubicBezTo>
                  <a:cubicBezTo>
                    <a:pt x="15" y="10"/>
                    <a:pt x="12" y="5"/>
                    <a:pt x="8" y="1"/>
                  </a:cubicBezTo>
                  <a:lnTo>
                    <a:pt x="7" y="0"/>
                  </a:lnTo>
                  <a:cubicBezTo>
                    <a:pt x="6" y="0"/>
                    <a:pt x="5" y="0"/>
                    <a:pt x="4" y="0"/>
                  </a:cubicBezTo>
                  <a:cubicBezTo>
                    <a:pt x="4" y="0"/>
                    <a:pt x="3" y="0"/>
                    <a:pt x="2" y="0"/>
                  </a:cubicBezTo>
                  <a:cubicBezTo>
                    <a:pt x="1" y="1"/>
                    <a:pt x="2" y="2"/>
                    <a:pt x="1" y="2"/>
                  </a:cubicBezTo>
                  <a:cubicBezTo>
                    <a:pt x="0" y="3"/>
                    <a:pt x="0" y="3"/>
                    <a:pt x="0" y="4"/>
                  </a:cubicBezTo>
                  <a:lnTo>
                    <a:pt x="0" y="5"/>
                  </a:lnTo>
                  <a:cubicBezTo>
                    <a:pt x="1" y="12"/>
                    <a:pt x="4" y="20"/>
                    <a:pt x="5" y="27"/>
                  </a:cubicBezTo>
                  <a:cubicBezTo>
                    <a:pt x="5" y="30"/>
                    <a:pt x="7" y="33"/>
                    <a:pt x="8" y="35"/>
                  </a:cubicBezTo>
                  <a:cubicBezTo>
                    <a:pt x="10" y="38"/>
                    <a:pt x="11" y="41"/>
                    <a:pt x="14"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8"/>
            <p:cNvSpPr/>
            <p:nvPr/>
          </p:nvSpPr>
          <p:spPr>
            <a:xfrm>
              <a:off x="8224200" y="2887560"/>
              <a:ext cx="6120" cy="16560"/>
            </a:xfrm>
            <a:custGeom>
              <a:rect b="b" l="l" r="r" t="t"/>
              <a:pathLst>
                <a:path extrusionOk="0" h="46" w="17">
                  <a:moveTo>
                    <a:pt x="6" y="44"/>
                  </a:moveTo>
                  <a:cubicBezTo>
                    <a:pt x="6" y="44"/>
                    <a:pt x="7" y="45"/>
                    <a:pt x="8" y="45"/>
                  </a:cubicBezTo>
                  <a:cubicBezTo>
                    <a:pt x="8" y="45"/>
                    <a:pt x="9" y="44"/>
                    <a:pt x="10" y="44"/>
                  </a:cubicBezTo>
                  <a:lnTo>
                    <a:pt x="11" y="43"/>
                  </a:lnTo>
                  <a:cubicBezTo>
                    <a:pt x="12" y="42"/>
                    <a:pt x="13" y="42"/>
                    <a:pt x="14" y="41"/>
                  </a:cubicBezTo>
                  <a:cubicBezTo>
                    <a:pt x="14" y="40"/>
                    <a:pt x="15" y="40"/>
                    <a:pt x="15" y="39"/>
                  </a:cubicBezTo>
                  <a:cubicBezTo>
                    <a:pt x="15" y="35"/>
                    <a:pt x="16" y="31"/>
                    <a:pt x="16" y="27"/>
                  </a:cubicBezTo>
                  <a:cubicBezTo>
                    <a:pt x="16" y="20"/>
                    <a:pt x="15" y="12"/>
                    <a:pt x="13" y="5"/>
                  </a:cubicBezTo>
                  <a:cubicBezTo>
                    <a:pt x="11" y="0"/>
                    <a:pt x="4" y="2"/>
                    <a:pt x="3" y="5"/>
                  </a:cubicBezTo>
                  <a:cubicBezTo>
                    <a:pt x="1" y="12"/>
                    <a:pt x="0" y="19"/>
                    <a:pt x="0" y="26"/>
                  </a:cubicBezTo>
                  <a:cubicBezTo>
                    <a:pt x="0" y="30"/>
                    <a:pt x="0" y="34"/>
                    <a:pt x="1" y="38"/>
                  </a:cubicBezTo>
                  <a:cubicBezTo>
                    <a:pt x="1" y="39"/>
                    <a:pt x="1" y="40"/>
                    <a:pt x="2" y="41"/>
                  </a:cubicBezTo>
                  <a:cubicBezTo>
                    <a:pt x="2" y="42"/>
                    <a:pt x="3" y="43"/>
                    <a:pt x="4" y="44"/>
                  </a:cubicBezTo>
                  <a:cubicBezTo>
                    <a:pt x="5" y="44"/>
                    <a:pt x="5" y="44"/>
                    <a:pt x="6"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8"/>
            <p:cNvSpPr/>
            <p:nvPr/>
          </p:nvSpPr>
          <p:spPr>
            <a:xfrm>
              <a:off x="8245080" y="2913480"/>
              <a:ext cx="8280" cy="18360"/>
            </a:xfrm>
            <a:custGeom>
              <a:rect b="b" l="l" r="r" t="t"/>
              <a:pathLst>
                <a:path extrusionOk="0" h="51" w="23">
                  <a:moveTo>
                    <a:pt x="11" y="49"/>
                  </a:moveTo>
                  <a:cubicBezTo>
                    <a:pt x="14" y="47"/>
                    <a:pt x="16" y="44"/>
                    <a:pt x="17" y="41"/>
                  </a:cubicBezTo>
                  <a:cubicBezTo>
                    <a:pt x="19" y="38"/>
                    <a:pt x="20" y="35"/>
                    <a:pt x="21" y="31"/>
                  </a:cubicBezTo>
                  <a:cubicBezTo>
                    <a:pt x="22" y="28"/>
                    <a:pt x="22" y="25"/>
                    <a:pt x="22" y="22"/>
                  </a:cubicBezTo>
                  <a:cubicBezTo>
                    <a:pt x="22" y="16"/>
                    <a:pt x="21" y="9"/>
                    <a:pt x="19" y="3"/>
                  </a:cubicBezTo>
                  <a:lnTo>
                    <a:pt x="19" y="2"/>
                  </a:lnTo>
                  <a:cubicBezTo>
                    <a:pt x="18" y="1"/>
                    <a:pt x="18" y="2"/>
                    <a:pt x="17" y="1"/>
                  </a:cubicBezTo>
                  <a:cubicBezTo>
                    <a:pt x="17" y="0"/>
                    <a:pt x="16" y="0"/>
                    <a:pt x="15" y="0"/>
                  </a:cubicBezTo>
                  <a:cubicBezTo>
                    <a:pt x="14" y="0"/>
                    <a:pt x="14" y="0"/>
                    <a:pt x="13" y="1"/>
                  </a:cubicBezTo>
                  <a:lnTo>
                    <a:pt x="12" y="2"/>
                  </a:lnTo>
                  <a:cubicBezTo>
                    <a:pt x="12" y="3"/>
                    <a:pt x="11" y="3"/>
                    <a:pt x="11" y="3"/>
                  </a:cubicBezTo>
                  <a:cubicBezTo>
                    <a:pt x="10" y="13"/>
                    <a:pt x="7" y="21"/>
                    <a:pt x="5" y="31"/>
                  </a:cubicBezTo>
                  <a:cubicBezTo>
                    <a:pt x="4" y="41"/>
                    <a:pt x="0" y="45"/>
                    <a:pt x="7" y="50"/>
                  </a:cubicBezTo>
                  <a:cubicBezTo>
                    <a:pt x="7" y="50"/>
                    <a:pt x="8" y="50"/>
                    <a:pt x="9" y="50"/>
                  </a:cubicBezTo>
                  <a:lnTo>
                    <a:pt x="10" y="50"/>
                  </a:lnTo>
                  <a:cubicBezTo>
                    <a:pt x="11" y="49"/>
                    <a:pt x="11"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8"/>
            <p:cNvSpPr/>
            <p:nvPr/>
          </p:nvSpPr>
          <p:spPr>
            <a:xfrm>
              <a:off x="8316720" y="2916000"/>
              <a:ext cx="6840" cy="19080"/>
            </a:xfrm>
            <a:custGeom>
              <a:rect b="b" l="l" r="r" t="t"/>
              <a:pathLst>
                <a:path extrusionOk="0" h="53" w="19">
                  <a:moveTo>
                    <a:pt x="6" y="51"/>
                  </a:moveTo>
                  <a:cubicBezTo>
                    <a:pt x="7" y="52"/>
                    <a:pt x="8" y="52"/>
                    <a:pt x="9" y="52"/>
                  </a:cubicBezTo>
                  <a:cubicBezTo>
                    <a:pt x="10" y="52"/>
                    <a:pt x="11" y="52"/>
                    <a:pt x="12" y="51"/>
                  </a:cubicBezTo>
                  <a:cubicBezTo>
                    <a:pt x="18" y="47"/>
                    <a:pt x="18" y="41"/>
                    <a:pt x="18" y="34"/>
                  </a:cubicBezTo>
                  <a:cubicBezTo>
                    <a:pt x="18" y="26"/>
                    <a:pt x="18" y="18"/>
                    <a:pt x="17" y="10"/>
                  </a:cubicBezTo>
                  <a:cubicBezTo>
                    <a:pt x="17" y="2"/>
                    <a:pt x="3" y="0"/>
                    <a:pt x="2" y="10"/>
                  </a:cubicBezTo>
                  <a:cubicBezTo>
                    <a:pt x="1" y="18"/>
                    <a:pt x="1" y="25"/>
                    <a:pt x="1" y="33"/>
                  </a:cubicBezTo>
                  <a:cubicBezTo>
                    <a:pt x="1" y="34"/>
                    <a:pt x="1" y="34"/>
                    <a:pt x="1" y="34"/>
                  </a:cubicBezTo>
                  <a:cubicBezTo>
                    <a:pt x="1" y="40"/>
                    <a:pt x="0" y="47"/>
                    <a:pt x="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8"/>
            <p:cNvSpPr/>
            <p:nvPr/>
          </p:nvSpPr>
          <p:spPr>
            <a:xfrm>
              <a:off x="8303040" y="2945880"/>
              <a:ext cx="16200" cy="29160"/>
            </a:xfrm>
            <a:custGeom>
              <a:rect b="b" l="l" r="r" t="t"/>
              <a:pathLst>
                <a:path extrusionOk="0" h="81" w="45">
                  <a:moveTo>
                    <a:pt x="4" y="57"/>
                  </a:moveTo>
                  <a:lnTo>
                    <a:pt x="3" y="58"/>
                  </a:lnTo>
                  <a:cubicBezTo>
                    <a:pt x="0" y="62"/>
                    <a:pt x="0" y="66"/>
                    <a:pt x="0" y="70"/>
                  </a:cubicBezTo>
                  <a:cubicBezTo>
                    <a:pt x="0" y="71"/>
                    <a:pt x="0" y="72"/>
                    <a:pt x="0" y="74"/>
                  </a:cubicBezTo>
                  <a:cubicBezTo>
                    <a:pt x="1" y="74"/>
                    <a:pt x="1" y="75"/>
                    <a:pt x="1" y="76"/>
                  </a:cubicBezTo>
                  <a:cubicBezTo>
                    <a:pt x="2" y="77"/>
                    <a:pt x="2" y="78"/>
                    <a:pt x="4" y="79"/>
                  </a:cubicBezTo>
                  <a:cubicBezTo>
                    <a:pt x="6" y="80"/>
                    <a:pt x="6" y="80"/>
                    <a:pt x="8" y="80"/>
                  </a:cubicBezTo>
                  <a:cubicBezTo>
                    <a:pt x="9" y="80"/>
                    <a:pt x="11" y="80"/>
                    <a:pt x="13" y="79"/>
                  </a:cubicBezTo>
                  <a:cubicBezTo>
                    <a:pt x="14" y="78"/>
                    <a:pt x="15" y="77"/>
                    <a:pt x="15" y="76"/>
                  </a:cubicBezTo>
                  <a:cubicBezTo>
                    <a:pt x="17" y="74"/>
                    <a:pt x="18" y="73"/>
                    <a:pt x="19" y="71"/>
                  </a:cubicBezTo>
                  <a:cubicBezTo>
                    <a:pt x="23" y="63"/>
                    <a:pt x="27" y="55"/>
                    <a:pt x="29" y="46"/>
                  </a:cubicBezTo>
                  <a:cubicBezTo>
                    <a:pt x="29" y="40"/>
                    <a:pt x="31" y="34"/>
                    <a:pt x="34" y="29"/>
                  </a:cubicBezTo>
                  <a:cubicBezTo>
                    <a:pt x="35" y="28"/>
                    <a:pt x="35" y="27"/>
                    <a:pt x="36" y="26"/>
                  </a:cubicBezTo>
                  <a:cubicBezTo>
                    <a:pt x="39" y="21"/>
                    <a:pt x="38" y="13"/>
                    <a:pt x="41" y="7"/>
                  </a:cubicBezTo>
                  <a:cubicBezTo>
                    <a:pt x="44" y="1"/>
                    <a:pt x="39" y="0"/>
                    <a:pt x="36" y="2"/>
                  </a:cubicBezTo>
                  <a:cubicBezTo>
                    <a:pt x="34" y="4"/>
                    <a:pt x="32" y="5"/>
                    <a:pt x="31" y="8"/>
                  </a:cubicBezTo>
                  <a:cubicBezTo>
                    <a:pt x="31" y="9"/>
                    <a:pt x="30" y="10"/>
                    <a:pt x="30" y="11"/>
                  </a:cubicBezTo>
                  <a:cubicBezTo>
                    <a:pt x="27" y="19"/>
                    <a:pt x="18" y="22"/>
                    <a:pt x="15" y="29"/>
                  </a:cubicBezTo>
                  <a:cubicBezTo>
                    <a:pt x="12" y="39"/>
                    <a:pt x="9" y="48"/>
                    <a:pt x="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8"/>
            <p:cNvSpPr/>
            <p:nvPr/>
          </p:nvSpPr>
          <p:spPr>
            <a:xfrm>
              <a:off x="8300520" y="2904840"/>
              <a:ext cx="8640" cy="36360"/>
            </a:xfrm>
            <a:custGeom>
              <a:rect b="b" l="l" r="r" t="t"/>
              <a:pathLst>
                <a:path extrusionOk="0" h="101" w="24">
                  <a:moveTo>
                    <a:pt x="3" y="99"/>
                  </a:moveTo>
                  <a:cubicBezTo>
                    <a:pt x="4" y="100"/>
                    <a:pt x="4" y="100"/>
                    <a:pt x="5" y="100"/>
                  </a:cubicBezTo>
                  <a:cubicBezTo>
                    <a:pt x="6" y="100"/>
                    <a:pt x="6" y="99"/>
                    <a:pt x="7" y="99"/>
                  </a:cubicBezTo>
                  <a:cubicBezTo>
                    <a:pt x="8" y="99"/>
                    <a:pt x="8" y="98"/>
                    <a:pt x="9" y="97"/>
                  </a:cubicBezTo>
                  <a:cubicBezTo>
                    <a:pt x="18" y="79"/>
                    <a:pt x="23" y="58"/>
                    <a:pt x="23" y="38"/>
                  </a:cubicBezTo>
                  <a:cubicBezTo>
                    <a:pt x="23" y="26"/>
                    <a:pt x="22" y="14"/>
                    <a:pt x="19" y="3"/>
                  </a:cubicBezTo>
                  <a:lnTo>
                    <a:pt x="18" y="2"/>
                  </a:lnTo>
                  <a:cubicBezTo>
                    <a:pt x="18" y="1"/>
                    <a:pt x="17" y="1"/>
                    <a:pt x="17" y="1"/>
                  </a:cubicBezTo>
                  <a:cubicBezTo>
                    <a:pt x="16" y="0"/>
                    <a:pt x="16" y="0"/>
                    <a:pt x="15" y="0"/>
                  </a:cubicBezTo>
                  <a:cubicBezTo>
                    <a:pt x="15" y="0"/>
                    <a:pt x="14" y="0"/>
                    <a:pt x="13" y="1"/>
                  </a:cubicBezTo>
                  <a:cubicBezTo>
                    <a:pt x="13" y="1"/>
                    <a:pt x="12" y="1"/>
                    <a:pt x="12" y="2"/>
                  </a:cubicBezTo>
                  <a:lnTo>
                    <a:pt x="12" y="3"/>
                  </a:lnTo>
                  <a:cubicBezTo>
                    <a:pt x="9" y="16"/>
                    <a:pt x="10" y="30"/>
                    <a:pt x="7" y="44"/>
                  </a:cubicBezTo>
                  <a:cubicBezTo>
                    <a:pt x="4" y="57"/>
                    <a:pt x="2" y="66"/>
                    <a:pt x="0" y="77"/>
                  </a:cubicBezTo>
                  <a:cubicBezTo>
                    <a:pt x="0" y="80"/>
                    <a:pt x="0" y="93"/>
                    <a:pt x="0" y="94"/>
                  </a:cubicBezTo>
                  <a:lnTo>
                    <a:pt x="0" y="95"/>
                  </a:lnTo>
                  <a:cubicBezTo>
                    <a:pt x="0" y="96"/>
                    <a:pt x="0" y="96"/>
                    <a:pt x="0" y="97"/>
                  </a:cubicBezTo>
                  <a:lnTo>
                    <a:pt x="1" y="98"/>
                  </a:lnTo>
                  <a:lnTo>
                    <a:pt x="3"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8"/>
            <p:cNvSpPr/>
            <p:nvPr/>
          </p:nvSpPr>
          <p:spPr>
            <a:xfrm>
              <a:off x="8212320" y="2846160"/>
              <a:ext cx="6840" cy="10440"/>
            </a:xfrm>
            <a:custGeom>
              <a:rect b="b" l="l" r="r" t="t"/>
              <a:pathLst>
                <a:path extrusionOk="0" h="29" w="19">
                  <a:moveTo>
                    <a:pt x="5" y="28"/>
                  </a:moveTo>
                  <a:cubicBezTo>
                    <a:pt x="6" y="28"/>
                    <a:pt x="7" y="28"/>
                    <a:pt x="8" y="28"/>
                  </a:cubicBezTo>
                  <a:cubicBezTo>
                    <a:pt x="9" y="28"/>
                    <a:pt x="9" y="28"/>
                    <a:pt x="10" y="28"/>
                  </a:cubicBezTo>
                  <a:cubicBezTo>
                    <a:pt x="11" y="27"/>
                    <a:pt x="11" y="27"/>
                    <a:pt x="12" y="26"/>
                  </a:cubicBezTo>
                  <a:cubicBezTo>
                    <a:pt x="13" y="25"/>
                    <a:pt x="15" y="23"/>
                    <a:pt x="15" y="21"/>
                  </a:cubicBezTo>
                  <a:cubicBezTo>
                    <a:pt x="15" y="18"/>
                    <a:pt x="15" y="15"/>
                    <a:pt x="16" y="14"/>
                  </a:cubicBezTo>
                  <a:cubicBezTo>
                    <a:pt x="16" y="13"/>
                    <a:pt x="16" y="13"/>
                    <a:pt x="16" y="13"/>
                  </a:cubicBezTo>
                  <a:cubicBezTo>
                    <a:pt x="17" y="11"/>
                    <a:pt x="18" y="9"/>
                    <a:pt x="18" y="8"/>
                  </a:cubicBezTo>
                  <a:cubicBezTo>
                    <a:pt x="18" y="6"/>
                    <a:pt x="17" y="6"/>
                    <a:pt x="16" y="4"/>
                  </a:cubicBezTo>
                  <a:cubicBezTo>
                    <a:pt x="15" y="2"/>
                    <a:pt x="15" y="1"/>
                    <a:pt x="13" y="0"/>
                  </a:cubicBezTo>
                  <a:cubicBezTo>
                    <a:pt x="12" y="0"/>
                    <a:pt x="12" y="0"/>
                    <a:pt x="11" y="0"/>
                  </a:cubicBezTo>
                  <a:cubicBezTo>
                    <a:pt x="11" y="0"/>
                    <a:pt x="10" y="0"/>
                    <a:pt x="9" y="1"/>
                  </a:cubicBezTo>
                  <a:lnTo>
                    <a:pt x="8" y="2"/>
                  </a:lnTo>
                  <a:cubicBezTo>
                    <a:pt x="6" y="4"/>
                    <a:pt x="4" y="6"/>
                    <a:pt x="2" y="8"/>
                  </a:cubicBezTo>
                  <a:cubicBezTo>
                    <a:pt x="1" y="10"/>
                    <a:pt x="1" y="12"/>
                    <a:pt x="0" y="14"/>
                  </a:cubicBezTo>
                  <a:cubicBezTo>
                    <a:pt x="0" y="15"/>
                    <a:pt x="0" y="16"/>
                    <a:pt x="0" y="16"/>
                  </a:cubicBezTo>
                  <a:cubicBezTo>
                    <a:pt x="0" y="18"/>
                    <a:pt x="0" y="20"/>
                    <a:pt x="1" y="22"/>
                  </a:cubicBezTo>
                  <a:cubicBezTo>
                    <a:pt x="1" y="23"/>
                    <a:pt x="1" y="23"/>
                    <a:pt x="1" y="24"/>
                  </a:cubicBezTo>
                  <a:cubicBezTo>
                    <a:pt x="1" y="24"/>
                    <a:pt x="0" y="25"/>
                    <a:pt x="1" y="26"/>
                  </a:cubicBezTo>
                  <a:cubicBezTo>
                    <a:pt x="2" y="27"/>
                    <a:pt x="2" y="26"/>
                    <a:pt x="3" y="27"/>
                  </a:cubicBezTo>
                  <a:cubicBezTo>
                    <a:pt x="4" y="28"/>
                    <a:pt x="4" y="28"/>
                    <a:pt x="5"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8"/>
            <p:cNvSpPr/>
            <p:nvPr/>
          </p:nvSpPr>
          <p:spPr>
            <a:xfrm>
              <a:off x="7983360" y="3073680"/>
              <a:ext cx="8280" cy="3960"/>
            </a:xfrm>
            <a:custGeom>
              <a:rect b="b" l="l" r="r" t="t"/>
              <a:pathLst>
                <a:path extrusionOk="0" h="11" w="23">
                  <a:moveTo>
                    <a:pt x="6" y="7"/>
                  </a:moveTo>
                  <a:cubicBezTo>
                    <a:pt x="11" y="8"/>
                    <a:pt x="17" y="10"/>
                    <a:pt x="21" y="7"/>
                  </a:cubicBezTo>
                  <a:lnTo>
                    <a:pt x="22" y="6"/>
                  </a:lnTo>
                  <a:lnTo>
                    <a:pt x="22" y="5"/>
                  </a:lnTo>
                  <a:lnTo>
                    <a:pt x="22" y="4"/>
                  </a:lnTo>
                  <a:cubicBezTo>
                    <a:pt x="21" y="4"/>
                    <a:pt x="21" y="4"/>
                    <a:pt x="21" y="4"/>
                  </a:cubicBezTo>
                  <a:cubicBezTo>
                    <a:pt x="17" y="0"/>
                    <a:pt x="10" y="2"/>
                    <a:pt x="5" y="4"/>
                  </a:cubicBezTo>
                  <a:cubicBezTo>
                    <a:pt x="0" y="6"/>
                    <a:pt x="3" y="6"/>
                    <a:pt x="6"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8"/>
            <p:cNvSpPr/>
            <p:nvPr/>
          </p:nvSpPr>
          <p:spPr>
            <a:xfrm>
              <a:off x="8030520" y="3217320"/>
              <a:ext cx="6120" cy="24840"/>
            </a:xfrm>
            <a:custGeom>
              <a:rect b="b" l="l" r="r" t="t"/>
              <a:pathLst>
                <a:path extrusionOk="0" h="69" w="17">
                  <a:moveTo>
                    <a:pt x="10" y="66"/>
                  </a:moveTo>
                  <a:cubicBezTo>
                    <a:pt x="12" y="68"/>
                    <a:pt x="16" y="65"/>
                    <a:pt x="14" y="63"/>
                  </a:cubicBezTo>
                  <a:cubicBezTo>
                    <a:pt x="9" y="57"/>
                    <a:pt x="14" y="45"/>
                    <a:pt x="14" y="39"/>
                  </a:cubicBezTo>
                  <a:cubicBezTo>
                    <a:pt x="14" y="26"/>
                    <a:pt x="11" y="13"/>
                    <a:pt x="7" y="2"/>
                  </a:cubicBezTo>
                  <a:cubicBezTo>
                    <a:pt x="6" y="1"/>
                    <a:pt x="6" y="1"/>
                    <a:pt x="6" y="1"/>
                  </a:cubicBezTo>
                  <a:cubicBezTo>
                    <a:pt x="6" y="1"/>
                    <a:pt x="7" y="1"/>
                    <a:pt x="6" y="0"/>
                  </a:cubicBezTo>
                  <a:cubicBezTo>
                    <a:pt x="5" y="0"/>
                    <a:pt x="5" y="0"/>
                    <a:pt x="5" y="0"/>
                  </a:cubicBezTo>
                  <a:cubicBezTo>
                    <a:pt x="4" y="0"/>
                    <a:pt x="4" y="0"/>
                    <a:pt x="4" y="0"/>
                  </a:cubicBezTo>
                  <a:cubicBezTo>
                    <a:pt x="3" y="1"/>
                    <a:pt x="3" y="1"/>
                    <a:pt x="3" y="1"/>
                  </a:cubicBezTo>
                  <a:lnTo>
                    <a:pt x="3" y="2"/>
                  </a:lnTo>
                  <a:cubicBezTo>
                    <a:pt x="1" y="7"/>
                    <a:pt x="0" y="13"/>
                    <a:pt x="0" y="19"/>
                  </a:cubicBezTo>
                  <a:cubicBezTo>
                    <a:pt x="0" y="20"/>
                    <a:pt x="0" y="22"/>
                    <a:pt x="0" y="23"/>
                  </a:cubicBezTo>
                  <a:cubicBezTo>
                    <a:pt x="1" y="28"/>
                    <a:pt x="2" y="33"/>
                    <a:pt x="2" y="39"/>
                  </a:cubicBezTo>
                  <a:cubicBezTo>
                    <a:pt x="2" y="41"/>
                    <a:pt x="2" y="43"/>
                    <a:pt x="2" y="45"/>
                  </a:cubicBezTo>
                  <a:cubicBezTo>
                    <a:pt x="2" y="50"/>
                    <a:pt x="3" y="56"/>
                    <a:pt x="6" y="61"/>
                  </a:cubicBezTo>
                  <a:cubicBezTo>
                    <a:pt x="7" y="63"/>
                    <a:pt x="8" y="65"/>
                    <a:pt x="10"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8"/>
            <p:cNvSpPr/>
            <p:nvPr/>
          </p:nvSpPr>
          <p:spPr>
            <a:xfrm>
              <a:off x="8061840" y="3169080"/>
              <a:ext cx="7560" cy="24840"/>
            </a:xfrm>
            <a:custGeom>
              <a:rect b="b" l="l" r="r" t="t"/>
              <a:pathLst>
                <a:path extrusionOk="0" h="69" w="21">
                  <a:moveTo>
                    <a:pt x="6" y="65"/>
                  </a:moveTo>
                  <a:lnTo>
                    <a:pt x="6" y="66"/>
                  </a:lnTo>
                  <a:cubicBezTo>
                    <a:pt x="6" y="66"/>
                    <a:pt x="7" y="67"/>
                    <a:pt x="8" y="67"/>
                  </a:cubicBezTo>
                  <a:cubicBezTo>
                    <a:pt x="9" y="68"/>
                    <a:pt x="9" y="68"/>
                    <a:pt x="10" y="68"/>
                  </a:cubicBezTo>
                  <a:cubicBezTo>
                    <a:pt x="11" y="68"/>
                    <a:pt x="11" y="68"/>
                    <a:pt x="12" y="67"/>
                  </a:cubicBezTo>
                  <a:cubicBezTo>
                    <a:pt x="13" y="67"/>
                    <a:pt x="13" y="67"/>
                    <a:pt x="14" y="66"/>
                  </a:cubicBezTo>
                  <a:cubicBezTo>
                    <a:pt x="15" y="66"/>
                    <a:pt x="14" y="65"/>
                    <a:pt x="14" y="65"/>
                  </a:cubicBezTo>
                  <a:cubicBezTo>
                    <a:pt x="17" y="54"/>
                    <a:pt x="19" y="42"/>
                    <a:pt x="19" y="31"/>
                  </a:cubicBezTo>
                  <a:cubicBezTo>
                    <a:pt x="20" y="28"/>
                    <a:pt x="20" y="26"/>
                    <a:pt x="20" y="23"/>
                  </a:cubicBezTo>
                  <a:cubicBezTo>
                    <a:pt x="20" y="21"/>
                    <a:pt x="20" y="17"/>
                    <a:pt x="19" y="14"/>
                  </a:cubicBezTo>
                  <a:cubicBezTo>
                    <a:pt x="19" y="13"/>
                    <a:pt x="18" y="11"/>
                    <a:pt x="17" y="10"/>
                  </a:cubicBezTo>
                  <a:cubicBezTo>
                    <a:pt x="15" y="7"/>
                    <a:pt x="13" y="4"/>
                    <a:pt x="11" y="1"/>
                  </a:cubicBezTo>
                  <a:cubicBezTo>
                    <a:pt x="10" y="1"/>
                    <a:pt x="11" y="1"/>
                    <a:pt x="10" y="0"/>
                  </a:cubicBezTo>
                  <a:cubicBezTo>
                    <a:pt x="9" y="0"/>
                    <a:pt x="8" y="0"/>
                    <a:pt x="7" y="0"/>
                  </a:cubicBezTo>
                  <a:cubicBezTo>
                    <a:pt x="7" y="0"/>
                    <a:pt x="6" y="0"/>
                    <a:pt x="5" y="0"/>
                  </a:cubicBezTo>
                  <a:cubicBezTo>
                    <a:pt x="4" y="1"/>
                    <a:pt x="4" y="1"/>
                    <a:pt x="4" y="1"/>
                  </a:cubicBezTo>
                  <a:cubicBezTo>
                    <a:pt x="0" y="8"/>
                    <a:pt x="3" y="15"/>
                    <a:pt x="2" y="23"/>
                  </a:cubicBezTo>
                  <a:cubicBezTo>
                    <a:pt x="2" y="27"/>
                    <a:pt x="1" y="31"/>
                    <a:pt x="1" y="35"/>
                  </a:cubicBezTo>
                  <a:cubicBezTo>
                    <a:pt x="1" y="45"/>
                    <a:pt x="3" y="55"/>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8"/>
            <p:cNvSpPr/>
            <p:nvPr/>
          </p:nvSpPr>
          <p:spPr>
            <a:xfrm>
              <a:off x="8010720" y="3292200"/>
              <a:ext cx="8640" cy="42840"/>
            </a:xfrm>
            <a:custGeom>
              <a:rect b="b" l="l" r="r" t="t"/>
              <a:pathLst>
                <a:path extrusionOk="0" h="119" w="24">
                  <a:moveTo>
                    <a:pt x="12" y="2"/>
                  </a:moveTo>
                  <a:cubicBezTo>
                    <a:pt x="8" y="16"/>
                    <a:pt x="6" y="31"/>
                    <a:pt x="6" y="45"/>
                  </a:cubicBezTo>
                  <a:cubicBezTo>
                    <a:pt x="6" y="47"/>
                    <a:pt x="6" y="48"/>
                    <a:pt x="6" y="50"/>
                  </a:cubicBezTo>
                  <a:cubicBezTo>
                    <a:pt x="6" y="72"/>
                    <a:pt x="3" y="93"/>
                    <a:pt x="0" y="114"/>
                  </a:cubicBezTo>
                  <a:cubicBezTo>
                    <a:pt x="0" y="116"/>
                    <a:pt x="2" y="118"/>
                    <a:pt x="3" y="116"/>
                  </a:cubicBezTo>
                  <a:cubicBezTo>
                    <a:pt x="3" y="115"/>
                    <a:pt x="4" y="114"/>
                    <a:pt x="4" y="114"/>
                  </a:cubicBezTo>
                  <a:cubicBezTo>
                    <a:pt x="16" y="92"/>
                    <a:pt x="23" y="68"/>
                    <a:pt x="23" y="44"/>
                  </a:cubicBezTo>
                  <a:cubicBezTo>
                    <a:pt x="23" y="30"/>
                    <a:pt x="21" y="16"/>
                    <a:pt x="17" y="3"/>
                  </a:cubicBezTo>
                  <a:cubicBezTo>
                    <a:pt x="16" y="1"/>
                    <a:pt x="13" y="0"/>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8"/>
            <p:cNvSpPr/>
            <p:nvPr/>
          </p:nvSpPr>
          <p:spPr>
            <a:xfrm>
              <a:off x="8009640" y="3258000"/>
              <a:ext cx="7200" cy="19800"/>
            </a:xfrm>
            <a:custGeom>
              <a:rect b="b" l="l" r="r" t="t"/>
              <a:pathLst>
                <a:path extrusionOk="0" h="55" w="20">
                  <a:moveTo>
                    <a:pt x="17" y="49"/>
                  </a:moveTo>
                  <a:cubicBezTo>
                    <a:pt x="16" y="41"/>
                    <a:pt x="19" y="33"/>
                    <a:pt x="17" y="25"/>
                  </a:cubicBezTo>
                  <a:cubicBezTo>
                    <a:pt x="16" y="17"/>
                    <a:pt x="13" y="9"/>
                    <a:pt x="9" y="2"/>
                  </a:cubicBezTo>
                  <a:cubicBezTo>
                    <a:pt x="8" y="0"/>
                    <a:pt x="6" y="1"/>
                    <a:pt x="5" y="2"/>
                  </a:cubicBezTo>
                  <a:cubicBezTo>
                    <a:pt x="4" y="2"/>
                    <a:pt x="4" y="3"/>
                    <a:pt x="4" y="3"/>
                  </a:cubicBezTo>
                  <a:cubicBezTo>
                    <a:pt x="1" y="7"/>
                    <a:pt x="0" y="12"/>
                    <a:pt x="0" y="17"/>
                  </a:cubicBezTo>
                  <a:cubicBezTo>
                    <a:pt x="0" y="19"/>
                    <a:pt x="1" y="21"/>
                    <a:pt x="1" y="24"/>
                  </a:cubicBezTo>
                  <a:cubicBezTo>
                    <a:pt x="3" y="33"/>
                    <a:pt x="7" y="42"/>
                    <a:pt x="11" y="51"/>
                  </a:cubicBezTo>
                  <a:cubicBezTo>
                    <a:pt x="14" y="54"/>
                    <a:pt x="18" y="52"/>
                    <a:pt x="17"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8"/>
            <p:cNvSpPr/>
            <p:nvPr/>
          </p:nvSpPr>
          <p:spPr>
            <a:xfrm>
              <a:off x="8031240" y="3319200"/>
              <a:ext cx="7920" cy="19440"/>
            </a:xfrm>
            <a:custGeom>
              <a:rect b="b" l="l" r="r" t="t"/>
              <a:pathLst>
                <a:path extrusionOk="0" h="54" w="22">
                  <a:moveTo>
                    <a:pt x="9" y="19"/>
                  </a:moveTo>
                  <a:cubicBezTo>
                    <a:pt x="8" y="25"/>
                    <a:pt x="6" y="30"/>
                    <a:pt x="4" y="35"/>
                  </a:cubicBezTo>
                  <a:cubicBezTo>
                    <a:pt x="2" y="40"/>
                    <a:pt x="3" y="44"/>
                    <a:pt x="2" y="48"/>
                  </a:cubicBezTo>
                  <a:cubicBezTo>
                    <a:pt x="0" y="53"/>
                    <a:pt x="2" y="52"/>
                    <a:pt x="5" y="51"/>
                  </a:cubicBezTo>
                  <a:cubicBezTo>
                    <a:pt x="7" y="50"/>
                    <a:pt x="10" y="48"/>
                    <a:pt x="11" y="44"/>
                  </a:cubicBezTo>
                  <a:cubicBezTo>
                    <a:pt x="12" y="38"/>
                    <a:pt x="14" y="32"/>
                    <a:pt x="17" y="27"/>
                  </a:cubicBezTo>
                  <a:cubicBezTo>
                    <a:pt x="18" y="22"/>
                    <a:pt x="17" y="15"/>
                    <a:pt x="19" y="11"/>
                  </a:cubicBezTo>
                  <a:cubicBezTo>
                    <a:pt x="20" y="10"/>
                    <a:pt x="20" y="10"/>
                    <a:pt x="20" y="10"/>
                  </a:cubicBezTo>
                  <a:cubicBezTo>
                    <a:pt x="21" y="9"/>
                    <a:pt x="21" y="7"/>
                    <a:pt x="21" y="6"/>
                  </a:cubicBezTo>
                  <a:cubicBezTo>
                    <a:pt x="21" y="5"/>
                    <a:pt x="21" y="4"/>
                    <a:pt x="21" y="3"/>
                  </a:cubicBezTo>
                  <a:cubicBezTo>
                    <a:pt x="21" y="2"/>
                    <a:pt x="20" y="2"/>
                    <a:pt x="20" y="2"/>
                  </a:cubicBezTo>
                  <a:cubicBezTo>
                    <a:pt x="20" y="1"/>
                    <a:pt x="20" y="1"/>
                    <a:pt x="19" y="0"/>
                  </a:cubicBezTo>
                  <a:cubicBezTo>
                    <a:pt x="17" y="0"/>
                    <a:pt x="18" y="0"/>
                    <a:pt x="17" y="0"/>
                  </a:cubicBezTo>
                  <a:lnTo>
                    <a:pt x="15" y="0"/>
                  </a:lnTo>
                  <a:cubicBezTo>
                    <a:pt x="14" y="1"/>
                    <a:pt x="14" y="1"/>
                    <a:pt x="14" y="2"/>
                  </a:cubicBezTo>
                  <a:lnTo>
                    <a:pt x="14" y="3"/>
                  </a:lnTo>
                  <a:cubicBezTo>
                    <a:pt x="14" y="5"/>
                    <a:pt x="12" y="5"/>
                    <a:pt x="11" y="7"/>
                  </a:cubicBezTo>
                  <a:cubicBezTo>
                    <a:pt x="10" y="10"/>
                    <a:pt x="9" y="14"/>
                    <a:pt x="9" y="17"/>
                  </a:cubicBezTo>
                  <a:cubicBezTo>
                    <a:pt x="9" y="18"/>
                    <a:pt x="9" y="19"/>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8"/>
            <p:cNvSpPr/>
            <p:nvPr/>
          </p:nvSpPr>
          <p:spPr>
            <a:xfrm>
              <a:off x="8048160" y="3360600"/>
              <a:ext cx="10440" cy="27360"/>
            </a:xfrm>
            <a:custGeom>
              <a:rect b="b" l="l" r="r" t="t"/>
              <a:pathLst>
                <a:path extrusionOk="0" h="76" w="29">
                  <a:moveTo>
                    <a:pt x="9" y="75"/>
                  </a:moveTo>
                  <a:cubicBezTo>
                    <a:pt x="20" y="73"/>
                    <a:pt x="22" y="61"/>
                    <a:pt x="25" y="52"/>
                  </a:cubicBezTo>
                  <a:cubicBezTo>
                    <a:pt x="27" y="42"/>
                    <a:pt x="28" y="32"/>
                    <a:pt x="28" y="22"/>
                  </a:cubicBezTo>
                  <a:cubicBezTo>
                    <a:pt x="28" y="17"/>
                    <a:pt x="28" y="12"/>
                    <a:pt x="27" y="7"/>
                  </a:cubicBezTo>
                  <a:cubicBezTo>
                    <a:pt x="27" y="0"/>
                    <a:pt x="17" y="2"/>
                    <a:pt x="16" y="7"/>
                  </a:cubicBezTo>
                  <a:cubicBezTo>
                    <a:pt x="14" y="19"/>
                    <a:pt x="11" y="32"/>
                    <a:pt x="8" y="44"/>
                  </a:cubicBezTo>
                  <a:cubicBezTo>
                    <a:pt x="5" y="53"/>
                    <a:pt x="0" y="63"/>
                    <a:pt x="5" y="72"/>
                  </a:cubicBezTo>
                  <a:lnTo>
                    <a:pt x="5" y="73"/>
                  </a:lnTo>
                  <a:cubicBezTo>
                    <a:pt x="5" y="73"/>
                    <a:pt x="6" y="73"/>
                    <a:pt x="7" y="74"/>
                  </a:cubicBezTo>
                  <a:cubicBezTo>
                    <a:pt x="8" y="74"/>
                    <a:pt x="8" y="75"/>
                    <a:pt x="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8"/>
            <p:cNvSpPr/>
            <p:nvPr/>
          </p:nvSpPr>
          <p:spPr>
            <a:xfrm>
              <a:off x="8089560" y="3320640"/>
              <a:ext cx="6120" cy="18360"/>
            </a:xfrm>
            <a:custGeom>
              <a:rect b="b" l="l" r="r" t="t"/>
              <a:pathLst>
                <a:path extrusionOk="0" h="51" w="17">
                  <a:moveTo>
                    <a:pt x="11" y="49"/>
                  </a:moveTo>
                  <a:cubicBezTo>
                    <a:pt x="12" y="48"/>
                    <a:pt x="13" y="47"/>
                    <a:pt x="13" y="46"/>
                  </a:cubicBezTo>
                  <a:cubicBezTo>
                    <a:pt x="15" y="43"/>
                    <a:pt x="16" y="39"/>
                    <a:pt x="16" y="36"/>
                  </a:cubicBezTo>
                  <a:cubicBezTo>
                    <a:pt x="16" y="35"/>
                    <a:pt x="16" y="34"/>
                    <a:pt x="16" y="33"/>
                  </a:cubicBezTo>
                  <a:cubicBezTo>
                    <a:pt x="16" y="24"/>
                    <a:pt x="15" y="15"/>
                    <a:pt x="14" y="6"/>
                  </a:cubicBezTo>
                  <a:cubicBezTo>
                    <a:pt x="14" y="5"/>
                    <a:pt x="15" y="4"/>
                    <a:pt x="14" y="3"/>
                  </a:cubicBezTo>
                  <a:cubicBezTo>
                    <a:pt x="13" y="2"/>
                    <a:pt x="12" y="2"/>
                    <a:pt x="11" y="1"/>
                  </a:cubicBezTo>
                  <a:cubicBezTo>
                    <a:pt x="10" y="0"/>
                    <a:pt x="9" y="0"/>
                    <a:pt x="8" y="0"/>
                  </a:cubicBezTo>
                  <a:cubicBezTo>
                    <a:pt x="7" y="0"/>
                    <a:pt x="6" y="0"/>
                    <a:pt x="5" y="1"/>
                  </a:cubicBezTo>
                  <a:cubicBezTo>
                    <a:pt x="4" y="2"/>
                    <a:pt x="4" y="2"/>
                    <a:pt x="3" y="3"/>
                  </a:cubicBezTo>
                  <a:cubicBezTo>
                    <a:pt x="2" y="4"/>
                    <a:pt x="2" y="5"/>
                    <a:pt x="2" y="6"/>
                  </a:cubicBezTo>
                  <a:cubicBezTo>
                    <a:pt x="2" y="14"/>
                    <a:pt x="1" y="23"/>
                    <a:pt x="1" y="31"/>
                  </a:cubicBezTo>
                  <a:cubicBezTo>
                    <a:pt x="0" y="32"/>
                    <a:pt x="0" y="34"/>
                    <a:pt x="0" y="35"/>
                  </a:cubicBezTo>
                  <a:cubicBezTo>
                    <a:pt x="0" y="39"/>
                    <a:pt x="1" y="43"/>
                    <a:pt x="3" y="46"/>
                  </a:cubicBezTo>
                  <a:cubicBezTo>
                    <a:pt x="4" y="47"/>
                    <a:pt x="4" y="48"/>
                    <a:pt x="5" y="49"/>
                  </a:cubicBezTo>
                  <a:lnTo>
                    <a:pt x="6" y="49"/>
                  </a:lnTo>
                  <a:cubicBezTo>
                    <a:pt x="7" y="50"/>
                    <a:pt x="8" y="50"/>
                    <a:pt x="8" y="50"/>
                  </a:cubicBezTo>
                  <a:cubicBezTo>
                    <a:pt x="9" y="50"/>
                    <a:pt x="10" y="50"/>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8"/>
            <p:cNvSpPr/>
            <p:nvPr/>
          </p:nvSpPr>
          <p:spPr>
            <a:xfrm>
              <a:off x="8143920" y="2983320"/>
              <a:ext cx="33480" cy="7920"/>
            </a:xfrm>
            <a:custGeom>
              <a:rect b="b" l="l" r="r" t="t"/>
              <a:pathLst>
                <a:path extrusionOk="0" h="22" w="93">
                  <a:moveTo>
                    <a:pt x="88" y="13"/>
                  </a:moveTo>
                  <a:cubicBezTo>
                    <a:pt x="73" y="9"/>
                    <a:pt x="58" y="5"/>
                    <a:pt x="43" y="3"/>
                  </a:cubicBezTo>
                  <a:cubicBezTo>
                    <a:pt x="40" y="2"/>
                    <a:pt x="37" y="2"/>
                    <a:pt x="33" y="2"/>
                  </a:cubicBezTo>
                  <a:cubicBezTo>
                    <a:pt x="30" y="2"/>
                    <a:pt x="26" y="2"/>
                    <a:pt x="22" y="3"/>
                  </a:cubicBezTo>
                  <a:cubicBezTo>
                    <a:pt x="17" y="2"/>
                    <a:pt x="11" y="1"/>
                    <a:pt x="5" y="0"/>
                  </a:cubicBezTo>
                  <a:cubicBezTo>
                    <a:pt x="1" y="0"/>
                    <a:pt x="0" y="6"/>
                    <a:pt x="5" y="7"/>
                  </a:cubicBezTo>
                  <a:cubicBezTo>
                    <a:pt x="10" y="8"/>
                    <a:pt x="17" y="12"/>
                    <a:pt x="25" y="13"/>
                  </a:cubicBezTo>
                  <a:cubicBezTo>
                    <a:pt x="33" y="13"/>
                    <a:pt x="41" y="14"/>
                    <a:pt x="50" y="16"/>
                  </a:cubicBezTo>
                  <a:cubicBezTo>
                    <a:pt x="59" y="19"/>
                    <a:pt x="69" y="21"/>
                    <a:pt x="79" y="21"/>
                  </a:cubicBezTo>
                  <a:cubicBezTo>
                    <a:pt x="82" y="21"/>
                    <a:pt x="86" y="20"/>
                    <a:pt x="89" y="20"/>
                  </a:cubicBezTo>
                  <a:lnTo>
                    <a:pt x="90" y="20"/>
                  </a:lnTo>
                  <a:cubicBezTo>
                    <a:pt x="91" y="19"/>
                    <a:pt x="91" y="19"/>
                    <a:pt x="91" y="18"/>
                  </a:cubicBezTo>
                  <a:cubicBezTo>
                    <a:pt x="92" y="17"/>
                    <a:pt x="92" y="17"/>
                    <a:pt x="92" y="17"/>
                  </a:cubicBezTo>
                  <a:cubicBezTo>
                    <a:pt x="92" y="16"/>
                    <a:pt x="92" y="16"/>
                    <a:pt x="91" y="15"/>
                  </a:cubicBezTo>
                  <a:cubicBezTo>
                    <a:pt x="91" y="14"/>
                    <a:pt x="91" y="15"/>
                    <a:pt x="90" y="14"/>
                  </a:cubicBezTo>
                  <a:cubicBezTo>
                    <a:pt x="90" y="13"/>
                    <a:pt x="89" y="13"/>
                    <a:pt x="88"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8"/>
            <p:cNvSpPr/>
            <p:nvPr/>
          </p:nvSpPr>
          <p:spPr>
            <a:xfrm>
              <a:off x="8182080" y="2980800"/>
              <a:ext cx="19440" cy="10800"/>
            </a:xfrm>
            <a:custGeom>
              <a:rect b="b" l="l" r="r" t="t"/>
              <a:pathLst>
                <a:path extrusionOk="0" h="30" w="54">
                  <a:moveTo>
                    <a:pt x="3" y="0"/>
                  </a:moveTo>
                  <a:cubicBezTo>
                    <a:pt x="0" y="0"/>
                    <a:pt x="0" y="5"/>
                    <a:pt x="3" y="6"/>
                  </a:cubicBezTo>
                  <a:cubicBezTo>
                    <a:pt x="17" y="10"/>
                    <a:pt x="38" y="29"/>
                    <a:pt x="52" y="19"/>
                  </a:cubicBezTo>
                  <a:cubicBezTo>
                    <a:pt x="52" y="19"/>
                    <a:pt x="53" y="19"/>
                    <a:pt x="53" y="18"/>
                  </a:cubicBezTo>
                  <a:lnTo>
                    <a:pt x="53" y="17"/>
                  </a:lnTo>
                  <a:cubicBezTo>
                    <a:pt x="53" y="16"/>
                    <a:pt x="53" y="15"/>
                    <a:pt x="53" y="15"/>
                  </a:cubicBezTo>
                  <a:lnTo>
                    <a:pt x="52" y="14"/>
                  </a:lnTo>
                  <a:cubicBezTo>
                    <a:pt x="52" y="14"/>
                    <a:pt x="51" y="13"/>
                    <a:pt x="50" y="13"/>
                  </a:cubicBezTo>
                  <a:cubicBezTo>
                    <a:pt x="44" y="9"/>
                    <a:pt x="37" y="6"/>
                    <a:pt x="30" y="4"/>
                  </a:cubicBezTo>
                  <a:cubicBezTo>
                    <a:pt x="24" y="1"/>
                    <a:pt x="17" y="0"/>
                    <a:pt x="10" y="0"/>
                  </a:cubicBezTo>
                  <a:cubicBezTo>
                    <a:pt x="8" y="0"/>
                    <a:pt x="6" y="0"/>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8"/>
            <p:cNvSpPr/>
            <p:nvPr/>
          </p:nvSpPr>
          <p:spPr>
            <a:xfrm>
              <a:off x="8220960" y="3027240"/>
              <a:ext cx="14400" cy="14040"/>
            </a:xfrm>
            <a:custGeom>
              <a:rect b="b" l="l" r="r" t="t"/>
              <a:pathLst>
                <a:path extrusionOk="0" h="39" w="40">
                  <a:moveTo>
                    <a:pt x="3" y="3"/>
                  </a:moveTo>
                  <a:cubicBezTo>
                    <a:pt x="3" y="3"/>
                    <a:pt x="2" y="3"/>
                    <a:pt x="2" y="4"/>
                  </a:cubicBezTo>
                  <a:cubicBezTo>
                    <a:pt x="2" y="4"/>
                    <a:pt x="1" y="4"/>
                    <a:pt x="1" y="5"/>
                  </a:cubicBezTo>
                  <a:lnTo>
                    <a:pt x="0" y="6"/>
                  </a:lnTo>
                  <a:cubicBezTo>
                    <a:pt x="0" y="7"/>
                    <a:pt x="1" y="8"/>
                    <a:pt x="1" y="8"/>
                  </a:cubicBezTo>
                  <a:cubicBezTo>
                    <a:pt x="1" y="9"/>
                    <a:pt x="2" y="9"/>
                    <a:pt x="2" y="9"/>
                  </a:cubicBezTo>
                  <a:cubicBezTo>
                    <a:pt x="3" y="10"/>
                    <a:pt x="3" y="10"/>
                    <a:pt x="4" y="10"/>
                  </a:cubicBezTo>
                  <a:cubicBezTo>
                    <a:pt x="8" y="10"/>
                    <a:pt x="10" y="14"/>
                    <a:pt x="11" y="16"/>
                  </a:cubicBezTo>
                  <a:cubicBezTo>
                    <a:pt x="13" y="19"/>
                    <a:pt x="15" y="21"/>
                    <a:pt x="17" y="23"/>
                  </a:cubicBezTo>
                  <a:cubicBezTo>
                    <a:pt x="22" y="27"/>
                    <a:pt x="27" y="32"/>
                    <a:pt x="31" y="37"/>
                  </a:cubicBezTo>
                  <a:cubicBezTo>
                    <a:pt x="31" y="38"/>
                    <a:pt x="32" y="38"/>
                    <a:pt x="32" y="38"/>
                  </a:cubicBezTo>
                  <a:lnTo>
                    <a:pt x="33" y="38"/>
                  </a:lnTo>
                  <a:lnTo>
                    <a:pt x="34" y="38"/>
                  </a:lnTo>
                  <a:cubicBezTo>
                    <a:pt x="35" y="38"/>
                    <a:pt x="35" y="38"/>
                    <a:pt x="35" y="37"/>
                  </a:cubicBezTo>
                  <a:cubicBezTo>
                    <a:pt x="39" y="28"/>
                    <a:pt x="28" y="20"/>
                    <a:pt x="22" y="15"/>
                  </a:cubicBezTo>
                  <a:cubicBezTo>
                    <a:pt x="16" y="10"/>
                    <a:pt x="12" y="0"/>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8"/>
            <p:cNvSpPr/>
            <p:nvPr/>
          </p:nvSpPr>
          <p:spPr>
            <a:xfrm>
              <a:off x="8236080" y="3040200"/>
              <a:ext cx="11880" cy="15840"/>
            </a:xfrm>
            <a:custGeom>
              <a:rect b="b" l="l" r="r" t="t"/>
              <a:pathLst>
                <a:path extrusionOk="0" h="44" w="33">
                  <a:moveTo>
                    <a:pt x="14" y="25"/>
                  </a:moveTo>
                  <a:cubicBezTo>
                    <a:pt x="15" y="27"/>
                    <a:pt x="16" y="29"/>
                    <a:pt x="17" y="31"/>
                  </a:cubicBezTo>
                  <a:cubicBezTo>
                    <a:pt x="19" y="35"/>
                    <a:pt x="21" y="38"/>
                    <a:pt x="24" y="41"/>
                  </a:cubicBezTo>
                  <a:lnTo>
                    <a:pt x="24" y="42"/>
                  </a:lnTo>
                  <a:cubicBezTo>
                    <a:pt x="25" y="43"/>
                    <a:pt x="26" y="42"/>
                    <a:pt x="27" y="42"/>
                  </a:cubicBezTo>
                  <a:cubicBezTo>
                    <a:pt x="28" y="42"/>
                    <a:pt x="29" y="42"/>
                    <a:pt x="29" y="42"/>
                  </a:cubicBezTo>
                  <a:cubicBezTo>
                    <a:pt x="30" y="41"/>
                    <a:pt x="31" y="41"/>
                    <a:pt x="31" y="40"/>
                  </a:cubicBezTo>
                  <a:cubicBezTo>
                    <a:pt x="32" y="39"/>
                    <a:pt x="32" y="39"/>
                    <a:pt x="32" y="38"/>
                  </a:cubicBezTo>
                  <a:lnTo>
                    <a:pt x="32" y="36"/>
                  </a:lnTo>
                  <a:cubicBezTo>
                    <a:pt x="32" y="35"/>
                    <a:pt x="32" y="34"/>
                    <a:pt x="32" y="34"/>
                  </a:cubicBezTo>
                  <a:cubicBezTo>
                    <a:pt x="32" y="33"/>
                    <a:pt x="32" y="32"/>
                    <a:pt x="32" y="31"/>
                  </a:cubicBezTo>
                  <a:cubicBezTo>
                    <a:pt x="31" y="29"/>
                    <a:pt x="29" y="27"/>
                    <a:pt x="28" y="24"/>
                  </a:cubicBezTo>
                  <a:cubicBezTo>
                    <a:pt x="27" y="23"/>
                    <a:pt x="27" y="21"/>
                    <a:pt x="26" y="20"/>
                  </a:cubicBezTo>
                  <a:cubicBezTo>
                    <a:pt x="21" y="13"/>
                    <a:pt x="14" y="7"/>
                    <a:pt x="7" y="2"/>
                  </a:cubicBezTo>
                  <a:cubicBezTo>
                    <a:pt x="3" y="0"/>
                    <a:pt x="0" y="6"/>
                    <a:pt x="3" y="9"/>
                  </a:cubicBezTo>
                  <a:cubicBezTo>
                    <a:pt x="6" y="13"/>
                    <a:pt x="9" y="17"/>
                    <a:pt x="12" y="22"/>
                  </a:cubicBezTo>
                  <a:cubicBezTo>
                    <a:pt x="12" y="23"/>
                    <a:pt x="13" y="24"/>
                    <a:pt x="1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8"/>
            <p:cNvSpPr/>
            <p:nvPr/>
          </p:nvSpPr>
          <p:spPr>
            <a:xfrm>
              <a:off x="8232840" y="3025080"/>
              <a:ext cx="36000" cy="33120"/>
            </a:xfrm>
            <a:custGeom>
              <a:rect b="b" l="l" r="r" t="t"/>
              <a:pathLst>
                <a:path extrusionOk="0" h="92" w="100">
                  <a:moveTo>
                    <a:pt x="49" y="54"/>
                  </a:moveTo>
                  <a:cubicBezTo>
                    <a:pt x="60" y="62"/>
                    <a:pt x="70" y="71"/>
                    <a:pt x="80" y="81"/>
                  </a:cubicBezTo>
                  <a:cubicBezTo>
                    <a:pt x="85" y="87"/>
                    <a:pt x="87" y="91"/>
                    <a:pt x="95" y="90"/>
                  </a:cubicBezTo>
                  <a:cubicBezTo>
                    <a:pt x="96" y="90"/>
                    <a:pt x="97" y="90"/>
                    <a:pt x="97" y="90"/>
                  </a:cubicBezTo>
                  <a:cubicBezTo>
                    <a:pt x="98" y="90"/>
                    <a:pt x="98" y="89"/>
                    <a:pt x="98" y="89"/>
                  </a:cubicBezTo>
                  <a:cubicBezTo>
                    <a:pt x="99" y="88"/>
                    <a:pt x="99" y="88"/>
                    <a:pt x="99" y="87"/>
                  </a:cubicBezTo>
                  <a:lnTo>
                    <a:pt x="99" y="86"/>
                  </a:lnTo>
                  <a:cubicBezTo>
                    <a:pt x="89" y="61"/>
                    <a:pt x="64" y="47"/>
                    <a:pt x="44" y="30"/>
                  </a:cubicBezTo>
                  <a:cubicBezTo>
                    <a:pt x="35" y="22"/>
                    <a:pt x="26" y="14"/>
                    <a:pt x="17" y="5"/>
                  </a:cubicBezTo>
                  <a:cubicBezTo>
                    <a:pt x="16" y="3"/>
                    <a:pt x="15" y="2"/>
                    <a:pt x="14" y="1"/>
                  </a:cubicBezTo>
                  <a:cubicBezTo>
                    <a:pt x="12" y="0"/>
                    <a:pt x="10" y="0"/>
                    <a:pt x="8" y="0"/>
                  </a:cubicBezTo>
                  <a:cubicBezTo>
                    <a:pt x="5" y="0"/>
                    <a:pt x="3" y="0"/>
                    <a:pt x="2" y="1"/>
                  </a:cubicBezTo>
                  <a:cubicBezTo>
                    <a:pt x="1" y="2"/>
                    <a:pt x="1" y="2"/>
                    <a:pt x="1" y="2"/>
                  </a:cubicBezTo>
                  <a:cubicBezTo>
                    <a:pt x="0" y="3"/>
                    <a:pt x="0" y="4"/>
                    <a:pt x="0" y="4"/>
                  </a:cubicBezTo>
                  <a:cubicBezTo>
                    <a:pt x="0" y="5"/>
                    <a:pt x="0" y="5"/>
                    <a:pt x="1" y="6"/>
                  </a:cubicBezTo>
                  <a:cubicBezTo>
                    <a:pt x="1" y="6"/>
                    <a:pt x="1" y="7"/>
                    <a:pt x="2" y="7"/>
                  </a:cubicBezTo>
                  <a:cubicBezTo>
                    <a:pt x="10" y="12"/>
                    <a:pt x="14" y="21"/>
                    <a:pt x="21" y="28"/>
                  </a:cubicBezTo>
                  <a:cubicBezTo>
                    <a:pt x="28" y="35"/>
                    <a:pt x="41" y="45"/>
                    <a:pt x="49"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8"/>
            <p:cNvSpPr/>
            <p:nvPr/>
          </p:nvSpPr>
          <p:spPr>
            <a:xfrm>
              <a:off x="8249400" y="3028320"/>
              <a:ext cx="40680" cy="38880"/>
            </a:xfrm>
            <a:custGeom>
              <a:rect b="b" l="l" r="r" t="t"/>
              <a:pathLst>
                <a:path extrusionOk="0" h="108" w="113">
                  <a:moveTo>
                    <a:pt x="3" y="8"/>
                  </a:moveTo>
                  <a:cubicBezTo>
                    <a:pt x="15" y="10"/>
                    <a:pt x="25" y="24"/>
                    <a:pt x="34" y="30"/>
                  </a:cubicBezTo>
                  <a:cubicBezTo>
                    <a:pt x="44" y="37"/>
                    <a:pt x="48" y="50"/>
                    <a:pt x="57" y="57"/>
                  </a:cubicBezTo>
                  <a:cubicBezTo>
                    <a:pt x="69" y="67"/>
                    <a:pt x="79" y="78"/>
                    <a:pt x="87" y="91"/>
                  </a:cubicBezTo>
                  <a:cubicBezTo>
                    <a:pt x="87" y="92"/>
                    <a:pt x="88" y="93"/>
                    <a:pt x="88" y="93"/>
                  </a:cubicBezTo>
                  <a:cubicBezTo>
                    <a:pt x="91" y="97"/>
                    <a:pt x="95" y="101"/>
                    <a:pt x="99" y="103"/>
                  </a:cubicBezTo>
                  <a:cubicBezTo>
                    <a:pt x="102" y="105"/>
                    <a:pt x="105" y="106"/>
                    <a:pt x="108" y="107"/>
                  </a:cubicBezTo>
                  <a:lnTo>
                    <a:pt x="109" y="107"/>
                  </a:lnTo>
                  <a:lnTo>
                    <a:pt x="110" y="107"/>
                  </a:lnTo>
                  <a:cubicBezTo>
                    <a:pt x="111" y="107"/>
                    <a:pt x="111" y="106"/>
                    <a:pt x="111" y="106"/>
                  </a:cubicBezTo>
                  <a:cubicBezTo>
                    <a:pt x="112" y="105"/>
                    <a:pt x="112" y="105"/>
                    <a:pt x="112" y="104"/>
                  </a:cubicBezTo>
                  <a:cubicBezTo>
                    <a:pt x="112" y="104"/>
                    <a:pt x="112" y="103"/>
                    <a:pt x="111" y="103"/>
                  </a:cubicBezTo>
                  <a:cubicBezTo>
                    <a:pt x="108" y="96"/>
                    <a:pt x="103" y="94"/>
                    <a:pt x="98" y="88"/>
                  </a:cubicBezTo>
                  <a:cubicBezTo>
                    <a:pt x="94" y="82"/>
                    <a:pt x="92" y="75"/>
                    <a:pt x="87" y="68"/>
                  </a:cubicBezTo>
                  <a:cubicBezTo>
                    <a:pt x="79" y="57"/>
                    <a:pt x="66" y="51"/>
                    <a:pt x="58" y="39"/>
                  </a:cubicBezTo>
                  <a:cubicBezTo>
                    <a:pt x="51" y="29"/>
                    <a:pt x="42" y="21"/>
                    <a:pt x="32" y="15"/>
                  </a:cubicBezTo>
                  <a:cubicBezTo>
                    <a:pt x="22" y="8"/>
                    <a:pt x="17" y="0"/>
                    <a:pt x="4" y="2"/>
                  </a:cubicBezTo>
                  <a:cubicBezTo>
                    <a:pt x="3" y="2"/>
                    <a:pt x="3" y="2"/>
                    <a:pt x="3" y="2"/>
                  </a:cubicBezTo>
                  <a:cubicBezTo>
                    <a:pt x="3" y="2"/>
                    <a:pt x="3" y="3"/>
                    <a:pt x="2" y="3"/>
                  </a:cubicBezTo>
                  <a:cubicBezTo>
                    <a:pt x="2" y="4"/>
                    <a:pt x="1" y="3"/>
                    <a:pt x="0" y="4"/>
                  </a:cubicBezTo>
                  <a:lnTo>
                    <a:pt x="0" y="5"/>
                  </a:lnTo>
                  <a:cubicBezTo>
                    <a:pt x="0" y="6"/>
                    <a:pt x="0" y="7"/>
                    <a:pt x="0" y="7"/>
                  </a:cubicBezTo>
                  <a:cubicBezTo>
                    <a:pt x="1" y="8"/>
                    <a:pt x="1" y="8"/>
                    <a:pt x="2" y="8"/>
                  </a:cubicBezTo>
                  <a:lnTo>
                    <a:pt x="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8"/>
            <p:cNvSpPr/>
            <p:nvPr/>
          </p:nvSpPr>
          <p:spPr>
            <a:xfrm>
              <a:off x="8257680" y="3009240"/>
              <a:ext cx="48960" cy="41760"/>
            </a:xfrm>
            <a:custGeom>
              <a:rect b="b" l="l" r="r" t="t"/>
              <a:pathLst>
                <a:path extrusionOk="0" h="116" w="136">
                  <a:moveTo>
                    <a:pt x="124" y="96"/>
                  </a:moveTo>
                  <a:cubicBezTo>
                    <a:pt x="109" y="86"/>
                    <a:pt x="95" y="75"/>
                    <a:pt x="82" y="63"/>
                  </a:cubicBezTo>
                  <a:cubicBezTo>
                    <a:pt x="58" y="41"/>
                    <a:pt x="28" y="27"/>
                    <a:pt x="7" y="2"/>
                  </a:cubicBezTo>
                  <a:cubicBezTo>
                    <a:pt x="4" y="0"/>
                    <a:pt x="0" y="2"/>
                    <a:pt x="2" y="6"/>
                  </a:cubicBezTo>
                  <a:cubicBezTo>
                    <a:pt x="20" y="28"/>
                    <a:pt x="47" y="43"/>
                    <a:pt x="66" y="63"/>
                  </a:cubicBezTo>
                  <a:cubicBezTo>
                    <a:pt x="75" y="73"/>
                    <a:pt x="85" y="83"/>
                    <a:pt x="96" y="91"/>
                  </a:cubicBezTo>
                  <a:cubicBezTo>
                    <a:pt x="106" y="100"/>
                    <a:pt x="120" y="105"/>
                    <a:pt x="130" y="114"/>
                  </a:cubicBezTo>
                  <a:cubicBezTo>
                    <a:pt x="130" y="114"/>
                    <a:pt x="130" y="115"/>
                    <a:pt x="131" y="115"/>
                  </a:cubicBezTo>
                  <a:lnTo>
                    <a:pt x="132" y="115"/>
                  </a:lnTo>
                  <a:cubicBezTo>
                    <a:pt x="133" y="115"/>
                    <a:pt x="133" y="115"/>
                    <a:pt x="134" y="115"/>
                  </a:cubicBezTo>
                  <a:lnTo>
                    <a:pt x="135" y="114"/>
                  </a:lnTo>
                  <a:cubicBezTo>
                    <a:pt x="135" y="113"/>
                    <a:pt x="135" y="113"/>
                    <a:pt x="135" y="112"/>
                  </a:cubicBezTo>
                  <a:cubicBezTo>
                    <a:pt x="135" y="109"/>
                    <a:pt x="134" y="107"/>
                    <a:pt x="133" y="105"/>
                  </a:cubicBezTo>
                  <a:cubicBezTo>
                    <a:pt x="130" y="101"/>
                    <a:pt x="127" y="98"/>
                    <a:pt x="12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8"/>
            <p:cNvSpPr/>
            <p:nvPr/>
          </p:nvSpPr>
          <p:spPr>
            <a:xfrm>
              <a:off x="8292600" y="3077640"/>
              <a:ext cx="19080" cy="24480"/>
            </a:xfrm>
            <a:custGeom>
              <a:rect b="b" l="l" r="r" t="t"/>
              <a:pathLst>
                <a:path extrusionOk="0" h="68" w="53">
                  <a:moveTo>
                    <a:pt x="12" y="22"/>
                  </a:moveTo>
                  <a:cubicBezTo>
                    <a:pt x="14" y="26"/>
                    <a:pt x="16" y="30"/>
                    <a:pt x="18" y="33"/>
                  </a:cubicBezTo>
                  <a:cubicBezTo>
                    <a:pt x="19" y="35"/>
                    <a:pt x="20" y="36"/>
                    <a:pt x="21" y="38"/>
                  </a:cubicBezTo>
                  <a:cubicBezTo>
                    <a:pt x="25" y="45"/>
                    <a:pt x="30" y="51"/>
                    <a:pt x="34" y="58"/>
                  </a:cubicBezTo>
                  <a:cubicBezTo>
                    <a:pt x="34" y="59"/>
                    <a:pt x="35" y="59"/>
                    <a:pt x="35" y="59"/>
                  </a:cubicBezTo>
                  <a:cubicBezTo>
                    <a:pt x="36" y="62"/>
                    <a:pt x="38" y="64"/>
                    <a:pt x="40" y="65"/>
                  </a:cubicBezTo>
                  <a:cubicBezTo>
                    <a:pt x="43" y="66"/>
                    <a:pt x="45" y="67"/>
                    <a:pt x="47" y="67"/>
                  </a:cubicBezTo>
                  <a:cubicBezTo>
                    <a:pt x="48" y="67"/>
                    <a:pt x="49" y="67"/>
                    <a:pt x="50" y="66"/>
                  </a:cubicBezTo>
                  <a:lnTo>
                    <a:pt x="51" y="65"/>
                  </a:lnTo>
                  <a:cubicBezTo>
                    <a:pt x="52" y="64"/>
                    <a:pt x="52" y="63"/>
                    <a:pt x="52" y="62"/>
                  </a:cubicBezTo>
                  <a:cubicBezTo>
                    <a:pt x="52" y="61"/>
                    <a:pt x="52" y="61"/>
                    <a:pt x="51" y="60"/>
                  </a:cubicBezTo>
                  <a:lnTo>
                    <a:pt x="51" y="59"/>
                  </a:lnTo>
                  <a:cubicBezTo>
                    <a:pt x="50" y="58"/>
                    <a:pt x="50" y="57"/>
                    <a:pt x="49" y="57"/>
                  </a:cubicBezTo>
                  <a:cubicBezTo>
                    <a:pt x="46" y="51"/>
                    <a:pt x="43" y="44"/>
                    <a:pt x="40" y="38"/>
                  </a:cubicBezTo>
                  <a:cubicBezTo>
                    <a:pt x="35" y="31"/>
                    <a:pt x="30" y="26"/>
                    <a:pt x="26" y="19"/>
                  </a:cubicBezTo>
                  <a:cubicBezTo>
                    <a:pt x="23" y="12"/>
                    <a:pt x="16" y="0"/>
                    <a:pt x="4" y="0"/>
                  </a:cubicBezTo>
                  <a:cubicBezTo>
                    <a:pt x="0" y="0"/>
                    <a:pt x="0" y="7"/>
                    <a:pt x="4" y="8"/>
                  </a:cubicBezTo>
                  <a:cubicBezTo>
                    <a:pt x="9" y="9"/>
                    <a:pt x="11" y="19"/>
                    <a:pt x="12"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8"/>
            <p:cNvSpPr/>
            <p:nvPr/>
          </p:nvSpPr>
          <p:spPr>
            <a:xfrm>
              <a:off x="8969400" y="3783600"/>
              <a:ext cx="20520" cy="20160"/>
            </a:xfrm>
            <a:custGeom>
              <a:rect b="b" l="l" r="r" t="t"/>
              <a:pathLst>
                <a:path extrusionOk="0" h="56" w="57">
                  <a:moveTo>
                    <a:pt x="49" y="0"/>
                  </a:moveTo>
                  <a:cubicBezTo>
                    <a:pt x="47" y="1"/>
                    <a:pt x="44" y="2"/>
                    <a:pt x="42" y="4"/>
                  </a:cubicBezTo>
                  <a:cubicBezTo>
                    <a:pt x="35" y="8"/>
                    <a:pt x="28" y="13"/>
                    <a:pt x="22" y="18"/>
                  </a:cubicBezTo>
                  <a:cubicBezTo>
                    <a:pt x="14" y="25"/>
                    <a:pt x="11" y="34"/>
                    <a:pt x="3" y="41"/>
                  </a:cubicBezTo>
                  <a:cubicBezTo>
                    <a:pt x="2" y="42"/>
                    <a:pt x="1" y="43"/>
                    <a:pt x="1" y="43"/>
                  </a:cubicBezTo>
                  <a:cubicBezTo>
                    <a:pt x="0" y="45"/>
                    <a:pt x="0" y="45"/>
                    <a:pt x="0" y="47"/>
                  </a:cubicBezTo>
                  <a:cubicBezTo>
                    <a:pt x="0" y="48"/>
                    <a:pt x="0" y="49"/>
                    <a:pt x="1" y="51"/>
                  </a:cubicBezTo>
                  <a:cubicBezTo>
                    <a:pt x="2" y="53"/>
                    <a:pt x="3" y="53"/>
                    <a:pt x="4" y="54"/>
                  </a:cubicBezTo>
                  <a:cubicBezTo>
                    <a:pt x="5" y="55"/>
                    <a:pt x="7" y="55"/>
                    <a:pt x="8" y="55"/>
                  </a:cubicBezTo>
                  <a:cubicBezTo>
                    <a:pt x="9" y="55"/>
                    <a:pt x="11" y="55"/>
                    <a:pt x="12" y="54"/>
                  </a:cubicBezTo>
                  <a:cubicBezTo>
                    <a:pt x="13" y="54"/>
                    <a:pt x="13" y="54"/>
                    <a:pt x="13" y="53"/>
                  </a:cubicBezTo>
                  <a:cubicBezTo>
                    <a:pt x="21" y="47"/>
                    <a:pt x="26" y="38"/>
                    <a:pt x="35" y="32"/>
                  </a:cubicBezTo>
                  <a:cubicBezTo>
                    <a:pt x="42" y="27"/>
                    <a:pt x="48" y="20"/>
                    <a:pt x="53" y="12"/>
                  </a:cubicBezTo>
                  <a:cubicBezTo>
                    <a:pt x="54" y="10"/>
                    <a:pt x="54" y="9"/>
                    <a:pt x="55" y="7"/>
                  </a:cubicBezTo>
                  <a:cubicBezTo>
                    <a:pt x="55" y="6"/>
                    <a:pt x="55" y="6"/>
                    <a:pt x="55" y="5"/>
                  </a:cubicBezTo>
                  <a:cubicBezTo>
                    <a:pt x="55" y="4"/>
                    <a:pt x="56" y="3"/>
                    <a:pt x="55" y="2"/>
                  </a:cubicBezTo>
                  <a:cubicBezTo>
                    <a:pt x="54" y="1"/>
                    <a:pt x="54" y="2"/>
                    <a:pt x="53" y="1"/>
                  </a:cubicBezTo>
                  <a:cubicBezTo>
                    <a:pt x="52" y="0"/>
                    <a:pt x="51" y="0"/>
                    <a:pt x="50" y="0"/>
                  </a:cubicBezTo>
                  <a:lnTo>
                    <a:pt x="4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8"/>
            <p:cNvSpPr/>
            <p:nvPr/>
          </p:nvSpPr>
          <p:spPr>
            <a:xfrm>
              <a:off x="8962920" y="3761640"/>
              <a:ext cx="28080" cy="26280"/>
            </a:xfrm>
            <a:custGeom>
              <a:rect b="b" l="l" r="r" t="t"/>
              <a:pathLst>
                <a:path extrusionOk="0" h="73" w="78">
                  <a:moveTo>
                    <a:pt x="67" y="2"/>
                  </a:moveTo>
                  <a:cubicBezTo>
                    <a:pt x="65" y="3"/>
                    <a:pt x="63" y="4"/>
                    <a:pt x="60" y="5"/>
                  </a:cubicBezTo>
                  <a:cubicBezTo>
                    <a:pt x="50" y="11"/>
                    <a:pt x="40" y="18"/>
                    <a:pt x="31" y="26"/>
                  </a:cubicBezTo>
                  <a:cubicBezTo>
                    <a:pt x="21" y="37"/>
                    <a:pt x="11" y="48"/>
                    <a:pt x="1" y="61"/>
                  </a:cubicBezTo>
                  <a:cubicBezTo>
                    <a:pt x="0" y="62"/>
                    <a:pt x="0" y="64"/>
                    <a:pt x="0" y="65"/>
                  </a:cubicBezTo>
                  <a:cubicBezTo>
                    <a:pt x="0" y="66"/>
                    <a:pt x="0" y="68"/>
                    <a:pt x="1" y="69"/>
                  </a:cubicBezTo>
                  <a:cubicBezTo>
                    <a:pt x="2" y="71"/>
                    <a:pt x="3" y="71"/>
                    <a:pt x="4" y="71"/>
                  </a:cubicBezTo>
                  <a:cubicBezTo>
                    <a:pt x="5" y="72"/>
                    <a:pt x="5" y="72"/>
                    <a:pt x="7" y="72"/>
                  </a:cubicBezTo>
                  <a:cubicBezTo>
                    <a:pt x="8" y="72"/>
                    <a:pt x="10" y="72"/>
                    <a:pt x="11" y="71"/>
                  </a:cubicBezTo>
                  <a:cubicBezTo>
                    <a:pt x="11" y="71"/>
                    <a:pt x="12" y="71"/>
                    <a:pt x="12" y="70"/>
                  </a:cubicBezTo>
                  <a:cubicBezTo>
                    <a:pt x="22" y="61"/>
                    <a:pt x="29" y="51"/>
                    <a:pt x="39" y="40"/>
                  </a:cubicBezTo>
                  <a:cubicBezTo>
                    <a:pt x="49" y="30"/>
                    <a:pt x="63" y="21"/>
                    <a:pt x="73" y="10"/>
                  </a:cubicBezTo>
                  <a:cubicBezTo>
                    <a:pt x="77" y="6"/>
                    <a:pt x="72" y="0"/>
                    <a:pt x="6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8"/>
            <p:cNvSpPr/>
            <p:nvPr/>
          </p:nvSpPr>
          <p:spPr>
            <a:xfrm>
              <a:off x="9012960" y="3796200"/>
              <a:ext cx="18360" cy="18720"/>
            </a:xfrm>
            <a:custGeom>
              <a:rect b="b" l="l" r="r" t="t"/>
              <a:pathLst>
                <a:path extrusionOk="0" h="52" w="51">
                  <a:moveTo>
                    <a:pt x="19" y="15"/>
                  </a:moveTo>
                  <a:cubicBezTo>
                    <a:pt x="13" y="21"/>
                    <a:pt x="7" y="28"/>
                    <a:pt x="2" y="35"/>
                  </a:cubicBezTo>
                  <a:lnTo>
                    <a:pt x="1" y="36"/>
                  </a:lnTo>
                  <a:cubicBezTo>
                    <a:pt x="0" y="38"/>
                    <a:pt x="0" y="40"/>
                    <a:pt x="0" y="41"/>
                  </a:cubicBezTo>
                  <a:cubicBezTo>
                    <a:pt x="0" y="43"/>
                    <a:pt x="0" y="45"/>
                    <a:pt x="1" y="46"/>
                  </a:cubicBezTo>
                  <a:cubicBezTo>
                    <a:pt x="2" y="47"/>
                    <a:pt x="3" y="50"/>
                    <a:pt x="5" y="50"/>
                  </a:cubicBezTo>
                  <a:cubicBezTo>
                    <a:pt x="7" y="51"/>
                    <a:pt x="7" y="51"/>
                    <a:pt x="9" y="51"/>
                  </a:cubicBezTo>
                  <a:cubicBezTo>
                    <a:pt x="10" y="51"/>
                    <a:pt x="13" y="51"/>
                    <a:pt x="14" y="50"/>
                  </a:cubicBezTo>
                  <a:cubicBezTo>
                    <a:pt x="15" y="50"/>
                    <a:pt x="15" y="49"/>
                    <a:pt x="15" y="49"/>
                  </a:cubicBezTo>
                  <a:cubicBezTo>
                    <a:pt x="21" y="43"/>
                    <a:pt x="26" y="37"/>
                    <a:pt x="32" y="31"/>
                  </a:cubicBezTo>
                  <a:cubicBezTo>
                    <a:pt x="38" y="26"/>
                    <a:pt x="45" y="22"/>
                    <a:pt x="49" y="15"/>
                  </a:cubicBezTo>
                  <a:cubicBezTo>
                    <a:pt x="50" y="14"/>
                    <a:pt x="50" y="13"/>
                    <a:pt x="50" y="12"/>
                  </a:cubicBezTo>
                  <a:cubicBezTo>
                    <a:pt x="50" y="11"/>
                    <a:pt x="50" y="11"/>
                    <a:pt x="49" y="10"/>
                  </a:cubicBezTo>
                  <a:cubicBezTo>
                    <a:pt x="48" y="9"/>
                    <a:pt x="49" y="8"/>
                    <a:pt x="48" y="8"/>
                  </a:cubicBezTo>
                  <a:cubicBezTo>
                    <a:pt x="39" y="0"/>
                    <a:pt x="26" y="9"/>
                    <a:pt x="1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8"/>
            <p:cNvSpPr/>
            <p:nvPr/>
          </p:nvSpPr>
          <p:spPr>
            <a:xfrm>
              <a:off x="9053640" y="3782520"/>
              <a:ext cx="10080" cy="7920"/>
            </a:xfrm>
            <a:custGeom>
              <a:rect b="b" l="l" r="r" t="t"/>
              <a:pathLst>
                <a:path extrusionOk="0" h="22" w="28">
                  <a:moveTo>
                    <a:pt x="21" y="3"/>
                  </a:moveTo>
                  <a:cubicBezTo>
                    <a:pt x="16" y="4"/>
                    <a:pt x="13" y="5"/>
                    <a:pt x="8" y="8"/>
                  </a:cubicBezTo>
                  <a:cubicBezTo>
                    <a:pt x="7" y="9"/>
                    <a:pt x="6" y="9"/>
                    <a:pt x="4" y="10"/>
                  </a:cubicBezTo>
                  <a:cubicBezTo>
                    <a:pt x="0" y="14"/>
                    <a:pt x="6" y="21"/>
                    <a:pt x="10" y="17"/>
                  </a:cubicBezTo>
                  <a:cubicBezTo>
                    <a:pt x="11" y="16"/>
                    <a:pt x="11" y="16"/>
                    <a:pt x="12" y="16"/>
                  </a:cubicBezTo>
                  <a:cubicBezTo>
                    <a:pt x="16" y="13"/>
                    <a:pt x="21" y="11"/>
                    <a:pt x="25" y="9"/>
                  </a:cubicBezTo>
                  <a:cubicBezTo>
                    <a:pt x="26" y="9"/>
                    <a:pt x="26" y="8"/>
                    <a:pt x="26" y="8"/>
                  </a:cubicBezTo>
                  <a:cubicBezTo>
                    <a:pt x="27" y="7"/>
                    <a:pt x="27" y="7"/>
                    <a:pt x="27" y="6"/>
                  </a:cubicBezTo>
                  <a:lnTo>
                    <a:pt x="27" y="3"/>
                  </a:lnTo>
                  <a:lnTo>
                    <a:pt x="26" y="2"/>
                  </a:lnTo>
                  <a:cubicBezTo>
                    <a:pt x="26" y="1"/>
                    <a:pt x="26" y="2"/>
                    <a:pt x="25" y="1"/>
                  </a:cubicBezTo>
                  <a:cubicBezTo>
                    <a:pt x="25" y="0"/>
                    <a:pt x="24" y="0"/>
                    <a:pt x="24" y="0"/>
                  </a:cubicBezTo>
                  <a:cubicBezTo>
                    <a:pt x="23" y="0"/>
                    <a:pt x="23" y="0"/>
                    <a:pt x="22" y="1"/>
                  </a:cubicBezTo>
                  <a:cubicBezTo>
                    <a:pt x="22" y="1"/>
                    <a:pt x="21" y="1"/>
                    <a:pt x="21" y="2"/>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8"/>
            <p:cNvSpPr/>
            <p:nvPr/>
          </p:nvSpPr>
          <p:spPr>
            <a:xfrm>
              <a:off x="9047880" y="3984480"/>
              <a:ext cx="17280" cy="50400"/>
            </a:xfrm>
            <a:custGeom>
              <a:rect b="b" l="l" r="r" t="t"/>
              <a:pathLst>
                <a:path extrusionOk="0" h="140" w="48">
                  <a:moveTo>
                    <a:pt x="37" y="84"/>
                  </a:moveTo>
                  <a:cubicBezTo>
                    <a:pt x="33" y="71"/>
                    <a:pt x="29" y="58"/>
                    <a:pt x="26" y="44"/>
                  </a:cubicBezTo>
                  <a:cubicBezTo>
                    <a:pt x="24" y="30"/>
                    <a:pt x="20" y="17"/>
                    <a:pt x="14" y="6"/>
                  </a:cubicBezTo>
                  <a:cubicBezTo>
                    <a:pt x="13" y="5"/>
                    <a:pt x="12" y="4"/>
                    <a:pt x="12" y="3"/>
                  </a:cubicBezTo>
                  <a:cubicBezTo>
                    <a:pt x="11" y="2"/>
                    <a:pt x="11" y="2"/>
                    <a:pt x="10" y="1"/>
                  </a:cubicBezTo>
                  <a:cubicBezTo>
                    <a:pt x="9" y="1"/>
                    <a:pt x="8" y="0"/>
                    <a:pt x="7" y="0"/>
                  </a:cubicBezTo>
                  <a:cubicBezTo>
                    <a:pt x="6" y="0"/>
                    <a:pt x="4" y="0"/>
                    <a:pt x="3" y="1"/>
                  </a:cubicBezTo>
                  <a:cubicBezTo>
                    <a:pt x="2" y="2"/>
                    <a:pt x="2" y="3"/>
                    <a:pt x="1" y="4"/>
                  </a:cubicBezTo>
                  <a:cubicBezTo>
                    <a:pt x="0" y="5"/>
                    <a:pt x="0" y="6"/>
                    <a:pt x="0" y="7"/>
                  </a:cubicBezTo>
                  <a:cubicBezTo>
                    <a:pt x="0" y="8"/>
                    <a:pt x="0" y="9"/>
                    <a:pt x="1" y="10"/>
                  </a:cubicBezTo>
                  <a:cubicBezTo>
                    <a:pt x="1" y="11"/>
                    <a:pt x="1" y="11"/>
                    <a:pt x="2" y="11"/>
                  </a:cubicBezTo>
                  <a:cubicBezTo>
                    <a:pt x="4" y="18"/>
                    <a:pt x="6" y="24"/>
                    <a:pt x="7" y="31"/>
                  </a:cubicBezTo>
                  <a:cubicBezTo>
                    <a:pt x="9" y="48"/>
                    <a:pt x="13" y="65"/>
                    <a:pt x="18" y="82"/>
                  </a:cubicBezTo>
                  <a:cubicBezTo>
                    <a:pt x="23" y="100"/>
                    <a:pt x="25" y="124"/>
                    <a:pt x="39" y="138"/>
                  </a:cubicBezTo>
                  <a:cubicBezTo>
                    <a:pt x="40" y="138"/>
                    <a:pt x="40" y="139"/>
                    <a:pt x="41" y="139"/>
                  </a:cubicBezTo>
                  <a:cubicBezTo>
                    <a:pt x="41" y="139"/>
                    <a:pt x="42" y="139"/>
                    <a:pt x="43" y="139"/>
                  </a:cubicBezTo>
                  <a:cubicBezTo>
                    <a:pt x="44" y="139"/>
                    <a:pt x="44" y="139"/>
                    <a:pt x="45" y="139"/>
                  </a:cubicBezTo>
                  <a:cubicBezTo>
                    <a:pt x="46" y="139"/>
                    <a:pt x="46" y="138"/>
                    <a:pt x="47" y="137"/>
                  </a:cubicBezTo>
                  <a:cubicBezTo>
                    <a:pt x="47" y="137"/>
                    <a:pt x="47" y="136"/>
                    <a:pt x="47" y="135"/>
                  </a:cubicBezTo>
                  <a:cubicBezTo>
                    <a:pt x="47" y="134"/>
                    <a:pt x="47" y="134"/>
                    <a:pt x="47" y="133"/>
                  </a:cubicBezTo>
                  <a:cubicBezTo>
                    <a:pt x="42" y="117"/>
                    <a:pt x="39" y="101"/>
                    <a:pt x="37"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8"/>
            <p:cNvSpPr/>
            <p:nvPr/>
          </p:nvSpPr>
          <p:spPr>
            <a:xfrm>
              <a:off x="9052560" y="4041000"/>
              <a:ext cx="18720" cy="41400"/>
            </a:xfrm>
            <a:custGeom>
              <a:rect b="b" l="l" r="r" t="t"/>
              <a:pathLst>
                <a:path extrusionOk="0" h="115" w="52">
                  <a:moveTo>
                    <a:pt x="1" y="15"/>
                  </a:moveTo>
                  <a:cubicBezTo>
                    <a:pt x="4" y="30"/>
                    <a:pt x="8" y="45"/>
                    <a:pt x="13" y="59"/>
                  </a:cubicBezTo>
                  <a:cubicBezTo>
                    <a:pt x="18" y="76"/>
                    <a:pt x="22" y="92"/>
                    <a:pt x="27" y="108"/>
                  </a:cubicBezTo>
                  <a:cubicBezTo>
                    <a:pt x="28" y="114"/>
                    <a:pt x="37" y="113"/>
                    <a:pt x="39" y="108"/>
                  </a:cubicBezTo>
                  <a:cubicBezTo>
                    <a:pt x="51" y="76"/>
                    <a:pt x="23" y="43"/>
                    <a:pt x="19" y="12"/>
                  </a:cubicBezTo>
                  <a:cubicBezTo>
                    <a:pt x="17" y="0"/>
                    <a:pt x="0" y="4"/>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8"/>
            <p:cNvSpPr/>
            <p:nvPr/>
          </p:nvSpPr>
          <p:spPr>
            <a:xfrm>
              <a:off x="8365320" y="4736160"/>
              <a:ext cx="10440" cy="18360"/>
            </a:xfrm>
            <a:custGeom>
              <a:rect b="b" l="l" r="r" t="t"/>
              <a:pathLst>
                <a:path extrusionOk="0" h="51" w="29">
                  <a:moveTo>
                    <a:pt x="22" y="49"/>
                  </a:moveTo>
                  <a:cubicBezTo>
                    <a:pt x="23" y="48"/>
                    <a:pt x="25" y="46"/>
                    <a:pt x="25" y="45"/>
                  </a:cubicBezTo>
                  <a:cubicBezTo>
                    <a:pt x="28" y="41"/>
                    <a:pt x="28" y="38"/>
                    <a:pt x="28" y="34"/>
                  </a:cubicBezTo>
                  <a:cubicBezTo>
                    <a:pt x="28" y="31"/>
                    <a:pt x="28" y="28"/>
                    <a:pt x="26" y="25"/>
                  </a:cubicBezTo>
                  <a:cubicBezTo>
                    <a:pt x="25" y="23"/>
                    <a:pt x="24" y="21"/>
                    <a:pt x="23" y="19"/>
                  </a:cubicBezTo>
                  <a:cubicBezTo>
                    <a:pt x="20" y="13"/>
                    <a:pt x="16" y="8"/>
                    <a:pt x="11" y="2"/>
                  </a:cubicBezTo>
                  <a:cubicBezTo>
                    <a:pt x="10" y="2"/>
                    <a:pt x="10" y="1"/>
                    <a:pt x="9" y="1"/>
                  </a:cubicBezTo>
                  <a:cubicBezTo>
                    <a:pt x="8" y="0"/>
                    <a:pt x="7" y="0"/>
                    <a:pt x="6" y="0"/>
                  </a:cubicBezTo>
                  <a:cubicBezTo>
                    <a:pt x="5" y="0"/>
                    <a:pt x="4" y="0"/>
                    <a:pt x="3" y="1"/>
                  </a:cubicBezTo>
                  <a:cubicBezTo>
                    <a:pt x="2" y="2"/>
                    <a:pt x="1" y="2"/>
                    <a:pt x="0" y="3"/>
                  </a:cubicBezTo>
                  <a:cubicBezTo>
                    <a:pt x="0" y="4"/>
                    <a:pt x="0" y="5"/>
                    <a:pt x="0" y="6"/>
                  </a:cubicBezTo>
                  <a:cubicBezTo>
                    <a:pt x="0" y="7"/>
                    <a:pt x="0" y="7"/>
                    <a:pt x="0" y="8"/>
                  </a:cubicBezTo>
                  <a:cubicBezTo>
                    <a:pt x="3" y="16"/>
                    <a:pt x="5" y="24"/>
                    <a:pt x="7" y="32"/>
                  </a:cubicBezTo>
                  <a:cubicBezTo>
                    <a:pt x="8" y="36"/>
                    <a:pt x="10" y="40"/>
                    <a:pt x="12" y="44"/>
                  </a:cubicBezTo>
                  <a:cubicBezTo>
                    <a:pt x="13" y="46"/>
                    <a:pt x="14" y="48"/>
                    <a:pt x="16" y="49"/>
                  </a:cubicBezTo>
                  <a:lnTo>
                    <a:pt x="16" y="50"/>
                  </a:lnTo>
                  <a:cubicBezTo>
                    <a:pt x="17" y="50"/>
                    <a:pt x="18" y="50"/>
                    <a:pt x="19" y="50"/>
                  </a:cubicBezTo>
                  <a:cubicBezTo>
                    <a:pt x="20" y="50"/>
                    <a:pt x="21" y="50"/>
                    <a:pt x="21" y="50"/>
                  </a:cubicBezTo>
                  <a:cubicBezTo>
                    <a:pt x="22" y="50"/>
                    <a:pt x="22" y="49"/>
                    <a:pt x="22"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8"/>
            <p:cNvSpPr/>
            <p:nvPr/>
          </p:nvSpPr>
          <p:spPr>
            <a:xfrm>
              <a:off x="8314200" y="4753440"/>
              <a:ext cx="10800" cy="20880"/>
            </a:xfrm>
            <a:custGeom>
              <a:rect b="b" l="l" r="r" t="t"/>
              <a:pathLst>
                <a:path extrusionOk="0" h="58" w="30">
                  <a:moveTo>
                    <a:pt x="6" y="3"/>
                  </a:moveTo>
                  <a:cubicBezTo>
                    <a:pt x="5" y="3"/>
                    <a:pt x="6" y="4"/>
                    <a:pt x="5" y="5"/>
                  </a:cubicBezTo>
                  <a:cubicBezTo>
                    <a:pt x="2" y="9"/>
                    <a:pt x="0" y="15"/>
                    <a:pt x="0" y="21"/>
                  </a:cubicBezTo>
                  <a:cubicBezTo>
                    <a:pt x="0" y="24"/>
                    <a:pt x="1" y="28"/>
                    <a:pt x="2" y="31"/>
                  </a:cubicBezTo>
                  <a:cubicBezTo>
                    <a:pt x="3" y="37"/>
                    <a:pt x="5" y="42"/>
                    <a:pt x="8" y="47"/>
                  </a:cubicBezTo>
                  <a:cubicBezTo>
                    <a:pt x="9" y="49"/>
                    <a:pt x="11" y="52"/>
                    <a:pt x="12" y="54"/>
                  </a:cubicBezTo>
                  <a:cubicBezTo>
                    <a:pt x="15" y="57"/>
                    <a:pt x="19" y="55"/>
                    <a:pt x="21" y="54"/>
                  </a:cubicBezTo>
                  <a:cubicBezTo>
                    <a:pt x="29" y="46"/>
                    <a:pt x="25" y="31"/>
                    <a:pt x="21" y="23"/>
                  </a:cubicBezTo>
                  <a:cubicBezTo>
                    <a:pt x="20" y="17"/>
                    <a:pt x="18" y="12"/>
                    <a:pt x="16" y="7"/>
                  </a:cubicBezTo>
                  <a:cubicBezTo>
                    <a:pt x="15" y="5"/>
                    <a:pt x="15" y="6"/>
                    <a:pt x="14" y="5"/>
                  </a:cubicBezTo>
                  <a:cubicBezTo>
                    <a:pt x="13" y="1"/>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8"/>
            <p:cNvSpPr/>
            <p:nvPr/>
          </p:nvSpPr>
          <p:spPr>
            <a:xfrm>
              <a:off x="8609760" y="4808880"/>
              <a:ext cx="16560" cy="21960"/>
            </a:xfrm>
            <a:custGeom>
              <a:rect b="b" l="l" r="r" t="t"/>
              <a:pathLst>
                <a:path extrusionOk="0" h="61" w="46">
                  <a:moveTo>
                    <a:pt x="19" y="36"/>
                  </a:moveTo>
                  <a:cubicBezTo>
                    <a:pt x="24" y="44"/>
                    <a:pt x="30" y="56"/>
                    <a:pt x="38" y="59"/>
                  </a:cubicBezTo>
                  <a:cubicBezTo>
                    <a:pt x="41" y="60"/>
                    <a:pt x="45" y="59"/>
                    <a:pt x="43" y="55"/>
                  </a:cubicBezTo>
                  <a:cubicBezTo>
                    <a:pt x="42" y="53"/>
                    <a:pt x="40" y="50"/>
                    <a:pt x="39" y="48"/>
                  </a:cubicBezTo>
                  <a:cubicBezTo>
                    <a:pt x="35" y="42"/>
                    <a:pt x="32" y="36"/>
                    <a:pt x="28" y="31"/>
                  </a:cubicBezTo>
                  <a:cubicBezTo>
                    <a:pt x="21" y="21"/>
                    <a:pt x="13" y="12"/>
                    <a:pt x="8" y="2"/>
                  </a:cubicBezTo>
                  <a:lnTo>
                    <a:pt x="7" y="1"/>
                  </a:lnTo>
                  <a:cubicBezTo>
                    <a:pt x="6" y="1"/>
                    <a:pt x="5" y="0"/>
                    <a:pt x="5" y="0"/>
                  </a:cubicBezTo>
                  <a:cubicBezTo>
                    <a:pt x="4" y="0"/>
                    <a:pt x="3" y="1"/>
                    <a:pt x="2" y="1"/>
                  </a:cubicBezTo>
                  <a:cubicBezTo>
                    <a:pt x="2" y="1"/>
                    <a:pt x="2" y="2"/>
                    <a:pt x="1" y="3"/>
                  </a:cubicBezTo>
                  <a:cubicBezTo>
                    <a:pt x="0" y="4"/>
                    <a:pt x="0" y="4"/>
                    <a:pt x="0" y="5"/>
                  </a:cubicBezTo>
                  <a:lnTo>
                    <a:pt x="0" y="6"/>
                  </a:lnTo>
                  <a:cubicBezTo>
                    <a:pt x="2" y="10"/>
                    <a:pt x="5" y="14"/>
                    <a:pt x="7" y="18"/>
                  </a:cubicBezTo>
                  <a:cubicBezTo>
                    <a:pt x="11" y="24"/>
                    <a:pt x="14" y="30"/>
                    <a:pt x="1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8"/>
            <p:cNvSpPr/>
            <p:nvPr/>
          </p:nvSpPr>
          <p:spPr>
            <a:xfrm>
              <a:off x="8634600" y="4848840"/>
              <a:ext cx="16920" cy="20160"/>
            </a:xfrm>
            <a:custGeom>
              <a:rect b="b" l="l" r="r" t="t"/>
              <a:pathLst>
                <a:path extrusionOk="0" h="56" w="47">
                  <a:moveTo>
                    <a:pt x="20" y="16"/>
                  </a:moveTo>
                  <a:cubicBezTo>
                    <a:pt x="20" y="16"/>
                    <a:pt x="19" y="15"/>
                    <a:pt x="19" y="14"/>
                  </a:cubicBezTo>
                  <a:cubicBezTo>
                    <a:pt x="18" y="13"/>
                    <a:pt x="17" y="11"/>
                    <a:pt x="15" y="10"/>
                  </a:cubicBezTo>
                  <a:cubicBezTo>
                    <a:pt x="13" y="8"/>
                    <a:pt x="10" y="6"/>
                    <a:pt x="9" y="3"/>
                  </a:cubicBezTo>
                  <a:cubicBezTo>
                    <a:pt x="9" y="3"/>
                    <a:pt x="10" y="3"/>
                    <a:pt x="9" y="2"/>
                  </a:cubicBezTo>
                  <a:cubicBezTo>
                    <a:pt x="8" y="1"/>
                    <a:pt x="8" y="2"/>
                    <a:pt x="7" y="1"/>
                  </a:cubicBezTo>
                  <a:cubicBezTo>
                    <a:pt x="6" y="0"/>
                    <a:pt x="5" y="0"/>
                    <a:pt x="5" y="0"/>
                  </a:cubicBezTo>
                  <a:cubicBezTo>
                    <a:pt x="4" y="0"/>
                    <a:pt x="3" y="0"/>
                    <a:pt x="2" y="1"/>
                  </a:cubicBezTo>
                  <a:lnTo>
                    <a:pt x="1" y="2"/>
                  </a:lnTo>
                  <a:cubicBezTo>
                    <a:pt x="0" y="3"/>
                    <a:pt x="0" y="4"/>
                    <a:pt x="0" y="4"/>
                  </a:cubicBezTo>
                  <a:cubicBezTo>
                    <a:pt x="0" y="7"/>
                    <a:pt x="1" y="9"/>
                    <a:pt x="2" y="12"/>
                  </a:cubicBezTo>
                  <a:cubicBezTo>
                    <a:pt x="3" y="13"/>
                    <a:pt x="3" y="14"/>
                    <a:pt x="4" y="15"/>
                  </a:cubicBezTo>
                  <a:cubicBezTo>
                    <a:pt x="8" y="20"/>
                    <a:pt x="9" y="27"/>
                    <a:pt x="13" y="34"/>
                  </a:cubicBezTo>
                  <a:cubicBezTo>
                    <a:pt x="17" y="41"/>
                    <a:pt x="31" y="55"/>
                    <a:pt x="41" y="54"/>
                  </a:cubicBezTo>
                  <a:cubicBezTo>
                    <a:pt x="42" y="54"/>
                    <a:pt x="42" y="55"/>
                    <a:pt x="43" y="54"/>
                  </a:cubicBezTo>
                  <a:cubicBezTo>
                    <a:pt x="44" y="53"/>
                    <a:pt x="44" y="53"/>
                    <a:pt x="44" y="52"/>
                  </a:cubicBezTo>
                  <a:lnTo>
                    <a:pt x="45" y="51"/>
                  </a:lnTo>
                  <a:cubicBezTo>
                    <a:pt x="46" y="41"/>
                    <a:pt x="35" y="34"/>
                    <a:pt x="29" y="28"/>
                  </a:cubicBezTo>
                  <a:cubicBezTo>
                    <a:pt x="26" y="26"/>
                    <a:pt x="23" y="22"/>
                    <a:pt x="21" y="19"/>
                  </a:cubicBezTo>
                  <a:cubicBezTo>
                    <a:pt x="21" y="18"/>
                    <a:pt x="20" y="17"/>
                    <a:pt x="2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8"/>
            <p:cNvSpPr/>
            <p:nvPr/>
          </p:nvSpPr>
          <p:spPr>
            <a:xfrm>
              <a:off x="8704440" y="4838760"/>
              <a:ext cx="17280" cy="21600"/>
            </a:xfrm>
            <a:custGeom>
              <a:rect b="b" l="l" r="r" t="t"/>
              <a:pathLst>
                <a:path extrusionOk="0" h="60" w="48">
                  <a:moveTo>
                    <a:pt x="21" y="14"/>
                  </a:moveTo>
                  <a:cubicBezTo>
                    <a:pt x="18" y="10"/>
                    <a:pt x="15" y="6"/>
                    <a:pt x="11" y="3"/>
                  </a:cubicBezTo>
                  <a:cubicBezTo>
                    <a:pt x="7" y="0"/>
                    <a:pt x="0" y="5"/>
                    <a:pt x="4" y="9"/>
                  </a:cubicBezTo>
                  <a:lnTo>
                    <a:pt x="12" y="17"/>
                  </a:lnTo>
                  <a:cubicBezTo>
                    <a:pt x="17" y="21"/>
                    <a:pt x="18" y="29"/>
                    <a:pt x="22" y="34"/>
                  </a:cubicBezTo>
                  <a:cubicBezTo>
                    <a:pt x="26" y="39"/>
                    <a:pt x="30" y="44"/>
                    <a:pt x="33" y="50"/>
                  </a:cubicBezTo>
                  <a:cubicBezTo>
                    <a:pt x="33" y="50"/>
                    <a:pt x="33" y="51"/>
                    <a:pt x="34" y="51"/>
                  </a:cubicBezTo>
                  <a:cubicBezTo>
                    <a:pt x="34" y="52"/>
                    <a:pt x="34" y="52"/>
                    <a:pt x="34" y="52"/>
                  </a:cubicBezTo>
                  <a:cubicBezTo>
                    <a:pt x="35" y="54"/>
                    <a:pt x="37" y="56"/>
                    <a:pt x="39" y="57"/>
                  </a:cubicBezTo>
                  <a:cubicBezTo>
                    <a:pt x="40" y="58"/>
                    <a:pt x="41" y="58"/>
                    <a:pt x="42" y="58"/>
                  </a:cubicBezTo>
                  <a:cubicBezTo>
                    <a:pt x="43" y="59"/>
                    <a:pt x="43" y="59"/>
                    <a:pt x="43" y="59"/>
                  </a:cubicBezTo>
                  <a:cubicBezTo>
                    <a:pt x="44" y="59"/>
                    <a:pt x="45" y="58"/>
                    <a:pt x="45" y="58"/>
                  </a:cubicBezTo>
                  <a:cubicBezTo>
                    <a:pt x="46" y="58"/>
                    <a:pt x="46" y="57"/>
                    <a:pt x="46" y="57"/>
                  </a:cubicBezTo>
                  <a:cubicBezTo>
                    <a:pt x="47" y="56"/>
                    <a:pt x="47" y="56"/>
                    <a:pt x="47" y="55"/>
                  </a:cubicBezTo>
                  <a:cubicBezTo>
                    <a:pt x="47" y="55"/>
                    <a:pt x="47" y="54"/>
                    <a:pt x="46" y="54"/>
                  </a:cubicBezTo>
                  <a:cubicBezTo>
                    <a:pt x="45" y="51"/>
                    <a:pt x="45" y="49"/>
                    <a:pt x="43" y="46"/>
                  </a:cubicBezTo>
                  <a:cubicBezTo>
                    <a:pt x="40" y="40"/>
                    <a:pt x="35" y="35"/>
                    <a:pt x="31" y="30"/>
                  </a:cubicBezTo>
                  <a:cubicBezTo>
                    <a:pt x="29" y="28"/>
                    <a:pt x="28" y="25"/>
                    <a:pt x="26" y="22"/>
                  </a:cubicBezTo>
                  <a:cubicBezTo>
                    <a:pt x="25" y="19"/>
                    <a:pt x="23" y="17"/>
                    <a:pt x="2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8"/>
            <p:cNvSpPr/>
            <p:nvPr/>
          </p:nvSpPr>
          <p:spPr>
            <a:xfrm>
              <a:off x="8794440" y="4814280"/>
              <a:ext cx="18000" cy="32760"/>
            </a:xfrm>
            <a:custGeom>
              <a:rect b="b" l="l" r="r" t="t"/>
              <a:pathLst>
                <a:path extrusionOk="0" h="91" w="50">
                  <a:moveTo>
                    <a:pt x="22" y="57"/>
                  </a:moveTo>
                  <a:cubicBezTo>
                    <a:pt x="28" y="69"/>
                    <a:pt x="27" y="84"/>
                    <a:pt x="40" y="90"/>
                  </a:cubicBezTo>
                  <a:cubicBezTo>
                    <a:pt x="41" y="90"/>
                    <a:pt x="41" y="90"/>
                    <a:pt x="42" y="90"/>
                  </a:cubicBezTo>
                  <a:cubicBezTo>
                    <a:pt x="43" y="90"/>
                    <a:pt x="45" y="90"/>
                    <a:pt x="46" y="89"/>
                  </a:cubicBezTo>
                  <a:cubicBezTo>
                    <a:pt x="47" y="89"/>
                    <a:pt x="47" y="88"/>
                    <a:pt x="48" y="87"/>
                  </a:cubicBezTo>
                  <a:lnTo>
                    <a:pt x="48" y="86"/>
                  </a:lnTo>
                  <a:cubicBezTo>
                    <a:pt x="49" y="83"/>
                    <a:pt x="49" y="80"/>
                    <a:pt x="49" y="76"/>
                  </a:cubicBezTo>
                  <a:cubicBezTo>
                    <a:pt x="49" y="67"/>
                    <a:pt x="47" y="57"/>
                    <a:pt x="42" y="48"/>
                  </a:cubicBezTo>
                  <a:cubicBezTo>
                    <a:pt x="41" y="48"/>
                    <a:pt x="41" y="47"/>
                    <a:pt x="41" y="47"/>
                  </a:cubicBezTo>
                  <a:cubicBezTo>
                    <a:pt x="37" y="35"/>
                    <a:pt x="32" y="24"/>
                    <a:pt x="25" y="13"/>
                  </a:cubicBezTo>
                  <a:cubicBezTo>
                    <a:pt x="25" y="12"/>
                    <a:pt x="25" y="12"/>
                    <a:pt x="24" y="11"/>
                  </a:cubicBezTo>
                  <a:cubicBezTo>
                    <a:pt x="16" y="0"/>
                    <a:pt x="0" y="13"/>
                    <a:pt x="8" y="23"/>
                  </a:cubicBezTo>
                  <a:lnTo>
                    <a:pt x="8" y="24"/>
                  </a:lnTo>
                  <a:cubicBezTo>
                    <a:pt x="11" y="28"/>
                    <a:pt x="13" y="33"/>
                    <a:pt x="14" y="39"/>
                  </a:cubicBezTo>
                  <a:cubicBezTo>
                    <a:pt x="16" y="45"/>
                    <a:pt x="19" y="51"/>
                    <a:pt x="22"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8"/>
            <p:cNvSpPr/>
            <p:nvPr/>
          </p:nvSpPr>
          <p:spPr>
            <a:xfrm>
              <a:off x="8763120" y="4690440"/>
              <a:ext cx="16920" cy="10800"/>
            </a:xfrm>
            <a:custGeom>
              <a:rect b="b" l="l" r="r" t="t"/>
              <a:pathLst>
                <a:path extrusionOk="0" h="30" w="47">
                  <a:moveTo>
                    <a:pt x="2" y="10"/>
                  </a:moveTo>
                  <a:cubicBezTo>
                    <a:pt x="7" y="14"/>
                    <a:pt x="12" y="17"/>
                    <a:pt x="17" y="20"/>
                  </a:cubicBezTo>
                  <a:cubicBezTo>
                    <a:pt x="18" y="20"/>
                    <a:pt x="18" y="21"/>
                    <a:pt x="19" y="21"/>
                  </a:cubicBezTo>
                  <a:cubicBezTo>
                    <a:pt x="20" y="22"/>
                    <a:pt x="21" y="22"/>
                    <a:pt x="23" y="23"/>
                  </a:cubicBezTo>
                  <a:cubicBezTo>
                    <a:pt x="29" y="26"/>
                    <a:pt x="35" y="29"/>
                    <a:pt x="42" y="29"/>
                  </a:cubicBezTo>
                  <a:lnTo>
                    <a:pt x="43" y="29"/>
                  </a:lnTo>
                  <a:cubicBezTo>
                    <a:pt x="44" y="28"/>
                    <a:pt x="45" y="28"/>
                    <a:pt x="45" y="27"/>
                  </a:cubicBezTo>
                  <a:cubicBezTo>
                    <a:pt x="46" y="26"/>
                    <a:pt x="45" y="26"/>
                    <a:pt x="45" y="25"/>
                  </a:cubicBezTo>
                  <a:lnTo>
                    <a:pt x="45" y="24"/>
                  </a:lnTo>
                  <a:cubicBezTo>
                    <a:pt x="41" y="8"/>
                    <a:pt x="19" y="4"/>
                    <a:pt x="6" y="0"/>
                  </a:cubicBezTo>
                  <a:lnTo>
                    <a:pt x="5" y="0"/>
                  </a:lnTo>
                  <a:cubicBezTo>
                    <a:pt x="4" y="0"/>
                    <a:pt x="3" y="0"/>
                    <a:pt x="2" y="1"/>
                  </a:cubicBezTo>
                  <a:cubicBezTo>
                    <a:pt x="2" y="1"/>
                    <a:pt x="1" y="2"/>
                    <a:pt x="0" y="3"/>
                  </a:cubicBezTo>
                  <a:cubicBezTo>
                    <a:pt x="0" y="3"/>
                    <a:pt x="0" y="4"/>
                    <a:pt x="0" y="5"/>
                  </a:cubicBezTo>
                  <a:cubicBezTo>
                    <a:pt x="0" y="6"/>
                    <a:pt x="0" y="7"/>
                    <a:pt x="0" y="8"/>
                  </a:cubicBezTo>
                  <a:cubicBezTo>
                    <a:pt x="1" y="9"/>
                    <a:pt x="1"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8"/>
            <p:cNvSpPr/>
            <p:nvPr/>
          </p:nvSpPr>
          <p:spPr>
            <a:xfrm>
              <a:off x="7997400" y="4535640"/>
              <a:ext cx="1050120" cy="740160"/>
            </a:xfrm>
            <a:custGeom>
              <a:rect b="b" l="l" r="r" t="t"/>
              <a:pathLst>
                <a:path extrusionOk="0" h="2056" w="2917">
                  <a:moveTo>
                    <a:pt x="2879" y="1810"/>
                  </a:moveTo>
                  <a:lnTo>
                    <a:pt x="2877" y="1808"/>
                  </a:lnTo>
                  <a:cubicBezTo>
                    <a:pt x="2866" y="1785"/>
                    <a:pt x="2833" y="1786"/>
                    <a:pt x="2812" y="1787"/>
                  </a:cubicBezTo>
                  <a:cubicBezTo>
                    <a:pt x="2773" y="1789"/>
                    <a:pt x="2742" y="1791"/>
                    <a:pt x="2714" y="1820"/>
                  </a:cubicBezTo>
                  <a:lnTo>
                    <a:pt x="2703" y="1818"/>
                  </a:lnTo>
                  <a:cubicBezTo>
                    <a:pt x="2685" y="1815"/>
                    <a:pt x="2667" y="1813"/>
                    <a:pt x="2649" y="1813"/>
                  </a:cubicBezTo>
                  <a:cubicBezTo>
                    <a:pt x="2646" y="1813"/>
                    <a:pt x="2643" y="1813"/>
                    <a:pt x="2640" y="1813"/>
                  </a:cubicBezTo>
                  <a:cubicBezTo>
                    <a:pt x="2609" y="1812"/>
                    <a:pt x="2579" y="1805"/>
                    <a:pt x="2550" y="1794"/>
                  </a:cubicBezTo>
                  <a:cubicBezTo>
                    <a:pt x="2511" y="1781"/>
                    <a:pt x="2452" y="1771"/>
                    <a:pt x="2440" y="1726"/>
                  </a:cubicBezTo>
                  <a:cubicBezTo>
                    <a:pt x="2440" y="1721"/>
                    <a:pt x="2439" y="1717"/>
                    <a:pt x="2436" y="1713"/>
                  </a:cubicBezTo>
                  <a:cubicBezTo>
                    <a:pt x="2432" y="1698"/>
                    <a:pt x="2424" y="1682"/>
                    <a:pt x="2420" y="1667"/>
                  </a:cubicBezTo>
                  <a:cubicBezTo>
                    <a:pt x="2418" y="1659"/>
                    <a:pt x="2416" y="1651"/>
                    <a:pt x="2415" y="1644"/>
                  </a:cubicBezTo>
                  <a:cubicBezTo>
                    <a:pt x="2416" y="1638"/>
                    <a:pt x="2417" y="1632"/>
                    <a:pt x="2417" y="1626"/>
                  </a:cubicBezTo>
                  <a:cubicBezTo>
                    <a:pt x="2417" y="1620"/>
                    <a:pt x="2416" y="1614"/>
                    <a:pt x="2415" y="1608"/>
                  </a:cubicBezTo>
                  <a:cubicBezTo>
                    <a:pt x="2415" y="1606"/>
                    <a:pt x="2414" y="1602"/>
                    <a:pt x="2413" y="1601"/>
                  </a:cubicBezTo>
                  <a:cubicBezTo>
                    <a:pt x="2412" y="1600"/>
                    <a:pt x="2412" y="1600"/>
                    <a:pt x="2412" y="1599"/>
                  </a:cubicBezTo>
                  <a:lnTo>
                    <a:pt x="2410" y="1597"/>
                  </a:lnTo>
                  <a:cubicBezTo>
                    <a:pt x="2410" y="1594"/>
                    <a:pt x="2410" y="1591"/>
                    <a:pt x="2408" y="1588"/>
                  </a:cubicBezTo>
                  <a:cubicBezTo>
                    <a:pt x="2410" y="1587"/>
                    <a:pt x="2411" y="1585"/>
                    <a:pt x="2412" y="1583"/>
                  </a:cubicBezTo>
                  <a:cubicBezTo>
                    <a:pt x="2416" y="1576"/>
                    <a:pt x="2418" y="1567"/>
                    <a:pt x="2418" y="1558"/>
                  </a:cubicBezTo>
                  <a:cubicBezTo>
                    <a:pt x="2418" y="1556"/>
                    <a:pt x="2418" y="1554"/>
                    <a:pt x="2418" y="1552"/>
                  </a:cubicBezTo>
                  <a:cubicBezTo>
                    <a:pt x="2418" y="1547"/>
                    <a:pt x="2415" y="1542"/>
                    <a:pt x="2413" y="1537"/>
                  </a:cubicBezTo>
                  <a:cubicBezTo>
                    <a:pt x="2410" y="1532"/>
                    <a:pt x="2407" y="1528"/>
                    <a:pt x="2403" y="1526"/>
                  </a:cubicBezTo>
                  <a:cubicBezTo>
                    <a:pt x="2403" y="1510"/>
                    <a:pt x="2403" y="1495"/>
                    <a:pt x="2403" y="1480"/>
                  </a:cubicBezTo>
                  <a:cubicBezTo>
                    <a:pt x="2403" y="1476"/>
                    <a:pt x="2403" y="1473"/>
                    <a:pt x="2404" y="1470"/>
                  </a:cubicBezTo>
                  <a:cubicBezTo>
                    <a:pt x="2404" y="1468"/>
                    <a:pt x="2405" y="1464"/>
                    <a:pt x="2405" y="1462"/>
                  </a:cubicBezTo>
                  <a:cubicBezTo>
                    <a:pt x="2405" y="1459"/>
                    <a:pt x="2404" y="1457"/>
                    <a:pt x="2404" y="1454"/>
                  </a:cubicBezTo>
                  <a:cubicBezTo>
                    <a:pt x="2404" y="1450"/>
                    <a:pt x="2404" y="1446"/>
                    <a:pt x="2404" y="1442"/>
                  </a:cubicBezTo>
                  <a:cubicBezTo>
                    <a:pt x="2405" y="1437"/>
                    <a:pt x="2405" y="1431"/>
                    <a:pt x="2405" y="1425"/>
                  </a:cubicBezTo>
                  <a:cubicBezTo>
                    <a:pt x="2405" y="1393"/>
                    <a:pt x="2397" y="1362"/>
                    <a:pt x="2383" y="1334"/>
                  </a:cubicBezTo>
                  <a:lnTo>
                    <a:pt x="2382" y="1331"/>
                  </a:lnTo>
                  <a:cubicBezTo>
                    <a:pt x="2381" y="1324"/>
                    <a:pt x="2379" y="1317"/>
                    <a:pt x="2376" y="1311"/>
                  </a:cubicBezTo>
                  <a:cubicBezTo>
                    <a:pt x="2375" y="1310"/>
                    <a:pt x="2374" y="1309"/>
                    <a:pt x="2373" y="1307"/>
                  </a:cubicBezTo>
                  <a:cubicBezTo>
                    <a:pt x="2370" y="1297"/>
                    <a:pt x="2368" y="1286"/>
                    <a:pt x="2366" y="1276"/>
                  </a:cubicBezTo>
                  <a:cubicBezTo>
                    <a:pt x="2368" y="1274"/>
                    <a:pt x="2369" y="1272"/>
                    <a:pt x="2370" y="1270"/>
                  </a:cubicBezTo>
                  <a:cubicBezTo>
                    <a:pt x="2371" y="1269"/>
                    <a:pt x="2372" y="1267"/>
                    <a:pt x="2372" y="1266"/>
                  </a:cubicBezTo>
                  <a:cubicBezTo>
                    <a:pt x="2376" y="1251"/>
                    <a:pt x="2377" y="1223"/>
                    <a:pt x="2363" y="1212"/>
                  </a:cubicBezTo>
                  <a:lnTo>
                    <a:pt x="2361" y="1211"/>
                  </a:lnTo>
                  <a:cubicBezTo>
                    <a:pt x="2361" y="1190"/>
                    <a:pt x="2359" y="1168"/>
                    <a:pt x="2355" y="1147"/>
                  </a:cubicBezTo>
                  <a:cubicBezTo>
                    <a:pt x="2355" y="1147"/>
                    <a:pt x="2356" y="1147"/>
                    <a:pt x="2356" y="1146"/>
                  </a:cubicBezTo>
                  <a:cubicBezTo>
                    <a:pt x="2356" y="1145"/>
                    <a:pt x="2355" y="1145"/>
                    <a:pt x="2355" y="1144"/>
                  </a:cubicBezTo>
                  <a:lnTo>
                    <a:pt x="2354" y="1143"/>
                  </a:lnTo>
                  <a:lnTo>
                    <a:pt x="2353" y="1142"/>
                  </a:lnTo>
                  <a:lnTo>
                    <a:pt x="2351" y="1142"/>
                  </a:lnTo>
                  <a:lnTo>
                    <a:pt x="2350" y="1142"/>
                  </a:lnTo>
                  <a:cubicBezTo>
                    <a:pt x="2359" y="1132"/>
                    <a:pt x="2367" y="1122"/>
                    <a:pt x="2374" y="1111"/>
                  </a:cubicBezTo>
                  <a:cubicBezTo>
                    <a:pt x="2387" y="1089"/>
                    <a:pt x="2395" y="1065"/>
                    <a:pt x="2398" y="1039"/>
                  </a:cubicBezTo>
                  <a:lnTo>
                    <a:pt x="2399" y="1039"/>
                  </a:lnTo>
                  <a:cubicBezTo>
                    <a:pt x="2400" y="1038"/>
                    <a:pt x="2402" y="1036"/>
                    <a:pt x="2403" y="1035"/>
                  </a:cubicBezTo>
                  <a:cubicBezTo>
                    <a:pt x="2404" y="1033"/>
                    <a:pt x="2405" y="1030"/>
                    <a:pt x="2405" y="1028"/>
                  </a:cubicBezTo>
                  <a:cubicBezTo>
                    <a:pt x="2405" y="1028"/>
                    <a:pt x="2405" y="1027"/>
                    <a:pt x="2405" y="1026"/>
                  </a:cubicBezTo>
                  <a:cubicBezTo>
                    <a:pt x="2405" y="1022"/>
                    <a:pt x="2403" y="1018"/>
                    <a:pt x="2403" y="1014"/>
                  </a:cubicBezTo>
                  <a:lnTo>
                    <a:pt x="2404" y="1009"/>
                  </a:lnTo>
                  <a:cubicBezTo>
                    <a:pt x="2411" y="980"/>
                    <a:pt x="2412" y="953"/>
                    <a:pt x="2417" y="923"/>
                  </a:cubicBezTo>
                  <a:cubicBezTo>
                    <a:pt x="2417" y="920"/>
                    <a:pt x="2417" y="917"/>
                    <a:pt x="2417" y="913"/>
                  </a:cubicBezTo>
                  <a:cubicBezTo>
                    <a:pt x="2417" y="893"/>
                    <a:pt x="2414" y="874"/>
                    <a:pt x="2408" y="854"/>
                  </a:cubicBezTo>
                  <a:cubicBezTo>
                    <a:pt x="2405" y="833"/>
                    <a:pt x="2399" y="813"/>
                    <a:pt x="2390" y="794"/>
                  </a:cubicBezTo>
                  <a:cubicBezTo>
                    <a:pt x="2380" y="775"/>
                    <a:pt x="2371" y="756"/>
                    <a:pt x="2363" y="736"/>
                  </a:cubicBezTo>
                  <a:cubicBezTo>
                    <a:pt x="2370" y="736"/>
                    <a:pt x="2376" y="726"/>
                    <a:pt x="2378" y="717"/>
                  </a:cubicBezTo>
                  <a:cubicBezTo>
                    <a:pt x="2391" y="706"/>
                    <a:pt x="2406" y="689"/>
                    <a:pt x="2410" y="686"/>
                  </a:cubicBezTo>
                  <a:cubicBezTo>
                    <a:pt x="2451" y="655"/>
                    <a:pt x="2489" y="620"/>
                    <a:pt x="2523" y="581"/>
                  </a:cubicBezTo>
                  <a:cubicBezTo>
                    <a:pt x="2545" y="555"/>
                    <a:pt x="2551" y="515"/>
                    <a:pt x="2567" y="485"/>
                  </a:cubicBezTo>
                  <a:cubicBezTo>
                    <a:pt x="2578" y="463"/>
                    <a:pt x="2589" y="440"/>
                    <a:pt x="2600" y="417"/>
                  </a:cubicBezTo>
                  <a:cubicBezTo>
                    <a:pt x="2629" y="389"/>
                    <a:pt x="2657" y="361"/>
                    <a:pt x="2682" y="331"/>
                  </a:cubicBezTo>
                  <a:cubicBezTo>
                    <a:pt x="2712" y="310"/>
                    <a:pt x="2739" y="287"/>
                    <a:pt x="2744" y="254"/>
                  </a:cubicBezTo>
                  <a:cubicBezTo>
                    <a:pt x="2757" y="239"/>
                    <a:pt x="2768" y="224"/>
                    <a:pt x="2778" y="207"/>
                  </a:cubicBezTo>
                  <a:cubicBezTo>
                    <a:pt x="2788" y="189"/>
                    <a:pt x="2797" y="169"/>
                    <a:pt x="2803" y="148"/>
                  </a:cubicBezTo>
                  <a:cubicBezTo>
                    <a:pt x="2803" y="146"/>
                    <a:pt x="2800" y="144"/>
                    <a:pt x="2798" y="146"/>
                  </a:cubicBezTo>
                  <a:cubicBezTo>
                    <a:pt x="2781" y="169"/>
                    <a:pt x="2764" y="193"/>
                    <a:pt x="2749" y="218"/>
                  </a:cubicBezTo>
                  <a:cubicBezTo>
                    <a:pt x="2745" y="224"/>
                    <a:pt x="2741" y="229"/>
                    <a:pt x="2737" y="235"/>
                  </a:cubicBezTo>
                  <a:cubicBezTo>
                    <a:pt x="2735" y="234"/>
                    <a:pt x="2734" y="234"/>
                    <a:pt x="2733" y="234"/>
                  </a:cubicBezTo>
                  <a:cubicBezTo>
                    <a:pt x="2731" y="234"/>
                    <a:pt x="2729" y="234"/>
                    <a:pt x="2728" y="235"/>
                  </a:cubicBezTo>
                  <a:cubicBezTo>
                    <a:pt x="2726" y="236"/>
                    <a:pt x="2725" y="237"/>
                    <a:pt x="2725" y="238"/>
                  </a:cubicBezTo>
                  <a:cubicBezTo>
                    <a:pt x="2724" y="239"/>
                    <a:pt x="2725" y="240"/>
                    <a:pt x="2724" y="240"/>
                  </a:cubicBezTo>
                  <a:cubicBezTo>
                    <a:pt x="2722" y="246"/>
                    <a:pt x="2720" y="251"/>
                    <a:pt x="2717" y="256"/>
                  </a:cubicBezTo>
                  <a:cubicBezTo>
                    <a:pt x="2714" y="261"/>
                    <a:pt x="2710" y="266"/>
                    <a:pt x="2707" y="271"/>
                  </a:cubicBezTo>
                  <a:cubicBezTo>
                    <a:pt x="2702" y="276"/>
                    <a:pt x="2697" y="282"/>
                    <a:pt x="2692" y="287"/>
                  </a:cubicBezTo>
                  <a:cubicBezTo>
                    <a:pt x="2655" y="325"/>
                    <a:pt x="2602" y="349"/>
                    <a:pt x="2577" y="398"/>
                  </a:cubicBezTo>
                  <a:cubicBezTo>
                    <a:pt x="2564" y="425"/>
                    <a:pt x="2550" y="454"/>
                    <a:pt x="2535" y="482"/>
                  </a:cubicBezTo>
                  <a:lnTo>
                    <a:pt x="2530" y="475"/>
                  </a:lnTo>
                  <a:cubicBezTo>
                    <a:pt x="2526" y="469"/>
                    <a:pt x="2523" y="464"/>
                    <a:pt x="2518" y="459"/>
                  </a:cubicBezTo>
                  <a:cubicBezTo>
                    <a:pt x="2514" y="454"/>
                    <a:pt x="2508" y="448"/>
                    <a:pt x="2501" y="451"/>
                  </a:cubicBezTo>
                  <a:cubicBezTo>
                    <a:pt x="2493" y="454"/>
                    <a:pt x="2489" y="467"/>
                    <a:pt x="2498" y="471"/>
                  </a:cubicBezTo>
                  <a:cubicBezTo>
                    <a:pt x="2500" y="471"/>
                    <a:pt x="2502" y="477"/>
                    <a:pt x="2503" y="479"/>
                  </a:cubicBezTo>
                  <a:cubicBezTo>
                    <a:pt x="2506" y="484"/>
                    <a:pt x="2509" y="490"/>
                    <a:pt x="2512" y="495"/>
                  </a:cubicBezTo>
                  <a:lnTo>
                    <a:pt x="2512" y="496"/>
                  </a:lnTo>
                  <a:cubicBezTo>
                    <a:pt x="2515" y="500"/>
                    <a:pt x="2518" y="504"/>
                    <a:pt x="2522" y="507"/>
                  </a:cubicBezTo>
                  <a:cubicBezTo>
                    <a:pt x="2517" y="504"/>
                    <a:pt x="2513" y="501"/>
                    <a:pt x="2509" y="497"/>
                  </a:cubicBezTo>
                  <a:cubicBezTo>
                    <a:pt x="2495" y="485"/>
                    <a:pt x="2492" y="463"/>
                    <a:pt x="2475" y="456"/>
                  </a:cubicBezTo>
                  <a:cubicBezTo>
                    <a:pt x="2465" y="452"/>
                    <a:pt x="2458" y="468"/>
                    <a:pt x="2467" y="473"/>
                  </a:cubicBezTo>
                  <a:cubicBezTo>
                    <a:pt x="2472" y="476"/>
                    <a:pt x="2473" y="483"/>
                    <a:pt x="2475" y="487"/>
                  </a:cubicBezTo>
                  <a:cubicBezTo>
                    <a:pt x="2477" y="492"/>
                    <a:pt x="2479" y="496"/>
                    <a:pt x="2482" y="500"/>
                  </a:cubicBezTo>
                  <a:cubicBezTo>
                    <a:pt x="2482" y="501"/>
                    <a:pt x="2482" y="501"/>
                    <a:pt x="2482" y="502"/>
                  </a:cubicBezTo>
                  <a:cubicBezTo>
                    <a:pt x="2486" y="507"/>
                    <a:pt x="2490" y="512"/>
                    <a:pt x="2494" y="517"/>
                  </a:cubicBezTo>
                  <a:cubicBezTo>
                    <a:pt x="2499" y="521"/>
                    <a:pt x="2503" y="525"/>
                    <a:pt x="2508" y="529"/>
                  </a:cubicBezTo>
                  <a:lnTo>
                    <a:pt x="2500" y="541"/>
                  </a:lnTo>
                  <a:cubicBezTo>
                    <a:pt x="2493" y="537"/>
                    <a:pt x="2487" y="531"/>
                    <a:pt x="2482" y="525"/>
                  </a:cubicBezTo>
                  <a:cubicBezTo>
                    <a:pt x="2478" y="520"/>
                    <a:pt x="2472" y="515"/>
                    <a:pt x="2468" y="509"/>
                  </a:cubicBezTo>
                  <a:cubicBezTo>
                    <a:pt x="2467" y="506"/>
                    <a:pt x="2465" y="503"/>
                    <a:pt x="2464" y="501"/>
                  </a:cubicBezTo>
                  <a:cubicBezTo>
                    <a:pt x="2462" y="498"/>
                    <a:pt x="2461" y="496"/>
                    <a:pt x="2460" y="494"/>
                  </a:cubicBezTo>
                  <a:cubicBezTo>
                    <a:pt x="2457" y="491"/>
                    <a:pt x="2454" y="487"/>
                    <a:pt x="2451" y="483"/>
                  </a:cubicBezTo>
                  <a:cubicBezTo>
                    <a:pt x="2450" y="481"/>
                    <a:pt x="2449" y="480"/>
                    <a:pt x="2449" y="478"/>
                  </a:cubicBezTo>
                  <a:cubicBezTo>
                    <a:pt x="2447" y="473"/>
                    <a:pt x="2443" y="470"/>
                    <a:pt x="2441" y="465"/>
                  </a:cubicBezTo>
                  <a:cubicBezTo>
                    <a:pt x="2438" y="456"/>
                    <a:pt x="2421" y="459"/>
                    <a:pt x="2424" y="469"/>
                  </a:cubicBezTo>
                  <a:cubicBezTo>
                    <a:pt x="2427" y="478"/>
                    <a:pt x="2430" y="486"/>
                    <a:pt x="2434" y="494"/>
                  </a:cubicBezTo>
                  <a:cubicBezTo>
                    <a:pt x="2436" y="500"/>
                    <a:pt x="2442" y="505"/>
                    <a:pt x="2445" y="510"/>
                  </a:cubicBezTo>
                  <a:cubicBezTo>
                    <a:pt x="2446" y="513"/>
                    <a:pt x="2448" y="516"/>
                    <a:pt x="2450" y="519"/>
                  </a:cubicBezTo>
                  <a:cubicBezTo>
                    <a:pt x="2452" y="523"/>
                    <a:pt x="2454" y="526"/>
                    <a:pt x="2456" y="530"/>
                  </a:cubicBezTo>
                  <a:cubicBezTo>
                    <a:pt x="2464" y="542"/>
                    <a:pt x="2474" y="552"/>
                    <a:pt x="2486" y="560"/>
                  </a:cubicBezTo>
                  <a:cubicBezTo>
                    <a:pt x="2482" y="566"/>
                    <a:pt x="2477" y="571"/>
                    <a:pt x="2472" y="576"/>
                  </a:cubicBezTo>
                  <a:cubicBezTo>
                    <a:pt x="2471" y="575"/>
                    <a:pt x="2469" y="574"/>
                    <a:pt x="2468" y="572"/>
                  </a:cubicBezTo>
                  <a:cubicBezTo>
                    <a:pt x="2457" y="563"/>
                    <a:pt x="2448" y="552"/>
                    <a:pt x="2441" y="540"/>
                  </a:cubicBezTo>
                  <a:cubicBezTo>
                    <a:pt x="2435" y="529"/>
                    <a:pt x="2430" y="518"/>
                    <a:pt x="2423" y="506"/>
                  </a:cubicBezTo>
                  <a:cubicBezTo>
                    <a:pt x="2415" y="492"/>
                    <a:pt x="2405" y="478"/>
                    <a:pt x="2396" y="464"/>
                  </a:cubicBezTo>
                  <a:cubicBezTo>
                    <a:pt x="2390" y="457"/>
                    <a:pt x="2378" y="464"/>
                    <a:pt x="2384" y="472"/>
                  </a:cubicBezTo>
                  <a:cubicBezTo>
                    <a:pt x="2394" y="488"/>
                    <a:pt x="2423" y="567"/>
                    <a:pt x="2455" y="593"/>
                  </a:cubicBezTo>
                  <a:lnTo>
                    <a:pt x="2444" y="602"/>
                  </a:lnTo>
                  <a:cubicBezTo>
                    <a:pt x="2434" y="589"/>
                    <a:pt x="2426" y="575"/>
                    <a:pt x="2418" y="561"/>
                  </a:cubicBezTo>
                  <a:cubicBezTo>
                    <a:pt x="2412" y="552"/>
                    <a:pt x="2407" y="542"/>
                    <a:pt x="2402" y="532"/>
                  </a:cubicBezTo>
                  <a:cubicBezTo>
                    <a:pt x="2400" y="529"/>
                    <a:pt x="2399" y="526"/>
                    <a:pt x="2397" y="523"/>
                  </a:cubicBezTo>
                  <a:cubicBezTo>
                    <a:pt x="2386" y="504"/>
                    <a:pt x="2374" y="485"/>
                    <a:pt x="2360" y="467"/>
                  </a:cubicBezTo>
                  <a:cubicBezTo>
                    <a:pt x="2355" y="460"/>
                    <a:pt x="2343" y="467"/>
                    <a:pt x="2347" y="474"/>
                  </a:cubicBezTo>
                  <a:cubicBezTo>
                    <a:pt x="2365" y="509"/>
                    <a:pt x="2384" y="545"/>
                    <a:pt x="2406" y="578"/>
                  </a:cubicBezTo>
                  <a:cubicBezTo>
                    <a:pt x="2407" y="581"/>
                    <a:pt x="2408" y="583"/>
                    <a:pt x="2409" y="585"/>
                  </a:cubicBezTo>
                  <a:cubicBezTo>
                    <a:pt x="2415" y="595"/>
                    <a:pt x="2422" y="605"/>
                    <a:pt x="2430" y="614"/>
                  </a:cubicBezTo>
                  <a:lnTo>
                    <a:pt x="2417" y="625"/>
                  </a:lnTo>
                  <a:cubicBezTo>
                    <a:pt x="2420" y="625"/>
                    <a:pt x="2415" y="619"/>
                    <a:pt x="2414" y="617"/>
                  </a:cubicBezTo>
                  <a:cubicBezTo>
                    <a:pt x="2410" y="609"/>
                    <a:pt x="2406" y="602"/>
                    <a:pt x="2402" y="596"/>
                  </a:cubicBezTo>
                  <a:cubicBezTo>
                    <a:pt x="2398" y="589"/>
                    <a:pt x="2396" y="586"/>
                    <a:pt x="2393" y="582"/>
                  </a:cubicBezTo>
                  <a:cubicBezTo>
                    <a:pt x="2389" y="577"/>
                    <a:pt x="2387" y="577"/>
                    <a:pt x="2387" y="572"/>
                  </a:cubicBezTo>
                  <a:cubicBezTo>
                    <a:pt x="2386" y="567"/>
                    <a:pt x="2376" y="567"/>
                    <a:pt x="2375" y="572"/>
                  </a:cubicBezTo>
                  <a:cubicBezTo>
                    <a:pt x="2375" y="582"/>
                    <a:pt x="2382" y="585"/>
                    <a:pt x="2385" y="594"/>
                  </a:cubicBezTo>
                  <a:cubicBezTo>
                    <a:pt x="2388" y="602"/>
                    <a:pt x="2390" y="610"/>
                    <a:pt x="2392" y="618"/>
                  </a:cubicBezTo>
                  <a:cubicBezTo>
                    <a:pt x="2394" y="623"/>
                    <a:pt x="2396" y="627"/>
                    <a:pt x="2398" y="631"/>
                  </a:cubicBezTo>
                  <a:cubicBezTo>
                    <a:pt x="2400" y="634"/>
                    <a:pt x="2401" y="636"/>
                    <a:pt x="2403" y="638"/>
                  </a:cubicBezTo>
                  <a:lnTo>
                    <a:pt x="2398" y="644"/>
                  </a:lnTo>
                  <a:cubicBezTo>
                    <a:pt x="2366" y="596"/>
                    <a:pt x="2341" y="540"/>
                    <a:pt x="2301" y="498"/>
                  </a:cubicBezTo>
                  <a:cubicBezTo>
                    <a:pt x="2299" y="496"/>
                    <a:pt x="2295" y="500"/>
                    <a:pt x="2297" y="502"/>
                  </a:cubicBezTo>
                  <a:cubicBezTo>
                    <a:pt x="2306" y="515"/>
                    <a:pt x="2315" y="529"/>
                    <a:pt x="2323" y="543"/>
                  </a:cubicBezTo>
                  <a:cubicBezTo>
                    <a:pt x="2336" y="565"/>
                    <a:pt x="2347" y="588"/>
                    <a:pt x="2357" y="612"/>
                  </a:cubicBezTo>
                  <a:lnTo>
                    <a:pt x="2358" y="615"/>
                  </a:lnTo>
                  <a:cubicBezTo>
                    <a:pt x="2328" y="565"/>
                    <a:pt x="2270" y="531"/>
                    <a:pt x="2225" y="497"/>
                  </a:cubicBezTo>
                  <a:lnTo>
                    <a:pt x="2224" y="497"/>
                  </a:lnTo>
                  <a:cubicBezTo>
                    <a:pt x="2223" y="497"/>
                    <a:pt x="2223" y="497"/>
                    <a:pt x="2222" y="497"/>
                  </a:cubicBezTo>
                  <a:lnTo>
                    <a:pt x="2221" y="498"/>
                  </a:lnTo>
                  <a:cubicBezTo>
                    <a:pt x="2220" y="499"/>
                    <a:pt x="2221" y="499"/>
                    <a:pt x="2221" y="499"/>
                  </a:cubicBezTo>
                  <a:cubicBezTo>
                    <a:pt x="2221" y="500"/>
                    <a:pt x="2220" y="500"/>
                    <a:pt x="2221" y="501"/>
                  </a:cubicBezTo>
                  <a:cubicBezTo>
                    <a:pt x="2222" y="502"/>
                    <a:pt x="2222" y="501"/>
                    <a:pt x="2222" y="502"/>
                  </a:cubicBezTo>
                  <a:cubicBezTo>
                    <a:pt x="2255" y="530"/>
                    <a:pt x="2286" y="562"/>
                    <a:pt x="2314" y="595"/>
                  </a:cubicBezTo>
                  <a:cubicBezTo>
                    <a:pt x="2313" y="595"/>
                    <a:pt x="2313" y="595"/>
                    <a:pt x="2312" y="595"/>
                  </a:cubicBezTo>
                  <a:cubicBezTo>
                    <a:pt x="2311" y="595"/>
                    <a:pt x="2309" y="595"/>
                    <a:pt x="2308" y="596"/>
                  </a:cubicBezTo>
                  <a:cubicBezTo>
                    <a:pt x="2307" y="597"/>
                    <a:pt x="2306" y="597"/>
                    <a:pt x="2305" y="599"/>
                  </a:cubicBezTo>
                  <a:cubicBezTo>
                    <a:pt x="2305" y="599"/>
                    <a:pt x="2304" y="600"/>
                    <a:pt x="2304" y="601"/>
                  </a:cubicBezTo>
                  <a:cubicBezTo>
                    <a:pt x="2304" y="605"/>
                    <a:pt x="2303" y="608"/>
                    <a:pt x="2303" y="611"/>
                  </a:cubicBezTo>
                  <a:cubicBezTo>
                    <a:pt x="2303" y="616"/>
                    <a:pt x="2304" y="621"/>
                    <a:pt x="2305" y="625"/>
                  </a:cubicBezTo>
                  <a:cubicBezTo>
                    <a:pt x="2303" y="622"/>
                    <a:pt x="2301" y="619"/>
                    <a:pt x="2299" y="615"/>
                  </a:cubicBezTo>
                  <a:cubicBezTo>
                    <a:pt x="2298" y="613"/>
                    <a:pt x="2296" y="611"/>
                    <a:pt x="2295" y="609"/>
                  </a:cubicBezTo>
                  <a:cubicBezTo>
                    <a:pt x="2293" y="604"/>
                    <a:pt x="2289" y="600"/>
                    <a:pt x="2285" y="597"/>
                  </a:cubicBezTo>
                  <a:cubicBezTo>
                    <a:pt x="2281" y="593"/>
                    <a:pt x="2283" y="587"/>
                    <a:pt x="2279" y="584"/>
                  </a:cubicBezTo>
                  <a:cubicBezTo>
                    <a:pt x="2271" y="578"/>
                    <a:pt x="2249" y="568"/>
                    <a:pt x="2244" y="560"/>
                  </a:cubicBezTo>
                  <a:cubicBezTo>
                    <a:pt x="2237" y="548"/>
                    <a:pt x="2223" y="547"/>
                    <a:pt x="2213" y="537"/>
                  </a:cubicBezTo>
                  <a:lnTo>
                    <a:pt x="2212" y="537"/>
                  </a:lnTo>
                  <a:cubicBezTo>
                    <a:pt x="2211" y="537"/>
                    <a:pt x="2211" y="537"/>
                    <a:pt x="2211" y="537"/>
                  </a:cubicBezTo>
                  <a:cubicBezTo>
                    <a:pt x="2210" y="537"/>
                    <a:pt x="2210" y="537"/>
                    <a:pt x="2210" y="538"/>
                  </a:cubicBezTo>
                  <a:lnTo>
                    <a:pt x="2210" y="539"/>
                  </a:lnTo>
                  <a:lnTo>
                    <a:pt x="2210" y="540"/>
                  </a:lnTo>
                  <a:cubicBezTo>
                    <a:pt x="2214" y="545"/>
                    <a:pt x="2219" y="548"/>
                    <a:pt x="2224" y="551"/>
                  </a:cubicBezTo>
                  <a:cubicBezTo>
                    <a:pt x="2225" y="552"/>
                    <a:pt x="2226" y="552"/>
                    <a:pt x="2227" y="553"/>
                  </a:cubicBezTo>
                  <a:cubicBezTo>
                    <a:pt x="2237" y="559"/>
                    <a:pt x="2236" y="573"/>
                    <a:pt x="2245" y="577"/>
                  </a:cubicBezTo>
                  <a:cubicBezTo>
                    <a:pt x="2246" y="577"/>
                    <a:pt x="2247" y="578"/>
                    <a:pt x="2248" y="579"/>
                  </a:cubicBezTo>
                  <a:cubicBezTo>
                    <a:pt x="2254" y="582"/>
                    <a:pt x="2260" y="587"/>
                    <a:pt x="2266" y="591"/>
                  </a:cubicBezTo>
                  <a:cubicBezTo>
                    <a:pt x="2270" y="595"/>
                    <a:pt x="2271" y="602"/>
                    <a:pt x="2275" y="606"/>
                  </a:cubicBezTo>
                  <a:cubicBezTo>
                    <a:pt x="2285" y="617"/>
                    <a:pt x="2295" y="652"/>
                    <a:pt x="2314" y="649"/>
                  </a:cubicBezTo>
                  <a:cubicBezTo>
                    <a:pt x="2318" y="660"/>
                    <a:pt x="2321" y="671"/>
                    <a:pt x="2322" y="672"/>
                  </a:cubicBezTo>
                  <a:cubicBezTo>
                    <a:pt x="2330" y="690"/>
                    <a:pt x="2333" y="710"/>
                    <a:pt x="2341" y="727"/>
                  </a:cubicBezTo>
                  <a:cubicBezTo>
                    <a:pt x="2356" y="756"/>
                    <a:pt x="2381" y="797"/>
                    <a:pt x="2386" y="830"/>
                  </a:cubicBezTo>
                  <a:cubicBezTo>
                    <a:pt x="2392" y="871"/>
                    <a:pt x="2403" y="912"/>
                    <a:pt x="2395" y="953"/>
                  </a:cubicBezTo>
                  <a:lnTo>
                    <a:pt x="2393" y="963"/>
                  </a:lnTo>
                  <a:cubicBezTo>
                    <a:pt x="2375" y="901"/>
                    <a:pt x="2352" y="842"/>
                    <a:pt x="2323" y="786"/>
                  </a:cubicBezTo>
                  <a:cubicBezTo>
                    <a:pt x="2320" y="781"/>
                    <a:pt x="2312" y="784"/>
                    <a:pt x="2315" y="790"/>
                  </a:cubicBezTo>
                  <a:cubicBezTo>
                    <a:pt x="2328" y="819"/>
                    <a:pt x="2337" y="850"/>
                    <a:pt x="2343" y="881"/>
                  </a:cubicBezTo>
                  <a:cubicBezTo>
                    <a:pt x="2355" y="931"/>
                    <a:pt x="2368" y="977"/>
                    <a:pt x="2377" y="1027"/>
                  </a:cubicBezTo>
                  <a:cubicBezTo>
                    <a:pt x="2377" y="1028"/>
                    <a:pt x="2378" y="1029"/>
                    <a:pt x="2378" y="1030"/>
                  </a:cubicBezTo>
                  <a:cubicBezTo>
                    <a:pt x="2375" y="1042"/>
                    <a:pt x="2371" y="1054"/>
                    <a:pt x="2366" y="1066"/>
                  </a:cubicBezTo>
                  <a:cubicBezTo>
                    <a:pt x="2362" y="984"/>
                    <a:pt x="2342" y="904"/>
                    <a:pt x="2307" y="830"/>
                  </a:cubicBezTo>
                  <a:cubicBezTo>
                    <a:pt x="2305" y="825"/>
                    <a:pt x="2296" y="829"/>
                    <a:pt x="2298" y="834"/>
                  </a:cubicBezTo>
                  <a:cubicBezTo>
                    <a:pt x="2312" y="869"/>
                    <a:pt x="2320" y="908"/>
                    <a:pt x="2330" y="944"/>
                  </a:cubicBezTo>
                  <a:cubicBezTo>
                    <a:pt x="2345" y="998"/>
                    <a:pt x="2342" y="1049"/>
                    <a:pt x="2344" y="1103"/>
                  </a:cubicBezTo>
                  <a:cubicBezTo>
                    <a:pt x="2338" y="1110"/>
                    <a:pt x="2332" y="1115"/>
                    <a:pt x="2325" y="1120"/>
                  </a:cubicBezTo>
                  <a:cubicBezTo>
                    <a:pt x="2318" y="1058"/>
                    <a:pt x="2307" y="996"/>
                    <a:pt x="2292" y="936"/>
                  </a:cubicBezTo>
                  <a:cubicBezTo>
                    <a:pt x="2290" y="930"/>
                    <a:pt x="2280" y="930"/>
                    <a:pt x="2280" y="937"/>
                  </a:cubicBezTo>
                  <a:cubicBezTo>
                    <a:pt x="2283" y="1000"/>
                    <a:pt x="2297" y="1063"/>
                    <a:pt x="2299" y="1126"/>
                  </a:cubicBezTo>
                  <a:lnTo>
                    <a:pt x="2283" y="1126"/>
                  </a:lnTo>
                  <a:cubicBezTo>
                    <a:pt x="2283" y="1103"/>
                    <a:pt x="2271" y="1081"/>
                    <a:pt x="2269" y="1057"/>
                  </a:cubicBezTo>
                  <a:lnTo>
                    <a:pt x="2269" y="1056"/>
                  </a:lnTo>
                  <a:cubicBezTo>
                    <a:pt x="2269" y="1044"/>
                    <a:pt x="2268" y="1031"/>
                    <a:pt x="2265" y="1019"/>
                  </a:cubicBezTo>
                  <a:cubicBezTo>
                    <a:pt x="2257" y="1000"/>
                    <a:pt x="2250" y="978"/>
                    <a:pt x="2243" y="958"/>
                  </a:cubicBezTo>
                  <a:cubicBezTo>
                    <a:pt x="2243" y="958"/>
                    <a:pt x="2242" y="958"/>
                    <a:pt x="2242" y="957"/>
                  </a:cubicBezTo>
                  <a:cubicBezTo>
                    <a:pt x="2241" y="956"/>
                    <a:pt x="2241" y="956"/>
                    <a:pt x="2240" y="955"/>
                  </a:cubicBezTo>
                  <a:cubicBezTo>
                    <a:pt x="2239" y="954"/>
                    <a:pt x="2238" y="954"/>
                    <a:pt x="2237" y="954"/>
                  </a:cubicBezTo>
                  <a:cubicBezTo>
                    <a:pt x="2236" y="954"/>
                    <a:pt x="2235" y="954"/>
                    <a:pt x="2234" y="955"/>
                  </a:cubicBezTo>
                  <a:cubicBezTo>
                    <a:pt x="2233" y="956"/>
                    <a:pt x="2232" y="956"/>
                    <a:pt x="2232" y="957"/>
                  </a:cubicBezTo>
                  <a:cubicBezTo>
                    <a:pt x="2231" y="958"/>
                    <a:pt x="2231" y="959"/>
                    <a:pt x="2231" y="960"/>
                  </a:cubicBezTo>
                  <a:cubicBezTo>
                    <a:pt x="2231" y="961"/>
                    <a:pt x="2231" y="961"/>
                    <a:pt x="2231" y="962"/>
                  </a:cubicBezTo>
                  <a:cubicBezTo>
                    <a:pt x="2242" y="1016"/>
                    <a:pt x="2245" y="1071"/>
                    <a:pt x="2255" y="1126"/>
                  </a:cubicBezTo>
                  <a:lnTo>
                    <a:pt x="2253" y="1126"/>
                  </a:lnTo>
                  <a:cubicBezTo>
                    <a:pt x="2242" y="1051"/>
                    <a:pt x="2215" y="979"/>
                    <a:pt x="2178" y="914"/>
                  </a:cubicBezTo>
                  <a:cubicBezTo>
                    <a:pt x="2166" y="894"/>
                    <a:pt x="2154" y="874"/>
                    <a:pt x="2140" y="855"/>
                  </a:cubicBezTo>
                  <a:cubicBezTo>
                    <a:pt x="2136" y="850"/>
                    <a:pt x="2127" y="856"/>
                    <a:pt x="2130" y="862"/>
                  </a:cubicBezTo>
                  <a:cubicBezTo>
                    <a:pt x="2175" y="943"/>
                    <a:pt x="2206" y="1031"/>
                    <a:pt x="2224" y="1123"/>
                  </a:cubicBezTo>
                  <a:cubicBezTo>
                    <a:pt x="2214" y="1091"/>
                    <a:pt x="2202" y="1061"/>
                    <a:pt x="2187" y="1031"/>
                  </a:cubicBezTo>
                  <a:cubicBezTo>
                    <a:pt x="2165" y="994"/>
                    <a:pt x="2137" y="964"/>
                    <a:pt x="2114" y="928"/>
                  </a:cubicBezTo>
                  <a:cubicBezTo>
                    <a:pt x="2113" y="928"/>
                    <a:pt x="2113" y="927"/>
                    <a:pt x="2112" y="927"/>
                  </a:cubicBezTo>
                  <a:cubicBezTo>
                    <a:pt x="2111" y="926"/>
                    <a:pt x="2111" y="926"/>
                    <a:pt x="2110" y="926"/>
                  </a:cubicBezTo>
                  <a:cubicBezTo>
                    <a:pt x="2109" y="926"/>
                    <a:pt x="2108" y="926"/>
                    <a:pt x="2107" y="927"/>
                  </a:cubicBezTo>
                  <a:cubicBezTo>
                    <a:pt x="2107" y="927"/>
                    <a:pt x="2107" y="928"/>
                    <a:pt x="2106" y="929"/>
                  </a:cubicBezTo>
                  <a:cubicBezTo>
                    <a:pt x="2105" y="930"/>
                    <a:pt x="2105" y="930"/>
                    <a:pt x="2105" y="931"/>
                  </a:cubicBezTo>
                  <a:cubicBezTo>
                    <a:pt x="2105" y="932"/>
                    <a:pt x="2105" y="933"/>
                    <a:pt x="2106" y="933"/>
                  </a:cubicBezTo>
                  <a:cubicBezTo>
                    <a:pt x="2112" y="948"/>
                    <a:pt x="2119" y="963"/>
                    <a:pt x="2127" y="977"/>
                  </a:cubicBezTo>
                  <a:cubicBezTo>
                    <a:pt x="2134" y="989"/>
                    <a:pt x="2142" y="1001"/>
                    <a:pt x="2150" y="1012"/>
                  </a:cubicBezTo>
                  <a:cubicBezTo>
                    <a:pt x="2155" y="1018"/>
                    <a:pt x="2158" y="1024"/>
                    <a:pt x="2162" y="1030"/>
                  </a:cubicBezTo>
                  <a:cubicBezTo>
                    <a:pt x="2173" y="1049"/>
                    <a:pt x="2181" y="1069"/>
                    <a:pt x="2185" y="1091"/>
                  </a:cubicBezTo>
                  <a:cubicBezTo>
                    <a:pt x="2181" y="1086"/>
                    <a:pt x="2177" y="1080"/>
                    <a:pt x="2174" y="1074"/>
                  </a:cubicBezTo>
                  <a:cubicBezTo>
                    <a:pt x="2172" y="1072"/>
                    <a:pt x="2171" y="1070"/>
                    <a:pt x="2170" y="1067"/>
                  </a:cubicBezTo>
                  <a:cubicBezTo>
                    <a:pt x="2166" y="1057"/>
                    <a:pt x="2150" y="1046"/>
                    <a:pt x="2143" y="1038"/>
                  </a:cubicBezTo>
                  <a:cubicBezTo>
                    <a:pt x="2117" y="1009"/>
                    <a:pt x="2091" y="981"/>
                    <a:pt x="2064" y="954"/>
                  </a:cubicBezTo>
                  <a:cubicBezTo>
                    <a:pt x="2061" y="950"/>
                    <a:pt x="2054" y="954"/>
                    <a:pt x="2057" y="958"/>
                  </a:cubicBezTo>
                  <a:cubicBezTo>
                    <a:pt x="2081" y="998"/>
                    <a:pt x="2111" y="1033"/>
                    <a:pt x="2139" y="1071"/>
                  </a:cubicBezTo>
                  <a:lnTo>
                    <a:pt x="2140" y="1072"/>
                  </a:lnTo>
                  <a:cubicBezTo>
                    <a:pt x="2149" y="1088"/>
                    <a:pt x="2159" y="1102"/>
                    <a:pt x="2170" y="1115"/>
                  </a:cubicBezTo>
                  <a:cubicBezTo>
                    <a:pt x="2154" y="1109"/>
                    <a:pt x="2138" y="1103"/>
                    <a:pt x="2122" y="1095"/>
                  </a:cubicBezTo>
                  <a:cubicBezTo>
                    <a:pt x="2103" y="1088"/>
                    <a:pt x="2085" y="1079"/>
                    <a:pt x="2068" y="1069"/>
                  </a:cubicBezTo>
                  <a:cubicBezTo>
                    <a:pt x="2060" y="1065"/>
                    <a:pt x="2053" y="1061"/>
                    <a:pt x="2046" y="1056"/>
                  </a:cubicBezTo>
                  <a:lnTo>
                    <a:pt x="2045" y="1055"/>
                  </a:lnTo>
                  <a:lnTo>
                    <a:pt x="2044" y="1055"/>
                  </a:lnTo>
                  <a:cubicBezTo>
                    <a:pt x="2043" y="1055"/>
                    <a:pt x="2043" y="1054"/>
                    <a:pt x="2042" y="1055"/>
                  </a:cubicBezTo>
                  <a:cubicBezTo>
                    <a:pt x="2041" y="1056"/>
                    <a:pt x="2042" y="1055"/>
                    <a:pt x="2041" y="1056"/>
                  </a:cubicBezTo>
                  <a:cubicBezTo>
                    <a:pt x="2040" y="1057"/>
                    <a:pt x="2041" y="1057"/>
                    <a:pt x="2041" y="1058"/>
                  </a:cubicBezTo>
                  <a:cubicBezTo>
                    <a:pt x="2041" y="1059"/>
                    <a:pt x="2041" y="1059"/>
                    <a:pt x="2041" y="1059"/>
                  </a:cubicBezTo>
                  <a:cubicBezTo>
                    <a:pt x="2041" y="1060"/>
                    <a:pt x="2042" y="1060"/>
                    <a:pt x="2042" y="1060"/>
                  </a:cubicBezTo>
                  <a:cubicBezTo>
                    <a:pt x="2058" y="1079"/>
                    <a:pt x="2077" y="1095"/>
                    <a:pt x="2098" y="1109"/>
                  </a:cubicBezTo>
                  <a:cubicBezTo>
                    <a:pt x="2107" y="1116"/>
                    <a:pt x="2118" y="1123"/>
                    <a:pt x="2129" y="1130"/>
                  </a:cubicBezTo>
                  <a:cubicBezTo>
                    <a:pt x="2132" y="1132"/>
                    <a:pt x="2136" y="1134"/>
                    <a:pt x="2140" y="1136"/>
                  </a:cubicBezTo>
                  <a:cubicBezTo>
                    <a:pt x="2137" y="1136"/>
                    <a:pt x="2134" y="1136"/>
                    <a:pt x="2130" y="1136"/>
                  </a:cubicBezTo>
                  <a:cubicBezTo>
                    <a:pt x="2124" y="1136"/>
                    <a:pt x="2117" y="1135"/>
                    <a:pt x="2111" y="1133"/>
                  </a:cubicBezTo>
                  <a:cubicBezTo>
                    <a:pt x="2079" y="1121"/>
                    <a:pt x="2048" y="1107"/>
                    <a:pt x="2019" y="1090"/>
                  </a:cubicBezTo>
                  <a:cubicBezTo>
                    <a:pt x="1958" y="1050"/>
                    <a:pt x="1912" y="981"/>
                    <a:pt x="1845" y="951"/>
                  </a:cubicBezTo>
                  <a:cubicBezTo>
                    <a:pt x="1843" y="950"/>
                    <a:pt x="1840" y="954"/>
                    <a:pt x="1843" y="956"/>
                  </a:cubicBezTo>
                  <a:cubicBezTo>
                    <a:pt x="1873" y="975"/>
                    <a:pt x="1891" y="1009"/>
                    <a:pt x="1918" y="1034"/>
                  </a:cubicBezTo>
                  <a:cubicBezTo>
                    <a:pt x="1948" y="1065"/>
                    <a:pt x="1979" y="1094"/>
                    <a:pt x="2012" y="1121"/>
                  </a:cubicBezTo>
                  <a:cubicBezTo>
                    <a:pt x="2022" y="1129"/>
                    <a:pt x="2033" y="1136"/>
                    <a:pt x="2044" y="1142"/>
                  </a:cubicBezTo>
                  <a:cubicBezTo>
                    <a:pt x="2056" y="1149"/>
                    <a:pt x="2068" y="1155"/>
                    <a:pt x="2081" y="1161"/>
                  </a:cubicBezTo>
                  <a:cubicBezTo>
                    <a:pt x="2052" y="1159"/>
                    <a:pt x="2024" y="1154"/>
                    <a:pt x="1997" y="1146"/>
                  </a:cubicBezTo>
                  <a:cubicBezTo>
                    <a:pt x="1985" y="1141"/>
                    <a:pt x="1974" y="1134"/>
                    <a:pt x="1963" y="1128"/>
                  </a:cubicBezTo>
                  <a:cubicBezTo>
                    <a:pt x="1938" y="1113"/>
                    <a:pt x="1916" y="1097"/>
                    <a:pt x="1895" y="1077"/>
                  </a:cubicBezTo>
                  <a:cubicBezTo>
                    <a:pt x="1837" y="1027"/>
                    <a:pt x="1789" y="962"/>
                    <a:pt x="1740" y="903"/>
                  </a:cubicBezTo>
                  <a:cubicBezTo>
                    <a:pt x="1701" y="854"/>
                    <a:pt x="1666" y="805"/>
                    <a:pt x="1615" y="765"/>
                  </a:cubicBezTo>
                  <a:cubicBezTo>
                    <a:pt x="1562" y="725"/>
                    <a:pt x="1511" y="682"/>
                    <a:pt x="1463" y="635"/>
                  </a:cubicBezTo>
                  <a:cubicBezTo>
                    <a:pt x="1429" y="600"/>
                    <a:pt x="1400" y="560"/>
                    <a:pt x="1375" y="517"/>
                  </a:cubicBezTo>
                  <a:cubicBezTo>
                    <a:pt x="1375" y="517"/>
                    <a:pt x="1375" y="515"/>
                    <a:pt x="1375" y="514"/>
                  </a:cubicBezTo>
                  <a:lnTo>
                    <a:pt x="1375" y="513"/>
                  </a:lnTo>
                  <a:cubicBezTo>
                    <a:pt x="1374" y="512"/>
                    <a:pt x="1374" y="511"/>
                    <a:pt x="1373" y="511"/>
                  </a:cubicBezTo>
                  <a:cubicBezTo>
                    <a:pt x="1372" y="511"/>
                    <a:pt x="1372" y="510"/>
                    <a:pt x="1371" y="510"/>
                  </a:cubicBezTo>
                  <a:cubicBezTo>
                    <a:pt x="1360" y="491"/>
                    <a:pt x="1349" y="473"/>
                    <a:pt x="1337" y="455"/>
                  </a:cubicBezTo>
                  <a:lnTo>
                    <a:pt x="1335" y="451"/>
                  </a:lnTo>
                  <a:cubicBezTo>
                    <a:pt x="1335" y="450"/>
                    <a:pt x="1334" y="449"/>
                    <a:pt x="1334" y="448"/>
                  </a:cubicBezTo>
                  <a:cubicBezTo>
                    <a:pt x="1333" y="447"/>
                    <a:pt x="1332" y="446"/>
                    <a:pt x="1331" y="445"/>
                  </a:cubicBezTo>
                  <a:lnTo>
                    <a:pt x="1330" y="445"/>
                  </a:lnTo>
                  <a:cubicBezTo>
                    <a:pt x="1293" y="396"/>
                    <a:pt x="1252" y="351"/>
                    <a:pt x="1208" y="310"/>
                  </a:cubicBezTo>
                  <a:cubicBezTo>
                    <a:pt x="1182" y="282"/>
                    <a:pt x="1155" y="256"/>
                    <a:pt x="1127" y="230"/>
                  </a:cubicBezTo>
                  <a:lnTo>
                    <a:pt x="1123" y="219"/>
                  </a:lnTo>
                  <a:cubicBezTo>
                    <a:pt x="1121" y="214"/>
                    <a:pt x="1117" y="215"/>
                    <a:pt x="1114" y="219"/>
                  </a:cubicBezTo>
                  <a:cubicBezTo>
                    <a:pt x="1039" y="150"/>
                    <a:pt x="961" y="84"/>
                    <a:pt x="887" y="14"/>
                  </a:cubicBezTo>
                  <a:cubicBezTo>
                    <a:pt x="886" y="12"/>
                    <a:pt x="883" y="15"/>
                    <a:pt x="885" y="16"/>
                  </a:cubicBezTo>
                  <a:cubicBezTo>
                    <a:pt x="919" y="57"/>
                    <a:pt x="955" y="97"/>
                    <a:pt x="993" y="134"/>
                  </a:cubicBezTo>
                  <a:cubicBezTo>
                    <a:pt x="1028" y="194"/>
                    <a:pt x="1052" y="260"/>
                    <a:pt x="1064" y="328"/>
                  </a:cubicBezTo>
                  <a:cubicBezTo>
                    <a:pt x="1064" y="329"/>
                    <a:pt x="1065" y="329"/>
                    <a:pt x="1065" y="330"/>
                  </a:cubicBezTo>
                  <a:cubicBezTo>
                    <a:pt x="1065" y="331"/>
                    <a:pt x="1066" y="331"/>
                    <a:pt x="1067" y="332"/>
                  </a:cubicBezTo>
                  <a:cubicBezTo>
                    <a:pt x="1067" y="332"/>
                    <a:pt x="1068" y="332"/>
                    <a:pt x="1069" y="332"/>
                  </a:cubicBezTo>
                  <a:cubicBezTo>
                    <a:pt x="1069" y="332"/>
                    <a:pt x="1070" y="333"/>
                    <a:pt x="1071" y="332"/>
                  </a:cubicBezTo>
                  <a:cubicBezTo>
                    <a:pt x="1072" y="331"/>
                    <a:pt x="1071" y="331"/>
                    <a:pt x="1072" y="330"/>
                  </a:cubicBezTo>
                  <a:cubicBezTo>
                    <a:pt x="1073" y="329"/>
                    <a:pt x="1073" y="329"/>
                    <a:pt x="1073" y="328"/>
                  </a:cubicBezTo>
                  <a:cubicBezTo>
                    <a:pt x="1077" y="280"/>
                    <a:pt x="1055" y="228"/>
                    <a:pt x="1040" y="183"/>
                  </a:cubicBezTo>
                  <a:cubicBezTo>
                    <a:pt x="1040" y="181"/>
                    <a:pt x="1038" y="179"/>
                    <a:pt x="1038" y="178"/>
                  </a:cubicBezTo>
                  <a:lnTo>
                    <a:pt x="1068" y="206"/>
                  </a:lnTo>
                  <a:cubicBezTo>
                    <a:pt x="1070" y="214"/>
                    <a:pt x="1072" y="223"/>
                    <a:pt x="1074" y="230"/>
                  </a:cubicBezTo>
                  <a:cubicBezTo>
                    <a:pt x="1078" y="244"/>
                    <a:pt x="1083" y="258"/>
                    <a:pt x="1089" y="271"/>
                  </a:cubicBezTo>
                  <a:cubicBezTo>
                    <a:pt x="1089" y="272"/>
                    <a:pt x="1089" y="272"/>
                    <a:pt x="1089" y="272"/>
                  </a:cubicBezTo>
                  <a:cubicBezTo>
                    <a:pt x="1090" y="273"/>
                    <a:pt x="1091" y="274"/>
                    <a:pt x="1092" y="275"/>
                  </a:cubicBezTo>
                  <a:cubicBezTo>
                    <a:pt x="1093" y="276"/>
                    <a:pt x="1094" y="275"/>
                    <a:pt x="1095" y="275"/>
                  </a:cubicBezTo>
                  <a:cubicBezTo>
                    <a:pt x="1096" y="275"/>
                    <a:pt x="1097" y="276"/>
                    <a:pt x="1098" y="275"/>
                  </a:cubicBezTo>
                  <a:cubicBezTo>
                    <a:pt x="1099" y="274"/>
                    <a:pt x="1100" y="273"/>
                    <a:pt x="1101" y="272"/>
                  </a:cubicBezTo>
                  <a:lnTo>
                    <a:pt x="1101" y="271"/>
                  </a:lnTo>
                  <a:cubicBezTo>
                    <a:pt x="1103" y="266"/>
                    <a:pt x="1103" y="261"/>
                    <a:pt x="1103" y="256"/>
                  </a:cubicBezTo>
                  <a:cubicBezTo>
                    <a:pt x="1103" y="249"/>
                    <a:pt x="1102" y="243"/>
                    <a:pt x="1099" y="237"/>
                  </a:cubicBezTo>
                  <a:lnTo>
                    <a:pt x="1117" y="253"/>
                  </a:lnTo>
                  <a:cubicBezTo>
                    <a:pt x="1119" y="264"/>
                    <a:pt x="1122" y="276"/>
                    <a:pt x="1125" y="287"/>
                  </a:cubicBezTo>
                  <a:cubicBezTo>
                    <a:pt x="1138" y="331"/>
                    <a:pt x="1147" y="375"/>
                    <a:pt x="1152" y="420"/>
                  </a:cubicBezTo>
                  <a:cubicBezTo>
                    <a:pt x="1153" y="425"/>
                    <a:pt x="1161" y="427"/>
                    <a:pt x="1162" y="420"/>
                  </a:cubicBezTo>
                  <a:cubicBezTo>
                    <a:pt x="1163" y="410"/>
                    <a:pt x="1164" y="400"/>
                    <a:pt x="1164" y="390"/>
                  </a:cubicBezTo>
                  <a:cubicBezTo>
                    <a:pt x="1164" y="352"/>
                    <a:pt x="1156" y="314"/>
                    <a:pt x="1143" y="278"/>
                  </a:cubicBezTo>
                  <a:lnTo>
                    <a:pt x="1166" y="300"/>
                  </a:lnTo>
                  <a:cubicBezTo>
                    <a:pt x="1172" y="320"/>
                    <a:pt x="1176" y="341"/>
                    <a:pt x="1178" y="363"/>
                  </a:cubicBezTo>
                  <a:cubicBezTo>
                    <a:pt x="1181" y="384"/>
                    <a:pt x="1183" y="405"/>
                    <a:pt x="1187" y="426"/>
                  </a:cubicBezTo>
                  <a:cubicBezTo>
                    <a:pt x="1187" y="427"/>
                    <a:pt x="1188" y="428"/>
                    <a:pt x="1188" y="428"/>
                  </a:cubicBezTo>
                  <a:cubicBezTo>
                    <a:pt x="1188" y="429"/>
                    <a:pt x="1189" y="429"/>
                    <a:pt x="1190" y="430"/>
                  </a:cubicBezTo>
                  <a:cubicBezTo>
                    <a:pt x="1191" y="431"/>
                    <a:pt x="1192" y="431"/>
                    <a:pt x="1193" y="431"/>
                  </a:cubicBezTo>
                  <a:cubicBezTo>
                    <a:pt x="1194" y="431"/>
                    <a:pt x="1194" y="431"/>
                    <a:pt x="1195" y="430"/>
                  </a:cubicBezTo>
                  <a:cubicBezTo>
                    <a:pt x="1196" y="429"/>
                    <a:pt x="1196" y="429"/>
                    <a:pt x="1197" y="428"/>
                  </a:cubicBezTo>
                  <a:cubicBezTo>
                    <a:pt x="1198" y="427"/>
                    <a:pt x="1198" y="427"/>
                    <a:pt x="1198" y="426"/>
                  </a:cubicBezTo>
                  <a:cubicBezTo>
                    <a:pt x="1199" y="416"/>
                    <a:pt x="1200" y="406"/>
                    <a:pt x="1200" y="396"/>
                  </a:cubicBezTo>
                  <a:cubicBezTo>
                    <a:pt x="1200" y="373"/>
                    <a:pt x="1197" y="350"/>
                    <a:pt x="1191" y="328"/>
                  </a:cubicBezTo>
                  <a:lnTo>
                    <a:pt x="1189" y="322"/>
                  </a:lnTo>
                  <a:lnTo>
                    <a:pt x="1201" y="334"/>
                  </a:lnTo>
                  <a:cubicBezTo>
                    <a:pt x="1200" y="335"/>
                    <a:pt x="1200" y="336"/>
                    <a:pt x="1200" y="337"/>
                  </a:cubicBezTo>
                  <a:cubicBezTo>
                    <a:pt x="1200" y="338"/>
                    <a:pt x="1200" y="339"/>
                    <a:pt x="1201" y="340"/>
                  </a:cubicBezTo>
                  <a:cubicBezTo>
                    <a:pt x="1205" y="355"/>
                    <a:pt x="1208" y="370"/>
                    <a:pt x="1208" y="385"/>
                  </a:cubicBezTo>
                  <a:cubicBezTo>
                    <a:pt x="1208" y="392"/>
                    <a:pt x="1207" y="399"/>
                    <a:pt x="1206" y="406"/>
                  </a:cubicBezTo>
                  <a:cubicBezTo>
                    <a:pt x="1206" y="412"/>
                    <a:pt x="1206" y="418"/>
                    <a:pt x="1206" y="423"/>
                  </a:cubicBezTo>
                  <a:cubicBezTo>
                    <a:pt x="1206" y="444"/>
                    <a:pt x="1208" y="465"/>
                    <a:pt x="1211" y="485"/>
                  </a:cubicBezTo>
                  <a:cubicBezTo>
                    <a:pt x="1213" y="490"/>
                    <a:pt x="1221" y="492"/>
                    <a:pt x="1222" y="485"/>
                  </a:cubicBezTo>
                  <a:cubicBezTo>
                    <a:pt x="1226" y="460"/>
                    <a:pt x="1228" y="435"/>
                    <a:pt x="1228" y="410"/>
                  </a:cubicBezTo>
                  <a:cubicBezTo>
                    <a:pt x="1228" y="402"/>
                    <a:pt x="1228" y="393"/>
                    <a:pt x="1227" y="384"/>
                  </a:cubicBezTo>
                  <a:cubicBezTo>
                    <a:pt x="1227" y="383"/>
                    <a:pt x="1227" y="383"/>
                    <a:pt x="1227" y="383"/>
                  </a:cubicBezTo>
                  <a:cubicBezTo>
                    <a:pt x="1227" y="375"/>
                    <a:pt x="1226" y="367"/>
                    <a:pt x="1224" y="359"/>
                  </a:cubicBezTo>
                  <a:cubicBezTo>
                    <a:pt x="1231" y="366"/>
                    <a:pt x="1237" y="373"/>
                    <a:pt x="1244" y="380"/>
                  </a:cubicBezTo>
                  <a:cubicBezTo>
                    <a:pt x="1244" y="382"/>
                    <a:pt x="1244" y="384"/>
                    <a:pt x="1244" y="386"/>
                  </a:cubicBezTo>
                  <a:cubicBezTo>
                    <a:pt x="1244" y="395"/>
                    <a:pt x="1245" y="405"/>
                    <a:pt x="1248" y="413"/>
                  </a:cubicBezTo>
                  <a:cubicBezTo>
                    <a:pt x="1252" y="428"/>
                    <a:pt x="1247" y="444"/>
                    <a:pt x="1252" y="459"/>
                  </a:cubicBezTo>
                  <a:cubicBezTo>
                    <a:pt x="1253" y="460"/>
                    <a:pt x="1254" y="461"/>
                    <a:pt x="1254" y="461"/>
                  </a:cubicBezTo>
                  <a:cubicBezTo>
                    <a:pt x="1255" y="462"/>
                    <a:pt x="1256" y="462"/>
                    <a:pt x="1257" y="462"/>
                  </a:cubicBezTo>
                  <a:cubicBezTo>
                    <a:pt x="1258" y="462"/>
                    <a:pt x="1259" y="462"/>
                    <a:pt x="1260" y="461"/>
                  </a:cubicBezTo>
                  <a:cubicBezTo>
                    <a:pt x="1260" y="461"/>
                    <a:pt x="1261" y="460"/>
                    <a:pt x="1262" y="459"/>
                  </a:cubicBezTo>
                  <a:cubicBezTo>
                    <a:pt x="1265" y="449"/>
                    <a:pt x="1267" y="439"/>
                    <a:pt x="1267" y="429"/>
                  </a:cubicBezTo>
                  <a:cubicBezTo>
                    <a:pt x="1267" y="419"/>
                    <a:pt x="1265" y="409"/>
                    <a:pt x="1262" y="400"/>
                  </a:cubicBezTo>
                  <a:lnTo>
                    <a:pt x="1275" y="416"/>
                  </a:lnTo>
                  <a:cubicBezTo>
                    <a:pt x="1285" y="439"/>
                    <a:pt x="1280" y="473"/>
                    <a:pt x="1282" y="497"/>
                  </a:cubicBezTo>
                  <a:cubicBezTo>
                    <a:pt x="1286" y="530"/>
                    <a:pt x="1282" y="563"/>
                    <a:pt x="1284" y="596"/>
                  </a:cubicBezTo>
                  <a:cubicBezTo>
                    <a:pt x="1284" y="597"/>
                    <a:pt x="1284" y="597"/>
                    <a:pt x="1285" y="598"/>
                  </a:cubicBezTo>
                  <a:cubicBezTo>
                    <a:pt x="1286" y="599"/>
                    <a:pt x="1287" y="599"/>
                    <a:pt x="1288" y="600"/>
                  </a:cubicBezTo>
                  <a:cubicBezTo>
                    <a:pt x="1289" y="601"/>
                    <a:pt x="1290" y="601"/>
                    <a:pt x="1291" y="601"/>
                  </a:cubicBezTo>
                  <a:cubicBezTo>
                    <a:pt x="1292" y="601"/>
                    <a:pt x="1293" y="601"/>
                    <a:pt x="1294" y="600"/>
                  </a:cubicBezTo>
                  <a:cubicBezTo>
                    <a:pt x="1295" y="599"/>
                    <a:pt x="1296" y="599"/>
                    <a:pt x="1297" y="598"/>
                  </a:cubicBezTo>
                  <a:lnTo>
                    <a:pt x="1297" y="597"/>
                  </a:lnTo>
                  <a:cubicBezTo>
                    <a:pt x="1305" y="574"/>
                    <a:pt x="1308" y="550"/>
                    <a:pt x="1308" y="526"/>
                  </a:cubicBezTo>
                  <a:cubicBezTo>
                    <a:pt x="1308" y="512"/>
                    <a:pt x="1307" y="499"/>
                    <a:pt x="1305" y="485"/>
                  </a:cubicBezTo>
                  <a:cubicBezTo>
                    <a:pt x="1303" y="474"/>
                    <a:pt x="1302" y="462"/>
                    <a:pt x="1301" y="450"/>
                  </a:cubicBezTo>
                  <a:lnTo>
                    <a:pt x="1320" y="475"/>
                  </a:lnTo>
                  <a:cubicBezTo>
                    <a:pt x="1320" y="529"/>
                    <a:pt x="1324" y="584"/>
                    <a:pt x="1325" y="638"/>
                  </a:cubicBezTo>
                  <a:cubicBezTo>
                    <a:pt x="1325" y="639"/>
                    <a:pt x="1325" y="639"/>
                    <a:pt x="1326" y="640"/>
                  </a:cubicBezTo>
                  <a:cubicBezTo>
                    <a:pt x="1327" y="641"/>
                    <a:pt x="1327" y="642"/>
                    <a:pt x="1327" y="642"/>
                  </a:cubicBezTo>
                  <a:cubicBezTo>
                    <a:pt x="1328" y="643"/>
                    <a:pt x="1329" y="643"/>
                    <a:pt x="1330" y="643"/>
                  </a:cubicBezTo>
                  <a:cubicBezTo>
                    <a:pt x="1331" y="643"/>
                    <a:pt x="1331" y="643"/>
                    <a:pt x="1332" y="642"/>
                  </a:cubicBezTo>
                  <a:cubicBezTo>
                    <a:pt x="1333" y="641"/>
                    <a:pt x="1334" y="641"/>
                    <a:pt x="1334" y="640"/>
                  </a:cubicBezTo>
                  <a:cubicBezTo>
                    <a:pt x="1343" y="613"/>
                    <a:pt x="1347" y="586"/>
                    <a:pt x="1347" y="558"/>
                  </a:cubicBezTo>
                  <a:cubicBezTo>
                    <a:pt x="1347" y="541"/>
                    <a:pt x="1345" y="523"/>
                    <a:pt x="1342" y="506"/>
                  </a:cubicBezTo>
                  <a:lnTo>
                    <a:pt x="1361" y="533"/>
                  </a:lnTo>
                  <a:lnTo>
                    <a:pt x="1363" y="535"/>
                  </a:lnTo>
                  <a:cubicBezTo>
                    <a:pt x="1361" y="557"/>
                    <a:pt x="1361" y="578"/>
                    <a:pt x="1360" y="600"/>
                  </a:cubicBezTo>
                  <a:cubicBezTo>
                    <a:pt x="1359" y="612"/>
                    <a:pt x="1358" y="623"/>
                    <a:pt x="1358" y="634"/>
                  </a:cubicBezTo>
                  <a:cubicBezTo>
                    <a:pt x="1358" y="641"/>
                    <a:pt x="1358" y="648"/>
                    <a:pt x="1359" y="656"/>
                  </a:cubicBezTo>
                  <a:cubicBezTo>
                    <a:pt x="1360" y="661"/>
                    <a:pt x="1367" y="659"/>
                    <a:pt x="1368" y="656"/>
                  </a:cubicBezTo>
                  <a:cubicBezTo>
                    <a:pt x="1377" y="635"/>
                    <a:pt x="1381" y="613"/>
                    <a:pt x="1381" y="592"/>
                  </a:cubicBezTo>
                  <a:cubicBezTo>
                    <a:pt x="1381" y="591"/>
                    <a:pt x="1381" y="591"/>
                    <a:pt x="1381" y="590"/>
                  </a:cubicBezTo>
                  <a:cubicBezTo>
                    <a:pt x="1381" y="580"/>
                    <a:pt x="1380" y="570"/>
                    <a:pt x="1379" y="560"/>
                  </a:cubicBezTo>
                  <a:cubicBezTo>
                    <a:pt x="1389" y="573"/>
                    <a:pt x="1399" y="587"/>
                    <a:pt x="1408" y="601"/>
                  </a:cubicBezTo>
                  <a:cubicBezTo>
                    <a:pt x="1407" y="602"/>
                    <a:pt x="1407" y="603"/>
                    <a:pt x="1406" y="604"/>
                  </a:cubicBezTo>
                  <a:cubicBezTo>
                    <a:pt x="1405" y="605"/>
                    <a:pt x="1405" y="606"/>
                    <a:pt x="1405" y="607"/>
                  </a:cubicBezTo>
                  <a:cubicBezTo>
                    <a:pt x="1397" y="648"/>
                    <a:pt x="1388" y="688"/>
                    <a:pt x="1376" y="727"/>
                  </a:cubicBezTo>
                  <a:cubicBezTo>
                    <a:pt x="1376" y="726"/>
                    <a:pt x="1376" y="725"/>
                    <a:pt x="1376" y="723"/>
                  </a:cubicBezTo>
                  <a:cubicBezTo>
                    <a:pt x="1376" y="722"/>
                    <a:pt x="1376" y="721"/>
                    <a:pt x="1376" y="720"/>
                  </a:cubicBezTo>
                  <a:cubicBezTo>
                    <a:pt x="1375" y="719"/>
                    <a:pt x="1374" y="718"/>
                    <a:pt x="1373" y="718"/>
                  </a:cubicBezTo>
                  <a:cubicBezTo>
                    <a:pt x="1372" y="717"/>
                    <a:pt x="1371" y="717"/>
                    <a:pt x="1370" y="717"/>
                  </a:cubicBezTo>
                  <a:cubicBezTo>
                    <a:pt x="1369" y="717"/>
                    <a:pt x="1368" y="717"/>
                    <a:pt x="1367" y="718"/>
                  </a:cubicBezTo>
                  <a:lnTo>
                    <a:pt x="1366" y="719"/>
                  </a:lnTo>
                  <a:cubicBezTo>
                    <a:pt x="1343" y="739"/>
                    <a:pt x="1333" y="773"/>
                    <a:pt x="1319" y="798"/>
                  </a:cubicBezTo>
                  <a:cubicBezTo>
                    <a:pt x="1312" y="811"/>
                    <a:pt x="1306" y="824"/>
                    <a:pt x="1299" y="837"/>
                  </a:cubicBezTo>
                  <a:cubicBezTo>
                    <a:pt x="1293" y="848"/>
                    <a:pt x="1285" y="858"/>
                    <a:pt x="1277" y="868"/>
                  </a:cubicBezTo>
                  <a:cubicBezTo>
                    <a:pt x="1268" y="877"/>
                    <a:pt x="1277" y="866"/>
                    <a:pt x="1277" y="866"/>
                  </a:cubicBezTo>
                  <a:cubicBezTo>
                    <a:pt x="1277" y="865"/>
                    <a:pt x="1277" y="866"/>
                    <a:pt x="1277" y="866"/>
                  </a:cubicBezTo>
                  <a:lnTo>
                    <a:pt x="1279" y="860"/>
                  </a:lnTo>
                  <a:cubicBezTo>
                    <a:pt x="1300" y="816"/>
                    <a:pt x="1319" y="771"/>
                    <a:pt x="1335" y="725"/>
                  </a:cubicBezTo>
                  <a:cubicBezTo>
                    <a:pt x="1336" y="721"/>
                    <a:pt x="1332" y="716"/>
                    <a:pt x="1328" y="719"/>
                  </a:cubicBezTo>
                  <a:cubicBezTo>
                    <a:pt x="1308" y="734"/>
                    <a:pt x="1303" y="760"/>
                    <a:pt x="1293" y="782"/>
                  </a:cubicBezTo>
                  <a:cubicBezTo>
                    <a:pt x="1285" y="798"/>
                    <a:pt x="1277" y="825"/>
                    <a:pt x="1266" y="851"/>
                  </a:cubicBezTo>
                  <a:lnTo>
                    <a:pt x="1263" y="851"/>
                  </a:lnTo>
                  <a:cubicBezTo>
                    <a:pt x="1267" y="843"/>
                    <a:pt x="1270" y="835"/>
                    <a:pt x="1274" y="828"/>
                  </a:cubicBezTo>
                  <a:cubicBezTo>
                    <a:pt x="1274" y="827"/>
                    <a:pt x="1275" y="826"/>
                    <a:pt x="1275" y="825"/>
                  </a:cubicBezTo>
                  <a:cubicBezTo>
                    <a:pt x="1275" y="824"/>
                    <a:pt x="1274" y="823"/>
                    <a:pt x="1274" y="822"/>
                  </a:cubicBezTo>
                  <a:cubicBezTo>
                    <a:pt x="1273" y="821"/>
                    <a:pt x="1272" y="821"/>
                    <a:pt x="1271" y="820"/>
                  </a:cubicBezTo>
                  <a:cubicBezTo>
                    <a:pt x="1270" y="819"/>
                    <a:pt x="1270" y="819"/>
                    <a:pt x="1269" y="819"/>
                  </a:cubicBezTo>
                  <a:cubicBezTo>
                    <a:pt x="1257" y="819"/>
                    <a:pt x="1247" y="832"/>
                    <a:pt x="1240" y="845"/>
                  </a:cubicBezTo>
                  <a:cubicBezTo>
                    <a:pt x="1241" y="840"/>
                    <a:pt x="1242" y="835"/>
                    <a:pt x="1242" y="829"/>
                  </a:cubicBezTo>
                  <a:cubicBezTo>
                    <a:pt x="1245" y="823"/>
                    <a:pt x="1248" y="818"/>
                    <a:pt x="1251" y="813"/>
                  </a:cubicBezTo>
                  <a:cubicBezTo>
                    <a:pt x="1252" y="812"/>
                    <a:pt x="1252" y="813"/>
                    <a:pt x="1253" y="812"/>
                  </a:cubicBezTo>
                  <a:cubicBezTo>
                    <a:pt x="1255" y="810"/>
                    <a:pt x="1257" y="809"/>
                    <a:pt x="1258" y="806"/>
                  </a:cubicBezTo>
                  <a:cubicBezTo>
                    <a:pt x="1259" y="805"/>
                    <a:pt x="1259" y="805"/>
                    <a:pt x="1259" y="804"/>
                  </a:cubicBezTo>
                  <a:cubicBezTo>
                    <a:pt x="1259" y="801"/>
                    <a:pt x="1259" y="800"/>
                    <a:pt x="1261" y="798"/>
                  </a:cubicBezTo>
                  <a:cubicBezTo>
                    <a:pt x="1263" y="795"/>
                    <a:pt x="1265" y="792"/>
                    <a:pt x="1267" y="789"/>
                  </a:cubicBezTo>
                  <a:cubicBezTo>
                    <a:pt x="1268" y="788"/>
                    <a:pt x="1269" y="786"/>
                    <a:pt x="1269" y="785"/>
                  </a:cubicBezTo>
                  <a:cubicBezTo>
                    <a:pt x="1269" y="785"/>
                    <a:pt x="1269" y="784"/>
                    <a:pt x="1270" y="785"/>
                  </a:cubicBezTo>
                  <a:cubicBezTo>
                    <a:pt x="1271" y="786"/>
                    <a:pt x="1271" y="786"/>
                    <a:pt x="1272" y="787"/>
                  </a:cubicBezTo>
                  <a:cubicBezTo>
                    <a:pt x="1273" y="787"/>
                    <a:pt x="1274" y="788"/>
                    <a:pt x="1275" y="788"/>
                  </a:cubicBezTo>
                  <a:cubicBezTo>
                    <a:pt x="1276" y="788"/>
                    <a:pt x="1277" y="787"/>
                    <a:pt x="1278" y="787"/>
                  </a:cubicBezTo>
                  <a:cubicBezTo>
                    <a:pt x="1279" y="786"/>
                    <a:pt x="1279" y="786"/>
                    <a:pt x="1280" y="785"/>
                  </a:cubicBezTo>
                  <a:cubicBezTo>
                    <a:pt x="1287" y="768"/>
                    <a:pt x="1293" y="750"/>
                    <a:pt x="1297" y="732"/>
                  </a:cubicBezTo>
                  <a:cubicBezTo>
                    <a:pt x="1301" y="722"/>
                    <a:pt x="1304" y="711"/>
                    <a:pt x="1304" y="699"/>
                  </a:cubicBezTo>
                  <a:cubicBezTo>
                    <a:pt x="1304" y="695"/>
                    <a:pt x="1303" y="690"/>
                    <a:pt x="1302" y="685"/>
                  </a:cubicBezTo>
                  <a:cubicBezTo>
                    <a:pt x="1302" y="684"/>
                    <a:pt x="1301" y="683"/>
                    <a:pt x="1300" y="683"/>
                  </a:cubicBezTo>
                  <a:cubicBezTo>
                    <a:pt x="1300" y="683"/>
                    <a:pt x="1299" y="682"/>
                    <a:pt x="1298" y="682"/>
                  </a:cubicBezTo>
                  <a:cubicBezTo>
                    <a:pt x="1297" y="682"/>
                    <a:pt x="1296" y="683"/>
                    <a:pt x="1295" y="683"/>
                  </a:cubicBezTo>
                  <a:cubicBezTo>
                    <a:pt x="1294" y="683"/>
                    <a:pt x="1294" y="684"/>
                    <a:pt x="1293" y="685"/>
                  </a:cubicBezTo>
                  <a:cubicBezTo>
                    <a:pt x="1287" y="703"/>
                    <a:pt x="1282" y="722"/>
                    <a:pt x="1279" y="741"/>
                  </a:cubicBezTo>
                  <a:cubicBezTo>
                    <a:pt x="1279" y="737"/>
                    <a:pt x="1278" y="734"/>
                    <a:pt x="1276" y="731"/>
                  </a:cubicBezTo>
                  <a:cubicBezTo>
                    <a:pt x="1275" y="730"/>
                    <a:pt x="1274" y="729"/>
                    <a:pt x="1273" y="727"/>
                  </a:cubicBezTo>
                  <a:cubicBezTo>
                    <a:pt x="1275" y="723"/>
                    <a:pt x="1273" y="716"/>
                    <a:pt x="1275" y="711"/>
                  </a:cubicBezTo>
                  <a:cubicBezTo>
                    <a:pt x="1276" y="707"/>
                    <a:pt x="1276" y="702"/>
                    <a:pt x="1276" y="697"/>
                  </a:cubicBezTo>
                  <a:cubicBezTo>
                    <a:pt x="1276" y="685"/>
                    <a:pt x="1274" y="673"/>
                    <a:pt x="1271" y="661"/>
                  </a:cubicBezTo>
                  <a:cubicBezTo>
                    <a:pt x="1271" y="661"/>
                    <a:pt x="1271" y="660"/>
                    <a:pt x="1271" y="659"/>
                  </a:cubicBezTo>
                  <a:cubicBezTo>
                    <a:pt x="1270" y="658"/>
                    <a:pt x="1269" y="658"/>
                    <a:pt x="1268" y="657"/>
                  </a:cubicBezTo>
                  <a:cubicBezTo>
                    <a:pt x="1267" y="656"/>
                    <a:pt x="1266" y="656"/>
                    <a:pt x="1265" y="656"/>
                  </a:cubicBezTo>
                  <a:cubicBezTo>
                    <a:pt x="1264" y="656"/>
                    <a:pt x="1263" y="656"/>
                    <a:pt x="1262" y="657"/>
                  </a:cubicBezTo>
                  <a:cubicBezTo>
                    <a:pt x="1260" y="658"/>
                    <a:pt x="1260" y="658"/>
                    <a:pt x="1259" y="659"/>
                  </a:cubicBezTo>
                  <a:cubicBezTo>
                    <a:pt x="1258" y="660"/>
                    <a:pt x="1259" y="661"/>
                    <a:pt x="1258" y="661"/>
                  </a:cubicBezTo>
                  <a:cubicBezTo>
                    <a:pt x="1258" y="678"/>
                    <a:pt x="1256" y="694"/>
                    <a:pt x="1251" y="710"/>
                  </a:cubicBezTo>
                  <a:cubicBezTo>
                    <a:pt x="1250" y="715"/>
                    <a:pt x="1249" y="719"/>
                    <a:pt x="1248" y="724"/>
                  </a:cubicBezTo>
                  <a:lnTo>
                    <a:pt x="1245" y="724"/>
                  </a:lnTo>
                  <a:cubicBezTo>
                    <a:pt x="1244" y="724"/>
                    <a:pt x="1242" y="724"/>
                    <a:pt x="1241" y="724"/>
                  </a:cubicBezTo>
                  <a:cubicBezTo>
                    <a:pt x="1239" y="724"/>
                    <a:pt x="1238" y="724"/>
                    <a:pt x="1236" y="724"/>
                  </a:cubicBezTo>
                  <a:cubicBezTo>
                    <a:pt x="1236" y="715"/>
                    <a:pt x="1236" y="704"/>
                    <a:pt x="1236" y="698"/>
                  </a:cubicBezTo>
                  <a:cubicBezTo>
                    <a:pt x="1233" y="683"/>
                    <a:pt x="1229" y="669"/>
                    <a:pt x="1223" y="655"/>
                  </a:cubicBezTo>
                  <a:cubicBezTo>
                    <a:pt x="1223" y="651"/>
                    <a:pt x="1217" y="652"/>
                    <a:pt x="1216" y="655"/>
                  </a:cubicBezTo>
                  <a:cubicBezTo>
                    <a:pt x="1215" y="669"/>
                    <a:pt x="1216" y="684"/>
                    <a:pt x="1216" y="698"/>
                  </a:cubicBezTo>
                  <a:cubicBezTo>
                    <a:pt x="1215" y="707"/>
                    <a:pt x="1215" y="715"/>
                    <a:pt x="1215" y="724"/>
                  </a:cubicBezTo>
                  <a:cubicBezTo>
                    <a:pt x="1215" y="726"/>
                    <a:pt x="1215" y="729"/>
                    <a:pt x="1215" y="731"/>
                  </a:cubicBezTo>
                  <a:lnTo>
                    <a:pt x="1211" y="732"/>
                  </a:lnTo>
                  <a:lnTo>
                    <a:pt x="1210" y="732"/>
                  </a:lnTo>
                  <a:cubicBezTo>
                    <a:pt x="1208" y="732"/>
                    <a:pt x="1206" y="732"/>
                    <a:pt x="1204" y="732"/>
                  </a:cubicBezTo>
                  <a:cubicBezTo>
                    <a:pt x="1202" y="732"/>
                    <a:pt x="1200" y="732"/>
                    <a:pt x="1199" y="732"/>
                  </a:cubicBezTo>
                  <a:cubicBezTo>
                    <a:pt x="1199" y="730"/>
                    <a:pt x="1199" y="727"/>
                    <a:pt x="1199" y="725"/>
                  </a:cubicBezTo>
                  <a:cubicBezTo>
                    <a:pt x="1199" y="711"/>
                    <a:pt x="1197" y="698"/>
                    <a:pt x="1194" y="684"/>
                  </a:cubicBezTo>
                  <a:cubicBezTo>
                    <a:pt x="1187" y="663"/>
                    <a:pt x="1181" y="641"/>
                    <a:pt x="1177" y="618"/>
                  </a:cubicBezTo>
                  <a:cubicBezTo>
                    <a:pt x="1177" y="618"/>
                    <a:pt x="1178" y="618"/>
                    <a:pt x="1177" y="617"/>
                  </a:cubicBezTo>
                  <a:cubicBezTo>
                    <a:pt x="1176" y="616"/>
                    <a:pt x="1176" y="616"/>
                    <a:pt x="1175" y="616"/>
                  </a:cubicBezTo>
                  <a:lnTo>
                    <a:pt x="1174" y="616"/>
                  </a:lnTo>
                  <a:cubicBezTo>
                    <a:pt x="1173" y="616"/>
                    <a:pt x="1172" y="616"/>
                    <a:pt x="1172" y="616"/>
                  </a:cubicBezTo>
                  <a:cubicBezTo>
                    <a:pt x="1171" y="616"/>
                    <a:pt x="1171" y="617"/>
                    <a:pt x="1171" y="617"/>
                  </a:cubicBezTo>
                  <a:cubicBezTo>
                    <a:pt x="1170" y="618"/>
                    <a:pt x="1170" y="618"/>
                    <a:pt x="1170" y="618"/>
                  </a:cubicBezTo>
                  <a:cubicBezTo>
                    <a:pt x="1174" y="637"/>
                    <a:pt x="1175" y="656"/>
                    <a:pt x="1175" y="675"/>
                  </a:cubicBezTo>
                  <a:cubicBezTo>
                    <a:pt x="1175" y="677"/>
                    <a:pt x="1175" y="679"/>
                    <a:pt x="1175" y="680"/>
                  </a:cubicBezTo>
                  <a:cubicBezTo>
                    <a:pt x="1175" y="686"/>
                    <a:pt x="1178" y="693"/>
                    <a:pt x="1178" y="700"/>
                  </a:cubicBezTo>
                  <a:cubicBezTo>
                    <a:pt x="1178" y="711"/>
                    <a:pt x="1176" y="723"/>
                    <a:pt x="1176" y="734"/>
                  </a:cubicBezTo>
                  <a:lnTo>
                    <a:pt x="1166" y="735"/>
                  </a:lnTo>
                  <a:cubicBezTo>
                    <a:pt x="1166" y="728"/>
                    <a:pt x="1164" y="720"/>
                    <a:pt x="1163" y="712"/>
                  </a:cubicBezTo>
                  <a:cubicBezTo>
                    <a:pt x="1162" y="699"/>
                    <a:pt x="1155" y="686"/>
                    <a:pt x="1154" y="673"/>
                  </a:cubicBezTo>
                  <a:cubicBezTo>
                    <a:pt x="1154" y="666"/>
                    <a:pt x="1142" y="665"/>
                    <a:pt x="1141" y="673"/>
                  </a:cubicBezTo>
                  <a:lnTo>
                    <a:pt x="1141" y="674"/>
                  </a:lnTo>
                  <a:cubicBezTo>
                    <a:pt x="1141" y="685"/>
                    <a:pt x="1143" y="695"/>
                    <a:pt x="1145" y="705"/>
                  </a:cubicBezTo>
                  <a:cubicBezTo>
                    <a:pt x="1145" y="710"/>
                    <a:pt x="1145" y="714"/>
                    <a:pt x="1145" y="718"/>
                  </a:cubicBezTo>
                  <a:cubicBezTo>
                    <a:pt x="1145" y="722"/>
                    <a:pt x="1145" y="727"/>
                    <a:pt x="1145" y="731"/>
                  </a:cubicBezTo>
                  <a:cubicBezTo>
                    <a:pt x="1145" y="734"/>
                    <a:pt x="1145" y="736"/>
                    <a:pt x="1145" y="739"/>
                  </a:cubicBezTo>
                  <a:lnTo>
                    <a:pt x="1133" y="742"/>
                  </a:lnTo>
                  <a:cubicBezTo>
                    <a:pt x="1128" y="706"/>
                    <a:pt x="1120" y="669"/>
                    <a:pt x="1110" y="633"/>
                  </a:cubicBezTo>
                  <a:cubicBezTo>
                    <a:pt x="1106" y="616"/>
                    <a:pt x="1100" y="599"/>
                    <a:pt x="1091" y="583"/>
                  </a:cubicBezTo>
                  <a:cubicBezTo>
                    <a:pt x="1089" y="581"/>
                    <a:pt x="1088" y="580"/>
                    <a:pt x="1087" y="578"/>
                  </a:cubicBezTo>
                  <a:cubicBezTo>
                    <a:pt x="1085" y="574"/>
                    <a:pt x="1079" y="578"/>
                    <a:pt x="1081" y="581"/>
                  </a:cubicBezTo>
                  <a:cubicBezTo>
                    <a:pt x="1091" y="602"/>
                    <a:pt x="1097" y="624"/>
                    <a:pt x="1099" y="647"/>
                  </a:cubicBezTo>
                  <a:cubicBezTo>
                    <a:pt x="1107" y="679"/>
                    <a:pt x="1112" y="712"/>
                    <a:pt x="1114" y="745"/>
                  </a:cubicBezTo>
                  <a:cubicBezTo>
                    <a:pt x="1114" y="746"/>
                    <a:pt x="1114" y="746"/>
                    <a:pt x="1114" y="747"/>
                  </a:cubicBezTo>
                  <a:lnTo>
                    <a:pt x="1114" y="748"/>
                  </a:lnTo>
                  <a:lnTo>
                    <a:pt x="1101" y="753"/>
                  </a:lnTo>
                  <a:cubicBezTo>
                    <a:pt x="1101" y="721"/>
                    <a:pt x="1098" y="689"/>
                    <a:pt x="1091" y="657"/>
                  </a:cubicBezTo>
                  <a:cubicBezTo>
                    <a:pt x="1090" y="653"/>
                    <a:pt x="1083" y="653"/>
                    <a:pt x="1082" y="657"/>
                  </a:cubicBezTo>
                  <a:cubicBezTo>
                    <a:pt x="1080" y="677"/>
                    <a:pt x="1079" y="697"/>
                    <a:pt x="1079" y="716"/>
                  </a:cubicBezTo>
                  <a:cubicBezTo>
                    <a:pt x="1079" y="727"/>
                    <a:pt x="1079" y="738"/>
                    <a:pt x="1080" y="748"/>
                  </a:cubicBezTo>
                  <a:cubicBezTo>
                    <a:pt x="1077" y="752"/>
                    <a:pt x="1080" y="757"/>
                    <a:pt x="1084" y="760"/>
                  </a:cubicBezTo>
                  <a:lnTo>
                    <a:pt x="1074" y="764"/>
                  </a:lnTo>
                  <a:cubicBezTo>
                    <a:pt x="1072" y="757"/>
                    <a:pt x="1073" y="749"/>
                    <a:pt x="1071" y="741"/>
                  </a:cubicBezTo>
                  <a:cubicBezTo>
                    <a:pt x="1068" y="728"/>
                    <a:pt x="1066" y="715"/>
                    <a:pt x="1064" y="702"/>
                  </a:cubicBezTo>
                  <a:lnTo>
                    <a:pt x="1064" y="701"/>
                  </a:lnTo>
                  <a:cubicBezTo>
                    <a:pt x="1064" y="685"/>
                    <a:pt x="1060" y="670"/>
                    <a:pt x="1052" y="656"/>
                  </a:cubicBezTo>
                  <a:cubicBezTo>
                    <a:pt x="1052" y="655"/>
                    <a:pt x="1051" y="655"/>
                    <a:pt x="1051" y="654"/>
                  </a:cubicBezTo>
                  <a:cubicBezTo>
                    <a:pt x="1047" y="650"/>
                    <a:pt x="1041" y="656"/>
                    <a:pt x="1043" y="661"/>
                  </a:cubicBezTo>
                  <a:cubicBezTo>
                    <a:pt x="1044" y="664"/>
                    <a:pt x="1044" y="666"/>
                    <a:pt x="1044" y="669"/>
                  </a:cubicBezTo>
                  <a:cubicBezTo>
                    <a:pt x="1044" y="671"/>
                    <a:pt x="1044" y="675"/>
                    <a:pt x="1043" y="678"/>
                  </a:cubicBezTo>
                  <a:cubicBezTo>
                    <a:pt x="1044" y="684"/>
                    <a:pt x="1044" y="689"/>
                    <a:pt x="1044" y="694"/>
                  </a:cubicBezTo>
                  <a:cubicBezTo>
                    <a:pt x="1044" y="699"/>
                    <a:pt x="1044" y="704"/>
                    <a:pt x="1043" y="710"/>
                  </a:cubicBezTo>
                  <a:cubicBezTo>
                    <a:pt x="1044" y="720"/>
                    <a:pt x="1046" y="730"/>
                    <a:pt x="1049" y="740"/>
                  </a:cubicBezTo>
                  <a:cubicBezTo>
                    <a:pt x="1049" y="746"/>
                    <a:pt x="1049" y="751"/>
                    <a:pt x="1050" y="757"/>
                  </a:cubicBezTo>
                  <a:cubicBezTo>
                    <a:pt x="1049" y="755"/>
                    <a:pt x="1048" y="752"/>
                    <a:pt x="1046" y="750"/>
                  </a:cubicBezTo>
                  <a:cubicBezTo>
                    <a:pt x="1035" y="731"/>
                    <a:pt x="1026" y="710"/>
                    <a:pt x="1019" y="689"/>
                  </a:cubicBezTo>
                  <a:lnTo>
                    <a:pt x="1019" y="688"/>
                  </a:lnTo>
                  <a:cubicBezTo>
                    <a:pt x="1018" y="687"/>
                    <a:pt x="1018" y="686"/>
                    <a:pt x="1017" y="686"/>
                  </a:cubicBezTo>
                  <a:cubicBezTo>
                    <a:pt x="1016" y="685"/>
                    <a:pt x="1016" y="686"/>
                    <a:pt x="1015" y="686"/>
                  </a:cubicBezTo>
                  <a:cubicBezTo>
                    <a:pt x="1014" y="686"/>
                    <a:pt x="1013" y="685"/>
                    <a:pt x="1012" y="686"/>
                  </a:cubicBezTo>
                  <a:cubicBezTo>
                    <a:pt x="1011" y="687"/>
                    <a:pt x="1011" y="687"/>
                    <a:pt x="1011" y="688"/>
                  </a:cubicBezTo>
                  <a:cubicBezTo>
                    <a:pt x="1010" y="689"/>
                    <a:pt x="1010" y="689"/>
                    <a:pt x="1010" y="690"/>
                  </a:cubicBezTo>
                  <a:cubicBezTo>
                    <a:pt x="1010" y="693"/>
                    <a:pt x="1010" y="696"/>
                    <a:pt x="1010" y="699"/>
                  </a:cubicBezTo>
                  <a:cubicBezTo>
                    <a:pt x="1010" y="723"/>
                    <a:pt x="1014" y="747"/>
                    <a:pt x="1022" y="769"/>
                  </a:cubicBezTo>
                  <a:lnTo>
                    <a:pt x="1012" y="773"/>
                  </a:lnTo>
                  <a:cubicBezTo>
                    <a:pt x="1006" y="764"/>
                    <a:pt x="996" y="745"/>
                    <a:pt x="993" y="741"/>
                  </a:cubicBezTo>
                  <a:cubicBezTo>
                    <a:pt x="973" y="710"/>
                    <a:pt x="977" y="670"/>
                    <a:pt x="963" y="637"/>
                  </a:cubicBezTo>
                  <a:lnTo>
                    <a:pt x="963" y="636"/>
                  </a:lnTo>
                  <a:cubicBezTo>
                    <a:pt x="963" y="636"/>
                    <a:pt x="962" y="634"/>
                    <a:pt x="961" y="634"/>
                  </a:cubicBezTo>
                  <a:cubicBezTo>
                    <a:pt x="960" y="633"/>
                    <a:pt x="960" y="634"/>
                    <a:pt x="959" y="634"/>
                  </a:cubicBezTo>
                  <a:cubicBezTo>
                    <a:pt x="958" y="634"/>
                    <a:pt x="957" y="633"/>
                    <a:pt x="956" y="634"/>
                  </a:cubicBezTo>
                  <a:cubicBezTo>
                    <a:pt x="955" y="634"/>
                    <a:pt x="955" y="635"/>
                    <a:pt x="954" y="636"/>
                  </a:cubicBezTo>
                  <a:cubicBezTo>
                    <a:pt x="953" y="637"/>
                    <a:pt x="954" y="638"/>
                    <a:pt x="954" y="639"/>
                  </a:cubicBezTo>
                  <a:lnTo>
                    <a:pt x="954" y="640"/>
                  </a:lnTo>
                  <a:cubicBezTo>
                    <a:pt x="957" y="656"/>
                    <a:pt x="959" y="672"/>
                    <a:pt x="959" y="688"/>
                  </a:cubicBezTo>
                  <a:cubicBezTo>
                    <a:pt x="959" y="689"/>
                    <a:pt x="959" y="691"/>
                    <a:pt x="959" y="692"/>
                  </a:cubicBezTo>
                  <a:cubicBezTo>
                    <a:pt x="961" y="709"/>
                    <a:pt x="966" y="726"/>
                    <a:pt x="972" y="742"/>
                  </a:cubicBezTo>
                  <a:cubicBezTo>
                    <a:pt x="976" y="752"/>
                    <a:pt x="981" y="762"/>
                    <a:pt x="986" y="772"/>
                  </a:cubicBezTo>
                  <a:cubicBezTo>
                    <a:pt x="989" y="776"/>
                    <a:pt x="991" y="779"/>
                    <a:pt x="993" y="783"/>
                  </a:cubicBezTo>
                  <a:cubicBezTo>
                    <a:pt x="986" y="787"/>
                    <a:pt x="979" y="791"/>
                    <a:pt x="972" y="795"/>
                  </a:cubicBezTo>
                  <a:cubicBezTo>
                    <a:pt x="970" y="792"/>
                    <a:pt x="968" y="789"/>
                    <a:pt x="967" y="787"/>
                  </a:cubicBezTo>
                  <a:cubicBezTo>
                    <a:pt x="960" y="777"/>
                    <a:pt x="957" y="765"/>
                    <a:pt x="951" y="755"/>
                  </a:cubicBezTo>
                  <a:cubicBezTo>
                    <a:pt x="950" y="754"/>
                    <a:pt x="950" y="753"/>
                    <a:pt x="949" y="753"/>
                  </a:cubicBezTo>
                  <a:cubicBezTo>
                    <a:pt x="948" y="753"/>
                    <a:pt x="947" y="752"/>
                    <a:pt x="946" y="752"/>
                  </a:cubicBezTo>
                  <a:cubicBezTo>
                    <a:pt x="945" y="752"/>
                    <a:pt x="944" y="752"/>
                    <a:pt x="943" y="753"/>
                  </a:cubicBezTo>
                  <a:cubicBezTo>
                    <a:pt x="942" y="754"/>
                    <a:pt x="941" y="754"/>
                    <a:pt x="941" y="755"/>
                  </a:cubicBezTo>
                  <a:cubicBezTo>
                    <a:pt x="940" y="756"/>
                    <a:pt x="941" y="757"/>
                    <a:pt x="941" y="758"/>
                  </a:cubicBezTo>
                  <a:lnTo>
                    <a:pt x="941" y="759"/>
                  </a:lnTo>
                  <a:cubicBezTo>
                    <a:pt x="945" y="771"/>
                    <a:pt x="947" y="784"/>
                    <a:pt x="952" y="796"/>
                  </a:cubicBezTo>
                  <a:cubicBezTo>
                    <a:pt x="953" y="798"/>
                    <a:pt x="954" y="799"/>
                    <a:pt x="955" y="801"/>
                  </a:cubicBezTo>
                  <a:cubicBezTo>
                    <a:pt x="956" y="802"/>
                    <a:pt x="956" y="803"/>
                    <a:pt x="957" y="804"/>
                  </a:cubicBezTo>
                  <a:cubicBezTo>
                    <a:pt x="950" y="808"/>
                    <a:pt x="944" y="813"/>
                    <a:pt x="937" y="817"/>
                  </a:cubicBezTo>
                  <a:cubicBezTo>
                    <a:pt x="928" y="802"/>
                    <a:pt x="922" y="784"/>
                    <a:pt x="919" y="766"/>
                  </a:cubicBezTo>
                  <a:cubicBezTo>
                    <a:pt x="913" y="754"/>
                    <a:pt x="909" y="741"/>
                    <a:pt x="906" y="727"/>
                  </a:cubicBezTo>
                  <a:cubicBezTo>
                    <a:pt x="906" y="727"/>
                    <a:pt x="906" y="726"/>
                    <a:pt x="905" y="726"/>
                  </a:cubicBezTo>
                  <a:cubicBezTo>
                    <a:pt x="905" y="726"/>
                    <a:pt x="905" y="725"/>
                    <a:pt x="904" y="725"/>
                  </a:cubicBezTo>
                  <a:lnTo>
                    <a:pt x="903" y="725"/>
                  </a:lnTo>
                  <a:cubicBezTo>
                    <a:pt x="902" y="725"/>
                    <a:pt x="901" y="725"/>
                    <a:pt x="901" y="725"/>
                  </a:cubicBezTo>
                  <a:cubicBezTo>
                    <a:pt x="900" y="725"/>
                    <a:pt x="900" y="726"/>
                    <a:pt x="900" y="726"/>
                  </a:cubicBezTo>
                  <a:lnTo>
                    <a:pt x="899" y="727"/>
                  </a:lnTo>
                  <a:cubicBezTo>
                    <a:pt x="897" y="736"/>
                    <a:pt x="896" y="745"/>
                    <a:pt x="896" y="755"/>
                  </a:cubicBezTo>
                  <a:cubicBezTo>
                    <a:pt x="896" y="764"/>
                    <a:pt x="897" y="774"/>
                    <a:pt x="899" y="783"/>
                  </a:cubicBezTo>
                  <a:cubicBezTo>
                    <a:pt x="902" y="801"/>
                    <a:pt x="908" y="819"/>
                    <a:pt x="916" y="835"/>
                  </a:cubicBezTo>
                  <a:cubicBezTo>
                    <a:pt x="910" y="841"/>
                    <a:pt x="904" y="847"/>
                    <a:pt x="898" y="853"/>
                  </a:cubicBezTo>
                  <a:lnTo>
                    <a:pt x="898" y="852"/>
                  </a:lnTo>
                  <a:cubicBezTo>
                    <a:pt x="895" y="848"/>
                    <a:pt x="893" y="843"/>
                    <a:pt x="892" y="838"/>
                  </a:cubicBezTo>
                  <a:cubicBezTo>
                    <a:pt x="882" y="805"/>
                    <a:pt x="872" y="772"/>
                    <a:pt x="864" y="738"/>
                  </a:cubicBezTo>
                  <a:cubicBezTo>
                    <a:pt x="851" y="671"/>
                    <a:pt x="857" y="605"/>
                    <a:pt x="843" y="538"/>
                  </a:cubicBezTo>
                  <a:cubicBezTo>
                    <a:pt x="831" y="477"/>
                    <a:pt x="818" y="417"/>
                    <a:pt x="804" y="356"/>
                  </a:cubicBezTo>
                  <a:cubicBezTo>
                    <a:pt x="795" y="302"/>
                    <a:pt x="790" y="248"/>
                    <a:pt x="790" y="193"/>
                  </a:cubicBezTo>
                  <a:cubicBezTo>
                    <a:pt x="790" y="192"/>
                    <a:pt x="790" y="191"/>
                    <a:pt x="790" y="190"/>
                  </a:cubicBezTo>
                  <a:cubicBezTo>
                    <a:pt x="793" y="193"/>
                    <a:pt x="796" y="196"/>
                    <a:pt x="799" y="200"/>
                  </a:cubicBezTo>
                  <a:cubicBezTo>
                    <a:pt x="831" y="231"/>
                    <a:pt x="852" y="262"/>
                    <a:pt x="892" y="286"/>
                  </a:cubicBezTo>
                  <a:cubicBezTo>
                    <a:pt x="896" y="288"/>
                    <a:pt x="901" y="284"/>
                    <a:pt x="898" y="280"/>
                  </a:cubicBezTo>
                  <a:cubicBezTo>
                    <a:pt x="889" y="265"/>
                    <a:pt x="877" y="251"/>
                    <a:pt x="864" y="239"/>
                  </a:cubicBezTo>
                  <a:cubicBezTo>
                    <a:pt x="843" y="220"/>
                    <a:pt x="827" y="196"/>
                    <a:pt x="806" y="175"/>
                  </a:cubicBezTo>
                  <a:cubicBezTo>
                    <a:pt x="799" y="168"/>
                    <a:pt x="792" y="159"/>
                    <a:pt x="786" y="150"/>
                  </a:cubicBezTo>
                  <a:cubicBezTo>
                    <a:pt x="783" y="145"/>
                    <a:pt x="779" y="140"/>
                    <a:pt x="775" y="134"/>
                  </a:cubicBezTo>
                  <a:cubicBezTo>
                    <a:pt x="804" y="152"/>
                    <a:pt x="832" y="172"/>
                    <a:pt x="859" y="193"/>
                  </a:cubicBezTo>
                  <a:cubicBezTo>
                    <a:pt x="862" y="196"/>
                    <a:pt x="867" y="192"/>
                    <a:pt x="865" y="188"/>
                  </a:cubicBezTo>
                  <a:cubicBezTo>
                    <a:pt x="851" y="158"/>
                    <a:pt x="804" y="138"/>
                    <a:pt x="778" y="119"/>
                  </a:cubicBezTo>
                  <a:cubicBezTo>
                    <a:pt x="770" y="113"/>
                    <a:pt x="762" y="106"/>
                    <a:pt x="753" y="99"/>
                  </a:cubicBezTo>
                  <a:lnTo>
                    <a:pt x="751" y="95"/>
                  </a:lnTo>
                  <a:cubicBezTo>
                    <a:pt x="748" y="91"/>
                    <a:pt x="745" y="88"/>
                    <a:pt x="740" y="85"/>
                  </a:cubicBezTo>
                  <a:cubicBezTo>
                    <a:pt x="738" y="84"/>
                    <a:pt x="736" y="83"/>
                    <a:pt x="734" y="83"/>
                  </a:cubicBezTo>
                  <a:cubicBezTo>
                    <a:pt x="725" y="74"/>
                    <a:pt x="717" y="66"/>
                    <a:pt x="709" y="57"/>
                  </a:cubicBezTo>
                  <a:cubicBezTo>
                    <a:pt x="694" y="39"/>
                    <a:pt x="670" y="24"/>
                    <a:pt x="663" y="2"/>
                  </a:cubicBezTo>
                  <a:lnTo>
                    <a:pt x="663" y="1"/>
                  </a:lnTo>
                  <a:cubicBezTo>
                    <a:pt x="662" y="1"/>
                    <a:pt x="662" y="0"/>
                    <a:pt x="661" y="0"/>
                  </a:cubicBezTo>
                  <a:lnTo>
                    <a:pt x="660" y="0"/>
                  </a:lnTo>
                  <a:cubicBezTo>
                    <a:pt x="659" y="0"/>
                    <a:pt x="659" y="0"/>
                    <a:pt x="658" y="0"/>
                  </a:cubicBezTo>
                  <a:lnTo>
                    <a:pt x="657" y="1"/>
                  </a:lnTo>
                  <a:cubicBezTo>
                    <a:pt x="657" y="2"/>
                    <a:pt x="656" y="2"/>
                    <a:pt x="656" y="3"/>
                  </a:cubicBezTo>
                  <a:lnTo>
                    <a:pt x="657" y="4"/>
                  </a:lnTo>
                  <a:cubicBezTo>
                    <a:pt x="664" y="41"/>
                    <a:pt x="707" y="84"/>
                    <a:pt x="735" y="106"/>
                  </a:cubicBezTo>
                  <a:cubicBezTo>
                    <a:pt x="747" y="124"/>
                    <a:pt x="757" y="148"/>
                    <a:pt x="767" y="163"/>
                  </a:cubicBezTo>
                  <a:cubicBezTo>
                    <a:pt x="770" y="166"/>
                    <a:pt x="772" y="169"/>
                    <a:pt x="775" y="172"/>
                  </a:cubicBezTo>
                  <a:cubicBezTo>
                    <a:pt x="767" y="299"/>
                    <a:pt x="804" y="417"/>
                    <a:pt x="824" y="541"/>
                  </a:cubicBezTo>
                  <a:cubicBezTo>
                    <a:pt x="835" y="609"/>
                    <a:pt x="834" y="677"/>
                    <a:pt x="844" y="744"/>
                  </a:cubicBezTo>
                  <a:cubicBezTo>
                    <a:pt x="848" y="774"/>
                    <a:pt x="855" y="803"/>
                    <a:pt x="865" y="832"/>
                  </a:cubicBezTo>
                  <a:cubicBezTo>
                    <a:pt x="870" y="845"/>
                    <a:pt x="874" y="858"/>
                    <a:pt x="879" y="871"/>
                  </a:cubicBezTo>
                  <a:cubicBezTo>
                    <a:pt x="879" y="872"/>
                    <a:pt x="879" y="872"/>
                    <a:pt x="880" y="873"/>
                  </a:cubicBezTo>
                  <a:cubicBezTo>
                    <a:pt x="882" y="875"/>
                    <a:pt x="883" y="878"/>
                    <a:pt x="886" y="879"/>
                  </a:cubicBezTo>
                  <a:cubicBezTo>
                    <a:pt x="885" y="881"/>
                    <a:pt x="885" y="883"/>
                    <a:pt x="885" y="884"/>
                  </a:cubicBezTo>
                  <a:cubicBezTo>
                    <a:pt x="885" y="889"/>
                    <a:pt x="886" y="894"/>
                    <a:pt x="889" y="898"/>
                  </a:cubicBezTo>
                  <a:cubicBezTo>
                    <a:pt x="891" y="902"/>
                    <a:pt x="894" y="905"/>
                    <a:pt x="898" y="908"/>
                  </a:cubicBezTo>
                  <a:lnTo>
                    <a:pt x="899" y="908"/>
                  </a:lnTo>
                  <a:cubicBezTo>
                    <a:pt x="902" y="910"/>
                    <a:pt x="905" y="911"/>
                    <a:pt x="909" y="911"/>
                  </a:cubicBezTo>
                  <a:cubicBezTo>
                    <a:pt x="912" y="911"/>
                    <a:pt x="916" y="910"/>
                    <a:pt x="919" y="908"/>
                  </a:cubicBezTo>
                  <a:lnTo>
                    <a:pt x="920" y="908"/>
                  </a:lnTo>
                  <a:lnTo>
                    <a:pt x="917" y="925"/>
                  </a:lnTo>
                  <a:lnTo>
                    <a:pt x="913" y="926"/>
                  </a:lnTo>
                  <a:cubicBezTo>
                    <a:pt x="912" y="926"/>
                    <a:pt x="911" y="926"/>
                    <a:pt x="910" y="927"/>
                  </a:cubicBezTo>
                  <a:cubicBezTo>
                    <a:pt x="909" y="927"/>
                    <a:pt x="908" y="928"/>
                    <a:pt x="907" y="930"/>
                  </a:cubicBezTo>
                  <a:cubicBezTo>
                    <a:pt x="906" y="931"/>
                    <a:pt x="905" y="933"/>
                    <a:pt x="905" y="935"/>
                  </a:cubicBezTo>
                  <a:cubicBezTo>
                    <a:pt x="905" y="936"/>
                    <a:pt x="906" y="938"/>
                    <a:pt x="907" y="940"/>
                  </a:cubicBezTo>
                  <a:cubicBezTo>
                    <a:pt x="908" y="941"/>
                    <a:pt x="909" y="942"/>
                    <a:pt x="910" y="943"/>
                  </a:cubicBezTo>
                  <a:cubicBezTo>
                    <a:pt x="911" y="943"/>
                    <a:pt x="912" y="944"/>
                    <a:pt x="913" y="944"/>
                  </a:cubicBezTo>
                  <a:lnTo>
                    <a:pt x="914" y="944"/>
                  </a:lnTo>
                  <a:cubicBezTo>
                    <a:pt x="910" y="962"/>
                    <a:pt x="906" y="978"/>
                    <a:pt x="900" y="978"/>
                  </a:cubicBezTo>
                  <a:cubicBezTo>
                    <a:pt x="878" y="981"/>
                    <a:pt x="862" y="1021"/>
                    <a:pt x="853" y="1037"/>
                  </a:cubicBezTo>
                  <a:cubicBezTo>
                    <a:pt x="847" y="1048"/>
                    <a:pt x="852" y="1077"/>
                    <a:pt x="845" y="1078"/>
                  </a:cubicBezTo>
                  <a:cubicBezTo>
                    <a:pt x="844" y="1079"/>
                    <a:pt x="843" y="1079"/>
                    <a:pt x="841" y="1080"/>
                  </a:cubicBezTo>
                  <a:cubicBezTo>
                    <a:pt x="823" y="1086"/>
                    <a:pt x="791" y="1111"/>
                    <a:pt x="793" y="1132"/>
                  </a:cubicBezTo>
                  <a:cubicBezTo>
                    <a:pt x="796" y="1157"/>
                    <a:pt x="791" y="1151"/>
                    <a:pt x="775" y="1160"/>
                  </a:cubicBezTo>
                  <a:cubicBezTo>
                    <a:pt x="765" y="1167"/>
                    <a:pt x="756" y="1175"/>
                    <a:pt x="749" y="1184"/>
                  </a:cubicBezTo>
                  <a:cubicBezTo>
                    <a:pt x="746" y="1187"/>
                    <a:pt x="743" y="1190"/>
                    <a:pt x="741" y="1194"/>
                  </a:cubicBezTo>
                  <a:cubicBezTo>
                    <a:pt x="739" y="1198"/>
                    <a:pt x="737" y="1203"/>
                    <a:pt x="736" y="1208"/>
                  </a:cubicBezTo>
                  <a:cubicBezTo>
                    <a:pt x="736" y="1208"/>
                    <a:pt x="736" y="1209"/>
                    <a:pt x="736" y="1210"/>
                  </a:cubicBezTo>
                  <a:cubicBezTo>
                    <a:pt x="736" y="1210"/>
                    <a:pt x="736" y="1211"/>
                    <a:pt x="736" y="1212"/>
                  </a:cubicBezTo>
                  <a:cubicBezTo>
                    <a:pt x="736" y="1214"/>
                    <a:pt x="736" y="1216"/>
                    <a:pt x="736" y="1218"/>
                  </a:cubicBezTo>
                  <a:cubicBezTo>
                    <a:pt x="735" y="1218"/>
                    <a:pt x="734" y="1218"/>
                    <a:pt x="734" y="1218"/>
                  </a:cubicBezTo>
                  <a:cubicBezTo>
                    <a:pt x="732" y="1218"/>
                    <a:pt x="730" y="1218"/>
                    <a:pt x="729" y="1219"/>
                  </a:cubicBezTo>
                  <a:cubicBezTo>
                    <a:pt x="727" y="1220"/>
                    <a:pt x="727" y="1221"/>
                    <a:pt x="726" y="1222"/>
                  </a:cubicBezTo>
                  <a:cubicBezTo>
                    <a:pt x="715" y="1244"/>
                    <a:pt x="681" y="1258"/>
                    <a:pt x="660" y="1271"/>
                  </a:cubicBezTo>
                  <a:cubicBezTo>
                    <a:pt x="634" y="1288"/>
                    <a:pt x="611" y="1307"/>
                    <a:pt x="586" y="1325"/>
                  </a:cubicBezTo>
                  <a:cubicBezTo>
                    <a:pt x="547" y="1353"/>
                    <a:pt x="502" y="1373"/>
                    <a:pt x="464" y="1402"/>
                  </a:cubicBezTo>
                  <a:cubicBezTo>
                    <a:pt x="387" y="1458"/>
                    <a:pt x="292" y="1495"/>
                    <a:pt x="218" y="1555"/>
                  </a:cubicBezTo>
                  <a:cubicBezTo>
                    <a:pt x="196" y="1519"/>
                    <a:pt x="125" y="1551"/>
                    <a:pt x="95" y="1562"/>
                  </a:cubicBezTo>
                  <a:cubicBezTo>
                    <a:pt x="89" y="1565"/>
                    <a:pt x="84" y="1567"/>
                    <a:pt x="78" y="1571"/>
                  </a:cubicBezTo>
                  <a:cubicBezTo>
                    <a:pt x="54" y="1584"/>
                    <a:pt x="34" y="1604"/>
                    <a:pt x="21" y="1628"/>
                  </a:cubicBezTo>
                  <a:cubicBezTo>
                    <a:pt x="7" y="1652"/>
                    <a:pt x="0" y="1679"/>
                    <a:pt x="0" y="1707"/>
                  </a:cubicBezTo>
                  <a:cubicBezTo>
                    <a:pt x="0" y="1722"/>
                    <a:pt x="2" y="1736"/>
                    <a:pt x="6" y="1751"/>
                  </a:cubicBezTo>
                  <a:cubicBezTo>
                    <a:pt x="6" y="1751"/>
                    <a:pt x="6" y="1752"/>
                    <a:pt x="6" y="1753"/>
                  </a:cubicBezTo>
                  <a:cubicBezTo>
                    <a:pt x="7" y="1754"/>
                    <a:pt x="8" y="1754"/>
                    <a:pt x="9" y="1755"/>
                  </a:cubicBezTo>
                  <a:cubicBezTo>
                    <a:pt x="10" y="1756"/>
                    <a:pt x="10" y="1756"/>
                    <a:pt x="12" y="1756"/>
                  </a:cubicBezTo>
                  <a:cubicBezTo>
                    <a:pt x="13" y="1756"/>
                    <a:pt x="15" y="1756"/>
                    <a:pt x="16" y="1755"/>
                  </a:cubicBezTo>
                  <a:cubicBezTo>
                    <a:pt x="17" y="1754"/>
                    <a:pt x="17" y="1754"/>
                    <a:pt x="18" y="1753"/>
                  </a:cubicBezTo>
                  <a:cubicBezTo>
                    <a:pt x="30" y="1736"/>
                    <a:pt x="43" y="1719"/>
                    <a:pt x="58" y="1704"/>
                  </a:cubicBezTo>
                  <a:cubicBezTo>
                    <a:pt x="59" y="1704"/>
                    <a:pt x="59" y="1704"/>
                    <a:pt x="59" y="1705"/>
                  </a:cubicBezTo>
                  <a:cubicBezTo>
                    <a:pt x="59" y="1705"/>
                    <a:pt x="60" y="1705"/>
                    <a:pt x="61" y="1705"/>
                  </a:cubicBezTo>
                  <a:lnTo>
                    <a:pt x="62" y="1705"/>
                  </a:lnTo>
                  <a:cubicBezTo>
                    <a:pt x="63" y="1704"/>
                    <a:pt x="63" y="1704"/>
                    <a:pt x="63" y="1703"/>
                  </a:cubicBezTo>
                  <a:lnTo>
                    <a:pt x="64" y="1703"/>
                  </a:lnTo>
                  <a:cubicBezTo>
                    <a:pt x="64" y="1702"/>
                    <a:pt x="64" y="1701"/>
                    <a:pt x="65" y="1700"/>
                  </a:cubicBezTo>
                  <a:cubicBezTo>
                    <a:pt x="66" y="1698"/>
                    <a:pt x="67" y="1697"/>
                    <a:pt x="69" y="1695"/>
                  </a:cubicBezTo>
                  <a:cubicBezTo>
                    <a:pt x="73" y="1692"/>
                    <a:pt x="78" y="1688"/>
                    <a:pt x="83" y="1685"/>
                  </a:cubicBezTo>
                  <a:cubicBezTo>
                    <a:pt x="84" y="1685"/>
                    <a:pt x="85" y="1684"/>
                    <a:pt x="86" y="1684"/>
                  </a:cubicBezTo>
                  <a:lnTo>
                    <a:pt x="86" y="1683"/>
                  </a:lnTo>
                  <a:lnTo>
                    <a:pt x="88" y="1682"/>
                  </a:lnTo>
                  <a:cubicBezTo>
                    <a:pt x="90" y="1680"/>
                    <a:pt x="92" y="1678"/>
                    <a:pt x="95" y="1677"/>
                  </a:cubicBezTo>
                  <a:cubicBezTo>
                    <a:pt x="102" y="1673"/>
                    <a:pt x="110" y="1670"/>
                    <a:pt x="118" y="1670"/>
                  </a:cubicBezTo>
                  <a:cubicBezTo>
                    <a:pt x="115" y="1682"/>
                    <a:pt x="114" y="1695"/>
                    <a:pt x="114" y="1707"/>
                  </a:cubicBezTo>
                  <a:cubicBezTo>
                    <a:pt x="114" y="1716"/>
                    <a:pt x="115" y="1724"/>
                    <a:pt x="116" y="1733"/>
                  </a:cubicBezTo>
                  <a:cubicBezTo>
                    <a:pt x="116" y="1733"/>
                    <a:pt x="116" y="1734"/>
                    <a:pt x="117" y="1735"/>
                  </a:cubicBezTo>
                  <a:cubicBezTo>
                    <a:pt x="117" y="1736"/>
                    <a:pt x="118" y="1737"/>
                    <a:pt x="120" y="1738"/>
                  </a:cubicBezTo>
                  <a:cubicBezTo>
                    <a:pt x="122" y="1739"/>
                    <a:pt x="122" y="1739"/>
                    <a:pt x="124" y="1739"/>
                  </a:cubicBezTo>
                  <a:cubicBezTo>
                    <a:pt x="125" y="1739"/>
                    <a:pt x="126" y="1739"/>
                    <a:pt x="127" y="1738"/>
                  </a:cubicBezTo>
                  <a:cubicBezTo>
                    <a:pt x="129" y="1738"/>
                    <a:pt x="131" y="1737"/>
                    <a:pt x="132" y="1736"/>
                  </a:cubicBezTo>
                  <a:cubicBezTo>
                    <a:pt x="134" y="1735"/>
                    <a:pt x="136" y="1734"/>
                    <a:pt x="137" y="1732"/>
                  </a:cubicBezTo>
                  <a:cubicBezTo>
                    <a:pt x="151" y="1711"/>
                    <a:pt x="168" y="1693"/>
                    <a:pt x="188" y="1678"/>
                  </a:cubicBezTo>
                  <a:cubicBezTo>
                    <a:pt x="217" y="1656"/>
                    <a:pt x="258" y="1674"/>
                    <a:pt x="289" y="1663"/>
                  </a:cubicBezTo>
                  <a:cubicBezTo>
                    <a:pt x="289" y="1662"/>
                    <a:pt x="290" y="1662"/>
                    <a:pt x="290" y="1662"/>
                  </a:cubicBezTo>
                  <a:cubicBezTo>
                    <a:pt x="293" y="1660"/>
                    <a:pt x="296" y="1657"/>
                    <a:pt x="298" y="1654"/>
                  </a:cubicBezTo>
                  <a:cubicBezTo>
                    <a:pt x="300" y="1651"/>
                    <a:pt x="301" y="1648"/>
                    <a:pt x="301" y="1644"/>
                  </a:cubicBezTo>
                  <a:cubicBezTo>
                    <a:pt x="305" y="1644"/>
                    <a:pt x="308" y="1644"/>
                    <a:pt x="314" y="1640"/>
                  </a:cubicBezTo>
                  <a:cubicBezTo>
                    <a:pt x="337" y="1630"/>
                    <a:pt x="361" y="1621"/>
                    <a:pt x="386" y="1613"/>
                  </a:cubicBezTo>
                  <a:cubicBezTo>
                    <a:pt x="405" y="1603"/>
                    <a:pt x="424" y="1594"/>
                    <a:pt x="445" y="1587"/>
                  </a:cubicBezTo>
                  <a:cubicBezTo>
                    <a:pt x="454" y="1584"/>
                    <a:pt x="463" y="1580"/>
                    <a:pt x="472" y="1575"/>
                  </a:cubicBezTo>
                  <a:cubicBezTo>
                    <a:pt x="472" y="1575"/>
                    <a:pt x="473" y="1574"/>
                    <a:pt x="474" y="1574"/>
                  </a:cubicBezTo>
                  <a:cubicBezTo>
                    <a:pt x="459" y="1584"/>
                    <a:pt x="447" y="1597"/>
                    <a:pt x="438" y="1612"/>
                  </a:cubicBezTo>
                  <a:cubicBezTo>
                    <a:pt x="435" y="1617"/>
                    <a:pt x="433" y="1623"/>
                    <a:pt x="431" y="1628"/>
                  </a:cubicBezTo>
                  <a:cubicBezTo>
                    <a:pt x="427" y="1638"/>
                    <a:pt x="425" y="1649"/>
                    <a:pt x="425" y="1661"/>
                  </a:cubicBezTo>
                  <a:cubicBezTo>
                    <a:pt x="425" y="1676"/>
                    <a:pt x="429" y="1692"/>
                    <a:pt x="436" y="1705"/>
                  </a:cubicBezTo>
                  <a:cubicBezTo>
                    <a:pt x="443" y="1717"/>
                    <a:pt x="452" y="1727"/>
                    <a:pt x="463" y="1734"/>
                  </a:cubicBezTo>
                  <a:lnTo>
                    <a:pt x="465" y="1736"/>
                  </a:lnTo>
                  <a:cubicBezTo>
                    <a:pt x="467" y="1737"/>
                    <a:pt x="469" y="1738"/>
                    <a:pt x="471" y="1739"/>
                  </a:cubicBezTo>
                  <a:cubicBezTo>
                    <a:pt x="472" y="1740"/>
                    <a:pt x="474" y="1741"/>
                    <a:pt x="476" y="1741"/>
                  </a:cubicBezTo>
                  <a:cubicBezTo>
                    <a:pt x="478" y="1741"/>
                    <a:pt x="479" y="1740"/>
                    <a:pt x="481" y="1739"/>
                  </a:cubicBezTo>
                  <a:cubicBezTo>
                    <a:pt x="482" y="1738"/>
                    <a:pt x="484" y="1737"/>
                    <a:pt x="485" y="1735"/>
                  </a:cubicBezTo>
                  <a:cubicBezTo>
                    <a:pt x="486" y="1734"/>
                    <a:pt x="487" y="1732"/>
                    <a:pt x="487" y="1730"/>
                  </a:cubicBezTo>
                  <a:cubicBezTo>
                    <a:pt x="488" y="1725"/>
                    <a:pt x="489" y="1720"/>
                    <a:pt x="491" y="1715"/>
                  </a:cubicBezTo>
                  <a:cubicBezTo>
                    <a:pt x="491" y="1716"/>
                    <a:pt x="492" y="1716"/>
                    <a:pt x="492" y="1716"/>
                  </a:cubicBezTo>
                  <a:cubicBezTo>
                    <a:pt x="495" y="1716"/>
                    <a:pt x="497" y="1715"/>
                    <a:pt x="499" y="1714"/>
                  </a:cubicBezTo>
                  <a:cubicBezTo>
                    <a:pt x="501" y="1712"/>
                    <a:pt x="503" y="1711"/>
                    <a:pt x="504" y="1709"/>
                  </a:cubicBezTo>
                  <a:cubicBezTo>
                    <a:pt x="505" y="1708"/>
                    <a:pt x="505" y="1707"/>
                    <a:pt x="506" y="1705"/>
                  </a:cubicBezTo>
                  <a:cubicBezTo>
                    <a:pt x="506" y="1704"/>
                    <a:pt x="529" y="1691"/>
                    <a:pt x="529" y="1691"/>
                  </a:cubicBezTo>
                  <a:cubicBezTo>
                    <a:pt x="536" y="1684"/>
                    <a:pt x="542" y="1676"/>
                    <a:pt x="548" y="1668"/>
                  </a:cubicBezTo>
                  <a:lnTo>
                    <a:pt x="573" y="1657"/>
                  </a:lnTo>
                  <a:lnTo>
                    <a:pt x="574" y="1657"/>
                  </a:lnTo>
                  <a:cubicBezTo>
                    <a:pt x="576" y="1656"/>
                    <a:pt x="578" y="1654"/>
                    <a:pt x="579" y="1652"/>
                  </a:cubicBezTo>
                  <a:cubicBezTo>
                    <a:pt x="581" y="1650"/>
                    <a:pt x="582" y="1649"/>
                    <a:pt x="583" y="1647"/>
                  </a:cubicBezTo>
                  <a:cubicBezTo>
                    <a:pt x="585" y="1643"/>
                    <a:pt x="586" y="1639"/>
                    <a:pt x="586" y="1635"/>
                  </a:cubicBezTo>
                  <a:cubicBezTo>
                    <a:pt x="586" y="1634"/>
                    <a:pt x="586" y="1632"/>
                    <a:pt x="586" y="1630"/>
                  </a:cubicBezTo>
                  <a:cubicBezTo>
                    <a:pt x="609" y="1628"/>
                    <a:pt x="633" y="1624"/>
                    <a:pt x="641" y="1597"/>
                  </a:cubicBezTo>
                  <a:cubicBezTo>
                    <a:pt x="643" y="1589"/>
                    <a:pt x="636" y="1580"/>
                    <a:pt x="644" y="1581"/>
                  </a:cubicBezTo>
                  <a:cubicBezTo>
                    <a:pt x="646" y="1581"/>
                    <a:pt x="648" y="1581"/>
                    <a:pt x="649" y="1581"/>
                  </a:cubicBezTo>
                  <a:cubicBezTo>
                    <a:pt x="657" y="1581"/>
                    <a:pt x="664" y="1578"/>
                    <a:pt x="670" y="1575"/>
                  </a:cubicBezTo>
                  <a:cubicBezTo>
                    <a:pt x="673" y="1573"/>
                    <a:pt x="675" y="1572"/>
                    <a:pt x="677" y="1571"/>
                  </a:cubicBezTo>
                  <a:cubicBezTo>
                    <a:pt x="679" y="1568"/>
                    <a:pt x="681" y="1566"/>
                    <a:pt x="683" y="1563"/>
                  </a:cubicBezTo>
                  <a:cubicBezTo>
                    <a:pt x="685" y="1559"/>
                    <a:pt x="686" y="1555"/>
                    <a:pt x="687" y="1551"/>
                  </a:cubicBezTo>
                  <a:cubicBezTo>
                    <a:pt x="687" y="1548"/>
                    <a:pt x="688" y="1546"/>
                    <a:pt x="689" y="1543"/>
                  </a:cubicBezTo>
                  <a:lnTo>
                    <a:pt x="692" y="1541"/>
                  </a:lnTo>
                  <a:cubicBezTo>
                    <a:pt x="697" y="1541"/>
                    <a:pt x="702" y="1540"/>
                    <a:pt x="706" y="1538"/>
                  </a:cubicBezTo>
                  <a:cubicBezTo>
                    <a:pt x="709" y="1537"/>
                    <a:pt x="712" y="1536"/>
                    <a:pt x="714" y="1535"/>
                  </a:cubicBezTo>
                  <a:cubicBezTo>
                    <a:pt x="723" y="1529"/>
                    <a:pt x="731" y="1522"/>
                    <a:pt x="736" y="1512"/>
                  </a:cubicBezTo>
                  <a:cubicBezTo>
                    <a:pt x="737" y="1511"/>
                    <a:pt x="738" y="1509"/>
                    <a:pt x="739" y="1507"/>
                  </a:cubicBezTo>
                  <a:cubicBezTo>
                    <a:pt x="766" y="1492"/>
                    <a:pt x="803" y="1481"/>
                    <a:pt x="822" y="1459"/>
                  </a:cubicBezTo>
                  <a:cubicBezTo>
                    <a:pt x="823" y="1458"/>
                    <a:pt x="824" y="1456"/>
                    <a:pt x="825" y="1454"/>
                  </a:cubicBezTo>
                  <a:cubicBezTo>
                    <a:pt x="831" y="1444"/>
                    <a:pt x="835" y="1433"/>
                    <a:pt x="837" y="1421"/>
                  </a:cubicBezTo>
                  <a:cubicBezTo>
                    <a:pt x="839" y="1420"/>
                    <a:pt x="841" y="1418"/>
                    <a:pt x="842" y="1416"/>
                  </a:cubicBezTo>
                  <a:cubicBezTo>
                    <a:pt x="843" y="1415"/>
                    <a:pt x="843" y="1415"/>
                    <a:pt x="843" y="1415"/>
                  </a:cubicBezTo>
                  <a:cubicBezTo>
                    <a:pt x="843" y="1414"/>
                    <a:pt x="844" y="1414"/>
                    <a:pt x="844" y="1413"/>
                  </a:cubicBezTo>
                  <a:lnTo>
                    <a:pt x="847" y="1416"/>
                  </a:lnTo>
                  <a:cubicBezTo>
                    <a:pt x="847" y="1417"/>
                    <a:pt x="847" y="1418"/>
                    <a:pt x="847" y="1420"/>
                  </a:cubicBezTo>
                  <a:cubicBezTo>
                    <a:pt x="847" y="1421"/>
                    <a:pt x="847" y="1423"/>
                    <a:pt x="847" y="1424"/>
                  </a:cubicBezTo>
                  <a:cubicBezTo>
                    <a:pt x="845" y="1425"/>
                    <a:pt x="842" y="1426"/>
                    <a:pt x="839" y="1427"/>
                  </a:cubicBezTo>
                  <a:cubicBezTo>
                    <a:pt x="838" y="1428"/>
                    <a:pt x="837" y="1428"/>
                    <a:pt x="837" y="1429"/>
                  </a:cubicBezTo>
                  <a:cubicBezTo>
                    <a:pt x="836" y="1430"/>
                    <a:pt x="837" y="1431"/>
                    <a:pt x="837" y="1431"/>
                  </a:cubicBezTo>
                  <a:cubicBezTo>
                    <a:pt x="837" y="1432"/>
                    <a:pt x="837" y="1432"/>
                    <a:pt x="837" y="1433"/>
                  </a:cubicBezTo>
                  <a:lnTo>
                    <a:pt x="837" y="1436"/>
                  </a:lnTo>
                  <a:lnTo>
                    <a:pt x="837" y="1437"/>
                  </a:lnTo>
                  <a:cubicBezTo>
                    <a:pt x="838" y="1437"/>
                    <a:pt x="838" y="1438"/>
                    <a:pt x="838" y="1438"/>
                  </a:cubicBezTo>
                  <a:cubicBezTo>
                    <a:pt x="839" y="1438"/>
                    <a:pt x="839" y="1438"/>
                    <a:pt x="840" y="1438"/>
                  </a:cubicBezTo>
                  <a:lnTo>
                    <a:pt x="841" y="1438"/>
                  </a:lnTo>
                  <a:cubicBezTo>
                    <a:pt x="842" y="1438"/>
                    <a:pt x="842" y="1437"/>
                    <a:pt x="842" y="1437"/>
                  </a:cubicBezTo>
                  <a:cubicBezTo>
                    <a:pt x="849" y="1428"/>
                    <a:pt x="914" y="1473"/>
                    <a:pt x="929" y="1480"/>
                  </a:cubicBezTo>
                  <a:cubicBezTo>
                    <a:pt x="957" y="1493"/>
                    <a:pt x="987" y="1500"/>
                    <a:pt x="1018" y="1500"/>
                  </a:cubicBezTo>
                  <a:cubicBezTo>
                    <a:pt x="1020" y="1500"/>
                    <a:pt x="1022" y="1500"/>
                    <a:pt x="1024" y="1500"/>
                  </a:cubicBezTo>
                  <a:cubicBezTo>
                    <a:pt x="1079" y="1500"/>
                    <a:pt x="1133" y="1497"/>
                    <a:pt x="1175" y="1460"/>
                  </a:cubicBezTo>
                  <a:cubicBezTo>
                    <a:pt x="1192" y="1464"/>
                    <a:pt x="1185" y="1460"/>
                    <a:pt x="1208" y="1459"/>
                  </a:cubicBezTo>
                  <a:cubicBezTo>
                    <a:pt x="1236" y="1460"/>
                    <a:pt x="1263" y="1464"/>
                    <a:pt x="1290" y="1471"/>
                  </a:cubicBezTo>
                  <a:cubicBezTo>
                    <a:pt x="1306" y="1475"/>
                    <a:pt x="1322" y="1477"/>
                    <a:pt x="1339" y="1477"/>
                  </a:cubicBezTo>
                  <a:cubicBezTo>
                    <a:pt x="1350" y="1477"/>
                    <a:pt x="1361" y="1476"/>
                    <a:pt x="1373" y="1474"/>
                  </a:cubicBezTo>
                  <a:cubicBezTo>
                    <a:pt x="1375" y="1473"/>
                    <a:pt x="1376" y="1471"/>
                    <a:pt x="1377" y="1470"/>
                  </a:cubicBezTo>
                  <a:cubicBezTo>
                    <a:pt x="1378" y="1468"/>
                    <a:pt x="1378" y="1467"/>
                    <a:pt x="1378" y="1466"/>
                  </a:cubicBezTo>
                  <a:cubicBezTo>
                    <a:pt x="1378" y="1464"/>
                    <a:pt x="1378" y="1463"/>
                    <a:pt x="1377" y="1462"/>
                  </a:cubicBezTo>
                  <a:cubicBezTo>
                    <a:pt x="1358" y="1405"/>
                    <a:pt x="1329" y="1357"/>
                    <a:pt x="1262" y="1352"/>
                  </a:cubicBezTo>
                  <a:cubicBezTo>
                    <a:pt x="1227" y="1350"/>
                    <a:pt x="1138" y="1375"/>
                    <a:pt x="1132" y="1418"/>
                  </a:cubicBezTo>
                  <a:cubicBezTo>
                    <a:pt x="1099" y="1406"/>
                    <a:pt x="1059" y="1406"/>
                    <a:pt x="1025" y="1393"/>
                  </a:cubicBezTo>
                  <a:cubicBezTo>
                    <a:pt x="949" y="1365"/>
                    <a:pt x="1035" y="1243"/>
                    <a:pt x="1056" y="1201"/>
                  </a:cubicBezTo>
                  <a:cubicBezTo>
                    <a:pt x="1068" y="1176"/>
                    <a:pt x="1081" y="1150"/>
                    <a:pt x="1093" y="1124"/>
                  </a:cubicBezTo>
                  <a:lnTo>
                    <a:pt x="1096" y="1124"/>
                  </a:lnTo>
                  <a:cubicBezTo>
                    <a:pt x="1099" y="1124"/>
                    <a:pt x="1101" y="1123"/>
                    <a:pt x="1104" y="1122"/>
                  </a:cubicBezTo>
                  <a:cubicBezTo>
                    <a:pt x="1107" y="1120"/>
                    <a:pt x="1109" y="1118"/>
                    <a:pt x="1111" y="1115"/>
                  </a:cubicBezTo>
                  <a:cubicBezTo>
                    <a:pt x="1112" y="1113"/>
                    <a:pt x="1113" y="1110"/>
                    <a:pt x="1113" y="1108"/>
                  </a:cubicBezTo>
                  <a:cubicBezTo>
                    <a:pt x="1122" y="1083"/>
                    <a:pt x="1133" y="1058"/>
                    <a:pt x="1146" y="1036"/>
                  </a:cubicBezTo>
                  <a:cubicBezTo>
                    <a:pt x="1154" y="1022"/>
                    <a:pt x="1162" y="1009"/>
                    <a:pt x="1171" y="997"/>
                  </a:cubicBezTo>
                  <a:cubicBezTo>
                    <a:pt x="1172" y="996"/>
                    <a:pt x="1173" y="994"/>
                    <a:pt x="1174" y="993"/>
                  </a:cubicBezTo>
                  <a:cubicBezTo>
                    <a:pt x="1180" y="981"/>
                    <a:pt x="1186" y="969"/>
                    <a:pt x="1190" y="956"/>
                  </a:cubicBezTo>
                  <a:cubicBezTo>
                    <a:pt x="1208" y="944"/>
                    <a:pt x="1229" y="935"/>
                    <a:pt x="1247" y="923"/>
                  </a:cubicBezTo>
                  <a:lnTo>
                    <a:pt x="1248" y="923"/>
                  </a:lnTo>
                  <a:lnTo>
                    <a:pt x="1249" y="923"/>
                  </a:lnTo>
                  <a:lnTo>
                    <a:pt x="1250" y="922"/>
                  </a:lnTo>
                  <a:cubicBezTo>
                    <a:pt x="1253" y="921"/>
                    <a:pt x="1256" y="918"/>
                    <a:pt x="1258" y="915"/>
                  </a:cubicBezTo>
                  <a:cubicBezTo>
                    <a:pt x="1287" y="896"/>
                    <a:pt x="1314" y="872"/>
                    <a:pt x="1336" y="845"/>
                  </a:cubicBezTo>
                  <a:cubicBezTo>
                    <a:pt x="1383" y="786"/>
                    <a:pt x="1408" y="700"/>
                    <a:pt x="1424" y="626"/>
                  </a:cubicBezTo>
                  <a:cubicBezTo>
                    <a:pt x="1442" y="651"/>
                    <a:pt x="1463" y="674"/>
                    <a:pt x="1486" y="695"/>
                  </a:cubicBezTo>
                  <a:cubicBezTo>
                    <a:pt x="1533" y="736"/>
                    <a:pt x="1586" y="769"/>
                    <a:pt x="1632" y="814"/>
                  </a:cubicBezTo>
                  <a:cubicBezTo>
                    <a:pt x="1689" y="871"/>
                    <a:pt x="1734" y="939"/>
                    <a:pt x="1787" y="1001"/>
                  </a:cubicBezTo>
                  <a:cubicBezTo>
                    <a:pt x="1874" y="1102"/>
                    <a:pt x="1964" y="1189"/>
                    <a:pt x="2105" y="1185"/>
                  </a:cubicBezTo>
                  <a:cubicBezTo>
                    <a:pt x="2107" y="1210"/>
                    <a:pt x="2112" y="1234"/>
                    <a:pt x="2121" y="1257"/>
                  </a:cubicBezTo>
                  <a:cubicBezTo>
                    <a:pt x="2123" y="1266"/>
                    <a:pt x="2127" y="1275"/>
                    <a:pt x="2132" y="1283"/>
                  </a:cubicBezTo>
                  <a:cubicBezTo>
                    <a:pt x="2133" y="1284"/>
                    <a:pt x="2133" y="1285"/>
                    <a:pt x="2134" y="1286"/>
                  </a:cubicBezTo>
                  <a:cubicBezTo>
                    <a:pt x="2133" y="1286"/>
                    <a:pt x="2133" y="1286"/>
                    <a:pt x="2133" y="1286"/>
                  </a:cubicBezTo>
                  <a:cubicBezTo>
                    <a:pt x="2132" y="1287"/>
                    <a:pt x="2132" y="1288"/>
                    <a:pt x="2132" y="1289"/>
                  </a:cubicBezTo>
                  <a:cubicBezTo>
                    <a:pt x="2132" y="1290"/>
                    <a:pt x="2132" y="1290"/>
                    <a:pt x="2133" y="1291"/>
                  </a:cubicBezTo>
                  <a:cubicBezTo>
                    <a:pt x="2133" y="1292"/>
                    <a:pt x="2134" y="1292"/>
                    <a:pt x="2135" y="1293"/>
                  </a:cubicBezTo>
                  <a:lnTo>
                    <a:pt x="2137" y="1293"/>
                  </a:lnTo>
                  <a:cubicBezTo>
                    <a:pt x="2138" y="1296"/>
                    <a:pt x="2139" y="1300"/>
                    <a:pt x="2139" y="1304"/>
                  </a:cubicBezTo>
                  <a:cubicBezTo>
                    <a:pt x="2140" y="1320"/>
                    <a:pt x="2144" y="1337"/>
                    <a:pt x="2145" y="1353"/>
                  </a:cubicBezTo>
                  <a:cubicBezTo>
                    <a:pt x="2152" y="1411"/>
                    <a:pt x="2147" y="1477"/>
                    <a:pt x="2167" y="1533"/>
                  </a:cubicBezTo>
                  <a:cubicBezTo>
                    <a:pt x="2175" y="1562"/>
                    <a:pt x="2180" y="1591"/>
                    <a:pt x="2184" y="1621"/>
                  </a:cubicBezTo>
                  <a:cubicBezTo>
                    <a:pt x="2187" y="1637"/>
                    <a:pt x="2191" y="1653"/>
                    <a:pt x="2194" y="1669"/>
                  </a:cubicBezTo>
                  <a:cubicBezTo>
                    <a:pt x="2193" y="1672"/>
                    <a:pt x="2191" y="1673"/>
                    <a:pt x="2190" y="1676"/>
                  </a:cubicBezTo>
                  <a:cubicBezTo>
                    <a:pt x="2177" y="1697"/>
                    <a:pt x="2161" y="1714"/>
                    <a:pt x="2141" y="1726"/>
                  </a:cubicBezTo>
                  <a:cubicBezTo>
                    <a:pt x="2134" y="1730"/>
                    <a:pt x="2128" y="1733"/>
                    <a:pt x="2121" y="1736"/>
                  </a:cubicBezTo>
                  <a:cubicBezTo>
                    <a:pt x="2096" y="1743"/>
                    <a:pt x="2070" y="1749"/>
                    <a:pt x="2044" y="1753"/>
                  </a:cubicBezTo>
                  <a:cubicBezTo>
                    <a:pt x="2015" y="1760"/>
                    <a:pt x="1986" y="1770"/>
                    <a:pt x="1958" y="1778"/>
                  </a:cubicBezTo>
                  <a:cubicBezTo>
                    <a:pt x="1922" y="1788"/>
                    <a:pt x="1891" y="1811"/>
                    <a:pt x="1856" y="1823"/>
                  </a:cubicBezTo>
                  <a:cubicBezTo>
                    <a:pt x="1819" y="1837"/>
                    <a:pt x="1781" y="1848"/>
                    <a:pt x="1742" y="1858"/>
                  </a:cubicBezTo>
                  <a:cubicBezTo>
                    <a:pt x="1725" y="1861"/>
                    <a:pt x="1700" y="1864"/>
                    <a:pt x="1691" y="1881"/>
                  </a:cubicBezTo>
                  <a:cubicBezTo>
                    <a:pt x="1660" y="1879"/>
                    <a:pt x="1626" y="1878"/>
                    <a:pt x="1601" y="1899"/>
                  </a:cubicBezTo>
                  <a:cubicBezTo>
                    <a:pt x="1561" y="1931"/>
                    <a:pt x="1491" y="1947"/>
                    <a:pt x="1486" y="2008"/>
                  </a:cubicBezTo>
                  <a:cubicBezTo>
                    <a:pt x="1484" y="2011"/>
                    <a:pt x="1483" y="2015"/>
                    <a:pt x="1482" y="2018"/>
                  </a:cubicBezTo>
                  <a:cubicBezTo>
                    <a:pt x="1482" y="2019"/>
                    <a:pt x="1482" y="2019"/>
                    <a:pt x="1482" y="2019"/>
                  </a:cubicBezTo>
                  <a:cubicBezTo>
                    <a:pt x="1482" y="2021"/>
                    <a:pt x="1483" y="2022"/>
                    <a:pt x="1484" y="2024"/>
                  </a:cubicBezTo>
                  <a:cubicBezTo>
                    <a:pt x="1485" y="2025"/>
                    <a:pt x="1486" y="2027"/>
                    <a:pt x="1487" y="2028"/>
                  </a:cubicBezTo>
                  <a:cubicBezTo>
                    <a:pt x="1489" y="2029"/>
                    <a:pt x="1490" y="2029"/>
                    <a:pt x="1492" y="2029"/>
                  </a:cubicBezTo>
                  <a:lnTo>
                    <a:pt x="1496" y="2029"/>
                  </a:lnTo>
                  <a:cubicBezTo>
                    <a:pt x="1496" y="2030"/>
                    <a:pt x="1497" y="2030"/>
                    <a:pt x="1497" y="2030"/>
                  </a:cubicBezTo>
                  <a:cubicBezTo>
                    <a:pt x="1499" y="2030"/>
                    <a:pt x="1500" y="2029"/>
                    <a:pt x="1502" y="2028"/>
                  </a:cubicBezTo>
                  <a:cubicBezTo>
                    <a:pt x="1503" y="2027"/>
                    <a:pt x="1504" y="2026"/>
                    <a:pt x="1505" y="2025"/>
                  </a:cubicBezTo>
                  <a:cubicBezTo>
                    <a:pt x="1505" y="2023"/>
                    <a:pt x="1507" y="2022"/>
                    <a:pt x="1507" y="2020"/>
                  </a:cubicBezTo>
                  <a:cubicBezTo>
                    <a:pt x="1507" y="2019"/>
                    <a:pt x="1506" y="2017"/>
                    <a:pt x="1506" y="2016"/>
                  </a:cubicBezTo>
                  <a:cubicBezTo>
                    <a:pt x="1507" y="2015"/>
                    <a:pt x="1509" y="2013"/>
                    <a:pt x="1510" y="2012"/>
                  </a:cubicBezTo>
                  <a:cubicBezTo>
                    <a:pt x="1532" y="2003"/>
                    <a:pt x="1555" y="1998"/>
                    <a:pt x="1578" y="1996"/>
                  </a:cubicBezTo>
                  <a:lnTo>
                    <a:pt x="1599" y="1996"/>
                  </a:lnTo>
                  <a:lnTo>
                    <a:pt x="1611" y="1996"/>
                  </a:lnTo>
                  <a:cubicBezTo>
                    <a:pt x="1638" y="1996"/>
                    <a:pt x="1680" y="2020"/>
                    <a:pt x="1703" y="1993"/>
                  </a:cubicBezTo>
                  <a:cubicBezTo>
                    <a:pt x="1706" y="1989"/>
                    <a:pt x="1710" y="1984"/>
                    <a:pt x="1713" y="1979"/>
                  </a:cubicBezTo>
                  <a:cubicBezTo>
                    <a:pt x="1714" y="1977"/>
                    <a:pt x="1715" y="1975"/>
                    <a:pt x="1715" y="1973"/>
                  </a:cubicBezTo>
                  <a:cubicBezTo>
                    <a:pt x="1720" y="1970"/>
                    <a:pt x="1724" y="1965"/>
                    <a:pt x="1727" y="1960"/>
                  </a:cubicBezTo>
                  <a:cubicBezTo>
                    <a:pt x="1727" y="1960"/>
                    <a:pt x="1727" y="1959"/>
                    <a:pt x="1728" y="1959"/>
                  </a:cubicBezTo>
                  <a:lnTo>
                    <a:pt x="1747" y="1952"/>
                  </a:lnTo>
                  <a:cubicBezTo>
                    <a:pt x="1753" y="1954"/>
                    <a:pt x="1760" y="1955"/>
                    <a:pt x="1766" y="1956"/>
                  </a:cubicBezTo>
                  <a:cubicBezTo>
                    <a:pt x="1769" y="1957"/>
                    <a:pt x="1772" y="1957"/>
                    <a:pt x="1774" y="1957"/>
                  </a:cubicBezTo>
                  <a:cubicBezTo>
                    <a:pt x="1782" y="1957"/>
                    <a:pt x="1790" y="1955"/>
                    <a:pt x="1797" y="1951"/>
                  </a:cubicBezTo>
                  <a:cubicBezTo>
                    <a:pt x="1804" y="1947"/>
                    <a:pt x="1810" y="1941"/>
                    <a:pt x="1814" y="1934"/>
                  </a:cubicBezTo>
                  <a:lnTo>
                    <a:pt x="1823" y="1932"/>
                  </a:lnTo>
                  <a:cubicBezTo>
                    <a:pt x="1829" y="1934"/>
                    <a:pt x="1836" y="1935"/>
                    <a:pt x="1842" y="1935"/>
                  </a:cubicBezTo>
                  <a:cubicBezTo>
                    <a:pt x="1853" y="1935"/>
                    <a:pt x="1863" y="1931"/>
                    <a:pt x="1872" y="1927"/>
                  </a:cubicBezTo>
                  <a:cubicBezTo>
                    <a:pt x="1875" y="1925"/>
                    <a:pt x="1877" y="1924"/>
                    <a:pt x="1880" y="1922"/>
                  </a:cubicBezTo>
                  <a:cubicBezTo>
                    <a:pt x="1887" y="1922"/>
                    <a:pt x="1893" y="1920"/>
                    <a:pt x="1901" y="1919"/>
                  </a:cubicBezTo>
                  <a:cubicBezTo>
                    <a:pt x="1909" y="1923"/>
                    <a:pt x="1919" y="1925"/>
                    <a:pt x="1929" y="1925"/>
                  </a:cubicBezTo>
                  <a:lnTo>
                    <a:pt x="1930" y="1925"/>
                  </a:lnTo>
                  <a:cubicBezTo>
                    <a:pt x="1938" y="1925"/>
                    <a:pt x="1945" y="1923"/>
                    <a:pt x="1952" y="1920"/>
                  </a:cubicBezTo>
                  <a:cubicBezTo>
                    <a:pt x="1959" y="1916"/>
                    <a:pt x="1964" y="1910"/>
                    <a:pt x="1968" y="1904"/>
                  </a:cubicBezTo>
                  <a:cubicBezTo>
                    <a:pt x="1968" y="1903"/>
                    <a:pt x="1969" y="1902"/>
                    <a:pt x="1969" y="1901"/>
                  </a:cubicBezTo>
                  <a:lnTo>
                    <a:pt x="1992" y="1893"/>
                  </a:lnTo>
                  <a:cubicBezTo>
                    <a:pt x="2009" y="1888"/>
                    <a:pt x="2020" y="1892"/>
                    <a:pt x="2036" y="1889"/>
                  </a:cubicBezTo>
                  <a:cubicBezTo>
                    <a:pt x="2052" y="1885"/>
                    <a:pt x="2069" y="1882"/>
                    <a:pt x="2085" y="1877"/>
                  </a:cubicBezTo>
                  <a:cubicBezTo>
                    <a:pt x="2083" y="1879"/>
                    <a:pt x="2081" y="1882"/>
                    <a:pt x="2079" y="1884"/>
                  </a:cubicBezTo>
                  <a:cubicBezTo>
                    <a:pt x="2070" y="1892"/>
                    <a:pt x="2061" y="1901"/>
                    <a:pt x="2051" y="1908"/>
                  </a:cubicBezTo>
                  <a:lnTo>
                    <a:pt x="2045" y="1903"/>
                  </a:lnTo>
                  <a:cubicBezTo>
                    <a:pt x="2034" y="1898"/>
                    <a:pt x="2021" y="1896"/>
                    <a:pt x="2008" y="1896"/>
                  </a:cubicBezTo>
                  <a:cubicBezTo>
                    <a:pt x="2003" y="1896"/>
                    <a:pt x="1998" y="1896"/>
                    <a:pt x="1993" y="1897"/>
                  </a:cubicBezTo>
                  <a:cubicBezTo>
                    <a:pt x="1959" y="1901"/>
                    <a:pt x="1940" y="1945"/>
                    <a:pt x="1934" y="1983"/>
                  </a:cubicBezTo>
                  <a:cubicBezTo>
                    <a:pt x="1933" y="1985"/>
                    <a:pt x="1931" y="1987"/>
                    <a:pt x="1930" y="1989"/>
                  </a:cubicBezTo>
                  <a:cubicBezTo>
                    <a:pt x="1925" y="1997"/>
                    <a:pt x="1923" y="2007"/>
                    <a:pt x="1923" y="2017"/>
                  </a:cubicBezTo>
                  <a:cubicBezTo>
                    <a:pt x="1923" y="2027"/>
                    <a:pt x="1925" y="2037"/>
                    <a:pt x="1930" y="2045"/>
                  </a:cubicBezTo>
                  <a:cubicBezTo>
                    <a:pt x="1931" y="2046"/>
                    <a:pt x="1931" y="2046"/>
                    <a:pt x="1931" y="2047"/>
                  </a:cubicBezTo>
                  <a:cubicBezTo>
                    <a:pt x="1933" y="2050"/>
                    <a:pt x="1934" y="2051"/>
                    <a:pt x="1937" y="2053"/>
                  </a:cubicBezTo>
                  <a:cubicBezTo>
                    <a:pt x="1939" y="2054"/>
                    <a:pt x="1941" y="2055"/>
                    <a:pt x="1944" y="2055"/>
                  </a:cubicBezTo>
                  <a:cubicBezTo>
                    <a:pt x="1946" y="2055"/>
                    <a:pt x="1949" y="2054"/>
                    <a:pt x="1951" y="2053"/>
                  </a:cubicBezTo>
                  <a:cubicBezTo>
                    <a:pt x="1953" y="2051"/>
                    <a:pt x="1954" y="2050"/>
                    <a:pt x="1956" y="2047"/>
                  </a:cubicBezTo>
                  <a:cubicBezTo>
                    <a:pt x="1957" y="2046"/>
                    <a:pt x="1958" y="2044"/>
                    <a:pt x="1958" y="2042"/>
                  </a:cubicBezTo>
                  <a:cubicBezTo>
                    <a:pt x="1959" y="2032"/>
                    <a:pt x="1961" y="2022"/>
                    <a:pt x="1967" y="2013"/>
                  </a:cubicBezTo>
                  <a:cubicBezTo>
                    <a:pt x="1969" y="2009"/>
                    <a:pt x="1973" y="2004"/>
                    <a:pt x="1976" y="2001"/>
                  </a:cubicBezTo>
                  <a:cubicBezTo>
                    <a:pt x="1987" y="1992"/>
                    <a:pt x="1999" y="1984"/>
                    <a:pt x="2011" y="1977"/>
                  </a:cubicBezTo>
                  <a:cubicBezTo>
                    <a:pt x="2016" y="1974"/>
                    <a:pt x="2020" y="1971"/>
                    <a:pt x="2025" y="1969"/>
                  </a:cubicBezTo>
                  <a:cubicBezTo>
                    <a:pt x="2033" y="1966"/>
                    <a:pt x="2041" y="1965"/>
                    <a:pt x="2050" y="1965"/>
                  </a:cubicBezTo>
                  <a:cubicBezTo>
                    <a:pt x="2054" y="1965"/>
                    <a:pt x="2059" y="1965"/>
                    <a:pt x="2063" y="1966"/>
                  </a:cubicBezTo>
                  <a:cubicBezTo>
                    <a:pt x="2072" y="1968"/>
                    <a:pt x="2080" y="1969"/>
                    <a:pt x="2089" y="1969"/>
                  </a:cubicBezTo>
                  <a:cubicBezTo>
                    <a:pt x="2097" y="1969"/>
                    <a:pt x="2106" y="1968"/>
                    <a:pt x="2114" y="1966"/>
                  </a:cubicBezTo>
                  <a:cubicBezTo>
                    <a:pt x="2121" y="1965"/>
                    <a:pt x="2128" y="1963"/>
                    <a:pt x="2135" y="1959"/>
                  </a:cubicBezTo>
                  <a:cubicBezTo>
                    <a:pt x="2144" y="1954"/>
                    <a:pt x="2151" y="1946"/>
                    <a:pt x="2156" y="1937"/>
                  </a:cubicBezTo>
                  <a:cubicBezTo>
                    <a:pt x="2160" y="1930"/>
                    <a:pt x="2163" y="1922"/>
                    <a:pt x="2164" y="1914"/>
                  </a:cubicBezTo>
                  <a:lnTo>
                    <a:pt x="2165" y="1912"/>
                  </a:lnTo>
                  <a:cubicBezTo>
                    <a:pt x="2166" y="1911"/>
                    <a:pt x="2168" y="1910"/>
                    <a:pt x="2169" y="1909"/>
                  </a:cubicBezTo>
                  <a:cubicBezTo>
                    <a:pt x="2171" y="1910"/>
                    <a:pt x="2173" y="1910"/>
                    <a:pt x="2175" y="1910"/>
                  </a:cubicBezTo>
                  <a:cubicBezTo>
                    <a:pt x="2186" y="1910"/>
                    <a:pt x="2196" y="1907"/>
                    <a:pt x="2205" y="1902"/>
                  </a:cubicBezTo>
                  <a:cubicBezTo>
                    <a:pt x="2214" y="1897"/>
                    <a:pt x="2220" y="1889"/>
                    <a:pt x="2226" y="1880"/>
                  </a:cubicBezTo>
                  <a:cubicBezTo>
                    <a:pt x="2227" y="1877"/>
                    <a:pt x="2229" y="1876"/>
                    <a:pt x="2230" y="1873"/>
                  </a:cubicBezTo>
                  <a:lnTo>
                    <a:pt x="2246" y="1867"/>
                  </a:lnTo>
                  <a:cubicBezTo>
                    <a:pt x="2249" y="1868"/>
                    <a:pt x="2251" y="1868"/>
                    <a:pt x="2254" y="1868"/>
                  </a:cubicBezTo>
                  <a:cubicBezTo>
                    <a:pt x="2263" y="1868"/>
                    <a:pt x="2272" y="1865"/>
                    <a:pt x="2280" y="1861"/>
                  </a:cubicBezTo>
                  <a:cubicBezTo>
                    <a:pt x="2287" y="1856"/>
                    <a:pt x="2293" y="1849"/>
                    <a:pt x="2298" y="1842"/>
                  </a:cubicBezTo>
                  <a:cubicBezTo>
                    <a:pt x="2298" y="1841"/>
                    <a:pt x="2299" y="1842"/>
                    <a:pt x="2299" y="1841"/>
                  </a:cubicBezTo>
                  <a:lnTo>
                    <a:pt x="2303" y="1838"/>
                  </a:lnTo>
                  <a:cubicBezTo>
                    <a:pt x="2306" y="1836"/>
                    <a:pt x="2310" y="1834"/>
                    <a:pt x="2313" y="1831"/>
                  </a:cubicBezTo>
                  <a:cubicBezTo>
                    <a:pt x="2314" y="1836"/>
                    <a:pt x="2315" y="1840"/>
                    <a:pt x="2318" y="1845"/>
                  </a:cubicBezTo>
                  <a:cubicBezTo>
                    <a:pt x="2321" y="1852"/>
                    <a:pt x="2328" y="1857"/>
                    <a:pt x="2335" y="1861"/>
                  </a:cubicBezTo>
                  <a:cubicBezTo>
                    <a:pt x="2335" y="1862"/>
                    <a:pt x="2335" y="1862"/>
                    <a:pt x="2336" y="1862"/>
                  </a:cubicBezTo>
                  <a:cubicBezTo>
                    <a:pt x="2339" y="1865"/>
                    <a:pt x="2343" y="1868"/>
                    <a:pt x="2347" y="1871"/>
                  </a:cubicBezTo>
                  <a:cubicBezTo>
                    <a:pt x="2352" y="1874"/>
                    <a:pt x="2358" y="1876"/>
                    <a:pt x="2364" y="1877"/>
                  </a:cubicBezTo>
                  <a:cubicBezTo>
                    <a:pt x="2369" y="1878"/>
                    <a:pt x="2374" y="1878"/>
                    <a:pt x="2379" y="1878"/>
                  </a:cubicBezTo>
                  <a:cubicBezTo>
                    <a:pt x="2384" y="1878"/>
                    <a:pt x="2389" y="1878"/>
                    <a:pt x="2393" y="1877"/>
                  </a:cubicBezTo>
                  <a:cubicBezTo>
                    <a:pt x="2408" y="1880"/>
                    <a:pt x="2423" y="1882"/>
                    <a:pt x="2437" y="1884"/>
                  </a:cubicBezTo>
                  <a:cubicBezTo>
                    <a:pt x="2442" y="1886"/>
                    <a:pt x="2448" y="1887"/>
                    <a:pt x="2453" y="1888"/>
                  </a:cubicBezTo>
                  <a:cubicBezTo>
                    <a:pt x="2462" y="1890"/>
                    <a:pt x="2472" y="1891"/>
                    <a:pt x="2482" y="1891"/>
                  </a:cubicBezTo>
                  <a:cubicBezTo>
                    <a:pt x="2493" y="1891"/>
                    <a:pt x="2504" y="1890"/>
                    <a:pt x="2515" y="1887"/>
                  </a:cubicBezTo>
                  <a:cubicBezTo>
                    <a:pt x="2520" y="1893"/>
                    <a:pt x="2527" y="1899"/>
                    <a:pt x="2534" y="1903"/>
                  </a:cubicBezTo>
                  <a:cubicBezTo>
                    <a:pt x="2546" y="1910"/>
                    <a:pt x="2560" y="1914"/>
                    <a:pt x="2574" y="1914"/>
                  </a:cubicBezTo>
                  <a:cubicBezTo>
                    <a:pt x="2587" y="1914"/>
                    <a:pt x="2601" y="1910"/>
                    <a:pt x="2613" y="1903"/>
                  </a:cubicBezTo>
                  <a:cubicBezTo>
                    <a:pt x="2614" y="1902"/>
                    <a:pt x="2616" y="1901"/>
                    <a:pt x="2618" y="1900"/>
                  </a:cubicBezTo>
                  <a:cubicBezTo>
                    <a:pt x="2621" y="1903"/>
                    <a:pt x="2624" y="1906"/>
                    <a:pt x="2628" y="1908"/>
                  </a:cubicBezTo>
                  <a:cubicBezTo>
                    <a:pt x="2637" y="1913"/>
                    <a:pt x="2646" y="1916"/>
                    <a:pt x="2657" y="1916"/>
                  </a:cubicBezTo>
                  <a:cubicBezTo>
                    <a:pt x="2667" y="1916"/>
                    <a:pt x="2678" y="1913"/>
                    <a:pt x="2687" y="1908"/>
                  </a:cubicBezTo>
                  <a:cubicBezTo>
                    <a:pt x="2691" y="1906"/>
                    <a:pt x="2694" y="1903"/>
                    <a:pt x="2697" y="1900"/>
                  </a:cubicBezTo>
                  <a:cubicBezTo>
                    <a:pt x="2707" y="1905"/>
                    <a:pt x="2717" y="1907"/>
                    <a:pt x="2728" y="1907"/>
                  </a:cubicBezTo>
                  <a:cubicBezTo>
                    <a:pt x="2738" y="1907"/>
                    <a:pt x="2748" y="1905"/>
                    <a:pt x="2758" y="1900"/>
                  </a:cubicBezTo>
                  <a:cubicBezTo>
                    <a:pt x="2773" y="1894"/>
                    <a:pt x="2775" y="1887"/>
                    <a:pt x="2787" y="1884"/>
                  </a:cubicBezTo>
                  <a:cubicBezTo>
                    <a:pt x="2795" y="1886"/>
                    <a:pt x="2804" y="1887"/>
                    <a:pt x="2812" y="1887"/>
                  </a:cubicBezTo>
                  <a:cubicBezTo>
                    <a:pt x="2820" y="1887"/>
                    <a:pt x="2829" y="1886"/>
                    <a:pt x="2837" y="1884"/>
                  </a:cubicBezTo>
                  <a:cubicBezTo>
                    <a:pt x="2840" y="1883"/>
                    <a:pt x="2843" y="1881"/>
                    <a:pt x="2846" y="1879"/>
                  </a:cubicBezTo>
                  <a:cubicBezTo>
                    <a:pt x="2856" y="1874"/>
                    <a:pt x="2864" y="1866"/>
                    <a:pt x="2869" y="1857"/>
                  </a:cubicBezTo>
                  <a:cubicBezTo>
                    <a:pt x="2872" y="1861"/>
                    <a:pt x="2874" y="1864"/>
                    <a:pt x="2877" y="1867"/>
                  </a:cubicBezTo>
                  <a:cubicBezTo>
                    <a:pt x="2888" y="1879"/>
                    <a:pt x="2913" y="1877"/>
                    <a:pt x="2913" y="1857"/>
                  </a:cubicBezTo>
                  <a:cubicBezTo>
                    <a:pt x="2913" y="1844"/>
                    <a:pt x="2916" y="1823"/>
                    <a:pt x="2904" y="1813"/>
                  </a:cubicBezTo>
                  <a:cubicBezTo>
                    <a:pt x="2903" y="1813"/>
                    <a:pt x="2902" y="1812"/>
                    <a:pt x="2902" y="1812"/>
                  </a:cubicBezTo>
                  <a:cubicBezTo>
                    <a:pt x="2898" y="1810"/>
                    <a:pt x="2893" y="1808"/>
                    <a:pt x="2888" y="1808"/>
                  </a:cubicBezTo>
                  <a:cubicBezTo>
                    <a:pt x="2885" y="1808"/>
                    <a:pt x="2882" y="1809"/>
                    <a:pt x="2879" y="1810"/>
                  </a:cubicBezTo>
                  <a:moveTo>
                    <a:pt x="1353" y="1448"/>
                  </a:moveTo>
                  <a:lnTo>
                    <a:pt x="1357" y="1458"/>
                  </a:lnTo>
                  <a:lnTo>
                    <a:pt x="1352" y="1458"/>
                  </a:lnTo>
                  <a:cubicBezTo>
                    <a:pt x="1353" y="1456"/>
                    <a:pt x="1353" y="1453"/>
                    <a:pt x="1353" y="1450"/>
                  </a:cubicBezTo>
                  <a:cubicBezTo>
                    <a:pt x="1353" y="1449"/>
                    <a:pt x="1353" y="1449"/>
                    <a:pt x="1353" y="1448"/>
                  </a:cubicBezTo>
                  <a:moveTo>
                    <a:pt x="1147" y="1422"/>
                  </a:moveTo>
                  <a:cubicBezTo>
                    <a:pt x="1151" y="1411"/>
                    <a:pt x="1169" y="1403"/>
                    <a:pt x="1178" y="1395"/>
                  </a:cubicBezTo>
                  <a:cubicBezTo>
                    <a:pt x="1181" y="1394"/>
                    <a:pt x="1183" y="1392"/>
                    <a:pt x="1186" y="1391"/>
                  </a:cubicBezTo>
                  <a:cubicBezTo>
                    <a:pt x="1208" y="1378"/>
                    <a:pt x="1234" y="1371"/>
                    <a:pt x="1259" y="1371"/>
                  </a:cubicBezTo>
                  <a:cubicBezTo>
                    <a:pt x="1260" y="1371"/>
                    <a:pt x="1261" y="1371"/>
                    <a:pt x="1262" y="1371"/>
                  </a:cubicBezTo>
                  <a:cubicBezTo>
                    <a:pt x="1263" y="1371"/>
                    <a:pt x="1264" y="1371"/>
                    <a:pt x="1265" y="1371"/>
                  </a:cubicBezTo>
                  <a:cubicBezTo>
                    <a:pt x="1279" y="1371"/>
                    <a:pt x="1292" y="1374"/>
                    <a:pt x="1304" y="1381"/>
                  </a:cubicBezTo>
                  <a:cubicBezTo>
                    <a:pt x="1316" y="1387"/>
                    <a:pt x="1326" y="1398"/>
                    <a:pt x="1333" y="1410"/>
                  </a:cubicBezTo>
                  <a:cubicBezTo>
                    <a:pt x="1315" y="1391"/>
                    <a:pt x="1288" y="1388"/>
                    <a:pt x="1251" y="1389"/>
                  </a:cubicBezTo>
                  <a:cubicBezTo>
                    <a:pt x="1217" y="1400"/>
                    <a:pt x="1184" y="1412"/>
                    <a:pt x="1151" y="1426"/>
                  </a:cubicBezTo>
                  <a:lnTo>
                    <a:pt x="1146" y="1423"/>
                  </a:lnTo>
                  <a:cubicBezTo>
                    <a:pt x="1146" y="1423"/>
                    <a:pt x="1147" y="1423"/>
                    <a:pt x="1147" y="1422"/>
                  </a:cubicBezTo>
                  <a:moveTo>
                    <a:pt x="256" y="1542"/>
                  </a:moveTo>
                  <a:cubicBezTo>
                    <a:pt x="256" y="1544"/>
                    <a:pt x="255" y="1545"/>
                    <a:pt x="255" y="1546"/>
                  </a:cubicBezTo>
                  <a:cubicBezTo>
                    <a:pt x="255" y="1547"/>
                    <a:pt x="256" y="1549"/>
                    <a:pt x="256" y="1550"/>
                  </a:cubicBezTo>
                  <a:lnTo>
                    <a:pt x="228" y="1559"/>
                  </a:lnTo>
                  <a:lnTo>
                    <a:pt x="256" y="1542"/>
                  </a:lnTo>
                  <a:moveTo>
                    <a:pt x="29" y="1715"/>
                  </a:moveTo>
                  <a:cubicBezTo>
                    <a:pt x="31" y="1712"/>
                    <a:pt x="33" y="1710"/>
                    <a:pt x="35" y="1707"/>
                  </a:cubicBezTo>
                  <a:lnTo>
                    <a:pt x="36" y="1707"/>
                  </a:lnTo>
                  <a:cubicBezTo>
                    <a:pt x="37" y="1707"/>
                    <a:pt x="37" y="1707"/>
                    <a:pt x="37" y="1707"/>
                  </a:cubicBezTo>
                  <a:cubicBezTo>
                    <a:pt x="35" y="1710"/>
                    <a:pt x="32" y="1712"/>
                    <a:pt x="30" y="1715"/>
                  </a:cubicBezTo>
                  <a:lnTo>
                    <a:pt x="29" y="1715"/>
                  </a:lnTo>
                  <a:moveTo>
                    <a:pt x="55" y="1693"/>
                  </a:moveTo>
                  <a:lnTo>
                    <a:pt x="50" y="1697"/>
                  </a:lnTo>
                  <a:cubicBezTo>
                    <a:pt x="52" y="1694"/>
                    <a:pt x="54" y="1692"/>
                    <a:pt x="56" y="1689"/>
                  </a:cubicBezTo>
                  <a:lnTo>
                    <a:pt x="56" y="1690"/>
                  </a:lnTo>
                  <a:cubicBezTo>
                    <a:pt x="56" y="1691"/>
                    <a:pt x="56" y="1692"/>
                    <a:pt x="56" y="1693"/>
                  </a:cubicBezTo>
                  <a:lnTo>
                    <a:pt x="55" y="1693"/>
                  </a:lnTo>
                  <a:moveTo>
                    <a:pt x="120" y="1655"/>
                  </a:moveTo>
                  <a:lnTo>
                    <a:pt x="119" y="1655"/>
                  </a:lnTo>
                  <a:lnTo>
                    <a:pt x="113" y="1655"/>
                  </a:lnTo>
                  <a:lnTo>
                    <a:pt x="114" y="1655"/>
                  </a:lnTo>
                  <a:lnTo>
                    <a:pt x="122" y="1651"/>
                  </a:lnTo>
                  <a:lnTo>
                    <a:pt x="120" y="1655"/>
                  </a:lnTo>
                  <a:moveTo>
                    <a:pt x="99" y="1618"/>
                  </a:moveTo>
                  <a:cubicBezTo>
                    <a:pt x="95" y="1620"/>
                    <a:pt x="90" y="1623"/>
                    <a:pt x="86" y="1625"/>
                  </a:cubicBezTo>
                  <a:cubicBezTo>
                    <a:pt x="71" y="1634"/>
                    <a:pt x="58" y="1645"/>
                    <a:pt x="46" y="1658"/>
                  </a:cubicBezTo>
                  <a:cubicBezTo>
                    <a:pt x="35" y="1669"/>
                    <a:pt x="24" y="1681"/>
                    <a:pt x="15" y="1695"/>
                  </a:cubicBezTo>
                  <a:cubicBezTo>
                    <a:pt x="17" y="1675"/>
                    <a:pt x="23" y="1656"/>
                    <a:pt x="33" y="1639"/>
                  </a:cubicBezTo>
                  <a:cubicBezTo>
                    <a:pt x="46" y="1617"/>
                    <a:pt x="64" y="1599"/>
                    <a:pt x="86" y="1586"/>
                  </a:cubicBezTo>
                  <a:cubicBezTo>
                    <a:pt x="90" y="1584"/>
                    <a:pt x="95" y="1581"/>
                    <a:pt x="100" y="1579"/>
                  </a:cubicBezTo>
                  <a:cubicBezTo>
                    <a:pt x="118" y="1571"/>
                    <a:pt x="188" y="1543"/>
                    <a:pt x="202" y="1566"/>
                  </a:cubicBezTo>
                  <a:lnTo>
                    <a:pt x="201" y="1567"/>
                  </a:lnTo>
                  <a:lnTo>
                    <a:pt x="202" y="1567"/>
                  </a:lnTo>
                  <a:cubicBezTo>
                    <a:pt x="195" y="1570"/>
                    <a:pt x="188" y="1572"/>
                    <a:pt x="182" y="1575"/>
                  </a:cubicBezTo>
                  <a:cubicBezTo>
                    <a:pt x="179" y="1576"/>
                    <a:pt x="176" y="1577"/>
                    <a:pt x="173" y="1579"/>
                  </a:cubicBezTo>
                  <a:cubicBezTo>
                    <a:pt x="169" y="1581"/>
                    <a:pt x="166" y="1584"/>
                    <a:pt x="162" y="1587"/>
                  </a:cubicBezTo>
                  <a:cubicBezTo>
                    <a:pt x="161" y="1586"/>
                    <a:pt x="159" y="1586"/>
                    <a:pt x="158" y="1586"/>
                  </a:cubicBezTo>
                  <a:cubicBezTo>
                    <a:pt x="156" y="1586"/>
                    <a:pt x="155" y="1586"/>
                    <a:pt x="153" y="1587"/>
                  </a:cubicBezTo>
                  <a:cubicBezTo>
                    <a:pt x="152" y="1586"/>
                    <a:pt x="152" y="1585"/>
                    <a:pt x="151" y="1585"/>
                  </a:cubicBezTo>
                  <a:cubicBezTo>
                    <a:pt x="150" y="1584"/>
                    <a:pt x="149" y="1584"/>
                    <a:pt x="148" y="1584"/>
                  </a:cubicBezTo>
                  <a:cubicBezTo>
                    <a:pt x="128" y="1580"/>
                    <a:pt x="112" y="1602"/>
                    <a:pt x="100" y="1618"/>
                  </a:cubicBezTo>
                  <a:lnTo>
                    <a:pt x="99" y="1618"/>
                  </a:lnTo>
                  <a:moveTo>
                    <a:pt x="128" y="1711"/>
                  </a:moveTo>
                  <a:lnTo>
                    <a:pt x="128" y="1711"/>
                  </a:lnTo>
                  <a:moveTo>
                    <a:pt x="251" y="1607"/>
                  </a:moveTo>
                  <a:cubicBezTo>
                    <a:pt x="249" y="1610"/>
                    <a:pt x="244" y="1618"/>
                    <a:pt x="248" y="1617"/>
                  </a:cubicBezTo>
                  <a:cubicBezTo>
                    <a:pt x="240" y="1617"/>
                    <a:pt x="232" y="1617"/>
                    <a:pt x="223" y="1617"/>
                  </a:cubicBezTo>
                  <a:cubicBezTo>
                    <a:pt x="206" y="1618"/>
                    <a:pt x="188" y="1623"/>
                    <a:pt x="173" y="1632"/>
                  </a:cubicBezTo>
                  <a:cubicBezTo>
                    <a:pt x="168" y="1635"/>
                    <a:pt x="164" y="1637"/>
                    <a:pt x="160" y="1640"/>
                  </a:cubicBezTo>
                  <a:cubicBezTo>
                    <a:pt x="149" y="1648"/>
                    <a:pt x="139" y="1659"/>
                    <a:pt x="132" y="1670"/>
                  </a:cubicBezTo>
                  <a:cubicBezTo>
                    <a:pt x="135" y="1657"/>
                    <a:pt x="140" y="1644"/>
                    <a:pt x="146" y="1633"/>
                  </a:cubicBezTo>
                  <a:cubicBezTo>
                    <a:pt x="152" y="1622"/>
                    <a:pt x="159" y="1613"/>
                    <a:pt x="168" y="1605"/>
                  </a:cubicBezTo>
                  <a:cubicBezTo>
                    <a:pt x="168" y="1605"/>
                    <a:pt x="169" y="1604"/>
                    <a:pt x="170" y="1604"/>
                  </a:cubicBezTo>
                  <a:cubicBezTo>
                    <a:pt x="171" y="1603"/>
                    <a:pt x="172" y="1602"/>
                    <a:pt x="173" y="1601"/>
                  </a:cubicBezTo>
                  <a:lnTo>
                    <a:pt x="173" y="1600"/>
                  </a:lnTo>
                  <a:cubicBezTo>
                    <a:pt x="179" y="1595"/>
                    <a:pt x="185" y="1590"/>
                    <a:pt x="192" y="1586"/>
                  </a:cubicBezTo>
                  <a:cubicBezTo>
                    <a:pt x="195" y="1584"/>
                    <a:pt x="199" y="1583"/>
                    <a:pt x="203" y="1581"/>
                  </a:cubicBezTo>
                  <a:cubicBezTo>
                    <a:pt x="220" y="1573"/>
                    <a:pt x="239" y="1567"/>
                    <a:pt x="257" y="1561"/>
                  </a:cubicBezTo>
                  <a:cubicBezTo>
                    <a:pt x="261" y="1573"/>
                    <a:pt x="265" y="1584"/>
                    <a:pt x="270" y="1596"/>
                  </a:cubicBezTo>
                  <a:lnTo>
                    <a:pt x="269" y="1596"/>
                  </a:lnTo>
                  <a:cubicBezTo>
                    <a:pt x="266" y="1596"/>
                    <a:pt x="262" y="1596"/>
                    <a:pt x="259" y="1598"/>
                  </a:cubicBezTo>
                  <a:cubicBezTo>
                    <a:pt x="256" y="1600"/>
                    <a:pt x="254" y="1602"/>
                    <a:pt x="252" y="1605"/>
                  </a:cubicBezTo>
                  <a:cubicBezTo>
                    <a:pt x="252" y="1606"/>
                    <a:pt x="252" y="1606"/>
                    <a:pt x="251" y="1607"/>
                  </a:cubicBezTo>
                  <a:moveTo>
                    <a:pt x="273" y="1540"/>
                  </a:moveTo>
                  <a:cubicBezTo>
                    <a:pt x="272" y="1540"/>
                    <a:pt x="272" y="1539"/>
                    <a:pt x="272" y="1539"/>
                  </a:cubicBezTo>
                  <a:cubicBezTo>
                    <a:pt x="271" y="1538"/>
                    <a:pt x="270" y="1537"/>
                    <a:pt x="269" y="1536"/>
                  </a:cubicBezTo>
                  <a:cubicBezTo>
                    <a:pt x="268" y="1535"/>
                    <a:pt x="268" y="1535"/>
                    <a:pt x="267" y="1535"/>
                  </a:cubicBezTo>
                  <a:cubicBezTo>
                    <a:pt x="339" y="1492"/>
                    <a:pt x="411" y="1448"/>
                    <a:pt x="482" y="1403"/>
                  </a:cubicBezTo>
                  <a:cubicBezTo>
                    <a:pt x="529" y="1374"/>
                    <a:pt x="580" y="1352"/>
                    <a:pt x="624" y="1318"/>
                  </a:cubicBezTo>
                  <a:cubicBezTo>
                    <a:pt x="642" y="1305"/>
                    <a:pt x="660" y="1293"/>
                    <a:pt x="679" y="1283"/>
                  </a:cubicBezTo>
                  <a:cubicBezTo>
                    <a:pt x="682" y="1281"/>
                    <a:pt x="684" y="1280"/>
                    <a:pt x="686" y="1279"/>
                  </a:cubicBezTo>
                  <a:cubicBezTo>
                    <a:pt x="680" y="1287"/>
                    <a:pt x="674" y="1296"/>
                    <a:pt x="668" y="1306"/>
                  </a:cubicBezTo>
                  <a:cubicBezTo>
                    <a:pt x="653" y="1326"/>
                    <a:pt x="633" y="1343"/>
                    <a:pt x="611" y="1356"/>
                  </a:cubicBezTo>
                  <a:cubicBezTo>
                    <a:pt x="609" y="1357"/>
                    <a:pt x="607" y="1358"/>
                    <a:pt x="605" y="1359"/>
                  </a:cubicBezTo>
                  <a:cubicBezTo>
                    <a:pt x="577" y="1376"/>
                    <a:pt x="553" y="1397"/>
                    <a:pt x="527" y="1415"/>
                  </a:cubicBezTo>
                  <a:cubicBezTo>
                    <a:pt x="513" y="1423"/>
                    <a:pt x="500" y="1431"/>
                    <a:pt x="487" y="1439"/>
                  </a:cubicBezTo>
                  <a:cubicBezTo>
                    <a:pt x="463" y="1453"/>
                    <a:pt x="439" y="1466"/>
                    <a:pt x="414" y="1477"/>
                  </a:cubicBezTo>
                  <a:cubicBezTo>
                    <a:pt x="379" y="1497"/>
                    <a:pt x="344" y="1519"/>
                    <a:pt x="308" y="1538"/>
                  </a:cubicBezTo>
                  <a:lnTo>
                    <a:pt x="305" y="1539"/>
                  </a:lnTo>
                  <a:cubicBezTo>
                    <a:pt x="295" y="1543"/>
                    <a:pt x="284" y="1545"/>
                    <a:pt x="274" y="1545"/>
                  </a:cubicBezTo>
                  <a:cubicBezTo>
                    <a:pt x="274" y="1544"/>
                    <a:pt x="274" y="1542"/>
                    <a:pt x="273" y="1540"/>
                  </a:cubicBezTo>
                  <a:moveTo>
                    <a:pt x="300" y="1627"/>
                  </a:moveTo>
                  <a:cubicBezTo>
                    <a:pt x="300" y="1625"/>
                    <a:pt x="300" y="1623"/>
                    <a:pt x="300" y="1621"/>
                  </a:cubicBezTo>
                  <a:lnTo>
                    <a:pt x="306" y="1623"/>
                  </a:lnTo>
                  <a:lnTo>
                    <a:pt x="300" y="1627"/>
                  </a:lnTo>
                  <a:moveTo>
                    <a:pt x="464" y="1524"/>
                  </a:moveTo>
                  <a:cubicBezTo>
                    <a:pt x="460" y="1538"/>
                    <a:pt x="434" y="1535"/>
                    <a:pt x="423" y="1537"/>
                  </a:cubicBezTo>
                  <a:cubicBezTo>
                    <a:pt x="421" y="1537"/>
                    <a:pt x="420" y="1537"/>
                    <a:pt x="418" y="1538"/>
                  </a:cubicBezTo>
                  <a:cubicBezTo>
                    <a:pt x="415" y="1539"/>
                    <a:pt x="414" y="1542"/>
                    <a:pt x="412" y="1544"/>
                  </a:cubicBezTo>
                  <a:cubicBezTo>
                    <a:pt x="411" y="1545"/>
                    <a:pt x="411" y="1546"/>
                    <a:pt x="411" y="1548"/>
                  </a:cubicBezTo>
                  <a:lnTo>
                    <a:pt x="385" y="1552"/>
                  </a:lnTo>
                  <a:cubicBezTo>
                    <a:pt x="384" y="1551"/>
                    <a:pt x="382" y="1550"/>
                    <a:pt x="381" y="1549"/>
                  </a:cubicBezTo>
                  <a:cubicBezTo>
                    <a:pt x="378" y="1547"/>
                    <a:pt x="375" y="1547"/>
                    <a:pt x="372" y="1547"/>
                  </a:cubicBezTo>
                  <a:cubicBezTo>
                    <a:pt x="369" y="1547"/>
                    <a:pt x="367" y="1547"/>
                    <a:pt x="364" y="1549"/>
                  </a:cubicBezTo>
                  <a:cubicBezTo>
                    <a:pt x="361" y="1550"/>
                    <a:pt x="359" y="1552"/>
                    <a:pt x="358" y="1555"/>
                  </a:cubicBezTo>
                  <a:cubicBezTo>
                    <a:pt x="357" y="1557"/>
                    <a:pt x="356" y="1559"/>
                    <a:pt x="356" y="1562"/>
                  </a:cubicBezTo>
                  <a:lnTo>
                    <a:pt x="356" y="1563"/>
                  </a:lnTo>
                  <a:cubicBezTo>
                    <a:pt x="356" y="1568"/>
                    <a:pt x="354" y="1574"/>
                    <a:pt x="352" y="1580"/>
                  </a:cubicBezTo>
                  <a:cubicBezTo>
                    <a:pt x="352" y="1578"/>
                    <a:pt x="351" y="1577"/>
                    <a:pt x="350" y="1575"/>
                  </a:cubicBezTo>
                  <a:cubicBezTo>
                    <a:pt x="349" y="1573"/>
                    <a:pt x="347" y="1571"/>
                    <a:pt x="345" y="1570"/>
                  </a:cubicBezTo>
                  <a:cubicBezTo>
                    <a:pt x="342" y="1568"/>
                    <a:pt x="340" y="1568"/>
                    <a:pt x="337" y="1568"/>
                  </a:cubicBezTo>
                  <a:cubicBezTo>
                    <a:pt x="334" y="1568"/>
                    <a:pt x="331" y="1568"/>
                    <a:pt x="329" y="1570"/>
                  </a:cubicBezTo>
                  <a:cubicBezTo>
                    <a:pt x="326" y="1571"/>
                    <a:pt x="325" y="1573"/>
                    <a:pt x="324" y="1575"/>
                  </a:cubicBezTo>
                  <a:cubicBezTo>
                    <a:pt x="322" y="1577"/>
                    <a:pt x="322" y="1580"/>
                    <a:pt x="321" y="1582"/>
                  </a:cubicBezTo>
                  <a:lnTo>
                    <a:pt x="298" y="1590"/>
                  </a:lnTo>
                  <a:cubicBezTo>
                    <a:pt x="296" y="1584"/>
                    <a:pt x="295" y="1579"/>
                    <a:pt x="291" y="1573"/>
                  </a:cubicBezTo>
                  <a:cubicBezTo>
                    <a:pt x="289" y="1571"/>
                    <a:pt x="287" y="1568"/>
                    <a:pt x="285" y="1565"/>
                  </a:cubicBezTo>
                  <a:cubicBezTo>
                    <a:pt x="295" y="1562"/>
                    <a:pt x="304" y="1558"/>
                    <a:pt x="313" y="1553"/>
                  </a:cubicBezTo>
                  <a:cubicBezTo>
                    <a:pt x="314" y="1552"/>
                    <a:pt x="315" y="1552"/>
                    <a:pt x="316" y="1551"/>
                  </a:cubicBezTo>
                  <a:cubicBezTo>
                    <a:pt x="342" y="1537"/>
                    <a:pt x="368" y="1524"/>
                    <a:pt x="395" y="1511"/>
                  </a:cubicBezTo>
                  <a:cubicBezTo>
                    <a:pt x="397" y="1510"/>
                    <a:pt x="398" y="1509"/>
                    <a:pt x="400" y="1508"/>
                  </a:cubicBezTo>
                  <a:lnTo>
                    <a:pt x="401" y="1507"/>
                  </a:lnTo>
                  <a:cubicBezTo>
                    <a:pt x="440" y="1488"/>
                    <a:pt x="477" y="1470"/>
                    <a:pt x="513" y="1448"/>
                  </a:cubicBezTo>
                  <a:cubicBezTo>
                    <a:pt x="508" y="1455"/>
                    <a:pt x="505" y="1468"/>
                    <a:pt x="495" y="1468"/>
                  </a:cubicBezTo>
                  <a:cubicBezTo>
                    <a:pt x="495" y="1468"/>
                    <a:pt x="494" y="1469"/>
                    <a:pt x="495" y="1469"/>
                  </a:cubicBezTo>
                  <a:cubicBezTo>
                    <a:pt x="506" y="1471"/>
                    <a:pt x="510" y="1457"/>
                    <a:pt x="516" y="1450"/>
                  </a:cubicBezTo>
                  <a:cubicBezTo>
                    <a:pt x="517" y="1448"/>
                    <a:pt x="516" y="1447"/>
                    <a:pt x="514" y="1448"/>
                  </a:cubicBezTo>
                  <a:cubicBezTo>
                    <a:pt x="522" y="1443"/>
                    <a:pt x="531" y="1438"/>
                    <a:pt x="539" y="1433"/>
                  </a:cubicBezTo>
                  <a:cubicBezTo>
                    <a:pt x="547" y="1427"/>
                    <a:pt x="559" y="1420"/>
                    <a:pt x="568" y="1413"/>
                  </a:cubicBezTo>
                  <a:cubicBezTo>
                    <a:pt x="562" y="1420"/>
                    <a:pt x="555" y="1426"/>
                    <a:pt x="547" y="1430"/>
                  </a:cubicBezTo>
                  <a:cubicBezTo>
                    <a:pt x="541" y="1433"/>
                    <a:pt x="535" y="1436"/>
                    <a:pt x="529" y="1438"/>
                  </a:cubicBezTo>
                  <a:cubicBezTo>
                    <a:pt x="523" y="1440"/>
                    <a:pt x="529" y="1439"/>
                    <a:pt x="529" y="1439"/>
                  </a:cubicBezTo>
                  <a:cubicBezTo>
                    <a:pt x="546" y="1439"/>
                    <a:pt x="560" y="1422"/>
                    <a:pt x="573" y="1410"/>
                  </a:cubicBezTo>
                  <a:cubicBezTo>
                    <a:pt x="589" y="1399"/>
                    <a:pt x="605" y="1388"/>
                    <a:pt x="621" y="1376"/>
                  </a:cubicBezTo>
                  <a:cubicBezTo>
                    <a:pt x="617" y="1382"/>
                    <a:pt x="614" y="1387"/>
                    <a:pt x="610" y="1392"/>
                  </a:cubicBezTo>
                  <a:cubicBezTo>
                    <a:pt x="606" y="1397"/>
                    <a:pt x="610" y="1400"/>
                    <a:pt x="614" y="1397"/>
                  </a:cubicBezTo>
                  <a:cubicBezTo>
                    <a:pt x="627" y="1388"/>
                    <a:pt x="638" y="1377"/>
                    <a:pt x="647" y="1365"/>
                  </a:cubicBezTo>
                  <a:cubicBezTo>
                    <a:pt x="660" y="1348"/>
                    <a:pt x="680" y="1345"/>
                    <a:pt x="695" y="1334"/>
                  </a:cubicBezTo>
                  <a:cubicBezTo>
                    <a:pt x="703" y="1329"/>
                    <a:pt x="713" y="1324"/>
                    <a:pt x="715" y="1313"/>
                  </a:cubicBezTo>
                  <a:cubicBezTo>
                    <a:pt x="715" y="1309"/>
                    <a:pt x="715" y="1306"/>
                    <a:pt x="715" y="1303"/>
                  </a:cubicBezTo>
                  <a:cubicBezTo>
                    <a:pt x="715" y="1299"/>
                    <a:pt x="715" y="1296"/>
                    <a:pt x="715" y="1293"/>
                  </a:cubicBezTo>
                  <a:cubicBezTo>
                    <a:pt x="720" y="1299"/>
                    <a:pt x="725" y="1304"/>
                    <a:pt x="732" y="1309"/>
                  </a:cubicBezTo>
                  <a:cubicBezTo>
                    <a:pt x="734" y="1311"/>
                    <a:pt x="737" y="1313"/>
                    <a:pt x="741" y="1315"/>
                  </a:cubicBezTo>
                  <a:cubicBezTo>
                    <a:pt x="747" y="1318"/>
                    <a:pt x="753" y="1321"/>
                    <a:pt x="760" y="1324"/>
                  </a:cubicBezTo>
                  <a:cubicBezTo>
                    <a:pt x="752" y="1327"/>
                    <a:pt x="745" y="1331"/>
                    <a:pt x="738" y="1335"/>
                  </a:cubicBezTo>
                  <a:cubicBezTo>
                    <a:pt x="711" y="1350"/>
                    <a:pt x="687" y="1372"/>
                    <a:pt x="669" y="1397"/>
                  </a:cubicBezTo>
                  <a:cubicBezTo>
                    <a:pt x="668" y="1399"/>
                    <a:pt x="666" y="1401"/>
                    <a:pt x="665" y="1403"/>
                  </a:cubicBezTo>
                  <a:cubicBezTo>
                    <a:pt x="664" y="1405"/>
                    <a:pt x="663" y="1407"/>
                    <a:pt x="662" y="1409"/>
                  </a:cubicBezTo>
                  <a:cubicBezTo>
                    <a:pt x="661" y="1415"/>
                    <a:pt x="660" y="1420"/>
                    <a:pt x="657" y="1425"/>
                  </a:cubicBezTo>
                  <a:cubicBezTo>
                    <a:pt x="655" y="1428"/>
                    <a:pt x="653" y="1431"/>
                    <a:pt x="651" y="1433"/>
                  </a:cubicBezTo>
                  <a:cubicBezTo>
                    <a:pt x="653" y="1431"/>
                    <a:pt x="655" y="1428"/>
                    <a:pt x="657" y="1425"/>
                  </a:cubicBezTo>
                  <a:cubicBezTo>
                    <a:pt x="657" y="1424"/>
                    <a:pt x="657" y="1423"/>
                    <a:pt x="658" y="1422"/>
                  </a:cubicBezTo>
                  <a:cubicBezTo>
                    <a:pt x="661" y="1415"/>
                    <a:pt x="651" y="1407"/>
                    <a:pt x="646" y="1414"/>
                  </a:cubicBezTo>
                  <a:cubicBezTo>
                    <a:pt x="639" y="1423"/>
                    <a:pt x="631" y="1432"/>
                    <a:pt x="621" y="1439"/>
                  </a:cubicBezTo>
                  <a:cubicBezTo>
                    <a:pt x="597" y="1435"/>
                    <a:pt x="596" y="1460"/>
                    <a:pt x="575" y="1462"/>
                  </a:cubicBezTo>
                  <a:cubicBezTo>
                    <a:pt x="567" y="1462"/>
                    <a:pt x="563" y="1470"/>
                    <a:pt x="562" y="1477"/>
                  </a:cubicBezTo>
                  <a:cubicBezTo>
                    <a:pt x="563" y="1488"/>
                    <a:pt x="558" y="1492"/>
                    <a:pt x="546" y="1487"/>
                  </a:cubicBezTo>
                  <a:cubicBezTo>
                    <a:pt x="545" y="1486"/>
                    <a:pt x="544" y="1485"/>
                    <a:pt x="542" y="1484"/>
                  </a:cubicBezTo>
                  <a:cubicBezTo>
                    <a:pt x="540" y="1482"/>
                    <a:pt x="537" y="1482"/>
                    <a:pt x="534" y="1482"/>
                  </a:cubicBezTo>
                  <a:cubicBezTo>
                    <a:pt x="531" y="1482"/>
                    <a:pt x="529" y="1482"/>
                    <a:pt x="526" y="1484"/>
                  </a:cubicBezTo>
                  <a:cubicBezTo>
                    <a:pt x="523" y="1485"/>
                    <a:pt x="521" y="1487"/>
                    <a:pt x="519" y="1490"/>
                  </a:cubicBezTo>
                  <a:cubicBezTo>
                    <a:pt x="519" y="1491"/>
                    <a:pt x="518" y="1492"/>
                    <a:pt x="518" y="1493"/>
                  </a:cubicBezTo>
                  <a:cubicBezTo>
                    <a:pt x="517" y="1509"/>
                    <a:pt x="506" y="1516"/>
                    <a:pt x="485" y="1513"/>
                  </a:cubicBezTo>
                  <a:cubicBezTo>
                    <a:pt x="484" y="1513"/>
                    <a:pt x="483" y="1513"/>
                    <a:pt x="481" y="1513"/>
                  </a:cubicBezTo>
                  <a:cubicBezTo>
                    <a:pt x="478" y="1513"/>
                    <a:pt x="476" y="1513"/>
                    <a:pt x="473" y="1515"/>
                  </a:cubicBezTo>
                  <a:cubicBezTo>
                    <a:pt x="470" y="1516"/>
                    <a:pt x="468" y="1518"/>
                    <a:pt x="467" y="1521"/>
                  </a:cubicBezTo>
                  <a:cubicBezTo>
                    <a:pt x="466" y="1522"/>
                    <a:pt x="466" y="1523"/>
                    <a:pt x="465" y="1525"/>
                  </a:cubicBezTo>
                  <a:lnTo>
                    <a:pt x="464" y="1524"/>
                  </a:lnTo>
                  <a:moveTo>
                    <a:pt x="484" y="1650"/>
                  </a:moveTo>
                  <a:cubicBezTo>
                    <a:pt x="477" y="1656"/>
                    <a:pt x="471" y="1663"/>
                    <a:pt x="467" y="1671"/>
                  </a:cubicBezTo>
                  <a:cubicBezTo>
                    <a:pt x="462" y="1679"/>
                    <a:pt x="459" y="1687"/>
                    <a:pt x="457" y="1695"/>
                  </a:cubicBezTo>
                  <a:cubicBezTo>
                    <a:pt x="450" y="1684"/>
                    <a:pt x="447" y="1670"/>
                    <a:pt x="447" y="1656"/>
                  </a:cubicBezTo>
                  <a:cubicBezTo>
                    <a:pt x="447" y="1643"/>
                    <a:pt x="450" y="1629"/>
                    <a:pt x="457" y="1617"/>
                  </a:cubicBezTo>
                  <a:cubicBezTo>
                    <a:pt x="464" y="1605"/>
                    <a:pt x="474" y="1595"/>
                    <a:pt x="486" y="1588"/>
                  </a:cubicBezTo>
                  <a:cubicBezTo>
                    <a:pt x="487" y="1587"/>
                    <a:pt x="489" y="1587"/>
                    <a:pt x="490" y="1586"/>
                  </a:cubicBezTo>
                  <a:cubicBezTo>
                    <a:pt x="491" y="1586"/>
                    <a:pt x="491" y="1585"/>
                    <a:pt x="492" y="1585"/>
                  </a:cubicBezTo>
                  <a:cubicBezTo>
                    <a:pt x="494" y="1584"/>
                    <a:pt x="496" y="1582"/>
                    <a:pt x="498" y="1581"/>
                  </a:cubicBezTo>
                  <a:cubicBezTo>
                    <a:pt x="506" y="1584"/>
                    <a:pt x="515" y="1588"/>
                    <a:pt x="523" y="1593"/>
                  </a:cubicBezTo>
                  <a:cubicBezTo>
                    <a:pt x="528" y="1596"/>
                    <a:pt x="533" y="1599"/>
                    <a:pt x="539" y="1603"/>
                  </a:cubicBezTo>
                  <a:cubicBezTo>
                    <a:pt x="532" y="1605"/>
                    <a:pt x="526" y="1608"/>
                    <a:pt x="520" y="1611"/>
                  </a:cubicBezTo>
                  <a:cubicBezTo>
                    <a:pt x="508" y="1618"/>
                    <a:pt x="496" y="1629"/>
                    <a:pt x="489" y="1642"/>
                  </a:cubicBezTo>
                  <a:cubicBezTo>
                    <a:pt x="487" y="1645"/>
                    <a:pt x="486" y="1647"/>
                    <a:pt x="485" y="1650"/>
                  </a:cubicBezTo>
                  <a:lnTo>
                    <a:pt x="484" y="1650"/>
                  </a:lnTo>
                  <a:moveTo>
                    <a:pt x="1113" y="1429"/>
                  </a:moveTo>
                  <a:cubicBezTo>
                    <a:pt x="1113" y="1429"/>
                    <a:pt x="1112" y="1430"/>
                    <a:pt x="1111" y="1431"/>
                  </a:cubicBezTo>
                  <a:cubicBezTo>
                    <a:pt x="1110" y="1432"/>
                    <a:pt x="1111" y="1432"/>
                    <a:pt x="1111" y="1433"/>
                  </a:cubicBezTo>
                  <a:cubicBezTo>
                    <a:pt x="1112" y="1430"/>
                    <a:pt x="1073" y="1469"/>
                    <a:pt x="1073" y="1442"/>
                  </a:cubicBezTo>
                  <a:cubicBezTo>
                    <a:pt x="1073" y="1439"/>
                    <a:pt x="1072" y="1435"/>
                    <a:pt x="1070" y="1432"/>
                  </a:cubicBezTo>
                  <a:cubicBezTo>
                    <a:pt x="1068" y="1429"/>
                    <a:pt x="1066" y="1427"/>
                    <a:pt x="1063" y="1425"/>
                  </a:cubicBezTo>
                  <a:cubicBezTo>
                    <a:pt x="1062" y="1424"/>
                    <a:pt x="1062" y="1425"/>
                    <a:pt x="1062" y="1424"/>
                  </a:cubicBezTo>
                  <a:cubicBezTo>
                    <a:pt x="1077" y="1426"/>
                    <a:pt x="1097" y="1426"/>
                    <a:pt x="1115" y="1429"/>
                  </a:cubicBezTo>
                  <a:lnTo>
                    <a:pt x="1113" y="1429"/>
                  </a:lnTo>
                  <a:moveTo>
                    <a:pt x="1133" y="978"/>
                  </a:moveTo>
                  <a:cubicBezTo>
                    <a:pt x="1133" y="974"/>
                    <a:pt x="1132" y="970"/>
                    <a:pt x="1131" y="967"/>
                  </a:cubicBezTo>
                  <a:lnTo>
                    <a:pt x="1139" y="965"/>
                  </a:lnTo>
                  <a:cubicBezTo>
                    <a:pt x="1137" y="969"/>
                    <a:pt x="1135" y="974"/>
                    <a:pt x="1134" y="978"/>
                  </a:cubicBezTo>
                  <a:lnTo>
                    <a:pt x="1133" y="978"/>
                  </a:lnTo>
                  <a:moveTo>
                    <a:pt x="1153" y="791"/>
                  </a:moveTo>
                  <a:cubicBezTo>
                    <a:pt x="1151" y="793"/>
                    <a:pt x="1149" y="795"/>
                    <a:pt x="1148" y="797"/>
                  </a:cubicBezTo>
                  <a:cubicBezTo>
                    <a:pt x="1146" y="800"/>
                    <a:pt x="1145" y="803"/>
                    <a:pt x="1145" y="807"/>
                  </a:cubicBezTo>
                  <a:cubicBezTo>
                    <a:pt x="1145" y="810"/>
                    <a:pt x="1146" y="814"/>
                    <a:pt x="1148" y="817"/>
                  </a:cubicBezTo>
                  <a:cubicBezTo>
                    <a:pt x="1149" y="819"/>
                    <a:pt x="1151" y="821"/>
                    <a:pt x="1154" y="823"/>
                  </a:cubicBezTo>
                  <a:cubicBezTo>
                    <a:pt x="1173" y="836"/>
                    <a:pt x="1151" y="850"/>
                    <a:pt x="1139" y="859"/>
                  </a:cubicBezTo>
                  <a:cubicBezTo>
                    <a:pt x="1137" y="860"/>
                    <a:pt x="1135" y="862"/>
                    <a:pt x="1134" y="865"/>
                  </a:cubicBezTo>
                  <a:cubicBezTo>
                    <a:pt x="1132" y="868"/>
                    <a:pt x="1131" y="871"/>
                    <a:pt x="1131" y="875"/>
                  </a:cubicBezTo>
                  <a:cubicBezTo>
                    <a:pt x="1131" y="878"/>
                    <a:pt x="1132" y="881"/>
                    <a:pt x="1134" y="884"/>
                  </a:cubicBezTo>
                  <a:cubicBezTo>
                    <a:pt x="1135" y="887"/>
                    <a:pt x="1137" y="889"/>
                    <a:pt x="1139" y="890"/>
                  </a:cubicBezTo>
                  <a:cubicBezTo>
                    <a:pt x="1141" y="893"/>
                    <a:pt x="1144" y="895"/>
                    <a:pt x="1147" y="897"/>
                  </a:cubicBezTo>
                  <a:cubicBezTo>
                    <a:pt x="1147" y="897"/>
                    <a:pt x="1148" y="898"/>
                    <a:pt x="1149" y="898"/>
                  </a:cubicBezTo>
                  <a:cubicBezTo>
                    <a:pt x="1169" y="904"/>
                    <a:pt x="1137" y="926"/>
                    <a:pt x="1127" y="929"/>
                  </a:cubicBezTo>
                  <a:cubicBezTo>
                    <a:pt x="1117" y="930"/>
                    <a:pt x="1107" y="933"/>
                    <a:pt x="1098" y="939"/>
                  </a:cubicBezTo>
                  <a:cubicBezTo>
                    <a:pt x="1097" y="939"/>
                    <a:pt x="1095" y="941"/>
                    <a:pt x="1094" y="942"/>
                  </a:cubicBezTo>
                  <a:cubicBezTo>
                    <a:pt x="1092" y="943"/>
                    <a:pt x="1089" y="945"/>
                    <a:pt x="1088" y="947"/>
                  </a:cubicBezTo>
                  <a:cubicBezTo>
                    <a:pt x="1086" y="950"/>
                    <a:pt x="1086" y="954"/>
                    <a:pt x="1086" y="957"/>
                  </a:cubicBezTo>
                  <a:cubicBezTo>
                    <a:pt x="1086" y="960"/>
                    <a:pt x="1086" y="963"/>
                    <a:pt x="1087" y="965"/>
                  </a:cubicBezTo>
                  <a:cubicBezTo>
                    <a:pt x="1107" y="1003"/>
                    <a:pt x="1050" y="1010"/>
                    <a:pt x="1046" y="1040"/>
                  </a:cubicBezTo>
                  <a:cubicBezTo>
                    <a:pt x="1046" y="1041"/>
                    <a:pt x="1046" y="1041"/>
                    <a:pt x="1046" y="1042"/>
                  </a:cubicBezTo>
                  <a:cubicBezTo>
                    <a:pt x="1046" y="1048"/>
                    <a:pt x="1048" y="1054"/>
                    <a:pt x="1051" y="1059"/>
                  </a:cubicBezTo>
                  <a:cubicBezTo>
                    <a:pt x="1052" y="1061"/>
                    <a:pt x="1053" y="1062"/>
                    <a:pt x="1054" y="1063"/>
                  </a:cubicBezTo>
                  <a:cubicBezTo>
                    <a:pt x="1075" y="1091"/>
                    <a:pt x="1043" y="1109"/>
                    <a:pt x="1020" y="1122"/>
                  </a:cubicBezTo>
                  <a:cubicBezTo>
                    <a:pt x="1019" y="1123"/>
                    <a:pt x="1018" y="1123"/>
                    <a:pt x="1017" y="1124"/>
                  </a:cubicBezTo>
                  <a:cubicBezTo>
                    <a:pt x="1014" y="1126"/>
                    <a:pt x="1011" y="1128"/>
                    <a:pt x="1010" y="1131"/>
                  </a:cubicBezTo>
                  <a:cubicBezTo>
                    <a:pt x="1008" y="1134"/>
                    <a:pt x="1008" y="1137"/>
                    <a:pt x="1008" y="1141"/>
                  </a:cubicBezTo>
                  <a:cubicBezTo>
                    <a:pt x="1008" y="1144"/>
                    <a:pt x="1008" y="1148"/>
                    <a:pt x="1010" y="1151"/>
                  </a:cubicBezTo>
                  <a:cubicBezTo>
                    <a:pt x="1011" y="1153"/>
                    <a:pt x="1014" y="1155"/>
                    <a:pt x="1016" y="1157"/>
                  </a:cubicBezTo>
                  <a:cubicBezTo>
                    <a:pt x="1044" y="1177"/>
                    <a:pt x="1000" y="1186"/>
                    <a:pt x="985" y="1199"/>
                  </a:cubicBezTo>
                  <a:cubicBezTo>
                    <a:pt x="984" y="1200"/>
                    <a:pt x="983" y="1201"/>
                    <a:pt x="982" y="1203"/>
                  </a:cubicBezTo>
                  <a:cubicBezTo>
                    <a:pt x="980" y="1206"/>
                    <a:pt x="979" y="1209"/>
                    <a:pt x="979" y="1213"/>
                  </a:cubicBezTo>
                  <a:cubicBezTo>
                    <a:pt x="979" y="1216"/>
                    <a:pt x="980" y="1220"/>
                    <a:pt x="982" y="1223"/>
                  </a:cubicBezTo>
                  <a:cubicBezTo>
                    <a:pt x="982" y="1224"/>
                    <a:pt x="983" y="1225"/>
                    <a:pt x="983" y="1225"/>
                  </a:cubicBezTo>
                  <a:cubicBezTo>
                    <a:pt x="994" y="1242"/>
                    <a:pt x="973" y="1270"/>
                    <a:pt x="964" y="1283"/>
                  </a:cubicBezTo>
                  <a:cubicBezTo>
                    <a:pt x="955" y="1296"/>
                    <a:pt x="964" y="1324"/>
                    <a:pt x="970" y="1342"/>
                  </a:cubicBezTo>
                  <a:cubicBezTo>
                    <a:pt x="968" y="1347"/>
                    <a:pt x="967" y="1353"/>
                    <a:pt x="967" y="1359"/>
                  </a:cubicBezTo>
                  <a:cubicBezTo>
                    <a:pt x="967" y="1361"/>
                    <a:pt x="967" y="1364"/>
                    <a:pt x="968" y="1367"/>
                  </a:cubicBezTo>
                  <a:cubicBezTo>
                    <a:pt x="969" y="1372"/>
                    <a:pt x="971" y="1378"/>
                    <a:pt x="973" y="1383"/>
                  </a:cubicBezTo>
                  <a:cubicBezTo>
                    <a:pt x="977" y="1390"/>
                    <a:pt x="983" y="1396"/>
                    <a:pt x="990" y="1400"/>
                  </a:cubicBezTo>
                  <a:cubicBezTo>
                    <a:pt x="992" y="1401"/>
                    <a:pt x="994" y="1402"/>
                    <a:pt x="996" y="1402"/>
                  </a:cubicBezTo>
                  <a:cubicBezTo>
                    <a:pt x="1014" y="1410"/>
                    <a:pt x="1033" y="1417"/>
                    <a:pt x="1052" y="1423"/>
                  </a:cubicBezTo>
                  <a:cubicBezTo>
                    <a:pt x="1049" y="1423"/>
                    <a:pt x="1046" y="1423"/>
                    <a:pt x="1043" y="1425"/>
                  </a:cubicBezTo>
                  <a:cubicBezTo>
                    <a:pt x="1040" y="1426"/>
                    <a:pt x="1039" y="1428"/>
                    <a:pt x="1038" y="1431"/>
                  </a:cubicBezTo>
                  <a:cubicBezTo>
                    <a:pt x="1036" y="1433"/>
                    <a:pt x="1035" y="1437"/>
                    <a:pt x="1035" y="1439"/>
                  </a:cubicBezTo>
                  <a:cubicBezTo>
                    <a:pt x="1035" y="1440"/>
                    <a:pt x="1035" y="1440"/>
                    <a:pt x="1035" y="1440"/>
                  </a:cubicBezTo>
                  <a:cubicBezTo>
                    <a:pt x="1033" y="1445"/>
                    <a:pt x="1029" y="1448"/>
                    <a:pt x="1024" y="1451"/>
                  </a:cubicBezTo>
                  <a:cubicBezTo>
                    <a:pt x="1019" y="1454"/>
                    <a:pt x="1014" y="1455"/>
                    <a:pt x="1008" y="1455"/>
                  </a:cubicBezTo>
                  <a:cubicBezTo>
                    <a:pt x="1007" y="1455"/>
                    <a:pt x="1006" y="1455"/>
                    <a:pt x="1005" y="1455"/>
                  </a:cubicBezTo>
                  <a:cubicBezTo>
                    <a:pt x="993" y="1455"/>
                    <a:pt x="994" y="1450"/>
                    <a:pt x="990" y="1457"/>
                  </a:cubicBezTo>
                  <a:cubicBezTo>
                    <a:pt x="991" y="1454"/>
                    <a:pt x="992" y="1451"/>
                    <a:pt x="992" y="1448"/>
                  </a:cubicBezTo>
                  <a:cubicBezTo>
                    <a:pt x="992" y="1445"/>
                    <a:pt x="990" y="1441"/>
                    <a:pt x="989" y="1439"/>
                  </a:cubicBezTo>
                  <a:cubicBezTo>
                    <a:pt x="987" y="1436"/>
                    <a:pt x="985" y="1434"/>
                    <a:pt x="983" y="1433"/>
                  </a:cubicBezTo>
                  <a:cubicBezTo>
                    <a:pt x="980" y="1431"/>
                    <a:pt x="976" y="1430"/>
                    <a:pt x="973" y="1430"/>
                  </a:cubicBezTo>
                  <a:cubicBezTo>
                    <a:pt x="969" y="1430"/>
                    <a:pt x="967" y="1431"/>
                    <a:pt x="964" y="1433"/>
                  </a:cubicBezTo>
                  <a:cubicBezTo>
                    <a:pt x="962" y="1434"/>
                    <a:pt x="960" y="1436"/>
                    <a:pt x="958" y="1439"/>
                  </a:cubicBezTo>
                  <a:cubicBezTo>
                    <a:pt x="956" y="1441"/>
                    <a:pt x="902" y="1454"/>
                    <a:pt x="938" y="1412"/>
                  </a:cubicBezTo>
                  <a:cubicBezTo>
                    <a:pt x="952" y="1395"/>
                    <a:pt x="925" y="1377"/>
                    <a:pt x="912" y="1392"/>
                  </a:cubicBezTo>
                  <a:cubicBezTo>
                    <a:pt x="910" y="1394"/>
                    <a:pt x="909" y="1395"/>
                    <a:pt x="907" y="1397"/>
                  </a:cubicBezTo>
                  <a:cubicBezTo>
                    <a:pt x="906" y="1396"/>
                    <a:pt x="906" y="1395"/>
                    <a:pt x="905" y="1394"/>
                  </a:cubicBezTo>
                  <a:cubicBezTo>
                    <a:pt x="903" y="1391"/>
                    <a:pt x="900" y="1389"/>
                    <a:pt x="897" y="1387"/>
                  </a:cubicBezTo>
                  <a:cubicBezTo>
                    <a:pt x="893" y="1385"/>
                    <a:pt x="889" y="1383"/>
                    <a:pt x="884" y="1383"/>
                  </a:cubicBezTo>
                  <a:cubicBezTo>
                    <a:pt x="882" y="1383"/>
                    <a:pt x="879" y="1384"/>
                    <a:pt x="877" y="1385"/>
                  </a:cubicBezTo>
                  <a:cubicBezTo>
                    <a:pt x="875" y="1385"/>
                    <a:pt x="873" y="1385"/>
                    <a:pt x="872" y="1386"/>
                  </a:cubicBezTo>
                  <a:cubicBezTo>
                    <a:pt x="870" y="1387"/>
                    <a:pt x="869" y="1388"/>
                    <a:pt x="868" y="1390"/>
                  </a:cubicBezTo>
                  <a:cubicBezTo>
                    <a:pt x="865" y="1389"/>
                    <a:pt x="862" y="1388"/>
                    <a:pt x="859" y="1388"/>
                  </a:cubicBezTo>
                  <a:cubicBezTo>
                    <a:pt x="849" y="1384"/>
                    <a:pt x="850" y="1363"/>
                    <a:pt x="848" y="1355"/>
                  </a:cubicBezTo>
                  <a:cubicBezTo>
                    <a:pt x="848" y="1354"/>
                    <a:pt x="847" y="1353"/>
                    <a:pt x="847" y="1352"/>
                  </a:cubicBezTo>
                  <a:cubicBezTo>
                    <a:pt x="846" y="1350"/>
                    <a:pt x="844" y="1349"/>
                    <a:pt x="843" y="1348"/>
                  </a:cubicBezTo>
                  <a:cubicBezTo>
                    <a:pt x="841" y="1347"/>
                    <a:pt x="839" y="1347"/>
                    <a:pt x="838" y="1347"/>
                  </a:cubicBezTo>
                  <a:cubicBezTo>
                    <a:pt x="836" y="1347"/>
                    <a:pt x="835" y="1347"/>
                    <a:pt x="833" y="1348"/>
                  </a:cubicBezTo>
                  <a:cubicBezTo>
                    <a:pt x="832" y="1349"/>
                    <a:pt x="831" y="1350"/>
                    <a:pt x="830" y="1351"/>
                  </a:cubicBezTo>
                  <a:cubicBezTo>
                    <a:pt x="829" y="1350"/>
                    <a:pt x="828" y="1350"/>
                    <a:pt x="827" y="1350"/>
                  </a:cubicBezTo>
                  <a:cubicBezTo>
                    <a:pt x="824" y="1350"/>
                    <a:pt x="822" y="1350"/>
                    <a:pt x="819" y="1352"/>
                  </a:cubicBezTo>
                  <a:cubicBezTo>
                    <a:pt x="816" y="1353"/>
                    <a:pt x="815" y="1356"/>
                    <a:pt x="814" y="1358"/>
                  </a:cubicBezTo>
                  <a:cubicBezTo>
                    <a:pt x="813" y="1360"/>
                    <a:pt x="812" y="1362"/>
                    <a:pt x="812" y="1364"/>
                  </a:cubicBezTo>
                  <a:cubicBezTo>
                    <a:pt x="812" y="1384"/>
                    <a:pt x="812" y="1394"/>
                    <a:pt x="798" y="1406"/>
                  </a:cubicBezTo>
                  <a:cubicBezTo>
                    <a:pt x="791" y="1412"/>
                    <a:pt x="790" y="1434"/>
                    <a:pt x="775" y="1430"/>
                  </a:cubicBezTo>
                  <a:cubicBezTo>
                    <a:pt x="774" y="1429"/>
                    <a:pt x="772" y="1429"/>
                    <a:pt x="770" y="1429"/>
                  </a:cubicBezTo>
                  <a:cubicBezTo>
                    <a:pt x="767" y="1429"/>
                    <a:pt x="764" y="1429"/>
                    <a:pt x="761" y="1431"/>
                  </a:cubicBezTo>
                  <a:cubicBezTo>
                    <a:pt x="758" y="1432"/>
                    <a:pt x="756" y="1435"/>
                    <a:pt x="754" y="1438"/>
                  </a:cubicBezTo>
                  <a:cubicBezTo>
                    <a:pt x="753" y="1440"/>
                    <a:pt x="752" y="1443"/>
                    <a:pt x="752" y="1446"/>
                  </a:cubicBezTo>
                  <a:cubicBezTo>
                    <a:pt x="754" y="1459"/>
                    <a:pt x="747" y="1463"/>
                    <a:pt x="730" y="1459"/>
                  </a:cubicBezTo>
                  <a:cubicBezTo>
                    <a:pt x="729" y="1458"/>
                    <a:pt x="727" y="1458"/>
                    <a:pt x="726" y="1458"/>
                  </a:cubicBezTo>
                  <a:cubicBezTo>
                    <a:pt x="723" y="1458"/>
                    <a:pt x="720" y="1459"/>
                    <a:pt x="717" y="1461"/>
                  </a:cubicBezTo>
                  <a:cubicBezTo>
                    <a:pt x="714" y="1462"/>
                    <a:pt x="712" y="1464"/>
                    <a:pt x="710" y="1467"/>
                  </a:cubicBezTo>
                  <a:cubicBezTo>
                    <a:pt x="708" y="1470"/>
                    <a:pt x="708" y="1473"/>
                    <a:pt x="708" y="1476"/>
                  </a:cubicBezTo>
                  <a:cubicBezTo>
                    <a:pt x="706" y="1514"/>
                    <a:pt x="674" y="1493"/>
                    <a:pt x="660" y="1516"/>
                  </a:cubicBezTo>
                  <a:lnTo>
                    <a:pt x="659" y="1516"/>
                  </a:lnTo>
                  <a:cubicBezTo>
                    <a:pt x="655" y="1524"/>
                    <a:pt x="652" y="1533"/>
                    <a:pt x="651" y="1542"/>
                  </a:cubicBezTo>
                  <a:cubicBezTo>
                    <a:pt x="651" y="1547"/>
                    <a:pt x="625" y="1546"/>
                    <a:pt x="619" y="1547"/>
                  </a:cubicBezTo>
                  <a:cubicBezTo>
                    <a:pt x="617" y="1547"/>
                    <a:pt x="615" y="1548"/>
                    <a:pt x="614" y="1549"/>
                  </a:cubicBezTo>
                  <a:cubicBezTo>
                    <a:pt x="611" y="1551"/>
                    <a:pt x="609" y="1553"/>
                    <a:pt x="607" y="1556"/>
                  </a:cubicBezTo>
                  <a:cubicBezTo>
                    <a:pt x="607" y="1556"/>
                    <a:pt x="606" y="1557"/>
                    <a:pt x="606" y="1558"/>
                  </a:cubicBezTo>
                  <a:cubicBezTo>
                    <a:pt x="605" y="1565"/>
                    <a:pt x="602" y="1572"/>
                    <a:pt x="599" y="1577"/>
                  </a:cubicBezTo>
                  <a:cubicBezTo>
                    <a:pt x="598" y="1579"/>
                    <a:pt x="597" y="1581"/>
                    <a:pt x="595" y="1583"/>
                  </a:cubicBezTo>
                  <a:cubicBezTo>
                    <a:pt x="591" y="1586"/>
                    <a:pt x="587" y="1589"/>
                    <a:pt x="583" y="1592"/>
                  </a:cubicBezTo>
                  <a:cubicBezTo>
                    <a:pt x="578" y="1594"/>
                    <a:pt x="573" y="1595"/>
                    <a:pt x="567" y="1596"/>
                  </a:cubicBezTo>
                  <a:cubicBezTo>
                    <a:pt x="565" y="1596"/>
                    <a:pt x="563" y="1597"/>
                    <a:pt x="561" y="1597"/>
                  </a:cubicBezTo>
                  <a:cubicBezTo>
                    <a:pt x="554" y="1586"/>
                    <a:pt x="544" y="1576"/>
                    <a:pt x="533" y="1570"/>
                  </a:cubicBezTo>
                  <a:cubicBezTo>
                    <a:pt x="528" y="1567"/>
                    <a:pt x="523" y="1565"/>
                    <a:pt x="518" y="1563"/>
                  </a:cubicBezTo>
                  <a:cubicBezTo>
                    <a:pt x="527" y="1558"/>
                    <a:pt x="535" y="1551"/>
                    <a:pt x="543" y="1544"/>
                  </a:cubicBezTo>
                  <a:cubicBezTo>
                    <a:pt x="553" y="1540"/>
                    <a:pt x="562" y="1536"/>
                    <a:pt x="571" y="1530"/>
                  </a:cubicBezTo>
                  <a:cubicBezTo>
                    <a:pt x="574" y="1528"/>
                    <a:pt x="578" y="1526"/>
                    <a:pt x="581" y="1524"/>
                  </a:cubicBezTo>
                  <a:cubicBezTo>
                    <a:pt x="589" y="1513"/>
                    <a:pt x="597" y="1502"/>
                    <a:pt x="603" y="1490"/>
                  </a:cubicBezTo>
                  <a:cubicBezTo>
                    <a:pt x="604" y="1488"/>
                    <a:pt x="605" y="1487"/>
                    <a:pt x="606" y="1485"/>
                  </a:cubicBezTo>
                  <a:cubicBezTo>
                    <a:pt x="614" y="1479"/>
                    <a:pt x="622" y="1473"/>
                    <a:pt x="630" y="1468"/>
                  </a:cubicBezTo>
                  <a:cubicBezTo>
                    <a:pt x="632" y="1466"/>
                    <a:pt x="633" y="1465"/>
                    <a:pt x="634" y="1463"/>
                  </a:cubicBezTo>
                  <a:cubicBezTo>
                    <a:pt x="635" y="1462"/>
                    <a:pt x="635" y="1461"/>
                    <a:pt x="635" y="1460"/>
                  </a:cubicBezTo>
                  <a:cubicBezTo>
                    <a:pt x="636" y="1460"/>
                    <a:pt x="637" y="1459"/>
                    <a:pt x="638" y="1459"/>
                  </a:cubicBezTo>
                  <a:cubicBezTo>
                    <a:pt x="645" y="1454"/>
                    <a:pt x="652" y="1449"/>
                    <a:pt x="658" y="1443"/>
                  </a:cubicBezTo>
                  <a:cubicBezTo>
                    <a:pt x="670" y="1431"/>
                    <a:pt x="669" y="1420"/>
                    <a:pt x="678" y="1405"/>
                  </a:cubicBezTo>
                  <a:cubicBezTo>
                    <a:pt x="702" y="1370"/>
                    <a:pt x="737" y="1355"/>
                    <a:pt x="768" y="1328"/>
                  </a:cubicBezTo>
                  <a:cubicBezTo>
                    <a:pt x="774" y="1330"/>
                    <a:pt x="779" y="1330"/>
                    <a:pt x="785" y="1330"/>
                  </a:cubicBezTo>
                  <a:cubicBezTo>
                    <a:pt x="794" y="1330"/>
                    <a:pt x="803" y="1328"/>
                    <a:pt x="812" y="1324"/>
                  </a:cubicBezTo>
                  <a:cubicBezTo>
                    <a:pt x="813" y="1323"/>
                    <a:pt x="814" y="1322"/>
                    <a:pt x="815" y="1321"/>
                  </a:cubicBezTo>
                  <a:cubicBezTo>
                    <a:pt x="815" y="1320"/>
                    <a:pt x="816" y="1319"/>
                    <a:pt x="816" y="1318"/>
                  </a:cubicBezTo>
                  <a:cubicBezTo>
                    <a:pt x="816" y="1317"/>
                    <a:pt x="815" y="1316"/>
                    <a:pt x="815" y="1315"/>
                  </a:cubicBezTo>
                  <a:cubicBezTo>
                    <a:pt x="814" y="1314"/>
                    <a:pt x="813" y="1313"/>
                    <a:pt x="812" y="1312"/>
                  </a:cubicBezTo>
                  <a:cubicBezTo>
                    <a:pt x="796" y="1303"/>
                    <a:pt x="776" y="1302"/>
                    <a:pt x="760" y="1294"/>
                  </a:cubicBezTo>
                  <a:cubicBezTo>
                    <a:pt x="757" y="1293"/>
                    <a:pt x="755" y="1292"/>
                    <a:pt x="753" y="1291"/>
                  </a:cubicBezTo>
                  <a:cubicBezTo>
                    <a:pt x="750" y="1289"/>
                    <a:pt x="747" y="1287"/>
                    <a:pt x="743" y="1284"/>
                  </a:cubicBezTo>
                  <a:cubicBezTo>
                    <a:pt x="736" y="1280"/>
                    <a:pt x="733" y="1272"/>
                    <a:pt x="726" y="1266"/>
                  </a:cubicBezTo>
                  <a:lnTo>
                    <a:pt x="725" y="1266"/>
                  </a:lnTo>
                  <a:cubicBezTo>
                    <a:pt x="730" y="1260"/>
                    <a:pt x="736" y="1253"/>
                    <a:pt x="740" y="1245"/>
                  </a:cubicBezTo>
                  <a:lnTo>
                    <a:pt x="741" y="1245"/>
                  </a:lnTo>
                  <a:cubicBezTo>
                    <a:pt x="747" y="1247"/>
                    <a:pt x="752" y="1250"/>
                    <a:pt x="757" y="1253"/>
                  </a:cubicBezTo>
                  <a:cubicBezTo>
                    <a:pt x="758" y="1254"/>
                    <a:pt x="760" y="1255"/>
                    <a:pt x="761" y="1255"/>
                  </a:cubicBezTo>
                  <a:cubicBezTo>
                    <a:pt x="769" y="1260"/>
                    <a:pt x="778" y="1262"/>
                    <a:pt x="787" y="1262"/>
                  </a:cubicBezTo>
                  <a:cubicBezTo>
                    <a:pt x="796" y="1262"/>
                    <a:pt x="805" y="1260"/>
                    <a:pt x="813" y="1255"/>
                  </a:cubicBezTo>
                  <a:cubicBezTo>
                    <a:pt x="814" y="1255"/>
                    <a:pt x="814" y="1254"/>
                    <a:pt x="815" y="1253"/>
                  </a:cubicBezTo>
                  <a:cubicBezTo>
                    <a:pt x="815" y="1252"/>
                    <a:pt x="816" y="1251"/>
                    <a:pt x="816" y="1250"/>
                  </a:cubicBezTo>
                  <a:cubicBezTo>
                    <a:pt x="816" y="1249"/>
                    <a:pt x="815" y="1248"/>
                    <a:pt x="815" y="1247"/>
                  </a:cubicBezTo>
                  <a:cubicBezTo>
                    <a:pt x="814" y="1246"/>
                    <a:pt x="814" y="1245"/>
                    <a:pt x="813" y="1245"/>
                  </a:cubicBezTo>
                  <a:cubicBezTo>
                    <a:pt x="799" y="1237"/>
                    <a:pt x="782" y="1239"/>
                    <a:pt x="768" y="1231"/>
                  </a:cubicBezTo>
                  <a:cubicBezTo>
                    <a:pt x="767" y="1230"/>
                    <a:pt x="766" y="1230"/>
                    <a:pt x="765" y="1229"/>
                  </a:cubicBezTo>
                  <a:cubicBezTo>
                    <a:pt x="761" y="1227"/>
                    <a:pt x="757" y="1225"/>
                    <a:pt x="752" y="1224"/>
                  </a:cubicBezTo>
                  <a:lnTo>
                    <a:pt x="750" y="1221"/>
                  </a:lnTo>
                  <a:cubicBezTo>
                    <a:pt x="751" y="1213"/>
                    <a:pt x="754" y="1206"/>
                    <a:pt x="758" y="1199"/>
                  </a:cubicBezTo>
                  <a:cubicBezTo>
                    <a:pt x="763" y="1190"/>
                    <a:pt x="770" y="1182"/>
                    <a:pt x="779" y="1177"/>
                  </a:cubicBezTo>
                  <a:cubicBezTo>
                    <a:pt x="780" y="1178"/>
                    <a:pt x="781" y="1178"/>
                    <a:pt x="782" y="1179"/>
                  </a:cubicBezTo>
                  <a:lnTo>
                    <a:pt x="783" y="1179"/>
                  </a:lnTo>
                  <a:cubicBezTo>
                    <a:pt x="784" y="1180"/>
                    <a:pt x="785" y="1180"/>
                    <a:pt x="786" y="1181"/>
                  </a:cubicBezTo>
                  <a:cubicBezTo>
                    <a:pt x="800" y="1189"/>
                    <a:pt x="816" y="1196"/>
                    <a:pt x="832" y="1202"/>
                  </a:cubicBezTo>
                  <a:cubicBezTo>
                    <a:pt x="838" y="1203"/>
                    <a:pt x="844" y="1204"/>
                    <a:pt x="851" y="1204"/>
                  </a:cubicBezTo>
                  <a:cubicBezTo>
                    <a:pt x="861" y="1204"/>
                    <a:pt x="872" y="1201"/>
                    <a:pt x="882" y="1197"/>
                  </a:cubicBezTo>
                  <a:cubicBezTo>
                    <a:pt x="883" y="1196"/>
                    <a:pt x="884" y="1197"/>
                    <a:pt x="885" y="1195"/>
                  </a:cubicBezTo>
                  <a:cubicBezTo>
                    <a:pt x="885" y="1193"/>
                    <a:pt x="886" y="1192"/>
                    <a:pt x="886" y="1191"/>
                  </a:cubicBezTo>
                  <a:cubicBezTo>
                    <a:pt x="886" y="1190"/>
                    <a:pt x="885" y="1189"/>
                    <a:pt x="885" y="1188"/>
                  </a:cubicBezTo>
                  <a:cubicBezTo>
                    <a:pt x="884" y="1187"/>
                    <a:pt x="883" y="1186"/>
                    <a:pt x="882" y="1185"/>
                  </a:cubicBezTo>
                  <a:cubicBezTo>
                    <a:pt x="862" y="1176"/>
                    <a:pt x="840" y="1179"/>
                    <a:pt x="821" y="1171"/>
                  </a:cubicBezTo>
                  <a:cubicBezTo>
                    <a:pt x="815" y="1169"/>
                    <a:pt x="810" y="1167"/>
                    <a:pt x="805" y="1165"/>
                  </a:cubicBezTo>
                  <a:cubicBezTo>
                    <a:pt x="806" y="1164"/>
                    <a:pt x="806" y="1163"/>
                    <a:pt x="807" y="1161"/>
                  </a:cubicBezTo>
                  <a:cubicBezTo>
                    <a:pt x="808" y="1158"/>
                    <a:pt x="810" y="1156"/>
                    <a:pt x="810" y="1153"/>
                  </a:cubicBezTo>
                  <a:cubicBezTo>
                    <a:pt x="810" y="1141"/>
                    <a:pt x="813" y="1129"/>
                    <a:pt x="820" y="1118"/>
                  </a:cubicBezTo>
                  <a:cubicBezTo>
                    <a:pt x="825" y="1109"/>
                    <a:pt x="831" y="1102"/>
                    <a:pt x="839" y="1096"/>
                  </a:cubicBezTo>
                  <a:cubicBezTo>
                    <a:pt x="850" y="1106"/>
                    <a:pt x="864" y="1107"/>
                    <a:pt x="876" y="1115"/>
                  </a:cubicBezTo>
                  <a:cubicBezTo>
                    <a:pt x="877" y="1117"/>
                    <a:pt x="879" y="1118"/>
                    <a:pt x="881" y="1120"/>
                  </a:cubicBezTo>
                  <a:cubicBezTo>
                    <a:pt x="886" y="1123"/>
                    <a:pt x="892" y="1124"/>
                    <a:pt x="898" y="1124"/>
                  </a:cubicBezTo>
                  <a:cubicBezTo>
                    <a:pt x="904" y="1124"/>
                    <a:pt x="910" y="1123"/>
                    <a:pt x="915" y="1120"/>
                  </a:cubicBezTo>
                  <a:cubicBezTo>
                    <a:pt x="916" y="1119"/>
                    <a:pt x="917" y="1118"/>
                    <a:pt x="918" y="1118"/>
                  </a:cubicBezTo>
                  <a:cubicBezTo>
                    <a:pt x="919" y="1117"/>
                    <a:pt x="919" y="1116"/>
                    <a:pt x="920" y="1115"/>
                  </a:cubicBezTo>
                  <a:cubicBezTo>
                    <a:pt x="921" y="1114"/>
                    <a:pt x="921" y="1113"/>
                    <a:pt x="921" y="1112"/>
                  </a:cubicBezTo>
                  <a:cubicBezTo>
                    <a:pt x="921" y="1110"/>
                    <a:pt x="921" y="1109"/>
                    <a:pt x="920" y="1108"/>
                  </a:cubicBezTo>
                  <a:cubicBezTo>
                    <a:pt x="919" y="1107"/>
                    <a:pt x="919" y="1106"/>
                    <a:pt x="918" y="1106"/>
                  </a:cubicBezTo>
                  <a:cubicBezTo>
                    <a:pt x="917" y="1105"/>
                    <a:pt x="917" y="1105"/>
                    <a:pt x="916" y="1105"/>
                  </a:cubicBezTo>
                  <a:cubicBezTo>
                    <a:pt x="912" y="1102"/>
                    <a:pt x="907" y="1101"/>
                    <a:pt x="903" y="1101"/>
                  </a:cubicBezTo>
                  <a:cubicBezTo>
                    <a:pt x="899" y="1101"/>
                    <a:pt x="895" y="1099"/>
                    <a:pt x="891" y="1097"/>
                  </a:cubicBezTo>
                  <a:cubicBezTo>
                    <a:pt x="890" y="1096"/>
                    <a:pt x="888" y="1095"/>
                    <a:pt x="887" y="1094"/>
                  </a:cubicBezTo>
                  <a:cubicBezTo>
                    <a:pt x="879" y="1090"/>
                    <a:pt x="870" y="1087"/>
                    <a:pt x="862" y="1085"/>
                  </a:cubicBezTo>
                  <a:cubicBezTo>
                    <a:pt x="862" y="1084"/>
                    <a:pt x="862" y="1084"/>
                    <a:pt x="862" y="1083"/>
                  </a:cubicBezTo>
                  <a:lnTo>
                    <a:pt x="862" y="1082"/>
                  </a:lnTo>
                  <a:cubicBezTo>
                    <a:pt x="861" y="1078"/>
                    <a:pt x="861" y="1075"/>
                    <a:pt x="861" y="1071"/>
                  </a:cubicBezTo>
                  <a:cubicBezTo>
                    <a:pt x="861" y="1056"/>
                    <a:pt x="865" y="1042"/>
                    <a:pt x="872" y="1030"/>
                  </a:cubicBezTo>
                  <a:cubicBezTo>
                    <a:pt x="877" y="1021"/>
                    <a:pt x="884" y="1013"/>
                    <a:pt x="892" y="1006"/>
                  </a:cubicBezTo>
                  <a:cubicBezTo>
                    <a:pt x="892" y="1007"/>
                    <a:pt x="892" y="1008"/>
                    <a:pt x="892" y="1009"/>
                  </a:cubicBezTo>
                  <a:cubicBezTo>
                    <a:pt x="892" y="1010"/>
                    <a:pt x="891" y="1011"/>
                    <a:pt x="892" y="1012"/>
                  </a:cubicBezTo>
                  <a:cubicBezTo>
                    <a:pt x="892" y="1013"/>
                    <a:pt x="893" y="1013"/>
                    <a:pt x="894" y="1014"/>
                  </a:cubicBezTo>
                  <a:cubicBezTo>
                    <a:pt x="895" y="1015"/>
                    <a:pt x="896" y="1014"/>
                    <a:pt x="897" y="1015"/>
                  </a:cubicBezTo>
                  <a:cubicBezTo>
                    <a:pt x="902" y="1015"/>
                    <a:pt x="906" y="1025"/>
                    <a:pt x="911" y="1028"/>
                  </a:cubicBezTo>
                  <a:cubicBezTo>
                    <a:pt x="921" y="1032"/>
                    <a:pt x="932" y="1035"/>
                    <a:pt x="943" y="1036"/>
                  </a:cubicBezTo>
                  <a:cubicBezTo>
                    <a:pt x="959" y="1038"/>
                    <a:pt x="987" y="1039"/>
                    <a:pt x="993" y="1020"/>
                  </a:cubicBezTo>
                  <a:cubicBezTo>
                    <a:pt x="993" y="1020"/>
                    <a:pt x="993" y="1019"/>
                    <a:pt x="993" y="1018"/>
                  </a:cubicBezTo>
                  <a:cubicBezTo>
                    <a:pt x="993" y="1017"/>
                    <a:pt x="993" y="1016"/>
                    <a:pt x="992" y="1015"/>
                  </a:cubicBezTo>
                  <a:cubicBezTo>
                    <a:pt x="991" y="1014"/>
                    <a:pt x="990" y="1012"/>
                    <a:pt x="989" y="1012"/>
                  </a:cubicBezTo>
                  <a:cubicBezTo>
                    <a:pt x="987" y="1011"/>
                    <a:pt x="987" y="1011"/>
                    <a:pt x="986" y="1011"/>
                  </a:cubicBezTo>
                  <a:cubicBezTo>
                    <a:pt x="985" y="1011"/>
                    <a:pt x="985" y="1011"/>
                    <a:pt x="984" y="1011"/>
                  </a:cubicBezTo>
                  <a:cubicBezTo>
                    <a:pt x="975" y="1013"/>
                    <a:pt x="966" y="1014"/>
                    <a:pt x="957" y="1014"/>
                  </a:cubicBezTo>
                  <a:cubicBezTo>
                    <a:pt x="950" y="1014"/>
                    <a:pt x="943" y="1014"/>
                    <a:pt x="936" y="1013"/>
                  </a:cubicBezTo>
                  <a:cubicBezTo>
                    <a:pt x="922" y="1012"/>
                    <a:pt x="911" y="998"/>
                    <a:pt x="897" y="1002"/>
                  </a:cubicBezTo>
                  <a:cubicBezTo>
                    <a:pt x="904" y="996"/>
                    <a:pt x="911" y="991"/>
                    <a:pt x="917" y="984"/>
                  </a:cubicBezTo>
                  <a:cubicBezTo>
                    <a:pt x="921" y="981"/>
                    <a:pt x="920" y="974"/>
                    <a:pt x="919" y="970"/>
                  </a:cubicBezTo>
                  <a:cubicBezTo>
                    <a:pt x="919" y="966"/>
                    <a:pt x="919" y="962"/>
                    <a:pt x="919" y="958"/>
                  </a:cubicBezTo>
                  <a:cubicBezTo>
                    <a:pt x="919" y="954"/>
                    <a:pt x="919" y="950"/>
                    <a:pt x="919" y="946"/>
                  </a:cubicBezTo>
                  <a:cubicBezTo>
                    <a:pt x="920" y="946"/>
                    <a:pt x="921" y="946"/>
                    <a:pt x="921" y="946"/>
                  </a:cubicBezTo>
                  <a:cubicBezTo>
                    <a:pt x="941" y="946"/>
                    <a:pt x="960" y="943"/>
                    <a:pt x="978" y="938"/>
                  </a:cubicBezTo>
                  <a:cubicBezTo>
                    <a:pt x="992" y="935"/>
                    <a:pt x="1014" y="928"/>
                    <a:pt x="1015" y="911"/>
                  </a:cubicBezTo>
                  <a:lnTo>
                    <a:pt x="1015" y="910"/>
                  </a:lnTo>
                  <a:cubicBezTo>
                    <a:pt x="1015" y="909"/>
                    <a:pt x="1015" y="908"/>
                    <a:pt x="1015" y="907"/>
                  </a:cubicBezTo>
                  <a:cubicBezTo>
                    <a:pt x="1014" y="906"/>
                    <a:pt x="1013" y="904"/>
                    <a:pt x="1012" y="904"/>
                  </a:cubicBezTo>
                  <a:cubicBezTo>
                    <a:pt x="1011" y="903"/>
                    <a:pt x="1010" y="904"/>
                    <a:pt x="1009" y="904"/>
                  </a:cubicBezTo>
                  <a:cubicBezTo>
                    <a:pt x="1008" y="904"/>
                    <a:pt x="1007" y="903"/>
                    <a:pt x="1006" y="904"/>
                  </a:cubicBezTo>
                  <a:cubicBezTo>
                    <a:pt x="1005" y="905"/>
                    <a:pt x="1005" y="905"/>
                    <a:pt x="1004" y="906"/>
                  </a:cubicBezTo>
                  <a:cubicBezTo>
                    <a:pt x="996" y="909"/>
                    <a:pt x="988" y="911"/>
                    <a:pt x="980" y="911"/>
                  </a:cubicBezTo>
                  <a:cubicBezTo>
                    <a:pt x="973" y="911"/>
                    <a:pt x="966" y="913"/>
                    <a:pt x="960" y="914"/>
                  </a:cubicBezTo>
                  <a:cubicBezTo>
                    <a:pt x="948" y="916"/>
                    <a:pt x="936" y="919"/>
                    <a:pt x="923" y="922"/>
                  </a:cubicBezTo>
                  <a:cubicBezTo>
                    <a:pt x="926" y="910"/>
                    <a:pt x="929" y="899"/>
                    <a:pt x="931" y="888"/>
                  </a:cubicBezTo>
                  <a:cubicBezTo>
                    <a:pt x="931" y="887"/>
                    <a:pt x="931" y="887"/>
                    <a:pt x="931" y="887"/>
                  </a:cubicBezTo>
                  <a:cubicBezTo>
                    <a:pt x="931" y="886"/>
                    <a:pt x="931" y="885"/>
                    <a:pt x="931" y="884"/>
                  </a:cubicBezTo>
                  <a:cubicBezTo>
                    <a:pt x="930" y="883"/>
                    <a:pt x="930" y="883"/>
                    <a:pt x="929" y="882"/>
                  </a:cubicBezTo>
                  <a:cubicBezTo>
                    <a:pt x="930" y="880"/>
                    <a:pt x="931" y="878"/>
                    <a:pt x="932" y="875"/>
                  </a:cubicBezTo>
                  <a:cubicBezTo>
                    <a:pt x="932" y="873"/>
                    <a:pt x="934" y="870"/>
                    <a:pt x="935" y="868"/>
                  </a:cubicBezTo>
                  <a:lnTo>
                    <a:pt x="935" y="867"/>
                  </a:lnTo>
                  <a:cubicBezTo>
                    <a:pt x="943" y="868"/>
                    <a:pt x="950" y="869"/>
                    <a:pt x="958" y="869"/>
                  </a:cubicBezTo>
                  <a:cubicBezTo>
                    <a:pt x="983" y="869"/>
                    <a:pt x="1008" y="864"/>
                    <a:pt x="1032" y="854"/>
                  </a:cubicBezTo>
                  <a:lnTo>
                    <a:pt x="1033" y="853"/>
                  </a:lnTo>
                  <a:cubicBezTo>
                    <a:pt x="1034" y="852"/>
                    <a:pt x="1035" y="851"/>
                    <a:pt x="1036" y="850"/>
                  </a:cubicBezTo>
                  <a:cubicBezTo>
                    <a:pt x="1037" y="849"/>
                    <a:pt x="1037" y="847"/>
                    <a:pt x="1037" y="846"/>
                  </a:cubicBezTo>
                  <a:cubicBezTo>
                    <a:pt x="1037" y="844"/>
                    <a:pt x="1037" y="843"/>
                    <a:pt x="1037" y="842"/>
                  </a:cubicBezTo>
                  <a:lnTo>
                    <a:pt x="1037" y="840"/>
                  </a:lnTo>
                  <a:cubicBezTo>
                    <a:pt x="1035" y="836"/>
                    <a:pt x="1029" y="832"/>
                    <a:pt x="1025" y="837"/>
                  </a:cubicBezTo>
                  <a:cubicBezTo>
                    <a:pt x="1019" y="838"/>
                    <a:pt x="1012" y="839"/>
                    <a:pt x="1006" y="839"/>
                  </a:cubicBezTo>
                  <a:lnTo>
                    <a:pt x="981" y="844"/>
                  </a:lnTo>
                  <a:cubicBezTo>
                    <a:pt x="973" y="845"/>
                    <a:pt x="965" y="846"/>
                    <a:pt x="957" y="846"/>
                  </a:cubicBezTo>
                  <a:cubicBezTo>
                    <a:pt x="958" y="845"/>
                    <a:pt x="958" y="845"/>
                    <a:pt x="959" y="844"/>
                  </a:cubicBezTo>
                  <a:cubicBezTo>
                    <a:pt x="963" y="842"/>
                    <a:pt x="967" y="841"/>
                    <a:pt x="971" y="840"/>
                  </a:cubicBezTo>
                  <a:cubicBezTo>
                    <a:pt x="978" y="837"/>
                    <a:pt x="984" y="834"/>
                    <a:pt x="991" y="830"/>
                  </a:cubicBezTo>
                  <a:cubicBezTo>
                    <a:pt x="998" y="826"/>
                    <a:pt x="1006" y="821"/>
                    <a:pt x="1012" y="814"/>
                  </a:cubicBezTo>
                  <a:cubicBezTo>
                    <a:pt x="1044" y="800"/>
                    <a:pt x="1076" y="786"/>
                    <a:pt x="1110" y="775"/>
                  </a:cubicBezTo>
                  <a:lnTo>
                    <a:pt x="1111" y="775"/>
                  </a:lnTo>
                  <a:cubicBezTo>
                    <a:pt x="1120" y="775"/>
                    <a:pt x="1129" y="774"/>
                    <a:pt x="1139" y="772"/>
                  </a:cubicBezTo>
                  <a:cubicBezTo>
                    <a:pt x="1144" y="771"/>
                    <a:pt x="1150" y="770"/>
                    <a:pt x="1155" y="770"/>
                  </a:cubicBezTo>
                  <a:cubicBezTo>
                    <a:pt x="1157" y="770"/>
                    <a:pt x="1158" y="770"/>
                    <a:pt x="1160" y="771"/>
                  </a:cubicBezTo>
                  <a:cubicBezTo>
                    <a:pt x="1160" y="772"/>
                    <a:pt x="1161" y="774"/>
                    <a:pt x="1162" y="776"/>
                  </a:cubicBezTo>
                  <a:cubicBezTo>
                    <a:pt x="1163" y="778"/>
                    <a:pt x="1165" y="780"/>
                    <a:pt x="1166" y="781"/>
                  </a:cubicBezTo>
                  <a:cubicBezTo>
                    <a:pt x="1160" y="777"/>
                    <a:pt x="1161" y="783"/>
                    <a:pt x="1152" y="791"/>
                  </a:cubicBezTo>
                  <a:lnTo>
                    <a:pt x="1153" y="791"/>
                  </a:lnTo>
                  <a:moveTo>
                    <a:pt x="1229" y="862"/>
                  </a:moveTo>
                  <a:cubicBezTo>
                    <a:pt x="1227" y="866"/>
                    <a:pt x="1225" y="870"/>
                    <a:pt x="1223" y="873"/>
                  </a:cubicBezTo>
                  <a:cubicBezTo>
                    <a:pt x="1225" y="867"/>
                    <a:pt x="1228" y="860"/>
                    <a:pt x="1231" y="853"/>
                  </a:cubicBezTo>
                  <a:cubicBezTo>
                    <a:pt x="1232" y="852"/>
                    <a:pt x="1233" y="852"/>
                    <a:pt x="1234" y="851"/>
                  </a:cubicBezTo>
                  <a:cubicBezTo>
                    <a:pt x="1235" y="850"/>
                    <a:pt x="1235" y="850"/>
                    <a:pt x="1236" y="850"/>
                  </a:cubicBezTo>
                  <a:lnTo>
                    <a:pt x="1229" y="862"/>
                  </a:lnTo>
                  <a:moveTo>
                    <a:pt x="1326" y="832"/>
                  </a:moveTo>
                  <a:cubicBezTo>
                    <a:pt x="1335" y="815"/>
                    <a:pt x="1344" y="797"/>
                    <a:pt x="1354" y="780"/>
                  </a:cubicBezTo>
                  <a:cubicBezTo>
                    <a:pt x="1356" y="775"/>
                    <a:pt x="1359" y="771"/>
                    <a:pt x="1361" y="766"/>
                  </a:cubicBezTo>
                  <a:cubicBezTo>
                    <a:pt x="1356" y="780"/>
                    <a:pt x="1350" y="794"/>
                    <a:pt x="1342" y="806"/>
                  </a:cubicBezTo>
                  <a:cubicBezTo>
                    <a:pt x="1336" y="815"/>
                    <a:pt x="1332" y="824"/>
                    <a:pt x="1326" y="832"/>
                  </a:cubicBezTo>
                  <a:moveTo>
                    <a:pt x="1687" y="1896"/>
                  </a:moveTo>
                  <a:lnTo>
                    <a:pt x="1686" y="1896"/>
                  </a:lnTo>
                  <a:cubicBezTo>
                    <a:pt x="1685" y="1896"/>
                    <a:pt x="1684" y="1896"/>
                    <a:pt x="1683" y="1897"/>
                  </a:cubicBezTo>
                  <a:cubicBezTo>
                    <a:pt x="1682" y="1897"/>
                    <a:pt x="1681" y="1898"/>
                    <a:pt x="1681" y="1899"/>
                  </a:cubicBezTo>
                  <a:cubicBezTo>
                    <a:pt x="1680" y="1900"/>
                    <a:pt x="1680" y="1901"/>
                    <a:pt x="1680" y="1902"/>
                  </a:cubicBezTo>
                  <a:cubicBezTo>
                    <a:pt x="1680" y="1903"/>
                    <a:pt x="1681" y="1905"/>
                    <a:pt x="1681" y="1905"/>
                  </a:cubicBezTo>
                  <a:cubicBezTo>
                    <a:pt x="1682" y="1906"/>
                    <a:pt x="1682" y="1907"/>
                    <a:pt x="1683" y="1907"/>
                  </a:cubicBezTo>
                  <a:cubicBezTo>
                    <a:pt x="1681" y="1908"/>
                    <a:pt x="1680" y="1908"/>
                    <a:pt x="1678" y="1909"/>
                  </a:cubicBezTo>
                  <a:cubicBezTo>
                    <a:pt x="1676" y="1910"/>
                    <a:pt x="1674" y="1911"/>
                    <a:pt x="1672" y="1912"/>
                  </a:cubicBezTo>
                  <a:cubicBezTo>
                    <a:pt x="1665" y="1916"/>
                    <a:pt x="1659" y="1922"/>
                    <a:pt x="1654" y="1928"/>
                  </a:cubicBezTo>
                  <a:cubicBezTo>
                    <a:pt x="1636" y="1953"/>
                    <a:pt x="1601" y="1958"/>
                    <a:pt x="1573" y="1963"/>
                  </a:cubicBezTo>
                  <a:cubicBezTo>
                    <a:pt x="1551" y="1966"/>
                    <a:pt x="1531" y="1972"/>
                    <a:pt x="1512" y="1982"/>
                  </a:cubicBezTo>
                  <a:cubicBezTo>
                    <a:pt x="1529" y="1956"/>
                    <a:pt x="1564" y="1937"/>
                    <a:pt x="1588" y="1923"/>
                  </a:cubicBezTo>
                  <a:cubicBezTo>
                    <a:pt x="1607" y="1912"/>
                    <a:pt x="1657" y="1886"/>
                    <a:pt x="1692" y="1892"/>
                  </a:cubicBezTo>
                  <a:lnTo>
                    <a:pt x="1692" y="1893"/>
                  </a:lnTo>
                  <a:cubicBezTo>
                    <a:pt x="1693" y="1894"/>
                    <a:pt x="1693" y="1894"/>
                    <a:pt x="1694" y="1894"/>
                  </a:cubicBezTo>
                  <a:lnTo>
                    <a:pt x="1698" y="1897"/>
                  </a:lnTo>
                  <a:cubicBezTo>
                    <a:pt x="1698" y="1898"/>
                    <a:pt x="1698" y="1899"/>
                    <a:pt x="1698" y="1901"/>
                  </a:cubicBezTo>
                  <a:cubicBezTo>
                    <a:pt x="1694" y="1899"/>
                    <a:pt x="1691" y="1898"/>
                    <a:pt x="1687" y="1896"/>
                  </a:cubicBezTo>
                  <a:moveTo>
                    <a:pt x="1986" y="1940"/>
                  </a:moveTo>
                  <a:cubicBezTo>
                    <a:pt x="1976" y="1946"/>
                    <a:pt x="1966" y="1952"/>
                    <a:pt x="1958" y="1959"/>
                  </a:cubicBezTo>
                  <a:cubicBezTo>
                    <a:pt x="1962" y="1949"/>
                    <a:pt x="1967" y="1938"/>
                    <a:pt x="1972" y="1927"/>
                  </a:cubicBezTo>
                  <a:cubicBezTo>
                    <a:pt x="1988" y="1890"/>
                    <a:pt x="2015" y="1903"/>
                    <a:pt x="2036" y="1921"/>
                  </a:cubicBezTo>
                  <a:cubicBezTo>
                    <a:pt x="2020" y="1924"/>
                    <a:pt x="2004" y="1929"/>
                    <a:pt x="1990" y="1937"/>
                  </a:cubicBezTo>
                  <a:cubicBezTo>
                    <a:pt x="1989" y="1938"/>
                    <a:pt x="1987" y="1939"/>
                    <a:pt x="1986" y="1940"/>
                  </a:cubicBezTo>
                  <a:moveTo>
                    <a:pt x="2384" y="1404"/>
                  </a:moveTo>
                  <a:cubicBezTo>
                    <a:pt x="2384" y="1408"/>
                    <a:pt x="2385" y="1411"/>
                    <a:pt x="2385" y="1415"/>
                  </a:cubicBezTo>
                  <a:cubicBezTo>
                    <a:pt x="2385" y="1419"/>
                    <a:pt x="2384" y="1423"/>
                    <a:pt x="2384" y="1427"/>
                  </a:cubicBezTo>
                  <a:lnTo>
                    <a:pt x="2379" y="1423"/>
                  </a:lnTo>
                  <a:cubicBezTo>
                    <a:pt x="2381" y="1417"/>
                    <a:pt x="2383" y="1410"/>
                    <a:pt x="2384" y="1404"/>
                  </a:cubicBezTo>
                  <a:moveTo>
                    <a:pt x="2120" y="1188"/>
                  </a:moveTo>
                  <a:lnTo>
                    <a:pt x="2120" y="1189"/>
                  </a:lnTo>
                  <a:cubicBezTo>
                    <a:pt x="2120" y="1190"/>
                    <a:pt x="2120" y="1191"/>
                    <a:pt x="2120" y="1192"/>
                  </a:cubicBezTo>
                  <a:cubicBezTo>
                    <a:pt x="2120" y="1193"/>
                    <a:pt x="2120" y="1194"/>
                    <a:pt x="2120" y="1195"/>
                  </a:cubicBezTo>
                  <a:cubicBezTo>
                    <a:pt x="2120" y="1193"/>
                    <a:pt x="2120" y="1190"/>
                    <a:pt x="2120" y="1187"/>
                  </a:cubicBezTo>
                  <a:lnTo>
                    <a:pt x="2120" y="1188"/>
                  </a:lnTo>
                  <a:moveTo>
                    <a:pt x="2075" y="1824"/>
                  </a:moveTo>
                  <a:cubicBezTo>
                    <a:pt x="2074" y="1823"/>
                    <a:pt x="2074" y="1821"/>
                    <a:pt x="2073" y="1820"/>
                  </a:cubicBezTo>
                  <a:cubicBezTo>
                    <a:pt x="2071" y="1818"/>
                    <a:pt x="2069" y="1815"/>
                    <a:pt x="2066" y="1814"/>
                  </a:cubicBezTo>
                  <a:cubicBezTo>
                    <a:pt x="2063" y="1812"/>
                    <a:pt x="2060" y="1811"/>
                    <a:pt x="2057" y="1811"/>
                  </a:cubicBezTo>
                  <a:cubicBezTo>
                    <a:pt x="2054" y="1811"/>
                    <a:pt x="2051" y="1812"/>
                    <a:pt x="2048" y="1814"/>
                  </a:cubicBezTo>
                  <a:cubicBezTo>
                    <a:pt x="2045" y="1815"/>
                    <a:pt x="2043" y="1818"/>
                    <a:pt x="2041" y="1820"/>
                  </a:cubicBezTo>
                  <a:cubicBezTo>
                    <a:pt x="2041" y="1821"/>
                    <a:pt x="2041" y="1821"/>
                    <a:pt x="2041" y="1821"/>
                  </a:cubicBezTo>
                  <a:cubicBezTo>
                    <a:pt x="2024" y="1854"/>
                    <a:pt x="2003" y="1854"/>
                    <a:pt x="1971" y="1842"/>
                  </a:cubicBezTo>
                  <a:cubicBezTo>
                    <a:pt x="1969" y="1841"/>
                    <a:pt x="1967" y="1841"/>
                    <a:pt x="1965" y="1841"/>
                  </a:cubicBezTo>
                  <a:cubicBezTo>
                    <a:pt x="1962" y="1841"/>
                    <a:pt x="1958" y="1841"/>
                    <a:pt x="1956" y="1843"/>
                  </a:cubicBezTo>
                  <a:cubicBezTo>
                    <a:pt x="1953" y="1844"/>
                    <a:pt x="1951" y="1847"/>
                    <a:pt x="1950" y="1850"/>
                  </a:cubicBezTo>
                  <a:cubicBezTo>
                    <a:pt x="1949" y="1851"/>
                    <a:pt x="1948" y="1852"/>
                    <a:pt x="1948" y="1854"/>
                  </a:cubicBezTo>
                  <a:cubicBezTo>
                    <a:pt x="1947" y="1865"/>
                    <a:pt x="1943" y="1876"/>
                    <a:pt x="1938" y="1885"/>
                  </a:cubicBezTo>
                  <a:cubicBezTo>
                    <a:pt x="1937" y="1886"/>
                    <a:pt x="1937" y="1887"/>
                    <a:pt x="1936" y="1888"/>
                  </a:cubicBezTo>
                  <a:lnTo>
                    <a:pt x="1925" y="1891"/>
                  </a:lnTo>
                  <a:cubicBezTo>
                    <a:pt x="1916" y="1886"/>
                    <a:pt x="1909" y="1879"/>
                    <a:pt x="1904" y="1870"/>
                  </a:cubicBezTo>
                  <a:lnTo>
                    <a:pt x="1903" y="1870"/>
                  </a:lnTo>
                  <a:cubicBezTo>
                    <a:pt x="1903" y="1868"/>
                    <a:pt x="1902" y="1866"/>
                    <a:pt x="1901" y="1865"/>
                  </a:cubicBezTo>
                  <a:cubicBezTo>
                    <a:pt x="1899" y="1862"/>
                    <a:pt x="1898" y="1860"/>
                    <a:pt x="1895" y="1858"/>
                  </a:cubicBezTo>
                  <a:cubicBezTo>
                    <a:pt x="1892" y="1856"/>
                    <a:pt x="1889" y="1856"/>
                    <a:pt x="1886" y="1856"/>
                  </a:cubicBezTo>
                  <a:cubicBezTo>
                    <a:pt x="1883" y="1856"/>
                    <a:pt x="1880" y="1856"/>
                    <a:pt x="1877" y="1858"/>
                  </a:cubicBezTo>
                  <a:cubicBezTo>
                    <a:pt x="1874" y="1860"/>
                    <a:pt x="1872" y="1862"/>
                    <a:pt x="1870" y="1865"/>
                  </a:cubicBezTo>
                  <a:cubicBezTo>
                    <a:pt x="1869" y="1867"/>
                    <a:pt x="1868" y="1870"/>
                    <a:pt x="1868" y="1872"/>
                  </a:cubicBezTo>
                  <a:cubicBezTo>
                    <a:pt x="1868" y="1870"/>
                    <a:pt x="1834" y="1912"/>
                    <a:pt x="1823" y="1888"/>
                  </a:cubicBezTo>
                  <a:cubicBezTo>
                    <a:pt x="1817" y="1873"/>
                    <a:pt x="1793" y="1871"/>
                    <a:pt x="1790" y="1890"/>
                  </a:cubicBezTo>
                  <a:cubicBezTo>
                    <a:pt x="1791" y="1913"/>
                    <a:pt x="1775" y="1917"/>
                    <a:pt x="1743" y="1901"/>
                  </a:cubicBezTo>
                  <a:cubicBezTo>
                    <a:pt x="1743" y="1900"/>
                    <a:pt x="1742" y="1900"/>
                    <a:pt x="1742" y="1899"/>
                  </a:cubicBezTo>
                  <a:cubicBezTo>
                    <a:pt x="1740" y="1896"/>
                    <a:pt x="1738" y="1894"/>
                    <a:pt x="1736" y="1893"/>
                  </a:cubicBezTo>
                  <a:cubicBezTo>
                    <a:pt x="1733" y="1892"/>
                    <a:pt x="1731" y="1891"/>
                    <a:pt x="1728" y="1891"/>
                  </a:cubicBezTo>
                  <a:cubicBezTo>
                    <a:pt x="1726" y="1891"/>
                    <a:pt x="1725" y="1891"/>
                    <a:pt x="1723" y="1891"/>
                  </a:cubicBezTo>
                  <a:lnTo>
                    <a:pt x="1722" y="1889"/>
                  </a:lnTo>
                  <a:cubicBezTo>
                    <a:pt x="1721" y="1888"/>
                    <a:pt x="1719" y="1887"/>
                    <a:pt x="1718" y="1886"/>
                  </a:cubicBezTo>
                  <a:cubicBezTo>
                    <a:pt x="1714" y="1884"/>
                    <a:pt x="1710" y="1883"/>
                    <a:pt x="1706" y="1882"/>
                  </a:cubicBezTo>
                  <a:cubicBezTo>
                    <a:pt x="1717" y="1872"/>
                    <a:pt x="1745" y="1871"/>
                    <a:pt x="1758" y="1869"/>
                  </a:cubicBezTo>
                  <a:cubicBezTo>
                    <a:pt x="1774" y="1864"/>
                    <a:pt x="1791" y="1859"/>
                    <a:pt x="1807" y="1853"/>
                  </a:cubicBezTo>
                  <a:cubicBezTo>
                    <a:pt x="1851" y="1842"/>
                    <a:pt x="1894" y="1826"/>
                    <a:pt x="1935" y="1805"/>
                  </a:cubicBezTo>
                  <a:cubicBezTo>
                    <a:pt x="2015" y="1761"/>
                    <a:pt x="2150" y="1781"/>
                    <a:pt x="2199" y="1694"/>
                  </a:cubicBezTo>
                  <a:cubicBezTo>
                    <a:pt x="2199" y="1696"/>
                    <a:pt x="2199" y="1699"/>
                    <a:pt x="2199" y="1701"/>
                  </a:cubicBezTo>
                  <a:cubicBezTo>
                    <a:pt x="2199" y="1713"/>
                    <a:pt x="2197" y="1724"/>
                    <a:pt x="2194" y="1734"/>
                  </a:cubicBezTo>
                  <a:cubicBezTo>
                    <a:pt x="2178" y="1750"/>
                    <a:pt x="2161" y="1763"/>
                    <a:pt x="2142" y="1774"/>
                  </a:cubicBezTo>
                  <a:cubicBezTo>
                    <a:pt x="2140" y="1775"/>
                    <a:pt x="2139" y="1776"/>
                    <a:pt x="2137" y="1777"/>
                  </a:cubicBezTo>
                  <a:cubicBezTo>
                    <a:pt x="2133" y="1779"/>
                    <a:pt x="2081" y="1847"/>
                    <a:pt x="2074" y="1823"/>
                  </a:cubicBezTo>
                  <a:lnTo>
                    <a:pt x="2075" y="1824"/>
                  </a:lnTo>
                  <a:moveTo>
                    <a:pt x="2712" y="1856"/>
                  </a:moveTo>
                  <a:cubicBezTo>
                    <a:pt x="2712" y="1857"/>
                    <a:pt x="2711" y="1856"/>
                    <a:pt x="2710" y="1857"/>
                  </a:cubicBezTo>
                  <a:cubicBezTo>
                    <a:pt x="2709" y="1858"/>
                    <a:pt x="2709" y="1858"/>
                    <a:pt x="2709" y="1858"/>
                  </a:cubicBezTo>
                  <a:cubicBezTo>
                    <a:pt x="2707" y="1856"/>
                    <a:pt x="2705" y="1854"/>
                    <a:pt x="2702" y="1852"/>
                  </a:cubicBezTo>
                  <a:cubicBezTo>
                    <a:pt x="2699" y="1850"/>
                    <a:pt x="2695" y="1849"/>
                    <a:pt x="2692" y="1849"/>
                  </a:cubicBezTo>
                  <a:cubicBezTo>
                    <a:pt x="2688" y="1849"/>
                    <a:pt x="2685" y="1850"/>
                    <a:pt x="2682" y="1852"/>
                  </a:cubicBezTo>
                  <a:cubicBezTo>
                    <a:pt x="2679" y="1854"/>
                    <a:pt x="2677" y="1856"/>
                    <a:pt x="2675" y="1859"/>
                  </a:cubicBezTo>
                  <a:cubicBezTo>
                    <a:pt x="2673" y="1862"/>
                    <a:pt x="2672" y="1866"/>
                    <a:pt x="2672" y="1869"/>
                  </a:cubicBezTo>
                  <a:lnTo>
                    <a:pt x="2672" y="1870"/>
                  </a:lnTo>
                  <a:cubicBezTo>
                    <a:pt x="2672" y="1879"/>
                    <a:pt x="2642" y="1877"/>
                    <a:pt x="2643" y="1859"/>
                  </a:cubicBezTo>
                  <a:cubicBezTo>
                    <a:pt x="2645" y="1837"/>
                    <a:pt x="2610" y="1835"/>
                    <a:pt x="2604" y="1856"/>
                  </a:cubicBezTo>
                  <a:cubicBezTo>
                    <a:pt x="2598" y="1876"/>
                    <a:pt x="2545" y="1878"/>
                    <a:pt x="2545" y="1852"/>
                  </a:cubicBezTo>
                  <a:cubicBezTo>
                    <a:pt x="2545" y="1831"/>
                    <a:pt x="2515" y="1829"/>
                    <a:pt x="2507" y="1846"/>
                  </a:cubicBezTo>
                  <a:cubicBezTo>
                    <a:pt x="2503" y="1846"/>
                    <a:pt x="2499" y="1847"/>
                    <a:pt x="2495" y="1847"/>
                  </a:cubicBezTo>
                  <a:cubicBezTo>
                    <a:pt x="2491" y="1847"/>
                    <a:pt x="2487" y="1846"/>
                    <a:pt x="2483" y="1846"/>
                  </a:cubicBezTo>
                  <a:cubicBezTo>
                    <a:pt x="2462" y="1846"/>
                    <a:pt x="2444" y="1853"/>
                    <a:pt x="2439" y="1820"/>
                  </a:cubicBezTo>
                  <a:cubicBezTo>
                    <a:pt x="2439" y="1818"/>
                    <a:pt x="2438" y="1817"/>
                    <a:pt x="2437" y="1815"/>
                  </a:cubicBezTo>
                  <a:cubicBezTo>
                    <a:pt x="2436" y="1812"/>
                    <a:pt x="2433" y="1809"/>
                    <a:pt x="2431" y="1808"/>
                  </a:cubicBezTo>
                  <a:cubicBezTo>
                    <a:pt x="2428" y="1806"/>
                    <a:pt x="2425" y="1806"/>
                    <a:pt x="2422" y="1806"/>
                  </a:cubicBezTo>
                  <a:cubicBezTo>
                    <a:pt x="2419" y="1806"/>
                    <a:pt x="2415" y="1806"/>
                    <a:pt x="2413" y="1808"/>
                  </a:cubicBezTo>
                  <a:cubicBezTo>
                    <a:pt x="2410" y="1809"/>
                    <a:pt x="2408" y="1812"/>
                    <a:pt x="2406" y="1815"/>
                  </a:cubicBezTo>
                  <a:cubicBezTo>
                    <a:pt x="2405" y="1817"/>
                    <a:pt x="2404" y="1820"/>
                    <a:pt x="2404" y="1823"/>
                  </a:cubicBezTo>
                  <a:cubicBezTo>
                    <a:pt x="2404" y="1862"/>
                    <a:pt x="2351" y="1766"/>
                    <a:pt x="2356" y="1800"/>
                  </a:cubicBezTo>
                  <a:cubicBezTo>
                    <a:pt x="2354" y="1787"/>
                    <a:pt x="2352" y="1773"/>
                    <a:pt x="2350" y="1761"/>
                  </a:cubicBezTo>
                  <a:cubicBezTo>
                    <a:pt x="2350" y="1760"/>
                    <a:pt x="2349" y="1758"/>
                    <a:pt x="2349" y="1757"/>
                  </a:cubicBezTo>
                  <a:cubicBezTo>
                    <a:pt x="2348" y="1756"/>
                    <a:pt x="2346" y="1755"/>
                    <a:pt x="2345" y="1754"/>
                  </a:cubicBezTo>
                  <a:cubicBezTo>
                    <a:pt x="2344" y="1753"/>
                    <a:pt x="2343" y="1753"/>
                    <a:pt x="2342" y="1753"/>
                  </a:cubicBezTo>
                  <a:cubicBezTo>
                    <a:pt x="2342" y="1752"/>
                    <a:pt x="2342" y="1752"/>
                    <a:pt x="2342" y="1752"/>
                  </a:cubicBezTo>
                  <a:cubicBezTo>
                    <a:pt x="2340" y="1749"/>
                    <a:pt x="2338" y="1747"/>
                    <a:pt x="2336" y="1746"/>
                  </a:cubicBezTo>
                  <a:cubicBezTo>
                    <a:pt x="2334" y="1745"/>
                    <a:pt x="2331" y="1744"/>
                    <a:pt x="2328" y="1744"/>
                  </a:cubicBezTo>
                  <a:cubicBezTo>
                    <a:pt x="2325" y="1744"/>
                    <a:pt x="2322" y="1745"/>
                    <a:pt x="2320" y="1746"/>
                  </a:cubicBezTo>
                  <a:cubicBezTo>
                    <a:pt x="2317" y="1747"/>
                    <a:pt x="2316" y="1749"/>
                    <a:pt x="2315" y="1752"/>
                  </a:cubicBezTo>
                  <a:cubicBezTo>
                    <a:pt x="2314" y="1753"/>
                    <a:pt x="2314" y="1754"/>
                    <a:pt x="2313" y="1755"/>
                  </a:cubicBezTo>
                  <a:cubicBezTo>
                    <a:pt x="2313" y="1763"/>
                    <a:pt x="2310" y="1771"/>
                    <a:pt x="2306" y="1778"/>
                  </a:cubicBezTo>
                  <a:cubicBezTo>
                    <a:pt x="2302" y="1784"/>
                    <a:pt x="2299" y="1789"/>
                    <a:pt x="2294" y="1793"/>
                  </a:cubicBezTo>
                  <a:cubicBezTo>
                    <a:pt x="2293" y="1793"/>
                    <a:pt x="2292" y="1793"/>
                    <a:pt x="2291" y="1793"/>
                  </a:cubicBezTo>
                  <a:cubicBezTo>
                    <a:pt x="2288" y="1793"/>
                    <a:pt x="2284" y="1793"/>
                    <a:pt x="2281" y="1795"/>
                  </a:cubicBezTo>
                  <a:cubicBezTo>
                    <a:pt x="2278" y="1796"/>
                    <a:pt x="2276" y="1799"/>
                    <a:pt x="2274" y="1802"/>
                  </a:cubicBezTo>
                  <a:cubicBezTo>
                    <a:pt x="2273" y="1804"/>
                    <a:pt x="2273" y="1806"/>
                    <a:pt x="2272" y="1808"/>
                  </a:cubicBezTo>
                  <a:cubicBezTo>
                    <a:pt x="2268" y="1834"/>
                    <a:pt x="2253" y="1839"/>
                    <a:pt x="2228" y="1821"/>
                  </a:cubicBezTo>
                  <a:cubicBezTo>
                    <a:pt x="2226" y="1821"/>
                    <a:pt x="2224" y="1820"/>
                    <a:pt x="2222" y="1820"/>
                  </a:cubicBezTo>
                  <a:cubicBezTo>
                    <a:pt x="2219" y="1820"/>
                    <a:pt x="2215" y="1821"/>
                    <a:pt x="2212" y="1823"/>
                  </a:cubicBezTo>
                  <a:cubicBezTo>
                    <a:pt x="2209" y="1825"/>
                    <a:pt x="2207" y="1827"/>
                    <a:pt x="2205" y="1830"/>
                  </a:cubicBezTo>
                  <a:cubicBezTo>
                    <a:pt x="2204" y="1832"/>
                    <a:pt x="2203" y="1835"/>
                    <a:pt x="2203" y="1837"/>
                  </a:cubicBezTo>
                  <a:cubicBezTo>
                    <a:pt x="2198" y="1869"/>
                    <a:pt x="2180" y="1874"/>
                    <a:pt x="2152" y="1865"/>
                  </a:cubicBezTo>
                  <a:cubicBezTo>
                    <a:pt x="2151" y="1864"/>
                    <a:pt x="2149" y="1864"/>
                    <a:pt x="2148" y="1864"/>
                  </a:cubicBezTo>
                  <a:cubicBezTo>
                    <a:pt x="2145" y="1864"/>
                    <a:pt x="2141" y="1865"/>
                    <a:pt x="2138" y="1867"/>
                  </a:cubicBezTo>
                  <a:cubicBezTo>
                    <a:pt x="2135" y="1868"/>
                    <a:pt x="2133" y="1871"/>
                    <a:pt x="2131" y="1874"/>
                  </a:cubicBezTo>
                  <a:cubicBezTo>
                    <a:pt x="2130" y="1876"/>
                    <a:pt x="2129" y="1878"/>
                    <a:pt x="2129" y="1880"/>
                  </a:cubicBezTo>
                  <a:cubicBezTo>
                    <a:pt x="2124" y="1923"/>
                    <a:pt x="2105" y="1921"/>
                    <a:pt x="2070" y="1919"/>
                  </a:cubicBezTo>
                  <a:cubicBezTo>
                    <a:pt x="2070" y="1918"/>
                    <a:pt x="2069" y="1917"/>
                    <a:pt x="2069" y="1916"/>
                  </a:cubicBezTo>
                  <a:cubicBezTo>
                    <a:pt x="2067" y="1914"/>
                    <a:pt x="2066" y="1913"/>
                    <a:pt x="2064" y="1912"/>
                  </a:cubicBezTo>
                  <a:cubicBezTo>
                    <a:pt x="2063" y="1911"/>
                    <a:pt x="2062" y="1911"/>
                    <a:pt x="2062" y="1911"/>
                  </a:cubicBezTo>
                  <a:cubicBezTo>
                    <a:pt x="2109" y="1892"/>
                    <a:pt x="2138" y="1849"/>
                    <a:pt x="2166" y="1808"/>
                  </a:cubicBezTo>
                  <a:cubicBezTo>
                    <a:pt x="2169" y="1804"/>
                    <a:pt x="2171" y="1801"/>
                    <a:pt x="2174" y="1798"/>
                  </a:cubicBezTo>
                  <a:cubicBezTo>
                    <a:pt x="2177" y="1795"/>
                    <a:pt x="2185" y="1790"/>
                    <a:pt x="2191" y="1786"/>
                  </a:cubicBezTo>
                  <a:cubicBezTo>
                    <a:pt x="2202" y="1776"/>
                    <a:pt x="2210" y="1764"/>
                    <a:pt x="2218" y="1752"/>
                  </a:cubicBezTo>
                  <a:cubicBezTo>
                    <a:pt x="2221" y="1748"/>
                    <a:pt x="2223" y="1744"/>
                    <a:pt x="2224" y="1740"/>
                  </a:cubicBezTo>
                  <a:lnTo>
                    <a:pt x="2225" y="1739"/>
                  </a:lnTo>
                  <a:cubicBezTo>
                    <a:pt x="2225" y="1738"/>
                    <a:pt x="2226" y="1736"/>
                    <a:pt x="2226" y="1734"/>
                  </a:cubicBezTo>
                  <a:cubicBezTo>
                    <a:pt x="2226" y="1732"/>
                    <a:pt x="2226" y="1730"/>
                    <a:pt x="2225" y="1728"/>
                  </a:cubicBezTo>
                  <a:cubicBezTo>
                    <a:pt x="2224" y="1727"/>
                    <a:pt x="2223" y="1726"/>
                    <a:pt x="2222" y="1725"/>
                  </a:cubicBezTo>
                  <a:cubicBezTo>
                    <a:pt x="2224" y="1718"/>
                    <a:pt x="2225" y="1711"/>
                    <a:pt x="2225" y="1704"/>
                  </a:cubicBezTo>
                  <a:cubicBezTo>
                    <a:pt x="2225" y="1704"/>
                    <a:pt x="2225" y="1703"/>
                    <a:pt x="2225" y="1702"/>
                  </a:cubicBezTo>
                  <a:cubicBezTo>
                    <a:pt x="2233" y="1705"/>
                    <a:pt x="2242" y="1706"/>
                    <a:pt x="2250" y="1707"/>
                  </a:cubicBezTo>
                  <a:cubicBezTo>
                    <a:pt x="2272" y="1708"/>
                    <a:pt x="2301" y="1713"/>
                    <a:pt x="2316" y="1694"/>
                  </a:cubicBezTo>
                  <a:cubicBezTo>
                    <a:pt x="2316" y="1694"/>
                    <a:pt x="2317" y="1694"/>
                    <a:pt x="2317" y="1693"/>
                  </a:cubicBezTo>
                  <a:cubicBezTo>
                    <a:pt x="2317" y="1692"/>
                    <a:pt x="2318" y="1691"/>
                    <a:pt x="2318" y="1690"/>
                  </a:cubicBezTo>
                  <a:cubicBezTo>
                    <a:pt x="2318" y="1689"/>
                    <a:pt x="2317" y="1688"/>
                    <a:pt x="2317" y="1687"/>
                  </a:cubicBezTo>
                  <a:cubicBezTo>
                    <a:pt x="2316" y="1686"/>
                    <a:pt x="2315" y="1686"/>
                    <a:pt x="2314" y="1685"/>
                  </a:cubicBezTo>
                  <a:cubicBezTo>
                    <a:pt x="2313" y="1684"/>
                    <a:pt x="2313" y="1684"/>
                    <a:pt x="2313" y="1684"/>
                  </a:cubicBezTo>
                  <a:cubicBezTo>
                    <a:pt x="2303" y="1683"/>
                    <a:pt x="2294" y="1683"/>
                    <a:pt x="2285" y="1683"/>
                  </a:cubicBezTo>
                  <a:cubicBezTo>
                    <a:pt x="2276" y="1683"/>
                    <a:pt x="2267" y="1683"/>
                    <a:pt x="2258" y="1684"/>
                  </a:cubicBezTo>
                  <a:cubicBezTo>
                    <a:pt x="2254" y="1685"/>
                    <a:pt x="2250" y="1685"/>
                    <a:pt x="2246" y="1685"/>
                  </a:cubicBezTo>
                  <a:cubicBezTo>
                    <a:pt x="2238" y="1685"/>
                    <a:pt x="2230" y="1684"/>
                    <a:pt x="2223" y="1681"/>
                  </a:cubicBezTo>
                  <a:cubicBezTo>
                    <a:pt x="2221" y="1670"/>
                    <a:pt x="2219" y="1659"/>
                    <a:pt x="2216" y="1649"/>
                  </a:cubicBezTo>
                  <a:cubicBezTo>
                    <a:pt x="2224" y="1652"/>
                    <a:pt x="2232" y="1656"/>
                    <a:pt x="2240" y="1659"/>
                  </a:cubicBezTo>
                  <a:cubicBezTo>
                    <a:pt x="2247" y="1661"/>
                    <a:pt x="2254" y="1662"/>
                    <a:pt x="2261" y="1662"/>
                  </a:cubicBezTo>
                  <a:cubicBezTo>
                    <a:pt x="2263" y="1662"/>
                    <a:pt x="2266" y="1661"/>
                    <a:pt x="2268" y="1661"/>
                  </a:cubicBezTo>
                  <a:cubicBezTo>
                    <a:pt x="2282" y="1661"/>
                    <a:pt x="2303" y="1658"/>
                    <a:pt x="2308" y="1644"/>
                  </a:cubicBezTo>
                  <a:cubicBezTo>
                    <a:pt x="2309" y="1643"/>
                    <a:pt x="2309" y="1642"/>
                    <a:pt x="2309" y="1642"/>
                  </a:cubicBezTo>
                  <a:cubicBezTo>
                    <a:pt x="2309" y="1640"/>
                    <a:pt x="2308" y="1639"/>
                    <a:pt x="2308" y="1638"/>
                  </a:cubicBezTo>
                  <a:cubicBezTo>
                    <a:pt x="2307" y="1637"/>
                    <a:pt x="2306" y="1636"/>
                    <a:pt x="2305" y="1636"/>
                  </a:cubicBezTo>
                  <a:lnTo>
                    <a:pt x="2305" y="1635"/>
                  </a:lnTo>
                  <a:cubicBezTo>
                    <a:pt x="2290" y="1629"/>
                    <a:pt x="2270" y="1638"/>
                    <a:pt x="2254" y="1637"/>
                  </a:cubicBezTo>
                  <a:cubicBezTo>
                    <a:pt x="2238" y="1635"/>
                    <a:pt x="2227" y="1629"/>
                    <a:pt x="2212" y="1628"/>
                  </a:cubicBezTo>
                  <a:cubicBezTo>
                    <a:pt x="2211" y="1621"/>
                    <a:pt x="2210" y="1612"/>
                    <a:pt x="2209" y="1604"/>
                  </a:cubicBezTo>
                  <a:cubicBezTo>
                    <a:pt x="2213" y="1604"/>
                    <a:pt x="2217" y="1605"/>
                    <a:pt x="2221" y="1605"/>
                  </a:cubicBezTo>
                  <a:cubicBezTo>
                    <a:pt x="2225" y="1605"/>
                    <a:pt x="2228" y="1604"/>
                    <a:pt x="2232" y="1604"/>
                  </a:cubicBezTo>
                  <a:cubicBezTo>
                    <a:pt x="2249" y="1603"/>
                    <a:pt x="2278" y="1610"/>
                    <a:pt x="2287" y="1590"/>
                  </a:cubicBezTo>
                  <a:cubicBezTo>
                    <a:pt x="2289" y="1586"/>
                    <a:pt x="2286" y="1579"/>
                    <a:pt x="2280" y="1581"/>
                  </a:cubicBezTo>
                  <a:cubicBezTo>
                    <a:pt x="2275" y="1582"/>
                    <a:pt x="2269" y="1583"/>
                    <a:pt x="2263" y="1583"/>
                  </a:cubicBezTo>
                  <a:cubicBezTo>
                    <a:pt x="2255" y="1583"/>
                    <a:pt x="2247" y="1582"/>
                    <a:pt x="2240" y="1580"/>
                  </a:cubicBezTo>
                  <a:cubicBezTo>
                    <a:pt x="2231" y="1580"/>
                    <a:pt x="2209" y="1586"/>
                    <a:pt x="2206" y="1578"/>
                  </a:cubicBezTo>
                  <a:cubicBezTo>
                    <a:pt x="2204" y="1570"/>
                    <a:pt x="2202" y="1561"/>
                    <a:pt x="2200" y="1553"/>
                  </a:cubicBezTo>
                  <a:cubicBezTo>
                    <a:pt x="2203" y="1553"/>
                    <a:pt x="2206" y="1554"/>
                    <a:pt x="2209" y="1554"/>
                  </a:cubicBezTo>
                  <a:cubicBezTo>
                    <a:pt x="2214" y="1555"/>
                    <a:pt x="2220" y="1555"/>
                    <a:pt x="2225" y="1555"/>
                  </a:cubicBezTo>
                  <a:cubicBezTo>
                    <a:pt x="2246" y="1555"/>
                    <a:pt x="2266" y="1550"/>
                    <a:pt x="2283" y="1540"/>
                  </a:cubicBezTo>
                  <a:cubicBezTo>
                    <a:pt x="2284" y="1539"/>
                    <a:pt x="2285" y="1538"/>
                    <a:pt x="2286" y="1538"/>
                  </a:cubicBezTo>
                  <a:cubicBezTo>
                    <a:pt x="2287" y="1537"/>
                    <a:pt x="2287" y="1537"/>
                    <a:pt x="2288" y="1536"/>
                  </a:cubicBezTo>
                  <a:cubicBezTo>
                    <a:pt x="2288" y="1535"/>
                    <a:pt x="2288" y="1534"/>
                    <a:pt x="2288" y="1533"/>
                  </a:cubicBezTo>
                  <a:cubicBezTo>
                    <a:pt x="2288" y="1532"/>
                    <a:pt x="2288" y="1531"/>
                    <a:pt x="2288" y="1530"/>
                  </a:cubicBezTo>
                  <a:cubicBezTo>
                    <a:pt x="2287" y="1529"/>
                    <a:pt x="2287" y="1528"/>
                    <a:pt x="2286" y="1528"/>
                  </a:cubicBezTo>
                  <a:cubicBezTo>
                    <a:pt x="2273" y="1519"/>
                    <a:pt x="2259" y="1528"/>
                    <a:pt x="2245" y="1531"/>
                  </a:cubicBezTo>
                  <a:cubicBezTo>
                    <a:pt x="2239" y="1532"/>
                    <a:pt x="2232" y="1532"/>
                    <a:pt x="2225" y="1532"/>
                  </a:cubicBezTo>
                  <a:cubicBezTo>
                    <a:pt x="2218" y="1532"/>
                    <a:pt x="2211" y="1532"/>
                    <a:pt x="2204" y="1531"/>
                  </a:cubicBezTo>
                  <a:cubicBezTo>
                    <a:pt x="2201" y="1530"/>
                    <a:pt x="2198" y="1529"/>
                    <a:pt x="2196" y="1528"/>
                  </a:cubicBezTo>
                  <a:cubicBezTo>
                    <a:pt x="2194" y="1527"/>
                    <a:pt x="2192" y="1525"/>
                    <a:pt x="2190" y="1524"/>
                  </a:cubicBezTo>
                  <a:cubicBezTo>
                    <a:pt x="2186" y="1510"/>
                    <a:pt x="2181" y="1495"/>
                    <a:pt x="2178" y="1480"/>
                  </a:cubicBezTo>
                  <a:cubicBezTo>
                    <a:pt x="2184" y="1480"/>
                    <a:pt x="2190" y="1480"/>
                    <a:pt x="2195" y="1480"/>
                  </a:cubicBezTo>
                  <a:cubicBezTo>
                    <a:pt x="2213" y="1480"/>
                    <a:pt x="2251" y="1488"/>
                    <a:pt x="2258" y="1465"/>
                  </a:cubicBezTo>
                  <a:cubicBezTo>
                    <a:pt x="2259" y="1465"/>
                    <a:pt x="2259" y="1464"/>
                    <a:pt x="2259" y="1463"/>
                  </a:cubicBezTo>
                  <a:cubicBezTo>
                    <a:pt x="2259" y="1462"/>
                    <a:pt x="2258" y="1461"/>
                    <a:pt x="2258" y="1460"/>
                  </a:cubicBezTo>
                  <a:cubicBezTo>
                    <a:pt x="2257" y="1459"/>
                    <a:pt x="2256" y="1457"/>
                    <a:pt x="2255" y="1457"/>
                  </a:cubicBezTo>
                  <a:cubicBezTo>
                    <a:pt x="2254" y="1456"/>
                    <a:pt x="2253" y="1456"/>
                    <a:pt x="2252" y="1456"/>
                  </a:cubicBezTo>
                  <a:cubicBezTo>
                    <a:pt x="2251" y="1456"/>
                    <a:pt x="2250" y="1457"/>
                    <a:pt x="2249" y="1457"/>
                  </a:cubicBezTo>
                  <a:cubicBezTo>
                    <a:pt x="2242" y="1458"/>
                    <a:pt x="2235" y="1459"/>
                    <a:pt x="2228" y="1459"/>
                  </a:cubicBezTo>
                  <a:cubicBezTo>
                    <a:pt x="2220" y="1459"/>
                    <a:pt x="2213" y="1458"/>
                    <a:pt x="2206" y="1457"/>
                  </a:cubicBezTo>
                  <a:cubicBezTo>
                    <a:pt x="2192" y="1456"/>
                    <a:pt x="2182" y="1459"/>
                    <a:pt x="2172" y="1450"/>
                  </a:cubicBezTo>
                  <a:cubicBezTo>
                    <a:pt x="2169" y="1435"/>
                    <a:pt x="2167" y="1419"/>
                    <a:pt x="2167" y="1403"/>
                  </a:cubicBezTo>
                  <a:cubicBezTo>
                    <a:pt x="2183" y="1411"/>
                    <a:pt x="2200" y="1416"/>
                    <a:pt x="2218" y="1416"/>
                  </a:cubicBezTo>
                  <a:cubicBezTo>
                    <a:pt x="2228" y="1416"/>
                    <a:pt x="2239" y="1414"/>
                    <a:pt x="2249" y="1411"/>
                  </a:cubicBezTo>
                  <a:cubicBezTo>
                    <a:pt x="2254" y="1409"/>
                    <a:pt x="2257" y="1400"/>
                    <a:pt x="2251" y="1398"/>
                  </a:cubicBezTo>
                  <a:cubicBezTo>
                    <a:pt x="2235" y="1392"/>
                    <a:pt x="2218" y="1390"/>
                    <a:pt x="2201" y="1389"/>
                  </a:cubicBezTo>
                  <a:cubicBezTo>
                    <a:pt x="2192" y="1388"/>
                    <a:pt x="2176" y="1388"/>
                    <a:pt x="2170" y="1380"/>
                  </a:cubicBezTo>
                  <a:cubicBezTo>
                    <a:pt x="2169" y="1379"/>
                    <a:pt x="2169" y="1378"/>
                    <a:pt x="2168" y="1378"/>
                  </a:cubicBezTo>
                  <a:cubicBezTo>
                    <a:pt x="2168" y="1378"/>
                    <a:pt x="2167" y="1378"/>
                    <a:pt x="2167" y="1377"/>
                  </a:cubicBezTo>
                  <a:cubicBezTo>
                    <a:pt x="2166" y="1367"/>
                    <a:pt x="2165" y="1356"/>
                    <a:pt x="2163" y="1346"/>
                  </a:cubicBezTo>
                  <a:cubicBezTo>
                    <a:pt x="2174" y="1348"/>
                    <a:pt x="2185" y="1349"/>
                    <a:pt x="2196" y="1349"/>
                  </a:cubicBezTo>
                  <a:cubicBezTo>
                    <a:pt x="2209" y="1349"/>
                    <a:pt x="2222" y="1348"/>
                    <a:pt x="2235" y="1345"/>
                  </a:cubicBezTo>
                  <a:cubicBezTo>
                    <a:pt x="2236" y="1344"/>
                    <a:pt x="2236" y="1344"/>
                    <a:pt x="2237" y="1343"/>
                  </a:cubicBezTo>
                  <a:cubicBezTo>
                    <a:pt x="2238" y="1342"/>
                    <a:pt x="2238" y="1341"/>
                    <a:pt x="2238" y="1340"/>
                  </a:cubicBezTo>
                  <a:cubicBezTo>
                    <a:pt x="2238" y="1339"/>
                    <a:pt x="2238" y="1338"/>
                    <a:pt x="2237" y="1337"/>
                  </a:cubicBezTo>
                  <a:cubicBezTo>
                    <a:pt x="2236" y="1336"/>
                    <a:pt x="2236" y="1336"/>
                    <a:pt x="2235" y="1335"/>
                  </a:cubicBezTo>
                  <a:cubicBezTo>
                    <a:pt x="2225" y="1332"/>
                    <a:pt x="2214" y="1330"/>
                    <a:pt x="2204" y="1330"/>
                  </a:cubicBezTo>
                  <a:cubicBezTo>
                    <a:pt x="2200" y="1330"/>
                    <a:pt x="2197" y="1331"/>
                    <a:pt x="2193" y="1331"/>
                  </a:cubicBezTo>
                  <a:cubicBezTo>
                    <a:pt x="2188" y="1331"/>
                    <a:pt x="2164" y="1337"/>
                    <a:pt x="2163" y="1329"/>
                  </a:cubicBezTo>
                  <a:lnTo>
                    <a:pt x="2163" y="1328"/>
                  </a:lnTo>
                  <a:cubicBezTo>
                    <a:pt x="2162" y="1327"/>
                    <a:pt x="2162" y="1327"/>
                    <a:pt x="2161" y="1326"/>
                  </a:cubicBezTo>
                  <a:lnTo>
                    <a:pt x="2160" y="1326"/>
                  </a:lnTo>
                  <a:cubicBezTo>
                    <a:pt x="2158" y="1317"/>
                    <a:pt x="2157" y="1309"/>
                    <a:pt x="2157" y="1300"/>
                  </a:cubicBezTo>
                  <a:lnTo>
                    <a:pt x="2157" y="1296"/>
                  </a:lnTo>
                  <a:cubicBezTo>
                    <a:pt x="2163" y="1297"/>
                    <a:pt x="2169" y="1298"/>
                    <a:pt x="2175" y="1298"/>
                  </a:cubicBezTo>
                  <a:cubicBezTo>
                    <a:pt x="2178" y="1298"/>
                    <a:pt x="2181" y="1298"/>
                    <a:pt x="2185" y="1297"/>
                  </a:cubicBezTo>
                  <a:cubicBezTo>
                    <a:pt x="2187" y="1297"/>
                    <a:pt x="2189" y="1297"/>
                    <a:pt x="2191" y="1297"/>
                  </a:cubicBezTo>
                  <a:cubicBezTo>
                    <a:pt x="2202" y="1297"/>
                    <a:pt x="2213" y="1296"/>
                    <a:pt x="2224" y="1294"/>
                  </a:cubicBezTo>
                  <a:cubicBezTo>
                    <a:pt x="2227" y="1294"/>
                    <a:pt x="2227" y="1289"/>
                    <a:pt x="2224" y="1288"/>
                  </a:cubicBezTo>
                  <a:cubicBezTo>
                    <a:pt x="2211" y="1285"/>
                    <a:pt x="2199" y="1284"/>
                    <a:pt x="2186" y="1284"/>
                  </a:cubicBezTo>
                  <a:cubicBezTo>
                    <a:pt x="2183" y="1284"/>
                    <a:pt x="2181" y="1284"/>
                    <a:pt x="2178" y="1284"/>
                  </a:cubicBezTo>
                  <a:cubicBezTo>
                    <a:pt x="2170" y="1284"/>
                    <a:pt x="2162" y="1283"/>
                    <a:pt x="2154" y="1282"/>
                  </a:cubicBezTo>
                  <a:cubicBezTo>
                    <a:pt x="2154" y="1281"/>
                    <a:pt x="2153" y="1279"/>
                    <a:pt x="2152" y="1277"/>
                  </a:cubicBezTo>
                  <a:cubicBezTo>
                    <a:pt x="2151" y="1275"/>
                    <a:pt x="2149" y="1274"/>
                    <a:pt x="2148" y="1272"/>
                  </a:cubicBezTo>
                  <a:lnTo>
                    <a:pt x="2148" y="1271"/>
                  </a:lnTo>
                  <a:cubicBezTo>
                    <a:pt x="2143" y="1263"/>
                    <a:pt x="2139" y="1254"/>
                    <a:pt x="2136" y="1245"/>
                  </a:cubicBezTo>
                  <a:cubicBezTo>
                    <a:pt x="2144" y="1248"/>
                    <a:pt x="2152" y="1249"/>
                    <a:pt x="2161" y="1249"/>
                  </a:cubicBezTo>
                  <a:cubicBezTo>
                    <a:pt x="2166" y="1250"/>
                    <a:pt x="2172" y="1251"/>
                    <a:pt x="2177" y="1251"/>
                  </a:cubicBezTo>
                  <a:cubicBezTo>
                    <a:pt x="2192" y="1251"/>
                    <a:pt x="2207" y="1247"/>
                    <a:pt x="2221" y="1241"/>
                  </a:cubicBezTo>
                  <a:cubicBezTo>
                    <a:pt x="2222" y="1241"/>
                    <a:pt x="2221" y="1240"/>
                    <a:pt x="2222" y="1239"/>
                  </a:cubicBezTo>
                  <a:cubicBezTo>
                    <a:pt x="2223" y="1238"/>
                    <a:pt x="2223" y="1238"/>
                    <a:pt x="2223" y="1237"/>
                  </a:cubicBezTo>
                  <a:cubicBezTo>
                    <a:pt x="2223" y="1236"/>
                    <a:pt x="2223" y="1235"/>
                    <a:pt x="2222" y="1234"/>
                  </a:cubicBezTo>
                  <a:cubicBezTo>
                    <a:pt x="2222" y="1234"/>
                    <a:pt x="2222" y="1233"/>
                    <a:pt x="2221" y="1233"/>
                  </a:cubicBezTo>
                  <a:cubicBezTo>
                    <a:pt x="2212" y="1229"/>
                    <a:pt x="2201" y="1227"/>
                    <a:pt x="2191" y="1227"/>
                  </a:cubicBezTo>
                  <a:cubicBezTo>
                    <a:pt x="2186" y="1227"/>
                    <a:pt x="2181" y="1227"/>
                    <a:pt x="2176" y="1228"/>
                  </a:cubicBezTo>
                  <a:cubicBezTo>
                    <a:pt x="2168" y="1228"/>
                    <a:pt x="2143" y="1232"/>
                    <a:pt x="2137" y="1223"/>
                  </a:cubicBezTo>
                  <a:cubicBezTo>
                    <a:pt x="2136" y="1222"/>
                    <a:pt x="2135" y="1221"/>
                    <a:pt x="2134" y="1220"/>
                  </a:cubicBezTo>
                  <a:cubicBezTo>
                    <a:pt x="2132" y="1219"/>
                    <a:pt x="2130" y="1218"/>
                    <a:pt x="2129" y="1218"/>
                  </a:cubicBezTo>
                  <a:cubicBezTo>
                    <a:pt x="2128" y="1218"/>
                    <a:pt x="2127" y="1218"/>
                    <a:pt x="2127" y="1219"/>
                  </a:cubicBezTo>
                  <a:cubicBezTo>
                    <a:pt x="2125" y="1211"/>
                    <a:pt x="2123" y="1202"/>
                    <a:pt x="2122" y="1194"/>
                  </a:cubicBezTo>
                  <a:cubicBezTo>
                    <a:pt x="2122" y="1195"/>
                    <a:pt x="2122" y="1196"/>
                    <a:pt x="2123" y="1197"/>
                  </a:cubicBezTo>
                  <a:cubicBezTo>
                    <a:pt x="2124" y="1200"/>
                    <a:pt x="2128" y="1203"/>
                    <a:pt x="2131" y="1205"/>
                  </a:cubicBezTo>
                  <a:cubicBezTo>
                    <a:pt x="2134" y="1206"/>
                    <a:pt x="2136" y="1207"/>
                    <a:pt x="2140" y="1207"/>
                  </a:cubicBezTo>
                  <a:cubicBezTo>
                    <a:pt x="2143" y="1207"/>
                    <a:pt x="2147" y="1206"/>
                    <a:pt x="2150" y="1205"/>
                  </a:cubicBezTo>
                  <a:cubicBezTo>
                    <a:pt x="2152" y="1204"/>
                    <a:pt x="2153" y="1203"/>
                    <a:pt x="2154" y="1202"/>
                  </a:cubicBezTo>
                  <a:cubicBezTo>
                    <a:pt x="2158" y="1198"/>
                    <a:pt x="2161" y="1194"/>
                    <a:pt x="2163" y="1189"/>
                  </a:cubicBezTo>
                  <a:lnTo>
                    <a:pt x="2164" y="1189"/>
                  </a:lnTo>
                  <a:lnTo>
                    <a:pt x="2165" y="1189"/>
                  </a:lnTo>
                  <a:cubicBezTo>
                    <a:pt x="2168" y="1189"/>
                    <a:pt x="2171" y="1187"/>
                    <a:pt x="2173" y="1186"/>
                  </a:cubicBezTo>
                  <a:cubicBezTo>
                    <a:pt x="2174" y="1185"/>
                    <a:pt x="2176" y="1185"/>
                    <a:pt x="2177" y="1184"/>
                  </a:cubicBezTo>
                  <a:cubicBezTo>
                    <a:pt x="2178" y="1182"/>
                    <a:pt x="2179" y="1180"/>
                    <a:pt x="2180" y="1179"/>
                  </a:cubicBezTo>
                  <a:cubicBezTo>
                    <a:pt x="2182" y="1175"/>
                    <a:pt x="2184" y="1170"/>
                    <a:pt x="2184" y="1166"/>
                  </a:cubicBezTo>
                  <a:cubicBezTo>
                    <a:pt x="2189" y="1165"/>
                    <a:pt x="2194" y="1165"/>
                    <a:pt x="2199" y="1165"/>
                  </a:cubicBezTo>
                  <a:cubicBezTo>
                    <a:pt x="2208" y="1165"/>
                    <a:pt x="2218" y="1166"/>
                    <a:pt x="2227" y="1169"/>
                  </a:cubicBezTo>
                  <a:cubicBezTo>
                    <a:pt x="2248" y="1173"/>
                    <a:pt x="2288" y="1161"/>
                    <a:pt x="2312" y="1166"/>
                  </a:cubicBezTo>
                  <a:cubicBezTo>
                    <a:pt x="2308" y="1188"/>
                    <a:pt x="2294" y="1214"/>
                    <a:pt x="2312" y="1231"/>
                  </a:cubicBezTo>
                  <a:cubicBezTo>
                    <a:pt x="2321" y="1239"/>
                    <a:pt x="2350" y="1244"/>
                    <a:pt x="2325" y="1263"/>
                  </a:cubicBezTo>
                  <a:cubicBezTo>
                    <a:pt x="2321" y="1266"/>
                    <a:pt x="2317" y="1270"/>
                    <a:pt x="2314" y="1275"/>
                  </a:cubicBezTo>
                  <a:cubicBezTo>
                    <a:pt x="2311" y="1281"/>
                    <a:pt x="2309" y="1287"/>
                    <a:pt x="2309" y="1294"/>
                  </a:cubicBezTo>
                  <a:lnTo>
                    <a:pt x="2309" y="1295"/>
                  </a:lnTo>
                  <a:cubicBezTo>
                    <a:pt x="2309" y="1298"/>
                    <a:pt x="2310" y="1302"/>
                    <a:pt x="2312" y="1305"/>
                  </a:cubicBezTo>
                  <a:cubicBezTo>
                    <a:pt x="2313" y="1308"/>
                    <a:pt x="2316" y="1310"/>
                    <a:pt x="2319" y="1312"/>
                  </a:cubicBezTo>
                  <a:cubicBezTo>
                    <a:pt x="2334" y="1320"/>
                    <a:pt x="2346" y="1334"/>
                    <a:pt x="2331" y="1348"/>
                  </a:cubicBezTo>
                  <a:cubicBezTo>
                    <a:pt x="2330" y="1349"/>
                    <a:pt x="2329" y="1351"/>
                    <a:pt x="2328" y="1352"/>
                  </a:cubicBezTo>
                  <a:cubicBezTo>
                    <a:pt x="2326" y="1356"/>
                    <a:pt x="2325" y="1359"/>
                    <a:pt x="2325" y="1363"/>
                  </a:cubicBezTo>
                  <a:cubicBezTo>
                    <a:pt x="2325" y="1366"/>
                    <a:pt x="2326" y="1370"/>
                    <a:pt x="2328" y="1373"/>
                  </a:cubicBezTo>
                  <a:cubicBezTo>
                    <a:pt x="2330" y="1376"/>
                    <a:pt x="2332" y="1380"/>
                    <a:pt x="2335" y="1381"/>
                  </a:cubicBezTo>
                  <a:cubicBezTo>
                    <a:pt x="2337" y="1382"/>
                    <a:pt x="2338" y="1382"/>
                    <a:pt x="2339" y="1382"/>
                  </a:cubicBezTo>
                  <a:lnTo>
                    <a:pt x="2344" y="1384"/>
                  </a:lnTo>
                  <a:cubicBezTo>
                    <a:pt x="2344" y="1386"/>
                    <a:pt x="2344" y="1387"/>
                    <a:pt x="2344" y="1388"/>
                  </a:cubicBezTo>
                  <a:cubicBezTo>
                    <a:pt x="2344" y="1398"/>
                    <a:pt x="2342" y="1408"/>
                    <a:pt x="2337" y="1417"/>
                  </a:cubicBezTo>
                  <a:cubicBezTo>
                    <a:pt x="2335" y="1420"/>
                    <a:pt x="2334" y="1424"/>
                    <a:pt x="2334" y="1428"/>
                  </a:cubicBezTo>
                  <a:cubicBezTo>
                    <a:pt x="2334" y="1431"/>
                    <a:pt x="2335" y="1435"/>
                    <a:pt x="2337" y="1438"/>
                  </a:cubicBezTo>
                  <a:cubicBezTo>
                    <a:pt x="2338" y="1441"/>
                    <a:pt x="2340" y="1443"/>
                    <a:pt x="2343" y="1445"/>
                  </a:cubicBezTo>
                  <a:cubicBezTo>
                    <a:pt x="2359" y="1457"/>
                    <a:pt x="2368" y="1455"/>
                    <a:pt x="2362" y="1481"/>
                  </a:cubicBezTo>
                  <a:cubicBezTo>
                    <a:pt x="2359" y="1495"/>
                    <a:pt x="2340" y="1502"/>
                    <a:pt x="2336" y="1517"/>
                  </a:cubicBezTo>
                  <a:cubicBezTo>
                    <a:pt x="2335" y="1520"/>
                    <a:pt x="2334" y="1523"/>
                    <a:pt x="2334" y="1525"/>
                  </a:cubicBezTo>
                  <a:cubicBezTo>
                    <a:pt x="2334" y="1529"/>
                    <a:pt x="2335" y="1532"/>
                    <a:pt x="2337" y="1535"/>
                  </a:cubicBezTo>
                  <a:cubicBezTo>
                    <a:pt x="2339" y="1538"/>
                    <a:pt x="2341" y="1540"/>
                    <a:pt x="2344" y="1542"/>
                  </a:cubicBezTo>
                  <a:cubicBezTo>
                    <a:pt x="2347" y="1544"/>
                    <a:pt x="2349" y="1545"/>
                    <a:pt x="2352" y="1545"/>
                  </a:cubicBezTo>
                  <a:cubicBezTo>
                    <a:pt x="2393" y="1553"/>
                    <a:pt x="2362" y="1567"/>
                    <a:pt x="2363" y="1586"/>
                  </a:cubicBezTo>
                  <a:cubicBezTo>
                    <a:pt x="2363" y="1592"/>
                    <a:pt x="2363" y="1602"/>
                    <a:pt x="2369" y="1607"/>
                  </a:cubicBezTo>
                  <a:cubicBezTo>
                    <a:pt x="2389" y="1625"/>
                    <a:pt x="2380" y="1637"/>
                    <a:pt x="2369" y="1658"/>
                  </a:cubicBezTo>
                  <a:cubicBezTo>
                    <a:pt x="2354" y="1684"/>
                    <a:pt x="2393" y="1704"/>
                    <a:pt x="2415" y="1723"/>
                  </a:cubicBezTo>
                  <a:cubicBezTo>
                    <a:pt x="2417" y="1732"/>
                    <a:pt x="2421" y="1741"/>
                    <a:pt x="2425" y="1748"/>
                  </a:cubicBezTo>
                  <a:cubicBezTo>
                    <a:pt x="2444" y="1779"/>
                    <a:pt x="2482" y="1793"/>
                    <a:pt x="2514" y="1806"/>
                  </a:cubicBezTo>
                  <a:cubicBezTo>
                    <a:pt x="2549" y="1819"/>
                    <a:pt x="2586" y="1828"/>
                    <a:pt x="2624" y="1832"/>
                  </a:cubicBezTo>
                  <a:cubicBezTo>
                    <a:pt x="2627" y="1832"/>
                    <a:pt x="2631" y="1832"/>
                    <a:pt x="2634" y="1832"/>
                  </a:cubicBezTo>
                  <a:cubicBezTo>
                    <a:pt x="2647" y="1832"/>
                    <a:pt x="2660" y="1831"/>
                    <a:pt x="2673" y="1830"/>
                  </a:cubicBezTo>
                  <a:cubicBezTo>
                    <a:pt x="2675" y="1830"/>
                    <a:pt x="2676" y="1830"/>
                    <a:pt x="2678" y="1830"/>
                  </a:cubicBezTo>
                  <a:cubicBezTo>
                    <a:pt x="2686" y="1830"/>
                    <a:pt x="2693" y="1831"/>
                    <a:pt x="2700" y="1833"/>
                  </a:cubicBezTo>
                  <a:lnTo>
                    <a:pt x="2712" y="1835"/>
                  </a:lnTo>
                  <a:cubicBezTo>
                    <a:pt x="2719" y="1836"/>
                    <a:pt x="2719" y="1843"/>
                    <a:pt x="2712" y="1856"/>
                  </a:cubicBezTo>
                  <a:moveTo>
                    <a:pt x="2761" y="1855"/>
                  </a:moveTo>
                  <a:lnTo>
                    <a:pt x="2755" y="1853"/>
                  </a:lnTo>
                  <a:cubicBezTo>
                    <a:pt x="2756" y="1853"/>
                    <a:pt x="2756" y="1852"/>
                    <a:pt x="2756" y="1851"/>
                  </a:cubicBezTo>
                  <a:cubicBezTo>
                    <a:pt x="2756" y="1850"/>
                    <a:pt x="2756" y="1849"/>
                    <a:pt x="2755" y="1849"/>
                  </a:cubicBezTo>
                  <a:cubicBezTo>
                    <a:pt x="2755" y="1845"/>
                    <a:pt x="2754" y="1842"/>
                    <a:pt x="2752" y="1839"/>
                  </a:cubicBezTo>
                  <a:cubicBezTo>
                    <a:pt x="2749" y="1835"/>
                    <a:pt x="2745" y="1831"/>
                    <a:pt x="2741" y="1828"/>
                  </a:cubicBezTo>
                  <a:cubicBezTo>
                    <a:pt x="2740" y="1827"/>
                    <a:pt x="2738" y="1827"/>
                    <a:pt x="2737" y="1826"/>
                  </a:cubicBezTo>
                  <a:cubicBezTo>
                    <a:pt x="2739" y="1825"/>
                    <a:pt x="2742" y="1823"/>
                    <a:pt x="2744" y="1822"/>
                  </a:cubicBezTo>
                  <a:cubicBezTo>
                    <a:pt x="2757" y="1815"/>
                    <a:pt x="2770" y="1811"/>
                    <a:pt x="2785" y="1811"/>
                  </a:cubicBezTo>
                  <a:cubicBezTo>
                    <a:pt x="2795" y="1810"/>
                    <a:pt x="2805" y="1809"/>
                    <a:pt x="2816" y="1809"/>
                  </a:cubicBezTo>
                  <a:cubicBezTo>
                    <a:pt x="2826" y="1809"/>
                    <a:pt x="2836" y="1810"/>
                    <a:pt x="2846" y="1811"/>
                  </a:cubicBezTo>
                  <a:cubicBezTo>
                    <a:pt x="2843" y="1812"/>
                    <a:pt x="2841" y="1814"/>
                    <a:pt x="2838" y="1815"/>
                  </a:cubicBezTo>
                  <a:cubicBezTo>
                    <a:pt x="2813" y="1830"/>
                    <a:pt x="2788" y="1843"/>
                    <a:pt x="2761" y="18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 name="Google Shape;380;p28"/>
          <p:cNvSpPr/>
          <p:nvPr/>
        </p:nvSpPr>
        <p:spPr>
          <a:xfrm>
            <a:off x="19251" y="3205276"/>
            <a:ext cx="1568245" cy="2155078"/>
          </a:xfrm>
          <a:custGeom>
            <a:rect b="b" l="l" r="r" t="t"/>
            <a:pathLst>
              <a:path extrusionOk="0" h="6365" w="4632">
                <a:moveTo>
                  <a:pt x="4619" y="2457"/>
                </a:moveTo>
                <a:cubicBezTo>
                  <a:pt x="4617" y="2442"/>
                  <a:pt x="4613" y="2428"/>
                  <a:pt x="4606" y="2416"/>
                </a:cubicBezTo>
                <a:cubicBezTo>
                  <a:pt x="4602" y="2409"/>
                  <a:pt x="4597" y="2402"/>
                  <a:pt x="4591" y="2396"/>
                </a:cubicBezTo>
                <a:cubicBezTo>
                  <a:pt x="4585" y="2382"/>
                  <a:pt x="4577" y="2369"/>
                  <a:pt x="4570" y="2356"/>
                </a:cubicBezTo>
                <a:cubicBezTo>
                  <a:pt x="4550" y="2322"/>
                  <a:pt x="4527" y="2291"/>
                  <a:pt x="4499" y="2263"/>
                </a:cubicBezTo>
                <a:cubicBezTo>
                  <a:pt x="4460" y="2220"/>
                  <a:pt x="4412" y="2162"/>
                  <a:pt x="4356" y="2143"/>
                </a:cubicBezTo>
                <a:cubicBezTo>
                  <a:pt x="4355" y="2143"/>
                  <a:pt x="4355" y="2143"/>
                  <a:pt x="4354" y="2143"/>
                </a:cubicBezTo>
                <a:cubicBezTo>
                  <a:pt x="4353" y="2143"/>
                  <a:pt x="4353" y="2143"/>
                  <a:pt x="4352" y="2143"/>
                </a:cubicBezTo>
                <a:lnTo>
                  <a:pt x="4327" y="2124"/>
                </a:lnTo>
                <a:cubicBezTo>
                  <a:pt x="4259" y="2070"/>
                  <a:pt x="4170" y="2041"/>
                  <a:pt x="4091" y="2009"/>
                </a:cubicBezTo>
                <a:cubicBezTo>
                  <a:pt x="4045" y="1991"/>
                  <a:pt x="3996" y="1950"/>
                  <a:pt x="3945" y="1946"/>
                </a:cubicBezTo>
                <a:cubicBezTo>
                  <a:pt x="3944" y="1939"/>
                  <a:pt x="3943" y="1931"/>
                  <a:pt x="3943" y="1924"/>
                </a:cubicBezTo>
                <a:cubicBezTo>
                  <a:pt x="3943" y="1916"/>
                  <a:pt x="3944" y="1909"/>
                  <a:pt x="3945" y="1901"/>
                </a:cubicBezTo>
                <a:cubicBezTo>
                  <a:pt x="3943" y="1877"/>
                  <a:pt x="3939" y="1852"/>
                  <a:pt x="3933" y="1828"/>
                </a:cubicBezTo>
                <a:cubicBezTo>
                  <a:pt x="3924" y="1785"/>
                  <a:pt x="3909" y="1744"/>
                  <a:pt x="3889" y="1706"/>
                </a:cubicBezTo>
                <a:cubicBezTo>
                  <a:pt x="3887" y="1701"/>
                  <a:pt x="3884" y="1697"/>
                  <a:pt x="3882" y="1693"/>
                </a:cubicBezTo>
                <a:cubicBezTo>
                  <a:pt x="3872" y="1677"/>
                  <a:pt x="3862" y="1661"/>
                  <a:pt x="3850" y="1647"/>
                </a:cubicBezTo>
                <a:cubicBezTo>
                  <a:pt x="3851" y="1645"/>
                  <a:pt x="3853" y="1642"/>
                  <a:pt x="3854" y="1640"/>
                </a:cubicBezTo>
                <a:cubicBezTo>
                  <a:pt x="3857" y="1635"/>
                  <a:pt x="3859" y="1629"/>
                  <a:pt x="3861" y="1624"/>
                </a:cubicBezTo>
                <a:cubicBezTo>
                  <a:pt x="3868" y="1617"/>
                  <a:pt x="3873" y="1610"/>
                  <a:pt x="3878" y="1602"/>
                </a:cubicBezTo>
                <a:cubicBezTo>
                  <a:pt x="3893" y="1576"/>
                  <a:pt x="3883" y="1531"/>
                  <a:pt x="3876" y="1498"/>
                </a:cubicBezTo>
                <a:cubicBezTo>
                  <a:pt x="3875" y="1460"/>
                  <a:pt x="3866" y="1423"/>
                  <a:pt x="3848" y="1390"/>
                </a:cubicBezTo>
                <a:cubicBezTo>
                  <a:pt x="3834" y="1360"/>
                  <a:pt x="3815" y="1313"/>
                  <a:pt x="3792" y="1289"/>
                </a:cubicBezTo>
                <a:cubicBezTo>
                  <a:pt x="3765" y="1261"/>
                  <a:pt x="3728" y="1220"/>
                  <a:pt x="3683" y="1241"/>
                </a:cubicBezTo>
                <a:cubicBezTo>
                  <a:pt x="3683" y="1242"/>
                  <a:pt x="3683" y="1242"/>
                  <a:pt x="3682" y="1242"/>
                </a:cubicBezTo>
                <a:cubicBezTo>
                  <a:pt x="3680" y="1243"/>
                  <a:pt x="3678" y="1245"/>
                  <a:pt x="3676" y="1247"/>
                </a:cubicBezTo>
                <a:cubicBezTo>
                  <a:pt x="3676" y="1242"/>
                  <a:pt x="3676" y="1236"/>
                  <a:pt x="3676" y="1231"/>
                </a:cubicBezTo>
                <a:cubicBezTo>
                  <a:pt x="3676" y="1177"/>
                  <a:pt x="3669" y="1123"/>
                  <a:pt x="3656" y="1070"/>
                </a:cubicBezTo>
                <a:cubicBezTo>
                  <a:pt x="3608" y="902"/>
                  <a:pt x="3594" y="710"/>
                  <a:pt x="3499" y="559"/>
                </a:cubicBezTo>
                <a:cubicBezTo>
                  <a:pt x="3491" y="542"/>
                  <a:pt x="3484" y="524"/>
                  <a:pt x="3478" y="506"/>
                </a:cubicBezTo>
                <a:cubicBezTo>
                  <a:pt x="3468" y="468"/>
                  <a:pt x="3425" y="424"/>
                  <a:pt x="3404" y="391"/>
                </a:cubicBezTo>
                <a:cubicBezTo>
                  <a:pt x="3358" y="321"/>
                  <a:pt x="3303" y="258"/>
                  <a:pt x="3240" y="204"/>
                </a:cubicBezTo>
                <a:cubicBezTo>
                  <a:pt x="3183" y="152"/>
                  <a:pt x="3108" y="126"/>
                  <a:pt x="3043" y="89"/>
                </a:cubicBezTo>
                <a:cubicBezTo>
                  <a:pt x="3040" y="87"/>
                  <a:pt x="3037" y="85"/>
                  <a:pt x="3034" y="84"/>
                </a:cubicBezTo>
                <a:cubicBezTo>
                  <a:pt x="3007" y="68"/>
                  <a:pt x="2978" y="55"/>
                  <a:pt x="2948" y="45"/>
                </a:cubicBezTo>
                <a:cubicBezTo>
                  <a:pt x="2933" y="40"/>
                  <a:pt x="2917" y="36"/>
                  <a:pt x="2901" y="31"/>
                </a:cubicBezTo>
                <a:lnTo>
                  <a:pt x="2895" y="30"/>
                </a:lnTo>
                <a:cubicBezTo>
                  <a:pt x="2818" y="10"/>
                  <a:pt x="2739" y="0"/>
                  <a:pt x="2660" y="0"/>
                </a:cubicBezTo>
                <a:cubicBezTo>
                  <a:pt x="2650" y="0"/>
                  <a:pt x="2641" y="0"/>
                  <a:pt x="2631" y="0"/>
                </a:cubicBezTo>
                <a:cubicBezTo>
                  <a:pt x="2552" y="2"/>
                  <a:pt x="2471" y="23"/>
                  <a:pt x="2395" y="39"/>
                </a:cubicBezTo>
                <a:cubicBezTo>
                  <a:pt x="2295" y="59"/>
                  <a:pt x="2203" y="111"/>
                  <a:pt x="2103" y="135"/>
                </a:cubicBezTo>
                <a:cubicBezTo>
                  <a:pt x="2055" y="148"/>
                  <a:pt x="2008" y="168"/>
                  <a:pt x="1964" y="193"/>
                </a:cubicBezTo>
                <a:cubicBezTo>
                  <a:pt x="1940" y="207"/>
                  <a:pt x="1917" y="222"/>
                  <a:pt x="1895" y="240"/>
                </a:cubicBezTo>
                <a:lnTo>
                  <a:pt x="1890" y="242"/>
                </a:lnTo>
                <a:cubicBezTo>
                  <a:pt x="1890" y="242"/>
                  <a:pt x="1890" y="243"/>
                  <a:pt x="1890" y="244"/>
                </a:cubicBezTo>
                <a:cubicBezTo>
                  <a:pt x="1844" y="277"/>
                  <a:pt x="1801" y="312"/>
                  <a:pt x="1755" y="345"/>
                </a:cubicBezTo>
                <a:lnTo>
                  <a:pt x="1746" y="352"/>
                </a:lnTo>
                <a:cubicBezTo>
                  <a:pt x="1751" y="347"/>
                  <a:pt x="1756" y="342"/>
                  <a:pt x="1761" y="337"/>
                </a:cubicBezTo>
                <a:cubicBezTo>
                  <a:pt x="1761" y="337"/>
                  <a:pt x="1761" y="335"/>
                  <a:pt x="1761" y="336"/>
                </a:cubicBezTo>
                <a:lnTo>
                  <a:pt x="1724" y="368"/>
                </a:lnTo>
                <a:cubicBezTo>
                  <a:pt x="1686" y="396"/>
                  <a:pt x="1649" y="425"/>
                  <a:pt x="1615" y="456"/>
                </a:cubicBezTo>
                <a:cubicBezTo>
                  <a:pt x="1594" y="475"/>
                  <a:pt x="1575" y="495"/>
                  <a:pt x="1558" y="516"/>
                </a:cubicBezTo>
                <a:cubicBezTo>
                  <a:pt x="1544" y="528"/>
                  <a:pt x="1531" y="540"/>
                  <a:pt x="1518" y="553"/>
                </a:cubicBezTo>
                <a:cubicBezTo>
                  <a:pt x="1476" y="595"/>
                  <a:pt x="1440" y="642"/>
                  <a:pt x="1410" y="693"/>
                </a:cubicBezTo>
                <a:cubicBezTo>
                  <a:pt x="1379" y="730"/>
                  <a:pt x="1350" y="767"/>
                  <a:pt x="1323" y="807"/>
                </a:cubicBezTo>
                <a:cubicBezTo>
                  <a:pt x="1287" y="858"/>
                  <a:pt x="1253" y="913"/>
                  <a:pt x="1214" y="963"/>
                </a:cubicBezTo>
                <a:cubicBezTo>
                  <a:pt x="1206" y="973"/>
                  <a:pt x="1199" y="984"/>
                  <a:pt x="1192" y="995"/>
                </a:cubicBezTo>
                <a:cubicBezTo>
                  <a:pt x="1186" y="1005"/>
                  <a:pt x="1181" y="1016"/>
                  <a:pt x="1176" y="1026"/>
                </a:cubicBezTo>
                <a:cubicBezTo>
                  <a:pt x="1170" y="1035"/>
                  <a:pt x="1165" y="1044"/>
                  <a:pt x="1159" y="1053"/>
                </a:cubicBezTo>
                <a:cubicBezTo>
                  <a:pt x="1138" y="1085"/>
                  <a:pt x="1118" y="1118"/>
                  <a:pt x="1099" y="1151"/>
                </a:cubicBezTo>
                <a:cubicBezTo>
                  <a:pt x="1061" y="1216"/>
                  <a:pt x="1028" y="1283"/>
                  <a:pt x="999" y="1353"/>
                </a:cubicBezTo>
                <a:cubicBezTo>
                  <a:pt x="958" y="1434"/>
                  <a:pt x="918" y="1516"/>
                  <a:pt x="876" y="1598"/>
                </a:cubicBezTo>
                <a:cubicBezTo>
                  <a:pt x="827" y="1694"/>
                  <a:pt x="801" y="1797"/>
                  <a:pt x="776" y="1900"/>
                </a:cubicBezTo>
                <a:cubicBezTo>
                  <a:pt x="769" y="1902"/>
                  <a:pt x="763" y="1904"/>
                  <a:pt x="756" y="1907"/>
                </a:cubicBezTo>
                <a:cubicBezTo>
                  <a:pt x="608" y="1955"/>
                  <a:pt x="464" y="2018"/>
                  <a:pt x="329" y="2096"/>
                </a:cubicBezTo>
                <a:cubicBezTo>
                  <a:pt x="323" y="2100"/>
                  <a:pt x="317" y="2103"/>
                  <a:pt x="311" y="2107"/>
                </a:cubicBezTo>
                <a:cubicBezTo>
                  <a:pt x="229" y="2157"/>
                  <a:pt x="155" y="2217"/>
                  <a:pt x="89" y="2286"/>
                </a:cubicBezTo>
                <a:cubicBezTo>
                  <a:pt x="50" y="2326"/>
                  <a:pt x="14" y="2415"/>
                  <a:pt x="12" y="2484"/>
                </a:cubicBezTo>
                <a:cubicBezTo>
                  <a:pt x="4" y="2512"/>
                  <a:pt x="0" y="2540"/>
                  <a:pt x="0" y="2569"/>
                </a:cubicBezTo>
                <a:cubicBezTo>
                  <a:pt x="0" y="2580"/>
                  <a:pt x="0" y="2591"/>
                  <a:pt x="1" y="2602"/>
                </a:cubicBezTo>
                <a:cubicBezTo>
                  <a:pt x="13" y="2662"/>
                  <a:pt x="49" y="2715"/>
                  <a:pt x="71" y="2771"/>
                </a:cubicBezTo>
                <a:cubicBezTo>
                  <a:pt x="78" y="2790"/>
                  <a:pt x="87" y="2808"/>
                  <a:pt x="97" y="2825"/>
                </a:cubicBezTo>
                <a:cubicBezTo>
                  <a:pt x="106" y="2840"/>
                  <a:pt x="116" y="2855"/>
                  <a:pt x="127" y="2869"/>
                </a:cubicBezTo>
                <a:cubicBezTo>
                  <a:pt x="126" y="2870"/>
                  <a:pt x="125" y="2871"/>
                  <a:pt x="124" y="2872"/>
                </a:cubicBezTo>
                <a:cubicBezTo>
                  <a:pt x="123" y="2873"/>
                  <a:pt x="123" y="2875"/>
                  <a:pt x="123" y="2876"/>
                </a:cubicBezTo>
                <a:cubicBezTo>
                  <a:pt x="123" y="2877"/>
                  <a:pt x="123" y="2878"/>
                  <a:pt x="124" y="2879"/>
                </a:cubicBezTo>
                <a:cubicBezTo>
                  <a:pt x="143" y="2925"/>
                  <a:pt x="143" y="2974"/>
                  <a:pt x="164" y="3019"/>
                </a:cubicBezTo>
                <a:cubicBezTo>
                  <a:pt x="192" y="3076"/>
                  <a:pt x="204" y="3141"/>
                  <a:pt x="218" y="3203"/>
                </a:cubicBezTo>
                <a:cubicBezTo>
                  <a:pt x="239" y="3298"/>
                  <a:pt x="265" y="3393"/>
                  <a:pt x="295" y="3485"/>
                </a:cubicBezTo>
                <a:cubicBezTo>
                  <a:pt x="372" y="3708"/>
                  <a:pt x="426" y="3938"/>
                  <a:pt x="489" y="4165"/>
                </a:cubicBezTo>
                <a:cubicBezTo>
                  <a:pt x="520" y="4276"/>
                  <a:pt x="544" y="4389"/>
                  <a:pt x="579" y="4499"/>
                </a:cubicBezTo>
                <a:cubicBezTo>
                  <a:pt x="613" y="4609"/>
                  <a:pt x="648" y="4723"/>
                  <a:pt x="679" y="4836"/>
                </a:cubicBezTo>
                <a:cubicBezTo>
                  <a:pt x="696" y="4898"/>
                  <a:pt x="720" y="4957"/>
                  <a:pt x="734" y="5019"/>
                </a:cubicBezTo>
                <a:cubicBezTo>
                  <a:pt x="746" y="5078"/>
                  <a:pt x="763" y="5136"/>
                  <a:pt x="784" y="5192"/>
                </a:cubicBezTo>
                <a:cubicBezTo>
                  <a:pt x="789" y="5205"/>
                  <a:pt x="795" y="5218"/>
                  <a:pt x="801" y="5232"/>
                </a:cubicBezTo>
                <a:cubicBezTo>
                  <a:pt x="800" y="5233"/>
                  <a:pt x="799" y="5233"/>
                  <a:pt x="799" y="5234"/>
                </a:cubicBezTo>
                <a:cubicBezTo>
                  <a:pt x="749" y="5320"/>
                  <a:pt x="772" y="5440"/>
                  <a:pt x="770" y="5538"/>
                </a:cubicBezTo>
                <a:cubicBezTo>
                  <a:pt x="768" y="5623"/>
                  <a:pt x="782" y="5739"/>
                  <a:pt x="822" y="5815"/>
                </a:cubicBezTo>
                <a:cubicBezTo>
                  <a:pt x="842" y="5854"/>
                  <a:pt x="865" y="5908"/>
                  <a:pt x="899" y="5937"/>
                </a:cubicBezTo>
                <a:cubicBezTo>
                  <a:pt x="938" y="5968"/>
                  <a:pt x="978" y="5998"/>
                  <a:pt x="1020" y="6025"/>
                </a:cubicBezTo>
                <a:cubicBezTo>
                  <a:pt x="1066" y="6053"/>
                  <a:pt x="1112" y="6080"/>
                  <a:pt x="1159" y="6105"/>
                </a:cubicBezTo>
                <a:cubicBezTo>
                  <a:pt x="1177" y="6114"/>
                  <a:pt x="1193" y="6126"/>
                  <a:pt x="1212" y="6135"/>
                </a:cubicBezTo>
                <a:cubicBezTo>
                  <a:pt x="1243" y="6148"/>
                  <a:pt x="1277" y="6150"/>
                  <a:pt x="1307" y="6164"/>
                </a:cubicBezTo>
                <a:cubicBezTo>
                  <a:pt x="1316" y="6175"/>
                  <a:pt x="1327" y="6184"/>
                  <a:pt x="1340" y="6192"/>
                </a:cubicBezTo>
                <a:cubicBezTo>
                  <a:pt x="1356" y="6200"/>
                  <a:pt x="1375" y="6207"/>
                  <a:pt x="1394" y="6208"/>
                </a:cubicBezTo>
                <a:cubicBezTo>
                  <a:pt x="1397" y="6208"/>
                  <a:pt x="1399" y="6208"/>
                  <a:pt x="1402" y="6208"/>
                </a:cubicBezTo>
                <a:cubicBezTo>
                  <a:pt x="1411" y="6208"/>
                  <a:pt x="1419" y="6206"/>
                  <a:pt x="1427" y="6203"/>
                </a:cubicBezTo>
                <a:cubicBezTo>
                  <a:pt x="1428" y="6204"/>
                  <a:pt x="1430" y="6206"/>
                  <a:pt x="1431" y="6207"/>
                </a:cubicBezTo>
                <a:cubicBezTo>
                  <a:pt x="1433" y="6208"/>
                  <a:pt x="1435" y="6209"/>
                  <a:pt x="1438" y="6209"/>
                </a:cubicBezTo>
                <a:cubicBezTo>
                  <a:pt x="1440" y="6209"/>
                  <a:pt x="1443" y="6208"/>
                  <a:pt x="1445" y="6207"/>
                </a:cubicBezTo>
                <a:cubicBezTo>
                  <a:pt x="1447" y="6205"/>
                  <a:pt x="1449" y="6203"/>
                  <a:pt x="1450" y="6202"/>
                </a:cubicBezTo>
                <a:cubicBezTo>
                  <a:pt x="1451" y="6200"/>
                  <a:pt x="1451" y="6200"/>
                  <a:pt x="1451" y="6199"/>
                </a:cubicBezTo>
                <a:cubicBezTo>
                  <a:pt x="1466" y="6207"/>
                  <a:pt x="1480" y="6214"/>
                  <a:pt x="1496" y="6219"/>
                </a:cubicBezTo>
                <a:lnTo>
                  <a:pt x="1503" y="6219"/>
                </a:lnTo>
                <a:cubicBezTo>
                  <a:pt x="1537" y="6233"/>
                  <a:pt x="1573" y="6244"/>
                  <a:pt x="1608" y="6259"/>
                </a:cubicBezTo>
                <a:cubicBezTo>
                  <a:pt x="1657" y="6280"/>
                  <a:pt x="1709" y="6295"/>
                  <a:pt x="1762" y="6306"/>
                </a:cubicBezTo>
                <a:cubicBezTo>
                  <a:pt x="1830" y="6319"/>
                  <a:pt x="1900" y="6328"/>
                  <a:pt x="1970" y="6331"/>
                </a:cubicBezTo>
                <a:cubicBezTo>
                  <a:pt x="1988" y="6338"/>
                  <a:pt x="2005" y="6342"/>
                  <a:pt x="2024" y="6345"/>
                </a:cubicBezTo>
                <a:cubicBezTo>
                  <a:pt x="2053" y="6346"/>
                  <a:pt x="2084" y="6346"/>
                  <a:pt x="2113" y="6350"/>
                </a:cubicBezTo>
                <a:cubicBezTo>
                  <a:pt x="2136" y="6353"/>
                  <a:pt x="2160" y="6354"/>
                  <a:pt x="2183" y="6354"/>
                </a:cubicBezTo>
                <a:cubicBezTo>
                  <a:pt x="2206" y="6354"/>
                  <a:pt x="2230" y="6353"/>
                  <a:pt x="2253" y="6350"/>
                </a:cubicBezTo>
                <a:cubicBezTo>
                  <a:pt x="2318" y="6356"/>
                  <a:pt x="2384" y="6361"/>
                  <a:pt x="2449" y="6363"/>
                </a:cubicBezTo>
                <a:cubicBezTo>
                  <a:pt x="2493" y="6364"/>
                  <a:pt x="2535" y="6364"/>
                  <a:pt x="2576" y="6363"/>
                </a:cubicBezTo>
                <a:cubicBezTo>
                  <a:pt x="2772" y="6364"/>
                  <a:pt x="2966" y="6287"/>
                  <a:pt x="3143" y="6214"/>
                </a:cubicBezTo>
                <a:cubicBezTo>
                  <a:pt x="3342" y="6132"/>
                  <a:pt x="3553" y="6034"/>
                  <a:pt x="3678" y="5853"/>
                </a:cubicBezTo>
                <a:lnTo>
                  <a:pt x="3679" y="5851"/>
                </a:lnTo>
                <a:cubicBezTo>
                  <a:pt x="3703" y="5832"/>
                  <a:pt x="3735" y="5769"/>
                  <a:pt x="3734" y="5736"/>
                </a:cubicBezTo>
                <a:cubicBezTo>
                  <a:pt x="3732" y="5680"/>
                  <a:pt x="3742" y="5619"/>
                  <a:pt x="3741" y="5562"/>
                </a:cubicBezTo>
                <a:cubicBezTo>
                  <a:pt x="3740" y="5485"/>
                  <a:pt x="3736" y="5409"/>
                  <a:pt x="3728" y="5332"/>
                </a:cubicBezTo>
                <a:cubicBezTo>
                  <a:pt x="3728" y="5330"/>
                  <a:pt x="3727" y="5329"/>
                  <a:pt x="3726" y="5327"/>
                </a:cubicBezTo>
                <a:cubicBezTo>
                  <a:pt x="3725" y="5325"/>
                  <a:pt x="3723" y="5323"/>
                  <a:pt x="3720" y="5321"/>
                </a:cubicBezTo>
                <a:cubicBezTo>
                  <a:pt x="3718" y="5320"/>
                  <a:pt x="3716" y="5319"/>
                  <a:pt x="3713" y="5319"/>
                </a:cubicBezTo>
                <a:lnTo>
                  <a:pt x="3709" y="5319"/>
                </a:lnTo>
                <a:cubicBezTo>
                  <a:pt x="3711" y="5311"/>
                  <a:pt x="3713" y="5303"/>
                  <a:pt x="3715" y="5296"/>
                </a:cubicBezTo>
                <a:cubicBezTo>
                  <a:pt x="3731" y="5259"/>
                  <a:pt x="3745" y="5209"/>
                  <a:pt x="3766" y="5178"/>
                </a:cubicBezTo>
                <a:cubicBezTo>
                  <a:pt x="3831" y="5074"/>
                  <a:pt x="3835" y="4937"/>
                  <a:pt x="3878" y="4824"/>
                </a:cubicBezTo>
                <a:cubicBezTo>
                  <a:pt x="3925" y="4699"/>
                  <a:pt x="3949" y="4564"/>
                  <a:pt x="3998" y="4439"/>
                </a:cubicBezTo>
                <a:cubicBezTo>
                  <a:pt x="4035" y="4341"/>
                  <a:pt x="4067" y="4241"/>
                  <a:pt x="4093" y="4140"/>
                </a:cubicBezTo>
                <a:cubicBezTo>
                  <a:pt x="4125" y="4026"/>
                  <a:pt x="4156" y="3912"/>
                  <a:pt x="4182" y="3797"/>
                </a:cubicBezTo>
                <a:cubicBezTo>
                  <a:pt x="4207" y="3690"/>
                  <a:pt x="4249" y="3590"/>
                  <a:pt x="4276" y="3484"/>
                </a:cubicBezTo>
                <a:cubicBezTo>
                  <a:pt x="4299" y="3392"/>
                  <a:pt x="4328" y="3302"/>
                  <a:pt x="4361" y="3213"/>
                </a:cubicBezTo>
                <a:cubicBezTo>
                  <a:pt x="4391" y="3131"/>
                  <a:pt x="4416" y="3047"/>
                  <a:pt x="4448" y="2966"/>
                </a:cubicBezTo>
                <a:cubicBezTo>
                  <a:pt x="4466" y="2948"/>
                  <a:pt x="4482" y="2929"/>
                  <a:pt x="4499" y="2911"/>
                </a:cubicBezTo>
                <a:cubicBezTo>
                  <a:pt x="4505" y="2904"/>
                  <a:pt x="4510" y="2897"/>
                  <a:pt x="4515" y="2889"/>
                </a:cubicBezTo>
                <a:cubicBezTo>
                  <a:pt x="4518" y="2882"/>
                  <a:pt x="4521" y="2876"/>
                  <a:pt x="4524" y="2869"/>
                </a:cubicBezTo>
                <a:cubicBezTo>
                  <a:pt x="4526" y="2867"/>
                  <a:pt x="4528" y="2864"/>
                  <a:pt x="4530" y="2861"/>
                </a:cubicBezTo>
                <a:cubicBezTo>
                  <a:pt x="4533" y="2856"/>
                  <a:pt x="4535" y="2851"/>
                  <a:pt x="4537" y="2846"/>
                </a:cubicBezTo>
                <a:cubicBezTo>
                  <a:pt x="4540" y="2838"/>
                  <a:pt x="4543" y="2830"/>
                  <a:pt x="4547" y="2822"/>
                </a:cubicBezTo>
                <a:lnTo>
                  <a:pt x="4550" y="2817"/>
                </a:lnTo>
                <a:cubicBezTo>
                  <a:pt x="4564" y="2795"/>
                  <a:pt x="4586" y="2762"/>
                  <a:pt x="4584" y="2734"/>
                </a:cubicBezTo>
                <a:cubicBezTo>
                  <a:pt x="4596" y="2695"/>
                  <a:pt x="4612" y="2658"/>
                  <a:pt x="4620" y="2618"/>
                </a:cubicBezTo>
                <a:cubicBezTo>
                  <a:pt x="4631" y="2560"/>
                  <a:pt x="4621" y="2514"/>
                  <a:pt x="4619" y="2457"/>
                </a:cubicBezTo>
                <a:moveTo>
                  <a:pt x="3911" y="1902"/>
                </a:moveTo>
                <a:cubicBezTo>
                  <a:pt x="3911" y="1913"/>
                  <a:pt x="3911" y="1925"/>
                  <a:pt x="3911" y="1936"/>
                </a:cubicBezTo>
                <a:cubicBezTo>
                  <a:pt x="3883" y="1928"/>
                  <a:pt x="3853" y="1922"/>
                  <a:pt x="3844" y="1919"/>
                </a:cubicBezTo>
                <a:cubicBezTo>
                  <a:pt x="3774" y="1896"/>
                  <a:pt x="3702" y="1884"/>
                  <a:pt x="3631" y="1863"/>
                </a:cubicBezTo>
                <a:cubicBezTo>
                  <a:pt x="3611" y="1856"/>
                  <a:pt x="3591" y="1852"/>
                  <a:pt x="3570" y="1851"/>
                </a:cubicBezTo>
                <a:cubicBezTo>
                  <a:pt x="3543" y="1849"/>
                  <a:pt x="3518" y="1843"/>
                  <a:pt x="3493" y="1834"/>
                </a:cubicBezTo>
                <a:cubicBezTo>
                  <a:pt x="3494" y="1833"/>
                  <a:pt x="3494" y="1833"/>
                  <a:pt x="3494" y="1833"/>
                </a:cubicBezTo>
                <a:cubicBezTo>
                  <a:pt x="3494" y="1832"/>
                  <a:pt x="3494" y="1832"/>
                  <a:pt x="3494" y="1831"/>
                </a:cubicBezTo>
                <a:cubicBezTo>
                  <a:pt x="3495" y="1830"/>
                  <a:pt x="3495" y="1828"/>
                  <a:pt x="3495" y="1827"/>
                </a:cubicBezTo>
                <a:cubicBezTo>
                  <a:pt x="3495" y="1820"/>
                  <a:pt x="3493" y="1813"/>
                  <a:pt x="3490" y="1807"/>
                </a:cubicBezTo>
                <a:cubicBezTo>
                  <a:pt x="3483" y="1785"/>
                  <a:pt x="3482" y="1762"/>
                  <a:pt x="3476" y="1740"/>
                </a:cubicBezTo>
                <a:cubicBezTo>
                  <a:pt x="3472" y="1723"/>
                  <a:pt x="3470" y="1705"/>
                  <a:pt x="3470" y="1688"/>
                </a:cubicBezTo>
                <a:cubicBezTo>
                  <a:pt x="3470" y="1658"/>
                  <a:pt x="3475" y="1629"/>
                  <a:pt x="3486" y="1602"/>
                </a:cubicBezTo>
                <a:cubicBezTo>
                  <a:pt x="3494" y="1589"/>
                  <a:pt x="3505" y="1578"/>
                  <a:pt x="3518" y="1571"/>
                </a:cubicBezTo>
                <a:cubicBezTo>
                  <a:pt x="3521" y="1569"/>
                  <a:pt x="3524" y="1568"/>
                  <a:pt x="3527" y="1567"/>
                </a:cubicBezTo>
                <a:cubicBezTo>
                  <a:pt x="3530" y="1565"/>
                  <a:pt x="3527" y="1568"/>
                  <a:pt x="3527" y="1569"/>
                </a:cubicBezTo>
                <a:cubicBezTo>
                  <a:pt x="3529" y="1649"/>
                  <a:pt x="3535" y="1780"/>
                  <a:pt x="3604" y="1835"/>
                </a:cubicBezTo>
                <a:cubicBezTo>
                  <a:pt x="3632" y="1857"/>
                  <a:pt x="3675" y="1884"/>
                  <a:pt x="3713" y="1878"/>
                </a:cubicBezTo>
                <a:cubicBezTo>
                  <a:pt x="3740" y="1874"/>
                  <a:pt x="3778" y="1878"/>
                  <a:pt x="3792" y="1855"/>
                </a:cubicBezTo>
                <a:lnTo>
                  <a:pt x="3794" y="1854"/>
                </a:lnTo>
                <a:cubicBezTo>
                  <a:pt x="3822" y="1844"/>
                  <a:pt x="3825" y="1802"/>
                  <a:pt x="3816" y="1776"/>
                </a:cubicBezTo>
                <a:cubicBezTo>
                  <a:pt x="3801" y="1729"/>
                  <a:pt x="3770" y="1663"/>
                  <a:pt x="3711" y="1661"/>
                </a:cubicBezTo>
                <a:cubicBezTo>
                  <a:pt x="3707" y="1661"/>
                  <a:pt x="3704" y="1662"/>
                  <a:pt x="3702" y="1664"/>
                </a:cubicBezTo>
                <a:cubicBezTo>
                  <a:pt x="3699" y="1665"/>
                  <a:pt x="3696" y="1668"/>
                  <a:pt x="3695" y="1670"/>
                </a:cubicBezTo>
                <a:cubicBezTo>
                  <a:pt x="3694" y="1671"/>
                  <a:pt x="3695" y="1671"/>
                  <a:pt x="3694" y="1672"/>
                </a:cubicBezTo>
                <a:cubicBezTo>
                  <a:pt x="3691" y="1634"/>
                  <a:pt x="3690" y="1595"/>
                  <a:pt x="3690" y="1557"/>
                </a:cubicBezTo>
                <a:cubicBezTo>
                  <a:pt x="3697" y="1560"/>
                  <a:pt x="3704" y="1564"/>
                  <a:pt x="3711" y="1568"/>
                </a:cubicBezTo>
                <a:cubicBezTo>
                  <a:pt x="3770" y="1602"/>
                  <a:pt x="3819" y="1651"/>
                  <a:pt x="3853" y="1710"/>
                </a:cubicBezTo>
                <a:cubicBezTo>
                  <a:pt x="3861" y="1724"/>
                  <a:pt x="3868" y="1739"/>
                  <a:pt x="3874" y="1753"/>
                </a:cubicBezTo>
                <a:cubicBezTo>
                  <a:pt x="3893" y="1801"/>
                  <a:pt x="3905" y="1851"/>
                  <a:pt x="3910" y="1902"/>
                </a:cubicBezTo>
                <a:lnTo>
                  <a:pt x="3911" y="1902"/>
                </a:lnTo>
                <a:moveTo>
                  <a:pt x="3700" y="1975"/>
                </a:moveTo>
                <a:cubicBezTo>
                  <a:pt x="3700" y="1978"/>
                  <a:pt x="3702" y="1981"/>
                  <a:pt x="3703" y="1986"/>
                </a:cubicBezTo>
                <a:cubicBezTo>
                  <a:pt x="3705" y="1992"/>
                  <a:pt x="3707" y="1998"/>
                  <a:pt x="3709" y="2005"/>
                </a:cubicBezTo>
                <a:lnTo>
                  <a:pt x="3710" y="2006"/>
                </a:lnTo>
                <a:cubicBezTo>
                  <a:pt x="3710" y="2007"/>
                  <a:pt x="3711" y="2008"/>
                  <a:pt x="3711" y="2008"/>
                </a:cubicBezTo>
                <a:cubicBezTo>
                  <a:pt x="3712" y="2008"/>
                  <a:pt x="3713" y="2009"/>
                  <a:pt x="3714" y="2009"/>
                </a:cubicBezTo>
                <a:cubicBezTo>
                  <a:pt x="3715" y="2009"/>
                  <a:pt x="3716" y="2008"/>
                  <a:pt x="3717" y="2008"/>
                </a:cubicBezTo>
                <a:cubicBezTo>
                  <a:pt x="3717" y="2008"/>
                  <a:pt x="3717" y="2007"/>
                  <a:pt x="3718" y="2006"/>
                </a:cubicBezTo>
                <a:cubicBezTo>
                  <a:pt x="3718" y="2005"/>
                  <a:pt x="3719" y="2005"/>
                  <a:pt x="3719" y="2005"/>
                </a:cubicBezTo>
                <a:cubicBezTo>
                  <a:pt x="3719" y="2000"/>
                  <a:pt x="3723" y="1997"/>
                  <a:pt x="3724" y="1994"/>
                </a:cubicBezTo>
                <a:cubicBezTo>
                  <a:pt x="3725" y="1990"/>
                  <a:pt x="3726" y="1985"/>
                  <a:pt x="3726" y="1981"/>
                </a:cubicBezTo>
                <a:lnTo>
                  <a:pt x="3727" y="1981"/>
                </a:lnTo>
                <a:cubicBezTo>
                  <a:pt x="3727" y="1982"/>
                  <a:pt x="3728" y="1982"/>
                  <a:pt x="3728" y="1982"/>
                </a:cubicBezTo>
                <a:cubicBezTo>
                  <a:pt x="3729" y="1983"/>
                  <a:pt x="3729" y="1983"/>
                  <a:pt x="3730" y="1983"/>
                </a:cubicBezTo>
                <a:cubicBezTo>
                  <a:pt x="3731" y="1983"/>
                  <a:pt x="3731" y="1983"/>
                  <a:pt x="3732" y="1983"/>
                </a:cubicBezTo>
                <a:lnTo>
                  <a:pt x="3734" y="1983"/>
                </a:lnTo>
                <a:cubicBezTo>
                  <a:pt x="3734" y="1984"/>
                  <a:pt x="3734" y="1985"/>
                  <a:pt x="3734" y="1986"/>
                </a:cubicBezTo>
                <a:cubicBezTo>
                  <a:pt x="3735" y="1989"/>
                  <a:pt x="3736" y="1991"/>
                  <a:pt x="3737" y="1993"/>
                </a:cubicBezTo>
                <a:cubicBezTo>
                  <a:pt x="3737" y="1994"/>
                  <a:pt x="3738" y="1995"/>
                  <a:pt x="3739" y="1997"/>
                </a:cubicBezTo>
                <a:cubicBezTo>
                  <a:pt x="3742" y="2003"/>
                  <a:pt x="3744" y="2010"/>
                  <a:pt x="3744" y="2018"/>
                </a:cubicBezTo>
                <a:cubicBezTo>
                  <a:pt x="3744" y="2024"/>
                  <a:pt x="3753" y="2024"/>
                  <a:pt x="3753" y="2018"/>
                </a:cubicBezTo>
                <a:cubicBezTo>
                  <a:pt x="3753" y="2011"/>
                  <a:pt x="3756" y="2005"/>
                  <a:pt x="3757" y="1999"/>
                </a:cubicBezTo>
                <a:cubicBezTo>
                  <a:pt x="3757" y="1997"/>
                  <a:pt x="3757" y="1996"/>
                  <a:pt x="3757" y="1995"/>
                </a:cubicBezTo>
                <a:cubicBezTo>
                  <a:pt x="3757" y="1993"/>
                  <a:pt x="3757" y="1992"/>
                  <a:pt x="3757" y="1991"/>
                </a:cubicBezTo>
                <a:lnTo>
                  <a:pt x="3764" y="1993"/>
                </a:lnTo>
                <a:lnTo>
                  <a:pt x="3772" y="1995"/>
                </a:lnTo>
                <a:cubicBezTo>
                  <a:pt x="3773" y="1998"/>
                  <a:pt x="3776" y="2011"/>
                  <a:pt x="3777" y="2014"/>
                </a:cubicBezTo>
                <a:cubicBezTo>
                  <a:pt x="3778" y="2020"/>
                  <a:pt x="3779" y="2026"/>
                  <a:pt x="3779" y="2032"/>
                </a:cubicBezTo>
                <a:cubicBezTo>
                  <a:pt x="3779" y="2033"/>
                  <a:pt x="3779" y="2033"/>
                  <a:pt x="3779" y="2034"/>
                </a:cubicBezTo>
                <a:cubicBezTo>
                  <a:pt x="3779" y="2039"/>
                  <a:pt x="3781" y="2045"/>
                  <a:pt x="3781" y="2051"/>
                </a:cubicBezTo>
                <a:cubicBezTo>
                  <a:pt x="3781" y="2056"/>
                  <a:pt x="3791" y="2056"/>
                  <a:pt x="3791" y="2051"/>
                </a:cubicBezTo>
                <a:cubicBezTo>
                  <a:pt x="3793" y="2039"/>
                  <a:pt x="3794" y="2028"/>
                  <a:pt x="3794" y="2017"/>
                </a:cubicBezTo>
                <a:cubicBezTo>
                  <a:pt x="3793" y="2011"/>
                  <a:pt x="3792" y="2005"/>
                  <a:pt x="3790" y="1998"/>
                </a:cubicBezTo>
                <a:cubicBezTo>
                  <a:pt x="3804" y="2000"/>
                  <a:pt x="3818" y="2001"/>
                  <a:pt x="3831" y="2003"/>
                </a:cubicBezTo>
                <a:lnTo>
                  <a:pt x="3835" y="2003"/>
                </a:lnTo>
                <a:cubicBezTo>
                  <a:pt x="3833" y="2015"/>
                  <a:pt x="3832" y="2027"/>
                  <a:pt x="3832" y="2039"/>
                </a:cubicBezTo>
                <a:cubicBezTo>
                  <a:pt x="3832" y="2051"/>
                  <a:pt x="3833" y="2063"/>
                  <a:pt x="3835" y="2075"/>
                </a:cubicBezTo>
                <a:cubicBezTo>
                  <a:pt x="3836" y="2110"/>
                  <a:pt x="3839" y="2144"/>
                  <a:pt x="3841" y="2178"/>
                </a:cubicBezTo>
                <a:cubicBezTo>
                  <a:pt x="3841" y="2179"/>
                  <a:pt x="3841" y="2180"/>
                  <a:pt x="3842" y="2181"/>
                </a:cubicBezTo>
                <a:lnTo>
                  <a:pt x="3843" y="2182"/>
                </a:lnTo>
                <a:cubicBezTo>
                  <a:pt x="3844" y="2183"/>
                  <a:pt x="3845" y="2183"/>
                  <a:pt x="3846" y="2183"/>
                </a:cubicBezTo>
                <a:cubicBezTo>
                  <a:pt x="3846" y="2183"/>
                  <a:pt x="3847" y="2182"/>
                  <a:pt x="3848" y="2182"/>
                </a:cubicBezTo>
                <a:cubicBezTo>
                  <a:pt x="3849" y="2181"/>
                  <a:pt x="3849" y="2182"/>
                  <a:pt x="3850" y="2181"/>
                </a:cubicBezTo>
                <a:cubicBezTo>
                  <a:pt x="3850" y="2180"/>
                  <a:pt x="3850" y="2179"/>
                  <a:pt x="3850" y="2178"/>
                </a:cubicBezTo>
                <a:cubicBezTo>
                  <a:pt x="3853" y="2144"/>
                  <a:pt x="3855" y="2109"/>
                  <a:pt x="3856" y="2075"/>
                </a:cubicBezTo>
                <a:cubicBezTo>
                  <a:pt x="3857" y="2056"/>
                  <a:pt x="3859" y="2036"/>
                  <a:pt x="3863" y="2018"/>
                </a:cubicBezTo>
                <a:cubicBezTo>
                  <a:pt x="3864" y="2015"/>
                  <a:pt x="3864" y="2012"/>
                  <a:pt x="3865" y="2009"/>
                </a:cubicBezTo>
                <a:lnTo>
                  <a:pt x="3874" y="2012"/>
                </a:lnTo>
                <a:cubicBezTo>
                  <a:pt x="3874" y="2028"/>
                  <a:pt x="3880" y="2044"/>
                  <a:pt x="3881" y="2060"/>
                </a:cubicBezTo>
                <a:cubicBezTo>
                  <a:pt x="3882" y="2081"/>
                  <a:pt x="3885" y="2102"/>
                  <a:pt x="3886" y="2123"/>
                </a:cubicBezTo>
                <a:cubicBezTo>
                  <a:pt x="3886" y="2124"/>
                  <a:pt x="3885" y="2124"/>
                  <a:pt x="3886" y="2125"/>
                </a:cubicBezTo>
                <a:cubicBezTo>
                  <a:pt x="3886" y="2126"/>
                  <a:pt x="3887" y="2126"/>
                  <a:pt x="3888" y="2127"/>
                </a:cubicBezTo>
                <a:cubicBezTo>
                  <a:pt x="3889" y="2127"/>
                  <a:pt x="3890" y="2127"/>
                  <a:pt x="3891" y="2127"/>
                </a:cubicBezTo>
                <a:cubicBezTo>
                  <a:pt x="3891" y="2127"/>
                  <a:pt x="3892" y="2127"/>
                  <a:pt x="3893" y="2127"/>
                </a:cubicBezTo>
                <a:cubicBezTo>
                  <a:pt x="3894" y="2126"/>
                  <a:pt x="3895" y="2125"/>
                  <a:pt x="3895" y="2125"/>
                </a:cubicBezTo>
                <a:cubicBezTo>
                  <a:pt x="3895" y="2124"/>
                  <a:pt x="3895" y="2124"/>
                  <a:pt x="3896" y="2123"/>
                </a:cubicBezTo>
                <a:cubicBezTo>
                  <a:pt x="3896" y="2089"/>
                  <a:pt x="3900" y="2055"/>
                  <a:pt x="3901" y="2021"/>
                </a:cubicBezTo>
                <a:lnTo>
                  <a:pt x="3932" y="2033"/>
                </a:lnTo>
                <a:cubicBezTo>
                  <a:pt x="3932" y="2034"/>
                  <a:pt x="3932" y="2035"/>
                  <a:pt x="3932" y="2037"/>
                </a:cubicBezTo>
                <a:cubicBezTo>
                  <a:pt x="3932" y="2038"/>
                  <a:pt x="3932" y="2039"/>
                  <a:pt x="3932" y="2041"/>
                </a:cubicBezTo>
                <a:cubicBezTo>
                  <a:pt x="3935" y="2051"/>
                  <a:pt x="3936" y="2061"/>
                  <a:pt x="3937" y="2072"/>
                </a:cubicBezTo>
                <a:cubicBezTo>
                  <a:pt x="3938" y="2088"/>
                  <a:pt x="3942" y="2104"/>
                  <a:pt x="3942" y="2120"/>
                </a:cubicBezTo>
                <a:cubicBezTo>
                  <a:pt x="3942" y="2125"/>
                  <a:pt x="3949" y="2124"/>
                  <a:pt x="3949" y="2120"/>
                </a:cubicBezTo>
                <a:cubicBezTo>
                  <a:pt x="3949" y="2101"/>
                  <a:pt x="3952" y="2082"/>
                  <a:pt x="3956" y="2064"/>
                </a:cubicBezTo>
                <a:cubicBezTo>
                  <a:pt x="3958" y="2057"/>
                  <a:pt x="3959" y="2051"/>
                  <a:pt x="3960" y="2044"/>
                </a:cubicBezTo>
                <a:cubicBezTo>
                  <a:pt x="3967" y="2047"/>
                  <a:pt x="3975" y="2049"/>
                  <a:pt x="3983" y="2051"/>
                </a:cubicBezTo>
                <a:cubicBezTo>
                  <a:pt x="3986" y="2061"/>
                  <a:pt x="3987" y="2071"/>
                  <a:pt x="3987" y="2081"/>
                </a:cubicBezTo>
                <a:cubicBezTo>
                  <a:pt x="3987" y="2088"/>
                  <a:pt x="3987" y="2095"/>
                  <a:pt x="3985" y="2102"/>
                </a:cubicBezTo>
                <a:cubicBezTo>
                  <a:pt x="3986" y="2120"/>
                  <a:pt x="3987" y="2138"/>
                  <a:pt x="3990" y="2157"/>
                </a:cubicBezTo>
                <a:cubicBezTo>
                  <a:pt x="3990" y="2162"/>
                  <a:pt x="3998" y="2161"/>
                  <a:pt x="3998" y="2157"/>
                </a:cubicBezTo>
                <a:cubicBezTo>
                  <a:pt x="4002" y="2124"/>
                  <a:pt x="4003" y="2091"/>
                  <a:pt x="4005" y="2058"/>
                </a:cubicBezTo>
                <a:cubicBezTo>
                  <a:pt x="4014" y="2061"/>
                  <a:pt x="4023" y="2064"/>
                  <a:pt x="4032" y="2068"/>
                </a:cubicBezTo>
                <a:cubicBezTo>
                  <a:pt x="4034" y="2077"/>
                  <a:pt x="4035" y="2086"/>
                  <a:pt x="4035" y="2095"/>
                </a:cubicBezTo>
                <a:cubicBezTo>
                  <a:pt x="4036" y="2098"/>
                  <a:pt x="4036" y="2100"/>
                  <a:pt x="4036" y="2104"/>
                </a:cubicBezTo>
                <a:cubicBezTo>
                  <a:pt x="4036" y="2107"/>
                  <a:pt x="4036" y="2111"/>
                  <a:pt x="4035" y="2114"/>
                </a:cubicBezTo>
                <a:cubicBezTo>
                  <a:pt x="4035" y="2115"/>
                  <a:pt x="4035" y="2115"/>
                  <a:pt x="4035" y="2116"/>
                </a:cubicBezTo>
                <a:cubicBezTo>
                  <a:pt x="4035" y="2128"/>
                  <a:pt x="4037" y="2141"/>
                  <a:pt x="4040" y="2154"/>
                </a:cubicBezTo>
                <a:lnTo>
                  <a:pt x="4040" y="2155"/>
                </a:lnTo>
                <a:lnTo>
                  <a:pt x="4041" y="2156"/>
                </a:lnTo>
                <a:cubicBezTo>
                  <a:pt x="4042" y="2157"/>
                  <a:pt x="4043" y="2157"/>
                  <a:pt x="4044" y="2157"/>
                </a:cubicBezTo>
                <a:cubicBezTo>
                  <a:pt x="4044" y="2157"/>
                  <a:pt x="4045" y="2157"/>
                  <a:pt x="4046" y="2156"/>
                </a:cubicBezTo>
                <a:lnTo>
                  <a:pt x="4047" y="2155"/>
                </a:lnTo>
                <a:cubicBezTo>
                  <a:pt x="4047" y="2154"/>
                  <a:pt x="4047" y="2154"/>
                  <a:pt x="4048" y="2154"/>
                </a:cubicBezTo>
                <a:cubicBezTo>
                  <a:pt x="4050" y="2132"/>
                  <a:pt x="4061" y="2104"/>
                  <a:pt x="4061" y="2079"/>
                </a:cubicBezTo>
                <a:lnTo>
                  <a:pt x="4081" y="2088"/>
                </a:lnTo>
                <a:cubicBezTo>
                  <a:pt x="4068" y="2147"/>
                  <a:pt x="4082" y="2211"/>
                  <a:pt x="4078" y="2271"/>
                </a:cubicBezTo>
                <a:cubicBezTo>
                  <a:pt x="4078" y="2275"/>
                  <a:pt x="4084" y="2275"/>
                  <a:pt x="4084" y="2271"/>
                </a:cubicBezTo>
                <a:cubicBezTo>
                  <a:pt x="4089" y="2228"/>
                  <a:pt x="4102" y="2186"/>
                  <a:pt x="4106" y="2143"/>
                </a:cubicBezTo>
                <a:cubicBezTo>
                  <a:pt x="4106" y="2131"/>
                  <a:pt x="4111" y="2116"/>
                  <a:pt x="4111" y="2102"/>
                </a:cubicBezTo>
                <a:lnTo>
                  <a:pt x="4131" y="2111"/>
                </a:lnTo>
                <a:cubicBezTo>
                  <a:pt x="4131" y="2112"/>
                  <a:pt x="4131" y="2112"/>
                  <a:pt x="4131" y="2112"/>
                </a:cubicBezTo>
                <a:cubicBezTo>
                  <a:pt x="4131" y="2114"/>
                  <a:pt x="4131" y="2117"/>
                  <a:pt x="4132" y="2118"/>
                </a:cubicBezTo>
                <a:lnTo>
                  <a:pt x="4133" y="2120"/>
                </a:lnTo>
                <a:cubicBezTo>
                  <a:pt x="4133" y="2128"/>
                  <a:pt x="4133" y="2137"/>
                  <a:pt x="4133" y="2145"/>
                </a:cubicBezTo>
                <a:cubicBezTo>
                  <a:pt x="4132" y="2155"/>
                  <a:pt x="4131" y="2165"/>
                  <a:pt x="4131" y="2175"/>
                </a:cubicBezTo>
                <a:cubicBezTo>
                  <a:pt x="4131" y="2180"/>
                  <a:pt x="4131" y="2186"/>
                  <a:pt x="4132" y="2192"/>
                </a:cubicBezTo>
                <a:cubicBezTo>
                  <a:pt x="4132" y="2193"/>
                  <a:pt x="4132" y="2194"/>
                  <a:pt x="4132" y="2194"/>
                </a:cubicBezTo>
                <a:cubicBezTo>
                  <a:pt x="4133" y="2195"/>
                  <a:pt x="4134" y="2195"/>
                  <a:pt x="4135" y="2196"/>
                </a:cubicBezTo>
                <a:cubicBezTo>
                  <a:pt x="4135" y="2197"/>
                  <a:pt x="4136" y="2197"/>
                  <a:pt x="4138" y="2197"/>
                </a:cubicBezTo>
                <a:cubicBezTo>
                  <a:pt x="4139" y="2197"/>
                  <a:pt x="4139" y="2197"/>
                  <a:pt x="4140" y="2196"/>
                </a:cubicBezTo>
                <a:cubicBezTo>
                  <a:pt x="4140" y="2195"/>
                  <a:pt x="4142" y="2195"/>
                  <a:pt x="4143" y="2194"/>
                </a:cubicBezTo>
                <a:cubicBezTo>
                  <a:pt x="4143" y="2194"/>
                  <a:pt x="4143" y="2193"/>
                  <a:pt x="4143" y="2192"/>
                </a:cubicBezTo>
                <a:cubicBezTo>
                  <a:pt x="4144" y="2187"/>
                  <a:pt x="4144" y="2181"/>
                  <a:pt x="4144" y="2176"/>
                </a:cubicBezTo>
                <a:cubicBezTo>
                  <a:pt x="4144" y="2171"/>
                  <a:pt x="4144" y="2165"/>
                  <a:pt x="4143" y="2160"/>
                </a:cubicBezTo>
                <a:lnTo>
                  <a:pt x="4143" y="2159"/>
                </a:lnTo>
                <a:cubicBezTo>
                  <a:pt x="4143" y="2147"/>
                  <a:pt x="4147" y="2135"/>
                  <a:pt x="4153" y="2125"/>
                </a:cubicBezTo>
                <a:cubicBezTo>
                  <a:pt x="4153" y="2124"/>
                  <a:pt x="4154" y="2123"/>
                  <a:pt x="4154" y="2122"/>
                </a:cubicBezTo>
                <a:lnTo>
                  <a:pt x="4170" y="2130"/>
                </a:lnTo>
                <a:cubicBezTo>
                  <a:pt x="4168" y="2135"/>
                  <a:pt x="4167" y="2140"/>
                  <a:pt x="4167" y="2146"/>
                </a:cubicBezTo>
                <a:cubicBezTo>
                  <a:pt x="4167" y="2147"/>
                  <a:pt x="4167" y="2147"/>
                  <a:pt x="4167" y="2148"/>
                </a:cubicBezTo>
                <a:cubicBezTo>
                  <a:pt x="4167" y="2153"/>
                  <a:pt x="4168" y="2158"/>
                  <a:pt x="4170" y="2163"/>
                </a:cubicBezTo>
                <a:cubicBezTo>
                  <a:pt x="4172" y="2169"/>
                  <a:pt x="4172" y="2176"/>
                  <a:pt x="4172" y="2183"/>
                </a:cubicBezTo>
                <a:cubicBezTo>
                  <a:pt x="4172" y="2184"/>
                  <a:pt x="4172" y="2184"/>
                  <a:pt x="4172" y="2185"/>
                </a:cubicBezTo>
                <a:cubicBezTo>
                  <a:pt x="4172" y="2190"/>
                  <a:pt x="4180" y="2190"/>
                  <a:pt x="4180" y="2185"/>
                </a:cubicBezTo>
                <a:cubicBezTo>
                  <a:pt x="4183" y="2175"/>
                  <a:pt x="4187" y="2166"/>
                  <a:pt x="4191" y="2156"/>
                </a:cubicBezTo>
                <a:cubicBezTo>
                  <a:pt x="4191" y="2154"/>
                  <a:pt x="4191" y="2145"/>
                  <a:pt x="4192" y="2144"/>
                </a:cubicBezTo>
                <a:cubicBezTo>
                  <a:pt x="4193" y="2143"/>
                  <a:pt x="4194" y="2142"/>
                  <a:pt x="4194" y="2142"/>
                </a:cubicBezTo>
                <a:lnTo>
                  <a:pt x="4208" y="2148"/>
                </a:lnTo>
                <a:cubicBezTo>
                  <a:pt x="4207" y="2149"/>
                  <a:pt x="4206" y="2151"/>
                  <a:pt x="4205" y="2152"/>
                </a:cubicBezTo>
                <a:cubicBezTo>
                  <a:pt x="4203" y="2154"/>
                  <a:pt x="4203" y="2156"/>
                  <a:pt x="4203" y="2157"/>
                </a:cubicBezTo>
                <a:cubicBezTo>
                  <a:pt x="4203" y="2158"/>
                  <a:pt x="4203" y="2158"/>
                  <a:pt x="4203" y="2158"/>
                </a:cubicBezTo>
                <a:cubicBezTo>
                  <a:pt x="4206" y="2196"/>
                  <a:pt x="4200" y="2234"/>
                  <a:pt x="4201" y="2272"/>
                </a:cubicBezTo>
                <a:cubicBezTo>
                  <a:pt x="4201" y="2276"/>
                  <a:pt x="4208" y="2276"/>
                  <a:pt x="4208" y="2272"/>
                </a:cubicBezTo>
                <a:cubicBezTo>
                  <a:pt x="4210" y="2253"/>
                  <a:pt x="4214" y="2234"/>
                  <a:pt x="4219" y="2216"/>
                </a:cubicBezTo>
                <a:cubicBezTo>
                  <a:pt x="4222" y="2200"/>
                  <a:pt x="4223" y="2184"/>
                  <a:pt x="4223" y="2168"/>
                </a:cubicBezTo>
                <a:lnTo>
                  <a:pt x="4224" y="2167"/>
                </a:lnTo>
                <a:cubicBezTo>
                  <a:pt x="4225" y="2165"/>
                  <a:pt x="4227" y="2165"/>
                  <a:pt x="4228" y="2164"/>
                </a:cubicBezTo>
                <a:cubicBezTo>
                  <a:pt x="4229" y="2162"/>
                  <a:pt x="4229" y="2161"/>
                  <a:pt x="4229" y="2159"/>
                </a:cubicBezTo>
                <a:lnTo>
                  <a:pt x="4240" y="2164"/>
                </a:lnTo>
                <a:cubicBezTo>
                  <a:pt x="4245" y="2166"/>
                  <a:pt x="4249" y="2169"/>
                  <a:pt x="4254" y="2172"/>
                </a:cubicBezTo>
                <a:cubicBezTo>
                  <a:pt x="4253" y="2172"/>
                  <a:pt x="4252" y="2172"/>
                  <a:pt x="4252" y="2172"/>
                </a:cubicBezTo>
                <a:cubicBezTo>
                  <a:pt x="4250" y="2173"/>
                  <a:pt x="4248" y="2175"/>
                  <a:pt x="4248" y="2176"/>
                </a:cubicBezTo>
                <a:cubicBezTo>
                  <a:pt x="4247" y="2177"/>
                  <a:pt x="4247" y="2177"/>
                  <a:pt x="4247" y="2178"/>
                </a:cubicBezTo>
                <a:cubicBezTo>
                  <a:pt x="4244" y="2191"/>
                  <a:pt x="4249" y="2206"/>
                  <a:pt x="4244" y="2219"/>
                </a:cubicBezTo>
                <a:cubicBezTo>
                  <a:pt x="4242" y="2225"/>
                  <a:pt x="4246" y="2234"/>
                  <a:pt x="4244" y="2241"/>
                </a:cubicBezTo>
                <a:cubicBezTo>
                  <a:pt x="4243" y="2245"/>
                  <a:pt x="4242" y="2249"/>
                  <a:pt x="4242" y="2253"/>
                </a:cubicBezTo>
                <a:cubicBezTo>
                  <a:pt x="4242" y="2254"/>
                  <a:pt x="4242" y="2254"/>
                  <a:pt x="4242" y="2255"/>
                </a:cubicBezTo>
                <a:lnTo>
                  <a:pt x="4243" y="2255"/>
                </a:lnTo>
                <a:cubicBezTo>
                  <a:pt x="4243" y="2256"/>
                  <a:pt x="4243" y="2256"/>
                  <a:pt x="4244" y="2257"/>
                </a:cubicBezTo>
                <a:lnTo>
                  <a:pt x="4245" y="2257"/>
                </a:lnTo>
                <a:cubicBezTo>
                  <a:pt x="4246" y="2257"/>
                  <a:pt x="4247" y="2257"/>
                  <a:pt x="4247" y="2257"/>
                </a:cubicBezTo>
                <a:cubicBezTo>
                  <a:pt x="4248" y="2256"/>
                  <a:pt x="4248" y="2256"/>
                  <a:pt x="4248" y="2255"/>
                </a:cubicBezTo>
                <a:lnTo>
                  <a:pt x="4249" y="2255"/>
                </a:lnTo>
                <a:cubicBezTo>
                  <a:pt x="4249" y="2247"/>
                  <a:pt x="4253" y="2240"/>
                  <a:pt x="4253" y="2233"/>
                </a:cubicBezTo>
                <a:cubicBezTo>
                  <a:pt x="4253" y="2232"/>
                  <a:pt x="4253" y="2231"/>
                  <a:pt x="4253" y="2231"/>
                </a:cubicBezTo>
                <a:cubicBezTo>
                  <a:pt x="4253" y="2227"/>
                  <a:pt x="4253" y="2223"/>
                  <a:pt x="4255" y="2220"/>
                </a:cubicBezTo>
                <a:cubicBezTo>
                  <a:pt x="4256" y="2219"/>
                  <a:pt x="4256" y="2218"/>
                  <a:pt x="4257" y="2217"/>
                </a:cubicBezTo>
                <a:cubicBezTo>
                  <a:pt x="4257" y="2216"/>
                  <a:pt x="4258" y="2215"/>
                  <a:pt x="4259" y="2214"/>
                </a:cubicBezTo>
                <a:cubicBezTo>
                  <a:pt x="4260" y="2200"/>
                  <a:pt x="4268" y="2191"/>
                  <a:pt x="4264" y="2177"/>
                </a:cubicBezTo>
                <a:cubicBezTo>
                  <a:pt x="4274" y="2183"/>
                  <a:pt x="4284" y="2190"/>
                  <a:pt x="4292" y="2197"/>
                </a:cubicBezTo>
                <a:cubicBezTo>
                  <a:pt x="4291" y="2197"/>
                  <a:pt x="4290" y="2197"/>
                  <a:pt x="4289" y="2198"/>
                </a:cubicBezTo>
                <a:cubicBezTo>
                  <a:pt x="4287" y="2198"/>
                  <a:pt x="4286" y="2200"/>
                  <a:pt x="4286" y="2202"/>
                </a:cubicBezTo>
                <a:cubicBezTo>
                  <a:pt x="4285" y="2203"/>
                  <a:pt x="4284" y="2205"/>
                  <a:pt x="4284" y="2206"/>
                </a:cubicBezTo>
                <a:cubicBezTo>
                  <a:pt x="4284" y="2219"/>
                  <a:pt x="4283" y="2232"/>
                  <a:pt x="4283" y="2244"/>
                </a:cubicBezTo>
                <a:cubicBezTo>
                  <a:pt x="4283" y="2257"/>
                  <a:pt x="4284" y="2270"/>
                  <a:pt x="4284" y="2283"/>
                </a:cubicBezTo>
                <a:cubicBezTo>
                  <a:pt x="4284" y="2287"/>
                  <a:pt x="4291" y="2287"/>
                  <a:pt x="4291" y="2283"/>
                </a:cubicBezTo>
                <a:cubicBezTo>
                  <a:pt x="4292" y="2270"/>
                  <a:pt x="4295" y="2258"/>
                  <a:pt x="4298" y="2246"/>
                </a:cubicBezTo>
                <a:cubicBezTo>
                  <a:pt x="4300" y="2234"/>
                  <a:pt x="4301" y="2222"/>
                  <a:pt x="4304" y="2210"/>
                </a:cubicBezTo>
                <a:cubicBezTo>
                  <a:pt x="4304" y="2209"/>
                  <a:pt x="4304" y="2209"/>
                  <a:pt x="4304" y="2208"/>
                </a:cubicBezTo>
                <a:lnTo>
                  <a:pt x="4304" y="2207"/>
                </a:lnTo>
                <a:lnTo>
                  <a:pt x="4324" y="2222"/>
                </a:lnTo>
                <a:cubicBezTo>
                  <a:pt x="4304" y="2239"/>
                  <a:pt x="4317" y="2282"/>
                  <a:pt x="4315" y="2305"/>
                </a:cubicBezTo>
                <a:cubicBezTo>
                  <a:pt x="4315" y="2323"/>
                  <a:pt x="4322" y="2364"/>
                  <a:pt x="4312" y="2378"/>
                </a:cubicBezTo>
                <a:cubicBezTo>
                  <a:pt x="4309" y="2382"/>
                  <a:pt x="4316" y="2386"/>
                  <a:pt x="4319" y="2382"/>
                </a:cubicBezTo>
                <a:cubicBezTo>
                  <a:pt x="4333" y="2363"/>
                  <a:pt x="4321" y="2330"/>
                  <a:pt x="4327" y="2308"/>
                </a:cubicBezTo>
                <a:cubicBezTo>
                  <a:pt x="4333" y="2286"/>
                  <a:pt x="4334" y="2265"/>
                  <a:pt x="4339" y="2244"/>
                </a:cubicBezTo>
                <a:cubicBezTo>
                  <a:pt x="4340" y="2241"/>
                  <a:pt x="4341" y="2238"/>
                  <a:pt x="4341" y="2235"/>
                </a:cubicBezTo>
                <a:cubicBezTo>
                  <a:pt x="4345" y="2238"/>
                  <a:pt x="4350" y="2241"/>
                  <a:pt x="4354" y="2245"/>
                </a:cubicBezTo>
                <a:lnTo>
                  <a:pt x="4353" y="2245"/>
                </a:lnTo>
                <a:cubicBezTo>
                  <a:pt x="4352" y="2246"/>
                  <a:pt x="4350" y="2247"/>
                  <a:pt x="4349" y="2249"/>
                </a:cubicBezTo>
                <a:cubicBezTo>
                  <a:pt x="4348" y="2250"/>
                  <a:pt x="4348" y="2253"/>
                  <a:pt x="4348" y="2255"/>
                </a:cubicBezTo>
                <a:cubicBezTo>
                  <a:pt x="4350" y="2295"/>
                  <a:pt x="4354" y="2334"/>
                  <a:pt x="4356" y="2373"/>
                </a:cubicBezTo>
                <a:cubicBezTo>
                  <a:pt x="4356" y="2378"/>
                  <a:pt x="4364" y="2378"/>
                  <a:pt x="4364" y="2373"/>
                </a:cubicBezTo>
                <a:cubicBezTo>
                  <a:pt x="4366" y="2335"/>
                  <a:pt x="4370" y="2297"/>
                  <a:pt x="4372" y="2259"/>
                </a:cubicBezTo>
                <a:lnTo>
                  <a:pt x="4402" y="2285"/>
                </a:lnTo>
                <a:cubicBezTo>
                  <a:pt x="4404" y="2288"/>
                  <a:pt x="4406" y="2290"/>
                  <a:pt x="4409" y="2292"/>
                </a:cubicBezTo>
                <a:cubicBezTo>
                  <a:pt x="4408" y="2292"/>
                  <a:pt x="4408" y="2293"/>
                  <a:pt x="4407" y="2294"/>
                </a:cubicBezTo>
                <a:cubicBezTo>
                  <a:pt x="4400" y="2314"/>
                  <a:pt x="4407" y="2333"/>
                  <a:pt x="4404" y="2353"/>
                </a:cubicBezTo>
                <a:cubicBezTo>
                  <a:pt x="4401" y="2372"/>
                  <a:pt x="4396" y="2393"/>
                  <a:pt x="4395" y="2414"/>
                </a:cubicBezTo>
                <a:cubicBezTo>
                  <a:pt x="4395" y="2418"/>
                  <a:pt x="4401" y="2418"/>
                  <a:pt x="4402" y="2414"/>
                </a:cubicBezTo>
                <a:cubicBezTo>
                  <a:pt x="4403" y="2403"/>
                  <a:pt x="4405" y="2393"/>
                  <a:pt x="4408" y="2382"/>
                </a:cubicBezTo>
                <a:cubicBezTo>
                  <a:pt x="4411" y="2373"/>
                  <a:pt x="4409" y="2363"/>
                  <a:pt x="4412" y="2354"/>
                </a:cubicBezTo>
                <a:cubicBezTo>
                  <a:pt x="4416" y="2340"/>
                  <a:pt x="4414" y="2325"/>
                  <a:pt x="4419" y="2311"/>
                </a:cubicBezTo>
                <a:cubicBezTo>
                  <a:pt x="4420" y="2309"/>
                  <a:pt x="4420" y="2306"/>
                  <a:pt x="4420" y="2304"/>
                </a:cubicBezTo>
                <a:lnTo>
                  <a:pt x="4420" y="2303"/>
                </a:lnTo>
                <a:cubicBezTo>
                  <a:pt x="4426" y="2310"/>
                  <a:pt x="4431" y="2317"/>
                  <a:pt x="4437" y="2324"/>
                </a:cubicBezTo>
                <a:cubicBezTo>
                  <a:pt x="4434" y="2330"/>
                  <a:pt x="4432" y="2336"/>
                  <a:pt x="4432" y="2342"/>
                </a:cubicBezTo>
                <a:cubicBezTo>
                  <a:pt x="4432" y="2344"/>
                  <a:pt x="4432" y="2346"/>
                  <a:pt x="4433" y="2348"/>
                </a:cubicBezTo>
                <a:cubicBezTo>
                  <a:pt x="4437" y="2387"/>
                  <a:pt x="4440" y="2427"/>
                  <a:pt x="4440" y="2467"/>
                </a:cubicBezTo>
                <a:cubicBezTo>
                  <a:pt x="4440" y="2472"/>
                  <a:pt x="4440" y="2477"/>
                  <a:pt x="4440" y="2483"/>
                </a:cubicBezTo>
                <a:cubicBezTo>
                  <a:pt x="4440" y="2488"/>
                  <a:pt x="4447" y="2487"/>
                  <a:pt x="4447" y="2483"/>
                </a:cubicBezTo>
                <a:cubicBezTo>
                  <a:pt x="4447" y="2455"/>
                  <a:pt x="4450" y="2427"/>
                  <a:pt x="4451" y="2400"/>
                </a:cubicBezTo>
                <a:cubicBezTo>
                  <a:pt x="4451" y="2395"/>
                  <a:pt x="4451" y="2390"/>
                  <a:pt x="4451" y="2386"/>
                </a:cubicBezTo>
                <a:cubicBezTo>
                  <a:pt x="4451" y="2373"/>
                  <a:pt x="4452" y="2360"/>
                  <a:pt x="4455" y="2347"/>
                </a:cubicBezTo>
                <a:cubicBezTo>
                  <a:pt x="4461" y="2353"/>
                  <a:pt x="4467" y="2359"/>
                  <a:pt x="4475" y="2364"/>
                </a:cubicBezTo>
                <a:cubicBezTo>
                  <a:pt x="4477" y="2365"/>
                  <a:pt x="4478" y="2367"/>
                  <a:pt x="4480" y="2369"/>
                </a:cubicBezTo>
                <a:cubicBezTo>
                  <a:pt x="4458" y="2394"/>
                  <a:pt x="4469" y="2445"/>
                  <a:pt x="4473" y="2475"/>
                </a:cubicBezTo>
                <a:cubicBezTo>
                  <a:pt x="4476" y="2501"/>
                  <a:pt x="4478" y="2527"/>
                  <a:pt x="4478" y="2552"/>
                </a:cubicBezTo>
                <a:cubicBezTo>
                  <a:pt x="4478" y="2572"/>
                  <a:pt x="4477" y="2591"/>
                  <a:pt x="4475" y="2611"/>
                </a:cubicBezTo>
                <a:cubicBezTo>
                  <a:pt x="4475" y="2615"/>
                  <a:pt x="4482" y="2617"/>
                  <a:pt x="4482" y="2612"/>
                </a:cubicBezTo>
                <a:cubicBezTo>
                  <a:pt x="4487" y="2570"/>
                  <a:pt x="4491" y="2528"/>
                  <a:pt x="4497" y="2487"/>
                </a:cubicBezTo>
                <a:cubicBezTo>
                  <a:pt x="4503" y="2459"/>
                  <a:pt x="4507" y="2431"/>
                  <a:pt x="4509" y="2403"/>
                </a:cubicBezTo>
                <a:cubicBezTo>
                  <a:pt x="4525" y="2432"/>
                  <a:pt x="4534" y="2465"/>
                  <a:pt x="4534" y="2498"/>
                </a:cubicBezTo>
                <a:cubicBezTo>
                  <a:pt x="4534" y="2532"/>
                  <a:pt x="4534" y="2514"/>
                  <a:pt x="4535" y="2534"/>
                </a:cubicBezTo>
                <a:cubicBezTo>
                  <a:pt x="4527" y="2557"/>
                  <a:pt x="4520" y="2580"/>
                  <a:pt x="4516" y="2604"/>
                </a:cubicBezTo>
                <a:cubicBezTo>
                  <a:pt x="4511" y="2631"/>
                  <a:pt x="4505" y="2658"/>
                  <a:pt x="4498" y="2684"/>
                </a:cubicBezTo>
                <a:cubicBezTo>
                  <a:pt x="4496" y="2692"/>
                  <a:pt x="4492" y="2698"/>
                  <a:pt x="4489" y="2705"/>
                </a:cubicBezTo>
                <a:cubicBezTo>
                  <a:pt x="4487" y="2708"/>
                  <a:pt x="4485" y="2711"/>
                  <a:pt x="4482" y="2714"/>
                </a:cubicBezTo>
                <a:cubicBezTo>
                  <a:pt x="4473" y="2727"/>
                  <a:pt x="4463" y="2740"/>
                  <a:pt x="4452" y="2752"/>
                </a:cubicBezTo>
                <a:cubicBezTo>
                  <a:pt x="4451" y="2748"/>
                  <a:pt x="4451" y="2744"/>
                  <a:pt x="4451" y="2740"/>
                </a:cubicBezTo>
                <a:cubicBezTo>
                  <a:pt x="4451" y="2736"/>
                  <a:pt x="4451" y="2732"/>
                  <a:pt x="4452" y="2728"/>
                </a:cubicBezTo>
                <a:cubicBezTo>
                  <a:pt x="4453" y="2719"/>
                  <a:pt x="4453" y="2710"/>
                  <a:pt x="4453" y="2701"/>
                </a:cubicBezTo>
                <a:cubicBezTo>
                  <a:pt x="4453" y="2679"/>
                  <a:pt x="4450" y="2658"/>
                  <a:pt x="4445" y="2637"/>
                </a:cubicBezTo>
                <a:cubicBezTo>
                  <a:pt x="4444" y="2633"/>
                  <a:pt x="4438" y="2635"/>
                  <a:pt x="4438" y="2637"/>
                </a:cubicBezTo>
                <a:cubicBezTo>
                  <a:pt x="4425" y="2685"/>
                  <a:pt x="4419" y="2735"/>
                  <a:pt x="4418" y="2784"/>
                </a:cubicBezTo>
                <a:cubicBezTo>
                  <a:pt x="4418" y="2785"/>
                  <a:pt x="4418" y="2786"/>
                  <a:pt x="4418" y="2786"/>
                </a:cubicBezTo>
                <a:cubicBezTo>
                  <a:pt x="4418" y="2787"/>
                  <a:pt x="4418" y="2787"/>
                  <a:pt x="4418" y="2788"/>
                </a:cubicBezTo>
                <a:lnTo>
                  <a:pt x="4410" y="2797"/>
                </a:lnTo>
                <a:cubicBezTo>
                  <a:pt x="4412" y="2766"/>
                  <a:pt x="4413" y="2735"/>
                  <a:pt x="4413" y="2704"/>
                </a:cubicBezTo>
                <a:cubicBezTo>
                  <a:pt x="4413" y="2652"/>
                  <a:pt x="4410" y="2599"/>
                  <a:pt x="4403" y="2547"/>
                </a:cubicBezTo>
                <a:cubicBezTo>
                  <a:pt x="4403" y="2543"/>
                  <a:pt x="4396" y="2543"/>
                  <a:pt x="4396" y="2547"/>
                </a:cubicBezTo>
                <a:cubicBezTo>
                  <a:pt x="4391" y="2605"/>
                  <a:pt x="4392" y="2665"/>
                  <a:pt x="4385" y="2722"/>
                </a:cubicBezTo>
                <a:cubicBezTo>
                  <a:pt x="4381" y="2756"/>
                  <a:pt x="4372" y="2794"/>
                  <a:pt x="4380" y="2828"/>
                </a:cubicBezTo>
                <a:lnTo>
                  <a:pt x="4363" y="2846"/>
                </a:lnTo>
                <a:lnTo>
                  <a:pt x="4351" y="2857"/>
                </a:lnTo>
                <a:cubicBezTo>
                  <a:pt x="4356" y="2811"/>
                  <a:pt x="4359" y="2765"/>
                  <a:pt x="4359" y="2718"/>
                </a:cubicBezTo>
                <a:cubicBezTo>
                  <a:pt x="4359" y="2708"/>
                  <a:pt x="4359" y="2698"/>
                  <a:pt x="4359" y="2688"/>
                </a:cubicBezTo>
                <a:cubicBezTo>
                  <a:pt x="4359" y="2619"/>
                  <a:pt x="4360" y="2544"/>
                  <a:pt x="4366" y="2475"/>
                </a:cubicBezTo>
                <a:cubicBezTo>
                  <a:pt x="4366" y="2470"/>
                  <a:pt x="4358" y="2469"/>
                  <a:pt x="4357" y="2475"/>
                </a:cubicBezTo>
                <a:cubicBezTo>
                  <a:pt x="4342" y="2612"/>
                  <a:pt x="4318" y="2747"/>
                  <a:pt x="4314" y="2885"/>
                </a:cubicBezTo>
                <a:lnTo>
                  <a:pt x="4314" y="2886"/>
                </a:lnTo>
                <a:cubicBezTo>
                  <a:pt x="4314" y="2888"/>
                  <a:pt x="4314" y="2890"/>
                  <a:pt x="4315" y="2892"/>
                </a:cubicBezTo>
                <a:lnTo>
                  <a:pt x="4302" y="2895"/>
                </a:lnTo>
                <a:cubicBezTo>
                  <a:pt x="4303" y="2894"/>
                  <a:pt x="4303" y="2893"/>
                  <a:pt x="4304" y="2892"/>
                </a:cubicBezTo>
                <a:cubicBezTo>
                  <a:pt x="4306" y="2890"/>
                  <a:pt x="4306" y="2887"/>
                  <a:pt x="4307" y="2884"/>
                </a:cubicBezTo>
                <a:cubicBezTo>
                  <a:pt x="4310" y="2730"/>
                  <a:pt x="4308" y="2577"/>
                  <a:pt x="4307" y="2424"/>
                </a:cubicBezTo>
                <a:cubicBezTo>
                  <a:pt x="4307" y="2418"/>
                  <a:pt x="4298" y="2417"/>
                  <a:pt x="4298" y="2424"/>
                </a:cubicBezTo>
                <a:cubicBezTo>
                  <a:pt x="4297" y="2506"/>
                  <a:pt x="4282" y="2585"/>
                  <a:pt x="4275" y="2667"/>
                </a:cubicBezTo>
                <a:cubicBezTo>
                  <a:pt x="4275" y="2673"/>
                  <a:pt x="4275" y="2679"/>
                  <a:pt x="4273" y="2685"/>
                </a:cubicBezTo>
                <a:cubicBezTo>
                  <a:pt x="4272" y="2682"/>
                  <a:pt x="4271" y="2678"/>
                  <a:pt x="4269" y="2674"/>
                </a:cubicBezTo>
                <a:cubicBezTo>
                  <a:pt x="4270" y="2673"/>
                  <a:pt x="4270" y="2672"/>
                  <a:pt x="4271" y="2670"/>
                </a:cubicBezTo>
                <a:cubicBezTo>
                  <a:pt x="4280" y="2579"/>
                  <a:pt x="4267" y="2482"/>
                  <a:pt x="4265" y="2390"/>
                </a:cubicBezTo>
                <a:cubicBezTo>
                  <a:pt x="4265" y="2384"/>
                  <a:pt x="4256" y="2383"/>
                  <a:pt x="4256" y="2390"/>
                </a:cubicBezTo>
                <a:cubicBezTo>
                  <a:pt x="4256" y="2431"/>
                  <a:pt x="4254" y="2473"/>
                  <a:pt x="4252" y="2514"/>
                </a:cubicBezTo>
                <a:cubicBezTo>
                  <a:pt x="4250" y="2553"/>
                  <a:pt x="4244" y="2589"/>
                  <a:pt x="4243" y="2627"/>
                </a:cubicBezTo>
                <a:cubicBezTo>
                  <a:pt x="4234" y="2614"/>
                  <a:pt x="4224" y="2602"/>
                  <a:pt x="4213" y="2590"/>
                </a:cubicBezTo>
                <a:cubicBezTo>
                  <a:pt x="4214" y="2590"/>
                  <a:pt x="4214" y="2589"/>
                  <a:pt x="4215" y="2588"/>
                </a:cubicBezTo>
                <a:cubicBezTo>
                  <a:pt x="4215" y="2588"/>
                  <a:pt x="4215" y="2587"/>
                  <a:pt x="4215" y="2586"/>
                </a:cubicBezTo>
                <a:lnTo>
                  <a:pt x="4215" y="2585"/>
                </a:lnTo>
                <a:cubicBezTo>
                  <a:pt x="4215" y="2501"/>
                  <a:pt x="4211" y="2417"/>
                  <a:pt x="4209" y="2334"/>
                </a:cubicBezTo>
                <a:cubicBezTo>
                  <a:pt x="4209" y="2330"/>
                  <a:pt x="4202" y="2329"/>
                  <a:pt x="4202" y="2334"/>
                </a:cubicBezTo>
                <a:cubicBezTo>
                  <a:pt x="4199" y="2375"/>
                  <a:pt x="4198" y="2415"/>
                  <a:pt x="4198" y="2456"/>
                </a:cubicBezTo>
                <a:cubicBezTo>
                  <a:pt x="4198" y="2496"/>
                  <a:pt x="4199" y="2537"/>
                  <a:pt x="4202" y="2578"/>
                </a:cubicBezTo>
                <a:cubicBezTo>
                  <a:pt x="4189" y="2565"/>
                  <a:pt x="4176" y="2553"/>
                  <a:pt x="4162" y="2541"/>
                </a:cubicBezTo>
                <a:lnTo>
                  <a:pt x="4162" y="2539"/>
                </a:lnTo>
                <a:cubicBezTo>
                  <a:pt x="4165" y="2539"/>
                  <a:pt x="4168" y="2540"/>
                  <a:pt x="4167" y="2534"/>
                </a:cubicBezTo>
                <a:cubicBezTo>
                  <a:pt x="4166" y="2523"/>
                  <a:pt x="4166" y="2512"/>
                  <a:pt x="4166" y="2501"/>
                </a:cubicBezTo>
                <a:cubicBezTo>
                  <a:pt x="4166" y="2490"/>
                  <a:pt x="4166" y="2479"/>
                  <a:pt x="4167" y="2468"/>
                </a:cubicBezTo>
                <a:cubicBezTo>
                  <a:pt x="4167" y="2419"/>
                  <a:pt x="4167" y="2370"/>
                  <a:pt x="4165" y="2321"/>
                </a:cubicBezTo>
                <a:cubicBezTo>
                  <a:pt x="4165" y="2315"/>
                  <a:pt x="4156" y="2315"/>
                  <a:pt x="4156" y="2321"/>
                </a:cubicBezTo>
                <a:cubicBezTo>
                  <a:pt x="4155" y="2370"/>
                  <a:pt x="4147" y="2419"/>
                  <a:pt x="4147" y="2469"/>
                </a:cubicBezTo>
                <a:cubicBezTo>
                  <a:pt x="4145" y="2479"/>
                  <a:pt x="4145" y="2488"/>
                  <a:pt x="4145" y="2498"/>
                </a:cubicBezTo>
                <a:cubicBezTo>
                  <a:pt x="4145" y="2507"/>
                  <a:pt x="4145" y="2518"/>
                  <a:pt x="4147" y="2528"/>
                </a:cubicBezTo>
                <a:lnTo>
                  <a:pt x="4127" y="2512"/>
                </a:lnTo>
                <a:cubicBezTo>
                  <a:pt x="4116" y="2470"/>
                  <a:pt x="4126" y="2416"/>
                  <a:pt x="4123" y="2372"/>
                </a:cubicBezTo>
                <a:cubicBezTo>
                  <a:pt x="4121" y="2336"/>
                  <a:pt x="4128" y="2299"/>
                  <a:pt x="4126" y="2262"/>
                </a:cubicBezTo>
                <a:cubicBezTo>
                  <a:pt x="4126" y="2256"/>
                  <a:pt x="4116" y="2255"/>
                  <a:pt x="4117" y="2262"/>
                </a:cubicBezTo>
                <a:cubicBezTo>
                  <a:pt x="4118" y="2299"/>
                  <a:pt x="4107" y="2337"/>
                  <a:pt x="4105" y="2374"/>
                </a:cubicBezTo>
                <a:cubicBezTo>
                  <a:pt x="4104" y="2404"/>
                  <a:pt x="4104" y="2436"/>
                  <a:pt x="4104" y="2466"/>
                </a:cubicBezTo>
                <a:cubicBezTo>
                  <a:pt x="4104" y="2476"/>
                  <a:pt x="4102" y="2486"/>
                  <a:pt x="4102" y="2495"/>
                </a:cubicBezTo>
                <a:cubicBezTo>
                  <a:pt x="4092" y="2488"/>
                  <a:pt x="4082" y="2481"/>
                  <a:pt x="4071" y="2475"/>
                </a:cubicBezTo>
                <a:cubicBezTo>
                  <a:pt x="4069" y="2458"/>
                  <a:pt x="4067" y="2440"/>
                  <a:pt x="4067" y="2423"/>
                </a:cubicBezTo>
                <a:cubicBezTo>
                  <a:pt x="4067" y="2421"/>
                  <a:pt x="4067" y="2419"/>
                  <a:pt x="4067" y="2417"/>
                </a:cubicBezTo>
                <a:cubicBezTo>
                  <a:pt x="4067" y="2386"/>
                  <a:pt x="4061" y="2355"/>
                  <a:pt x="4059" y="2324"/>
                </a:cubicBezTo>
                <a:cubicBezTo>
                  <a:pt x="4059" y="2320"/>
                  <a:pt x="4052" y="2319"/>
                  <a:pt x="4052" y="2324"/>
                </a:cubicBezTo>
                <a:cubicBezTo>
                  <a:pt x="4050" y="2359"/>
                  <a:pt x="4044" y="2393"/>
                  <a:pt x="4043" y="2429"/>
                </a:cubicBezTo>
                <a:cubicBezTo>
                  <a:pt x="4043" y="2439"/>
                  <a:pt x="4042" y="2450"/>
                  <a:pt x="4043" y="2460"/>
                </a:cubicBezTo>
                <a:cubicBezTo>
                  <a:pt x="4033" y="2455"/>
                  <a:pt x="4023" y="2450"/>
                  <a:pt x="4012" y="2446"/>
                </a:cubicBezTo>
                <a:cubicBezTo>
                  <a:pt x="4017" y="2419"/>
                  <a:pt x="4012" y="2383"/>
                  <a:pt x="4016" y="2359"/>
                </a:cubicBezTo>
                <a:cubicBezTo>
                  <a:pt x="4023" y="2326"/>
                  <a:pt x="4026" y="2291"/>
                  <a:pt x="4026" y="2257"/>
                </a:cubicBezTo>
                <a:cubicBezTo>
                  <a:pt x="4026" y="2241"/>
                  <a:pt x="4025" y="2225"/>
                  <a:pt x="4024" y="2210"/>
                </a:cubicBezTo>
                <a:cubicBezTo>
                  <a:pt x="4024" y="2204"/>
                  <a:pt x="4014" y="2203"/>
                  <a:pt x="4013" y="2210"/>
                </a:cubicBezTo>
                <a:cubicBezTo>
                  <a:pt x="4008" y="2282"/>
                  <a:pt x="3985" y="2353"/>
                  <a:pt x="3985" y="2426"/>
                </a:cubicBezTo>
                <a:cubicBezTo>
                  <a:pt x="3985" y="2428"/>
                  <a:pt x="3985" y="2430"/>
                  <a:pt x="3985" y="2432"/>
                </a:cubicBezTo>
                <a:cubicBezTo>
                  <a:pt x="3985" y="2433"/>
                  <a:pt x="3985" y="2435"/>
                  <a:pt x="3985" y="2437"/>
                </a:cubicBezTo>
                <a:lnTo>
                  <a:pt x="3968" y="2432"/>
                </a:lnTo>
                <a:cubicBezTo>
                  <a:pt x="3969" y="2411"/>
                  <a:pt x="3970" y="2389"/>
                  <a:pt x="3970" y="2368"/>
                </a:cubicBezTo>
                <a:cubicBezTo>
                  <a:pt x="3970" y="2356"/>
                  <a:pt x="3970" y="2343"/>
                  <a:pt x="3969" y="2331"/>
                </a:cubicBezTo>
                <a:cubicBezTo>
                  <a:pt x="3969" y="2298"/>
                  <a:pt x="3973" y="2265"/>
                  <a:pt x="3972" y="2233"/>
                </a:cubicBezTo>
                <a:cubicBezTo>
                  <a:pt x="3972" y="2227"/>
                  <a:pt x="3963" y="2226"/>
                  <a:pt x="3963" y="2233"/>
                </a:cubicBezTo>
                <a:cubicBezTo>
                  <a:pt x="3962" y="2297"/>
                  <a:pt x="3940" y="2364"/>
                  <a:pt x="3946" y="2429"/>
                </a:cubicBezTo>
                <a:cubicBezTo>
                  <a:pt x="3939" y="2428"/>
                  <a:pt x="3931" y="2426"/>
                  <a:pt x="3924" y="2425"/>
                </a:cubicBezTo>
                <a:cubicBezTo>
                  <a:pt x="3924" y="2421"/>
                  <a:pt x="3924" y="2415"/>
                  <a:pt x="3924" y="2405"/>
                </a:cubicBezTo>
                <a:cubicBezTo>
                  <a:pt x="3924" y="2405"/>
                  <a:pt x="3924" y="2404"/>
                  <a:pt x="3924" y="2403"/>
                </a:cubicBezTo>
                <a:cubicBezTo>
                  <a:pt x="3924" y="2379"/>
                  <a:pt x="3925" y="2355"/>
                  <a:pt x="3927" y="2331"/>
                </a:cubicBezTo>
                <a:cubicBezTo>
                  <a:pt x="3928" y="2313"/>
                  <a:pt x="3929" y="2295"/>
                  <a:pt x="3929" y="2277"/>
                </a:cubicBezTo>
                <a:cubicBezTo>
                  <a:pt x="3929" y="2239"/>
                  <a:pt x="3927" y="2202"/>
                  <a:pt x="3923" y="2165"/>
                </a:cubicBezTo>
                <a:cubicBezTo>
                  <a:pt x="3923" y="2160"/>
                  <a:pt x="3915" y="2160"/>
                  <a:pt x="3915" y="2165"/>
                </a:cubicBezTo>
                <a:cubicBezTo>
                  <a:pt x="3912" y="2220"/>
                  <a:pt x="3911" y="2275"/>
                  <a:pt x="3911" y="2331"/>
                </a:cubicBezTo>
                <a:cubicBezTo>
                  <a:pt x="3911" y="2362"/>
                  <a:pt x="3906" y="2393"/>
                  <a:pt x="3908" y="2424"/>
                </a:cubicBezTo>
                <a:cubicBezTo>
                  <a:pt x="3900" y="2424"/>
                  <a:pt x="3892" y="2423"/>
                  <a:pt x="3884" y="2423"/>
                </a:cubicBezTo>
                <a:cubicBezTo>
                  <a:pt x="3876" y="2423"/>
                  <a:pt x="3867" y="2424"/>
                  <a:pt x="3859" y="2424"/>
                </a:cubicBezTo>
                <a:lnTo>
                  <a:pt x="3859" y="2423"/>
                </a:lnTo>
                <a:cubicBezTo>
                  <a:pt x="3861" y="2413"/>
                  <a:pt x="3861" y="2403"/>
                  <a:pt x="3861" y="2393"/>
                </a:cubicBezTo>
                <a:cubicBezTo>
                  <a:pt x="3861" y="2382"/>
                  <a:pt x="3861" y="2372"/>
                  <a:pt x="3859" y="2362"/>
                </a:cubicBezTo>
                <a:cubicBezTo>
                  <a:pt x="3859" y="2330"/>
                  <a:pt x="3854" y="2299"/>
                  <a:pt x="3853" y="2266"/>
                </a:cubicBezTo>
                <a:cubicBezTo>
                  <a:pt x="3853" y="2266"/>
                  <a:pt x="3852" y="2265"/>
                  <a:pt x="3852" y="2264"/>
                </a:cubicBezTo>
                <a:cubicBezTo>
                  <a:pt x="3851" y="2263"/>
                  <a:pt x="3851" y="2263"/>
                  <a:pt x="3851" y="2262"/>
                </a:cubicBezTo>
                <a:cubicBezTo>
                  <a:pt x="3850" y="2261"/>
                  <a:pt x="3849" y="2262"/>
                  <a:pt x="3848" y="2262"/>
                </a:cubicBezTo>
                <a:cubicBezTo>
                  <a:pt x="3847" y="2262"/>
                  <a:pt x="3847" y="2261"/>
                  <a:pt x="3846" y="2262"/>
                </a:cubicBezTo>
                <a:cubicBezTo>
                  <a:pt x="3845" y="2262"/>
                  <a:pt x="3844" y="2263"/>
                  <a:pt x="3844" y="2264"/>
                </a:cubicBezTo>
                <a:cubicBezTo>
                  <a:pt x="3843" y="2265"/>
                  <a:pt x="3843" y="2266"/>
                  <a:pt x="3843" y="2266"/>
                </a:cubicBezTo>
                <a:cubicBezTo>
                  <a:pt x="3843" y="2303"/>
                  <a:pt x="3838" y="2339"/>
                  <a:pt x="3837" y="2376"/>
                </a:cubicBezTo>
                <a:cubicBezTo>
                  <a:pt x="3837" y="2395"/>
                  <a:pt x="3830" y="2413"/>
                  <a:pt x="3845" y="2425"/>
                </a:cubicBezTo>
                <a:cubicBezTo>
                  <a:pt x="3829" y="2427"/>
                  <a:pt x="3812" y="2430"/>
                  <a:pt x="3796" y="2433"/>
                </a:cubicBezTo>
                <a:cubicBezTo>
                  <a:pt x="3790" y="2417"/>
                  <a:pt x="3796" y="2357"/>
                  <a:pt x="3796" y="2341"/>
                </a:cubicBezTo>
                <a:cubicBezTo>
                  <a:pt x="3796" y="2272"/>
                  <a:pt x="3789" y="2206"/>
                  <a:pt x="3785" y="2138"/>
                </a:cubicBezTo>
                <a:cubicBezTo>
                  <a:pt x="3785" y="2136"/>
                  <a:pt x="3780" y="2136"/>
                  <a:pt x="3780" y="2138"/>
                </a:cubicBezTo>
                <a:cubicBezTo>
                  <a:pt x="3776" y="2185"/>
                  <a:pt x="3774" y="2232"/>
                  <a:pt x="3774" y="2279"/>
                </a:cubicBezTo>
                <a:cubicBezTo>
                  <a:pt x="3774" y="2300"/>
                  <a:pt x="3774" y="2321"/>
                  <a:pt x="3775" y="2342"/>
                </a:cubicBezTo>
                <a:cubicBezTo>
                  <a:pt x="3775" y="2363"/>
                  <a:pt x="3765" y="2411"/>
                  <a:pt x="3775" y="2439"/>
                </a:cubicBezTo>
                <a:cubicBezTo>
                  <a:pt x="3766" y="2441"/>
                  <a:pt x="3756" y="2444"/>
                  <a:pt x="3747" y="2448"/>
                </a:cubicBezTo>
                <a:cubicBezTo>
                  <a:pt x="3748" y="2428"/>
                  <a:pt x="3745" y="2406"/>
                  <a:pt x="3745" y="2388"/>
                </a:cubicBezTo>
                <a:cubicBezTo>
                  <a:pt x="3745" y="2338"/>
                  <a:pt x="3748" y="2289"/>
                  <a:pt x="3746" y="2239"/>
                </a:cubicBezTo>
                <a:cubicBezTo>
                  <a:pt x="3746" y="2234"/>
                  <a:pt x="3737" y="2233"/>
                  <a:pt x="3737" y="2239"/>
                </a:cubicBezTo>
                <a:cubicBezTo>
                  <a:pt x="3737" y="2277"/>
                  <a:pt x="3727" y="2314"/>
                  <a:pt x="3725" y="2353"/>
                </a:cubicBezTo>
                <a:cubicBezTo>
                  <a:pt x="3724" y="2376"/>
                  <a:pt x="3725" y="2400"/>
                  <a:pt x="3724" y="2424"/>
                </a:cubicBezTo>
                <a:cubicBezTo>
                  <a:pt x="3724" y="2431"/>
                  <a:pt x="3727" y="2445"/>
                  <a:pt x="3728" y="2456"/>
                </a:cubicBezTo>
                <a:cubicBezTo>
                  <a:pt x="3719" y="2459"/>
                  <a:pt x="3710" y="2463"/>
                  <a:pt x="3701" y="2467"/>
                </a:cubicBezTo>
                <a:cubicBezTo>
                  <a:pt x="3707" y="2346"/>
                  <a:pt x="3706" y="2225"/>
                  <a:pt x="3705" y="2104"/>
                </a:cubicBezTo>
                <a:cubicBezTo>
                  <a:pt x="3705" y="2104"/>
                  <a:pt x="3704" y="2103"/>
                  <a:pt x="3704" y="2102"/>
                </a:cubicBezTo>
                <a:cubicBezTo>
                  <a:pt x="3703" y="2101"/>
                  <a:pt x="3703" y="2101"/>
                  <a:pt x="3703" y="2100"/>
                </a:cubicBezTo>
                <a:cubicBezTo>
                  <a:pt x="3702" y="2099"/>
                  <a:pt x="3701" y="2100"/>
                  <a:pt x="3700" y="2100"/>
                </a:cubicBezTo>
                <a:cubicBezTo>
                  <a:pt x="3699" y="2100"/>
                  <a:pt x="3699" y="2099"/>
                  <a:pt x="3698" y="2100"/>
                </a:cubicBezTo>
                <a:cubicBezTo>
                  <a:pt x="3697" y="2100"/>
                  <a:pt x="3696" y="2101"/>
                  <a:pt x="3696" y="2102"/>
                </a:cubicBezTo>
                <a:cubicBezTo>
                  <a:pt x="3696" y="2103"/>
                  <a:pt x="3695" y="2104"/>
                  <a:pt x="3695" y="2104"/>
                </a:cubicBezTo>
                <a:cubicBezTo>
                  <a:pt x="3695" y="2160"/>
                  <a:pt x="3681" y="2215"/>
                  <a:pt x="3681" y="2271"/>
                </a:cubicBezTo>
                <a:cubicBezTo>
                  <a:pt x="3681" y="2339"/>
                  <a:pt x="3671" y="2409"/>
                  <a:pt x="3679" y="2475"/>
                </a:cubicBezTo>
                <a:cubicBezTo>
                  <a:pt x="3679" y="2476"/>
                  <a:pt x="3679" y="2476"/>
                  <a:pt x="3679" y="2477"/>
                </a:cubicBezTo>
                <a:lnTo>
                  <a:pt x="3679" y="2478"/>
                </a:lnTo>
                <a:cubicBezTo>
                  <a:pt x="3678" y="2479"/>
                  <a:pt x="3677" y="2479"/>
                  <a:pt x="3676" y="2480"/>
                </a:cubicBezTo>
                <a:cubicBezTo>
                  <a:pt x="3663" y="2488"/>
                  <a:pt x="3650" y="2496"/>
                  <a:pt x="3639" y="2506"/>
                </a:cubicBezTo>
                <a:cubicBezTo>
                  <a:pt x="3636" y="2396"/>
                  <a:pt x="3631" y="2287"/>
                  <a:pt x="3627" y="2178"/>
                </a:cubicBezTo>
                <a:cubicBezTo>
                  <a:pt x="3627" y="2172"/>
                  <a:pt x="3619" y="2171"/>
                  <a:pt x="3619" y="2178"/>
                </a:cubicBezTo>
                <a:cubicBezTo>
                  <a:pt x="3615" y="2290"/>
                  <a:pt x="3610" y="2403"/>
                  <a:pt x="3607" y="2515"/>
                </a:cubicBezTo>
                <a:lnTo>
                  <a:pt x="3607" y="2516"/>
                </a:lnTo>
                <a:cubicBezTo>
                  <a:pt x="3607" y="2518"/>
                  <a:pt x="3608" y="2520"/>
                  <a:pt x="3609" y="2522"/>
                </a:cubicBezTo>
                <a:cubicBezTo>
                  <a:pt x="3610" y="2524"/>
                  <a:pt x="3612" y="2526"/>
                  <a:pt x="3614" y="2527"/>
                </a:cubicBezTo>
                <a:cubicBezTo>
                  <a:pt x="3614" y="2527"/>
                  <a:pt x="3615" y="2528"/>
                  <a:pt x="3616" y="2528"/>
                </a:cubicBezTo>
                <a:cubicBezTo>
                  <a:pt x="3611" y="2534"/>
                  <a:pt x="3606" y="2541"/>
                  <a:pt x="3602" y="2549"/>
                </a:cubicBezTo>
                <a:cubicBezTo>
                  <a:pt x="3601" y="2551"/>
                  <a:pt x="3599" y="2553"/>
                  <a:pt x="3598" y="2555"/>
                </a:cubicBezTo>
                <a:cubicBezTo>
                  <a:pt x="3595" y="2551"/>
                  <a:pt x="3591" y="2547"/>
                  <a:pt x="3587" y="2543"/>
                </a:cubicBezTo>
                <a:cubicBezTo>
                  <a:pt x="3599" y="2480"/>
                  <a:pt x="3587" y="2408"/>
                  <a:pt x="3589" y="2344"/>
                </a:cubicBezTo>
                <a:cubicBezTo>
                  <a:pt x="3591" y="2258"/>
                  <a:pt x="3587" y="2170"/>
                  <a:pt x="3582" y="2084"/>
                </a:cubicBezTo>
                <a:cubicBezTo>
                  <a:pt x="3582" y="2079"/>
                  <a:pt x="3574" y="2079"/>
                  <a:pt x="3574" y="2084"/>
                </a:cubicBezTo>
                <a:cubicBezTo>
                  <a:pt x="3569" y="2172"/>
                  <a:pt x="3572" y="2261"/>
                  <a:pt x="3566" y="2349"/>
                </a:cubicBezTo>
                <a:cubicBezTo>
                  <a:pt x="3561" y="2332"/>
                  <a:pt x="3555" y="2315"/>
                  <a:pt x="3548" y="2299"/>
                </a:cubicBezTo>
                <a:cubicBezTo>
                  <a:pt x="3545" y="2280"/>
                  <a:pt x="3544" y="2261"/>
                  <a:pt x="3544" y="2242"/>
                </a:cubicBezTo>
                <a:cubicBezTo>
                  <a:pt x="3544" y="2238"/>
                  <a:pt x="3544" y="2233"/>
                  <a:pt x="3544" y="2229"/>
                </a:cubicBezTo>
                <a:cubicBezTo>
                  <a:pt x="3542" y="2180"/>
                  <a:pt x="3541" y="2131"/>
                  <a:pt x="3540" y="2080"/>
                </a:cubicBezTo>
                <a:cubicBezTo>
                  <a:pt x="3540" y="2076"/>
                  <a:pt x="3533" y="2077"/>
                  <a:pt x="3533" y="2080"/>
                </a:cubicBezTo>
                <a:cubicBezTo>
                  <a:pt x="3532" y="2130"/>
                  <a:pt x="3530" y="2179"/>
                  <a:pt x="3529" y="2229"/>
                </a:cubicBezTo>
                <a:cubicBezTo>
                  <a:pt x="3529" y="2239"/>
                  <a:pt x="3528" y="2250"/>
                  <a:pt x="3527" y="2261"/>
                </a:cubicBezTo>
                <a:cubicBezTo>
                  <a:pt x="3520" y="2250"/>
                  <a:pt x="3513" y="2239"/>
                  <a:pt x="3505" y="2229"/>
                </a:cubicBezTo>
                <a:cubicBezTo>
                  <a:pt x="3506" y="2229"/>
                  <a:pt x="3507" y="2228"/>
                  <a:pt x="3508" y="2228"/>
                </a:cubicBezTo>
                <a:cubicBezTo>
                  <a:pt x="3509" y="2227"/>
                  <a:pt x="3509" y="2226"/>
                  <a:pt x="3510" y="2225"/>
                </a:cubicBezTo>
                <a:cubicBezTo>
                  <a:pt x="3510" y="2224"/>
                  <a:pt x="3511" y="2223"/>
                  <a:pt x="3511" y="2222"/>
                </a:cubicBezTo>
                <a:cubicBezTo>
                  <a:pt x="3511" y="2221"/>
                  <a:pt x="3511" y="2220"/>
                  <a:pt x="3511" y="2219"/>
                </a:cubicBezTo>
                <a:cubicBezTo>
                  <a:pt x="3508" y="2208"/>
                  <a:pt x="3506" y="2196"/>
                  <a:pt x="3506" y="2184"/>
                </a:cubicBezTo>
                <a:cubicBezTo>
                  <a:pt x="3506" y="2183"/>
                  <a:pt x="3506" y="2181"/>
                  <a:pt x="3506" y="2180"/>
                </a:cubicBezTo>
                <a:cubicBezTo>
                  <a:pt x="3504" y="2158"/>
                  <a:pt x="3503" y="2135"/>
                  <a:pt x="3503" y="2112"/>
                </a:cubicBezTo>
                <a:cubicBezTo>
                  <a:pt x="3503" y="2108"/>
                  <a:pt x="3503" y="2104"/>
                  <a:pt x="3503" y="2100"/>
                </a:cubicBezTo>
                <a:cubicBezTo>
                  <a:pt x="3503" y="2078"/>
                  <a:pt x="3502" y="2056"/>
                  <a:pt x="3499" y="2035"/>
                </a:cubicBezTo>
                <a:cubicBezTo>
                  <a:pt x="3499" y="2029"/>
                  <a:pt x="3490" y="2031"/>
                  <a:pt x="3490" y="2036"/>
                </a:cubicBezTo>
                <a:cubicBezTo>
                  <a:pt x="3489" y="2062"/>
                  <a:pt x="3480" y="2085"/>
                  <a:pt x="3480" y="2112"/>
                </a:cubicBezTo>
                <a:cubicBezTo>
                  <a:pt x="3480" y="2144"/>
                  <a:pt x="3483" y="2176"/>
                  <a:pt x="3487" y="2208"/>
                </a:cubicBezTo>
                <a:cubicBezTo>
                  <a:pt x="3476" y="2196"/>
                  <a:pt x="3463" y="2184"/>
                  <a:pt x="3450" y="2174"/>
                </a:cubicBezTo>
                <a:cubicBezTo>
                  <a:pt x="3437" y="2164"/>
                  <a:pt x="3450" y="2174"/>
                  <a:pt x="3450" y="2173"/>
                </a:cubicBezTo>
                <a:cubicBezTo>
                  <a:pt x="3465" y="2125"/>
                  <a:pt x="3450" y="2064"/>
                  <a:pt x="3450" y="2016"/>
                </a:cubicBezTo>
                <a:cubicBezTo>
                  <a:pt x="3450" y="2010"/>
                  <a:pt x="3441" y="2009"/>
                  <a:pt x="3441" y="2016"/>
                </a:cubicBezTo>
                <a:cubicBezTo>
                  <a:pt x="3441" y="2044"/>
                  <a:pt x="3439" y="2072"/>
                  <a:pt x="3437" y="2100"/>
                </a:cubicBezTo>
                <a:cubicBezTo>
                  <a:pt x="3436" y="2109"/>
                  <a:pt x="3436" y="2118"/>
                  <a:pt x="3436" y="2127"/>
                </a:cubicBezTo>
                <a:cubicBezTo>
                  <a:pt x="3436" y="2141"/>
                  <a:pt x="3437" y="2154"/>
                  <a:pt x="3439" y="2167"/>
                </a:cubicBezTo>
                <a:cubicBezTo>
                  <a:pt x="3430" y="2160"/>
                  <a:pt x="3419" y="2153"/>
                  <a:pt x="3409" y="2147"/>
                </a:cubicBezTo>
                <a:cubicBezTo>
                  <a:pt x="3404" y="2144"/>
                  <a:pt x="3398" y="2141"/>
                  <a:pt x="3392" y="2138"/>
                </a:cubicBezTo>
                <a:cubicBezTo>
                  <a:pt x="3394" y="2127"/>
                  <a:pt x="3394" y="2116"/>
                  <a:pt x="3394" y="2105"/>
                </a:cubicBezTo>
                <a:cubicBezTo>
                  <a:pt x="3394" y="2099"/>
                  <a:pt x="3394" y="2093"/>
                  <a:pt x="3394" y="2086"/>
                </a:cubicBezTo>
                <a:cubicBezTo>
                  <a:pt x="3394" y="2053"/>
                  <a:pt x="3392" y="2021"/>
                  <a:pt x="3390" y="1988"/>
                </a:cubicBezTo>
                <a:cubicBezTo>
                  <a:pt x="3390" y="1987"/>
                  <a:pt x="3390" y="1987"/>
                  <a:pt x="3390" y="1986"/>
                </a:cubicBezTo>
                <a:lnTo>
                  <a:pt x="3389" y="1985"/>
                </a:lnTo>
                <a:cubicBezTo>
                  <a:pt x="3388" y="1985"/>
                  <a:pt x="3388" y="1984"/>
                  <a:pt x="3387" y="1984"/>
                </a:cubicBezTo>
                <a:cubicBezTo>
                  <a:pt x="3386" y="1984"/>
                  <a:pt x="3386" y="1985"/>
                  <a:pt x="3385" y="1985"/>
                </a:cubicBezTo>
                <a:lnTo>
                  <a:pt x="3384" y="1986"/>
                </a:lnTo>
                <a:cubicBezTo>
                  <a:pt x="3384" y="1987"/>
                  <a:pt x="3384" y="1987"/>
                  <a:pt x="3384" y="1988"/>
                </a:cubicBezTo>
                <a:cubicBezTo>
                  <a:pt x="3382" y="2016"/>
                  <a:pt x="3381" y="2045"/>
                  <a:pt x="3381" y="2073"/>
                </a:cubicBezTo>
                <a:cubicBezTo>
                  <a:pt x="3380" y="2083"/>
                  <a:pt x="3380" y="2093"/>
                  <a:pt x="3380" y="2103"/>
                </a:cubicBezTo>
                <a:cubicBezTo>
                  <a:pt x="3380" y="2113"/>
                  <a:pt x="3380" y="2122"/>
                  <a:pt x="3381" y="2132"/>
                </a:cubicBezTo>
                <a:cubicBezTo>
                  <a:pt x="3369" y="2127"/>
                  <a:pt x="3357" y="2123"/>
                  <a:pt x="3345" y="2119"/>
                </a:cubicBezTo>
                <a:cubicBezTo>
                  <a:pt x="3345" y="2114"/>
                  <a:pt x="3346" y="2108"/>
                  <a:pt x="3346" y="2104"/>
                </a:cubicBezTo>
                <a:cubicBezTo>
                  <a:pt x="3346" y="2099"/>
                  <a:pt x="3345" y="2095"/>
                  <a:pt x="3345" y="2090"/>
                </a:cubicBezTo>
                <a:cubicBezTo>
                  <a:pt x="3345" y="2067"/>
                  <a:pt x="3341" y="2044"/>
                  <a:pt x="3340" y="2021"/>
                </a:cubicBezTo>
                <a:cubicBezTo>
                  <a:pt x="3340" y="2021"/>
                  <a:pt x="3339" y="2020"/>
                  <a:pt x="3339" y="2019"/>
                </a:cubicBezTo>
                <a:cubicBezTo>
                  <a:pt x="3338" y="2018"/>
                  <a:pt x="3338" y="2018"/>
                  <a:pt x="3338" y="2017"/>
                </a:cubicBezTo>
                <a:cubicBezTo>
                  <a:pt x="3337" y="2016"/>
                  <a:pt x="3336" y="2017"/>
                  <a:pt x="3335" y="2017"/>
                </a:cubicBezTo>
                <a:cubicBezTo>
                  <a:pt x="3334" y="2017"/>
                  <a:pt x="3334" y="2016"/>
                  <a:pt x="3333" y="2017"/>
                </a:cubicBezTo>
                <a:cubicBezTo>
                  <a:pt x="3332" y="2017"/>
                  <a:pt x="3331" y="2018"/>
                  <a:pt x="3331" y="2019"/>
                </a:cubicBezTo>
                <a:cubicBezTo>
                  <a:pt x="3331" y="2020"/>
                  <a:pt x="3330" y="2021"/>
                  <a:pt x="3330" y="2021"/>
                </a:cubicBezTo>
                <a:cubicBezTo>
                  <a:pt x="3330" y="2044"/>
                  <a:pt x="3327" y="2067"/>
                  <a:pt x="3325" y="2089"/>
                </a:cubicBezTo>
                <a:cubicBezTo>
                  <a:pt x="3324" y="2097"/>
                  <a:pt x="3324" y="2104"/>
                  <a:pt x="3324" y="2112"/>
                </a:cubicBezTo>
                <a:lnTo>
                  <a:pt x="3324" y="2113"/>
                </a:lnTo>
                <a:cubicBezTo>
                  <a:pt x="3316" y="2111"/>
                  <a:pt x="3307" y="2110"/>
                  <a:pt x="3298" y="2108"/>
                </a:cubicBezTo>
                <a:cubicBezTo>
                  <a:pt x="3300" y="2054"/>
                  <a:pt x="3296" y="1999"/>
                  <a:pt x="3295" y="1945"/>
                </a:cubicBezTo>
                <a:cubicBezTo>
                  <a:pt x="3295" y="1945"/>
                  <a:pt x="3294" y="1944"/>
                  <a:pt x="3294" y="1943"/>
                </a:cubicBezTo>
                <a:cubicBezTo>
                  <a:pt x="3293" y="1942"/>
                  <a:pt x="3293" y="1942"/>
                  <a:pt x="3293" y="1941"/>
                </a:cubicBezTo>
                <a:cubicBezTo>
                  <a:pt x="3292" y="1940"/>
                  <a:pt x="3291" y="1940"/>
                  <a:pt x="3290" y="1940"/>
                </a:cubicBezTo>
                <a:cubicBezTo>
                  <a:pt x="3289" y="1940"/>
                  <a:pt x="3288" y="1941"/>
                  <a:pt x="3288" y="1941"/>
                </a:cubicBezTo>
                <a:cubicBezTo>
                  <a:pt x="3287" y="1942"/>
                  <a:pt x="3286" y="1942"/>
                  <a:pt x="3286" y="1943"/>
                </a:cubicBezTo>
                <a:cubicBezTo>
                  <a:pt x="3286" y="1944"/>
                  <a:pt x="3285" y="1945"/>
                  <a:pt x="3285" y="1945"/>
                </a:cubicBezTo>
                <a:cubicBezTo>
                  <a:pt x="3285" y="1972"/>
                  <a:pt x="3275" y="1995"/>
                  <a:pt x="3276" y="2022"/>
                </a:cubicBezTo>
                <a:cubicBezTo>
                  <a:pt x="3276" y="2048"/>
                  <a:pt x="3274" y="2077"/>
                  <a:pt x="3275" y="2105"/>
                </a:cubicBezTo>
                <a:cubicBezTo>
                  <a:pt x="3266" y="2105"/>
                  <a:pt x="3256" y="2103"/>
                  <a:pt x="3247" y="2103"/>
                </a:cubicBezTo>
                <a:cubicBezTo>
                  <a:pt x="3247" y="2077"/>
                  <a:pt x="3243" y="2051"/>
                  <a:pt x="3242" y="2024"/>
                </a:cubicBezTo>
                <a:cubicBezTo>
                  <a:pt x="3242" y="2020"/>
                  <a:pt x="3235" y="2020"/>
                  <a:pt x="3235" y="2024"/>
                </a:cubicBezTo>
                <a:cubicBezTo>
                  <a:pt x="3234" y="2040"/>
                  <a:pt x="3233" y="2055"/>
                  <a:pt x="3231" y="2070"/>
                </a:cubicBezTo>
                <a:cubicBezTo>
                  <a:pt x="3230" y="2075"/>
                  <a:pt x="3229" y="2080"/>
                  <a:pt x="3229" y="2086"/>
                </a:cubicBezTo>
                <a:cubicBezTo>
                  <a:pt x="3229" y="2091"/>
                  <a:pt x="3230" y="2097"/>
                  <a:pt x="3231" y="2102"/>
                </a:cubicBezTo>
                <a:cubicBezTo>
                  <a:pt x="3221" y="2102"/>
                  <a:pt x="3211" y="2102"/>
                  <a:pt x="3202" y="2102"/>
                </a:cubicBezTo>
                <a:cubicBezTo>
                  <a:pt x="3200" y="2093"/>
                  <a:pt x="3200" y="2084"/>
                  <a:pt x="3200" y="2074"/>
                </a:cubicBezTo>
                <a:cubicBezTo>
                  <a:pt x="3200" y="2062"/>
                  <a:pt x="3201" y="2050"/>
                  <a:pt x="3203" y="2038"/>
                </a:cubicBezTo>
                <a:cubicBezTo>
                  <a:pt x="3203" y="2032"/>
                  <a:pt x="3204" y="2027"/>
                  <a:pt x="3204" y="2021"/>
                </a:cubicBezTo>
                <a:cubicBezTo>
                  <a:pt x="3204" y="2012"/>
                  <a:pt x="3203" y="2003"/>
                  <a:pt x="3201" y="1993"/>
                </a:cubicBezTo>
                <a:lnTo>
                  <a:pt x="3200" y="1992"/>
                </a:lnTo>
                <a:cubicBezTo>
                  <a:pt x="3199" y="1991"/>
                  <a:pt x="3200" y="1991"/>
                  <a:pt x="3199" y="1990"/>
                </a:cubicBezTo>
                <a:lnTo>
                  <a:pt x="3198" y="1990"/>
                </a:lnTo>
                <a:cubicBezTo>
                  <a:pt x="3197" y="1990"/>
                  <a:pt x="3196" y="1990"/>
                  <a:pt x="3196" y="1990"/>
                </a:cubicBezTo>
                <a:cubicBezTo>
                  <a:pt x="3195" y="1991"/>
                  <a:pt x="3196" y="1991"/>
                  <a:pt x="3195" y="1992"/>
                </a:cubicBezTo>
                <a:cubicBezTo>
                  <a:pt x="3194" y="1993"/>
                  <a:pt x="3194" y="1993"/>
                  <a:pt x="3194" y="1993"/>
                </a:cubicBezTo>
                <a:cubicBezTo>
                  <a:pt x="3192" y="2029"/>
                  <a:pt x="3180" y="2067"/>
                  <a:pt x="3185" y="2103"/>
                </a:cubicBezTo>
                <a:cubicBezTo>
                  <a:pt x="3175" y="2103"/>
                  <a:pt x="3164" y="2104"/>
                  <a:pt x="3154" y="2105"/>
                </a:cubicBezTo>
                <a:cubicBezTo>
                  <a:pt x="3154" y="2103"/>
                  <a:pt x="3154" y="2101"/>
                  <a:pt x="3154" y="2099"/>
                </a:cubicBezTo>
                <a:cubicBezTo>
                  <a:pt x="3154" y="2093"/>
                  <a:pt x="3153" y="2086"/>
                  <a:pt x="3151" y="2081"/>
                </a:cubicBezTo>
                <a:cubicBezTo>
                  <a:pt x="3147" y="2070"/>
                  <a:pt x="3145" y="2058"/>
                  <a:pt x="3145" y="2046"/>
                </a:cubicBezTo>
                <a:cubicBezTo>
                  <a:pt x="3145" y="2044"/>
                  <a:pt x="3145" y="2041"/>
                  <a:pt x="3145" y="2038"/>
                </a:cubicBezTo>
                <a:lnTo>
                  <a:pt x="3145" y="2037"/>
                </a:lnTo>
                <a:cubicBezTo>
                  <a:pt x="3144" y="2037"/>
                  <a:pt x="3144" y="2036"/>
                  <a:pt x="3144" y="2036"/>
                </a:cubicBezTo>
                <a:cubicBezTo>
                  <a:pt x="3143" y="2036"/>
                  <a:pt x="3143" y="2036"/>
                  <a:pt x="3142" y="2036"/>
                </a:cubicBezTo>
                <a:lnTo>
                  <a:pt x="3141" y="2036"/>
                </a:lnTo>
                <a:cubicBezTo>
                  <a:pt x="3140" y="2036"/>
                  <a:pt x="3140" y="2037"/>
                  <a:pt x="3140" y="2037"/>
                </a:cubicBezTo>
                <a:lnTo>
                  <a:pt x="3139" y="2038"/>
                </a:lnTo>
                <a:cubicBezTo>
                  <a:pt x="3138" y="2048"/>
                  <a:pt x="3137" y="2058"/>
                  <a:pt x="3137" y="2068"/>
                </a:cubicBezTo>
                <a:cubicBezTo>
                  <a:pt x="3137" y="2072"/>
                  <a:pt x="3137" y="2076"/>
                  <a:pt x="3138" y="2080"/>
                </a:cubicBezTo>
                <a:cubicBezTo>
                  <a:pt x="3138" y="2084"/>
                  <a:pt x="3141" y="2082"/>
                  <a:pt x="3139" y="2089"/>
                </a:cubicBezTo>
                <a:cubicBezTo>
                  <a:pt x="3138" y="2095"/>
                  <a:pt x="3137" y="2100"/>
                  <a:pt x="3137" y="2106"/>
                </a:cubicBezTo>
                <a:cubicBezTo>
                  <a:pt x="3137" y="2107"/>
                  <a:pt x="3137" y="2107"/>
                  <a:pt x="3137" y="2107"/>
                </a:cubicBezTo>
                <a:cubicBezTo>
                  <a:pt x="3127" y="2108"/>
                  <a:pt x="3118" y="2110"/>
                  <a:pt x="3107" y="2112"/>
                </a:cubicBezTo>
                <a:cubicBezTo>
                  <a:pt x="3107" y="2109"/>
                  <a:pt x="3107" y="2105"/>
                  <a:pt x="3107" y="2102"/>
                </a:cubicBezTo>
                <a:cubicBezTo>
                  <a:pt x="3107" y="2092"/>
                  <a:pt x="3108" y="2082"/>
                  <a:pt x="3110" y="2072"/>
                </a:cubicBezTo>
                <a:cubicBezTo>
                  <a:pt x="3110" y="2053"/>
                  <a:pt x="3106" y="2033"/>
                  <a:pt x="3106" y="2014"/>
                </a:cubicBezTo>
                <a:cubicBezTo>
                  <a:pt x="3106" y="2008"/>
                  <a:pt x="3097" y="2008"/>
                  <a:pt x="3097" y="2014"/>
                </a:cubicBezTo>
                <a:cubicBezTo>
                  <a:pt x="3097" y="2033"/>
                  <a:pt x="3095" y="2052"/>
                  <a:pt x="3093" y="2071"/>
                </a:cubicBezTo>
                <a:cubicBezTo>
                  <a:pt x="3089" y="2085"/>
                  <a:pt x="3088" y="2099"/>
                  <a:pt x="3088" y="2113"/>
                </a:cubicBezTo>
                <a:cubicBezTo>
                  <a:pt x="3088" y="2114"/>
                  <a:pt x="3088" y="2115"/>
                  <a:pt x="3088" y="2116"/>
                </a:cubicBezTo>
                <a:lnTo>
                  <a:pt x="3069" y="2120"/>
                </a:lnTo>
                <a:cubicBezTo>
                  <a:pt x="3069" y="2063"/>
                  <a:pt x="3073" y="2006"/>
                  <a:pt x="3071" y="1949"/>
                </a:cubicBezTo>
                <a:cubicBezTo>
                  <a:pt x="3071" y="1943"/>
                  <a:pt x="3063" y="1943"/>
                  <a:pt x="3063" y="1949"/>
                </a:cubicBezTo>
                <a:cubicBezTo>
                  <a:pt x="3061" y="2008"/>
                  <a:pt x="3050" y="2065"/>
                  <a:pt x="3050" y="2124"/>
                </a:cubicBezTo>
                <a:cubicBezTo>
                  <a:pt x="3042" y="2126"/>
                  <a:pt x="3034" y="2128"/>
                  <a:pt x="3026" y="2131"/>
                </a:cubicBezTo>
                <a:cubicBezTo>
                  <a:pt x="3027" y="2108"/>
                  <a:pt x="3028" y="2084"/>
                  <a:pt x="3028" y="2061"/>
                </a:cubicBezTo>
                <a:cubicBezTo>
                  <a:pt x="3028" y="2045"/>
                  <a:pt x="3027" y="2029"/>
                  <a:pt x="3027" y="2013"/>
                </a:cubicBezTo>
                <a:cubicBezTo>
                  <a:pt x="3027" y="2006"/>
                  <a:pt x="3017" y="2007"/>
                  <a:pt x="3016" y="2013"/>
                </a:cubicBezTo>
                <a:cubicBezTo>
                  <a:pt x="3017" y="2020"/>
                  <a:pt x="3017" y="2027"/>
                  <a:pt x="3017" y="2034"/>
                </a:cubicBezTo>
                <a:cubicBezTo>
                  <a:pt x="3017" y="2047"/>
                  <a:pt x="3016" y="2061"/>
                  <a:pt x="3013" y="2074"/>
                </a:cubicBezTo>
                <a:cubicBezTo>
                  <a:pt x="3010" y="2085"/>
                  <a:pt x="3009" y="2097"/>
                  <a:pt x="3009" y="2109"/>
                </a:cubicBezTo>
                <a:cubicBezTo>
                  <a:pt x="3009" y="2117"/>
                  <a:pt x="3009" y="2126"/>
                  <a:pt x="3011" y="2134"/>
                </a:cubicBezTo>
                <a:lnTo>
                  <a:pt x="2996" y="2139"/>
                </a:lnTo>
                <a:cubicBezTo>
                  <a:pt x="2990" y="2141"/>
                  <a:pt x="2984" y="2144"/>
                  <a:pt x="2977" y="2147"/>
                </a:cubicBezTo>
                <a:cubicBezTo>
                  <a:pt x="2979" y="2084"/>
                  <a:pt x="2985" y="2022"/>
                  <a:pt x="2985" y="1960"/>
                </a:cubicBezTo>
                <a:cubicBezTo>
                  <a:pt x="2985" y="1954"/>
                  <a:pt x="2974" y="1954"/>
                  <a:pt x="2974" y="1960"/>
                </a:cubicBezTo>
                <a:cubicBezTo>
                  <a:pt x="2974" y="2024"/>
                  <a:pt x="2961" y="2088"/>
                  <a:pt x="2962" y="2152"/>
                </a:cubicBezTo>
                <a:cubicBezTo>
                  <a:pt x="2954" y="2155"/>
                  <a:pt x="2946" y="2159"/>
                  <a:pt x="2939" y="2162"/>
                </a:cubicBezTo>
                <a:cubicBezTo>
                  <a:pt x="2941" y="2142"/>
                  <a:pt x="2939" y="2123"/>
                  <a:pt x="2939" y="2105"/>
                </a:cubicBezTo>
                <a:cubicBezTo>
                  <a:pt x="2939" y="2087"/>
                  <a:pt x="2942" y="2054"/>
                  <a:pt x="2930" y="2040"/>
                </a:cubicBezTo>
                <a:cubicBezTo>
                  <a:pt x="2926" y="2035"/>
                  <a:pt x="2919" y="2041"/>
                  <a:pt x="2922" y="2046"/>
                </a:cubicBezTo>
                <a:cubicBezTo>
                  <a:pt x="2931" y="2058"/>
                  <a:pt x="2921" y="2110"/>
                  <a:pt x="2920" y="2121"/>
                </a:cubicBezTo>
                <a:cubicBezTo>
                  <a:pt x="2917" y="2133"/>
                  <a:pt x="2916" y="2145"/>
                  <a:pt x="2916" y="2157"/>
                </a:cubicBezTo>
                <a:cubicBezTo>
                  <a:pt x="2916" y="2162"/>
                  <a:pt x="2916" y="2167"/>
                  <a:pt x="2917" y="2172"/>
                </a:cubicBezTo>
                <a:cubicBezTo>
                  <a:pt x="2913" y="2174"/>
                  <a:pt x="2909" y="2177"/>
                  <a:pt x="2904" y="2179"/>
                </a:cubicBezTo>
                <a:cubicBezTo>
                  <a:pt x="2904" y="2089"/>
                  <a:pt x="2905" y="1998"/>
                  <a:pt x="2903" y="1907"/>
                </a:cubicBezTo>
                <a:cubicBezTo>
                  <a:pt x="2903" y="1903"/>
                  <a:pt x="2895" y="1903"/>
                  <a:pt x="2895" y="1907"/>
                </a:cubicBezTo>
                <a:cubicBezTo>
                  <a:pt x="2892" y="2002"/>
                  <a:pt x="2888" y="2096"/>
                  <a:pt x="2887" y="2190"/>
                </a:cubicBezTo>
                <a:cubicBezTo>
                  <a:pt x="2880" y="2194"/>
                  <a:pt x="2873" y="2199"/>
                  <a:pt x="2867" y="2204"/>
                </a:cubicBezTo>
                <a:cubicBezTo>
                  <a:pt x="2865" y="2180"/>
                  <a:pt x="2867" y="2156"/>
                  <a:pt x="2864" y="2133"/>
                </a:cubicBezTo>
                <a:cubicBezTo>
                  <a:pt x="2858" y="2084"/>
                  <a:pt x="2860" y="2033"/>
                  <a:pt x="2858" y="1984"/>
                </a:cubicBezTo>
                <a:cubicBezTo>
                  <a:pt x="2858" y="1980"/>
                  <a:pt x="2850" y="1979"/>
                  <a:pt x="2850" y="1984"/>
                </a:cubicBezTo>
                <a:cubicBezTo>
                  <a:pt x="2848" y="2034"/>
                  <a:pt x="2844" y="2084"/>
                  <a:pt x="2846" y="2134"/>
                </a:cubicBezTo>
                <a:cubicBezTo>
                  <a:pt x="2846" y="2160"/>
                  <a:pt x="2841" y="2193"/>
                  <a:pt x="2848" y="2218"/>
                </a:cubicBezTo>
                <a:cubicBezTo>
                  <a:pt x="2841" y="2225"/>
                  <a:pt x="2833" y="2231"/>
                  <a:pt x="2826" y="2238"/>
                </a:cubicBezTo>
                <a:cubicBezTo>
                  <a:pt x="2840" y="2125"/>
                  <a:pt x="2829" y="2002"/>
                  <a:pt x="2823" y="1890"/>
                </a:cubicBezTo>
                <a:cubicBezTo>
                  <a:pt x="2823" y="1890"/>
                  <a:pt x="2822" y="1889"/>
                  <a:pt x="2822" y="1888"/>
                </a:cubicBezTo>
                <a:lnTo>
                  <a:pt x="2821" y="1887"/>
                </a:lnTo>
                <a:cubicBezTo>
                  <a:pt x="2820" y="1887"/>
                  <a:pt x="2820" y="1887"/>
                  <a:pt x="2819" y="1887"/>
                </a:cubicBezTo>
                <a:cubicBezTo>
                  <a:pt x="2819" y="1887"/>
                  <a:pt x="2818" y="1887"/>
                  <a:pt x="2817" y="1887"/>
                </a:cubicBezTo>
                <a:lnTo>
                  <a:pt x="2816" y="1888"/>
                </a:lnTo>
                <a:cubicBezTo>
                  <a:pt x="2815" y="1889"/>
                  <a:pt x="2816" y="1890"/>
                  <a:pt x="2816" y="1890"/>
                </a:cubicBezTo>
                <a:cubicBezTo>
                  <a:pt x="2812" y="1951"/>
                  <a:pt x="2806" y="2011"/>
                  <a:pt x="2805" y="2072"/>
                </a:cubicBezTo>
                <a:cubicBezTo>
                  <a:pt x="2805" y="2072"/>
                  <a:pt x="2805" y="2073"/>
                  <a:pt x="2805" y="2074"/>
                </a:cubicBezTo>
                <a:cubicBezTo>
                  <a:pt x="2801" y="2052"/>
                  <a:pt x="2795" y="2029"/>
                  <a:pt x="2788" y="2008"/>
                </a:cubicBezTo>
                <a:cubicBezTo>
                  <a:pt x="2790" y="1999"/>
                  <a:pt x="2791" y="1989"/>
                  <a:pt x="2791" y="1980"/>
                </a:cubicBezTo>
                <a:cubicBezTo>
                  <a:pt x="2791" y="1973"/>
                  <a:pt x="2790" y="1967"/>
                  <a:pt x="2789" y="1960"/>
                </a:cubicBezTo>
                <a:cubicBezTo>
                  <a:pt x="2788" y="1934"/>
                  <a:pt x="2785" y="1909"/>
                  <a:pt x="2784" y="1883"/>
                </a:cubicBezTo>
                <a:lnTo>
                  <a:pt x="2784" y="1882"/>
                </a:lnTo>
                <a:cubicBezTo>
                  <a:pt x="2783" y="1881"/>
                  <a:pt x="2783" y="1881"/>
                  <a:pt x="2783" y="1881"/>
                </a:cubicBezTo>
                <a:cubicBezTo>
                  <a:pt x="2782" y="1880"/>
                  <a:pt x="2782" y="1880"/>
                  <a:pt x="2781" y="1880"/>
                </a:cubicBezTo>
                <a:lnTo>
                  <a:pt x="2780" y="1881"/>
                </a:lnTo>
                <a:cubicBezTo>
                  <a:pt x="2779" y="1882"/>
                  <a:pt x="2780" y="1881"/>
                  <a:pt x="2779" y="1882"/>
                </a:cubicBezTo>
                <a:cubicBezTo>
                  <a:pt x="2778" y="1883"/>
                  <a:pt x="2778" y="1883"/>
                  <a:pt x="2778" y="1883"/>
                </a:cubicBezTo>
                <a:cubicBezTo>
                  <a:pt x="2777" y="1905"/>
                  <a:pt x="2776" y="1927"/>
                  <a:pt x="2774" y="1949"/>
                </a:cubicBezTo>
                <a:cubicBezTo>
                  <a:pt x="2774" y="1955"/>
                  <a:pt x="2773" y="1961"/>
                  <a:pt x="2772" y="1967"/>
                </a:cubicBezTo>
                <a:cubicBezTo>
                  <a:pt x="2767" y="1955"/>
                  <a:pt x="2761" y="1944"/>
                  <a:pt x="2755" y="1933"/>
                </a:cubicBezTo>
                <a:cubicBezTo>
                  <a:pt x="2755" y="1926"/>
                  <a:pt x="2755" y="1919"/>
                  <a:pt x="2755" y="1912"/>
                </a:cubicBezTo>
                <a:cubicBezTo>
                  <a:pt x="2755" y="1889"/>
                  <a:pt x="2752" y="1867"/>
                  <a:pt x="2751" y="1845"/>
                </a:cubicBezTo>
                <a:cubicBezTo>
                  <a:pt x="2751" y="1840"/>
                  <a:pt x="2743" y="1840"/>
                  <a:pt x="2743" y="1845"/>
                </a:cubicBezTo>
                <a:cubicBezTo>
                  <a:pt x="2743" y="1864"/>
                  <a:pt x="2739" y="1883"/>
                  <a:pt x="2739" y="1902"/>
                </a:cubicBezTo>
                <a:cubicBezTo>
                  <a:pt x="2739" y="1904"/>
                  <a:pt x="2739" y="1905"/>
                  <a:pt x="2739" y="1906"/>
                </a:cubicBezTo>
                <a:cubicBezTo>
                  <a:pt x="2733" y="1897"/>
                  <a:pt x="2726" y="1889"/>
                  <a:pt x="2719" y="1880"/>
                </a:cubicBezTo>
                <a:cubicBezTo>
                  <a:pt x="2721" y="1879"/>
                  <a:pt x="2722" y="1878"/>
                  <a:pt x="2723" y="1876"/>
                </a:cubicBezTo>
                <a:cubicBezTo>
                  <a:pt x="2724" y="1873"/>
                  <a:pt x="2725" y="1871"/>
                  <a:pt x="2725" y="1868"/>
                </a:cubicBezTo>
                <a:cubicBezTo>
                  <a:pt x="2725" y="1867"/>
                  <a:pt x="2725" y="1867"/>
                  <a:pt x="2725" y="1866"/>
                </a:cubicBezTo>
                <a:cubicBezTo>
                  <a:pt x="2725" y="1864"/>
                  <a:pt x="2725" y="1862"/>
                  <a:pt x="2725" y="1860"/>
                </a:cubicBezTo>
                <a:cubicBezTo>
                  <a:pt x="2725" y="1851"/>
                  <a:pt x="2724" y="1841"/>
                  <a:pt x="2722" y="1832"/>
                </a:cubicBezTo>
                <a:lnTo>
                  <a:pt x="2722" y="1831"/>
                </a:lnTo>
                <a:cubicBezTo>
                  <a:pt x="2721" y="1830"/>
                  <a:pt x="2720" y="1828"/>
                  <a:pt x="2719" y="1828"/>
                </a:cubicBezTo>
                <a:cubicBezTo>
                  <a:pt x="2718" y="1827"/>
                  <a:pt x="2717" y="1827"/>
                  <a:pt x="2716" y="1827"/>
                </a:cubicBezTo>
                <a:cubicBezTo>
                  <a:pt x="2714" y="1827"/>
                  <a:pt x="2713" y="1827"/>
                  <a:pt x="2712" y="1828"/>
                </a:cubicBezTo>
                <a:cubicBezTo>
                  <a:pt x="2711" y="1828"/>
                  <a:pt x="2711" y="1830"/>
                  <a:pt x="2710" y="1831"/>
                </a:cubicBezTo>
                <a:cubicBezTo>
                  <a:pt x="2709" y="1832"/>
                  <a:pt x="2709" y="1832"/>
                  <a:pt x="2709" y="1832"/>
                </a:cubicBezTo>
                <a:cubicBezTo>
                  <a:pt x="2707" y="1839"/>
                  <a:pt x="2706" y="1846"/>
                  <a:pt x="2706" y="1853"/>
                </a:cubicBezTo>
                <a:cubicBezTo>
                  <a:pt x="2706" y="1854"/>
                  <a:pt x="2706" y="1856"/>
                  <a:pt x="2706" y="1857"/>
                </a:cubicBezTo>
                <a:cubicBezTo>
                  <a:pt x="2706" y="1860"/>
                  <a:pt x="2706" y="1863"/>
                  <a:pt x="2706" y="1866"/>
                </a:cubicBezTo>
                <a:cubicBezTo>
                  <a:pt x="2698" y="1858"/>
                  <a:pt x="2690" y="1850"/>
                  <a:pt x="2681" y="1843"/>
                </a:cubicBezTo>
                <a:cubicBezTo>
                  <a:pt x="2667" y="1832"/>
                  <a:pt x="2655" y="1821"/>
                  <a:pt x="2643" y="1808"/>
                </a:cubicBezTo>
                <a:cubicBezTo>
                  <a:pt x="2704" y="1819"/>
                  <a:pt x="2778" y="1805"/>
                  <a:pt x="2836" y="1822"/>
                </a:cubicBezTo>
                <a:cubicBezTo>
                  <a:pt x="2889" y="1836"/>
                  <a:pt x="2959" y="1831"/>
                  <a:pt x="3014" y="1838"/>
                </a:cubicBezTo>
                <a:cubicBezTo>
                  <a:pt x="3077" y="1846"/>
                  <a:pt x="3153" y="1845"/>
                  <a:pt x="3213" y="1866"/>
                </a:cubicBezTo>
                <a:cubicBezTo>
                  <a:pt x="3259" y="1881"/>
                  <a:pt x="3306" y="1893"/>
                  <a:pt x="3354" y="1900"/>
                </a:cubicBezTo>
                <a:cubicBezTo>
                  <a:pt x="3413" y="1909"/>
                  <a:pt x="3472" y="1929"/>
                  <a:pt x="3529" y="1936"/>
                </a:cubicBezTo>
                <a:cubicBezTo>
                  <a:pt x="3585" y="1942"/>
                  <a:pt x="3643" y="1962"/>
                  <a:pt x="3699" y="1975"/>
                </a:cubicBezTo>
                <a:lnTo>
                  <a:pt x="3700" y="1975"/>
                </a:lnTo>
                <a:moveTo>
                  <a:pt x="4221" y="2897"/>
                </a:moveTo>
                <a:cubicBezTo>
                  <a:pt x="4217" y="2921"/>
                  <a:pt x="4195" y="2943"/>
                  <a:pt x="4181" y="2960"/>
                </a:cubicBezTo>
                <a:cubicBezTo>
                  <a:pt x="4169" y="2974"/>
                  <a:pt x="4157" y="2989"/>
                  <a:pt x="4146" y="3004"/>
                </a:cubicBezTo>
                <a:lnTo>
                  <a:pt x="4131" y="3013"/>
                </a:lnTo>
                <a:lnTo>
                  <a:pt x="4121" y="3019"/>
                </a:lnTo>
                <a:cubicBezTo>
                  <a:pt x="4123" y="3017"/>
                  <a:pt x="4125" y="3014"/>
                  <a:pt x="4126" y="3012"/>
                </a:cubicBezTo>
                <a:cubicBezTo>
                  <a:pt x="4130" y="3007"/>
                  <a:pt x="4133" y="3001"/>
                  <a:pt x="4137" y="2995"/>
                </a:cubicBezTo>
                <a:cubicBezTo>
                  <a:pt x="4140" y="2989"/>
                  <a:pt x="4144" y="2983"/>
                  <a:pt x="4147" y="2976"/>
                </a:cubicBezTo>
                <a:cubicBezTo>
                  <a:pt x="4155" y="2957"/>
                  <a:pt x="4168" y="2940"/>
                  <a:pt x="4174" y="2920"/>
                </a:cubicBezTo>
                <a:cubicBezTo>
                  <a:pt x="4180" y="2898"/>
                  <a:pt x="4188" y="2877"/>
                  <a:pt x="4198" y="2856"/>
                </a:cubicBezTo>
                <a:cubicBezTo>
                  <a:pt x="4199" y="2854"/>
                  <a:pt x="4196" y="2853"/>
                  <a:pt x="4195" y="2855"/>
                </a:cubicBezTo>
                <a:cubicBezTo>
                  <a:pt x="4186" y="2869"/>
                  <a:pt x="4179" y="2883"/>
                  <a:pt x="4171" y="2898"/>
                </a:cubicBezTo>
                <a:cubicBezTo>
                  <a:pt x="4158" y="2922"/>
                  <a:pt x="4144" y="2944"/>
                  <a:pt x="4129" y="2968"/>
                </a:cubicBezTo>
                <a:cubicBezTo>
                  <a:pt x="4114" y="2991"/>
                  <a:pt x="4095" y="3005"/>
                  <a:pt x="4080" y="3024"/>
                </a:cubicBezTo>
                <a:cubicBezTo>
                  <a:pt x="4075" y="3018"/>
                  <a:pt x="4071" y="3012"/>
                  <a:pt x="4067" y="3007"/>
                </a:cubicBezTo>
                <a:cubicBezTo>
                  <a:pt x="4079" y="2994"/>
                  <a:pt x="4090" y="2980"/>
                  <a:pt x="4099" y="2964"/>
                </a:cubicBezTo>
                <a:cubicBezTo>
                  <a:pt x="4100" y="2963"/>
                  <a:pt x="4101" y="2962"/>
                  <a:pt x="4101" y="2961"/>
                </a:cubicBezTo>
                <a:cubicBezTo>
                  <a:pt x="4112" y="2942"/>
                  <a:pt x="4114" y="2919"/>
                  <a:pt x="4127" y="2901"/>
                </a:cubicBezTo>
                <a:cubicBezTo>
                  <a:pt x="4131" y="2895"/>
                  <a:pt x="4124" y="2888"/>
                  <a:pt x="4120" y="2893"/>
                </a:cubicBezTo>
                <a:cubicBezTo>
                  <a:pt x="4106" y="2911"/>
                  <a:pt x="4094" y="2931"/>
                  <a:pt x="4082" y="2949"/>
                </a:cubicBezTo>
                <a:cubicBezTo>
                  <a:pt x="4072" y="2962"/>
                  <a:pt x="4061" y="2975"/>
                  <a:pt x="4050" y="2986"/>
                </a:cubicBezTo>
                <a:cubicBezTo>
                  <a:pt x="4045" y="2981"/>
                  <a:pt x="4040" y="2976"/>
                  <a:pt x="4035" y="2971"/>
                </a:cubicBezTo>
                <a:cubicBezTo>
                  <a:pt x="4039" y="2965"/>
                  <a:pt x="4043" y="2959"/>
                  <a:pt x="4047" y="2953"/>
                </a:cubicBezTo>
                <a:cubicBezTo>
                  <a:pt x="4049" y="2949"/>
                  <a:pt x="4051" y="2945"/>
                  <a:pt x="4053" y="2940"/>
                </a:cubicBezTo>
                <a:cubicBezTo>
                  <a:pt x="4060" y="2929"/>
                  <a:pt x="4069" y="2918"/>
                  <a:pt x="4076" y="2906"/>
                </a:cubicBezTo>
                <a:cubicBezTo>
                  <a:pt x="4080" y="2899"/>
                  <a:pt x="4084" y="2891"/>
                  <a:pt x="4088" y="2884"/>
                </a:cubicBezTo>
                <a:cubicBezTo>
                  <a:pt x="4091" y="2878"/>
                  <a:pt x="4095" y="2873"/>
                  <a:pt x="4098" y="2867"/>
                </a:cubicBezTo>
                <a:cubicBezTo>
                  <a:pt x="4101" y="2864"/>
                  <a:pt x="4097" y="2859"/>
                  <a:pt x="4094" y="2863"/>
                </a:cubicBezTo>
                <a:cubicBezTo>
                  <a:pt x="4068" y="2890"/>
                  <a:pt x="4053" y="2936"/>
                  <a:pt x="4020" y="2957"/>
                </a:cubicBezTo>
                <a:cubicBezTo>
                  <a:pt x="4012" y="2949"/>
                  <a:pt x="4003" y="2941"/>
                  <a:pt x="3993" y="2934"/>
                </a:cubicBezTo>
                <a:cubicBezTo>
                  <a:pt x="4001" y="2928"/>
                  <a:pt x="4008" y="2922"/>
                  <a:pt x="4016" y="2916"/>
                </a:cubicBezTo>
                <a:cubicBezTo>
                  <a:pt x="4026" y="2906"/>
                  <a:pt x="4034" y="2895"/>
                  <a:pt x="4042" y="2884"/>
                </a:cubicBezTo>
                <a:cubicBezTo>
                  <a:pt x="4045" y="2881"/>
                  <a:pt x="4047" y="2877"/>
                  <a:pt x="4050" y="2873"/>
                </a:cubicBezTo>
                <a:cubicBezTo>
                  <a:pt x="4053" y="2867"/>
                  <a:pt x="4056" y="2861"/>
                  <a:pt x="4057" y="2855"/>
                </a:cubicBezTo>
                <a:cubicBezTo>
                  <a:pt x="4057" y="2854"/>
                  <a:pt x="4057" y="2854"/>
                  <a:pt x="4057" y="2854"/>
                </a:cubicBezTo>
                <a:cubicBezTo>
                  <a:pt x="4057" y="2853"/>
                  <a:pt x="4056" y="2853"/>
                  <a:pt x="4056" y="2853"/>
                </a:cubicBezTo>
                <a:cubicBezTo>
                  <a:pt x="4056" y="2852"/>
                  <a:pt x="4055" y="2852"/>
                  <a:pt x="4055" y="2852"/>
                </a:cubicBezTo>
                <a:cubicBezTo>
                  <a:pt x="4054" y="2852"/>
                  <a:pt x="4054" y="2852"/>
                  <a:pt x="4053" y="2853"/>
                </a:cubicBezTo>
                <a:cubicBezTo>
                  <a:pt x="4053" y="2853"/>
                  <a:pt x="4052" y="2853"/>
                  <a:pt x="4052" y="2854"/>
                </a:cubicBezTo>
                <a:lnTo>
                  <a:pt x="4052" y="2855"/>
                </a:lnTo>
                <a:cubicBezTo>
                  <a:pt x="4048" y="2865"/>
                  <a:pt x="4027" y="2878"/>
                  <a:pt x="4019" y="2883"/>
                </a:cubicBezTo>
                <a:cubicBezTo>
                  <a:pt x="4010" y="2887"/>
                  <a:pt x="4002" y="2894"/>
                  <a:pt x="3993" y="2899"/>
                </a:cubicBezTo>
                <a:cubicBezTo>
                  <a:pt x="3990" y="2902"/>
                  <a:pt x="3986" y="2904"/>
                  <a:pt x="3983" y="2906"/>
                </a:cubicBezTo>
                <a:cubicBezTo>
                  <a:pt x="3979" y="2908"/>
                  <a:pt x="3974" y="2910"/>
                  <a:pt x="3970" y="2912"/>
                </a:cubicBezTo>
                <a:cubicBezTo>
                  <a:pt x="3968" y="2912"/>
                  <a:pt x="3967" y="2913"/>
                  <a:pt x="3965" y="2914"/>
                </a:cubicBezTo>
                <a:cubicBezTo>
                  <a:pt x="3959" y="2910"/>
                  <a:pt x="3954" y="2907"/>
                  <a:pt x="3948" y="2903"/>
                </a:cubicBezTo>
                <a:lnTo>
                  <a:pt x="3953" y="2898"/>
                </a:lnTo>
                <a:cubicBezTo>
                  <a:pt x="3967" y="2881"/>
                  <a:pt x="3982" y="2864"/>
                  <a:pt x="3997" y="2846"/>
                </a:cubicBezTo>
                <a:cubicBezTo>
                  <a:pt x="4005" y="2838"/>
                  <a:pt x="4012" y="2829"/>
                  <a:pt x="4019" y="2820"/>
                </a:cubicBezTo>
                <a:cubicBezTo>
                  <a:pt x="4022" y="2814"/>
                  <a:pt x="4025" y="2807"/>
                  <a:pt x="4029" y="2801"/>
                </a:cubicBezTo>
                <a:cubicBezTo>
                  <a:pt x="4033" y="2793"/>
                  <a:pt x="4039" y="2785"/>
                  <a:pt x="4044" y="2778"/>
                </a:cubicBezTo>
                <a:cubicBezTo>
                  <a:pt x="4048" y="2774"/>
                  <a:pt x="4041" y="2769"/>
                  <a:pt x="4038" y="2773"/>
                </a:cubicBezTo>
                <a:cubicBezTo>
                  <a:pt x="4032" y="2779"/>
                  <a:pt x="4027" y="2786"/>
                  <a:pt x="4022" y="2794"/>
                </a:cubicBezTo>
                <a:cubicBezTo>
                  <a:pt x="4022" y="2795"/>
                  <a:pt x="4021" y="2796"/>
                  <a:pt x="4021" y="2797"/>
                </a:cubicBezTo>
                <a:cubicBezTo>
                  <a:pt x="4012" y="2809"/>
                  <a:pt x="4002" y="2821"/>
                  <a:pt x="3991" y="2833"/>
                </a:cubicBezTo>
                <a:cubicBezTo>
                  <a:pt x="3981" y="2844"/>
                  <a:pt x="3970" y="2853"/>
                  <a:pt x="3959" y="2862"/>
                </a:cubicBezTo>
                <a:cubicBezTo>
                  <a:pt x="3949" y="2872"/>
                  <a:pt x="3938" y="2881"/>
                  <a:pt x="3926" y="2890"/>
                </a:cubicBezTo>
                <a:cubicBezTo>
                  <a:pt x="3918" y="2885"/>
                  <a:pt x="3909" y="2881"/>
                  <a:pt x="3900" y="2876"/>
                </a:cubicBezTo>
                <a:cubicBezTo>
                  <a:pt x="3915" y="2867"/>
                  <a:pt x="3930" y="2857"/>
                  <a:pt x="3944" y="2846"/>
                </a:cubicBezTo>
                <a:cubicBezTo>
                  <a:pt x="3956" y="2834"/>
                  <a:pt x="3968" y="2822"/>
                  <a:pt x="3979" y="2809"/>
                </a:cubicBezTo>
                <a:cubicBezTo>
                  <a:pt x="3983" y="2806"/>
                  <a:pt x="3987" y="2802"/>
                  <a:pt x="3990" y="2797"/>
                </a:cubicBezTo>
                <a:cubicBezTo>
                  <a:pt x="3991" y="2794"/>
                  <a:pt x="3993" y="2791"/>
                  <a:pt x="3994" y="2787"/>
                </a:cubicBezTo>
                <a:lnTo>
                  <a:pt x="3994" y="2786"/>
                </a:lnTo>
                <a:cubicBezTo>
                  <a:pt x="3994" y="2786"/>
                  <a:pt x="3993" y="2785"/>
                  <a:pt x="3993" y="2784"/>
                </a:cubicBezTo>
                <a:cubicBezTo>
                  <a:pt x="3992" y="2783"/>
                  <a:pt x="3992" y="2782"/>
                  <a:pt x="3991" y="2782"/>
                </a:cubicBezTo>
                <a:cubicBezTo>
                  <a:pt x="3991" y="2782"/>
                  <a:pt x="3990" y="2781"/>
                  <a:pt x="3989" y="2781"/>
                </a:cubicBezTo>
                <a:cubicBezTo>
                  <a:pt x="3988" y="2781"/>
                  <a:pt x="3987" y="2782"/>
                  <a:pt x="3986" y="2782"/>
                </a:cubicBezTo>
                <a:cubicBezTo>
                  <a:pt x="3985" y="2782"/>
                  <a:pt x="3985" y="2783"/>
                  <a:pt x="3984" y="2784"/>
                </a:cubicBezTo>
                <a:lnTo>
                  <a:pt x="3984" y="2785"/>
                </a:lnTo>
                <a:cubicBezTo>
                  <a:pt x="3981" y="2793"/>
                  <a:pt x="3964" y="2797"/>
                  <a:pt x="3958" y="2804"/>
                </a:cubicBezTo>
                <a:cubicBezTo>
                  <a:pt x="3952" y="2811"/>
                  <a:pt x="3940" y="2821"/>
                  <a:pt x="3930" y="2829"/>
                </a:cubicBezTo>
                <a:cubicBezTo>
                  <a:pt x="3921" y="2837"/>
                  <a:pt x="3910" y="2845"/>
                  <a:pt x="3900" y="2851"/>
                </a:cubicBezTo>
                <a:cubicBezTo>
                  <a:pt x="3898" y="2852"/>
                  <a:pt x="3897" y="2852"/>
                  <a:pt x="3896" y="2853"/>
                </a:cubicBezTo>
                <a:cubicBezTo>
                  <a:pt x="3890" y="2856"/>
                  <a:pt x="3883" y="2862"/>
                  <a:pt x="3875" y="2865"/>
                </a:cubicBezTo>
                <a:cubicBezTo>
                  <a:pt x="3867" y="2862"/>
                  <a:pt x="3859" y="2859"/>
                  <a:pt x="3851" y="2856"/>
                </a:cubicBezTo>
                <a:cubicBezTo>
                  <a:pt x="3902" y="2830"/>
                  <a:pt x="3938" y="2775"/>
                  <a:pt x="3975" y="2735"/>
                </a:cubicBezTo>
                <a:cubicBezTo>
                  <a:pt x="3979" y="2730"/>
                  <a:pt x="3973" y="2723"/>
                  <a:pt x="3968" y="2728"/>
                </a:cubicBezTo>
                <a:cubicBezTo>
                  <a:pt x="3950" y="2749"/>
                  <a:pt x="3930" y="2768"/>
                  <a:pt x="3909" y="2787"/>
                </a:cubicBezTo>
                <a:cubicBezTo>
                  <a:pt x="3885" y="2806"/>
                  <a:pt x="3857" y="2846"/>
                  <a:pt x="3821" y="2843"/>
                </a:cubicBezTo>
                <a:lnTo>
                  <a:pt x="3820" y="2843"/>
                </a:lnTo>
                <a:cubicBezTo>
                  <a:pt x="3811" y="2841"/>
                  <a:pt x="3803" y="2838"/>
                  <a:pt x="3795" y="2836"/>
                </a:cubicBezTo>
                <a:lnTo>
                  <a:pt x="3796" y="2835"/>
                </a:lnTo>
                <a:cubicBezTo>
                  <a:pt x="3801" y="2831"/>
                  <a:pt x="3807" y="2827"/>
                  <a:pt x="3814" y="2823"/>
                </a:cubicBezTo>
                <a:cubicBezTo>
                  <a:pt x="3815" y="2822"/>
                  <a:pt x="3816" y="2821"/>
                  <a:pt x="3818" y="2821"/>
                </a:cubicBezTo>
                <a:cubicBezTo>
                  <a:pt x="3829" y="2812"/>
                  <a:pt x="3840" y="2802"/>
                  <a:pt x="3851" y="2792"/>
                </a:cubicBezTo>
                <a:cubicBezTo>
                  <a:pt x="3866" y="2781"/>
                  <a:pt x="3879" y="2766"/>
                  <a:pt x="3889" y="2750"/>
                </a:cubicBezTo>
                <a:cubicBezTo>
                  <a:pt x="3891" y="2746"/>
                  <a:pt x="3893" y="2742"/>
                  <a:pt x="3894" y="2738"/>
                </a:cubicBezTo>
                <a:cubicBezTo>
                  <a:pt x="3896" y="2732"/>
                  <a:pt x="3888" y="2730"/>
                  <a:pt x="3885" y="2736"/>
                </a:cubicBezTo>
                <a:cubicBezTo>
                  <a:pt x="3880" y="2747"/>
                  <a:pt x="3866" y="2752"/>
                  <a:pt x="3855" y="2758"/>
                </a:cubicBezTo>
                <a:cubicBezTo>
                  <a:pt x="3840" y="2768"/>
                  <a:pt x="3826" y="2779"/>
                  <a:pt x="3811" y="2790"/>
                </a:cubicBezTo>
                <a:cubicBezTo>
                  <a:pt x="3796" y="2800"/>
                  <a:pt x="3779" y="2805"/>
                  <a:pt x="3770" y="2820"/>
                </a:cubicBezTo>
                <a:lnTo>
                  <a:pt x="3770" y="2821"/>
                </a:lnTo>
                <a:cubicBezTo>
                  <a:pt x="3768" y="2823"/>
                  <a:pt x="3768" y="2825"/>
                  <a:pt x="3768" y="2828"/>
                </a:cubicBezTo>
                <a:cubicBezTo>
                  <a:pt x="3768" y="2829"/>
                  <a:pt x="3768" y="2830"/>
                  <a:pt x="3768" y="2831"/>
                </a:cubicBezTo>
                <a:cubicBezTo>
                  <a:pt x="3754" y="2828"/>
                  <a:pt x="3740" y="2826"/>
                  <a:pt x="3726" y="2824"/>
                </a:cubicBezTo>
                <a:cubicBezTo>
                  <a:pt x="3750" y="2799"/>
                  <a:pt x="3777" y="2777"/>
                  <a:pt x="3805" y="2757"/>
                </a:cubicBezTo>
                <a:cubicBezTo>
                  <a:pt x="3822" y="2746"/>
                  <a:pt x="3835" y="2731"/>
                  <a:pt x="3852" y="2720"/>
                </a:cubicBezTo>
                <a:cubicBezTo>
                  <a:pt x="3864" y="2712"/>
                  <a:pt x="3876" y="2703"/>
                  <a:pt x="3887" y="2692"/>
                </a:cubicBezTo>
                <a:cubicBezTo>
                  <a:pt x="3891" y="2688"/>
                  <a:pt x="3885" y="2681"/>
                  <a:pt x="3880" y="2685"/>
                </a:cubicBezTo>
                <a:cubicBezTo>
                  <a:pt x="3864" y="2697"/>
                  <a:pt x="3848" y="2708"/>
                  <a:pt x="3831" y="2718"/>
                </a:cubicBezTo>
                <a:cubicBezTo>
                  <a:pt x="3829" y="2719"/>
                  <a:pt x="3826" y="2721"/>
                  <a:pt x="3824" y="2722"/>
                </a:cubicBezTo>
                <a:cubicBezTo>
                  <a:pt x="3809" y="2732"/>
                  <a:pt x="3795" y="2744"/>
                  <a:pt x="3780" y="2754"/>
                </a:cubicBezTo>
                <a:cubicBezTo>
                  <a:pt x="3749" y="2772"/>
                  <a:pt x="3720" y="2793"/>
                  <a:pt x="3693" y="2816"/>
                </a:cubicBezTo>
                <a:lnTo>
                  <a:pt x="3693" y="2817"/>
                </a:lnTo>
                <a:lnTo>
                  <a:pt x="3693" y="2818"/>
                </a:lnTo>
                <a:cubicBezTo>
                  <a:pt x="3693" y="2814"/>
                  <a:pt x="3692" y="2811"/>
                  <a:pt x="3692" y="2808"/>
                </a:cubicBezTo>
                <a:cubicBezTo>
                  <a:pt x="3693" y="2808"/>
                  <a:pt x="3694" y="2808"/>
                  <a:pt x="3695" y="2807"/>
                </a:cubicBezTo>
                <a:cubicBezTo>
                  <a:pt x="3696" y="2806"/>
                  <a:pt x="3697" y="2806"/>
                  <a:pt x="3698" y="2805"/>
                </a:cubicBezTo>
                <a:cubicBezTo>
                  <a:pt x="3724" y="2779"/>
                  <a:pt x="3748" y="2752"/>
                  <a:pt x="3771" y="2725"/>
                </a:cubicBezTo>
                <a:cubicBezTo>
                  <a:pt x="3801" y="2696"/>
                  <a:pt x="3834" y="2671"/>
                  <a:pt x="3869" y="2650"/>
                </a:cubicBezTo>
                <a:cubicBezTo>
                  <a:pt x="3870" y="2650"/>
                  <a:pt x="3870" y="2650"/>
                  <a:pt x="3870" y="2649"/>
                </a:cubicBezTo>
                <a:lnTo>
                  <a:pt x="3870" y="2648"/>
                </a:lnTo>
                <a:cubicBezTo>
                  <a:pt x="3870" y="2647"/>
                  <a:pt x="3870" y="2647"/>
                  <a:pt x="3870" y="2646"/>
                </a:cubicBezTo>
                <a:lnTo>
                  <a:pt x="3869" y="2645"/>
                </a:lnTo>
                <a:cubicBezTo>
                  <a:pt x="3868" y="2645"/>
                  <a:pt x="3868" y="2644"/>
                  <a:pt x="3867" y="2644"/>
                </a:cubicBezTo>
                <a:cubicBezTo>
                  <a:pt x="3867" y="2644"/>
                  <a:pt x="3866" y="2644"/>
                  <a:pt x="3866" y="2645"/>
                </a:cubicBezTo>
                <a:cubicBezTo>
                  <a:pt x="3832" y="2664"/>
                  <a:pt x="3796" y="2681"/>
                  <a:pt x="3763" y="2702"/>
                </a:cubicBezTo>
                <a:cubicBezTo>
                  <a:pt x="3737" y="2722"/>
                  <a:pt x="3712" y="2745"/>
                  <a:pt x="3689" y="2769"/>
                </a:cubicBezTo>
                <a:lnTo>
                  <a:pt x="3689" y="2767"/>
                </a:lnTo>
                <a:lnTo>
                  <a:pt x="3690" y="2767"/>
                </a:lnTo>
                <a:cubicBezTo>
                  <a:pt x="3690" y="2767"/>
                  <a:pt x="3691" y="2766"/>
                  <a:pt x="3692" y="2765"/>
                </a:cubicBezTo>
                <a:cubicBezTo>
                  <a:pt x="3693" y="2764"/>
                  <a:pt x="3695" y="2762"/>
                  <a:pt x="3696" y="2761"/>
                </a:cubicBezTo>
                <a:cubicBezTo>
                  <a:pt x="3697" y="2758"/>
                  <a:pt x="3698" y="2754"/>
                  <a:pt x="3698" y="2751"/>
                </a:cubicBezTo>
                <a:cubicBezTo>
                  <a:pt x="3698" y="2750"/>
                  <a:pt x="3698" y="2749"/>
                  <a:pt x="3698" y="2748"/>
                </a:cubicBezTo>
                <a:cubicBezTo>
                  <a:pt x="3699" y="2746"/>
                  <a:pt x="3700" y="2744"/>
                  <a:pt x="3701" y="2742"/>
                </a:cubicBezTo>
                <a:cubicBezTo>
                  <a:pt x="3711" y="2726"/>
                  <a:pt x="3723" y="2711"/>
                  <a:pt x="3737" y="2700"/>
                </a:cubicBezTo>
                <a:cubicBezTo>
                  <a:pt x="3755" y="2683"/>
                  <a:pt x="3777" y="2671"/>
                  <a:pt x="3794" y="2655"/>
                </a:cubicBezTo>
                <a:cubicBezTo>
                  <a:pt x="3798" y="2651"/>
                  <a:pt x="3793" y="2644"/>
                  <a:pt x="3789" y="2647"/>
                </a:cubicBezTo>
                <a:cubicBezTo>
                  <a:pt x="3762" y="2667"/>
                  <a:pt x="3728" y="2673"/>
                  <a:pt x="3704" y="2697"/>
                </a:cubicBezTo>
                <a:cubicBezTo>
                  <a:pt x="3697" y="2704"/>
                  <a:pt x="3690" y="2711"/>
                  <a:pt x="3683" y="2718"/>
                </a:cubicBezTo>
                <a:lnTo>
                  <a:pt x="3683" y="2713"/>
                </a:lnTo>
                <a:cubicBezTo>
                  <a:pt x="3685" y="2712"/>
                  <a:pt x="3687" y="2711"/>
                  <a:pt x="3688" y="2709"/>
                </a:cubicBezTo>
                <a:cubicBezTo>
                  <a:pt x="3689" y="2707"/>
                  <a:pt x="3689" y="2705"/>
                  <a:pt x="3690" y="2703"/>
                </a:cubicBezTo>
                <a:cubicBezTo>
                  <a:pt x="3692" y="2670"/>
                  <a:pt x="3747" y="2637"/>
                  <a:pt x="3768" y="2622"/>
                </a:cubicBezTo>
                <a:cubicBezTo>
                  <a:pt x="3797" y="2602"/>
                  <a:pt x="3832" y="2592"/>
                  <a:pt x="3859" y="2570"/>
                </a:cubicBezTo>
                <a:cubicBezTo>
                  <a:pt x="3861" y="2568"/>
                  <a:pt x="3859" y="2564"/>
                  <a:pt x="3856" y="2566"/>
                </a:cubicBezTo>
                <a:cubicBezTo>
                  <a:pt x="3841" y="2576"/>
                  <a:pt x="3822" y="2576"/>
                  <a:pt x="3806" y="2585"/>
                </a:cubicBezTo>
                <a:cubicBezTo>
                  <a:pt x="3783" y="2597"/>
                  <a:pt x="3759" y="2609"/>
                  <a:pt x="3736" y="2621"/>
                </a:cubicBezTo>
                <a:cubicBezTo>
                  <a:pt x="3730" y="2623"/>
                  <a:pt x="3726" y="2626"/>
                  <a:pt x="3721" y="2629"/>
                </a:cubicBezTo>
                <a:cubicBezTo>
                  <a:pt x="3704" y="2639"/>
                  <a:pt x="3688" y="2651"/>
                  <a:pt x="3674" y="2665"/>
                </a:cubicBezTo>
                <a:lnTo>
                  <a:pt x="3674" y="2664"/>
                </a:lnTo>
                <a:cubicBezTo>
                  <a:pt x="3674" y="2663"/>
                  <a:pt x="3674" y="2663"/>
                  <a:pt x="3674" y="2662"/>
                </a:cubicBezTo>
                <a:cubicBezTo>
                  <a:pt x="3675" y="2652"/>
                  <a:pt x="3694" y="2639"/>
                  <a:pt x="3700" y="2632"/>
                </a:cubicBezTo>
                <a:cubicBezTo>
                  <a:pt x="3705" y="2626"/>
                  <a:pt x="3710" y="2619"/>
                  <a:pt x="3715" y="2612"/>
                </a:cubicBezTo>
                <a:cubicBezTo>
                  <a:pt x="3719" y="2605"/>
                  <a:pt x="3725" y="2598"/>
                  <a:pt x="3729" y="2592"/>
                </a:cubicBezTo>
                <a:cubicBezTo>
                  <a:pt x="3733" y="2585"/>
                  <a:pt x="3724" y="2582"/>
                  <a:pt x="3721" y="2588"/>
                </a:cubicBezTo>
                <a:cubicBezTo>
                  <a:pt x="3712" y="2605"/>
                  <a:pt x="3686" y="2610"/>
                  <a:pt x="3671" y="2623"/>
                </a:cubicBezTo>
                <a:cubicBezTo>
                  <a:pt x="3667" y="2627"/>
                  <a:pt x="3662" y="2631"/>
                  <a:pt x="3658" y="2636"/>
                </a:cubicBezTo>
                <a:lnTo>
                  <a:pt x="3655" y="2629"/>
                </a:lnTo>
                <a:cubicBezTo>
                  <a:pt x="3674" y="2597"/>
                  <a:pt x="3700" y="2570"/>
                  <a:pt x="3732" y="2552"/>
                </a:cubicBezTo>
                <a:cubicBezTo>
                  <a:pt x="3752" y="2540"/>
                  <a:pt x="3773" y="2533"/>
                  <a:pt x="3795" y="2528"/>
                </a:cubicBezTo>
                <a:cubicBezTo>
                  <a:pt x="3800" y="2528"/>
                  <a:pt x="3800" y="2520"/>
                  <a:pt x="3795" y="2520"/>
                </a:cubicBezTo>
                <a:cubicBezTo>
                  <a:pt x="3773" y="2522"/>
                  <a:pt x="3751" y="2529"/>
                  <a:pt x="3731" y="2540"/>
                </a:cubicBezTo>
                <a:cubicBezTo>
                  <a:pt x="3730" y="2541"/>
                  <a:pt x="3728" y="2542"/>
                  <a:pt x="3727" y="2543"/>
                </a:cubicBezTo>
                <a:cubicBezTo>
                  <a:pt x="3720" y="2546"/>
                  <a:pt x="3714" y="2549"/>
                  <a:pt x="3707" y="2553"/>
                </a:cubicBezTo>
                <a:cubicBezTo>
                  <a:pt x="3683" y="2567"/>
                  <a:pt x="3661" y="2585"/>
                  <a:pt x="3643" y="2607"/>
                </a:cubicBezTo>
                <a:lnTo>
                  <a:pt x="3637" y="2596"/>
                </a:lnTo>
                <a:cubicBezTo>
                  <a:pt x="3635" y="2592"/>
                  <a:pt x="3633" y="2589"/>
                  <a:pt x="3630" y="2585"/>
                </a:cubicBezTo>
                <a:cubicBezTo>
                  <a:pt x="3648" y="2568"/>
                  <a:pt x="3667" y="2551"/>
                  <a:pt x="3687" y="2536"/>
                </a:cubicBezTo>
                <a:cubicBezTo>
                  <a:pt x="3707" y="2524"/>
                  <a:pt x="3724" y="2511"/>
                  <a:pt x="3744" y="2499"/>
                </a:cubicBezTo>
                <a:cubicBezTo>
                  <a:pt x="3744" y="2498"/>
                  <a:pt x="3745" y="2498"/>
                  <a:pt x="3745" y="2498"/>
                </a:cubicBezTo>
                <a:cubicBezTo>
                  <a:pt x="3745" y="2497"/>
                  <a:pt x="3745" y="2497"/>
                  <a:pt x="3745" y="2496"/>
                </a:cubicBezTo>
                <a:lnTo>
                  <a:pt x="3745" y="2495"/>
                </a:lnTo>
                <a:lnTo>
                  <a:pt x="3744" y="2494"/>
                </a:lnTo>
                <a:lnTo>
                  <a:pt x="3743" y="2494"/>
                </a:lnTo>
                <a:lnTo>
                  <a:pt x="3742" y="2494"/>
                </a:lnTo>
                <a:cubicBezTo>
                  <a:pt x="3742" y="2494"/>
                  <a:pt x="3741" y="2494"/>
                  <a:pt x="3740" y="2494"/>
                </a:cubicBezTo>
                <a:cubicBezTo>
                  <a:pt x="3714" y="2494"/>
                  <a:pt x="3687" y="2501"/>
                  <a:pt x="3664" y="2514"/>
                </a:cubicBezTo>
                <a:cubicBezTo>
                  <a:pt x="3661" y="2516"/>
                  <a:pt x="3659" y="2517"/>
                  <a:pt x="3656" y="2519"/>
                </a:cubicBezTo>
                <a:cubicBezTo>
                  <a:pt x="3667" y="2510"/>
                  <a:pt x="3679" y="2502"/>
                  <a:pt x="3691" y="2495"/>
                </a:cubicBezTo>
                <a:cubicBezTo>
                  <a:pt x="3707" y="2486"/>
                  <a:pt x="3723" y="2479"/>
                  <a:pt x="3740" y="2473"/>
                </a:cubicBezTo>
                <a:lnTo>
                  <a:pt x="3742" y="2473"/>
                </a:lnTo>
                <a:cubicBezTo>
                  <a:pt x="3785" y="2456"/>
                  <a:pt x="3831" y="2447"/>
                  <a:pt x="3877" y="2447"/>
                </a:cubicBezTo>
                <a:cubicBezTo>
                  <a:pt x="3893" y="2447"/>
                  <a:pt x="3909" y="2448"/>
                  <a:pt x="3925" y="2450"/>
                </a:cubicBezTo>
                <a:cubicBezTo>
                  <a:pt x="3993" y="2465"/>
                  <a:pt x="4050" y="2500"/>
                  <a:pt x="4109" y="2535"/>
                </a:cubicBezTo>
                <a:cubicBezTo>
                  <a:pt x="4168" y="2570"/>
                  <a:pt x="4246" y="2659"/>
                  <a:pt x="4255" y="2730"/>
                </a:cubicBezTo>
                <a:cubicBezTo>
                  <a:pt x="4264" y="2798"/>
                  <a:pt x="4275" y="2907"/>
                  <a:pt x="4219" y="2960"/>
                </a:cubicBezTo>
                <a:cubicBezTo>
                  <a:pt x="4218" y="2960"/>
                  <a:pt x="4217" y="2961"/>
                  <a:pt x="4217" y="2962"/>
                </a:cubicBezTo>
                <a:cubicBezTo>
                  <a:pt x="4216" y="2963"/>
                  <a:pt x="4217" y="2964"/>
                  <a:pt x="4216" y="2964"/>
                </a:cubicBezTo>
                <a:lnTo>
                  <a:pt x="4204" y="2973"/>
                </a:lnTo>
                <a:lnTo>
                  <a:pt x="4207" y="2965"/>
                </a:lnTo>
                <a:cubicBezTo>
                  <a:pt x="4216" y="2945"/>
                  <a:pt x="4230" y="2921"/>
                  <a:pt x="4229" y="2898"/>
                </a:cubicBezTo>
                <a:cubicBezTo>
                  <a:pt x="4225" y="2895"/>
                  <a:pt x="4221" y="2895"/>
                  <a:pt x="4220" y="2897"/>
                </a:cubicBezTo>
                <a:lnTo>
                  <a:pt x="4221" y="2897"/>
                </a:lnTo>
                <a:moveTo>
                  <a:pt x="3698" y="3202"/>
                </a:moveTo>
                <a:cubicBezTo>
                  <a:pt x="3656" y="3213"/>
                  <a:pt x="3614" y="3227"/>
                  <a:pt x="3574" y="3243"/>
                </a:cubicBezTo>
                <a:cubicBezTo>
                  <a:pt x="3530" y="3254"/>
                  <a:pt x="3486" y="3261"/>
                  <a:pt x="3443" y="3274"/>
                </a:cubicBezTo>
                <a:lnTo>
                  <a:pt x="3442" y="3274"/>
                </a:lnTo>
                <a:cubicBezTo>
                  <a:pt x="3442" y="3275"/>
                  <a:pt x="3441" y="3275"/>
                  <a:pt x="3441" y="3276"/>
                </a:cubicBezTo>
                <a:cubicBezTo>
                  <a:pt x="3440" y="3276"/>
                  <a:pt x="3440" y="3277"/>
                  <a:pt x="3440" y="3277"/>
                </a:cubicBezTo>
                <a:cubicBezTo>
                  <a:pt x="3396" y="3286"/>
                  <a:pt x="3352" y="3295"/>
                  <a:pt x="3308" y="3303"/>
                </a:cubicBezTo>
                <a:cubicBezTo>
                  <a:pt x="3306" y="3301"/>
                  <a:pt x="3303" y="3299"/>
                  <a:pt x="3300" y="3297"/>
                </a:cubicBezTo>
                <a:cubicBezTo>
                  <a:pt x="3296" y="3295"/>
                  <a:pt x="3291" y="3293"/>
                  <a:pt x="3287" y="3292"/>
                </a:cubicBezTo>
                <a:cubicBezTo>
                  <a:pt x="3287" y="3291"/>
                  <a:pt x="3287" y="3290"/>
                  <a:pt x="3287" y="3288"/>
                </a:cubicBezTo>
                <a:cubicBezTo>
                  <a:pt x="3287" y="3285"/>
                  <a:pt x="3286" y="3282"/>
                  <a:pt x="3285" y="3279"/>
                </a:cubicBezTo>
                <a:cubicBezTo>
                  <a:pt x="3283" y="3276"/>
                  <a:pt x="3280" y="3272"/>
                  <a:pt x="3277" y="3271"/>
                </a:cubicBezTo>
                <a:cubicBezTo>
                  <a:pt x="3274" y="3269"/>
                  <a:pt x="3271" y="3269"/>
                  <a:pt x="3268" y="3269"/>
                </a:cubicBezTo>
                <a:cubicBezTo>
                  <a:pt x="3267" y="3269"/>
                  <a:pt x="3267" y="3269"/>
                  <a:pt x="3267" y="3269"/>
                </a:cubicBezTo>
                <a:lnTo>
                  <a:pt x="3266" y="3269"/>
                </a:lnTo>
                <a:cubicBezTo>
                  <a:pt x="3262" y="3269"/>
                  <a:pt x="3259" y="3269"/>
                  <a:pt x="3256" y="3271"/>
                </a:cubicBezTo>
                <a:cubicBezTo>
                  <a:pt x="3253" y="3272"/>
                  <a:pt x="3249" y="3276"/>
                  <a:pt x="3248" y="3279"/>
                </a:cubicBezTo>
                <a:cubicBezTo>
                  <a:pt x="3246" y="3282"/>
                  <a:pt x="3246" y="3284"/>
                  <a:pt x="3246" y="3288"/>
                </a:cubicBezTo>
                <a:cubicBezTo>
                  <a:pt x="3246" y="3291"/>
                  <a:pt x="3246" y="3295"/>
                  <a:pt x="3248" y="3298"/>
                </a:cubicBezTo>
                <a:cubicBezTo>
                  <a:pt x="3249" y="3301"/>
                  <a:pt x="3253" y="3304"/>
                  <a:pt x="3256" y="3305"/>
                </a:cubicBezTo>
                <a:cubicBezTo>
                  <a:pt x="3255" y="3306"/>
                  <a:pt x="3255" y="3306"/>
                  <a:pt x="3255" y="3307"/>
                </a:cubicBezTo>
                <a:cubicBezTo>
                  <a:pt x="3253" y="3309"/>
                  <a:pt x="3253" y="3312"/>
                  <a:pt x="3252" y="3315"/>
                </a:cubicBezTo>
                <a:lnTo>
                  <a:pt x="3226" y="3320"/>
                </a:lnTo>
                <a:cubicBezTo>
                  <a:pt x="3227" y="3314"/>
                  <a:pt x="3228" y="3308"/>
                  <a:pt x="3230" y="3302"/>
                </a:cubicBezTo>
                <a:cubicBezTo>
                  <a:pt x="3231" y="3292"/>
                  <a:pt x="3235" y="3282"/>
                  <a:pt x="3240" y="3273"/>
                </a:cubicBezTo>
                <a:cubicBezTo>
                  <a:pt x="3241" y="3272"/>
                  <a:pt x="3242" y="3270"/>
                  <a:pt x="3243" y="3268"/>
                </a:cubicBezTo>
                <a:cubicBezTo>
                  <a:pt x="3243" y="3268"/>
                  <a:pt x="3244" y="3268"/>
                  <a:pt x="3244" y="3267"/>
                </a:cubicBezTo>
                <a:cubicBezTo>
                  <a:pt x="3244" y="3267"/>
                  <a:pt x="3244" y="3266"/>
                  <a:pt x="3244" y="3265"/>
                </a:cubicBezTo>
                <a:cubicBezTo>
                  <a:pt x="3244" y="3264"/>
                  <a:pt x="3244" y="3264"/>
                  <a:pt x="3244" y="3263"/>
                </a:cubicBezTo>
                <a:cubicBezTo>
                  <a:pt x="3243" y="3262"/>
                  <a:pt x="3243" y="3262"/>
                  <a:pt x="3242" y="3261"/>
                </a:cubicBezTo>
                <a:cubicBezTo>
                  <a:pt x="3242" y="3261"/>
                  <a:pt x="3241" y="3261"/>
                  <a:pt x="3240" y="3261"/>
                </a:cubicBezTo>
                <a:cubicBezTo>
                  <a:pt x="3239" y="3261"/>
                  <a:pt x="3238" y="3261"/>
                  <a:pt x="3238" y="3261"/>
                </a:cubicBezTo>
                <a:cubicBezTo>
                  <a:pt x="3237" y="3261"/>
                  <a:pt x="3237" y="3262"/>
                  <a:pt x="3237" y="3262"/>
                </a:cubicBezTo>
                <a:cubicBezTo>
                  <a:pt x="3234" y="3264"/>
                  <a:pt x="3232" y="3267"/>
                  <a:pt x="3230" y="3270"/>
                </a:cubicBezTo>
                <a:lnTo>
                  <a:pt x="3229" y="3271"/>
                </a:lnTo>
                <a:cubicBezTo>
                  <a:pt x="3226" y="3276"/>
                  <a:pt x="3222" y="3282"/>
                  <a:pt x="3217" y="3286"/>
                </a:cubicBezTo>
                <a:cubicBezTo>
                  <a:pt x="3214" y="3289"/>
                  <a:pt x="3212" y="3292"/>
                  <a:pt x="3210" y="3296"/>
                </a:cubicBezTo>
                <a:cubicBezTo>
                  <a:pt x="3205" y="3304"/>
                  <a:pt x="3202" y="3314"/>
                  <a:pt x="3201" y="3324"/>
                </a:cubicBezTo>
                <a:lnTo>
                  <a:pt x="3173" y="3329"/>
                </a:lnTo>
                <a:cubicBezTo>
                  <a:pt x="3175" y="3319"/>
                  <a:pt x="3185" y="3308"/>
                  <a:pt x="3180" y="3298"/>
                </a:cubicBezTo>
                <a:cubicBezTo>
                  <a:pt x="3179" y="3297"/>
                  <a:pt x="3179" y="3297"/>
                  <a:pt x="3179" y="3297"/>
                </a:cubicBezTo>
                <a:cubicBezTo>
                  <a:pt x="3179" y="3296"/>
                  <a:pt x="3178" y="3295"/>
                  <a:pt x="3177" y="3295"/>
                </a:cubicBezTo>
                <a:cubicBezTo>
                  <a:pt x="3176" y="3294"/>
                  <a:pt x="3175" y="3294"/>
                  <a:pt x="3174" y="3294"/>
                </a:cubicBezTo>
                <a:cubicBezTo>
                  <a:pt x="3173" y="3294"/>
                  <a:pt x="3172" y="3294"/>
                  <a:pt x="3171" y="3295"/>
                </a:cubicBezTo>
                <a:cubicBezTo>
                  <a:pt x="3170" y="3295"/>
                  <a:pt x="3169" y="3296"/>
                  <a:pt x="3169" y="3297"/>
                </a:cubicBezTo>
                <a:cubicBezTo>
                  <a:pt x="3168" y="3298"/>
                  <a:pt x="3168" y="3299"/>
                  <a:pt x="3168" y="3299"/>
                </a:cubicBezTo>
                <a:cubicBezTo>
                  <a:pt x="3168" y="3301"/>
                  <a:pt x="3165" y="3302"/>
                  <a:pt x="3164" y="3303"/>
                </a:cubicBezTo>
                <a:cubicBezTo>
                  <a:pt x="3161" y="3305"/>
                  <a:pt x="3159" y="3308"/>
                  <a:pt x="3157" y="3311"/>
                </a:cubicBezTo>
                <a:cubicBezTo>
                  <a:pt x="3155" y="3313"/>
                  <a:pt x="3153" y="3314"/>
                  <a:pt x="3152" y="3317"/>
                </a:cubicBezTo>
                <a:cubicBezTo>
                  <a:pt x="3149" y="3321"/>
                  <a:pt x="3148" y="3326"/>
                  <a:pt x="3148" y="3331"/>
                </a:cubicBezTo>
                <a:lnTo>
                  <a:pt x="3148" y="3332"/>
                </a:lnTo>
                <a:lnTo>
                  <a:pt x="3148" y="3333"/>
                </a:lnTo>
                <a:lnTo>
                  <a:pt x="3100" y="3341"/>
                </a:lnTo>
                <a:cubicBezTo>
                  <a:pt x="3105" y="3320"/>
                  <a:pt x="3137" y="3279"/>
                  <a:pt x="3146" y="3266"/>
                </a:cubicBezTo>
                <a:cubicBezTo>
                  <a:pt x="3165" y="3240"/>
                  <a:pt x="3188" y="3216"/>
                  <a:pt x="3214" y="3196"/>
                </a:cubicBezTo>
                <a:cubicBezTo>
                  <a:pt x="3239" y="3175"/>
                  <a:pt x="3266" y="3157"/>
                  <a:pt x="3294" y="3141"/>
                </a:cubicBezTo>
                <a:cubicBezTo>
                  <a:pt x="3315" y="3129"/>
                  <a:pt x="3336" y="3118"/>
                  <a:pt x="3357" y="3109"/>
                </a:cubicBezTo>
                <a:cubicBezTo>
                  <a:pt x="3406" y="3087"/>
                  <a:pt x="3458" y="3076"/>
                  <a:pt x="3512" y="3076"/>
                </a:cubicBezTo>
                <a:cubicBezTo>
                  <a:pt x="3549" y="3076"/>
                  <a:pt x="3586" y="3082"/>
                  <a:pt x="3622" y="3093"/>
                </a:cubicBezTo>
                <a:cubicBezTo>
                  <a:pt x="3636" y="3097"/>
                  <a:pt x="3649" y="3101"/>
                  <a:pt x="3662" y="3109"/>
                </a:cubicBezTo>
                <a:cubicBezTo>
                  <a:pt x="3677" y="3117"/>
                  <a:pt x="3691" y="3129"/>
                  <a:pt x="3703" y="3142"/>
                </a:cubicBezTo>
                <a:cubicBezTo>
                  <a:pt x="3702" y="3143"/>
                  <a:pt x="3702" y="3144"/>
                  <a:pt x="3702" y="3146"/>
                </a:cubicBezTo>
                <a:cubicBezTo>
                  <a:pt x="3702" y="3148"/>
                  <a:pt x="3703" y="3150"/>
                  <a:pt x="3704" y="3152"/>
                </a:cubicBezTo>
                <a:cubicBezTo>
                  <a:pt x="3705" y="3154"/>
                  <a:pt x="3707" y="3156"/>
                  <a:pt x="3709" y="3157"/>
                </a:cubicBezTo>
                <a:cubicBezTo>
                  <a:pt x="3710" y="3158"/>
                  <a:pt x="3712" y="3159"/>
                  <a:pt x="3714" y="3159"/>
                </a:cubicBezTo>
                <a:cubicBezTo>
                  <a:pt x="3717" y="3165"/>
                  <a:pt x="3720" y="3171"/>
                  <a:pt x="3721" y="3178"/>
                </a:cubicBezTo>
                <a:cubicBezTo>
                  <a:pt x="3722" y="3184"/>
                  <a:pt x="3721" y="3179"/>
                  <a:pt x="3721" y="3180"/>
                </a:cubicBezTo>
                <a:cubicBezTo>
                  <a:pt x="3721" y="3182"/>
                  <a:pt x="3722" y="3185"/>
                  <a:pt x="3723" y="3187"/>
                </a:cubicBezTo>
                <a:lnTo>
                  <a:pt x="3723" y="3188"/>
                </a:lnTo>
                <a:cubicBezTo>
                  <a:pt x="3721" y="3189"/>
                  <a:pt x="3720" y="3191"/>
                  <a:pt x="3718" y="3194"/>
                </a:cubicBezTo>
                <a:cubicBezTo>
                  <a:pt x="3717" y="3195"/>
                  <a:pt x="3717" y="3195"/>
                  <a:pt x="3716" y="3196"/>
                </a:cubicBezTo>
                <a:lnTo>
                  <a:pt x="3698" y="3202"/>
                </a:lnTo>
                <a:moveTo>
                  <a:pt x="3277" y="3307"/>
                </a:moveTo>
                <a:cubicBezTo>
                  <a:pt x="3280" y="3306"/>
                  <a:pt x="3282" y="3303"/>
                  <a:pt x="3283" y="3301"/>
                </a:cubicBezTo>
                <a:cubicBezTo>
                  <a:pt x="3287" y="3303"/>
                  <a:pt x="3291" y="3304"/>
                  <a:pt x="3295" y="3306"/>
                </a:cubicBezTo>
                <a:lnTo>
                  <a:pt x="3277" y="3310"/>
                </a:lnTo>
                <a:cubicBezTo>
                  <a:pt x="3277" y="3309"/>
                  <a:pt x="3277" y="3308"/>
                  <a:pt x="3277" y="3307"/>
                </a:cubicBezTo>
                <a:moveTo>
                  <a:pt x="2351" y="3402"/>
                </a:moveTo>
                <a:cubicBezTo>
                  <a:pt x="2353" y="3402"/>
                  <a:pt x="2355" y="3400"/>
                  <a:pt x="2357" y="3400"/>
                </a:cubicBezTo>
                <a:cubicBezTo>
                  <a:pt x="2358" y="3399"/>
                  <a:pt x="2359" y="3399"/>
                  <a:pt x="2359" y="3398"/>
                </a:cubicBezTo>
                <a:lnTo>
                  <a:pt x="2359" y="3401"/>
                </a:lnTo>
                <a:cubicBezTo>
                  <a:pt x="2359" y="3401"/>
                  <a:pt x="2359" y="3402"/>
                  <a:pt x="2359" y="3403"/>
                </a:cubicBezTo>
                <a:lnTo>
                  <a:pt x="2352" y="3403"/>
                </a:lnTo>
                <a:lnTo>
                  <a:pt x="2351" y="3402"/>
                </a:lnTo>
                <a:moveTo>
                  <a:pt x="2367" y="3385"/>
                </a:moveTo>
                <a:lnTo>
                  <a:pt x="2366" y="3387"/>
                </a:lnTo>
                <a:lnTo>
                  <a:pt x="2366" y="3386"/>
                </a:lnTo>
                <a:lnTo>
                  <a:pt x="2367" y="3385"/>
                </a:lnTo>
                <a:moveTo>
                  <a:pt x="2573" y="3385"/>
                </a:moveTo>
                <a:cubicBezTo>
                  <a:pt x="2573" y="3374"/>
                  <a:pt x="2555" y="3375"/>
                  <a:pt x="2555" y="3387"/>
                </a:cubicBezTo>
                <a:cubicBezTo>
                  <a:pt x="2555" y="3389"/>
                  <a:pt x="2555" y="3391"/>
                  <a:pt x="2555" y="3392"/>
                </a:cubicBezTo>
                <a:cubicBezTo>
                  <a:pt x="2555" y="3394"/>
                  <a:pt x="2555" y="3396"/>
                  <a:pt x="2555" y="3398"/>
                </a:cubicBezTo>
                <a:lnTo>
                  <a:pt x="2512" y="3401"/>
                </a:lnTo>
                <a:cubicBezTo>
                  <a:pt x="2512" y="3397"/>
                  <a:pt x="2513" y="3393"/>
                  <a:pt x="2514" y="3389"/>
                </a:cubicBezTo>
                <a:cubicBezTo>
                  <a:pt x="2514" y="3386"/>
                  <a:pt x="2515" y="3383"/>
                  <a:pt x="2515" y="3381"/>
                </a:cubicBezTo>
                <a:cubicBezTo>
                  <a:pt x="2515" y="3377"/>
                  <a:pt x="2514" y="3372"/>
                  <a:pt x="2512" y="3369"/>
                </a:cubicBezTo>
                <a:cubicBezTo>
                  <a:pt x="2511" y="3368"/>
                  <a:pt x="2510" y="3367"/>
                  <a:pt x="2509" y="3366"/>
                </a:cubicBezTo>
                <a:cubicBezTo>
                  <a:pt x="2508" y="3365"/>
                  <a:pt x="2506" y="3365"/>
                  <a:pt x="2505" y="3365"/>
                </a:cubicBezTo>
                <a:cubicBezTo>
                  <a:pt x="2504" y="3365"/>
                  <a:pt x="2502" y="3365"/>
                  <a:pt x="2501" y="3366"/>
                </a:cubicBezTo>
                <a:cubicBezTo>
                  <a:pt x="2500" y="3367"/>
                  <a:pt x="2499" y="3368"/>
                  <a:pt x="2498" y="3369"/>
                </a:cubicBezTo>
                <a:cubicBezTo>
                  <a:pt x="2497" y="3370"/>
                  <a:pt x="2497" y="3371"/>
                  <a:pt x="2496" y="3372"/>
                </a:cubicBezTo>
                <a:cubicBezTo>
                  <a:pt x="2491" y="3380"/>
                  <a:pt x="2489" y="3389"/>
                  <a:pt x="2489" y="3398"/>
                </a:cubicBezTo>
                <a:cubicBezTo>
                  <a:pt x="2489" y="3400"/>
                  <a:pt x="2489" y="3402"/>
                  <a:pt x="2490" y="3404"/>
                </a:cubicBezTo>
                <a:cubicBezTo>
                  <a:pt x="2477" y="3404"/>
                  <a:pt x="2465" y="3404"/>
                  <a:pt x="2453" y="3404"/>
                </a:cubicBezTo>
                <a:cubicBezTo>
                  <a:pt x="2455" y="3399"/>
                  <a:pt x="2456" y="3394"/>
                  <a:pt x="2456" y="3389"/>
                </a:cubicBezTo>
                <a:cubicBezTo>
                  <a:pt x="2456" y="3385"/>
                  <a:pt x="2456" y="3381"/>
                  <a:pt x="2454" y="3377"/>
                </a:cubicBezTo>
                <a:cubicBezTo>
                  <a:pt x="2454" y="3377"/>
                  <a:pt x="2453" y="3376"/>
                  <a:pt x="2453" y="3375"/>
                </a:cubicBezTo>
                <a:cubicBezTo>
                  <a:pt x="2452" y="3374"/>
                  <a:pt x="2451" y="3372"/>
                  <a:pt x="2450" y="3372"/>
                </a:cubicBezTo>
                <a:cubicBezTo>
                  <a:pt x="2448" y="3371"/>
                  <a:pt x="2447" y="3371"/>
                  <a:pt x="2446" y="3371"/>
                </a:cubicBezTo>
                <a:cubicBezTo>
                  <a:pt x="2444" y="3371"/>
                  <a:pt x="2443" y="3371"/>
                  <a:pt x="2442" y="3372"/>
                </a:cubicBezTo>
                <a:cubicBezTo>
                  <a:pt x="2440" y="3372"/>
                  <a:pt x="2438" y="3374"/>
                  <a:pt x="2438" y="3375"/>
                </a:cubicBezTo>
                <a:cubicBezTo>
                  <a:pt x="2437" y="3376"/>
                  <a:pt x="2438" y="3376"/>
                  <a:pt x="2438" y="3376"/>
                </a:cubicBezTo>
                <a:cubicBezTo>
                  <a:pt x="2438" y="3376"/>
                  <a:pt x="2438" y="3377"/>
                  <a:pt x="2437" y="3378"/>
                </a:cubicBezTo>
                <a:cubicBezTo>
                  <a:pt x="2433" y="3385"/>
                  <a:pt x="2430" y="3394"/>
                  <a:pt x="2429" y="3403"/>
                </a:cubicBezTo>
                <a:cubicBezTo>
                  <a:pt x="2415" y="3403"/>
                  <a:pt x="2402" y="3403"/>
                  <a:pt x="2388" y="3403"/>
                </a:cubicBezTo>
                <a:cubicBezTo>
                  <a:pt x="2388" y="3402"/>
                  <a:pt x="2390" y="3400"/>
                  <a:pt x="2391" y="3397"/>
                </a:cubicBezTo>
                <a:cubicBezTo>
                  <a:pt x="2391" y="3395"/>
                  <a:pt x="2392" y="3393"/>
                  <a:pt x="2392" y="3391"/>
                </a:cubicBezTo>
                <a:cubicBezTo>
                  <a:pt x="2392" y="3387"/>
                  <a:pt x="2391" y="3384"/>
                  <a:pt x="2389" y="3381"/>
                </a:cubicBezTo>
                <a:cubicBezTo>
                  <a:pt x="2388" y="3379"/>
                  <a:pt x="2387" y="3378"/>
                  <a:pt x="2386" y="3376"/>
                </a:cubicBezTo>
                <a:cubicBezTo>
                  <a:pt x="2385" y="3376"/>
                  <a:pt x="2385" y="3376"/>
                  <a:pt x="2385" y="3376"/>
                </a:cubicBezTo>
                <a:cubicBezTo>
                  <a:pt x="2383" y="3375"/>
                  <a:pt x="2382" y="3374"/>
                  <a:pt x="2380" y="3374"/>
                </a:cubicBezTo>
                <a:cubicBezTo>
                  <a:pt x="2378" y="3374"/>
                  <a:pt x="2377" y="3375"/>
                  <a:pt x="2375" y="3375"/>
                </a:cubicBezTo>
                <a:cubicBezTo>
                  <a:pt x="2372" y="3376"/>
                  <a:pt x="2368" y="3376"/>
                  <a:pt x="2364" y="3377"/>
                </a:cubicBezTo>
                <a:cubicBezTo>
                  <a:pt x="2364" y="3376"/>
                  <a:pt x="2362" y="3375"/>
                  <a:pt x="2362" y="3374"/>
                </a:cubicBezTo>
                <a:cubicBezTo>
                  <a:pt x="2360" y="3371"/>
                  <a:pt x="2358" y="3367"/>
                  <a:pt x="2355" y="3366"/>
                </a:cubicBezTo>
                <a:cubicBezTo>
                  <a:pt x="2352" y="3364"/>
                  <a:pt x="2349" y="3364"/>
                  <a:pt x="2345" y="3364"/>
                </a:cubicBezTo>
                <a:lnTo>
                  <a:pt x="2344" y="3364"/>
                </a:lnTo>
                <a:lnTo>
                  <a:pt x="2343" y="3364"/>
                </a:lnTo>
                <a:cubicBezTo>
                  <a:pt x="2339" y="3364"/>
                  <a:pt x="2336" y="3364"/>
                  <a:pt x="2333" y="3366"/>
                </a:cubicBezTo>
                <a:cubicBezTo>
                  <a:pt x="2330" y="3367"/>
                  <a:pt x="2327" y="3371"/>
                  <a:pt x="2326" y="3374"/>
                </a:cubicBezTo>
                <a:cubicBezTo>
                  <a:pt x="2324" y="3377"/>
                  <a:pt x="2323" y="3379"/>
                  <a:pt x="2323" y="3383"/>
                </a:cubicBezTo>
                <a:cubicBezTo>
                  <a:pt x="2323" y="3386"/>
                  <a:pt x="2324" y="3390"/>
                  <a:pt x="2326" y="3393"/>
                </a:cubicBezTo>
                <a:cubicBezTo>
                  <a:pt x="2327" y="3396"/>
                  <a:pt x="2329" y="3398"/>
                  <a:pt x="2332" y="3400"/>
                </a:cubicBezTo>
                <a:cubicBezTo>
                  <a:pt x="2330" y="3401"/>
                  <a:pt x="2329" y="3403"/>
                  <a:pt x="2328" y="3404"/>
                </a:cubicBezTo>
                <a:cubicBezTo>
                  <a:pt x="2322" y="3404"/>
                  <a:pt x="2316" y="3404"/>
                  <a:pt x="2310" y="3404"/>
                </a:cubicBezTo>
                <a:cubicBezTo>
                  <a:pt x="2313" y="3398"/>
                  <a:pt x="2316" y="3392"/>
                  <a:pt x="2317" y="3386"/>
                </a:cubicBezTo>
                <a:cubicBezTo>
                  <a:pt x="2318" y="3385"/>
                  <a:pt x="2319" y="3383"/>
                  <a:pt x="2320" y="3381"/>
                </a:cubicBezTo>
                <a:cubicBezTo>
                  <a:pt x="2322" y="3377"/>
                  <a:pt x="2325" y="3373"/>
                  <a:pt x="2329" y="3369"/>
                </a:cubicBezTo>
                <a:cubicBezTo>
                  <a:pt x="2332" y="3366"/>
                  <a:pt x="2336" y="3364"/>
                  <a:pt x="2338" y="3359"/>
                </a:cubicBezTo>
                <a:lnTo>
                  <a:pt x="2338" y="3358"/>
                </a:lnTo>
                <a:cubicBezTo>
                  <a:pt x="2338" y="3357"/>
                  <a:pt x="2338" y="3357"/>
                  <a:pt x="2338" y="3356"/>
                </a:cubicBezTo>
                <a:cubicBezTo>
                  <a:pt x="2337" y="3355"/>
                  <a:pt x="2337" y="3355"/>
                  <a:pt x="2336" y="3355"/>
                </a:cubicBezTo>
                <a:cubicBezTo>
                  <a:pt x="2335" y="3354"/>
                  <a:pt x="2335" y="3354"/>
                  <a:pt x="2334" y="3354"/>
                </a:cubicBezTo>
                <a:lnTo>
                  <a:pt x="2333" y="3355"/>
                </a:lnTo>
                <a:cubicBezTo>
                  <a:pt x="2332" y="3355"/>
                  <a:pt x="2332" y="3355"/>
                  <a:pt x="2331" y="3356"/>
                </a:cubicBezTo>
                <a:cubicBezTo>
                  <a:pt x="2329" y="3359"/>
                  <a:pt x="2324" y="3361"/>
                  <a:pt x="2321" y="3364"/>
                </a:cubicBezTo>
                <a:cubicBezTo>
                  <a:pt x="2316" y="3368"/>
                  <a:pt x="2311" y="3371"/>
                  <a:pt x="2307" y="3375"/>
                </a:cubicBezTo>
                <a:cubicBezTo>
                  <a:pt x="2304" y="3378"/>
                  <a:pt x="2302" y="3382"/>
                  <a:pt x="2300" y="3386"/>
                </a:cubicBezTo>
                <a:cubicBezTo>
                  <a:pt x="2299" y="3387"/>
                  <a:pt x="2298" y="3388"/>
                  <a:pt x="2297" y="3390"/>
                </a:cubicBezTo>
                <a:cubicBezTo>
                  <a:pt x="2297" y="3390"/>
                  <a:pt x="2296" y="3391"/>
                  <a:pt x="2296" y="3392"/>
                </a:cubicBezTo>
                <a:cubicBezTo>
                  <a:pt x="2294" y="3395"/>
                  <a:pt x="2293" y="3398"/>
                  <a:pt x="2292" y="3402"/>
                </a:cubicBezTo>
                <a:lnTo>
                  <a:pt x="2292" y="3403"/>
                </a:lnTo>
                <a:lnTo>
                  <a:pt x="2292" y="3404"/>
                </a:lnTo>
                <a:lnTo>
                  <a:pt x="2257" y="3404"/>
                </a:lnTo>
                <a:cubicBezTo>
                  <a:pt x="2274" y="3383"/>
                  <a:pt x="2292" y="3364"/>
                  <a:pt x="2311" y="3347"/>
                </a:cubicBezTo>
                <a:cubicBezTo>
                  <a:pt x="2342" y="3318"/>
                  <a:pt x="2375" y="3293"/>
                  <a:pt x="2411" y="3271"/>
                </a:cubicBezTo>
                <a:cubicBezTo>
                  <a:pt x="2484" y="3232"/>
                  <a:pt x="2563" y="3208"/>
                  <a:pt x="2645" y="3199"/>
                </a:cubicBezTo>
                <a:cubicBezTo>
                  <a:pt x="2762" y="3186"/>
                  <a:pt x="2856" y="3194"/>
                  <a:pt x="2952" y="3265"/>
                </a:cubicBezTo>
                <a:cubicBezTo>
                  <a:pt x="2976" y="3282"/>
                  <a:pt x="3019" y="3322"/>
                  <a:pt x="3024" y="3353"/>
                </a:cubicBezTo>
                <a:cubicBezTo>
                  <a:pt x="2983" y="3358"/>
                  <a:pt x="2941" y="3363"/>
                  <a:pt x="2900" y="3367"/>
                </a:cubicBezTo>
                <a:cubicBezTo>
                  <a:pt x="2810" y="3375"/>
                  <a:pt x="2716" y="3396"/>
                  <a:pt x="2626" y="3396"/>
                </a:cubicBezTo>
                <a:cubicBezTo>
                  <a:pt x="2608" y="3396"/>
                  <a:pt x="2590" y="3397"/>
                  <a:pt x="2571" y="3398"/>
                </a:cubicBezTo>
                <a:cubicBezTo>
                  <a:pt x="2573" y="3393"/>
                  <a:pt x="2573" y="3389"/>
                  <a:pt x="2573" y="3385"/>
                </a:cubicBezTo>
                <a:moveTo>
                  <a:pt x="2180" y="3400"/>
                </a:moveTo>
                <a:cubicBezTo>
                  <a:pt x="2180" y="3399"/>
                  <a:pt x="2180" y="3399"/>
                  <a:pt x="2180" y="3398"/>
                </a:cubicBezTo>
                <a:cubicBezTo>
                  <a:pt x="2180" y="3397"/>
                  <a:pt x="2180" y="3396"/>
                  <a:pt x="2180" y="3395"/>
                </a:cubicBezTo>
                <a:cubicBezTo>
                  <a:pt x="2175" y="3381"/>
                  <a:pt x="2162" y="3376"/>
                  <a:pt x="2150" y="3368"/>
                </a:cubicBezTo>
                <a:cubicBezTo>
                  <a:pt x="2130" y="3352"/>
                  <a:pt x="2113" y="3331"/>
                  <a:pt x="2100" y="3309"/>
                </a:cubicBezTo>
                <a:lnTo>
                  <a:pt x="2100" y="3308"/>
                </a:lnTo>
                <a:lnTo>
                  <a:pt x="2099" y="3307"/>
                </a:lnTo>
                <a:cubicBezTo>
                  <a:pt x="2098" y="3307"/>
                  <a:pt x="2098" y="3307"/>
                  <a:pt x="2097" y="3307"/>
                </a:cubicBezTo>
                <a:cubicBezTo>
                  <a:pt x="2096" y="3307"/>
                  <a:pt x="2096" y="3307"/>
                  <a:pt x="2095" y="3307"/>
                </a:cubicBezTo>
                <a:lnTo>
                  <a:pt x="2094" y="3308"/>
                </a:lnTo>
                <a:cubicBezTo>
                  <a:pt x="2094" y="3309"/>
                  <a:pt x="2094" y="3309"/>
                  <a:pt x="2094" y="3310"/>
                </a:cubicBezTo>
                <a:cubicBezTo>
                  <a:pt x="2094" y="3311"/>
                  <a:pt x="2094" y="3311"/>
                  <a:pt x="2094" y="3312"/>
                </a:cubicBezTo>
                <a:cubicBezTo>
                  <a:pt x="2095" y="3312"/>
                  <a:pt x="2095" y="3313"/>
                  <a:pt x="2096" y="3314"/>
                </a:cubicBezTo>
                <a:cubicBezTo>
                  <a:pt x="2100" y="3322"/>
                  <a:pt x="2104" y="3331"/>
                  <a:pt x="2108" y="3340"/>
                </a:cubicBezTo>
                <a:cubicBezTo>
                  <a:pt x="2109" y="3349"/>
                  <a:pt x="2113" y="3359"/>
                  <a:pt x="2118" y="3367"/>
                </a:cubicBezTo>
                <a:cubicBezTo>
                  <a:pt x="2119" y="3369"/>
                  <a:pt x="2120" y="3370"/>
                  <a:pt x="2120" y="3371"/>
                </a:cubicBezTo>
                <a:cubicBezTo>
                  <a:pt x="2126" y="3377"/>
                  <a:pt x="2130" y="3384"/>
                  <a:pt x="2136" y="3390"/>
                </a:cubicBezTo>
                <a:cubicBezTo>
                  <a:pt x="2140" y="3393"/>
                  <a:pt x="2144" y="3396"/>
                  <a:pt x="2148" y="3399"/>
                </a:cubicBezTo>
                <a:lnTo>
                  <a:pt x="2119" y="3397"/>
                </a:lnTo>
                <a:cubicBezTo>
                  <a:pt x="2119" y="3396"/>
                  <a:pt x="2119" y="3394"/>
                  <a:pt x="2119" y="3393"/>
                </a:cubicBezTo>
                <a:cubicBezTo>
                  <a:pt x="2119" y="3391"/>
                  <a:pt x="2119" y="3391"/>
                  <a:pt x="2119" y="3390"/>
                </a:cubicBezTo>
                <a:cubicBezTo>
                  <a:pt x="2109" y="3370"/>
                  <a:pt x="2079" y="3370"/>
                  <a:pt x="2070" y="3347"/>
                </a:cubicBezTo>
                <a:cubicBezTo>
                  <a:pt x="2062" y="3328"/>
                  <a:pt x="2047" y="3313"/>
                  <a:pt x="2042" y="3291"/>
                </a:cubicBezTo>
                <a:cubicBezTo>
                  <a:pt x="2042" y="3288"/>
                  <a:pt x="2035" y="3289"/>
                  <a:pt x="2035" y="3293"/>
                </a:cubicBezTo>
                <a:cubicBezTo>
                  <a:pt x="2039" y="3317"/>
                  <a:pt x="2054" y="3337"/>
                  <a:pt x="2056" y="3361"/>
                </a:cubicBezTo>
                <a:cubicBezTo>
                  <a:pt x="2057" y="3365"/>
                  <a:pt x="2058" y="3368"/>
                  <a:pt x="2060" y="3371"/>
                </a:cubicBezTo>
                <a:cubicBezTo>
                  <a:pt x="2062" y="3375"/>
                  <a:pt x="2065" y="3378"/>
                  <a:pt x="2068" y="3381"/>
                </a:cubicBezTo>
                <a:cubicBezTo>
                  <a:pt x="2072" y="3385"/>
                  <a:pt x="2076" y="3389"/>
                  <a:pt x="2081" y="3392"/>
                </a:cubicBezTo>
                <a:cubicBezTo>
                  <a:pt x="2082" y="3393"/>
                  <a:pt x="2082" y="3393"/>
                  <a:pt x="2083" y="3394"/>
                </a:cubicBezTo>
                <a:cubicBezTo>
                  <a:pt x="2085" y="3395"/>
                  <a:pt x="2087" y="3396"/>
                  <a:pt x="2089" y="3397"/>
                </a:cubicBezTo>
                <a:lnTo>
                  <a:pt x="2080" y="3397"/>
                </a:lnTo>
                <a:cubicBezTo>
                  <a:pt x="2070" y="3391"/>
                  <a:pt x="2058" y="3388"/>
                  <a:pt x="2046" y="3387"/>
                </a:cubicBezTo>
                <a:cubicBezTo>
                  <a:pt x="2046" y="3386"/>
                  <a:pt x="2045" y="3385"/>
                  <a:pt x="2044" y="3385"/>
                </a:cubicBezTo>
                <a:cubicBezTo>
                  <a:pt x="2036" y="3379"/>
                  <a:pt x="2029" y="3372"/>
                  <a:pt x="2022" y="3365"/>
                </a:cubicBezTo>
                <a:cubicBezTo>
                  <a:pt x="2016" y="3359"/>
                  <a:pt x="2013" y="3350"/>
                  <a:pt x="2007" y="3344"/>
                </a:cubicBezTo>
                <a:cubicBezTo>
                  <a:pt x="2003" y="3340"/>
                  <a:pt x="1997" y="3344"/>
                  <a:pt x="2000" y="3348"/>
                </a:cubicBezTo>
                <a:cubicBezTo>
                  <a:pt x="2007" y="3357"/>
                  <a:pt x="2010" y="3367"/>
                  <a:pt x="2017" y="3375"/>
                </a:cubicBezTo>
                <a:cubicBezTo>
                  <a:pt x="2020" y="3379"/>
                  <a:pt x="2023" y="3383"/>
                  <a:pt x="2026" y="3387"/>
                </a:cubicBezTo>
                <a:lnTo>
                  <a:pt x="2006" y="3387"/>
                </a:lnTo>
                <a:cubicBezTo>
                  <a:pt x="1994" y="3378"/>
                  <a:pt x="1983" y="3368"/>
                  <a:pt x="1974" y="3357"/>
                </a:cubicBezTo>
                <a:cubicBezTo>
                  <a:pt x="1973" y="3355"/>
                  <a:pt x="1972" y="3353"/>
                  <a:pt x="1971" y="3352"/>
                </a:cubicBezTo>
                <a:cubicBezTo>
                  <a:pt x="1963" y="3338"/>
                  <a:pt x="1959" y="3323"/>
                  <a:pt x="1958" y="3307"/>
                </a:cubicBezTo>
                <a:cubicBezTo>
                  <a:pt x="1958" y="3306"/>
                  <a:pt x="1958" y="3306"/>
                  <a:pt x="1957" y="3305"/>
                </a:cubicBezTo>
                <a:lnTo>
                  <a:pt x="1956" y="3304"/>
                </a:lnTo>
                <a:lnTo>
                  <a:pt x="1955" y="3304"/>
                </a:lnTo>
                <a:cubicBezTo>
                  <a:pt x="1954" y="3304"/>
                  <a:pt x="1954" y="3303"/>
                  <a:pt x="1953" y="3304"/>
                </a:cubicBezTo>
                <a:cubicBezTo>
                  <a:pt x="1952" y="3304"/>
                  <a:pt x="1952" y="3305"/>
                  <a:pt x="1952" y="3305"/>
                </a:cubicBezTo>
                <a:cubicBezTo>
                  <a:pt x="1952" y="3306"/>
                  <a:pt x="1952" y="3306"/>
                  <a:pt x="1952" y="3307"/>
                </a:cubicBezTo>
                <a:cubicBezTo>
                  <a:pt x="1951" y="3311"/>
                  <a:pt x="1951" y="3315"/>
                  <a:pt x="1951" y="3319"/>
                </a:cubicBezTo>
                <a:cubicBezTo>
                  <a:pt x="1951" y="3323"/>
                  <a:pt x="1951" y="3327"/>
                  <a:pt x="1952" y="3331"/>
                </a:cubicBezTo>
                <a:cubicBezTo>
                  <a:pt x="1952" y="3334"/>
                  <a:pt x="1952" y="3337"/>
                  <a:pt x="1952" y="3340"/>
                </a:cubicBezTo>
                <a:cubicBezTo>
                  <a:pt x="1952" y="3342"/>
                  <a:pt x="1952" y="3345"/>
                  <a:pt x="1952" y="3348"/>
                </a:cubicBezTo>
                <a:cubicBezTo>
                  <a:pt x="1953" y="3355"/>
                  <a:pt x="1955" y="3362"/>
                  <a:pt x="1959" y="3368"/>
                </a:cubicBezTo>
                <a:cubicBezTo>
                  <a:pt x="1959" y="3369"/>
                  <a:pt x="1960" y="3369"/>
                  <a:pt x="1960" y="3370"/>
                </a:cubicBezTo>
                <a:cubicBezTo>
                  <a:pt x="1961" y="3372"/>
                  <a:pt x="1962" y="3374"/>
                  <a:pt x="1963" y="3376"/>
                </a:cubicBezTo>
                <a:cubicBezTo>
                  <a:pt x="1966" y="3380"/>
                  <a:pt x="1969" y="3384"/>
                  <a:pt x="1973" y="3388"/>
                </a:cubicBezTo>
                <a:lnTo>
                  <a:pt x="1965" y="3388"/>
                </a:lnTo>
                <a:cubicBezTo>
                  <a:pt x="1965" y="3388"/>
                  <a:pt x="1965" y="3387"/>
                  <a:pt x="1964" y="3387"/>
                </a:cubicBezTo>
                <a:cubicBezTo>
                  <a:pt x="1962" y="3385"/>
                  <a:pt x="1962" y="3384"/>
                  <a:pt x="1961" y="3383"/>
                </a:cubicBezTo>
                <a:lnTo>
                  <a:pt x="1960" y="3383"/>
                </a:lnTo>
                <a:cubicBezTo>
                  <a:pt x="1957" y="3381"/>
                  <a:pt x="1954" y="3379"/>
                  <a:pt x="1953" y="3376"/>
                </a:cubicBezTo>
                <a:cubicBezTo>
                  <a:pt x="1952" y="3374"/>
                  <a:pt x="1951" y="3373"/>
                  <a:pt x="1951" y="3371"/>
                </a:cubicBezTo>
                <a:cubicBezTo>
                  <a:pt x="1950" y="3369"/>
                  <a:pt x="1949" y="3367"/>
                  <a:pt x="1948" y="3365"/>
                </a:cubicBezTo>
                <a:cubicBezTo>
                  <a:pt x="1946" y="3362"/>
                  <a:pt x="1944" y="3360"/>
                  <a:pt x="1942" y="3357"/>
                </a:cubicBezTo>
                <a:cubicBezTo>
                  <a:pt x="1940" y="3356"/>
                  <a:pt x="1938" y="3354"/>
                  <a:pt x="1937" y="3352"/>
                </a:cubicBezTo>
                <a:cubicBezTo>
                  <a:pt x="1935" y="3349"/>
                  <a:pt x="1935" y="3345"/>
                  <a:pt x="1935" y="3342"/>
                </a:cubicBezTo>
                <a:lnTo>
                  <a:pt x="1935" y="3341"/>
                </a:lnTo>
                <a:cubicBezTo>
                  <a:pt x="1935" y="3341"/>
                  <a:pt x="1934" y="3340"/>
                  <a:pt x="1934" y="3339"/>
                </a:cubicBezTo>
                <a:cubicBezTo>
                  <a:pt x="1934" y="3339"/>
                  <a:pt x="1933" y="3338"/>
                  <a:pt x="1932" y="3338"/>
                </a:cubicBezTo>
                <a:cubicBezTo>
                  <a:pt x="1931" y="3337"/>
                  <a:pt x="1931" y="3337"/>
                  <a:pt x="1930" y="3337"/>
                </a:cubicBezTo>
                <a:cubicBezTo>
                  <a:pt x="1929" y="3337"/>
                  <a:pt x="1929" y="3337"/>
                  <a:pt x="1928" y="3338"/>
                </a:cubicBezTo>
                <a:cubicBezTo>
                  <a:pt x="1927" y="3338"/>
                  <a:pt x="1927" y="3338"/>
                  <a:pt x="1926" y="3339"/>
                </a:cubicBezTo>
                <a:cubicBezTo>
                  <a:pt x="1925" y="3339"/>
                  <a:pt x="1926" y="3341"/>
                  <a:pt x="1926" y="3341"/>
                </a:cubicBezTo>
                <a:cubicBezTo>
                  <a:pt x="1927" y="3353"/>
                  <a:pt x="1928" y="3364"/>
                  <a:pt x="1931" y="3375"/>
                </a:cubicBezTo>
                <a:cubicBezTo>
                  <a:pt x="1931" y="3380"/>
                  <a:pt x="1932" y="3385"/>
                  <a:pt x="1935" y="3390"/>
                </a:cubicBezTo>
                <a:lnTo>
                  <a:pt x="1925" y="3390"/>
                </a:lnTo>
                <a:cubicBezTo>
                  <a:pt x="1925" y="3389"/>
                  <a:pt x="1926" y="3389"/>
                  <a:pt x="1926" y="3389"/>
                </a:cubicBezTo>
                <a:cubicBezTo>
                  <a:pt x="1926" y="3389"/>
                  <a:pt x="1925" y="3389"/>
                  <a:pt x="1925" y="3388"/>
                </a:cubicBezTo>
                <a:cubicBezTo>
                  <a:pt x="1923" y="3376"/>
                  <a:pt x="1914" y="3369"/>
                  <a:pt x="1908" y="3358"/>
                </a:cubicBezTo>
                <a:cubicBezTo>
                  <a:pt x="1900" y="3342"/>
                  <a:pt x="1894" y="3325"/>
                  <a:pt x="1892" y="3307"/>
                </a:cubicBezTo>
                <a:cubicBezTo>
                  <a:pt x="1892" y="3303"/>
                  <a:pt x="1886" y="3302"/>
                  <a:pt x="1886" y="3307"/>
                </a:cubicBezTo>
                <a:cubicBezTo>
                  <a:pt x="1883" y="3318"/>
                  <a:pt x="1881" y="3329"/>
                  <a:pt x="1881" y="3340"/>
                </a:cubicBezTo>
                <a:cubicBezTo>
                  <a:pt x="1881" y="3345"/>
                  <a:pt x="1881" y="3350"/>
                  <a:pt x="1882" y="3355"/>
                </a:cubicBezTo>
                <a:cubicBezTo>
                  <a:pt x="1885" y="3365"/>
                  <a:pt x="1889" y="3373"/>
                  <a:pt x="1895" y="3383"/>
                </a:cubicBezTo>
                <a:cubicBezTo>
                  <a:pt x="1896" y="3386"/>
                  <a:pt x="1898" y="3388"/>
                  <a:pt x="1899" y="3391"/>
                </a:cubicBezTo>
                <a:cubicBezTo>
                  <a:pt x="1883" y="3391"/>
                  <a:pt x="1866" y="3391"/>
                  <a:pt x="1849" y="3391"/>
                </a:cubicBezTo>
                <a:cubicBezTo>
                  <a:pt x="1850" y="3390"/>
                  <a:pt x="1850" y="3389"/>
                  <a:pt x="1850" y="3389"/>
                </a:cubicBezTo>
                <a:cubicBezTo>
                  <a:pt x="1850" y="3388"/>
                  <a:pt x="1850" y="3387"/>
                  <a:pt x="1849" y="3387"/>
                </a:cubicBezTo>
                <a:cubicBezTo>
                  <a:pt x="1830" y="3333"/>
                  <a:pt x="1877" y="3232"/>
                  <a:pt x="1902" y="3183"/>
                </a:cubicBezTo>
                <a:lnTo>
                  <a:pt x="1919" y="3150"/>
                </a:lnTo>
                <a:cubicBezTo>
                  <a:pt x="1925" y="3144"/>
                  <a:pt x="1930" y="3137"/>
                  <a:pt x="1935" y="3129"/>
                </a:cubicBezTo>
                <a:cubicBezTo>
                  <a:pt x="1941" y="3118"/>
                  <a:pt x="1946" y="3105"/>
                  <a:pt x="1948" y="3092"/>
                </a:cubicBezTo>
                <a:cubicBezTo>
                  <a:pt x="1958" y="3075"/>
                  <a:pt x="1967" y="3059"/>
                  <a:pt x="1977" y="3043"/>
                </a:cubicBezTo>
                <a:cubicBezTo>
                  <a:pt x="2030" y="2959"/>
                  <a:pt x="2103" y="2889"/>
                  <a:pt x="2189" y="2840"/>
                </a:cubicBezTo>
                <a:cubicBezTo>
                  <a:pt x="2205" y="2830"/>
                  <a:pt x="2222" y="2821"/>
                  <a:pt x="2240" y="2813"/>
                </a:cubicBezTo>
                <a:cubicBezTo>
                  <a:pt x="2350" y="2765"/>
                  <a:pt x="2476" y="2782"/>
                  <a:pt x="2578" y="2834"/>
                </a:cubicBezTo>
                <a:cubicBezTo>
                  <a:pt x="2716" y="2904"/>
                  <a:pt x="2743" y="3027"/>
                  <a:pt x="2745" y="3168"/>
                </a:cubicBezTo>
                <a:lnTo>
                  <a:pt x="2725" y="3168"/>
                </a:lnTo>
                <a:cubicBezTo>
                  <a:pt x="2725" y="3167"/>
                  <a:pt x="2726" y="3167"/>
                  <a:pt x="2726" y="3166"/>
                </a:cubicBezTo>
                <a:cubicBezTo>
                  <a:pt x="2726" y="3165"/>
                  <a:pt x="2725" y="3165"/>
                  <a:pt x="2725" y="3164"/>
                </a:cubicBezTo>
                <a:cubicBezTo>
                  <a:pt x="2720" y="3140"/>
                  <a:pt x="2723" y="3109"/>
                  <a:pt x="2703" y="3091"/>
                </a:cubicBezTo>
                <a:cubicBezTo>
                  <a:pt x="2702" y="3091"/>
                  <a:pt x="2702" y="3090"/>
                  <a:pt x="2702" y="3090"/>
                </a:cubicBezTo>
                <a:cubicBezTo>
                  <a:pt x="2701" y="3090"/>
                  <a:pt x="2700" y="3090"/>
                  <a:pt x="2699" y="3090"/>
                </a:cubicBezTo>
                <a:cubicBezTo>
                  <a:pt x="2698" y="3090"/>
                  <a:pt x="2697" y="3090"/>
                  <a:pt x="2697" y="3090"/>
                </a:cubicBezTo>
                <a:cubicBezTo>
                  <a:pt x="2696" y="3091"/>
                  <a:pt x="2695" y="3091"/>
                  <a:pt x="2695" y="3092"/>
                </a:cubicBezTo>
                <a:cubicBezTo>
                  <a:pt x="2694" y="3093"/>
                  <a:pt x="2694" y="3094"/>
                  <a:pt x="2694" y="3095"/>
                </a:cubicBezTo>
                <a:cubicBezTo>
                  <a:pt x="2694" y="3096"/>
                  <a:pt x="2694" y="3096"/>
                  <a:pt x="2695" y="3097"/>
                </a:cubicBezTo>
                <a:cubicBezTo>
                  <a:pt x="2695" y="3100"/>
                  <a:pt x="2696" y="3104"/>
                  <a:pt x="2696" y="3107"/>
                </a:cubicBezTo>
                <a:cubicBezTo>
                  <a:pt x="2696" y="3112"/>
                  <a:pt x="2695" y="3117"/>
                  <a:pt x="2693" y="3122"/>
                </a:cubicBezTo>
                <a:cubicBezTo>
                  <a:pt x="2693" y="3124"/>
                  <a:pt x="2693" y="3126"/>
                  <a:pt x="2693" y="3128"/>
                </a:cubicBezTo>
                <a:cubicBezTo>
                  <a:pt x="2693" y="3132"/>
                  <a:pt x="2694" y="3136"/>
                  <a:pt x="2695" y="3140"/>
                </a:cubicBezTo>
                <a:cubicBezTo>
                  <a:pt x="2697" y="3150"/>
                  <a:pt x="2695" y="3160"/>
                  <a:pt x="2697" y="3169"/>
                </a:cubicBezTo>
                <a:lnTo>
                  <a:pt x="2687" y="3169"/>
                </a:lnTo>
                <a:lnTo>
                  <a:pt x="2687" y="3168"/>
                </a:lnTo>
                <a:cubicBezTo>
                  <a:pt x="2687" y="3167"/>
                  <a:pt x="2687" y="3167"/>
                  <a:pt x="2687" y="3167"/>
                </a:cubicBezTo>
                <a:cubicBezTo>
                  <a:pt x="2687" y="3149"/>
                  <a:pt x="2682" y="3130"/>
                  <a:pt x="2672" y="3114"/>
                </a:cubicBezTo>
                <a:cubicBezTo>
                  <a:pt x="2671" y="3112"/>
                  <a:pt x="2670" y="3110"/>
                  <a:pt x="2669" y="3109"/>
                </a:cubicBezTo>
                <a:cubicBezTo>
                  <a:pt x="2660" y="3093"/>
                  <a:pt x="2650" y="3077"/>
                  <a:pt x="2641" y="3061"/>
                </a:cubicBezTo>
                <a:cubicBezTo>
                  <a:pt x="2639" y="3057"/>
                  <a:pt x="2637" y="3054"/>
                  <a:pt x="2635" y="3050"/>
                </a:cubicBezTo>
                <a:cubicBezTo>
                  <a:pt x="2631" y="3043"/>
                  <a:pt x="2627" y="3036"/>
                  <a:pt x="2621" y="3030"/>
                </a:cubicBezTo>
                <a:cubicBezTo>
                  <a:pt x="2619" y="3027"/>
                  <a:pt x="2613" y="3032"/>
                  <a:pt x="2616" y="3035"/>
                </a:cubicBezTo>
                <a:cubicBezTo>
                  <a:pt x="2634" y="3054"/>
                  <a:pt x="2639" y="3085"/>
                  <a:pt x="2651" y="3108"/>
                </a:cubicBezTo>
                <a:cubicBezTo>
                  <a:pt x="2652" y="3110"/>
                  <a:pt x="2653" y="3111"/>
                  <a:pt x="2654" y="3113"/>
                </a:cubicBezTo>
                <a:cubicBezTo>
                  <a:pt x="2663" y="3128"/>
                  <a:pt x="2668" y="3145"/>
                  <a:pt x="2669" y="3162"/>
                </a:cubicBezTo>
                <a:cubicBezTo>
                  <a:pt x="2669" y="3163"/>
                  <a:pt x="2669" y="3164"/>
                  <a:pt x="2669" y="3165"/>
                </a:cubicBezTo>
                <a:cubicBezTo>
                  <a:pt x="2669" y="3166"/>
                  <a:pt x="2669" y="3167"/>
                  <a:pt x="2670" y="3169"/>
                </a:cubicBezTo>
                <a:cubicBezTo>
                  <a:pt x="2670" y="3169"/>
                  <a:pt x="2670" y="3170"/>
                  <a:pt x="2671" y="3170"/>
                </a:cubicBezTo>
                <a:cubicBezTo>
                  <a:pt x="2663" y="3170"/>
                  <a:pt x="2654" y="3171"/>
                  <a:pt x="2646" y="3172"/>
                </a:cubicBezTo>
                <a:cubicBezTo>
                  <a:pt x="2643" y="3165"/>
                  <a:pt x="2640" y="3158"/>
                  <a:pt x="2638" y="3150"/>
                </a:cubicBezTo>
                <a:cubicBezTo>
                  <a:pt x="2638" y="3145"/>
                  <a:pt x="2637" y="3140"/>
                  <a:pt x="2634" y="3135"/>
                </a:cubicBezTo>
                <a:cubicBezTo>
                  <a:pt x="2633" y="3132"/>
                  <a:pt x="2631" y="3129"/>
                  <a:pt x="2629" y="3125"/>
                </a:cubicBezTo>
                <a:cubicBezTo>
                  <a:pt x="2624" y="3115"/>
                  <a:pt x="2617" y="3106"/>
                  <a:pt x="2609" y="3098"/>
                </a:cubicBezTo>
                <a:cubicBezTo>
                  <a:pt x="2604" y="3094"/>
                  <a:pt x="2597" y="3101"/>
                  <a:pt x="2602" y="3105"/>
                </a:cubicBezTo>
                <a:cubicBezTo>
                  <a:pt x="2610" y="3113"/>
                  <a:pt x="2611" y="3127"/>
                  <a:pt x="2616" y="3137"/>
                </a:cubicBezTo>
                <a:cubicBezTo>
                  <a:pt x="2618" y="3144"/>
                  <a:pt x="2620" y="3151"/>
                  <a:pt x="2620" y="3159"/>
                </a:cubicBezTo>
                <a:cubicBezTo>
                  <a:pt x="2621" y="3164"/>
                  <a:pt x="2623" y="3170"/>
                  <a:pt x="2625" y="3175"/>
                </a:cubicBezTo>
                <a:lnTo>
                  <a:pt x="2603" y="3179"/>
                </a:lnTo>
                <a:cubicBezTo>
                  <a:pt x="2603" y="3177"/>
                  <a:pt x="2603" y="3176"/>
                  <a:pt x="2602" y="3174"/>
                </a:cubicBezTo>
                <a:lnTo>
                  <a:pt x="2601" y="3173"/>
                </a:lnTo>
                <a:cubicBezTo>
                  <a:pt x="2593" y="3153"/>
                  <a:pt x="2580" y="3137"/>
                  <a:pt x="2571" y="3119"/>
                </a:cubicBezTo>
                <a:cubicBezTo>
                  <a:pt x="2570" y="3117"/>
                  <a:pt x="2569" y="3116"/>
                  <a:pt x="2569" y="3115"/>
                </a:cubicBezTo>
                <a:cubicBezTo>
                  <a:pt x="2559" y="3098"/>
                  <a:pt x="2545" y="3083"/>
                  <a:pt x="2527" y="3074"/>
                </a:cubicBezTo>
                <a:cubicBezTo>
                  <a:pt x="2523" y="3072"/>
                  <a:pt x="2519" y="3078"/>
                  <a:pt x="2523" y="3081"/>
                </a:cubicBezTo>
                <a:cubicBezTo>
                  <a:pt x="2543" y="3092"/>
                  <a:pt x="2549" y="3124"/>
                  <a:pt x="2557" y="3144"/>
                </a:cubicBezTo>
                <a:cubicBezTo>
                  <a:pt x="2560" y="3152"/>
                  <a:pt x="2564" y="3159"/>
                  <a:pt x="2568" y="3166"/>
                </a:cubicBezTo>
                <a:cubicBezTo>
                  <a:pt x="2571" y="3172"/>
                  <a:pt x="2575" y="3179"/>
                  <a:pt x="2580" y="3184"/>
                </a:cubicBezTo>
                <a:lnTo>
                  <a:pt x="2560" y="3190"/>
                </a:lnTo>
                <a:cubicBezTo>
                  <a:pt x="2558" y="3185"/>
                  <a:pt x="2555" y="3180"/>
                  <a:pt x="2552" y="3175"/>
                </a:cubicBezTo>
                <a:cubicBezTo>
                  <a:pt x="2545" y="3162"/>
                  <a:pt x="2536" y="3151"/>
                  <a:pt x="2525" y="3141"/>
                </a:cubicBezTo>
                <a:cubicBezTo>
                  <a:pt x="2515" y="3132"/>
                  <a:pt x="2513" y="3122"/>
                  <a:pt x="2505" y="3111"/>
                </a:cubicBezTo>
                <a:cubicBezTo>
                  <a:pt x="2496" y="3099"/>
                  <a:pt x="2485" y="3086"/>
                  <a:pt x="2474" y="3075"/>
                </a:cubicBezTo>
                <a:cubicBezTo>
                  <a:pt x="2471" y="3071"/>
                  <a:pt x="2464" y="3076"/>
                  <a:pt x="2468" y="3080"/>
                </a:cubicBezTo>
                <a:cubicBezTo>
                  <a:pt x="2478" y="3092"/>
                  <a:pt x="2488" y="3104"/>
                  <a:pt x="2497" y="3117"/>
                </a:cubicBezTo>
                <a:cubicBezTo>
                  <a:pt x="2504" y="3125"/>
                  <a:pt x="2505" y="3136"/>
                  <a:pt x="2513" y="3144"/>
                </a:cubicBezTo>
                <a:cubicBezTo>
                  <a:pt x="2520" y="3150"/>
                  <a:pt x="2525" y="3158"/>
                  <a:pt x="2530" y="3166"/>
                </a:cubicBezTo>
                <a:cubicBezTo>
                  <a:pt x="2534" y="3174"/>
                  <a:pt x="2538" y="3182"/>
                  <a:pt x="2541" y="3191"/>
                </a:cubicBezTo>
                <a:lnTo>
                  <a:pt x="2542" y="3195"/>
                </a:lnTo>
                <a:cubicBezTo>
                  <a:pt x="2532" y="3198"/>
                  <a:pt x="2522" y="3202"/>
                  <a:pt x="2512" y="3205"/>
                </a:cubicBezTo>
                <a:cubicBezTo>
                  <a:pt x="2509" y="3201"/>
                  <a:pt x="2506" y="3189"/>
                  <a:pt x="2502" y="3183"/>
                </a:cubicBezTo>
                <a:cubicBezTo>
                  <a:pt x="2499" y="3178"/>
                  <a:pt x="2495" y="3174"/>
                  <a:pt x="2491" y="3170"/>
                </a:cubicBezTo>
                <a:cubicBezTo>
                  <a:pt x="2481" y="3157"/>
                  <a:pt x="2471" y="3146"/>
                  <a:pt x="2460" y="3135"/>
                </a:cubicBezTo>
                <a:cubicBezTo>
                  <a:pt x="2457" y="3133"/>
                  <a:pt x="2453" y="3135"/>
                  <a:pt x="2455" y="3139"/>
                </a:cubicBezTo>
                <a:cubicBezTo>
                  <a:pt x="2460" y="3145"/>
                  <a:pt x="2464" y="3152"/>
                  <a:pt x="2469" y="3160"/>
                </a:cubicBezTo>
                <a:cubicBezTo>
                  <a:pt x="2473" y="3167"/>
                  <a:pt x="2477" y="3175"/>
                  <a:pt x="2481" y="3183"/>
                </a:cubicBezTo>
                <a:cubicBezTo>
                  <a:pt x="2486" y="3193"/>
                  <a:pt x="2485" y="3204"/>
                  <a:pt x="2490" y="3214"/>
                </a:cubicBezTo>
                <a:lnTo>
                  <a:pt x="2470" y="3222"/>
                </a:lnTo>
                <a:cubicBezTo>
                  <a:pt x="2470" y="3222"/>
                  <a:pt x="2469" y="3222"/>
                  <a:pt x="2469" y="3221"/>
                </a:cubicBezTo>
                <a:cubicBezTo>
                  <a:pt x="2468" y="3220"/>
                  <a:pt x="2467" y="3218"/>
                  <a:pt x="2466" y="3217"/>
                </a:cubicBezTo>
                <a:cubicBezTo>
                  <a:pt x="2459" y="3202"/>
                  <a:pt x="2449" y="3187"/>
                  <a:pt x="2442" y="3172"/>
                </a:cubicBezTo>
                <a:cubicBezTo>
                  <a:pt x="2434" y="3156"/>
                  <a:pt x="2423" y="3153"/>
                  <a:pt x="2412" y="3144"/>
                </a:cubicBezTo>
                <a:cubicBezTo>
                  <a:pt x="2408" y="3141"/>
                  <a:pt x="2403" y="3147"/>
                  <a:pt x="2407" y="3150"/>
                </a:cubicBezTo>
                <a:cubicBezTo>
                  <a:pt x="2413" y="3155"/>
                  <a:pt x="2418" y="3161"/>
                  <a:pt x="2421" y="3167"/>
                </a:cubicBezTo>
                <a:cubicBezTo>
                  <a:pt x="2423" y="3171"/>
                  <a:pt x="2425" y="3175"/>
                  <a:pt x="2426" y="3179"/>
                </a:cubicBezTo>
                <a:cubicBezTo>
                  <a:pt x="2433" y="3195"/>
                  <a:pt x="2437" y="3212"/>
                  <a:pt x="2439" y="3230"/>
                </a:cubicBezTo>
                <a:cubicBezTo>
                  <a:pt x="2439" y="3231"/>
                  <a:pt x="2439" y="3231"/>
                  <a:pt x="2439" y="3232"/>
                </a:cubicBezTo>
                <a:cubicBezTo>
                  <a:pt x="2439" y="3233"/>
                  <a:pt x="2439" y="3234"/>
                  <a:pt x="2439" y="3235"/>
                </a:cubicBezTo>
                <a:lnTo>
                  <a:pt x="2422" y="3242"/>
                </a:lnTo>
                <a:cubicBezTo>
                  <a:pt x="2410" y="3248"/>
                  <a:pt x="2399" y="3254"/>
                  <a:pt x="2388" y="3260"/>
                </a:cubicBezTo>
                <a:cubicBezTo>
                  <a:pt x="2386" y="3256"/>
                  <a:pt x="2384" y="3253"/>
                  <a:pt x="2383" y="3250"/>
                </a:cubicBezTo>
                <a:cubicBezTo>
                  <a:pt x="2379" y="3243"/>
                  <a:pt x="2374" y="3237"/>
                  <a:pt x="2369" y="3231"/>
                </a:cubicBezTo>
                <a:cubicBezTo>
                  <a:pt x="2362" y="3221"/>
                  <a:pt x="2356" y="3209"/>
                  <a:pt x="2342" y="3208"/>
                </a:cubicBezTo>
                <a:cubicBezTo>
                  <a:pt x="2337" y="3208"/>
                  <a:pt x="2336" y="3215"/>
                  <a:pt x="2340" y="3217"/>
                </a:cubicBezTo>
                <a:cubicBezTo>
                  <a:pt x="2344" y="3219"/>
                  <a:pt x="2347" y="3229"/>
                  <a:pt x="2350" y="3234"/>
                </a:cubicBezTo>
                <a:cubicBezTo>
                  <a:pt x="2353" y="3239"/>
                  <a:pt x="2355" y="3243"/>
                  <a:pt x="2358" y="3248"/>
                </a:cubicBezTo>
                <a:cubicBezTo>
                  <a:pt x="2358" y="3248"/>
                  <a:pt x="2358" y="3249"/>
                  <a:pt x="2359" y="3249"/>
                </a:cubicBezTo>
                <a:cubicBezTo>
                  <a:pt x="2363" y="3256"/>
                  <a:pt x="2368" y="3262"/>
                  <a:pt x="2373" y="3267"/>
                </a:cubicBezTo>
                <a:cubicBezTo>
                  <a:pt x="2360" y="3274"/>
                  <a:pt x="2348" y="3282"/>
                  <a:pt x="2337" y="3290"/>
                </a:cubicBezTo>
                <a:cubicBezTo>
                  <a:pt x="2335" y="3285"/>
                  <a:pt x="2333" y="3276"/>
                  <a:pt x="2333" y="3276"/>
                </a:cubicBezTo>
                <a:cubicBezTo>
                  <a:pt x="2331" y="3272"/>
                  <a:pt x="2329" y="3267"/>
                  <a:pt x="2326" y="3263"/>
                </a:cubicBezTo>
                <a:cubicBezTo>
                  <a:pt x="2323" y="3259"/>
                  <a:pt x="2321" y="3254"/>
                  <a:pt x="2318" y="3250"/>
                </a:cubicBezTo>
                <a:cubicBezTo>
                  <a:pt x="2307" y="3234"/>
                  <a:pt x="2302" y="3215"/>
                  <a:pt x="2290" y="3200"/>
                </a:cubicBezTo>
                <a:cubicBezTo>
                  <a:pt x="2287" y="3196"/>
                  <a:pt x="2281" y="3200"/>
                  <a:pt x="2284" y="3204"/>
                </a:cubicBezTo>
                <a:cubicBezTo>
                  <a:pt x="2303" y="3231"/>
                  <a:pt x="2311" y="3268"/>
                  <a:pt x="2327" y="3298"/>
                </a:cubicBezTo>
                <a:cubicBezTo>
                  <a:pt x="2319" y="3304"/>
                  <a:pt x="2312" y="3310"/>
                  <a:pt x="2304" y="3316"/>
                </a:cubicBezTo>
                <a:cubicBezTo>
                  <a:pt x="2302" y="3311"/>
                  <a:pt x="2299" y="3307"/>
                  <a:pt x="2297" y="3305"/>
                </a:cubicBezTo>
                <a:cubicBezTo>
                  <a:pt x="2293" y="3299"/>
                  <a:pt x="2288" y="3295"/>
                  <a:pt x="2282" y="3291"/>
                </a:cubicBezTo>
                <a:cubicBezTo>
                  <a:pt x="2277" y="3288"/>
                  <a:pt x="2273" y="3295"/>
                  <a:pt x="2276" y="3299"/>
                </a:cubicBezTo>
                <a:cubicBezTo>
                  <a:pt x="2277" y="3300"/>
                  <a:pt x="2277" y="3301"/>
                  <a:pt x="2278" y="3302"/>
                </a:cubicBezTo>
                <a:cubicBezTo>
                  <a:pt x="2280" y="3306"/>
                  <a:pt x="2282" y="3310"/>
                  <a:pt x="2283" y="3315"/>
                </a:cubicBezTo>
                <a:cubicBezTo>
                  <a:pt x="2284" y="3320"/>
                  <a:pt x="2286" y="3325"/>
                  <a:pt x="2288" y="3329"/>
                </a:cubicBezTo>
                <a:cubicBezTo>
                  <a:pt x="2282" y="3335"/>
                  <a:pt x="2275" y="3342"/>
                  <a:pt x="2269" y="3349"/>
                </a:cubicBezTo>
                <a:cubicBezTo>
                  <a:pt x="2251" y="3314"/>
                  <a:pt x="2227" y="3282"/>
                  <a:pt x="2206" y="3249"/>
                </a:cubicBezTo>
                <a:cubicBezTo>
                  <a:pt x="2205" y="3249"/>
                  <a:pt x="2205" y="3248"/>
                  <a:pt x="2204" y="3248"/>
                </a:cubicBezTo>
                <a:cubicBezTo>
                  <a:pt x="2204" y="3248"/>
                  <a:pt x="2203" y="3249"/>
                  <a:pt x="2202" y="3249"/>
                </a:cubicBezTo>
                <a:lnTo>
                  <a:pt x="2201" y="3250"/>
                </a:lnTo>
                <a:cubicBezTo>
                  <a:pt x="2200" y="3251"/>
                  <a:pt x="2201" y="3251"/>
                  <a:pt x="2201" y="3252"/>
                </a:cubicBezTo>
                <a:lnTo>
                  <a:pt x="2201" y="3253"/>
                </a:lnTo>
                <a:cubicBezTo>
                  <a:pt x="2212" y="3272"/>
                  <a:pt x="2224" y="3292"/>
                  <a:pt x="2234" y="3312"/>
                </a:cubicBezTo>
                <a:cubicBezTo>
                  <a:pt x="2242" y="3329"/>
                  <a:pt x="2247" y="3347"/>
                  <a:pt x="2256" y="3364"/>
                </a:cubicBezTo>
                <a:cubicBezTo>
                  <a:pt x="2250" y="3370"/>
                  <a:pt x="2244" y="3378"/>
                  <a:pt x="2239" y="3385"/>
                </a:cubicBezTo>
                <a:cubicBezTo>
                  <a:pt x="2220" y="3359"/>
                  <a:pt x="2199" y="3334"/>
                  <a:pt x="2177" y="3311"/>
                </a:cubicBezTo>
                <a:cubicBezTo>
                  <a:pt x="2167" y="3303"/>
                  <a:pt x="2158" y="3294"/>
                  <a:pt x="2152" y="3283"/>
                </a:cubicBezTo>
                <a:cubicBezTo>
                  <a:pt x="2150" y="3280"/>
                  <a:pt x="2149" y="3277"/>
                  <a:pt x="2148" y="3275"/>
                </a:cubicBezTo>
                <a:cubicBezTo>
                  <a:pt x="2148" y="3274"/>
                  <a:pt x="2148" y="3274"/>
                  <a:pt x="2147" y="3274"/>
                </a:cubicBezTo>
                <a:cubicBezTo>
                  <a:pt x="2147" y="3274"/>
                  <a:pt x="2147" y="3273"/>
                  <a:pt x="2146" y="3273"/>
                </a:cubicBezTo>
                <a:lnTo>
                  <a:pt x="2145" y="3273"/>
                </a:lnTo>
                <a:cubicBezTo>
                  <a:pt x="2144" y="3273"/>
                  <a:pt x="2144" y="3273"/>
                  <a:pt x="2143" y="3273"/>
                </a:cubicBezTo>
                <a:cubicBezTo>
                  <a:pt x="2143" y="3273"/>
                  <a:pt x="2143" y="3274"/>
                  <a:pt x="2142" y="3274"/>
                </a:cubicBezTo>
                <a:cubicBezTo>
                  <a:pt x="2142" y="3274"/>
                  <a:pt x="2142" y="3275"/>
                  <a:pt x="2142" y="3276"/>
                </a:cubicBezTo>
                <a:cubicBezTo>
                  <a:pt x="2146" y="3299"/>
                  <a:pt x="2167" y="3323"/>
                  <a:pt x="2178" y="3343"/>
                </a:cubicBezTo>
                <a:cubicBezTo>
                  <a:pt x="2188" y="3363"/>
                  <a:pt x="2207" y="3381"/>
                  <a:pt x="2218" y="3402"/>
                </a:cubicBezTo>
                <a:lnTo>
                  <a:pt x="2180" y="3400"/>
                </a:lnTo>
                <a:moveTo>
                  <a:pt x="1796" y="3151"/>
                </a:moveTo>
                <a:cubicBezTo>
                  <a:pt x="1796" y="3146"/>
                  <a:pt x="1788" y="3145"/>
                  <a:pt x="1788" y="3151"/>
                </a:cubicBezTo>
                <a:lnTo>
                  <a:pt x="1788" y="3152"/>
                </a:lnTo>
                <a:cubicBezTo>
                  <a:pt x="1788" y="3189"/>
                  <a:pt x="1784" y="3227"/>
                  <a:pt x="1778" y="3265"/>
                </a:cubicBezTo>
                <a:cubicBezTo>
                  <a:pt x="1771" y="3305"/>
                  <a:pt x="1753" y="3341"/>
                  <a:pt x="1753" y="3383"/>
                </a:cubicBezTo>
                <a:lnTo>
                  <a:pt x="1730" y="3381"/>
                </a:lnTo>
                <a:cubicBezTo>
                  <a:pt x="1730" y="3372"/>
                  <a:pt x="1731" y="3364"/>
                  <a:pt x="1732" y="3356"/>
                </a:cubicBezTo>
                <a:cubicBezTo>
                  <a:pt x="1733" y="3347"/>
                  <a:pt x="1730" y="3337"/>
                  <a:pt x="1732" y="3329"/>
                </a:cubicBezTo>
                <a:cubicBezTo>
                  <a:pt x="1732" y="3315"/>
                  <a:pt x="1730" y="3302"/>
                  <a:pt x="1728" y="3289"/>
                </a:cubicBezTo>
                <a:cubicBezTo>
                  <a:pt x="1728" y="3284"/>
                  <a:pt x="1719" y="3283"/>
                  <a:pt x="1719" y="3289"/>
                </a:cubicBezTo>
                <a:cubicBezTo>
                  <a:pt x="1718" y="3320"/>
                  <a:pt x="1704" y="3348"/>
                  <a:pt x="1703" y="3379"/>
                </a:cubicBezTo>
                <a:lnTo>
                  <a:pt x="1684" y="3378"/>
                </a:lnTo>
                <a:cubicBezTo>
                  <a:pt x="1687" y="3359"/>
                  <a:pt x="1688" y="3340"/>
                  <a:pt x="1689" y="3321"/>
                </a:cubicBezTo>
                <a:cubicBezTo>
                  <a:pt x="1689" y="3283"/>
                  <a:pt x="1686" y="3246"/>
                  <a:pt x="1682" y="3210"/>
                </a:cubicBezTo>
                <a:cubicBezTo>
                  <a:pt x="1682" y="3205"/>
                  <a:pt x="1675" y="3206"/>
                  <a:pt x="1675" y="3210"/>
                </a:cubicBezTo>
                <a:cubicBezTo>
                  <a:pt x="1675" y="3211"/>
                  <a:pt x="1675" y="3213"/>
                  <a:pt x="1675" y="3215"/>
                </a:cubicBezTo>
                <a:cubicBezTo>
                  <a:pt x="1675" y="3269"/>
                  <a:pt x="1670" y="3322"/>
                  <a:pt x="1659" y="3375"/>
                </a:cubicBezTo>
                <a:lnTo>
                  <a:pt x="1640" y="3374"/>
                </a:lnTo>
                <a:cubicBezTo>
                  <a:pt x="1648" y="3305"/>
                  <a:pt x="1636" y="3233"/>
                  <a:pt x="1634" y="3164"/>
                </a:cubicBezTo>
                <a:cubicBezTo>
                  <a:pt x="1634" y="3159"/>
                  <a:pt x="1627" y="3160"/>
                  <a:pt x="1627" y="3164"/>
                </a:cubicBezTo>
                <a:cubicBezTo>
                  <a:pt x="1625" y="3233"/>
                  <a:pt x="1621" y="3302"/>
                  <a:pt x="1616" y="3371"/>
                </a:cubicBezTo>
                <a:lnTo>
                  <a:pt x="1582" y="3368"/>
                </a:lnTo>
                <a:cubicBezTo>
                  <a:pt x="1585" y="3354"/>
                  <a:pt x="1587" y="3340"/>
                  <a:pt x="1587" y="3325"/>
                </a:cubicBezTo>
                <a:cubicBezTo>
                  <a:pt x="1587" y="3319"/>
                  <a:pt x="1587" y="3312"/>
                  <a:pt x="1586" y="3306"/>
                </a:cubicBezTo>
                <a:cubicBezTo>
                  <a:pt x="1586" y="3275"/>
                  <a:pt x="1581" y="3243"/>
                  <a:pt x="1580" y="3212"/>
                </a:cubicBezTo>
                <a:cubicBezTo>
                  <a:pt x="1580" y="3211"/>
                  <a:pt x="1580" y="3210"/>
                  <a:pt x="1580" y="3210"/>
                </a:cubicBezTo>
                <a:cubicBezTo>
                  <a:pt x="1579" y="3209"/>
                  <a:pt x="1579" y="3208"/>
                  <a:pt x="1578" y="3208"/>
                </a:cubicBezTo>
                <a:cubicBezTo>
                  <a:pt x="1577" y="3207"/>
                  <a:pt x="1576" y="3207"/>
                  <a:pt x="1575" y="3207"/>
                </a:cubicBezTo>
                <a:cubicBezTo>
                  <a:pt x="1574" y="3207"/>
                  <a:pt x="1574" y="3207"/>
                  <a:pt x="1573" y="3208"/>
                </a:cubicBezTo>
                <a:cubicBezTo>
                  <a:pt x="1572" y="3208"/>
                  <a:pt x="1571" y="3209"/>
                  <a:pt x="1571" y="3210"/>
                </a:cubicBezTo>
                <a:cubicBezTo>
                  <a:pt x="1571" y="3210"/>
                  <a:pt x="1570" y="3211"/>
                  <a:pt x="1570" y="3212"/>
                </a:cubicBezTo>
                <a:cubicBezTo>
                  <a:pt x="1570" y="3237"/>
                  <a:pt x="1566" y="3263"/>
                  <a:pt x="1565" y="3288"/>
                </a:cubicBezTo>
                <a:cubicBezTo>
                  <a:pt x="1565" y="3303"/>
                  <a:pt x="1564" y="3319"/>
                  <a:pt x="1563" y="3334"/>
                </a:cubicBezTo>
                <a:cubicBezTo>
                  <a:pt x="1562" y="3343"/>
                  <a:pt x="1560" y="3352"/>
                  <a:pt x="1558" y="3360"/>
                </a:cubicBezTo>
                <a:cubicBezTo>
                  <a:pt x="1557" y="3360"/>
                  <a:pt x="1557" y="3361"/>
                  <a:pt x="1557" y="3361"/>
                </a:cubicBezTo>
                <a:cubicBezTo>
                  <a:pt x="1556" y="3362"/>
                  <a:pt x="1556" y="3364"/>
                  <a:pt x="1556" y="3365"/>
                </a:cubicBezTo>
                <a:lnTo>
                  <a:pt x="1545" y="3364"/>
                </a:lnTo>
                <a:cubicBezTo>
                  <a:pt x="1546" y="3363"/>
                  <a:pt x="1546" y="3362"/>
                  <a:pt x="1546" y="3362"/>
                </a:cubicBezTo>
                <a:cubicBezTo>
                  <a:pt x="1546" y="3361"/>
                  <a:pt x="1546" y="3360"/>
                  <a:pt x="1545" y="3359"/>
                </a:cubicBezTo>
                <a:cubicBezTo>
                  <a:pt x="1545" y="3344"/>
                  <a:pt x="1541" y="3328"/>
                  <a:pt x="1540" y="3313"/>
                </a:cubicBezTo>
                <a:cubicBezTo>
                  <a:pt x="1538" y="3297"/>
                  <a:pt x="1532" y="3278"/>
                  <a:pt x="1529" y="3260"/>
                </a:cubicBezTo>
                <a:cubicBezTo>
                  <a:pt x="1529" y="3260"/>
                  <a:pt x="1530" y="3259"/>
                  <a:pt x="1529" y="3258"/>
                </a:cubicBezTo>
                <a:cubicBezTo>
                  <a:pt x="1528" y="3257"/>
                  <a:pt x="1528" y="3257"/>
                  <a:pt x="1527" y="3257"/>
                </a:cubicBezTo>
                <a:lnTo>
                  <a:pt x="1526" y="3257"/>
                </a:lnTo>
                <a:cubicBezTo>
                  <a:pt x="1525" y="3257"/>
                  <a:pt x="1524" y="3257"/>
                  <a:pt x="1524" y="3257"/>
                </a:cubicBezTo>
                <a:cubicBezTo>
                  <a:pt x="1523" y="3257"/>
                  <a:pt x="1523" y="3258"/>
                  <a:pt x="1523" y="3258"/>
                </a:cubicBezTo>
                <a:cubicBezTo>
                  <a:pt x="1522" y="3259"/>
                  <a:pt x="1522" y="3260"/>
                  <a:pt x="1522" y="3260"/>
                </a:cubicBezTo>
                <a:cubicBezTo>
                  <a:pt x="1522" y="3294"/>
                  <a:pt x="1511" y="3328"/>
                  <a:pt x="1521" y="3361"/>
                </a:cubicBezTo>
                <a:lnTo>
                  <a:pt x="1510" y="3359"/>
                </a:lnTo>
                <a:cubicBezTo>
                  <a:pt x="1511" y="3358"/>
                  <a:pt x="1511" y="3357"/>
                  <a:pt x="1511" y="3356"/>
                </a:cubicBezTo>
                <a:cubicBezTo>
                  <a:pt x="1511" y="3354"/>
                  <a:pt x="1510" y="3352"/>
                  <a:pt x="1509" y="3350"/>
                </a:cubicBezTo>
                <a:cubicBezTo>
                  <a:pt x="1509" y="3349"/>
                  <a:pt x="1508" y="3348"/>
                  <a:pt x="1507" y="3348"/>
                </a:cubicBezTo>
                <a:cubicBezTo>
                  <a:pt x="1505" y="3332"/>
                  <a:pt x="1504" y="3317"/>
                  <a:pt x="1503" y="3301"/>
                </a:cubicBezTo>
                <a:cubicBezTo>
                  <a:pt x="1503" y="3291"/>
                  <a:pt x="1497" y="3284"/>
                  <a:pt x="1497" y="3272"/>
                </a:cubicBezTo>
                <a:cubicBezTo>
                  <a:pt x="1497" y="3256"/>
                  <a:pt x="1491" y="3241"/>
                  <a:pt x="1490" y="3225"/>
                </a:cubicBezTo>
                <a:cubicBezTo>
                  <a:pt x="1490" y="3222"/>
                  <a:pt x="1490" y="3219"/>
                  <a:pt x="1490" y="3217"/>
                </a:cubicBezTo>
                <a:cubicBezTo>
                  <a:pt x="1490" y="3201"/>
                  <a:pt x="1489" y="3186"/>
                  <a:pt x="1485" y="3172"/>
                </a:cubicBezTo>
                <a:lnTo>
                  <a:pt x="1485" y="3171"/>
                </a:lnTo>
                <a:cubicBezTo>
                  <a:pt x="1485" y="3171"/>
                  <a:pt x="1484" y="3170"/>
                  <a:pt x="1483" y="3170"/>
                </a:cubicBezTo>
                <a:cubicBezTo>
                  <a:pt x="1482" y="3169"/>
                  <a:pt x="1482" y="3169"/>
                  <a:pt x="1481" y="3169"/>
                </a:cubicBezTo>
                <a:cubicBezTo>
                  <a:pt x="1480" y="3169"/>
                  <a:pt x="1479" y="3169"/>
                  <a:pt x="1478" y="3170"/>
                </a:cubicBezTo>
                <a:cubicBezTo>
                  <a:pt x="1477" y="3170"/>
                  <a:pt x="1477" y="3170"/>
                  <a:pt x="1476" y="3171"/>
                </a:cubicBezTo>
                <a:cubicBezTo>
                  <a:pt x="1475" y="3172"/>
                  <a:pt x="1476" y="3173"/>
                  <a:pt x="1476" y="3174"/>
                </a:cubicBezTo>
                <a:lnTo>
                  <a:pt x="1476" y="3175"/>
                </a:lnTo>
                <a:cubicBezTo>
                  <a:pt x="1484" y="3206"/>
                  <a:pt x="1478" y="3252"/>
                  <a:pt x="1476" y="3284"/>
                </a:cubicBezTo>
                <a:cubicBezTo>
                  <a:pt x="1475" y="3291"/>
                  <a:pt x="1475" y="3298"/>
                  <a:pt x="1475" y="3305"/>
                </a:cubicBezTo>
                <a:cubicBezTo>
                  <a:pt x="1475" y="3321"/>
                  <a:pt x="1476" y="3338"/>
                  <a:pt x="1479" y="3355"/>
                </a:cubicBezTo>
                <a:lnTo>
                  <a:pt x="1471" y="3354"/>
                </a:lnTo>
                <a:cubicBezTo>
                  <a:pt x="1475" y="3350"/>
                  <a:pt x="1474" y="3347"/>
                  <a:pt x="1474" y="3342"/>
                </a:cubicBezTo>
                <a:cubicBezTo>
                  <a:pt x="1473" y="3337"/>
                  <a:pt x="1469" y="3336"/>
                  <a:pt x="1467" y="3333"/>
                </a:cubicBezTo>
                <a:cubicBezTo>
                  <a:pt x="1465" y="3328"/>
                  <a:pt x="1463" y="3323"/>
                  <a:pt x="1463" y="3318"/>
                </a:cubicBezTo>
                <a:cubicBezTo>
                  <a:pt x="1459" y="3306"/>
                  <a:pt x="1455" y="3295"/>
                  <a:pt x="1450" y="3283"/>
                </a:cubicBezTo>
                <a:cubicBezTo>
                  <a:pt x="1443" y="3265"/>
                  <a:pt x="1439" y="3245"/>
                  <a:pt x="1437" y="3226"/>
                </a:cubicBezTo>
                <a:cubicBezTo>
                  <a:pt x="1437" y="3225"/>
                  <a:pt x="1437" y="3225"/>
                  <a:pt x="1437" y="3225"/>
                </a:cubicBezTo>
                <a:cubicBezTo>
                  <a:pt x="1436" y="3224"/>
                  <a:pt x="1436" y="3224"/>
                  <a:pt x="1435" y="3224"/>
                </a:cubicBezTo>
                <a:lnTo>
                  <a:pt x="1434" y="3223"/>
                </a:lnTo>
                <a:cubicBezTo>
                  <a:pt x="1433" y="3223"/>
                  <a:pt x="1433" y="3224"/>
                  <a:pt x="1432" y="3224"/>
                </a:cubicBezTo>
                <a:cubicBezTo>
                  <a:pt x="1432" y="3224"/>
                  <a:pt x="1431" y="3224"/>
                  <a:pt x="1431" y="3225"/>
                </a:cubicBezTo>
                <a:lnTo>
                  <a:pt x="1431" y="3226"/>
                </a:lnTo>
                <a:cubicBezTo>
                  <a:pt x="1431" y="3227"/>
                  <a:pt x="1431" y="3228"/>
                  <a:pt x="1431" y="3230"/>
                </a:cubicBezTo>
                <a:cubicBezTo>
                  <a:pt x="1431" y="3241"/>
                  <a:pt x="1432" y="3251"/>
                  <a:pt x="1433" y="3262"/>
                </a:cubicBezTo>
                <a:cubicBezTo>
                  <a:pt x="1436" y="3275"/>
                  <a:pt x="1438" y="3289"/>
                  <a:pt x="1438" y="3303"/>
                </a:cubicBezTo>
                <a:cubicBezTo>
                  <a:pt x="1438" y="3303"/>
                  <a:pt x="1438" y="3304"/>
                  <a:pt x="1438" y="3305"/>
                </a:cubicBezTo>
                <a:cubicBezTo>
                  <a:pt x="1438" y="3306"/>
                  <a:pt x="1438" y="3307"/>
                  <a:pt x="1438" y="3308"/>
                </a:cubicBezTo>
                <a:cubicBezTo>
                  <a:pt x="1438" y="3321"/>
                  <a:pt x="1441" y="3332"/>
                  <a:pt x="1448" y="3344"/>
                </a:cubicBezTo>
                <a:cubicBezTo>
                  <a:pt x="1449" y="3347"/>
                  <a:pt x="1451" y="3349"/>
                  <a:pt x="1453" y="3352"/>
                </a:cubicBezTo>
                <a:lnTo>
                  <a:pt x="1439" y="3350"/>
                </a:lnTo>
                <a:cubicBezTo>
                  <a:pt x="1439" y="3349"/>
                  <a:pt x="1439" y="3349"/>
                  <a:pt x="1439" y="3348"/>
                </a:cubicBezTo>
                <a:cubicBezTo>
                  <a:pt x="1439" y="3347"/>
                  <a:pt x="1439" y="3345"/>
                  <a:pt x="1438" y="3343"/>
                </a:cubicBezTo>
                <a:cubicBezTo>
                  <a:pt x="1425" y="3316"/>
                  <a:pt x="1417" y="3286"/>
                  <a:pt x="1404" y="3258"/>
                </a:cubicBezTo>
                <a:cubicBezTo>
                  <a:pt x="1391" y="3234"/>
                  <a:pt x="1381" y="3209"/>
                  <a:pt x="1373" y="3183"/>
                </a:cubicBezTo>
                <a:cubicBezTo>
                  <a:pt x="1372" y="3176"/>
                  <a:pt x="1363" y="3179"/>
                  <a:pt x="1364" y="3185"/>
                </a:cubicBezTo>
                <a:cubicBezTo>
                  <a:pt x="1367" y="3217"/>
                  <a:pt x="1374" y="3249"/>
                  <a:pt x="1385" y="3279"/>
                </a:cubicBezTo>
                <a:cubicBezTo>
                  <a:pt x="1392" y="3302"/>
                  <a:pt x="1401" y="3325"/>
                  <a:pt x="1411" y="3348"/>
                </a:cubicBezTo>
                <a:lnTo>
                  <a:pt x="1407" y="3348"/>
                </a:lnTo>
                <a:cubicBezTo>
                  <a:pt x="1408" y="3347"/>
                  <a:pt x="1408" y="3347"/>
                  <a:pt x="1408" y="3346"/>
                </a:cubicBezTo>
                <a:cubicBezTo>
                  <a:pt x="1408" y="3344"/>
                  <a:pt x="1407" y="3342"/>
                  <a:pt x="1406" y="3340"/>
                </a:cubicBezTo>
                <a:cubicBezTo>
                  <a:pt x="1405" y="3339"/>
                  <a:pt x="1405" y="3338"/>
                  <a:pt x="1404" y="3338"/>
                </a:cubicBezTo>
                <a:cubicBezTo>
                  <a:pt x="1378" y="3313"/>
                  <a:pt x="1365" y="3275"/>
                  <a:pt x="1347" y="3243"/>
                </a:cubicBezTo>
                <a:cubicBezTo>
                  <a:pt x="1334" y="3214"/>
                  <a:pt x="1319" y="3186"/>
                  <a:pt x="1303" y="3159"/>
                </a:cubicBezTo>
                <a:cubicBezTo>
                  <a:pt x="1298" y="3151"/>
                  <a:pt x="1294" y="3142"/>
                  <a:pt x="1288" y="3134"/>
                </a:cubicBezTo>
                <a:cubicBezTo>
                  <a:pt x="1288" y="3133"/>
                  <a:pt x="1288" y="3133"/>
                  <a:pt x="1287" y="3133"/>
                </a:cubicBezTo>
                <a:lnTo>
                  <a:pt x="1286" y="3132"/>
                </a:lnTo>
                <a:cubicBezTo>
                  <a:pt x="1285" y="3132"/>
                  <a:pt x="1284" y="3133"/>
                  <a:pt x="1284" y="3133"/>
                </a:cubicBezTo>
                <a:cubicBezTo>
                  <a:pt x="1283" y="3133"/>
                  <a:pt x="1283" y="3134"/>
                  <a:pt x="1283" y="3134"/>
                </a:cubicBezTo>
                <a:cubicBezTo>
                  <a:pt x="1282" y="3135"/>
                  <a:pt x="1282" y="3135"/>
                  <a:pt x="1282" y="3136"/>
                </a:cubicBezTo>
                <a:cubicBezTo>
                  <a:pt x="1282" y="3136"/>
                  <a:pt x="1282" y="3137"/>
                  <a:pt x="1283" y="3137"/>
                </a:cubicBezTo>
                <a:cubicBezTo>
                  <a:pt x="1318" y="3201"/>
                  <a:pt x="1324" y="3290"/>
                  <a:pt x="1374" y="3347"/>
                </a:cubicBezTo>
                <a:lnTo>
                  <a:pt x="1364" y="3347"/>
                </a:lnTo>
                <a:cubicBezTo>
                  <a:pt x="1363" y="3345"/>
                  <a:pt x="1363" y="3343"/>
                  <a:pt x="1362" y="3341"/>
                </a:cubicBezTo>
                <a:cubicBezTo>
                  <a:pt x="1361" y="3340"/>
                  <a:pt x="1360" y="3339"/>
                  <a:pt x="1360" y="3338"/>
                </a:cubicBezTo>
                <a:cubicBezTo>
                  <a:pt x="1301" y="3271"/>
                  <a:pt x="1268" y="3183"/>
                  <a:pt x="1236" y="3100"/>
                </a:cubicBezTo>
                <a:cubicBezTo>
                  <a:pt x="1235" y="3097"/>
                  <a:pt x="1230" y="3099"/>
                  <a:pt x="1231" y="3102"/>
                </a:cubicBezTo>
                <a:cubicBezTo>
                  <a:pt x="1245" y="3154"/>
                  <a:pt x="1246" y="3211"/>
                  <a:pt x="1269" y="3261"/>
                </a:cubicBezTo>
                <a:cubicBezTo>
                  <a:pt x="1274" y="3272"/>
                  <a:pt x="1279" y="3283"/>
                  <a:pt x="1285" y="3293"/>
                </a:cubicBezTo>
                <a:cubicBezTo>
                  <a:pt x="1296" y="3312"/>
                  <a:pt x="1309" y="3330"/>
                  <a:pt x="1322" y="3346"/>
                </a:cubicBezTo>
                <a:lnTo>
                  <a:pt x="1294" y="3346"/>
                </a:lnTo>
                <a:lnTo>
                  <a:pt x="1294" y="3344"/>
                </a:lnTo>
                <a:cubicBezTo>
                  <a:pt x="1294" y="3344"/>
                  <a:pt x="1294" y="3342"/>
                  <a:pt x="1293" y="3342"/>
                </a:cubicBezTo>
                <a:cubicBezTo>
                  <a:pt x="1292" y="3341"/>
                  <a:pt x="1292" y="3341"/>
                  <a:pt x="1291" y="3340"/>
                </a:cubicBezTo>
                <a:cubicBezTo>
                  <a:pt x="1272" y="3296"/>
                  <a:pt x="1250" y="3253"/>
                  <a:pt x="1226" y="3211"/>
                </a:cubicBezTo>
                <a:cubicBezTo>
                  <a:pt x="1225" y="3210"/>
                  <a:pt x="1225" y="3209"/>
                  <a:pt x="1224" y="3208"/>
                </a:cubicBezTo>
                <a:cubicBezTo>
                  <a:pt x="1193" y="3091"/>
                  <a:pt x="1158" y="2989"/>
                  <a:pt x="1184" y="2864"/>
                </a:cubicBezTo>
                <a:cubicBezTo>
                  <a:pt x="1216" y="2707"/>
                  <a:pt x="1402" y="2621"/>
                  <a:pt x="1545" y="2617"/>
                </a:cubicBezTo>
                <a:cubicBezTo>
                  <a:pt x="1676" y="2613"/>
                  <a:pt x="1798" y="2649"/>
                  <a:pt x="1870" y="2770"/>
                </a:cubicBezTo>
                <a:cubicBezTo>
                  <a:pt x="1873" y="2775"/>
                  <a:pt x="1876" y="2780"/>
                  <a:pt x="1879" y="2785"/>
                </a:cubicBezTo>
                <a:cubicBezTo>
                  <a:pt x="1903" y="2826"/>
                  <a:pt x="1917" y="2870"/>
                  <a:pt x="1923" y="2916"/>
                </a:cubicBezTo>
                <a:cubicBezTo>
                  <a:pt x="1926" y="2937"/>
                  <a:pt x="1927" y="2959"/>
                  <a:pt x="1927" y="2980"/>
                </a:cubicBezTo>
                <a:cubicBezTo>
                  <a:pt x="1927" y="2992"/>
                  <a:pt x="1927" y="3005"/>
                  <a:pt x="1926" y="3017"/>
                </a:cubicBezTo>
                <a:cubicBezTo>
                  <a:pt x="1924" y="3032"/>
                  <a:pt x="1922" y="3055"/>
                  <a:pt x="1917" y="3077"/>
                </a:cubicBezTo>
                <a:cubicBezTo>
                  <a:pt x="1914" y="3083"/>
                  <a:pt x="1910" y="3089"/>
                  <a:pt x="1907" y="3094"/>
                </a:cubicBezTo>
                <a:cubicBezTo>
                  <a:pt x="1907" y="3079"/>
                  <a:pt x="1906" y="3064"/>
                  <a:pt x="1903" y="3049"/>
                </a:cubicBezTo>
                <a:cubicBezTo>
                  <a:pt x="1903" y="3044"/>
                  <a:pt x="1896" y="3044"/>
                  <a:pt x="1896" y="3049"/>
                </a:cubicBezTo>
                <a:cubicBezTo>
                  <a:pt x="1891" y="3086"/>
                  <a:pt x="1883" y="3123"/>
                  <a:pt x="1871" y="3159"/>
                </a:cubicBezTo>
                <a:cubicBezTo>
                  <a:pt x="1871" y="3160"/>
                  <a:pt x="1870" y="3161"/>
                  <a:pt x="1870" y="3162"/>
                </a:cubicBezTo>
                <a:cubicBezTo>
                  <a:pt x="1870" y="3164"/>
                  <a:pt x="1871" y="3166"/>
                  <a:pt x="1872" y="3167"/>
                </a:cubicBezTo>
                <a:cubicBezTo>
                  <a:pt x="1873" y="3169"/>
                  <a:pt x="1874" y="3170"/>
                  <a:pt x="1875" y="3171"/>
                </a:cubicBezTo>
                <a:cubicBezTo>
                  <a:pt x="1868" y="3190"/>
                  <a:pt x="1861" y="3210"/>
                  <a:pt x="1854" y="3228"/>
                </a:cubicBezTo>
                <a:lnTo>
                  <a:pt x="1852" y="3233"/>
                </a:lnTo>
                <a:cubicBezTo>
                  <a:pt x="1850" y="3201"/>
                  <a:pt x="1843" y="3167"/>
                  <a:pt x="1841" y="3139"/>
                </a:cubicBezTo>
                <a:cubicBezTo>
                  <a:pt x="1841" y="3138"/>
                  <a:pt x="1841" y="3138"/>
                  <a:pt x="1840" y="3137"/>
                </a:cubicBezTo>
                <a:cubicBezTo>
                  <a:pt x="1840" y="3137"/>
                  <a:pt x="1840" y="3136"/>
                  <a:pt x="1839" y="3136"/>
                </a:cubicBezTo>
                <a:cubicBezTo>
                  <a:pt x="1839" y="3136"/>
                  <a:pt x="1838" y="3136"/>
                  <a:pt x="1837" y="3136"/>
                </a:cubicBezTo>
                <a:lnTo>
                  <a:pt x="1836" y="3136"/>
                </a:lnTo>
                <a:cubicBezTo>
                  <a:pt x="1835" y="3136"/>
                  <a:pt x="1835" y="3136"/>
                  <a:pt x="1834" y="3137"/>
                </a:cubicBezTo>
                <a:cubicBezTo>
                  <a:pt x="1833" y="3138"/>
                  <a:pt x="1834" y="3138"/>
                  <a:pt x="1834" y="3139"/>
                </a:cubicBezTo>
                <a:cubicBezTo>
                  <a:pt x="1832" y="3162"/>
                  <a:pt x="1828" y="3185"/>
                  <a:pt x="1824" y="3208"/>
                </a:cubicBezTo>
                <a:cubicBezTo>
                  <a:pt x="1823" y="3234"/>
                  <a:pt x="1819" y="3259"/>
                  <a:pt x="1812" y="3284"/>
                </a:cubicBezTo>
                <a:cubicBezTo>
                  <a:pt x="1807" y="3298"/>
                  <a:pt x="1809" y="3313"/>
                  <a:pt x="1804" y="3326"/>
                </a:cubicBezTo>
                <a:cubicBezTo>
                  <a:pt x="1798" y="3341"/>
                  <a:pt x="1795" y="3357"/>
                  <a:pt x="1794" y="3374"/>
                </a:cubicBezTo>
                <a:cubicBezTo>
                  <a:pt x="1795" y="3376"/>
                  <a:pt x="1796" y="3378"/>
                  <a:pt x="1797" y="3381"/>
                </a:cubicBezTo>
                <a:cubicBezTo>
                  <a:pt x="1798" y="3383"/>
                  <a:pt x="1798" y="3384"/>
                  <a:pt x="1799" y="3385"/>
                </a:cubicBezTo>
                <a:lnTo>
                  <a:pt x="1796" y="3385"/>
                </a:lnTo>
                <a:lnTo>
                  <a:pt x="1783" y="3384"/>
                </a:lnTo>
                <a:cubicBezTo>
                  <a:pt x="1784" y="3340"/>
                  <a:pt x="1788" y="3297"/>
                  <a:pt x="1796" y="3255"/>
                </a:cubicBezTo>
                <a:cubicBezTo>
                  <a:pt x="1797" y="3237"/>
                  <a:pt x="1798" y="3219"/>
                  <a:pt x="1798" y="3200"/>
                </a:cubicBezTo>
                <a:cubicBezTo>
                  <a:pt x="1798" y="3184"/>
                  <a:pt x="1797" y="3167"/>
                  <a:pt x="1796" y="3151"/>
                </a:cubicBezTo>
                <a:moveTo>
                  <a:pt x="1183" y="3345"/>
                </a:moveTo>
                <a:cubicBezTo>
                  <a:pt x="1183" y="3340"/>
                  <a:pt x="1181" y="3334"/>
                  <a:pt x="1179" y="3330"/>
                </a:cubicBezTo>
                <a:cubicBezTo>
                  <a:pt x="1178" y="3329"/>
                  <a:pt x="1178" y="3329"/>
                  <a:pt x="1178" y="3328"/>
                </a:cubicBezTo>
                <a:cubicBezTo>
                  <a:pt x="1176" y="3325"/>
                  <a:pt x="1174" y="3324"/>
                  <a:pt x="1174" y="3319"/>
                </a:cubicBezTo>
                <a:cubicBezTo>
                  <a:pt x="1173" y="3314"/>
                  <a:pt x="1171" y="3309"/>
                  <a:pt x="1169" y="3305"/>
                </a:cubicBezTo>
                <a:cubicBezTo>
                  <a:pt x="1168" y="3301"/>
                  <a:pt x="1161" y="3302"/>
                  <a:pt x="1162" y="3307"/>
                </a:cubicBezTo>
                <a:cubicBezTo>
                  <a:pt x="1162" y="3311"/>
                  <a:pt x="1165" y="3317"/>
                  <a:pt x="1163" y="3322"/>
                </a:cubicBezTo>
                <a:cubicBezTo>
                  <a:pt x="1163" y="3323"/>
                  <a:pt x="1163" y="3325"/>
                  <a:pt x="1163" y="3326"/>
                </a:cubicBezTo>
                <a:cubicBezTo>
                  <a:pt x="1163" y="3327"/>
                  <a:pt x="1163" y="3328"/>
                  <a:pt x="1163" y="3329"/>
                </a:cubicBezTo>
                <a:cubicBezTo>
                  <a:pt x="1164" y="3334"/>
                  <a:pt x="1165" y="3338"/>
                  <a:pt x="1166" y="3343"/>
                </a:cubicBezTo>
                <a:cubicBezTo>
                  <a:pt x="1158" y="3343"/>
                  <a:pt x="1150" y="3341"/>
                  <a:pt x="1142" y="3340"/>
                </a:cubicBezTo>
                <a:lnTo>
                  <a:pt x="1134" y="3339"/>
                </a:lnTo>
                <a:cubicBezTo>
                  <a:pt x="1134" y="3338"/>
                  <a:pt x="1134" y="3338"/>
                  <a:pt x="1134" y="3338"/>
                </a:cubicBezTo>
                <a:cubicBezTo>
                  <a:pt x="1134" y="3320"/>
                  <a:pt x="1129" y="3303"/>
                  <a:pt x="1120" y="3287"/>
                </a:cubicBezTo>
                <a:cubicBezTo>
                  <a:pt x="1119" y="3286"/>
                  <a:pt x="1118" y="3284"/>
                  <a:pt x="1117" y="3282"/>
                </a:cubicBezTo>
                <a:cubicBezTo>
                  <a:pt x="1113" y="3278"/>
                  <a:pt x="1107" y="3283"/>
                  <a:pt x="1111" y="3288"/>
                </a:cubicBezTo>
                <a:cubicBezTo>
                  <a:pt x="1115" y="3292"/>
                  <a:pt x="1113" y="3310"/>
                  <a:pt x="1115" y="3318"/>
                </a:cubicBezTo>
                <a:cubicBezTo>
                  <a:pt x="1116" y="3326"/>
                  <a:pt x="1117" y="3330"/>
                  <a:pt x="1118" y="3336"/>
                </a:cubicBezTo>
                <a:cubicBezTo>
                  <a:pt x="1108" y="3334"/>
                  <a:pt x="1099" y="3331"/>
                  <a:pt x="1089" y="3328"/>
                </a:cubicBezTo>
                <a:cubicBezTo>
                  <a:pt x="1089" y="3328"/>
                  <a:pt x="1089" y="3327"/>
                  <a:pt x="1089" y="3326"/>
                </a:cubicBezTo>
                <a:cubicBezTo>
                  <a:pt x="1089" y="3325"/>
                  <a:pt x="1089" y="3325"/>
                  <a:pt x="1089" y="3324"/>
                </a:cubicBezTo>
                <a:cubicBezTo>
                  <a:pt x="1087" y="3320"/>
                  <a:pt x="1086" y="3317"/>
                  <a:pt x="1085" y="3313"/>
                </a:cubicBezTo>
                <a:cubicBezTo>
                  <a:pt x="1085" y="3308"/>
                  <a:pt x="1085" y="3304"/>
                  <a:pt x="1083" y="3299"/>
                </a:cubicBezTo>
                <a:cubicBezTo>
                  <a:pt x="1082" y="3291"/>
                  <a:pt x="1079" y="3284"/>
                  <a:pt x="1076" y="3277"/>
                </a:cubicBezTo>
                <a:cubicBezTo>
                  <a:pt x="1075" y="3275"/>
                  <a:pt x="1070" y="3276"/>
                  <a:pt x="1070" y="3278"/>
                </a:cubicBezTo>
                <a:cubicBezTo>
                  <a:pt x="1070" y="3281"/>
                  <a:pt x="1071" y="3283"/>
                  <a:pt x="1071" y="3285"/>
                </a:cubicBezTo>
                <a:cubicBezTo>
                  <a:pt x="1071" y="3286"/>
                  <a:pt x="1071" y="3288"/>
                  <a:pt x="1071" y="3289"/>
                </a:cubicBezTo>
                <a:cubicBezTo>
                  <a:pt x="1071" y="3295"/>
                  <a:pt x="1070" y="3302"/>
                  <a:pt x="1068" y="3308"/>
                </a:cubicBezTo>
                <a:cubicBezTo>
                  <a:pt x="1068" y="3309"/>
                  <a:pt x="1068" y="3311"/>
                  <a:pt x="1068" y="3313"/>
                </a:cubicBezTo>
                <a:cubicBezTo>
                  <a:pt x="1068" y="3316"/>
                  <a:pt x="1068" y="3319"/>
                  <a:pt x="1069" y="3322"/>
                </a:cubicBezTo>
                <a:lnTo>
                  <a:pt x="1043" y="3313"/>
                </a:lnTo>
                <a:cubicBezTo>
                  <a:pt x="1044" y="3313"/>
                  <a:pt x="1045" y="3311"/>
                  <a:pt x="1046" y="3310"/>
                </a:cubicBezTo>
                <a:cubicBezTo>
                  <a:pt x="1047" y="3308"/>
                  <a:pt x="1048" y="3306"/>
                  <a:pt x="1048" y="3304"/>
                </a:cubicBezTo>
                <a:cubicBezTo>
                  <a:pt x="1048" y="3304"/>
                  <a:pt x="1048" y="3303"/>
                  <a:pt x="1047" y="3302"/>
                </a:cubicBezTo>
                <a:cubicBezTo>
                  <a:pt x="1046" y="3297"/>
                  <a:pt x="1045" y="3291"/>
                  <a:pt x="1042" y="3287"/>
                </a:cubicBezTo>
                <a:cubicBezTo>
                  <a:pt x="1041" y="3285"/>
                  <a:pt x="1039" y="3282"/>
                  <a:pt x="1038" y="3280"/>
                </a:cubicBezTo>
                <a:cubicBezTo>
                  <a:pt x="1036" y="3277"/>
                  <a:pt x="1035" y="3274"/>
                  <a:pt x="1033" y="3270"/>
                </a:cubicBezTo>
                <a:cubicBezTo>
                  <a:pt x="1033" y="3270"/>
                  <a:pt x="1034" y="3269"/>
                  <a:pt x="1033" y="3269"/>
                </a:cubicBezTo>
                <a:cubicBezTo>
                  <a:pt x="1032" y="3268"/>
                  <a:pt x="1032" y="3267"/>
                  <a:pt x="1031" y="3267"/>
                </a:cubicBezTo>
                <a:cubicBezTo>
                  <a:pt x="1030" y="3266"/>
                  <a:pt x="1029" y="3267"/>
                  <a:pt x="1028" y="3267"/>
                </a:cubicBezTo>
                <a:cubicBezTo>
                  <a:pt x="1027" y="3267"/>
                  <a:pt x="1026" y="3267"/>
                  <a:pt x="1026" y="3267"/>
                </a:cubicBezTo>
                <a:cubicBezTo>
                  <a:pt x="1025" y="3268"/>
                  <a:pt x="1024" y="3269"/>
                  <a:pt x="1024" y="3269"/>
                </a:cubicBezTo>
                <a:cubicBezTo>
                  <a:pt x="1024" y="3270"/>
                  <a:pt x="1024" y="3270"/>
                  <a:pt x="1023" y="3270"/>
                </a:cubicBezTo>
                <a:cubicBezTo>
                  <a:pt x="1022" y="3275"/>
                  <a:pt x="1021" y="3280"/>
                  <a:pt x="1020" y="3286"/>
                </a:cubicBezTo>
                <a:lnTo>
                  <a:pt x="1020" y="3287"/>
                </a:lnTo>
                <a:cubicBezTo>
                  <a:pt x="1020" y="3293"/>
                  <a:pt x="1021" y="3299"/>
                  <a:pt x="1022" y="3305"/>
                </a:cubicBezTo>
                <a:lnTo>
                  <a:pt x="997" y="3296"/>
                </a:lnTo>
                <a:cubicBezTo>
                  <a:pt x="997" y="3295"/>
                  <a:pt x="997" y="3294"/>
                  <a:pt x="997" y="3293"/>
                </a:cubicBezTo>
                <a:cubicBezTo>
                  <a:pt x="997" y="3291"/>
                  <a:pt x="997" y="3289"/>
                  <a:pt x="996" y="3287"/>
                </a:cubicBezTo>
                <a:cubicBezTo>
                  <a:pt x="993" y="3279"/>
                  <a:pt x="992" y="3272"/>
                  <a:pt x="992" y="3264"/>
                </a:cubicBezTo>
                <a:cubicBezTo>
                  <a:pt x="992" y="3252"/>
                  <a:pt x="992" y="3239"/>
                  <a:pt x="990" y="3226"/>
                </a:cubicBezTo>
                <a:cubicBezTo>
                  <a:pt x="990" y="3226"/>
                  <a:pt x="991" y="3226"/>
                  <a:pt x="990" y="3225"/>
                </a:cubicBezTo>
                <a:cubicBezTo>
                  <a:pt x="989" y="3224"/>
                  <a:pt x="989" y="3225"/>
                  <a:pt x="988" y="3224"/>
                </a:cubicBezTo>
                <a:lnTo>
                  <a:pt x="987" y="3224"/>
                </a:lnTo>
                <a:cubicBezTo>
                  <a:pt x="986" y="3224"/>
                  <a:pt x="986" y="3223"/>
                  <a:pt x="985" y="3224"/>
                </a:cubicBezTo>
                <a:cubicBezTo>
                  <a:pt x="984" y="3225"/>
                  <a:pt x="984" y="3225"/>
                  <a:pt x="984" y="3225"/>
                </a:cubicBezTo>
                <a:cubicBezTo>
                  <a:pt x="984" y="3226"/>
                  <a:pt x="984" y="3226"/>
                  <a:pt x="983" y="3226"/>
                </a:cubicBezTo>
                <a:cubicBezTo>
                  <a:pt x="982" y="3240"/>
                  <a:pt x="983" y="3254"/>
                  <a:pt x="981" y="3268"/>
                </a:cubicBezTo>
                <a:cubicBezTo>
                  <a:pt x="981" y="3273"/>
                  <a:pt x="981" y="3277"/>
                  <a:pt x="981" y="3282"/>
                </a:cubicBezTo>
                <a:cubicBezTo>
                  <a:pt x="981" y="3285"/>
                  <a:pt x="982" y="3288"/>
                  <a:pt x="983" y="3290"/>
                </a:cubicBezTo>
                <a:lnTo>
                  <a:pt x="959" y="3282"/>
                </a:lnTo>
                <a:lnTo>
                  <a:pt x="957" y="3282"/>
                </a:lnTo>
                <a:cubicBezTo>
                  <a:pt x="957" y="3280"/>
                  <a:pt x="957" y="3277"/>
                  <a:pt x="957" y="3275"/>
                </a:cubicBezTo>
                <a:cubicBezTo>
                  <a:pt x="955" y="3260"/>
                  <a:pt x="952" y="3245"/>
                  <a:pt x="950" y="3230"/>
                </a:cubicBezTo>
                <a:cubicBezTo>
                  <a:pt x="950" y="3227"/>
                  <a:pt x="945" y="3228"/>
                  <a:pt x="944" y="3230"/>
                </a:cubicBezTo>
                <a:cubicBezTo>
                  <a:pt x="942" y="3243"/>
                  <a:pt x="940" y="3255"/>
                  <a:pt x="937" y="3268"/>
                </a:cubicBezTo>
                <a:cubicBezTo>
                  <a:pt x="937" y="3269"/>
                  <a:pt x="937" y="3270"/>
                  <a:pt x="937" y="3271"/>
                </a:cubicBezTo>
                <a:cubicBezTo>
                  <a:pt x="937" y="3272"/>
                  <a:pt x="937" y="3273"/>
                  <a:pt x="937" y="3275"/>
                </a:cubicBezTo>
                <a:cubicBezTo>
                  <a:pt x="932" y="3273"/>
                  <a:pt x="927" y="3271"/>
                  <a:pt x="922" y="3268"/>
                </a:cubicBezTo>
                <a:cubicBezTo>
                  <a:pt x="922" y="3267"/>
                  <a:pt x="921" y="3265"/>
                  <a:pt x="920" y="3263"/>
                </a:cubicBezTo>
                <a:lnTo>
                  <a:pt x="919" y="3262"/>
                </a:lnTo>
                <a:cubicBezTo>
                  <a:pt x="915" y="3258"/>
                  <a:pt x="917" y="3246"/>
                  <a:pt x="917" y="3241"/>
                </a:cubicBezTo>
                <a:cubicBezTo>
                  <a:pt x="917" y="3235"/>
                  <a:pt x="915" y="3226"/>
                  <a:pt x="915" y="3219"/>
                </a:cubicBezTo>
                <a:cubicBezTo>
                  <a:pt x="915" y="3204"/>
                  <a:pt x="919" y="3189"/>
                  <a:pt x="926" y="3177"/>
                </a:cubicBezTo>
                <a:cubicBezTo>
                  <a:pt x="926" y="3176"/>
                  <a:pt x="926" y="3176"/>
                  <a:pt x="926" y="3176"/>
                </a:cubicBezTo>
                <a:lnTo>
                  <a:pt x="926" y="3175"/>
                </a:lnTo>
                <a:lnTo>
                  <a:pt x="926" y="3174"/>
                </a:lnTo>
                <a:cubicBezTo>
                  <a:pt x="926" y="3173"/>
                  <a:pt x="925" y="3173"/>
                  <a:pt x="925" y="3173"/>
                </a:cubicBezTo>
                <a:cubicBezTo>
                  <a:pt x="924" y="3172"/>
                  <a:pt x="924" y="3172"/>
                  <a:pt x="923" y="3172"/>
                </a:cubicBezTo>
                <a:cubicBezTo>
                  <a:pt x="923" y="3172"/>
                  <a:pt x="922" y="3172"/>
                  <a:pt x="922" y="3173"/>
                </a:cubicBezTo>
                <a:lnTo>
                  <a:pt x="921" y="3173"/>
                </a:lnTo>
                <a:cubicBezTo>
                  <a:pt x="917" y="3178"/>
                  <a:pt x="914" y="3183"/>
                  <a:pt x="911" y="3188"/>
                </a:cubicBezTo>
                <a:cubicBezTo>
                  <a:pt x="904" y="3201"/>
                  <a:pt x="899" y="3214"/>
                  <a:pt x="897" y="3228"/>
                </a:cubicBezTo>
                <a:cubicBezTo>
                  <a:pt x="895" y="3236"/>
                  <a:pt x="894" y="3244"/>
                  <a:pt x="894" y="3252"/>
                </a:cubicBezTo>
                <a:cubicBezTo>
                  <a:pt x="889" y="3240"/>
                  <a:pt x="884" y="3229"/>
                  <a:pt x="879" y="3217"/>
                </a:cubicBezTo>
                <a:cubicBezTo>
                  <a:pt x="883" y="3207"/>
                  <a:pt x="886" y="3197"/>
                  <a:pt x="886" y="3186"/>
                </a:cubicBezTo>
                <a:cubicBezTo>
                  <a:pt x="886" y="3183"/>
                  <a:pt x="885" y="3179"/>
                  <a:pt x="885" y="3175"/>
                </a:cubicBezTo>
                <a:cubicBezTo>
                  <a:pt x="884" y="3172"/>
                  <a:pt x="884" y="3168"/>
                  <a:pt x="884" y="3164"/>
                </a:cubicBezTo>
                <a:cubicBezTo>
                  <a:pt x="884" y="3160"/>
                  <a:pt x="884" y="3156"/>
                  <a:pt x="885" y="3152"/>
                </a:cubicBezTo>
                <a:cubicBezTo>
                  <a:pt x="885" y="3150"/>
                  <a:pt x="886" y="3148"/>
                  <a:pt x="886" y="3146"/>
                </a:cubicBezTo>
                <a:cubicBezTo>
                  <a:pt x="886" y="3144"/>
                  <a:pt x="885" y="3142"/>
                  <a:pt x="885" y="3141"/>
                </a:cubicBezTo>
                <a:cubicBezTo>
                  <a:pt x="885" y="3138"/>
                  <a:pt x="880" y="3138"/>
                  <a:pt x="880" y="3141"/>
                </a:cubicBezTo>
                <a:cubicBezTo>
                  <a:pt x="880" y="3147"/>
                  <a:pt x="874" y="3152"/>
                  <a:pt x="874" y="3158"/>
                </a:cubicBezTo>
                <a:cubicBezTo>
                  <a:pt x="873" y="3164"/>
                  <a:pt x="874" y="3172"/>
                  <a:pt x="873" y="3180"/>
                </a:cubicBezTo>
                <a:cubicBezTo>
                  <a:pt x="872" y="3187"/>
                  <a:pt x="871" y="3191"/>
                  <a:pt x="870" y="3198"/>
                </a:cubicBezTo>
                <a:cubicBezTo>
                  <a:pt x="869" y="3194"/>
                  <a:pt x="867" y="3190"/>
                  <a:pt x="865" y="3187"/>
                </a:cubicBezTo>
                <a:cubicBezTo>
                  <a:pt x="859" y="3175"/>
                  <a:pt x="854" y="3162"/>
                  <a:pt x="848" y="3149"/>
                </a:cubicBezTo>
                <a:cubicBezTo>
                  <a:pt x="848" y="3148"/>
                  <a:pt x="848" y="3147"/>
                  <a:pt x="848" y="3145"/>
                </a:cubicBezTo>
                <a:cubicBezTo>
                  <a:pt x="848" y="3136"/>
                  <a:pt x="849" y="3128"/>
                  <a:pt x="851" y="3120"/>
                </a:cubicBezTo>
                <a:cubicBezTo>
                  <a:pt x="854" y="3110"/>
                  <a:pt x="851" y="3096"/>
                  <a:pt x="857" y="3088"/>
                </a:cubicBezTo>
                <a:lnTo>
                  <a:pt x="858" y="3087"/>
                </a:lnTo>
                <a:cubicBezTo>
                  <a:pt x="858" y="3087"/>
                  <a:pt x="858" y="3086"/>
                  <a:pt x="858" y="3085"/>
                </a:cubicBezTo>
                <a:lnTo>
                  <a:pt x="858" y="3084"/>
                </a:lnTo>
                <a:cubicBezTo>
                  <a:pt x="857" y="3083"/>
                  <a:pt x="857" y="3083"/>
                  <a:pt x="856" y="3082"/>
                </a:cubicBezTo>
                <a:lnTo>
                  <a:pt x="855" y="3082"/>
                </a:lnTo>
                <a:cubicBezTo>
                  <a:pt x="854" y="3082"/>
                  <a:pt x="853" y="3082"/>
                  <a:pt x="853" y="3082"/>
                </a:cubicBezTo>
                <a:lnTo>
                  <a:pt x="852" y="3083"/>
                </a:lnTo>
                <a:cubicBezTo>
                  <a:pt x="851" y="3085"/>
                  <a:pt x="849" y="3086"/>
                  <a:pt x="848" y="3088"/>
                </a:cubicBezTo>
                <a:cubicBezTo>
                  <a:pt x="845" y="3094"/>
                  <a:pt x="843" y="3101"/>
                  <a:pt x="843" y="3109"/>
                </a:cubicBezTo>
                <a:cubicBezTo>
                  <a:pt x="842" y="3114"/>
                  <a:pt x="840" y="3120"/>
                  <a:pt x="838" y="3125"/>
                </a:cubicBezTo>
                <a:cubicBezTo>
                  <a:pt x="827" y="3097"/>
                  <a:pt x="817" y="3068"/>
                  <a:pt x="808" y="3042"/>
                </a:cubicBezTo>
                <a:cubicBezTo>
                  <a:pt x="804" y="3032"/>
                  <a:pt x="800" y="3019"/>
                  <a:pt x="796" y="3006"/>
                </a:cubicBezTo>
                <a:cubicBezTo>
                  <a:pt x="829" y="3005"/>
                  <a:pt x="868" y="3026"/>
                  <a:pt x="900" y="3037"/>
                </a:cubicBezTo>
                <a:cubicBezTo>
                  <a:pt x="959" y="3057"/>
                  <a:pt x="1023" y="3068"/>
                  <a:pt x="1078" y="3098"/>
                </a:cubicBezTo>
                <a:cubicBezTo>
                  <a:pt x="1133" y="3127"/>
                  <a:pt x="1176" y="3188"/>
                  <a:pt x="1208" y="3236"/>
                </a:cubicBezTo>
                <a:cubicBezTo>
                  <a:pt x="1228" y="3268"/>
                  <a:pt x="1242" y="3316"/>
                  <a:pt x="1267" y="3348"/>
                </a:cubicBezTo>
                <a:cubicBezTo>
                  <a:pt x="1235" y="3347"/>
                  <a:pt x="1209" y="3347"/>
                  <a:pt x="1183" y="3345"/>
                </a:cubicBezTo>
                <a:moveTo>
                  <a:pt x="4350" y="3036"/>
                </a:moveTo>
                <a:lnTo>
                  <a:pt x="4347" y="3046"/>
                </a:lnTo>
                <a:cubicBezTo>
                  <a:pt x="4347" y="3043"/>
                  <a:pt x="4348" y="3040"/>
                  <a:pt x="4348" y="3037"/>
                </a:cubicBezTo>
                <a:lnTo>
                  <a:pt x="4350" y="3036"/>
                </a:lnTo>
                <a:moveTo>
                  <a:pt x="1014" y="3441"/>
                </a:moveTo>
                <a:cubicBezTo>
                  <a:pt x="1063" y="3476"/>
                  <a:pt x="1110" y="3516"/>
                  <a:pt x="1162" y="3546"/>
                </a:cubicBezTo>
                <a:cubicBezTo>
                  <a:pt x="1164" y="3550"/>
                  <a:pt x="1167" y="3553"/>
                  <a:pt x="1170" y="3556"/>
                </a:cubicBezTo>
                <a:cubicBezTo>
                  <a:pt x="1191" y="3580"/>
                  <a:pt x="1184" y="3633"/>
                  <a:pt x="1177" y="3661"/>
                </a:cubicBezTo>
                <a:cubicBezTo>
                  <a:pt x="1174" y="3670"/>
                  <a:pt x="1170" y="3680"/>
                  <a:pt x="1165" y="3688"/>
                </a:cubicBezTo>
                <a:cubicBezTo>
                  <a:pt x="1154" y="3707"/>
                  <a:pt x="1139" y="3723"/>
                  <a:pt x="1122" y="3734"/>
                </a:cubicBezTo>
                <a:cubicBezTo>
                  <a:pt x="1120" y="3734"/>
                  <a:pt x="1119" y="3734"/>
                  <a:pt x="1117" y="3734"/>
                </a:cubicBezTo>
                <a:cubicBezTo>
                  <a:pt x="1115" y="3734"/>
                  <a:pt x="1113" y="3734"/>
                  <a:pt x="1111" y="3735"/>
                </a:cubicBezTo>
                <a:cubicBezTo>
                  <a:pt x="1109" y="3736"/>
                  <a:pt x="1107" y="3738"/>
                  <a:pt x="1106" y="3740"/>
                </a:cubicBezTo>
                <a:cubicBezTo>
                  <a:pt x="1105" y="3741"/>
                  <a:pt x="1105" y="3743"/>
                  <a:pt x="1104" y="3744"/>
                </a:cubicBezTo>
                <a:cubicBezTo>
                  <a:pt x="1104" y="3745"/>
                  <a:pt x="1104" y="3745"/>
                  <a:pt x="1104" y="3746"/>
                </a:cubicBezTo>
                <a:cubicBezTo>
                  <a:pt x="1102" y="3748"/>
                  <a:pt x="1099" y="3749"/>
                  <a:pt x="1097" y="3751"/>
                </a:cubicBezTo>
                <a:cubicBezTo>
                  <a:pt x="1063" y="3770"/>
                  <a:pt x="1029" y="3786"/>
                  <a:pt x="993" y="3800"/>
                </a:cubicBezTo>
                <a:cubicBezTo>
                  <a:pt x="961" y="3814"/>
                  <a:pt x="927" y="3825"/>
                  <a:pt x="892" y="3831"/>
                </a:cubicBezTo>
                <a:cubicBezTo>
                  <a:pt x="892" y="3830"/>
                  <a:pt x="892" y="3830"/>
                  <a:pt x="891" y="3830"/>
                </a:cubicBezTo>
                <a:cubicBezTo>
                  <a:pt x="864" y="3818"/>
                  <a:pt x="821" y="3823"/>
                  <a:pt x="798" y="3807"/>
                </a:cubicBezTo>
                <a:cubicBezTo>
                  <a:pt x="794" y="3804"/>
                  <a:pt x="790" y="3802"/>
                  <a:pt x="785" y="3799"/>
                </a:cubicBezTo>
                <a:cubicBezTo>
                  <a:pt x="775" y="3794"/>
                  <a:pt x="765" y="3788"/>
                  <a:pt x="755" y="3784"/>
                </a:cubicBezTo>
                <a:cubicBezTo>
                  <a:pt x="755" y="3783"/>
                  <a:pt x="754" y="3783"/>
                  <a:pt x="754" y="3782"/>
                </a:cubicBezTo>
                <a:cubicBezTo>
                  <a:pt x="753" y="3780"/>
                  <a:pt x="752" y="3779"/>
                  <a:pt x="751" y="3779"/>
                </a:cubicBezTo>
                <a:cubicBezTo>
                  <a:pt x="750" y="3778"/>
                  <a:pt x="748" y="3778"/>
                  <a:pt x="747" y="3778"/>
                </a:cubicBezTo>
                <a:lnTo>
                  <a:pt x="746" y="3778"/>
                </a:lnTo>
                <a:cubicBezTo>
                  <a:pt x="735" y="3771"/>
                  <a:pt x="726" y="3762"/>
                  <a:pt x="718" y="3751"/>
                </a:cubicBezTo>
                <a:cubicBezTo>
                  <a:pt x="708" y="3736"/>
                  <a:pt x="698" y="3721"/>
                  <a:pt x="688" y="3705"/>
                </a:cubicBezTo>
                <a:cubicBezTo>
                  <a:pt x="673" y="3679"/>
                  <a:pt x="660" y="3651"/>
                  <a:pt x="650" y="3623"/>
                </a:cubicBezTo>
                <a:cubicBezTo>
                  <a:pt x="637" y="3592"/>
                  <a:pt x="622" y="3563"/>
                  <a:pt x="605" y="3534"/>
                </a:cubicBezTo>
                <a:cubicBezTo>
                  <a:pt x="558" y="3451"/>
                  <a:pt x="496" y="3378"/>
                  <a:pt x="423" y="3318"/>
                </a:cubicBezTo>
                <a:cubicBezTo>
                  <a:pt x="363" y="3271"/>
                  <a:pt x="312" y="3213"/>
                  <a:pt x="274" y="3147"/>
                </a:cubicBezTo>
                <a:cubicBezTo>
                  <a:pt x="273" y="3145"/>
                  <a:pt x="273" y="3144"/>
                  <a:pt x="272" y="3143"/>
                </a:cubicBezTo>
                <a:cubicBezTo>
                  <a:pt x="259" y="3120"/>
                  <a:pt x="236" y="2996"/>
                  <a:pt x="325" y="3041"/>
                </a:cubicBezTo>
                <a:cubicBezTo>
                  <a:pt x="342" y="3052"/>
                  <a:pt x="359" y="3064"/>
                  <a:pt x="374" y="3077"/>
                </a:cubicBezTo>
                <a:cubicBezTo>
                  <a:pt x="388" y="3090"/>
                  <a:pt x="402" y="3101"/>
                  <a:pt x="417" y="3111"/>
                </a:cubicBezTo>
                <a:cubicBezTo>
                  <a:pt x="442" y="3129"/>
                  <a:pt x="466" y="3162"/>
                  <a:pt x="498" y="3161"/>
                </a:cubicBezTo>
                <a:cubicBezTo>
                  <a:pt x="536" y="3160"/>
                  <a:pt x="516" y="3102"/>
                  <a:pt x="504" y="3067"/>
                </a:cubicBezTo>
                <a:cubicBezTo>
                  <a:pt x="505" y="3068"/>
                  <a:pt x="506" y="3068"/>
                  <a:pt x="508" y="3069"/>
                </a:cubicBezTo>
                <a:cubicBezTo>
                  <a:pt x="514" y="3072"/>
                  <a:pt x="521" y="3075"/>
                  <a:pt x="528" y="3076"/>
                </a:cubicBezTo>
                <a:cubicBezTo>
                  <a:pt x="555" y="3078"/>
                  <a:pt x="580" y="3083"/>
                  <a:pt x="607" y="3083"/>
                </a:cubicBezTo>
                <a:cubicBezTo>
                  <a:pt x="611" y="3083"/>
                  <a:pt x="615" y="3083"/>
                  <a:pt x="619" y="3082"/>
                </a:cubicBezTo>
                <a:cubicBezTo>
                  <a:pt x="615" y="3094"/>
                  <a:pt x="613" y="3106"/>
                  <a:pt x="611" y="3119"/>
                </a:cubicBezTo>
                <a:cubicBezTo>
                  <a:pt x="605" y="3109"/>
                  <a:pt x="599" y="3099"/>
                  <a:pt x="594" y="3090"/>
                </a:cubicBezTo>
                <a:cubicBezTo>
                  <a:pt x="594" y="3089"/>
                  <a:pt x="593" y="3088"/>
                  <a:pt x="592" y="3088"/>
                </a:cubicBezTo>
                <a:cubicBezTo>
                  <a:pt x="590" y="3087"/>
                  <a:pt x="589" y="3086"/>
                  <a:pt x="588" y="3086"/>
                </a:cubicBezTo>
                <a:cubicBezTo>
                  <a:pt x="586" y="3086"/>
                  <a:pt x="586" y="3087"/>
                  <a:pt x="584" y="3088"/>
                </a:cubicBezTo>
                <a:cubicBezTo>
                  <a:pt x="582" y="3088"/>
                  <a:pt x="581" y="3088"/>
                  <a:pt x="581" y="3090"/>
                </a:cubicBezTo>
                <a:cubicBezTo>
                  <a:pt x="580" y="3091"/>
                  <a:pt x="580" y="3093"/>
                  <a:pt x="580" y="3094"/>
                </a:cubicBezTo>
                <a:cubicBezTo>
                  <a:pt x="580" y="3095"/>
                  <a:pt x="580" y="3096"/>
                  <a:pt x="580" y="3097"/>
                </a:cubicBezTo>
                <a:cubicBezTo>
                  <a:pt x="600" y="3136"/>
                  <a:pt x="625" y="3183"/>
                  <a:pt x="668" y="3198"/>
                </a:cubicBezTo>
                <a:cubicBezTo>
                  <a:pt x="724" y="3218"/>
                  <a:pt x="742" y="3157"/>
                  <a:pt x="737" y="3114"/>
                </a:cubicBezTo>
                <a:cubicBezTo>
                  <a:pt x="733" y="3076"/>
                  <a:pt x="698" y="3028"/>
                  <a:pt x="670" y="3002"/>
                </a:cubicBezTo>
                <a:lnTo>
                  <a:pt x="655" y="2987"/>
                </a:lnTo>
                <a:cubicBezTo>
                  <a:pt x="645" y="2971"/>
                  <a:pt x="633" y="2956"/>
                  <a:pt x="620" y="2942"/>
                </a:cubicBezTo>
                <a:cubicBezTo>
                  <a:pt x="617" y="2938"/>
                  <a:pt x="615" y="2934"/>
                  <a:pt x="613" y="2931"/>
                </a:cubicBezTo>
                <a:cubicBezTo>
                  <a:pt x="604" y="2915"/>
                  <a:pt x="599" y="2898"/>
                  <a:pt x="599" y="2880"/>
                </a:cubicBezTo>
                <a:cubicBezTo>
                  <a:pt x="599" y="2874"/>
                  <a:pt x="599" y="2869"/>
                  <a:pt x="600" y="2863"/>
                </a:cubicBezTo>
                <a:cubicBezTo>
                  <a:pt x="605" y="2858"/>
                  <a:pt x="614" y="2860"/>
                  <a:pt x="629" y="2858"/>
                </a:cubicBezTo>
                <a:cubicBezTo>
                  <a:pt x="670" y="2852"/>
                  <a:pt x="729" y="2934"/>
                  <a:pt x="747" y="2959"/>
                </a:cubicBezTo>
                <a:cubicBezTo>
                  <a:pt x="748" y="2960"/>
                  <a:pt x="749" y="2962"/>
                  <a:pt x="749" y="2964"/>
                </a:cubicBezTo>
                <a:cubicBezTo>
                  <a:pt x="768" y="2996"/>
                  <a:pt x="783" y="3030"/>
                  <a:pt x="795" y="3066"/>
                </a:cubicBezTo>
                <a:cubicBezTo>
                  <a:pt x="807" y="3096"/>
                  <a:pt x="818" y="3127"/>
                  <a:pt x="828" y="3157"/>
                </a:cubicBezTo>
                <a:cubicBezTo>
                  <a:pt x="828" y="3159"/>
                  <a:pt x="828" y="3160"/>
                  <a:pt x="829" y="3161"/>
                </a:cubicBezTo>
                <a:cubicBezTo>
                  <a:pt x="830" y="3162"/>
                  <a:pt x="830" y="3162"/>
                  <a:pt x="830" y="3162"/>
                </a:cubicBezTo>
                <a:cubicBezTo>
                  <a:pt x="844" y="3203"/>
                  <a:pt x="858" y="3245"/>
                  <a:pt x="876" y="3285"/>
                </a:cubicBezTo>
                <a:cubicBezTo>
                  <a:pt x="905" y="3352"/>
                  <a:pt x="956" y="3399"/>
                  <a:pt x="1014" y="3441"/>
                </a:cubicBezTo>
                <a:moveTo>
                  <a:pt x="368" y="2948"/>
                </a:moveTo>
                <a:lnTo>
                  <a:pt x="359" y="2944"/>
                </a:lnTo>
                <a:cubicBezTo>
                  <a:pt x="359" y="2944"/>
                  <a:pt x="360" y="2944"/>
                  <a:pt x="361" y="2943"/>
                </a:cubicBezTo>
                <a:cubicBezTo>
                  <a:pt x="363" y="2942"/>
                  <a:pt x="364" y="2941"/>
                  <a:pt x="365" y="2939"/>
                </a:cubicBezTo>
                <a:cubicBezTo>
                  <a:pt x="366" y="2942"/>
                  <a:pt x="367" y="2945"/>
                  <a:pt x="368" y="2948"/>
                </a:cubicBezTo>
                <a:moveTo>
                  <a:pt x="399" y="2949"/>
                </a:moveTo>
                <a:cubicBezTo>
                  <a:pt x="392" y="2928"/>
                  <a:pt x="388" y="2905"/>
                  <a:pt x="388" y="2882"/>
                </a:cubicBezTo>
                <a:cubicBezTo>
                  <a:pt x="388" y="2879"/>
                  <a:pt x="388" y="2876"/>
                  <a:pt x="388" y="2873"/>
                </a:cubicBezTo>
                <a:cubicBezTo>
                  <a:pt x="388" y="2860"/>
                  <a:pt x="385" y="2847"/>
                  <a:pt x="384" y="2834"/>
                </a:cubicBezTo>
                <a:cubicBezTo>
                  <a:pt x="383" y="2808"/>
                  <a:pt x="386" y="2784"/>
                  <a:pt x="386" y="2759"/>
                </a:cubicBezTo>
                <a:cubicBezTo>
                  <a:pt x="386" y="2754"/>
                  <a:pt x="379" y="2754"/>
                  <a:pt x="379" y="2759"/>
                </a:cubicBezTo>
                <a:cubicBezTo>
                  <a:pt x="378" y="2775"/>
                  <a:pt x="371" y="2788"/>
                  <a:pt x="369" y="2804"/>
                </a:cubicBezTo>
                <a:cubicBezTo>
                  <a:pt x="367" y="2826"/>
                  <a:pt x="366" y="2849"/>
                  <a:pt x="364" y="2871"/>
                </a:cubicBezTo>
                <a:cubicBezTo>
                  <a:pt x="363" y="2882"/>
                  <a:pt x="362" y="2893"/>
                  <a:pt x="362" y="2903"/>
                </a:cubicBezTo>
                <a:cubicBezTo>
                  <a:pt x="362" y="2909"/>
                  <a:pt x="362" y="2914"/>
                  <a:pt x="362" y="2919"/>
                </a:cubicBezTo>
                <a:cubicBezTo>
                  <a:pt x="352" y="2897"/>
                  <a:pt x="345" y="2873"/>
                  <a:pt x="341" y="2849"/>
                </a:cubicBezTo>
                <a:cubicBezTo>
                  <a:pt x="334" y="2823"/>
                  <a:pt x="328" y="2769"/>
                  <a:pt x="338" y="2743"/>
                </a:cubicBezTo>
                <a:lnTo>
                  <a:pt x="338" y="2742"/>
                </a:lnTo>
                <a:cubicBezTo>
                  <a:pt x="338" y="2741"/>
                  <a:pt x="338" y="2740"/>
                  <a:pt x="338" y="2740"/>
                </a:cubicBezTo>
                <a:cubicBezTo>
                  <a:pt x="338" y="2739"/>
                  <a:pt x="337" y="2739"/>
                  <a:pt x="336" y="2738"/>
                </a:cubicBezTo>
                <a:cubicBezTo>
                  <a:pt x="336" y="2738"/>
                  <a:pt x="335" y="2738"/>
                  <a:pt x="334" y="2738"/>
                </a:cubicBezTo>
                <a:cubicBezTo>
                  <a:pt x="334" y="2738"/>
                  <a:pt x="333" y="2737"/>
                  <a:pt x="332" y="2738"/>
                </a:cubicBezTo>
                <a:cubicBezTo>
                  <a:pt x="331" y="2739"/>
                  <a:pt x="331" y="2739"/>
                  <a:pt x="331" y="2740"/>
                </a:cubicBezTo>
                <a:lnTo>
                  <a:pt x="330" y="2740"/>
                </a:lnTo>
                <a:cubicBezTo>
                  <a:pt x="327" y="2750"/>
                  <a:pt x="326" y="2761"/>
                  <a:pt x="326" y="2771"/>
                </a:cubicBezTo>
                <a:cubicBezTo>
                  <a:pt x="326" y="2774"/>
                  <a:pt x="326" y="2777"/>
                  <a:pt x="326" y="2780"/>
                </a:cubicBezTo>
                <a:cubicBezTo>
                  <a:pt x="326" y="2803"/>
                  <a:pt x="321" y="2828"/>
                  <a:pt x="322" y="2851"/>
                </a:cubicBezTo>
                <a:cubicBezTo>
                  <a:pt x="323" y="2881"/>
                  <a:pt x="330" y="2909"/>
                  <a:pt x="343" y="2936"/>
                </a:cubicBezTo>
                <a:cubicBezTo>
                  <a:pt x="340" y="2934"/>
                  <a:pt x="337" y="2931"/>
                  <a:pt x="334" y="2929"/>
                </a:cubicBezTo>
                <a:cubicBezTo>
                  <a:pt x="334" y="2927"/>
                  <a:pt x="334" y="2926"/>
                  <a:pt x="333" y="2925"/>
                </a:cubicBezTo>
                <a:cubicBezTo>
                  <a:pt x="333" y="2924"/>
                  <a:pt x="332" y="2924"/>
                  <a:pt x="332" y="2924"/>
                </a:cubicBezTo>
                <a:cubicBezTo>
                  <a:pt x="336" y="2929"/>
                  <a:pt x="330" y="2920"/>
                  <a:pt x="329" y="2919"/>
                </a:cubicBezTo>
                <a:cubicBezTo>
                  <a:pt x="329" y="2918"/>
                  <a:pt x="328" y="2918"/>
                  <a:pt x="328" y="2917"/>
                </a:cubicBezTo>
                <a:cubicBezTo>
                  <a:pt x="326" y="2913"/>
                  <a:pt x="324" y="2909"/>
                  <a:pt x="323" y="2904"/>
                </a:cubicBezTo>
                <a:cubicBezTo>
                  <a:pt x="324" y="2902"/>
                  <a:pt x="324" y="2900"/>
                  <a:pt x="324" y="2898"/>
                </a:cubicBezTo>
                <a:cubicBezTo>
                  <a:pt x="324" y="2895"/>
                  <a:pt x="324" y="2893"/>
                  <a:pt x="323" y="2891"/>
                </a:cubicBezTo>
                <a:cubicBezTo>
                  <a:pt x="310" y="2868"/>
                  <a:pt x="300" y="2843"/>
                  <a:pt x="291" y="2818"/>
                </a:cubicBezTo>
                <a:cubicBezTo>
                  <a:pt x="286" y="2797"/>
                  <a:pt x="283" y="2776"/>
                  <a:pt x="282" y="2755"/>
                </a:cubicBezTo>
                <a:cubicBezTo>
                  <a:pt x="282" y="2751"/>
                  <a:pt x="275" y="2750"/>
                  <a:pt x="274" y="2755"/>
                </a:cubicBezTo>
                <a:cubicBezTo>
                  <a:pt x="273" y="2779"/>
                  <a:pt x="272" y="2804"/>
                  <a:pt x="270" y="2828"/>
                </a:cubicBezTo>
                <a:cubicBezTo>
                  <a:pt x="269" y="2830"/>
                  <a:pt x="269" y="2831"/>
                  <a:pt x="269" y="2832"/>
                </a:cubicBezTo>
                <a:cubicBezTo>
                  <a:pt x="269" y="2834"/>
                  <a:pt x="269" y="2835"/>
                  <a:pt x="270" y="2836"/>
                </a:cubicBezTo>
                <a:cubicBezTo>
                  <a:pt x="267" y="2831"/>
                  <a:pt x="265" y="2825"/>
                  <a:pt x="264" y="2819"/>
                </a:cubicBezTo>
                <a:cubicBezTo>
                  <a:pt x="261" y="2787"/>
                  <a:pt x="243" y="2758"/>
                  <a:pt x="241" y="2724"/>
                </a:cubicBezTo>
                <a:cubicBezTo>
                  <a:pt x="241" y="2724"/>
                  <a:pt x="241" y="2723"/>
                  <a:pt x="240" y="2722"/>
                </a:cubicBezTo>
                <a:cubicBezTo>
                  <a:pt x="239" y="2721"/>
                  <a:pt x="240" y="2720"/>
                  <a:pt x="239" y="2720"/>
                </a:cubicBezTo>
                <a:cubicBezTo>
                  <a:pt x="238" y="2719"/>
                  <a:pt x="237" y="2720"/>
                  <a:pt x="237" y="2720"/>
                </a:cubicBezTo>
                <a:cubicBezTo>
                  <a:pt x="236" y="2720"/>
                  <a:pt x="235" y="2719"/>
                  <a:pt x="234" y="2720"/>
                </a:cubicBezTo>
                <a:cubicBezTo>
                  <a:pt x="233" y="2721"/>
                  <a:pt x="234" y="2721"/>
                  <a:pt x="233" y="2722"/>
                </a:cubicBezTo>
                <a:cubicBezTo>
                  <a:pt x="232" y="2723"/>
                  <a:pt x="232" y="2724"/>
                  <a:pt x="232" y="2724"/>
                </a:cubicBezTo>
                <a:cubicBezTo>
                  <a:pt x="231" y="2738"/>
                  <a:pt x="230" y="2753"/>
                  <a:pt x="230" y="2767"/>
                </a:cubicBezTo>
                <a:cubicBezTo>
                  <a:pt x="230" y="2790"/>
                  <a:pt x="232" y="2813"/>
                  <a:pt x="236" y="2835"/>
                </a:cubicBezTo>
                <a:cubicBezTo>
                  <a:pt x="236" y="2837"/>
                  <a:pt x="237" y="2840"/>
                  <a:pt x="238" y="2842"/>
                </a:cubicBezTo>
                <a:cubicBezTo>
                  <a:pt x="231" y="2836"/>
                  <a:pt x="224" y="2830"/>
                  <a:pt x="218" y="2823"/>
                </a:cubicBezTo>
                <a:cubicBezTo>
                  <a:pt x="219" y="2822"/>
                  <a:pt x="220" y="2821"/>
                  <a:pt x="221" y="2820"/>
                </a:cubicBezTo>
                <a:cubicBezTo>
                  <a:pt x="222" y="2819"/>
                  <a:pt x="222" y="2817"/>
                  <a:pt x="222" y="2816"/>
                </a:cubicBezTo>
                <a:cubicBezTo>
                  <a:pt x="222" y="2814"/>
                  <a:pt x="222" y="2813"/>
                  <a:pt x="221" y="2812"/>
                </a:cubicBezTo>
                <a:cubicBezTo>
                  <a:pt x="221" y="2811"/>
                  <a:pt x="221" y="2811"/>
                  <a:pt x="220" y="2811"/>
                </a:cubicBezTo>
                <a:cubicBezTo>
                  <a:pt x="141" y="2676"/>
                  <a:pt x="214" y="2520"/>
                  <a:pt x="324" y="2434"/>
                </a:cubicBezTo>
                <a:cubicBezTo>
                  <a:pt x="371" y="2397"/>
                  <a:pt x="453" y="2372"/>
                  <a:pt x="511" y="2364"/>
                </a:cubicBezTo>
                <a:cubicBezTo>
                  <a:pt x="558" y="2355"/>
                  <a:pt x="606" y="2351"/>
                  <a:pt x="654" y="2351"/>
                </a:cubicBezTo>
                <a:cubicBezTo>
                  <a:pt x="662" y="2351"/>
                  <a:pt x="671" y="2351"/>
                  <a:pt x="679" y="2351"/>
                </a:cubicBezTo>
                <a:cubicBezTo>
                  <a:pt x="674" y="2397"/>
                  <a:pt x="671" y="2443"/>
                  <a:pt x="671" y="2488"/>
                </a:cubicBezTo>
                <a:cubicBezTo>
                  <a:pt x="669" y="2486"/>
                  <a:pt x="666" y="2484"/>
                  <a:pt x="664" y="2483"/>
                </a:cubicBezTo>
                <a:cubicBezTo>
                  <a:pt x="662" y="2482"/>
                  <a:pt x="660" y="2481"/>
                  <a:pt x="658" y="2480"/>
                </a:cubicBezTo>
                <a:cubicBezTo>
                  <a:pt x="652" y="2478"/>
                  <a:pt x="645" y="2477"/>
                  <a:pt x="638" y="2477"/>
                </a:cubicBezTo>
                <a:cubicBezTo>
                  <a:pt x="637" y="2477"/>
                  <a:pt x="635" y="2477"/>
                  <a:pt x="634" y="2477"/>
                </a:cubicBezTo>
                <a:cubicBezTo>
                  <a:pt x="621" y="2474"/>
                  <a:pt x="607" y="2472"/>
                  <a:pt x="593" y="2472"/>
                </a:cubicBezTo>
                <a:cubicBezTo>
                  <a:pt x="591" y="2472"/>
                  <a:pt x="589" y="2472"/>
                  <a:pt x="586" y="2472"/>
                </a:cubicBezTo>
                <a:cubicBezTo>
                  <a:pt x="585" y="2472"/>
                  <a:pt x="584" y="2472"/>
                  <a:pt x="582" y="2473"/>
                </a:cubicBezTo>
                <a:cubicBezTo>
                  <a:pt x="581" y="2473"/>
                  <a:pt x="579" y="2476"/>
                  <a:pt x="578" y="2477"/>
                </a:cubicBezTo>
                <a:cubicBezTo>
                  <a:pt x="578" y="2478"/>
                  <a:pt x="578" y="2478"/>
                  <a:pt x="578" y="2479"/>
                </a:cubicBezTo>
                <a:cubicBezTo>
                  <a:pt x="564" y="2510"/>
                  <a:pt x="538" y="2538"/>
                  <a:pt x="521" y="2567"/>
                </a:cubicBezTo>
                <a:cubicBezTo>
                  <a:pt x="504" y="2598"/>
                  <a:pt x="490" y="2631"/>
                  <a:pt x="480" y="2665"/>
                </a:cubicBezTo>
                <a:cubicBezTo>
                  <a:pt x="458" y="2729"/>
                  <a:pt x="442" y="2795"/>
                  <a:pt x="433" y="2862"/>
                </a:cubicBezTo>
                <a:cubicBezTo>
                  <a:pt x="433" y="2856"/>
                  <a:pt x="433" y="2850"/>
                  <a:pt x="433" y="2845"/>
                </a:cubicBezTo>
                <a:cubicBezTo>
                  <a:pt x="433" y="2839"/>
                  <a:pt x="433" y="2834"/>
                  <a:pt x="433" y="2829"/>
                </a:cubicBezTo>
                <a:cubicBezTo>
                  <a:pt x="433" y="2826"/>
                  <a:pt x="433" y="2823"/>
                  <a:pt x="433" y="2820"/>
                </a:cubicBezTo>
                <a:cubicBezTo>
                  <a:pt x="433" y="2802"/>
                  <a:pt x="432" y="2784"/>
                  <a:pt x="430" y="2767"/>
                </a:cubicBezTo>
                <a:cubicBezTo>
                  <a:pt x="430" y="2762"/>
                  <a:pt x="421" y="2763"/>
                  <a:pt x="421" y="2767"/>
                </a:cubicBezTo>
                <a:cubicBezTo>
                  <a:pt x="421" y="2792"/>
                  <a:pt x="410" y="2819"/>
                  <a:pt x="405" y="2846"/>
                </a:cubicBezTo>
                <a:cubicBezTo>
                  <a:pt x="403" y="2863"/>
                  <a:pt x="402" y="2881"/>
                  <a:pt x="402" y="2899"/>
                </a:cubicBezTo>
                <a:cubicBezTo>
                  <a:pt x="402" y="2907"/>
                  <a:pt x="402" y="2915"/>
                  <a:pt x="403" y="2922"/>
                </a:cubicBezTo>
                <a:cubicBezTo>
                  <a:pt x="402" y="2929"/>
                  <a:pt x="402" y="2936"/>
                  <a:pt x="402" y="2943"/>
                </a:cubicBezTo>
                <a:cubicBezTo>
                  <a:pt x="402" y="2950"/>
                  <a:pt x="402" y="2957"/>
                  <a:pt x="403" y="2964"/>
                </a:cubicBezTo>
                <a:lnTo>
                  <a:pt x="398" y="2962"/>
                </a:lnTo>
                <a:cubicBezTo>
                  <a:pt x="398" y="2962"/>
                  <a:pt x="398" y="2963"/>
                  <a:pt x="399" y="2962"/>
                </a:cubicBezTo>
                <a:cubicBezTo>
                  <a:pt x="401" y="2960"/>
                  <a:pt x="401" y="2957"/>
                  <a:pt x="401" y="2955"/>
                </a:cubicBezTo>
                <a:cubicBezTo>
                  <a:pt x="401" y="2953"/>
                  <a:pt x="400" y="2951"/>
                  <a:pt x="400" y="2949"/>
                </a:cubicBezTo>
                <a:lnTo>
                  <a:pt x="399" y="2949"/>
                </a:lnTo>
                <a:moveTo>
                  <a:pt x="91" y="2545"/>
                </a:moveTo>
                <a:cubicBezTo>
                  <a:pt x="91" y="2492"/>
                  <a:pt x="105" y="2439"/>
                  <a:pt x="130" y="2392"/>
                </a:cubicBezTo>
                <a:cubicBezTo>
                  <a:pt x="151" y="2359"/>
                  <a:pt x="176" y="2329"/>
                  <a:pt x="204" y="2302"/>
                </a:cubicBezTo>
                <a:cubicBezTo>
                  <a:pt x="226" y="2278"/>
                  <a:pt x="254" y="2261"/>
                  <a:pt x="275" y="2238"/>
                </a:cubicBezTo>
                <a:cubicBezTo>
                  <a:pt x="341" y="2167"/>
                  <a:pt x="426" y="2127"/>
                  <a:pt x="511" y="2086"/>
                </a:cubicBezTo>
                <a:cubicBezTo>
                  <a:pt x="590" y="2045"/>
                  <a:pt x="672" y="2011"/>
                  <a:pt x="756" y="1986"/>
                </a:cubicBezTo>
                <a:cubicBezTo>
                  <a:pt x="753" y="1998"/>
                  <a:pt x="750" y="2011"/>
                  <a:pt x="747" y="2023"/>
                </a:cubicBezTo>
                <a:cubicBezTo>
                  <a:pt x="734" y="2068"/>
                  <a:pt x="723" y="2115"/>
                  <a:pt x="713" y="2162"/>
                </a:cubicBezTo>
                <a:cubicBezTo>
                  <a:pt x="711" y="2133"/>
                  <a:pt x="708" y="2103"/>
                  <a:pt x="708" y="2074"/>
                </a:cubicBezTo>
                <a:cubicBezTo>
                  <a:pt x="708" y="2073"/>
                  <a:pt x="707" y="2072"/>
                  <a:pt x="707" y="2071"/>
                </a:cubicBezTo>
                <a:cubicBezTo>
                  <a:pt x="707" y="2071"/>
                  <a:pt x="706" y="2070"/>
                  <a:pt x="705" y="2070"/>
                </a:cubicBezTo>
                <a:cubicBezTo>
                  <a:pt x="704" y="2069"/>
                  <a:pt x="704" y="2069"/>
                  <a:pt x="703" y="2069"/>
                </a:cubicBezTo>
                <a:cubicBezTo>
                  <a:pt x="702" y="2069"/>
                  <a:pt x="701" y="2069"/>
                  <a:pt x="700" y="2070"/>
                </a:cubicBezTo>
                <a:cubicBezTo>
                  <a:pt x="700" y="2070"/>
                  <a:pt x="699" y="2070"/>
                  <a:pt x="698" y="2071"/>
                </a:cubicBezTo>
                <a:cubicBezTo>
                  <a:pt x="697" y="2072"/>
                  <a:pt x="698" y="2073"/>
                  <a:pt x="698" y="2074"/>
                </a:cubicBezTo>
                <a:cubicBezTo>
                  <a:pt x="697" y="2128"/>
                  <a:pt x="688" y="2184"/>
                  <a:pt x="694" y="2238"/>
                </a:cubicBezTo>
                <a:cubicBezTo>
                  <a:pt x="694" y="2239"/>
                  <a:pt x="695" y="2240"/>
                  <a:pt x="695" y="2241"/>
                </a:cubicBezTo>
                <a:cubicBezTo>
                  <a:pt x="696" y="2242"/>
                  <a:pt x="696" y="2243"/>
                  <a:pt x="697" y="2243"/>
                </a:cubicBezTo>
                <a:lnTo>
                  <a:pt x="697" y="2249"/>
                </a:lnTo>
                <a:cubicBezTo>
                  <a:pt x="690" y="2251"/>
                  <a:pt x="683" y="2254"/>
                  <a:pt x="677" y="2257"/>
                </a:cubicBezTo>
                <a:cubicBezTo>
                  <a:pt x="677" y="2204"/>
                  <a:pt x="669" y="2153"/>
                  <a:pt x="667" y="2101"/>
                </a:cubicBezTo>
                <a:cubicBezTo>
                  <a:pt x="667" y="2097"/>
                  <a:pt x="659" y="2097"/>
                  <a:pt x="659" y="2101"/>
                </a:cubicBezTo>
                <a:cubicBezTo>
                  <a:pt x="657" y="2153"/>
                  <a:pt x="655" y="2204"/>
                  <a:pt x="655" y="2256"/>
                </a:cubicBezTo>
                <a:cubicBezTo>
                  <a:pt x="655" y="2258"/>
                  <a:pt x="656" y="2260"/>
                  <a:pt x="657" y="2262"/>
                </a:cubicBezTo>
                <a:cubicBezTo>
                  <a:pt x="658" y="2263"/>
                  <a:pt x="659" y="2265"/>
                  <a:pt x="660" y="2265"/>
                </a:cubicBezTo>
                <a:cubicBezTo>
                  <a:pt x="659" y="2266"/>
                  <a:pt x="657" y="2267"/>
                  <a:pt x="656" y="2268"/>
                </a:cubicBezTo>
                <a:cubicBezTo>
                  <a:pt x="651" y="2271"/>
                  <a:pt x="646" y="2274"/>
                  <a:pt x="642" y="2277"/>
                </a:cubicBezTo>
                <a:cubicBezTo>
                  <a:pt x="641" y="2263"/>
                  <a:pt x="639" y="2249"/>
                  <a:pt x="636" y="2235"/>
                </a:cubicBezTo>
                <a:cubicBezTo>
                  <a:pt x="631" y="2208"/>
                  <a:pt x="628" y="2181"/>
                  <a:pt x="628" y="2153"/>
                </a:cubicBezTo>
                <a:cubicBezTo>
                  <a:pt x="628" y="2149"/>
                  <a:pt x="621" y="2149"/>
                  <a:pt x="621" y="2153"/>
                </a:cubicBezTo>
                <a:cubicBezTo>
                  <a:pt x="619" y="2169"/>
                  <a:pt x="618" y="2185"/>
                  <a:pt x="618" y="2201"/>
                </a:cubicBezTo>
                <a:cubicBezTo>
                  <a:pt x="618" y="2207"/>
                  <a:pt x="618" y="2213"/>
                  <a:pt x="618" y="2220"/>
                </a:cubicBezTo>
                <a:cubicBezTo>
                  <a:pt x="621" y="2243"/>
                  <a:pt x="618" y="2268"/>
                  <a:pt x="624" y="2292"/>
                </a:cubicBezTo>
                <a:lnTo>
                  <a:pt x="606" y="2305"/>
                </a:lnTo>
                <a:cubicBezTo>
                  <a:pt x="604" y="2241"/>
                  <a:pt x="602" y="2176"/>
                  <a:pt x="600" y="2112"/>
                </a:cubicBezTo>
                <a:cubicBezTo>
                  <a:pt x="600" y="2111"/>
                  <a:pt x="600" y="2111"/>
                  <a:pt x="600" y="2111"/>
                </a:cubicBezTo>
                <a:cubicBezTo>
                  <a:pt x="600" y="2110"/>
                  <a:pt x="599" y="2110"/>
                  <a:pt x="599" y="2110"/>
                </a:cubicBezTo>
                <a:cubicBezTo>
                  <a:pt x="598" y="2109"/>
                  <a:pt x="598" y="2109"/>
                  <a:pt x="597" y="2109"/>
                </a:cubicBezTo>
                <a:lnTo>
                  <a:pt x="596" y="2110"/>
                </a:lnTo>
                <a:cubicBezTo>
                  <a:pt x="595" y="2111"/>
                  <a:pt x="595" y="2110"/>
                  <a:pt x="594" y="2111"/>
                </a:cubicBezTo>
                <a:lnTo>
                  <a:pt x="594" y="2112"/>
                </a:lnTo>
                <a:cubicBezTo>
                  <a:pt x="592" y="2183"/>
                  <a:pt x="590" y="2254"/>
                  <a:pt x="588" y="2326"/>
                </a:cubicBezTo>
                <a:lnTo>
                  <a:pt x="572" y="2327"/>
                </a:lnTo>
                <a:cubicBezTo>
                  <a:pt x="566" y="2274"/>
                  <a:pt x="558" y="2221"/>
                  <a:pt x="556" y="2167"/>
                </a:cubicBezTo>
                <a:cubicBezTo>
                  <a:pt x="556" y="2162"/>
                  <a:pt x="549" y="2163"/>
                  <a:pt x="549" y="2167"/>
                </a:cubicBezTo>
                <a:cubicBezTo>
                  <a:pt x="546" y="2191"/>
                  <a:pt x="544" y="2215"/>
                  <a:pt x="544" y="2240"/>
                </a:cubicBezTo>
                <a:cubicBezTo>
                  <a:pt x="544" y="2247"/>
                  <a:pt x="544" y="2255"/>
                  <a:pt x="544" y="2263"/>
                </a:cubicBezTo>
                <a:cubicBezTo>
                  <a:pt x="547" y="2285"/>
                  <a:pt x="550" y="2306"/>
                  <a:pt x="552" y="2328"/>
                </a:cubicBezTo>
                <a:cubicBezTo>
                  <a:pt x="542" y="2329"/>
                  <a:pt x="533" y="2331"/>
                  <a:pt x="522" y="2332"/>
                </a:cubicBezTo>
                <a:cubicBezTo>
                  <a:pt x="522" y="2331"/>
                  <a:pt x="522" y="2331"/>
                  <a:pt x="522" y="2330"/>
                </a:cubicBezTo>
                <a:cubicBezTo>
                  <a:pt x="522" y="2329"/>
                  <a:pt x="522" y="2328"/>
                  <a:pt x="522" y="2328"/>
                </a:cubicBezTo>
                <a:lnTo>
                  <a:pt x="523" y="2326"/>
                </a:lnTo>
                <a:lnTo>
                  <a:pt x="523" y="2325"/>
                </a:lnTo>
                <a:lnTo>
                  <a:pt x="523" y="2324"/>
                </a:lnTo>
                <a:cubicBezTo>
                  <a:pt x="524" y="2322"/>
                  <a:pt x="525" y="2320"/>
                  <a:pt x="525" y="2318"/>
                </a:cubicBezTo>
                <a:cubicBezTo>
                  <a:pt x="525" y="2316"/>
                  <a:pt x="523" y="2314"/>
                  <a:pt x="523" y="2313"/>
                </a:cubicBezTo>
                <a:cubicBezTo>
                  <a:pt x="522" y="2311"/>
                  <a:pt x="521" y="2310"/>
                  <a:pt x="520" y="2309"/>
                </a:cubicBezTo>
                <a:cubicBezTo>
                  <a:pt x="528" y="2316"/>
                  <a:pt x="522" y="2295"/>
                  <a:pt x="522" y="2291"/>
                </a:cubicBezTo>
                <a:cubicBezTo>
                  <a:pt x="522" y="2286"/>
                  <a:pt x="522" y="2277"/>
                  <a:pt x="522" y="2271"/>
                </a:cubicBezTo>
                <a:cubicBezTo>
                  <a:pt x="521" y="2254"/>
                  <a:pt x="519" y="2237"/>
                  <a:pt x="516" y="2221"/>
                </a:cubicBezTo>
                <a:cubicBezTo>
                  <a:pt x="515" y="2221"/>
                  <a:pt x="515" y="2220"/>
                  <a:pt x="515" y="2220"/>
                </a:cubicBezTo>
                <a:cubicBezTo>
                  <a:pt x="515" y="2219"/>
                  <a:pt x="514" y="2219"/>
                  <a:pt x="513" y="2218"/>
                </a:cubicBezTo>
                <a:cubicBezTo>
                  <a:pt x="513" y="2218"/>
                  <a:pt x="512" y="2218"/>
                  <a:pt x="511" y="2218"/>
                </a:cubicBezTo>
                <a:cubicBezTo>
                  <a:pt x="511" y="2218"/>
                  <a:pt x="510" y="2217"/>
                  <a:pt x="509" y="2218"/>
                </a:cubicBezTo>
                <a:cubicBezTo>
                  <a:pt x="508" y="2219"/>
                  <a:pt x="509" y="2219"/>
                  <a:pt x="508" y="2220"/>
                </a:cubicBezTo>
                <a:cubicBezTo>
                  <a:pt x="507" y="2221"/>
                  <a:pt x="507" y="2221"/>
                  <a:pt x="507" y="2221"/>
                </a:cubicBezTo>
                <a:cubicBezTo>
                  <a:pt x="504" y="2238"/>
                  <a:pt x="502" y="2254"/>
                  <a:pt x="500" y="2271"/>
                </a:cubicBezTo>
                <a:cubicBezTo>
                  <a:pt x="498" y="2279"/>
                  <a:pt x="497" y="2288"/>
                  <a:pt x="497" y="2296"/>
                </a:cubicBezTo>
                <a:cubicBezTo>
                  <a:pt x="497" y="2304"/>
                  <a:pt x="498" y="2313"/>
                  <a:pt x="500" y="2321"/>
                </a:cubicBezTo>
                <a:cubicBezTo>
                  <a:pt x="500" y="2322"/>
                  <a:pt x="501" y="2322"/>
                  <a:pt x="501" y="2323"/>
                </a:cubicBezTo>
                <a:cubicBezTo>
                  <a:pt x="500" y="2326"/>
                  <a:pt x="500" y="2329"/>
                  <a:pt x="500" y="2333"/>
                </a:cubicBezTo>
                <a:cubicBezTo>
                  <a:pt x="500" y="2334"/>
                  <a:pt x="500" y="2335"/>
                  <a:pt x="500" y="2336"/>
                </a:cubicBezTo>
                <a:lnTo>
                  <a:pt x="476" y="2341"/>
                </a:lnTo>
                <a:cubicBezTo>
                  <a:pt x="476" y="2331"/>
                  <a:pt x="477" y="2322"/>
                  <a:pt x="477" y="2312"/>
                </a:cubicBezTo>
                <a:cubicBezTo>
                  <a:pt x="477" y="2297"/>
                  <a:pt x="476" y="2282"/>
                  <a:pt x="474" y="2267"/>
                </a:cubicBezTo>
                <a:cubicBezTo>
                  <a:pt x="473" y="2240"/>
                  <a:pt x="477" y="2214"/>
                  <a:pt x="475" y="2187"/>
                </a:cubicBezTo>
                <a:cubicBezTo>
                  <a:pt x="475" y="2186"/>
                  <a:pt x="476" y="2186"/>
                  <a:pt x="475" y="2185"/>
                </a:cubicBezTo>
                <a:cubicBezTo>
                  <a:pt x="474" y="2184"/>
                  <a:pt x="474" y="2183"/>
                  <a:pt x="473" y="2183"/>
                </a:cubicBezTo>
                <a:cubicBezTo>
                  <a:pt x="472" y="2182"/>
                  <a:pt x="471" y="2183"/>
                  <a:pt x="470" y="2183"/>
                </a:cubicBezTo>
                <a:cubicBezTo>
                  <a:pt x="470" y="2183"/>
                  <a:pt x="469" y="2182"/>
                  <a:pt x="468" y="2183"/>
                </a:cubicBezTo>
                <a:cubicBezTo>
                  <a:pt x="467" y="2183"/>
                  <a:pt x="466" y="2185"/>
                  <a:pt x="466" y="2185"/>
                </a:cubicBezTo>
                <a:cubicBezTo>
                  <a:pt x="466" y="2186"/>
                  <a:pt x="466" y="2186"/>
                  <a:pt x="465" y="2187"/>
                </a:cubicBezTo>
                <a:cubicBezTo>
                  <a:pt x="465" y="2212"/>
                  <a:pt x="455" y="2233"/>
                  <a:pt x="453" y="2257"/>
                </a:cubicBezTo>
                <a:cubicBezTo>
                  <a:pt x="451" y="2272"/>
                  <a:pt x="450" y="2287"/>
                  <a:pt x="450" y="2302"/>
                </a:cubicBezTo>
                <a:cubicBezTo>
                  <a:pt x="450" y="2316"/>
                  <a:pt x="451" y="2331"/>
                  <a:pt x="453" y="2346"/>
                </a:cubicBezTo>
                <a:cubicBezTo>
                  <a:pt x="445" y="2348"/>
                  <a:pt x="437" y="2351"/>
                  <a:pt x="429" y="2353"/>
                </a:cubicBezTo>
                <a:cubicBezTo>
                  <a:pt x="428" y="2340"/>
                  <a:pt x="425" y="2328"/>
                  <a:pt x="424" y="2314"/>
                </a:cubicBezTo>
                <a:cubicBezTo>
                  <a:pt x="424" y="2313"/>
                  <a:pt x="424" y="2313"/>
                  <a:pt x="424" y="2312"/>
                </a:cubicBezTo>
                <a:cubicBezTo>
                  <a:pt x="423" y="2311"/>
                  <a:pt x="423" y="2310"/>
                  <a:pt x="422" y="2310"/>
                </a:cubicBezTo>
                <a:cubicBezTo>
                  <a:pt x="421" y="2309"/>
                  <a:pt x="420" y="2310"/>
                  <a:pt x="419" y="2310"/>
                </a:cubicBezTo>
                <a:cubicBezTo>
                  <a:pt x="418" y="2310"/>
                  <a:pt x="418" y="2309"/>
                  <a:pt x="417" y="2310"/>
                </a:cubicBezTo>
                <a:cubicBezTo>
                  <a:pt x="416" y="2310"/>
                  <a:pt x="415" y="2311"/>
                  <a:pt x="415" y="2312"/>
                </a:cubicBezTo>
                <a:cubicBezTo>
                  <a:pt x="415" y="2313"/>
                  <a:pt x="414" y="2313"/>
                  <a:pt x="414" y="2314"/>
                </a:cubicBezTo>
                <a:cubicBezTo>
                  <a:pt x="415" y="2322"/>
                  <a:pt x="415" y="2330"/>
                  <a:pt x="417" y="2338"/>
                </a:cubicBezTo>
                <a:cubicBezTo>
                  <a:pt x="417" y="2341"/>
                  <a:pt x="417" y="2344"/>
                  <a:pt x="417" y="2347"/>
                </a:cubicBezTo>
                <a:cubicBezTo>
                  <a:pt x="417" y="2350"/>
                  <a:pt x="417" y="2353"/>
                  <a:pt x="417" y="2356"/>
                </a:cubicBezTo>
                <a:cubicBezTo>
                  <a:pt x="408" y="2359"/>
                  <a:pt x="399" y="2362"/>
                  <a:pt x="390" y="2366"/>
                </a:cubicBezTo>
                <a:cubicBezTo>
                  <a:pt x="390" y="2358"/>
                  <a:pt x="390" y="2349"/>
                  <a:pt x="390" y="2341"/>
                </a:cubicBezTo>
                <a:cubicBezTo>
                  <a:pt x="390" y="2303"/>
                  <a:pt x="388" y="2264"/>
                  <a:pt x="385" y="2226"/>
                </a:cubicBezTo>
                <a:cubicBezTo>
                  <a:pt x="385" y="2222"/>
                  <a:pt x="378" y="2222"/>
                  <a:pt x="378" y="2226"/>
                </a:cubicBezTo>
                <a:cubicBezTo>
                  <a:pt x="374" y="2262"/>
                  <a:pt x="373" y="2298"/>
                  <a:pt x="373" y="2333"/>
                </a:cubicBezTo>
                <a:cubicBezTo>
                  <a:pt x="373" y="2346"/>
                  <a:pt x="373" y="2360"/>
                  <a:pt x="373" y="2373"/>
                </a:cubicBezTo>
                <a:lnTo>
                  <a:pt x="363" y="2377"/>
                </a:lnTo>
                <a:cubicBezTo>
                  <a:pt x="357" y="2380"/>
                  <a:pt x="350" y="2383"/>
                  <a:pt x="344" y="2387"/>
                </a:cubicBezTo>
                <a:cubicBezTo>
                  <a:pt x="344" y="2385"/>
                  <a:pt x="344" y="2382"/>
                  <a:pt x="343" y="2380"/>
                </a:cubicBezTo>
                <a:cubicBezTo>
                  <a:pt x="340" y="2365"/>
                  <a:pt x="339" y="2350"/>
                  <a:pt x="339" y="2334"/>
                </a:cubicBezTo>
                <a:cubicBezTo>
                  <a:pt x="339" y="2333"/>
                  <a:pt x="339" y="2332"/>
                  <a:pt x="339" y="2331"/>
                </a:cubicBezTo>
                <a:cubicBezTo>
                  <a:pt x="339" y="2330"/>
                  <a:pt x="339" y="2330"/>
                  <a:pt x="339" y="2329"/>
                </a:cubicBezTo>
                <a:lnTo>
                  <a:pt x="338" y="2328"/>
                </a:lnTo>
                <a:cubicBezTo>
                  <a:pt x="337" y="2328"/>
                  <a:pt x="337" y="2328"/>
                  <a:pt x="336" y="2328"/>
                </a:cubicBezTo>
                <a:lnTo>
                  <a:pt x="335" y="2328"/>
                </a:lnTo>
                <a:lnTo>
                  <a:pt x="334" y="2329"/>
                </a:lnTo>
                <a:cubicBezTo>
                  <a:pt x="334" y="2330"/>
                  <a:pt x="333" y="2330"/>
                  <a:pt x="333" y="2331"/>
                </a:cubicBezTo>
                <a:cubicBezTo>
                  <a:pt x="333" y="2350"/>
                  <a:pt x="333" y="2371"/>
                  <a:pt x="334" y="2392"/>
                </a:cubicBezTo>
                <a:cubicBezTo>
                  <a:pt x="323" y="2398"/>
                  <a:pt x="312" y="2406"/>
                  <a:pt x="301" y="2414"/>
                </a:cubicBezTo>
                <a:cubicBezTo>
                  <a:pt x="301" y="2376"/>
                  <a:pt x="299" y="2337"/>
                  <a:pt x="298" y="2300"/>
                </a:cubicBezTo>
                <a:cubicBezTo>
                  <a:pt x="298" y="2295"/>
                  <a:pt x="291" y="2296"/>
                  <a:pt x="291" y="2300"/>
                </a:cubicBezTo>
                <a:cubicBezTo>
                  <a:pt x="291" y="2341"/>
                  <a:pt x="289" y="2382"/>
                  <a:pt x="288" y="2423"/>
                </a:cubicBezTo>
                <a:cubicBezTo>
                  <a:pt x="281" y="2428"/>
                  <a:pt x="275" y="2434"/>
                  <a:pt x="269" y="2440"/>
                </a:cubicBezTo>
                <a:cubicBezTo>
                  <a:pt x="269" y="2440"/>
                  <a:pt x="269" y="2439"/>
                  <a:pt x="269" y="2438"/>
                </a:cubicBezTo>
                <a:cubicBezTo>
                  <a:pt x="269" y="2421"/>
                  <a:pt x="266" y="2405"/>
                  <a:pt x="266" y="2389"/>
                </a:cubicBezTo>
                <a:cubicBezTo>
                  <a:pt x="266" y="2388"/>
                  <a:pt x="266" y="2388"/>
                  <a:pt x="265" y="2387"/>
                </a:cubicBezTo>
                <a:cubicBezTo>
                  <a:pt x="264" y="2386"/>
                  <a:pt x="264" y="2386"/>
                  <a:pt x="263" y="2385"/>
                </a:cubicBezTo>
                <a:cubicBezTo>
                  <a:pt x="262" y="2384"/>
                  <a:pt x="262" y="2384"/>
                  <a:pt x="261" y="2384"/>
                </a:cubicBezTo>
                <a:cubicBezTo>
                  <a:pt x="260" y="2384"/>
                  <a:pt x="259" y="2384"/>
                  <a:pt x="258" y="2385"/>
                </a:cubicBezTo>
                <a:cubicBezTo>
                  <a:pt x="258" y="2385"/>
                  <a:pt x="258" y="2386"/>
                  <a:pt x="257" y="2387"/>
                </a:cubicBezTo>
                <a:cubicBezTo>
                  <a:pt x="256" y="2388"/>
                  <a:pt x="256" y="2388"/>
                  <a:pt x="256" y="2389"/>
                </a:cubicBezTo>
                <a:cubicBezTo>
                  <a:pt x="256" y="2405"/>
                  <a:pt x="253" y="2420"/>
                  <a:pt x="253" y="2436"/>
                </a:cubicBezTo>
                <a:cubicBezTo>
                  <a:pt x="253" y="2439"/>
                  <a:pt x="253" y="2443"/>
                  <a:pt x="253" y="2446"/>
                </a:cubicBezTo>
                <a:cubicBezTo>
                  <a:pt x="253" y="2449"/>
                  <a:pt x="253" y="2453"/>
                  <a:pt x="253" y="2456"/>
                </a:cubicBezTo>
                <a:cubicBezTo>
                  <a:pt x="247" y="2463"/>
                  <a:pt x="241" y="2470"/>
                  <a:pt x="235" y="2477"/>
                </a:cubicBezTo>
                <a:cubicBezTo>
                  <a:pt x="235" y="2459"/>
                  <a:pt x="235" y="2440"/>
                  <a:pt x="234" y="2422"/>
                </a:cubicBezTo>
                <a:cubicBezTo>
                  <a:pt x="234" y="2394"/>
                  <a:pt x="228" y="2367"/>
                  <a:pt x="227" y="2339"/>
                </a:cubicBezTo>
                <a:cubicBezTo>
                  <a:pt x="227" y="2335"/>
                  <a:pt x="219" y="2335"/>
                  <a:pt x="219" y="2339"/>
                </a:cubicBezTo>
                <a:cubicBezTo>
                  <a:pt x="216" y="2393"/>
                  <a:pt x="220" y="2448"/>
                  <a:pt x="217" y="2502"/>
                </a:cubicBezTo>
                <a:lnTo>
                  <a:pt x="217" y="2503"/>
                </a:lnTo>
                <a:cubicBezTo>
                  <a:pt x="211" y="2513"/>
                  <a:pt x="205" y="2524"/>
                  <a:pt x="199" y="2535"/>
                </a:cubicBezTo>
                <a:cubicBezTo>
                  <a:pt x="197" y="2503"/>
                  <a:pt x="193" y="2472"/>
                  <a:pt x="192" y="2440"/>
                </a:cubicBezTo>
                <a:cubicBezTo>
                  <a:pt x="192" y="2435"/>
                  <a:pt x="185" y="2436"/>
                  <a:pt x="185" y="2440"/>
                </a:cubicBezTo>
                <a:cubicBezTo>
                  <a:pt x="183" y="2456"/>
                  <a:pt x="182" y="2472"/>
                  <a:pt x="182" y="2488"/>
                </a:cubicBezTo>
                <a:cubicBezTo>
                  <a:pt x="182" y="2493"/>
                  <a:pt x="182" y="2497"/>
                  <a:pt x="182" y="2502"/>
                </a:cubicBezTo>
                <a:cubicBezTo>
                  <a:pt x="183" y="2518"/>
                  <a:pt x="184" y="2534"/>
                  <a:pt x="184" y="2551"/>
                </a:cubicBezTo>
                <a:cubicBezTo>
                  <a:pt x="184" y="2557"/>
                  <a:pt x="184" y="2564"/>
                  <a:pt x="184" y="2571"/>
                </a:cubicBezTo>
                <a:cubicBezTo>
                  <a:pt x="176" y="2594"/>
                  <a:pt x="171" y="2617"/>
                  <a:pt x="169" y="2642"/>
                </a:cubicBezTo>
                <a:cubicBezTo>
                  <a:pt x="169" y="2635"/>
                  <a:pt x="167" y="2629"/>
                  <a:pt x="166" y="2622"/>
                </a:cubicBezTo>
                <a:cubicBezTo>
                  <a:pt x="157" y="2561"/>
                  <a:pt x="155" y="2501"/>
                  <a:pt x="151" y="2439"/>
                </a:cubicBezTo>
                <a:cubicBezTo>
                  <a:pt x="151" y="2435"/>
                  <a:pt x="144" y="2435"/>
                  <a:pt x="144" y="2439"/>
                </a:cubicBezTo>
                <a:cubicBezTo>
                  <a:pt x="141" y="2478"/>
                  <a:pt x="139" y="2517"/>
                  <a:pt x="139" y="2556"/>
                </a:cubicBezTo>
                <a:cubicBezTo>
                  <a:pt x="139" y="2603"/>
                  <a:pt x="142" y="2650"/>
                  <a:pt x="146" y="2697"/>
                </a:cubicBezTo>
                <a:cubicBezTo>
                  <a:pt x="119" y="2650"/>
                  <a:pt x="101" y="2598"/>
                  <a:pt x="91" y="2545"/>
                </a:cubicBezTo>
                <a:moveTo>
                  <a:pt x="716" y="3102"/>
                </a:moveTo>
                <a:cubicBezTo>
                  <a:pt x="716" y="3118"/>
                  <a:pt x="726" y="3166"/>
                  <a:pt x="698" y="3173"/>
                </a:cubicBezTo>
                <a:cubicBezTo>
                  <a:pt x="698" y="3171"/>
                  <a:pt x="698" y="3168"/>
                  <a:pt x="698" y="3166"/>
                </a:cubicBezTo>
                <a:cubicBezTo>
                  <a:pt x="700" y="3155"/>
                  <a:pt x="702" y="3145"/>
                  <a:pt x="705" y="3134"/>
                </a:cubicBezTo>
                <a:cubicBezTo>
                  <a:pt x="708" y="3123"/>
                  <a:pt x="710" y="3112"/>
                  <a:pt x="710" y="3101"/>
                </a:cubicBezTo>
                <a:cubicBezTo>
                  <a:pt x="710" y="3096"/>
                  <a:pt x="710" y="3092"/>
                  <a:pt x="709" y="3087"/>
                </a:cubicBezTo>
                <a:lnTo>
                  <a:pt x="709" y="3086"/>
                </a:lnTo>
                <a:cubicBezTo>
                  <a:pt x="708" y="3085"/>
                  <a:pt x="708" y="3084"/>
                  <a:pt x="707" y="3084"/>
                </a:cubicBezTo>
                <a:cubicBezTo>
                  <a:pt x="706" y="3083"/>
                  <a:pt x="705" y="3084"/>
                  <a:pt x="704" y="3084"/>
                </a:cubicBezTo>
                <a:cubicBezTo>
                  <a:pt x="704" y="3084"/>
                  <a:pt x="703" y="3083"/>
                  <a:pt x="702" y="3084"/>
                </a:cubicBezTo>
                <a:cubicBezTo>
                  <a:pt x="701" y="3084"/>
                  <a:pt x="701" y="3085"/>
                  <a:pt x="700" y="3086"/>
                </a:cubicBezTo>
                <a:lnTo>
                  <a:pt x="700" y="3087"/>
                </a:lnTo>
                <a:cubicBezTo>
                  <a:pt x="697" y="3096"/>
                  <a:pt x="688" y="3103"/>
                  <a:pt x="686" y="3113"/>
                </a:cubicBezTo>
                <a:cubicBezTo>
                  <a:pt x="684" y="3123"/>
                  <a:pt x="683" y="3133"/>
                  <a:pt x="681" y="3142"/>
                </a:cubicBezTo>
                <a:cubicBezTo>
                  <a:pt x="678" y="3152"/>
                  <a:pt x="677" y="3162"/>
                  <a:pt x="676" y="3172"/>
                </a:cubicBezTo>
                <a:cubicBezTo>
                  <a:pt x="673" y="3172"/>
                  <a:pt x="670" y="3170"/>
                  <a:pt x="666" y="3169"/>
                </a:cubicBezTo>
                <a:cubicBezTo>
                  <a:pt x="663" y="3168"/>
                  <a:pt x="666" y="3169"/>
                  <a:pt x="666" y="3168"/>
                </a:cubicBezTo>
                <a:cubicBezTo>
                  <a:pt x="667" y="3135"/>
                  <a:pt x="671" y="3102"/>
                  <a:pt x="678" y="3069"/>
                </a:cubicBezTo>
                <a:cubicBezTo>
                  <a:pt x="680" y="3061"/>
                  <a:pt x="683" y="3053"/>
                  <a:pt x="687" y="3046"/>
                </a:cubicBezTo>
                <a:cubicBezTo>
                  <a:pt x="688" y="3047"/>
                  <a:pt x="689" y="3049"/>
                  <a:pt x="690" y="3050"/>
                </a:cubicBezTo>
                <a:cubicBezTo>
                  <a:pt x="691" y="3052"/>
                  <a:pt x="692" y="3055"/>
                  <a:pt x="693" y="3057"/>
                </a:cubicBezTo>
                <a:cubicBezTo>
                  <a:pt x="696" y="3061"/>
                  <a:pt x="698" y="3065"/>
                  <a:pt x="701" y="3070"/>
                </a:cubicBezTo>
                <a:cubicBezTo>
                  <a:pt x="706" y="3080"/>
                  <a:pt x="712" y="3091"/>
                  <a:pt x="716" y="3102"/>
                </a:cubicBezTo>
                <a:moveTo>
                  <a:pt x="665" y="3085"/>
                </a:moveTo>
                <a:cubicBezTo>
                  <a:pt x="657" y="3110"/>
                  <a:pt x="653" y="3136"/>
                  <a:pt x="652" y="3162"/>
                </a:cubicBezTo>
                <a:cubicBezTo>
                  <a:pt x="643" y="3156"/>
                  <a:pt x="635" y="3148"/>
                  <a:pt x="627" y="3140"/>
                </a:cubicBezTo>
                <a:cubicBezTo>
                  <a:pt x="628" y="3123"/>
                  <a:pt x="632" y="3106"/>
                  <a:pt x="637" y="3089"/>
                </a:cubicBezTo>
                <a:cubicBezTo>
                  <a:pt x="639" y="3083"/>
                  <a:pt x="641" y="3076"/>
                  <a:pt x="644" y="3070"/>
                </a:cubicBezTo>
                <a:cubicBezTo>
                  <a:pt x="655" y="3062"/>
                  <a:pt x="665" y="3054"/>
                  <a:pt x="674" y="3046"/>
                </a:cubicBezTo>
                <a:cubicBezTo>
                  <a:pt x="676" y="3045"/>
                  <a:pt x="678" y="3043"/>
                  <a:pt x="679" y="3041"/>
                </a:cubicBezTo>
                <a:cubicBezTo>
                  <a:pt x="680" y="3040"/>
                  <a:pt x="680" y="3037"/>
                  <a:pt x="681" y="3035"/>
                </a:cubicBezTo>
                <a:lnTo>
                  <a:pt x="683" y="3039"/>
                </a:lnTo>
                <a:cubicBezTo>
                  <a:pt x="679" y="3054"/>
                  <a:pt x="669" y="3071"/>
                  <a:pt x="665" y="3085"/>
                </a:cubicBezTo>
                <a:moveTo>
                  <a:pt x="653" y="2294"/>
                </a:moveTo>
                <a:cubicBezTo>
                  <a:pt x="654" y="2294"/>
                  <a:pt x="655" y="2293"/>
                  <a:pt x="656" y="2293"/>
                </a:cubicBezTo>
                <a:cubicBezTo>
                  <a:pt x="667" y="2286"/>
                  <a:pt x="678" y="2281"/>
                  <a:pt x="690" y="2277"/>
                </a:cubicBezTo>
                <a:cubicBezTo>
                  <a:pt x="687" y="2293"/>
                  <a:pt x="685" y="2308"/>
                  <a:pt x="683" y="2323"/>
                </a:cubicBezTo>
                <a:cubicBezTo>
                  <a:pt x="657" y="2323"/>
                  <a:pt x="632" y="2323"/>
                  <a:pt x="607" y="2324"/>
                </a:cubicBezTo>
                <a:cubicBezTo>
                  <a:pt x="612" y="2321"/>
                  <a:pt x="618" y="2317"/>
                  <a:pt x="620" y="2315"/>
                </a:cubicBezTo>
                <a:cubicBezTo>
                  <a:pt x="628" y="2308"/>
                  <a:pt x="644" y="2301"/>
                  <a:pt x="653" y="2294"/>
                </a:cubicBezTo>
                <a:moveTo>
                  <a:pt x="664" y="2654"/>
                </a:moveTo>
                <a:cubicBezTo>
                  <a:pt x="664" y="2657"/>
                  <a:pt x="662" y="2660"/>
                  <a:pt x="662" y="2662"/>
                </a:cubicBezTo>
                <a:lnTo>
                  <a:pt x="660" y="2662"/>
                </a:lnTo>
                <a:lnTo>
                  <a:pt x="664" y="2654"/>
                </a:lnTo>
                <a:moveTo>
                  <a:pt x="587" y="2509"/>
                </a:moveTo>
                <a:cubicBezTo>
                  <a:pt x="596" y="2506"/>
                  <a:pt x="605" y="2504"/>
                  <a:pt x="614" y="2504"/>
                </a:cubicBezTo>
                <a:cubicBezTo>
                  <a:pt x="623" y="2505"/>
                  <a:pt x="632" y="2508"/>
                  <a:pt x="640" y="2513"/>
                </a:cubicBezTo>
                <a:cubicBezTo>
                  <a:pt x="652" y="2520"/>
                  <a:pt x="662" y="2530"/>
                  <a:pt x="669" y="2542"/>
                </a:cubicBezTo>
                <a:cubicBezTo>
                  <a:pt x="675" y="2552"/>
                  <a:pt x="678" y="2564"/>
                  <a:pt x="679" y="2576"/>
                </a:cubicBezTo>
                <a:cubicBezTo>
                  <a:pt x="680" y="2581"/>
                  <a:pt x="680" y="2586"/>
                  <a:pt x="680" y="2591"/>
                </a:cubicBezTo>
                <a:cubicBezTo>
                  <a:pt x="680" y="2596"/>
                  <a:pt x="680" y="2601"/>
                  <a:pt x="679" y="2606"/>
                </a:cubicBezTo>
                <a:cubicBezTo>
                  <a:pt x="645" y="2673"/>
                  <a:pt x="589" y="2726"/>
                  <a:pt x="583" y="2809"/>
                </a:cubicBezTo>
                <a:cubicBezTo>
                  <a:pt x="580" y="2846"/>
                  <a:pt x="569" y="2899"/>
                  <a:pt x="582" y="2936"/>
                </a:cubicBezTo>
                <a:cubicBezTo>
                  <a:pt x="585" y="2944"/>
                  <a:pt x="589" y="2952"/>
                  <a:pt x="594" y="2959"/>
                </a:cubicBezTo>
                <a:cubicBezTo>
                  <a:pt x="607" y="2981"/>
                  <a:pt x="623" y="3002"/>
                  <a:pt x="641" y="3021"/>
                </a:cubicBezTo>
                <a:cubicBezTo>
                  <a:pt x="614" y="3038"/>
                  <a:pt x="592" y="3054"/>
                  <a:pt x="556" y="3045"/>
                </a:cubicBezTo>
                <a:cubicBezTo>
                  <a:pt x="540" y="3041"/>
                  <a:pt x="524" y="3036"/>
                  <a:pt x="509" y="3030"/>
                </a:cubicBezTo>
                <a:cubicBezTo>
                  <a:pt x="494" y="3015"/>
                  <a:pt x="481" y="2998"/>
                  <a:pt x="470" y="2979"/>
                </a:cubicBezTo>
                <a:cubicBezTo>
                  <a:pt x="464" y="2968"/>
                  <a:pt x="458" y="2957"/>
                  <a:pt x="454" y="2945"/>
                </a:cubicBezTo>
                <a:cubicBezTo>
                  <a:pt x="436" y="2895"/>
                  <a:pt x="452" y="2827"/>
                  <a:pt x="469" y="2779"/>
                </a:cubicBezTo>
                <a:cubicBezTo>
                  <a:pt x="501" y="2686"/>
                  <a:pt x="532" y="2592"/>
                  <a:pt x="587" y="2509"/>
                </a:cubicBezTo>
                <a:moveTo>
                  <a:pt x="603" y="2841"/>
                </a:moveTo>
                <a:cubicBezTo>
                  <a:pt x="603" y="2842"/>
                  <a:pt x="604" y="2843"/>
                  <a:pt x="604" y="2844"/>
                </a:cubicBezTo>
                <a:cubicBezTo>
                  <a:pt x="605" y="2844"/>
                  <a:pt x="605" y="2845"/>
                  <a:pt x="606" y="2846"/>
                </a:cubicBezTo>
                <a:lnTo>
                  <a:pt x="602" y="2846"/>
                </a:lnTo>
                <a:lnTo>
                  <a:pt x="603" y="2841"/>
                </a:lnTo>
                <a:moveTo>
                  <a:pt x="172" y="2746"/>
                </a:moveTo>
                <a:cubicBezTo>
                  <a:pt x="173" y="2751"/>
                  <a:pt x="174" y="2755"/>
                  <a:pt x="176" y="2760"/>
                </a:cubicBezTo>
                <a:lnTo>
                  <a:pt x="169" y="2748"/>
                </a:lnTo>
                <a:lnTo>
                  <a:pt x="170" y="2748"/>
                </a:lnTo>
                <a:cubicBezTo>
                  <a:pt x="170" y="2748"/>
                  <a:pt x="171" y="2747"/>
                  <a:pt x="172" y="2746"/>
                </a:cubicBezTo>
                <a:moveTo>
                  <a:pt x="2114" y="1864"/>
                </a:moveTo>
                <a:cubicBezTo>
                  <a:pt x="2114" y="1851"/>
                  <a:pt x="2112" y="1839"/>
                  <a:pt x="2108" y="1827"/>
                </a:cubicBezTo>
                <a:cubicBezTo>
                  <a:pt x="2108" y="1826"/>
                  <a:pt x="2108" y="1827"/>
                  <a:pt x="2107" y="1826"/>
                </a:cubicBezTo>
                <a:cubicBezTo>
                  <a:pt x="2106" y="1825"/>
                  <a:pt x="2106" y="1824"/>
                  <a:pt x="2106" y="1824"/>
                </a:cubicBezTo>
                <a:cubicBezTo>
                  <a:pt x="2105" y="1823"/>
                  <a:pt x="2104" y="1823"/>
                  <a:pt x="2104" y="1823"/>
                </a:cubicBezTo>
                <a:cubicBezTo>
                  <a:pt x="2103" y="1823"/>
                  <a:pt x="2102" y="1823"/>
                  <a:pt x="2101" y="1824"/>
                </a:cubicBezTo>
                <a:cubicBezTo>
                  <a:pt x="2101" y="1824"/>
                  <a:pt x="2101" y="1825"/>
                  <a:pt x="2100" y="1826"/>
                </a:cubicBezTo>
                <a:cubicBezTo>
                  <a:pt x="2099" y="1827"/>
                  <a:pt x="2099" y="1826"/>
                  <a:pt x="2099" y="1827"/>
                </a:cubicBezTo>
                <a:cubicBezTo>
                  <a:pt x="2095" y="1841"/>
                  <a:pt x="2093" y="1855"/>
                  <a:pt x="2093" y="1870"/>
                </a:cubicBezTo>
                <a:cubicBezTo>
                  <a:pt x="2092" y="1872"/>
                  <a:pt x="2092" y="1874"/>
                  <a:pt x="2092" y="1876"/>
                </a:cubicBezTo>
                <a:cubicBezTo>
                  <a:pt x="2092" y="1882"/>
                  <a:pt x="2093" y="1888"/>
                  <a:pt x="2094" y="1893"/>
                </a:cubicBezTo>
                <a:cubicBezTo>
                  <a:pt x="2090" y="1899"/>
                  <a:pt x="2087" y="1906"/>
                  <a:pt x="2083" y="1912"/>
                </a:cubicBezTo>
                <a:cubicBezTo>
                  <a:pt x="2069" y="1936"/>
                  <a:pt x="2057" y="1962"/>
                  <a:pt x="2048" y="1989"/>
                </a:cubicBezTo>
                <a:cubicBezTo>
                  <a:pt x="2051" y="1947"/>
                  <a:pt x="2053" y="1905"/>
                  <a:pt x="2052" y="1863"/>
                </a:cubicBezTo>
                <a:cubicBezTo>
                  <a:pt x="2052" y="1858"/>
                  <a:pt x="2044" y="1857"/>
                  <a:pt x="2044" y="1863"/>
                </a:cubicBezTo>
                <a:cubicBezTo>
                  <a:pt x="2041" y="1906"/>
                  <a:pt x="2035" y="1949"/>
                  <a:pt x="2023" y="1991"/>
                </a:cubicBezTo>
                <a:cubicBezTo>
                  <a:pt x="2015" y="2028"/>
                  <a:pt x="2011" y="2066"/>
                  <a:pt x="2011" y="2104"/>
                </a:cubicBezTo>
                <a:cubicBezTo>
                  <a:pt x="2011" y="2112"/>
                  <a:pt x="2011" y="2121"/>
                  <a:pt x="2012" y="2129"/>
                </a:cubicBezTo>
                <a:cubicBezTo>
                  <a:pt x="2012" y="2130"/>
                  <a:pt x="2012" y="2130"/>
                  <a:pt x="2012" y="2131"/>
                </a:cubicBezTo>
                <a:cubicBezTo>
                  <a:pt x="2012" y="2132"/>
                  <a:pt x="2012" y="2132"/>
                  <a:pt x="2012" y="2133"/>
                </a:cubicBezTo>
                <a:lnTo>
                  <a:pt x="1997" y="2134"/>
                </a:lnTo>
                <a:cubicBezTo>
                  <a:pt x="1998" y="2133"/>
                  <a:pt x="1999" y="2132"/>
                  <a:pt x="2000" y="2131"/>
                </a:cubicBezTo>
                <a:lnTo>
                  <a:pt x="2001" y="2130"/>
                </a:lnTo>
                <a:cubicBezTo>
                  <a:pt x="2001" y="2129"/>
                  <a:pt x="2001" y="2129"/>
                  <a:pt x="2002" y="2128"/>
                </a:cubicBezTo>
                <a:cubicBezTo>
                  <a:pt x="2010" y="2103"/>
                  <a:pt x="1995" y="2079"/>
                  <a:pt x="1994" y="2053"/>
                </a:cubicBezTo>
                <a:cubicBezTo>
                  <a:pt x="1992" y="2042"/>
                  <a:pt x="1989" y="2031"/>
                  <a:pt x="1985" y="2020"/>
                </a:cubicBezTo>
                <a:cubicBezTo>
                  <a:pt x="1982" y="2003"/>
                  <a:pt x="1982" y="1986"/>
                  <a:pt x="1979" y="1970"/>
                </a:cubicBezTo>
                <a:cubicBezTo>
                  <a:pt x="1979" y="1965"/>
                  <a:pt x="1971" y="1965"/>
                  <a:pt x="1972" y="1970"/>
                </a:cubicBezTo>
                <a:cubicBezTo>
                  <a:pt x="1976" y="1993"/>
                  <a:pt x="1978" y="2016"/>
                  <a:pt x="1978" y="2039"/>
                </a:cubicBezTo>
                <a:cubicBezTo>
                  <a:pt x="1978" y="2046"/>
                  <a:pt x="1978" y="2053"/>
                  <a:pt x="1977" y="2061"/>
                </a:cubicBezTo>
                <a:cubicBezTo>
                  <a:pt x="1976" y="2072"/>
                  <a:pt x="1979" y="2085"/>
                  <a:pt x="1977" y="2097"/>
                </a:cubicBezTo>
                <a:cubicBezTo>
                  <a:pt x="1977" y="2100"/>
                  <a:pt x="1977" y="2102"/>
                  <a:pt x="1977" y="2104"/>
                </a:cubicBezTo>
                <a:cubicBezTo>
                  <a:pt x="1977" y="2109"/>
                  <a:pt x="1978" y="2114"/>
                  <a:pt x="1979" y="2118"/>
                </a:cubicBezTo>
                <a:cubicBezTo>
                  <a:pt x="1978" y="2119"/>
                  <a:pt x="1978" y="2120"/>
                  <a:pt x="1978" y="2120"/>
                </a:cubicBezTo>
                <a:cubicBezTo>
                  <a:pt x="1975" y="2125"/>
                  <a:pt x="1974" y="2130"/>
                  <a:pt x="1974" y="2136"/>
                </a:cubicBezTo>
                <a:cubicBezTo>
                  <a:pt x="1974" y="2136"/>
                  <a:pt x="1974" y="2137"/>
                  <a:pt x="1974" y="2138"/>
                </a:cubicBezTo>
                <a:cubicBezTo>
                  <a:pt x="1964" y="2140"/>
                  <a:pt x="1954" y="2143"/>
                  <a:pt x="1945" y="2146"/>
                </a:cubicBezTo>
                <a:cubicBezTo>
                  <a:pt x="1937" y="2076"/>
                  <a:pt x="1936" y="2006"/>
                  <a:pt x="1934" y="1935"/>
                </a:cubicBezTo>
                <a:cubicBezTo>
                  <a:pt x="1934" y="1935"/>
                  <a:pt x="1935" y="1935"/>
                  <a:pt x="1934" y="1934"/>
                </a:cubicBezTo>
                <a:cubicBezTo>
                  <a:pt x="1933" y="1933"/>
                  <a:pt x="1933" y="1934"/>
                  <a:pt x="1932" y="1933"/>
                </a:cubicBezTo>
                <a:lnTo>
                  <a:pt x="1931" y="1933"/>
                </a:lnTo>
                <a:cubicBezTo>
                  <a:pt x="1930" y="1933"/>
                  <a:pt x="1930" y="1932"/>
                  <a:pt x="1929" y="1933"/>
                </a:cubicBezTo>
                <a:cubicBezTo>
                  <a:pt x="1928" y="1934"/>
                  <a:pt x="1928" y="1934"/>
                  <a:pt x="1928" y="1934"/>
                </a:cubicBezTo>
                <a:cubicBezTo>
                  <a:pt x="1928" y="1935"/>
                  <a:pt x="1928" y="1935"/>
                  <a:pt x="1928" y="1935"/>
                </a:cubicBezTo>
                <a:cubicBezTo>
                  <a:pt x="1926" y="2005"/>
                  <a:pt x="1924" y="2074"/>
                  <a:pt x="1917" y="2143"/>
                </a:cubicBezTo>
                <a:cubicBezTo>
                  <a:pt x="1917" y="2144"/>
                  <a:pt x="1917" y="2145"/>
                  <a:pt x="1917" y="2145"/>
                </a:cubicBezTo>
                <a:cubicBezTo>
                  <a:pt x="1917" y="2148"/>
                  <a:pt x="1918" y="2150"/>
                  <a:pt x="1919" y="2152"/>
                </a:cubicBezTo>
                <a:cubicBezTo>
                  <a:pt x="1920" y="2153"/>
                  <a:pt x="1920" y="2154"/>
                  <a:pt x="1920" y="2154"/>
                </a:cubicBezTo>
                <a:cubicBezTo>
                  <a:pt x="1911" y="2158"/>
                  <a:pt x="1902" y="2161"/>
                  <a:pt x="1893" y="2165"/>
                </a:cubicBezTo>
                <a:cubicBezTo>
                  <a:pt x="1892" y="2149"/>
                  <a:pt x="1891" y="2132"/>
                  <a:pt x="1891" y="2116"/>
                </a:cubicBezTo>
                <a:cubicBezTo>
                  <a:pt x="1891" y="2100"/>
                  <a:pt x="1892" y="2083"/>
                  <a:pt x="1893" y="2067"/>
                </a:cubicBezTo>
                <a:cubicBezTo>
                  <a:pt x="1893" y="2030"/>
                  <a:pt x="1891" y="1992"/>
                  <a:pt x="1887" y="1955"/>
                </a:cubicBezTo>
                <a:cubicBezTo>
                  <a:pt x="1887" y="1950"/>
                  <a:pt x="1879" y="1951"/>
                  <a:pt x="1879" y="1956"/>
                </a:cubicBezTo>
                <a:cubicBezTo>
                  <a:pt x="1880" y="1977"/>
                  <a:pt x="1881" y="1999"/>
                  <a:pt x="1881" y="2020"/>
                </a:cubicBezTo>
                <a:cubicBezTo>
                  <a:pt x="1881" y="2041"/>
                  <a:pt x="1880" y="2062"/>
                  <a:pt x="1879" y="2083"/>
                </a:cubicBezTo>
                <a:cubicBezTo>
                  <a:pt x="1878" y="2098"/>
                  <a:pt x="1877" y="2113"/>
                  <a:pt x="1877" y="2128"/>
                </a:cubicBezTo>
                <a:cubicBezTo>
                  <a:pt x="1877" y="2142"/>
                  <a:pt x="1878" y="2157"/>
                  <a:pt x="1879" y="2172"/>
                </a:cubicBezTo>
                <a:lnTo>
                  <a:pt x="1859" y="2182"/>
                </a:lnTo>
                <a:cubicBezTo>
                  <a:pt x="1860" y="2160"/>
                  <a:pt x="1861" y="2138"/>
                  <a:pt x="1861" y="2116"/>
                </a:cubicBezTo>
                <a:cubicBezTo>
                  <a:pt x="1861" y="2063"/>
                  <a:pt x="1858" y="2011"/>
                  <a:pt x="1853" y="1959"/>
                </a:cubicBezTo>
                <a:cubicBezTo>
                  <a:pt x="1853" y="1958"/>
                  <a:pt x="1853" y="1959"/>
                  <a:pt x="1852" y="1958"/>
                </a:cubicBezTo>
                <a:cubicBezTo>
                  <a:pt x="1851" y="1957"/>
                  <a:pt x="1852" y="1957"/>
                  <a:pt x="1851" y="1956"/>
                </a:cubicBezTo>
                <a:cubicBezTo>
                  <a:pt x="1850" y="1955"/>
                  <a:pt x="1850" y="1956"/>
                  <a:pt x="1849" y="1956"/>
                </a:cubicBezTo>
                <a:cubicBezTo>
                  <a:pt x="1848" y="1956"/>
                  <a:pt x="1848" y="1955"/>
                  <a:pt x="1847" y="1956"/>
                </a:cubicBezTo>
                <a:cubicBezTo>
                  <a:pt x="1846" y="1956"/>
                  <a:pt x="1847" y="1957"/>
                  <a:pt x="1846" y="1958"/>
                </a:cubicBezTo>
                <a:cubicBezTo>
                  <a:pt x="1845" y="1959"/>
                  <a:pt x="1845" y="1958"/>
                  <a:pt x="1845" y="1959"/>
                </a:cubicBezTo>
                <a:cubicBezTo>
                  <a:pt x="1851" y="2033"/>
                  <a:pt x="1843" y="2108"/>
                  <a:pt x="1845" y="2183"/>
                </a:cubicBezTo>
                <a:cubicBezTo>
                  <a:pt x="1845" y="2184"/>
                  <a:pt x="1845" y="2185"/>
                  <a:pt x="1846" y="2186"/>
                </a:cubicBezTo>
                <a:lnTo>
                  <a:pt x="1847" y="2187"/>
                </a:lnTo>
                <a:cubicBezTo>
                  <a:pt x="1835" y="2193"/>
                  <a:pt x="1823" y="2200"/>
                  <a:pt x="1811" y="2207"/>
                </a:cubicBezTo>
                <a:cubicBezTo>
                  <a:pt x="1803" y="2178"/>
                  <a:pt x="1811" y="2128"/>
                  <a:pt x="1811" y="2102"/>
                </a:cubicBezTo>
                <a:cubicBezTo>
                  <a:pt x="1811" y="2059"/>
                  <a:pt x="1802" y="2009"/>
                  <a:pt x="1811" y="1967"/>
                </a:cubicBezTo>
                <a:cubicBezTo>
                  <a:pt x="1812" y="1961"/>
                  <a:pt x="1804" y="1958"/>
                  <a:pt x="1802" y="1964"/>
                </a:cubicBezTo>
                <a:cubicBezTo>
                  <a:pt x="1790" y="2012"/>
                  <a:pt x="1796" y="2069"/>
                  <a:pt x="1796" y="2119"/>
                </a:cubicBezTo>
                <a:cubicBezTo>
                  <a:pt x="1796" y="2145"/>
                  <a:pt x="1786" y="2188"/>
                  <a:pt x="1796" y="2215"/>
                </a:cubicBezTo>
                <a:lnTo>
                  <a:pt x="1771" y="2229"/>
                </a:lnTo>
                <a:lnTo>
                  <a:pt x="1770" y="2229"/>
                </a:lnTo>
                <a:cubicBezTo>
                  <a:pt x="1770" y="2205"/>
                  <a:pt x="1769" y="2182"/>
                  <a:pt x="1766" y="2158"/>
                </a:cubicBezTo>
                <a:cubicBezTo>
                  <a:pt x="1766" y="2111"/>
                  <a:pt x="1763" y="2064"/>
                  <a:pt x="1762" y="2016"/>
                </a:cubicBezTo>
                <a:cubicBezTo>
                  <a:pt x="1762" y="2012"/>
                  <a:pt x="1754" y="2012"/>
                  <a:pt x="1754" y="2016"/>
                </a:cubicBezTo>
                <a:cubicBezTo>
                  <a:pt x="1753" y="2064"/>
                  <a:pt x="1750" y="2111"/>
                  <a:pt x="1749" y="2158"/>
                </a:cubicBezTo>
                <a:cubicBezTo>
                  <a:pt x="1749" y="2180"/>
                  <a:pt x="1740" y="2218"/>
                  <a:pt x="1752" y="2240"/>
                </a:cubicBezTo>
                <a:cubicBezTo>
                  <a:pt x="1742" y="2247"/>
                  <a:pt x="1732" y="2254"/>
                  <a:pt x="1724" y="2262"/>
                </a:cubicBezTo>
                <a:cubicBezTo>
                  <a:pt x="1725" y="2163"/>
                  <a:pt x="1732" y="2063"/>
                  <a:pt x="1727" y="1964"/>
                </a:cubicBezTo>
                <a:cubicBezTo>
                  <a:pt x="1727" y="1960"/>
                  <a:pt x="1719" y="1960"/>
                  <a:pt x="1719" y="1964"/>
                </a:cubicBezTo>
                <a:cubicBezTo>
                  <a:pt x="1719" y="2018"/>
                  <a:pt x="1706" y="2072"/>
                  <a:pt x="1704" y="2125"/>
                </a:cubicBezTo>
                <a:cubicBezTo>
                  <a:pt x="1702" y="2174"/>
                  <a:pt x="1702" y="2222"/>
                  <a:pt x="1702" y="2271"/>
                </a:cubicBezTo>
                <a:cubicBezTo>
                  <a:pt x="1698" y="2271"/>
                  <a:pt x="1693" y="2271"/>
                  <a:pt x="1689" y="2272"/>
                </a:cubicBezTo>
                <a:cubicBezTo>
                  <a:pt x="1689" y="2261"/>
                  <a:pt x="1688" y="2249"/>
                  <a:pt x="1687" y="2238"/>
                </a:cubicBezTo>
                <a:cubicBezTo>
                  <a:pt x="1685" y="2227"/>
                  <a:pt x="1687" y="2216"/>
                  <a:pt x="1686" y="2205"/>
                </a:cubicBezTo>
                <a:cubicBezTo>
                  <a:pt x="1685" y="2194"/>
                  <a:pt x="1682" y="2180"/>
                  <a:pt x="1688" y="2171"/>
                </a:cubicBezTo>
                <a:cubicBezTo>
                  <a:pt x="1691" y="2167"/>
                  <a:pt x="1685" y="2163"/>
                  <a:pt x="1682" y="2167"/>
                </a:cubicBezTo>
                <a:cubicBezTo>
                  <a:pt x="1681" y="2167"/>
                  <a:pt x="1681" y="2168"/>
                  <a:pt x="1680" y="2169"/>
                </a:cubicBezTo>
                <a:cubicBezTo>
                  <a:pt x="1677" y="2174"/>
                  <a:pt x="1677" y="2178"/>
                  <a:pt x="1677" y="2183"/>
                </a:cubicBezTo>
                <a:cubicBezTo>
                  <a:pt x="1677" y="2184"/>
                  <a:pt x="1677" y="2185"/>
                  <a:pt x="1677" y="2186"/>
                </a:cubicBezTo>
                <a:cubicBezTo>
                  <a:pt x="1677" y="2204"/>
                  <a:pt x="1677" y="2221"/>
                  <a:pt x="1676" y="2238"/>
                </a:cubicBezTo>
                <a:cubicBezTo>
                  <a:pt x="1673" y="2251"/>
                  <a:pt x="1672" y="2263"/>
                  <a:pt x="1672" y="2276"/>
                </a:cubicBezTo>
                <a:cubicBezTo>
                  <a:pt x="1662" y="2278"/>
                  <a:pt x="1652" y="2281"/>
                  <a:pt x="1642" y="2284"/>
                </a:cubicBezTo>
                <a:cubicBezTo>
                  <a:pt x="1644" y="2196"/>
                  <a:pt x="1639" y="2107"/>
                  <a:pt x="1637" y="2019"/>
                </a:cubicBezTo>
                <a:cubicBezTo>
                  <a:pt x="1637" y="2015"/>
                  <a:pt x="1629" y="2015"/>
                  <a:pt x="1629" y="2019"/>
                </a:cubicBezTo>
                <a:cubicBezTo>
                  <a:pt x="1627" y="2110"/>
                  <a:pt x="1623" y="2201"/>
                  <a:pt x="1617" y="2292"/>
                </a:cubicBezTo>
                <a:lnTo>
                  <a:pt x="1617" y="2293"/>
                </a:lnTo>
                <a:lnTo>
                  <a:pt x="1617" y="2294"/>
                </a:lnTo>
                <a:cubicBezTo>
                  <a:pt x="1609" y="2298"/>
                  <a:pt x="1602" y="2302"/>
                  <a:pt x="1594" y="2307"/>
                </a:cubicBezTo>
                <a:cubicBezTo>
                  <a:pt x="1596" y="2268"/>
                  <a:pt x="1590" y="2230"/>
                  <a:pt x="1588" y="2192"/>
                </a:cubicBezTo>
                <a:cubicBezTo>
                  <a:pt x="1588" y="2188"/>
                  <a:pt x="1580" y="2188"/>
                  <a:pt x="1580" y="2192"/>
                </a:cubicBezTo>
                <a:cubicBezTo>
                  <a:pt x="1576" y="2225"/>
                  <a:pt x="1574" y="2259"/>
                  <a:pt x="1574" y="2292"/>
                </a:cubicBezTo>
                <a:cubicBezTo>
                  <a:pt x="1574" y="2301"/>
                  <a:pt x="1574" y="2310"/>
                  <a:pt x="1575" y="2320"/>
                </a:cubicBezTo>
                <a:cubicBezTo>
                  <a:pt x="1571" y="2323"/>
                  <a:pt x="1566" y="2325"/>
                  <a:pt x="1562" y="2329"/>
                </a:cubicBezTo>
                <a:cubicBezTo>
                  <a:pt x="1557" y="2241"/>
                  <a:pt x="1555" y="2152"/>
                  <a:pt x="1553" y="2064"/>
                </a:cubicBezTo>
                <a:cubicBezTo>
                  <a:pt x="1553" y="2059"/>
                  <a:pt x="1546" y="2060"/>
                  <a:pt x="1546" y="2064"/>
                </a:cubicBezTo>
                <a:cubicBezTo>
                  <a:pt x="1543" y="2156"/>
                  <a:pt x="1528" y="2256"/>
                  <a:pt x="1542" y="2347"/>
                </a:cubicBezTo>
                <a:cubicBezTo>
                  <a:pt x="1533" y="2357"/>
                  <a:pt x="1524" y="2367"/>
                  <a:pt x="1516" y="2378"/>
                </a:cubicBezTo>
                <a:cubicBezTo>
                  <a:pt x="1517" y="2295"/>
                  <a:pt x="1511" y="2212"/>
                  <a:pt x="1508" y="2129"/>
                </a:cubicBezTo>
                <a:lnTo>
                  <a:pt x="1507" y="2129"/>
                </a:lnTo>
                <a:cubicBezTo>
                  <a:pt x="1507" y="2128"/>
                  <a:pt x="1507" y="2128"/>
                  <a:pt x="1506" y="2127"/>
                </a:cubicBezTo>
                <a:cubicBezTo>
                  <a:pt x="1506" y="2127"/>
                  <a:pt x="1505" y="2127"/>
                  <a:pt x="1504" y="2127"/>
                </a:cubicBezTo>
                <a:lnTo>
                  <a:pt x="1503" y="2127"/>
                </a:lnTo>
                <a:cubicBezTo>
                  <a:pt x="1502" y="2128"/>
                  <a:pt x="1503" y="2128"/>
                  <a:pt x="1502" y="2129"/>
                </a:cubicBezTo>
                <a:cubicBezTo>
                  <a:pt x="1501" y="2130"/>
                  <a:pt x="1501" y="2129"/>
                  <a:pt x="1501" y="2129"/>
                </a:cubicBezTo>
                <a:cubicBezTo>
                  <a:pt x="1497" y="2224"/>
                  <a:pt x="1489" y="2321"/>
                  <a:pt x="1494" y="2416"/>
                </a:cubicBezTo>
                <a:cubicBezTo>
                  <a:pt x="1487" y="2434"/>
                  <a:pt x="1482" y="2453"/>
                  <a:pt x="1479" y="2472"/>
                </a:cubicBezTo>
                <a:cubicBezTo>
                  <a:pt x="1475" y="2399"/>
                  <a:pt x="1472" y="2327"/>
                  <a:pt x="1470" y="2253"/>
                </a:cubicBezTo>
                <a:cubicBezTo>
                  <a:pt x="1470" y="2249"/>
                  <a:pt x="1463" y="2249"/>
                  <a:pt x="1463" y="2253"/>
                </a:cubicBezTo>
                <a:cubicBezTo>
                  <a:pt x="1460" y="2364"/>
                  <a:pt x="1443" y="2483"/>
                  <a:pt x="1460" y="2593"/>
                </a:cubicBezTo>
                <a:cubicBezTo>
                  <a:pt x="1452" y="2595"/>
                  <a:pt x="1445" y="2596"/>
                  <a:pt x="1438" y="2598"/>
                </a:cubicBezTo>
                <a:lnTo>
                  <a:pt x="1438" y="2597"/>
                </a:lnTo>
                <a:lnTo>
                  <a:pt x="1438" y="2596"/>
                </a:lnTo>
                <a:cubicBezTo>
                  <a:pt x="1418" y="2541"/>
                  <a:pt x="1429" y="2474"/>
                  <a:pt x="1420" y="2416"/>
                </a:cubicBezTo>
                <a:cubicBezTo>
                  <a:pt x="1415" y="2376"/>
                  <a:pt x="1411" y="2336"/>
                  <a:pt x="1411" y="2296"/>
                </a:cubicBezTo>
                <a:cubicBezTo>
                  <a:pt x="1411" y="2292"/>
                  <a:pt x="1405" y="2292"/>
                  <a:pt x="1405" y="2296"/>
                </a:cubicBezTo>
                <a:cubicBezTo>
                  <a:pt x="1405" y="2306"/>
                  <a:pt x="1405" y="2317"/>
                  <a:pt x="1405" y="2328"/>
                </a:cubicBezTo>
                <a:cubicBezTo>
                  <a:pt x="1405" y="2366"/>
                  <a:pt x="1408" y="2403"/>
                  <a:pt x="1413" y="2441"/>
                </a:cubicBezTo>
                <a:cubicBezTo>
                  <a:pt x="1422" y="2492"/>
                  <a:pt x="1399" y="2554"/>
                  <a:pt x="1418" y="2602"/>
                </a:cubicBezTo>
                <a:cubicBezTo>
                  <a:pt x="1407" y="2605"/>
                  <a:pt x="1396" y="2609"/>
                  <a:pt x="1385" y="2613"/>
                </a:cubicBezTo>
                <a:cubicBezTo>
                  <a:pt x="1385" y="2610"/>
                  <a:pt x="1385" y="2606"/>
                  <a:pt x="1385" y="2602"/>
                </a:cubicBezTo>
                <a:cubicBezTo>
                  <a:pt x="1385" y="2538"/>
                  <a:pt x="1381" y="2474"/>
                  <a:pt x="1372" y="2411"/>
                </a:cubicBezTo>
                <a:cubicBezTo>
                  <a:pt x="1361" y="2324"/>
                  <a:pt x="1367" y="2236"/>
                  <a:pt x="1362" y="2149"/>
                </a:cubicBezTo>
                <a:cubicBezTo>
                  <a:pt x="1362" y="2149"/>
                  <a:pt x="1362" y="2148"/>
                  <a:pt x="1361" y="2148"/>
                </a:cubicBezTo>
                <a:cubicBezTo>
                  <a:pt x="1361" y="2148"/>
                  <a:pt x="1361" y="2147"/>
                  <a:pt x="1360" y="2147"/>
                </a:cubicBezTo>
                <a:lnTo>
                  <a:pt x="1359" y="2147"/>
                </a:lnTo>
                <a:cubicBezTo>
                  <a:pt x="1358" y="2147"/>
                  <a:pt x="1358" y="2147"/>
                  <a:pt x="1357" y="2147"/>
                </a:cubicBezTo>
                <a:cubicBezTo>
                  <a:pt x="1357" y="2147"/>
                  <a:pt x="1357" y="2148"/>
                  <a:pt x="1356" y="2148"/>
                </a:cubicBezTo>
                <a:lnTo>
                  <a:pt x="1356" y="2149"/>
                </a:lnTo>
                <a:cubicBezTo>
                  <a:pt x="1353" y="2216"/>
                  <a:pt x="1351" y="2282"/>
                  <a:pt x="1351" y="2348"/>
                </a:cubicBezTo>
                <a:cubicBezTo>
                  <a:pt x="1351" y="2441"/>
                  <a:pt x="1354" y="2533"/>
                  <a:pt x="1360" y="2625"/>
                </a:cubicBezTo>
                <a:lnTo>
                  <a:pt x="1359" y="2625"/>
                </a:lnTo>
                <a:cubicBezTo>
                  <a:pt x="1351" y="2629"/>
                  <a:pt x="1343" y="2633"/>
                  <a:pt x="1335" y="2638"/>
                </a:cubicBezTo>
                <a:cubicBezTo>
                  <a:pt x="1328" y="2564"/>
                  <a:pt x="1331" y="2489"/>
                  <a:pt x="1329" y="2415"/>
                </a:cubicBezTo>
                <a:cubicBezTo>
                  <a:pt x="1328" y="2383"/>
                  <a:pt x="1316" y="2351"/>
                  <a:pt x="1315" y="2319"/>
                </a:cubicBezTo>
                <a:cubicBezTo>
                  <a:pt x="1314" y="2265"/>
                  <a:pt x="1309" y="2209"/>
                  <a:pt x="1305" y="2156"/>
                </a:cubicBezTo>
                <a:lnTo>
                  <a:pt x="1305" y="2155"/>
                </a:lnTo>
                <a:cubicBezTo>
                  <a:pt x="1305" y="2155"/>
                  <a:pt x="1305" y="2156"/>
                  <a:pt x="1304" y="2155"/>
                </a:cubicBezTo>
                <a:cubicBezTo>
                  <a:pt x="1303" y="2154"/>
                  <a:pt x="1304" y="2154"/>
                  <a:pt x="1304" y="2154"/>
                </a:cubicBezTo>
                <a:cubicBezTo>
                  <a:pt x="1303" y="2154"/>
                  <a:pt x="1303" y="2154"/>
                  <a:pt x="1303" y="2155"/>
                </a:cubicBezTo>
                <a:lnTo>
                  <a:pt x="1302" y="2155"/>
                </a:lnTo>
                <a:lnTo>
                  <a:pt x="1302" y="2156"/>
                </a:lnTo>
                <a:cubicBezTo>
                  <a:pt x="1294" y="2250"/>
                  <a:pt x="1307" y="2338"/>
                  <a:pt x="1306" y="2431"/>
                </a:cubicBezTo>
                <a:cubicBezTo>
                  <a:pt x="1306" y="2471"/>
                  <a:pt x="1303" y="2510"/>
                  <a:pt x="1304" y="2550"/>
                </a:cubicBezTo>
                <a:cubicBezTo>
                  <a:pt x="1304" y="2581"/>
                  <a:pt x="1301" y="2618"/>
                  <a:pt x="1316" y="2646"/>
                </a:cubicBezTo>
                <a:cubicBezTo>
                  <a:pt x="1317" y="2647"/>
                  <a:pt x="1317" y="2648"/>
                  <a:pt x="1318" y="2649"/>
                </a:cubicBezTo>
                <a:cubicBezTo>
                  <a:pt x="1305" y="2658"/>
                  <a:pt x="1292" y="2667"/>
                  <a:pt x="1279" y="2678"/>
                </a:cubicBezTo>
                <a:cubicBezTo>
                  <a:pt x="1288" y="2646"/>
                  <a:pt x="1294" y="2614"/>
                  <a:pt x="1297" y="2582"/>
                </a:cubicBezTo>
                <a:cubicBezTo>
                  <a:pt x="1306" y="2515"/>
                  <a:pt x="1277" y="2453"/>
                  <a:pt x="1252" y="2393"/>
                </a:cubicBezTo>
                <a:cubicBezTo>
                  <a:pt x="1254" y="2392"/>
                  <a:pt x="1254" y="2391"/>
                  <a:pt x="1255" y="2389"/>
                </a:cubicBezTo>
                <a:cubicBezTo>
                  <a:pt x="1255" y="2388"/>
                  <a:pt x="1256" y="2388"/>
                  <a:pt x="1256" y="2388"/>
                </a:cubicBezTo>
                <a:cubicBezTo>
                  <a:pt x="1268" y="2350"/>
                  <a:pt x="1254" y="2293"/>
                  <a:pt x="1255" y="2253"/>
                </a:cubicBezTo>
                <a:cubicBezTo>
                  <a:pt x="1255" y="2225"/>
                  <a:pt x="1248" y="2198"/>
                  <a:pt x="1248" y="2170"/>
                </a:cubicBezTo>
                <a:cubicBezTo>
                  <a:pt x="1249" y="2164"/>
                  <a:pt x="1249" y="2159"/>
                  <a:pt x="1249" y="2153"/>
                </a:cubicBezTo>
                <a:cubicBezTo>
                  <a:pt x="1249" y="2130"/>
                  <a:pt x="1245" y="2108"/>
                  <a:pt x="1239" y="2086"/>
                </a:cubicBezTo>
                <a:cubicBezTo>
                  <a:pt x="1239" y="2086"/>
                  <a:pt x="1238" y="2086"/>
                  <a:pt x="1238" y="2085"/>
                </a:cubicBezTo>
                <a:cubicBezTo>
                  <a:pt x="1237" y="2085"/>
                  <a:pt x="1237" y="2085"/>
                  <a:pt x="1237" y="2085"/>
                </a:cubicBezTo>
                <a:lnTo>
                  <a:pt x="1236" y="2085"/>
                </a:lnTo>
                <a:cubicBezTo>
                  <a:pt x="1235" y="2086"/>
                  <a:pt x="1235" y="2086"/>
                  <a:pt x="1235" y="2086"/>
                </a:cubicBezTo>
                <a:cubicBezTo>
                  <a:pt x="1231" y="2147"/>
                  <a:pt x="1237" y="2207"/>
                  <a:pt x="1234" y="2267"/>
                </a:cubicBezTo>
                <a:cubicBezTo>
                  <a:pt x="1234" y="2283"/>
                  <a:pt x="1228" y="2313"/>
                  <a:pt x="1227" y="2340"/>
                </a:cubicBezTo>
                <a:cubicBezTo>
                  <a:pt x="1222" y="2333"/>
                  <a:pt x="1216" y="2326"/>
                  <a:pt x="1209" y="2320"/>
                </a:cubicBezTo>
                <a:cubicBezTo>
                  <a:pt x="1179" y="2246"/>
                  <a:pt x="1211" y="2157"/>
                  <a:pt x="1192" y="2082"/>
                </a:cubicBezTo>
                <a:cubicBezTo>
                  <a:pt x="1191" y="2078"/>
                  <a:pt x="1185" y="2079"/>
                  <a:pt x="1186" y="2084"/>
                </a:cubicBezTo>
                <a:cubicBezTo>
                  <a:pt x="1194" y="2123"/>
                  <a:pt x="1188" y="2166"/>
                  <a:pt x="1187" y="2205"/>
                </a:cubicBezTo>
                <a:cubicBezTo>
                  <a:pt x="1185" y="2226"/>
                  <a:pt x="1184" y="2246"/>
                  <a:pt x="1184" y="2267"/>
                </a:cubicBezTo>
                <a:cubicBezTo>
                  <a:pt x="1184" y="2278"/>
                  <a:pt x="1184" y="2289"/>
                  <a:pt x="1185" y="2300"/>
                </a:cubicBezTo>
                <a:cubicBezTo>
                  <a:pt x="1180" y="2297"/>
                  <a:pt x="1176" y="2294"/>
                  <a:pt x="1171" y="2291"/>
                </a:cubicBezTo>
                <a:cubicBezTo>
                  <a:pt x="1167" y="2289"/>
                  <a:pt x="1164" y="2287"/>
                  <a:pt x="1160" y="2286"/>
                </a:cubicBezTo>
                <a:cubicBezTo>
                  <a:pt x="1159" y="2209"/>
                  <a:pt x="1152" y="2130"/>
                  <a:pt x="1145" y="2054"/>
                </a:cubicBezTo>
                <a:cubicBezTo>
                  <a:pt x="1145" y="2049"/>
                  <a:pt x="1136" y="2050"/>
                  <a:pt x="1136" y="2055"/>
                </a:cubicBezTo>
                <a:cubicBezTo>
                  <a:pt x="1139" y="2091"/>
                  <a:pt x="1134" y="2126"/>
                  <a:pt x="1136" y="2162"/>
                </a:cubicBezTo>
                <a:cubicBezTo>
                  <a:pt x="1137" y="2198"/>
                  <a:pt x="1133" y="2240"/>
                  <a:pt x="1142" y="2277"/>
                </a:cubicBezTo>
                <a:lnTo>
                  <a:pt x="1122" y="2268"/>
                </a:lnTo>
                <a:cubicBezTo>
                  <a:pt x="1123" y="2262"/>
                  <a:pt x="1123" y="2256"/>
                  <a:pt x="1123" y="2250"/>
                </a:cubicBezTo>
                <a:cubicBezTo>
                  <a:pt x="1123" y="2236"/>
                  <a:pt x="1121" y="2223"/>
                  <a:pt x="1118" y="2209"/>
                </a:cubicBezTo>
                <a:cubicBezTo>
                  <a:pt x="1106" y="2177"/>
                  <a:pt x="1110" y="2134"/>
                  <a:pt x="1110" y="2100"/>
                </a:cubicBezTo>
                <a:cubicBezTo>
                  <a:pt x="1110" y="2094"/>
                  <a:pt x="1101" y="2093"/>
                  <a:pt x="1101" y="2100"/>
                </a:cubicBezTo>
                <a:cubicBezTo>
                  <a:pt x="1101" y="2144"/>
                  <a:pt x="1102" y="2191"/>
                  <a:pt x="1098" y="2234"/>
                </a:cubicBezTo>
                <a:cubicBezTo>
                  <a:pt x="1098" y="2242"/>
                  <a:pt x="1096" y="2250"/>
                  <a:pt x="1095" y="2258"/>
                </a:cubicBezTo>
                <a:lnTo>
                  <a:pt x="1081" y="2253"/>
                </a:lnTo>
                <a:cubicBezTo>
                  <a:pt x="1071" y="2227"/>
                  <a:pt x="1076" y="2176"/>
                  <a:pt x="1073" y="2148"/>
                </a:cubicBezTo>
                <a:cubicBezTo>
                  <a:pt x="1069" y="2111"/>
                  <a:pt x="1069" y="2072"/>
                  <a:pt x="1068" y="2035"/>
                </a:cubicBezTo>
                <a:cubicBezTo>
                  <a:pt x="1068" y="2029"/>
                  <a:pt x="1059" y="2028"/>
                  <a:pt x="1059" y="2035"/>
                </a:cubicBezTo>
                <a:cubicBezTo>
                  <a:pt x="1059" y="2078"/>
                  <a:pt x="1056" y="2120"/>
                  <a:pt x="1054" y="2163"/>
                </a:cubicBezTo>
                <a:cubicBezTo>
                  <a:pt x="1053" y="2177"/>
                  <a:pt x="1052" y="2190"/>
                  <a:pt x="1052" y="2204"/>
                </a:cubicBezTo>
                <a:cubicBezTo>
                  <a:pt x="1052" y="2218"/>
                  <a:pt x="1053" y="2231"/>
                  <a:pt x="1054" y="2245"/>
                </a:cubicBezTo>
                <a:lnTo>
                  <a:pt x="1048" y="2243"/>
                </a:lnTo>
                <a:lnTo>
                  <a:pt x="1048" y="2242"/>
                </a:lnTo>
                <a:lnTo>
                  <a:pt x="1048" y="2241"/>
                </a:lnTo>
                <a:cubicBezTo>
                  <a:pt x="1046" y="2228"/>
                  <a:pt x="1044" y="2214"/>
                  <a:pt x="1044" y="2201"/>
                </a:cubicBezTo>
                <a:cubicBezTo>
                  <a:pt x="1044" y="2198"/>
                  <a:pt x="1044" y="2195"/>
                  <a:pt x="1044" y="2192"/>
                </a:cubicBezTo>
                <a:cubicBezTo>
                  <a:pt x="1043" y="2168"/>
                  <a:pt x="1040" y="2143"/>
                  <a:pt x="1039" y="2118"/>
                </a:cubicBezTo>
                <a:lnTo>
                  <a:pt x="1039" y="2117"/>
                </a:lnTo>
                <a:cubicBezTo>
                  <a:pt x="1038" y="2116"/>
                  <a:pt x="1038" y="2116"/>
                  <a:pt x="1037" y="2116"/>
                </a:cubicBezTo>
                <a:cubicBezTo>
                  <a:pt x="1037" y="2116"/>
                  <a:pt x="1037" y="2115"/>
                  <a:pt x="1036" y="2115"/>
                </a:cubicBezTo>
                <a:cubicBezTo>
                  <a:pt x="1035" y="2115"/>
                  <a:pt x="1035" y="2116"/>
                  <a:pt x="1035" y="2116"/>
                </a:cubicBezTo>
                <a:cubicBezTo>
                  <a:pt x="1034" y="2116"/>
                  <a:pt x="1034" y="2116"/>
                  <a:pt x="1033" y="2117"/>
                </a:cubicBezTo>
                <a:lnTo>
                  <a:pt x="1033" y="2118"/>
                </a:lnTo>
                <a:cubicBezTo>
                  <a:pt x="1032" y="2147"/>
                  <a:pt x="1029" y="2175"/>
                  <a:pt x="1025" y="2203"/>
                </a:cubicBezTo>
                <a:cubicBezTo>
                  <a:pt x="1024" y="2211"/>
                  <a:pt x="1023" y="2220"/>
                  <a:pt x="1023" y="2228"/>
                </a:cubicBezTo>
                <a:cubicBezTo>
                  <a:pt x="1023" y="2230"/>
                  <a:pt x="1023" y="2232"/>
                  <a:pt x="1023" y="2235"/>
                </a:cubicBezTo>
                <a:lnTo>
                  <a:pt x="999" y="2228"/>
                </a:lnTo>
                <a:cubicBezTo>
                  <a:pt x="993" y="2198"/>
                  <a:pt x="990" y="2169"/>
                  <a:pt x="989" y="2139"/>
                </a:cubicBezTo>
                <a:cubicBezTo>
                  <a:pt x="989" y="2106"/>
                  <a:pt x="982" y="2075"/>
                  <a:pt x="980" y="2042"/>
                </a:cubicBezTo>
                <a:cubicBezTo>
                  <a:pt x="980" y="2041"/>
                  <a:pt x="980" y="2041"/>
                  <a:pt x="979" y="2040"/>
                </a:cubicBezTo>
                <a:cubicBezTo>
                  <a:pt x="978" y="2039"/>
                  <a:pt x="978" y="2040"/>
                  <a:pt x="977" y="2040"/>
                </a:cubicBezTo>
                <a:lnTo>
                  <a:pt x="976" y="2040"/>
                </a:lnTo>
                <a:cubicBezTo>
                  <a:pt x="975" y="2041"/>
                  <a:pt x="976" y="2041"/>
                  <a:pt x="975" y="2042"/>
                </a:cubicBezTo>
                <a:cubicBezTo>
                  <a:pt x="974" y="2043"/>
                  <a:pt x="974" y="2042"/>
                  <a:pt x="974" y="2042"/>
                </a:cubicBezTo>
                <a:cubicBezTo>
                  <a:pt x="972" y="2082"/>
                  <a:pt x="972" y="2122"/>
                  <a:pt x="971" y="2162"/>
                </a:cubicBezTo>
                <a:cubicBezTo>
                  <a:pt x="971" y="2168"/>
                  <a:pt x="971" y="2174"/>
                  <a:pt x="971" y="2180"/>
                </a:cubicBezTo>
                <a:cubicBezTo>
                  <a:pt x="971" y="2193"/>
                  <a:pt x="971" y="2207"/>
                  <a:pt x="972" y="2221"/>
                </a:cubicBezTo>
                <a:cubicBezTo>
                  <a:pt x="966" y="2220"/>
                  <a:pt x="959" y="2219"/>
                  <a:pt x="953" y="2218"/>
                </a:cubicBezTo>
                <a:cubicBezTo>
                  <a:pt x="950" y="2203"/>
                  <a:pt x="949" y="2188"/>
                  <a:pt x="949" y="2173"/>
                </a:cubicBezTo>
                <a:cubicBezTo>
                  <a:pt x="949" y="2163"/>
                  <a:pt x="949" y="2152"/>
                  <a:pt x="951" y="2142"/>
                </a:cubicBezTo>
                <a:cubicBezTo>
                  <a:pt x="951" y="2135"/>
                  <a:pt x="951" y="2128"/>
                  <a:pt x="951" y="2121"/>
                </a:cubicBezTo>
                <a:cubicBezTo>
                  <a:pt x="951" y="2101"/>
                  <a:pt x="950" y="2082"/>
                  <a:pt x="947" y="2063"/>
                </a:cubicBezTo>
                <a:cubicBezTo>
                  <a:pt x="947" y="2059"/>
                  <a:pt x="939" y="2059"/>
                  <a:pt x="939" y="2063"/>
                </a:cubicBezTo>
                <a:cubicBezTo>
                  <a:pt x="939" y="2095"/>
                  <a:pt x="936" y="2127"/>
                  <a:pt x="930" y="2159"/>
                </a:cubicBezTo>
                <a:cubicBezTo>
                  <a:pt x="928" y="2168"/>
                  <a:pt x="928" y="2177"/>
                  <a:pt x="928" y="2187"/>
                </a:cubicBezTo>
                <a:cubicBezTo>
                  <a:pt x="928" y="2196"/>
                  <a:pt x="928" y="2207"/>
                  <a:pt x="930" y="2216"/>
                </a:cubicBezTo>
                <a:cubicBezTo>
                  <a:pt x="926" y="2216"/>
                  <a:pt x="922" y="2216"/>
                  <a:pt x="917" y="2216"/>
                </a:cubicBezTo>
                <a:cubicBezTo>
                  <a:pt x="914" y="2177"/>
                  <a:pt x="915" y="2136"/>
                  <a:pt x="912" y="2096"/>
                </a:cubicBezTo>
                <a:cubicBezTo>
                  <a:pt x="912" y="2095"/>
                  <a:pt x="912" y="2095"/>
                  <a:pt x="912" y="2094"/>
                </a:cubicBezTo>
                <a:lnTo>
                  <a:pt x="911" y="2093"/>
                </a:lnTo>
                <a:cubicBezTo>
                  <a:pt x="910" y="2093"/>
                  <a:pt x="910" y="2093"/>
                  <a:pt x="909" y="2093"/>
                </a:cubicBezTo>
                <a:lnTo>
                  <a:pt x="908" y="2093"/>
                </a:lnTo>
                <a:lnTo>
                  <a:pt x="907" y="2094"/>
                </a:lnTo>
                <a:cubicBezTo>
                  <a:pt x="907" y="2095"/>
                  <a:pt x="907" y="2095"/>
                  <a:pt x="907" y="2096"/>
                </a:cubicBezTo>
                <a:cubicBezTo>
                  <a:pt x="905" y="2115"/>
                  <a:pt x="905" y="2134"/>
                  <a:pt x="904" y="2153"/>
                </a:cubicBezTo>
                <a:cubicBezTo>
                  <a:pt x="903" y="2164"/>
                  <a:pt x="901" y="2174"/>
                  <a:pt x="898" y="2184"/>
                </a:cubicBezTo>
                <a:cubicBezTo>
                  <a:pt x="896" y="2195"/>
                  <a:pt x="894" y="2207"/>
                  <a:pt x="894" y="2218"/>
                </a:cubicBezTo>
                <a:cubicBezTo>
                  <a:pt x="891" y="2218"/>
                  <a:pt x="888" y="2219"/>
                  <a:pt x="884" y="2220"/>
                </a:cubicBezTo>
                <a:cubicBezTo>
                  <a:pt x="890" y="2179"/>
                  <a:pt x="896" y="2139"/>
                  <a:pt x="904" y="2098"/>
                </a:cubicBezTo>
                <a:cubicBezTo>
                  <a:pt x="913" y="2044"/>
                  <a:pt x="941" y="1992"/>
                  <a:pt x="954" y="1937"/>
                </a:cubicBezTo>
                <a:cubicBezTo>
                  <a:pt x="1013" y="1922"/>
                  <a:pt x="1072" y="1909"/>
                  <a:pt x="1131" y="1898"/>
                </a:cubicBezTo>
                <a:cubicBezTo>
                  <a:pt x="1132" y="1914"/>
                  <a:pt x="1134" y="1930"/>
                  <a:pt x="1136" y="1947"/>
                </a:cubicBezTo>
                <a:cubicBezTo>
                  <a:pt x="1137" y="1956"/>
                  <a:pt x="1137" y="1966"/>
                  <a:pt x="1137" y="1976"/>
                </a:cubicBezTo>
                <a:cubicBezTo>
                  <a:pt x="1137" y="1986"/>
                  <a:pt x="1137" y="1996"/>
                  <a:pt x="1136" y="2006"/>
                </a:cubicBezTo>
                <a:cubicBezTo>
                  <a:pt x="1136" y="2010"/>
                  <a:pt x="1143" y="2012"/>
                  <a:pt x="1144" y="2007"/>
                </a:cubicBezTo>
                <a:cubicBezTo>
                  <a:pt x="1149" y="1991"/>
                  <a:pt x="1152" y="1974"/>
                  <a:pt x="1152" y="1957"/>
                </a:cubicBezTo>
                <a:cubicBezTo>
                  <a:pt x="1152" y="1957"/>
                  <a:pt x="1152" y="1956"/>
                  <a:pt x="1152" y="1955"/>
                </a:cubicBezTo>
                <a:cubicBezTo>
                  <a:pt x="1152" y="1934"/>
                  <a:pt x="1158" y="1913"/>
                  <a:pt x="1158" y="1892"/>
                </a:cubicBezTo>
                <a:lnTo>
                  <a:pt x="1168" y="1890"/>
                </a:lnTo>
                <a:cubicBezTo>
                  <a:pt x="1170" y="1899"/>
                  <a:pt x="1170" y="1908"/>
                  <a:pt x="1170" y="1917"/>
                </a:cubicBezTo>
                <a:cubicBezTo>
                  <a:pt x="1170" y="1930"/>
                  <a:pt x="1173" y="1942"/>
                  <a:pt x="1173" y="1954"/>
                </a:cubicBezTo>
                <a:cubicBezTo>
                  <a:pt x="1173" y="1961"/>
                  <a:pt x="1184" y="1961"/>
                  <a:pt x="1184" y="1954"/>
                </a:cubicBezTo>
                <a:cubicBezTo>
                  <a:pt x="1184" y="1942"/>
                  <a:pt x="1186" y="1929"/>
                  <a:pt x="1187" y="1917"/>
                </a:cubicBezTo>
                <a:cubicBezTo>
                  <a:pt x="1187" y="1906"/>
                  <a:pt x="1188" y="1896"/>
                  <a:pt x="1189" y="1886"/>
                </a:cubicBezTo>
                <a:cubicBezTo>
                  <a:pt x="1299" y="1866"/>
                  <a:pt x="1409" y="1848"/>
                  <a:pt x="1518" y="1827"/>
                </a:cubicBezTo>
                <a:cubicBezTo>
                  <a:pt x="1577" y="1823"/>
                  <a:pt x="1636" y="1821"/>
                  <a:pt x="1693" y="1816"/>
                </a:cubicBezTo>
                <a:cubicBezTo>
                  <a:pt x="1692" y="1821"/>
                  <a:pt x="1691" y="1827"/>
                  <a:pt x="1691" y="1832"/>
                </a:cubicBezTo>
                <a:cubicBezTo>
                  <a:pt x="1691" y="1842"/>
                  <a:pt x="1694" y="1852"/>
                  <a:pt x="1699" y="1861"/>
                </a:cubicBezTo>
                <a:cubicBezTo>
                  <a:pt x="1699" y="1862"/>
                  <a:pt x="1700" y="1862"/>
                  <a:pt x="1701" y="1863"/>
                </a:cubicBezTo>
                <a:cubicBezTo>
                  <a:pt x="1702" y="1864"/>
                  <a:pt x="1703" y="1864"/>
                  <a:pt x="1705" y="1864"/>
                </a:cubicBezTo>
                <a:cubicBezTo>
                  <a:pt x="1706" y="1864"/>
                  <a:pt x="1707" y="1864"/>
                  <a:pt x="1708" y="1863"/>
                </a:cubicBezTo>
                <a:cubicBezTo>
                  <a:pt x="1709" y="1862"/>
                  <a:pt x="1710" y="1861"/>
                  <a:pt x="1711" y="1860"/>
                </a:cubicBezTo>
                <a:cubicBezTo>
                  <a:pt x="1715" y="1851"/>
                  <a:pt x="1718" y="1841"/>
                  <a:pt x="1718" y="1832"/>
                </a:cubicBezTo>
                <a:cubicBezTo>
                  <a:pt x="1718" y="1826"/>
                  <a:pt x="1717" y="1820"/>
                  <a:pt x="1715" y="1814"/>
                </a:cubicBezTo>
                <a:lnTo>
                  <a:pt x="1737" y="1812"/>
                </a:lnTo>
                <a:cubicBezTo>
                  <a:pt x="1736" y="1816"/>
                  <a:pt x="1736" y="1820"/>
                  <a:pt x="1736" y="1824"/>
                </a:cubicBezTo>
                <a:cubicBezTo>
                  <a:pt x="1736" y="1834"/>
                  <a:pt x="1738" y="1844"/>
                  <a:pt x="1742" y="1853"/>
                </a:cubicBezTo>
                <a:cubicBezTo>
                  <a:pt x="1742" y="1854"/>
                  <a:pt x="1743" y="1854"/>
                  <a:pt x="1744" y="1855"/>
                </a:cubicBezTo>
                <a:cubicBezTo>
                  <a:pt x="1745" y="1855"/>
                  <a:pt x="1745" y="1855"/>
                  <a:pt x="1746" y="1855"/>
                </a:cubicBezTo>
                <a:cubicBezTo>
                  <a:pt x="1747" y="1855"/>
                  <a:pt x="1748" y="1855"/>
                  <a:pt x="1749" y="1855"/>
                </a:cubicBezTo>
                <a:cubicBezTo>
                  <a:pt x="1750" y="1854"/>
                  <a:pt x="1750" y="1854"/>
                  <a:pt x="1751" y="1853"/>
                </a:cubicBezTo>
                <a:cubicBezTo>
                  <a:pt x="1755" y="1844"/>
                  <a:pt x="1757" y="1834"/>
                  <a:pt x="1757" y="1824"/>
                </a:cubicBezTo>
                <a:cubicBezTo>
                  <a:pt x="1757" y="1819"/>
                  <a:pt x="1756" y="1815"/>
                  <a:pt x="1755" y="1810"/>
                </a:cubicBezTo>
                <a:lnTo>
                  <a:pt x="1769" y="1809"/>
                </a:lnTo>
                <a:lnTo>
                  <a:pt x="1782" y="1807"/>
                </a:lnTo>
                <a:cubicBezTo>
                  <a:pt x="1780" y="1812"/>
                  <a:pt x="1779" y="1818"/>
                  <a:pt x="1779" y="1823"/>
                </a:cubicBezTo>
                <a:cubicBezTo>
                  <a:pt x="1779" y="1833"/>
                  <a:pt x="1782" y="1843"/>
                  <a:pt x="1787" y="1851"/>
                </a:cubicBezTo>
                <a:cubicBezTo>
                  <a:pt x="1787" y="1852"/>
                  <a:pt x="1788" y="1852"/>
                  <a:pt x="1789" y="1853"/>
                </a:cubicBezTo>
                <a:cubicBezTo>
                  <a:pt x="1790" y="1853"/>
                  <a:pt x="1791" y="1854"/>
                  <a:pt x="1792" y="1854"/>
                </a:cubicBezTo>
                <a:cubicBezTo>
                  <a:pt x="1793" y="1854"/>
                  <a:pt x="1794" y="1853"/>
                  <a:pt x="1795" y="1853"/>
                </a:cubicBezTo>
                <a:cubicBezTo>
                  <a:pt x="1796" y="1852"/>
                  <a:pt x="1796" y="1852"/>
                  <a:pt x="1797" y="1851"/>
                </a:cubicBezTo>
                <a:cubicBezTo>
                  <a:pt x="1801" y="1843"/>
                  <a:pt x="1804" y="1833"/>
                  <a:pt x="1804" y="1824"/>
                </a:cubicBezTo>
                <a:cubicBezTo>
                  <a:pt x="1804" y="1817"/>
                  <a:pt x="1803" y="1811"/>
                  <a:pt x="1801" y="1805"/>
                </a:cubicBezTo>
                <a:cubicBezTo>
                  <a:pt x="1864" y="1797"/>
                  <a:pt x="1926" y="1790"/>
                  <a:pt x="1990" y="1787"/>
                </a:cubicBezTo>
                <a:cubicBezTo>
                  <a:pt x="2046" y="1782"/>
                  <a:pt x="2102" y="1779"/>
                  <a:pt x="2158" y="1779"/>
                </a:cubicBezTo>
                <a:cubicBezTo>
                  <a:pt x="2168" y="1779"/>
                  <a:pt x="2179" y="1779"/>
                  <a:pt x="2189" y="1779"/>
                </a:cubicBezTo>
                <a:cubicBezTo>
                  <a:pt x="2162" y="1805"/>
                  <a:pt x="2137" y="1833"/>
                  <a:pt x="2114" y="1864"/>
                </a:cubicBezTo>
                <a:moveTo>
                  <a:pt x="2243" y="2241"/>
                </a:moveTo>
                <a:cubicBezTo>
                  <a:pt x="2246" y="2243"/>
                  <a:pt x="2249" y="2245"/>
                  <a:pt x="2253" y="2247"/>
                </a:cubicBezTo>
                <a:cubicBezTo>
                  <a:pt x="2295" y="2271"/>
                  <a:pt x="2330" y="2307"/>
                  <a:pt x="2355" y="2349"/>
                </a:cubicBezTo>
                <a:cubicBezTo>
                  <a:pt x="2360" y="2358"/>
                  <a:pt x="2365" y="2367"/>
                  <a:pt x="2369" y="2377"/>
                </a:cubicBezTo>
                <a:cubicBezTo>
                  <a:pt x="2379" y="2405"/>
                  <a:pt x="2399" y="2428"/>
                  <a:pt x="2408" y="2457"/>
                </a:cubicBezTo>
                <a:cubicBezTo>
                  <a:pt x="2417" y="2490"/>
                  <a:pt x="2421" y="2523"/>
                  <a:pt x="2421" y="2557"/>
                </a:cubicBezTo>
                <a:lnTo>
                  <a:pt x="2421" y="2558"/>
                </a:lnTo>
                <a:cubicBezTo>
                  <a:pt x="2421" y="2560"/>
                  <a:pt x="2421" y="2561"/>
                  <a:pt x="2421" y="2562"/>
                </a:cubicBezTo>
                <a:cubicBezTo>
                  <a:pt x="2421" y="2605"/>
                  <a:pt x="2414" y="2648"/>
                  <a:pt x="2399" y="2688"/>
                </a:cubicBezTo>
                <a:cubicBezTo>
                  <a:pt x="2398" y="2692"/>
                  <a:pt x="2395" y="2698"/>
                  <a:pt x="2392" y="2705"/>
                </a:cubicBezTo>
                <a:cubicBezTo>
                  <a:pt x="2394" y="2687"/>
                  <a:pt x="2395" y="2669"/>
                  <a:pt x="2395" y="2651"/>
                </a:cubicBezTo>
                <a:cubicBezTo>
                  <a:pt x="2395" y="2562"/>
                  <a:pt x="2373" y="2473"/>
                  <a:pt x="2332" y="2394"/>
                </a:cubicBezTo>
                <a:cubicBezTo>
                  <a:pt x="2330" y="2391"/>
                  <a:pt x="2325" y="2394"/>
                  <a:pt x="2327" y="2397"/>
                </a:cubicBezTo>
                <a:cubicBezTo>
                  <a:pt x="2373" y="2507"/>
                  <a:pt x="2366" y="2637"/>
                  <a:pt x="2338" y="2751"/>
                </a:cubicBezTo>
                <a:cubicBezTo>
                  <a:pt x="2338" y="2752"/>
                  <a:pt x="2337" y="2752"/>
                  <a:pt x="2337" y="2753"/>
                </a:cubicBezTo>
                <a:cubicBezTo>
                  <a:pt x="2337" y="2754"/>
                  <a:pt x="2338" y="2754"/>
                  <a:pt x="2338" y="2755"/>
                </a:cubicBezTo>
                <a:lnTo>
                  <a:pt x="2323" y="2757"/>
                </a:lnTo>
                <a:cubicBezTo>
                  <a:pt x="2327" y="2736"/>
                  <a:pt x="2330" y="2715"/>
                  <a:pt x="2332" y="2694"/>
                </a:cubicBezTo>
                <a:cubicBezTo>
                  <a:pt x="2330" y="2662"/>
                  <a:pt x="2327" y="2628"/>
                  <a:pt x="2326" y="2596"/>
                </a:cubicBezTo>
                <a:cubicBezTo>
                  <a:pt x="2326" y="2591"/>
                  <a:pt x="2319" y="2592"/>
                  <a:pt x="2319" y="2596"/>
                </a:cubicBezTo>
                <a:cubicBezTo>
                  <a:pt x="2316" y="2626"/>
                  <a:pt x="2312" y="2655"/>
                  <a:pt x="2306" y="2684"/>
                </a:cubicBezTo>
                <a:cubicBezTo>
                  <a:pt x="2300" y="2710"/>
                  <a:pt x="2296" y="2736"/>
                  <a:pt x="2295" y="2763"/>
                </a:cubicBezTo>
                <a:lnTo>
                  <a:pt x="2278" y="2766"/>
                </a:lnTo>
                <a:cubicBezTo>
                  <a:pt x="2279" y="2746"/>
                  <a:pt x="2281" y="2725"/>
                  <a:pt x="2285" y="2705"/>
                </a:cubicBezTo>
                <a:cubicBezTo>
                  <a:pt x="2286" y="2700"/>
                  <a:pt x="2286" y="2695"/>
                  <a:pt x="2286" y="2689"/>
                </a:cubicBezTo>
                <a:cubicBezTo>
                  <a:pt x="2286" y="2679"/>
                  <a:pt x="2285" y="2668"/>
                  <a:pt x="2283" y="2657"/>
                </a:cubicBezTo>
                <a:cubicBezTo>
                  <a:pt x="2281" y="2629"/>
                  <a:pt x="2281" y="2601"/>
                  <a:pt x="2280" y="2572"/>
                </a:cubicBezTo>
                <a:lnTo>
                  <a:pt x="2280" y="2571"/>
                </a:lnTo>
                <a:cubicBezTo>
                  <a:pt x="2280" y="2570"/>
                  <a:pt x="2279" y="2570"/>
                  <a:pt x="2279" y="2570"/>
                </a:cubicBezTo>
                <a:cubicBezTo>
                  <a:pt x="2278" y="2569"/>
                  <a:pt x="2278" y="2569"/>
                  <a:pt x="2277" y="2569"/>
                </a:cubicBezTo>
                <a:cubicBezTo>
                  <a:pt x="2277" y="2569"/>
                  <a:pt x="2276" y="2569"/>
                  <a:pt x="2276" y="2570"/>
                </a:cubicBezTo>
                <a:cubicBezTo>
                  <a:pt x="2276" y="2570"/>
                  <a:pt x="2275" y="2570"/>
                  <a:pt x="2275" y="2571"/>
                </a:cubicBezTo>
                <a:lnTo>
                  <a:pt x="2274" y="2572"/>
                </a:lnTo>
                <a:cubicBezTo>
                  <a:pt x="2274" y="2612"/>
                  <a:pt x="2282" y="2669"/>
                  <a:pt x="2266" y="2706"/>
                </a:cubicBezTo>
                <a:cubicBezTo>
                  <a:pt x="2263" y="2715"/>
                  <a:pt x="2260" y="2724"/>
                  <a:pt x="2260" y="2734"/>
                </a:cubicBezTo>
                <a:cubicBezTo>
                  <a:pt x="2260" y="2740"/>
                  <a:pt x="2259" y="2745"/>
                  <a:pt x="2257" y="2751"/>
                </a:cubicBezTo>
                <a:cubicBezTo>
                  <a:pt x="2251" y="2765"/>
                  <a:pt x="2259" y="2752"/>
                  <a:pt x="2267" y="2759"/>
                </a:cubicBezTo>
                <a:cubicBezTo>
                  <a:pt x="2266" y="2758"/>
                  <a:pt x="2265" y="2758"/>
                  <a:pt x="2264" y="2758"/>
                </a:cubicBezTo>
                <a:cubicBezTo>
                  <a:pt x="2263" y="2758"/>
                  <a:pt x="2262" y="2758"/>
                  <a:pt x="2261" y="2759"/>
                </a:cubicBezTo>
                <a:cubicBezTo>
                  <a:pt x="2259" y="2760"/>
                  <a:pt x="2257" y="2762"/>
                  <a:pt x="2256" y="2764"/>
                </a:cubicBezTo>
                <a:cubicBezTo>
                  <a:pt x="2255" y="2765"/>
                  <a:pt x="2255" y="2766"/>
                  <a:pt x="2254" y="2767"/>
                </a:cubicBezTo>
                <a:cubicBezTo>
                  <a:pt x="2254" y="2768"/>
                  <a:pt x="2254" y="2770"/>
                  <a:pt x="2254" y="2771"/>
                </a:cubicBezTo>
                <a:cubicBezTo>
                  <a:pt x="2254" y="2772"/>
                  <a:pt x="2254" y="2773"/>
                  <a:pt x="2254" y="2774"/>
                </a:cubicBezTo>
                <a:cubicBezTo>
                  <a:pt x="2246" y="2776"/>
                  <a:pt x="2238" y="2779"/>
                  <a:pt x="2230" y="2782"/>
                </a:cubicBezTo>
                <a:cubicBezTo>
                  <a:pt x="2254" y="2709"/>
                  <a:pt x="2240" y="2620"/>
                  <a:pt x="2239" y="2545"/>
                </a:cubicBezTo>
                <a:cubicBezTo>
                  <a:pt x="2239" y="2540"/>
                  <a:pt x="2232" y="2541"/>
                  <a:pt x="2232" y="2545"/>
                </a:cubicBezTo>
                <a:cubicBezTo>
                  <a:pt x="2232" y="2584"/>
                  <a:pt x="2232" y="2624"/>
                  <a:pt x="2231" y="2663"/>
                </a:cubicBezTo>
                <a:cubicBezTo>
                  <a:pt x="2231" y="2667"/>
                  <a:pt x="2231" y="2672"/>
                  <a:pt x="2231" y="2676"/>
                </a:cubicBezTo>
                <a:cubicBezTo>
                  <a:pt x="2231" y="2694"/>
                  <a:pt x="2229" y="2711"/>
                  <a:pt x="2226" y="2729"/>
                </a:cubicBezTo>
                <a:cubicBezTo>
                  <a:pt x="2233" y="2703"/>
                  <a:pt x="2220" y="2771"/>
                  <a:pt x="2217" y="2788"/>
                </a:cubicBezTo>
                <a:cubicBezTo>
                  <a:pt x="2210" y="2791"/>
                  <a:pt x="2203" y="2794"/>
                  <a:pt x="2196" y="2797"/>
                </a:cubicBezTo>
                <a:cubicBezTo>
                  <a:pt x="2203" y="2744"/>
                  <a:pt x="2207" y="2690"/>
                  <a:pt x="2207" y="2636"/>
                </a:cubicBezTo>
                <a:cubicBezTo>
                  <a:pt x="2207" y="2614"/>
                  <a:pt x="2206" y="2591"/>
                  <a:pt x="2205" y="2569"/>
                </a:cubicBezTo>
                <a:cubicBezTo>
                  <a:pt x="2205" y="2564"/>
                  <a:pt x="2198" y="2565"/>
                  <a:pt x="2198" y="2569"/>
                </a:cubicBezTo>
                <a:cubicBezTo>
                  <a:pt x="2198" y="2576"/>
                  <a:pt x="2198" y="2583"/>
                  <a:pt x="2198" y="2590"/>
                </a:cubicBezTo>
                <a:cubicBezTo>
                  <a:pt x="2198" y="2633"/>
                  <a:pt x="2195" y="2677"/>
                  <a:pt x="2190" y="2720"/>
                </a:cubicBezTo>
                <a:cubicBezTo>
                  <a:pt x="2186" y="2743"/>
                  <a:pt x="2182" y="2765"/>
                  <a:pt x="2175" y="2786"/>
                </a:cubicBezTo>
                <a:cubicBezTo>
                  <a:pt x="2172" y="2800"/>
                  <a:pt x="2185" y="2788"/>
                  <a:pt x="2175" y="2795"/>
                </a:cubicBezTo>
                <a:cubicBezTo>
                  <a:pt x="2174" y="2796"/>
                  <a:pt x="2173" y="2797"/>
                  <a:pt x="2172" y="2799"/>
                </a:cubicBezTo>
                <a:cubicBezTo>
                  <a:pt x="2171" y="2800"/>
                  <a:pt x="2171" y="2801"/>
                  <a:pt x="2171" y="2803"/>
                </a:cubicBezTo>
                <a:cubicBezTo>
                  <a:pt x="2171" y="2804"/>
                  <a:pt x="2170" y="2806"/>
                  <a:pt x="2172" y="2808"/>
                </a:cubicBezTo>
                <a:cubicBezTo>
                  <a:pt x="2173" y="2809"/>
                  <a:pt x="2173" y="2809"/>
                  <a:pt x="2173" y="2809"/>
                </a:cubicBezTo>
                <a:cubicBezTo>
                  <a:pt x="2161" y="2816"/>
                  <a:pt x="2149" y="2823"/>
                  <a:pt x="2137" y="2832"/>
                </a:cubicBezTo>
                <a:cubicBezTo>
                  <a:pt x="2146" y="2809"/>
                  <a:pt x="2151" y="2786"/>
                  <a:pt x="2151" y="2762"/>
                </a:cubicBezTo>
                <a:cubicBezTo>
                  <a:pt x="2151" y="2759"/>
                  <a:pt x="2151" y="2756"/>
                  <a:pt x="2151" y="2753"/>
                </a:cubicBezTo>
                <a:cubicBezTo>
                  <a:pt x="2149" y="2731"/>
                  <a:pt x="2155" y="2708"/>
                  <a:pt x="2155" y="2686"/>
                </a:cubicBezTo>
                <a:cubicBezTo>
                  <a:pt x="2153" y="2655"/>
                  <a:pt x="2150" y="2624"/>
                  <a:pt x="2149" y="2593"/>
                </a:cubicBezTo>
                <a:cubicBezTo>
                  <a:pt x="2149" y="2592"/>
                  <a:pt x="2150" y="2592"/>
                  <a:pt x="2149" y="2591"/>
                </a:cubicBezTo>
                <a:cubicBezTo>
                  <a:pt x="2148" y="2590"/>
                  <a:pt x="2148" y="2590"/>
                  <a:pt x="2147" y="2590"/>
                </a:cubicBezTo>
                <a:lnTo>
                  <a:pt x="2146" y="2589"/>
                </a:lnTo>
                <a:cubicBezTo>
                  <a:pt x="2145" y="2589"/>
                  <a:pt x="2144" y="2590"/>
                  <a:pt x="2144" y="2590"/>
                </a:cubicBezTo>
                <a:cubicBezTo>
                  <a:pt x="2143" y="2590"/>
                  <a:pt x="2143" y="2591"/>
                  <a:pt x="2143" y="2591"/>
                </a:cubicBezTo>
                <a:cubicBezTo>
                  <a:pt x="2142" y="2592"/>
                  <a:pt x="2142" y="2592"/>
                  <a:pt x="2142" y="2593"/>
                </a:cubicBezTo>
                <a:cubicBezTo>
                  <a:pt x="2140" y="2638"/>
                  <a:pt x="2142" y="2691"/>
                  <a:pt x="2128" y="2734"/>
                </a:cubicBezTo>
                <a:cubicBezTo>
                  <a:pt x="2123" y="2748"/>
                  <a:pt x="2122" y="2769"/>
                  <a:pt x="2119" y="2783"/>
                </a:cubicBezTo>
                <a:cubicBezTo>
                  <a:pt x="2111" y="2808"/>
                  <a:pt x="2105" y="2834"/>
                  <a:pt x="2102" y="2859"/>
                </a:cubicBezTo>
                <a:cubicBezTo>
                  <a:pt x="2098" y="2885"/>
                  <a:pt x="2102" y="2859"/>
                  <a:pt x="2102" y="2859"/>
                </a:cubicBezTo>
                <a:cubicBezTo>
                  <a:pt x="2080" y="2878"/>
                  <a:pt x="2060" y="2898"/>
                  <a:pt x="2041" y="2919"/>
                </a:cubicBezTo>
                <a:cubicBezTo>
                  <a:pt x="2054" y="2895"/>
                  <a:pt x="2064" y="2868"/>
                  <a:pt x="2071" y="2841"/>
                </a:cubicBezTo>
                <a:cubicBezTo>
                  <a:pt x="2088" y="2761"/>
                  <a:pt x="2096" y="2680"/>
                  <a:pt x="2096" y="2599"/>
                </a:cubicBezTo>
                <a:cubicBezTo>
                  <a:pt x="2096" y="2588"/>
                  <a:pt x="2096" y="2577"/>
                  <a:pt x="2096" y="2566"/>
                </a:cubicBezTo>
                <a:cubicBezTo>
                  <a:pt x="2096" y="2563"/>
                  <a:pt x="2092" y="2563"/>
                  <a:pt x="2092" y="2566"/>
                </a:cubicBezTo>
                <a:cubicBezTo>
                  <a:pt x="2090" y="2609"/>
                  <a:pt x="2090" y="2652"/>
                  <a:pt x="2085" y="2696"/>
                </a:cubicBezTo>
                <a:cubicBezTo>
                  <a:pt x="2078" y="2732"/>
                  <a:pt x="2068" y="2768"/>
                  <a:pt x="2056" y="2803"/>
                </a:cubicBezTo>
                <a:cubicBezTo>
                  <a:pt x="2044" y="2843"/>
                  <a:pt x="2027" y="2881"/>
                  <a:pt x="2006" y="2916"/>
                </a:cubicBezTo>
                <a:cubicBezTo>
                  <a:pt x="2001" y="2926"/>
                  <a:pt x="1995" y="2936"/>
                  <a:pt x="1988" y="2946"/>
                </a:cubicBezTo>
                <a:cubicBezTo>
                  <a:pt x="2004" y="2906"/>
                  <a:pt x="2015" y="2864"/>
                  <a:pt x="2021" y="2821"/>
                </a:cubicBezTo>
                <a:cubicBezTo>
                  <a:pt x="2026" y="2794"/>
                  <a:pt x="2028" y="2767"/>
                  <a:pt x="2028" y="2740"/>
                </a:cubicBezTo>
                <a:cubicBezTo>
                  <a:pt x="2028" y="2726"/>
                  <a:pt x="2027" y="2711"/>
                  <a:pt x="2026" y="2697"/>
                </a:cubicBezTo>
                <a:cubicBezTo>
                  <a:pt x="2026" y="2697"/>
                  <a:pt x="2026" y="2696"/>
                  <a:pt x="2025" y="2695"/>
                </a:cubicBezTo>
                <a:lnTo>
                  <a:pt x="2024" y="2694"/>
                </a:lnTo>
                <a:cubicBezTo>
                  <a:pt x="2023" y="2693"/>
                  <a:pt x="2022" y="2693"/>
                  <a:pt x="2021" y="2693"/>
                </a:cubicBezTo>
                <a:cubicBezTo>
                  <a:pt x="2021" y="2693"/>
                  <a:pt x="2020" y="2693"/>
                  <a:pt x="2019" y="2694"/>
                </a:cubicBezTo>
                <a:cubicBezTo>
                  <a:pt x="2018" y="2694"/>
                  <a:pt x="2018" y="2695"/>
                  <a:pt x="2018" y="2695"/>
                </a:cubicBezTo>
                <a:cubicBezTo>
                  <a:pt x="2017" y="2696"/>
                  <a:pt x="2017" y="2697"/>
                  <a:pt x="2017" y="2697"/>
                </a:cubicBezTo>
                <a:cubicBezTo>
                  <a:pt x="2010" y="2772"/>
                  <a:pt x="1994" y="2867"/>
                  <a:pt x="1958" y="2935"/>
                </a:cubicBezTo>
                <a:cubicBezTo>
                  <a:pt x="1955" y="2915"/>
                  <a:pt x="1952" y="2896"/>
                  <a:pt x="1947" y="2876"/>
                </a:cubicBezTo>
                <a:cubicBezTo>
                  <a:pt x="1947" y="2876"/>
                  <a:pt x="1947" y="2875"/>
                  <a:pt x="1948" y="2874"/>
                </a:cubicBezTo>
                <a:cubicBezTo>
                  <a:pt x="1949" y="2873"/>
                  <a:pt x="1949" y="2873"/>
                  <a:pt x="1949" y="2872"/>
                </a:cubicBezTo>
                <a:cubicBezTo>
                  <a:pt x="1984" y="2777"/>
                  <a:pt x="1971" y="2667"/>
                  <a:pt x="1984" y="2568"/>
                </a:cubicBezTo>
                <a:cubicBezTo>
                  <a:pt x="1984" y="2564"/>
                  <a:pt x="1979" y="2562"/>
                  <a:pt x="1978" y="2566"/>
                </a:cubicBezTo>
                <a:cubicBezTo>
                  <a:pt x="1971" y="2601"/>
                  <a:pt x="1970" y="2636"/>
                  <a:pt x="1965" y="2670"/>
                </a:cubicBezTo>
                <a:cubicBezTo>
                  <a:pt x="1962" y="2691"/>
                  <a:pt x="1952" y="2710"/>
                  <a:pt x="1949" y="2731"/>
                </a:cubicBezTo>
                <a:cubicBezTo>
                  <a:pt x="1946" y="2759"/>
                  <a:pt x="1935" y="2788"/>
                  <a:pt x="1928" y="2817"/>
                </a:cubicBezTo>
                <a:cubicBezTo>
                  <a:pt x="1925" y="2809"/>
                  <a:pt x="1922" y="2801"/>
                  <a:pt x="1919" y="2793"/>
                </a:cubicBezTo>
                <a:cubicBezTo>
                  <a:pt x="1920" y="2794"/>
                  <a:pt x="1921" y="2794"/>
                  <a:pt x="1922" y="2794"/>
                </a:cubicBezTo>
                <a:cubicBezTo>
                  <a:pt x="1924" y="2794"/>
                  <a:pt x="1926" y="2793"/>
                  <a:pt x="1928" y="2792"/>
                </a:cubicBezTo>
                <a:cubicBezTo>
                  <a:pt x="1930" y="2791"/>
                  <a:pt x="1931" y="2790"/>
                  <a:pt x="1932" y="2788"/>
                </a:cubicBezTo>
                <a:cubicBezTo>
                  <a:pt x="1933" y="2787"/>
                  <a:pt x="1933" y="2786"/>
                  <a:pt x="1934" y="2785"/>
                </a:cubicBezTo>
                <a:cubicBezTo>
                  <a:pt x="1947" y="2735"/>
                  <a:pt x="1932" y="2675"/>
                  <a:pt x="1929" y="2625"/>
                </a:cubicBezTo>
                <a:cubicBezTo>
                  <a:pt x="1929" y="2621"/>
                  <a:pt x="1922" y="2621"/>
                  <a:pt x="1922" y="2625"/>
                </a:cubicBezTo>
                <a:cubicBezTo>
                  <a:pt x="1922" y="2657"/>
                  <a:pt x="1918" y="2690"/>
                  <a:pt x="1912" y="2721"/>
                </a:cubicBezTo>
                <a:cubicBezTo>
                  <a:pt x="1908" y="2737"/>
                  <a:pt x="1910" y="2753"/>
                  <a:pt x="1907" y="2768"/>
                </a:cubicBezTo>
                <a:cubicBezTo>
                  <a:pt x="1902" y="2760"/>
                  <a:pt x="1897" y="2753"/>
                  <a:pt x="1891" y="2746"/>
                </a:cubicBezTo>
                <a:cubicBezTo>
                  <a:pt x="1891" y="2745"/>
                  <a:pt x="1891" y="2743"/>
                  <a:pt x="1891" y="2742"/>
                </a:cubicBezTo>
                <a:cubicBezTo>
                  <a:pt x="1891" y="2740"/>
                  <a:pt x="1891" y="2740"/>
                  <a:pt x="1891" y="2739"/>
                </a:cubicBezTo>
                <a:cubicBezTo>
                  <a:pt x="1882" y="2706"/>
                  <a:pt x="1877" y="2672"/>
                  <a:pt x="1877" y="2638"/>
                </a:cubicBezTo>
                <a:cubicBezTo>
                  <a:pt x="1877" y="2634"/>
                  <a:pt x="1877" y="2630"/>
                  <a:pt x="1877" y="2625"/>
                </a:cubicBezTo>
                <a:cubicBezTo>
                  <a:pt x="1877" y="2621"/>
                  <a:pt x="1870" y="2621"/>
                  <a:pt x="1870" y="2625"/>
                </a:cubicBezTo>
                <a:cubicBezTo>
                  <a:pt x="1870" y="2649"/>
                  <a:pt x="1864" y="2675"/>
                  <a:pt x="1864" y="2701"/>
                </a:cubicBezTo>
                <a:cubicBezTo>
                  <a:pt x="1836" y="2651"/>
                  <a:pt x="1841" y="2579"/>
                  <a:pt x="1839" y="2525"/>
                </a:cubicBezTo>
                <a:cubicBezTo>
                  <a:pt x="1839" y="2521"/>
                  <a:pt x="1832" y="2520"/>
                  <a:pt x="1832" y="2525"/>
                </a:cubicBezTo>
                <a:cubicBezTo>
                  <a:pt x="1831" y="2566"/>
                  <a:pt x="1826" y="2607"/>
                  <a:pt x="1827" y="2647"/>
                </a:cubicBezTo>
                <a:cubicBezTo>
                  <a:pt x="1827" y="2654"/>
                  <a:pt x="1827" y="2661"/>
                  <a:pt x="1827" y="2667"/>
                </a:cubicBezTo>
                <a:cubicBezTo>
                  <a:pt x="1820" y="2640"/>
                  <a:pt x="1804" y="2617"/>
                  <a:pt x="1800" y="2590"/>
                </a:cubicBezTo>
                <a:cubicBezTo>
                  <a:pt x="1795" y="2562"/>
                  <a:pt x="1800" y="2522"/>
                  <a:pt x="1800" y="2490"/>
                </a:cubicBezTo>
                <a:cubicBezTo>
                  <a:pt x="1800" y="2487"/>
                  <a:pt x="1795" y="2486"/>
                  <a:pt x="1795" y="2490"/>
                </a:cubicBezTo>
                <a:cubicBezTo>
                  <a:pt x="1795" y="2520"/>
                  <a:pt x="1790" y="2549"/>
                  <a:pt x="1788" y="2579"/>
                </a:cubicBezTo>
                <a:cubicBezTo>
                  <a:pt x="1788" y="2583"/>
                  <a:pt x="1788" y="2586"/>
                  <a:pt x="1788" y="2590"/>
                </a:cubicBezTo>
                <a:cubicBezTo>
                  <a:pt x="1788" y="2605"/>
                  <a:pt x="1790" y="2621"/>
                  <a:pt x="1793" y="2636"/>
                </a:cubicBezTo>
                <a:lnTo>
                  <a:pt x="1792" y="2635"/>
                </a:lnTo>
                <a:cubicBezTo>
                  <a:pt x="1787" y="2632"/>
                  <a:pt x="1783" y="2628"/>
                  <a:pt x="1780" y="2623"/>
                </a:cubicBezTo>
                <a:cubicBezTo>
                  <a:pt x="1773" y="2608"/>
                  <a:pt x="1770" y="2592"/>
                  <a:pt x="1770" y="2575"/>
                </a:cubicBezTo>
                <a:cubicBezTo>
                  <a:pt x="1770" y="2571"/>
                  <a:pt x="1770" y="2567"/>
                  <a:pt x="1771" y="2563"/>
                </a:cubicBezTo>
                <a:cubicBezTo>
                  <a:pt x="1771" y="2558"/>
                  <a:pt x="1763" y="2558"/>
                  <a:pt x="1763" y="2563"/>
                </a:cubicBezTo>
                <a:cubicBezTo>
                  <a:pt x="1762" y="2586"/>
                  <a:pt x="1756" y="2610"/>
                  <a:pt x="1766" y="2632"/>
                </a:cubicBezTo>
                <a:lnTo>
                  <a:pt x="1756" y="2627"/>
                </a:lnTo>
                <a:cubicBezTo>
                  <a:pt x="1730" y="2590"/>
                  <a:pt x="1734" y="2537"/>
                  <a:pt x="1732" y="2494"/>
                </a:cubicBezTo>
                <a:cubicBezTo>
                  <a:pt x="1732" y="2493"/>
                  <a:pt x="1733" y="2493"/>
                  <a:pt x="1732" y="2492"/>
                </a:cubicBezTo>
                <a:cubicBezTo>
                  <a:pt x="1731" y="2491"/>
                  <a:pt x="1731" y="2491"/>
                  <a:pt x="1730" y="2491"/>
                </a:cubicBezTo>
                <a:lnTo>
                  <a:pt x="1729" y="2491"/>
                </a:lnTo>
                <a:cubicBezTo>
                  <a:pt x="1728" y="2491"/>
                  <a:pt x="1727" y="2491"/>
                  <a:pt x="1727" y="2491"/>
                </a:cubicBezTo>
                <a:cubicBezTo>
                  <a:pt x="1726" y="2491"/>
                  <a:pt x="1726" y="2492"/>
                  <a:pt x="1726" y="2492"/>
                </a:cubicBezTo>
                <a:cubicBezTo>
                  <a:pt x="1725" y="2493"/>
                  <a:pt x="1725" y="2493"/>
                  <a:pt x="1725" y="2494"/>
                </a:cubicBezTo>
                <a:cubicBezTo>
                  <a:pt x="1723" y="2533"/>
                  <a:pt x="1714" y="2575"/>
                  <a:pt x="1725" y="2612"/>
                </a:cubicBezTo>
                <a:lnTo>
                  <a:pt x="1712" y="2607"/>
                </a:lnTo>
                <a:lnTo>
                  <a:pt x="1712" y="2606"/>
                </a:lnTo>
                <a:cubicBezTo>
                  <a:pt x="1712" y="2604"/>
                  <a:pt x="1712" y="2602"/>
                  <a:pt x="1711" y="2601"/>
                </a:cubicBezTo>
                <a:cubicBezTo>
                  <a:pt x="1710" y="2600"/>
                  <a:pt x="1710" y="2599"/>
                  <a:pt x="1709" y="2599"/>
                </a:cubicBezTo>
                <a:cubicBezTo>
                  <a:pt x="1709" y="2598"/>
                  <a:pt x="1708" y="2597"/>
                  <a:pt x="1708" y="2597"/>
                </a:cubicBezTo>
                <a:cubicBezTo>
                  <a:pt x="1701" y="2585"/>
                  <a:pt x="1697" y="2571"/>
                  <a:pt x="1697" y="2557"/>
                </a:cubicBezTo>
                <a:lnTo>
                  <a:pt x="1697" y="2556"/>
                </a:lnTo>
                <a:cubicBezTo>
                  <a:pt x="1694" y="2539"/>
                  <a:pt x="1692" y="2522"/>
                  <a:pt x="1692" y="2505"/>
                </a:cubicBezTo>
                <a:cubicBezTo>
                  <a:pt x="1692" y="2494"/>
                  <a:pt x="1693" y="2484"/>
                  <a:pt x="1694" y="2473"/>
                </a:cubicBezTo>
                <a:cubicBezTo>
                  <a:pt x="1694" y="2472"/>
                  <a:pt x="1694" y="2471"/>
                  <a:pt x="1694" y="2471"/>
                </a:cubicBezTo>
                <a:cubicBezTo>
                  <a:pt x="1694" y="2470"/>
                  <a:pt x="1693" y="2470"/>
                  <a:pt x="1693" y="2470"/>
                </a:cubicBezTo>
                <a:cubicBezTo>
                  <a:pt x="1692" y="2469"/>
                  <a:pt x="1692" y="2469"/>
                  <a:pt x="1691" y="2469"/>
                </a:cubicBezTo>
                <a:cubicBezTo>
                  <a:pt x="1690" y="2469"/>
                  <a:pt x="1690" y="2469"/>
                  <a:pt x="1689" y="2470"/>
                </a:cubicBezTo>
                <a:cubicBezTo>
                  <a:pt x="1689" y="2470"/>
                  <a:pt x="1688" y="2470"/>
                  <a:pt x="1688" y="2471"/>
                </a:cubicBezTo>
                <a:lnTo>
                  <a:pt x="1688" y="2472"/>
                </a:lnTo>
                <a:cubicBezTo>
                  <a:pt x="1680" y="2503"/>
                  <a:pt x="1676" y="2535"/>
                  <a:pt x="1675" y="2566"/>
                </a:cubicBezTo>
                <a:cubicBezTo>
                  <a:pt x="1675" y="2568"/>
                  <a:pt x="1675" y="2570"/>
                  <a:pt x="1675" y="2571"/>
                </a:cubicBezTo>
                <a:cubicBezTo>
                  <a:pt x="1675" y="2580"/>
                  <a:pt x="1677" y="2589"/>
                  <a:pt x="1680" y="2598"/>
                </a:cubicBezTo>
                <a:cubicBezTo>
                  <a:pt x="1670" y="2596"/>
                  <a:pt x="1660" y="2594"/>
                  <a:pt x="1650" y="2592"/>
                </a:cubicBezTo>
                <a:cubicBezTo>
                  <a:pt x="1628" y="2480"/>
                  <a:pt x="1651" y="2376"/>
                  <a:pt x="1736" y="2298"/>
                </a:cubicBezTo>
                <a:lnTo>
                  <a:pt x="1737" y="2298"/>
                </a:lnTo>
                <a:cubicBezTo>
                  <a:pt x="1739" y="2296"/>
                  <a:pt x="1741" y="2295"/>
                  <a:pt x="1742" y="2292"/>
                </a:cubicBezTo>
                <a:cubicBezTo>
                  <a:pt x="1835" y="2212"/>
                  <a:pt x="1959" y="2151"/>
                  <a:pt x="2081" y="2168"/>
                </a:cubicBezTo>
                <a:cubicBezTo>
                  <a:pt x="2133" y="2175"/>
                  <a:pt x="2196" y="2215"/>
                  <a:pt x="2243" y="2241"/>
                </a:cubicBezTo>
                <a:moveTo>
                  <a:pt x="2444" y="2647"/>
                </a:moveTo>
                <a:cubicBezTo>
                  <a:pt x="2450" y="2622"/>
                  <a:pt x="2453" y="2596"/>
                  <a:pt x="2453" y="2570"/>
                </a:cubicBezTo>
                <a:cubicBezTo>
                  <a:pt x="2453" y="2554"/>
                  <a:pt x="2451" y="2537"/>
                  <a:pt x="2449" y="2520"/>
                </a:cubicBezTo>
                <a:cubicBezTo>
                  <a:pt x="2500" y="2522"/>
                  <a:pt x="2551" y="2531"/>
                  <a:pt x="2599" y="2546"/>
                </a:cubicBezTo>
                <a:cubicBezTo>
                  <a:pt x="2626" y="2555"/>
                  <a:pt x="2653" y="2567"/>
                  <a:pt x="2678" y="2582"/>
                </a:cubicBezTo>
                <a:cubicBezTo>
                  <a:pt x="2686" y="2587"/>
                  <a:pt x="2695" y="2592"/>
                  <a:pt x="2703" y="2598"/>
                </a:cubicBezTo>
                <a:cubicBezTo>
                  <a:pt x="2689" y="2602"/>
                  <a:pt x="2675" y="2609"/>
                  <a:pt x="2662" y="2616"/>
                </a:cubicBezTo>
                <a:cubicBezTo>
                  <a:pt x="2626" y="2637"/>
                  <a:pt x="2597" y="2666"/>
                  <a:pt x="2576" y="2702"/>
                </a:cubicBezTo>
                <a:lnTo>
                  <a:pt x="2576" y="2703"/>
                </a:lnTo>
                <a:cubicBezTo>
                  <a:pt x="2575" y="2703"/>
                  <a:pt x="2575" y="2702"/>
                  <a:pt x="2575" y="2702"/>
                </a:cubicBezTo>
                <a:cubicBezTo>
                  <a:pt x="2575" y="2701"/>
                  <a:pt x="2574" y="2700"/>
                  <a:pt x="2573" y="2700"/>
                </a:cubicBezTo>
                <a:cubicBezTo>
                  <a:pt x="2572" y="2699"/>
                  <a:pt x="2572" y="2699"/>
                  <a:pt x="2571" y="2699"/>
                </a:cubicBezTo>
                <a:cubicBezTo>
                  <a:pt x="2570" y="2699"/>
                  <a:pt x="2569" y="2699"/>
                  <a:pt x="2568" y="2700"/>
                </a:cubicBezTo>
                <a:cubicBezTo>
                  <a:pt x="2567" y="2701"/>
                  <a:pt x="2568" y="2701"/>
                  <a:pt x="2567" y="2702"/>
                </a:cubicBezTo>
                <a:cubicBezTo>
                  <a:pt x="2566" y="2703"/>
                  <a:pt x="2566" y="2703"/>
                  <a:pt x="2566" y="2703"/>
                </a:cubicBezTo>
                <a:cubicBezTo>
                  <a:pt x="2560" y="2730"/>
                  <a:pt x="2543" y="2753"/>
                  <a:pt x="2541" y="2780"/>
                </a:cubicBezTo>
                <a:lnTo>
                  <a:pt x="2537" y="2778"/>
                </a:lnTo>
                <a:cubicBezTo>
                  <a:pt x="2537" y="2757"/>
                  <a:pt x="2537" y="2736"/>
                  <a:pt x="2537" y="2714"/>
                </a:cubicBezTo>
                <a:cubicBezTo>
                  <a:pt x="2540" y="2702"/>
                  <a:pt x="2542" y="2689"/>
                  <a:pt x="2543" y="2676"/>
                </a:cubicBezTo>
                <a:cubicBezTo>
                  <a:pt x="2543" y="2672"/>
                  <a:pt x="2536" y="2672"/>
                  <a:pt x="2536" y="2676"/>
                </a:cubicBezTo>
                <a:cubicBezTo>
                  <a:pt x="2533" y="2695"/>
                  <a:pt x="2528" y="2713"/>
                  <a:pt x="2520" y="2730"/>
                </a:cubicBezTo>
                <a:cubicBezTo>
                  <a:pt x="2516" y="2743"/>
                  <a:pt x="2514" y="2757"/>
                  <a:pt x="2514" y="2771"/>
                </a:cubicBezTo>
                <a:lnTo>
                  <a:pt x="2497" y="2766"/>
                </a:lnTo>
                <a:cubicBezTo>
                  <a:pt x="2497" y="2766"/>
                  <a:pt x="2497" y="2765"/>
                  <a:pt x="2497" y="2764"/>
                </a:cubicBezTo>
                <a:lnTo>
                  <a:pt x="2497" y="2763"/>
                </a:lnTo>
                <a:cubicBezTo>
                  <a:pt x="2497" y="2751"/>
                  <a:pt x="2495" y="2738"/>
                  <a:pt x="2495" y="2726"/>
                </a:cubicBezTo>
                <a:cubicBezTo>
                  <a:pt x="2495" y="2721"/>
                  <a:pt x="2496" y="2717"/>
                  <a:pt x="2496" y="2712"/>
                </a:cubicBezTo>
                <a:cubicBezTo>
                  <a:pt x="2496" y="2707"/>
                  <a:pt x="2495" y="2702"/>
                  <a:pt x="2494" y="2697"/>
                </a:cubicBezTo>
                <a:lnTo>
                  <a:pt x="2494" y="2696"/>
                </a:lnTo>
                <a:cubicBezTo>
                  <a:pt x="2493" y="2695"/>
                  <a:pt x="2493" y="2695"/>
                  <a:pt x="2492" y="2694"/>
                </a:cubicBezTo>
                <a:cubicBezTo>
                  <a:pt x="2492" y="2694"/>
                  <a:pt x="2491" y="2694"/>
                  <a:pt x="2490" y="2694"/>
                </a:cubicBezTo>
                <a:cubicBezTo>
                  <a:pt x="2489" y="2694"/>
                  <a:pt x="2489" y="2693"/>
                  <a:pt x="2488" y="2694"/>
                </a:cubicBezTo>
                <a:cubicBezTo>
                  <a:pt x="2487" y="2694"/>
                  <a:pt x="2487" y="2695"/>
                  <a:pt x="2486" y="2696"/>
                </a:cubicBezTo>
                <a:lnTo>
                  <a:pt x="2486" y="2697"/>
                </a:lnTo>
                <a:cubicBezTo>
                  <a:pt x="2485" y="2708"/>
                  <a:pt x="2480" y="2717"/>
                  <a:pt x="2478" y="2728"/>
                </a:cubicBezTo>
                <a:cubicBezTo>
                  <a:pt x="2477" y="2738"/>
                  <a:pt x="2477" y="2747"/>
                  <a:pt x="2477" y="2756"/>
                </a:cubicBezTo>
                <a:cubicBezTo>
                  <a:pt x="2477" y="2758"/>
                  <a:pt x="2477" y="2760"/>
                  <a:pt x="2477" y="2762"/>
                </a:cubicBezTo>
                <a:cubicBezTo>
                  <a:pt x="2470" y="2760"/>
                  <a:pt x="2464" y="2759"/>
                  <a:pt x="2457" y="2758"/>
                </a:cubicBezTo>
                <a:cubicBezTo>
                  <a:pt x="2457" y="2755"/>
                  <a:pt x="2456" y="2751"/>
                  <a:pt x="2456" y="2747"/>
                </a:cubicBezTo>
                <a:cubicBezTo>
                  <a:pt x="2456" y="2738"/>
                  <a:pt x="2458" y="2728"/>
                  <a:pt x="2460" y="2719"/>
                </a:cubicBezTo>
                <a:cubicBezTo>
                  <a:pt x="2465" y="2702"/>
                  <a:pt x="2469" y="2684"/>
                  <a:pt x="2471" y="2666"/>
                </a:cubicBezTo>
                <a:cubicBezTo>
                  <a:pt x="2471" y="2663"/>
                  <a:pt x="2467" y="2662"/>
                  <a:pt x="2466" y="2666"/>
                </a:cubicBezTo>
                <a:cubicBezTo>
                  <a:pt x="2461" y="2683"/>
                  <a:pt x="2455" y="2700"/>
                  <a:pt x="2449" y="2717"/>
                </a:cubicBezTo>
                <a:cubicBezTo>
                  <a:pt x="2445" y="2730"/>
                  <a:pt x="2444" y="2743"/>
                  <a:pt x="2440" y="2756"/>
                </a:cubicBezTo>
                <a:lnTo>
                  <a:pt x="2438" y="2756"/>
                </a:lnTo>
                <a:cubicBezTo>
                  <a:pt x="2438" y="2754"/>
                  <a:pt x="2438" y="2753"/>
                  <a:pt x="2438" y="2752"/>
                </a:cubicBezTo>
                <a:cubicBezTo>
                  <a:pt x="2438" y="2751"/>
                  <a:pt x="2438" y="2746"/>
                  <a:pt x="2438" y="2743"/>
                </a:cubicBezTo>
                <a:cubicBezTo>
                  <a:pt x="2439" y="2739"/>
                  <a:pt x="2440" y="2734"/>
                  <a:pt x="2441" y="2729"/>
                </a:cubicBezTo>
                <a:cubicBezTo>
                  <a:pt x="2441" y="2728"/>
                  <a:pt x="2441" y="2728"/>
                  <a:pt x="2440" y="2727"/>
                </a:cubicBezTo>
                <a:cubicBezTo>
                  <a:pt x="2439" y="2726"/>
                  <a:pt x="2439" y="2725"/>
                  <a:pt x="2439" y="2725"/>
                </a:cubicBezTo>
                <a:cubicBezTo>
                  <a:pt x="2438" y="2725"/>
                  <a:pt x="2437" y="2724"/>
                  <a:pt x="2436" y="2724"/>
                </a:cubicBezTo>
                <a:cubicBezTo>
                  <a:pt x="2436" y="2724"/>
                  <a:pt x="2435" y="2725"/>
                  <a:pt x="2434" y="2725"/>
                </a:cubicBezTo>
                <a:cubicBezTo>
                  <a:pt x="2433" y="2725"/>
                  <a:pt x="2433" y="2726"/>
                  <a:pt x="2432" y="2727"/>
                </a:cubicBezTo>
                <a:cubicBezTo>
                  <a:pt x="2432" y="2727"/>
                  <a:pt x="2432" y="2728"/>
                  <a:pt x="2432" y="2729"/>
                </a:cubicBezTo>
                <a:cubicBezTo>
                  <a:pt x="2432" y="2736"/>
                  <a:pt x="2424" y="2738"/>
                  <a:pt x="2421" y="2744"/>
                </a:cubicBezTo>
                <a:cubicBezTo>
                  <a:pt x="2417" y="2750"/>
                  <a:pt x="2417" y="2751"/>
                  <a:pt x="2415" y="2754"/>
                </a:cubicBezTo>
                <a:lnTo>
                  <a:pt x="2413" y="2754"/>
                </a:lnTo>
                <a:cubicBezTo>
                  <a:pt x="2427" y="2720"/>
                  <a:pt x="2437" y="2684"/>
                  <a:pt x="2444" y="2647"/>
                </a:cubicBezTo>
                <a:moveTo>
                  <a:pt x="2766" y="2339"/>
                </a:moveTo>
                <a:cubicBezTo>
                  <a:pt x="2829" y="2261"/>
                  <a:pt x="2889" y="2209"/>
                  <a:pt x="2983" y="2172"/>
                </a:cubicBezTo>
                <a:cubicBezTo>
                  <a:pt x="3044" y="2149"/>
                  <a:pt x="3108" y="2134"/>
                  <a:pt x="3174" y="2127"/>
                </a:cubicBezTo>
                <a:cubicBezTo>
                  <a:pt x="3267" y="2118"/>
                  <a:pt x="3378" y="2136"/>
                  <a:pt x="3447" y="2203"/>
                </a:cubicBezTo>
                <a:cubicBezTo>
                  <a:pt x="3466" y="2221"/>
                  <a:pt x="3483" y="2242"/>
                  <a:pt x="3496" y="2265"/>
                </a:cubicBezTo>
                <a:cubicBezTo>
                  <a:pt x="3507" y="2284"/>
                  <a:pt x="3516" y="2305"/>
                  <a:pt x="3522" y="2326"/>
                </a:cubicBezTo>
                <a:cubicBezTo>
                  <a:pt x="3534" y="2358"/>
                  <a:pt x="3539" y="2392"/>
                  <a:pt x="3539" y="2426"/>
                </a:cubicBezTo>
                <a:cubicBezTo>
                  <a:pt x="3539" y="2446"/>
                  <a:pt x="3537" y="2466"/>
                  <a:pt x="3533" y="2486"/>
                </a:cubicBezTo>
                <a:lnTo>
                  <a:pt x="3531" y="2485"/>
                </a:lnTo>
                <a:lnTo>
                  <a:pt x="3531" y="2483"/>
                </a:lnTo>
                <a:cubicBezTo>
                  <a:pt x="3528" y="2439"/>
                  <a:pt x="3521" y="2396"/>
                  <a:pt x="3510" y="2353"/>
                </a:cubicBezTo>
                <a:lnTo>
                  <a:pt x="3510" y="2352"/>
                </a:lnTo>
                <a:cubicBezTo>
                  <a:pt x="3509" y="2351"/>
                  <a:pt x="3509" y="2350"/>
                  <a:pt x="3508" y="2350"/>
                </a:cubicBezTo>
                <a:cubicBezTo>
                  <a:pt x="3507" y="2349"/>
                  <a:pt x="3507" y="2350"/>
                  <a:pt x="3506" y="2350"/>
                </a:cubicBezTo>
                <a:cubicBezTo>
                  <a:pt x="3505" y="2350"/>
                  <a:pt x="3504" y="2350"/>
                  <a:pt x="3504" y="2350"/>
                </a:cubicBezTo>
                <a:cubicBezTo>
                  <a:pt x="3503" y="2351"/>
                  <a:pt x="3502" y="2351"/>
                  <a:pt x="3502" y="2352"/>
                </a:cubicBezTo>
                <a:cubicBezTo>
                  <a:pt x="3502" y="2353"/>
                  <a:pt x="3501" y="2353"/>
                  <a:pt x="3501" y="2354"/>
                </a:cubicBezTo>
                <a:lnTo>
                  <a:pt x="3502" y="2355"/>
                </a:lnTo>
                <a:cubicBezTo>
                  <a:pt x="3502" y="2361"/>
                  <a:pt x="3502" y="2367"/>
                  <a:pt x="3502" y="2373"/>
                </a:cubicBezTo>
                <a:cubicBezTo>
                  <a:pt x="3502" y="2385"/>
                  <a:pt x="3501" y="2398"/>
                  <a:pt x="3500" y="2411"/>
                </a:cubicBezTo>
                <a:cubicBezTo>
                  <a:pt x="3500" y="2413"/>
                  <a:pt x="3500" y="2415"/>
                  <a:pt x="3500" y="2416"/>
                </a:cubicBezTo>
                <a:cubicBezTo>
                  <a:pt x="3500" y="2428"/>
                  <a:pt x="3499" y="2440"/>
                  <a:pt x="3497" y="2452"/>
                </a:cubicBezTo>
                <a:cubicBezTo>
                  <a:pt x="3495" y="2442"/>
                  <a:pt x="3494" y="2431"/>
                  <a:pt x="3491" y="2421"/>
                </a:cubicBezTo>
                <a:cubicBezTo>
                  <a:pt x="3491" y="2411"/>
                  <a:pt x="3488" y="2400"/>
                  <a:pt x="3484" y="2391"/>
                </a:cubicBezTo>
                <a:cubicBezTo>
                  <a:pt x="3479" y="2381"/>
                  <a:pt x="3475" y="2371"/>
                  <a:pt x="3471" y="2361"/>
                </a:cubicBezTo>
                <a:cubicBezTo>
                  <a:pt x="3471" y="2360"/>
                  <a:pt x="3470" y="2359"/>
                  <a:pt x="3470" y="2358"/>
                </a:cubicBezTo>
                <a:cubicBezTo>
                  <a:pt x="3465" y="2349"/>
                  <a:pt x="3460" y="2340"/>
                  <a:pt x="3457" y="2330"/>
                </a:cubicBezTo>
                <a:cubicBezTo>
                  <a:pt x="3457" y="2326"/>
                  <a:pt x="3451" y="2326"/>
                  <a:pt x="3451" y="2330"/>
                </a:cubicBezTo>
                <a:cubicBezTo>
                  <a:pt x="3453" y="2342"/>
                  <a:pt x="3458" y="2354"/>
                  <a:pt x="3463" y="2365"/>
                </a:cubicBezTo>
                <a:cubicBezTo>
                  <a:pt x="3468" y="2376"/>
                  <a:pt x="3470" y="2388"/>
                  <a:pt x="3470" y="2400"/>
                </a:cubicBezTo>
                <a:cubicBezTo>
                  <a:pt x="3470" y="2402"/>
                  <a:pt x="3470" y="2403"/>
                  <a:pt x="3470" y="2404"/>
                </a:cubicBezTo>
                <a:cubicBezTo>
                  <a:pt x="3469" y="2410"/>
                  <a:pt x="3469" y="2416"/>
                  <a:pt x="3469" y="2422"/>
                </a:cubicBezTo>
                <a:cubicBezTo>
                  <a:pt x="3469" y="2428"/>
                  <a:pt x="3469" y="2433"/>
                  <a:pt x="3470" y="2439"/>
                </a:cubicBezTo>
                <a:cubicBezTo>
                  <a:pt x="3469" y="2432"/>
                  <a:pt x="3467" y="2426"/>
                  <a:pt x="3465" y="2419"/>
                </a:cubicBezTo>
                <a:cubicBezTo>
                  <a:pt x="3463" y="2416"/>
                  <a:pt x="3461" y="2412"/>
                  <a:pt x="3459" y="2409"/>
                </a:cubicBezTo>
                <a:cubicBezTo>
                  <a:pt x="3453" y="2399"/>
                  <a:pt x="3447" y="2390"/>
                  <a:pt x="3441" y="2380"/>
                </a:cubicBezTo>
                <a:cubicBezTo>
                  <a:pt x="3440" y="2378"/>
                  <a:pt x="3439" y="2376"/>
                  <a:pt x="3438" y="2375"/>
                </a:cubicBezTo>
                <a:cubicBezTo>
                  <a:pt x="3432" y="2365"/>
                  <a:pt x="3427" y="2355"/>
                  <a:pt x="3423" y="2344"/>
                </a:cubicBezTo>
                <a:cubicBezTo>
                  <a:pt x="3423" y="2344"/>
                  <a:pt x="3423" y="2343"/>
                  <a:pt x="3422" y="2343"/>
                </a:cubicBezTo>
                <a:cubicBezTo>
                  <a:pt x="3417" y="2333"/>
                  <a:pt x="3409" y="2325"/>
                  <a:pt x="3400" y="2318"/>
                </a:cubicBezTo>
                <a:cubicBezTo>
                  <a:pt x="3399" y="2318"/>
                  <a:pt x="3399" y="2317"/>
                  <a:pt x="3398" y="2317"/>
                </a:cubicBezTo>
                <a:lnTo>
                  <a:pt x="3397" y="2318"/>
                </a:lnTo>
                <a:cubicBezTo>
                  <a:pt x="3396" y="2318"/>
                  <a:pt x="3396" y="2319"/>
                  <a:pt x="3396" y="2319"/>
                </a:cubicBezTo>
                <a:lnTo>
                  <a:pt x="3395" y="2320"/>
                </a:lnTo>
                <a:cubicBezTo>
                  <a:pt x="3395" y="2321"/>
                  <a:pt x="3396" y="2321"/>
                  <a:pt x="3396" y="2322"/>
                </a:cubicBezTo>
                <a:cubicBezTo>
                  <a:pt x="3403" y="2331"/>
                  <a:pt x="3408" y="2340"/>
                  <a:pt x="3414" y="2350"/>
                </a:cubicBezTo>
                <a:cubicBezTo>
                  <a:pt x="3424" y="2368"/>
                  <a:pt x="3434" y="2388"/>
                  <a:pt x="3439" y="2409"/>
                </a:cubicBezTo>
                <a:cubicBezTo>
                  <a:pt x="3442" y="2416"/>
                  <a:pt x="3443" y="2424"/>
                  <a:pt x="3445" y="2431"/>
                </a:cubicBezTo>
                <a:cubicBezTo>
                  <a:pt x="3433" y="2421"/>
                  <a:pt x="3424" y="2410"/>
                  <a:pt x="3416" y="2396"/>
                </a:cubicBezTo>
                <a:cubicBezTo>
                  <a:pt x="3414" y="2393"/>
                  <a:pt x="3412" y="2389"/>
                  <a:pt x="3410" y="2385"/>
                </a:cubicBezTo>
                <a:cubicBezTo>
                  <a:pt x="3403" y="2376"/>
                  <a:pt x="3396" y="2367"/>
                  <a:pt x="3387" y="2359"/>
                </a:cubicBezTo>
                <a:cubicBezTo>
                  <a:pt x="3379" y="2350"/>
                  <a:pt x="3374" y="2340"/>
                  <a:pt x="3366" y="2332"/>
                </a:cubicBezTo>
                <a:cubicBezTo>
                  <a:pt x="3363" y="2330"/>
                  <a:pt x="3359" y="2333"/>
                  <a:pt x="3361" y="2336"/>
                </a:cubicBezTo>
                <a:cubicBezTo>
                  <a:pt x="3376" y="2352"/>
                  <a:pt x="3389" y="2370"/>
                  <a:pt x="3400" y="2389"/>
                </a:cubicBezTo>
                <a:cubicBezTo>
                  <a:pt x="3404" y="2396"/>
                  <a:pt x="3408" y="2403"/>
                  <a:pt x="3411" y="2410"/>
                </a:cubicBezTo>
                <a:cubicBezTo>
                  <a:pt x="3412" y="2412"/>
                  <a:pt x="3413" y="2414"/>
                  <a:pt x="3415" y="2416"/>
                </a:cubicBezTo>
                <a:cubicBezTo>
                  <a:pt x="3416" y="2418"/>
                  <a:pt x="3417" y="2420"/>
                  <a:pt x="3418" y="2422"/>
                </a:cubicBezTo>
                <a:cubicBezTo>
                  <a:pt x="3410" y="2419"/>
                  <a:pt x="3402" y="2416"/>
                  <a:pt x="3394" y="2414"/>
                </a:cubicBezTo>
                <a:cubicBezTo>
                  <a:pt x="3390" y="2411"/>
                  <a:pt x="3386" y="2408"/>
                  <a:pt x="3382" y="2406"/>
                </a:cubicBezTo>
                <a:cubicBezTo>
                  <a:pt x="3378" y="2402"/>
                  <a:pt x="3374" y="2398"/>
                  <a:pt x="3371" y="2394"/>
                </a:cubicBezTo>
                <a:cubicBezTo>
                  <a:pt x="3368" y="2391"/>
                  <a:pt x="3366" y="2388"/>
                  <a:pt x="3364" y="2385"/>
                </a:cubicBezTo>
                <a:cubicBezTo>
                  <a:pt x="3361" y="2382"/>
                  <a:pt x="3356" y="2380"/>
                  <a:pt x="3353" y="2376"/>
                </a:cubicBezTo>
                <a:cubicBezTo>
                  <a:pt x="3350" y="2371"/>
                  <a:pt x="3343" y="2376"/>
                  <a:pt x="3346" y="2381"/>
                </a:cubicBezTo>
                <a:cubicBezTo>
                  <a:pt x="3346" y="2381"/>
                  <a:pt x="3346" y="2382"/>
                  <a:pt x="3347" y="2382"/>
                </a:cubicBezTo>
                <a:cubicBezTo>
                  <a:pt x="3350" y="2388"/>
                  <a:pt x="3352" y="2393"/>
                  <a:pt x="3355" y="2399"/>
                </a:cubicBezTo>
                <a:cubicBezTo>
                  <a:pt x="3355" y="2400"/>
                  <a:pt x="3356" y="2402"/>
                  <a:pt x="3357" y="2403"/>
                </a:cubicBezTo>
                <a:cubicBezTo>
                  <a:pt x="3358" y="2404"/>
                  <a:pt x="3358" y="2406"/>
                  <a:pt x="3359" y="2407"/>
                </a:cubicBezTo>
                <a:cubicBezTo>
                  <a:pt x="3348" y="2405"/>
                  <a:pt x="3337" y="2404"/>
                  <a:pt x="3326" y="2403"/>
                </a:cubicBezTo>
                <a:cubicBezTo>
                  <a:pt x="3323" y="2401"/>
                  <a:pt x="3320" y="2397"/>
                  <a:pt x="3318" y="2395"/>
                </a:cubicBezTo>
                <a:cubicBezTo>
                  <a:pt x="3315" y="2392"/>
                  <a:pt x="3311" y="2389"/>
                  <a:pt x="3308" y="2387"/>
                </a:cubicBezTo>
                <a:cubicBezTo>
                  <a:pt x="3299" y="2381"/>
                  <a:pt x="3288" y="2381"/>
                  <a:pt x="3279" y="2375"/>
                </a:cubicBezTo>
                <a:cubicBezTo>
                  <a:pt x="3274" y="2371"/>
                  <a:pt x="3269" y="2379"/>
                  <a:pt x="3274" y="2383"/>
                </a:cubicBezTo>
                <a:cubicBezTo>
                  <a:pt x="3278" y="2386"/>
                  <a:pt x="3280" y="2394"/>
                  <a:pt x="3285" y="2398"/>
                </a:cubicBezTo>
                <a:lnTo>
                  <a:pt x="3289" y="2401"/>
                </a:lnTo>
                <a:lnTo>
                  <a:pt x="3278" y="2401"/>
                </a:lnTo>
                <a:cubicBezTo>
                  <a:pt x="3276" y="2400"/>
                  <a:pt x="3274" y="2398"/>
                  <a:pt x="3272" y="2397"/>
                </a:cubicBezTo>
                <a:cubicBezTo>
                  <a:pt x="3267" y="2394"/>
                  <a:pt x="3262" y="2392"/>
                  <a:pt x="3257" y="2391"/>
                </a:cubicBezTo>
                <a:cubicBezTo>
                  <a:pt x="3240" y="2385"/>
                  <a:pt x="3227" y="2365"/>
                  <a:pt x="3208" y="2367"/>
                </a:cubicBezTo>
                <a:cubicBezTo>
                  <a:pt x="3202" y="2367"/>
                  <a:pt x="3201" y="2377"/>
                  <a:pt x="3208" y="2377"/>
                </a:cubicBezTo>
                <a:cubicBezTo>
                  <a:pt x="3210" y="2377"/>
                  <a:pt x="3218" y="2388"/>
                  <a:pt x="3220" y="2390"/>
                </a:cubicBezTo>
                <a:cubicBezTo>
                  <a:pt x="3222" y="2391"/>
                  <a:pt x="3229" y="2400"/>
                  <a:pt x="3235" y="2404"/>
                </a:cubicBezTo>
                <a:lnTo>
                  <a:pt x="3224" y="2406"/>
                </a:lnTo>
                <a:lnTo>
                  <a:pt x="3223" y="2406"/>
                </a:lnTo>
                <a:cubicBezTo>
                  <a:pt x="3209" y="2403"/>
                  <a:pt x="3195" y="2397"/>
                  <a:pt x="3182" y="2390"/>
                </a:cubicBezTo>
                <a:cubicBezTo>
                  <a:pt x="3171" y="2384"/>
                  <a:pt x="3161" y="2376"/>
                  <a:pt x="3152" y="2366"/>
                </a:cubicBezTo>
                <a:lnTo>
                  <a:pt x="3151" y="2365"/>
                </a:lnTo>
                <a:cubicBezTo>
                  <a:pt x="3150" y="2364"/>
                  <a:pt x="3149" y="2365"/>
                  <a:pt x="3149" y="2365"/>
                </a:cubicBezTo>
                <a:cubicBezTo>
                  <a:pt x="3148" y="2365"/>
                  <a:pt x="3147" y="2365"/>
                  <a:pt x="3147" y="2365"/>
                </a:cubicBezTo>
                <a:cubicBezTo>
                  <a:pt x="3146" y="2366"/>
                  <a:pt x="3145" y="2366"/>
                  <a:pt x="3145" y="2367"/>
                </a:cubicBezTo>
                <a:cubicBezTo>
                  <a:pt x="3145" y="2368"/>
                  <a:pt x="3145" y="2368"/>
                  <a:pt x="3145" y="2369"/>
                </a:cubicBezTo>
                <a:cubicBezTo>
                  <a:pt x="3145" y="2370"/>
                  <a:pt x="3145" y="2370"/>
                  <a:pt x="3145" y="2371"/>
                </a:cubicBezTo>
                <a:lnTo>
                  <a:pt x="3145" y="2372"/>
                </a:lnTo>
                <a:cubicBezTo>
                  <a:pt x="3156" y="2385"/>
                  <a:pt x="3159" y="2400"/>
                  <a:pt x="3173" y="2411"/>
                </a:cubicBezTo>
                <a:lnTo>
                  <a:pt x="3178" y="2414"/>
                </a:lnTo>
                <a:lnTo>
                  <a:pt x="3169" y="2416"/>
                </a:lnTo>
                <a:cubicBezTo>
                  <a:pt x="3166" y="2416"/>
                  <a:pt x="3163" y="2418"/>
                  <a:pt x="3159" y="2419"/>
                </a:cubicBezTo>
                <a:cubicBezTo>
                  <a:pt x="3154" y="2417"/>
                  <a:pt x="3148" y="2416"/>
                  <a:pt x="3143" y="2414"/>
                </a:cubicBezTo>
                <a:cubicBezTo>
                  <a:pt x="3129" y="2410"/>
                  <a:pt x="3116" y="2404"/>
                  <a:pt x="3103" y="2397"/>
                </a:cubicBezTo>
                <a:cubicBezTo>
                  <a:pt x="3093" y="2390"/>
                  <a:pt x="3083" y="2381"/>
                  <a:pt x="3074" y="2372"/>
                </a:cubicBezTo>
                <a:cubicBezTo>
                  <a:pt x="3071" y="2369"/>
                  <a:pt x="3066" y="2375"/>
                  <a:pt x="3069" y="2378"/>
                </a:cubicBezTo>
                <a:cubicBezTo>
                  <a:pt x="3080" y="2389"/>
                  <a:pt x="3086" y="2406"/>
                  <a:pt x="3099" y="2415"/>
                </a:cubicBezTo>
                <a:cubicBezTo>
                  <a:pt x="3100" y="2415"/>
                  <a:pt x="3100" y="2415"/>
                  <a:pt x="3101" y="2416"/>
                </a:cubicBezTo>
                <a:cubicBezTo>
                  <a:pt x="3112" y="2422"/>
                  <a:pt x="3123" y="2427"/>
                  <a:pt x="3134" y="2431"/>
                </a:cubicBezTo>
                <a:cubicBezTo>
                  <a:pt x="3128" y="2434"/>
                  <a:pt x="3122" y="2439"/>
                  <a:pt x="3116" y="2443"/>
                </a:cubicBezTo>
                <a:cubicBezTo>
                  <a:pt x="3103" y="2439"/>
                  <a:pt x="3091" y="2434"/>
                  <a:pt x="3078" y="2428"/>
                </a:cubicBezTo>
                <a:cubicBezTo>
                  <a:pt x="3076" y="2427"/>
                  <a:pt x="3074" y="2426"/>
                  <a:pt x="3072" y="2425"/>
                </a:cubicBezTo>
                <a:cubicBezTo>
                  <a:pt x="3060" y="2417"/>
                  <a:pt x="3047" y="2409"/>
                  <a:pt x="3036" y="2400"/>
                </a:cubicBezTo>
                <a:cubicBezTo>
                  <a:pt x="3032" y="2397"/>
                  <a:pt x="3027" y="2402"/>
                  <a:pt x="3030" y="2406"/>
                </a:cubicBezTo>
                <a:cubicBezTo>
                  <a:pt x="3037" y="2413"/>
                  <a:pt x="3041" y="2422"/>
                  <a:pt x="3048" y="2429"/>
                </a:cubicBezTo>
                <a:cubicBezTo>
                  <a:pt x="3053" y="2433"/>
                  <a:pt x="3058" y="2437"/>
                  <a:pt x="3064" y="2441"/>
                </a:cubicBezTo>
                <a:cubicBezTo>
                  <a:pt x="3066" y="2442"/>
                  <a:pt x="3069" y="2443"/>
                  <a:pt x="3071" y="2444"/>
                </a:cubicBezTo>
                <a:lnTo>
                  <a:pt x="3071" y="2445"/>
                </a:lnTo>
                <a:cubicBezTo>
                  <a:pt x="3080" y="2449"/>
                  <a:pt x="3089" y="2453"/>
                  <a:pt x="3098" y="2454"/>
                </a:cubicBezTo>
                <a:lnTo>
                  <a:pt x="3102" y="2454"/>
                </a:lnTo>
                <a:lnTo>
                  <a:pt x="3094" y="2461"/>
                </a:lnTo>
                <a:lnTo>
                  <a:pt x="3093" y="2461"/>
                </a:lnTo>
                <a:cubicBezTo>
                  <a:pt x="3076" y="2461"/>
                  <a:pt x="3059" y="2458"/>
                  <a:pt x="3043" y="2452"/>
                </a:cubicBezTo>
                <a:cubicBezTo>
                  <a:pt x="3023" y="2440"/>
                  <a:pt x="3005" y="2425"/>
                  <a:pt x="2991" y="2406"/>
                </a:cubicBezTo>
                <a:cubicBezTo>
                  <a:pt x="2989" y="2404"/>
                  <a:pt x="2983" y="2408"/>
                  <a:pt x="2986" y="2411"/>
                </a:cubicBezTo>
                <a:cubicBezTo>
                  <a:pt x="3003" y="2431"/>
                  <a:pt x="3021" y="2449"/>
                  <a:pt x="3039" y="2467"/>
                </a:cubicBezTo>
                <a:cubicBezTo>
                  <a:pt x="3041" y="2470"/>
                  <a:pt x="3044" y="2472"/>
                  <a:pt x="3048" y="2474"/>
                </a:cubicBezTo>
                <a:cubicBezTo>
                  <a:pt x="3055" y="2478"/>
                  <a:pt x="3064" y="2481"/>
                  <a:pt x="3073" y="2481"/>
                </a:cubicBezTo>
                <a:cubicBezTo>
                  <a:pt x="3068" y="2487"/>
                  <a:pt x="3063" y="2493"/>
                  <a:pt x="3058" y="2499"/>
                </a:cubicBezTo>
                <a:cubicBezTo>
                  <a:pt x="3049" y="2497"/>
                  <a:pt x="3040" y="2495"/>
                  <a:pt x="3031" y="2491"/>
                </a:cubicBezTo>
                <a:cubicBezTo>
                  <a:pt x="3030" y="2490"/>
                  <a:pt x="3029" y="2489"/>
                  <a:pt x="3028" y="2489"/>
                </a:cubicBezTo>
                <a:cubicBezTo>
                  <a:pt x="3015" y="2481"/>
                  <a:pt x="3004" y="2473"/>
                  <a:pt x="2992" y="2464"/>
                </a:cubicBezTo>
                <a:cubicBezTo>
                  <a:pt x="2983" y="2458"/>
                  <a:pt x="2972" y="2455"/>
                  <a:pt x="2967" y="2445"/>
                </a:cubicBezTo>
                <a:cubicBezTo>
                  <a:pt x="2965" y="2441"/>
                  <a:pt x="2959" y="2445"/>
                  <a:pt x="2961" y="2449"/>
                </a:cubicBezTo>
                <a:cubicBezTo>
                  <a:pt x="2966" y="2456"/>
                  <a:pt x="2971" y="2461"/>
                  <a:pt x="2978" y="2465"/>
                </a:cubicBezTo>
                <a:cubicBezTo>
                  <a:pt x="2979" y="2466"/>
                  <a:pt x="2979" y="2466"/>
                  <a:pt x="2980" y="2466"/>
                </a:cubicBezTo>
                <a:cubicBezTo>
                  <a:pt x="2990" y="2473"/>
                  <a:pt x="3000" y="2481"/>
                  <a:pt x="3008" y="2490"/>
                </a:cubicBezTo>
                <a:cubicBezTo>
                  <a:pt x="3013" y="2495"/>
                  <a:pt x="3019" y="2500"/>
                  <a:pt x="3026" y="2504"/>
                </a:cubicBezTo>
                <a:cubicBezTo>
                  <a:pt x="3033" y="2508"/>
                  <a:pt x="3040" y="2510"/>
                  <a:pt x="3048" y="2512"/>
                </a:cubicBezTo>
                <a:lnTo>
                  <a:pt x="3040" y="2524"/>
                </a:lnTo>
                <a:cubicBezTo>
                  <a:pt x="3020" y="2518"/>
                  <a:pt x="3001" y="2512"/>
                  <a:pt x="2983" y="2504"/>
                </a:cubicBezTo>
                <a:cubicBezTo>
                  <a:pt x="2981" y="2503"/>
                  <a:pt x="2980" y="2502"/>
                  <a:pt x="2978" y="2502"/>
                </a:cubicBezTo>
                <a:cubicBezTo>
                  <a:pt x="2947" y="2483"/>
                  <a:pt x="2918" y="2461"/>
                  <a:pt x="2892" y="2435"/>
                </a:cubicBezTo>
                <a:cubicBezTo>
                  <a:pt x="2888" y="2431"/>
                  <a:pt x="2882" y="2436"/>
                  <a:pt x="2886" y="2440"/>
                </a:cubicBezTo>
                <a:cubicBezTo>
                  <a:pt x="2896" y="2456"/>
                  <a:pt x="2907" y="2470"/>
                  <a:pt x="2921" y="2483"/>
                </a:cubicBezTo>
                <a:cubicBezTo>
                  <a:pt x="2936" y="2498"/>
                  <a:pt x="2954" y="2510"/>
                  <a:pt x="2972" y="2521"/>
                </a:cubicBezTo>
                <a:cubicBezTo>
                  <a:pt x="2980" y="2525"/>
                  <a:pt x="2985" y="2532"/>
                  <a:pt x="2993" y="2533"/>
                </a:cubicBezTo>
                <a:cubicBezTo>
                  <a:pt x="3003" y="2535"/>
                  <a:pt x="3013" y="2537"/>
                  <a:pt x="3023" y="2540"/>
                </a:cubicBezTo>
                <a:cubicBezTo>
                  <a:pt x="3019" y="2539"/>
                  <a:pt x="3023" y="2540"/>
                  <a:pt x="3028" y="2541"/>
                </a:cubicBezTo>
                <a:lnTo>
                  <a:pt x="3023" y="2549"/>
                </a:lnTo>
                <a:cubicBezTo>
                  <a:pt x="3023" y="2549"/>
                  <a:pt x="3021" y="2556"/>
                  <a:pt x="3018" y="2567"/>
                </a:cubicBezTo>
                <a:cubicBezTo>
                  <a:pt x="3017" y="2566"/>
                  <a:pt x="3016" y="2565"/>
                  <a:pt x="3016" y="2565"/>
                </a:cubicBezTo>
                <a:cubicBezTo>
                  <a:pt x="3014" y="2564"/>
                  <a:pt x="3012" y="2563"/>
                  <a:pt x="3010" y="2563"/>
                </a:cubicBezTo>
                <a:cubicBezTo>
                  <a:pt x="2998" y="2562"/>
                  <a:pt x="2986" y="2559"/>
                  <a:pt x="2976" y="2554"/>
                </a:cubicBezTo>
                <a:cubicBezTo>
                  <a:pt x="2965" y="2548"/>
                  <a:pt x="2955" y="2542"/>
                  <a:pt x="2944" y="2537"/>
                </a:cubicBezTo>
                <a:cubicBezTo>
                  <a:pt x="2927" y="2528"/>
                  <a:pt x="2908" y="2524"/>
                  <a:pt x="2890" y="2517"/>
                </a:cubicBezTo>
                <a:cubicBezTo>
                  <a:pt x="2886" y="2515"/>
                  <a:pt x="2883" y="2521"/>
                  <a:pt x="2886" y="2524"/>
                </a:cubicBezTo>
                <a:cubicBezTo>
                  <a:pt x="2906" y="2539"/>
                  <a:pt x="2927" y="2553"/>
                  <a:pt x="2949" y="2566"/>
                </a:cubicBezTo>
                <a:cubicBezTo>
                  <a:pt x="2958" y="2573"/>
                  <a:pt x="2968" y="2579"/>
                  <a:pt x="2978" y="2585"/>
                </a:cubicBezTo>
                <a:lnTo>
                  <a:pt x="2979" y="2585"/>
                </a:lnTo>
                <a:cubicBezTo>
                  <a:pt x="2985" y="2588"/>
                  <a:pt x="2993" y="2589"/>
                  <a:pt x="3000" y="2589"/>
                </a:cubicBezTo>
                <a:cubicBezTo>
                  <a:pt x="3001" y="2589"/>
                  <a:pt x="3001" y="2589"/>
                  <a:pt x="3002" y="2589"/>
                </a:cubicBezTo>
                <a:cubicBezTo>
                  <a:pt x="3003" y="2590"/>
                  <a:pt x="3003" y="2590"/>
                  <a:pt x="3003" y="2590"/>
                </a:cubicBezTo>
                <a:cubicBezTo>
                  <a:pt x="3005" y="2591"/>
                  <a:pt x="3007" y="2592"/>
                  <a:pt x="3009" y="2592"/>
                </a:cubicBezTo>
                <a:cubicBezTo>
                  <a:pt x="3009" y="2592"/>
                  <a:pt x="3010" y="2591"/>
                  <a:pt x="3011" y="2591"/>
                </a:cubicBezTo>
                <a:cubicBezTo>
                  <a:pt x="3009" y="2598"/>
                  <a:pt x="3007" y="2605"/>
                  <a:pt x="3006" y="2611"/>
                </a:cubicBezTo>
                <a:cubicBezTo>
                  <a:pt x="2983" y="2602"/>
                  <a:pt x="2959" y="2594"/>
                  <a:pt x="2934" y="2589"/>
                </a:cubicBezTo>
                <a:cubicBezTo>
                  <a:pt x="2919" y="2583"/>
                  <a:pt x="2905" y="2577"/>
                  <a:pt x="2891" y="2569"/>
                </a:cubicBezTo>
                <a:cubicBezTo>
                  <a:pt x="2888" y="2568"/>
                  <a:pt x="2886" y="2567"/>
                  <a:pt x="2884" y="2566"/>
                </a:cubicBezTo>
                <a:cubicBezTo>
                  <a:pt x="2868" y="2557"/>
                  <a:pt x="2854" y="2544"/>
                  <a:pt x="2844" y="2530"/>
                </a:cubicBezTo>
                <a:cubicBezTo>
                  <a:pt x="2824" y="2505"/>
                  <a:pt x="2798" y="2492"/>
                  <a:pt x="2791" y="2458"/>
                </a:cubicBezTo>
                <a:cubicBezTo>
                  <a:pt x="2791" y="2457"/>
                  <a:pt x="2791" y="2457"/>
                  <a:pt x="2791" y="2457"/>
                </a:cubicBezTo>
                <a:cubicBezTo>
                  <a:pt x="2790" y="2456"/>
                  <a:pt x="2790" y="2456"/>
                  <a:pt x="2790" y="2456"/>
                </a:cubicBezTo>
                <a:cubicBezTo>
                  <a:pt x="2789" y="2456"/>
                  <a:pt x="2789" y="2455"/>
                  <a:pt x="2789" y="2455"/>
                </a:cubicBezTo>
                <a:cubicBezTo>
                  <a:pt x="2788" y="2455"/>
                  <a:pt x="2788" y="2456"/>
                  <a:pt x="2787" y="2456"/>
                </a:cubicBezTo>
                <a:cubicBezTo>
                  <a:pt x="2787" y="2456"/>
                  <a:pt x="2788" y="2456"/>
                  <a:pt x="2787" y="2457"/>
                </a:cubicBezTo>
                <a:cubicBezTo>
                  <a:pt x="2786" y="2458"/>
                  <a:pt x="2786" y="2457"/>
                  <a:pt x="2786" y="2458"/>
                </a:cubicBezTo>
                <a:cubicBezTo>
                  <a:pt x="2788" y="2502"/>
                  <a:pt x="2824" y="2542"/>
                  <a:pt x="2854" y="2572"/>
                </a:cubicBezTo>
                <a:lnTo>
                  <a:pt x="2860" y="2577"/>
                </a:lnTo>
                <a:lnTo>
                  <a:pt x="2858" y="2577"/>
                </a:lnTo>
                <a:cubicBezTo>
                  <a:pt x="2855" y="2575"/>
                  <a:pt x="2852" y="2573"/>
                  <a:pt x="2849" y="2572"/>
                </a:cubicBezTo>
                <a:cubicBezTo>
                  <a:pt x="2847" y="2571"/>
                  <a:pt x="2845" y="2570"/>
                  <a:pt x="2843" y="2569"/>
                </a:cubicBezTo>
                <a:cubicBezTo>
                  <a:pt x="2832" y="2563"/>
                  <a:pt x="2821" y="2556"/>
                  <a:pt x="2809" y="2550"/>
                </a:cubicBezTo>
                <a:cubicBezTo>
                  <a:pt x="2804" y="2547"/>
                  <a:pt x="2799" y="2543"/>
                  <a:pt x="2794" y="2539"/>
                </a:cubicBezTo>
                <a:cubicBezTo>
                  <a:pt x="2789" y="2535"/>
                  <a:pt x="2776" y="2536"/>
                  <a:pt x="2775" y="2526"/>
                </a:cubicBezTo>
                <a:lnTo>
                  <a:pt x="2774" y="2525"/>
                </a:lnTo>
                <a:cubicBezTo>
                  <a:pt x="2773" y="2524"/>
                  <a:pt x="2773" y="2523"/>
                  <a:pt x="2773" y="2523"/>
                </a:cubicBezTo>
                <a:cubicBezTo>
                  <a:pt x="2772" y="2523"/>
                  <a:pt x="2772" y="2523"/>
                  <a:pt x="2771" y="2523"/>
                </a:cubicBezTo>
                <a:cubicBezTo>
                  <a:pt x="2770" y="2523"/>
                  <a:pt x="2770" y="2523"/>
                  <a:pt x="2769" y="2523"/>
                </a:cubicBezTo>
                <a:cubicBezTo>
                  <a:pt x="2769" y="2523"/>
                  <a:pt x="2769" y="2524"/>
                  <a:pt x="2768" y="2525"/>
                </a:cubicBezTo>
                <a:cubicBezTo>
                  <a:pt x="2767" y="2526"/>
                  <a:pt x="2767" y="2526"/>
                  <a:pt x="2767" y="2526"/>
                </a:cubicBezTo>
                <a:cubicBezTo>
                  <a:pt x="2767" y="2527"/>
                  <a:pt x="2767" y="2528"/>
                  <a:pt x="2767" y="2529"/>
                </a:cubicBezTo>
                <a:cubicBezTo>
                  <a:pt x="2767" y="2538"/>
                  <a:pt x="2769" y="2545"/>
                  <a:pt x="2774" y="2553"/>
                </a:cubicBezTo>
                <a:cubicBezTo>
                  <a:pt x="2777" y="2557"/>
                  <a:pt x="2780" y="2562"/>
                  <a:pt x="2784" y="2566"/>
                </a:cubicBezTo>
                <a:cubicBezTo>
                  <a:pt x="2789" y="2570"/>
                  <a:pt x="2794" y="2575"/>
                  <a:pt x="2799" y="2578"/>
                </a:cubicBezTo>
                <a:cubicBezTo>
                  <a:pt x="2781" y="2579"/>
                  <a:pt x="2763" y="2582"/>
                  <a:pt x="2745" y="2586"/>
                </a:cubicBezTo>
                <a:cubicBezTo>
                  <a:pt x="2738" y="2566"/>
                  <a:pt x="2729" y="2547"/>
                  <a:pt x="2719" y="2529"/>
                </a:cubicBezTo>
                <a:cubicBezTo>
                  <a:pt x="2719" y="2529"/>
                  <a:pt x="2719" y="2528"/>
                  <a:pt x="2718" y="2528"/>
                </a:cubicBezTo>
                <a:cubicBezTo>
                  <a:pt x="2711" y="2515"/>
                  <a:pt x="2707" y="2500"/>
                  <a:pt x="2706" y="2485"/>
                </a:cubicBezTo>
                <a:cubicBezTo>
                  <a:pt x="2707" y="2483"/>
                  <a:pt x="2707" y="2481"/>
                  <a:pt x="2707" y="2479"/>
                </a:cubicBezTo>
                <a:cubicBezTo>
                  <a:pt x="2707" y="2477"/>
                  <a:pt x="2707" y="2475"/>
                  <a:pt x="2706" y="2473"/>
                </a:cubicBezTo>
                <a:cubicBezTo>
                  <a:pt x="2706" y="2464"/>
                  <a:pt x="2707" y="2454"/>
                  <a:pt x="2709" y="2445"/>
                </a:cubicBezTo>
                <a:cubicBezTo>
                  <a:pt x="2710" y="2444"/>
                  <a:pt x="2711" y="2442"/>
                  <a:pt x="2712" y="2441"/>
                </a:cubicBezTo>
                <a:cubicBezTo>
                  <a:pt x="2720" y="2430"/>
                  <a:pt x="2727" y="2418"/>
                  <a:pt x="2734" y="2407"/>
                </a:cubicBezTo>
                <a:cubicBezTo>
                  <a:pt x="2746" y="2385"/>
                  <a:pt x="2757" y="2362"/>
                  <a:pt x="2766" y="2339"/>
                </a:cubicBezTo>
                <a:moveTo>
                  <a:pt x="2800" y="2238"/>
                </a:moveTo>
                <a:cubicBezTo>
                  <a:pt x="2800" y="2242"/>
                  <a:pt x="2800" y="2246"/>
                  <a:pt x="2801" y="2250"/>
                </a:cubicBezTo>
                <a:cubicBezTo>
                  <a:pt x="2801" y="2251"/>
                  <a:pt x="2802" y="2253"/>
                  <a:pt x="2802" y="2254"/>
                </a:cubicBezTo>
                <a:cubicBezTo>
                  <a:pt x="2803" y="2256"/>
                  <a:pt x="2804" y="2257"/>
                  <a:pt x="2806" y="2258"/>
                </a:cubicBezTo>
                <a:cubicBezTo>
                  <a:pt x="2798" y="2267"/>
                  <a:pt x="2791" y="2277"/>
                  <a:pt x="2785" y="2287"/>
                </a:cubicBezTo>
                <a:cubicBezTo>
                  <a:pt x="2790" y="2271"/>
                  <a:pt x="2795" y="2255"/>
                  <a:pt x="2800" y="2238"/>
                </a:cubicBezTo>
                <a:moveTo>
                  <a:pt x="3627" y="2659"/>
                </a:moveTo>
                <a:cubicBezTo>
                  <a:pt x="3655" y="2711"/>
                  <a:pt x="3649" y="2768"/>
                  <a:pt x="3656" y="2824"/>
                </a:cubicBezTo>
                <a:cubicBezTo>
                  <a:pt x="3639" y="2825"/>
                  <a:pt x="3623" y="2827"/>
                  <a:pt x="3607" y="2830"/>
                </a:cubicBezTo>
                <a:cubicBezTo>
                  <a:pt x="3579" y="2836"/>
                  <a:pt x="3552" y="2846"/>
                  <a:pt x="3527" y="2859"/>
                </a:cubicBezTo>
                <a:cubicBezTo>
                  <a:pt x="3527" y="2857"/>
                  <a:pt x="3528" y="2855"/>
                  <a:pt x="3529" y="2854"/>
                </a:cubicBezTo>
                <a:cubicBezTo>
                  <a:pt x="3529" y="2853"/>
                  <a:pt x="3530" y="2852"/>
                  <a:pt x="3530" y="2852"/>
                </a:cubicBezTo>
                <a:cubicBezTo>
                  <a:pt x="3535" y="2847"/>
                  <a:pt x="3527" y="2840"/>
                  <a:pt x="3522" y="2845"/>
                </a:cubicBezTo>
                <a:cubicBezTo>
                  <a:pt x="3518" y="2849"/>
                  <a:pt x="3514" y="2854"/>
                  <a:pt x="3511" y="2859"/>
                </a:cubicBezTo>
                <a:cubicBezTo>
                  <a:pt x="3508" y="2863"/>
                  <a:pt x="3505" y="2865"/>
                  <a:pt x="3502" y="2868"/>
                </a:cubicBezTo>
                <a:cubicBezTo>
                  <a:pt x="3498" y="2872"/>
                  <a:pt x="3494" y="2876"/>
                  <a:pt x="3491" y="2880"/>
                </a:cubicBezTo>
                <a:cubicBezTo>
                  <a:pt x="3491" y="2881"/>
                  <a:pt x="3491" y="2881"/>
                  <a:pt x="3491" y="2881"/>
                </a:cubicBezTo>
                <a:lnTo>
                  <a:pt x="3491" y="2882"/>
                </a:lnTo>
                <a:cubicBezTo>
                  <a:pt x="3466" y="2901"/>
                  <a:pt x="3444" y="2923"/>
                  <a:pt x="3425" y="2948"/>
                </a:cubicBezTo>
                <a:cubicBezTo>
                  <a:pt x="3415" y="2961"/>
                  <a:pt x="3407" y="2974"/>
                  <a:pt x="3399" y="2987"/>
                </a:cubicBezTo>
                <a:cubicBezTo>
                  <a:pt x="3393" y="2998"/>
                  <a:pt x="3387" y="3009"/>
                  <a:pt x="3382" y="3020"/>
                </a:cubicBezTo>
                <a:cubicBezTo>
                  <a:pt x="3381" y="3013"/>
                  <a:pt x="3380" y="3006"/>
                  <a:pt x="3378" y="2999"/>
                </a:cubicBezTo>
                <a:cubicBezTo>
                  <a:pt x="3380" y="2998"/>
                  <a:pt x="3381" y="2998"/>
                  <a:pt x="3382" y="2997"/>
                </a:cubicBezTo>
                <a:cubicBezTo>
                  <a:pt x="3384" y="2996"/>
                  <a:pt x="3385" y="2995"/>
                  <a:pt x="3387" y="2993"/>
                </a:cubicBezTo>
                <a:cubicBezTo>
                  <a:pt x="3401" y="2974"/>
                  <a:pt x="3412" y="2952"/>
                  <a:pt x="3426" y="2932"/>
                </a:cubicBezTo>
                <a:cubicBezTo>
                  <a:pt x="3436" y="2917"/>
                  <a:pt x="3447" y="2904"/>
                  <a:pt x="3459" y="2891"/>
                </a:cubicBezTo>
                <a:cubicBezTo>
                  <a:pt x="3470" y="2879"/>
                  <a:pt x="3477" y="2863"/>
                  <a:pt x="3487" y="2850"/>
                </a:cubicBezTo>
                <a:cubicBezTo>
                  <a:pt x="3490" y="2847"/>
                  <a:pt x="3486" y="2843"/>
                  <a:pt x="3483" y="2846"/>
                </a:cubicBezTo>
                <a:cubicBezTo>
                  <a:pt x="3461" y="2869"/>
                  <a:pt x="3445" y="2895"/>
                  <a:pt x="3422" y="2916"/>
                </a:cubicBezTo>
                <a:cubicBezTo>
                  <a:pt x="3403" y="2931"/>
                  <a:pt x="3386" y="2947"/>
                  <a:pt x="3370" y="2964"/>
                </a:cubicBezTo>
                <a:cubicBezTo>
                  <a:pt x="3370" y="2961"/>
                  <a:pt x="3368" y="2957"/>
                  <a:pt x="3367" y="2953"/>
                </a:cubicBezTo>
                <a:cubicBezTo>
                  <a:pt x="3368" y="2953"/>
                  <a:pt x="3369" y="2953"/>
                  <a:pt x="3369" y="2953"/>
                </a:cubicBezTo>
                <a:cubicBezTo>
                  <a:pt x="3371" y="2951"/>
                  <a:pt x="3372" y="2948"/>
                  <a:pt x="3374" y="2947"/>
                </a:cubicBezTo>
                <a:cubicBezTo>
                  <a:pt x="3374" y="2946"/>
                  <a:pt x="3375" y="2946"/>
                  <a:pt x="3375" y="2946"/>
                </a:cubicBezTo>
                <a:cubicBezTo>
                  <a:pt x="3377" y="2943"/>
                  <a:pt x="3381" y="2941"/>
                  <a:pt x="3384" y="2939"/>
                </a:cubicBezTo>
                <a:cubicBezTo>
                  <a:pt x="3386" y="2936"/>
                  <a:pt x="3388" y="2933"/>
                  <a:pt x="3390" y="2930"/>
                </a:cubicBezTo>
                <a:cubicBezTo>
                  <a:pt x="3399" y="2916"/>
                  <a:pt x="3410" y="2904"/>
                  <a:pt x="3423" y="2893"/>
                </a:cubicBezTo>
                <a:cubicBezTo>
                  <a:pt x="3427" y="2890"/>
                  <a:pt x="3422" y="2882"/>
                  <a:pt x="3417" y="2885"/>
                </a:cubicBezTo>
                <a:cubicBezTo>
                  <a:pt x="3406" y="2893"/>
                  <a:pt x="3397" y="2905"/>
                  <a:pt x="3387" y="2912"/>
                </a:cubicBezTo>
                <a:cubicBezTo>
                  <a:pt x="3381" y="2917"/>
                  <a:pt x="3376" y="2921"/>
                  <a:pt x="3370" y="2924"/>
                </a:cubicBezTo>
                <a:cubicBezTo>
                  <a:pt x="3367" y="2926"/>
                  <a:pt x="3364" y="2927"/>
                  <a:pt x="3361" y="2929"/>
                </a:cubicBezTo>
                <a:lnTo>
                  <a:pt x="3360" y="2930"/>
                </a:lnTo>
                <a:cubicBezTo>
                  <a:pt x="3358" y="2925"/>
                  <a:pt x="3356" y="2920"/>
                  <a:pt x="3354" y="2914"/>
                </a:cubicBezTo>
                <a:lnTo>
                  <a:pt x="3355" y="2914"/>
                </a:lnTo>
                <a:cubicBezTo>
                  <a:pt x="3356" y="2914"/>
                  <a:pt x="3357" y="2914"/>
                  <a:pt x="3357" y="2914"/>
                </a:cubicBezTo>
                <a:cubicBezTo>
                  <a:pt x="3370" y="2910"/>
                  <a:pt x="3376" y="2892"/>
                  <a:pt x="3383" y="2881"/>
                </a:cubicBezTo>
                <a:cubicBezTo>
                  <a:pt x="3389" y="2869"/>
                  <a:pt x="3397" y="2853"/>
                  <a:pt x="3405" y="2839"/>
                </a:cubicBezTo>
                <a:lnTo>
                  <a:pt x="3405" y="2838"/>
                </a:lnTo>
                <a:lnTo>
                  <a:pt x="3405" y="2837"/>
                </a:lnTo>
                <a:cubicBezTo>
                  <a:pt x="3404" y="2836"/>
                  <a:pt x="3403" y="2837"/>
                  <a:pt x="3403" y="2836"/>
                </a:cubicBezTo>
                <a:cubicBezTo>
                  <a:pt x="3402" y="2835"/>
                  <a:pt x="3402" y="2835"/>
                  <a:pt x="3402" y="2835"/>
                </a:cubicBezTo>
                <a:cubicBezTo>
                  <a:pt x="3401" y="2835"/>
                  <a:pt x="3401" y="2835"/>
                  <a:pt x="3400" y="2836"/>
                </a:cubicBezTo>
                <a:cubicBezTo>
                  <a:pt x="3393" y="2847"/>
                  <a:pt x="3386" y="2856"/>
                  <a:pt x="3378" y="2865"/>
                </a:cubicBezTo>
                <a:cubicBezTo>
                  <a:pt x="3366" y="2874"/>
                  <a:pt x="3355" y="2886"/>
                  <a:pt x="3347" y="2898"/>
                </a:cubicBezTo>
                <a:cubicBezTo>
                  <a:pt x="3342" y="2888"/>
                  <a:pt x="3337" y="2878"/>
                  <a:pt x="3332" y="2868"/>
                </a:cubicBezTo>
                <a:cubicBezTo>
                  <a:pt x="3331" y="2868"/>
                  <a:pt x="3331" y="2867"/>
                  <a:pt x="3331" y="2867"/>
                </a:cubicBezTo>
                <a:cubicBezTo>
                  <a:pt x="3339" y="2857"/>
                  <a:pt x="3346" y="2847"/>
                  <a:pt x="3353" y="2838"/>
                </a:cubicBezTo>
                <a:cubicBezTo>
                  <a:pt x="3360" y="2826"/>
                  <a:pt x="3369" y="2814"/>
                  <a:pt x="3378" y="2803"/>
                </a:cubicBezTo>
                <a:cubicBezTo>
                  <a:pt x="3386" y="2795"/>
                  <a:pt x="3388" y="2782"/>
                  <a:pt x="3398" y="2775"/>
                </a:cubicBezTo>
                <a:lnTo>
                  <a:pt x="3399" y="2774"/>
                </a:lnTo>
                <a:cubicBezTo>
                  <a:pt x="3399" y="2773"/>
                  <a:pt x="3400" y="2773"/>
                  <a:pt x="3400" y="2772"/>
                </a:cubicBezTo>
                <a:cubicBezTo>
                  <a:pt x="3400" y="2772"/>
                  <a:pt x="3399" y="2771"/>
                  <a:pt x="3399" y="2770"/>
                </a:cubicBezTo>
                <a:lnTo>
                  <a:pt x="3398" y="2769"/>
                </a:lnTo>
                <a:cubicBezTo>
                  <a:pt x="3397" y="2769"/>
                  <a:pt x="3397" y="2769"/>
                  <a:pt x="3396" y="2769"/>
                </a:cubicBezTo>
                <a:cubicBezTo>
                  <a:pt x="3395" y="2769"/>
                  <a:pt x="3395" y="2769"/>
                  <a:pt x="3394" y="2769"/>
                </a:cubicBezTo>
                <a:cubicBezTo>
                  <a:pt x="3385" y="2774"/>
                  <a:pt x="3383" y="2776"/>
                  <a:pt x="3379" y="2784"/>
                </a:cubicBezTo>
                <a:cubicBezTo>
                  <a:pt x="3373" y="2799"/>
                  <a:pt x="3359" y="2807"/>
                  <a:pt x="3349" y="2818"/>
                </a:cubicBezTo>
                <a:cubicBezTo>
                  <a:pt x="3344" y="2824"/>
                  <a:pt x="3336" y="2831"/>
                  <a:pt x="3332" y="2838"/>
                </a:cubicBezTo>
                <a:cubicBezTo>
                  <a:pt x="3327" y="2845"/>
                  <a:pt x="3325" y="2847"/>
                  <a:pt x="3322" y="2852"/>
                </a:cubicBezTo>
                <a:cubicBezTo>
                  <a:pt x="3318" y="2846"/>
                  <a:pt x="3314" y="2840"/>
                  <a:pt x="3309" y="2834"/>
                </a:cubicBezTo>
                <a:cubicBezTo>
                  <a:pt x="3314" y="2827"/>
                  <a:pt x="3319" y="2819"/>
                  <a:pt x="3323" y="2812"/>
                </a:cubicBezTo>
                <a:cubicBezTo>
                  <a:pt x="3324" y="2810"/>
                  <a:pt x="3325" y="2809"/>
                  <a:pt x="3326" y="2808"/>
                </a:cubicBezTo>
                <a:cubicBezTo>
                  <a:pt x="3330" y="2801"/>
                  <a:pt x="3336" y="2794"/>
                  <a:pt x="3340" y="2787"/>
                </a:cubicBezTo>
                <a:cubicBezTo>
                  <a:pt x="3341" y="2786"/>
                  <a:pt x="3341" y="2785"/>
                  <a:pt x="3341" y="2785"/>
                </a:cubicBezTo>
                <a:cubicBezTo>
                  <a:pt x="3344" y="2780"/>
                  <a:pt x="3348" y="2775"/>
                  <a:pt x="3353" y="2772"/>
                </a:cubicBezTo>
                <a:cubicBezTo>
                  <a:pt x="3357" y="2770"/>
                  <a:pt x="3353" y="2764"/>
                  <a:pt x="3350" y="2765"/>
                </a:cubicBezTo>
                <a:cubicBezTo>
                  <a:pt x="3338" y="2770"/>
                  <a:pt x="3328" y="2785"/>
                  <a:pt x="3319" y="2794"/>
                </a:cubicBezTo>
                <a:cubicBezTo>
                  <a:pt x="3311" y="2802"/>
                  <a:pt x="3303" y="2810"/>
                  <a:pt x="3297" y="2820"/>
                </a:cubicBezTo>
                <a:lnTo>
                  <a:pt x="3290" y="2812"/>
                </a:lnTo>
                <a:cubicBezTo>
                  <a:pt x="3293" y="2808"/>
                  <a:pt x="3295" y="2804"/>
                  <a:pt x="3298" y="2799"/>
                </a:cubicBezTo>
                <a:cubicBezTo>
                  <a:pt x="3302" y="2791"/>
                  <a:pt x="3306" y="2783"/>
                  <a:pt x="3309" y="2774"/>
                </a:cubicBezTo>
                <a:cubicBezTo>
                  <a:pt x="3310" y="2774"/>
                  <a:pt x="3310" y="2774"/>
                  <a:pt x="3310" y="2774"/>
                </a:cubicBezTo>
                <a:cubicBezTo>
                  <a:pt x="3323" y="2751"/>
                  <a:pt x="3339" y="2729"/>
                  <a:pt x="3358" y="2709"/>
                </a:cubicBezTo>
                <a:cubicBezTo>
                  <a:pt x="3361" y="2706"/>
                  <a:pt x="3355" y="2700"/>
                  <a:pt x="3352" y="2703"/>
                </a:cubicBezTo>
                <a:cubicBezTo>
                  <a:pt x="3335" y="2719"/>
                  <a:pt x="3319" y="2736"/>
                  <a:pt x="3304" y="2755"/>
                </a:cubicBezTo>
                <a:cubicBezTo>
                  <a:pt x="3297" y="2763"/>
                  <a:pt x="3291" y="2772"/>
                  <a:pt x="3284" y="2781"/>
                </a:cubicBezTo>
                <a:cubicBezTo>
                  <a:pt x="3282" y="2784"/>
                  <a:pt x="3278" y="2793"/>
                  <a:pt x="3275" y="2796"/>
                </a:cubicBezTo>
                <a:cubicBezTo>
                  <a:pt x="3270" y="2791"/>
                  <a:pt x="3264" y="2785"/>
                  <a:pt x="3259" y="2780"/>
                </a:cubicBezTo>
                <a:cubicBezTo>
                  <a:pt x="3261" y="2779"/>
                  <a:pt x="3262" y="2778"/>
                  <a:pt x="3263" y="2776"/>
                </a:cubicBezTo>
                <a:cubicBezTo>
                  <a:pt x="3267" y="2769"/>
                  <a:pt x="3269" y="2760"/>
                  <a:pt x="3271" y="2752"/>
                </a:cubicBezTo>
                <a:cubicBezTo>
                  <a:pt x="3273" y="2746"/>
                  <a:pt x="3275" y="2741"/>
                  <a:pt x="3278" y="2736"/>
                </a:cubicBezTo>
                <a:cubicBezTo>
                  <a:pt x="3281" y="2730"/>
                  <a:pt x="3286" y="2724"/>
                  <a:pt x="3291" y="2719"/>
                </a:cubicBezTo>
                <a:cubicBezTo>
                  <a:pt x="3294" y="2717"/>
                  <a:pt x="3289" y="2712"/>
                  <a:pt x="3286" y="2714"/>
                </a:cubicBezTo>
                <a:cubicBezTo>
                  <a:pt x="3276" y="2722"/>
                  <a:pt x="3266" y="2730"/>
                  <a:pt x="3257" y="2739"/>
                </a:cubicBezTo>
                <a:cubicBezTo>
                  <a:pt x="3253" y="2743"/>
                  <a:pt x="3250" y="2748"/>
                  <a:pt x="3247" y="2753"/>
                </a:cubicBezTo>
                <a:cubicBezTo>
                  <a:pt x="3245" y="2757"/>
                  <a:pt x="3243" y="2761"/>
                  <a:pt x="3241" y="2765"/>
                </a:cubicBezTo>
                <a:lnTo>
                  <a:pt x="3227" y="2752"/>
                </a:lnTo>
                <a:cubicBezTo>
                  <a:pt x="3229" y="2751"/>
                  <a:pt x="3230" y="2749"/>
                  <a:pt x="3232" y="2747"/>
                </a:cubicBezTo>
                <a:cubicBezTo>
                  <a:pt x="3233" y="2745"/>
                  <a:pt x="3233" y="2743"/>
                  <a:pt x="3233" y="2740"/>
                </a:cubicBezTo>
                <a:cubicBezTo>
                  <a:pt x="3233" y="2739"/>
                  <a:pt x="3233" y="2737"/>
                  <a:pt x="3233" y="2736"/>
                </a:cubicBezTo>
                <a:cubicBezTo>
                  <a:pt x="3227" y="2716"/>
                  <a:pt x="3251" y="2699"/>
                  <a:pt x="3261" y="2686"/>
                </a:cubicBezTo>
                <a:cubicBezTo>
                  <a:pt x="3264" y="2682"/>
                  <a:pt x="3259" y="2674"/>
                  <a:pt x="3254" y="2678"/>
                </a:cubicBezTo>
                <a:cubicBezTo>
                  <a:pt x="3242" y="2687"/>
                  <a:pt x="3229" y="2693"/>
                  <a:pt x="3218" y="2702"/>
                </a:cubicBezTo>
                <a:cubicBezTo>
                  <a:pt x="3215" y="2705"/>
                  <a:pt x="3211" y="2708"/>
                  <a:pt x="3209" y="2712"/>
                </a:cubicBezTo>
                <a:cubicBezTo>
                  <a:pt x="3205" y="2717"/>
                  <a:pt x="3204" y="2725"/>
                  <a:pt x="3204" y="2731"/>
                </a:cubicBezTo>
                <a:cubicBezTo>
                  <a:pt x="3204" y="2732"/>
                  <a:pt x="3204" y="2732"/>
                  <a:pt x="3204" y="2733"/>
                </a:cubicBezTo>
                <a:lnTo>
                  <a:pt x="3191" y="2723"/>
                </a:lnTo>
                <a:cubicBezTo>
                  <a:pt x="3191" y="2721"/>
                  <a:pt x="3191" y="2720"/>
                  <a:pt x="3191" y="2719"/>
                </a:cubicBezTo>
                <a:cubicBezTo>
                  <a:pt x="3191" y="2718"/>
                  <a:pt x="3191" y="2717"/>
                  <a:pt x="3191" y="2716"/>
                </a:cubicBezTo>
                <a:cubicBezTo>
                  <a:pt x="3187" y="2700"/>
                  <a:pt x="3213" y="2670"/>
                  <a:pt x="3224" y="2657"/>
                </a:cubicBezTo>
                <a:cubicBezTo>
                  <a:pt x="3234" y="2645"/>
                  <a:pt x="3245" y="2634"/>
                  <a:pt x="3257" y="2624"/>
                </a:cubicBezTo>
                <a:cubicBezTo>
                  <a:pt x="3261" y="2621"/>
                  <a:pt x="3254" y="2614"/>
                  <a:pt x="3250" y="2618"/>
                </a:cubicBezTo>
                <a:cubicBezTo>
                  <a:pt x="3245" y="2621"/>
                  <a:pt x="3235" y="2626"/>
                  <a:pt x="3228" y="2632"/>
                </a:cubicBezTo>
                <a:cubicBezTo>
                  <a:pt x="3216" y="2641"/>
                  <a:pt x="3205" y="2652"/>
                  <a:pt x="3195" y="2663"/>
                </a:cubicBezTo>
                <a:cubicBezTo>
                  <a:pt x="3186" y="2672"/>
                  <a:pt x="3179" y="2681"/>
                  <a:pt x="3173" y="2691"/>
                </a:cubicBezTo>
                <a:cubicBezTo>
                  <a:pt x="3170" y="2696"/>
                  <a:pt x="3168" y="2700"/>
                  <a:pt x="3166" y="2705"/>
                </a:cubicBezTo>
                <a:lnTo>
                  <a:pt x="3156" y="2698"/>
                </a:lnTo>
                <a:cubicBezTo>
                  <a:pt x="3156" y="2697"/>
                  <a:pt x="3156" y="2696"/>
                  <a:pt x="3156" y="2695"/>
                </a:cubicBezTo>
                <a:cubicBezTo>
                  <a:pt x="3156" y="2694"/>
                  <a:pt x="3156" y="2693"/>
                  <a:pt x="3156" y="2692"/>
                </a:cubicBezTo>
                <a:cubicBezTo>
                  <a:pt x="3156" y="2688"/>
                  <a:pt x="3156" y="2684"/>
                  <a:pt x="3156" y="2680"/>
                </a:cubicBezTo>
                <a:cubicBezTo>
                  <a:pt x="3156" y="2676"/>
                  <a:pt x="3158" y="2673"/>
                  <a:pt x="3159" y="2669"/>
                </a:cubicBezTo>
                <a:cubicBezTo>
                  <a:pt x="3162" y="2662"/>
                  <a:pt x="3164" y="2656"/>
                  <a:pt x="3168" y="2650"/>
                </a:cubicBezTo>
                <a:cubicBezTo>
                  <a:pt x="3170" y="2646"/>
                  <a:pt x="3174" y="2641"/>
                  <a:pt x="3177" y="2637"/>
                </a:cubicBezTo>
                <a:cubicBezTo>
                  <a:pt x="3180" y="2632"/>
                  <a:pt x="3174" y="2627"/>
                  <a:pt x="3170" y="2631"/>
                </a:cubicBezTo>
                <a:cubicBezTo>
                  <a:pt x="3160" y="2639"/>
                  <a:pt x="3150" y="2648"/>
                  <a:pt x="3142" y="2658"/>
                </a:cubicBezTo>
                <a:cubicBezTo>
                  <a:pt x="3140" y="2660"/>
                  <a:pt x="3139" y="2661"/>
                  <a:pt x="3138" y="2663"/>
                </a:cubicBezTo>
                <a:cubicBezTo>
                  <a:pt x="3135" y="2669"/>
                  <a:pt x="3133" y="2674"/>
                  <a:pt x="3131" y="2680"/>
                </a:cubicBezTo>
                <a:lnTo>
                  <a:pt x="3118" y="2671"/>
                </a:lnTo>
                <a:cubicBezTo>
                  <a:pt x="3118" y="2669"/>
                  <a:pt x="3119" y="2667"/>
                  <a:pt x="3119" y="2665"/>
                </a:cubicBezTo>
                <a:cubicBezTo>
                  <a:pt x="3122" y="2656"/>
                  <a:pt x="3126" y="2648"/>
                  <a:pt x="3131" y="2640"/>
                </a:cubicBezTo>
                <a:lnTo>
                  <a:pt x="3131" y="2639"/>
                </a:lnTo>
                <a:cubicBezTo>
                  <a:pt x="3133" y="2633"/>
                  <a:pt x="3135" y="2627"/>
                  <a:pt x="3139" y="2621"/>
                </a:cubicBezTo>
                <a:cubicBezTo>
                  <a:pt x="3146" y="2609"/>
                  <a:pt x="3157" y="2598"/>
                  <a:pt x="3168" y="2590"/>
                </a:cubicBezTo>
                <a:cubicBezTo>
                  <a:pt x="3174" y="2587"/>
                  <a:pt x="3169" y="2579"/>
                  <a:pt x="3164" y="2582"/>
                </a:cubicBezTo>
                <a:cubicBezTo>
                  <a:pt x="3163" y="2582"/>
                  <a:pt x="3161" y="2583"/>
                  <a:pt x="3160" y="2584"/>
                </a:cubicBezTo>
                <a:cubicBezTo>
                  <a:pt x="3154" y="2587"/>
                  <a:pt x="3149" y="2591"/>
                  <a:pt x="3145" y="2595"/>
                </a:cubicBezTo>
                <a:cubicBezTo>
                  <a:pt x="3136" y="2600"/>
                  <a:pt x="3127" y="2607"/>
                  <a:pt x="3120" y="2614"/>
                </a:cubicBezTo>
                <a:cubicBezTo>
                  <a:pt x="3114" y="2621"/>
                  <a:pt x="3109" y="2628"/>
                  <a:pt x="3105" y="2636"/>
                </a:cubicBezTo>
                <a:cubicBezTo>
                  <a:pt x="3101" y="2642"/>
                  <a:pt x="3098" y="2649"/>
                  <a:pt x="3095" y="2656"/>
                </a:cubicBezTo>
                <a:lnTo>
                  <a:pt x="3089" y="2651"/>
                </a:lnTo>
                <a:cubicBezTo>
                  <a:pt x="3089" y="2651"/>
                  <a:pt x="3090" y="2651"/>
                  <a:pt x="3091" y="2650"/>
                </a:cubicBezTo>
                <a:cubicBezTo>
                  <a:pt x="3093" y="2649"/>
                  <a:pt x="3094" y="2648"/>
                  <a:pt x="3095" y="2646"/>
                </a:cubicBezTo>
                <a:cubicBezTo>
                  <a:pt x="3096" y="2644"/>
                  <a:pt x="3097" y="2642"/>
                  <a:pt x="3097" y="2640"/>
                </a:cubicBezTo>
                <a:cubicBezTo>
                  <a:pt x="3097" y="2639"/>
                  <a:pt x="3097" y="2639"/>
                  <a:pt x="3097" y="2638"/>
                </a:cubicBezTo>
                <a:cubicBezTo>
                  <a:pt x="3097" y="2636"/>
                  <a:pt x="3096" y="2633"/>
                  <a:pt x="3096" y="2630"/>
                </a:cubicBezTo>
                <a:cubicBezTo>
                  <a:pt x="3096" y="2621"/>
                  <a:pt x="3098" y="2611"/>
                  <a:pt x="3102" y="2603"/>
                </a:cubicBezTo>
                <a:cubicBezTo>
                  <a:pt x="3104" y="2594"/>
                  <a:pt x="3107" y="2587"/>
                  <a:pt x="3112" y="2579"/>
                </a:cubicBezTo>
                <a:cubicBezTo>
                  <a:pt x="3113" y="2578"/>
                  <a:pt x="3114" y="2576"/>
                  <a:pt x="3115" y="2574"/>
                </a:cubicBezTo>
                <a:cubicBezTo>
                  <a:pt x="3118" y="2571"/>
                  <a:pt x="3112" y="2566"/>
                  <a:pt x="3109" y="2569"/>
                </a:cubicBezTo>
                <a:cubicBezTo>
                  <a:pt x="3105" y="2572"/>
                  <a:pt x="3102" y="2575"/>
                  <a:pt x="3100" y="2579"/>
                </a:cubicBezTo>
                <a:cubicBezTo>
                  <a:pt x="3094" y="2589"/>
                  <a:pt x="3084" y="2594"/>
                  <a:pt x="3079" y="2603"/>
                </a:cubicBezTo>
                <a:cubicBezTo>
                  <a:pt x="3079" y="2604"/>
                  <a:pt x="3078" y="2605"/>
                  <a:pt x="3078" y="2605"/>
                </a:cubicBezTo>
                <a:cubicBezTo>
                  <a:pt x="3073" y="2613"/>
                  <a:pt x="3071" y="2622"/>
                  <a:pt x="3071" y="2631"/>
                </a:cubicBezTo>
                <a:cubicBezTo>
                  <a:pt x="3071" y="2634"/>
                  <a:pt x="3071" y="2638"/>
                  <a:pt x="3072" y="2641"/>
                </a:cubicBezTo>
                <a:cubicBezTo>
                  <a:pt x="3066" y="2637"/>
                  <a:pt x="3060" y="2634"/>
                  <a:pt x="3052" y="2630"/>
                </a:cubicBezTo>
                <a:cubicBezTo>
                  <a:pt x="3053" y="2630"/>
                  <a:pt x="3054" y="2630"/>
                  <a:pt x="3055" y="2629"/>
                </a:cubicBezTo>
                <a:cubicBezTo>
                  <a:pt x="3057" y="2628"/>
                  <a:pt x="3058" y="2627"/>
                  <a:pt x="3059" y="2625"/>
                </a:cubicBezTo>
                <a:cubicBezTo>
                  <a:pt x="3060" y="2623"/>
                  <a:pt x="3061" y="2621"/>
                  <a:pt x="3061" y="2619"/>
                </a:cubicBezTo>
                <a:lnTo>
                  <a:pt x="3061" y="2618"/>
                </a:lnTo>
                <a:cubicBezTo>
                  <a:pt x="3062" y="2610"/>
                  <a:pt x="3063" y="2602"/>
                  <a:pt x="3065" y="2595"/>
                </a:cubicBezTo>
                <a:cubicBezTo>
                  <a:pt x="3065" y="2588"/>
                  <a:pt x="3064" y="2575"/>
                  <a:pt x="3070" y="2571"/>
                </a:cubicBezTo>
                <a:cubicBezTo>
                  <a:pt x="3072" y="2569"/>
                  <a:pt x="3072" y="2566"/>
                  <a:pt x="3069" y="2566"/>
                </a:cubicBezTo>
                <a:cubicBezTo>
                  <a:pt x="3061" y="2567"/>
                  <a:pt x="3058" y="2575"/>
                  <a:pt x="3054" y="2581"/>
                </a:cubicBezTo>
                <a:cubicBezTo>
                  <a:pt x="3049" y="2586"/>
                  <a:pt x="3045" y="2592"/>
                  <a:pt x="3041" y="2598"/>
                </a:cubicBezTo>
                <a:cubicBezTo>
                  <a:pt x="3037" y="2604"/>
                  <a:pt x="3036" y="2611"/>
                  <a:pt x="3036" y="2618"/>
                </a:cubicBezTo>
                <a:cubicBezTo>
                  <a:pt x="3036" y="2619"/>
                  <a:pt x="3036" y="2620"/>
                  <a:pt x="3036" y="2621"/>
                </a:cubicBezTo>
                <a:cubicBezTo>
                  <a:pt x="3036" y="2622"/>
                  <a:pt x="3036" y="2622"/>
                  <a:pt x="3036" y="2622"/>
                </a:cubicBezTo>
                <a:lnTo>
                  <a:pt x="3021" y="2616"/>
                </a:lnTo>
                <a:cubicBezTo>
                  <a:pt x="3063" y="2406"/>
                  <a:pt x="3372" y="2382"/>
                  <a:pt x="3507" y="2511"/>
                </a:cubicBezTo>
                <a:cubicBezTo>
                  <a:pt x="3527" y="2531"/>
                  <a:pt x="3551" y="2540"/>
                  <a:pt x="3570" y="2562"/>
                </a:cubicBezTo>
                <a:cubicBezTo>
                  <a:pt x="3582" y="2578"/>
                  <a:pt x="3594" y="2596"/>
                  <a:pt x="3604" y="2613"/>
                </a:cubicBezTo>
                <a:cubicBezTo>
                  <a:pt x="3612" y="2628"/>
                  <a:pt x="3620" y="2644"/>
                  <a:pt x="3627" y="2659"/>
                </a:cubicBezTo>
                <a:moveTo>
                  <a:pt x="3160" y="3183"/>
                </a:moveTo>
                <a:cubicBezTo>
                  <a:pt x="3139" y="3213"/>
                  <a:pt x="3101" y="3234"/>
                  <a:pt x="3077" y="3263"/>
                </a:cubicBezTo>
                <a:cubicBezTo>
                  <a:pt x="3074" y="3267"/>
                  <a:pt x="3071" y="3272"/>
                  <a:pt x="3067" y="3278"/>
                </a:cubicBezTo>
                <a:cubicBezTo>
                  <a:pt x="3057" y="3295"/>
                  <a:pt x="3051" y="3315"/>
                  <a:pt x="3049" y="3335"/>
                </a:cubicBezTo>
                <a:cubicBezTo>
                  <a:pt x="3048" y="3336"/>
                  <a:pt x="3048" y="3336"/>
                  <a:pt x="3048" y="3337"/>
                </a:cubicBezTo>
                <a:cubicBezTo>
                  <a:pt x="3048" y="3338"/>
                  <a:pt x="3048" y="3339"/>
                  <a:pt x="3049" y="3339"/>
                </a:cubicBezTo>
                <a:cubicBezTo>
                  <a:pt x="3048" y="3334"/>
                  <a:pt x="3047" y="3329"/>
                  <a:pt x="3045" y="3325"/>
                </a:cubicBezTo>
                <a:cubicBezTo>
                  <a:pt x="3043" y="3322"/>
                  <a:pt x="3040" y="3319"/>
                  <a:pt x="3038" y="3316"/>
                </a:cubicBezTo>
                <a:cubicBezTo>
                  <a:pt x="3038" y="3315"/>
                  <a:pt x="3038" y="3314"/>
                  <a:pt x="3038" y="3314"/>
                </a:cubicBezTo>
                <a:cubicBezTo>
                  <a:pt x="3038" y="3313"/>
                  <a:pt x="3038" y="3312"/>
                  <a:pt x="3038" y="3311"/>
                </a:cubicBezTo>
                <a:cubicBezTo>
                  <a:pt x="3038" y="3295"/>
                  <a:pt x="3043" y="3278"/>
                  <a:pt x="3051" y="3264"/>
                </a:cubicBezTo>
                <a:cubicBezTo>
                  <a:pt x="3053" y="3260"/>
                  <a:pt x="3056" y="3256"/>
                  <a:pt x="3059" y="3252"/>
                </a:cubicBezTo>
                <a:cubicBezTo>
                  <a:pt x="3066" y="3240"/>
                  <a:pt x="3075" y="3228"/>
                  <a:pt x="3084" y="3217"/>
                </a:cubicBezTo>
                <a:cubicBezTo>
                  <a:pt x="3097" y="3204"/>
                  <a:pt x="3108" y="3181"/>
                  <a:pt x="3126" y="3175"/>
                </a:cubicBezTo>
                <a:cubicBezTo>
                  <a:pt x="3127" y="3175"/>
                  <a:pt x="3127" y="3175"/>
                  <a:pt x="3127" y="3175"/>
                </a:cubicBezTo>
                <a:cubicBezTo>
                  <a:pt x="3127" y="3174"/>
                  <a:pt x="3128" y="3174"/>
                  <a:pt x="3129" y="3173"/>
                </a:cubicBezTo>
                <a:cubicBezTo>
                  <a:pt x="3129" y="3172"/>
                  <a:pt x="3129" y="3171"/>
                  <a:pt x="3129" y="3170"/>
                </a:cubicBezTo>
                <a:cubicBezTo>
                  <a:pt x="3129" y="3170"/>
                  <a:pt x="3129" y="3169"/>
                  <a:pt x="3129" y="3168"/>
                </a:cubicBezTo>
                <a:cubicBezTo>
                  <a:pt x="3128" y="3167"/>
                  <a:pt x="3127" y="3166"/>
                  <a:pt x="3127" y="3166"/>
                </a:cubicBezTo>
                <a:cubicBezTo>
                  <a:pt x="3126" y="3166"/>
                  <a:pt x="3125" y="3165"/>
                  <a:pt x="3124" y="3165"/>
                </a:cubicBezTo>
                <a:lnTo>
                  <a:pt x="3123" y="3165"/>
                </a:lnTo>
                <a:cubicBezTo>
                  <a:pt x="3120" y="3167"/>
                  <a:pt x="3117" y="3168"/>
                  <a:pt x="3114" y="3170"/>
                </a:cubicBezTo>
                <a:cubicBezTo>
                  <a:pt x="3103" y="3176"/>
                  <a:pt x="3094" y="3185"/>
                  <a:pt x="3086" y="3194"/>
                </a:cubicBezTo>
                <a:cubicBezTo>
                  <a:pt x="3073" y="3207"/>
                  <a:pt x="3057" y="3218"/>
                  <a:pt x="3045" y="3232"/>
                </a:cubicBezTo>
                <a:cubicBezTo>
                  <a:pt x="3039" y="3239"/>
                  <a:pt x="3033" y="3247"/>
                  <a:pt x="3028" y="3255"/>
                </a:cubicBezTo>
                <a:cubicBezTo>
                  <a:pt x="3024" y="3262"/>
                  <a:pt x="3021" y="3269"/>
                  <a:pt x="3018" y="3276"/>
                </a:cubicBezTo>
                <a:cubicBezTo>
                  <a:pt x="3022" y="3254"/>
                  <a:pt x="3028" y="3231"/>
                  <a:pt x="3037" y="3209"/>
                </a:cubicBezTo>
                <a:cubicBezTo>
                  <a:pt x="3039" y="3204"/>
                  <a:pt x="3042" y="3198"/>
                  <a:pt x="3045" y="3193"/>
                </a:cubicBezTo>
                <a:cubicBezTo>
                  <a:pt x="3049" y="3186"/>
                  <a:pt x="3054" y="3179"/>
                  <a:pt x="3059" y="3172"/>
                </a:cubicBezTo>
                <a:cubicBezTo>
                  <a:pt x="3066" y="3162"/>
                  <a:pt x="3073" y="3153"/>
                  <a:pt x="3082" y="3146"/>
                </a:cubicBezTo>
                <a:cubicBezTo>
                  <a:pt x="3085" y="3144"/>
                  <a:pt x="3083" y="3138"/>
                  <a:pt x="3079" y="3140"/>
                </a:cubicBezTo>
                <a:cubicBezTo>
                  <a:pt x="3062" y="3147"/>
                  <a:pt x="3045" y="3170"/>
                  <a:pt x="3032" y="3183"/>
                </a:cubicBezTo>
                <a:cubicBezTo>
                  <a:pt x="3024" y="3192"/>
                  <a:pt x="3016" y="3203"/>
                  <a:pt x="3009" y="3214"/>
                </a:cubicBezTo>
                <a:cubicBezTo>
                  <a:pt x="3001" y="3228"/>
                  <a:pt x="2995" y="3244"/>
                  <a:pt x="2992" y="3261"/>
                </a:cubicBezTo>
                <a:cubicBezTo>
                  <a:pt x="2985" y="3253"/>
                  <a:pt x="2977" y="3246"/>
                  <a:pt x="2970" y="3240"/>
                </a:cubicBezTo>
                <a:cubicBezTo>
                  <a:pt x="2970" y="3239"/>
                  <a:pt x="2970" y="3239"/>
                  <a:pt x="2970" y="3239"/>
                </a:cubicBezTo>
                <a:lnTo>
                  <a:pt x="2970" y="3238"/>
                </a:lnTo>
                <a:cubicBezTo>
                  <a:pt x="2970" y="3222"/>
                  <a:pt x="2989" y="3197"/>
                  <a:pt x="2998" y="3185"/>
                </a:cubicBezTo>
                <a:cubicBezTo>
                  <a:pt x="3017" y="3159"/>
                  <a:pt x="3041" y="3119"/>
                  <a:pt x="3071" y="3105"/>
                </a:cubicBezTo>
                <a:cubicBezTo>
                  <a:pt x="3072" y="3104"/>
                  <a:pt x="3072" y="3104"/>
                  <a:pt x="3073" y="3103"/>
                </a:cubicBezTo>
                <a:cubicBezTo>
                  <a:pt x="3073" y="3103"/>
                  <a:pt x="3073" y="3102"/>
                  <a:pt x="3073" y="3101"/>
                </a:cubicBezTo>
                <a:cubicBezTo>
                  <a:pt x="3073" y="3101"/>
                  <a:pt x="3074" y="3100"/>
                  <a:pt x="3073" y="3099"/>
                </a:cubicBezTo>
                <a:cubicBezTo>
                  <a:pt x="3072" y="3098"/>
                  <a:pt x="3072" y="3098"/>
                  <a:pt x="3071" y="3098"/>
                </a:cubicBezTo>
                <a:lnTo>
                  <a:pt x="3070" y="3098"/>
                </a:lnTo>
                <a:cubicBezTo>
                  <a:pt x="3069" y="3098"/>
                  <a:pt x="3069" y="3098"/>
                  <a:pt x="3068" y="3098"/>
                </a:cubicBezTo>
                <a:cubicBezTo>
                  <a:pt x="3035" y="3109"/>
                  <a:pt x="3012" y="3139"/>
                  <a:pt x="2987" y="3161"/>
                </a:cubicBezTo>
                <a:cubicBezTo>
                  <a:pt x="2974" y="3173"/>
                  <a:pt x="2963" y="3187"/>
                  <a:pt x="2954" y="3202"/>
                </a:cubicBezTo>
                <a:cubicBezTo>
                  <a:pt x="2951" y="3208"/>
                  <a:pt x="2947" y="3214"/>
                  <a:pt x="2945" y="3220"/>
                </a:cubicBezTo>
                <a:cubicBezTo>
                  <a:pt x="2939" y="3217"/>
                  <a:pt x="2933" y="3213"/>
                  <a:pt x="2928" y="3210"/>
                </a:cubicBezTo>
                <a:cubicBezTo>
                  <a:pt x="2928" y="3209"/>
                  <a:pt x="2928" y="3208"/>
                  <a:pt x="2928" y="3207"/>
                </a:cubicBezTo>
                <a:cubicBezTo>
                  <a:pt x="2928" y="3206"/>
                  <a:pt x="2928" y="3205"/>
                  <a:pt x="2928" y="3204"/>
                </a:cubicBezTo>
                <a:cubicBezTo>
                  <a:pt x="2928" y="3201"/>
                  <a:pt x="2931" y="3194"/>
                  <a:pt x="2932" y="3190"/>
                </a:cubicBezTo>
                <a:cubicBezTo>
                  <a:pt x="2934" y="3186"/>
                  <a:pt x="2936" y="3181"/>
                  <a:pt x="2938" y="3177"/>
                </a:cubicBezTo>
                <a:cubicBezTo>
                  <a:pt x="2940" y="3173"/>
                  <a:pt x="2943" y="3170"/>
                  <a:pt x="2946" y="3166"/>
                </a:cubicBezTo>
                <a:cubicBezTo>
                  <a:pt x="2957" y="3150"/>
                  <a:pt x="2970" y="3135"/>
                  <a:pt x="2983" y="3120"/>
                </a:cubicBezTo>
                <a:cubicBezTo>
                  <a:pt x="2985" y="3117"/>
                  <a:pt x="2981" y="3113"/>
                  <a:pt x="2978" y="3115"/>
                </a:cubicBezTo>
                <a:cubicBezTo>
                  <a:pt x="2960" y="3126"/>
                  <a:pt x="2944" y="3138"/>
                  <a:pt x="2928" y="3152"/>
                </a:cubicBezTo>
                <a:cubicBezTo>
                  <a:pt x="2922" y="3157"/>
                  <a:pt x="2917" y="3163"/>
                  <a:pt x="2913" y="3170"/>
                </a:cubicBezTo>
                <a:cubicBezTo>
                  <a:pt x="2911" y="3174"/>
                  <a:pt x="2909" y="3178"/>
                  <a:pt x="2907" y="3182"/>
                </a:cubicBezTo>
                <a:cubicBezTo>
                  <a:pt x="2906" y="3188"/>
                  <a:pt x="2904" y="3193"/>
                  <a:pt x="2902" y="3198"/>
                </a:cubicBezTo>
                <a:cubicBezTo>
                  <a:pt x="2897" y="3196"/>
                  <a:pt x="2892" y="3193"/>
                  <a:pt x="2887" y="3192"/>
                </a:cubicBezTo>
                <a:cubicBezTo>
                  <a:pt x="2888" y="3191"/>
                  <a:pt x="2889" y="3190"/>
                  <a:pt x="2890" y="3189"/>
                </a:cubicBezTo>
                <a:cubicBezTo>
                  <a:pt x="2891" y="3187"/>
                  <a:pt x="2891" y="3185"/>
                  <a:pt x="2891" y="3183"/>
                </a:cubicBezTo>
                <a:cubicBezTo>
                  <a:pt x="2891" y="3182"/>
                  <a:pt x="2891" y="3182"/>
                  <a:pt x="2891" y="3181"/>
                </a:cubicBezTo>
                <a:cubicBezTo>
                  <a:pt x="2891" y="3179"/>
                  <a:pt x="2897" y="3164"/>
                  <a:pt x="2898" y="3164"/>
                </a:cubicBezTo>
                <a:cubicBezTo>
                  <a:pt x="2900" y="3155"/>
                  <a:pt x="2903" y="3146"/>
                  <a:pt x="2907" y="3138"/>
                </a:cubicBezTo>
                <a:cubicBezTo>
                  <a:pt x="2921" y="3114"/>
                  <a:pt x="2939" y="3091"/>
                  <a:pt x="2958" y="3071"/>
                </a:cubicBezTo>
                <a:cubicBezTo>
                  <a:pt x="2960" y="3069"/>
                  <a:pt x="2956" y="3066"/>
                  <a:pt x="2954" y="3067"/>
                </a:cubicBezTo>
                <a:cubicBezTo>
                  <a:pt x="2934" y="3087"/>
                  <a:pt x="2913" y="3107"/>
                  <a:pt x="2892" y="3126"/>
                </a:cubicBezTo>
                <a:cubicBezTo>
                  <a:pt x="2887" y="3131"/>
                  <a:pt x="2883" y="3137"/>
                  <a:pt x="2880" y="3143"/>
                </a:cubicBezTo>
                <a:cubicBezTo>
                  <a:pt x="2877" y="3148"/>
                  <a:pt x="2874" y="3154"/>
                  <a:pt x="2873" y="3159"/>
                </a:cubicBezTo>
                <a:cubicBezTo>
                  <a:pt x="2869" y="3168"/>
                  <a:pt x="2863" y="3172"/>
                  <a:pt x="2863" y="3181"/>
                </a:cubicBezTo>
                <a:cubicBezTo>
                  <a:pt x="2863" y="3182"/>
                  <a:pt x="2863" y="3182"/>
                  <a:pt x="2863" y="3183"/>
                </a:cubicBezTo>
                <a:lnTo>
                  <a:pt x="2863" y="3184"/>
                </a:lnTo>
                <a:cubicBezTo>
                  <a:pt x="2851" y="3181"/>
                  <a:pt x="2840" y="3178"/>
                  <a:pt x="2829" y="3176"/>
                </a:cubicBezTo>
                <a:cubicBezTo>
                  <a:pt x="2835" y="3137"/>
                  <a:pt x="2870" y="3100"/>
                  <a:pt x="2897" y="3074"/>
                </a:cubicBezTo>
                <a:cubicBezTo>
                  <a:pt x="2919" y="3054"/>
                  <a:pt x="2944" y="3034"/>
                  <a:pt x="2965" y="3015"/>
                </a:cubicBezTo>
                <a:cubicBezTo>
                  <a:pt x="2968" y="3012"/>
                  <a:pt x="2963" y="3007"/>
                  <a:pt x="2960" y="3009"/>
                </a:cubicBezTo>
                <a:cubicBezTo>
                  <a:pt x="2929" y="3035"/>
                  <a:pt x="2892" y="3056"/>
                  <a:pt x="2861" y="3082"/>
                </a:cubicBezTo>
                <a:cubicBezTo>
                  <a:pt x="2834" y="3103"/>
                  <a:pt x="2802" y="3137"/>
                  <a:pt x="2793" y="3172"/>
                </a:cubicBezTo>
                <a:lnTo>
                  <a:pt x="2776" y="3171"/>
                </a:lnTo>
                <a:cubicBezTo>
                  <a:pt x="2776" y="3170"/>
                  <a:pt x="2776" y="3170"/>
                  <a:pt x="2776" y="3169"/>
                </a:cubicBezTo>
                <a:cubicBezTo>
                  <a:pt x="2776" y="3167"/>
                  <a:pt x="2776" y="3165"/>
                  <a:pt x="2775" y="3163"/>
                </a:cubicBezTo>
                <a:cubicBezTo>
                  <a:pt x="2774" y="3161"/>
                  <a:pt x="2772" y="3160"/>
                  <a:pt x="2770" y="3159"/>
                </a:cubicBezTo>
                <a:cubicBezTo>
                  <a:pt x="2769" y="3158"/>
                  <a:pt x="2768" y="3157"/>
                  <a:pt x="2766" y="3157"/>
                </a:cubicBezTo>
                <a:cubicBezTo>
                  <a:pt x="2767" y="3157"/>
                  <a:pt x="2767" y="3157"/>
                  <a:pt x="2767" y="3157"/>
                </a:cubicBezTo>
                <a:cubicBezTo>
                  <a:pt x="2768" y="3157"/>
                  <a:pt x="2768" y="3158"/>
                  <a:pt x="2769" y="3157"/>
                </a:cubicBezTo>
                <a:cubicBezTo>
                  <a:pt x="2770" y="3156"/>
                  <a:pt x="2769" y="3156"/>
                  <a:pt x="2770" y="3156"/>
                </a:cubicBezTo>
                <a:cubicBezTo>
                  <a:pt x="2770" y="3156"/>
                  <a:pt x="2771" y="3156"/>
                  <a:pt x="2772" y="3155"/>
                </a:cubicBezTo>
                <a:cubicBezTo>
                  <a:pt x="2774" y="3154"/>
                  <a:pt x="2775" y="3153"/>
                  <a:pt x="2776" y="3151"/>
                </a:cubicBezTo>
                <a:cubicBezTo>
                  <a:pt x="2777" y="3149"/>
                  <a:pt x="2778" y="3147"/>
                  <a:pt x="2779" y="3146"/>
                </a:cubicBezTo>
                <a:cubicBezTo>
                  <a:pt x="2787" y="3133"/>
                  <a:pt x="2793" y="3120"/>
                  <a:pt x="2797" y="3106"/>
                </a:cubicBezTo>
                <a:cubicBezTo>
                  <a:pt x="2809" y="3086"/>
                  <a:pt x="2824" y="3068"/>
                  <a:pt x="2840" y="3051"/>
                </a:cubicBezTo>
                <a:cubicBezTo>
                  <a:pt x="2853" y="3036"/>
                  <a:pt x="2871" y="3009"/>
                  <a:pt x="2890" y="3002"/>
                </a:cubicBezTo>
                <a:cubicBezTo>
                  <a:pt x="2891" y="3002"/>
                  <a:pt x="2891" y="3001"/>
                  <a:pt x="2891" y="3001"/>
                </a:cubicBezTo>
                <a:cubicBezTo>
                  <a:pt x="2892" y="3000"/>
                  <a:pt x="2892" y="2999"/>
                  <a:pt x="2892" y="2999"/>
                </a:cubicBezTo>
                <a:cubicBezTo>
                  <a:pt x="2892" y="2998"/>
                  <a:pt x="2892" y="2998"/>
                  <a:pt x="2891" y="2997"/>
                </a:cubicBezTo>
                <a:lnTo>
                  <a:pt x="2890" y="2996"/>
                </a:lnTo>
                <a:cubicBezTo>
                  <a:pt x="2889" y="2995"/>
                  <a:pt x="2889" y="2995"/>
                  <a:pt x="2888" y="2995"/>
                </a:cubicBezTo>
                <a:lnTo>
                  <a:pt x="2887" y="2996"/>
                </a:lnTo>
                <a:cubicBezTo>
                  <a:pt x="2883" y="2997"/>
                  <a:pt x="2879" y="2998"/>
                  <a:pt x="2875" y="3001"/>
                </a:cubicBezTo>
                <a:cubicBezTo>
                  <a:pt x="2871" y="3003"/>
                  <a:pt x="2867" y="3006"/>
                  <a:pt x="2864" y="3009"/>
                </a:cubicBezTo>
                <a:cubicBezTo>
                  <a:pt x="2844" y="3025"/>
                  <a:pt x="2825" y="3042"/>
                  <a:pt x="2805" y="3057"/>
                </a:cubicBezTo>
                <a:cubicBezTo>
                  <a:pt x="2792" y="3066"/>
                  <a:pt x="2781" y="3078"/>
                  <a:pt x="2772" y="3091"/>
                </a:cubicBezTo>
                <a:cubicBezTo>
                  <a:pt x="2772" y="3088"/>
                  <a:pt x="2772" y="3084"/>
                  <a:pt x="2771" y="3080"/>
                </a:cubicBezTo>
                <a:cubicBezTo>
                  <a:pt x="2773" y="3079"/>
                  <a:pt x="2774" y="3077"/>
                  <a:pt x="2776" y="3075"/>
                </a:cubicBezTo>
                <a:cubicBezTo>
                  <a:pt x="2777" y="3073"/>
                  <a:pt x="2778" y="3070"/>
                  <a:pt x="2778" y="3068"/>
                </a:cubicBezTo>
                <a:lnTo>
                  <a:pt x="2778" y="3067"/>
                </a:lnTo>
                <a:cubicBezTo>
                  <a:pt x="2778" y="3042"/>
                  <a:pt x="2818" y="3002"/>
                  <a:pt x="2832" y="2989"/>
                </a:cubicBezTo>
                <a:cubicBezTo>
                  <a:pt x="2855" y="2965"/>
                  <a:pt x="2879" y="2943"/>
                  <a:pt x="2904" y="2923"/>
                </a:cubicBezTo>
                <a:cubicBezTo>
                  <a:pt x="2909" y="2919"/>
                  <a:pt x="2904" y="2912"/>
                  <a:pt x="2899" y="2915"/>
                </a:cubicBezTo>
                <a:cubicBezTo>
                  <a:pt x="2868" y="2934"/>
                  <a:pt x="2840" y="2955"/>
                  <a:pt x="2811" y="2976"/>
                </a:cubicBezTo>
                <a:cubicBezTo>
                  <a:pt x="2792" y="2990"/>
                  <a:pt x="2776" y="3007"/>
                  <a:pt x="2763" y="3026"/>
                </a:cubicBezTo>
                <a:cubicBezTo>
                  <a:pt x="2761" y="3017"/>
                  <a:pt x="2760" y="3009"/>
                  <a:pt x="2758" y="3002"/>
                </a:cubicBezTo>
                <a:cubicBezTo>
                  <a:pt x="2759" y="3002"/>
                  <a:pt x="2759" y="3002"/>
                  <a:pt x="2759" y="3002"/>
                </a:cubicBezTo>
                <a:cubicBezTo>
                  <a:pt x="2761" y="3001"/>
                  <a:pt x="2763" y="2999"/>
                  <a:pt x="2764" y="2997"/>
                </a:cubicBezTo>
                <a:lnTo>
                  <a:pt x="2765" y="2996"/>
                </a:lnTo>
                <a:cubicBezTo>
                  <a:pt x="2767" y="2990"/>
                  <a:pt x="2769" y="2984"/>
                  <a:pt x="2773" y="2978"/>
                </a:cubicBezTo>
                <a:cubicBezTo>
                  <a:pt x="2778" y="2970"/>
                  <a:pt x="2783" y="2963"/>
                  <a:pt x="2788" y="2957"/>
                </a:cubicBezTo>
                <a:cubicBezTo>
                  <a:pt x="2795" y="2949"/>
                  <a:pt x="2801" y="2940"/>
                  <a:pt x="2807" y="2933"/>
                </a:cubicBezTo>
                <a:cubicBezTo>
                  <a:pt x="2812" y="2925"/>
                  <a:pt x="2815" y="2915"/>
                  <a:pt x="2824" y="2911"/>
                </a:cubicBezTo>
                <a:cubicBezTo>
                  <a:pt x="2827" y="2909"/>
                  <a:pt x="2824" y="2904"/>
                  <a:pt x="2821" y="2904"/>
                </a:cubicBezTo>
                <a:cubicBezTo>
                  <a:pt x="2819" y="2905"/>
                  <a:pt x="2817" y="2906"/>
                  <a:pt x="2815" y="2907"/>
                </a:cubicBezTo>
                <a:cubicBezTo>
                  <a:pt x="2811" y="2909"/>
                  <a:pt x="2808" y="2912"/>
                  <a:pt x="2805" y="2916"/>
                </a:cubicBezTo>
                <a:cubicBezTo>
                  <a:pt x="2799" y="2921"/>
                  <a:pt x="2792" y="2926"/>
                  <a:pt x="2785" y="2930"/>
                </a:cubicBezTo>
                <a:cubicBezTo>
                  <a:pt x="2781" y="2932"/>
                  <a:pt x="2778" y="2934"/>
                  <a:pt x="2774" y="2936"/>
                </a:cubicBezTo>
                <a:cubicBezTo>
                  <a:pt x="2763" y="2944"/>
                  <a:pt x="2754" y="2953"/>
                  <a:pt x="2747" y="2965"/>
                </a:cubicBezTo>
                <a:lnTo>
                  <a:pt x="2747" y="2966"/>
                </a:lnTo>
                <a:cubicBezTo>
                  <a:pt x="2744" y="2960"/>
                  <a:pt x="2741" y="2955"/>
                  <a:pt x="2738" y="2949"/>
                </a:cubicBezTo>
                <a:cubicBezTo>
                  <a:pt x="2742" y="2927"/>
                  <a:pt x="2766" y="2910"/>
                  <a:pt x="2780" y="2894"/>
                </a:cubicBezTo>
                <a:cubicBezTo>
                  <a:pt x="2796" y="2878"/>
                  <a:pt x="2813" y="2863"/>
                  <a:pt x="2831" y="2848"/>
                </a:cubicBezTo>
                <a:cubicBezTo>
                  <a:pt x="2834" y="2845"/>
                  <a:pt x="2831" y="2840"/>
                  <a:pt x="2827" y="2842"/>
                </a:cubicBezTo>
                <a:cubicBezTo>
                  <a:pt x="2802" y="2859"/>
                  <a:pt x="2778" y="2878"/>
                  <a:pt x="2754" y="2896"/>
                </a:cubicBezTo>
                <a:cubicBezTo>
                  <a:pt x="2743" y="2903"/>
                  <a:pt x="2732" y="2912"/>
                  <a:pt x="2723" y="2923"/>
                </a:cubicBezTo>
                <a:lnTo>
                  <a:pt x="2719" y="2917"/>
                </a:lnTo>
                <a:cubicBezTo>
                  <a:pt x="2721" y="2917"/>
                  <a:pt x="2722" y="2916"/>
                  <a:pt x="2723" y="2916"/>
                </a:cubicBezTo>
                <a:cubicBezTo>
                  <a:pt x="2724" y="2915"/>
                  <a:pt x="2725" y="2914"/>
                  <a:pt x="2726" y="2912"/>
                </a:cubicBezTo>
                <a:cubicBezTo>
                  <a:pt x="2726" y="2910"/>
                  <a:pt x="2727" y="2910"/>
                  <a:pt x="2727" y="2909"/>
                </a:cubicBezTo>
                <a:cubicBezTo>
                  <a:pt x="2730" y="2895"/>
                  <a:pt x="2735" y="2881"/>
                  <a:pt x="2743" y="2869"/>
                </a:cubicBezTo>
                <a:cubicBezTo>
                  <a:pt x="2749" y="2858"/>
                  <a:pt x="2757" y="2847"/>
                  <a:pt x="2767" y="2838"/>
                </a:cubicBezTo>
                <a:lnTo>
                  <a:pt x="2768" y="2837"/>
                </a:lnTo>
                <a:cubicBezTo>
                  <a:pt x="2768" y="2837"/>
                  <a:pt x="2768" y="2836"/>
                  <a:pt x="2768" y="2835"/>
                </a:cubicBezTo>
                <a:cubicBezTo>
                  <a:pt x="2768" y="2834"/>
                  <a:pt x="2768" y="2833"/>
                  <a:pt x="2768" y="2833"/>
                </a:cubicBezTo>
                <a:cubicBezTo>
                  <a:pt x="2767" y="2832"/>
                  <a:pt x="2767" y="2831"/>
                  <a:pt x="2766" y="2831"/>
                </a:cubicBezTo>
                <a:cubicBezTo>
                  <a:pt x="2765" y="2830"/>
                  <a:pt x="2764" y="2830"/>
                  <a:pt x="2764" y="2830"/>
                </a:cubicBezTo>
                <a:cubicBezTo>
                  <a:pt x="2763" y="2830"/>
                  <a:pt x="2762" y="2830"/>
                  <a:pt x="2761" y="2831"/>
                </a:cubicBezTo>
                <a:lnTo>
                  <a:pt x="2760" y="2832"/>
                </a:lnTo>
                <a:cubicBezTo>
                  <a:pt x="2744" y="2843"/>
                  <a:pt x="2729" y="2858"/>
                  <a:pt x="2720" y="2875"/>
                </a:cubicBezTo>
                <a:cubicBezTo>
                  <a:pt x="2715" y="2883"/>
                  <a:pt x="2712" y="2892"/>
                  <a:pt x="2709" y="2901"/>
                </a:cubicBezTo>
                <a:cubicBezTo>
                  <a:pt x="2705" y="2896"/>
                  <a:pt x="2702" y="2892"/>
                  <a:pt x="2698" y="2888"/>
                </a:cubicBezTo>
                <a:cubicBezTo>
                  <a:pt x="2699" y="2888"/>
                  <a:pt x="2700" y="2886"/>
                  <a:pt x="2701" y="2885"/>
                </a:cubicBezTo>
                <a:cubicBezTo>
                  <a:pt x="2702" y="2884"/>
                  <a:pt x="2703" y="2882"/>
                  <a:pt x="2703" y="2880"/>
                </a:cubicBezTo>
                <a:cubicBezTo>
                  <a:pt x="2704" y="2869"/>
                  <a:pt x="2708" y="2858"/>
                  <a:pt x="2714" y="2848"/>
                </a:cubicBezTo>
                <a:cubicBezTo>
                  <a:pt x="2718" y="2841"/>
                  <a:pt x="2723" y="2835"/>
                  <a:pt x="2729" y="2829"/>
                </a:cubicBezTo>
                <a:cubicBezTo>
                  <a:pt x="2738" y="2814"/>
                  <a:pt x="2751" y="2800"/>
                  <a:pt x="2766" y="2790"/>
                </a:cubicBezTo>
                <a:cubicBezTo>
                  <a:pt x="2770" y="2788"/>
                  <a:pt x="2766" y="2782"/>
                  <a:pt x="2763" y="2783"/>
                </a:cubicBezTo>
                <a:cubicBezTo>
                  <a:pt x="2762" y="2784"/>
                  <a:pt x="2761" y="2784"/>
                  <a:pt x="2760" y="2784"/>
                </a:cubicBezTo>
                <a:cubicBezTo>
                  <a:pt x="2752" y="2790"/>
                  <a:pt x="2744" y="2796"/>
                  <a:pt x="2736" y="2803"/>
                </a:cubicBezTo>
                <a:cubicBezTo>
                  <a:pt x="2727" y="2810"/>
                  <a:pt x="2718" y="2817"/>
                  <a:pt x="2709" y="2825"/>
                </a:cubicBezTo>
                <a:cubicBezTo>
                  <a:pt x="2702" y="2831"/>
                  <a:pt x="2696" y="2839"/>
                  <a:pt x="2691" y="2847"/>
                </a:cubicBezTo>
                <a:cubicBezTo>
                  <a:pt x="2686" y="2855"/>
                  <a:pt x="2683" y="2863"/>
                  <a:pt x="2681" y="2872"/>
                </a:cubicBezTo>
                <a:cubicBezTo>
                  <a:pt x="2677" y="2868"/>
                  <a:pt x="2672" y="2863"/>
                  <a:pt x="2667" y="2859"/>
                </a:cubicBezTo>
                <a:cubicBezTo>
                  <a:pt x="2668" y="2850"/>
                  <a:pt x="2670" y="2841"/>
                  <a:pt x="2674" y="2832"/>
                </a:cubicBezTo>
                <a:cubicBezTo>
                  <a:pt x="2675" y="2831"/>
                  <a:pt x="2675" y="2829"/>
                  <a:pt x="2676" y="2828"/>
                </a:cubicBezTo>
                <a:cubicBezTo>
                  <a:pt x="2677" y="2827"/>
                  <a:pt x="2677" y="2827"/>
                  <a:pt x="2678" y="2826"/>
                </a:cubicBezTo>
                <a:cubicBezTo>
                  <a:pt x="2682" y="2820"/>
                  <a:pt x="2683" y="2810"/>
                  <a:pt x="2688" y="2805"/>
                </a:cubicBezTo>
                <a:cubicBezTo>
                  <a:pt x="2693" y="2799"/>
                  <a:pt x="2686" y="2793"/>
                  <a:pt x="2681" y="2797"/>
                </a:cubicBezTo>
                <a:cubicBezTo>
                  <a:pt x="2678" y="2800"/>
                  <a:pt x="2675" y="2803"/>
                  <a:pt x="2672" y="2807"/>
                </a:cubicBezTo>
                <a:cubicBezTo>
                  <a:pt x="2670" y="2810"/>
                  <a:pt x="2667" y="2812"/>
                  <a:pt x="2664" y="2814"/>
                </a:cubicBezTo>
                <a:cubicBezTo>
                  <a:pt x="2662" y="2815"/>
                  <a:pt x="2661" y="2815"/>
                  <a:pt x="2660" y="2816"/>
                </a:cubicBezTo>
                <a:cubicBezTo>
                  <a:pt x="2655" y="2819"/>
                  <a:pt x="2651" y="2824"/>
                  <a:pt x="2648" y="2829"/>
                </a:cubicBezTo>
                <a:cubicBezTo>
                  <a:pt x="2646" y="2833"/>
                  <a:pt x="2645" y="2836"/>
                  <a:pt x="2644" y="2840"/>
                </a:cubicBezTo>
                <a:lnTo>
                  <a:pt x="2637" y="2834"/>
                </a:lnTo>
                <a:cubicBezTo>
                  <a:pt x="2639" y="2820"/>
                  <a:pt x="2644" y="2806"/>
                  <a:pt x="2652" y="2794"/>
                </a:cubicBezTo>
                <a:cubicBezTo>
                  <a:pt x="2654" y="2790"/>
                  <a:pt x="2657" y="2785"/>
                  <a:pt x="2660" y="2782"/>
                </a:cubicBezTo>
                <a:cubicBezTo>
                  <a:pt x="2670" y="2768"/>
                  <a:pt x="2681" y="2756"/>
                  <a:pt x="2693" y="2745"/>
                </a:cubicBezTo>
                <a:cubicBezTo>
                  <a:pt x="2699" y="2737"/>
                  <a:pt x="2705" y="2730"/>
                  <a:pt x="2713" y="2724"/>
                </a:cubicBezTo>
                <a:cubicBezTo>
                  <a:pt x="2715" y="2722"/>
                  <a:pt x="2714" y="2718"/>
                  <a:pt x="2710" y="2718"/>
                </a:cubicBezTo>
                <a:cubicBezTo>
                  <a:pt x="2688" y="2726"/>
                  <a:pt x="2671" y="2750"/>
                  <a:pt x="2651" y="2764"/>
                </a:cubicBezTo>
                <a:cubicBezTo>
                  <a:pt x="2638" y="2773"/>
                  <a:pt x="2626" y="2786"/>
                  <a:pt x="2618" y="2801"/>
                </a:cubicBezTo>
                <a:cubicBezTo>
                  <a:pt x="2615" y="2806"/>
                  <a:pt x="2612" y="2811"/>
                  <a:pt x="2610" y="2816"/>
                </a:cubicBezTo>
                <a:lnTo>
                  <a:pt x="2598" y="2809"/>
                </a:lnTo>
                <a:cubicBezTo>
                  <a:pt x="2599" y="2808"/>
                  <a:pt x="2600" y="2807"/>
                  <a:pt x="2601" y="2806"/>
                </a:cubicBezTo>
                <a:cubicBezTo>
                  <a:pt x="2601" y="2805"/>
                  <a:pt x="2601" y="2805"/>
                  <a:pt x="2601" y="2805"/>
                </a:cubicBezTo>
                <a:cubicBezTo>
                  <a:pt x="2603" y="2799"/>
                  <a:pt x="2604" y="2793"/>
                  <a:pt x="2606" y="2787"/>
                </a:cubicBezTo>
                <a:cubicBezTo>
                  <a:pt x="2608" y="2781"/>
                  <a:pt x="2611" y="2777"/>
                  <a:pt x="2612" y="2772"/>
                </a:cubicBezTo>
                <a:cubicBezTo>
                  <a:pt x="2614" y="2764"/>
                  <a:pt x="2617" y="2756"/>
                  <a:pt x="2621" y="2749"/>
                </a:cubicBezTo>
                <a:cubicBezTo>
                  <a:pt x="2622" y="2748"/>
                  <a:pt x="2622" y="2746"/>
                  <a:pt x="2623" y="2745"/>
                </a:cubicBezTo>
                <a:cubicBezTo>
                  <a:pt x="2625" y="2742"/>
                  <a:pt x="2626" y="2739"/>
                  <a:pt x="2627" y="2735"/>
                </a:cubicBezTo>
                <a:cubicBezTo>
                  <a:pt x="2627" y="2733"/>
                  <a:pt x="2623" y="2732"/>
                  <a:pt x="2622" y="2734"/>
                </a:cubicBezTo>
                <a:cubicBezTo>
                  <a:pt x="2617" y="2741"/>
                  <a:pt x="2611" y="2747"/>
                  <a:pt x="2604" y="2752"/>
                </a:cubicBezTo>
                <a:cubicBezTo>
                  <a:pt x="2596" y="2758"/>
                  <a:pt x="2589" y="2764"/>
                  <a:pt x="2584" y="2772"/>
                </a:cubicBezTo>
                <a:cubicBezTo>
                  <a:pt x="2583" y="2773"/>
                  <a:pt x="2582" y="2775"/>
                  <a:pt x="2581" y="2776"/>
                </a:cubicBezTo>
                <a:cubicBezTo>
                  <a:pt x="2577" y="2782"/>
                  <a:pt x="2576" y="2789"/>
                  <a:pt x="2575" y="2796"/>
                </a:cubicBezTo>
                <a:lnTo>
                  <a:pt x="2565" y="2791"/>
                </a:lnTo>
                <a:cubicBezTo>
                  <a:pt x="2609" y="2617"/>
                  <a:pt x="2781" y="2583"/>
                  <a:pt x="2934" y="2623"/>
                </a:cubicBezTo>
                <a:lnTo>
                  <a:pt x="2936" y="2623"/>
                </a:lnTo>
                <a:cubicBezTo>
                  <a:pt x="2977" y="2634"/>
                  <a:pt x="3017" y="2650"/>
                  <a:pt x="3054" y="2671"/>
                </a:cubicBezTo>
                <a:cubicBezTo>
                  <a:pt x="3062" y="2676"/>
                  <a:pt x="3069" y="2680"/>
                  <a:pt x="3077" y="2685"/>
                </a:cubicBezTo>
                <a:cubicBezTo>
                  <a:pt x="3135" y="2722"/>
                  <a:pt x="3190" y="2763"/>
                  <a:pt x="3240" y="2809"/>
                </a:cubicBezTo>
                <a:cubicBezTo>
                  <a:pt x="3315" y="2881"/>
                  <a:pt x="3333" y="2980"/>
                  <a:pt x="3347" y="3078"/>
                </a:cubicBezTo>
                <a:cubicBezTo>
                  <a:pt x="3348" y="3081"/>
                  <a:pt x="3349" y="3083"/>
                  <a:pt x="3350" y="3085"/>
                </a:cubicBezTo>
                <a:lnTo>
                  <a:pt x="3342" y="3088"/>
                </a:lnTo>
                <a:cubicBezTo>
                  <a:pt x="3283" y="3116"/>
                  <a:pt x="3218" y="3147"/>
                  <a:pt x="3174" y="3198"/>
                </a:cubicBezTo>
                <a:cubicBezTo>
                  <a:pt x="3153" y="3221"/>
                  <a:pt x="3133" y="3245"/>
                  <a:pt x="3115" y="3271"/>
                </a:cubicBezTo>
                <a:lnTo>
                  <a:pt x="3106" y="3285"/>
                </a:lnTo>
                <a:cubicBezTo>
                  <a:pt x="3107" y="3280"/>
                  <a:pt x="3109" y="3275"/>
                  <a:pt x="3111" y="3270"/>
                </a:cubicBezTo>
                <a:cubicBezTo>
                  <a:pt x="3117" y="3257"/>
                  <a:pt x="3123" y="3245"/>
                  <a:pt x="3130" y="3233"/>
                </a:cubicBezTo>
                <a:cubicBezTo>
                  <a:pt x="3134" y="3226"/>
                  <a:pt x="3139" y="3218"/>
                  <a:pt x="3143" y="3211"/>
                </a:cubicBezTo>
                <a:cubicBezTo>
                  <a:pt x="3150" y="3202"/>
                  <a:pt x="3158" y="3196"/>
                  <a:pt x="3163" y="3186"/>
                </a:cubicBezTo>
                <a:lnTo>
                  <a:pt x="3163" y="3185"/>
                </a:lnTo>
                <a:cubicBezTo>
                  <a:pt x="3162" y="3184"/>
                  <a:pt x="3162" y="3184"/>
                  <a:pt x="3162" y="3184"/>
                </a:cubicBezTo>
                <a:cubicBezTo>
                  <a:pt x="3161" y="3184"/>
                  <a:pt x="3161" y="3184"/>
                  <a:pt x="3160" y="3183"/>
                </a:cubicBezTo>
                <a:moveTo>
                  <a:pt x="3014" y="3288"/>
                </a:moveTo>
                <a:lnTo>
                  <a:pt x="3014" y="3287"/>
                </a:lnTo>
                <a:lnTo>
                  <a:pt x="3016" y="3286"/>
                </a:lnTo>
                <a:lnTo>
                  <a:pt x="3014" y="3288"/>
                </a:lnTo>
                <a:moveTo>
                  <a:pt x="2663" y="2533"/>
                </a:moveTo>
                <a:cubicBezTo>
                  <a:pt x="2664" y="2535"/>
                  <a:pt x="2664" y="2537"/>
                  <a:pt x="2665" y="2539"/>
                </a:cubicBezTo>
                <a:lnTo>
                  <a:pt x="2660" y="2537"/>
                </a:lnTo>
                <a:cubicBezTo>
                  <a:pt x="2661" y="2536"/>
                  <a:pt x="2662" y="2534"/>
                  <a:pt x="2663" y="2533"/>
                </a:cubicBezTo>
                <a:moveTo>
                  <a:pt x="1960" y="2990"/>
                </a:moveTo>
                <a:cubicBezTo>
                  <a:pt x="1960" y="2988"/>
                  <a:pt x="1960" y="2985"/>
                  <a:pt x="1960" y="2984"/>
                </a:cubicBezTo>
                <a:cubicBezTo>
                  <a:pt x="1960" y="2982"/>
                  <a:pt x="1960" y="2978"/>
                  <a:pt x="1960" y="2975"/>
                </a:cubicBezTo>
                <a:cubicBezTo>
                  <a:pt x="1961" y="2975"/>
                  <a:pt x="1962" y="2975"/>
                  <a:pt x="1963" y="2975"/>
                </a:cubicBezTo>
                <a:cubicBezTo>
                  <a:pt x="1965" y="2975"/>
                  <a:pt x="1968" y="2975"/>
                  <a:pt x="1970" y="2974"/>
                </a:cubicBezTo>
                <a:lnTo>
                  <a:pt x="1960" y="2990"/>
                </a:lnTo>
                <a:moveTo>
                  <a:pt x="1827" y="2681"/>
                </a:moveTo>
                <a:lnTo>
                  <a:pt x="1823" y="2677"/>
                </a:lnTo>
                <a:cubicBezTo>
                  <a:pt x="1824" y="2677"/>
                  <a:pt x="1824" y="2677"/>
                  <a:pt x="1825" y="2676"/>
                </a:cubicBezTo>
                <a:cubicBezTo>
                  <a:pt x="1826" y="2675"/>
                  <a:pt x="1826" y="2673"/>
                  <a:pt x="1826" y="2672"/>
                </a:cubicBezTo>
                <a:cubicBezTo>
                  <a:pt x="1826" y="2675"/>
                  <a:pt x="1826" y="2679"/>
                  <a:pt x="1827" y="2681"/>
                </a:cubicBezTo>
                <a:moveTo>
                  <a:pt x="1518" y="2590"/>
                </a:moveTo>
                <a:cubicBezTo>
                  <a:pt x="1494" y="2571"/>
                  <a:pt x="1498" y="2513"/>
                  <a:pt x="1503" y="2489"/>
                </a:cubicBezTo>
                <a:cubicBezTo>
                  <a:pt x="1507" y="2465"/>
                  <a:pt x="1515" y="2442"/>
                  <a:pt x="1528" y="2420"/>
                </a:cubicBezTo>
                <a:cubicBezTo>
                  <a:pt x="1538" y="2403"/>
                  <a:pt x="1550" y="2387"/>
                  <a:pt x="1565" y="2373"/>
                </a:cubicBezTo>
                <a:cubicBezTo>
                  <a:pt x="1580" y="2357"/>
                  <a:pt x="1597" y="2342"/>
                  <a:pt x="1617" y="2331"/>
                </a:cubicBezTo>
                <a:cubicBezTo>
                  <a:pt x="1635" y="2320"/>
                  <a:pt x="1656" y="2312"/>
                  <a:pt x="1678" y="2307"/>
                </a:cubicBezTo>
                <a:cubicBezTo>
                  <a:pt x="1667" y="2318"/>
                  <a:pt x="1658" y="2331"/>
                  <a:pt x="1650" y="2344"/>
                </a:cubicBezTo>
                <a:cubicBezTo>
                  <a:pt x="1641" y="2360"/>
                  <a:pt x="1634" y="2376"/>
                  <a:pt x="1630" y="2393"/>
                </a:cubicBezTo>
                <a:cubicBezTo>
                  <a:pt x="1625" y="2416"/>
                  <a:pt x="1615" y="2562"/>
                  <a:pt x="1629" y="2589"/>
                </a:cubicBezTo>
                <a:cubicBezTo>
                  <a:pt x="1615" y="2587"/>
                  <a:pt x="1601" y="2587"/>
                  <a:pt x="1587" y="2587"/>
                </a:cubicBezTo>
                <a:cubicBezTo>
                  <a:pt x="1585" y="2587"/>
                  <a:pt x="1584" y="2587"/>
                  <a:pt x="1582" y="2587"/>
                </a:cubicBezTo>
                <a:cubicBezTo>
                  <a:pt x="1560" y="2587"/>
                  <a:pt x="1539" y="2588"/>
                  <a:pt x="1518" y="2590"/>
                </a:cubicBezTo>
                <a:moveTo>
                  <a:pt x="1122" y="2877"/>
                </a:moveTo>
                <a:lnTo>
                  <a:pt x="1117" y="2881"/>
                </a:lnTo>
                <a:cubicBezTo>
                  <a:pt x="1119" y="2879"/>
                  <a:pt x="1121" y="2876"/>
                  <a:pt x="1123" y="2874"/>
                </a:cubicBezTo>
                <a:cubicBezTo>
                  <a:pt x="1123" y="2876"/>
                  <a:pt x="1122" y="2876"/>
                  <a:pt x="1122" y="2877"/>
                </a:cubicBezTo>
                <a:moveTo>
                  <a:pt x="943" y="3017"/>
                </a:moveTo>
                <a:lnTo>
                  <a:pt x="945" y="3019"/>
                </a:lnTo>
                <a:lnTo>
                  <a:pt x="940" y="3018"/>
                </a:lnTo>
                <a:lnTo>
                  <a:pt x="943" y="3017"/>
                </a:lnTo>
                <a:moveTo>
                  <a:pt x="1182" y="3141"/>
                </a:moveTo>
                <a:cubicBezTo>
                  <a:pt x="1184" y="3146"/>
                  <a:pt x="1186" y="3151"/>
                  <a:pt x="1188" y="3157"/>
                </a:cubicBezTo>
                <a:lnTo>
                  <a:pt x="1180" y="3146"/>
                </a:lnTo>
                <a:cubicBezTo>
                  <a:pt x="1180" y="3145"/>
                  <a:pt x="1180" y="3145"/>
                  <a:pt x="1181" y="3144"/>
                </a:cubicBezTo>
                <a:cubicBezTo>
                  <a:pt x="1182" y="3143"/>
                  <a:pt x="1182" y="3142"/>
                  <a:pt x="1182" y="3141"/>
                </a:cubicBezTo>
                <a:moveTo>
                  <a:pt x="1155" y="2866"/>
                </a:moveTo>
                <a:lnTo>
                  <a:pt x="1154" y="2866"/>
                </a:lnTo>
                <a:cubicBezTo>
                  <a:pt x="1154" y="2864"/>
                  <a:pt x="1154" y="2861"/>
                  <a:pt x="1154" y="2859"/>
                </a:cubicBezTo>
                <a:cubicBezTo>
                  <a:pt x="1154" y="2857"/>
                  <a:pt x="1154" y="2854"/>
                  <a:pt x="1154" y="2852"/>
                </a:cubicBezTo>
                <a:lnTo>
                  <a:pt x="1154" y="2851"/>
                </a:lnTo>
                <a:cubicBezTo>
                  <a:pt x="1154" y="2840"/>
                  <a:pt x="1153" y="2829"/>
                  <a:pt x="1150" y="2819"/>
                </a:cubicBezTo>
                <a:cubicBezTo>
                  <a:pt x="1160" y="2796"/>
                  <a:pt x="1164" y="2772"/>
                  <a:pt x="1164" y="2748"/>
                </a:cubicBezTo>
                <a:cubicBezTo>
                  <a:pt x="1164" y="2734"/>
                  <a:pt x="1164" y="2721"/>
                  <a:pt x="1164" y="2708"/>
                </a:cubicBezTo>
                <a:cubicBezTo>
                  <a:pt x="1180" y="2696"/>
                  <a:pt x="1175" y="2675"/>
                  <a:pt x="1181" y="2658"/>
                </a:cubicBezTo>
                <a:cubicBezTo>
                  <a:pt x="1184" y="2644"/>
                  <a:pt x="1193" y="2630"/>
                  <a:pt x="1185" y="2616"/>
                </a:cubicBezTo>
                <a:cubicBezTo>
                  <a:pt x="1184" y="2616"/>
                  <a:pt x="1184" y="2615"/>
                  <a:pt x="1183" y="2615"/>
                </a:cubicBezTo>
                <a:cubicBezTo>
                  <a:pt x="1182" y="2615"/>
                  <a:pt x="1181" y="2614"/>
                  <a:pt x="1181" y="2614"/>
                </a:cubicBezTo>
                <a:cubicBezTo>
                  <a:pt x="1180" y="2614"/>
                  <a:pt x="1179" y="2615"/>
                  <a:pt x="1178" y="2615"/>
                </a:cubicBezTo>
                <a:cubicBezTo>
                  <a:pt x="1177" y="2615"/>
                  <a:pt x="1177" y="2616"/>
                  <a:pt x="1176" y="2616"/>
                </a:cubicBezTo>
                <a:cubicBezTo>
                  <a:pt x="1172" y="2622"/>
                  <a:pt x="1168" y="2628"/>
                  <a:pt x="1165" y="2634"/>
                </a:cubicBezTo>
                <a:cubicBezTo>
                  <a:pt x="1163" y="2637"/>
                  <a:pt x="1161" y="2640"/>
                  <a:pt x="1160" y="2643"/>
                </a:cubicBezTo>
                <a:cubicBezTo>
                  <a:pt x="1160" y="2638"/>
                  <a:pt x="1158" y="2634"/>
                  <a:pt x="1158" y="2629"/>
                </a:cubicBezTo>
                <a:cubicBezTo>
                  <a:pt x="1158" y="2628"/>
                  <a:pt x="1158" y="2627"/>
                  <a:pt x="1159" y="2626"/>
                </a:cubicBezTo>
                <a:cubicBezTo>
                  <a:pt x="1164" y="2618"/>
                  <a:pt x="1166" y="2609"/>
                  <a:pt x="1167" y="2600"/>
                </a:cubicBezTo>
                <a:cubicBezTo>
                  <a:pt x="1169" y="2592"/>
                  <a:pt x="1181" y="2554"/>
                  <a:pt x="1193" y="2557"/>
                </a:cubicBezTo>
                <a:cubicBezTo>
                  <a:pt x="1194" y="2557"/>
                  <a:pt x="1194" y="2557"/>
                  <a:pt x="1194" y="2557"/>
                </a:cubicBezTo>
                <a:cubicBezTo>
                  <a:pt x="1195" y="2557"/>
                  <a:pt x="1195" y="2558"/>
                  <a:pt x="1196" y="2557"/>
                </a:cubicBezTo>
                <a:cubicBezTo>
                  <a:pt x="1197" y="2556"/>
                  <a:pt x="1196" y="2557"/>
                  <a:pt x="1197" y="2556"/>
                </a:cubicBezTo>
                <a:cubicBezTo>
                  <a:pt x="1198" y="2555"/>
                  <a:pt x="1197" y="2555"/>
                  <a:pt x="1197" y="2554"/>
                </a:cubicBezTo>
                <a:lnTo>
                  <a:pt x="1197" y="2553"/>
                </a:lnTo>
                <a:cubicBezTo>
                  <a:pt x="1196" y="2553"/>
                  <a:pt x="1196" y="2552"/>
                  <a:pt x="1196" y="2552"/>
                </a:cubicBezTo>
                <a:cubicBezTo>
                  <a:pt x="1189" y="2547"/>
                  <a:pt x="1185" y="2543"/>
                  <a:pt x="1176" y="2546"/>
                </a:cubicBezTo>
                <a:cubicBezTo>
                  <a:pt x="1175" y="2547"/>
                  <a:pt x="1174" y="2547"/>
                  <a:pt x="1173" y="2548"/>
                </a:cubicBezTo>
                <a:cubicBezTo>
                  <a:pt x="1165" y="2553"/>
                  <a:pt x="1158" y="2559"/>
                  <a:pt x="1154" y="2567"/>
                </a:cubicBezTo>
                <a:cubicBezTo>
                  <a:pt x="1154" y="2568"/>
                  <a:pt x="1154" y="2568"/>
                  <a:pt x="1153" y="2568"/>
                </a:cubicBezTo>
                <a:cubicBezTo>
                  <a:pt x="1152" y="2570"/>
                  <a:pt x="1150" y="2573"/>
                  <a:pt x="1149" y="2575"/>
                </a:cubicBezTo>
                <a:cubicBezTo>
                  <a:pt x="1148" y="2577"/>
                  <a:pt x="1147" y="2579"/>
                  <a:pt x="1146" y="2581"/>
                </a:cubicBezTo>
                <a:cubicBezTo>
                  <a:pt x="1144" y="2576"/>
                  <a:pt x="1142" y="2571"/>
                  <a:pt x="1140" y="2566"/>
                </a:cubicBezTo>
                <a:cubicBezTo>
                  <a:pt x="1144" y="2561"/>
                  <a:pt x="1148" y="2556"/>
                  <a:pt x="1150" y="2551"/>
                </a:cubicBezTo>
                <a:cubicBezTo>
                  <a:pt x="1152" y="2549"/>
                  <a:pt x="1153" y="2546"/>
                  <a:pt x="1154" y="2544"/>
                </a:cubicBezTo>
                <a:cubicBezTo>
                  <a:pt x="1161" y="2532"/>
                  <a:pt x="1168" y="2516"/>
                  <a:pt x="1156" y="2504"/>
                </a:cubicBezTo>
                <a:cubicBezTo>
                  <a:pt x="1155" y="2503"/>
                  <a:pt x="1154" y="2503"/>
                  <a:pt x="1153" y="2503"/>
                </a:cubicBezTo>
                <a:cubicBezTo>
                  <a:pt x="1152" y="2503"/>
                  <a:pt x="1151" y="2503"/>
                  <a:pt x="1150" y="2504"/>
                </a:cubicBezTo>
                <a:cubicBezTo>
                  <a:pt x="1143" y="2511"/>
                  <a:pt x="1136" y="2519"/>
                  <a:pt x="1132" y="2527"/>
                </a:cubicBezTo>
                <a:cubicBezTo>
                  <a:pt x="1130" y="2530"/>
                  <a:pt x="1129" y="2533"/>
                  <a:pt x="1127" y="2537"/>
                </a:cubicBezTo>
                <a:cubicBezTo>
                  <a:pt x="1125" y="2533"/>
                  <a:pt x="1123" y="2530"/>
                  <a:pt x="1121" y="2526"/>
                </a:cubicBezTo>
                <a:cubicBezTo>
                  <a:pt x="1122" y="2526"/>
                  <a:pt x="1123" y="2526"/>
                  <a:pt x="1123" y="2525"/>
                </a:cubicBezTo>
                <a:cubicBezTo>
                  <a:pt x="1134" y="2518"/>
                  <a:pt x="1129" y="2506"/>
                  <a:pt x="1131" y="2494"/>
                </a:cubicBezTo>
                <a:cubicBezTo>
                  <a:pt x="1132" y="2486"/>
                  <a:pt x="1133" y="2478"/>
                  <a:pt x="1133" y="2469"/>
                </a:cubicBezTo>
                <a:cubicBezTo>
                  <a:pt x="1133" y="2467"/>
                  <a:pt x="1133" y="2465"/>
                  <a:pt x="1133" y="2462"/>
                </a:cubicBezTo>
                <a:cubicBezTo>
                  <a:pt x="1133" y="2457"/>
                  <a:pt x="1125" y="2458"/>
                  <a:pt x="1125" y="2462"/>
                </a:cubicBezTo>
                <a:cubicBezTo>
                  <a:pt x="1125" y="2467"/>
                  <a:pt x="1123" y="2471"/>
                  <a:pt x="1121" y="2475"/>
                </a:cubicBezTo>
                <a:cubicBezTo>
                  <a:pt x="1120" y="2476"/>
                  <a:pt x="1120" y="2477"/>
                  <a:pt x="1119" y="2478"/>
                </a:cubicBezTo>
                <a:cubicBezTo>
                  <a:pt x="1117" y="2481"/>
                  <a:pt x="1115" y="2483"/>
                  <a:pt x="1113" y="2486"/>
                </a:cubicBezTo>
                <a:cubicBezTo>
                  <a:pt x="1112" y="2488"/>
                  <a:pt x="1111" y="2491"/>
                  <a:pt x="1110" y="2493"/>
                </a:cubicBezTo>
                <a:cubicBezTo>
                  <a:pt x="1109" y="2498"/>
                  <a:pt x="1108" y="2502"/>
                  <a:pt x="1108" y="2507"/>
                </a:cubicBezTo>
                <a:cubicBezTo>
                  <a:pt x="1103" y="2501"/>
                  <a:pt x="1099" y="2495"/>
                  <a:pt x="1094" y="2490"/>
                </a:cubicBezTo>
                <a:cubicBezTo>
                  <a:pt x="1089" y="2484"/>
                  <a:pt x="1088" y="2484"/>
                  <a:pt x="1084" y="2481"/>
                </a:cubicBezTo>
                <a:cubicBezTo>
                  <a:pt x="1084" y="2477"/>
                  <a:pt x="1084" y="2473"/>
                  <a:pt x="1085" y="2469"/>
                </a:cubicBezTo>
                <a:cubicBezTo>
                  <a:pt x="1086" y="2461"/>
                  <a:pt x="1088" y="2452"/>
                  <a:pt x="1091" y="2444"/>
                </a:cubicBezTo>
                <a:cubicBezTo>
                  <a:pt x="1092" y="2442"/>
                  <a:pt x="1092" y="2439"/>
                  <a:pt x="1092" y="2437"/>
                </a:cubicBezTo>
                <a:cubicBezTo>
                  <a:pt x="1092" y="2434"/>
                  <a:pt x="1092" y="2433"/>
                  <a:pt x="1091" y="2431"/>
                </a:cubicBezTo>
                <a:cubicBezTo>
                  <a:pt x="1091" y="2430"/>
                  <a:pt x="1091" y="2430"/>
                  <a:pt x="1090" y="2429"/>
                </a:cubicBezTo>
                <a:cubicBezTo>
                  <a:pt x="1089" y="2428"/>
                  <a:pt x="1090" y="2427"/>
                  <a:pt x="1089" y="2427"/>
                </a:cubicBezTo>
                <a:cubicBezTo>
                  <a:pt x="1088" y="2427"/>
                  <a:pt x="1087" y="2427"/>
                  <a:pt x="1087" y="2427"/>
                </a:cubicBezTo>
                <a:cubicBezTo>
                  <a:pt x="1086" y="2427"/>
                  <a:pt x="1085" y="2427"/>
                  <a:pt x="1085" y="2427"/>
                </a:cubicBezTo>
                <a:cubicBezTo>
                  <a:pt x="1084" y="2427"/>
                  <a:pt x="1083" y="2428"/>
                  <a:pt x="1083" y="2429"/>
                </a:cubicBezTo>
                <a:cubicBezTo>
                  <a:pt x="1083" y="2429"/>
                  <a:pt x="1082" y="2430"/>
                  <a:pt x="1082" y="2431"/>
                </a:cubicBezTo>
                <a:cubicBezTo>
                  <a:pt x="1082" y="2437"/>
                  <a:pt x="1075" y="2441"/>
                  <a:pt x="1071" y="2445"/>
                </a:cubicBezTo>
                <a:cubicBezTo>
                  <a:pt x="1070" y="2446"/>
                  <a:pt x="1069" y="2447"/>
                  <a:pt x="1069" y="2448"/>
                </a:cubicBezTo>
                <a:cubicBezTo>
                  <a:pt x="1067" y="2451"/>
                  <a:pt x="1066" y="2455"/>
                  <a:pt x="1065" y="2458"/>
                </a:cubicBezTo>
                <a:cubicBezTo>
                  <a:pt x="1065" y="2460"/>
                  <a:pt x="1065" y="2462"/>
                  <a:pt x="1064" y="2464"/>
                </a:cubicBezTo>
                <a:cubicBezTo>
                  <a:pt x="1057" y="2459"/>
                  <a:pt x="1051" y="2455"/>
                  <a:pt x="1044" y="2450"/>
                </a:cubicBezTo>
                <a:cubicBezTo>
                  <a:pt x="1044" y="2443"/>
                  <a:pt x="1046" y="2436"/>
                  <a:pt x="1047" y="2428"/>
                </a:cubicBezTo>
                <a:cubicBezTo>
                  <a:pt x="1050" y="2412"/>
                  <a:pt x="1061" y="2400"/>
                  <a:pt x="1063" y="2384"/>
                </a:cubicBezTo>
                <a:cubicBezTo>
                  <a:pt x="1064" y="2378"/>
                  <a:pt x="1056" y="2375"/>
                  <a:pt x="1054" y="2381"/>
                </a:cubicBezTo>
                <a:cubicBezTo>
                  <a:pt x="1050" y="2402"/>
                  <a:pt x="1035" y="2421"/>
                  <a:pt x="1029" y="2440"/>
                </a:cubicBezTo>
                <a:cubicBezTo>
                  <a:pt x="1023" y="2438"/>
                  <a:pt x="1018" y="2435"/>
                  <a:pt x="1012" y="2432"/>
                </a:cubicBezTo>
                <a:cubicBezTo>
                  <a:pt x="1012" y="2429"/>
                  <a:pt x="1012" y="2426"/>
                  <a:pt x="1012" y="2423"/>
                </a:cubicBezTo>
                <a:cubicBezTo>
                  <a:pt x="1012" y="2419"/>
                  <a:pt x="1012" y="2416"/>
                  <a:pt x="1012" y="2413"/>
                </a:cubicBezTo>
                <a:cubicBezTo>
                  <a:pt x="1015" y="2405"/>
                  <a:pt x="1017" y="2396"/>
                  <a:pt x="1018" y="2387"/>
                </a:cubicBezTo>
                <a:lnTo>
                  <a:pt x="1017" y="2386"/>
                </a:lnTo>
                <a:cubicBezTo>
                  <a:pt x="1017" y="2385"/>
                  <a:pt x="1017" y="2385"/>
                  <a:pt x="1016" y="2384"/>
                </a:cubicBezTo>
                <a:cubicBezTo>
                  <a:pt x="1015" y="2383"/>
                  <a:pt x="1014" y="2384"/>
                  <a:pt x="1013" y="2384"/>
                </a:cubicBezTo>
                <a:cubicBezTo>
                  <a:pt x="1013" y="2384"/>
                  <a:pt x="1012" y="2383"/>
                  <a:pt x="1011" y="2384"/>
                </a:cubicBezTo>
                <a:cubicBezTo>
                  <a:pt x="1010" y="2385"/>
                  <a:pt x="1010" y="2385"/>
                  <a:pt x="1010" y="2385"/>
                </a:cubicBezTo>
                <a:cubicBezTo>
                  <a:pt x="1006" y="2391"/>
                  <a:pt x="1002" y="2395"/>
                  <a:pt x="996" y="2399"/>
                </a:cubicBezTo>
                <a:cubicBezTo>
                  <a:pt x="995" y="2401"/>
                  <a:pt x="993" y="2403"/>
                  <a:pt x="992" y="2405"/>
                </a:cubicBezTo>
                <a:cubicBezTo>
                  <a:pt x="991" y="2407"/>
                  <a:pt x="990" y="2409"/>
                  <a:pt x="989" y="2412"/>
                </a:cubicBezTo>
                <a:cubicBezTo>
                  <a:pt x="988" y="2415"/>
                  <a:pt x="988" y="2419"/>
                  <a:pt x="987" y="2422"/>
                </a:cubicBezTo>
                <a:cubicBezTo>
                  <a:pt x="984" y="2421"/>
                  <a:pt x="981" y="2420"/>
                  <a:pt x="978" y="2418"/>
                </a:cubicBezTo>
                <a:cubicBezTo>
                  <a:pt x="979" y="2407"/>
                  <a:pt x="982" y="2395"/>
                  <a:pt x="985" y="2384"/>
                </a:cubicBezTo>
                <a:cubicBezTo>
                  <a:pt x="988" y="2378"/>
                  <a:pt x="991" y="2371"/>
                  <a:pt x="995" y="2365"/>
                </a:cubicBezTo>
                <a:cubicBezTo>
                  <a:pt x="999" y="2357"/>
                  <a:pt x="1004" y="2349"/>
                  <a:pt x="1010" y="2342"/>
                </a:cubicBezTo>
                <a:cubicBezTo>
                  <a:pt x="1013" y="2338"/>
                  <a:pt x="1007" y="2334"/>
                  <a:pt x="1004" y="2336"/>
                </a:cubicBezTo>
                <a:cubicBezTo>
                  <a:pt x="990" y="2346"/>
                  <a:pt x="978" y="2359"/>
                  <a:pt x="970" y="2373"/>
                </a:cubicBezTo>
                <a:cubicBezTo>
                  <a:pt x="968" y="2376"/>
                  <a:pt x="967" y="2379"/>
                  <a:pt x="965" y="2381"/>
                </a:cubicBezTo>
                <a:cubicBezTo>
                  <a:pt x="961" y="2389"/>
                  <a:pt x="958" y="2397"/>
                  <a:pt x="955" y="2405"/>
                </a:cubicBezTo>
                <a:cubicBezTo>
                  <a:pt x="948" y="2400"/>
                  <a:pt x="941" y="2395"/>
                  <a:pt x="933" y="2390"/>
                </a:cubicBezTo>
                <a:cubicBezTo>
                  <a:pt x="936" y="2382"/>
                  <a:pt x="939" y="2375"/>
                  <a:pt x="943" y="2367"/>
                </a:cubicBezTo>
                <a:cubicBezTo>
                  <a:pt x="949" y="2355"/>
                  <a:pt x="963" y="2347"/>
                  <a:pt x="961" y="2332"/>
                </a:cubicBezTo>
                <a:lnTo>
                  <a:pt x="961" y="2331"/>
                </a:lnTo>
                <a:cubicBezTo>
                  <a:pt x="961" y="2330"/>
                  <a:pt x="961" y="2330"/>
                  <a:pt x="960" y="2329"/>
                </a:cubicBezTo>
                <a:cubicBezTo>
                  <a:pt x="959" y="2328"/>
                  <a:pt x="959" y="2329"/>
                  <a:pt x="958" y="2329"/>
                </a:cubicBezTo>
                <a:cubicBezTo>
                  <a:pt x="957" y="2329"/>
                  <a:pt x="957" y="2328"/>
                  <a:pt x="956" y="2329"/>
                </a:cubicBezTo>
                <a:cubicBezTo>
                  <a:pt x="955" y="2330"/>
                  <a:pt x="955" y="2330"/>
                  <a:pt x="955" y="2331"/>
                </a:cubicBezTo>
                <a:cubicBezTo>
                  <a:pt x="949" y="2341"/>
                  <a:pt x="935" y="2346"/>
                  <a:pt x="927" y="2355"/>
                </a:cubicBezTo>
                <a:cubicBezTo>
                  <a:pt x="924" y="2359"/>
                  <a:pt x="921" y="2363"/>
                  <a:pt x="918" y="2368"/>
                </a:cubicBezTo>
                <a:cubicBezTo>
                  <a:pt x="916" y="2371"/>
                  <a:pt x="915" y="2374"/>
                  <a:pt x="914" y="2377"/>
                </a:cubicBezTo>
                <a:cubicBezTo>
                  <a:pt x="909" y="2374"/>
                  <a:pt x="905" y="2371"/>
                  <a:pt x="901" y="2369"/>
                </a:cubicBezTo>
                <a:cubicBezTo>
                  <a:pt x="896" y="2367"/>
                  <a:pt x="905" y="2361"/>
                  <a:pt x="906" y="2358"/>
                </a:cubicBezTo>
                <a:lnTo>
                  <a:pt x="910" y="2353"/>
                </a:lnTo>
                <a:cubicBezTo>
                  <a:pt x="911" y="2349"/>
                  <a:pt x="912" y="2345"/>
                  <a:pt x="913" y="2342"/>
                </a:cubicBezTo>
                <a:cubicBezTo>
                  <a:pt x="916" y="2337"/>
                  <a:pt x="917" y="2331"/>
                  <a:pt x="918" y="2325"/>
                </a:cubicBezTo>
                <a:cubicBezTo>
                  <a:pt x="918" y="2324"/>
                  <a:pt x="917" y="2324"/>
                  <a:pt x="917" y="2323"/>
                </a:cubicBezTo>
                <a:cubicBezTo>
                  <a:pt x="917" y="2322"/>
                  <a:pt x="916" y="2322"/>
                  <a:pt x="915" y="2321"/>
                </a:cubicBezTo>
                <a:cubicBezTo>
                  <a:pt x="915" y="2321"/>
                  <a:pt x="914" y="2321"/>
                  <a:pt x="913" y="2321"/>
                </a:cubicBezTo>
                <a:cubicBezTo>
                  <a:pt x="912" y="2321"/>
                  <a:pt x="912" y="2320"/>
                  <a:pt x="911" y="2321"/>
                </a:cubicBezTo>
                <a:cubicBezTo>
                  <a:pt x="910" y="2321"/>
                  <a:pt x="910" y="2322"/>
                  <a:pt x="909" y="2323"/>
                </a:cubicBezTo>
                <a:cubicBezTo>
                  <a:pt x="906" y="2326"/>
                  <a:pt x="903" y="2328"/>
                  <a:pt x="899" y="2331"/>
                </a:cubicBezTo>
                <a:cubicBezTo>
                  <a:pt x="898" y="2331"/>
                  <a:pt x="898" y="2331"/>
                  <a:pt x="898" y="2331"/>
                </a:cubicBezTo>
                <a:cubicBezTo>
                  <a:pt x="892" y="2335"/>
                  <a:pt x="887" y="2340"/>
                  <a:pt x="884" y="2346"/>
                </a:cubicBezTo>
                <a:cubicBezTo>
                  <a:pt x="882" y="2349"/>
                  <a:pt x="881" y="2353"/>
                  <a:pt x="880" y="2356"/>
                </a:cubicBezTo>
                <a:cubicBezTo>
                  <a:pt x="880" y="2357"/>
                  <a:pt x="880" y="2358"/>
                  <a:pt x="880" y="2358"/>
                </a:cubicBezTo>
                <a:cubicBezTo>
                  <a:pt x="880" y="2359"/>
                  <a:pt x="880" y="2360"/>
                  <a:pt x="880" y="2360"/>
                </a:cubicBezTo>
                <a:cubicBezTo>
                  <a:pt x="876" y="2359"/>
                  <a:pt x="873" y="2359"/>
                  <a:pt x="869" y="2358"/>
                </a:cubicBezTo>
                <a:cubicBezTo>
                  <a:pt x="872" y="2346"/>
                  <a:pt x="876" y="2334"/>
                  <a:pt x="881" y="2323"/>
                </a:cubicBezTo>
                <a:cubicBezTo>
                  <a:pt x="885" y="2311"/>
                  <a:pt x="890" y="2300"/>
                  <a:pt x="896" y="2289"/>
                </a:cubicBezTo>
                <a:cubicBezTo>
                  <a:pt x="898" y="2285"/>
                  <a:pt x="893" y="2282"/>
                  <a:pt x="890" y="2285"/>
                </a:cubicBezTo>
                <a:cubicBezTo>
                  <a:pt x="887" y="2288"/>
                  <a:pt x="885" y="2291"/>
                  <a:pt x="883" y="2295"/>
                </a:cubicBezTo>
                <a:cubicBezTo>
                  <a:pt x="882" y="2296"/>
                  <a:pt x="881" y="2298"/>
                  <a:pt x="881" y="2299"/>
                </a:cubicBezTo>
                <a:cubicBezTo>
                  <a:pt x="878" y="2303"/>
                  <a:pt x="875" y="2306"/>
                  <a:pt x="872" y="2308"/>
                </a:cubicBezTo>
                <a:cubicBezTo>
                  <a:pt x="875" y="2284"/>
                  <a:pt x="879" y="2260"/>
                  <a:pt x="882" y="2236"/>
                </a:cubicBezTo>
                <a:lnTo>
                  <a:pt x="896" y="2239"/>
                </a:lnTo>
                <a:cubicBezTo>
                  <a:pt x="897" y="2239"/>
                  <a:pt x="898" y="2240"/>
                  <a:pt x="899" y="2241"/>
                </a:cubicBezTo>
                <a:cubicBezTo>
                  <a:pt x="901" y="2242"/>
                  <a:pt x="904" y="2243"/>
                  <a:pt x="906" y="2243"/>
                </a:cubicBezTo>
                <a:cubicBezTo>
                  <a:pt x="909" y="2243"/>
                  <a:pt x="911" y="2242"/>
                  <a:pt x="913" y="2241"/>
                </a:cubicBezTo>
                <a:cubicBezTo>
                  <a:pt x="936" y="2244"/>
                  <a:pt x="959" y="2245"/>
                  <a:pt x="982" y="2249"/>
                </a:cubicBezTo>
                <a:cubicBezTo>
                  <a:pt x="984" y="2250"/>
                  <a:pt x="986" y="2250"/>
                  <a:pt x="988" y="2250"/>
                </a:cubicBezTo>
                <a:cubicBezTo>
                  <a:pt x="989" y="2250"/>
                  <a:pt x="990" y="2250"/>
                  <a:pt x="991" y="2250"/>
                </a:cubicBezTo>
                <a:cubicBezTo>
                  <a:pt x="1005" y="2252"/>
                  <a:pt x="1018" y="2256"/>
                  <a:pt x="1031" y="2261"/>
                </a:cubicBezTo>
                <a:cubicBezTo>
                  <a:pt x="1058" y="2272"/>
                  <a:pt x="1084" y="2280"/>
                  <a:pt x="1107" y="2291"/>
                </a:cubicBezTo>
                <a:lnTo>
                  <a:pt x="1110" y="2293"/>
                </a:lnTo>
                <a:lnTo>
                  <a:pt x="1111" y="2293"/>
                </a:lnTo>
                <a:cubicBezTo>
                  <a:pt x="1112" y="2293"/>
                  <a:pt x="1112" y="2293"/>
                  <a:pt x="1113" y="2293"/>
                </a:cubicBezTo>
                <a:cubicBezTo>
                  <a:pt x="1122" y="2296"/>
                  <a:pt x="1131" y="2301"/>
                  <a:pt x="1139" y="2305"/>
                </a:cubicBezTo>
                <a:cubicBezTo>
                  <a:pt x="1167" y="2321"/>
                  <a:pt x="1190" y="2344"/>
                  <a:pt x="1208" y="2370"/>
                </a:cubicBezTo>
                <a:cubicBezTo>
                  <a:pt x="1277" y="2476"/>
                  <a:pt x="1287" y="2628"/>
                  <a:pt x="1220" y="2737"/>
                </a:cubicBezTo>
                <a:lnTo>
                  <a:pt x="1206" y="2754"/>
                </a:lnTo>
                <a:cubicBezTo>
                  <a:pt x="1199" y="2763"/>
                  <a:pt x="1192" y="2773"/>
                  <a:pt x="1186" y="2783"/>
                </a:cubicBezTo>
                <a:cubicBezTo>
                  <a:pt x="1171" y="2809"/>
                  <a:pt x="1161" y="2837"/>
                  <a:pt x="1156" y="2866"/>
                </a:cubicBezTo>
                <a:lnTo>
                  <a:pt x="1155" y="2866"/>
                </a:lnTo>
                <a:moveTo>
                  <a:pt x="2203" y="1769"/>
                </a:moveTo>
                <a:cubicBezTo>
                  <a:pt x="2072" y="1749"/>
                  <a:pt x="1940" y="1799"/>
                  <a:pt x="1809" y="1786"/>
                </a:cubicBezTo>
                <a:cubicBezTo>
                  <a:pt x="1793" y="1785"/>
                  <a:pt x="1777" y="1784"/>
                  <a:pt x="1761" y="1784"/>
                </a:cubicBezTo>
                <a:cubicBezTo>
                  <a:pt x="1724" y="1784"/>
                  <a:pt x="1688" y="1788"/>
                  <a:pt x="1652" y="1795"/>
                </a:cubicBezTo>
                <a:cubicBezTo>
                  <a:pt x="1615" y="1802"/>
                  <a:pt x="1578" y="1805"/>
                  <a:pt x="1541" y="1805"/>
                </a:cubicBezTo>
                <a:cubicBezTo>
                  <a:pt x="1539" y="1805"/>
                  <a:pt x="1538" y="1805"/>
                  <a:pt x="1536" y="1805"/>
                </a:cubicBezTo>
                <a:cubicBezTo>
                  <a:pt x="1535" y="1805"/>
                  <a:pt x="1534" y="1805"/>
                  <a:pt x="1532" y="1805"/>
                </a:cubicBezTo>
                <a:cubicBezTo>
                  <a:pt x="1522" y="1805"/>
                  <a:pt x="1512" y="1806"/>
                  <a:pt x="1502" y="1807"/>
                </a:cubicBezTo>
                <a:cubicBezTo>
                  <a:pt x="1494" y="1807"/>
                  <a:pt x="1485" y="1809"/>
                  <a:pt x="1477" y="1811"/>
                </a:cubicBezTo>
                <a:cubicBezTo>
                  <a:pt x="1454" y="1814"/>
                  <a:pt x="1358" y="1830"/>
                  <a:pt x="1253" y="1848"/>
                </a:cubicBezTo>
                <a:cubicBezTo>
                  <a:pt x="1244" y="1848"/>
                  <a:pt x="1234" y="1848"/>
                  <a:pt x="1226" y="1848"/>
                </a:cubicBezTo>
                <a:cubicBezTo>
                  <a:pt x="1199" y="1848"/>
                  <a:pt x="1173" y="1852"/>
                  <a:pt x="1147" y="1860"/>
                </a:cubicBezTo>
                <a:cubicBezTo>
                  <a:pt x="1146" y="1860"/>
                  <a:pt x="1145" y="1860"/>
                  <a:pt x="1143" y="1860"/>
                </a:cubicBezTo>
                <a:cubicBezTo>
                  <a:pt x="1141" y="1860"/>
                  <a:pt x="1139" y="1860"/>
                  <a:pt x="1137" y="1861"/>
                </a:cubicBezTo>
                <a:cubicBezTo>
                  <a:pt x="1136" y="1862"/>
                  <a:pt x="1134" y="1863"/>
                  <a:pt x="1134" y="1864"/>
                </a:cubicBezTo>
                <a:cubicBezTo>
                  <a:pt x="1119" y="1869"/>
                  <a:pt x="1104" y="1873"/>
                  <a:pt x="1090" y="1878"/>
                </a:cubicBezTo>
                <a:cubicBezTo>
                  <a:pt x="1045" y="1887"/>
                  <a:pt x="1007" y="1897"/>
                  <a:pt x="980" y="1905"/>
                </a:cubicBezTo>
                <a:lnTo>
                  <a:pt x="960" y="1909"/>
                </a:lnTo>
                <a:cubicBezTo>
                  <a:pt x="963" y="1896"/>
                  <a:pt x="967" y="1883"/>
                  <a:pt x="972" y="1869"/>
                </a:cubicBezTo>
                <a:cubicBezTo>
                  <a:pt x="975" y="1868"/>
                  <a:pt x="978" y="1866"/>
                  <a:pt x="981" y="1865"/>
                </a:cubicBezTo>
                <a:cubicBezTo>
                  <a:pt x="982" y="1864"/>
                  <a:pt x="983" y="1864"/>
                  <a:pt x="984" y="1863"/>
                </a:cubicBezTo>
                <a:cubicBezTo>
                  <a:pt x="998" y="1859"/>
                  <a:pt x="1012" y="1854"/>
                  <a:pt x="1026" y="1849"/>
                </a:cubicBezTo>
                <a:cubicBezTo>
                  <a:pt x="1052" y="1841"/>
                  <a:pt x="1079" y="1837"/>
                  <a:pt x="1105" y="1830"/>
                </a:cubicBezTo>
                <a:cubicBezTo>
                  <a:pt x="1158" y="1815"/>
                  <a:pt x="1212" y="1806"/>
                  <a:pt x="1267" y="1802"/>
                </a:cubicBezTo>
                <a:cubicBezTo>
                  <a:pt x="1370" y="1795"/>
                  <a:pt x="1472" y="1769"/>
                  <a:pt x="1576" y="1762"/>
                </a:cubicBezTo>
                <a:cubicBezTo>
                  <a:pt x="1630" y="1760"/>
                  <a:pt x="1685" y="1757"/>
                  <a:pt x="1739" y="1751"/>
                </a:cubicBezTo>
                <a:cubicBezTo>
                  <a:pt x="1780" y="1746"/>
                  <a:pt x="1838" y="1754"/>
                  <a:pt x="1876" y="1742"/>
                </a:cubicBezTo>
                <a:cubicBezTo>
                  <a:pt x="1939" y="1722"/>
                  <a:pt x="2014" y="1738"/>
                  <a:pt x="2078" y="1739"/>
                </a:cubicBezTo>
                <a:cubicBezTo>
                  <a:pt x="2104" y="1740"/>
                  <a:pt x="2130" y="1741"/>
                  <a:pt x="2157" y="1741"/>
                </a:cubicBezTo>
                <a:cubicBezTo>
                  <a:pt x="2183" y="1741"/>
                  <a:pt x="2209" y="1740"/>
                  <a:pt x="2235" y="1739"/>
                </a:cubicBezTo>
                <a:cubicBezTo>
                  <a:pt x="2225" y="1750"/>
                  <a:pt x="2214" y="1759"/>
                  <a:pt x="2203" y="1768"/>
                </a:cubicBezTo>
                <a:lnTo>
                  <a:pt x="2203" y="1769"/>
                </a:lnTo>
                <a:moveTo>
                  <a:pt x="798" y="2847"/>
                </a:moveTo>
                <a:cubicBezTo>
                  <a:pt x="799" y="2847"/>
                  <a:pt x="800" y="2847"/>
                  <a:pt x="801" y="2846"/>
                </a:cubicBezTo>
                <a:cubicBezTo>
                  <a:pt x="803" y="2845"/>
                  <a:pt x="805" y="2843"/>
                  <a:pt x="806" y="2841"/>
                </a:cubicBezTo>
                <a:cubicBezTo>
                  <a:pt x="807" y="2839"/>
                  <a:pt x="808" y="2838"/>
                  <a:pt x="808" y="2836"/>
                </a:cubicBezTo>
                <a:cubicBezTo>
                  <a:pt x="834" y="2718"/>
                  <a:pt x="823" y="2598"/>
                  <a:pt x="844" y="2481"/>
                </a:cubicBezTo>
                <a:cubicBezTo>
                  <a:pt x="850" y="2448"/>
                  <a:pt x="856" y="2415"/>
                  <a:pt x="861" y="2382"/>
                </a:cubicBezTo>
                <a:cubicBezTo>
                  <a:pt x="906" y="2410"/>
                  <a:pt x="951" y="2437"/>
                  <a:pt x="998" y="2462"/>
                </a:cubicBezTo>
                <a:cubicBezTo>
                  <a:pt x="1003" y="2465"/>
                  <a:pt x="1008" y="2467"/>
                  <a:pt x="1013" y="2470"/>
                </a:cubicBezTo>
                <a:cubicBezTo>
                  <a:pt x="1045" y="2488"/>
                  <a:pt x="1074" y="2514"/>
                  <a:pt x="1097" y="2543"/>
                </a:cubicBezTo>
                <a:cubicBezTo>
                  <a:pt x="1100" y="2548"/>
                  <a:pt x="1103" y="2552"/>
                  <a:pt x="1105" y="2556"/>
                </a:cubicBezTo>
                <a:cubicBezTo>
                  <a:pt x="1118" y="2578"/>
                  <a:pt x="1125" y="2602"/>
                  <a:pt x="1128" y="2627"/>
                </a:cubicBezTo>
                <a:cubicBezTo>
                  <a:pt x="1128" y="2630"/>
                  <a:pt x="1127" y="2633"/>
                  <a:pt x="1127" y="2636"/>
                </a:cubicBezTo>
                <a:cubicBezTo>
                  <a:pt x="1127" y="2651"/>
                  <a:pt x="1129" y="2665"/>
                  <a:pt x="1131" y="2680"/>
                </a:cubicBezTo>
                <a:cubicBezTo>
                  <a:pt x="1137" y="2696"/>
                  <a:pt x="1140" y="2713"/>
                  <a:pt x="1140" y="2730"/>
                </a:cubicBezTo>
                <a:cubicBezTo>
                  <a:pt x="1140" y="2751"/>
                  <a:pt x="1135" y="2772"/>
                  <a:pt x="1126" y="2791"/>
                </a:cubicBezTo>
                <a:cubicBezTo>
                  <a:pt x="1124" y="2783"/>
                  <a:pt x="1121" y="2776"/>
                  <a:pt x="1119" y="2769"/>
                </a:cubicBezTo>
                <a:cubicBezTo>
                  <a:pt x="1117" y="2761"/>
                  <a:pt x="1108" y="2764"/>
                  <a:pt x="1109" y="2770"/>
                </a:cubicBezTo>
                <a:cubicBezTo>
                  <a:pt x="1113" y="2799"/>
                  <a:pt x="1094" y="2823"/>
                  <a:pt x="1093" y="2850"/>
                </a:cubicBezTo>
                <a:cubicBezTo>
                  <a:pt x="1086" y="2860"/>
                  <a:pt x="1079" y="2870"/>
                  <a:pt x="1072" y="2878"/>
                </a:cubicBezTo>
                <a:cubicBezTo>
                  <a:pt x="1075" y="2851"/>
                  <a:pt x="1077" y="2823"/>
                  <a:pt x="1077" y="2795"/>
                </a:cubicBezTo>
                <a:cubicBezTo>
                  <a:pt x="1077" y="2789"/>
                  <a:pt x="1069" y="2788"/>
                  <a:pt x="1068" y="2795"/>
                </a:cubicBezTo>
                <a:cubicBezTo>
                  <a:pt x="1067" y="2821"/>
                  <a:pt x="1062" y="2847"/>
                  <a:pt x="1054" y="2872"/>
                </a:cubicBezTo>
                <a:cubicBezTo>
                  <a:pt x="1050" y="2885"/>
                  <a:pt x="1047" y="2901"/>
                  <a:pt x="1042" y="2915"/>
                </a:cubicBezTo>
                <a:lnTo>
                  <a:pt x="1036" y="2921"/>
                </a:lnTo>
                <a:cubicBezTo>
                  <a:pt x="1030" y="2928"/>
                  <a:pt x="1022" y="2935"/>
                  <a:pt x="1015" y="2941"/>
                </a:cubicBezTo>
                <a:cubicBezTo>
                  <a:pt x="1017" y="2932"/>
                  <a:pt x="1019" y="2922"/>
                  <a:pt x="1020" y="2913"/>
                </a:cubicBezTo>
                <a:cubicBezTo>
                  <a:pt x="1024" y="2890"/>
                  <a:pt x="1026" y="2867"/>
                  <a:pt x="1026" y="2844"/>
                </a:cubicBezTo>
                <a:cubicBezTo>
                  <a:pt x="1026" y="2831"/>
                  <a:pt x="1025" y="2818"/>
                  <a:pt x="1024" y="2805"/>
                </a:cubicBezTo>
                <a:lnTo>
                  <a:pt x="1024" y="2804"/>
                </a:lnTo>
                <a:cubicBezTo>
                  <a:pt x="1023" y="2803"/>
                  <a:pt x="1023" y="2804"/>
                  <a:pt x="1022" y="2803"/>
                </a:cubicBezTo>
                <a:cubicBezTo>
                  <a:pt x="1021" y="2802"/>
                  <a:pt x="1021" y="2802"/>
                  <a:pt x="1021" y="2802"/>
                </a:cubicBezTo>
                <a:cubicBezTo>
                  <a:pt x="1020" y="2802"/>
                  <a:pt x="1020" y="2802"/>
                  <a:pt x="1019" y="2803"/>
                </a:cubicBezTo>
                <a:cubicBezTo>
                  <a:pt x="1019" y="2803"/>
                  <a:pt x="1018" y="2803"/>
                  <a:pt x="1018" y="2804"/>
                </a:cubicBezTo>
                <a:lnTo>
                  <a:pt x="1018" y="2805"/>
                </a:lnTo>
                <a:lnTo>
                  <a:pt x="1018" y="2806"/>
                </a:lnTo>
                <a:cubicBezTo>
                  <a:pt x="1018" y="2841"/>
                  <a:pt x="1012" y="2876"/>
                  <a:pt x="1002" y="2909"/>
                </a:cubicBezTo>
                <a:cubicBezTo>
                  <a:pt x="996" y="2927"/>
                  <a:pt x="983" y="2944"/>
                  <a:pt x="983" y="2962"/>
                </a:cubicBezTo>
                <a:cubicBezTo>
                  <a:pt x="975" y="2966"/>
                  <a:pt x="967" y="2970"/>
                  <a:pt x="958" y="2974"/>
                </a:cubicBezTo>
                <a:cubicBezTo>
                  <a:pt x="961" y="2963"/>
                  <a:pt x="961" y="2951"/>
                  <a:pt x="963" y="2942"/>
                </a:cubicBezTo>
                <a:cubicBezTo>
                  <a:pt x="970" y="2917"/>
                  <a:pt x="975" y="2893"/>
                  <a:pt x="978" y="2867"/>
                </a:cubicBezTo>
                <a:cubicBezTo>
                  <a:pt x="978" y="2864"/>
                  <a:pt x="973" y="2864"/>
                  <a:pt x="973" y="2867"/>
                </a:cubicBezTo>
                <a:cubicBezTo>
                  <a:pt x="970" y="2889"/>
                  <a:pt x="964" y="2911"/>
                  <a:pt x="956" y="2931"/>
                </a:cubicBezTo>
                <a:cubicBezTo>
                  <a:pt x="951" y="2947"/>
                  <a:pt x="949" y="2964"/>
                  <a:pt x="943" y="2980"/>
                </a:cubicBezTo>
                <a:cubicBezTo>
                  <a:pt x="934" y="2984"/>
                  <a:pt x="924" y="2987"/>
                  <a:pt x="915" y="2990"/>
                </a:cubicBezTo>
                <a:cubicBezTo>
                  <a:pt x="922" y="2968"/>
                  <a:pt x="928" y="2945"/>
                  <a:pt x="933" y="2922"/>
                </a:cubicBezTo>
                <a:cubicBezTo>
                  <a:pt x="943" y="2878"/>
                  <a:pt x="948" y="2832"/>
                  <a:pt x="948" y="2786"/>
                </a:cubicBezTo>
                <a:cubicBezTo>
                  <a:pt x="948" y="2784"/>
                  <a:pt x="948" y="2782"/>
                  <a:pt x="948" y="2780"/>
                </a:cubicBezTo>
                <a:cubicBezTo>
                  <a:pt x="948" y="2776"/>
                  <a:pt x="940" y="2776"/>
                  <a:pt x="940" y="2780"/>
                </a:cubicBezTo>
                <a:cubicBezTo>
                  <a:pt x="939" y="2825"/>
                  <a:pt x="932" y="2870"/>
                  <a:pt x="918" y="2912"/>
                </a:cubicBezTo>
                <a:cubicBezTo>
                  <a:pt x="912" y="2941"/>
                  <a:pt x="903" y="2969"/>
                  <a:pt x="891" y="2995"/>
                </a:cubicBezTo>
                <a:cubicBezTo>
                  <a:pt x="885" y="2997"/>
                  <a:pt x="879" y="2998"/>
                  <a:pt x="872" y="2998"/>
                </a:cubicBezTo>
                <a:lnTo>
                  <a:pt x="866" y="2997"/>
                </a:lnTo>
                <a:cubicBezTo>
                  <a:pt x="868" y="2993"/>
                  <a:pt x="870" y="2989"/>
                  <a:pt x="872" y="2986"/>
                </a:cubicBezTo>
                <a:cubicBezTo>
                  <a:pt x="881" y="2971"/>
                  <a:pt x="887" y="2954"/>
                  <a:pt x="890" y="2938"/>
                </a:cubicBezTo>
                <a:cubicBezTo>
                  <a:pt x="901" y="2913"/>
                  <a:pt x="908" y="2886"/>
                  <a:pt x="910" y="2859"/>
                </a:cubicBezTo>
                <a:cubicBezTo>
                  <a:pt x="910" y="2854"/>
                  <a:pt x="902" y="2854"/>
                  <a:pt x="902" y="2859"/>
                </a:cubicBezTo>
                <a:cubicBezTo>
                  <a:pt x="899" y="2885"/>
                  <a:pt x="890" y="2910"/>
                  <a:pt x="878" y="2932"/>
                </a:cubicBezTo>
                <a:cubicBezTo>
                  <a:pt x="871" y="2952"/>
                  <a:pt x="863" y="2972"/>
                  <a:pt x="854" y="2991"/>
                </a:cubicBezTo>
                <a:lnTo>
                  <a:pt x="836" y="2985"/>
                </a:lnTo>
                <a:cubicBezTo>
                  <a:pt x="851" y="2948"/>
                  <a:pt x="862" y="2910"/>
                  <a:pt x="870" y="2872"/>
                </a:cubicBezTo>
                <a:cubicBezTo>
                  <a:pt x="875" y="2842"/>
                  <a:pt x="875" y="2803"/>
                  <a:pt x="889" y="2776"/>
                </a:cubicBezTo>
                <a:cubicBezTo>
                  <a:pt x="890" y="2775"/>
                  <a:pt x="890" y="2775"/>
                  <a:pt x="890" y="2774"/>
                </a:cubicBezTo>
                <a:cubicBezTo>
                  <a:pt x="890" y="2773"/>
                  <a:pt x="890" y="2772"/>
                  <a:pt x="889" y="2771"/>
                </a:cubicBezTo>
                <a:cubicBezTo>
                  <a:pt x="889" y="2771"/>
                  <a:pt x="888" y="2771"/>
                  <a:pt x="887" y="2770"/>
                </a:cubicBezTo>
                <a:cubicBezTo>
                  <a:pt x="886" y="2769"/>
                  <a:pt x="886" y="2769"/>
                  <a:pt x="885" y="2769"/>
                </a:cubicBezTo>
                <a:cubicBezTo>
                  <a:pt x="884" y="2769"/>
                  <a:pt x="883" y="2769"/>
                  <a:pt x="882" y="2770"/>
                </a:cubicBezTo>
                <a:cubicBezTo>
                  <a:pt x="882" y="2770"/>
                  <a:pt x="881" y="2770"/>
                  <a:pt x="881" y="2771"/>
                </a:cubicBezTo>
                <a:cubicBezTo>
                  <a:pt x="866" y="2796"/>
                  <a:pt x="869" y="2831"/>
                  <a:pt x="854" y="2856"/>
                </a:cubicBezTo>
                <a:cubicBezTo>
                  <a:pt x="847" y="2874"/>
                  <a:pt x="842" y="2893"/>
                  <a:pt x="839" y="2912"/>
                </a:cubicBezTo>
                <a:cubicBezTo>
                  <a:pt x="832" y="2934"/>
                  <a:pt x="823" y="2955"/>
                  <a:pt x="815" y="2977"/>
                </a:cubicBezTo>
                <a:lnTo>
                  <a:pt x="815" y="2978"/>
                </a:lnTo>
                <a:cubicBezTo>
                  <a:pt x="811" y="2978"/>
                  <a:pt x="807" y="2977"/>
                  <a:pt x="802" y="2977"/>
                </a:cubicBezTo>
                <a:cubicBezTo>
                  <a:pt x="801" y="2977"/>
                  <a:pt x="800" y="2977"/>
                  <a:pt x="798" y="2977"/>
                </a:cubicBezTo>
                <a:cubicBezTo>
                  <a:pt x="815" y="2949"/>
                  <a:pt x="818" y="2914"/>
                  <a:pt x="827" y="2882"/>
                </a:cubicBezTo>
                <a:cubicBezTo>
                  <a:pt x="832" y="2860"/>
                  <a:pt x="834" y="2836"/>
                  <a:pt x="834" y="2813"/>
                </a:cubicBezTo>
                <a:cubicBezTo>
                  <a:pt x="834" y="2806"/>
                  <a:pt x="834" y="2798"/>
                  <a:pt x="833" y="2790"/>
                </a:cubicBezTo>
                <a:cubicBezTo>
                  <a:pt x="833" y="2785"/>
                  <a:pt x="826" y="2786"/>
                  <a:pt x="826" y="2790"/>
                </a:cubicBezTo>
                <a:cubicBezTo>
                  <a:pt x="824" y="2824"/>
                  <a:pt x="815" y="2857"/>
                  <a:pt x="801" y="2888"/>
                </a:cubicBezTo>
                <a:cubicBezTo>
                  <a:pt x="794" y="2913"/>
                  <a:pt x="784" y="2936"/>
                  <a:pt x="772" y="2959"/>
                </a:cubicBezTo>
                <a:cubicBezTo>
                  <a:pt x="760" y="2982"/>
                  <a:pt x="772" y="2959"/>
                  <a:pt x="772" y="2960"/>
                </a:cubicBezTo>
                <a:cubicBezTo>
                  <a:pt x="770" y="2957"/>
                  <a:pt x="768" y="2953"/>
                  <a:pt x="766" y="2949"/>
                </a:cubicBezTo>
                <a:cubicBezTo>
                  <a:pt x="783" y="2933"/>
                  <a:pt x="792" y="2887"/>
                  <a:pt x="798" y="2847"/>
                </a:cubicBezTo>
                <a:moveTo>
                  <a:pt x="1830" y="3383"/>
                </a:moveTo>
                <a:cubicBezTo>
                  <a:pt x="1830" y="3385"/>
                  <a:pt x="1830" y="3387"/>
                  <a:pt x="1831" y="3388"/>
                </a:cubicBezTo>
                <a:lnTo>
                  <a:pt x="1826" y="3388"/>
                </a:lnTo>
                <a:cubicBezTo>
                  <a:pt x="1827" y="3387"/>
                  <a:pt x="1828" y="3386"/>
                  <a:pt x="1829" y="3385"/>
                </a:cubicBezTo>
                <a:cubicBezTo>
                  <a:pt x="1829" y="3384"/>
                  <a:pt x="1829" y="3384"/>
                  <a:pt x="1830" y="3383"/>
                </a:cubicBezTo>
                <a:moveTo>
                  <a:pt x="3895" y="3104"/>
                </a:moveTo>
                <a:cubicBezTo>
                  <a:pt x="3894" y="3112"/>
                  <a:pt x="3871" y="3125"/>
                  <a:pt x="3865" y="3130"/>
                </a:cubicBezTo>
                <a:cubicBezTo>
                  <a:pt x="3858" y="3136"/>
                  <a:pt x="3850" y="3142"/>
                  <a:pt x="3842" y="3147"/>
                </a:cubicBezTo>
                <a:cubicBezTo>
                  <a:pt x="3835" y="3151"/>
                  <a:pt x="3827" y="3154"/>
                  <a:pt x="3819" y="3157"/>
                </a:cubicBezTo>
                <a:cubicBezTo>
                  <a:pt x="3824" y="3150"/>
                  <a:pt x="3828" y="3141"/>
                  <a:pt x="3831" y="3134"/>
                </a:cubicBezTo>
                <a:cubicBezTo>
                  <a:pt x="3834" y="3127"/>
                  <a:pt x="3837" y="3120"/>
                  <a:pt x="3841" y="3113"/>
                </a:cubicBezTo>
                <a:cubicBezTo>
                  <a:pt x="3844" y="3108"/>
                  <a:pt x="3847" y="3103"/>
                  <a:pt x="3851" y="3098"/>
                </a:cubicBezTo>
                <a:cubicBezTo>
                  <a:pt x="3855" y="3094"/>
                  <a:pt x="3849" y="3088"/>
                  <a:pt x="3845" y="3092"/>
                </a:cubicBezTo>
                <a:cubicBezTo>
                  <a:pt x="3839" y="3098"/>
                  <a:pt x="3834" y="3104"/>
                  <a:pt x="3829" y="3111"/>
                </a:cubicBezTo>
                <a:cubicBezTo>
                  <a:pt x="3821" y="3121"/>
                  <a:pt x="3812" y="3128"/>
                  <a:pt x="3804" y="3136"/>
                </a:cubicBezTo>
                <a:cubicBezTo>
                  <a:pt x="3801" y="3139"/>
                  <a:pt x="3798" y="3145"/>
                  <a:pt x="3796" y="3147"/>
                </a:cubicBezTo>
                <a:cubicBezTo>
                  <a:pt x="3793" y="3149"/>
                  <a:pt x="3785" y="3151"/>
                  <a:pt x="3782" y="3156"/>
                </a:cubicBezTo>
                <a:cubicBezTo>
                  <a:pt x="3778" y="3160"/>
                  <a:pt x="3776" y="3167"/>
                  <a:pt x="3773" y="3171"/>
                </a:cubicBezTo>
                <a:lnTo>
                  <a:pt x="3753" y="3177"/>
                </a:lnTo>
                <a:cubicBezTo>
                  <a:pt x="3764" y="3156"/>
                  <a:pt x="3777" y="3138"/>
                  <a:pt x="3788" y="3116"/>
                </a:cubicBezTo>
                <a:cubicBezTo>
                  <a:pt x="3789" y="3115"/>
                  <a:pt x="3790" y="3114"/>
                  <a:pt x="3790" y="3113"/>
                </a:cubicBezTo>
                <a:cubicBezTo>
                  <a:pt x="3796" y="3103"/>
                  <a:pt x="3801" y="3093"/>
                  <a:pt x="3804" y="3082"/>
                </a:cubicBezTo>
                <a:lnTo>
                  <a:pt x="3804" y="3081"/>
                </a:lnTo>
                <a:cubicBezTo>
                  <a:pt x="3804" y="3080"/>
                  <a:pt x="3804" y="3079"/>
                  <a:pt x="3804" y="3078"/>
                </a:cubicBezTo>
                <a:cubicBezTo>
                  <a:pt x="3803" y="3077"/>
                  <a:pt x="3803" y="3077"/>
                  <a:pt x="3802" y="3077"/>
                </a:cubicBezTo>
                <a:cubicBezTo>
                  <a:pt x="3801" y="3076"/>
                  <a:pt x="3800" y="3076"/>
                  <a:pt x="3800" y="3076"/>
                </a:cubicBezTo>
                <a:cubicBezTo>
                  <a:pt x="3799" y="3076"/>
                  <a:pt x="3798" y="3076"/>
                  <a:pt x="3797" y="3077"/>
                </a:cubicBezTo>
                <a:lnTo>
                  <a:pt x="3796" y="3078"/>
                </a:lnTo>
                <a:cubicBezTo>
                  <a:pt x="3796" y="3079"/>
                  <a:pt x="3795" y="3079"/>
                  <a:pt x="3795" y="3079"/>
                </a:cubicBezTo>
                <a:cubicBezTo>
                  <a:pt x="3789" y="3089"/>
                  <a:pt x="3782" y="3099"/>
                  <a:pt x="3774" y="3107"/>
                </a:cubicBezTo>
                <a:cubicBezTo>
                  <a:pt x="3769" y="3114"/>
                  <a:pt x="3763" y="3120"/>
                  <a:pt x="3757" y="3126"/>
                </a:cubicBezTo>
                <a:cubicBezTo>
                  <a:pt x="3748" y="3137"/>
                  <a:pt x="3739" y="3149"/>
                  <a:pt x="3732" y="3162"/>
                </a:cubicBezTo>
                <a:lnTo>
                  <a:pt x="3725" y="3149"/>
                </a:lnTo>
                <a:cubicBezTo>
                  <a:pt x="3730" y="3133"/>
                  <a:pt x="3739" y="3117"/>
                  <a:pt x="3746" y="3102"/>
                </a:cubicBezTo>
                <a:cubicBezTo>
                  <a:pt x="3750" y="3086"/>
                  <a:pt x="3757" y="3070"/>
                  <a:pt x="3764" y="3055"/>
                </a:cubicBezTo>
                <a:cubicBezTo>
                  <a:pt x="3766" y="3052"/>
                  <a:pt x="3761" y="3048"/>
                  <a:pt x="3759" y="3051"/>
                </a:cubicBezTo>
                <a:cubicBezTo>
                  <a:pt x="3748" y="3063"/>
                  <a:pt x="3742" y="3079"/>
                  <a:pt x="3732" y="3092"/>
                </a:cubicBezTo>
                <a:cubicBezTo>
                  <a:pt x="3723" y="3102"/>
                  <a:pt x="3716" y="3113"/>
                  <a:pt x="3710" y="3124"/>
                </a:cubicBezTo>
                <a:cubicBezTo>
                  <a:pt x="3707" y="3120"/>
                  <a:pt x="3703" y="3116"/>
                  <a:pt x="3700" y="3112"/>
                </a:cubicBezTo>
                <a:cubicBezTo>
                  <a:pt x="3701" y="3111"/>
                  <a:pt x="3701" y="3111"/>
                  <a:pt x="3702" y="3110"/>
                </a:cubicBezTo>
                <a:cubicBezTo>
                  <a:pt x="3702" y="3108"/>
                  <a:pt x="3703" y="3107"/>
                  <a:pt x="3703" y="3105"/>
                </a:cubicBezTo>
                <a:lnTo>
                  <a:pt x="3703" y="3104"/>
                </a:lnTo>
                <a:cubicBezTo>
                  <a:pt x="3704" y="3093"/>
                  <a:pt x="3707" y="3082"/>
                  <a:pt x="3712" y="3072"/>
                </a:cubicBezTo>
                <a:cubicBezTo>
                  <a:pt x="3719" y="3058"/>
                  <a:pt x="3723" y="3042"/>
                  <a:pt x="3723" y="3027"/>
                </a:cubicBezTo>
                <a:cubicBezTo>
                  <a:pt x="3723" y="3026"/>
                  <a:pt x="3723" y="3025"/>
                  <a:pt x="3723" y="3024"/>
                </a:cubicBezTo>
                <a:cubicBezTo>
                  <a:pt x="3723" y="3021"/>
                  <a:pt x="3717" y="3022"/>
                  <a:pt x="3717" y="3024"/>
                </a:cubicBezTo>
                <a:cubicBezTo>
                  <a:pt x="3715" y="3051"/>
                  <a:pt x="3688" y="3071"/>
                  <a:pt x="3683" y="3097"/>
                </a:cubicBezTo>
                <a:cubicBezTo>
                  <a:pt x="3678" y="3093"/>
                  <a:pt x="3674" y="3090"/>
                  <a:pt x="3669" y="3088"/>
                </a:cubicBezTo>
                <a:cubicBezTo>
                  <a:pt x="3666" y="3086"/>
                  <a:pt x="3663" y="3084"/>
                  <a:pt x="3659" y="3083"/>
                </a:cubicBezTo>
                <a:cubicBezTo>
                  <a:pt x="3660" y="3082"/>
                  <a:pt x="3660" y="3082"/>
                  <a:pt x="3660" y="3082"/>
                </a:cubicBezTo>
                <a:cubicBezTo>
                  <a:pt x="3661" y="3081"/>
                  <a:pt x="3661" y="3080"/>
                  <a:pt x="3661" y="3078"/>
                </a:cubicBezTo>
                <a:cubicBezTo>
                  <a:pt x="3666" y="3054"/>
                  <a:pt x="3673" y="3031"/>
                  <a:pt x="3683" y="3009"/>
                </a:cubicBezTo>
                <a:cubicBezTo>
                  <a:pt x="3684" y="3004"/>
                  <a:pt x="3677" y="3000"/>
                  <a:pt x="3675" y="3005"/>
                </a:cubicBezTo>
                <a:cubicBezTo>
                  <a:pt x="3663" y="3027"/>
                  <a:pt x="3636" y="3046"/>
                  <a:pt x="3640" y="3074"/>
                </a:cubicBezTo>
                <a:cubicBezTo>
                  <a:pt x="3632" y="3071"/>
                  <a:pt x="3622" y="3068"/>
                  <a:pt x="3613" y="3066"/>
                </a:cubicBezTo>
                <a:cubicBezTo>
                  <a:pt x="3616" y="3060"/>
                  <a:pt x="3619" y="3055"/>
                  <a:pt x="3620" y="3049"/>
                </a:cubicBezTo>
                <a:cubicBezTo>
                  <a:pt x="3623" y="3041"/>
                  <a:pt x="3618" y="3029"/>
                  <a:pt x="3617" y="3021"/>
                </a:cubicBezTo>
                <a:cubicBezTo>
                  <a:pt x="3617" y="3020"/>
                  <a:pt x="3617" y="3019"/>
                  <a:pt x="3617" y="3019"/>
                </a:cubicBezTo>
                <a:cubicBezTo>
                  <a:pt x="3616" y="3018"/>
                  <a:pt x="3616" y="3017"/>
                  <a:pt x="3615" y="3017"/>
                </a:cubicBezTo>
                <a:cubicBezTo>
                  <a:pt x="3614" y="3017"/>
                  <a:pt x="3613" y="3016"/>
                  <a:pt x="3613" y="3016"/>
                </a:cubicBezTo>
                <a:cubicBezTo>
                  <a:pt x="3612" y="3016"/>
                  <a:pt x="3611" y="3017"/>
                  <a:pt x="3610" y="3017"/>
                </a:cubicBezTo>
                <a:cubicBezTo>
                  <a:pt x="3610" y="3017"/>
                  <a:pt x="3609" y="3018"/>
                  <a:pt x="3609" y="3019"/>
                </a:cubicBezTo>
                <a:cubicBezTo>
                  <a:pt x="3608" y="3020"/>
                  <a:pt x="3608" y="3020"/>
                  <a:pt x="3608" y="3021"/>
                </a:cubicBezTo>
                <a:cubicBezTo>
                  <a:pt x="3608" y="3030"/>
                  <a:pt x="3606" y="3039"/>
                  <a:pt x="3602" y="3047"/>
                </a:cubicBezTo>
                <a:cubicBezTo>
                  <a:pt x="3602" y="3048"/>
                  <a:pt x="3602" y="3048"/>
                  <a:pt x="3601" y="3049"/>
                </a:cubicBezTo>
                <a:cubicBezTo>
                  <a:pt x="3599" y="3053"/>
                  <a:pt x="3598" y="3057"/>
                  <a:pt x="3598" y="3062"/>
                </a:cubicBezTo>
                <a:cubicBezTo>
                  <a:pt x="3590" y="3060"/>
                  <a:pt x="3583" y="3058"/>
                  <a:pt x="3575" y="3057"/>
                </a:cubicBezTo>
                <a:cubicBezTo>
                  <a:pt x="3577" y="3052"/>
                  <a:pt x="3578" y="3047"/>
                  <a:pt x="3578" y="3042"/>
                </a:cubicBezTo>
                <a:cubicBezTo>
                  <a:pt x="3578" y="3034"/>
                  <a:pt x="3579" y="3026"/>
                  <a:pt x="3581" y="3019"/>
                </a:cubicBezTo>
                <a:cubicBezTo>
                  <a:pt x="3581" y="3016"/>
                  <a:pt x="3577" y="3013"/>
                  <a:pt x="3576" y="3016"/>
                </a:cubicBezTo>
                <a:cubicBezTo>
                  <a:pt x="3572" y="3025"/>
                  <a:pt x="3569" y="3035"/>
                  <a:pt x="3568" y="3044"/>
                </a:cubicBezTo>
                <a:cubicBezTo>
                  <a:pt x="3566" y="3048"/>
                  <a:pt x="3565" y="3052"/>
                  <a:pt x="3563" y="3055"/>
                </a:cubicBezTo>
                <a:cubicBezTo>
                  <a:pt x="3556" y="3054"/>
                  <a:pt x="3549" y="3053"/>
                  <a:pt x="3543" y="3053"/>
                </a:cubicBezTo>
                <a:lnTo>
                  <a:pt x="3543" y="3050"/>
                </a:lnTo>
                <a:cubicBezTo>
                  <a:pt x="3544" y="3049"/>
                  <a:pt x="3544" y="3048"/>
                  <a:pt x="3544" y="3046"/>
                </a:cubicBezTo>
                <a:cubicBezTo>
                  <a:pt x="3544" y="3039"/>
                  <a:pt x="3542" y="3032"/>
                  <a:pt x="3539" y="3026"/>
                </a:cubicBezTo>
                <a:cubicBezTo>
                  <a:pt x="3539" y="3026"/>
                  <a:pt x="3538" y="3026"/>
                  <a:pt x="3538" y="3025"/>
                </a:cubicBezTo>
                <a:cubicBezTo>
                  <a:pt x="3537" y="3024"/>
                  <a:pt x="3537" y="3024"/>
                  <a:pt x="3536" y="3023"/>
                </a:cubicBezTo>
                <a:cubicBezTo>
                  <a:pt x="3536" y="3023"/>
                  <a:pt x="3535" y="3023"/>
                  <a:pt x="3534" y="3023"/>
                </a:cubicBezTo>
                <a:cubicBezTo>
                  <a:pt x="3533" y="3023"/>
                  <a:pt x="3532" y="3022"/>
                  <a:pt x="3531" y="3023"/>
                </a:cubicBezTo>
                <a:cubicBezTo>
                  <a:pt x="3530" y="3023"/>
                  <a:pt x="3529" y="3024"/>
                  <a:pt x="3529" y="3025"/>
                </a:cubicBezTo>
                <a:cubicBezTo>
                  <a:pt x="3529" y="3026"/>
                  <a:pt x="3529" y="3026"/>
                  <a:pt x="3529" y="3026"/>
                </a:cubicBezTo>
                <a:cubicBezTo>
                  <a:pt x="3526" y="3032"/>
                  <a:pt x="3524" y="3039"/>
                  <a:pt x="3522" y="3046"/>
                </a:cubicBezTo>
                <a:cubicBezTo>
                  <a:pt x="3521" y="3048"/>
                  <a:pt x="3520" y="3050"/>
                  <a:pt x="3520" y="3052"/>
                </a:cubicBezTo>
                <a:lnTo>
                  <a:pt x="3506" y="3052"/>
                </a:lnTo>
                <a:cubicBezTo>
                  <a:pt x="3507" y="3049"/>
                  <a:pt x="3507" y="3046"/>
                  <a:pt x="3507" y="3044"/>
                </a:cubicBezTo>
                <a:cubicBezTo>
                  <a:pt x="3507" y="3041"/>
                  <a:pt x="3507" y="3038"/>
                  <a:pt x="3506" y="3036"/>
                </a:cubicBezTo>
                <a:cubicBezTo>
                  <a:pt x="3505" y="3023"/>
                  <a:pt x="3516" y="3011"/>
                  <a:pt x="3517" y="2997"/>
                </a:cubicBezTo>
                <a:cubicBezTo>
                  <a:pt x="3517" y="2993"/>
                  <a:pt x="3511" y="2993"/>
                  <a:pt x="3510" y="2997"/>
                </a:cubicBezTo>
                <a:cubicBezTo>
                  <a:pt x="3506" y="3008"/>
                  <a:pt x="3497" y="3014"/>
                  <a:pt x="3493" y="3024"/>
                </a:cubicBezTo>
                <a:cubicBezTo>
                  <a:pt x="3492" y="3029"/>
                  <a:pt x="3491" y="3034"/>
                  <a:pt x="3491" y="3040"/>
                </a:cubicBezTo>
                <a:cubicBezTo>
                  <a:pt x="3491" y="3042"/>
                  <a:pt x="3491" y="3043"/>
                  <a:pt x="3491" y="3045"/>
                </a:cubicBezTo>
                <a:cubicBezTo>
                  <a:pt x="3491" y="3048"/>
                  <a:pt x="3491" y="3050"/>
                  <a:pt x="3490" y="3052"/>
                </a:cubicBezTo>
                <a:cubicBezTo>
                  <a:pt x="3483" y="3052"/>
                  <a:pt x="3475" y="3052"/>
                  <a:pt x="3468" y="3054"/>
                </a:cubicBezTo>
                <a:cubicBezTo>
                  <a:pt x="3468" y="3053"/>
                  <a:pt x="3468" y="3051"/>
                  <a:pt x="3468" y="3050"/>
                </a:cubicBezTo>
                <a:cubicBezTo>
                  <a:pt x="3468" y="3045"/>
                  <a:pt x="3467" y="3040"/>
                  <a:pt x="3465" y="3035"/>
                </a:cubicBezTo>
                <a:cubicBezTo>
                  <a:pt x="3465" y="3034"/>
                  <a:pt x="3464" y="3035"/>
                  <a:pt x="3464" y="3034"/>
                </a:cubicBezTo>
                <a:cubicBezTo>
                  <a:pt x="3463" y="3033"/>
                  <a:pt x="3463" y="3033"/>
                  <a:pt x="3463" y="3032"/>
                </a:cubicBezTo>
                <a:cubicBezTo>
                  <a:pt x="3462" y="3031"/>
                  <a:pt x="3461" y="3032"/>
                  <a:pt x="3461" y="3032"/>
                </a:cubicBezTo>
                <a:cubicBezTo>
                  <a:pt x="3460" y="3032"/>
                  <a:pt x="3459" y="3032"/>
                  <a:pt x="3459" y="3032"/>
                </a:cubicBezTo>
                <a:cubicBezTo>
                  <a:pt x="3458" y="3033"/>
                  <a:pt x="3458" y="3033"/>
                  <a:pt x="3457" y="3034"/>
                </a:cubicBezTo>
                <a:lnTo>
                  <a:pt x="3457" y="3035"/>
                </a:lnTo>
                <a:cubicBezTo>
                  <a:pt x="3455" y="3039"/>
                  <a:pt x="3454" y="3044"/>
                  <a:pt x="3451" y="3048"/>
                </a:cubicBezTo>
                <a:cubicBezTo>
                  <a:pt x="3450" y="3050"/>
                  <a:pt x="3449" y="3051"/>
                  <a:pt x="3448" y="3053"/>
                </a:cubicBezTo>
                <a:lnTo>
                  <a:pt x="3448" y="3054"/>
                </a:lnTo>
                <a:cubicBezTo>
                  <a:pt x="3448" y="3055"/>
                  <a:pt x="3448" y="3055"/>
                  <a:pt x="3448" y="3056"/>
                </a:cubicBezTo>
                <a:lnTo>
                  <a:pt x="3438" y="3058"/>
                </a:lnTo>
                <a:cubicBezTo>
                  <a:pt x="3438" y="3056"/>
                  <a:pt x="3438" y="3054"/>
                  <a:pt x="3438" y="3053"/>
                </a:cubicBezTo>
                <a:cubicBezTo>
                  <a:pt x="3437" y="3050"/>
                  <a:pt x="3437" y="3047"/>
                  <a:pt x="3437" y="3045"/>
                </a:cubicBezTo>
                <a:cubicBezTo>
                  <a:pt x="3437" y="3042"/>
                  <a:pt x="3437" y="3040"/>
                  <a:pt x="3438" y="3038"/>
                </a:cubicBezTo>
                <a:cubicBezTo>
                  <a:pt x="3442" y="3029"/>
                  <a:pt x="3446" y="3021"/>
                  <a:pt x="3448" y="3012"/>
                </a:cubicBezTo>
                <a:cubicBezTo>
                  <a:pt x="3448" y="3007"/>
                  <a:pt x="3442" y="3005"/>
                  <a:pt x="3440" y="3010"/>
                </a:cubicBezTo>
                <a:cubicBezTo>
                  <a:pt x="3438" y="3016"/>
                  <a:pt x="3435" y="3022"/>
                  <a:pt x="3431" y="3028"/>
                </a:cubicBezTo>
                <a:cubicBezTo>
                  <a:pt x="3429" y="3031"/>
                  <a:pt x="3428" y="3034"/>
                  <a:pt x="3425" y="3037"/>
                </a:cubicBezTo>
                <a:cubicBezTo>
                  <a:pt x="3424" y="3042"/>
                  <a:pt x="3422" y="3047"/>
                  <a:pt x="3421" y="3052"/>
                </a:cubicBezTo>
                <a:cubicBezTo>
                  <a:pt x="3419" y="3055"/>
                  <a:pt x="3418" y="3059"/>
                  <a:pt x="3417" y="3062"/>
                </a:cubicBezTo>
                <a:cubicBezTo>
                  <a:pt x="3410" y="3064"/>
                  <a:pt x="3403" y="3066"/>
                  <a:pt x="3396" y="3068"/>
                </a:cubicBezTo>
                <a:cubicBezTo>
                  <a:pt x="3382" y="3019"/>
                  <a:pt x="3464" y="2940"/>
                  <a:pt x="3494" y="2914"/>
                </a:cubicBezTo>
                <a:cubicBezTo>
                  <a:pt x="3505" y="2906"/>
                  <a:pt x="3514" y="2898"/>
                  <a:pt x="3526" y="2892"/>
                </a:cubicBezTo>
                <a:cubicBezTo>
                  <a:pt x="3568" y="2867"/>
                  <a:pt x="3616" y="2855"/>
                  <a:pt x="3665" y="2855"/>
                </a:cubicBezTo>
                <a:cubicBezTo>
                  <a:pt x="3666" y="2856"/>
                  <a:pt x="3667" y="2856"/>
                  <a:pt x="3668" y="2857"/>
                </a:cubicBezTo>
                <a:cubicBezTo>
                  <a:pt x="3670" y="2859"/>
                  <a:pt x="3673" y="2859"/>
                  <a:pt x="3676" y="2859"/>
                </a:cubicBezTo>
                <a:cubicBezTo>
                  <a:pt x="3679" y="2859"/>
                  <a:pt x="3682" y="2859"/>
                  <a:pt x="3685" y="2857"/>
                </a:cubicBezTo>
                <a:cubicBezTo>
                  <a:pt x="3686" y="2856"/>
                  <a:pt x="3687" y="2856"/>
                  <a:pt x="3688" y="2855"/>
                </a:cubicBezTo>
                <a:cubicBezTo>
                  <a:pt x="3760" y="2855"/>
                  <a:pt x="3819" y="2882"/>
                  <a:pt x="3885" y="2910"/>
                </a:cubicBezTo>
                <a:cubicBezTo>
                  <a:pt x="3958" y="2941"/>
                  <a:pt x="4003" y="3002"/>
                  <a:pt x="4062" y="3051"/>
                </a:cubicBezTo>
                <a:cubicBezTo>
                  <a:pt x="4009" y="3079"/>
                  <a:pt x="3956" y="3105"/>
                  <a:pt x="3901" y="3128"/>
                </a:cubicBezTo>
                <a:cubicBezTo>
                  <a:pt x="3905" y="3121"/>
                  <a:pt x="3907" y="3113"/>
                  <a:pt x="3907" y="3105"/>
                </a:cubicBezTo>
                <a:lnTo>
                  <a:pt x="3907" y="3104"/>
                </a:lnTo>
                <a:cubicBezTo>
                  <a:pt x="3907" y="3103"/>
                  <a:pt x="3907" y="3102"/>
                  <a:pt x="3906" y="3101"/>
                </a:cubicBezTo>
                <a:cubicBezTo>
                  <a:pt x="3906" y="3101"/>
                  <a:pt x="3905" y="3099"/>
                  <a:pt x="3904" y="3099"/>
                </a:cubicBezTo>
                <a:cubicBezTo>
                  <a:pt x="3903" y="3098"/>
                  <a:pt x="3902" y="3098"/>
                  <a:pt x="3901" y="3098"/>
                </a:cubicBezTo>
                <a:cubicBezTo>
                  <a:pt x="3900" y="3098"/>
                  <a:pt x="3899" y="3098"/>
                  <a:pt x="3898" y="3099"/>
                </a:cubicBezTo>
                <a:cubicBezTo>
                  <a:pt x="3897" y="3099"/>
                  <a:pt x="3896" y="3100"/>
                  <a:pt x="3896" y="3101"/>
                </a:cubicBezTo>
                <a:cubicBezTo>
                  <a:pt x="3895" y="3102"/>
                  <a:pt x="3895" y="3103"/>
                  <a:pt x="3895" y="3104"/>
                </a:cubicBezTo>
                <a:moveTo>
                  <a:pt x="3914" y="2420"/>
                </a:moveTo>
                <a:cubicBezTo>
                  <a:pt x="3918" y="2407"/>
                  <a:pt x="3921" y="2414"/>
                  <a:pt x="3922" y="2420"/>
                </a:cubicBezTo>
                <a:lnTo>
                  <a:pt x="3914" y="2420"/>
                </a:lnTo>
                <a:moveTo>
                  <a:pt x="4274" y="2908"/>
                </a:moveTo>
                <a:cubicBezTo>
                  <a:pt x="4275" y="2910"/>
                  <a:pt x="4275" y="2912"/>
                  <a:pt x="4276" y="2913"/>
                </a:cubicBezTo>
                <a:cubicBezTo>
                  <a:pt x="4277" y="2914"/>
                  <a:pt x="4277" y="2915"/>
                  <a:pt x="4278" y="2916"/>
                </a:cubicBezTo>
                <a:lnTo>
                  <a:pt x="4268" y="2923"/>
                </a:lnTo>
                <a:cubicBezTo>
                  <a:pt x="4270" y="2918"/>
                  <a:pt x="4272" y="2913"/>
                  <a:pt x="4274" y="2908"/>
                </a:cubicBezTo>
                <a:moveTo>
                  <a:pt x="2711" y="1901"/>
                </a:moveTo>
                <a:cubicBezTo>
                  <a:pt x="2744" y="1953"/>
                  <a:pt x="2757" y="2014"/>
                  <a:pt x="2780" y="2070"/>
                </a:cubicBezTo>
                <a:cubicBezTo>
                  <a:pt x="2808" y="2138"/>
                  <a:pt x="2798" y="2202"/>
                  <a:pt x="2774" y="2264"/>
                </a:cubicBezTo>
                <a:cubicBezTo>
                  <a:pt x="2774" y="2258"/>
                  <a:pt x="2773" y="2252"/>
                  <a:pt x="2773" y="2246"/>
                </a:cubicBezTo>
                <a:cubicBezTo>
                  <a:pt x="2773" y="2233"/>
                  <a:pt x="2772" y="2221"/>
                  <a:pt x="2771" y="2208"/>
                </a:cubicBezTo>
                <a:cubicBezTo>
                  <a:pt x="2771" y="2191"/>
                  <a:pt x="2759" y="2177"/>
                  <a:pt x="2759" y="2160"/>
                </a:cubicBezTo>
                <a:cubicBezTo>
                  <a:pt x="2759" y="2156"/>
                  <a:pt x="2751" y="2155"/>
                  <a:pt x="2751" y="2160"/>
                </a:cubicBezTo>
                <a:cubicBezTo>
                  <a:pt x="2751" y="2173"/>
                  <a:pt x="2756" y="2185"/>
                  <a:pt x="2755" y="2199"/>
                </a:cubicBezTo>
                <a:cubicBezTo>
                  <a:pt x="2755" y="2208"/>
                  <a:pt x="2752" y="2218"/>
                  <a:pt x="2751" y="2227"/>
                </a:cubicBezTo>
                <a:cubicBezTo>
                  <a:pt x="2751" y="2240"/>
                  <a:pt x="2750" y="2254"/>
                  <a:pt x="2750" y="2267"/>
                </a:cubicBezTo>
                <a:cubicBezTo>
                  <a:pt x="2750" y="2280"/>
                  <a:pt x="2751" y="2294"/>
                  <a:pt x="2751" y="2307"/>
                </a:cubicBezTo>
                <a:cubicBezTo>
                  <a:pt x="2751" y="2309"/>
                  <a:pt x="2752" y="2310"/>
                  <a:pt x="2753" y="2312"/>
                </a:cubicBezTo>
                <a:cubicBezTo>
                  <a:pt x="2753" y="2312"/>
                  <a:pt x="2753" y="2313"/>
                  <a:pt x="2754" y="2313"/>
                </a:cubicBezTo>
                <a:lnTo>
                  <a:pt x="2749" y="2325"/>
                </a:lnTo>
                <a:cubicBezTo>
                  <a:pt x="2749" y="2313"/>
                  <a:pt x="2748" y="2301"/>
                  <a:pt x="2747" y="2290"/>
                </a:cubicBezTo>
                <a:cubicBezTo>
                  <a:pt x="2745" y="2263"/>
                  <a:pt x="2734" y="2236"/>
                  <a:pt x="2733" y="2209"/>
                </a:cubicBezTo>
                <a:cubicBezTo>
                  <a:pt x="2733" y="2208"/>
                  <a:pt x="2733" y="2207"/>
                  <a:pt x="2733" y="2205"/>
                </a:cubicBezTo>
                <a:cubicBezTo>
                  <a:pt x="2733" y="2196"/>
                  <a:pt x="2732" y="2186"/>
                  <a:pt x="2728" y="2177"/>
                </a:cubicBezTo>
                <a:cubicBezTo>
                  <a:pt x="2727" y="2176"/>
                  <a:pt x="2727" y="2176"/>
                  <a:pt x="2726" y="2175"/>
                </a:cubicBezTo>
                <a:lnTo>
                  <a:pt x="2725" y="2175"/>
                </a:lnTo>
                <a:cubicBezTo>
                  <a:pt x="2724" y="2175"/>
                  <a:pt x="2723" y="2175"/>
                  <a:pt x="2723" y="2175"/>
                </a:cubicBezTo>
                <a:cubicBezTo>
                  <a:pt x="2722" y="2176"/>
                  <a:pt x="2722" y="2176"/>
                  <a:pt x="2721" y="2177"/>
                </a:cubicBezTo>
                <a:lnTo>
                  <a:pt x="2721" y="2178"/>
                </a:lnTo>
                <a:cubicBezTo>
                  <a:pt x="2721" y="2179"/>
                  <a:pt x="2721" y="2179"/>
                  <a:pt x="2721" y="2180"/>
                </a:cubicBezTo>
                <a:cubicBezTo>
                  <a:pt x="2723" y="2186"/>
                  <a:pt x="2724" y="2192"/>
                  <a:pt x="2724" y="2199"/>
                </a:cubicBezTo>
                <a:cubicBezTo>
                  <a:pt x="2724" y="2205"/>
                  <a:pt x="2723" y="2212"/>
                  <a:pt x="2721" y="2219"/>
                </a:cubicBezTo>
                <a:cubicBezTo>
                  <a:pt x="2718" y="2242"/>
                  <a:pt x="2725" y="2266"/>
                  <a:pt x="2723" y="2290"/>
                </a:cubicBezTo>
                <a:cubicBezTo>
                  <a:pt x="2720" y="2321"/>
                  <a:pt x="2717" y="2352"/>
                  <a:pt x="2716" y="2383"/>
                </a:cubicBezTo>
                <a:cubicBezTo>
                  <a:pt x="2716" y="2384"/>
                  <a:pt x="2716" y="2384"/>
                  <a:pt x="2716" y="2385"/>
                </a:cubicBezTo>
                <a:cubicBezTo>
                  <a:pt x="2716" y="2386"/>
                  <a:pt x="2716" y="2386"/>
                  <a:pt x="2716" y="2387"/>
                </a:cubicBezTo>
                <a:cubicBezTo>
                  <a:pt x="2717" y="2388"/>
                  <a:pt x="2716" y="2387"/>
                  <a:pt x="2716" y="2387"/>
                </a:cubicBezTo>
                <a:cubicBezTo>
                  <a:pt x="2709" y="2400"/>
                  <a:pt x="2701" y="2413"/>
                  <a:pt x="2692" y="2426"/>
                </a:cubicBezTo>
                <a:cubicBezTo>
                  <a:pt x="2705" y="2371"/>
                  <a:pt x="2698" y="2319"/>
                  <a:pt x="2694" y="2261"/>
                </a:cubicBezTo>
                <a:cubicBezTo>
                  <a:pt x="2694" y="2260"/>
                  <a:pt x="2694" y="2259"/>
                  <a:pt x="2694" y="2259"/>
                </a:cubicBezTo>
                <a:cubicBezTo>
                  <a:pt x="2693" y="2258"/>
                  <a:pt x="2693" y="2258"/>
                  <a:pt x="2692" y="2257"/>
                </a:cubicBezTo>
                <a:cubicBezTo>
                  <a:pt x="2691" y="2256"/>
                  <a:pt x="2691" y="2256"/>
                  <a:pt x="2690" y="2256"/>
                </a:cubicBezTo>
                <a:cubicBezTo>
                  <a:pt x="2689" y="2256"/>
                  <a:pt x="2689" y="2256"/>
                  <a:pt x="2688" y="2257"/>
                </a:cubicBezTo>
                <a:cubicBezTo>
                  <a:pt x="2687" y="2258"/>
                  <a:pt x="2686" y="2258"/>
                  <a:pt x="2686" y="2259"/>
                </a:cubicBezTo>
                <a:cubicBezTo>
                  <a:pt x="2686" y="2259"/>
                  <a:pt x="2685" y="2260"/>
                  <a:pt x="2685" y="2261"/>
                </a:cubicBezTo>
                <a:cubicBezTo>
                  <a:pt x="2683" y="2294"/>
                  <a:pt x="2678" y="2326"/>
                  <a:pt x="2677" y="2360"/>
                </a:cubicBezTo>
                <a:cubicBezTo>
                  <a:pt x="2676" y="2393"/>
                  <a:pt x="2661" y="2426"/>
                  <a:pt x="2656" y="2459"/>
                </a:cubicBezTo>
                <a:cubicBezTo>
                  <a:pt x="2648" y="2464"/>
                  <a:pt x="2640" y="2470"/>
                  <a:pt x="2631" y="2475"/>
                </a:cubicBezTo>
                <a:cubicBezTo>
                  <a:pt x="2641" y="2448"/>
                  <a:pt x="2648" y="2420"/>
                  <a:pt x="2651" y="2392"/>
                </a:cubicBezTo>
                <a:cubicBezTo>
                  <a:pt x="2654" y="2365"/>
                  <a:pt x="2654" y="2336"/>
                  <a:pt x="2658" y="2309"/>
                </a:cubicBezTo>
                <a:cubicBezTo>
                  <a:pt x="2658" y="2308"/>
                  <a:pt x="2658" y="2307"/>
                  <a:pt x="2658" y="2307"/>
                </a:cubicBezTo>
                <a:cubicBezTo>
                  <a:pt x="2658" y="2306"/>
                  <a:pt x="2657" y="2306"/>
                  <a:pt x="2657" y="2306"/>
                </a:cubicBezTo>
                <a:cubicBezTo>
                  <a:pt x="2656" y="2305"/>
                  <a:pt x="2656" y="2305"/>
                  <a:pt x="2655" y="2305"/>
                </a:cubicBezTo>
                <a:cubicBezTo>
                  <a:pt x="2654" y="2305"/>
                  <a:pt x="2654" y="2305"/>
                  <a:pt x="2653" y="2306"/>
                </a:cubicBezTo>
                <a:cubicBezTo>
                  <a:pt x="2653" y="2306"/>
                  <a:pt x="2652" y="2306"/>
                  <a:pt x="2652" y="2307"/>
                </a:cubicBezTo>
                <a:cubicBezTo>
                  <a:pt x="2639" y="2373"/>
                  <a:pt x="2617" y="2437"/>
                  <a:pt x="2586" y="2498"/>
                </a:cubicBezTo>
                <a:lnTo>
                  <a:pt x="2572" y="2505"/>
                </a:lnTo>
                <a:lnTo>
                  <a:pt x="2555" y="2502"/>
                </a:lnTo>
                <a:cubicBezTo>
                  <a:pt x="2619" y="2445"/>
                  <a:pt x="2630" y="2325"/>
                  <a:pt x="2614" y="2249"/>
                </a:cubicBezTo>
                <a:cubicBezTo>
                  <a:pt x="2614" y="2247"/>
                  <a:pt x="2612" y="2248"/>
                  <a:pt x="2612" y="2249"/>
                </a:cubicBezTo>
                <a:cubicBezTo>
                  <a:pt x="2598" y="2337"/>
                  <a:pt x="2589" y="2434"/>
                  <a:pt x="2515" y="2497"/>
                </a:cubicBezTo>
                <a:lnTo>
                  <a:pt x="2503" y="2497"/>
                </a:lnTo>
                <a:cubicBezTo>
                  <a:pt x="2568" y="2438"/>
                  <a:pt x="2565" y="2334"/>
                  <a:pt x="2554" y="2252"/>
                </a:cubicBezTo>
                <a:cubicBezTo>
                  <a:pt x="2554" y="2249"/>
                  <a:pt x="2549" y="2250"/>
                  <a:pt x="2548" y="2252"/>
                </a:cubicBezTo>
                <a:cubicBezTo>
                  <a:pt x="2543" y="2321"/>
                  <a:pt x="2537" y="2412"/>
                  <a:pt x="2489" y="2465"/>
                </a:cubicBezTo>
                <a:cubicBezTo>
                  <a:pt x="2494" y="2448"/>
                  <a:pt x="2496" y="2429"/>
                  <a:pt x="2496" y="2411"/>
                </a:cubicBezTo>
                <a:cubicBezTo>
                  <a:pt x="2496" y="2404"/>
                  <a:pt x="2496" y="2398"/>
                  <a:pt x="2495" y="2392"/>
                </a:cubicBezTo>
                <a:cubicBezTo>
                  <a:pt x="2495" y="2386"/>
                  <a:pt x="2494" y="2380"/>
                  <a:pt x="2494" y="2374"/>
                </a:cubicBezTo>
                <a:cubicBezTo>
                  <a:pt x="2494" y="2364"/>
                  <a:pt x="2495" y="2354"/>
                  <a:pt x="2497" y="2344"/>
                </a:cubicBezTo>
                <a:cubicBezTo>
                  <a:pt x="2503" y="2313"/>
                  <a:pt x="2491" y="2273"/>
                  <a:pt x="2490" y="2241"/>
                </a:cubicBezTo>
                <a:cubicBezTo>
                  <a:pt x="2490" y="2237"/>
                  <a:pt x="2483" y="2237"/>
                  <a:pt x="2483" y="2241"/>
                </a:cubicBezTo>
                <a:cubicBezTo>
                  <a:pt x="2480" y="2322"/>
                  <a:pt x="2459" y="2393"/>
                  <a:pt x="2443" y="2469"/>
                </a:cubicBezTo>
                <a:cubicBezTo>
                  <a:pt x="2440" y="2458"/>
                  <a:pt x="2437" y="2446"/>
                  <a:pt x="2434" y="2435"/>
                </a:cubicBezTo>
                <a:cubicBezTo>
                  <a:pt x="2436" y="2434"/>
                  <a:pt x="2438" y="2431"/>
                  <a:pt x="2439" y="2430"/>
                </a:cubicBezTo>
                <a:cubicBezTo>
                  <a:pt x="2440" y="2428"/>
                  <a:pt x="2440" y="2427"/>
                  <a:pt x="2440" y="2425"/>
                </a:cubicBezTo>
                <a:cubicBezTo>
                  <a:pt x="2440" y="2424"/>
                  <a:pt x="2440" y="2422"/>
                  <a:pt x="2440" y="2421"/>
                </a:cubicBezTo>
                <a:cubicBezTo>
                  <a:pt x="2441" y="2390"/>
                  <a:pt x="2447" y="2358"/>
                  <a:pt x="2448" y="2327"/>
                </a:cubicBezTo>
                <a:cubicBezTo>
                  <a:pt x="2450" y="2281"/>
                  <a:pt x="2443" y="2233"/>
                  <a:pt x="2443" y="2187"/>
                </a:cubicBezTo>
                <a:cubicBezTo>
                  <a:pt x="2443" y="2181"/>
                  <a:pt x="2434" y="2180"/>
                  <a:pt x="2434" y="2187"/>
                </a:cubicBezTo>
                <a:cubicBezTo>
                  <a:pt x="2434" y="2228"/>
                  <a:pt x="2434" y="2269"/>
                  <a:pt x="2430" y="2310"/>
                </a:cubicBezTo>
                <a:cubicBezTo>
                  <a:pt x="2426" y="2336"/>
                  <a:pt x="2422" y="2361"/>
                  <a:pt x="2415" y="2386"/>
                </a:cubicBezTo>
                <a:cubicBezTo>
                  <a:pt x="2413" y="2381"/>
                  <a:pt x="2410" y="2375"/>
                  <a:pt x="2407" y="2369"/>
                </a:cubicBezTo>
                <a:cubicBezTo>
                  <a:pt x="2409" y="2368"/>
                  <a:pt x="2410" y="2367"/>
                  <a:pt x="2411" y="2365"/>
                </a:cubicBezTo>
                <a:cubicBezTo>
                  <a:pt x="2412" y="2364"/>
                  <a:pt x="2412" y="2363"/>
                  <a:pt x="2413" y="2361"/>
                </a:cubicBezTo>
                <a:cubicBezTo>
                  <a:pt x="2424" y="2314"/>
                  <a:pt x="2410" y="2262"/>
                  <a:pt x="2408" y="2214"/>
                </a:cubicBezTo>
                <a:cubicBezTo>
                  <a:pt x="2408" y="2210"/>
                  <a:pt x="2400" y="2210"/>
                  <a:pt x="2400" y="2214"/>
                </a:cubicBezTo>
                <a:cubicBezTo>
                  <a:pt x="2400" y="2240"/>
                  <a:pt x="2398" y="2265"/>
                  <a:pt x="2394" y="2291"/>
                </a:cubicBezTo>
                <a:cubicBezTo>
                  <a:pt x="2391" y="2306"/>
                  <a:pt x="2389" y="2321"/>
                  <a:pt x="2388" y="2337"/>
                </a:cubicBezTo>
                <a:cubicBezTo>
                  <a:pt x="2383" y="2330"/>
                  <a:pt x="2379" y="2324"/>
                  <a:pt x="2374" y="2318"/>
                </a:cubicBezTo>
                <a:cubicBezTo>
                  <a:pt x="2375" y="2318"/>
                  <a:pt x="2375" y="2317"/>
                  <a:pt x="2376" y="2316"/>
                </a:cubicBezTo>
                <a:cubicBezTo>
                  <a:pt x="2376" y="2315"/>
                  <a:pt x="2376" y="2315"/>
                  <a:pt x="2377" y="2314"/>
                </a:cubicBezTo>
                <a:cubicBezTo>
                  <a:pt x="2378" y="2307"/>
                  <a:pt x="2378" y="2300"/>
                  <a:pt x="2378" y="2294"/>
                </a:cubicBezTo>
                <a:cubicBezTo>
                  <a:pt x="2378" y="2287"/>
                  <a:pt x="2378" y="2281"/>
                  <a:pt x="2377" y="2275"/>
                </a:cubicBezTo>
                <a:cubicBezTo>
                  <a:pt x="2375" y="2260"/>
                  <a:pt x="2372" y="2246"/>
                  <a:pt x="2371" y="2231"/>
                </a:cubicBezTo>
                <a:cubicBezTo>
                  <a:pt x="2371" y="2227"/>
                  <a:pt x="2363" y="2227"/>
                  <a:pt x="2362" y="2231"/>
                </a:cubicBezTo>
                <a:cubicBezTo>
                  <a:pt x="2361" y="2246"/>
                  <a:pt x="2357" y="2260"/>
                  <a:pt x="2356" y="2274"/>
                </a:cubicBezTo>
                <a:cubicBezTo>
                  <a:pt x="2356" y="2281"/>
                  <a:pt x="2355" y="2287"/>
                  <a:pt x="2354" y="2294"/>
                </a:cubicBezTo>
                <a:cubicBezTo>
                  <a:pt x="2349" y="2289"/>
                  <a:pt x="2345" y="2284"/>
                  <a:pt x="2340" y="2279"/>
                </a:cubicBezTo>
                <a:cubicBezTo>
                  <a:pt x="2340" y="2278"/>
                  <a:pt x="2341" y="2276"/>
                  <a:pt x="2341" y="2275"/>
                </a:cubicBezTo>
                <a:cubicBezTo>
                  <a:pt x="2341" y="2273"/>
                  <a:pt x="2340" y="2273"/>
                  <a:pt x="2340" y="2272"/>
                </a:cubicBezTo>
                <a:lnTo>
                  <a:pt x="2337" y="2266"/>
                </a:lnTo>
                <a:cubicBezTo>
                  <a:pt x="2337" y="2265"/>
                  <a:pt x="2336" y="2265"/>
                  <a:pt x="2335" y="2264"/>
                </a:cubicBezTo>
                <a:lnTo>
                  <a:pt x="2334" y="2264"/>
                </a:lnTo>
                <a:cubicBezTo>
                  <a:pt x="2330" y="2228"/>
                  <a:pt x="2339" y="2190"/>
                  <a:pt x="2326" y="2154"/>
                </a:cubicBezTo>
                <a:cubicBezTo>
                  <a:pt x="2324" y="2148"/>
                  <a:pt x="2314" y="2150"/>
                  <a:pt x="2316" y="2157"/>
                </a:cubicBezTo>
                <a:cubicBezTo>
                  <a:pt x="2323" y="2176"/>
                  <a:pt x="2315" y="2196"/>
                  <a:pt x="2315" y="2216"/>
                </a:cubicBezTo>
                <a:cubicBezTo>
                  <a:pt x="2315" y="2228"/>
                  <a:pt x="2313" y="2241"/>
                  <a:pt x="2313" y="2255"/>
                </a:cubicBezTo>
                <a:lnTo>
                  <a:pt x="2297" y="2242"/>
                </a:lnTo>
                <a:cubicBezTo>
                  <a:pt x="2298" y="2242"/>
                  <a:pt x="2298" y="2241"/>
                  <a:pt x="2298" y="2240"/>
                </a:cubicBezTo>
                <a:cubicBezTo>
                  <a:pt x="2299" y="2234"/>
                  <a:pt x="2300" y="2227"/>
                  <a:pt x="2300" y="2221"/>
                </a:cubicBezTo>
                <a:cubicBezTo>
                  <a:pt x="2300" y="2213"/>
                  <a:pt x="2299" y="2204"/>
                  <a:pt x="2297" y="2196"/>
                </a:cubicBezTo>
                <a:cubicBezTo>
                  <a:pt x="2296" y="2181"/>
                  <a:pt x="2293" y="2167"/>
                  <a:pt x="2286" y="2154"/>
                </a:cubicBezTo>
                <a:cubicBezTo>
                  <a:pt x="2284" y="2151"/>
                  <a:pt x="2278" y="2154"/>
                  <a:pt x="2280" y="2157"/>
                </a:cubicBezTo>
                <a:cubicBezTo>
                  <a:pt x="2285" y="2170"/>
                  <a:pt x="2276" y="2192"/>
                  <a:pt x="2274" y="2207"/>
                </a:cubicBezTo>
                <a:cubicBezTo>
                  <a:pt x="2273" y="2212"/>
                  <a:pt x="2273" y="2217"/>
                  <a:pt x="2273" y="2222"/>
                </a:cubicBezTo>
                <a:cubicBezTo>
                  <a:pt x="2273" y="2223"/>
                  <a:pt x="2273" y="2224"/>
                  <a:pt x="2273" y="2225"/>
                </a:cubicBezTo>
                <a:lnTo>
                  <a:pt x="2262" y="2218"/>
                </a:lnTo>
                <a:cubicBezTo>
                  <a:pt x="2262" y="2217"/>
                  <a:pt x="2262" y="2216"/>
                  <a:pt x="2262" y="2215"/>
                </a:cubicBezTo>
                <a:cubicBezTo>
                  <a:pt x="2262" y="2215"/>
                  <a:pt x="2262" y="2214"/>
                  <a:pt x="2262" y="2213"/>
                </a:cubicBezTo>
                <a:cubicBezTo>
                  <a:pt x="2257" y="2193"/>
                  <a:pt x="2252" y="2174"/>
                  <a:pt x="2245" y="2154"/>
                </a:cubicBezTo>
                <a:cubicBezTo>
                  <a:pt x="2238" y="2132"/>
                  <a:pt x="2233" y="2109"/>
                  <a:pt x="2230" y="2086"/>
                </a:cubicBezTo>
                <a:lnTo>
                  <a:pt x="2230" y="2085"/>
                </a:lnTo>
                <a:cubicBezTo>
                  <a:pt x="2229" y="2084"/>
                  <a:pt x="2229" y="2084"/>
                  <a:pt x="2229" y="2084"/>
                </a:cubicBezTo>
                <a:cubicBezTo>
                  <a:pt x="2228" y="2084"/>
                  <a:pt x="2228" y="2083"/>
                  <a:pt x="2227" y="2083"/>
                </a:cubicBezTo>
                <a:cubicBezTo>
                  <a:pt x="2227" y="2083"/>
                  <a:pt x="2227" y="2084"/>
                  <a:pt x="2226" y="2084"/>
                </a:cubicBezTo>
                <a:lnTo>
                  <a:pt x="2225" y="2085"/>
                </a:lnTo>
                <a:lnTo>
                  <a:pt x="2225" y="2086"/>
                </a:lnTo>
                <a:cubicBezTo>
                  <a:pt x="2225" y="2093"/>
                  <a:pt x="2219" y="2115"/>
                  <a:pt x="2223" y="2122"/>
                </a:cubicBezTo>
                <a:cubicBezTo>
                  <a:pt x="2227" y="2129"/>
                  <a:pt x="2221" y="2140"/>
                  <a:pt x="2223" y="2148"/>
                </a:cubicBezTo>
                <a:cubicBezTo>
                  <a:pt x="2225" y="2159"/>
                  <a:pt x="2226" y="2170"/>
                  <a:pt x="2226" y="2181"/>
                </a:cubicBezTo>
                <a:cubicBezTo>
                  <a:pt x="2226" y="2186"/>
                  <a:pt x="2228" y="2192"/>
                  <a:pt x="2230" y="2197"/>
                </a:cubicBezTo>
                <a:lnTo>
                  <a:pt x="2217" y="2190"/>
                </a:lnTo>
                <a:cubicBezTo>
                  <a:pt x="2218" y="2189"/>
                  <a:pt x="2218" y="2187"/>
                  <a:pt x="2218" y="2186"/>
                </a:cubicBezTo>
                <a:cubicBezTo>
                  <a:pt x="2218" y="2184"/>
                  <a:pt x="2218" y="2182"/>
                  <a:pt x="2217" y="2181"/>
                </a:cubicBezTo>
                <a:cubicBezTo>
                  <a:pt x="2216" y="2179"/>
                  <a:pt x="2215" y="2178"/>
                  <a:pt x="2214" y="2177"/>
                </a:cubicBezTo>
                <a:cubicBezTo>
                  <a:pt x="2208" y="2166"/>
                  <a:pt x="2197" y="2158"/>
                  <a:pt x="2196" y="2144"/>
                </a:cubicBezTo>
                <a:cubicBezTo>
                  <a:pt x="2195" y="2141"/>
                  <a:pt x="2195" y="2139"/>
                  <a:pt x="2193" y="2137"/>
                </a:cubicBezTo>
                <a:cubicBezTo>
                  <a:pt x="2192" y="2135"/>
                  <a:pt x="2191" y="2134"/>
                  <a:pt x="2190" y="2132"/>
                </a:cubicBezTo>
                <a:cubicBezTo>
                  <a:pt x="2189" y="2131"/>
                  <a:pt x="2183" y="2113"/>
                  <a:pt x="2183" y="2113"/>
                </a:cubicBezTo>
                <a:cubicBezTo>
                  <a:pt x="2182" y="2113"/>
                  <a:pt x="2175" y="2110"/>
                  <a:pt x="2176" y="2114"/>
                </a:cubicBezTo>
                <a:cubicBezTo>
                  <a:pt x="2177" y="2117"/>
                  <a:pt x="2177" y="2121"/>
                  <a:pt x="2177" y="2124"/>
                </a:cubicBezTo>
                <a:cubicBezTo>
                  <a:pt x="2177" y="2127"/>
                  <a:pt x="2177" y="2131"/>
                  <a:pt x="2176" y="2134"/>
                </a:cubicBezTo>
                <a:cubicBezTo>
                  <a:pt x="2175" y="2138"/>
                  <a:pt x="2177" y="2143"/>
                  <a:pt x="2176" y="2148"/>
                </a:cubicBezTo>
                <a:cubicBezTo>
                  <a:pt x="2176" y="2156"/>
                  <a:pt x="2178" y="2163"/>
                  <a:pt x="2182" y="2170"/>
                </a:cubicBezTo>
                <a:cubicBezTo>
                  <a:pt x="2183" y="2172"/>
                  <a:pt x="2184" y="2173"/>
                  <a:pt x="2185" y="2175"/>
                </a:cubicBezTo>
                <a:lnTo>
                  <a:pt x="2160" y="2163"/>
                </a:lnTo>
                <a:cubicBezTo>
                  <a:pt x="2157" y="2155"/>
                  <a:pt x="2155" y="2146"/>
                  <a:pt x="2155" y="2137"/>
                </a:cubicBezTo>
                <a:cubicBezTo>
                  <a:pt x="2154" y="2129"/>
                  <a:pt x="2154" y="2120"/>
                  <a:pt x="2152" y="2112"/>
                </a:cubicBezTo>
                <a:cubicBezTo>
                  <a:pt x="2152" y="2106"/>
                  <a:pt x="2151" y="2100"/>
                  <a:pt x="2151" y="2094"/>
                </a:cubicBezTo>
                <a:cubicBezTo>
                  <a:pt x="2151" y="2079"/>
                  <a:pt x="2153" y="2064"/>
                  <a:pt x="2155" y="2049"/>
                </a:cubicBezTo>
                <a:cubicBezTo>
                  <a:pt x="2155" y="2043"/>
                  <a:pt x="2147" y="2043"/>
                  <a:pt x="2146" y="2049"/>
                </a:cubicBezTo>
                <a:cubicBezTo>
                  <a:pt x="2139" y="2082"/>
                  <a:pt x="2136" y="2116"/>
                  <a:pt x="2136" y="2150"/>
                </a:cubicBezTo>
                <a:cubicBezTo>
                  <a:pt x="2136" y="2151"/>
                  <a:pt x="2136" y="2152"/>
                  <a:pt x="2136" y="2153"/>
                </a:cubicBezTo>
                <a:cubicBezTo>
                  <a:pt x="2127" y="2149"/>
                  <a:pt x="2119" y="2146"/>
                  <a:pt x="2110" y="2144"/>
                </a:cubicBezTo>
                <a:cubicBezTo>
                  <a:pt x="2110" y="2142"/>
                  <a:pt x="2110" y="2141"/>
                  <a:pt x="2109" y="2140"/>
                </a:cubicBezTo>
                <a:cubicBezTo>
                  <a:pt x="2108" y="2139"/>
                  <a:pt x="2108" y="2139"/>
                  <a:pt x="2107" y="2138"/>
                </a:cubicBezTo>
                <a:cubicBezTo>
                  <a:pt x="2103" y="2131"/>
                  <a:pt x="2101" y="2124"/>
                  <a:pt x="2101" y="2116"/>
                </a:cubicBezTo>
                <a:cubicBezTo>
                  <a:pt x="2099" y="2103"/>
                  <a:pt x="2097" y="2090"/>
                  <a:pt x="2096" y="2077"/>
                </a:cubicBezTo>
                <a:cubicBezTo>
                  <a:pt x="2096" y="2072"/>
                  <a:pt x="2088" y="2072"/>
                  <a:pt x="2088" y="2077"/>
                </a:cubicBezTo>
                <a:cubicBezTo>
                  <a:pt x="2087" y="2094"/>
                  <a:pt x="2082" y="2110"/>
                  <a:pt x="2081" y="2127"/>
                </a:cubicBezTo>
                <a:cubicBezTo>
                  <a:pt x="2081" y="2129"/>
                  <a:pt x="2081" y="2131"/>
                  <a:pt x="2081" y="2132"/>
                </a:cubicBezTo>
                <a:cubicBezTo>
                  <a:pt x="2081" y="2134"/>
                  <a:pt x="2081" y="2135"/>
                  <a:pt x="2081" y="2137"/>
                </a:cubicBezTo>
                <a:cubicBezTo>
                  <a:pt x="2072" y="2135"/>
                  <a:pt x="2062" y="2134"/>
                  <a:pt x="2053" y="2133"/>
                </a:cubicBezTo>
                <a:cubicBezTo>
                  <a:pt x="2042" y="2004"/>
                  <a:pt x="2121" y="1871"/>
                  <a:pt x="2214" y="1787"/>
                </a:cubicBezTo>
                <a:cubicBezTo>
                  <a:pt x="2355" y="1657"/>
                  <a:pt x="2617" y="1753"/>
                  <a:pt x="2711" y="1901"/>
                </a:cubicBezTo>
                <a:moveTo>
                  <a:pt x="2502" y="1724"/>
                </a:moveTo>
                <a:cubicBezTo>
                  <a:pt x="2488" y="1719"/>
                  <a:pt x="2473" y="1715"/>
                  <a:pt x="2457" y="1711"/>
                </a:cubicBezTo>
                <a:cubicBezTo>
                  <a:pt x="2403" y="1698"/>
                  <a:pt x="2319" y="1697"/>
                  <a:pt x="2263" y="1724"/>
                </a:cubicBezTo>
                <a:cubicBezTo>
                  <a:pt x="2148" y="1709"/>
                  <a:pt x="2036" y="1737"/>
                  <a:pt x="1921" y="1730"/>
                </a:cubicBezTo>
                <a:cubicBezTo>
                  <a:pt x="1801" y="1723"/>
                  <a:pt x="1681" y="1744"/>
                  <a:pt x="1561" y="1750"/>
                </a:cubicBezTo>
                <a:cubicBezTo>
                  <a:pt x="1514" y="1752"/>
                  <a:pt x="1467" y="1765"/>
                  <a:pt x="1420" y="1771"/>
                </a:cubicBezTo>
                <a:cubicBezTo>
                  <a:pt x="1365" y="1778"/>
                  <a:pt x="1308" y="1780"/>
                  <a:pt x="1253" y="1791"/>
                </a:cubicBezTo>
                <a:cubicBezTo>
                  <a:pt x="1159" y="1808"/>
                  <a:pt x="1068" y="1830"/>
                  <a:pt x="976" y="1854"/>
                </a:cubicBezTo>
                <a:cubicBezTo>
                  <a:pt x="1003" y="1777"/>
                  <a:pt x="1034" y="1701"/>
                  <a:pt x="1072" y="1628"/>
                </a:cubicBezTo>
                <a:cubicBezTo>
                  <a:pt x="1096" y="1579"/>
                  <a:pt x="1119" y="1527"/>
                  <a:pt x="1141" y="1477"/>
                </a:cubicBezTo>
                <a:cubicBezTo>
                  <a:pt x="1167" y="1425"/>
                  <a:pt x="1189" y="1372"/>
                  <a:pt x="1207" y="1317"/>
                </a:cubicBezTo>
                <a:cubicBezTo>
                  <a:pt x="1236" y="1261"/>
                  <a:pt x="1283" y="1211"/>
                  <a:pt x="1309" y="1154"/>
                </a:cubicBezTo>
                <a:lnTo>
                  <a:pt x="1320" y="1138"/>
                </a:lnTo>
                <a:cubicBezTo>
                  <a:pt x="1465" y="961"/>
                  <a:pt x="1581" y="760"/>
                  <a:pt x="1731" y="586"/>
                </a:cubicBezTo>
                <a:cubicBezTo>
                  <a:pt x="1740" y="577"/>
                  <a:pt x="1749" y="569"/>
                  <a:pt x="1759" y="561"/>
                </a:cubicBezTo>
                <a:cubicBezTo>
                  <a:pt x="1791" y="535"/>
                  <a:pt x="1820" y="505"/>
                  <a:pt x="1852" y="478"/>
                </a:cubicBezTo>
                <a:cubicBezTo>
                  <a:pt x="1867" y="465"/>
                  <a:pt x="1887" y="458"/>
                  <a:pt x="1901" y="443"/>
                </a:cubicBezTo>
                <a:cubicBezTo>
                  <a:pt x="1960" y="383"/>
                  <a:pt x="2058" y="339"/>
                  <a:pt x="2130" y="296"/>
                </a:cubicBezTo>
                <a:cubicBezTo>
                  <a:pt x="2132" y="295"/>
                  <a:pt x="2135" y="294"/>
                  <a:pt x="2137" y="292"/>
                </a:cubicBezTo>
                <a:cubicBezTo>
                  <a:pt x="2239" y="233"/>
                  <a:pt x="2350" y="189"/>
                  <a:pt x="2466" y="162"/>
                </a:cubicBezTo>
                <a:cubicBezTo>
                  <a:pt x="2556" y="138"/>
                  <a:pt x="2648" y="125"/>
                  <a:pt x="2741" y="122"/>
                </a:cubicBezTo>
                <a:cubicBezTo>
                  <a:pt x="2760" y="120"/>
                  <a:pt x="2778" y="119"/>
                  <a:pt x="2797" y="119"/>
                </a:cubicBezTo>
                <a:cubicBezTo>
                  <a:pt x="2826" y="119"/>
                  <a:pt x="2856" y="121"/>
                  <a:pt x="2885" y="125"/>
                </a:cubicBezTo>
                <a:lnTo>
                  <a:pt x="2886" y="126"/>
                </a:lnTo>
                <a:lnTo>
                  <a:pt x="2887" y="127"/>
                </a:lnTo>
                <a:cubicBezTo>
                  <a:pt x="2888" y="128"/>
                  <a:pt x="2888" y="128"/>
                  <a:pt x="2888" y="128"/>
                </a:cubicBezTo>
                <a:cubicBezTo>
                  <a:pt x="2911" y="133"/>
                  <a:pt x="2928" y="150"/>
                  <a:pt x="2949" y="159"/>
                </a:cubicBezTo>
                <a:cubicBezTo>
                  <a:pt x="2976" y="169"/>
                  <a:pt x="3003" y="182"/>
                  <a:pt x="3029" y="197"/>
                </a:cubicBezTo>
                <a:cubicBezTo>
                  <a:pt x="3037" y="201"/>
                  <a:pt x="3045" y="206"/>
                  <a:pt x="3053" y="211"/>
                </a:cubicBezTo>
                <a:cubicBezTo>
                  <a:pt x="3084" y="234"/>
                  <a:pt x="3118" y="255"/>
                  <a:pt x="3149" y="277"/>
                </a:cubicBezTo>
                <a:cubicBezTo>
                  <a:pt x="3211" y="321"/>
                  <a:pt x="3251" y="393"/>
                  <a:pt x="3289" y="457"/>
                </a:cubicBezTo>
                <a:cubicBezTo>
                  <a:pt x="3293" y="464"/>
                  <a:pt x="3297" y="471"/>
                  <a:pt x="3301" y="478"/>
                </a:cubicBezTo>
                <a:cubicBezTo>
                  <a:pt x="3375" y="606"/>
                  <a:pt x="3433" y="743"/>
                  <a:pt x="3474" y="886"/>
                </a:cubicBezTo>
                <a:cubicBezTo>
                  <a:pt x="3488" y="960"/>
                  <a:pt x="3506" y="1035"/>
                  <a:pt x="3513" y="1109"/>
                </a:cubicBezTo>
                <a:cubicBezTo>
                  <a:pt x="3527" y="1250"/>
                  <a:pt x="3523" y="1394"/>
                  <a:pt x="3526" y="1536"/>
                </a:cubicBezTo>
                <a:cubicBezTo>
                  <a:pt x="3525" y="1536"/>
                  <a:pt x="3524" y="1536"/>
                  <a:pt x="3523" y="1536"/>
                </a:cubicBezTo>
                <a:cubicBezTo>
                  <a:pt x="3523" y="1536"/>
                  <a:pt x="3522" y="1536"/>
                  <a:pt x="3521" y="1536"/>
                </a:cubicBezTo>
                <a:cubicBezTo>
                  <a:pt x="3406" y="1567"/>
                  <a:pt x="3435" y="1746"/>
                  <a:pt x="3477" y="1829"/>
                </a:cubicBezTo>
                <a:cubicBezTo>
                  <a:pt x="3472" y="1828"/>
                  <a:pt x="3467" y="1827"/>
                  <a:pt x="3461" y="1827"/>
                </a:cubicBezTo>
                <a:cubicBezTo>
                  <a:pt x="3407" y="1824"/>
                  <a:pt x="3352" y="1807"/>
                  <a:pt x="3298" y="1807"/>
                </a:cubicBezTo>
                <a:cubicBezTo>
                  <a:pt x="3235" y="1805"/>
                  <a:pt x="3173" y="1795"/>
                  <a:pt x="3113" y="1777"/>
                </a:cubicBezTo>
                <a:cubicBezTo>
                  <a:pt x="3056" y="1762"/>
                  <a:pt x="2998" y="1752"/>
                  <a:pt x="2939" y="1749"/>
                </a:cubicBezTo>
                <a:cubicBezTo>
                  <a:pt x="2875" y="1746"/>
                  <a:pt x="2809" y="1744"/>
                  <a:pt x="2745" y="1738"/>
                </a:cubicBezTo>
                <a:cubicBezTo>
                  <a:pt x="2707" y="1733"/>
                  <a:pt x="2669" y="1730"/>
                  <a:pt x="2631" y="1730"/>
                </a:cubicBezTo>
                <a:cubicBezTo>
                  <a:pt x="2627" y="1730"/>
                  <a:pt x="2622" y="1730"/>
                  <a:pt x="2618" y="1730"/>
                </a:cubicBezTo>
                <a:cubicBezTo>
                  <a:pt x="2595" y="1731"/>
                  <a:pt x="2529" y="1737"/>
                  <a:pt x="2508" y="1723"/>
                </a:cubicBezTo>
                <a:cubicBezTo>
                  <a:pt x="2508" y="1723"/>
                  <a:pt x="2507" y="1723"/>
                  <a:pt x="2506" y="1723"/>
                </a:cubicBezTo>
                <a:cubicBezTo>
                  <a:pt x="2505" y="1723"/>
                  <a:pt x="2504" y="1723"/>
                  <a:pt x="2504" y="1723"/>
                </a:cubicBezTo>
                <a:cubicBezTo>
                  <a:pt x="2503" y="1724"/>
                  <a:pt x="2502" y="1724"/>
                  <a:pt x="2502" y="1725"/>
                </a:cubicBezTo>
                <a:lnTo>
                  <a:pt x="2502" y="1724"/>
                </a:lnTo>
                <a:moveTo>
                  <a:pt x="3702" y="1724"/>
                </a:moveTo>
                <a:cubicBezTo>
                  <a:pt x="3700" y="1714"/>
                  <a:pt x="3698" y="1703"/>
                  <a:pt x="3697" y="1693"/>
                </a:cubicBezTo>
                <a:cubicBezTo>
                  <a:pt x="3698" y="1694"/>
                  <a:pt x="3699" y="1694"/>
                  <a:pt x="3701" y="1695"/>
                </a:cubicBezTo>
                <a:cubicBezTo>
                  <a:pt x="3703" y="1696"/>
                  <a:pt x="3705" y="1697"/>
                  <a:pt x="3708" y="1697"/>
                </a:cubicBezTo>
                <a:cubicBezTo>
                  <a:pt x="3745" y="1697"/>
                  <a:pt x="3775" y="1732"/>
                  <a:pt x="3789" y="1762"/>
                </a:cubicBezTo>
                <a:cubicBezTo>
                  <a:pt x="3794" y="1774"/>
                  <a:pt x="3798" y="1786"/>
                  <a:pt x="3800" y="1799"/>
                </a:cubicBezTo>
                <a:cubicBezTo>
                  <a:pt x="3798" y="1794"/>
                  <a:pt x="3795" y="1789"/>
                  <a:pt x="3793" y="1785"/>
                </a:cubicBezTo>
                <a:cubicBezTo>
                  <a:pt x="3788" y="1777"/>
                  <a:pt x="3783" y="1770"/>
                  <a:pt x="3777" y="1764"/>
                </a:cubicBezTo>
                <a:cubicBezTo>
                  <a:pt x="3770" y="1758"/>
                  <a:pt x="3762" y="1752"/>
                  <a:pt x="3753" y="1747"/>
                </a:cubicBezTo>
                <a:cubicBezTo>
                  <a:pt x="3749" y="1745"/>
                  <a:pt x="3745" y="1743"/>
                  <a:pt x="3741" y="1741"/>
                </a:cubicBezTo>
                <a:cubicBezTo>
                  <a:pt x="3729" y="1734"/>
                  <a:pt x="3711" y="1741"/>
                  <a:pt x="3706" y="1727"/>
                </a:cubicBezTo>
                <a:cubicBezTo>
                  <a:pt x="3706" y="1726"/>
                  <a:pt x="3706" y="1726"/>
                  <a:pt x="3706" y="1726"/>
                </a:cubicBezTo>
                <a:cubicBezTo>
                  <a:pt x="3705" y="1726"/>
                  <a:pt x="3705" y="1725"/>
                  <a:pt x="3704" y="1725"/>
                </a:cubicBezTo>
                <a:lnTo>
                  <a:pt x="3703" y="1725"/>
                </a:lnTo>
                <a:cubicBezTo>
                  <a:pt x="3702" y="1725"/>
                  <a:pt x="3701" y="1725"/>
                  <a:pt x="3701" y="1725"/>
                </a:cubicBezTo>
                <a:lnTo>
                  <a:pt x="3702" y="1724"/>
                </a:lnTo>
                <a:moveTo>
                  <a:pt x="3737" y="1554"/>
                </a:moveTo>
                <a:cubicBezTo>
                  <a:pt x="3724" y="1547"/>
                  <a:pt x="3711" y="1541"/>
                  <a:pt x="3697" y="1536"/>
                </a:cubicBezTo>
                <a:cubicBezTo>
                  <a:pt x="3696" y="1535"/>
                  <a:pt x="3695" y="1535"/>
                  <a:pt x="3694" y="1535"/>
                </a:cubicBezTo>
                <a:cubicBezTo>
                  <a:pt x="3693" y="1535"/>
                  <a:pt x="3692" y="1535"/>
                  <a:pt x="3691" y="1536"/>
                </a:cubicBezTo>
                <a:cubicBezTo>
                  <a:pt x="3690" y="1488"/>
                  <a:pt x="3688" y="1441"/>
                  <a:pt x="3682" y="1394"/>
                </a:cubicBezTo>
                <a:cubicBezTo>
                  <a:pt x="3682" y="1392"/>
                  <a:pt x="3682" y="1390"/>
                  <a:pt x="3682" y="1387"/>
                </a:cubicBezTo>
                <a:cubicBezTo>
                  <a:pt x="3699" y="1443"/>
                  <a:pt x="3742" y="1493"/>
                  <a:pt x="3736" y="1555"/>
                </a:cubicBezTo>
                <a:lnTo>
                  <a:pt x="3737" y="1554"/>
                </a:lnTo>
                <a:moveTo>
                  <a:pt x="3705" y="1269"/>
                </a:moveTo>
                <a:cubicBezTo>
                  <a:pt x="3761" y="1271"/>
                  <a:pt x="3789" y="1343"/>
                  <a:pt x="3813" y="1384"/>
                </a:cubicBezTo>
                <a:cubicBezTo>
                  <a:pt x="3837" y="1428"/>
                  <a:pt x="3854" y="1475"/>
                  <a:pt x="3861" y="1525"/>
                </a:cubicBezTo>
                <a:cubicBezTo>
                  <a:pt x="3868" y="1574"/>
                  <a:pt x="3861" y="1525"/>
                  <a:pt x="3861" y="1525"/>
                </a:cubicBezTo>
                <a:cubicBezTo>
                  <a:pt x="3860" y="1553"/>
                  <a:pt x="3852" y="1582"/>
                  <a:pt x="3839" y="1607"/>
                </a:cubicBezTo>
                <a:cubicBezTo>
                  <a:pt x="3837" y="1610"/>
                  <a:pt x="3833" y="1617"/>
                  <a:pt x="3830" y="1625"/>
                </a:cubicBezTo>
                <a:cubicBezTo>
                  <a:pt x="3809" y="1604"/>
                  <a:pt x="3786" y="1584"/>
                  <a:pt x="3761" y="1568"/>
                </a:cubicBezTo>
                <a:cubicBezTo>
                  <a:pt x="3782" y="1475"/>
                  <a:pt x="3702" y="1408"/>
                  <a:pt x="3683" y="1324"/>
                </a:cubicBezTo>
                <a:cubicBezTo>
                  <a:pt x="3687" y="1303"/>
                  <a:pt x="3689" y="1270"/>
                  <a:pt x="3704" y="1270"/>
                </a:cubicBezTo>
                <a:lnTo>
                  <a:pt x="3705" y="1269"/>
                </a:lnTo>
                <a:moveTo>
                  <a:pt x="1343" y="821"/>
                </a:moveTo>
                <a:cubicBezTo>
                  <a:pt x="1397" y="749"/>
                  <a:pt x="1447" y="674"/>
                  <a:pt x="1500" y="602"/>
                </a:cubicBezTo>
                <a:cubicBezTo>
                  <a:pt x="1506" y="595"/>
                  <a:pt x="1512" y="589"/>
                  <a:pt x="1518" y="582"/>
                </a:cubicBezTo>
                <a:cubicBezTo>
                  <a:pt x="1529" y="572"/>
                  <a:pt x="1539" y="561"/>
                  <a:pt x="1549" y="550"/>
                </a:cubicBezTo>
                <a:cubicBezTo>
                  <a:pt x="1614" y="491"/>
                  <a:pt x="1674" y="426"/>
                  <a:pt x="1748" y="377"/>
                </a:cubicBezTo>
                <a:cubicBezTo>
                  <a:pt x="1806" y="339"/>
                  <a:pt x="1857" y="293"/>
                  <a:pt x="1914" y="255"/>
                </a:cubicBezTo>
                <a:cubicBezTo>
                  <a:pt x="1932" y="244"/>
                  <a:pt x="1949" y="233"/>
                  <a:pt x="1967" y="223"/>
                </a:cubicBezTo>
                <a:cubicBezTo>
                  <a:pt x="2013" y="197"/>
                  <a:pt x="2061" y="172"/>
                  <a:pt x="2110" y="151"/>
                </a:cubicBezTo>
                <a:cubicBezTo>
                  <a:pt x="2254" y="83"/>
                  <a:pt x="2428" y="54"/>
                  <a:pt x="2585" y="34"/>
                </a:cubicBezTo>
                <a:cubicBezTo>
                  <a:pt x="2688" y="21"/>
                  <a:pt x="2784" y="46"/>
                  <a:pt x="2884" y="53"/>
                </a:cubicBezTo>
                <a:cubicBezTo>
                  <a:pt x="2919" y="61"/>
                  <a:pt x="2954" y="72"/>
                  <a:pt x="2986" y="88"/>
                </a:cubicBezTo>
                <a:cubicBezTo>
                  <a:pt x="3059" y="128"/>
                  <a:pt x="3146" y="141"/>
                  <a:pt x="3207" y="201"/>
                </a:cubicBezTo>
                <a:cubicBezTo>
                  <a:pt x="3236" y="225"/>
                  <a:pt x="3264" y="251"/>
                  <a:pt x="3290" y="278"/>
                </a:cubicBezTo>
                <a:cubicBezTo>
                  <a:pt x="3321" y="314"/>
                  <a:pt x="3343" y="356"/>
                  <a:pt x="3375" y="393"/>
                </a:cubicBezTo>
                <a:cubicBezTo>
                  <a:pt x="3410" y="432"/>
                  <a:pt x="3439" y="475"/>
                  <a:pt x="3466" y="520"/>
                </a:cubicBezTo>
                <a:cubicBezTo>
                  <a:pt x="3468" y="524"/>
                  <a:pt x="3471" y="529"/>
                  <a:pt x="3473" y="533"/>
                </a:cubicBezTo>
                <a:lnTo>
                  <a:pt x="3473" y="534"/>
                </a:lnTo>
                <a:cubicBezTo>
                  <a:pt x="3473" y="535"/>
                  <a:pt x="3473" y="536"/>
                  <a:pt x="3473" y="536"/>
                </a:cubicBezTo>
                <a:cubicBezTo>
                  <a:pt x="3565" y="711"/>
                  <a:pt x="3616" y="899"/>
                  <a:pt x="3644" y="1095"/>
                </a:cubicBezTo>
                <a:cubicBezTo>
                  <a:pt x="3652" y="1156"/>
                  <a:pt x="3658" y="1218"/>
                  <a:pt x="3662" y="1280"/>
                </a:cubicBezTo>
                <a:cubicBezTo>
                  <a:pt x="3661" y="1286"/>
                  <a:pt x="3660" y="1293"/>
                  <a:pt x="3660" y="1299"/>
                </a:cubicBezTo>
                <a:cubicBezTo>
                  <a:pt x="3660" y="1310"/>
                  <a:pt x="3662" y="1321"/>
                  <a:pt x="3665" y="1332"/>
                </a:cubicBezTo>
                <a:cubicBezTo>
                  <a:pt x="3672" y="1468"/>
                  <a:pt x="3675" y="1605"/>
                  <a:pt x="3692" y="1741"/>
                </a:cubicBezTo>
                <a:cubicBezTo>
                  <a:pt x="3692" y="1742"/>
                  <a:pt x="3693" y="1742"/>
                  <a:pt x="3693" y="1743"/>
                </a:cubicBezTo>
                <a:cubicBezTo>
                  <a:pt x="3693" y="1743"/>
                  <a:pt x="3694" y="1743"/>
                  <a:pt x="3695" y="1744"/>
                </a:cubicBezTo>
                <a:cubicBezTo>
                  <a:pt x="3695" y="1745"/>
                  <a:pt x="3696" y="1745"/>
                  <a:pt x="3696" y="1745"/>
                </a:cubicBezTo>
                <a:cubicBezTo>
                  <a:pt x="3701" y="1757"/>
                  <a:pt x="3721" y="1757"/>
                  <a:pt x="3736" y="1765"/>
                </a:cubicBezTo>
                <a:cubicBezTo>
                  <a:pt x="3739" y="1766"/>
                  <a:pt x="3743" y="1767"/>
                  <a:pt x="3746" y="1768"/>
                </a:cubicBezTo>
                <a:cubicBezTo>
                  <a:pt x="3758" y="1768"/>
                  <a:pt x="3769" y="1798"/>
                  <a:pt x="3772" y="1806"/>
                </a:cubicBezTo>
                <a:cubicBezTo>
                  <a:pt x="3776" y="1819"/>
                  <a:pt x="3772" y="1831"/>
                  <a:pt x="3773" y="1844"/>
                </a:cubicBezTo>
                <a:cubicBezTo>
                  <a:pt x="3675" y="1883"/>
                  <a:pt x="3593" y="1811"/>
                  <a:pt x="3570" y="1718"/>
                </a:cubicBezTo>
                <a:cubicBezTo>
                  <a:pt x="3540" y="1598"/>
                  <a:pt x="3550" y="1468"/>
                  <a:pt x="3547" y="1346"/>
                </a:cubicBezTo>
                <a:cubicBezTo>
                  <a:pt x="3547" y="1245"/>
                  <a:pt x="3541" y="1145"/>
                  <a:pt x="3530" y="1045"/>
                </a:cubicBezTo>
                <a:cubicBezTo>
                  <a:pt x="3524" y="999"/>
                  <a:pt x="3513" y="953"/>
                  <a:pt x="3499" y="909"/>
                </a:cubicBezTo>
                <a:cubicBezTo>
                  <a:pt x="3500" y="830"/>
                  <a:pt x="3442" y="748"/>
                  <a:pt x="3424" y="673"/>
                </a:cubicBezTo>
                <a:cubicBezTo>
                  <a:pt x="3401" y="581"/>
                  <a:pt x="3330" y="494"/>
                  <a:pt x="3286" y="410"/>
                </a:cubicBezTo>
                <a:cubicBezTo>
                  <a:pt x="3235" y="312"/>
                  <a:pt x="3154" y="262"/>
                  <a:pt x="3070" y="198"/>
                </a:cubicBezTo>
                <a:cubicBezTo>
                  <a:pt x="3033" y="170"/>
                  <a:pt x="2962" y="121"/>
                  <a:pt x="2909" y="115"/>
                </a:cubicBezTo>
                <a:cubicBezTo>
                  <a:pt x="2873" y="103"/>
                  <a:pt x="2835" y="97"/>
                  <a:pt x="2797" y="95"/>
                </a:cubicBezTo>
                <a:cubicBezTo>
                  <a:pt x="2778" y="94"/>
                  <a:pt x="2759" y="94"/>
                  <a:pt x="2740" y="94"/>
                </a:cubicBezTo>
                <a:cubicBezTo>
                  <a:pt x="2662" y="94"/>
                  <a:pt x="2585" y="104"/>
                  <a:pt x="2509" y="123"/>
                </a:cubicBezTo>
                <a:cubicBezTo>
                  <a:pt x="2406" y="147"/>
                  <a:pt x="2306" y="172"/>
                  <a:pt x="2211" y="221"/>
                </a:cubicBezTo>
                <a:cubicBezTo>
                  <a:pt x="2132" y="261"/>
                  <a:pt x="2042" y="304"/>
                  <a:pt x="1975" y="360"/>
                </a:cubicBezTo>
                <a:cubicBezTo>
                  <a:pt x="1944" y="385"/>
                  <a:pt x="1909" y="406"/>
                  <a:pt x="1878" y="430"/>
                </a:cubicBezTo>
                <a:cubicBezTo>
                  <a:pt x="1828" y="471"/>
                  <a:pt x="1780" y="515"/>
                  <a:pt x="1731" y="558"/>
                </a:cubicBezTo>
                <a:cubicBezTo>
                  <a:pt x="1667" y="615"/>
                  <a:pt x="1622" y="688"/>
                  <a:pt x="1572" y="757"/>
                </a:cubicBezTo>
                <a:cubicBezTo>
                  <a:pt x="1547" y="788"/>
                  <a:pt x="1523" y="820"/>
                  <a:pt x="1501" y="854"/>
                </a:cubicBezTo>
                <a:cubicBezTo>
                  <a:pt x="1469" y="902"/>
                  <a:pt x="1419" y="948"/>
                  <a:pt x="1394" y="1000"/>
                </a:cubicBezTo>
                <a:cubicBezTo>
                  <a:pt x="1378" y="1027"/>
                  <a:pt x="1360" y="1052"/>
                  <a:pt x="1339" y="1076"/>
                </a:cubicBezTo>
                <a:cubicBezTo>
                  <a:pt x="1335" y="1081"/>
                  <a:pt x="1331" y="1087"/>
                  <a:pt x="1328" y="1093"/>
                </a:cubicBezTo>
                <a:cubicBezTo>
                  <a:pt x="1323" y="1102"/>
                  <a:pt x="1319" y="1111"/>
                  <a:pt x="1315" y="1120"/>
                </a:cubicBezTo>
                <a:cubicBezTo>
                  <a:pt x="1314" y="1120"/>
                  <a:pt x="1314" y="1120"/>
                  <a:pt x="1313" y="1120"/>
                </a:cubicBezTo>
                <a:lnTo>
                  <a:pt x="1312" y="1121"/>
                </a:lnTo>
                <a:cubicBezTo>
                  <a:pt x="1274" y="1171"/>
                  <a:pt x="1240" y="1223"/>
                  <a:pt x="1209" y="1277"/>
                </a:cubicBezTo>
                <a:cubicBezTo>
                  <a:pt x="1204" y="1285"/>
                  <a:pt x="1199" y="1294"/>
                  <a:pt x="1194" y="1303"/>
                </a:cubicBezTo>
                <a:cubicBezTo>
                  <a:pt x="1183" y="1315"/>
                  <a:pt x="1173" y="1327"/>
                  <a:pt x="1166" y="1341"/>
                </a:cubicBezTo>
                <a:cubicBezTo>
                  <a:pt x="1165" y="1342"/>
                  <a:pt x="1164" y="1343"/>
                  <a:pt x="1164" y="1344"/>
                </a:cubicBezTo>
                <a:cubicBezTo>
                  <a:pt x="1153" y="1365"/>
                  <a:pt x="1146" y="1390"/>
                  <a:pt x="1138" y="1412"/>
                </a:cubicBezTo>
                <a:cubicBezTo>
                  <a:pt x="1126" y="1437"/>
                  <a:pt x="1114" y="1462"/>
                  <a:pt x="1102" y="1488"/>
                </a:cubicBezTo>
                <a:lnTo>
                  <a:pt x="1091" y="1514"/>
                </a:lnTo>
                <a:cubicBezTo>
                  <a:pt x="1071" y="1552"/>
                  <a:pt x="1051" y="1590"/>
                  <a:pt x="1036" y="1630"/>
                </a:cubicBezTo>
                <a:cubicBezTo>
                  <a:pt x="1003" y="1714"/>
                  <a:pt x="963" y="1796"/>
                  <a:pt x="932" y="1881"/>
                </a:cubicBezTo>
                <a:cubicBezTo>
                  <a:pt x="928" y="1893"/>
                  <a:pt x="924" y="1905"/>
                  <a:pt x="921" y="1917"/>
                </a:cubicBezTo>
                <a:cubicBezTo>
                  <a:pt x="919" y="1918"/>
                  <a:pt x="917" y="1920"/>
                  <a:pt x="916" y="1922"/>
                </a:cubicBezTo>
                <a:cubicBezTo>
                  <a:pt x="915" y="1924"/>
                  <a:pt x="914" y="1925"/>
                  <a:pt x="914" y="1928"/>
                </a:cubicBezTo>
                <a:cubicBezTo>
                  <a:pt x="914" y="1930"/>
                  <a:pt x="915" y="1933"/>
                  <a:pt x="916" y="1935"/>
                </a:cubicBezTo>
                <a:lnTo>
                  <a:pt x="912" y="1952"/>
                </a:lnTo>
                <a:cubicBezTo>
                  <a:pt x="903" y="1981"/>
                  <a:pt x="895" y="2011"/>
                  <a:pt x="888" y="2040"/>
                </a:cubicBezTo>
                <a:cubicBezTo>
                  <a:pt x="884" y="2050"/>
                  <a:pt x="879" y="2060"/>
                  <a:pt x="874" y="2070"/>
                </a:cubicBezTo>
                <a:cubicBezTo>
                  <a:pt x="848" y="2116"/>
                  <a:pt x="854" y="2193"/>
                  <a:pt x="844" y="2245"/>
                </a:cubicBezTo>
                <a:cubicBezTo>
                  <a:pt x="834" y="2296"/>
                  <a:pt x="829" y="2345"/>
                  <a:pt x="822" y="2396"/>
                </a:cubicBezTo>
                <a:cubicBezTo>
                  <a:pt x="820" y="2415"/>
                  <a:pt x="817" y="2434"/>
                  <a:pt x="814" y="2453"/>
                </a:cubicBezTo>
                <a:cubicBezTo>
                  <a:pt x="800" y="2531"/>
                  <a:pt x="792" y="2611"/>
                  <a:pt x="791" y="2691"/>
                </a:cubicBezTo>
                <a:cubicBezTo>
                  <a:pt x="790" y="2717"/>
                  <a:pt x="787" y="2744"/>
                  <a:pt x="783" y="2770"/>
                </a:cubicBezTo>
                <a:cubicBezTo>
                  <a:pt x="779" y="2788"/>
                  <a:pt x="775" y="2805"/>
                  <a:pt x="771" y="2823"/>
                </a:cubicBezTo>
                <a:cubicBezTo>
                  <a:pt x="767" y="2840"/>
                  <a:pt x="756" y="2902"/>
                  <a:pt x="752" y="2922"/>
                </a:cubicBezTo>
                <a:cubicBezTo>
                  <a:pt x="746" y="2914"/>
                  <a:pt x="739" y="2907"/>
                  <a:pt x="732" y="2900"/>
                </a:cubicBezTo>
                <a:cubicBezTo>
                  <a:pt x="702" y="2876"/>
                  <a:pt x="683" y="2856"/>
                  <a:pt x="658" y="2847"/>
                </a:cubicBezTo>
                <a:cubicBezTo>
                  <a:pt x="660" y="2844"/>
                  <a:pt x="662" y="2842"/>
                  <a:pt x="663" y="2839"/>
                </a:cubicBezTo>
                <a:cubicBezTo>
                  <a:pt x="666" y="2834"/>
                  <a:pt x="668" y="2828"/>
                  <a:pt x="668" y="2822"/>
                </a:cubicBezTo>
                <a:cubicBezTo>
                  <a:pt x="675" y="2798"/>
                  <a:pt x="674" y="2772"/>
                  <a:pt x="679" y="2748"/>
                </a:cubicBezTo>
                <a:cubicBezTo>
                  <a:pt x="686" y="2716"/>
                  <a:pt x="691" y="2684"/>
                  <a:pt x="694" y="2652"/>
                </a:cubicBezTo>
                <a:cubicBezTo>
                  <a:pt x="697" y="2646"/>
                  <a:pt x="700" y="2639"/>
                  <a:pt x="703" y="2633"/>
                </a:cubicBezTo>
                <a:cubicBezTo>
                  <a:pt x="704" y="2632"/>
                  <a:pt x="704" y="2632"/>
                  <a:pt x="704" y="2631"/>
                </a:cubicBezTo>
                <a:cubicBezTo>
                  <a:pt x="705" y="2630"/>
                  <a:pt x="705" y="2629"/>
                  <a:pt x="706" y="2629"/>
                </a:cubicBezTo>
                <a:cubicBezTo>
                  <a:pt x="714" y="2614"/>
                  <a:pt x="719" y="2597"/>
                  <a:pt x="719" y="2580"/>
                </a:cubicBezTo>
                <a:cubicBezTo>
                  <a:pt x="719" y="2574"/>
                  <a:pt x="718" y="2567"/>
                  <a:pt x="717" y="2561"/>
                </a:cubicBezTo>
                <a:cubicBezTo>
                  <a:pt x="717" y="2559"/>
                  <a:pt x="717" y="2557"/>
                  <a:pt x="717" y="2555"/>
                </a:cubicBezTo>
                <a:cubicBezTo>
                  <a:pt x="717" y="2545"/>
                  <a:pt x="715" y="2535"/>
                  <a:pt x="710" y="2525"/>
                </a:cubicBezTo>
                <a:cubicBezTo>
                  <a:pt x="712" y="2523"/>
                  <a:pt x="712" y="2520"/>
                  <a:pt x="712" y="2517"/>
                </a:cubicBezTo>
                <a:cubicBezTo>
                  <a:pt x="712" y="2510"/>
                  <a:pt x="712" y="2503"/>
                  <a:pt x="712" y="2496"/>
                </a:cubicBezTo>
                <a:cubicBezTo>
                  <a:pt x="721" y="2460"/>
                  <a:pt x="716" y="2410"/>
                  <a:pt x="721" y="2381"/>
                </a:cubicBezTo>
                <a:cubicBezTo>
                  <a:pt x="727" y="2346"/>
                  <a:pt x="727" y="2310"/>
                  <a:pt x="729" y="2274"/>
                </a:cubicBezTo>
                <a:cubicBezTo>
                  <a:pt x="740" y="2197"/>
                  <a:pt x="756" y="2121"/>
                  <a:pt x="775" y="2046"/>
                </a:cubicBezTo>
                <a:cubicBezTo>
                  <a:pt x="809" y="1906"/>
                  <a:pt x="839" y="1768"/>
                  <a:pt x="897" y="1636"/>
                </a:cubicBezTo>
                <a:cubicBezTo>
                  <a:pt x="954" y="1503"/>
                  <a:pt x="1030" y="1378"/>
                  <a:pt x="1086" y="1245"/>
                </a:cubicBezTo>
                <a:cubicBezTo>
                  <a:pt x="1117" y="1175"/>
                  <a:pt x="1152" y="1107"/>
                  <a:pt x="1191" y="1040"/>
                </a:cubicBezTo>
                <a:cubicBezTo>
                  <a:pt x="1203" y="1019"/>
                  <a:pt x="1215" y="999"/>
                  <a:pt x="1228" y="978"/>
                </a:cubicBezTo>
                <a:cubicBezTo>
                  <a:pt x="1268" y="931"/>
                  <a:pt x="1303" y="873"/>
                  <a:pt x="1343" y="821"/>
                </a:cubicBezTo>
                <a:moveTo>
                  <a:pt x="65" y="2731"/>
                </a:moveTo>
                <a:cubicBezTo>
                  <a:pt x="51" y="2699"/>
                  <a:pt x="41" y="2666"/>
                  <a:pt x="33" y="2633"/>
                </a:cubicBezTo>
                <a:cubicBezTo>
                  <a:pt x="26" y="2605"/>
                  <a:pt x="22" y="2577"/>
                  <a:pt x="22" y="2549"/>
                </a:cubicBezTo>
                <a:cubicBezTo>
                  <a:pt x="22" y="2545"/>
                  <a:pt x="22" y="2541"/>
                  <a:pt x="22" y="2537"/>
                </a:cubicBezTo>
                <a:cubicBezTo>
                  <a:pt x="24" y="2537"/>
                  <a:pt x="25" y="2537"/>
                  <a:pt x="25" y="2534"/>
                </a:cubicBezTo>
                <a:cubicBezTo>
                  <a:pt x="14" y="2467"/>
                  <a:pt x="66" y="2344"/>
                  <a:pt x="115" y="2295"/>
                </a:cubicBezTo>
                <a:cubicBezTo>
                  <a:pt x="185" y="2225"/>
                  <a:pt x="243" y="2154"/>
                  <a:pt x="331" y="2105"/>
                </a:cubicBezTo>
                <a:cubicBezTo>
                  <a:pt x="356" y="2091"/>
                  <a:pt x="381" y="2078"/>
                  <a:pt x="406" y="2064"/>
                </a:cubicBezTo>
                <a:cubicBezTo>
                  <a:pt x="443" y="2042"/>
                  <a:pt x="491" y="2032"/>
                  <a:pt x="526" y="2008"/>
                </a:cubicBezTo>
                <a:cubicBezTo>
                  <a:pt x="560" y="1984"/>
                  <a:pt x="603" y="1983"/>
                  <a:pt x="638" y="1963"/>
                </a:cubicBezTo>
                <a:cubicBezTo>
                  <a:pt x="658" y="1952"/>
                  <a:pt x="680" y="1943"/>
                  <a:pt x="703" y="1935"/>
                </a:cubicBezTo>
                <a:cubicBezTo>
                  <a:pt x="703" y="1936"/>
                  <a:pt x="703" y="1936"/>
                  <a:pt x="704" y="1936"/>
                </a:cubicBezTo>
                <a:lnTo>
                  <a:pt x="705" y="1937"/>
                </a:lnTo>
                <a:cubicBezTo>
                  <a:pt x="707" y="1937"/>
                  <a:pt x="709" y="1937"/>
                  <a:pt x="711" y="1937"/>
                </a:cubicBezTo>
                <a:cubicBezTo>
                  <a:pt x="732" y="1937"/>
                  <a:pt x="752" y="1931"/>
                  <a:pt x="769" y="1921"/>
                </a:cubicBezTo>
                <a:cubicBezTo>
                  <a:pt x="770" y="1920"/>
                  <a:pt x="770" y="1921"/>
                  <a:pt x="770" y="1921"/>
                </a:cubicBezTo>
                <a:cubicBezTo>
                  <a:pt x="766" y="1937"/>
                  <a:pt x="763" y="1953"/>
                  <a:pt x="759" y="1968"/>
                </a:cubicBezTo>
                <a:cubicBezTo>
                  <a:pt x="724" y="1979"/>
                  <a:pt x="691" y="1992"/>
                  <a:pt x="658" y="2006"/>
                </a:cubicBezTo>
                <a:cubicBezTo>
                  <a:pt x="605" y="2024"/>
                  <a:pt x="553" y="2046"/>
                  <a:pt x="503" y="2071"/>
                </a:cubicBezTo>
                <a:cubicBezTo>
                  <a:pt x="457" y="2097"/>
                  <a:pt x="409" y="2121"/>
                  <a:pt x="365" y="2148"/>
                </a:cubicBezTo>
                <a:cubicBezTo>
                  <a:pt x="345" y="2159"/>
                  <a:pt x="326" y="2168"/>
                  <a:pt x="308" y="2180"/>
                </a:cubicBezTo>
                <a:cubicBezTo>
                  <a:pt x="289" y="2191"/>
                  <a:pt x="273" y="2214"/>
                  <a:pt x="253" y="2223"/>
                </a:cubicBezTo>
                <a:cubicBezTo>
                  <a:pt x="208" y="2246"/>
                  <a:pt x="138" y="2322"/>
                  <a:pt x="116" y="2365"/>
                </a:cubicBezTo>
                <a:cubicBezTo>
                  <a:pt x="94" y="2407"/>
                  <a:pt x="69" y="2447"/>
                  <a:pt x="72" y="2496"/>
                </a:cubicBezTo>
                <a:cubicBezTo>
                  <a:pt x="74" y="2523"/>
                  <a:pt x="77" y="2551"/>
                  <a:pt x="81" y="2578"/>
                </a:cubicBezTo>
                <a:cubicBezTo>
                  <a:pt x="82" y="2610"/>
                  <a:pt x="89" y="2641"/>
                  <a:pt x="101" y="2670"/>
                </a:cubicBezTo>
                <a:cubicBezTo>
                  <a:pt x="128" y="2729"/>
                  <a:pt x="165" y="2779"/>
                  <a:pt x="199" y="2834"/>
                </a:cubicBezTo>
                <a:cubicBezTo>
                  <a:pt x="230" y="2884"/>
                  <a:pt x="282" y="2909"/>
                  <a:pt x="322" y="2948"/>
                </a:cubicBezTo>
                <a:cubicBezTo>
                  <a:pt x="343" y="2967"/>
                  <a:pt x="381" y="2975"/>
                  <a:pt x="406" y="2993"/>
                </a:cubicBezTo>
                <a:cubicBezTo>
                  <a:pt x="412" y="2997"/>
                  <a:pt x="418" y="3000"/>
                  <a:pt x="424" y="3004"/>
                </a:cubicBezTo>
                <a:cubicBezTo>
                  <a:pt x="434" y="3009"/>
                  <a:pt x="445" y="3015"/>
                  <a:pt x="456" y="3020"/>
                </a:cubicBezTo>
                <a:cubicBezTo>
                  <a:pt x="456" y="3021"/>
                  <a:pt x="457" y="3023"/>
                  <a:pt x="458" y="3025"/>
                </a:cubicBezTo>
                <a:cubicBezTo>
                  <a:pt x="462" y="3032"/>
                  <a:pt x="468" y="3038"/>
                  <a:pt x="474" y="3043"/>
                </a:cubicBezTo>
                <a:lnTo>
                  <a:pt x="490" y="3056"/>
                </a:lnTo>
                <a:cubicBezTo>
                  <a:pt x="494" y="3082"/>
                  <a:pt x="504" y="3138"/>
                  <a:pt x="485" y="3134"/>
                </a:cubicBezTo>
                <a:cubicBezTo>
                  <a:pt x="469" y="3132"/>
                  <a:pt x="431" y="3097"/>
                  <a:pt x="418" y="3086"/>
                </a:cubicBezTo>
                <a:cubicBezTo>
                  <a:pt x="392" y="3066"/>
                  <a:pt x="354" y="3027"/>
                  <a:pt x="318" y="3014"/>
                </a:cubicBezTo>
                <a:cubicBezTo>
                  <a:pt x="305" y="2982"/>
                  <a:pt x="243" y="2943"/>
                  <a:pt x="215" y="2925"/>
                </a:cubicBezTo>
                <a:cubicBezTo>
                  <a:pt x="174" y="2899"/>
                  <a:pt x="115" y="2835"/>
                  <a:pt x="98" y="2787"/>
                </a:cubicBezTo>
                <a:cubicBezTo>
                  <a:pt x="94" y="2778"/>
                  <a:pt x="89" y="2770"/>
                  <a:pt x="84" y="2761"/>
                </a:cubicBezTo>
                <a:cubicBezTo>
                  <a:pt x="78" y="2751"/>
                  <a:pt x="72" y="2741"/>
                  <a:pt x="65" y="2731"/>
                </a:cubicBezTo>
                <a:moveTo>
                  <a:pt x="3699" y="5772"/>
                </a:moveTo>
                <a:cubicBezTo>
                  <a:pt x="3697" y="5776"/>
                  <a:pt x="3694" y="5780"/>
                  <a:pt x="3692" y="5784"/>
                </a:cubicBezTo>
                <a:cubicBezTo>
                  <a:pt x="3691" y="5784"/>
                  <a:pt x="3690" y="5784"/>
                  <a:pt x="3689" y="5785"/>
                </a:cubicBezTo>
                <a:cubicBezTo>
                  <a:pt x="3688" y="5785"/>
                  <a:pt x="3686" y="5787"/>
                  <a:pt x="3685" y="5788"/>
                </a:cubicBezTo>
                <a:cubicBezTo>
                  <a:pt x="3654" y="5826"/>
                  <a:pt x="3615" y="5863"/>
                  <a:pt x="3582" y="5900"/>
                </a:cubicBezTo>
                <a:cubicBezTo>
                  <a:pt x="3565" y="5920"/>
                  <a:pt x="3546" y="5938"/>
                  <a:pt x="3526" y="5955"/>
                </a:cubicBezTo>
                <a:cubicBezTo>
                  <a:pt x="3519" y="5959"/>
                  <a:pt x="3513" y="5963"/>
                  <a:pt x="3506" y="5967"/>
                </a:cubicBezTo>
                <a:cubicBezTo>
                  <a:pt x="3495" y="5973"/>
                  <a:pt x="3485" y="5979"/>
                  <a:pt x="3474" y="5984"/>
                </a:cubicBezTo>
                <a:cubicBezTo>
                  <a:pt x="3454" y="5996"/>
                  <a:pt x="3435" y="6011"/>
                  <a:pt x="3418" y="6026"/>
                </a:cubicBezTo>
                <a:cubicBezTo>
                  <a:pt x="3409" y="6033"/>
                  <a:pt x="3399" y="6039"/>
                  <a:pt x="3389" y="6046"/>
                </a:cubicBezTo>
                <a:cubicBezTo>
                  <a:pt x="3350" y="6067"/>
                  <a:pt x="3311" y="6087"/>
                  <a:pt x="3270" y="6105"/>
                </a:cubicBezTo>
                <a:lnTo>
                  <a:pt x="3259" y="6110"/>
                </a:lnTo>
                <a:cubicBezTo>
                  <a:pt x="3200" y="6135"/>
                  <a:pt x="3141" y="6159"/>
                  <a:pt x="3081" y="6181"/>
                </a:cubicBezTo>
                <a:cubicBezTo>
                  <a:pt x="3014" y="6207"/>
                  <a:pt x="2948" y="6232"/>
                  <a:pt x="2882" y="6255"/>
                </a:cubicBezTo>
                <a:cubicBezTo>
                  <a:pt x="2859" y="6259"/>
                  <a:pt x="2837" y="6264"/>
                  <a:pt x="2815" y="6271"/>
                </a:cubicBezTo>
                <a:cubicBezTo>
                  <a:pt x="2761" y="6291"/>
                  <a:pt x="2698" y="6291"/>
                  <a:pt x="2642" y="6305"/>
                </a:cubicBezTo>
                <a:cubicBezTo>
                  <a:pt x="2615" y="6312"/>
                  <a:pt x="2582" y="6305"/>
                  <a:pt x="2554" y="6309"/>
                </a:cubicBezTo>
                <a:cubicBezTo>
                  <a:pt x="2520" y="6313"/>
                  <a:pt x="2487" y="6313"/>
                  <a:pt x="2453" y="6314"/>
                </a:cubicBezTo>
                <a:lnTo>
                  <a:pt x="2450" y="6314"/>
                </a:lnTo>
                <a:cubicBezTo>
                  <a:pt x="2328" y="6304"/>
                  <a:pt x="2203" y="6306"/>
                  <a:pt x="2082" y="6288"/>
                </a:cubicBezTo>
                <a:cubicBezTo>
                  <a:pt x="1999" y="6276"/>
                  <a:pt x="1915" y="6277"/>
                  <a:pt x="1831" y="6268"/>
                </a:cubicBezTo>
                <a:lnTo>
                  <a:pt x="1761" y="6255"/>
                </a:lnTo>
                <a:cubicBezTo>
                  <a:pt x="1748" y="6249"/>
                  <a:pt x="1734" y="6245"/>
                  <a:pt x="1720" y="6243"/>
                </a:cubicBezTo>
                <a:cubicBezTo>
                  <a:pt x="1696" y="6239"/>
                  <a:pt x="1673" y="6234"/>
                  <a:pt x="1650" y="6227"/>
                </a:cubicBezTo>
                <a:cubicBezTo>
                  <a:pt x="1623" y="6213"/>
                  <a:pt x="1594" y="6203"/>
                  <a:pt x="1564" y="6197"/>
                </a:cubicBezTo>
                <a:cubicBezTo>
                  <a:pt x="1546" y="6191"/>
                  <a:pt x="1527" y="6184"/>
                  <a:pt x="1510" y="6177"/>
                </a:cubicBezTo>
                <a:cubicBezTo>
                  <a:pt x="1492" y="6170"/>
                  <a:pt x="1477" y="6155"/>
                  <a:pt x="1456" y="6154"/>
                </a:cubicBezTo>
                <a:lnTo>
                  <a:pt x="1454" y="6154"/>
                </a:lnTo>
                <a:lnTo>
                  <a:pt x="1454" y="6145"/>
                </a:lnTo>
                <a:cubicBezTo>
                  <a:pt x="1450" y="6111"/>
                  <a:pt x="1446" y="6078"/>
                  <a:pt x="1439" y="6043"/>
                </a:cubicBezTo>
                <a:cubicBezTo>
                  <a:pt x="1439" y="6040"/>
                  <a:pt x="1433" y="6039"/>
                  <a:pt x="1432" y="6043"/>
                </a:cubicBezTo>
                <a:cubicBezTo>
                  <a:pt x="1426" y="6075"/>
                  <a:pt x="1422" y="6107"/>
                  <a:pt x="1422" y="6140"/>
                </a:cubicBezTo>
                <a:cubicBezTo>
                  <a:pt x="1422" y="6159"/>
                  <a:pt x="1424" y="6177"/>
                  <a:pt x="1400" y="6179"/>
                </a:cubicBezTo>
                <a:cubicBezTo>
                  <a:pt x="1398" y="6179"/>
                  <a:pt x="1396" y="6179"/>
                  <a:pt x="1395" y="6179"/>
                </a:cubicBezTo>
                <a:cubicBezTo>
                  <a:pt x="1393" y="6179"/>
                  <a:pt x="1392" y="6179"/>
                  <a:pt x="1391" y="6179"/>
                </a:cubicBezTo>
                <a:cubicBezTo>
                  <a:pt x="1363" y="6162"/>
                  <a:pt x="1329" y="6157"/>
                  <a:pt x="1325" y="6116"/>
                </a:cubicBezTo>
                <a:cubicBezTo>
                  <a:pt x="1320" y="6060"/>
                  <a:pt x="1322" y="6004"/>
                  <a:pt x="1312" y="5949"/>
                </a:cubicBezTo>
                <a:cubicBezTo>
                  <a:pt x="1312" y="5949"/>
                  <a:pt x="1313" y="5948"/>
                  <a:pt x="1312" y="5948"/>
                </a:cubicBezTo>
                <a:cubicBezTo>
                  <a:pt x="1311" y="5947"/>
                  <a:pt x="1311" y="5947"/>
                  <a:pt x="1310" y="5947"/>
                </a:cubicBezTo>
                <a:lnTo>
                  <a:pt x="1309" y="5947"/>
                </a:lnTo>
                <a:cubicBezTo>
                  <a:pt x="1308" y="5947"/>
                  <a:pt x="1308" y="5947"/>
                  <a:pt x="1307" y="5947"/>
                </a:cubicBezTo>
                <a:lnTo>
                  <a:pt x="1306" y="5948"/>
                </a:lnTo>
                <a:cubicBezTo>
                  <a:pt x="1306" y="5949"/>
                  <a:pt x="1306" y="5949"/>
                  <a:pt x="1306" y="5949"/>
                </a:cubicBezTo>
                <a:cubicBezTo>
                  <a:pt x="1299" y="5987"/>
                  <a:pt x="1296" y="6026"/>
                  <a:pt x="1296" y="6065"/>
                </a:cubicBezTo>
                <a:cubicBezTo>
                  <a:pt x="1296" y="6087"/>
                  <a:pt x="1297" y="6110"/>
                  <a:pt x="1299" y="6132"/>
                </a:cubicBezTo>
                <a:cubicBezTo>
                  <a:pt x="1289" y="6128"/>
                  <a:pt x="1278" y="6125"/>
                  <a:pt x="1268" y="6122"/>
                </a:cubicBezTo>
                <a:cubicBezTo>
                  <a:pt x="1269" y="6115"/>
                  <a:pt x="1270" y="6108"/>
                  <a:pt x="1270" y="6101"/>
                </a:cubicBezTo>
                <a:cubicBezTo>
                  <a:pt x="1270" y="6097"/>
                  <a:pt x="1270" y="6092"/>
                  <a:pt x="1269" y="6087"/>
                </a:cubicBezTo>
                <a:cubicBezTo>
                  <a:pt x="1269" y="6069"/>
                  <a:pt x="1267" y="6050"/>
                  <a:pt x="1266" y="6032"/>
                </a:cubicBezTo>
                <a:cubicBezTo>
                  <a:pt x="1266" y="6021"/>
                  <a:pt x="1248" y="6022"/>
                  <a:pt x="1247" y="6032"/>
                </a:cubicBezTo>
                <a:cubicBezTo>
                  <a:pt x="1246" y="6048"/>
                  <a:pt x="1245" y="6064"/>
                  <a:pt x="1244" y="6079"/>
                </a:cubicBezTo>
                <a:cubicBezTo>
                  <a:pt x="1243" y="6087"/>
                  <a:pt x="1242" y="6095"/>
                  <a:pt x="1242" y="6103"/>
                </a:cubicBezTo>
                <a:cubicBezTo>
                  <a:pt x="1242" y="6107"/>
                  <a:pt x="1243" y="6110"/>
                  <a:pt x="1243" y="6114"/>
                </a:cubicBezTo>
                <a:cubicBezTo>
                  <a:pt x="1236" y="6112"/>
                  <a:pt x="1229" y="6110"/>
                  <a:pt x="1223" y="6107"/>
                </a:cubicBezTo>
                <a:cubicBezTo>
                  <a:pt x="1228" y="6101"/>
                  <a:pt x="1225" y="6093"/>
                  <a:pt x="1223" y="6085"/>
                </a:cubicBezTo>
                <a:cubicBezTo>
                  <a:pt x="1219" y="6071"/>
                  <a:pt x="1217" y="6057"/>
                  <a:pt x="1216" y="6042"/>
                </a:cubicBezTo>
                <a:cubicBezTo>
                  <a:pt x="1216" y="6038"/>
                  <a:pt x="1208" y="6038"/>
                  <a:pt x="1207" y="6042"/>
                </a:cubicBezTo>
                <a:cubicBezTo>
                  <a:pt x="1206" y="6053"/>
                  <a:pt x="1205" y="6064"/>
                  <a:pt x="1205" y="6075"/>
                </a:cubicBezTo>
                <a:cubicBezTo>
                  <a:pt x="1205" y="6078"/>
                  <a:pt x="1205" y="6080"/>
                  <a:pt x="1205" y="6082"/>
                </a:cubicBezTo>
                <a:cubicBezTo>
                  <a:pt x="1205" y="6088"/>
                  <a:pt x="1206" y="6094"/>
                  <a:pt x="1208" y="6100"/>
                </a:cubicBezTo>
                <a:cubicBezTo>
                  <a:pt x="1201" y="6097"/>
                  <a:pt x="1194" y="6093"/>
                  <a:pt x="1187" y="6089"/>
                </a:cubicBezTo>
                <a:cubicBezTo>
                  <a:pt x="1188" y="6087"/>
                  <a:pt x="1188" y="6086"/>
                  <a:pt x="1188" y="6084"/>
                </a:cubicBezTo>
                <a:cubicBezTo>
                  <a:pt x="1188" y="6082"/>
                  <a:pt x="1188" y="6080"/>
                  <a:pt x="1187" y="6078"/>
                </a:cubicBezTo>
                <a:cubicBezTo>
                  <a:pt x="1188" y="6078"/>
                  <a:pt x="1188" y="6077"/>
                  <a:pt x="1189" y="6076"/>
                </a:cubicBezTo>
                <a:cubicBezTo>
                  <a:pt x="1190" y="6074"/>
                  <a:pt x="1190" y="6072"/>
                  <a:pt x="1190" y="6070"/>
                </a:cubicBezTo>
                <a:cubicBezTo>
                  <a:pt x="1190" y="6068"/>
                  <a:pt x="1190" y="6066"/>
                  <a:pt x="1189" y="6064"/>
                </a:cubicBezTo>
                <a:cubicBezTo>
                  <a:pt x="1183" y="6046"/>
                  <a:pt x="1179" y="6027"/>
                  <a:pt x="1177" y="6007"/>
                </a:cubicBezTo>
                <a:cubicBezTo>
                  <a:pt x="1177" y="6006"/>
                  <a:pt x="1176" y="6006"/>
                  <a:pt x="1176" y="6005"/>
                </a:cubicBezTo>
                <a:cubicBezTo>
                  <a:pt x="1175" y="6002"/>
                  <a:pt x="1173" y="6002"/>
                  <a:pt x="1172" y="6001"/>
                </a:cubicBezTo>
                <a:cubicBezTo>
                  <a:pt x="1170" y="6000"/>
                  <a:pt x="1169" y="6000"/>
                  <a:pt x="1167" y="6000"/>
                </a:cubicBezTo>
                <a:cubicBezTo>
                  <a:pt x="1165" y="6000"/>
                  <a:pt x="1164" y="6000"/>
                  <a:pt x="1162" y="6001"/>
                </a:cubicBezTo>
                <a:cubicBezTo>
                  <a:pt x="1160" y="6002"/>
                  <a:pt x="1159" y="6002"/>
                  <a:pt x="1158" y="6005"/>
                </a:cubicBezTo>
                <a:cubicBezTo>
                  <a:pt x="1158" y="6006"/>
                  <a:pt x="1158" y="6006"/>
                  <a:pt x="1157" y="6007"/>
                </a:cubicBezTo>
                <a:cubicBezTo>
                  <a:pt x="1155" y="6016"/>
                  <a:pt x="1153" y="6026"/>
                  <a:pt x="1153" y="6035"/>
                </a:cubicBezTo>
                <a:cubicBezTo>
                  <a:pt x="1153" y="6049"/>
                  <a:pt x="1156" y="6062"/>
                  <a:pt x="1162" y="6075"/>
                </a:cubicBezTo>
                <a:lnTo>
                  <a:pt x="1136" y="6061"/>
                </a:lnTo>
                <a:cubicBezTo>
                  <a:pt x="1137" y="6060"/>
                  <a:pt x="1137" y="6060"/>
                  <a:pt x="1138" y="6059"/>
                </a:cubicBezTo>
                <a:cubicBezTo>
                  <a:pt x="1138" y="6058"/>
                  <a:pt x="1139" y="6056"/>
                  <a:pt x="1139" y="6055"/>
                </a:cubicBezTo>
                <a:cubicBezTo>
                  <a:pt x="1139" y="6054"/>
                  <a:pt x="1139" y="6053"/>
                  <a:pt x="1139" y="6052"/>
                </a:cubicBezTo>
                <a:cubicBezTo>
                  <a:pt x="1139" y="6030"/>
                  <a:pt x="1137" y="6009"/>
                  <a:pt x="1132" y="5987"/>
                </a:cubicBezTo>
                <a:cubicBezTo>
                  <a:pt x="1132" y="5987"/>
                  <a:pt x="1131" y="5986"/>
                  <a:pt x="1131" y="5985"/>
                </a:cubicBezTo>
                <a:cubicBezTo>
                  <a:pt x="1130" y="5983"/>
                  <a:pt x="1129" y="5982"/>
                  <a:pt x="1128" y="5982"/>
                </a:cubicBezTo>
                <a:cubicBezTo>
                  <a:pt x="1127" y="5981"/>
                  <a:pt x="1125" y="5981"/>
                  <a:pt x="1124" y="5981"/>
                </a:cubicBezTo>
                <a:cubicBezTo>
                  <a:pt x="1123" y="5981"/>
                  <a:pt x="1121" y="5981"/>
                  <a:pt x="1120" y="5982"/>
                </a:cubicBezTo>
                <a:cubicBezTo>
                  <a:pt x="1119" y="5982"/>
                  <a:pt x="1118" y="5984"/>
                  <a:pt x="1117" y="5985"/>
                </a:cubicBezTo>
                <a:cubicBezTo>
                  <a:pt x="1116" y="5986"/>
                  <a:pt x="1116" y="5987"/>
                  <a:pt x="1116" y="5987"/>
                </a:cubicBezTo>
                <a:cubicBezTo>
                  <a:pt x="1113" y="5998"/>
                  <a:pt x="1111" y="6010"/>
                  <a:pt x="1111" y="6021"/>
                </a:cubicBezTo>
                <a:cubicBezTo>
                  <a:pt x="1111" y="6030"/>
                  <a:pt x="1112" y="6039"/>
                  <a:pt x="1114" y="6048"/>
                </a:cubicBezTo>
                <a:lnTo>
                  <a:pt x="1101" y="6041"/>
                </a:lnTo>
                <a:cubicBezTo>
                  <a:pt x="1102" y="6036"/>
                  <a:pt x="1102" y="6031"/>
                  <a:pt x="1102" y="6026"/>
                </a:cubicBezTo>
                <a:cubicBezTo>
                  <a:pt x="1102" y="6018"/>
                  <a:pt x="1101" y="6010"/>
                  <a:pt x="1100" y="6002"/>
                </a:cubicBezTo>
                <a:cubicBezTo>
                  <a:pt x="1099" y="5996"/>
                  <a:pt x="1096" y="5997"/>
                  <a:pt x="1095" y="5993"/>
                </a:cubicBezTo>
                <a:cubicBezTo>
                  <a:pt x="1093" y="5983"/>
                  <a:pt x="1092" y="5974"/>
                  <a:pt x="1091" y="5965"/>
                </a:cubicBezTo>
                <a:cubicBezTo>
                  <a:pt x="1091" y="5964"/>
                  <a:pt x="1091" y="5963"/>
                  <a:pt x="1091" y="5962"/>
                </a:cubicBezTo>
                <a:cubicBezTo>
                  <a:pt x="1090" y="5960"/>
                  <a:pt x="1090" y="5960"/>
                  <a:pt x="1089" y="5960"/>
                </a:cubicBezTo>
                <a:cubicBezTo>
                  <a:pt x="1088" y="5959"/>
                  <a:pt x="1087" y="5959"/>
                  <a:pt x="1086" y="5959"/>
                </a:cubicBezTo>
                <a:cubicBezTo>
                  <a:pt x="1085" y="5959"/>
                  <a:pt x="1084" y="5959"/>
                  <a:pt x="1083" y="5960"/>
                </a:cubicBezTo>
                <a:cubicBezTo>
                  <a:pt x="1082" y="5960"/>
                  <a:pt x="1082" y="5960"/>
                  <a:pt x="1081" y="5962"/>
                </a:cubicBezTo>
                <a:cubicBezTo>
                  <a:pt x="1080" y="5963"/>
                  <a:pt x="1080" y="5964"/>
                  <a:pt x="1080" y="5965"/>
                </a:cubicBezTo>
                <a:cubicBezTo>
                  <a:pt x="1079" y="5978"/>
                  <a:pt x="1070" y="5996"/>
                  <a:pt x="1078" y="6008"/>
                </a:cubicBezTo>
                <a:cubicBezTo>
                  <a:pt x="1078" y="6015"/>
                  <a:pt x="1079" y="6022"/>
                  <a:pt x="1080" y="6029"/>
                </a:cubicBezTo>
                <a:lnTo>
                  <a:pt x="1062" y="6018"/>
                </a:lnTo>
                <a:cubicBezTo>
                  <a:pt x="1064" y="6015"/>
                  <a:pt x="1064" y="6011"/>
                  <a:pt x="1064" y="6007"/>
                </a:cubicBezTo>
                <a:cubicBezTo>
                  <a:pt x="1064" y="6005"/>
                  <a:pt x="1064" y="6002"/>
                  <a:pt x="1064" y="6000"/>
                </a:cubicBezTo>
                <a:cubicBezTo>
                  <a:pt x="1055" y="5969"/>
                  <a:pt x="1049" y="5938"/>
                  <a:pt x="1046" y="5906"/>
                </a:cubicBezTo>
                <a:cubicBezTo>
                  <a:pt x="1046" y="5905"/>
                  <a:pt x="1046" y="5904"/>
                  <a:pt x="1045" y="5903"/>
                </a:cubicBezTo>
                <a:cubicBezTo>
                  <a:pt x="1045" y="5903"/>
                  <a:pt x="1044" y="5902"/>
                  <a:pt x="1043" y="5901"/>
                </a:cubicBezTo>
                <a:cubicBezTo>
                  <a:pt x="1043" y="5901"/>
                  <a:pt x="1042" y="5901"/>
                  <a:pt x="1041" y="5901"/>
                </a:cubicBezTo>
                <a:cubicBezTo>
                  <a:pt x="1040" y="5901"/>
                  <a:pt x="1039" y="5900"/>
                  <a:pt x="1038" y="5901"/>
                </a:cubicBezTo>
                <a:cubicBezTo>
                  <a:pt x="1037" y="5901"/>
                  <a:pt x="1037" y="5902"/>
                  <a:pt x="1036" y="5903"/>
                </a:cubicBezTo>
                <a:cubicBezTo>
                  <a:pt x="1035" y="5903"/>
                  <a:pt x="1035" y="5905"/>
                  <a:pt x="1035" y="5906"/>
                </a:cubicBezTo>
                <a:cubicBezTo>
                  <a:pt x="1032" y="5920"/>
                  <a:pt x="1031" y="5933"/>
                  <a:pt x="1031" y="5947"/>
                </a:cubicBezTo>
                <a:cubicBezTo>
                  <a:pt x="1031" y="5967"/>
                  <a:pt x="1034" y="5986"/>
                  <a:pt x="1040" y="6004"/>
                </a:cubicBezTo>
                <a:lnTo>
                  <a:pt x="1022" y="5992"/>
                </a:lnTo>
                <a:cubicBezTo>
                  <a:pt x="1015" y="5974"/>
                  <a:pt x="1011" y="5955"/>
                  <a:pt x="1009" y="5935"/>
                </a:cubicBezTo>
                <a:cubicBezTo>
                  <a:pt x="1009" y="5902"/>
                  <a:pt x="1009" y="5870"/>
                  <a:pt x="1008" y="5837"/>
                </a:cubicBezTo>
                <a:cubicBezTo>
                  <a:pt x="1008" y="5831"/>
                  <a:pt x="998" y="5830"/>
                  <a:pt x="997" y="5837"/>
                </a:cubicBezTo>
                <a:cubicBezTo>
                  <a:pt x="995" y="5885"/>
                  <a:pt x="985" y="5928"/>
                  <a:pt x="994" y="5972"/>
                </a:cubicBezTo>
                <a:lnTo>
                  <a:pt x="979" y="5961"/>
                </a:lnTo>
                <a:cubicBezTo>
                  <a:pt x="974" y="5934"/>
                  <a:pt x="970" y="5908"/>
                  <a:pt x="967" y="5882"/>
                </a:cubicBezTo>
                <a:cubicBezTo>
                  <a:pt x="967" y="5850"/>
                  <a:pt x="966" y="5818"/>
                  <a:pt x="963" y="5786"/>
                </a:cubicBezTo>
                <a:cubicBezTo>
                  <a:pt x="963" y="5779"/>
                  <a:pt x="952" y="5779"/>
                  <a:pt x="952" y="5786"/>
                </a:cubicBezTo>
                <a:cubicBezTo>
                  <a:pt x="952" y="5817"/>
                  <a:pt x="942" y="5849"/>
                  <a:pt x="941" y="5881"/>
                </a:cubicBezTo>
                <a:cubicBezTo>
                  <a:pt x="940" y="5886"/>
                  <a:pt x="940" y="5892"/>
                  <a:pt x="940" y="5897"/>
                </a:cubicBezTo>
                <a:cubicBezTo>
                  <a:pt x="940" y="5902"/>
                  <a:pt x="940" y="5907"/>
                  <a:pt x="941" y="5912"/>
                </a:cubicBezTo>
                <a:cubicBezTo>
                  <a:pt x="930" y="5883"/>
                  <a:pt x="924" y="5851"/>
                  <a:pt x="922" y="5820"/>
                </a:cubicBezTo>
                <a:cubicBezTo>
                  <a:pt x="920" y="5781"/>
                  <a:pt x="918" y="5741"/>
                  <a:pt x="915" y="5703"/>
                </a:cubicBezTo>
                <a:cubicBezTo>
                  <a:pt x="915" y="5699"/>
                  <a:pt x="909" y="5699"/>
                  <a:pt x="908" y="5703"/>
                </a:cubicBezTo>
                <a:cubicBezTo>
                  <a:pt x="904" y="5751"/>
                  <a:pt x="900" y="5800"/>
                  <a:pt x="898" y="5848"/>
                </a:cubicBezTo>
                <a:cubicBezTo>
                  <a:pt x="898" y="5851"/>
                  <a:pt x="898" y="5855"/>
                  <a:pt x="898" y="5858"/>
                </a:cubicBezTo>
                <a:cubicBezTo>
                  <a:pt x="897" y="5850"/>
                  <a:pt x="895" y="5839"/>
                  <a:pt x="895" y="5837"/>
                </a:cubicBezTo>
                <a:cubicBezTo>
                  <a:pt x="890" y="5813"/>
                  <a:pt x="887" y="5788"/>
                  <a:pt x="887" y="5763"/>
                </a:cubicBezTo>
                <a:lnTo>
                  <a:pt x="887" y="5762"/>
                </a:lnTo>
                <a:cubicBezTo>
                  <a:pt x="887" y="5712"/>
                  <a:pt x="887" y="5664"/>
                  <a:pt x="886" y="5613"/>
                </a:cubicBezTo>
                <a:cubicBezTo>
                  <a:pt x="886" y="5607"/>
                  <a:pt x="875" y="5607"/>
                  <a:pt x="875" y="5613"/>
                </a:cubicBezTo>
                <a:cubicBezTo>
                  <a:pt x="872" y="5672"/>
                  <a:pt x="870" y="5734"/>
                  <a:pt x="865" y="5793"/>
                </a:cubicBezTo>
                <a:cubicBezTo>
                  <a:pt x="862" y="5779"/>
                  <a:pt x="854" y="5764"/>
                  <a:pt x="854" y="5756"/>
                </a:cubicBezTo>
                <a:cubicBezTo>
                  <a:pt x="852" y="5710"/>
                  <a:pt x="844" y="5664"/>
                  <a:pt x="840" y="5619"/>
                </a:cubicBezTo>
                <a:cubicBezTo>
                  <a:pt x="840" y="5618"/>
                  <a:pt x="841" y="5616"/>
                  <a:pt x="840" y="5616"/>
                </a:cubicBezTo>
                <a:cubicBezTo>
                  <a:pt x="839" y="5615"/>
                  <a:pt x="839" y="5615"/>
                  <a:pt x="838" y="5615"/>
                </a:cubicBezTo>
                <a:cubicBezTo>
                  <a:pt x="837" y="5614"/>
                  <a:pt x="836" y="5614"/>
                  <a:pt x="835" y="5614"/>
                </a:cubicBezTo>
                <a:cubicBezTo>
                  <a:pt x="835" y="5614"/>
                  <a:pt x="834" y="5614"/>
                  <a:pt x="833" y="5615"/>
                </a:cubicBezTo>
                <a:cubicBezTo>
                  <a:pt x="832" y="5615"/>
                  <a:pt x="832" y="5615"/>
                  <a:pt x="831" y="5616"/>
                </a:cubicBezTo>
                <a:cubicBezTo>
                  <a:pt x="830" y="5616"/>
                  <a:pt x="831" y="5618"/>
                  <a:pt x="831" y="5619"/>
                </a:cubicBezTo>
                <a:cubicBezTo>
                  <a:pt x="827" y="5641"/>
                  <a:pt x="824" y="5664"/>
                  <a:pt x="824" y="5686"/>
                </a:cubicBezTo>
                <a:cubicBezTo>
                  <a:pt x="824" y="5693"/>
                  <a:pt x="825" y="5701"/>
                  <a:pt x="825" y="5708"/>
                </a:cubicBezTo>
                <a:cubicBezTo>
                  <a:pt x="826" y="5713"/>
                  <a:pt x="826" y="5717"/>
                  <a:pt x="826" y="5723"/>
                </a:cubicBezTo>
                <a:cubicBezTo>
                  <a:pt x="826" y="5728"/>
                  <a:pt x="826" y="5734"/>
                  <a:pt x="825" y="5739"/>
                </a:cubicBezTo>
                <a:cubicBezTo>
                  <a:pt x="808" y="5678"/>
                  <a:pt x="799" y="5614"/>
                  <a:pt x="799" y="5551"/>
                </a:cubicBezTo>
                <a:cubicBezTo>
                  <a:pt x="799" y="5547"/>
                  <a:pt x="799" y="5543"/>
                  <a:pt x="799" y="5540"/>
                </a:cubicBezTo>
                <a:cubicBezTo>
                  <a:pt x="799" y="5492"/>
                  <a:pt x="798" y="5443"/>
                  <a:pt x="796" y="5395"/>
                </a:cubicBezTo>
                <a:cubicBezTo>
                  <a:pt x="797" y="5398"/>
                  <a:pt x="798" y="5400"/>
                  <a:pt x="799" y="5403"/>
                </a:cubicBezTo>
                <a:cubicBezTo>
                  <a:pt x="805" y="5415"/>
                  <a:pt x="813" y="5448"/>
                  <a:pt x="833" y="5442"/>
                </a:cubicBezTo>
                <a:cubicBezTo>
                  <a:pt x="834" y="5442"/>
                  <a:pt x="834" y="5441"/>
                  <a:pt x="835" y="5441"/>
                </a:cubicBezTo>
                <a:cubicBezTo>
                  <a:pt x="837" y="5439"/>
                  <a:pt x="838" y="5439"/>
                  <a:pt x="839" y="5437"/>
                </a:cubicBezTo>
                <a:cubicBezTo>
                  <a:pt x="840" y="5435"/>
                  <a:pt x="841" y="5433"/>
                  <a:pt x="841" y="5431"/>
                </a:cubicBezTo>
                <a:cubicBezTo>
                  <a:pt x="841" y="5429"/>
                  <a:pt x="841" y="5428"/>
                  <a:pt x="840" y="5426"/>
                </a:cubicBezTo>
                <a:cubicBezTo>
                  <a:pt x="832" y="5404"/>
                  <a:pt x="819" y="5384"/>
                  <a:pt x="810" y="5362"/>
                </a:cubicBezTo>
                <a:cubicBezTo>
                  <a:pt x="806" y="5346"/>
                  <a:pt x="803" y="5330"/>
                  <a:pt x="802" y="5314"/>
                </a:cubicBezTo>
                <a:cubicBezTo>
                  <a:pt x="806" y="5296"/>
                  <a:pt x="810" y="5279"/>
                  <a:pt x="814" y="5262"/>
                </a:cubicBezTo>
                <a:cubicBezTo>
                  <a:pt x="838" y="5313"/>
                  <a:pt x="863" y="5364"/>
                  <a:pt x="885" y="5415"/>
                </a:cubicBezTo>
                <a:cubicBezTo>
                  <a:pt x="888" y="5422"/>
                  <a:pt x="891" y="5427"/>
                  <a:pt x="895" y="5434"/>
                </a:cubicBezTo>
                <a:cubicBezTo>
                  <a:pt x="897" y="5437"/>
                  <a:pt x="900" y="5442"/>
                  <a:pt x="902" y="5446"/>
                </a:cubicBezTo>
                <a:lnTo>
                  <a:pt x="903" y="5450"/>
                </a:lnTo>
                <a:cubicBezTo>
                  <a:pt x="904" y="5451"/>
                  <a:pt x="903" y="5451"/>
                  <a:pt x="904" y="5452"/>
                </a:cubicBezTo>
                <a:cubicBezTo>
                  <a:pt x="905" y="5453"/>
                  <a:pt x="906" y="5454"/>
                  <a:pt x="908" y="5455"/>
                </a:cubicBezTo>
                <a:lnTo>
                  <a:pt x="909" y="5456"/>
                </a:lnTo>
                <a:cubicBezTo>
                  <a:pt x="916" y="5466"/>
                  <a:pt x="924" y="5475"/>
                  <a:pt x="932" y="5486"/>
                </a:cubicBezTo>
                <a:cubicBezTo>
                  <a:pt x="938" y="5505"/>
                  <a:pt x="945" y="5524"/>
                  <a:pt x="955" y="5541"/>
                </a:cubicBezTo>
                <a:cubicBezTo>
                  <a:pt x="956" y="5543"/>
                  <a:pt x="958" y="5545"/>
                  <a:pt x="959" y="5546"/>
                </a:cubicBezTo>
                <a:cubicBezTo>
                  <a:pt x="961" y="5547"/>
                  <a:pt x="963" y="5547"/>
                  <a:pt x="965" y="5547"/>
                </a:cubicBezTo>
                <a:cubicBezTo>
                  <a:pt x="966" y="5547"/>
                  <a:pt x="967" y="5547"/>
                  <a:pt x="968" y="5547"/>
                </a:cubicBezTo>
                <a:cubicBezTo>
                  <a:pt x="970" y="5550"/>
                  <a:pt x="971" y="5553"/>
                  <a:pt x="973" y="5555"/>
                </a:cubicBezTo>
                <a:cubicBezTo>
                  <a:pt x="981" y="5569"/>
                  <a:pt x="990" y="5582"/>
                  <a:pt x="1000" y="5594"/>
                </a:cubicBezTo>
                <a:cubicBezTo>
                  <a:pt x="1042" y="5642"/>
                  <a:pt x="1091" y="5671"/>
                  <a:pt x="1140" y="5709"/>
                </a:cubicBezTo>
                <a:cubicBezTo>
                  <a:pt x="1159" y="5722"/>
                  <a:pt x="1178" y="5734"/>
                  <a:pt x="1197" y="5746"/>
                </a:cubicBezTo>
                <a:cubicBezTo>
                  <a:pt x="1230" y="5765"/>
                  <a:pt x="1265" y="5781"/>
                  <a:pt x="1301" y="5794"/>
                </a:cubicBezTo>
                <a:cubicBezTo>
                  <a:pt x="1301" y="5799"/>
                  <a:pt x="1301" y="5804"/>
                  <a:pt x="1301" y="5809"/>
                </a:cubicBezTo>
                <a:cubicBezTo>
                  <a:pt x="1259" y="5786"/>
                  <a:pt x="1209" y="5780"/>
                  <a:pt x="1167" y="5758"/>
                </a:cubicBezTo>
                <a:cubicBezTo>
                  <a:pt x="1092" y="5720"/>
                  <a:pt x="990" y="5668"/>
                  <a:pt x="942" y="5593"/>
                </a:cubicBezTo>
                <a:cubicBezTo>
                  <a:pt x="942" y="5593"/>
                  <a:pt x="939" y="5593"/>
                  <a:pt x="940" y="5593"/>
                </a:cubicBezTo>
                <a:cubicBezTo>
                  <a:pt x="949" y="5624"/>
                  <a:pt x="973" y="5638"/>
                  <a:pt x="994" y="5661"/>
                </a:cubicBezTo>
                <a:cubicBezTo>
                  <a:pt x="1026" y="5696"/>
                  <a:pt x="1063" y="5727"/>
                  <a:pt x="1104" y="5752"/>
                </a:cubicBezTo>
                <a:cubicBezTo>
                  <a:pt x="1164" y="5789"/>
                  <a:pt x="1232" y="5808"/>
                  <a:pt x="1295" y="5840"/>
                </a:cubicBezTo>
                <a:cubicBezTo>
                  <a:pt x="1296" y="5841"/>
                  <a:pt x="1298" y="5841"/>
                  <a:pt x="1299" y="5841"/>
                </a:cubicBezTo>
                <a:cubicBezTo>
                  <a:pt x="1299" y="5847"/>
                  <a:pt x="1297" y="5852"/>
                  <a:pt x="1297" y="5857"/>
                </a:cubicBezTo>
                <a:cubicBezTo>
                  <a:pt x="1297" y="5861"/>
                  <a:pt x="1296" y="5866"/>
                  <a:pt x="1296" y="5870"/>
                </a:cubicBezTo>
                <a:cubicBezTo>
                  <a:pt x="1296" y="5881"/>
                  <a:pt x="1297" y="5892"/>
                  <a:pt x="1298" y="5903"/>
                </a:cubicBezTo>
                <a:cubicBezTo>
                  <a:pt x="1298" y="5905"/>
                  <a:pt x="1299" y="5908"/>
                  <a:pt x="1300" y="5910"/>
                </a:cubicBezTo>
                <a:cubicBezTo>
                  <a:pt x="1301" y="5912"/>
                  <a:pt x="1303" y="5912"/>
                  <a:pt x="1305" y="5914"/>
                </a:cubicBezTo>
                <a:cubicBezTo>
                  <a:pt x="1307" y="5915"/>
                  <a:pt x="1308" y="5916"/>
                  <a:pt x="1311" y="5916"/>
                </a:cubicBezTo>
                <a:cubicBezTo>
                  <a:pt x="1313" y="5916"/>
                  <a:pt x="1316" y="5915"/>
                  <a:pt x="1318" y="5914"/>
                </a:cubicBezTo>
                <a:cubicBezTo>
                  <a:pt x="1320" y="5912"/>
                  <a:pt x="1322" y="5911"/>
                  <a:pt x="1323" y="5910"/>
                </a:cubicBezTo>
                <a:cubicBezTo>
                  <a:pt x="1324" y="5908"/>
                  <a:pt x="1324" y="5908"/>
                  <a:pt x="1324" y="5907"/>
                </a:cubicBezTo>
                <a:cubicBezTo>
                  <a:pt x="1326" y="5899"/>
                  <a:pt x="1327" y="5890"/>
                  <a:pt x="1327" y="5882"/>
                </a:cubicBezTo>
                <a:cubicBezTo>
                  <a:pt x="1327" y="5877"/>
                  <a:pt x="1327" y="5872"/>
                  <a:pt x="1326" y="5868"/>
                </a:cubicBezTo>
                <a:cubicBezTo>
                  <a:pt x="1327" y="5852"/>
                  <a:pt x="1328" y="5836"/>
                  <a:pt x="1331" y="5821"/>
                </a:cubicBezTo>
                <a:cubicBezTo>
                  <a:pt x="1331" y="5816"/>
                  <a:pt x="1331" y="5810"/>
                  <a:pt x="1331" y="5805"/>
                </a:cubicBezTo>
                <a:cubicBezTo>
                  <a:pt x="1358" y="5815"/>
                  <a:pt x="1386" y="5824"/>
                  <a:pt x="1414" y="5833"/>
                </a:cubicBezTo>
                <a:cubicBezTo>
                  <a:pt x="1414" y="5835"/>
                  <a:pt x="1415" y="5836"/>
                  <a:pt x="1415" y="5838"/>
                </a:cubicBezTo>
                <a:cubicBezTo>
                  <a:pt x="1417" y="5840"/>
                  <a:pt x="1420" y="5843"/>
                  <a:pt x="1422" y="5844"/>
                </a:cubicBezTo>
                <a:cubicBezTo>
                  <a:pt x="1424" y="5845"/>
                  <a:pt x="1426" y="5846"/>
                  <a:pt x="1427" y="5846"/>
                </a:cubicBezTo>
                <a:cubicBezTo>
                  <a:pt x="1427" y="5860"/>
                  <a:pt x="1427" y="5875"/>
                  <a:pt x="1427" y="5889"/>
                </a:cubicBezTo>
                <a:cubicBezTo>
                  <a:pt x="1427" y="5909"/>
                  <a:pt x="1421" y="5937"/>
                  <a:pt x="1439" y="5949"/>
                </a:cubicBezTo>
                <a:cubicBezTo>
                  <a:pt x="1440" y="5950"/>
                  <a:pt x="1440" y="5950"/>
                  <a:pt x="1442" y="5950"/>
                </a:cubicBezTo>
                <a:cubicBezTo>
                  <a:pt x="1443" y="5950"/>
                  <a:pt x="1445" y="5950"/>
                  <a:pt x="1446" y="5949"/>
                </a:cubicBezTo>
                <a:cubicBezTo>
                  <a:pt x="1461" y="5938"/>
                  <a:pt x="1456" y="5923"/>
                  <a:pt x="1455" y="5905"/>
                </a:cubicBezTo>
                <a:cubicBezTo>
                  <a:pt x="1455" y="5903"/>
                  <a:pt x="1455" y="5900"/>
                  <a:pt x="1455" y="5897"/>
                </a:cubicBezTo>
                <a:cubicBezTo>
                  <a:pt x="1460" y="5899"/>
                  <a:pt x="1464" y="5902"/>
                  <a:pt x="1467" y="5904"/>
                </a:cubicBezTo>
                <a:cubicBezTo>
                  <a:pt x="1468" y="5905"/>
                  <a:pt x="1469" y="5905"/>
                  <a:pt x="1470" y="5906"/>
                </a:cubicBezTo>
                <a:cubicBezTo>
                  <a:pt x="1478" y="5910"/>
                  <a:pt x="1487" y="5914"/>
                  <a:pt x="1497" y="5915"/>
                </a:cubicBezTo>
                <a:cubicBezTo>
                  <a:pt x="1512" y="5917"/>
                  <a:pt x="1526" y="5921"/>
                  <a:pt x="1540" y="5927"/>
                </a:cubicBezTo>
                <a:cubicBezTo>
                  <a:pt x="1541" y="5927"/>
                  <a:pt x="1542" y="5928"/>
                  <a:pt x="1543" y="5928"/>
                </a:cubicBezTo>
                <a:cubicBezTo>
                  <a:pt x="1545" y="5928"/>
                  <a:pt x="1547" y="5927"/>
                  <a:pt x="1548" y="5926"/>
                </a:cubicBezTo>
                <a:cubicBezTo>
                  <a:pt x="1549" y="5925"/>
                  <a:pt x="1550" y="5924"/>
                  <a:pt x="1551" y="5923"/>
                </a:cubicBezTo>
                <a:cubicBezTo>
                  <a:pt x="1551" y="5921"/>
                  <a:pt x="1553" y="5919"/>
                  <a:pt x="1553" y="5918"/>
                </a:cubicBezTo>
                <a:cubicBezTo>
                  <a:pt x="1553" y="5916"/>
                  <a:pt x="1552" y="5915"/>
                  <a:pt x="1551" y="5914"/>
                </a:cubicBezTo>
                <a:cubicBezTo>
                  <a:pt x="1550" y="5913"/>
                  <a:pt x="1551" y="5913"/>
                  <a:pt x="1551" y="5912"/>
                </a:cubicBezTo>
                <a:cubicBezTo>
                  <a:pt x="1547" y="5909"/>
                  <a:pt x="1543" y="5906"/>
                  <a:pt x="1538" y="5903"/>
                </a:cubicBezTo>
                <a:cubicBezTo>
                  <a:pt x="1530" y="5898"/>
                  <a:pt x="1520" y="5895"/>
                  <a:pt x="1510" y="5895"/>
                </a:cubicBezTo>
                <a:cubicBezTo>
                  <a:pt x="1500" y="5894"/>
                  <a:pt x="1490" y="5891"/>
                  <a:pt x="1480" y="5886"/>
                </a:cubicBezTo>
                <a:cubicBezTo>
                  <a:pt x="1477" y="5885"/>
                  <a:pt x="1474" y="5883"/>
                  <a:pt x="1471" y="5882"/>
                </a:cubicBezTo>
                <a:cubicBezTo>
                  <a:pt x="1465" y="5878"/>
                  <a:pt x="1460" y="5875"/>
                  <a:pt x="1455" y="5871"/>
                </a:cubicBezTo>
                <a:cubicBezTo>
                  <a:pt x="1455" y="5863"/>
                  <a:pt x="1455" y="5855"/>
                  <a:pt x="1453" y="5847"/>
                </a:cubicBezTo>
                <a:cubicBezTo>
                  <a:pt x="1471" y="5853"/>
                  <a:pt x="1488" y="5860"/>
                  <a:pt x="1506" y="5867"/>
                </a:cubicBezTo>
                <a:cubicBezTo>
                  <a:pt x="1562" y="5889"/>
                  <a:pt x="1627" y="5890"/>
                  <a:pt x="1686" y="5910"/>
                </a:cubicBezTo>
                <a:cubicBezTo>
                  <a:pt x="1711" y="5918"/>
                  <a:pt x="1740" y="5915"/>
                  <a:pt x="1767" y="5922"/>
                </a:cubicBezTo>
                <a:cubicBezTo>
                  <a:pt x="1792" y="5931"/>
                  <a:pt x="1818" y="5937"/>
                  <a:pt x="1845" y="5941"/>
                </a:cubicBezTo>
                <a:cubicBezTo>
                  <a:pt x="1904" y="5942"/>
                  <a:pt x="1961" y="5953"/>
                  <a:pt x="2021" y="5952"/>
                </a:cubicBezTo>
                <a:cubicBezTo>
                  <a:pt x="2025" y="5952"/>
                  <a:pt x="2057" y="5950"/>
                  <a:pt x="2090" y="5947"/>
                </a:cubicBezTo>
                <a:cubicBezTo>
                  <a:pt x="2091" y="5947"/>
                  <a:pt x="2092" y="5948"/>
                  <a:pt x="2094" y="5948"/>
                </a:cubicBezTo>
                <a:cubicBezTo>
                  <a:pt x="2095" y="5948"/>
                  <a:pt x="2097" y="5947"/>
                  <a:pt x="2098" y="5947"/>
                </a:cubicBezTo>
                <a:lnTo>
                  <a:pt x="2130" y="5943"/>
                </a:lnTo>
                <a:cubicBezTo>
                  <a:pt x="2181" y="5943"/>
                  <a:pt x="2281" y="5944"/>
                  <a:pt x="2286" y="5943"/>
                </a:cubicBezTo>
                <a:cubicBezTo>
                  <a:pt x="2306" y="5940"/>
                  <a:pt x="2327" y="5937"/>
                  <a:pt x="2347" y="5935"/>
                </a:cubicBezTo>
                <a:cubicBezTo>
                  <a:pt x="2349" y="5936"/>
                  <a:pt x="2350" y="5937"/>
                  <a:pt x="2353" y="5937"/>
                </a:cubicBezTo>
                <a:cubicBezTo>
                  <a:pt x="2355" y="5937"/>
                  <a:pt x="2358" y="5936"/>
                  <a:pt x="2360" y="5935"/>
                </a:cubicBezTo>
                <a:cubicBezTo>
                  <a:pt x="2360" y="5935"/>
                  <a:pt x="2361" y="5934"/>
                  <a:pt x="2362" y="5934"/>
                </a:cubicBezTo>
                <a:cubicBezTo>
                  <a:pt x="2414" y="5929"/>
                  <a:pt x="2468" y="5925"/>
                  <a:pt x="2519" y="5920"/>
                </a:cubicBezTo>
                <a:lnTo>
                  <a:pt x="2530" y="5918"/>
                </a:lnTo>
                <a:cubicBezTo>
                  <a:pt x="2530" y="5919"/>
                  <a:pt x="2531" y="5919"/>
                  <a:pt x="2532" y="5919"/>
                </a:cubicBezTo>
                <a:cubicBezTo>
                  <a:pt x="2533" y="5919"/>
                  <a:pt x="2533" y="5919"/>
                  <a:pt x="2534" y="5918"/>
                </a:cubicBezTo>
                <a:cubicBezTo>
                  <a:pt x="2685" y="5902"/>
                  <a:pt x="2837" y="5885"/>
                  <a:pt x="2984" y="5842"/>
                </a:cubicBezTo>
                <a:cubicBezTo>
                  <a:pt x="3029" y="5829"/>
                  <a:pt x="3073" y="5814"/>
                  <a:pt x="3117" y="5798"/>
                </a:cubicBezTo>
                <a:lnTo>
                  <a:pt x="3121" y="5798"/>
                </a:lnTo>
                <a:cubicBezTo>
                  <a:pt x="3122" y="5797"/>
                  <a:pt x="3124" y="5797"/>
                  <a:pt x="3125" y="5796"/>
                </a:cubicBezTo>
                <a:lnTo>
                  <a:pt x="3126" y="5796"/>
                </a:lnTo>
                <a:cubicBezTo>
                  <a:pt x="3127" y="5795"/>
                  <a:pt x="3128" y="5794"/>
                  <a:pt x="3129" y="5793"/>
                </a:cubicBezTo>
                <a:cubicBezTo>
                  <a:pt x="3204" y="5764"/>
                  <a:pt x="3277" y="5728"/>
                  <a:pt x="3346" y="5688"/>
                </a:cubicBezTo>
                <a:cubicBezTo>
                  <a:pt x="3384" y="5665"/>
                  <a:pt x="3421" y="5643"/>
                  <a:pt x="3457" y="5619"/>
                </a:cubicBezTo>
                <a:cubicBezTo>
                  <a:pt x="3486" y="5599"/>
                  <a:pt x="3515" y="5579"/>
                  <a:pt x="3545" y="5560"/>
                </a:cubicBezTo>
                <a:cubicBezTo>
                  <a:pt x="3574" y="5540"/>
                  <a:pt x="3599" y="5504"/>
                  <a:pt x="3629" y="5479"/>
                </a:cubicBezTo>
                <a:cubicBezTo>
                  <a:pt x="3645" y="5462"/>
                  <a:pt x="3659" y="5443"/>
                  <a:pt x="3670" y="5423"/>
                </a:cubicBezTo>
                <a:cubicBezTo>
                  <a:pt x="3680" y="5406"/>
                  <a:pt x="3689" y="5387"/>
                  <a:pt x="3695" y="5368"/>
                </a:cubicBezTo>
                <a:cubicBezTo>
                  <a:pt x="3696" y="5368"/>
                  <a:pt x="3697" y="5368"/>
                  <a:pt x="3697" y="5368"/>
                </a:cubicBezTo>
                <a:cubicBezTo>
                  <a:pt x="3698" y="5368"/>
                  <a:pt x="3699" y="5368"/>
                  <a:pt x="3700" y="5368"/>
                </a:cubicBezTo>
                <a:cubicBezTo>
                  <a:pt x="3703" y="5386"/>
                  <a:pt x="3706" y="5404"/>
                  <a:pt x="3707" y="5422"/>
                </a:cubicBezTo>
                <a:cubicBezTo>
                  <a:pt x="3687" y="5445"/>
                  <a:pt x="3684" y="5464"/>
                  <a:pt x="3665" y="5491"/>
                </a:cubicBezTo>
                <a:cubicBezTo>
                  <a:pt x="3642" y="5525"/>
                  <a:pt x="3614" y="5557"/>
                  <a:pt x="3583" y="5584"/>
                </a:cubicBezTo>
                <a:cubicBezTo>
                  <a:pt x="3522" y="5638"/>
                  <a:pt x="3455" y="5677"/>
                  <a:pt x="3389" y="5723"/>
                </a:cubicBezTo>
                <a:cubicBezTo>
                  <a:pt x="3257" y="5817"/>
                  <a:pt x="3084" y="5872"/>
                  <a:pt x="2926" y="5906"/>
                </a:cubicBezTo>
                <a:cubicBezTo>
                  <a:pt x="2923" y="5906"/>
                  <a:pt x="2923" y="5911"/>
                  <a:pt x="2926" y="5911"/>
                </a:cubicBezTo>
                <a:cubicBezTo>
                  <a:pt x="3080" y="5906"/>
                  <a:pt x="3224" y="5831"/>
                  <a:pt x="3360" y="5766"/>
                </a:cubicBezTo>
                <a:cubicBezTo>
                  <a:pt x="3427" y="5733"/>
                  <a:pt x="3488" y="5686"/>
                  <a:pt x="3550" y="5645"/>
                </a:cubicBezTo>
                <a:cubicBezTo>
                  <a:pt x="3591" y="5617"/>
                  <a:pt x="3629" y="5586"/>
                  <a:pt x="3665" y="5551"/>
                </a:cubicBezTo>
                <a:cubicBezTo>
                  <a:pt x="3675" y="5539"/>
                  <a:pt x="3685" y="5526"/>
                  <a:pt x="3693" y="5512"/>
                </a:cubicBezTo>
                <a:cubicBezTo>
                  <a:pt x="3700" y="5500"/>
                  <a:pt x="3706" y="5487"/>
                  <a:pt x="3711" y="5474"/>
                </a:cubicBezTo>
                <a:cubicBezTo>
                  <a:pt x="3718" y="5584"/>
                  <a:pt x="3717" y="5739"/>
                  <a:pt x="3699" y="5772"/>
                </a:cubicBezTo>
                <a:moveTo>
                  <a:pt x="1036" y="5584"/>
                </a:moveTo>
                <a:cubicBezTo>
                  <a:pt x="1036" y="5587"/>
                  <a:pt x="1037" y="5590"/>
                  <a:pt x="1038" y="5594"/>
                </a:cubicBezTo>
                <a:lnTo>
                  <a:pt x="1033" y="5589"/>
                </a:lnTo>
                <a:cubicBezTo>
                  <a:pt x="1034" y="5588"/>
                  <a:pt x="1034" y="5587"/>
                  <a:pt x="1035" y="5586"/>
                </a:cubicBezTo>
                <a:cubicBezTo>
                  <a:pt x="1035" y="5585"/>
                  <a:pt x="1036" y="5585"/>
                  <a:pt x="1036" y="5584"/>
                </a:cubicBezTo>
                <a:moveTo>
                  <a:pt x="1089" y="5626"/>
                </a:moveTo>
                <a:lnTo>
                  <a:pt x="1092" y="5641"/>
                </a:lnTo>
                <a:cubicBezTo>
                  <a:pt x="1088" y="5638"/>
                  <a:pt x="1085" y="5635"/>
                  <a:pt x="1082" y="5633"/>
                </a:cubicBezTo>
                <a:cubicBezTo>
                  <a:pt x="1085" y="5631"/>
                  <a:pt x="1087" y="5629"/>
                  <a:pt x="1089" y="5626"/>
                </a:cubicBezTo>
                <a:moveTo>
                  <a:pt x="4345" y="3188"/>
                </a:moveTo>
                <a:cubicBezTo>
                  <a:pt x="4319" y="3263"/>
                  <a:pt x="4288" y="3348"/>
                  <a:pt x="4282" y="3427"/>
                </a:cubicBezTo>
                <a:cubicBezTo>
                  <a:pt x="4275" y="3506"/>
                  <a:pt x="4235" y="3588"/>
                  <a:pt x="4205" y="3658"/>
                </a:cubicBezTo>
                <a:cubicBezTo>
                  <a:pt x="4187" y="3709"/>
                  <a:pt x="4173" y="3761"/>
                  <a:pt x="4163" y="3814"/>
                </a:cubicBezTo>
                <a:cubicBezTo>
                  <a:pt x="4147" y="3882"/>
                  <a:pt x="4128" y="3948"/>
                  <a:pt x="4113" y="4017"/>
                </a:cubicBezTo>
                <a:cubicBezTo>
                  <a:pt x="4087" y="4140"/>
                  <a:pt x="4034" y="4259"/>
                  <a:pt x="3995" y="4378"/>
                </a:cubicBezTo>
                <a:cubicBezTo>
                  <a:pt x="3956" y="4496"/>
                  <a:pt x="3916" y="4613"/>
                  <a:pt x="3887" y="4734"/>
                </a:cubicBezTo>
                <a:cubicBezTo>
                  <a:pt x="3854" y="4873"/>
                  <a:pt x="3812" y="5011"/>
                  <a:pt x="3763" y="5147"/>
                </a:cubicBezTo>
                <a:cubicBezTo>
                  <a:pt x="3752" y="5177"/>
                  <a:pt x="3739" y="5208"/>
                  <a:pt x="3727" y="5238"/>
                </a:cubicBezTo>
                <a:cubicBezTo>
                  <a:pt x="3736" y="5188"/>
                  <a:pt x="3745" y="5138"/>
                  <a:pt x="3751" y="5086"/>
                </a:cubicBezTo>
                <a:cubicBezTo>
                  <a:pt x="3751" y="5085"/>
                  <a:pt x="3750" y="5085"/>
                  <a:pt x="3750" y="5084"/>
                </a:cubicBezTo>
                <a:cubicBezTo>
                  <a:pt x="3749" y="5083"/>
                  <a:pt x="3749" y="5082"/>
                  <a:pt x="3748" y="5082"/>
                </a:cubicBezTo>
                <a:cubicBezTo>
                  <a:pt x="3747" y="5081"/>
                  <a:pt x="3746" y="5081"/>
                  <a:pt x="3745" y="5081"/>
                </a:cubicBezTo>
                <a:cubicBezTo>
                  <a:pt x="3744" y="5081"/>
                  <a:pt x="3743" y="5081"/>
                  <a:pt x="3742" y="5082"/>
                </a:cubicBezTo>
                <a:cubicBezTo>
                  <a:pt x="3741" y="5082"/>
                  <a:pt x="3740" y="5083"/>
                  <a:pt x="3740" y="5084"/>
                </a:cubicBezTo>
                <a:cubicBezTo>
                  <a:pt x="3739" y="5084"/>
                  <a:pt x="3739" y="5085"/>
                  <a:pt x="3739" y="5085"/>
                </a:cubicBezTo>
                <a:cubicBezTo>
                  <a:pt x="3733" y="5139"/>
                  <a:pt x="3711" y="5193"/>
                  <a:pt x="3698" y="5246"/>
                </a:cubicBezTo>
                <a:cubicBezTo>
                  <a:pt x="3689" y="5281"/>
                  <a:pt x="3667" y="5323"/>
                  <a:pt x="3669" y="5360"/>
                </a:cubicBezTo>
                <a:lnTo>
                  <a:pt x="3661" y="5376"/>
                </a:lnTo>
                <a:cubicBezTo>
                  <a:pt x="3671" y="5340"/>
                  <a:pt x="3674" y="5300"/>
                  <a:pt x="3681" y="5264"/>
                </a:cubicBezTo>
                <a:cubicBezTo>
                  <a:pt x="3689" y="5225"/>
                  <a:pt x="3692" y="5185"/>
                  <a:pt x="3692" y="5145"/>
                </a:cubicBezTo>
                <a:cubicBezTo>
                  <a:pt x="3692" y="5137"/>
                  <a:pt x="3692" y="5128"/>
                  <a:pt x="3692" y="5119"/>
                </a:cubicBezTo>
                <a:cubicBezTo>
                  <a:pt x="3692" y="5113"/>
                  <a:pt x="3680" y="5113"/>
                  <a:pt x="3680" y="5119"/>
                </a:cubicBezTo>
                <a:cubicBezTo>
                  <a:pt x="3679" y="5177"/>
                  <a:pt x="3659" y="5240"/>
                  <a:pt x="3647" y="5296"/>
                </a:cubicBezTo>
                <a:cubicBezTo>
                  <a:pt x="3641" y="5330"/>
                  <a:pt x="3631" y="5364"/>
                  <a:pt x="3642" y="5397"/>
                </a:cubicBezTo>
                <a:cubicBezTo>
                  <a:pt x="3642" y="5398"/>
                  <a:pt x="3642" y="5397"/>
                  <a:pt x="3643" y="5398"/>
                </a:cubicBezTo>
                <a:cubicBezTo>
                  <a:pt x="3643" y="5398"/>
                  <a:pt x="3644" y="5400"/>
                  <a:pt x="3645" y="5401"/>
                </a:cubicBezTo>
                <a:lnTo>
                  <a:pt x="3646" y="5401"/>
                </a:lnTo>
                <a:lnTo>
                  <a:pt x="3619" y="5447"/>
                </a:lnTo>
                <a:cubicBezTo>
                  <a:pt x="3610" y="5457"/>
                  <a:pt x="3601" y="5467"/>
                  <a:pt x="3591" y="5475"/>
                </a:cubicBezTo>
                <a:cubicBezTo>
                  <a:pt x="3611" y="5406"/>
                  <a:pt x="3603" y="5325"/>
                  <a:pt x="3603" y="5254"/>
                </a:cubicBezTo>
                <a:cubicBezTo>
                  <a:pt x="3603" y="5253"/>
                  <a:pt x="3602" y="5252"/>
                  <a:pt x="3602" y="5251"/>
                </a:cubicBezTo>
                <a:cubicBezTo>
                  <a:pt x="3601" y="5249"/>
                  <a:pt x="3600" y="5248"/>
                  <a:pt x="3599" y="5248"/>
                </a:cubicBezTo>
                <a:cubicBezTo>
                  <a:pt x="3598" y="5247"/>
                  <a:pt x="3597" y="5247"/>
                  <a:pt x="3596" y="5247"/>
                </a:cubicBezTo>
                <a:cubicBezTo>
                  <a:pt x="3595" y="5247"/>
                  <a:pt x="3594" y="5247"/>
                  <a:pt x="3593" y="5248"/>
                </a:cubicBezTo>
                <a:cubicBezTo>
                  <a:pt x="3592" y="5248"/>
                  <a:pt x="3590" y="5249"/>
                  <a:pt x="3590" y="5251"/>
                </a:cubicBezTo>
                <a:cubicBezTo>
                  <a:pt x="3589" y="5252"/>
                  <a:pt x="3589" y="5253"/>
                  <a:pt x="3589" y="5254"/>
                </a:cubicBezTo>
                <a:cubicBezTo>
                  <a:pt x="3589" y="5326"/>
                  <a:pt x="3561" y="5413"/>
                  <a:pt x="3582" y="5483"/>
                </a:cubicBezTo>
                <a:cubicBezTo>
                  <a:pt x="3567" y="5497"/>
                  <a:pt x="3552" y="5510"/>
                  <a:pt x="3535" y="5523"/>
                </a:cubicBezTo>
                <a:cubicBezTo>
                  <a:pt x="3540" y="5484"/>
                  <a:pt x="3543" y="5445"/>
                  <a:pt x="3543" y="5406"/>
                </a:cubicBezTo>
                <a:cubicBezTo>
                  <a:pt x="3547" y="5368"/>
                  <a:pt x="3549" y="5330"/>
                  <a:pt x="3549" y="5292"/>
                </a:cubicBezTo>
                <a:cubicBezTo>
                  <a:pt x="3549" y="5287"/>
                  <a:pt x="3549" y="5282"/>
                  <a:pt x="3549" y="5278"/>
                </a:cubicBezTo>
                <a:cubicBezTo>
                  <a:pt x="3549" y="5271"/>
                  <a:pt x="3539" y="5272"/>
                  <a:pt x="3539" y="5278"/>
                </a:cubicBezTo>
                <a:cubicBezTo>
                  <a:pt x="3538" y="5320"/>
                  <a:pt x="3534" y="5363"/>
                  <a:pt x="3528" y="5404"/>
                </a:cubicBezTo>
                <a:cubicBezTo>
                  <a:pt x="3522" y="5444"/>
                  <a:pt x="3511" y="5493"/>
                  <a:pt x="3520" y="5533"/>
                </a:cubicBezTo>
                <a:cubicBezTo>
                  <a:pt x="3504" y="5546"/>
                  <a:pt x="3487" y="5558"/>
                  <a:pt x="3470" y="5569"/>
                </a:cubicBezTo>
                <a:cubicBezTo>
                  <a:pt x="3474" y="5543"/>
                  <a:pt x="3477" y="5517"/>
                  <a:pt x="3477" y="5490"/>
                </a:cubicBezTo>
                <a:cubicBezTo>
                  <a:pt x="3477" y="5478"/>
                  <a:pt x="3476" y="5467"/>
                  <a:pt x="3475" y="5455"/>
                </a:cubicBezTo>
                <a:cubicBezTo>
                  <a:pt x="3473" y="5411"/>
                  <a:pt x="3479" y="5367"/>
                  <a:pt x="3475" y="5322"/>
                </a:cubicBezTo>
                <a:cubicBezTo>
                  <a:pt x="3475" y="5321"/>
                  <a:pt x="3475" y="5321"/>
                  <a:pt x="3475" y="5320"/>
                </a:cubicBezTo>
                <a:cubicBezTo>
                  <a:pt x="3474" y="5318"/>
                  <a:pt x="3473" y="5317"/>
                  <a:pt x="3472" y="5317"/>
                </a:cubicBezTo>
                <a:cubicBezTo>
                  <a:pt x="3471" y="5316"/>
                  <a:pt x="3470" y="5316"/>
                  <a:pt x="3469" y="5316"/>
                </a:cubicBezTo>
                <a:cubicBezTo>
                  <a:pt x="3467" y="5316"/>
                  <a:pt x="3466" y="5316"/>
                  <a:pt x="3465" y="5317"/>
                </a:cubicBezTo>
                <a:cubicBezTo>
                  <a:pt x="3464" y="5317"/>
                  <a:pt x="3463" y="5319"/>
                  <a:pt x="3463" y="5320"/>
                </a:cubicBezTo>
                <a:cubicBezTo>
                  <a:pt x="3462" y="5321"/>
                  <a:pt x="3462" y="5321"/>
                  <a:pt x="3462" y="5322"/>
                </a:cubicBezTo>
                <a:cubicBezTo>
                  <a:pt x="3455" y="5366"/>
                  <a:pt x="3450" y="5411"/>
                  <a:pt x="3448" y="5455"/>
                </a:cubicBezTo>
                <a:cubicBezTo>
                  <a:pt x="3447" y="5481"/>
                  <a:pt x="3445" y="5507"/>
                  <a:pt x="3441" y="5532"/>
                </a:cubicBezTo>
                <a:cubicBezTo>
                  <a:pt x="3440" y="5544"/>
                  <a:pt x="3447" y="5570"/>
                  <a:pt x="3447" y="5586"/>
                </a:cubicBezTo>
                <a:lnTo>
                  <a:pt x="3421" y="5603"/>
                </a:lnTo>
                <a:lnTo>
                  <a:pt x="3406" y="5613"/>
                </a:lnTo>
                <a:cubicBezTo>
                  <a:pt x="3415" y="5547"/>
                  <a:pt x="3408" y="5474"/>
                  <a:pt x="3406" y="5409"/>
                </a:cubicBezTo>
                <a:cubicBezTo>
                  <a:pt x="3406" y="5401"/>
                  <a:pt x="3394" y="5400"/>
                  <a:pt x="3393" y="5409"/>
                </a:cubicBezTo>
                <a:cubicBezTo>
                  <a:pt x="3391" y="5480"/>
                  <a:pt x="3369" y="5558"/>
                  <a:pt x="3382" y="5629"/>
                </a:cubicBezTo>
                <a:cubicBezTo>
                  <a:pt x="3370" y="5637"/>
                  <a:pt x="3357" y="5645"/>
                  <a:pt x="3345" y="5652"/>
                </a:cubicBezTo>
                <a:cubicBezTo>
                  <a:pt x="3354" y="5597"/>
                  <a:pt x="3345" y="5533"/>
                  <a:pt x="3341" y="5478"/>
                </a:cubicBezTo>
                <a:cubicBezTo>
                  <a:pt x="3341" y="5477"/>
                  <a:pt x="3340" y="5476"/>
                  <a:pt x="3340" y="5475"/>
                </a:cubicBezTo>
                <a:cubicBezTo>
                  <a:pt x="3339" y="5473"/>
                  <a:pt x="3338" y="5473"/>
                  <a:pt x="3337" y="5473"/>
                </a:cubicBezTo>
                <a:cubicBezTo>
                  <a:pt x="3336" y="5472"/>
                  <a:pt x="3335" y="5472"/>
                  <a:pt x="3334" y="5472"/>
                </a:cubicBezTo>
                <a:cubicBezTo>
                  <a:pt x="3333" y="5472"/>
                  <a:pt x="3332" y="5472"/>
                  <a:pt x="3331" y="5473"/>
                </a:cubicBezTo>
                <a:cubicBezTo>
                  <a:pt x="3329" y="5473"/>
                  <a:pt x="3329" y="5474"/>
                  <a:pt x="3328" y="5475"/>
                </a:cubicBezTo>
                <a:cubicBezTo>
                  <a:pt x="3327" y="5476"/>
                  <a:pt x="3327" y="5477"/>
                  <a:pt x="3327" y="5478"/>
                </a:cubicBezTo>
                <a:cubicBezTo>
                  <a:pt x="3322" y="5536"/>
                  <a:pt x="3312" y="5604"/>
                  <a:pt x="3324" y="5661"/>
                </a:cubicBezTo>
                <a:cubicBezTo>
                  <a:pt x="3324" y="5661"/>
                  <a:pt x="3325" y="5662"/>
                  <a:pt x="3326" y="5663"/>
                </a:cubicBezTo>
                <a:cubicBezTo>
                  <a:pt x="3311" y="5671"/>
                  <a:pt x="3297" y="5679"/>
                  <a:pt x="3282" y="5686"/>
                </a:cubicBezTo>
                <a:cubicBezTo>
                  <a:pt x="3295" y="5617"/>
                  <a:pt x="3281" y="5536"/>
                  <a:pt x="3277" y="5467"/>
                </a:cubicBezTo>
                <a:cubicBezTo>
                  <a:pt x="3277" y="5460"/>
                  <a:pt x="3266" y="5461"/>
                  <a:pt x="3266" y="5467"/>
                </a:cubicBezTo>
                <a:cubicBezTo>
                  <a:pt x="3262" y="5539"/>
                  <a:pt x="3246" y="5624"/>
                  <a:pt x="3263" y="5696"/>
                </a:cubicBezTo>
                <a:cubicBezTo>
                  <a:pt x="3249" y="5703"/>
                  <a:pt x="3236" y="5709"/>
                  <a:pt x="3223" y="5716"/>
                </a:cubicBezTo>
                <a:cubicBezTo>
                  <a:pt x="3224" y="5703"/>
                  <a:pt x="3225" y="5689"/>
                  <a:pt x="3225" y="5677"/>
                </a:cubicBezTo>
                <a:cubicBezTo>
                  <a:pt x="3225" y="5664"/>
                  <a:pt x="3224" y="5652"/>
                  <a:pt x="3223" y="5639"/>
                </a:cubicBezTo>
                <a:cubicBezTo>
                  <a:pt x="3223" y="5604"/>
                  <a:pt x="3220" y="5569"/>
                  <a:pt x="3216" y="5534"/>
                </a:cubicBezTo>
                <a:cubicBezTo>
                  <a:pt x="3216" y="5533"/>
                  <a:pt x="3216" y="5532"/>
                  <a:pt x="3215" y="5531"/>
                </a:cubicBezTo>
                <a:cubicBezTo>
                  <a:pt x="3214" y="5530"/>
                  <a:pt x="3214" y="5528"/>
                  <a:pt x="3213" y="5528"/>
                </a:cubicBezTo>
                <a:cubicBezTo>
                  <a:pt x="3212" y="5527"/>
                  <a:pt x="3210" y="5527"/>
                  <a:pt x="3209" y="5527"/>
                </a:cubicBezTo>
                <a:cubicBezTo>
                  <a:pt x="3207" y="5527"/>
                  <a:pt x="3207" y="5527"/>
                  <a:pt x="3206" y="5528"/>
                </a:cubicBezTo>
                <a:cubicBezTo>
                  <a:pt x="3205" y="5528"/>
                  <a:pt x="3204" y="5530"/>
                  <a:pt x="3204" y="5531"/>
                </a:cubicBezTo>
                <a:cubicBezTo>
                  <a:pt x="3203" y="5532"/>
                  <a:pt x="3203" y="5533"/>
                  <a:pt x="3203" y="5534"/>
                </a:cubicBezTo>
                <a:cubicBezTo>
                  <a:pt x="3199" y="5570"/>
                  <a:pt x="3196" y="5605"/>
                  <a:pt x="3195" y="5641"/>
                </a:cubicBezTo>
                <a:cubicBezTo>
                  <a:pt x="3195" y="5652"/>
                  <a:pt x="3194" y="5662"/>
                  <a:pt x="3194" y="5672"/>
                </a:cubicBezTo>
                <a:cubicBezTo>
                  <a:pt x="3194" y="5691"/>
                  <a:pt x="3195" y="5709"/>
                  <a:pt x="3198" y="5727"/>
                </a:cubicBezTo>
                <a:lnTo>
                  <a:pt x="3181" y="5735"/>
                </a:lnTo>
                <a:cubicBezTo>
                  <a:pt x="3181" y="5730"/>
                  <a:pt x="3181" y="5724"/>
                  <a:pt x="3181" y="5719"/>
                </a:cubicBezTo>
                <a:cubicBezTo>
                  <a:pt x="3181" y="5690"/>
                  <a:pt x="3176" y="5660"/>
                  <a:pt x="3174" y="5630"/>
                </a:cubicBezTo>
                <a:cubicBezTo>
                  <a:pt x="3174" y="5623"/>
                  <a:pt x="3163" y="5624"/>
                  <a:pt x="3163" y="5630"/>
                </a:cubicBezTo>
                <a:cubicBezTo>
                  <a:pt x="3161" y="5662"/>
                  <a:pt x="3157" y="5694"/>
                  <a:pt x="3156" y="5726"/>
                </a:cubicBezTo>
                <a:cubicBezTo>
                  <a:pt x="3156" y="5733"/>
                  <a:pt x="3155" y="5740"/>
                  <a:pt x="3154" y="5746"/>
                </a:cubicBezTo>
                <a:lnTo>
                  <a:pt x="3132" y="5754"/>
                </a:lnTo>
                <a:cubicBezTo>
                  <a:pt x="3132" y="5690"/>
                  <a:pt x="3124" y="5626"/>
                  <a:pt x="3121" y="5561"/>
                </a:cubicBezTo>
                <a:cubicBezTo>
                  <a:pt x="3121" y="5560"/>
                  <a:pt x="3122" y="5558"/>
                  <a:pt x="3121" y="5558"/>
                </a:cubicBezTo>
                <a:cubicBezTo>
                  <a:pt x="3120" y="5557"/>
                  <a:pt x="3120" y="5557"/>
                  <a:pt x="3119" y="5557"/>
                </a:cubicBezTo>
                <a:cubicBezTo>
                  <a:pt x="3118" y="5556"/>
                  <a:pt x="3117" y="5556"/>
                  <a:pt x="3117" y="5556"/>
                </a:cubicBezTo>
                <a:cubicBezTo>
                  <a:pt x="3116" y="5556"/>
                  <a:pt x="3115" y="5556"/>
                  <a:pt x="3114" y="5557"/>
                </a:cubicBezTo>
                <a:lnTo>
                  <a:pt x="3113" y="5558"/>
                </a:lnTo>
                <a:cubicBezTo>
                  <a:pt x="3112" y="5559"/>
                  <a:pt x="3112" y="5560"/>
                  <a:pt x="3112" y="5561"/>
                </a:cubicBezTo>
                <a:cubicBezTo>
                  <a:pt x="3109" y="5629"/>
                  <a:pt x="3106" y="5696"/>
                  <a:pt x="3108" y="5764"/>
                </a:cubicBezTo>
                <a:cubicBezTo>
                  <a:pt x="3092" y="5770"/>
                  <a:pt x="3076" y="5776"/>
                  <a:pt x="3060" y="5782"/>
                </a:cubicBezTo>
                <a:cubicBezTo>
                  <a:pt x="3060" y="5780"/>
                  <a:pt x="3060" y="5778"/>
                  <a:pt x="3060" y="5776"/>
                </a:cubicBezTo>
                <a:cubicBezTo>
                  <a:pt x="3060" y="5761"/>
                  <a:pt x="3055" y="5745"/>
                  <a:pt x="3053" y="5730"/>
                </a:cubicBezTo>
                <a:cubicBezTo>
                  <a:pt x="3053" y="5724"/>
                  <a:pt x="3043" y="5724"/>
                  <a:pt x="3042" y="5730"/>
                </a:cubicBezTo>
                <a:cubicBezTo>
                  <a:pt x="3041" y="5744"/>
                  <a:pt x="3038" y="5758"/>
                  <a:pt x="3036" y="5771"/>
                </a:cubicBezTo>
                <a:cubicBezTo>
                  <a:pt x="3036" y="5775"/>
                  <a:pt x="3035" y="5778"/>
                  <a:pt x="3035" y="5781"/>
                </a:cubicBezTo>
                <a:cubicBezTo>
                  <a:pt x="3035" y="5784"/>
                  <a:pt x="3036" y="5788"/>
                  <a:pt x="3036" y="5791"/>
                </a:cubicBezTo>
                <a:lnTo>
                  <a:pt x="2993" y="5805"/>
                </a:lnTo>
                <a:cubicBezTo>
                  <a:pt x="2993" y="5799"/>
                  <a:pt x="2993" y="5792"/>
                  <a:pt x="2993" y="5786"/>
                </a:cubicBezTo>
                <a:cubicBezTo>
                  <a:pt x="2993" y="5747"/>
                  <a:pt x="2992" y="5707"/>
                  <a:pt x="2988" y="5667"/>
                </a:cubicBezTo>
                <a:cubicBezTo>
                  <a:pt x="2988" y="5660"/>
                  <a:pt x="2977" y="5661"/>
                  <a:pt x="2976" y="5667"/>
                </a:cubicBezTo>
                <a:cubicBezTo>
                  <a:pt x="2973" y="5704"/>
                  <a:pt x="2972" y="5742"/>
                  <a:pt x="2972" y="5779"/>
                </a:cubicBezTo>
                <a:cubicBezTo>
                  <a:pt x="2972" y="5790"/>
                  <a:pt x="2972" y="5800"/>
                  <a:pt x="2972" y="5810"/>
                </a:cubicBezTo>
                <a:cubicBezTo>
                  <a:pt x="2957" y="5814"/>
                  <a:pt x="2943" y="5818"/>
                  <a:pt x="2928" y="5822"/>
                </a:cubicBezTo>
                <a:cubicBezTo>
                  <a:pt x="2929" y="5822"/>
                  <a:pt x="2930" y="5821"/>
                  <a:pt x="2931" y="5821"/>
                </a:cubicBezTo>
                <a:cubicBezTo>
                  <a:pt x="2933" y="5820"/>
                  <a:pt x="2934" y="5818"/>
                  <a:pt x="2935" y="5817"/>
                </a:cubicBezTo>
                <a:cubicBezTo>
                  <a:pt x="2936" y="5815"/>
                  <a:pt x="2936" y="5814"/>
                  <a:pt x="2936" y="5812"/>
                </a:cubicBezTo>
                <a:cubicBezTo>
                  <a:pt x="2936" y="5811"/>
                  <a:pt x="2936" y="5809"/>
                  <a:pt x="2935" y="5808"/>
                </a:cubicBezTo>
                <a:cubicBezTo>
                  <a:pt x="2935" y="5804"/>
                  <a:pt x="2935" y="5800"/>
                  <a:pt x="2935" y="5796"/>
                </a:cubicBezTo>
                <a:cubicBezTo>
                  <a:pt x="2935" y="5774"/>
                  <a:pt x="2934" y="5752"/>
                  <a:pt x="2931" y="5729"/>
                </a:cubicBezTo>
                <a:cubicBezTo>
                  <a:pt x="2932" y="5723"/>
                  <a:pt x="2932" y="5717"/>
                  <a:pt x="2932" y="5711"/>
                </a:cubicBezTo>
                <a:cubicBezTo>
                  <a:pt x="2932" y="5684"/>
                  <a:pt x="2929" y="5657"/>
                  <a:pt x="2922" y="5631"/>
                </a:cubicBezTo>
                <a:cubicBezTo>
                  <a:pt x="2922" y="5631"/>
                  <a:pt x="2921" y="5631"/>
                  <a:pt x="2921" y="5630"/>
                </a:cubicBezTo>
                <a:cubicBezTo>
                  <a:pt x="2921" y="5629"/>
                  <a:pt x="2920" y="5629"/>
                  <a:pt x="2919" y="5628"/>
                </a:cubicBezTo>
                <a:cubicBezTo>
                  <a:pt x="2919" y="5628"/>
                  <a:pt x="2918" y="5628"/>
                  <a:pt x="2917" y="5628"/>
                </a:cubicBezTo>
                <a:cubicBezTo>
                  <a:pt x="2916" y="5628"/>
                  <a:pt x="2915" y="5627"/>
                  <a:pt x="2914" y="5628"/>
                </a:cubicBezTo>
                <a:cubicBezTo>
                  <a:pt x="2913" y="5628"/>
                  <a:pt x="2912" y="5629"/>
                  <a:pt x="2912" y="5630"/>
                </a:cubicBezTo>
                <a:cubicBezTo>
                  <a:pt x="2911" y="5631"/>
                  <a:pt x="2912" y="5632"/>
                  <a:pt x="2912" y="5633"/>
                </a:cubicBezTo>
                <a:cubicBezTo>
                  <a:pt x="2912" y="5633"/>
                  <a:pt x="2912" y="5634"/>
                  <a:pt x="2912" y="5635"/>
                </a:cubicBezTo>
                <a:cubicBezTo>
                  <a:pt x="2913" y="5645"/>
                  <a:pt x="2913" y="5655"/>
                  <a:pt x="2913" y="5665"/>
                </a:cubicBezTo>
                <a:cubicBezTo>
                  <a:pt x="2913" y="5681"/>
                  <a:pt x="2912" y="5698"/>
                  <a:pt x="2909" y="5714"/>
                </a:cubicBezTo>
                <a:cubicBezTo>
                  <a:pt x="2908" y="5726"/>
                  <a:pt x="2907" y="5738"/>
                  <a:pt x="2907" y="5750"/>
                </a:cubicBezTo>
                <a:cubicBezTo>
                  <a:pt x="2907" y="5772"/>
                  <a:pt x="2910" y="5794"/>
                  <a:pt x="2914" y="5815"/>
                </a:cubicBezTo>
                <a:cubicBezTo>
                  <a:pt x="2915" y="5816"/>
                  <a:pt x="2915" y="5817"/>
                  <a:pt x="2915" y="5817"/>
                </a:cubicBezTo>
                <a:cubicBezTo>
                  <a:pt x="2916" y="5819"/>
                  <a:pt x="2917" y="5820"/>
                  <a:pt x="2919" y="5821"/>
                </a:cubicBezTo>
                <a:cubicBezTo>
                  <a:pt x="2920" y="5822"/>
                  <a:pt x="2923" y="5822"/>
                  <a:pt x="2924" y="5822"/>
                </a:cubicBezTo>
                <a:cubicBezTo>
                  <a:pt x="2925" y="5822"/>
                  <a:pt x="2926" y="5822"/>
                  <a:pt x="2927" y="5822"/>
                </a:cubicBezTo>
                <a:cubicBezTo>
                  <a:pt x="2907" y="5827"/>
                  <a:pt x="2887" y="5832"/>
                  <a:pt x="2866" y="5836"/>
                </a:cubicBezTo>
                <a:cubicBezTo>
                  <a:pt x="2865" y="5825"/>
                  <a:pt x="2864" y="5814"/>
                  <a:pt x="2864" y="5804"/>
                </a:cubicBezTo>
                <a:cubicBezTo>
                  <a:pt x="2863" y="5793"/>
                  <a:pt x="2845" y="5795"/>
                  <a:pt x="2844" y="5805"/>
                </a:cubicBezTo>
                <a:cubicBezTo>
                  <a:pt x="2842" y="5817"/>
                  <a:pt x="2842" y="5828"/>
                  <a:pt x="2842" y="5840"/>
                </a:cubicBezTo>
                <a:lnTo>
                  <a:pt x="2822" y="5844"/>
                </a:lnTo>
                <a:cubicBezTo>
                  <a:pt x="2822" y="5842"/>
                  <a:pt x="2821" y="5841"/>
                  <a:pt x="2820" y="5839"/>
                </a:cubicBezTo>
                <a:cubicBezTo>
                  <a:pt x="2820" y="5838"/>
                  <a:pt x="2819" y="5828"/>
                  <a:pt x="2818" y="5825"/>
                </a:cubicBezTo>
                <a:cubicBezTo>
                  <a:pt x="2817" y="5822"/>
                  <a:pt x="2815" y="5818"/>
                  <a:pt x="2814" y="5814"/>
                </a:cubicBezTo>
                <a:cubicBezTo>
                  <a:pt x="2813" y="5807"/>
                  <a:pt x="2813" y="5801"/>
                  <a:pt x="2812" y="5794"/>
                </a:cubicBezTo>
                <a:cubicBezTo>
                  <a:pt x="2812" y="5793"/>
                  <a:pt x="2812" y="5791"/>
                  <a:pt x="2811" y="5790"/>
                </a:cubicBezTo>
                <a:cubicBezTo>
                  <a:pt x="2810" y="5789"/>
                  <a:pt x="2808" y="5787"/>
                  <a:pt x="2807" y="5786"/>
                </a:cubicBezTo>
                <a:cubicBezTo>
                  <a:pt x="2805" y="5785"/>
                  <a:pt x="2804" y="5785"/>
                  <a:pt x="2802" y="5785"/>
                </a:cubicBezTo>
                <a:cubicBezTo>
                  <a:pt x="2800" y="5785"/>
                  <a:pt x="2798" y="5785"/>
                  <a:pt x="2797" y="5786"/>
                </a:cubicBezTo>
                <a:cubicBezTo>
                  <a:pt x="2795" y="5787"/>
                  <a:pt x="2794" y="5789"/>
                  <a:pt x="2793" y="5790"/>
                </a:cubicBezTo>
                <a:cubicBezTo>
                  <a:pt x="2792" y="5791"/>
                  <a:pt x="2792" y="5792"/>
                  <a:pt x="2792" y="5793"/>
                </a:cubicBezTo>
                <a:cubicBezTo>
                  <a:pt x="2790" y="5800"/>
                  <a:pt x="2789" y="5808"/>
                  <a:pt x="2788" y="5815"/>
                </a:cubicBezTo>
                <a:cubicBezTo>
                  <a:pt x="2787" y="5822"/>
                  <a:pt x="2791" y="5829"/>
                  <a:pt x="2791" y="5835"/>
                </a:cubicBezTo>
                <a:cubicBezTo>
                  <a:pt x="2791" y="5835"/>
                  <a:pt x="2791" y="5836"/>
                  <a:pt x="2791" y="5837"/>
                </a:cubicBezTo>
                <a:cubicBezTo>
                  <a:pt x="2791" y="5841"/>
                  <a:pt x="2792" y="5845"/>
                  <a:pt x="2793" y="5848"/>
                </a:cubicBezTo>
                <a:lnTo>
                  <a:pt x="2766" y="5852"/>
                </a:lnTo>
                <a:cubicBezTo>
                  <a:pt x="2764" y="5843"/>
                  <a:pt x="2763" y="5833"/>
                  <a:pt x="2763" y="5824"/>
                </a:cubicBezTo>
                <a:cubicBezTo>
                  <a:pt x="2763" y="5823"/>
                  <a:pt x="2763" y="5822"/>
                  <a:pt x="2763" y="5820"/>
                </a:cubicBezTo>
                <a:cubicBezTo>
                  <a:pt x="2763" y="5811"/>
                  <a:pt x="2763" y="5801"/>
                  <a:pt x="2761" y="5791"/>
                </a:cubicBezTo>
                <a:cubicBezTo>
                  <a:pt x="2761" y="5786"/>
                  <a:pt x="2761" y="5778"/>
                  <a:pt x="2758" y="5774"/>
                </a:cubicBezTo>
                <a:lnTo>
                  <a:pt x="2757" y="5773"/>
                </a:lnTo>
                <a:cubicBezTo>
                  <a:pt x="2756" y="5772"/>
                  <a:pt x="2754" y="5772"/>
                  <a:pt x="2753" y="5772"/>
                </a:cubicBezTo>
                <a:cubicBezTo>
                  <a:pt x="2751" y="5772"/>
                  <a:pt x="2751" y="5772"/>
                  <a:pt x="2750" y="5773"/>
                </a:cubicBezTo>
                <a:cubicBezTo>
                  <a:pt x="2749" y="5774"/>
                  <a:pt x="2748" y="5773"/>
                  <a:pt x="2748" y="5775"/>
                </a:cubicBezTo>
                <a:cubicBezTo>
                  <a:pt x="2747" y="5776"/>
                  <a:pt x="2747" y="5777"/>
                  <a:pt x="2747" y="5778"/>
                </a:cubicBezTo>
                <a:cubicBezTo>
                  <a:pt x="2746" y="5801"/>
                  <a:pt x="2735" y="5831"/>
                  <a:pt x="2741" y="5856"/>
                </a:cubicBezTo>
                <a:lnTo>
                  <a:pt x="2719" y="5859"/>
                </a:lnTo>
                <a:cubicBezTo>
                  <a:pt x="2719" y="5817"/>
                  <a:pt x="2718" y="5776"/>
                  <a:pt x="2715" y="5734"/>
                </a:cubicBezTo>
                <a:cubicBezTo>
                  <a:pt x="2715" y="5734"/>
                  <a:pt x="2716" y="5733"/>
                  <a:pt x="2715" y="5733"/>
                </a:cubicBezTo>
                <a:cubicBezTo>
                  <a:pt x="2714" y="5732"/>
                  <a:pt x="2714" y="5733"/>
                  <a:pt x="2713" y="5732"/>
                </a:cubicBezTo>
                <a:lnTo>
                  <a:pt x="2712" y="5732"/>
                </a:lnTo>
                <a:cubicBezTo>
                  <a:pt x="2711" y="5732"/>
                  <a:pt x="2711" y="5731"/>
                  <a:pt x="2710" y="5732"/>
                </a:cubicBezTo>
                <a:cubicBezTo>
                  <a:pt x="2709" y="5732"/>
                  <a:pt x="2709" y="5733"/>
                  <a:pt x="2709" y="5733"/>
                </a:cubicBezTo>
                <a:cubicBezTo>
                  <a:pt x="2709" y="5734"/>
                  <a:pt x="2709" y="5734"/>
                  <a:pt x="2709" y="5734"/>
                </a:cubicBezTo>
                <a:cubicBezTo>
                  <a:pt x="2707" y="5777"/>
                  <a:pt x="2697" y="5819"/>
                  <a:pt x="2698" y="5862"/>
                </a:cubicBezTo>
                <a:lnTo>
                  <a:pt x="2646" y="5868"/>
                </a:lnTo>
                <a:cubicBezTo>
                  <a:pt x="2646" y="5868"/>
                  <a:pt x="2646" y="5867"/>
                  <a:pt x="2646" y="5866"/>
                </a:cubicBezTo>
                <a:cubicBezTo>
                  <a:pt x="2645" y="5852"/>
                  <a:pt x="2642" y="5838"/>
                  <a:pt x="2641" y="5824"/>
                </a:cubicBezTo>
                <a:cubicBezTo>
                  <a:pt x="2641" y="5818"/>
                  <a:pt x="2631" y="5817"/>
                  <a:pt x="2630" y="5824"/>
                </a:cubicBezTo>
                <a:cubicBezTo>
                  <a:pt x="2629" y="5836"/>
                  <a:pt x="2628" y="5848"/>
                  <a:pt x="2626" y="5860"/>
                </a:cubicBezTo>
                <a:cubicBezTo>
                  <a:pt x="2625" y="5863"/>
                  <a:pt x="2625" y="5867"/>
                  <a:pt x="2625" y="5871"/>
                </a:cubicBezTo>
                <a:lnTo>
                  <a:pt x="2598" y="5874"/>
                </a:lnTo>
                <a:cubicBezTo>
                  <a:pt x="2596" y="5863"/>
                  <a:pt x="2595" y="5852"/>
                  <a:pt x="2593" y="5841"/>
                </a:cubicBezTo>
                <a:cubicBezTo>
                  <a:pt x="2592" y="5834"/>
                  <a:pt x="2593" y="5827"/>
                  <a:pt x="2592" y="5819"/>
                </a:cubicBezTo>
                <a:cubicBezTo>
                  <a:pt x="2590" y="5816"/>
                  <a:pt x="2589" y="5812"/>
                  <a:pt x="2587" y="5809"/>
                </a:cubicBezTo>
                <a:cubicBezTo>
                  <a:pt x="2587" y="5806"/>
                  <a:pt x="2586" y="5804"/>
                  <a:pt x="2586" y="5801"/>
                </a:cubicBezTo>
                <a:cubicBezTo>
                  <a:pt x="2586" y="5799"/>
                  <a:pt x="2587" y="5796"/>
                  <a:pt x="2587" y="5794"/>
                </a:cubicBezTo>
                <a:cubicBezTo>
                  <a:pt x="2587" y="5793"/>
                  <a:pt x="2586" y="5792"/>
                  <a:pt x="2586" y="5791"/>
                </a:cubicBezTo>
                <a:cubicBezTo>
                  <a:pt x="2585" y="5789"/>
                  <a:pt x="2584" y="5788"/>
                  <a:pt x="2583" y="5788"/>
                </a:cubicBezTo>
                <a:cubicBezTo>
                  <a:pt x="2582" y="5787"/>
                  <a:pt x="2581" y="5787"/>
                  <a:pt x="2580" y="5787"/>
                </a:cubicBezTo>
                <a:cubicBezTo>
                  <a:pt x="2579" y="5787"/>
                  <a:pt x="2578" y="5787"/>
                  <a:pt x="2577" y="5788"/>
                </a:cubicBezTo>
                <a:cubicBezTo>
                  <a:pt x="2576" y="5788"/>
                  <a:pt x="2575" y="5790"/>
                  <a:pt x="2575" y="5791"/>
                </a:cubicBezTo>
                <a:cubicBezTo>
                  <a:pt x="2574" y="5792"/>
                  <a:pt x="2574" y="5793"/>
                  <a:pt x="2574" y="5794"/>
                </a:cubicBezTo>
                <a:cubicBezTo>
                  <a:pt x="2573" y="5800"/>
                  <a:pt x="2572" y="5806"/>
                  <a:pt x="2572" y="5812"/>
                </a:cubicBezTo>
                <a:cubicBezTo>
                  <a:pt x="2572" y="5813"/>
                  <a:pt x="2573" y="5815"/>
                  <a:pt x="2573" y="5816"/>
                </a:cubicBezTo>
                <a:cubicBezTo>
                  <a:pt x="2574" y="5821"/>
                  <a:pt x="2575" y="5827"/>
                  <a:pt x="2575" y="5832"/>
                </a:cubicBezTo>
                <a:cubicBezTo>
                  <a:pt x="2575" y="5843"/>
                  <a:pt x="2576" y="5853"/>
                  <a:pt x="2577" y="5864"/>
                </a:cubicBezTo>
                <a:cubicBezTo>
                  <a:pt x="2577" y="5869"/>
                  <a:pt x="2577" y="5873"/>
                  <a:pt x="2577" y="5877"/>
                </a:cubicBezTo>
                <a:lnTo>
                  <a:pt x="2544" y="5881"/>
                </a:lnTo>
                <a:cubicBezTo>
                  <a:pt x="2545" y="5823"/>
                  <a:pt x="2544" y="5764"/>
                  <a:pt x="2541" y="5707"/>
                </a:cubicBezTo>
                <a:cubicBezTo>
                  <a:pt x="2541" y="5701"/>
                  <a:pt x="2531" y="5700"/>
                  <a:pt x="2530" y="5707"/>
                </a:cubicBezTo>
                <a:cubicBezTo>
                  <a:pt x="2526" y="5766"/>
                  <a:pt x="2520" y="5825"/>
                  <a:pt x="2521" y="5884"/>
                </a:cubicBezTo>
                <a:lnTo>
                  <a:pt x="2515" y="5884"/>
                </a:lnTo>
                <a:cubicBezTo>
                  <a:pt x="2506" y="5885"/>
                  <a:pt x="2495" y="5886"/>
                  <a:pt x="2487" y="5887"/>
                </a:cubicBezTo>
                <a:cubicBezTo>
                  <a:pt x="2486" y="5881"/>
                  <a:pt x="2485" y="5875"/>
                  <a:pt x="2483" y="5870"/>
                </a:cubicBezTo>
                <a:cubicBezTo>
                  <a:pt x="2480" y="5865"/>
                  <a:pt x="2483" y="5861"/>
                  <a:pt x="2479" y="5856"/>
                </a:cubicBezTo>
                <a:cubicBezTo>
                  <a:pt x="2476" y="5848"/>
                  <a:pt x="2474" y="5840"/>
                  <a:pt x="2474" y="5831"/>
                </a:cubicBezTo>
                <a:cubicBezTo>
                  <a:pt x="2474" y="5830"/>
                  <a:pt x="2474" y="5829"/>
                  <a:pt x="2474" y="5827"/>
                </a:cubicBezTo>
                <a:cubicBezTo>
                  <a:pt x="2474" y="5827"/>
                  <a:pt x="2474" y="5826"/>
                  <a:pt x="2474" y="5825"/>
                </a:cubicBezTo>
                <a:cubicBezTo>
                  <a:pt x="2473" y="5824"/>
                  <a:pt x="2473" y="5823"/>
                  <a:pt x="2472" y="5823"/>
                </a:cubicBezTo>
                <a:cubicBezTo>
                  <a:pt x="2471" y="5822"/>
                  <a:pt x="2471" y="5823"/>
                  <a:pt x="2470" y="5823"/>
                </a:cubicBezTo>
                <a:cubicBezTo>
                  <a:pt x="2469" y="5823"/>
                  <a:pt x="2468" y="5822"/>
                  <a:pt x="2467" y="5823"/>
                </a:cubicBezTo>
                <a:cubicBezTo>
                  <a:pt x="2466" y="5823"/>
                  <a:pt x="2466" y="5824"/>
                  <a:pt x="2466" y="5825"/>
                </a:cubicBezTo>
                <a:cubicBezTo>
                  <a:pt x="2465" y="5826"/>
                  <a:pt x="2465" y="5827"/>
                  <a:pt x="2465" y="5827"/>
                </a:cubicBezTo>
                <a:cubicBezTo>
                  <a:pt x="2464" y="5835"/>
                  <a:pt x="2463" y="5842"/>
                  <a:pt x="2463" y="5849"/>
                </a:cubicBezTo>
                <a:cubicBezTo>
                  <a:pt x="2463" y="5857"/>
                  <a:pt x="2464" y="5864"/>
                  <a:pt x="2465" y="5871"/>
                </a:cubicBezTo>
                <a:cubicBezTo>
                  <a:pt x="2466" y="5877"/>
                  <a:pt x="2467" y="5883"/>
                  <a:pt x="2468" y="5889"/>
                </a:cubicBezTo>
                <a:lnTo>
                  <a:pt x="2434" y="5892"/>
                </a:lnTo>
                <a:cubicBezTo>
                  <a:pt x="2431" y="5868"/>
                  <a:pt x="2433" y="5842"/>
                  <a:pt x="2431" y="5818"/>
                </a:cubicBezTo>
                <a:cubicBezTo>
                  <a:pt x="2430" y="5790"/>
                  <a:pt x="2430" y="5762"/>
                  <a:pt x="2428" y="5734"/>
                </a:cubicBezTo>
                <a:lnTo>
                  <a:pt x="2428" y="5733"/>
                </a:lnTo>
                <a:cubicBezTo>
                  <a:pt x="2427" y="5733"/>
                  <a:pt x="2427" y="5732"/>
                  <a:pt x="2427" y="5732"/>
                </a:cubicBezTo>
                <a:cubicBezTo>
                  <a:pt x="2426" y="5732"/>
                  <a:pt x="2426" y="5732"/>
                  <a:pt x="2425" y="5732"/>
                </a:cubicBezTo>
                <a:cubicBezTo>
                  <a:pt x="2424" y="5732"/>
                  <a:pt x="2424" y="5732"/>
                  <a:pt x="2423" y="5732"/>
                </a:cubicBezTo>
                <a:cubicBezTo>
                  <a:pt x="2423" y="5732"/>
                  <a:pt x="2423" y="5733"/>
                  <a:pt x="2422" y="5733"/>
                </a:cubicBezTo>
                <a:lnTo>
                  <a:pt x="2422" y="5734"/>
                </a:lnTo>
                <a:cubicBezTo>
                  <a:pt x="2420" y="5762"/>
                  <a:pt x="2414" y="5790"/>
                  <a:pt x="2412" y="5818"/>
                </a:cubicBezTo>
                <a:cubicBezTo>
                  <a:pt x="2409" y="5835"/>
                  <a:pt x="2407" y="5852"/>
                  <a:pt x="2407" y="5869"/>
                </a:cubicBezTo>
                <a:cubicBezTo>
                  <a:pt x="2407" y="5877"/>
                  <a:pt x="2408" y="5886"/>
                  <a:pt x="2408" y="5894"/>
                </a:cubicBezTo>
                <a:lnTo>
                  <a:pt x="2366" y="5896"/>
                </a:lnTo>
                <a:cubicBezTo>
                  <a:pt x="2365" y="5876"/>
                  <a:pt x="2362" y="5855"/>
                  <a:pt x="2359" y="5834"/>
                </a:cubicBezTo>
                <a:cubicBezTo>
                  <a:pt x="2359" y="5830"/>
                  <a:pt x="2353" y="5830"/>
                  <a:pt x="2352" y="5834"/>
                </a:cubicBezTo>
                <a:cubicBezTo>
                  <a:pt x="2350" y="5855"/>
                  <a:pt x="2347" y="5876"/>
                  <a:pt x="2346" y="5897"/>
                </a:cubicBezTo>
                <a:lnTo>
                  <a:pt x="2303" y="5900"/>
                </a:lnTo>
                <a:cubicBezTo>
                  <a:pt x="2308" y="5874"/>
                  <a:pt x="2310" y="5718"/>
                  <a:pt x="2309" y="5693"/>
                </a:cubicBezTo>
                <a:cubicBezTo>
                  <a:pt x="2309" y="5692"/>
                  <a:pt x="2308" y="5691"/>
                  <a:pt x="2308" y="5691"/>
                </a:cubicBezTo>
                <a:cubicBezTo>
                  <a:pt x="2308" y="5690"/>
                  <a:pt x="2307" y="5689"/>
                  <a:pt x="2306" y="5689"/>
                </a:cubicBezTo>
                <a:cubicBezTo>
                  <a:pt x="2305" y="5688"/>
                  <a:pt x="2305" y="5688"/>
                  <a:pt x="2304" y="5688"/>
                </a:cubicBezTo>
                <a:cubicBezTo>
                  <a:pt x="2303" y="5688"/>
                  <a:pt x="2302" y="5688"/>
                  <a:pt x="2301" y="5689"/>
                </a:cubicBezTo>
                <a:cubicBezTo>
                  <a:pt x="2300" y="5689"/>
                  <a:pt x="2300" y="5690"/>
                  <a:pt x="2299" y="5691"/>
                </a:cubicBezTo>
                <a:cubicBezTo>
                  <a:pt x="2299" y="5691"/>
                  <a:pt x="2299" y="5692"/>
                  <a:pt x="2299" y="5693"/>
                </a:cubicBezTo>
                <a:cubicBezTo>
                  <a:pt x="2296" y="5762"/>
                  <a:pt x="2281" y="5830"/>
                  <a:pt x="2286" y="5900"/>
                </a:cubicBezTo>
                <a:lnTo>
                  <a:pt x="2256" y="5902"/>
                </a:lnTo>
                <a:cubicBezTo>
                  <a:pt x="2256" y="5900"/>
                  <a:pt x="2255" y="5898"/>
                  <a:pt x="2254" y="5896"/>
                </a:cubicBezTo>
                <a:cubicBezTo>
                  <a:pt x="2253" y="5890"/>
                  <a:pt x="2252" y="5885"/>
                  <a:pt x="2251" y="5879"/>
                </a:cubicBezTo>
                <a:cubicBezTo>
                  <a:pt x="2251" y="5878"/>
                  <a:pt x="2251" y="5877"/>
                  <a:pt x="2250" y="5876"/>
                </a:cubicBezTo>
                <a:cubicBezTo>
                  <a:pt x="2249" y="5875"/>
                  <a:pt x="2247" y="5873"/>
                  <a:pt x="2246" y="5873"/>
                </a:cubicBezTo>
                <a:cubicBezTo>
                  <a:pt x="2244" y="5872"/>
                  <a:pt x="2242" y="5871"/>
                  <a:pt x="2241" y="5871"/>
                </a:cubicBezTo>
                <a:cubicBezTo>
                  <a:pt x="2239" y="5871"/>
                  <a:pt x="2237" y="5872"/>
                  <a:pt x="2236" y="5873"/>
                </a:cubicBezTo>
                <a:cubicBezTo>
                  <a:pt x="2234" y="5873"/>
                  <a:pt x="2234" y="5875"/>
                  <a:pt x="2233" y="5876"/>
                </a:cubicBezTo>
                <a:cubicBezTo>
                  <a:pt x="2232" y="5877"/>
                  <a:pt x="2232" y="5878"/>
                  <a:pt x="2232" y="5879"/>
                </a:cubicBezTo>
                <a:cubicBezTo>
                  <a:pt x="2232" y="5881"/>
                  <a:pt x="2231" y="5883"/>
                  <a:pt x="2231" y="5884"/>
                </a:cubicBezTo>
                <a:cubicBezTo>
                  <a:pt x="2231" y="5891"/>
                  <a:pt x="2232" y="5898"/>
                  <a:pt x="2234" y="5904"/>
                </a:cubicBezTo>
                <a:lnTo>
                  <a:pt x="2204" y="5907"/>
                </a:lnTo>
                <a:cubicBezTo>
                  <a:pt x="2204" y="5906"/>
                  <a:pt x="2204" y="5905"/>
                  <a:pt x="2204" y="5903"/>
                </a:cubicBezTo>
                <a:cubicBezTo>
                  <a:pt x="2204" y="5900"/>
                  <a:pt x="2204" y="5897"/>
                  <a:pt x="2203" y="5893"/>
                </a:cubicBezTo>
                <a:cubicBezTo>
                  <a:pt x="2201" y="5884"/>
                  <a:pt x="2199" y="5874"/>
                  <a:pt x="2197" y="5864"/>
                </a:cubicBezTo>
                <a:cubicBezTo>
                  <a:pt x="2197" y="5863"/>
                  <a:pt x="2197" y="5863"/>
                  <a:pt x="2197" y="5862"/>
                </a:cubicBezTo>
                <a:cubicBezTo>
                  <a:pt x="2196" y="5860"/>
                  <a:pt x="2195" y="5860"/>
                  <a:pt x="2194" y="5859"/>
                </a:cubicBezTo>
                <a:cubicBezTo>
                  <a:pt x="2192" y="5858"/>
                  <a:pt x="2191" y="5858"/>
                  <a:pt x="2190" y="5858"/>
                </a:cubicBezTo>
                <a:cubicBezTo>
                  <a:pt x="2188" y="5858"/>
                  <a:pt x="2187" y="5858"/>
                  <a:pt x="2186" y="5859"/>
                </a:cubicBezTo>
                <a:cubicBezTo>
                  <a:pt x="2185" y="5860"/>
                  <a:pt x="2183" y="5860"/>
                  <a:pt x="2183" y="5862"/>
                </a:cubicBezTo>
                <a:cubicBezTo>
                  <a:pt x="2182" y="5863"/>
                  <a:pt x="2182" y="5863"/>
                  <a:pt x="2182" y="5864"/>
                </a:cubicBezTo>
                <a:cubicBezTo>
                  <a:pt x="2181" y="5872"/>
                  <a:pt x="2180" y="5879"/>
                  <a:pt x="2180" y="5887"/>
                </a:cubicBezTo>
                <a:cubicBezTo>
                  <a:pt x="2180" y="5890"/>
                  <a:pt x="2180" y="5894"/>
                  <a:pt x="2181" y="5898"/>
                </a:cubicBezTo>
                <a:cubicBezTo>
                  <a:pt x="2181" y="5901"/>
                  <a:pt x="2181" y="5904"/>
                  <a:pt x="2183" y="5907"/>
                </a:cubicBezTo>
                <a:cubicBezTo>
                  <a:pt x="2183" y="5907"/>
                  <a:pt x="2184" y="5908"/>
                  <a:pt x="2185" y="5909"/>
                </a:cubicBezTo>
                <a:lnTo>
                  <a:pt x="2181" y="5909"/>
                </a:lnTo>
                <a:cubicBezTo>
                  <a:pt x="2172" y="5907"/>
                  <a:pt x="2164" y="5907"/>
                  <a:pt x="2155" y="5907"/>
                </a:cubicBezTo>
                <a:cubicBezTo>
                  <a:pt x="2154" y="5907"/>
                  <a:pt x="2153" y="5907"/>
                  <a:pt x="2151" y="5907"/>
                </a:cubicBezTo>
                <a:cubicBezTo>
                  <a:pt x="2159" y="5896"/>
                  <a:pt x="2154" y="5883"/>
                  <a:pt x="2153" y="5871"/>
                </a:cubicBezTo>
                <a:cubicBezTo>
                  <a:pt x="2152" y="5860"/>
                  <a:pt x="2150" y="5849"/>
                  <a:pt x="2148" y="5838"/>
                </a:cubicBezTo>
                <a:lnTo>
                  <a:pt x="2147" y="5837"/>
                </a:lnTo>
                <a:cubicBezTo>
                  <a:pt x="2146" y="5836"/>
                  <a:pt x="2146" y="5834"/>
                  <a:pt x="2145" y="5834"/>
                </a:cubicBezTo>
                <a:cubicBezTo>
                  <a:pt x="2143" y="5833"/>
                  <a:pt x="2142" y="5833"/>
                  <a:pt x="2141" y="5833"/>
                </a:cubicBezTo>
                <a:cubicBezTo>
                  <a:pt x="2140" y="5833"/>
                  <a:pt x="2139" y="5833"/>
                  <a:pt x="2138" y="5834"/>
                </a:cubicBezTo>
                <a:cubicBezTo>
                  <a:pt x="2137" y="5834"/>
                  <a:pt x="2136" y="5836"/>
                  <a:pt x="2135" y="5837"/>
                </a:cubicBezTo>
                <a:cubicBezTo>
                  <a:pt x="2135" y="5837"/>
                  <a:pt x="2135" y="5838"/>
                  <a:pt x="2134" y="5838"/>
                </a:cubicBezTo>
                <a:cubicBezTo>
                  <a:pt x="2129" y="5851"/>
                  <a:pt x="2127" y="5864"/>
                  <a:pt x="2127" y="5878"/>
                </a:cubicBezTo>
                <a:cubicBezTo>
                  <a:pt x="2127" y="5885"/>
                  <a:pt x="2127" y="5893"/>
                  <a:pt x="2129" y="5900"/>
                </a:cubicBezTo>
                <a:cubicBezTo>
                  <a:pt x="2129" y="5901"/>
                  <a:pt x="2130" y="5902"/>
                  <a:pt x="2130" y="5902"/>
                </a:cubicBezTo>
                <a:cubicBezTo>
                  <a:pt x="2131" y="5904"/>
                  <a:pt x="2133" y="5906"/>
                  <a:pt x="2134" y="5907"/>
                </a:cubicBezTo>
                <a:lnTo>
                  <a:pt x="2117" y="5909"/>
                </a:lnTo>
                <a:cubicBezTo>
                  <a:pt x="2117" y="5903"/>
                  <a:pt x="2115" y="5897"/>
                  <a:pt x="2112" y="5892"/>
                </a:cubicBezTo>
                <a:cubicBezTo>
                  <a:pt x="2110" y="5886"/>
                  <a:pt x="2108" y="5880"/>
                  <a:pt x="2107" y="5874"/>
                </a:cubicBezTo>
                <a:cubicBezTo>
                  <a:pt x="2106" y="5872"/>
                  <a:pt x="2104" y="5869"/>
                  <a:pt x="2103" y="5867"/>
                </a:cubicBezTo>
                <a:cubicBezTo>
                  <a:pt x="2102" y="5863"/>
                  <a:pt x="2102" y="5860"/>
                  <a:pt x="2102" y="5856"/>
                </a:cubicBezTo>
                <a:cubicBezTo>
                  <a:pt x="2102" y="5849"/>
                  <a:pt x="2091" y="5850"/>
                  <a:pt x="2090" y="5856"/>
                </a:cubicBezTo>
                <a:cubicBezTo>
                  <a:pt x="2089" y="5863"/>
                  <a:pt x="2088" y="5869"/>
                  <a:pt x="2088" y="5876"/>
                </a:cubicBezTo>
                <a:cubicBezTo>
                  <a:pt x="2088" y="5888"/>
                  <a:pt x="2090" y="5900"/>
                  <a:pt x="2095" y="5911"/>
                </a:cubicBezTo>
                <a:cubicBezTo>
                  <a:pt x="2082" y="5913"/>
                  <a:pt x="2069" y="5914"/>
                  <a:pt x="2055" y="5915"/>
                </a:cubicBezTo>
                <a:lnTo>
                  <a:pt x="2053" y="5915"/>
                </a:lnTo>
                <a:cubicBezTo>
                  <a:pt x="2053" y="5913"/>
                  <a:pt x="2053" y="5910"/>
                  <a:pt x="2053" y="5908"/>
                </a:cubicBezTo>
                <a:cubicBezTo>
                  <a:pt x="2053" y="5900"/>
                  <a:pt x="2053" y="5893"/>
                  <a:pt x="2051" y="5885"/>
                </a:cubicBezTo>
                <a:cubicBezTo>
                  <a:pt x="2050" y="5869"/>
                  <a:pt x="2048" y="5853"/>
                  <a:pt x="2043" y="5837"/>
                </a:cubicBezTo>
                <a:cubicBezTo>
                  <a:pt x="2041" y="5830"/>
                  <a:pt x="2031" y="5832"/>
                  <a:pt x="2030" y="5837"/>
                </a:cubicBezTo>
                <a:cubicBezTo>
                  <a:pt x="2025" y="5857"/>
                  <a:pt x="2015" y="5893"/>
                  <a:pt x="2026" y="5914"/>
                </a:cubicBezTo>
                <a:lnTo>
                  <a:pt x="2001" y="5913"/>
                </a:lnTo>
                <a:cubicBezTo>
                  <a:pt x="2002" y="5912"/>
                  <a:pt x="2002" y="5911"/>
                  <a:pt x="2002" y="5911"/>
                </a:cubicBezTo>
                <a:cubicBezTo>
                  <a:pt x="2002" y="5909"/>
                  <a:pt x="2001" y="5907"/>
                  <a:pt x="2000" y="5906"/>
                </a:cubicBezTo>
                <a:cubicBezTo>
                  <a:pt x="1996" y="5898"/>
                  <a:pt x="1998" y="5885"/>
                  <a:pt x="1996" y="5876"/>
                </a:cubicBezTo>
                <a:cubicBezTo>
                  <a:pt x="1995" y="5860"/>
                  <a:pt x="1992" y="5844"/>
                  <a:pt x="1988" y="5828"/>
                </a:cubicBezTo>
                <a:cubicBezTo>
                  <a:pt x="1987" y="5827"/>
                  <a:pt x="1986" y="5826"/>
                  <a:pt x="1985" y="5825"/>
                </a:cubicBezTo>
                <a:cubicBezTo>
                  <a:pt x="1984" y="5824"/>
                  <a:pt x="1982" y="5824"/>
                  <a:pt x="1981" y="5824"/>
                </a:cubicBezTo>
                <a:cubicBezTo>
                  <a:pt x="1980" y="5824"/>
                  <a:pt x="1978" y="5824"/>
                  <a:pt x="1977" y="5825"/>
                </a:cubicBezTo>
                <a:cubicBezTo>
                  <a:pt x="1976" y="5826"/>
                  <a:pt x="1975" y="5827"/>
                  <a:pt x="1974" y="5828"/>
                </a:cubicBezTo>
                <a:cubicBezTo>
                  <a:pt x="1970" y="5839"/>
                  <a:pt x="1968" y="5851"/>
                  <a:pt x="1968" y="5863"/>
                </a:cubicBezTo>
                <a:cubicBezTo>
                  <a:pt x="1968" y="5869"/>
                  <a:pt x="1969" y="5876"/>
                  <a:pt x="1970" y="5883"/>
                </a:cubicBezTo>
                <a:cubicBezTo>
                  <a:pt x="1970" y="5892"/>
                  <a:pt x="1971" y="5901"/>
                  <a:pt x="1973" y="5910"/>
                </a:cubicBezTo>
                <a:lnTo>
                  <a:pt x="1953" y="5908"/>
                </a:lnTo>
                <a:cubicBezTo>
                  <a:pt x="1954" y="5907"/>
                  <a:pt x="1954" y="5905"/>
                  <a:pt x="1954" y="5904"/>
                </a:cubicBezTo>
                <a:cubicBezTo>
                  <a:pt x="1954" y="5902"/>
                  <a:pt x="1954" y="5901"/>
                  <a:pt x="1953" y="5899"/>
                </a:cubicBezTo>
                <a:cubicBezTo>
                  <a:pt x="1941" y="5864"/>
                  <a:pt x="1949" y="5816"/>
                  <a:pt x="1948" y="5779"/>
                </a:cubicBezTo>
                <a:cubicBezTo>
                  <a:pt x="1949" y="5773"/>
                  <a:pt x="1949" y="5767"/>
                  <a:pt x="1949" y="5760"/>
                </a:cubicBezTo>
                <a:cubicBezTo>
                  <a:pt x="1949" y="5713"/>
                  <a:pt x="1946" y="5666"/>
                  <a:pt x="1941" y="5619"/>
                </a:cubicBezTo>
                <a:cubicBezTo>
                  <a:pt x="1941" y="5618"/>
                  <a:pt x="1941" y="5618"/>
                  <a:pt x="1940" y="5617"/>
                </a:cubicBezTo>
                <a:cubicBezTo>
                  <a:pt x="1939" y="5616"/>
                  <a:pt x="1939" y="5615"/>
                  <a:pt x="1938" y="5615"/>
                </a:cubicBezTo>
                <a:cubicBezTo>
                  <a:pt x="1937" y="5614"/>
                  <a:pt x="1936" y="5614"/>
                  <a:pt x="1935" y="5614"/>
                </a:cubicBezTo>
                <a:cubicBezTo>
                  <a:pt x="1934" y="5614"/>
                  <a:pt x="1933" y="5615"/>
                  <a:pt x="1933" y="5615"/>
                </a:cubicBezTo>
                <a:cubicBezTo>
                  <a:pt x="1932" y="5616"/>
                  <a:pt x="1931" y="5615"/>
                  <a:pt x="1930" y="5617"/>
                </a:cubicBezTo>
                <a:cubicBezTo>
                  <a:pt x="1929" y="5618"/>
                  <a:pt x="1930" y="5618"/>
                  <a:pt x="1930" y="5619"/>
                </a:cubicBezTo>
                <a:cubicBezTo>
                  <a:pt x="1925" y="5670"/>
                  <a:pt x="1922" y="5721"/>
                  <a:pt x="1922" y="5772"/>
                </a:cubicBezTo>
                <a:cubicBezTo>
                  <a:pt x="1922" y="5782"/>
                  <a:pt x="1922" y="5791"/>
                  <a:pt x="1922" y="5800"/>
                </a:cubicBezTo>
                <a:cubicBezTo>
                  <a:pt x="1922" y="5833"/>
                  <a:pt x="1915" y="5874"/>
                  <a:pt x="1927" y="5906"/>
                </a:cubicBezTo>
                <a:lnTo>
                  <a:pt x="1899" y="5904"/>
                </a:lnTo>
                <a:cubicBezTo>
                  <a:pt x="1899" y="5901"/>
                  <a:pt x="1898" y="5898"/>
                  <a:pt x="1897" y="5897"/>
                </a:cubicBezTo>
                <a:cubicBezTo>
                  <a:pt x="1896" y="5895"/>
                  <a:pt x="1896" y="5896"/>
                  <a:pt x="1895" y="5895"/>
                </a:cubicBezTo>
                <a:cubicBezTo>
                  <a:pt x="1893" y="5887"/>
                  <a:pt x="1892" y="5879"/>
                  <a:pt x="1891" y="5871"/>
                </a:cubicBezTo>
                <a:cubicBezTo>
                  <a:pt x="1889" y="5863"/>
                  <a:pt x="1889" y="5854"/>
                  <a:pt x="1887" y="5846"/>
                </a:cubicBezTo>
                <a:cubicBezTo>
                  <a:pt x="1885" y="5838"/>
                  <a:pt x="1882" y="5832"/>
                  <a:pt x="1881" y="5825"/>
                </a:cubicBezTo>
                <a:cubicBezTo>
                  <a:pt x="1880" y="5817"/>
                  <a:pt x="1865" y="5818"/>
                  <a:pt x="1865" y="5827"/>
                </a:cubicBezTo>
                <a:cubicBezTo>
                  <a:pt x="1866" y="5833"/>
                  <a:pt x="1866" y="5840"/>
                  <a:pt x="1866" y="5846"/>
                </a:cubicBezTo>
                <a:cubicBezTo>
                  <a:pt x="1866" y="5848"/>
                  <a:pt x="1866" y="5850"/>
                  <a:pt x="1866" y="5852"/>
                </a:cubicBezTo>
                <a:cubicBezTo>
                  <a:pt x="1865" y="5856"/>
                  <a:pt x="1865" y="5860"/>
                  <a:pt x="1865" y="5865"/>
                </a:cubicBezTo>
                <a:cubicBezTo>
                  <a:pt x="1865" y="5865"/>
                  <a:pt x="1865" y="5866"/>
                  <a:pt x="1865" y="5867"/>
                </a:cubicBezTo>
                <a:cubicBezTo>
                  <a:pt x="1866" y="5879"/>
                  <a:pt x="1867" y="5892"/>
                  <a:pt x="1870" y="5903"/>
                </a:cubicBezTo>
                <a:lnTo>
                  <a:pt x="1864" y="5903"/>
                </a:lnTo>
                <a:cubicBezTo>
                  <a:pt x="1862" y="5904"/>
                  <a:pt x="1859" y="5904"/>
                  <a:pt x="1857" y="5904"/>
                </a:cubicBezTo>
                <a:cubicBezTo>
                  <a:pt x="1854" y="5904"/>
                  <a:pt x="1853" y="5904"/>
                  <a:pt x="1851" y="5903"/>
                </a:cubicBezTo>
                <a:cubicBezTo>
                  <a:pt x="1849" y="5893"/>
                  <a:pt x="1846" y="5883"/>
                  <a:pt x="1843" y="5873"/>
                </a:cubicBezTo>
                <a:cubicBezTo>
                  <a:pt x="1841" y="5868"/>
                  <a:pt x="1840" y="5863"/>
                  <a:pt x="1839" y="5857"/>
                </a:cubicBezTo>
                <a:cubicBezTo>
                  <a:pt x="1839" y="5851"/>
                  <a:pt x="1834" y="5846"/>
                  <a:pt x="1833" y="5841"/>
                </a:cubicBezTo>
                <a:cubicBezTo>
                  <a:pt x="1833" y="5840"/>
                  <a:pt x="1832" y="5838"/>
                  <a:pt x="1832" y="5838"/>
                </a:cubicBezTo>
                <a:cubicBezTo>
                  <a:pt x="1831" y="5836"/>
                  <a:pt x="1829" y="5835"/>
                  <a:pt x="1828" y="5834"/>
                </a:cubicBezTo>
                <a:cubicBezTo>
                  <a:pt x="1826" y="5833"/>
                  <a:pt x="1825" y="5833"/>
                  <a:pt x="1824" y="5833"/>
                </a:cubicBezTo>
                <a:cubicBezTo>
                  <a:pt x="1823" y="5833"/>
                  <a:pt x="1822" y="5833"/>
                  <a:pt x="1822" y="5833"/>
                </a:cubicBezTo>
                <a:cubicBezTo>
                  <a:pt x="1816" y="5834"/>
                  <a:pt x="1815" y="5839"/>
                  <a:pt x="1814" y="5844"/>
                </a:cubicBezTo>
                <a:cubicBezTo>
                  <a:pt x="1813" y="5849"/>
                  <a:pt x="1817" y="5859"/>
                  <a:pt x="1816" y="5867"/>
                </a:cubicBezTo>
                <a:cubicBezTo>
                  <a:pt x="1815" y="5869"/>
                  <a:pt x="1815" y="5871"/>
                  <a:pt x="1815" y="5874"/>
                </a:cubicBezTo>
                <a:cubicBezTo>
                  <a:pt x="1815" y="5876"/>
                  <a:pt x="1815" y="5878"/>
                  <a:pt x="1816" y="5881"/>
                </a:cubicBezTo>
                <a:cubicBezTo>
                  <a:pt x="1818" y="5887"/>
                  <a:pt x="1819" y="5893"/>
                  <a:pt x="1821" y="5899"/>
                </a:cubicBezTo>
                <a:lnTo>
                  <a:pt x="1805" y="5895"/>
                </a:lnTo>
                <a:lnTo>
                  <a:pt x="1805" y="5894"/>
                </a:lnTo>
                <a:cubicBezTo>
                  <a:pt x="1805" y="5893"/>
                  <a:pt x="1805" y="5893"/>
                  <a:pt x="1805" y="5892"/>
                </a:cubicBezTo>
                <a:cubicBezTo>
                  <a:pt x="1785" y="5859"/>
                  <a:pt x="1792" y="5805"/>
                  <a:pt x="1790" y="5768"/>
                </a:cubicBezTo>
                <a:cubicBezTo>
                  <a:pt x="1788" y="5731"/>
                  <a:pt x="1787" y="5693"/>
                  <a:pt x="1784" y="5656"/>
                </a:cubicBezTo>
                <a:cubicBezTo>
                  <a:pt x="1784" y="5655"/>
                  <a:pt x="1783" y="5654"/>
                  <a:pt x="1783" y="5653"/>
                </a:cubicBezTo>
                <a:cubicBezTo>
                  <a:pt x="1782" y="5652"/>
                  <a:pt x="1782" y="5652"/>
                  <a:pt x="1781" y="5651"/>
                </a:cubicBezTo>
                <a:cubicBezTo>
                  <a:pt x="1781" y="5651"/>
                  <a:pt x="1780" y="5651"/>
                  <a:pt x="1779" y="5651"/>
                </a:cubicBezTo>
                <a:cubicBezTo>
                  <a:pt x="1778" y="5651"/>
                  <a:pt x="1777" y="5650"/>
                  <a:pt x="1776" y="5651"/>
                </a:cubicBezTo>
                <a:cubicBezTo>
                  <a:pt x="1775" y="5651"/>
                  <a:pt x="1775" y="5652"/>
                  <a:pt x="1775" y="5653"/>
                </a:cubicBezTo>
                <a:cubicBezTo>
                  <a:pt x="1774" y="5654"/>
                  <a:pt x="1774" y="5655"/>
                  <a:pt x="1774" y="5656"/>
                </a:cubicBezTo>
                <a:cubicBezTo>
                  <a:pt x="1772" y="5678"/>
                  <a:pt x="1754" y="5829"/>
                  <a:pt x="1774" y="5886"/>
                </a:cubicBezTo>
                <a:lnTo>
                  <a:pt x="1772" y="5886"/>
                </a:lnTo>
                <a:cubicBezTo>
                  <a:pt x="1766" y="5885"/>
                  <a:pt x="1760" y="5884"/>
                  <a:pt x="1755" y="5882"/>
                </a:cubicBezTo>
                <a:cubicBezTo>
                  <a:pt x="1761" y="5871"/>
                  <a:pt x="1747" y="5843"/>
                  <a:pt x="1744" y="5835"/>
                </a:cubicBezTo>
                <a:cubicBezTo>
                  <a:pt x="1739" y="5817"/>
                  <a:pt x="1737" y="5799"/>
                  <a:pt x="1736" y="5780"/>
                </a:cubicBezTo>
                <a:cubicBezTo>
                  <a:pt x="1736" y="5779"/>
                  <a:pt x="1735" y="5779"/>
                  <a:pt x="1735" y="5778"/>
                </a:cubicBezTo>
                <a:cubicBezTo>
                  <a:pt x="1735" y="5777"/>
                  <a:pt x="1734" y="5776"/>
                  <a:pt x="1733" y="5776"/>
                </a:cubicBezTo>
                <a:cubicBezTo>
                  <a:pt x="1732" y="5775"/>
                  <a:pt x="1731" y="5775"/>
                  <a:pt x="1730" y="5775"/>
                </a:cubicBezTo>
                <a:cubicBezTo>
                  <a:pt x="1729" y="5775"/>
                  <a:pt x="1728" y="5775"/>
                  <a:pt x="1727" y="5776"/>
                </a:cubicBezTo>
                <a:cubicBezTo>
                  <a:pt x="1726" y="5776"/>
                  <a:pt x="1726" y="5776"/>
                  <a:pt x="1725" y="5778"/>
                </a:cubicBezTo>
                <a:cubicBezTo>
                  <a:pt x="1724" y="5779"/>
                  <a:pt x="1725" y="5779"/>
                  <a:pt x="1725" y="5780"/>
                </a:cubicBezTo>
                <a:cubicBezTo>
                  <a:pt x="1723" y="5793"/>
                  <a:pt x="1722" y="5806"/>
                  <a:pt x="1722" y="5819"/>
                </a:cubicBezTo>
                <a:cubicBezTo>
                  <a:pt x="1722" y="5832"/>
                  <a:pt x="1723" y="5846"/>
                  <a:pt x="1725" y="5859"/>
                </a:cubicBezTo>
                <a:cubicBezTo>
                  <a:pt x="1725" y="5863"/>
                  <a:pt x="1727" y="5870"/>
                  <a:pt x="1729" y="5877"/>
                </a:cubicBezTo>
                <a:lnTo>
                  <a:pt x="1714" y="5874"/>
                </a:lnTo>
                <a:cubicBezTo>
                  <a:pt x="1709" y="5857"/>
                  <a:pt x="1703" y="5839"/>
                  <a:pt x="1699" y="5823"/>
                </a:cubicBezTo>
                <a:cubicBezTo>
                  <a:pt x="1694" y="5806"/>
                  <a:pt x="1692" y="5790"/>
                  <a:pt x="1688" y="5774"/>
                </a:cubicBezTo>
                <a:cubicBezTo>
                  <a:pt x="1682" y="5758"/>
                  <a:pt x="1677" y="5741"/>
                  <a:pt x="1674" y="5724"/>
                </a:cubicBezTo>
                <a:cubicBezTo>
                  <a:pt x="1674" y="5721"/>
                  <a:pt x="1669" y="5721"/>
                  <a:pt x="1669" y="5724"/>
                </a:cubicBezTo>
                <a:cubicBezTo>
                  <a:pt x="1669" y="5725"/>
                  <a:pt x="1669" y="5727"/>
                  <a:pt x="1669" y="5728"/>
                </a:cubicBezTo>
                <a:cubicBezTo>
                  <a:pt x="1669" y="5744"/>
                  <a:pt x="1671" y="5761"/>
                  <a:pt x="1675" y="5776"/>
                </a:cubicBezTo>
                <a:cubicBezTo>
                  <a:pt x="1680" y="5796"/>
                  <a:pt x="1677" y="5821"/>
                  <a:pt x="1684" y="5839"/>
                </a:cubicBezTo>
                <a:cubicBezTo>
                  <a:pt x="1686" y="5845"/>
                  <a:pt x="1687" y="5853"/>
                  <a:pt x="1687" y="5860"/>
                </a:cubicBezTo>
                <a:cubicBezTo>
                  <a:pt x="1687" y="5863"/>
                  <a:pt x="1687" y="5866"/>
                  <a:pt x="1687" y="5868"/>
                </a:cubicBezTo>
                <a:cubicBezTo>
                  <a:pt x="1679" y="5867"/>
                  <a:pt x="1672" y="5865"/>
                  <a:pt x="1666" y="5863"/>
                </a:cubicBezTo>
                <a:cubicBezTo>
                  <a:pt x="1660" y="5861"/>
                  <a:pt x="1654" y="5859"/>
                  <a:pt x="1649" y="5857"/>
                </a:cubicBezTo>
                <a:cubicBezTo>
                  <a:pt x="1649" y="5855"/>
                  <a:pt x="1648" y="5854"/>
                  <a:pt x="1647" y="5852"/>
                </a:cubicBezTo>
                <a:cubicBezTo>
                  <a:pt x="1647" y="5851"/>
                  <a:pt x="1646" y="5850"/>
                  <a:pt x="1645" y="5849"/>
                </a:cubicBezTo>
                <a:cubicBezTo>
                  <a:pt x="1634" y="5839"/>
                  <a:pt x="1645" y="5817"/>
                  <a:pt x="1640" y="5803"/>
                </a:cubicBezTo>
                <a:cubicBezTo>
                  <a:pt x="1633" y="5780"/>
                  <a:pt x="1638" y="5756"/>
                  <a:pt x="1631" y="5733"/>
                </a:cubicBezTo>
                <a:cubicBezTo>
                  <a:pt x="1622" y="5705"/>
                  <a:pt x="1628" y="5665"/>
                  <a:pt x="1623" y="5635"/>
                </a:cubicBezTo>
                <a:cubicBezTo>
                  <a:pt x="1621" y="5628"/>
                  <a:pt x="1609" y="5630"/>
                  <a:pt x="1610" y="5637"/>
                </a:cubicBezTo>
                <a:cubicBezTo>
                  <a:pt x="1613" y="5688"/>
                  <a:pt x="1612" y="5742"/>
                  <a:pt x="1610" y="5793"/>
                </a:cubicBezTo>
                <a:cubicBezTo>
                  <a:pt x="1609" y="5800"/>
                  <a:pt x="1609" y="5808"/>
                  <a:pt x="1609" y="5815"/>
                </a:cubicBezTo>
                <a:cubicBezTo>
                  <a:pt x="1609" y="5826"/>
                  <a:pt x="1609" y="5837"/>
                  <a:pt x="1611" y="5848"/>
                </a:cubicBezTo>
                <a:lnTo>
                  <a:pt x="1598" y="5845"/>
                </a:lnTo>
                <a:cubicBezTo>
                  <a:pt x="1597" y="5835"/>
                  <a:pt x="1594" y="5824"/>
                  <a:pt x="1592" y="5814"/>
                </a:cubicBezTo>
                <a:cubicBezTo>
                  <a:pt x="1588" y="5794"/>
                  <a:pt x="1582" y="5775"/>
                  <a:pt x="1576" y="5754"/>
                </a:cubicBezTo>
                <a:cubicBezTo>
                  <a:pt x="1575" y="5750"/>
                  <a:pt x="1568" y="5747"/>
                  <a:pt x="1566" y="5753"/>
                </a:cubicBezTo>
                <a:cubicBezTo>
                  <a:pt x="1555" y="5782"/>
                  <a:pt x="1564" y="5810"/>
                  <a:pt x="1568" y="5839"/>
                </a:cubicBezTo>
                <a:lnTo>
                  <a:pt x="1556" y="5837"/>
                </a:lnTo>
                <a:cubicBezTo>
                  <a:pt x="1540" y="5802"/>
                  <a:pt x="1544" y="5758"/>
                  <a:pt x="1532" y="5723"/>
                </a:cubicBezTo>
                <a:cubicBezTo>
                  <a:pt x="1519" y="5680"/>
                  <a:pt x="1513" y="5637"/>
                  <a:pt x="1512" y="5593"/>
                </a:cubicBezTo>
                <a:cubicBezTo>
                  <a:pt x="1512" y="5592"/>
                  <a:pt x="1512" y="5591"/>
                  <a:pt x="1512" y="5591"/>
                </a:cubicBezTo>
                <a:cubicBezTo>
                  <a:pt x="1511" y="5590"/>
                  <a:pt x="1511" y="5589"/>
                  <a:pt x="1510" y="5589"/>
                </a:cubicBezTo>
                <a:cubicBezTo>
                  <a:pt x="1510" y="5589"/>
                  <a:pt x="1509" y="5589"/>
                  <a:pt x="1508" y="5589"/>
                </a:cubicBezTo>
                <a:cubicBezTo>
                  <a:pt x="1507" y="5589"/>
                  <a:pt x="1507" y="5589"/>
                  <a:pt x="1506" y="5589"/>
                </a:cubicBezTo>
                <a:cubicBezTo>
                  <a:pt x="1505" y="5589"/>
                  <a:pt x="1505" y="5590"/>
                  <a:pt x="1504" y="5591"/>
                </a:cubicBezTo>
                <a:cubicBezTo>
                  <a:pt x="1504" y="5591"/>
                  <a:pt x="1504" y="5592"/>
                  <a:pt x="1504" y="5593"/>
                </a:cubicBezTo>
                <a:cubicBezTo>
                  <a:pt x="1500" y="5616"/>
                  <a:pt x="1499" y="5638"/>
                  <a:pt x="1499" y="5661"/>
                </a:cubicBezTo>
                <a:cubicBezTo>
                  <a:pt x="1499" y="5680"/>
                  <a:pt x="1500" y="5699"/>
                  <a:pt x="1502" y="5717"/>
                </a:cubicBezTo>
                <a:cubicBezTo>
                  <a:pt x="1508" y="5750"/>
                  <a:pt x="1505" y="5793"/>
                  <a:pt x="1515" y="5828"/>
                </a:cubicBezTo>
                <a:lnTo>
                  <a:pt x="1500" y="5823"/>
                </a:lnTo>
                <a:cubicBezTo>
                  <a:pt x="1501" y="5822"/>
                  <a:pt x="1502" y="5821"/>
                  <a:pt x="1503" y="5820"/>
                </a:cubicBezTo>
                <a:cubicBezTo>
                  <a:pt x="1504" y="5817"/>
                  <a:pt x="1505" y="5815"/>
                  <a:pt x="1505" y="5813"/>
                </a:cubicBezTo>
                <a:cubicBezTo>
                  <a:pt x="1505" y="5812"/>
                  <a:pt x="1505" y="5811"/>
                  <a:pt x="1505" y="5810"/>
                </a:cubicBezTo>
                <a:cubicBezTo>
                  <a:pt x="1491" y="5745"/>
                  <a:pt x="1480" y="5679"/>
                  <a:pt x="1473" y="5613"/>
                </a:cubicBezTo>
                <a:cubicBezTo>
                  <a:pt x="1470" y="5576"/>
                  <a:pt x="1452" y="5538"/>
                  <a:pt x="1446" y="5500"/>
                </a:cubicBezTo>
                <a:cubicBezTo>
                  <a:pt x="1446" y="5500"/>
                  <a:pt x="1446" y="5499"/>
                  <a:pt x="1445" y="5498"/>
                </a:cubicBezTo>
                <a:cubicBezTo>
                  <a:pt x="1445" y="5498"/>
                  <a:pt x="1445" y="5497"/>
                  <a:pt x="1444" y="5497"/>
                </a:cubicBezTo>
                <a:cubicBezTo>
                  <a:pt x="1444" y="5497"/>
                  <a:pt x="1443" y="5496"/>
                  <a:pt x="1442" y="5496"/>
                </a:cubicBezTo>
                <a:cubicBezTo>
                  <a:pt x="1442" y="5496"/>
                  <a:pt x="1441" y="5497"/>
                  <a:pt x="1440" y="5497"/>
                </a:cubicBezTo>
                <a:lnTo>
                  <a:pt x="1439" y="5498"/>
                </a:lnTo>
                <a:cubicBezTo>
                  <a:pt x="1439" y="5499"/>
                  <a:pt x="1438" y="5500"/>
                  <a:pt x="1438" y="5500"/>
                </a:cubicBezTo>
                <a:cubicBezTo>
                  <a:pt x="1439" y="5537"/>
                  <a:pt x="1443" y="5574"/>
                  <a:pt x="1449" y="5610"/>
                </a:cubicBezTo>
                <a:cubicBezTo>
                  <a:pt x="1465" y="5676"/>
                  <a:pt x="1453" y="5748"/>
                  <a:pt x="1469" y="5814"/>
                </a:cubicBezTo>
                <a:lnTo>
                  <a:pt x="1446" y="5806"/>
                </a:lnTo>
                <a:cubicBezTo>
                  <a:pt x="1445" y="5784"/>
                  <a:pt x="1438" y="5762"/>
                  <a:pt x="1438" y="5740"/>
                </a:cubicBezTo>
                <a:cubicBezTo>
                  <a:pt x="1438" y="5693"/>
                  <a:pt x="1421" y="5645"/>
                  <a:pt x="1414" y="5598"/>
                </a:cubicBezTo>
                <a:cubicBezTo>
                  <a:pt x="1399" y="5497"/>
                  <a:pt x="1379" y="5396"/>
                  <a:pt x="1353" y="5298"/>
                </a:cubicBezTo>
                <a:cubicBezTo>
                  <a:pt x="1352" y="5293"/>
                  <a:pt x="1346" y="5295"/>
                  <a:pt x="1346" y="5299"/>
                </a:cubicBezTo>
                <a:cubicBezTo>
                  <a:pt x="1365" y="5383"/>
                  <a:pt x="1362" y="5470"/>
                  <a:pt x="1376" y="5555"/>
                </a:cubicBezTo>
                <a:cubicBezTo>
                  <a:pt x="1383" y="5599"/>
                  <a:pt x="1387" y="5647"/>
                  <a:pt x="1390" y="5693"/>
                </a:cubicBezTo>
                <a:cubicBezTo>
                  <a:pt x="1391" y="5728"/>
                  <a:pt x="1395" y="5763"/>
                  <a:pt x="1401" y="5797"/>
                </a:cubicBezTo>
                <a:cubicBezTo>
                  <a:pt x="1376" y="5789"/>
                  <a:pt x="1351" y="5781"/>
                  <a:pt x="1326" y="5772"/>
                </a:cubicBezTo>
                <a:cubicBezTo>
                  <a:pt x="1325" y="5768"/>
                  <a:pt x="1324" y="5764"/>
                  <a:pt x="1322" y="5761"/>
                </a:cubicBezTo>
                <a:cubicBezTo>
                  <a:pt x="1323" y="5758"/>
                  <a:pt x="1324" y="5756"/>
                  <a:pt x="1324" y="5753"/>
                </a:cubicBezTo>
                <a:cubicBezTo>
                  <a:pt x="1324" y="5750"/>
                  <a:pt x="1322" y="5747"/>
                  <a:pt x="1321" y="5745"/>
                </a:cubicBezTo>
                <a:cubicBezTo>
                  <a:pt x="1319" y="5742"/>
                  <a:pt x="1318" y="5741"/>
                  <a:pt x="1315" y="5739"/>
                </a:cubicBezTo>
                <a:cubicBezTo>
                  <a:pt x="1314" y="5738"/>
                  <a:pt x="1312" y="5738"/>
                  <a:pt x="1310" y="5737"/>
                </a:cubicBezTo>
                <a:cubicBezTo>
                  <a:pt x="1306" y="5737"/>
                  <a:pt x="1289" y="5610"/>
                  <a:pt x="1286" y="5600"/>
                </a:cubicBezTo>
                <a:cubicBezTo>
                  <a:pt x="1271" y="5545"/>
                  <a:pt x="1274" y="5485"/>
                  <a:pt x="1267" y="5429"/>
                </a:cubicBezTo>
                <a:cubicBezTo>
                  <a:pt x="1249" y="5307"/>
                  <a:pt x="1219" y="5184"/>
                  <a:pt x="1194" y="5062"/>
                </a:cubicBezTo>
                <a:cubicBezTo>
                  <a:pt x="1175" y="4958"/>
                  <a:pt x="1145" y="4855"/>
                  <a:pt x="1116" y="4753"/>
                </a:cubicBezTo>
                <a:cubicBezTo>
                  <a:pt x="1081" y="4629"/>
                  <a:pt x="1064" y="4496"/>
                  <a:pt x="1014" y="4377"/>
                </a:cubicBezTo>
                <a:cubicBezTo>
                  <a:pt x="1013" y="4374"/>
                  <a:pt x="1008" y="4375"/>
                  <a:pt x="1009" y="4378"/>
                </a:cubicBezTo>
                <a:cubicBezTo>
                  <a:pt x="1059" y="4616"/>
                  <a:pt x="1124" y="4850"/>
                  <a:pt x="1170" y="5090"/>
                </a:cubicBezTo>
                <a:cubicBezTo>
                  <a:pt x="1193" y="5215"/>
                  <a:pt x="1217" y="5339"/>
                  <a:pt x="1240" y="5464"/>
                </a:cubicBezTo>
                <a:cubicBezTo>
                  <a:pt x="1249" y="5508"/>
                  <a:pt x="1242" y="5556"/>
                  <a:pt x="1254" y="5600"/>
                </a:cubicBezTo>
                <a:cubicBezTo>
                  <a:pt x="1266" y="5644"/>
                  <a:pt x="1274" y="5689"/>
                  <a:pt x="1283" y="5733"/>
                </a:cubicBezTo>
                <a:cubicBezTo>
                  <a:pt x="1269" y="5728"/>
                  <a:pt x="1270" y="5730"/>
                  <a:pt x="1264" y="5708"/>
                </a:cubicBezTo>
                <a:cubicBezTo>
                  <a:pt x="1256" y="5677"/>
                  <a:pt x="1244" y="5644"/>
                  <a:pt x="1239" y="5613"/>
                </a:cubicBezTo>
                <a:cubicBezTo>
                  <a:pt x="1231" y="5562"/>
                  <a:pt x="1216" y="5512"/>
                  <a:pt x="1208" y="5462"/>
                </a:cubicBezTo>
                <a:cubicBezTo>
                  <a:pt x="1203" y="5422"/>
                  <a:pt x="1203" y="5374"/>
                  <a:pt x="1187" y="5337"/>
                </a:cubicBezTo>
                <a:cubicBezTo>
                  <a:pt x="1184" y="5331"/>
                  <a:pt x="1176" y="5336"/>
                  <a:pt x="1178" y="5341"/>
                </a:cubicBezTo>
                <a:cubicBezTo>
                  <a:pt x="1196" y="5385"/>
                  <a:pt x="1198" y="5462"/>
                  <a:pt x="1198" y="5509"/>
                </a:cubicBezTo>
                <a:cubicBezTo>
                  <a:pt x="1198" y="5550"/>
                  <a:pt x="1216" y="5598"/>
                  <a:pt x="1211" y="5636"/>
                </a:cubicBezTo>
                <a:cubicBezTo>
                  <a:pt x="1211" y="5639"/>
                  <a:pt x="1211" y="5642"/>
                  <a:pt x="1211" y="5646"/>
                </a:cubicBezTo>
                <a:cubicBezTo>
                  <a:pt x="1211" y="5672"/>
                  <a:pt x="1215" y="5698"/>
                  <a:pt x="1223" y="5724"/>
                </a:cubicBezTo>
                <a:lnTo>
                  <a:pt x="1216" y="5720"/>
                </a:lnTo>
                <a:cubicBezTo>
                  <a:pt x="1217" y="5719"/>
                  <a:pt x="1217" y="5717"/>
                  <a:pt x="1217" y="5716"/>
                </a:cubicBezTo>
                <a:cubicBezTo>
                  <a:pt x="1217" y="5714"/>
                  <a:pt x="1217" y="5712"/>
                  <a:pt x="1216" y="5711"/>
                </a:cubicBezTo>
                <a:cubicBezTo>
                  <a:pt x="1203" y="5684"/>
                  <a:pt x="1207" y="5650"/>
                  <a:pt x="1199" y="5623"/>
                </a:cubicBezTo>
                <a:cubicBezTo>
                  <a:pt x="1189" y="5591"/>
                  <a:pt x="1183" y="5558"/>
                  <a:pt x="1181" y="5526"/>
                </a:cubicBezTo>
                <a:cubicBezTo>
                  <a:pt x="1178" y="5464"/>
                  <a:pt x="1156" y="5398"/>
                  <a:pt x="1142" y="5338"/>
                </a:cubicBezTo>
                <a:cubicBezTo>
                  <a:pt x="1140" y="5333"/>
                  <a:pt x="1132" y="5334"/>
                  <a:pt x="1132" y="5339"/>
                </a:cubicBezTo>
                <a:cubicBezTo>
                  <a:pt x="1139" y="5407"/>
                  <a:pt x="1147" y="5474"/>
                  <a:pt x="1158" y="5542"/>
                </a:cubicBezTo>
                <a:cubicBezTo>
                  <a:pt x="1165" y="5592"/>
                  <a:pt x="1167" y="5657"/>
                  <a:pt x="1189" y="5705"/>
                </a:cubicBezTo>
                <a:lnTo>
                  <a:pt x="1176" y="5698"/>
                </a:lnTo>
                <a:cubicBezTo>
                  <a:pt x="1177" y="5697"/>
                  <a:pt x="1177" y="5696"/>
                  <a:pt x="1177" y="5695"/>
                </a:cubicBezTo>
                <a:cubicBezTo>
                  <a:pt x="1177" y="5693"/>
                  <a:pt x="1177" y="5692"/>
                  <a:pt x="1176" y="5691"/>
                </a:cubicBezTo>
                <a:cubicBezTo>
                  <a:pt x="1165" y="5655"/>
                  <a:pt x="1158" y="5619"/>
                  <a:pt x="1154" y="5582"/>
                </a:cubicBezTo>
                <a:cubicBezTo>
                  <a:pt x="1150" y="5549"/>
                  <a:pt x="1134" y="5517"/>
                  <a:pt x="1132" y="5484"/>
                </a:cubicBezTo>
                <a:lnTo>
                  <a:pt x="1131" y="5484"/>
                </a:lnTo>
                <a:cubicBezTo>
                  <a:pt x="1130" y="5483"/>
                  <a:pt x="1131" y="5483"/>
                  <a:pt x="1131" y="5483"/>
                </a:cubicBezTo>
                <a:cubicBezTo>
                  <a:pt x="1130" y="5483"/>
                  <a:pt x="1130" y="5483"/>
                  <a:pt x="1130" y="5483"/>
                </a:cubicBezTo>
                <a:cubicBezTo>
                  <a:pt x="1129" y="5483"/>
                  <a:pt x="1129" y="5483"/>
                  <a:pt x="1129" y="5483"/>
                </a:cubicBezTo>
                <a:cubicBezTo>
                  <a:pt x="1128" y="5483"/>
                  <a:pt x="1128" y="5483"/>
                  <a:pt x="1128" y="5484"/>
                </a:cubicBezTo>
                <a:cubicBezTo>
                  <a:pt x="1129" y="5524"/>
                  <a:pt x="1134" y="5563"/>
                  <a:pt x="1133" y="5601"/>
                </a:cubicBezTo>
                <a:cubicBezTo>
                  <a:pt x="1133" y="5627"/>
                  <a:pt x="1137" y="5654"/>
                  <a:pt x="1145" y="5679"/>
                </a:cubicBezTo>
                <a:lnTo>
                  <a:pt x="1124" y="5665"/>
                </a:lnTo>
                <a:cubicBezTo>
                  <a:pt x="1124" y="5664"/>
                  <a:pt x="1124" y="5664"/>
                  <a:pt x="1124" y="5664"/>
                </a:cubicBezTo>
                <a:cubicBezTo>
                  <a:pt x="1125" y="5662"/>
                  <a:pt x="1126" y="5660"/>
                  <a:pt x="1126" y="5658"/>
                </a:cubicBezTo>
                <a:cubicBezTo>
                  <a:pt x="1126" y="5658"/>
                  <a:pt x="1126" y="5657"/>
                  <a:pt x="1125" y="5656"/>
                </a:cubicBezTo>
                <a:cubicBezTo>
                  <a:pt x="1103" y="5536"/>
                  <a:pt x="1078" y="5417"/>
                  <a:pt x="1057" y="5297"/>
                </a:cubicBezTo>
                <a:lnTo>
                  <a:pt x="1057" y="5296"/>
                </a:lnTo>
                <a:cubicBezTo>
                  <a:pt x="1056" y="5295"/>
                  <a:pt x="1056" y="5295"/>
                  <a:pt x="1055" y="5294"/>
                </a:cubicBezTo>
                <a:lnTo>
                  <a:pt x="1054" y="5294"/>
                </a:lnTo>
                <a:cubicBezTo>
                  <a:pt x="1053" y="5294"/>
                  <a:pt x="1052" y="5294"/>
                  <a:pt x="1052" y="5294"/>
                </a:cubicBezTo>
                <a:cubicBezTo>
                  <a:pt x="1051" y="5295"/>
                  <a:pt x="1052" y="5295"/>
                  <a:pt x="1051" y="5296"/>
                </a:cubicBezTo>
                <a:cubicBezTo>
                  <a:pt x="1050" y="5296"/>
                  <a:pt x="1050" y="5297"/>
                  <a:pt x="1050" y="5297"/>
                </a:cubicBezTo>
                <a:cubicBezTo>
                  <a:pt x="1051" y="5401"/>
                  <a:pt x="1062" y="5505"/>
                  <a:pt x="1084" y="5606"/>
                </a:cubicBezTo>
                <a:cubicBezTo>
                  <a:pt x="1071" y="5597"/>
                  <a:pt x="1068" y="5551"/>
                  <a:pt x="1064" y="5538"/>
                </a:cubicBezTo>
                <a:cubicBezTo>
                  <a:pt x="1060" y="5505"/>
                  <a:pt x="1053" y="5473"/>
                  <a:pt x="1042" y="5441"/>
                </a:cubicBezTo>
                <a:cubicBezTo>
                  <a:pt x="1026" y="5408"/>
                  <a:pt x="1021" y="5355"/>
                  <a:pt x="1015" y="5318"/>
                </a:cubicBezTo>
                <a:cubicBezTo>
                  <a:pt x="1015" y="5314"/>
                  <a:pt x="1008" y="5313"/>
                  <a:pt x="1007" y="5318"/>
                </a:cubicBezTo>
                <a:cubicBezTo>
                  <a:pt x="1007" y="5326"/>
                  <a:pt x="1007" y="5333"/>
                  <a:pt x="1007" y="5341"/>
                </a:cubicBezTo>
                <a:cubicBezTo>
                  <a:pt x="1007" y="5376"/>
                  <a:pt x="1011" y="5410"/>
                  <a:pt x="1018" y="5443"/>
                </a:cubicBezTo>
                <a:cubicBezTo>
                  <a:pt x="1029" y="5486"/>
                  <a:pt x="1030" y="5530"/>
                  <a:pt x="1038" y="5572"/>
                </a:cubicBezTo>
                <a:cubicBezTo>
                  <a:pt x="1037" y="5572"/>
                  <a:pt x="1036" y="5573"/>
                  <a:pt x="1036" y="5573"/>
                </a:cubicBezTo>
                <a:cubicBezTo>
                  <a:pt x="1035" y="5573"/>
                  <a:pt x="1035" y="5574"/>
                  <a:pt x="1035" y="5574"/>
                </a:cubicBezTo>
                <a:cubicBezTo>
                  <a:pt x="1031" y="5546"/>
                  <a:pt x="1012" y="5519"/>
                  <a:pt x="1005" y="5491"/>
                </a:cubicBezTo>
                <a:cubicBezTo>
                  <a:pt x="995" y="5456"/>
                  <a:pt x="998" y="5417"/>
                  <a:pt x="988" y="5382"/>
                </a:cubicBezTo>
                <a:cubicBezTo>
                  <a:pt x="970" y="5323"/>
                  <a:pt x="972" y="5252"/>
                  <a:pt x="945" y="5195"/>
                </a:cubicBezTo>
                <a:cubicBezTo>
                  <a:pt x="945" y="5195"/>
                  <a:pt x="945" y="5194"/>
                  <a:pt x="944" y="5194"/>
                </a:cubicBezTo>
                <a:cubicBezTo>
                  <a:pt x="943" y="5193"/>
                  <a:pt x="943" y="5194"/>
                  <a:pt x="942" y="5194"/>
                </a:cubicBezTo>
                <a:cubicBezTo>
                  <a:pt x="941" y="5194"/>
                  <a:pt x="940" y="5194"/>
                  <a:pt x="940" y="5194"/>
                </a:cubicBezTo>
                <a:cubicBezTo>
                  <a:pt x="939" y="5195"/>
                  <a:pt x="939" y="5195"/>
                  <a:pt x="938" y="5196"/>
                </a:cubicBezTo>
                <a:cubicBezTo>
                  <a:pt x="938" y="5196"/>
                  <a:pt x="938" y="5197"/>
                  <a:pt x="938" y="5198"/>
                </a:cubicBezTo>
                <a:lnTo>
                  <a:pt x="938" y="5199"/>
                </a:lnTo>
                <a:cubicBezTo>
                  <a:pt x="958" y="5261"/>
                  <a:pt x="943" y="5336"/>
                  <a:pt x="958" y="5400"/>
                </a:cubicBezTo>
                <a:cubicBezTo>
                  <a:pt x="967" y="5442"/>
                  <a:pt x="965" y="5484"/>
                  <a:pt x="975" y="5523"/>
                </a:cubicBezTo>
                <a:lnTo>
                  <a:pt x="974" y="5522"/>
                </a:lnTo>
                <a:cubicBezTo>
                  <a:pt x="971" y="5507"/>
                  <a:pt x="963" y="5492"/>
                  <a:pt x="960" y="5477"/>
                </a:cubicBezTo>
                <a:cubicBezTo>
                  <a:pt x="944" y="5412"/>
                  <a:pt x="927" y="5348"/>
                  <a:pt x="917" y="5282"/>
                </a:cubicBezTo>
                <a:cubicBezTo>
                  <a:pt x="903" y="5197"/>
                  <a:pt x="879" y="5113"/>
                  <a:pt x="858" y="5030"/>
                </a:cubicBezTo>
                <a:cubicBezTo>
                  <a:pt x="858" y="5028"/>
                  <a:pt x="853" y="5029"/>
                  <a:pt x="854" y="5030"/>
                </a:cubicBezTo>
                <a:cubicBezTo>
                  <a:pt x="857" y="5063"/>
                  <a:pt x="866" y="5096"/>
                  <a:pt x="872" y="5129"/>
                </a:cubicBezTo>
                <a:cubicBezTo>
                  <a:pt x="878" y="5162"/>
                  <a:pt x="870" y="5229"/>
                  <a:pt x="889" y="5259"/>
                </a:cubicBezTo>
                <a:cubicBezTo>
                  <a:pt x="893" y="5273"/>
                  <a:pt x="894" y="5288"/>
                  <a:pt x="894" y="5302"/>
                </a:cubicBezTo>
                <a:cubicBezTo>
                  <a:pt x="894" y="5303"/>
                  <a:pt x="894" y="5304"/>
                  <a:pt x="894" y="5306"/>
                </a:cubicBezTo>
                <a:cubicBezTo>
                  <a:pt x="895" y="5315"/>
                  <a:pt x="897" y="5325"/>
                  <a:pt x="899" y="5335"/>
                </a:cubicBezTo>
                <a:cubicBezTo>
                  <a:pt x="893" y="5315"/>
                  <a:pt x="888" y="5297"/>
                  <a:pt x="883" y="5278"/>
                </a:cubicBezTo>
                <a:cubicBezTo>
                  <a:pt x="868" y="5216"/>
                  <a:pt x="867" y="5150"/>
                  <a:pt x="841" y="5091"/>
                </a:cubicBezTo>
                <a:cubicBezTo>
                  <a:pt x="808" y="5017"/>
                  <a:pt x="791" y="4937"/>
                  <a:pt x="757" y="4864"/>
                </a:cubicBezTo>
                <a:cubicBezTo>
                  <a:pt x="756" y="4862"/>
                  <a:pt x="752" y="4863"/>
                  <a:pt x="753" y="4865"/>
                </a:cubicBezTo>
                <a:cubicBezTo>
                  <a:pt x="784" y="4940"/>
                  <a:pt x="807" y="5018"/>
                  <a:pt x="824" y="5097"/>
                </a:cubicBezTo>
                <a:cubicBezTo>
                  <a:pt x="837" y="5181"/>
                  <a:pt x="852" y="5263"/>
                  <a:pt x="872" y="5344"/>
                </a:cubicBezTo>
                <a:cubicBezTo>
                  <a:pt x="863" y="5321"/>
                  <a:pt x="855" y="5298"/>
                  <a:pt x="847" y="5277"/>
                </a:cubicBezTo>
                <a:cubicBezTo>
                  <a:pt x="799" y="5151"/>
                  <a:pt x="768" y="5023"/>
                  <a:pt x="727" y="4895"/>
                </a:cubicBezTo>
                <a:cubicBezTo>
                  <a:pt x="650" y="4658"/>
                  <a:pt x="588" y="4417"/>
                  <a:pt x="523" y="4176"/>
                </a:cubicBezTo>
                <a:cubicBezTo>
                  <a:pt x="463" y="3949"/>
                  <a:pt x="405" y="3719"/>
                  <a:pt x="330" y="3497"/>
                </a:cubicBezTo>
                <a:cubicBezTo>
                  <a:pt x="290" y="3389"/>
                  <a:pt x="257" y="3279"/>
                  <a:pt x="230" y="3167"/>
                </a:cubicBezTo>
                <a:cubicBezTo>
                  <a:pt x="216" y="3108"/>
                  <a:pt x="196" y="3051"/>
                  <a:pt x="171" y="2996"/>
                </a:cubicBezTo>
                <a:cubicBezTo>
                  <a:pt x="157" y="2964"/>
                  <a:pt x="155" y="2927"/>
                  <a:pt x="145" y="2892"/>
                </a:cubicBezTo>
                <a:cubicBezTo>
                  <a:pt x="181" y="2937"/>
                  <a:pt x="225" y="2974"/>
                  <a:pt x="274" y="3002"/>
                </a:cubicBezTo>
                <a:cubicBezTo>
                  <a:pt x="279" y="3005"/>
                  <a:pt x="284" y="3008"/>
                  <a:pt x="289" y="3010"/>
                </a:cubicBezTo>
                <a:cubicBezTo>
                  <a:pt x="248" y="3016"/>
                  <a:pt x="226" y="3080"/>
                  <a:pt x="241" y="3114"/>
                </a:cubicBezTo>
                <a:cubicBezTo>
                  <a:pt x="253" y="3141"/>
                  <a:pt x="266" y="3166"/>
                  <a:pt x="280" y="3191"/>
                </a:cubicBezTo>
                <a:cubicBezTo>
                  <a:pt x="287" y="3204"/>
                  <a:pt x="294" y="3216"/>
                  <a:pt x="302" y="3227"/>
                </a:cubicBezTo>
                <a:cubicBezTo>
                  <a:pt x="302" y="3250"/>
                  <a:pt x="307" y="3273"/>
                  <a:pt x="316" y="3294"/>
                </a:cubicBezTo>
                <a:cubicBezTo>
                  <a:pt x="322" y="3310"/>
                  <a:pt x="328" y="3326"/>
                  <a:pt x="333" y="3343"/>
                </a:cubicBezTo>
                <a:cubicBezTo>
                  <a:pt x="335" y="3348"/>
                  <a:pt x="338" y="3354"/>
                  <a:pt x="341" y="3359"/>
                </a:cubicBezTo>
                <a:cubicBezTo>
                  <a:pt x="346" y="3368"/>
                  <a:pt x="352" y="3376"/>
                  <a:pt x="359" y="3384"/>
                </a:cubicBezTo>
                <a:lnTo>
                  <a:pt x="360" y="3385"/>
                </a:lnTo>
                <a:cubicBezTo>
                  <a:pt x="361" y="3385"/>
                  <a:pt x="362" y="3386"/>
                  <a:pt x="363" y="3386"/>
                </a:cubicBezTo>
                <a:cubicBezTo>
                  <a:pt x="364" y="3386"/>
                  <a:pt x="364" y="3385"/>
                  <a:pt x="365" y="3385"/>
                </a:cubicBezTo>
                <a:cubicBezTo>
                  <a:pt x="366" y="3385"/>
                  <a:pt x="366" y="3384"/>
                  <a:pt x="367" y="3383"/>
                </a:cubicBezTo>
                <a:cubicBezTo>
                  <a:pt x="367" y="3383"/>
                  <a:pt x="368" y="3382"/>
                  <a:pt x="368" y="3381"/>
                </a:cubicBezTo>
                <a:cubicBezTo>
                  <a:pt x="368" y="3381"/>
                  <a:pt x="368" y="3380"/>
                  <a:pt x="367" y="3380"/>
                </a:cubicBezTo>
                <a:cubicBezTo>
                  <a:pt x="361" y="3355"/>
                  <a:pt x="353" y="3331"/>
                  <a:pt x="346" y="3306"/>
                </a:cubicBezTo>
                <a:cubicBezTo>
                  <a:pt x="342" y="3293"/>
                  <a:pt x="337" y="3281"/>
                  <a:pt x="333" y="3269"/>
                </a:cubicBezTo>
                <a:cubicBezTo>
                  <a:pt x="339" y="3276"/>
                  <a:pt x="344" y="3281"/>
                  <a:pt x="351" y="3288"/>
                </a:cubicBezTo>
                <a:cubicBezTo>
                  <a:pt x="357" y="3294"/>
                  <a:pt x="361" y="3298"/>
                  <a:pt x="366" y="3303"/>
                </a:cubicBezTo>
                <a:cubicBezTo>
                  <a:pt x="367" y="3324"/>
                  <a:pt x="372" y="3345"/>
                  <a:pt x="380" y="3365"/>
                </a:cubicBezTo>
                <a:cubicBezTo>
                  <a:pt x="391" y="3394"/>
                  <a:pt x="398" y="3431"/>
                  <a:pt x="418" y="3456"/>
                </a:cubicBezTo>
                <a:cubicBezTo>
                  <a:pt x="422" y="3461"/>
                  <a:pt x="428" y="3455"/>
                  <a:pt x="425" y="3450"/>
                </a:cubicBezTo>
                <a:cubicBezTo>
                  <a:pt x="419" y="3439"/>
                  <a:pt x="415" y="3427"/>
                  <a:pt x="413" y="3414"/>
                </a:cubicBezTo>
                <a:cubicBezTo>
                  <a:pt x="409" y="3396"/>
                  <a:pt x="401" y="3379"/>
                  <a:pt x="398" y="3360"/>
                </a:cubicBezTo>
                <a:cubicBezTo>
                  <a:pt x="395" y="3349"/>
                  <a:pt x="394" y="3337"/>
                  <a:pt x="392" y="3325"/>
                </a:cubicBezTo>
                <a:cubicBezTo>
                  <a:pt x="401" y="3333"/>
                  <a:pt x="411" y="3340"/>
                  <a:pt x="420" y="3348"/>
                </a:cubicBezTo>
                <a:cubicBezTo>
                  <a:pt x="425" y="3354"/>
                  <a:pt x="422" y="3364"/>
                  <a:pt x="423" y="3371"/>
                </a:cubicBezTo>
                <a:cubicBezTo>
                  <a:pt x="424" y="3377"/>
                  <a:pt x="426" y="3383"/>
                  <a:pt x="429" y="3388"/>
                </a:cubicBezTo>
                <a:cubicBezTo>
                  <a:pt x="431" y="3397"/>
                  <a:pt x="433" y="3405"/>
                  <a:pt x="434" y="3414"/>
                </a:cubicBezTo>
                <a:cubicBezTo>
                  <a:pt x="438" y="3428"/>
                  <a:pt x="443" y="3441"/>
                  <a:pt x="449" y="3455"/>
                </a:cubicBezTo>
                <a:lnTo>
                  <a:pt x="449" y="3456"/>
                </a:lnTo>
                <a:cubicBezTo>
                  <a:pt x="450" y="3456"/>
                  <a:pt x="450" y="3456"/>
                  <a:pt x="451" y="3457"/>
                </a:cubicBezTo>
                <a:cubicBezTo>
                  <a:pt x="452" y="3457"/>
                  <a:pt x="452" y="3458"/>
                  <a:pt x="453" y="3458"/>
                </a:cubicBezTo>
                <a:cubicBezTo>
                  <a:pt x="453" y="3458"/>
                  <a:pt x="454" y="3458"/>
                  <a:pt x="455" y="3457"/>
                </a:cubicBezTo>
                <a:lnTo>
                  <a:pt x="456" y="3456"/>
                </a:lnTo>
                <a:lnTo>
                  <a:pt x="456" y="3455"/>
                </a:lnTo>
                <a:cubicBezTo>
                  <a:pt x="457" y="3452"/>
                  <a:pt x="457" y="3450"/>
                  <a:pt x="457" y="3447"/>
                </a:cubicBezTo>
                <a:cubicBezTo>
                  <a:pt x="457" y="3439"/>
                  <a:pt x="455" y="3431"/>
                  <a:pt x="452" y="3424"/>
                </a:cubicBezTo>
                <a:cubicBezTo>
                  <a:pt x="448" y="3412"/>
                  <a:pt x="448" y="3398"/>
                  <a:pt x="445" y="3385"/>
                </a:cubicBezTo>
                <a:cubicBezTo>
                  <a:pt x="444" y="3379"/>
                  <a:pt x="443" y="3373"/>
                  <a:pt x="442" y="3366"/>
                </a:cubicBezTo>
                <a:cubicBezTo>
                  <a:pt x="453" y="3375"/>
                  <a:pt x="464" y="3385"/>
                  <a:pt x="474" y="3394"/>
                </a:cubicBezTo>
                <a:cubicBezTo>
                  <a:pt x="474" y="3396"/>
                  <a:pt x="473" y="3398"/>
                  <a:pt x="473" y="3400"/>
                </a:cubicBezTo>
                <a:cubicBezTo>
                  <a:pt x="473" y="3466"/>
                  <a:pt x="507" y="3522"/>
                  <a:pt x="523" y="3583"/>
                </a:cubicBezTo>
                <a:cubicBezTo>
                  <a:pt x="523" y="3585"/>
                  <a:pt x="528" y="3584"/>
                  <a:pt x="528" y="3583"/>
                </a:cubicBezTo>
                <a:cubicBezTo>
                  <a:pt x="522" y="3534"/>
                  <a:pt x="519" y="3485"/>
                  <a:pt x="510" y="3437"/>
                </a:cubicBezTo>
                <a:cubicBezTo>
                  <a:pt x="512" y="3440"/>
                  <a:pt x="514" y="3443"/>
                  <a:pt x="516" y="3446"/>
                </a:cubicBezTo>
                <a:cubicBezTo>
                  <a:pt x="526" y="3462"/>
                  <a:pt x="537" y="3478"/>
                  <a:pt x="549" y="3493"/>
                </a:cubicBezTo>
                <a:cubicBezTo>
                  <a:pt x="548" y="3502"/>
                  <a:pt x="548" y="3511"/>
                  <a:pt x="548" y="3520"/>
                </a:cubicBezTo>
                <a:cubicBezTo>
                  <a:pt x="548" y="3538"/>
                  <a:pt x="549" y="3556"/>
                  <a:pt x="552" y="3573"/>
                </a:cubicBezTo>
                <a:cubicBezTo>
                  <a:pt x="552" y="3609"/>
                  <a:pt x="559" y="3645"/>
                  <a:pt x="572" y="3678"/>
                </a:cubicBezTo>
                <a:cubicBezTo>
                  <a:pt x="572" y="3678"/>
                  <a:pt x="572" y="3679"/>
                  <a:pt x="573" y="3679"/>
                </a:cubicBezTo>
                <a:cubicBezTo>
                  <a:pt x="573" y="3679"/>
                  <a:pt x="573" y="3680"/>
                  <a:pt x="574" y="3681"/>
                </a:cubicBezTo>
                <a:cubicBezTo>
                  <a:pt x="575" y="3681"/>
                  <a:pt x="576" y="3681"/>
                  <a:pt x="577" y="3681"/>
                </a:cubicBezTo>
                <a:cubicBezTo>
                  <a:pt x="578" y="3681"/>
                  <a:pt x="579" y="3681"/>
                  <a:pt x="580" y="3681"/>
                </a:cubicBezTo>
                <a:cubicBezTo>
                  <a:pt x="581" y="3680"/>
                  <a:pt x="581" y="3679"/>
                  <a:pt x="582" y="3679"/>
                </a:cubicBezTo>
                <a:cubicBezTo>
                  <a:pt x="583" y="3678"/>
                  <a:pt x="582" y="3677"/>
                  <a:pt x="582" y="3676"/>
                </a:cubicBezTo>
                <a:cubicBezTo>
                  <a:pt x="583" y="3670"/>
                  <a:pt x="583" y="3663"/>
                  <a:pt x="583" y="3657"/>
                </a:cubicBezTo>
                <a:cubicBezTo>
                  <a:pt x="583" y="3632"/>
                  <a:pt x="581" y="3607"/>
                  <a:pt x="578" y="3583"/>
                </a:cubicBezTo>
                <a:cubicBezTo>
                  <a:pt x="577" y="3566"/>
                  <a:pt x="577" y="3549"/>
                  <a:pt x="576" y="3531"/>
                </a:cubicBezTo>
                <a:cubicBezTo>
                  <a:pt x="581" y="3539"/>
                  <a:pt x="585" y="3547"/>
                  <a:pt x="590" y="3555"/>
                </a:cubicBezTo>
                <a:cubicBezTo>
                  <a:pt x="602" y="3576"/>
                  <a:pt x="614" y="3599"/>
                  <a:pt x="623" y="3621"/>
                </a:cubicBezTo>
                <a:cubicBezTo>
                  <a:pt x="623" y="3625"/>
                  <a:pt x="623" y="3629"/>
                  <a:pt x="623" y="3632"/>
                </a:cubicBezTo>
                <a:cubicBezTo>
                  <a:pt x="623" y="3659"/>
                  <a:pt x="628" y="3687"/>
                  <a:pt x="637" y="3712"/>
                </a:cubicBezTo>
                <a:cubicBezTo>
                  <a:pt x="647" y="3748"/>
                  <a:pt x="653" y="3784"/>
                  <a:pt x="663" y="3819"/>
                </a:cubicBezTo>
                <a:cubicBezTo>
                  <a:pt x="677" y="3868"/>
                  <a:pt x="680" y="3931"/>
                  <a:pt x="708" y="3974"/>
                </a:cubicBezTo>
                <a:cubicBezTo>
                  <a:pt x="711" y="3979"/>
                  <a:pt x="719" y="3975"/>
                  <a:pt x="717" y="3970"/>
                </a:cubicBezTo>
                <a:cubicBezTo>
                  <a:pt x="711" y="3946"/>
                  <a:pt x="707" y="3922"/>
                  <a:pt x="705" y="3898"/>
                </a:cubicBezTo>
                <a:cubicBezTo>
                  <a:pt x="698" y="3873"/>
                  <a:pt x="693" y="3848"/>
                  <a:pt x="689" y="3822"/>
                </a:cubicBezTo>
                <a:cubicBezTo>
                  <a:pt x="689" y="3789"/>
                  <a:pt x="684" y="3757"/>
                  <a:pt x="674" y="3726"/>
                </a:cubicBezTo>
                <a:cubicBezTo>
                  <a:pt x="674" y="3727"/>
                  <a:pt x="675" y="3728"/>
                  <a:pt x="675" y="3728"/>
                </a:cubicBezTo>
                <a:cubicBezTo>
                  <a:pt x="691" y="3756"/>
                  <a:pt x="711" y="3780"/>
                  <a:pt x="735" y="3800"/>
                </a:cubicBezTo>
                <a:cubicBezTo>
                  <a:pt x="729" y="3862"/>
                  <a:pt x="762" y="3925"/>
                  <a:pt x="772" y="3985"/>
                </a:cubicBezTo>
                <a:cubicBezTo>
                  <a:pt x="772" y="3987"/>
                  <a:pt x="775" y="3986"/>
                  <a:pt x="775" y="3985"/>
                </a:cubicBezTo>
                <a:cubicBezTo>
                  <a:pt x="775" y="3929"/>
                  <a:pt x="770" y="3873"/>
                  <a:pt x="761" y="3817"/>
                </a:cubicBezTo>
                <a:cubicBezTo>
                  <a:pt x="770" y="3822"/>
                  <a:pt x="779" y="3826"/>
                  <a:pt x="788" y="3829"/>
                </a:cubicBezTo>
                <a:cubicBezTo>
                  <a:pt x="783" y="3849"/>
                  <a:pt x="790" y="3870"/>
                  <a:pt x="790" y="3891"/>
                </a:cubicBezTo>
                <a:cubicBezTo>
                  <a:pt x="790" y="3892"/>
                  <a:pt x="790" y="3892"/>
                  <a:pt x="790" y="3892"/>
                </a:cubicBezTo>
                <a:cubicBezTo>
                  <a:pt x="790" y="3897"/>
                  <a:pt x="792" y="3901"/>
                  <a:pt x="794" y="3905"/>
                </a:cubicBezTo>
                <a:cubicBezTo>
                  <a:pt x="800" y="3913"/>
                  <a:pt x="797" y="3922"/>
                  <a:pt x="804" y="3930"/>
                </a:cubicBezTo>
                <a:cubicBezTo>
                  <a:pt x="808" y="3934"/>
                  <a:pt x="816" y="3930"/>
                  <a:pt x="814" y="3925"/>
                </a:cubicBezTo>
                <a:cubicBezTo>
                  <a:pt x="813" y="3922"/>
                  <a:pt x="812" y="3918"/>
                  <a:pt x="812" y="3915"/>
                </a:cubicBezTo>
                <a:cubicBezTo>
                  <a:pt x="812" y="3912"/>
                  <a:pt x="813" y="3908"/>
                  <a:pt x="814" y="3905"/>
                </a:cubicBezTo>
                <a:cubicBezTo>
                  <a:pt x="813" y="3903"/>
                  <a:pt x="813" y="3901"/>
                  <a:pt x="812" y="3899"/>
                </a:cubicBezTo>
                <a:cubicBezTo>
                  <a:pt x="811" y="3895"/>
                  <a:pt x="811" y="3892"/>
                  <a:pt x="811" y="3889"/>
                </a:cubicBezTo>
                <a:cubicBezTo>
                  <a:pt x="811" y="3885"/>
                  <a:pt x="811" y="3882"/>
                  <a:pt x="812" y="3879"/>
                </a:cubicBezTo>
                <a:cubicBezTo>
                  <a:pt x="811" y="3872"/>
                  <a:pt x="810" y="3866"/>
                  <a:pt x="809" y="3859"/>
                </a:cubicBezTo>
                <a:cubicBezTo>
                  <a:pt x="807" y="3850"/>
                  <a:pt x="809" y="3842"/>
                  <a:pt x="808" y="3833"/>
                </a:cubicBezTo>
                <a:cubicBezTo>
                  <a:pt x="817" y="3835"/>
                  <a:pt x="827" y="3837"/>
                  <a:pt x="836" y="3837"/>
                </a:cubicBezTo>
                <a:cubicBezTo>
                  <a:pt x="839" y="3921"/>
                  <a:pt x="854" y="4004"/>
                  <a:pt x="881" y="4083"/>
                </a:cubicBezTo>
                <a:cubicBezTo>
                  <a:pt x="882" y="4088"/>
                  <a:pt x="890" y="4086"/>
                  <a:pt x="889" y="4081"/>
                </a:cubicBezTo>
                <a:cubicBezTo>
                  <a:pt x="873" y="4002"/>
                  <a:pt x="881" y="3919"/>
                  <a:pt x="864" y="3839"/>
                </a:cubicBezTo>
                <a:lnTo>
                  <a:pt x="879" y="3842"/>
                </a:lnTo>
                <a:cubicBezTo>
                  <a:pt x="878" y="3849"/>
                  <a:pt x="877" y="3855"/>
                  <a:pt x="877" y="3862"/>
                </a:cubicBezTo>
                <a:cubicBezTo>
                  <a:pt x="877" y="3875"/>
                  <a:pt x="880" y="3889"/>
                  <a:pt x="886" y="3901"/>
                </a:cubicBezTo>
                <a:cubicBezTo>
                  <a:pt x="892" y="3925"/>
                  <a:pt x="901" y="3948"/>
                  <a:pt x="911" y="3971"/>
                </a:cubicBezTo>
                <a:cubicBezTo>
                  <a:pt x="912" y="3972"/>
                  <a:pt x="913" y="3973"/>
                  <a:pt x="914" y="3974"/>
                </a:cubicBezTo>
                <a:cubicBezTo>
                  <a:pt x="916" y="3975"/>
                  <a:pt x="918" y="3976"/>
                  <a:pt x="921" y="3976"/>
                </a:cubicBezTo>
                <a:cubicBezTo>
                  <a:pt x="923" y="3976"/>
                  <a:pt x="925" y="3975"/>
                  <a:pt x="927" y="3974"/>
                </a:cubicBezTo>
                <a:cubicBezTo>
                  <a:pt x="929" y="3973"/>
                  <a:pt x="930" y="3972"/>
                  <a:pt x="931" y="3970"/>
                </a:cubicBezTo>
                <a:cubicBezTo>
                  <a:pt x="931" y="3970"/>
                  <a:pt x="931" y="3969"/>
                  <a:pt x="932" y="3969"/>
                </a:cubicBezTo>
                <a:cubicBezTo>
                  <a:pt x="941" y="3949"/>
                  <a:pt x="923" y="3923"/>
                  <a:pt x="918" y="3906"/>
                </a:cubicBezTo>
                <a:cubicBezTo>
                  <a:pt x="912" y="3885"/>
                  <a:pt x="904" y="3864"/>
                  <a:pt x="893" y="3845"/>
                </a:cubicBezTo>
                <a:cubicBezTo>
                  <a:pt x="898" y="3845"/>
                  <a:pt x="903" y="3846"/>
                  <a:pt x="907" y="3846"/>
                </a:cubicBezTo>
                <a:cubicBezTo>
                  <a:pt x="933" y="3846"/>
                  <a:pt x="959" y="3840"/>
                  <a:pt x="982" y="3828"/>
                </a:cubicBezTo>
                <a:cubicBezTo>
                  <a:pt x="982" y="3828"/>
                  <a:pt x="981" y="3828"/>
                  <a:pt x="982" y="3829"/>
                </a:cubicBezTo>
                <a:cubicBezTo>
                  <a:pt x="983" y="3829"/>
                  <a:pt x="983" y="3830"/>
                  <a:pt x="984" y="3830"/>
                </a:cubicBezTo>
                <a:lnTo>
                  <a:pt x="984" y="3831"/>
                </a:lnTo>
                <a:cubicBezTo>
                  <a:pt x="986" y="3831"/>
                  <a:pt x="987" y="3832"/>
                  <a:pt x="988" y="3831"/>
                </a:cubicBezTo>
                <a:cubicBezTo>
                  <a:pt x="960" y="3850"/>
                  <a:pt x="1018" y="3985"/>
                  <a:pt x="1024" y="4015"/>
                </a:cubicBezTo>
                <a:cubicBezTo>
                  <a:pt x="1036" y="4079"/>
                  <a:pt x="1054" y="4142"/>
                  <a:pt x="1077" y="4203"/>
                </a:cubicBezTo>
                <a:cubicBezTo>
                  <a:pt x="1077" y="4204"/>
                  <a:pt x="1078" y="4204"/>
                  <a:pt x="1079" y="4205"/>
                </a:cubicBezTo>
                <a:cubicBezTo>
                  <a:pt x="1080" y="4205"/>
                  <a:pt x="1081" y="4206"/>
                  <a:pt x="1082" y="4206"/>
                </a:cubicBezTo>
                <a:cubicBezTo>
                  <a:pt x="1083" y="4206"/>
                  <a:pt x="1085" y="4206"/>
                  <a:pt x="1086" y="4205"/>
                </a:cubicBezTo>
                <a:cubicBezTo>
                  <a:pt x="1086" y="4205"/>
                  <a:pt x="1087" y="4204"/>
                  <a:pt x="1088" y="4203"/>
                </a:cubicBezTo>
                <a:lnTo>
                  <a:pt x="1088" y="4202"/>
                </a:lnTo>
                <a:cubicBezTo>
                  <a:pt x="1103" y="4137"/>
                  <a:pt x="1059" y="4054"/>
                  <a:pt x="1045" y="3989"/>
                </a:cubicBezTo>
                <a:cubicBezTo>
                  <a:pt x="1037" y="3950"/>
                  <a:pt x="1020" y="3913"/>
                  <a:pt x="1009" y="3874"/>
                </a:cubicBezTo>
                <a:cubicBezTo>
                  <a:pt x="1004" y="3855"/>
                  <a:pt x="1009" y="3837"/>
                  <a:pt x="992" y="3823"/>
                </a:cubicBezTo>
                <a:cubicBezTo>
                  <a:pt x="1013" y="3813"/>
                  <a:pt x="1034" y="3803"/>
                  <a:pt x="1053" y="3794"/>
                </a:cubicBezTo>
                <a:cubicBezTo>
                  <a:pt x="1054" y="3830"/>
                  <a:pt x="1071" y="3859"/>
                  <a:pt x="1075" y="3896"/>
                </a:cubicBezTo>
                <a:cubicBezTo>
                  <a:pt x="1080" y="3918"/>
                  <a:pt x="1088" y="3939"/>
                  <a:pt x="1098" y="3959"/>
                </a:cubicBezTo>
                <a:cubicBezTo>
                  <a:pt x="1099" y="3959"/>
                  <a:pt x="1099" y="3960"/>
                  <a:pt x="1100" y="3961"/>
                </a:cubicBezTo>
                <a:cubicBezTo>
                  <a:pt x="1101" y="3961"/>
                  <a:pt x="1102" y="3961"/>
                  <a:pt x="1103" y="3961"/>
                </a:cubicBezTo>
                <a:cubicBezTo>
                  <a:pt x="1104" y="3961"/>
                  <a:pt x="1105" y="3961"/>
                  <a:pt x="1106" y="3961"/>
                </a:cubicBezTo>
                <a:cubicBezTo>
                  <a:pt x="1107" y="3960"/>
                  <a:pt x="1107" y="3958"/>
                  <a:pt x="1108" y="3958"/>
                </a:cubicBezTo>
                <a:cubicBezTo>
                  <a:pt x="1109" y="3957"/>
                  <a:pt x="1109" y="3957"/>
                  <a:pt x="1109" y="3956"/>
                </a:cubicBezTo>
                <a:cubicBezTo>
                  <a:pt x="1109" y="3955"/>
                  <a:pt x="1109" y="3955"/>
                  <a:pt x="1109" y="3954"/>
                </a:cubicBezTo>
                <a:cubicBezTo>
                  <a:pt x="1102" y="3929"/>
                  <a:pt x="1098" y="3902"/>
                  <a:pt x="1098" y="3876"/>
                </a:cubicBezTo>
                <a:cubicBezTo>
                  <a:pt x="1092" y="3846"/>
                  <a:pt x="1088" y="3817"/>
                  <a:pt x="1085" y="3787"/>
                </a:cubicBezTo>
                <a:cubicBezTo>
                  <a:pt x="1085" y="3785"/>
                  <a:pt x="1084" y="3784"/>
                  <a:pt x="1084" y="3782"/>
                </a:cubicBezTo>
                <a:cubicBezTo>
                  <a:pt x="1091" y="3779"/>
                  <a:pt x="1098" y="3775"/>
                  <a:pt x="1105" y="3772"/>
                </a:cubicBezTo>
                <a:cubicBezTo>
                  <a:pt x="1107" y="3784"/>
                  <a:pt x="1109" y="3795"/>
                  <a:pt x="1111" y="3807"/>
                </a:cubicBezTo>
                <a:cubicBezTo>
                  <a:pt x="1113" y="3816"/>
                  <a:pt x="1115" y="3825"/>
                  <a:pt x="1117" y="3834"/>
                </a:cubicBezTo>
                <a:cubicBezTo>
                  <a:pt x="1121" y="3847"/>
                  <a:pt x="1132" y="3857"/>
                  <a:pt x="1133" y="3871"/>
                </a:cubicBezTo>
                <a:cubicBezTo>
                  <a:pt x="1133" y="3877"/>
                  <a:pt x="1143" y="3877"/>
                  <a:pt x="1143" y="3871"/>
                </a:cubicBezTo>
                <a:cubicBezTo>
                  <a:pt x="1143" y="3833"/>
                  <a:pt x="1134" y="3795"/>
                  <a:pt x="1131" y="3757"/>
                </a:cubicBezTo>
                <a:cubicBezTo>
                  <a:pt x="1140" y="3751"/>
                  <a:pt x="1149" y="3744"/>
                  <a:pt x="1157" y="3737"/>
                </a:cubicBezTo>
                <a:cubicBezTo>
                  <a:pt x="1157" y="3753"/>
                  <a:pt x="1160" y="3768"/>
                  <a:pt x="1164" y="3783"/>
                </a:cubicBezTo>
                <a:lnTo>
                  <a:pt x="1164" y="3784"/>
                </a:lnTo>
                <a:cubicBezTo>
                  <a:pt x="1165" y="3785"/>
                  <a:pt x="1166" y="3785"/>
                  <a:pt x="1167" y="3786"/>
                </a:cubicBezTo>
                <a:cubicBezTo>
                  <a:pt x="1168" y="3786"/>
                  <a:pt x="1169" y="3787"/>
                  <a:pt x="1170" y="3787"/>
                </a:cubicBezTo>
                <a:cubicBezTo>
                  <a:pt x="1171" y="3787"/>
                  <a:pt x="1172" y="3786"/>
                  <a:pt x="1173" y="3786"/>
                </a:cubicBezTo>
                <a:cubicBezTo>
                  <a:pt x="1174" y="3785"/>
                  <a:pt x="1174" y="3785"/>
                  <a:pt x="1175" y="3784"/>
                </a:cubicBezTo>
                <a:lnTo>
                  <a:pt x="1175" y="3783"/>
                </a:lnTo>
                <a:cubicBezTo>
                  <a:pt x="1180" y="3765"/>
                  <a:pt x="1183" y="3746"/>
                  <a:pt x="1183" y="3727"/>
                </a:cubicBezTo>
                <a:cubicBezTo>
                  <a:pt x="1183" y="3721"/>
                  <a:pt x="1183" y="3715"/>
                  <a:pt x="1182" y="3709"/>
                </a:cubicBezTo>
                <a:lnTo>
                  <a:pt x="1182" y="3708"/>
                </a:lnTo>
                <a:cubicBezTo>
                  <a:pt x="1185" y="3704"/>
                  <a:pt x="1187" y="3700"/>
                  <a:pt x="1189" y="3697"/>
                </a:cubicBezTo>
                <a:cubicBezTo>
                  <a:pt x="1192" y="3692"/>
                  <a:pt x="1195" y="3686"/>
                  <a:pt x="1197" y="3681"/>
                </a:cubicBezTo>
                <a:cubicBezTo>
                  <a:pt x="1197" y="3683"/>
                  <a:pt x="1198" y="3684"/>
                  <a:pt x="1199" y="3685"/>
                </a:cubicBezTo>
                <a:cubicBezTo>
                  <a:pt x="1200" y="3691"/>
                  <a:pt x="1209" y="3693"/>
                  <a:pt x="1210" y="3685"/>
                </a:cubicBezTo>
                <a:cubicBezTo>
                  <a:pt x="1215" y="3676"/>
                  <a:pt x="1217" y="3666"/>
                  <a:pt x="1217" y="3656"/>
                </a:cubicBezTo>
                <a:cubicBezTo>
                  <a:pt x="1217" y="3650"/>
                  <a:pt x="1216" y="3644"/>
                  <a:pt x="1215" y="3639"/>
                </a:cubicBezTo>
                <a:cubicBezTo>
                  <a:pt x="1214" y="3637"/>
                  <a:pt x="1213" y="3636"/>
                  <a:pt x="1211" y="3635"/>
                </a:cubicBezTo>
                <a:lnTo>
                  <a:pt x="1210" y="3635"/>
                </a:lnTo>
                <a:cubicBezTo>
                  <a:pt x="1211" y="3628"/>
                  <a:pt x="1212" y="3621"/>
                  <a:pt x="1212" y="3614"/>
                </a:cubicBezTo>
                <a:cubicBezTo>
                  <a:pt x="1212" y="3593"/>
                  <a:pt x="1206" y="3572"/>
                  <a:pt x="1195" y="3554"/>
                </a:cubicBezTo>
                <a:cubicBezTo>
                  <a:pt x="1189" y="3543"/>
                  <a:pt x="1181" y="3533"/>
                  <a:pt x="1172" y="3524"/>
                </a:cubicBezTo>
                <a:cubicBezTo>
                  <a:pt x="1171" y="3524"/>
                  <a:pt x="1171" y="3523"/>
                  <a:pt x="1170" y="3523"/>
                </a:cubicBezTo>
                <a:cubicBezTo>
                  <a:pt x="1169" y="3523"/>
                  <a:pt x="1168" y="3522"/>
                  <a:pt x="1167" y="3522"/>
                </a:cubicBezTo>
                <a:cubicBezTo>
                  <a:pt x="1157" y="3513"/>
                  <a:pt x="1146" y="3505"/>
                  <a:pt x="1135" y="3496"/>
                </a:cubicBezTo>
                <a:cubicBezTo>
                  <a:pt x="1122" y="3484"/>
                  <a:pt x="1108" y="3473"/>
                  <a:pt x="1094" y="3461"/>
                </a:cubicBezTo>
                <a:cubicBezTo>
                  <a:pt x="1121" y="3462"/>
                  <a:pt x="1149" y="3467"/>
                  <a:pt x="1175" y="3474"/>
                </a:cubicBezTo>
                <a:cubicBezTo>
                  <a:pt x="1196" y="3479"/>
                  <a:pt x="1217" y="3482"/>
                  <a:pt x="1238" y="3482"/>
                </a:cubicBezTo>
                <a:cubicBezTo>
                  <a:pt x="1239" y="3497"/>
                  <a:pt x="1242" y="3512"/>
                  <a:pt x="1248" y="3526"/>
                </a:cubicBezTo>
                <a:cubicBezTo>
                  <a:pt x="1259" y="3557"/>
                  <a:pt x="1265" y="3590"/>
                  <a:pt x="1268" y="3623"/>
                </a:cubicBezTo>
                <a:lnTo>
                  <a:pt x="1268" y="3624"/>
                </a:lnTo>
                <a:cubicBezTo>
                  <a:pt x="1268" y="3625"/>
                  <a:pt x="1269" y="3625"/>
                  <a:pt x="1270" y="3626"/>
                </a:cubicBezTo>
                <a:cubicBezTo>
                  <a:pt x="1270" y="3626"/>
                  <a:pt x="1271" y="3626"/>
                  <a:pt x="1272" y="3626"/>
                </a:cubicBezTo>
                <a:cubicBezTo>
                  <a:pt x="1272" y="3626"/>
                  <a:pt x="1273" y="3626"/>
                  <a:pt x="1274" y="3626"/>
                </a:cubicBezTo>
                <a:cubicBezTo>
                  <a:pt x="1275" y="3625"/>
                  <a:pt x="1275" y="3625"/>
                  <a:pt x="1275" y="3624"/>
                </a:cubicBezTo>
                <a:lnTo>
                  <a:pt x="1276" y="3623"/>
                </a:lnTo>
                <a:cubicBezTo>
                  <a:pt x="1277" y="3597"/>
                  <a:pt x="1276" y="3572"/>
                  <a:pt x="1276" y="3546"/>
                </a:cubicBezTo>
                <a:cubicBezTo>
                  <a:pt x="1276" y="3525"/>
                  <a:pt x="1267" y="3505"/>
                  <a:pt x="1266" y="3483"/>
                </a:cubicBezTo>
                <a:cubicBezTo>
                  <a:pt x="1277" y="3483"/>
                  <a:pt x="1288" y="3483"/>
                  <a:pt x="1300" y="3485"/>
                </a:cubicBezTo>
                <a:cubicBezTo>
                  <a:pt x="1300" y="3485"/>
                  <a:pt x="1299" y="3486"/>
                  <a:pt x="1299" y="3487"/>
                </a:cubicBezTo>
                <a:cubicBezTo>
                  <a:pt x="1299" y="3488"/>
                  <a:pt x="1300" y="3488"/>
                  <a:pt x="1300" y="3489"/>
                </a:cubicBezTo>
                <a:cubicBezTo>
                  <a:pt x="1326" y="3572"/>
                  <a:pt x="1328" y="3660"/>
                  <a:pt x="1330" y="3747"/>
                </a:cubicBezTo>
                <a:cubicBezTo>
                  <a:pt x="1330" y="3752"/>
                  <a:pt x="1338" y="3753"/>
                  <a:pt x="1339" y="3747"/>
                </a:cubicBezTo>
                <a:cubicBezTo>
                  <a:pt x="1340" y="3705"/>
                  <a:pt x="1342" y="3663"/>
                  <a:pt x="1343" y="3622"/>
                </a:cubicBezTo>
                <a:cubicBezTo>
                  <a:pt x="1344" y="3575"/>
                  <a:pt x="1332" y="3532"/>
                  <a:pt x="1326" y="3486"/>
                </a:cubicBezTo>
                <a:cubicBezTo>
                  <a:pt x="1333" y="3487"/>
                  <a:pt x="1340" y="3489"/>
                  <a:pt x="1347" y="3491"/>
                </a:cubicBezTo>
                <a:cubicBezTo>
                  <a:pt x="1360" y="3494"/>
                  <a:pt x="1373" y="3496"/>
                  <a:pt x="1386" y="3497"/>
                </a:cubicBezTo>
                <a:cubicBezTo>
                  <a:pt x="1388" y="3528"/>
                  <a:pt x="1389" y="3560"/>
                  <a:pt x="1394" y="3590"/>
                </a:cubicBezTo>
                <a:cubicBezTo>
                  <a:pt x="1398" y="3605"/>
                  <a:pt x="1400" y="3621"/>
                  <a:pt x="1400" y="3637"/>
                </a:cubicBezTo>
                <a:cubicBezTo>
                  <a:pt x="1400" y="3639"/>
                  <a:pt x="1400" y="3640"/>
                  <a:pt x="1400" y="3642"/>
                </a:cubicBezTo>
                <a:cubicBezTo>
                  <a:pt x="1398" y="3658"/>
                  <a:pt x="1414" y="3680"/>
                  <a:pt x="1420" y="3694"/>
                </a:cubicBezTo>
                <a:cubicBezTo>
                  <a:pt x="1420" y="3695"/>
                  <a:pt x="1421" y="3695"/>
                  <a:pt x="1422" y="3696"/>
                </a:cubicBezTo>
                <a:cubicBezTo>
                  <a:pt x="1423" y="3696"/>
                  <a:pt x="1424" y="3697"/>
                  <a:pt x="1425" y="3697"/>
                </a:cubicBezTo>
                <a:cubicBezTo>
                  <a:pt x="1426" y="3697"/>
                  <a:pt x="1427" y="3696"/>
                  <a:pt x="1428" y="3696"/>
                </a:cubicBezTo>
                <a:cubicBezTo>
                  <a:pt x="1429" y="3695"/>
                  <a:pt x="1429" y="3695"/>
                  <a:pt x="1430" y="3694"/>
                </a:cubicBezTo>
                <a:cubicBezTo>
                  <a:pt x="1430" y="3693"/>
                  <a:pt x="1431" y="3692"/>
                  <a:pt x="1431" y="3691"/>
                </a:cubicBezTo>
                <a:lnTo>
                  <a:pt x="1431" y="3690"/>
                </a:lnTo>
                <a:cubicBezTo>
                  <a:pt x="1417" y="3629"/>
                  <a:pt x="1409" y="3567"/>
                  <a:pt x="1409" y="3504"/>
                </a:cubicBezTo>
                <a:cubicBezTo>
                  <a:pt x="1409" y="3502"/>
                  <a:pt x="1409" y="3500"/>
                  <a:pt x="1409" y="3499"/>
                </a:cubicBezTo>
                <a:cubicBezTo>
                  <a:pt x="1434" y="3500"/>
                  <a:pt x="1460" y="3499"/>
                  <a:pt x="1485" y="3499"/>
                </a:cubicBezTo>
                <a:cubicBezTo>
                  <a:pt x="1485" y="3501"/>
                  <a:pt x="1485" y="3504"/>
                  <a:pt x="1486" y="3507"/>
                </a:cubicBezTo>
                <a:cubicBezTo>
                  <a:pt x="1488" y="3521"/>
                  <a:pt x="1495" y="3545"/>
                  <a:pt x="1484" y="3556"/>
                </a:cubicBezTo>
                <a:cubicBezTo>
                  <a:pt x="1478" y="3561"/>
                  <a:pt x="1486" y="3570"/>
                  <a:pt x="1491" y="3565"/>
                </a:cubicBezTo>
                <a:cubicBezTo>
                  <a:pt x="1493" y="3563"/>
                  <a:pt x="1495" y="3560"/>
                  <a:pt x="1497" y="3557"/>
                </a:cubicBezTo>
                <a:cubicBezTo>
                  <a:pt x="1502" y="3548"/>
                  <a:pt x="1505" y="3537"/>
                  <a:pt x="1505" y="3527"/>
                </a:cubicBezTo>
                <a:cubicBezTo>
                  <a:pt x="1505" y="3526"/>
                  <a:pt x="1505" y="3525"/>
                  <a:pt x="1505" y="3525"/>
                </a:cubicBezTo>
                <a:cubicBezTo>
                  <a:pt x="1505" y="3517"/>
                  <a:pt x="1507" y="3507"/>
                  <a:pt x="1507" y="3498"/>
                </a:cubicBezTo>
                <a:cubicBezTo>
                  <a:pt x="1522" y="3498"/>
                  <a:pt x="1536" y="3497"/>
                  <a:pt x="1550" y="3497"/>
                </a:cubicBezTo>
                <a:cubicBezTo>
                  <a:pt x="1621" y="3497"/>
                  <a:pt x="1691" y="3502"/>
                  <a:pt x="1762" y="3502"/>
                </a:cubicBezTo>
                <a:cubicBezTo>
                  <a:pt x="1916" y="3502"/>
                  <a:pt x="2066" y="3536"/>
                  <a:pt x="2221" y="3527"/>
                </a:cubicBezTo>
                <a:cubicBezTo>
                  <a:pt x="2275" y="3523"/>
                  <a:pt x="2326" y="3511"/>
                  <a:pt x="2378" y="3505"/>
                </a:cubicBezTo>
                <a:lnTo>
                  <a:pt x="2495" y="3502"/>
                </a:lnTo>
                <a:cubicBezTo>
                  <a:pt x="2495" y="3503"/>
                  <a:pt x="2495" y="3503"/>
                  <a:pt x="2495" y="3503"/>
                </a:cubicBezTo>
                <a:cubicBezTo>
                  <a:pt x="2496" y="3504"/>
                  <a:pt x="2496" y="3504"/>
                  <a:pt x="2497" y="3505"/>
                </a:cubicBezTo>
                <a:cubicBezTo>
                  <a:pt x="2533" y="3524"/>
                  <a:pt x="2579" y="3520"/>
                  <a:pt x="2619" y="3515"/>
                </a:cubicBezTo>
                <a:cubicBezTo>
                  <a:pt x="2653" y="3511"/>
                  <a:pt x="2687" y="3515"/>
                  <a:pt x="2720" y="3511"/>
                </a:cubicBezTo>
                <a:cubicBezTo>
                  <a:pt x="2860" y="3496"/>
                  <a:pt x="3003" y="3487"/>
                  <a:pt x="3141" y="3460"/>
                </a:cubicBezTo>
                <a:cubicBezTo>
                  <a:pt x="3321" y="3426"/>
                  <a:pt x="3502" y="3398"/>
                  <a:pt x="3678" y="3345"/>
                </a:cubicBezTo>
                <a:cubicBezTo>
                  <a:pt x="3678" y="3350"/>
                  <a:pt x="3679" y="3355"/>
                  <a:pt x="3678" y="3360"/>
                </a:cubicBezTo>
                <a:cubicBezTo>
                  <a:pt x="3677" y="3361"/>
                  <a:pt x="3677" y="3362"/>
                  <a:pt x="3677" y="3362"/>
                </a:cubicBezTo>
                <a:cubicBezTo>
                  <a:pt x="3677" y="3363"/>
                  <a:pt x="3677" y="3364"/>
                  <a:pt x="3678" y="3365"/>
                </a:cubicBezTo>
                <a:cubicBezTo>
                  <a:pt x="3678" y="3366"/>
                  <a:pt x="3679" y="3366"/>
                  <a:pt x="3680" y="3367"/>
                </a:cubicBezTo>
                <a:cubicBezTo>
                  <a:pt x="3681" y="3367"/>
                  <a:pt x="3682" y="3368"/>
                  <a:pt x="3683" y="3368"/>
                </a:cubicBezTo>
                <a:cubicBezTo>
                  <a:pt x="3684" y="3368"/>
                  <a:pt x="3685" y="3368"/>
                  <a:pt x="3686" y="3368"/>
                </a:cubicBezTo>
                <a:cubicBezTo>
                  <a:pt x="3691" y="3364"/>
                  <a:pt x="3694" y="3360"/>
                  <a:pt x="3697" y="3355"/>
                </a:cubicBezTo>
                <a:cubicBezTo>
                  <a:pt x="3698" y="3354"/>
                  <a:pt x="3698" y="3353"/>
                  <a:pt x="3699" y="3352"/>
                </a:cubicBezTo>
                <a:cubicBezTo>
                  <a:pt x="3699" y="3350"/>
                  <a:pt x="3701" y="3347"/>
                  <a:pt x="3701" y="3346"/>
                </a:cubicBezTo>
                <a:cubicBezTo>
                  <a:pt x="3703" y="3344"/>
                  <a:pt x="3704" y="3343"/>
                  <a:pt x="3705" y="3341"/>
                </a:cubicBezTo>
                <a:cubicBezTo>
                  <a:pt x="3705" y="3340"/>
                  <a:pt x="3706" y="3339"/>
                  <a:pt x="3706" y="3338"/>
                </a:cubicBezTo>
                <a:cubicBezTo>
                  <a:pt x="3706" y="3338"/>
                  <a:pt x="3705" y="3337"/>
                  <a:pt x="3705" y="3336"/>
                </a:cubicBezTo>
                <a:lnTo>
                  <a:pt x="3733" y="3327"/>
                </a:lnTo>
                <a:cubicBezTo>
                  <a:pt x="3731" y="3335"/>
                  <a:pt x="3731" y="3344"/>
                  <a:pt x="3729" y="3351"/>
                </a:cubicBezTo>
                <a:cubicBezTo>
                  <a:pt x="3725" y="3367"/>
                  <a:pt x="3723" y="3383"/>
                  <a:pt x="3723" y="3399"/>
                </a:cubicBezTo>
                <a:cubicBezTo>
                  <a:pt x="3723" y="3409"/>
                  <a:pt x="3724" y="3420"/>
                  <a:pt x="3726" y="3430"/>
                </a:cubicBezTo>
                <a:lnTo>
                  <a:pt x="3726" y="3431"/>
                </a:lnTo>
                <a:cubicBezTo>
                  <a:pt x="3726" y="3432"/>
                  <a:pt x="3726" y="3432"/>
                  <a:pt x="3727" y="3433"/>
                </a:cubicBezTo>
                <a:cubicBezTo>
                  <a:pt x="3727" y="3433"/>
                  <a:pt x="3729" y="3433"/>
                  <a:pt x="3730" y="3433"/>
                </a:cubicBezTo>
                <a:cubicBezTo>
                  <a:pt x="3730" y="3433"/>
                  <a:pt x="3731" y="3433"/>
                  <a:pt x="3732" y="3433"/>
                </a:cubicBezTo>
                <a:cubicBezTo>
                  <a:pt x="3732" y="3432"/>
                  <a:pt x="3733" y="3432"/>
                  <a:pt x="3733" y="3431"/>
                </a:cubicBezTo>
                <a:cubicBezTo>
                  <a:pt x="3733" y="3431"/>
                  <a:pt x="3733" y="3430"/>
                  <a:pt x="3734" y="3430"/>
                </a:cubicBezTo>
                <a:cubicBezTo>
                  <a:pt x="3735" y="3417"/>
                  <a:pt x="3738" y="3416"/>
                  <a:pt x="3741" y="3407"/>
                </a:cubicBezTo>
                <a:cubicBezTo>
                  <a:pt x="3744" y="3397"/>
                  <a:pt x="3744" y="3386"/>
                  <a:pt x="3746" y="3376"/>
                </a:cubicBezTo>
                <a:cubicBezTo>
                  <a:pt x="3748" y="3366"/>
                  <a:pt x="3749" y="3357"/>
                  <a:pt x="3751" y="3346"/>
                </a:cubicBezTo>
                <a:cubicBezTo>
                  <a:pt x="3753" y="3341"/>
                  <a:pt x="3751" y="3330"/>
                  <a:pt x="3756" y="3326"/>
                </a:cubicBezTo>
                <a:cubicBezTo>
                  <a:pt x="3757" y="3326"/>
                  <a:pt x="3757" y="3324"/>
                  <a:pt x="3758" y="3323"/>
                </a:cubicBezTo>
                <a:cubicBezTo>
                  <a:pt x="3758" y="3321"/>
                  <a:pt x="3760" y="3319"/>
                  <a:pt x="3760" y="3317"/>
                </a:cubicBezTo>
                <a:lnTo>
                  <a:pt x="3763" y="3316"/>
                </a:lnTo>
                <a:cubicBezTo>
                  <a:pt x="3763" y="3316"/>
                  <a:pt x="3765" y="3315"/>
                  <a:pt x="3765" y="3314"/>
                </a:cubicBezTo>
                <a:cubicBezTo>
                  <a:pt x="3773" y="3313"/>
                  <a:pt x="3781" y="3311"/>
                  <a:pt x="3788" y="3309"/>
                </a:cubicBezTo>
                <a:cubicBezTo>
                  <a:pt x="3788" y="3311"/>
                  <a:pt x="3788" y="3312"/>
                  <a:pt x="3788" y="3313"/>
                </a:cubicBezTo>
                <a:cubicBezTo>
                  <a:pt x="3788" y="3322"/>
                  <a:pt x="3786" y="3331"/>
                  <a:pt x="3785" y="3339"/>
                </a:cubicBezTo>
                <a:cubicBezTo>
                  <a:pt x="3785" y="3344"/>
                  <a:pt x="3784" y="3349"/>
                  <a:pt x="3784" y="3354"/>
                </a:cubicBezTo>
                <a:cubicBezTo>
                  <a:pt x="3784" y="3360"/>
                  <a:pt x="3786" y="3364"/>
                  <a:pt x="3787" y="3370"/>
                </a:cubicBezTo>
                <a:cubicBezTo>
                  <a:pt x="3787" y="3375"/>
                  <a:pt x="3796" y="3377"/>
                  <a:pt x="3797" y="3371"/>
                </a:cubicBezTo>
                <a:cubicBezTo>
                  <a:pt x="3799" y="3356"/>
                  <a:pt x="3803" y="3341"/>
                  <a:pt x="3808" y="3327"/>
                </a:cubicBezTo>
                <a:cubicBezTo>
                  <a:pt x="3809" y="3322"/>
                  <a:pt x="3810" y="3318"/>
                  <a:pt x="3811" y="3313"/>
                </a:cubicBezTo>
                <a:cubicBezTo>
                  <a:pt x="3811" y="3311"/>
                  <a:pt x="3811" y="3309"/>
                  <a:pt x="3811" y="3308"/>
                </a:cubicBezTo>
                <a:cubicBezTo>
                  <a:pt x="3811" y="3307"/>
                  <a:pt x="3811" y="3307"/>
                  <a:pt x="3811" y="3307"/>
                </a:cubicBezTo>
                <a:lnTo>
                  <a:pt x="3813" y="3306"/>
                </a:lnTo>
                <a:cubicBezTo>
                  <a:pt x="3814" y="3305"/>
                  <a:pt x="3815" y="3304"/>
                  <a:pt x="3816" y="3303"/>
                </a:cubicBezTo>
                <a:cubicBezTo>
                  <a:pt x="3816" y="3302"/>
                  <a:pt x="3816" y="3302"/>
                  <a:pt x="3816" y="3301"/>
                </a:cubicBezTo>
                <a:cubicBezTo>
                  <a:pt x="3826" y="3298"/>
                  <a:pt x="3835" y="3295"/>
                  <a:pt x="3844" y="3291"/>
                </a:cubicBezTo>
                <a:cubicBezTo>
                  <a:pt x="3843" y="3300"/>
                  <a:pt x="3842" y="3308"/>
                  <a:pt x="3842" y="3316"/>
                </a:cubicBezTo>
                <a:cubicBezTo>
                  <a:pt x="3842" y="3329"/>
                  <a:pt x="3844" y="3342"/>
                  <a:pt x="3848" y="3355"/>
                </a:cubicBezTo>
                <a:lnTo>
                  <a:pt x="3848" y="3356"/>
                </a:lnTo>
                <a:cubicBezTo>
                  <a:pt x="3849" y="3357"/>
                  <a:pt x="3850" y="3358"/>
                  <a:pt x="3851" y="3359"/>
                </a:cubicBezTo>
                <a:cubicBezTo>
                  <a:pt x="3852" y="3359"/>
                  <a:pt x="3853" y="3359"/>
                  <a:pt x="3854" y="3359"/>
                </a:cubicBezTo>
                <a:cubicBezTo>
                  <a:pt x="3855" y="3359"/>
                  <a:pt x="3856" y="3359"/>
                  <a:pt x="3857" y="3359"/>
                </a:cubicBezTo>
                <a:cubicBezTo>
                  <a:pt x="3858" y="3358"/>
                  <a:pt x="3859" y="3357"/>
                  <a:pt x="3860" y="3356"/>
                </a:cubicBezTo>
                <a:lnTo>
                  <a:pt x="3860" y="3355"/>
                </a:lnTo>
                <a:cubicBezTo>
                  <a:pt x="3864" y="3340"/>
                  <a:pt x="3866" y="3326"/>
                  <a:pt x="3869" y="3312"/>
                </a:cubicBezTo>
                <a:cubicBezTo>
                  <a:pt x="3871" y="3297"/>
                  <a:pt x="3878" y="3290"/>
                  <a:pt x="3881" y="3278"/>
                </a:cubicBezTo>
                <a:lnTo>
                  <a:pt x="3881" y="3277"/>
                </a:lnTo>
                <a:cubicBezTo>
                  <a:pt x="3895" y="3271"/>
                  <a:pt x="3909" y="3265"/>
                  <a:pt x="3923" y="3257"/>
                </a:cubicBezTo>
                <a:cubicBezTo>
                  <a:pt x="3912" y="3294"/>
                  <a:pt x="3905" y="3332"/>
                  <a:pt x="3901" y="3371"/>
                </a:cubicBezTo>
                <a:cubicBezTo>
                  <a:pt x="3898" y="3395"/>
                  <a:pt x="3897" y="3419"/>
                  <a:pt x="3897" y="3443"/>
                </a:cubicBezTo>
                <a:cubicBezTo>
                  <a:pt x="3897" y="3454"/>
                  <a:pt x="3897" y="3464"/>
                  <a:pt x="3898" y="3474"/>
                </a:cubicBezTo>
                <a:cubicBezTo>
                  <a:pt x="3898" y="3479"/>
                  <a:pt x="3907" y="3478"/>
                  <a:pt x="3907" y="3474"/>
                </a:cubicBezTo>
                <a:cubicBezTo>
                  <a:pt x="3909" y="3395"/>
                  <a:pt x="3949" y="3322"/>
                  <a:pt x="3954" y="3243"/>
                </a:cubicBezTo>
                <a:lnTo>
                  <a:pt x="3982" y="3230"/>
                </a:lnTo>
                <a:cubicBezTo>
                  <a:pt x="3976" y="3249"/>
                  <a:pt x="3975" y="3270"/>
                  <a:pt x="3971" y="3289"/>
                </a:cubicBezTo>
                <a:cubicBezTo>
                  <a:pt x="3962" y="3329"/>
                  <a:pt x="3966" y="3373"/>
                  <a:pt x="3959" y="3415"/>
                </a:cubicBezTo>
                <a:cubicBezTo>
                  <a:pt x="3959" y="3417"/>
                  <a:pt x="3963" y="3418"/>
                  <a:pt x="3963" y="3416"/>
                </a:cubicBezTo>
                <a:cubicBezTo>
                  <a:pt x="3975" y="3380"/>
                  <a:pt x="3985" y="3343"/>
                  <a:pt x="3991" y="3306"/>
                </a:cubicBezTo>
                <a:cubicBezTo>
                  <a:pt x="3993" y="3289"/>
                  <a:pt x="3997" y="3273"/>
                  <a:pt x="4003" y="3258"/>
                </a:cubicBezTo>
                <a:cubicBezTo>
                  <a:pt x="4006" y="3247"/>
                  <a:pt x="4003" y="3231"/>
                  <a:pt x="4009" y="3220"/>
                </a:cubicBezTo>
                <a:cubicBezTo>
                  <a:pt x="4009" y="3219"/>
                  <a:pt x="4009" y="3218"/>
                  <a:pt x="4010" y="3217"/>
                </a:cubicBezTo>
                <a:lnTo>
                  <a:pt x="4034" y="3206"/>
                </a:lnTo>
                <a:cubicBezTo>
                  <a:pt x="4024" y="3245"/>
                  <a:pt x="4019" y="3286"/>
                  <a:pt x="4019" y="3327"/>
                </a:cubicBezTo>
                <a:cubicBezTo>
                  <a:pt x="4019" y="3331"/>
                  <a:pt x="4019" y="3334"/>
                  <a:pt x="4019" y="3338"/>
                </a:cubicBezTo>
                <a:cubicBezTo>
                  <a:pt x="4019" y="3339"/>
                  <a:pt x="4018" y="3340"/>
                  <a:pt x="4019" y="3341"/>
                </a:cubicBezTo>
                <a:cubicBezTo>
                  <a:pt x="4019" y="3341"/>
                  <a:pt x="4020" y="3341"/>
                  <a:pt x="4021" y="3342"/>
                </a:cubicBezTo>
                <a:cubicBezTo>
                  <a:pt x="4022" y="3342"/>
                  <a:pt x="4022" y="3343"/>
                  <a:pt x="4023" y="3343"/>
                </a:cubicBezTo>
                <a:cubicBezTo>
                  <a:pt x="4024" y="3343"/>
                  <a:pt x="4024" y="3342"/>
                  <a:pt x="4025" y="3342"/>
                </a:cubicBezTo>
                <a:cubicBezTo>
                  <a:pt x="4025" y="3341"/>
                  <a:pt x="4027" y="3341"/>
                  <a:pt x="4027" y="3341"/>
                </a:cubicBezTo>
                <a:cubicBezTo>
                  <a:pt x="4028" y="3340"/>
                  <a:pt x="4028" y="3339"/>
                  <a:pt x="4028" y="3338"/>
                </a:cubicBezTo>
                <a:cubicBezTo>
                  <a:pt x="4030" y="3317"/>
                  <a:pt x="4039" y="3297"/>
                  <a:pt x="4041" y="3275"/>
                </a:cubicBezTo>
                <a:cubicBezTo>
                  <a:pt x="4043" y="3262"/>
                  <a:pt x="4049" y="3247"/>
                  <a:pt x="4052" y="3234"/>
                </a:cubicBezTo>
                <a:cubicBezTo>
                  <a:pt x="4052" y="3230"/>
                  <a:pt x="4056" y="3205"/>
                  <a:pt x="4057" y="3204"/>
                </a:cubicBezTo>
                <a:cubicBezTo>
                  <a:pt x="4058" y="3203"/>
                  <a:pt x="4058" y="3202"/>
                  <a:pt x="4059" y="3201"/>
                </a:cubicBezTo>
                <a:cubicBezTo>
                  <a:pt x="4060" y="3200"/>
                  <a:pt x="4060" y="3198"/>
                  <a:pt x="4060" y="3197"/>
                </a:cubicBezTo>
                <a:cubicBezTo>
                  <a:pt x="4060" y="3196"/>
                  <a:pt x="4060" y="3196"/>
                  <a:pt x="4060" y="3195"/>
                </a:cubicBezTo>
                <a:lnTo>
                  <a:pt x="4109" y="3176"/>
                </a:lnTo>
                <a:cubicBezTo>
                  <a:pt x="4107" y="3181"/>
                  <a:pt x="4105" y="3186"/>
                  <a:pt x="4104" y="3190"/>
                </a:cubicBezTo>
                <a:cubicBezTo>
                  <a:pt x="4098" y="3207"/>
                  <a:pt x="4097" y="3226"/>
                  <a:pt x="4093" y="3243"/>
                </a:cubicBezTo>
                <a:cubicBezTo>
                  <a:pt x="4087" y="3268"/>
                  <a:pt x="4083" y="3294"/>
                  <a:pt x="4081" y="3320"/>
                </a:cubicBezTo>
                <a:cubicBezTo>
                  <a:pt x="4081" y="3321"/>
                  <a:pt x="4081" y="3321"/>
                  <a:pt x="4082" y="3322"/>
                </a:cubicBezTo>
                <a:lnTo>
                  <a:pt x="4083" y="3324"/>
                </a:lnTo>
                <a:cubicBezTo>
                  <a:pt x="4084" y="3324"/>
                  <a:pt x="4085" y="3324"/>
                  <a:pt x="4085" y="3324"/>
                </a:cubicBezTo>
                <a:cubicBezTo>
                  <a:pt x="4086" y="3324"/>
                  <a:pt x="4087" y="3324"/>
                  <a:pt x="4087" y="3324"/>
                </a:cubicBezTo>
                <a:cubicBezTo>
                  <a:pt x="4088" y="3324"/>
                  <a:pt x="4089" y="3323"/>
                  <a:pt x="4089" y="3322"/>
                </a:cubicBezTo>
                <a:cubicBezTo>
                  <a:pt x="4089" y="3322"/>
                  <a:pt x="4090" y="3321"/>
                  <a:pt x="4090" y="3320"/>
                </a:cubicBezTo>
                <a:cubicBezTo>
                  <a:pt x="4096" y="3293"/>
                  <a:pt x="4105" y="3267"/>
                  <a:pt x="4115" y="3241"/>
                </a:cubicBezTo>
                <a:cubicBezTo>
                  <a:pt x="4123" y="3215"/>
                  <a:pt x="4133" y="3189"/>
                  <a:pt x="4141" y="3163"/>
                </a:cubicBezTo>
                <a:cubicBezTo>
                  <a:pt x="4153" y="3158"/>
                  <a:pt x="4165" y="3153"/>
                  <a:pt x="4176" y="3147"/>
                </a:cubicBezTo>
                <a:cubicBezTo>
                  <a:pt x="4175" y="3167"/>
                  <a:pt x="4170" y="3187"/>
                  <a:pt x="4162" y="3206"/>
                </a:cubicBezTo>
                <a:cubicBezTo>
                  <a:pt x="4161" y="3209"/>
                  <a:pt x="4165" y="3210"/>
                  <a:pt x="4167" y="3208"/>
                </a:cubicBezTo>
                <a:cubicBezTo>
                  <a:pt x="4171" y="3203"/>
                  <a:pt x="4175" y="3197"/>
                  <a:pt x="4179" y="3190"/>
                </a:cubicBezTo>
                <a:cubicBezTo>
                  <a:pt x="4183" y="3184"/>
                  <a:pt x="4186" y="3176"/>
                  <a:pt x="4189" y="3169"/>
                </a:cubicBezTo>
                <a:cubicBezTo>
                  <a:pt x="4194" y="3161"/>
                  <a:pt x="4197" y="3152"/>
                  <a:pt x="4200" y="3143"/>
                </a:cubicBezTo>
                <a:cubicBezTo>
                  <a:pt x="4201" y="3140"/>
                  <a:pt x="4203" y="3136"/>
                  <a:pt x="4204" y="3133"/>
                </a:cubicBezTo>
                <a:cubicBezTo>
                  <a:pt x="4211" y="3129"/>
                  <a:pt x="4217" y="3125"/>
                  <a:pt x="4224" y="3121"/>
                </a:cubicBezTo>
                <a:cubicBezTo>
                  <a:pt x="4217" y="3141"/>
                  <a:pt x="4211" y="3161"/>
                  <a:pt x="4207" y="3182"/>
                </a:cubicBezTo>
                <a:cubicBezTo>
                  <a:pt x="4198" y="3221"/>
                  <a:pt x="4181" y="3264"/>
                  <a:pt x="4182" y="3304"/>
                </a:cubicBezTo>
                <a:cubicBezTo>
                  <a:pt x="4182" y="3312"/>
                  <a:pt x="4195" y="3312"/>
                  <a:pt x="4196" y="3304"/>
                </a:cubicBezTo>
                <a:cubicBezTo>
                  <a:pt x="4204" y="3276"/>
                  <a:pt x="4214" y="3250"/>
                  <a:pt x="4226" y="3224"/>
                </a:cubicBezTo>
                <a:cubicBezTo>
                  <a:pt x="4242" y="3180"/>
                  <a:pt x="4252" y="3134"/>
                  <a:pt x="4267" y="3090"/>
                </a:cubicBezTo>
                <a:cubicBezTo>
                  <a:pt x="4269" y="3088"/>
                  <a:pt x="4272" y="3087"/>
                  <a:pt x="4274" y="3085"/>
                </a:cubicBezTo>
                <a:cubicBezTo>
                  <a:pt x="4284" y="3076"/>
                  <a:pt x="4294" y="3068"/>
                  <a:pt x="4305" y="3061"/>
                </a:cubicBezTo>
                <a:cubicBezTo>
                  <a:pt x="4304" y="3068"/>
                  <a:pt x="4302" y="3074"/>
                  <a:pt x="4301" y="3080"/>
                </a:cubicBezTo>
                <a:cubicBezTo>
                  <a:pt x="4293" y="3107"/>
                  <a:pt x="4288" y="3136"/>
                  <a:pt x="4288" y="3164"/>
                </a:cubicBezTo>
                <a:cubicBezTo>
                  <a:pt x="4288" y="3170"/>
                  <a:pt x="4297" y="3171"/>
                  <a:pt x="4298" y="3165"/>
                </a:cubicBezTo>
                <a:cubicBezTo>
                  <a:pt x="4304" y="3142"/>
                  <a:pt x="4313" y="3119"/>
                  <a:pt x="4325" y="3097"/>
                </a:cubicBezTo>
                <a:lnTo>
                  <a:pt x="4331" y="3084"/>
                </a:lnTo>
                <a:cubicBezTo>
                  <a:pt x="4316" y="3127"/>
                  <a:pt x="4306" y="3170"/>
                  <a:pt x="4301" y="3215"/>
                </a:cubicBezTo>
                <a:cubicBezTo>
                  <a:pt x="4301" y="3221"/>
                  <a:pt x="4310" y="3224"/>
                  <a:pt x="4312" y="3218"/>
                </a:cubicBezTo>
                <a:cubicBezTo>
                  <a:pt x="4321" y="3199"/>
                  <a:pt x="4328" y="3180"/>
                  <a:pt x="4334" y="3160"/>
                </a:cubicBezTo>
                <a:cubicBezTo>
                  <a:pt x="4345" y="3112"/>
                  <a:pt x="4361" y="3064"/>
                  <a:pt x="4380" y="3018"/>
                </a:cubicBezTo>
                <a:lnTo>
                  <a:pt x="4385" y="3015"/>
                </a:lnTo>
                <a:cubicBezTo>
                  <a:pt x="4390" y="3012"/>
                  <a:pt x="4395" y="3009"/>
                  <a:pt x="4400" y="3005"/>
                </a:cubicBezTo>
                <a:cubicBezTo>
                  <a:pt x="4379" y="3065"/>
                  <a:pt x="4366" y="3130"/>
                  <a:pt x="4345" y="3189"/>
                </a:cubicBezTo>
                <a:lnTo>
                  <a:pt x="4345" y="3188"/>
                </a:lnTo>
                <a:moveTo>
                  <a:pt x="4604" y="2594"/>
                </a:moveTo>
                <a:cubicBezTo>
                  <a:pt x="4597" y="2645"/>
                  <a:pt x="4583" y="2695"/>
                  <a:pt x="4562" y="2742"/>
                </a:cubicBezTo>
                <a:cubicBezTo>
                  <a:pt x="4530" y="2788"/>
                  <a:pt x="4508" y="2842"/>
                  <a:pt x="4471" y="2885"/>
                </a:cubicBezTo>
                <a:cubicBezTo>
                  <a:pt x="4425" y="2937"/>
                  <a:pt x="4371" y="2981"/>
                  <a:pt x="4311" y="3016"/>
                </a:cubicBezTo>
                <a:cubicBezTo>
                  <a:pt x="4299" y="3023"/>
                  <a:pt x="4287" y="3030"/>
                  <a:pt x="4275" y="3036"/>
                </a:cubicBezTo>
                <a:cubicBezTo>
                  <a:pt x="4238" y="3053"/>
                  <a:pt x="4205" y="3081"/>
                  <a:pt x="4170" y="3102"/>
                </a:cubicBezTo>
                <a:cubicBezTo>
                  <a:pt x="4117" y="3132"/>
                  <a:pt x="4061" y="3154"/>
                  <a:pt x="4006" y="3180"/>
                </a:cubicBezTo>
                <a:cubicBezTo>
                  <a:pt x="3940" y="3212"/>
                  <a:pt x="3866" y="3239"/>
                  <a:pt x="3798" y="3273"/>
                </a:cubicBezTo>
                <a:cubicBezTo>
                  <a:pt x="3788" y="3276"/>
                  <a:pt x="3777" y="3280"/>
                  <a:pt x="3766" y="3283"/>
                </a:cubicBezTo>
                <a:cubicBezTo>
                  <a:pt x="3747" y="3289"/>
                  <a:pt x="3729" y="3296"/>
                  <a:pt x="3711" y="3304"/>
                </a:cubicBezTo>
                <a:cubicBezTo>
                  <a:pt x="3663" y="3314"/>
                  <a:pt x="3616" y="3333"/>
                  <a:pt x="3566" y="3335"/>
                </a:cubicBezTo>
                <a:cubicBezTo>
                  <a:pt x="3518" y="3340"/>
                  <a:pt x="3471" y="3349"/>
                  <a:pt x="3424" y="3363"/>
                </a:cubicBezTo>
                <a:cubicBezTo>
                  <a:pt x="3334" y="3386"/>
                  <a:pt x="3236" y="3380"/>
                  <a:pt x="3145" y="3407"/>
                </a:cubicBezTo>
                <a:cubicBezTo>
                  <a:pt x="3077" y="3427"/>
                  <a:pt x="3006" y="3427"/>
                  <a:pt x="2936" y="3428"/>
                </a:cubicBezTo>
                <a:cubicBezTo>
                  <a:pt x="2875" y="3429"/>
                  <a:pt x="2816" y="3452"/>
                  <a:pt x="2756" y="3461"/>
                </a:cubicBezTo>
                <a:cubicBezTo>
                  <a:pt x="2734" y="3464"/>
                  <a:pt x="2712" y="3467"/>
                  <a:pt x="2689" y="3469"/>
                </a:cubicBezTo>
                <a:cubicBezTo>
                  <a:pt x="2549" y="3448"/>
                  <a:pt x="2409" y="3462"/>
                  <a:pt x="2269" y="3480"/>
                </a:cubicBezTo>
                <a:cubicBezTo>
                  <a:pt x="2119" y="3499"/>
                  <a:pt x="1973" y="3473"/>
                  <a:pt x="1823" y="3464"/>
                </a:cubicBezTo>
                <a:cubicBezTo>
                  <a:pt x="1682" y="3456"/>
                  <a:pt x="1538" y="3453"/>
                  <a:pt x="1395" y="3446"/>
                </a:cubicBezTo>
                <a:cubicBezTo>
                  <a:pt x="1283" y="3443"/>
                  <a:pt x="1172" y="3432"/>
                  <a:pt x="1062" y="3413"/>
                </a:cubicBezTo>
                <a:cubicBezTo>
                  <a:pt x="1058" y="3411"/>
                  <a:pt x="1028" y="3401"/>
                  <a:pt x="1011" y="3395"/>
                </a:cubicBezTo>
                <a:cubicBezTo>
                  <a:pt x="971" y="3366"/>
                  <a:pt x="936" y="3330"/>
                  <a:pt x="909" y="3289"/>
                </a:cubicBezTo>
                <a:cubicBezTo>
                  <a:pt x="907" y="3286"/>
                  <a:pt x="905" y="3283"/>
                  <a:pt x="903" y="3280"/>
                </a:cubicBezTo>
                <a:cubicBezTo>
                  <a:pt x="946" y="3313"/>
                  <a:pt x="1013" y="3326"/>
                  <a:pt x="1059" y="3344"/>
                </a:cubicBezTo>
                <a:cubicBezTo>
                  <a:pt x="1159" y="3382"/>
                  <a:pt x="1289" y="3370"/>
                  <a:pt x="1394" y="3367"/>
                </a:cubicBezTo>
                <a:cubicBezTo>
                  <a:pt x="1398" y="3367"/>
                  <a:pt x="1403" y="3367"/>
                  <a:pt x="1408" y="3367"/>
                </a:cubicBezTo>
                <a:cubicBezTo>
                  <a:pt x="1434" y="3367"/>
                  <a:pt x="1460" y="3368"/>
                  <a:pt x="1485" y="3371"/>
                </a:cubicBezTo>
                <a:cubicBezTo>
                  <a:pt x="1486" y="3371"/>
                  <a:pt x="1487" y="3372"/>
                  <a:pt x="1488" y="3373"/>
                </a:cubicBezTo>
                <a:cubicBezTo>
                  <a:pt x="1490" y="3374"/>
                  <a:pt x="1493" y="3375"/>
                  <a:pt x="1496" y="3375"/>
                </a:cubicBezTo>
                <a:cubicBezTo>
                  <a:pt x="1498" y="3375"/>
                  <a:pt x="1501" y="3374"/>
                  <a:pt x="1503" y="3373"/>
                </a:cubicBezTo>
                <a:lnTo>
                  <a:pt x="1504" y="3372"/>
                </a:lnTo>
                <a:cubicBezTo>
                  <a:pt x="1523" y="3374"/>
                  <a:pt x="1542" y="3376"/>
                  <a:pt x="1561" y="3379"/>
                </a:cubicBezTo>
                <a:cubicBezTo>
                  <a:pt x="1561" y="3379"/>
                  <a:pt x="1561" y="3378"/>
                  <a:pt x="1562" y="3379"/>
                </a:cubicBezTo>
                <a:cubicBezTo>
                  <a:pt x="1564" y="3379"/>
                  <a:pt x="1566" y="3381"/>
                  <a:pt x="1568" y="3381"/>
                </a:cubicBezTo>
                <a:cubicBezTo>
                  <a:pt x="1569" y="3381"/>
                  <a:pt x="1570" y="3381"/>
                  <a:pt x="1572" y="3380"/>
                </a:cubicBezTo>
                <a:lnTo>
                  <a:pt x="1618" y="3386"/>
                </a:lnTo>
                <a:cubicBezTo>
                  <a:pt x="1619" y="3386"/>
                  <a:pt x="1619" y="3387"/>
                  <a:pt x="1619" y="3387"/>
                </a:cubicBezTo>
                <a:cubicBezTo>
                  <a:pt x="1621" y="3388"/>
                  <a:pt x="1624" y="3388"/>
                  <a:pt x="1626" y="3388"/>
                </a:cubicBezTo>
                <a:cubicBezTo>
                  <a:pt x="1627" y="3388"/>
                  <a:pt x="1629" y="3388"/>
                  <a:pt x="1630" y="3388"/>
                </a:cubicBezTo>
                <a:lnTo>
                  <a:pt x="1657" y="3391"/>
                </a:lnTo>
                <a:cubicBezTo>
                  <a:pt x="1657" y="3392"/>
                  <a:pt x="1657" y="3392"/>
                  <a:pt x="1657" y="3392"/>
                </a:cubicBezTo>
                <a:cubicBezTo>
                  <a:pt x="1658" y="3394"/>
                  <a:pt x="1660" y="3395"/>
                  <a:pt x="1662" y="3396"/>
                </a:cubicBezTo>
                <a:cubicBezTo>
                  <a:pt x="1664" y="3397"/>
                  <a:pt x="1666" y="3398"/>
                  <a:pt x="1668" y="3398"/>
                </a:cubicBezTo>
                <a:cubicBezTo>
                  <a:pt x="1670" y="3398"/>
                  <a:pt x="1672" y="3396"/>
                  <a:pt x="1674" y="3396"/>
                </a:cubicBezTo>
                <a:cubicBezTo>
                  <a:pt x="1675" y="3395"/>
                  <a:pt x="1676" y="3395"/>
                  <a:pt x="1677" y="3394"/>
                </a:cubicBezTo>
                <a:lnTo>
                  <a:pt x="1684" y="3394"/>
                </a:lnTo>
                <a:cubicBezTo>
                  <a:pt x="1737" y="3400"/>
                  <a:pt x="1790" y="3399"/>
                  <a:pt x="1843" y="3407"/>
                </a:cubicBezTo>
                <a:cubicBezTo>
                  <a:pt x="1908" y="3417"/>
                  <a:pt x="1976" y="3403"/>
                  <a:pt x="2042" y="3407"/>
                </a:cubicBezTo>
                <a:cubicBezTo>
                  <a:pt x="2117" y="3419"/>
                  <a:pt x="2193" y="3425"/>
                  <a:pt x="2269" y="3426"/>
                </a:cubicBezTo>
                <a:cubicBezTo>
                  <a:pt x="2301" y="3426"/>
                  <a:pt x="2333" y="3424"/>
                  <a:pt x="2366" y="3422"/>
                </a:cubicBezTo>
                <a:cubicBezTo>
                  <a:pt x="2369" y="3425"/>
                  <a:pt x="2376" y="3426"/>
                  <a:pt x="2379" y="3422"/>
                </a:cubicBezTo>
                <a:lnTo>
                  <a:pt x="2380" y="3421"/>
                </a:lnTo>
                <a:lnTo>
                  <a:pt x="2436" y="3418"/>
                </a:lnTo>
                <a:cubicBezTo>
                  <a:pt x="2448" y="3418"/>
                  <a:pt x="2459" y="3419"/>
                  <a:pt x="2470" y="3419"/>
                </a:cubicBezTo>
                <a:cubicBezTo>
                  <a:pt x="2515" y="3419"/>
                  <a:pt x="2576" y="3428"/>
                  <a:pt x="2620" y="3415"/>
                </a:cubicBezTo>
                <a:cubicBezTo>
                  <a:pt x="2663" y="3402"/>
                  <a:pt x="2721" y="3403"/>
                  <a:pt x="2769" y="3402"/>
                </a:cubicBezTo>
                <a:cubicBezTo>
                  <a:pt x="2824" y="3400"/>
                  <a:pt x="2879" y="3391"/>
                  <a:pt x="2934" y="3385"/>
                </a:cubicBezTo>
                <a:cubicBezTo>
                  <a:pt x="2972" y="3382"/>
                  <a:pt x="3010" y="3376"/>
                  <a:pt x="3048" y="3370"/>
                </a:cubicBezTo>
                <a:cubicBezTo>
                  <a:pt x="3048" y="3371"/>
                  <a:pt x="3049" y="3371"/>
                  <a:pt x="3050" y="3371"/>
                </a:cubicBezTo>
                <a:cubicBezTo>
                  <a:pt x="3050" y="3371"/>
                  <a:pt x="3051" y="3371"/>
                  <a:pt x="3051" y="3370"/>
                </a:cubicBezTo>
                <a:cubicBezTo>
                  <a:pt x="3104" y="3362"/>
                  <a:pt x="3156" y="3353"/>
                  <a:pt x="3209" y="3343"/>
                </a:cubicBezTo>
                <a:cubicBezTo>
                  <a:pt x="3273" y="3332"/>
                  <a:pt x="3335" y="3316"/>
                  <a:pt x="3398" y="3300"/>
                </a:cubicBezTo>
                <a:cubicBezTo>
                  <a:pt x="3427" y="3296"/>
                  <a:pt x="3456" y="3289"/>
                  <a:pt x="3484" y="3280"/>
                </a:cubicBezTo>
                <a:cubicBezTo>
                  <a:pt x="3514" y="3276"/>
                  <a:pt x="3545" y="3269"/>
                  <a:pt x="3574" y="3259"/>
                </a:cubicBezTo>
                <a:lnTo>
                  <a:pt x="3575" y="3259"/>
                </a:lnTo>
                <a:cubicBezTo>
                  <a:pt x="3614" y="3251"/>
                  <a:pt x="3668" y="3239"/>
                  <a:pt x="3700" y="3215"/>
                </a:cubicBezTo>
                <a:lnTo>
                  <a:pt x="3714" y="3210"/>
                </a:lnTo>
                <a:cubicBezTo>
                  <a:pt x="3715" y="3211"/>
                  <a:pt x="3714" y="3212"/>
                  <a:pt x="3715" y="3213"/>
                </a:cubicBezTo>
                <a:cubicBezTo>
                  <a:pt x="3716" y="3215"/>
                  <a:pt x="3719" y="3216"/>
                  <a:pt x="3721" y="3218"/>
                </a:cubicBezTo>
                <a:cubicBezTo>
                  <a:pt x="3723" y="3219"/>
                  <a:pt x="3726" y="3220"/>
                  <a:pt x="3728" y="3220"/>
                </a:cubicBezTo>
                <a:cubicBezTo>
                  <a:pt x="3730" y="3220"/>
                  <a:pt x="3731" y="3220"/>
                  <a:pt x="3733" y="3220"/>
                </a:cubicBezTo>
                <a:cubicBezTo>
                  <a:pt x="3747" y="3216"/>
                  <a:pt x="3761" y="3210"/>
                  <a:pt x="3774" y="3202"/>
                </a:cubicBezTo>
                <a:cubicBezTo>
                  <a:pt x="3776" y="3201"/>
                  <a:pt x="3778" y="3200"/>
                  <a:pt x="3780" y="3199"/>
                </a:cubicBezTo>
                <a:lnTo>
                  <a:pt x="3783" y="3197"/>
                </a:lnTo>
                <a:cubicBezTo>
                  <a:pt x="3784" y="3197"/>
                  <a:pt x="3784" y="3197"/>
                  <a:pt x="3784" y="3197"/>
                </a:cubicBezTo>
                <a:cubicBezTo>
                  <a:pt x="3794" y="3191"/>
                  <a:pt x="3805" y="3186"/>
                  <a:pt x="3816" y="3182"/>
                </a:cubicBezTo>
                <a:lnTo>
                  <a:pt x="3820" y="3182"/>
                </a:lnTo>
                <a:lnTo>
                  <a:pt x="3827" y="3180"/>
                </a:lnTo>
                <a:cubicBezTo>
                  <a:pt x="3832" y="3179"/>
                  <a:pt x="3836" y="3178"/>
                  <a:pt x="3841" y="3178"/>
                </a:cubicBezTo>
                <a:cubicBezTo>
                  <a:pt x="3847" y="3177"/>
                  <a:pt x="3853" y="3175"/>
                  <a:pt x="3859" y="3171"/>
                </a:cubicBezTo>
                <a:cubicBezTo>
                  <a:pt x="3861" y="3170"/>
                  <a:pt x="3864" y="3168"/>
                  <a:pt x="3866" y="3167"/>
                </a:cubicBezTo>
                <a:cubicBezTo>
                  <a:pt x="3908" y="3150"/>
                  <a:pt x="3950" y="3127"/>
                  <a:pt x="3990" y="3108"/>
                </a:cubicBezTo>
                <a:cubicBezTo>
                  <a:pt x="4020" y="3093"/>
                  <a:pt x="4050" y="3077"/>
                  <a:pt x="4080" y="3061"/>
                </a:cubicBezTo>
                <a:cubicBezTo>
                  <a:pt x="4082" y="3061"/>
                  <a:pt x="4083" y="3060"/>
                  <a:pt x="4085" y="3059"/>
                </a:cubicBezTo>
                <a:cubicBezTo>
                  <a:pt x="4086" y="3058"/>
                  <a:pt x="4087" y="3057"/>
                  <a:pt x="4088" y="3056"/>
                </a:cubicBezTo>
                <a:lnTo>
                  <a:pt x="4140" y="3027"/>
                </a:lnTo>
                <a:cubicBezTo>
                  <a:pt x="4141" y="3028"/>
                  <a:pt x="4141" y="3029"/>
                  <a:pt x="4143" y="3030"/>
                </a:cubicBezTo>
                <a:cubicBezTo>
                  <a:pt x="4146" y="3031"/>
                  <a:pt x="4149" y="3032"/>
                  <a:pt x="4152" y="3032"/>
                </a:cubicBezTo>
                <a:cubicBezTo>
                  <a:pt x="4155" y="3032"/>
                  <a:pt x="4158" y="3031"/>
                  <a:pt x="4160" y="3030"/>
                </a:cubicBezTo>
                <a:lnTo>
                  <a:pt x="4161" y="3030"/>
                </a:lnTo>
                <a:cubicBezTo>
                  <a:pt x="4169" y="3023"/>
                  <a:pt x="4175" y="3016"/>
                  <a:pt x="4180" y="3007"/>
                </a:cubicBezTo>
                <a:cubicBezTo>
                  <a:pt x="4181" y="3006"/>
                  <a:pt x="4181" y="3005"/>
                  <a:pt x="4182" y="3004"/>
                </a:cubicBezTo>
                <a:cubicBezTo>
                  <a:pt x="4191" y="3000"/>
                  <a:pt x="4200" y="2995"/>
                  <a:pt x="4209" y="2990"/>
                </a:cubicBezTo>
                <a:cubicBezTo>
                  <a:pt x="4216" y="2986"/>
                  <a:pt x="4222" y="2982"/>
                  <a:pt x="4229" y="2978"/>
                </a:cubicBezTo>
                <a:cubicBezTo>
                  <a:pt x="4259" y="2958"/>
                  <a:pt x="4294" y="2916"/>
                  <a:pt x="4326" y="2902"/>
                </a:cubicBezTo>
                <a:cubicBezTo>
                  <a:pt x="4343" y="2894"/>
                  <a:pt x="4359" y="2870"/>
                  <a:pt x="4372" y="2857"/>
                </a:cubicBezTo>
                <a:lnTo>
                  <a:pt x="4393" y="2835"/>
                </a:lnTo>
                <a:cubicBezTo>
                  <a:pt x="4395" y="2834"/>
                  <a:pt x="4396" y="2832"/>
                  <a:pt x="4397" y="2831"/>
                </a:cubicBezTo>
                <a:cubicBezTo>
                  <a:pt x="4408" y="2820"/>
                  <a:pt x="4420" y="2808"/>
                  <a:pt x="4431" y="2796"/>
                </a:cubicBezTo>
                <a:cubicBezTo>
                  <a:pt x="4432" y="2796"/>
                  <a:pt x="4433" y="2795"/>
                  <a:pt x="4434" y="2795"/>
                </a:cubicBezTo>
                <a:cubicBezTo>
                  <a:pt x="4436" y="2794"/>
                  <a:pt x="4437" y="2793"/>
                  <a:pt x="4438" y="2791"/>
                </a:cubicBezTo>
                <a:cubicBezTo>
                  <a:pt x="4438" y="2791"/>
                  <a:pt x="4438" y="2790"/>
                  <a:pt x="4439" y="2789"/>
                </a:cubicBezTo>
                <a:cubicBezTo>
                  <a:pt x="4439" y="2788"/>
                  <a:pt x="4441" y="2786"/>
                  <a:pt x="4442" y="2784"/>
                </a:cubicBezTo>
                <a:cubicBezTo>
                  <a:pt x="4458" y="2767"/>
                  <a:pt x="4473" y="2748"/>
                  <a:pt x="4486" y="2729"/>
                </a:cubicBezTo>
                <a:cubicBezTo>
                  <a:pt x="4492" y="2721"/>
                  <a:pt x="4498" y="2712"/>
                  <a:pt x="4503" y="2703"/>
                </a:cubicBezTo>
                <a:cubicBezTo>
                  <a:pt x="4523" y="2668"/>
                  <a:pt x="4537" y="2630"/>
                  <a:pt x="4545" y="2590"/>
                </a:cubicBezTo>
                <a:cubicBezTo>
                  <a:pt x="4548" y="2586"/>
                  <a:pt x="4551" y="2582"/>
                  <a:pt x="4553" y="2578"/>
                </a:cubicBezTo>
                <a:cubicBezTo>
                  <a:pt x="4553" y="2578"/>
                  <a:pt x="4554" y="2577"/>
                  <a:pt x="4554" y="2576"/>
                </a:cubicBezTo>
                <a:cubicBezTo>
                  <a:pt x="4574" y="2539"/>
                  <a:pt x="4552" y="2470"/>
                  <a:pt x="4546" y="2431"/>
                </a:cubicBezTo>
                <a:cubicBezTo>
                  <a:pt x="4539" y="2391"/>
                  <a:pt x="4503" y="2364"/>
                  <a:pt x="4479" y="2334"/>
                </a:cubicBezTo>
                <a:cubicBezTo>
                  <a:pt x="4439" y="2290"/>
                  <a:pt x="4394" y="2251"/>
                  <a:pt x="4344" y="2218"/>
                </a:cubicBezTo>
                <a:cubicBezTo>
                  <a:pt x="4300" y="2186"/>
                  <a:pt x="4254" y="2157"/>
                  <a:pt x="4211" y="2124"/>
                </a:cubicBezTo>
                <a:cubicBezTo>
                  <a:pt x="4206" y="2121"/>
                  <a:pt x="4201" y="2118"/>
                  <a:pt x="4196" y="2115"/>
                </a:cubicBezTo>
                <a:cubicBezTo>
                  <a:pt x="4164" y="2097"/>
                  <a:pt x="4130" y="2082"/>
                  <a:pt x="4094" y="2071"/>
                </a:cubicBezTo>
                <a:lnTo>
                  <a:pt x="4093" y="2071"/>
                </a:lnTo>
                <a:cubicBezTo>
                  <a:pt x="4079" y="2065"/>
                  <a:pt x="4066" y="2059"/>
                  <a:pt x="4052" y="2052"/>
                </a:cubicBezTo>
                <a:lnTo>
                  <a:pt x="4052" y="2051"/>
                </a:lnTo>
                <a:cubicBezTo>
                  <a:pt x="4050" y="2049"/>
                  <a:pt x="4049" y="2047"/>
                  <a:pt x="4047" y="2046"/>
                </a:cubicBezTo>
                <a:cubicBezTo>
                  <a:pt x="4046" y="2045"/>
                  <a:pt x="4044" y="2045"/>
                  <a:pt x="4043" y="2045"/>
                </a:cubicBezTo>
                <a:lnTo>
                  <a:pt x="4038" y="2045"/>
                </a:lnTo>
                <a:cubicBezTo>
                  <a:pt x="3979" y="2014"/>
                  <a:pt x="3916" y="1993"/>
                  <a:pt x="3850" y="1984"/>
                </a:cubicBezTo>
                <a:cubicBezTo>
                  <a:pt x="3834" y="1982"/>
                  <a:pt x="3819" y="1980"/>
                  <a:pt x="3803" y="1978"/>
                </a:cubicBezTo>
                <a:cubicBezTo>
                  <a:pt x="3758" y="1963"/>
                  <a:pt x="3712" y="1949"/>
                  <a:pt x="3666" y="1939"/>
                </a:cubicBezTo>
                <a:cubicBezTo>
                  <a:pt x="3619" y="1928"/>
                  <a:pt x="3575" y="1929"/>
                  <a:pt x="3531" y="1917"/>
                </a:cubicBezTo>
                <a:cubicBezTo>
                  <a:pt x="3478" y="1903"/>
                  <a:pt x="3426" y="1896"/>
                  <a:pt x="3373" y="1884"/>
                </a:cubicBezTo>
                <a:cubicBezTo>
                  <a:pt x="3311" y="1870"/>
                  <a:pt x="3248" y="1844"/>
                  <a:pt x="3185" y="1835"/>
                </a:cubicBezTo>
                <a:cubicBezTo>
                  <a:pt x="3084" y="1821"/>
                  <a:pt x="2975" y="1800"/>
                  <a:pt x="2872" y="1799"/>
                </a:cubicBezTo>
                <a:cubicBezTo>
                  <a:pt x="2837" y="1799"/>
                  <a:pt x="2801" y="1791"/>
                  <a:pt x="2766" y="1788"/>
                </a:cubicBezTo>
                <a:cubicBezTo>
                  <a:pt x="2721" y="1783"/>
                  <a:pt x="2667" y="1795"/>
                  <a:pt x="2621" y="1788"/>
                </a:cubicBezTo>
                <a:cubicBezTo>
                  <a:pt x="2611" y="1779"/>
                  <a:pt x="2600" y="1770"/>
                  <a:pt x="2589" y="1764"/>
                </a:cubicBezTo>
                <a:cubicBezTo>
                  <a:pt x="2586" y="1762"/>
                  <a:pt x="2583" y="1761"/>
                  <a:pt x="2580" y="1760"/>
                </a:cubicBezTo>
                <a:cubicBezTo>
                  <a:pt x="2569" y="1754"/>
                  <a:pt x="2557" y="1749"/>
                  <a:pt x="2547" y="1745"/>
                </a:cubicBezTo>
                <a:cubicBezTo>
                  <a:pt x="2575" y="1751"/>
                  <a:pt x="2604" y="1755"/>
                  <a:pt x="2633" y="1755"/>
                </a:cubicBezTo>
                <a:cubicBezTo>
                  <a:pt x="2706" y="1751"/>
                  <a:pt x="2785" y="1762"/>
                  <a:pt x="2858" y="1766"/>
                </a:cubicBezTo>
                <a:cubicBezTo>
                  <a:pt x="2915" y="1768"/>
                  <a:pt x="2973" y="1773"/>
                  <a:pt x="3030" y="1781"/>
                </a:cubicBezTo>
                <a:cubicBezTo>
                  <a:pt x="3079" y="1790"/>
                  <a:pt x="3133" y="1813"/>
                  <a:pt x="3184" y="1810"/>
                </a:cubicBezTo>
                <a:cubicBezTo>
                  <a:pt x="3214" y="1809"/>
                  <a:pt x="3246" y="1822"/>
                  <a:pt x="3276" y="1824"/>
                </a:cubicBezTo>
                <a:cubicBezTo>
                  <a:pt x="3313" y="1826"/>
                  <a:pt x="3350" y="1827"/>
                  <a:pt x="3387" y="1830"/>
                </a:cubicBezTo>
                <a:cubicBezTo>
                  <a:pt x="3445" y="1838"/>
                  <a:pt x="3502" y="1851"/>
                  <a:pt x="3558" y="1868"/>
                </a:cubicBezTo>
                <a:cubicBezTo>
                  <a:pt x="3622" y="1884"/>
                  <a:pt x="3698" y="1890"/>
                  <a:pt x="3757" y="1919"/>
                </a:cubicBezTo>
                <a:cubicBezTo>
                  <a:pt x="3781" y="1931"/>
                  <a:pt x="3812" y="1932"/>
                  <a:pt x="3837" y="1941"/>
                </a:cubicBezTo>
                <a:cubicBezTo>
                  <a:pt x="3839" y="1941"/>
                  <a:pt x="3883" y="1955"/>
                  <a:pt x="3912" y="1963"/>
                </a:cubicBezTo>
                <a:cubicBezTo>
                  <a:pt x="3912" y="1964"/>
                  <a:pt x="3912" y="1965"/>
                  <a:pt x="3913" y="1967"/>
                </a:cubicBezTo>
                <a:cubicBezTo>
                  <a:pt x="3914" y="1967"/>
                  <a:pt x="3914" y="1968"/>
                  <a:pt x="3914" y="1968"/>
                </a:cubicBezTo>
                <a:cubicBezTo>
                  <a:pt x="3916" y="1971"/>
                  <a:pt x="3918" y="1973"/>
                  <a:pt x="3920" y="1974"/>
                </a:cubicBezTo>
                <a:cubicBezTo>
                  <a:pt x="3922" y="1975"/>
                  <a:pt x="3924" y="1976"/>
                  <a:pt x="3927" y="1976"/>
                </a:cubicBezTo>
                <a:cubicBezTo>
                  <a:pt x="3929" y="1976"/>
                  <a:pt x="3933" y="1975"/>
                  <a:pt x="3935" y="1974"/>
                </a:cubicBezTo>
                <a:cubicBezTo>
                  <a:pt x="3937" y="1973"/>
                  <a:pt x="3939" y="1971"/>
                  <a:pt x="3940" y="1970"/>
                </a:cubicBezTo>
                <a:cubicBezTo>
                  <a:pt x="3940" y="1970"/>
                  <a:pt x="3940" y="1971"/>
                  <a:pt x="3941" y="1972"/>
                </a:cubicBezTo>
                <a:cubicBezTo>
                  <a:pt x="3942" y="1973"/>
                  <a:pt x="3942" y="1974"/>
                  <a:pt x="3944" y="1975"/>
                </a:cubicBezTo>
                <a:cubicBezTo>
                  <a:pt x="3945" y="1975"/>
                  <a:pt x="3947" y="1977"/>
                  <a:pt x="3949" y="1977"/>
                </a:cubicBezTo>
                <a:cubicBezTo>
                  <a:pt x="3951" y="1977"/>
                  <a:pt x="3952" y="1975"/>
                  <a:pt x="3954" y="1975"/>
                </a:cubicBezTo>
                <a:cubicBezTo>
                  <a:pt x="3955" y="1974"/>
                  <a:pt x="3956" y="1973"/>
                  <a:pt x="3957" y="1972"/>
                </a:cubicBezTo>
                <a:cubicBezTo>
                  <a:pt x="3958" y="1971"/>
                  <a:pt x="3958" y="1970"/>
                  <a:pt x="3958" y="1970"/>
                </a:cubicBezTo>
                <a:cubicBezTo>
                  <a:pt x="3993" y="1986"/>
                  <a:pt x="4028" y="2007"/>
                  <a:pt x="4061" y="2024"/>
                </a:cubicBezTo>
                <a:cubicBezTo>
                  <a:pt x="4118" y="2052"/>
                  <a:pt x="4180" y="2073"/>
                  <a:pt x="4239" y="2098"/>
                </a:cubicBezTo>
                <a:cubicBezTo>
                  <a:pt x="4262" y="2109"/>
                  <a:pt x="4284" y="2120"/>
                  <a:pt x="4306" y="2133"/>
                </a:cubicBezTo>
                <a:cubicBezTo>
                  <a:pt x="4340" y="2153"/>
                  <a:pt x="4374" y="2175"/>
                  <a:pt x="4405" y="2199"/>
                </a:cubicBezTo>
                <a:cubicBezTo>
                  <a:pt x="4412" y="2205"/>
                  <a:pt x="4419" y="2210"/>
                  <a:pt x="4426" y="2216"/>
                </a:cubicBezTo>
                <a:cubicBezTo>
                  <a:pt x="4452" y="2244"/>
                  <a:pt x="4475" y="2275"/>
                  <a:pt x="4499" y="2304"/>
                </a:cubicBezTo>
                <a:cubicBezTo>
                  <a:pt x="4517" y="2327"/>
                  <a:pt x="4533" y="2350"/>
                  <a:pt x="4548" y="2375"/>
                </a:cubicBezTo>
                <a:cubicBezTo>
                  <a:pt x="4559" y="2391"/>
                  <a:pt x="4575" y="2407"/>
                  <a:pt x="4585" y="2425"/>
                </a:cubicBezTo>
                <a:cubicBezTo>
                  <a:pt x="4599" y="2469"/>
                  <a:pt x="4606" y="2514"/>
                  <a:pt x="4606" y="2559"/>
                </a:cubicBezTo>
                <a:cubicBezTo>
                  <a:pt x="4606" y="2571"/>
                  <a:pt x="4605" y="2583"/>
                  <a:pt x="4604" y="2595"/>
                </a:cubicBezTo>
                <a:lnTo>
                  <a:pt x="4604" y="25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386" name="Google Shape;386;p29"/>
          <p:cNvGraphicFramePr/>
          <p:nvPr/>
        </p:nvGraphicFramePr>
        <p:xfrm>
          <a:off x="1094313" y="1772225"/>
          <a:ext cx="3000000" cy="3000000"/>
        </p:xfrm>
        <a:graphic>
          <a:graphicData uri="http://schemas.openxmlformats.org/drawingml/2006/table">
            <a:tbl>
              <a:tblPr>
                <a:noFill/>
                <a:tableStyleId>{74C1676E-F51A-4843-BF87-1B6F33CDB04F}</a:tableStyleId>
              </a:tblPr>
              <a:tblGrid>
                <a:gridCol w="2000075"/>
                <a:gridCol w="4955300"/>
              </a:tblGrid>
              <a:tr h="361525">
                <a:tc>
                  <a:txBody>
                    <a:bodyPr/>
                    <a:lstStyle/>
                    <a:p>
                      <a:pPr indent="0" lvl="0" marL="0" rtl="0" algn="l">
                        <a:spcBef>
                          <a:spcPts val="0"/>
                        </a:spcBef>
                        <a:spcAft>
                          <a:spcPts val="0"/>
                        </a:spcAft>
                        <a:buNone/>
                      </a:pPr>
                      <a:r>
                        <a:rPr b="1" lang="en" sz="1000" u="sng">
                          <a:solidFill>
                            <a:schemeClr val="dk1"/>
                          </a:solidFill>
                          <a:latin typeface="Outfit"/>
                          <a:ea typeface="Outfit"/>
                          <a:cs typeface="Outfit"/>
                          <a:sym typeface="Outfit"/>
                          <a:hlinkClick action="ppaction://hlinksldjump" r:id="rId3">
                            <a:extLst>
                              <a:ext uri="{A12FA001-AC4F-418D-AE19-62706E023703}">
                                <ahyp:hlinkClr val="tx"/>
                              </a:ext>
                            </a:extLst>
                          </a:hlinkClick>
                        </a:rPr>
                        <a:t>Fonts</a:t>
                      </a:r>
                      <a:endParaRPr b="1" sz="1000" u="sng">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utfit"/>
                          <a:ea typeface="Outfit"/>
                          <a:cs typeface="Outfit"/>
                          <a:sym typeface="Outfit"/>
                        </a:rPr>
                        <a:t>To view this template correctly in PowerPoint, download and install the fonts we used</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Outfit"/>
                          <a:ea typeface="Outfit"/>
                          <a:cs typeface="Outfit"/>
                          <a:sym typeface="Outfit"/>
                          <a:hlinkClick action="ppaction://hlinksldjump" r:id="rId4">
                            <a:extLst>
                              <a:ext uri="{A12FA001-AC4F-418D-AE19-62706E023703}">
                                <ahyp:hlinkClr val="tx"/>
                              </a:ext>
                            </a:extLst>
                          </a:hlinkClick>
                        </a:rPr>
                        <a:t>Used</a:t>
                      </a:r>
                      <a:r>
                        <a:rPr b="1" lang="en" sz="1000">
                          <a:solidFill>
                            <a:schemeClr val="dk1"/>
                          </a:solidFill>
                          <a:latin typeface="Outfit"/>
                          <a:ea typeface="Outfit"/>
                          <a:cs typeface="Outfit"/>
                          <a:sym typeface="Outfit"/>
                        </a:rPr>
                        <a:t> and </a:t>
                      </a:r>
                      <a:r>
                        <a:rPr b="1" lang="en" sz="1000" u="sng">
                          <a:solidFill>
                            <a:schemeClr val="dk1"/>
                          </a:solidFill>
                          <a:latin typeface="Outfit"/>
                          <a:ea typeface="Outfit"/>
                          <a:cs typeface="Outfit"/>
                          <a:sym typeface="Outfit"/>
                          <a:hlinkClick action="ppaction://hlinksldjump" r:id="rId5">
                            <a:extLst>
                              <a:ext uri="{A12FA001-AC4F-418D-AE19-62706E023703}">
                                <ahyp:hlinkClr val="tx"/>
                              </a:ext>
                            </a:extLst>
                          </a:hlinkClick>
                        </a:rPr>
                        <a:t>alternative</a:t>
                      </a:r>
                      <a:r>
                        <a:rPr b="1" lang="en" sz="1000" u="sng">
                          <a:solidFill>
                            <a:schemeClr val="dk1"/>
                          </a:solidFill>
                          <a:latin typeface="Outfit"/>
                          <a:ea typeface="Outfit"/>
                          <a:cs typeface="Outfit"/>
                          <a:sym typeface="Outfit"/>
                          <a:hlinkClick action="ppaction://hlinksldjump" r:id="rId6">
                            <a:extLst>
                              <a:ext uri="{A12FA001-AC4F-418D-AE19-62706E023703}">
                                <ahyp:hlinkClr val="tx"/>
                              </a:ext>
                            </a:extLst>
                          </a:hlinkClick>
                        </a:rPr>
                        <a:t> resources</a:t>
                      </a:r>
                      <a:endParaRPr b="1" sz="1000" u="sng">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Outfit"/>
                          <a:ea typeface="Outfit"/>
                          <a:cs typeface="Outfit"/>
                          <a:sym typeface="Outfit"/>
                        </a:rPr>
                        <a:t>An assortment of graphic resources that are suitable for use in this presentation</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Outfit"/>
                          <a:ea typeface="Outfit"/>
                          <a:cs typeface="Outfit"/>
                          <a:sym typeface="Outfit"/>
                          <a:hlinkClick action="ppaction://hlinksldjump" r:id="rId7">
                            <a:extLst>
                              <a:ext uri="{A12FA001-AC4F-418D-AE19-62706E023703}">
                                <ahyp:hlinkClr val="tx"/>
                              </a:ext>
                            </a:extLst>
                          </a:hlinkClick>
                        </a:rPr>
                        <a:t>Thanks slide</a:t>
                      </a:r>
                      <a:endParaRPr b="1" sz="1000" u="sng">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utfit"/>
                          <a:ea typeface="Outfit"/>
                          <a:cs typeface="Outfit"/>
                          <a:sym typeface="Outfit"/>
                        </a:rPr>
                        <a:t>You must keep it so that proper credits for our design are given</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Outfit"/>
                          <a:ea typeface="Outfit"/>
                          <a:cs typeface="Outfit"/>
                          <a:sym typeface="Outfit"/>
                          <a:hlinkClick action="ppaction://hlinksldjump" r:id="rId8">
                            <a:extLst>
                              <a:ext uri="{A12FA001-AC4F-418D-AE19-62706E023703}">
                                <ahyp:hlinkClr val="tx"/>
                              </a:ext>
                            </a:extLst>
                          </a:hlinkClick>
                        </a:rPr>
                        <a:t>Colors</a:t>
                      </a:r>
                      <a:endParaRPr b="1" sz="1000" u="sng">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utfit"/>
                          <a:ea typeface="Outfit"/>
                          <a:cs typeface="Outfit"/>
                          <a:sym typeface="Outfit"/>
                        </a:rPr>
                        <a:t>All the colors used in this presentation</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Outfit"/>
                          <a:ea typeface="Outfit"/>
                          <a:cs typeface="Outfit"/>
                          <a:sym typeface="Outfit"/>
                          <a:hlinkClick action="ppaction://hlinksldjump" r:id="rId9">
                            <a:extLst>
                              <a:ext uri="{A12FA001-AC4F-418D-AE19-62706E023703}">
                                <ahyp:hlinkClr val="tx"/>
                              </a:ext>
                            </a:extLst>
                          </a:hlinkClick>
                        </a:rPr>
                        <a:t>Icons</a:t>
                      </a:r>
                      <a:r>
                        <a:rPr b="1" lang="en" sz="1000">
                          <a:solidFill>
                            <a:schemeClr val="dk1"/>
                          </a:solidFill>
                          <a:latin typeface="Outfit"/>
                          <a:ea typeface="Outfit"/>
                          <a:cs typeface="Outfit"/>
                          <a:sym typeface="Outfit"/>
                        </a:rPr>
                        <a:t> and </a:t>
                      </a:r>
                      <a:r>
                        <a:rPr b="1" lang="en" sz="1000" u="sng">
                          <a:solidFill>
                            <a:schemeClr val="dk1"/>
                          </a:solidFill>
                          <a:latin typeface="Outfit"/>
                          <a:ea typeface="Outfit"/>
                          <a:cs typeface="Outfit"/>
                          <a:sym typeface="Outfit"/>
                          <a:hlinkClick action="ppaction://hlinksldjump" r:id="rId10">
                            <a:extLst>
                              <a:ext uri="{A12FA001-AC4F-418D-AE19-62706E023703}">
                                <ahyp:hlinkClr val="tx"/>
                              </a:ext>
                            </a:extLst>
                          </a:hlinkClick>
                        </a:rPr>
                        <a:t>infographic resources</a:t>
                      </a:r>
                      <a:endParaRPr b="1" sz="1000" u="sng">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These can be used in the template, and their size and color can be edited</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Outfit"/>
                          <a:ea typeface="Outfit"/>
                          <a:cs typeface="Outfit"/>
                          <a:sym typeface="Outfit"/>
                        </a:rPr>
                        <a:t>Editable presentation theme </a:t>
                      </a:r>
                      <a:endParaRPr b="1"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utfit"/>
                          <a:ea typeface="Outfit"/>
                          <a:cs typeface="Outfit"/>
                          <a:sym typeface="Outfit"/>
                        </a:rPr>
                        <a:t>You can edit the master slides easily. For more info, click </a:t>
                      </a:r>
                      <a:r>
                        <a:rPr b="1" lang="en" sz="1000" u="sng">
                          <a:solidFill>
                            <a:schemeClr val="dk1"/>
                          </a:solidFill>
                          <a:latin typeface="Outfit"/>
                          <a:ea typeface="Outfit"/>
                          <a:cs typeface="Outfit"/>
                          <a:sym typeface="Outfit"/>
                          <a:hlinkClick r:id="rId11">
                            <a:extLst>
                              <a:ext uri="{A12FA001-AC4F-418D-AE19-62706E023703}">
                                <ahyp:hlinkClr val="tx"/>
                              </a:ext>
                            </a:extLst>
                          </a:hlinkClick>
                        </a:rPr>
                        <a:t>here</a:t>
                      </a:r>
                      <a:endParaRPr sz="10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387" name="Google Shape;387;p29"/>
          <p:cNvSpPr txBox="1"/>
          <p:nvPr/>
        </p:nvSpPr>
        <p:spPr>
          <a:xfrm>
            <a:off x="720000" y="1210025"/>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You can delete this slide when you’re done editing the presentation</a:t>
            </a:r>
            <a:endParaRPr sz="1200">
              <a:solidFill>
                <a:schemeClr val="dk1"/>
              </a:solidFill>
              <a:latin typeface="Outfit"/>
              <a:ea typeface="Outfit"/>
              <a:cs typeface="Outfit"/>
              <a:sym typeface="Outfit"/>
            </a:endParaRPr>
          </a:p>
        </p:txBody>
      </p:sp>
      <p:sp>
        <p:nvSpPr>
          <p:cNvPr id="388" name="Google Shape;388;p29"/>
          <p:cNvSpPr txBox="1"/>
          <p:nvPr/>
        </p:nvSpPr>
        <p:spPr>
          <a:xfrm>
            <a:off x="973250" y="4133675"/>
            <a:ext cx="3446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utfit"/>
                <a:ea typeface="Outfit"/>
                <a:cs typeface="Outfit"/>
                <a:sym typeface="Outfit"/>
              </a:rPr>
              <a:t>For more info:</a:t>
            </a:r>
            <a:br>
              <a:rPr b="1" lang="en" sz="1000">
                <a:solidFill>
                  <a:schemeClr val="dk1"/>
                </a:solidFill>
                <a:latin typeface="Outfit"/>
                <a:ea typeface="Outfit"/>
                <a:cs typeface="Outfit"/>
                <a:sym typeface="Outfit"/>
              </a:rPr>
            </a:br>
            <a:r>
              <a:rPr b="1" lang="en" sz="1000" u="sng">
                <a:solidFill>
                  <a:schemeClr val="dk1"/>
                </a:solidFill>
                <a:latin typeface="Outfit"/>
                <a:ea typeface="Outfit"/>
                <a:cs typeface="Outfit"/>
                <a:sym typeface="Outfit"/>
                <a:hlinkClick r:id="rId12">
                  <a:extLst>
                    <a:ext uri="{A12FA001-AC4F-418D-AE19-62706E023703}">
                      <ahyp:hlinkClr val="tx"/>
                    </a:ext>
                  </a:extLst>
                </a:hlinkClick>
              </a:rPr>
              <a:t>SLIDESGO</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3">
                  <a:extLst>
                    <a:ext uri="{A12FA001-AC4F-418D-AE19-62706E023703}">
                      <ahyp:hlinkClr val="tx"/>
                    </a:ext>
                  </a:extLst>
                </a:hlinkClick>
              </a:rPr>
              <a:t>BLOG</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4">
                  <a:extLst>
                    <a:ext uri="{A12FA001-AC4F-418D-AE19-62706E023703}">
                      <ahyp:hlinkClr val="tx"/>
                    </a:ext>
                  </a:extLst>
                </a:hlinkClick>
              </a:rPr>
              <a:t>FAQs</a:t>
            </a:r>
            <a:endParaRPr b="1" sz="1000" u="sng">
              <a:solidFill>
                <a:schemeClr val="dk1"/>
              </a:solidFill>
              <a:latin typeface="Outfit"/>
              <a:ea typeface="Outfit"/>
              <a:cs typeface="Outfit"/>
              <a:sym typeface="Outfit"/>
            </a:endParaRPr>
          </a:p>
        </p:txBody>
      </p:sp>
      <p:sp>
        <p:nvSpPr>
          <p:cNvPr id="389" name="Google Shape;389;p29"/>
          <p:cNvSpPr txBox="1"/>
          <p:nvPr/>
        </p:nvSpPr>
        <p:spPr>
          <a:xfrm>
            <a:off x="4724700" y="4133675"/>
            <a:ext cx="3446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utfit"/>
                <a:ea typeface="Outfit"/>
                <a:cs typeface="Outfit"/>
                <a:sym typeface="Outfit"/>
              </a:rPr>
              <a:t>You can visit our sister </a:t>
            </a:r>
            <a:r>
              <a:rPr lang="en" sz="1000">
                <a:solidFill>
                  <a:schemeClr val="dk1"/>
                </a:solidFill>
                <a:latin typeface="Outfit"/>
                <a:ea typeface="Outfit"/>
                <a:cs typeface="Outfit"/>
                <a:sym typeface="Outfit"/>
              </a:rPr>
              <a:t>projects</a:t>
            </a:r>
            <a:r>
              <a:rPr lang="en" sz="1000">
                <a:solidFill>
                  <a:schemeClr val="dk1"/>
                </a:solidFill>
                <a:latin typeface="Outfit"/>
                <a:ea typeface="Outfit"/>
                <a:cs typeface="Outfit"/>
                <a:sym typeface="Outfit"/>
              </a:rPr>
              <a:t>:</a:t>
            </a:r>
            <a:br>
              <a:rPr b="1" lang="en" sz="1000">
                <a:solidFill>
                  <a:schemeClr val="dk1"/>
                </a:solidFill>
                <a:latin typeface="Outfit"/>
                <a:ea typeface="Outfit"/>
                <a:cs typeface="Outfit"/>
                <a:sym typeface="Outfit"/>
              </a:rPr>
            </a:br>
            <a:r>
              <a:rPr b="1" lang="en" sz="1000" u="sng">
                <a:solidFill>
                  <a:schemeClr val="dk1"/>
                </a:solidFill>
                <a:latin typeface="Outfit"/>
                <a:ea typeface="Outfit"/>
                <a:cs typeface="Outfit"/>
                <a:sym typeface="Outfit"/>
                <a:hlinkClick r:id="rId15">
                  <a:extLst>
                    <a:ext uri="{A12FA001-AC4F-418D-AE19-62706E023703}">
                      <ahyp:hlinkClr val="tx"/>
                    </a:ext>
                  </a:extLst>
                </a:hlinkClick>
              </a:rPr>
              <a:t>FREEPIK</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6">
                  <a:extLst>
                    <a:ext uri="{A12FA001-AC4F-418D-AE19-62706E023703}">
                      <ahyp:hlinkClr val="tx"/>
                    </a:ext>
                  </a:extLst>
                </a:hlinkClick>
              </a:rPr>
              <a:t>FLATICON</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7">
                  <a:extLst>
                    <a:ext uri="{A12FA001-AC4F-418D-AE19-62706E023703}">
                      <ahyp:hlinkClr val="tx"/>
                    </a:ext>
                  </a:extLst>
                </a:hlinkClick>
              </a:rPr>
              <a:t>STORYSET</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8">
                  <a:extLst>
                    <a:ext uri="{A12FA001-AC4F-418D-AE19-62706E023703}">
                      <ahyp:hlinkClr val="tx"/>
                    </a:ext>
                  </a:extLst>
                </a:hlinkClick>
              </a:rPr>
              <a:t>WEPIK</a:t>
            </a:r>
            <a:r>
              <a:rPr b="1" lang="en" sz="1000">
                <a:solidFill>
                  <a:schemeClr val="dk1"/>
                </a:solidFill>
                <a:latin typeface="Outfit"/>
                <a:ea typeface="Outfit"/>
                <a:cs typeface="Outfit"/>
                <a:sym typeface="Outfit"/>
              </a:rPr>
              <a:t> | </a:t>
            </a:r>
            <a:r>
              <a:rPr b="1" lang="en" sz="1000" u="sng">
                <a:solidFill>
                  <a:schemeClr val="dk1"/>
                </a:solidFill>
                <a:latin typeface="Outfit"/>
                <a:ea typeface="Outfit"/>
                <a:cs typeface="Outfit"/>
                <a:sym typeface="Outfit"/>
                <a:hlinkClick r:id="rId19">
                  <a:extLst>
                    <a:ext uri="{A12FA001-AC4F-418D-AE19-62706E023703}">
                      <ahyp:hlinkClr val="tx"/>
                    </a:ext>
                  </a:extLst>
                </a:hlinkClick>
              </a:rPr>
              <a:t>VIDEVO</a:t>
            </a:r>
            <a:endParaRPr b="1" sz="1000">
              <a:solidFill>
                <a:schemeClr val="dk1"/>
              </a:solidFill>
              <a:latin typeface="Outfit"/>
              <a:ea typeface="Outfit"/>
              <a:cs typeface="Outfit"/>
              <a:sym typeface="Outfit"/>
            </a:endParaRPr>
          </a:p>
        </p:txBody>
      </p:sp>
      <p:grpSp>
        <p:nvGrpSpPr>
          <p:cNvPr id="390" name="Google Shape;390;p29"/>
          <p:cNvGrpSpPr/>
          <p:nvPr/>
        </p:nvGrpSpPr>
        <p:grpSpPr>
          <a:xfrm>
            <a:off x="-620729" y="3883322"/>
            <a:ext cx="1632282" cy="1193093"/>
            <a:chOff x="2784600" y="3349080"/>
            <a:chExt cx="1331280" cy="973080"/>
          </a:xfrm>
        </p:grpSpPr>
        <p:sp>
          <p:nvSpPr>
            <p:cNvPr id="391" name="Google Shape;391;p29"/>
            <p:cNvSpPr/>
            <p:nvPr/>
          </p:nvSpPr>
          <p:spPr>
            <a:xfrm>
              <a:off x="2950920" y="4102200"/>
              <a:ext cx="764280" cy="219960"/>
            </a:xfrm>
            <a:custGeom>
              <a:rect b="b" l="l" r="r" t="t"/>
              <a:pathLst>
                <a:path extrusionOk="0" h="611" w="2123">
                  <a:moveTo>
                    <a:pt x="1212" y="172"/>
                  </a:moveTo>
                  <a:cubicBezTo>
                    <a:pt x="1213" y="177"/>
                    <a:pt x="1215" y="182"/>
                    <a:pt x="1218" y="187"/>
                  </a:cubicBezTo>
                  <a:cubicBezTo>
                    <a:pt x="1222" y="195"/>
                    <a:pt x="1228" y="201"/>
                    <a:pt x="1236" y="206"/>
                  </a:cubicBezTo>
                  <a:cubicBezTo>
                    <a:pt x="1241" y="209"/>
                    <a:pt x="1246" y="211"/>
                    <a:pt x="1252" y="212"/>
                  </a:cubicBezTo>
                  <a:cubicBezTo>
                    <a:pt x="1351" y="238"/>
                    <a:pt x="1448" y="271"/>
                    <a:pt x="1547" y="297"/>
                  </a:cubicBezTo>
                  <a:cubicBezTo>
                    <a:pt x="1618" y="314"/>
                    <a:pt x="1690" y="323"/>
                    <a:pt x="1763" y="323"/>
                  </a:cubicBezTo>
                  <a:cubicBezTo>
                    <a:pt x="1821" y="324"/>
                    <a:pt x="1878" y="332"/>
                    <a:pt x="1934" y="345"/>
                  </a:cubicBezTo>
                  <a:cubicBezTo>
                    <a:pt x="1966" y="352"/>
                    <a:pt x="1996" y="363"/>
                    <a:pt x="2023" y="379"/>
                  </a:cubicBezTo>
                  <a:cubicBezTo>
                    <a:pt x="2049" y="394"/>
                    <a:pt x="2073" y="413"/>
                    <a:pt x="2093" y="435"/>
                  </a:cubicBezTo>
                  <a:cubicBezTo>
                    <a:pt x="2104" y="446"/>
                    <a:pt x="2122" y="457"/>
                    <a:pt x="2113" y="476"/>
                  </a:cubicBezTo>
                  <a:cubicBezTo>
                    <a:pt x="2104" y="494"/>
                    <a:pt x="2087" y="483"/>
                    <a:pt x="2073" y="483"/>
                  </a:cubicBezTo>
                  <a:cubicBezTo>
                    <a:pt x="2007" y="483"/>
                    <a:pt x="1953" y="445"/>
                    <a:pt x="1891" y="434"/>
                  </a:cubicBezTo>
                  <a:cubicBezTo>
                    <a:pt x="1866" y="427"/>
                    <a:pt x="1840" y="424"/>
                    <a:pt x="1814" y="424"/>
                  </a:cubicBezTo>
                  <a:cubicBezTo>
                    <a:pt x="1803" y="424"/>
                    <a:pt x="1792" y="424"/>
                    <a:pt x="1781" y="426"/>
                  </a:cubicBezTo>
                  <a:cubicBezTo>
                    <a:pt x="1822" y="445"/>
                    <a:pt x="1864" y="460"/>
                    <a:pt x="1908" y="469"/>
                  </a:cubicBezTo>
                  <a:cubicBezTo>
                    <a:pt x="1919" y="472"/>
                    <a:pt x="1929" y="476"/>
                    <a:pt x="1939" y="482"/>
                  </a:cubicBezTo>
                  <a:cubicBezTo>
                    <a:pt x="1957" y="492"/>
                    <a:pt x="1972" y="506"/>
                    <a:pt x="1982" y="524"/>
                  </a:cubicBezTo>
                  <a:cubicBezTo>
                    <a:pt x="1987" y="532"/>
                    <a:pt x="1990" y="541"/>
                    <a:pt x="1993" y="550"/>
                  </a:cubicBezTo>
                  <a:cubicBezTo>
                    <a:pt x="1996" y="559"/>
                    <a:pt x="2000" y="568"/>
                    <a:pt x="1991" y="577"/>
                  </a:cubicBezTo>
                  <a:cubicBezTo>
                    <a:pt x="1990" y="578"/>
                    <a:pt x="1988" y="580"/>
                    <a:pt x="1986" y="581"/>
                  </a:cubicBezTo>
                  <a:cubicBezTo>
                    <a:pt x="1983" y="582"/>
                    <a:pt x="1979" y="583"/>
                    <a:pt x="1976" y="583"/>
                  </a:cubicBezTo>
                  <a:cubicBezTo>
                    <a:pt x="1972" y="583"/>
                    <a:pt x="1969" y="582"/>
                    <a:pt x="1966" y="581"/>
                  </a:cubicBezTo>
                  <a:cubicBezTo>
                    <a:pt x="1965" y="580"/>
                    <a:pt x="1965" y="580"/>
                    <a:pt x="1964" y="580"/>
                  </a:cubicBezTo>
                  <a:cubicBezTo>
                    <a:pt x="1921" y="542"/>
                    <a:pt x="1863" y="544"/>
                    <a:pt x="1813" y="531"/>
                  </a:cubicBezTo>
                  <a:cubicBezTo>
                    <a:pt x="1707" y="505"/>
                    <a:pt x="1601" y="467"/>
                    <a:pt x="1489" y="482"/>
                  </a:cubicBezTo>
                  <a:cubicBezTo>
                    <a:pt x="1464" y="487"/>
                    <a:pt x="1438" y="490"/>
                    <a:pt x="1412" y="490"/>
                  </a:cubicBezTo>
                  <a:cubicBezTo>
                    <a:pt x="1404" y="490"/>
                    <a:pt x="1397" y="490"/>
                    <a:pt x="1389" y="489"/>
                  </a:cubicBezTo>
                  <a:cubicBezTo>
                    <a:pt x="1366" y="487"/>
                    <a:pt x="1342" y="486"/>
                    <a:pt x="1319" y="486"/>
                  </a:cubicBezTo>
                  <a:cubicBezTo>
                    <a:pt x="1295" y="486"/>
                    <a:pt x="1271" y="487"/>
                    <a:pt x="1248" y="489"/>
                  </a:cubicBezTo>
                  <a:cubicBezTo>
                    <a:pt x="1244" y="490"/>
                    <a:pt x="1240" y="490"/>
                    <a:pt x="1235" y="490"/>
                  </a:cubicBezTo>
                  <a:cubicBezTo>
                    <a:pt x="1215" y="490"/>
                    <a:pt x="1195" y="485"/>
                    <a:pt x="1178" y="475"/>
                  </a:cubicBezTo>
                  <a:cubicBezTo>
                    <a:pt x="1162" y="465"/>
                    <a:pt x="1148" y="452"/>
                    <a:pt x="1138" y="436"/>
                  </a:cubicBezTo>
                  <a:cubicBezTo>
                    <a:pt x="1088" y="357"/>
                    <a:pt x="1014" y="331"/>
                    <a:pt x="924" y="335"/>
                  </a:cubicBezTo>
                  <a:cubicBezTo>
                    <a:pt x="915" y="335"/>
                    <a:pt x="906" y="335"/>
                    <a:pt x="897" y="335"/>
                  </a:cubicBezTo>
                  <a:cubicBezTo>
                    <a:pt x="876" y="335"/>
                    <a:pt x="856" y="334"/>
                    <a:pt x="835" y="331"/>
                  </a:cubicBezTo>
                  <a:cubicBezTo>
                    <a:pt x="797" y="327"/>
                    <a:pt x="762" y="325"/>
                    <a:pt x="729" y="293"/>
                  </a:cubicBezTo>
                  <a:cubicBezTo>
                    <a:pt x="724" y="289"/>
                    <a:pt x="718" y="285"/>
                    <a:pt x="712" y="281"/>
                  </a:cubicBezTo>
                  <a:cubicBezTo>
                    <a:pt x="692" y="270"/>
                    <a:pt x="670" y="264"/>
                    <a:pt x="648" y="264"/>
                  </a:cubicBezTo>
                  <a:cubicBezTo>
                    <a:pt x="636" y="264"/>
                    <a:pt x="624" y="266"/>
                    <a:pt x="613" y="269"/>
                  </a:cubicBezTo>
                  <a:cubicBezTo>
                    <a:pt x="605" y="271"/>
                    <a:pt x="597" y="272"/>
                    <a:pt x="589" y="272"/>
                  </a:cubicBezTo>
                  <a:cubicBezTo>
                    <a:pt x="576" y="272"/>
                    <a:pt x="563" y="269"/>
                    <a:pt x="551" y="264"/>
                  </a:cubicBezTo>
                  <a:cubicBezTo>
                    <a:pt x="550" y="263"/>
                    <a:pt x="549" y="263"/>
                    <a:pt x="548" y="262"/>
                  </a:cubicBezTo>
                  <a:cubicBezTo>
                    <a:pt x="537" y="256"/>
                    <a:pt x="525" y="252"/>
                    <a:pt x="512" y="252"/>
                  </a:cubicBezTo>
                  <a:cubicBezTo>
                    <a:pt x="504" y="252"/>
                    <a:pt x="495" y="254"/>
                    <a:pt x="487" y="257"/>
                  </a:cubicBezTo>
                  <a:cubicBezTo>
                    <a:pt x="506" y="318"/>
                    <a:pt x="543" y="346"/>
                    <a:pt x="603" y="343"/>
                  </a:cubicBezTo>
                  <a:cubicBezTo>
                    <a:pt x="610" y="342"/>
                    <a:pt x="617" y="342"/>
                    <a:pt x="624" y="342"/>
                  </a:cubicBezTo>
                  <a:cubicBezTo>
                    <a:pt x="654" y="342"/>
                    <a:pt x="684" y="348"/>
                    <a:pt x="712" y="360"/>
                  </a:cubicBezTo>
                  <a:cubicBezTo>
                    <a:pt x="732" y="369"/>
                    <a:pt x="753" y="374"/>
                    <a:pt x="775" y="374"/>
                  </a:cubicBezTo>
                  <a:cubicBezTo>
                    <a:pt x="783" y="374"/>
                    <a:pt x="791" y="373"/>
                    <a:pt x="799" y="372"/>
                  </a:cubicBezTo>
                  <a:cubicBezTo>
                    <a:pt x="809" y="371"/>
                    <a:pt x="818" y="371"/>
                    <a:pt x="828" y="371"/>
                  </a:cubicBezTo>
                  <a:cubicBezTo>
                    <a:pt x="874" y="371"/>
                    <a:pt x="920" y="381"/>
                    <a:pt x="962" y="400"/>
                  </a:cubicBezTo>
                  <a:cubicBezTo>
                    <a:pt x="982" y="409"/>
                    <a:pt x="1006" y="417"/>
                    <a:pt x="1002" y="446"/>
                  </a:cubicBezTo>
                  <a:cubicBezTo>
                    <a:pt x="1000" y="466"/>
                    <a:pt x="966" y="487"/>
                    <a:pt x="941" y="487"/>
                  </a:cubicBezTo>
                  <a:cubicBezTo>
                    <a:pt x="935" y="487"/>
                    <a:pt x="930" y="486"/>
                    <a:pt x="924" y="484"/>
                  </a:cubicBezTo>
                  <a:cubicBezTo>
                    <a:pt x="900" y="480"/>
                    <a:pt x="875" y="478"/>
                    <a:pt x="850" y="478"/>
                  </a:cubicBezTo>
                  <a:cubicBezTo>
                    <a:pt x="827" y="478"/>
                    <a:pt x="805" y="479"/>
                    <a:pt x="782" y="483"/>
                  </a:cubicBezTo>
                  <a:cubicBezTo>
                    <a:pt x="792" y="506"/>
                    <a:pt x="815" y="504"/>
                    <a:pt x="832" y="509"/>
                  </a:cubicBezTo>
                  <a:cubicBezTo>
                    <a:pt x="852" y="514"/>
                    <a:pt x="871" y="522"/>
                    <a:pt x="889" y="532"/>
                  </a:cubicBezTo>
                  <a:cubicBezTo>
                    <a:pt x="900" y="539"/>
                    <a:pt x="911" y="546"/>
                    <a:pt x="921" y="555"/>
                  </a:cubicBezTo>
                  <a:cubicBezTo>
                    <a:pt x="944" y="578"/>
                    <a:pt x="938" y="596"/>
                    <a:pt x="905" y="606"/>
                  </a:cubicBezTo>
                  <a:cubicBezTo>
                    <a:pt x="901" y="607"/>
                    <a:pt x="896" y="608"/>
                    <a:pt x="891" y="608"/>
                  </a:cubicBezTo>
                  <a:cubicBezTo>
                    <a:pt x="883" y="608"/>
                    <a:pt x="875" y="606"/>
                    <a:pt x="867" y="604"/>
                  </a:cubicBezTo>
                  <a:cubicBezTo>
                    <a:pt x="799" y="586"/>
                    <a:pt x="728" y="577"/>
                    <a:pt x="658" y="577"/>
                  </a:cubicBezTo>
                  <a:cubicBezTo>
                    <a:pt x="637" y="577"/>
                    <a:pt x="616" y="578"/>
                    <a:pt x="595" y="579"/>
                  </a:cubicBezTo>
                  <a:cubicBezTo>
                    <a:pt x="592" y="580"/>
                    <a:pt x="589" y="580"/>
                    <a:pt x="586" y="580"/>
                  </a:cubicBezTo>
                  <a:cubicBezTo>
                    <a:pt x="569" y="580"/>
                    <a:pt x="552" y="575"/>
                    <a:pt x="537" y="567"/>
                  </a:cubicBezTo>
                  <a:cubicBezTo>
                    <a:pt x="530" y="563"/>
                    <a:pt x="524" y="558"/>
                    <a:pt x="519" y="553"/>
                  </a:cubicBezTo>
                  <a:cubicBezTo>
                    <a:pt x="504" y="539"/>
                    <a:pt x="485" y="530"/>
                    <a:pt x="469" y="516"/>
                  </a:cubicBezTo>
                  <a:cubicBezTo>
                    <a:pt x="410" y="463"/>
                    <a:pt x="341" y="467"/>
                    <a:pt x="269" y="481"/>
                  </a:cubicBezTo>
                  <a:cubicBezTo>
                    <a:pt x="259" y="483"/>
                    <a:pt x="250" y="487"/>
                    <a:pt x="241" y="492"/>
                  </a:cubicBezTo>
                  <a:cubicBezTo>
                    <a:pt x="227" y="500"/>
                    <a:pt x="216" y="511"/>
                    <a:pt x="208" y="524"/>
                  </a:cubicBezTo>
                  <a:cubicBezTo>
                    <a:pt x="204" y="531"/>
                    <a:pt x="201" y="538"/>
                    <a:pt x="199" y="546"/>
                  </a:cubicBezTo>
                  <a:cubicBezTo>
                    <a:pt x="195" y="558"/>
                    <a:pt x="194" y="572"/>
                    <a:pt x="191" y="584"/>
                  </a:cubicBezTo>
                  <a:cubicBezTo>
                    <a:pt x="187" y="595"/>
                    <a:pt x="182" y="610"/>
                    <a:pt x="167" y="610"/>
                  </a:cubicBezTo>
                  <a:cubicBezTo>
                    <a:pt x="151" y="610"/>
                    <a:pt x="142" y="597"/>
                    <a:pt x="136" y="584"/>
                  </a:cubicBezTo>
                  <a:cubicBezTo>
                    <a:pt x="134" y="578"/>
                    <a:pt x="133" y="573"/>
                    <a:pt x="133" y="567"/>
                  </a:cubicBezTo>
                  <a:cubicBezTo>
                    <a:pt x="133" y="559"/>
                    <a:pt x="135" y="552"/>
                    <a:pt x="138" y="546"/>
                  </a:cubicBezTo>
                  <a:cubicBezTo>
                    <a:pt x="163" y="478"/>
                    <a:pt x="197" y="422"/>
                    <a:pt x="278" y="412"/>
                  </a:cubicBezTo>
                  <a:cubicBezTo>
                    <a:pt x="301" y="409"/>
                    <a:pt x="335" y="406"/>
                    <a:pt x="341" y="383"/>
                  </a:cubicBezTo>
                  <a:cubicBezTo>
                    <a:pt x="347" y="359"/>
                    <a:pt x="319" y="342"/>
                    <a:pt x="303" y="326"/>
                  </a:cubicBezTo>
                  <a:cubicBezTo>
                    <a:pt x="282" y="307"/>
                    <a:pt x="262" y="287"/>
                    <a:pt x="244" y="266"/>
                  </a:cubicBezTo>
                  <a:cubicBezTo>
                    <a:pt x="229" y="247"/>
                    <a:pt x="227" y="233"/>
                    <a:pt x="254" y="225"/>
                  </a:cubicBezTo>
                  <a:cubicBezTo>
                    <a:pt x="262" y="224"/>
                    <a:pt x="270" y="221"/>
                    <a:pt x="277" y="217"/>
                  </a:cubicBezTo>
                  <a:cubicBezTo>
                    <a:pt x="284" y="213"/>
                    <a:pt x="291" y="207"/>
                    <a:pt x="296" y="201"/>
                  </a:cubicBezTo>
                  <a:cubicBezTo>
                    <a:pt x="199" y="148"/>
                    <a:pt x="81" y="132"/>
                    <a:pt x="0" y="42"/>
                  </a:cubicBezTo>
                  <a:cubicBezTo>
                    <a:pt x="10" y="37"/>
                    <a:pt x="15" y="34"/>
                    <a:pt x="16" y="35"/>
                  </a:cubicBezTo>
                  <a:cubicBezTo>
                    <a:pt x="70" y="87"/>
                    <a:pt x="146" y="103"/>
                    <a:pt x="210" y="140"/>
                  </a:cubicBezTo>
                  <a:cubicBezTo>
                    <a:pt x="220" y="146"/>
                    <a:pt x="233" y="154"/>
                    <a:pt x="242" y="135"/>
                  </a:cubicBezTo>
                  <a:cubicBezTo>
                    <a:pt x="247" y="125"/>
                    <a:pt x="254" y="131"/>
                    <a:pt x="259" y="137"/>
                  </a:cubicBezTo>
                  <a:cubicBezTo>
                    <a:pt x="302" y="188"/>
                    <a:pt x="365" y="203"/>
                    <a:pt x="429" y="230"/>
                  </a:cubicBezTo>
                  <a:cubicBezTo>
                    <a:pt x="422" y="210"/>
                    <a:pt x="409" y="206"/>
                    <a:pt x="401" y="199"/>
                  </a:cubicBezTo>
                  <a:cubicBezTo>
                    <a:pt x="393" y="191"/>
                    <a:pt x="385" y="188"/>
                    <a:pt x="386" y="184"/>
                  </a:cubicBezTo>
                  <a:cubicBezTo>
                    <a:pt x="396" y="131"/>
                    <a:pt x="350" y="140"/>
                    <a:pt x="324" y="129"/>
                  </a:cubicBezTo>
                  <a:cubicBezTo>
                    <a:pt x="285" y="116"/>
                    <a:pt x="248" y="98"/>
                    <a:pt x="213" y="78"/>
                  </a:cubicBezTo>
                  <a:cubicBezTo>
                    <a:pt x="201" y="71"/>
                    <a:pt x="190" y="65"/>
                    <a:pt x="179" y="58"/>
                  </a:cubicBezTo>
                  <a:cubicBezTo>
                    <a:pt x="175" y="53"/>
                    <a:pt x="170" y="50"/>
                    <a:pt x="164" y="47"/>
                  </a:cubicBezTo>
                  <a:cubicBezTo>
                    <a:pt x="150" y="38"/>
                    <a:pt x="133" y="34"/>
                    <a:pt x="116" y="34"/>
                  </a:cubicBezTo>
                  <a:cubicBezTo>
                    <a:pt x="115" y="34"/>
                    <a:pt x="114" y="34"/>
                    <a:pt x="113" y="34"/>
                  </a:cubicBezTo>
                  <a:lnTo>
                    <a:pt x="137" y="0"/>
                  </a:lnTo>
                  <a:cubicBezTo>
                    <a:pt x="159" y="23"/>
                    <a:pt x="183" y="43"/>
                    <a:pt x="209" y="60"/>
                  </a:cubicBezTo>
                  <a:cubicBezTo>
                    <a:pt x="258" y="96"/>
                    <a:pt x="318" y="106"/>
                    <a:pt x="373" y="123"/>
                  </a:cubicBezTo>
                  <a:cubicBezTo>
                    <a:pt x="400" y="133"/>
                    <a:pt x="427" y="144"/>
                    <a:pt x="453" y="158"/>
                  </a:cubicBezTo>
                  <a:cubicBezTo>
                    <a:pt x="445" y="174"/>
                    <a:pt x="433" y="159"/>
                    <a:pt x="424" y="164"/>
                  </a:cubicBezTo>
                  <a:cubicBezTo>
                    <a:pt x="450" y="202"/>
                    <a:pt x="468" y="212"/>
                    <a:pt x="508" y="209"/>
                  </a:cubicBezTo>
                  <a:cubicBezTo>
                    <a:pt x="510" y="208"/>
                    <a:pt x="511" y="208"/>
                    <a:pt x="513" y="208"/>
                  </a:cubicBezTo>
                  <a:cubicBezTo>
                    <a:pt x="518" y="208"/>
                    <a:pt x="523" y="210"/>
                    <a:pt x="527" y="212"/>
                  </a:cubicBezTo>
                  <a:cubicBezTo>
                    <a:pt x="528" y="212"/>
                    <a:pt x="528" y="213"/>
                    <a:pt x="528" y="213"/>
                  </a:cubicBezTo>
                  <a:cubicBezTo>
                    <a:pt x="620" y="272"/>
                    <a:pt x="726" y="266"/>
                    <a:pt x="832" y="282"/>
                  </a:cubicBezTo>
                  <a:cubicBezTo>
                    <a:pt x="823" y="259"/>
                    <a:pt x="801" y="271"/>
                    <a:pt x="792" y="249"/>
                  </a:cubicBezTo>
                  <a:cubicBezTo>
                    <a:pt x="872" y="249"/>
                    <a:pt x="951" y="269"/>
                    <a:pt x="1029" y="253"/>
                  </a:cubicBezTo>
                  <a:lnTo>
                    <a:pt x="1029" y="240"/>
                  </a:lnTo>
                  <a:lnTo>
                    <a:pt x="847" y="219"/>
                  </a:lnTo>
                  <a:cubicBezTo>
                    <a:pt x="860" y="213"/>
                    <a:pt x="875" y="210"/>
                    <a:pt x="889" y="210"/>
                  </a:cubicBezTo>
                  <a:cubicBezTo>
                    <a:pt x="898" y="210"/>
                    <a:pt x="908" y="211"/>
                    <a:pt x="917" y="214"/>
                  </a:cubicBezTo>
                  <a:cubicBezTo>
                    <a:pt x="952" y="220"/>
                    <a:pt x="987" y="224"/>
                    <a:pt x="1023" y="226"/>
                  </a:cubicBezTo>
                  <a:cubicBezTo>
                    <a:pt x="1031" y="227"/>
                    <a:pt x="1039" y="227"/>
                    <a:pt x="1048" y="227"/>
                  </a:cubicBezTo>
                  <a:cubicBezTo>
                    <a:pt x="1078" y="227"/>
                    <a:pt x="1109" y="220"/>
                    <a:pt x="1136" y="206"/>
                  </a:cubicBezTo>
                  <a:cubicBezTo>
                    <a:pt x="1160" y="192"/>
                    <a:pt x="1192" y="198"/>
                    <a:pt x="1212" y="174"/>
                  </a:cubicBezTo>
                  <a:lnTo>
                    <a:pt x="1212" y="172"/>
                  </a:lnTo>
                  <a:moveTo>
                    <a:pt x="1283" y="366"/>
                  </a:moveTo>
                  <a:cubicBezTo>
                    <a:pt x="1279" y="366"/>
                    <a:pt x="1276" y="366"/>
                    <a:pt x="1273" y="366"/>
                  </a:cubicBezTo>
                  <a:cubicBezTo>
                    <a:pt x="1256" y="366"/>
                    <a:pt x="1239" y="368"/>
                    <a:pt x="1223" y="371"/>
                  </a:cubicBezTo>
                  <a:cubicBezTo>
                    <a:pt x="1205" y="377"/>
                    <a:pt x="1213" y="386"/>
                    <a:pt x="1227" y="388"/>
                  </a:cubicBezTo>
                  <a:cubicBezTo>
                    <a:pt x="1282" y="446"/>
                    <a:pt x="1297" y="450"/>
                    <a:pt x="1361" y="422"/>
                  </a:cubicBezTo>
                  <a:cubicBezTo>
                    <a:pt x="1367" y="422"/>
                    <a:pt x="1372" y="423"/>
                    <a:pt x="1378" y="423"/>
                  </a:cubicBezTo>
                  <a:cubicBezTo>
                    <a:pt x="1383" y="423"/>
                    <a:pt x="1389" y="422"/>
                    <a:pt x="1394" y="422"/>
                  </a:cubicBezTo>
                  <a:cubicBezTo>
                    <a:pt x="1429" y="410"/>
                    <a:pt x="1466" y="405"/>
                    <a:pt x="1503" y="405"/>
                  </a:cubicBezTo>
                  <a:cubicBezTo>
                    <a:pt x="1521" y="405"/>
                    <a:pt x="1538" y="406"/>
                    <a:pt x="1556" y="409"/>
                  </a:cubicBezTo>
                  <a:cubicBezTo>
                    <a:pt x="1560" y="409"/>
                    <a:pt x="1562" y="406"/>
                    <a:pt x="1560" y="402"/>
                  </a:cubicBezTo>
                  <a:cubicBezTo>
                    <a:pt x="1500" y="376"/>
                    <a:pt x="1496" y="376"/>
                    <a:pt x="1458" y="384"/>
                  </a:cubicBezTo>
                  <a:cubicBezTo>
                    <a:pt x="1448" y="350"/>
                    <a:pt x="1424" y="355"/>
                    <a:pt x="1397" y="361"/>
                  </a:cubicBezTo>
                  <a:cubicBezTo>
                    <a:pt x="1341" y="376"/>
                    <a:pt x="1285" y="394"/>
                    <a:pt x="1226" y="390"/>
                  </a:cubicBezTo>
                  <a:cubicBezTo>
                    <a:pt x="1231" y="375"/>
                    <a:pt x="1244" y="377"/>
                    <a:pt x="1256" y="376"/>
                  </a:cubicBezTo>
                  <a:cubicBezTo>
                    <a:pt x="1267" y="374"/>
                    <a:pt x="1278" y="378"/>
                    <a:pt x="1283" y="365"/>
                  </a:cubicBezTo>
                  <a:cubicBezTo>
                    <a:pt x="1296" y="365"/>
                    <a:pt x="1311" y="371"/>
                    <a:pt x="1322" y="357"/>
                  </a:cubicBezTo>
                  <a:cubicBezTo>
                    <a:pt x="1308" y="362"/>
                    <a:pt x="1292" y="350"/>
                    <a:pt x="1283" y="367"/>
                  </a:cubicBezTo>
                  <a:lnTo>
                    <a:pt x="1283" y="366"/>
                  </a:lnTo>
                  <a:moveTo>
                    <a:pt x="746" y="401"/>
                  </a:moveTo>
                  <a:cubicBezTo>
                    <a:pt x="780" y="418"/>
                    <a:pt x="789" y="418"/>
                    <a:pt x="838" y="399"/>
                  </a:cubicBezTo>
                  <a:cubicBezTo>
                    <a:pt x="825" y="397"/>
                    <a:pt x="812" y="396"/>
                    <a:pt x="799" y="396"/>
                  </a:cubicBezTo>
                  <a:cubicBezTo>
                    <a:pt x="781" y="396"/>
                    <a:pt x="763" y="398"/>
                    <a:pt x="745" y="403"/>
                  </a:cubicBezTo>
                  <a:cubicBezTo>
                    <a:pt x="742" y="399"/>
                    <a:pt x="740" y="397"/>
                    <a:pt x="736" y="395"/>
                  </a:cubicBezTo>
                  <a:cubicBezTo>
                    <a:pt x="732" y="392"/>
                    <a:pt x="727" y="391"/>
                    <a:pt x="722" y="391"/>
                  </a:cubicBezTo>
                  <a:cubicBezTo>
                    <a:pt x="717" y="391"/>
                    <a:pt x="713" y="392"/>
                    <a:pt x="709" y="394"/>
                  </a:cubicBezTo>
                  <a:cubicBezTo>
                    <a:pt x="679" y="407"/>
                    <a:pt x="647" y="399"/>
                    <a:pt x="617" y="406"/>
                  </a:cubicBezTo>
                  <a:cubicBezTo>
                    <a:pt x="557" y="416"/>
                    <a:pt x="496" y="422"/>
                    <a:pt x="435" y="425"/>
                  </a:cubicBezTo>
                  <a:cubicBezTo>
                    <a:pt x="408" y="426"/>
                    <a:pt x="381" y="431"/>
                    <a:pt x="356" y="440"/>
                  </a:cubicBezTo>
                  <a:cubicBezTo>
                    <a:pt x="388" y="440"/>
                    <a:pt x="417" y="463"/>
                    <a:pt x="448" y="459"/>
                  </a:cubicBezTo>
                  <a:cubicBezTo>
                    <a:pt x="473" y="456"/>
                    <a:pt x="498" y="454"/>
                    <a:pt x="524" y="454"/>
                  </a:cubicBezTo>
                  <a:cubicBezTo>
                    <a:pt x="541" y="454"/>
                    <a:pt x="558" y="455"/>
                    <a:pt x="575" y="457"/>
                  </a:cubicBezTo>
                  <a:cubicBezTo>
                    <a:pt x="592" y="457"/>
                    <a:pt x="624" y="443"/>
                    <a:pt x="624" y="472"/>
                  </a:cubicBezTo>
                  <a:cubicBezTo>
                    <a:pt x="624" y="497"/>
                    <a:pt x="592" y="490"/>
                    <a:pt x="573" y="494"/>
                  </a:cubicBezTo>
                  <a:cubicBezTo>
                    <a:pt x="571" y="495"/>
                    <a:pt x="569" y="495"/>
                    <a:pt x="567" y="495"/>
                  </a:cubicBezTo>
                  <a:cubicBezTo>
                    <a:pt x="563" y="495"/>
                    <a:pt x="560" y="495"/>
                    <a:pt x="556" y="493"/>
                  </a:cubicBezTo>
                  <a:cubicBezTo>
                    <a:pt x="553" y="492"/>
                    <a:pt x="551" y="488"/>
                    <a:pt x="549" y="485"/>
                  </a:cubicBezTo>
                  <a:cubicBezTo>
                    <a:pt x="560" y="465"/>
                    <a:pt x="585" y="485"/>
                    <a:pt x="599" y="470"/>
                  </a:cubicBezTo>
                  <a:cubicBezTo>
                    <a:pt x="576" y="468"/>
                    <a:pt x="553" y="466"/>
                    <a:pt x="531" y="466"/>
                  </a:cubicBezTo>
                  <a:cubicBezTo>
                    <a:pt x="524" y="465"/>
                    <a:pt x="517" y="465"/>
                    <a:pt x="510" y="465"/>
                  </a:cubicBezTo>
                  <a:cubicBezTo>
                    <a:pt x="493" y="465"/>
                    <a:pt x="476" y="467"/>
                    <a:pt x="460" y="471"/>
                  </a:cubicBezTo>
                  <a:cubicBezTo>
                    <a:pt x="552" y="563"/>
                    <a:pt x="587" y="573"/>
                    <a:pt x="698" y="538"/>
                  </a:cubicBezTo>
                  <a:cubicBezTo>
                    <a:pt x="668" y="524"/>
                    <a:pt x="636" y="541"/>
                    <a:pt x="607" y="521"/>
                  </a:cubicBezTo>
                  <a:lnTo>
                    <a:pt x="751" y="521"/>
                  </a:lnTo>
                  <a:cubicBezTo>
                    <a:pt x="745" y="513"/>
                    <a:pt x="737" y="507"/>
                    <a:pt x="729" y="502"/>
                  </a:cubicBezTo>
                  <a:cubicBezTo>
                    <a:pt x="717" y="495"/>
                    <a:pt x="703" y="491"/>
                    <a:pt x="689" y="491"/>
                  </a:cubicBezTo>
                  <a:cubicBezTo>
                    <a:pt x="675" y="491"/>
                    <a:pt x="661" y="495"/>
                    <a:pt x="649" y="502"/>
                  </a:cubicBezTo>
                  <a:cubicBezTo>
                    <a:pt x="626" y="510"/>
                    <a:pt x="602" y="515"/>
                    <a:pt x="578" y="515"/>
                  </a:cubicBezTo>
                  <a:cubicBezTo>
                    <a:pt x="561" y="515"/>
                    <a:pt x="544" y="513"/>
                    <a:pt x="527" y="508"/>
                  </a:cubicBezTo>
                  <a:cubicBezTo>
                    <a:pt x="554" y="490"/>
                    <a:pt x="578" y="498"/>
                    <a:pt x="601" y="500"/>
                  </a:cubicBezTo>
                  <a:cubicBezTo>
                    <a:pt x="618" y="501"/>
                    <a:pt x="638" y="503"/>
                    <a:pt x="644" y="483"/>
                  </a:cubicBezTo>
                  <a:cubicBezTo>
                    <a:pt x="653" y="452"/>
                    <a:pt x="675" y="453"/>
                    <a:pt x="697" y="459"/>
                  </a:cubicBezTo>
                  <a:cubicBezTo>
                    <a:pt x="711" y="463"/>
                    <a:pt x="725" y="465"/>
                    <a:pt x="740" y="465"/>
                  </a:cubicBezTo>
                  <a:cubicBezTo>
                    <a:pt x="748" y="465"/>
                    <a:pt x="755" y="465"/>
                    <a:pt x="763" y="464"/>
                  </a:cubicBezTo>
                  <a:cubicBezTo>
                    <a:pt x="797" y="458"/>
                    <a:pt x="831" y="456"/>
                    <a:pt x="866" y="456"/>
                  </a:cubicBezTo>
                  <a:cubicBezTo>
                    <a:pt x="885" y="456"/>
                    <a:pt x="905" y="457"/>
                    <a:pt x="924" y="458"/>
                  </a:cubicBezTo>
                  <a:cubicBezTo>
                    <a:pt x="941" y="460"/>
                    <a:pt x="958" y="461"/>
                    <a:pt x="969" y="439"/>
                  </a:cubicBezTo>
                  <a:cubicBezTo>
                    <a:pt x="963" y="433"/>
                    <a:pt x="956" y="428"/>
                    <a:pt x="949" y="424"/>
                  </a:cubicBezTo>
                  <a:cubicBezTo>
                    <a:pt x="932" y="414"/>
                    <a:pt x="912" y="409"/>
                    <a:pt x="893" y="409"/>
                  </a:cubicBezTo>
                  <a:cubicBezTo>
                    <a:pt x="883" y="409"/>
                    <a:pt x="873" y="410"/>
                    <a:pt x="864" y="413"/>
                  </a:cubicBezTo>
                  <a:cubicBezTo>
                    <a:pt x="831" y="425"/>
                    <a:pt x="797" y="431"/>
                    <a:pt x="762" y="431"/>
                  </a:cubicBezTo>
                  <a:cubicBezTo>
                    <a:pt x="749" y="431"/>
                    <a:pt x="735" y="430"/>
                    <a:pt x="722" y="428"/>
                  </a:cubicBezTo>
                  <a:cubicBezTo>
                    <a:pt x="708" y="425"/>
                    <a:pt x="695" y="424"/>
                    <a:pt x="681" y="424"/>
                  </a:cubicBezTo>
                  <a:cubicBezTo>
                    <a:pt x="667" y="424"/>
                    <a:pt x="654" y="425"/>
                    <a:pt x="640" y="428"/>
                  </a:cubicBezTo>
                  <a:cubicBezTo>
                    <a:pt x="612" y="432"/>
                    <a:pt x="583" y="438"/>
                    <a:pt x="549" y="444"/>
                  </a:cubicBezTo>
                  <a:cubicBezTo>
                    <a:pt x="564" y="419"/>
                    <a:pt x="582" y="424"/>
                    <a:pt x="598" y="422"/>
                  </a:cubicBezTo>
                  <a:cubicBezTo>
                    <a:pt x="609" y="421"/>
                    <a:pt x="615" y="417"/>
                    <a:pt x="617" y="407"/>
                  </a:cubicBezTo>
                  <a:cubicBezTo>
                    <a:pt x="661" y="419"/>
                    <a:pt x="703" y="402"/>
                    <a:pt x="746" y="402"/>
                  </a:cubicBezTo>
                  <a:lnTo>
                    <a:pt x="746" y="401"/>
                  </a:lnTo>
                  <a:moveTo>
                    <a:pt x="328" y="313"/>
                  </a:moveTo>
                  <a:cubicBezTo>
                    <a:pt x="328" y="314"/>
                    <a:pt x="328" y="316"/>
                    <a:pt x="328" y="317"/>
                  </a:cubicBezTo>
                  <a:cubicBezTo>
                    <a:pt x="328" y="320"/>
                    <a:pt x="328" y="323"/>
                    <a:pt x="330" y="325"/>
                  </a:cubicBezTo>
                  <a:cubicBezTo>
                    <a:pt x="331" y="327"/>
                    <a:pt x="333" y="329"/>
                    <a:pt x="335" y="331"/>
                  </a:cubicBezTo>
                  <a:cubicBezTo>
                    <a:pt x="336" y="332"/>
                    <a:pt x="336" y="331"/>
                    <a:pt x="336" y="331"/>
                  </a:cubicBezTo>
                  <a:cubicBezTo>
                    <a:pt x="375" y="348"/>
                    <a:pt x="410" y="320"/>
                    <a:pt x="453" y="319"/>
                  </a:cubicBezTo>
                  <a:cubicBezTo>
                    <a:pt x="445" y="327"/>
                    <a:pt x="437" y="334"/>
                    <a:pt x="427" y="340"/>
                  </a:cubicBezTo>
                  <a:cubicBezTo>
                    <a:pt x="414" y="347"/>
                    <a:pt x="400" y="352"/>
                    <a:pt x="385" y="354"/>
                  </a:cubicBezTo>
                  <a:cubicBezTo>
                    <a:pt x="368" y="360"/>
                    <a:pt x="368" y="369"/>
                    <a:pt x="369" y="384"/>
                  </a:cubicBezTo>
                  <a:cubicBezTo>
                    <a:pt x="370" y="398"/>
                    <a:pt x="374" y="407"/>
                    <a:pt x="391" y="410"/>
                  </a:cubicBezTo>
                  <a:cubicBezTo>
                    <a:pt x="396" y="410"/>
                    <a:pt x="400" y="410"/>
                    <a:pt x="404" y="410"/>
                  </a:cubicBezTo>
                  <a:cubicBezTo>
                    <a:pt x="463" y="410"/>
                    <a:pt x="521" y="401"/>
                    <a:pt x="576" y="382"/>
                  </a:cubicBezTo>
                  <a:cubicBezTo>
                    <a:pt x="538" y="359"/>
                    <a:pt x="495" y="339"/>
                    <a:pt x="478" y="300"/>
                  </a:cubicBezTo>
                  <a:cubicBezTo>
                    <a:pt x="476" y="296"/>
                    <a:pt x="474" y="293"/>
                    <a:pt x="472" y="289"/>
                  </a:cubicBezTo>
                  <a:cubicBezTo>
                    <a:pt x="462" y="271"/>
                    <a:pt x="447" y="256"/>
                    <a:pt x="429" y="246"/>
                  </a:cubicBezTo>
                  <a:cubicBezTo>
                    <a:pt x="414" y="237"/>
                    <a:pt x="398" y="232"/>
                    <a:pt x="381" y="230"/>
                  </a:cubicBezTo>
                  <a:cubicBezTo>
                    <a:pt x="372" y="229"/>
                    <a:pt x="363" y="225"/>
                    <a:pt x="355" y="221"/>
                  </a:cubicBezTo>
                  <a:cubicBezTo>
                    <a:pt x="354" y="220"/>
                    <a:pt x="353" y="219"/>
                    <a:pt x="352" y="219"/>
                  </a:cubicBezTo>
                  <a:cubicBezTo>
                    <a:pt x="345" y="215"/>
                    <a:pt x="338" y="213"/>
                    <a:pt x="331" y="213"/>
                  </a:cubicBezTo>
                  <a:cubicBezTo>
                    <a:pt x="323" y="213"/>
                    <a:pt x="316" y="215"/>
                    <a:pt x="310" y="219"/>
                  </a:cubicBezTo>
                  <a:cubicBezTo>
                    <a:pt x="306" y="221"/>
                    <a:pt x="302" y="224"/>
                    <a:pt x="299" y="227"/>
                  </a:cubicBezTo>
                  <a:cubicBezTo>
                    <a:pt x="290" y="236"/>
                    <a:pt x="275" y="237"/>
                    <a:pt x="267" y="249"/>
                  </a:cubicBezTo>
                  <a:cubicBezTo>
                    <a:pt x="291" y="316"/>
                    <a:pt x="342" y="286"/>
                    <a:pt x="387" y="281"/>
                  </a:cubicBezTo>
                  <a:cubicBezTo>
                    <a:pt x="389" y="335"/>
                    <a:pt x="345" y="298"/>
                    <a:pt x="328" y="313"/>
                  </a:cubicBezTo>
                  <a:moveTo>
                    <a:pt x="963" y="305"/>
                  </a:moveTo>
                  <a:cubicBezTo>
                    <a:pt x="1015" y="315"/>
                    <a:pt x="1066" y="328"/>
                    <a:pt x="1116" y="344"/>
                  </a:cubicBezTo>
                  <a:cubicBezTo>
                    <a:pt x="1143" y="353"/>
                    <a:pt x="1172" y="357"/>
                    <a:pt x="1200" y="357"/>
                  </a:cubicBezTo>
                  <a:cubicBezTo>
                    <a:pt x="1222" y="357"/>
                    <a:pt x="1244" y="355"/>
                    <a:pt x="1265" y="350"/>
                  </a:cubicBezTo>
                  <a:cubicBezTo>
                    <a:pt x="1305" y="342"/>
                    <a:pt x="1352" y="348"/>
                    <a:pt x="1383" y="323"/>
                  </a:cubicBezTo>
                  <a:cubicBezTo>
                    <a:pt x="1426" y="288"/>
                    <a:pt x="1462" y="334"/>
                    <a:pt x="1501" y="321"/>
                  </a:cubicBezTo>
                  <a:cubicBezTo>
                    <a:pt x="1503" y="321"/>
                    <a:pt x="1504" y="318"/>
                    <a:pt x="1508" y="315"/>
                  </a:cubicBezTo>
                  <a:cubicBezTo>
                    <a:pt x="1506" y="314"/>
                    <a:pt x="1505" y="313"/>
                    <a:pt x="1503" y="313"/>
                  </a:cubicBezTo>
                  <a:cubicBezTo>
                    <a:pt x="1475" y="297"/>
                    <a:pt x="1444" y="288"/>
                    <a:pt x="1412" y="288"/>
                  </a:cubicBezTo>
                  <a:cubicBezTo>
                    <a:pt x="1395" y="288"/>
                    <a:pt x="1379" y="291"/>
                    <a:pt x="1363" y="295"/>
                  </a:cubicBezTo>
                  <a:cubicBezTo>
                    <a:pt x="1320" y="309"/>
                    <a:pt x="1274" y="310"/>
                    <a:pt x="1233" y="326"/>
                  </a:cubicBezTo>
                  <a:cubicBezTo>
                    <a:pt x="1177" y="349"/>
                    <a:pt x="1138" y="311"/>
                    <a:pt x="1091" y="295"/>
                  </a:cubicBezTo>
                  <a:lnTo>
                    <a:pt x="1200" y="263"/>
                  </a:lnTo>
                  <a:cubicBezTo>
                    <a:pt x="1114" y="249"/>
                    <a:pt x="1040" y="285"/>
                    <a:pt x="962" y="305"/>
                  </a:cubicBezTo>
                  <a:lnTo>
                    <a:pt x="963" y="305"/>
                  </a:lnTo>
                  <a:moveTo>
                    <a:pt x="1133" y="371"/>
                  </a:moveTo>
                  <a:cubicBezTo>
                    <a:pt x="1135" y="383"/>
                    <a:pt x="1140" y="395"/>
                    <a:pt x="1147" y="407"/>
                  </a:cubicBezTo>
                  <a:cubicBezTo>
                    <a:pt x="1157" y="425"/>
                    <a:pt x="1172" y="439"/>
                    <a:pt x="1190" y="450"/>
                  </a:cubicBezTo>
                  <a:cubicBezTo>
                    <a:pt x="1207" y="460"/>
                    <a:pt x="1228" y="466"/>
                    <a:pt x="1248" y="466"/>
                  </a:cubicBezTo>
                  <a:cubicBezTo>
                    <a:pt x="1260" y="466"/>
                    <a:pt x="1271" y="464"/>
                    <a:pt x="1282" y="461"/>
                  </a:cubicBezTo>
                  <a:cubicBezTo>
                    <a:pt x="1213" y="401"/>
                    <a:pt x="1194" y="390"/>
                    <a:pt x="1132" y="371"/>
                  </a:cubicBezTo>
                  <a:lnTo>
                    <a:pt x="1133" y="371"/>
                  </a:lnTo>
                  <a:moveTo>
                    <a:pt x="1338" y="448"/>
                  </a:moveTo>
                  <a:cubicBezTo>
                    <a:pt x="1383" y="485"/>
                    <a:pt x="1424" y="463"/>
                    <a:pt x="1465" y="460"/>
                  </a:cubicBezTo>
                  <a:cubicBezTo>
                    <a:pt x="1505" y="457"/>
                    <a:pt x="1546" y="455"/>
                    <a:pt x="1587" y="453"/>
                  </a:cubicBezTo>
                  <a:cubicBezTo>
                    <a:pt x="1585" y="452"/>
                    <a:pt x="1583" y="451"/>
                    <a:pt x="1581" y="450"/>
                  </a:cubicBezTo>
                  <a:cubicBezTo>
                    <a:pt x="1562" y="439"/>
                    <a:pt x="1540" y="433"/>
                    <a:pt x="1517" y="433"/>
                  </a:cubicBezTo>
                  <a:cubicBezTo>
                    <a:pt x="1505" y="433"/>
                    <a:pt x="1493" y="435"/>
                    <a:pt x="1481" y="438"/>
                  </a:cubicBezTo>
                  <a:cubicBezTo>
                    <a:pt x="1465" y="445"/>
                    <a:pt x="1448" y="448"/>
                    <a:pt x="1430" y="448"/>
                  </a:cubicBezTo>
                  <a:cubicBezTo>
                    <a:pt x="1422" y="448"/>
                    <a:pt x="1413" y="448"/>
                    <a:pt x="1405" y="446"/>
                  </a:cubicBezTo>
                  <a:cubicBezTo>
                    <a:pt x="1382" y="438"/>
                    <a:pt x="1365" y="446"/>
                    <a:pt x="1336" y="448"/>
                  </a:cubicBezTo>
                  <a:lnTo>
                    <a:pt x="1338" y="448"/>
                  </a:lnTo>
                  <a:moveTo>
                    <a:pt x="1750" y="455"/>
                  </a:moveTo>
                  <a:cubicBezTo>
                    <a:pt x="1687" y="423"/>
                    <a:pt x="1629" y="409"/>
                    <a:pt x="1594" y="417"/>
                  </a:cubicBezTo>
                  <a:cubicBezTo>
                    <a:pt x="1634" y="466"/>
                    <a:pt x="1689" y="455"/>
                    <a:pt x="1749" y="456"/>
                  </a:cubicBezTo>
                  <a:lnTo>
                    <a:pt x="1750" y="455"/>
                  </a:lnTo>
                  <a:moveTo>
                    <a:pt x="773" y="555"/>
                  </a:moveTo>
                  <a:lnTo>
                    <a:pt x="891" y="584"/>
                  </a:lnTo>
                  <a:cubicBezTo>
                    <a:pt x="896" y="585"/>
                    <a:pt x="901" y="582"/>
                    <a:pt x="906" y="572"/>
                  </a:cubicBezTo>
                  <a:cubicBezTo>
                    <a:pt x="867" y="540"/>
                    <a:pt x="822" y="542"/>
                    <a:pt x="773" y="555"/>
                  </a:cubicBezTo>
                  <a:moveTo>
                    <a:pt x="1759" y="387"/>
                  </a:moveTo>
                  <a:cubicBezTo>
                    <a:pt x="1814" y="406"/>
                    <a:pt x="1872" y="394"/>
                    <a:pt x="1928" y="398"/>
                  </a:cubicBezTo>
                  <a:cubicBezTo>
                    <a:pt x="1903" y="389"/>
                    <a:pt x="1876" y="383"/>
                    <a:pt x="1849" y="381"/>
                  </a:cubicBezTo>
                  <a:cubicBezTo>
                    <a:pt x="1838" y="378"/>
                    <a:pt x="1826" y="377"/>
                    <a:pt x="1814" y="377"/>
                  </a:cubicBezTo>
                  <a:cubicBezTo>
                    <a:pt x="1796" y="377"/>
                    <a:pt x="1777" y="380"/>
                    <a:pt x="1759" y="387"/>
                  </a:cubicBezTo>
                  <a:moveTo>
                    <a:pt x="1197" y="295"/>
                  </a:moveTo>
                  <a:cubicBezTo>
                    <a:pt x="1254" y="294"/>
                    <a:pt x="1307" y="274"/>
                    <a:pt x="1372" y="278"/>
                  </a:cubicBezTo>
                  <a:cubicBezTo>
                    <a:pt x="1302" y="231"/>
                    <a:pt x="1253" y="286"/>
                    <a:pt x="1198" y="295"/>
                  </a:cubicBezTo>
                  <a:lnTo>
                    <a:pt x="1197" y="295"/>
                  </a:lnTo>
                  <a:moveTo>
                    <a:pt x="1481" y="348"/>
                  </a:moveTo>
                  <a:cubicBezTo>
                    <a:pt x="1535" y="372"/>
                    <a:pt x="1537" y="372"/>
                    <a:pt x="1586" y="359"/>
                  </a:cubicBezTo>
                  <a:cubicBezTo>
                    <a:pt x="1564" y="350"/>
                    <a:pt x="1541" y="345"/>
                    <a:pt x="1517" y="345"/>
                  </a:cubicBezTo>
                  <a:cubicBezTo>
                    <a:pt x="1505" y="345"/>
                    <a:pt x="1493" y="346"/>
                    <a:pt x="1481" y="348"/>
                  </a:cubicBezTo>
                  <a:moveTo>
                    <a:pt x="1628" y="382"/>
                  </a:moveTo>
                  <a:cubicBezTo>
                    <a:pt x="1630" y="384"/>
                    <a:pt x="1632" y="386"/>
                    <a:pt x="1635" y="387"/>
                  </a:cubicBezTo>
                  <a:cubicBezTo>
                    <a:pt x="1651" y="397"/>
                    <a:pt x="1672" y="402"/>
                    <a:pt x="1692" y="402"/>
                  </a:cubicBezTo>
                  <a:cubicBezTo>
                    <a:pt x="1704" y="402"/>
                    <a:pt x="1716" y="400"/>
                    <a:pt x="1727" y="396"/>
                  </a:cubicBezTo>
                  <a:cubicBezTo>
                    <a:pt x="1705" y="385"/>
                    <a:pt x="1681" y="379"/>
                    <a:pt x="1657" y="379"/>
                  </a:cubicBezTo>
                  <a:cubicBezTo>
                    <a:pt x="1647" y="379"/>
                    <a:pt x="1638" y="380"/>
                    <a:pt x="1629" y="382"/>
                  </a:cubicBezTo>
                  <a:lnTo>
                    <a:pt x="1628" y="382"/>
                  </a:lnTo>
                  <a:moveTo>
                    <a:pt x="869" y="308"/>
                  </a:moveTo>
                  <a:cubicBezTo>
                    <a:pt x="868" y="307"/>
                    <a:pt x="868" y="307"/>
                    <a:pt x="867" y="306"/>
                  </a:cubicBezTo>
                  <a:cubicBezTo>
                    <a:pt x="848" y="295"/>
                    <a:pt x="826" y="289"/>
                    <a:pt x="804" y="289"/>
                  </a:cubicBezTo>
                  <a:cubicBezTo>
                    <a:pt x="793" y="289"/>
                    <a:pt x="783" y="291"/>
                    <a:pt x="772" y="294"/>
                  </a:cubicBezTo>
                  <a:cubicBezTo>
                    <a:pt x="794" y="304"/>
                    <a:pt x="818" y="310"/>
                    <a:pt x="842" y="310"/>
                  </a:cubicBezTo>
                  <a:cubicBezTo>
                    <a:pt x="852" y="310"/>
                    <a:pt x="861" y="309"/>
                    <a:pt x="870" y="308"/>
                  </a:cubicBezTo>
                  <a:lnTo>
                    <a:pt x="869" y="308"/>
                  </a:lnTo>
                  <a:moveTo>
                    <a:pt x="1226" y="230"/>
                  </a:moveTo>
                  <a:cubicBezTo>
                    <a:pt x="1173" y="207"/>
                    <a:pt x="1173" y="207"/>
                    <a:pt x="1144" y="247"/>
                  </a:cubicBezTo>
                  <a:cubicBezTo>
                    <a:pt x="1175" y="228"/>
                    <a:pt x="1201" y="240"/>
                    <a:pt x="1227" y="230"/>
                  </a:cubicBezTo>
                  <a:lnTo>
                    <a:pt x="1226" y="230"/>
                  </a:lnTo>
                  <a:moveTo>
                    <a:pt x="1955" y="427"/>
                  </a:moveTo>
                  <a:cubicBezTo>
                    <a:pt x="1959" y="429"/>
                    <a:pt x="1962" y="432"/>
                    <a:pt x="1966" y="434"/>
                  </a:cubicBezTo>
                  <a:cubicBezTo>
                    <a:pt x="1984" y="445"/>
                    <a:pt x="2006" y="451"/>
                    <a:pt x="2027" y="453"/>
                  </a:cubicBezTo>
                  <a:cubicBezTo>
                    <a:pt x="2021" y="446"/>
                    <a:pt x="2014" y="440"/>
                    <a:pt x="2007" y="436"/>
                  </a:cubicBezTo>
                  <a:cubicBezTo>
                    <a:pt x="1995" y="429"/>
                    <a:pt x="1982" y="426"/>
                    <a:pt x="1969" y="426"/>
                  </a:cubicBezTo>
                  <a:cubicBezTo>
                    <a:pt x="1965" y="426"/>
                    <a:pt x="1961" y="426"/>
                    <a:pt x="1956" y="427"/>
                  </a:cubicBezTo>
                  <a:lnTo>
                    <a:pt x="1955" y="427"/>
                  </a:lnTo>
                  <a:moveTo>
                    <a:pt x="664" y="374"/>
                  </a:moveTo>
                  <a:cubicBezTo>
                    <a:pt x="634" y="360"/>
                    <a:pt x="634" y="360"/>
                    <a:pt x="612" y="369"/>
                  </a:cubicBezTo>
                  <a:cubicBezTo>
                    <a:pt x="623" y="374"/>
                    <a:pt x="634" y="377"/>
                    <a:pt x="647" y="377"/>
                  </a:cubicBezTo>
                  <a:cubicBezTo>
                    <a:pt x="653" y="377"/>
                    <a:pt x="659" y="376"/>
                    <a:pt x="665" y="375"/>
                  </a:cubicBezTo>
                  <a:lnTo>
                    <a:pt x="664" y="374"/>
                  </a:lnTo>
                  <a:moveTo>
                    <a:pt x="1982" y="393"/>
                  </a:moveTo>
                  <a:cubicBezTo>
                    <a:pt x="1999" y="419"/>
                    <a:pt x="2024" y="415"/>
                    <a:pt x="2041" y="425"/>
                  </a:cubicBezTo>
                  <a:cubicBezTo>
                    <a:pt x="2035" y="417"/>
                    <a:pt x="2027" y="411"/>
                    <a:pt x="2018" y="406"/>
                  </a:cubicBezTo>
                  <a:cubicBezTo>
                    <a:pt x="2007" y="400"/>
                    <a:pt x="1996" y="396"/>
                    <a:pt x="1983" y="394"/>
                  </a:cubicBezTo>
                  <a:lnTo>
                    <a:pt x="1982" y="393"/>
                  </a:lnTo>
                  <a:moveTo>
                    <a:pt x="1627" y="350"/>
                  </a:moveTo>
                  <a:cubicBezTo>
                    <a:pt x="1654" y="369"/>
                    <a:pt x="1670" y="353"/>
                    <a:pt x="1688" y="350"/>
                  </a:cubicBezTo>
                  <a:cubicBezTo>
                    <a:pt x="1678" y="347"/>
                    <a:pt x="1667" y="346"/>
                    <a:pt x="1657" y="346"/>
                  </a:cubicBezTo>
                  <a:cubicBezTo>
                    <a:pt x="1646" y="346"/>
                    <a:pt x="1637" y="347"/>
                    <a:pt x="1627" y="350"/>
                  </a:cubicBezTo>
                  <a:moveTo>
                    <a:pt x="165" y="595"/>
                  </a:moveTo>
                  <a:cubicBezTo>
                    <a:pt x="166" y="594"/>
                    <a:pt x="166" y="593"/>
                    <a:pt x="167" y="592"/>
                  </a:cubicBezTo>
                  <a:cubicBezTo>
                    <a:pt x="173" y="583"/>
                    <a:pt x="175" y="573"/>
                    <a:pt x="175" y="562"/>
                  </a:cubicBezTo>
                  <a:cubicBezTo>
                    <a:pt x="175" y="555"/>
                    <a:pt x="174" y="549"/>
                    <a:pt x="172" y="542"/>
                  </a:cubicBezTo>
                  <a:cubicBezTo>
                    <a:pt x="156" y="557"/>
                    <a:pt x="151" y="571"/>
                    <a:pt x="165" y="595"/>
                  </a:cubicBezTo>
                  <a:moveTo>
                    <a:pt x="1946" y="542"/>
                  </a:moveTo>
                  <a:cubicBezTo>
                    <a:pt x="1935" y="518"/>
                    <a:pt x="1918" y="525"/>
                    <a:pt x="1901" y="531"/>
                  </a:cubicBezTo>
                  <a:lnTo>
                    <a:pt x="1946" y="542"/>
                  </a:lnTo>
                  <a:moveTo>
                    <a:pt x="915" y="267"/>
                  </a:moveTo>
                  <a:cubicBezTo>
                    <a:pt x="897" y="267"/>
                    <a:pt x="882" y="260"/>
                    <a:pt x="874" y="279"/>
                  </a:cubicBezTo>
                  <a:cubicBezTo>
                    <a:pt x="876" y="279"/>
                    <a:pt x="879" y="280"/>
                    <a:pt x="882" y="280"/>
                  </a:cubicBezTo>
                  <a:cubicBezTo>
                    <a:pt x="891" y="280"/>
                    <a:pt x="901" y="277"/>
                    <a:pt x="910" y="272"/>
                  </a:cubicBezTo>
                  <a:cubicBezTo>
                    <a:pt x="912" y="271"/>
                    <a:pt x="914" y="270"/>
                    <a:pt x="915" y="268"/>
                  </a:cubicBezTo>
                  <a:lnTo>
                    <a:pt x="915" y="267"/>
                  </a:lnTo>
                  <a:moveTo>
                    <a:pt x="1841" y="360"/>
                  </a:moveTo>
                  <a:cubicBezTo>
                    <a:pt x="1841" y="367"/>
                    <a:pt x="1838" y="358"/>
                    <a:pt x="1845" y="360"/>
                  </a:cubicBezTo>
                  <a:cubicBezTo>
                    <a:pt x="1847" y="361"/>
                    <a:pt x="1848" y="361"/>
                    <a:pt x="1850" y="361"/>
                  </a:cubicBezTo>
                  <a:cubicBezTo>
                    <a:pt x="1851" y="361"/>
                    <a:pt x="1854" y="361"/>
                    <a:pt x="1855" y="360"/>
                  </a:cubicBezTo>
                  <a:cubicBezTo>
                    <a:pt x="1858" y="353"/>
                    <a:pt x="1858" y="362"/>
                    <a:pt x="1851" y="360"/>
                  </a:cubicBezTo>
                  <a:cubicBezTo>
                    <a:pt x="1851" y="360"/>
                    <a:pt x="1850" y="360"/>
                    <a:pt x="1849" y="360"/>
                  </a:cubicBezTo>
                  <a:cubicBezTo>
                    <a:pt x="1847" y="360"/>
                    <a:pt x="1844" y="361"/>
                    <a:pt x="1841" y="361"/>
                  </a:cubicBezTo>
                  <a:lnTo>
                    <a:pt x="1841" y="36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9"/>
            <p:cNvSpPr/>
            <p:nvPr/>
          </p:nvSpPr>
          <p:spPr>
            <a:xfrm>
              <a:off x="3464640" y="3349080"/>
              <a:ext cx="651240" cy="560520"/>
            </a:xfrm>
            <a:custGeom>
              <a:rect b="b" l="l" r="r" t="t"/>
              <a:pathLst>
                <a:path extrusionOk="0" h="1557" w="1809">
                  <a:moveTo>
                    <a:pt x="1686" y="965"/>
                  </a:moveTo>
                  <a:cubicBezTo>
                    <a:pt x="1706" y="963"/>
                    <a:pt x="1694" y="988"/>
                    <a:pt x="1709" y="992"/>
                  </a:cubicBezTo>
                  <a:cubicBezTo>
                    <a:pt x="1715" y="971"/>
                    <a:pt x="1717" y="949"/>
                    <a:pt x="1717" y="928"/>
                  </a:cubicBezTo>
                  <a:cubicBezTo>
                    <a:pt x="1717" y="914"/>
                    <a:pt x="1716" y="901"/>
                    <a:pt x="1714" y="888"/>
                  </a:cubicBezTo>
                  <a:cubicBezTo>
                    <a:pt x="1708" y="820"/>
                    <a:pt x="1707" y="751"/>
                    <a:pt x="1697" y="683"/>
                  </a:cubicBezTo>
                  <a:cubicBezTo>
                    <a:pt x="1682" y="590"/>
                    <a:pt x="1637" y="507"/>
                    <a:pt x="1591" y="427"/>
                  </a:cubicBezTo>
                  <a:cubicBezTo>
                    <a:pt x="1575" y="400"/>
                    <a:pt x="1571" y="368"/>
                    <a:pt x="1554" y="342"/>
                  </a:cubicBezTo>
                  <a:cubicBezTo>
                    <a:pt x="1524" y="298"/>
                    <a:pt x="1492" y="248"/>
                    <a:pt x="1448" y="229"/>
                  </a:cubicBezTo>
                  <a:cubicBezTo>
                    <a:pt x="1380" y="201"/>
                    <a:pt x="1331" y="140"/>
                    <a:pt x="1256" y="128"/>
                  </a:cubicBezTo>
                  <a:cubicBezTo>
                    <a:pt x="1173" y="113"/>
                    <a:pt x="1101" y="67"/>
                    <a:pt x="1021" y="42"/>
                  </a:cubicBezTo>
                  <a:cubicBezTo>
                    <a:pt x="982" y="31"/>
                    <a:pt x="941" y="25"/>
                    <a:pt x="901" y="25"/>
                  </a:cubicBezTo>
                  <a:cubicBezTo>
                    <a:pt x="875" y="25"/>
                    <a:pt x="849" y="27"/>
                    <a:pt x="823" y="32"/>
                  </a:cubicBezTo>
                  <a:cubicBezTo>
                    <a:pt x="807" y="34"/>
                    <a:pt x="799" y="48"/>
                    <a:pt x="786" y="55"/>
                  </a:cubicBezTo>
                  <a:cubicBezTo>
                    <a:pt x="769" y="65"/>
                    <a:pt x="755" y="84"/>
                    <a:pt x="731" y="72"/>
                  </a:cubicBezTo>
                  <a:lnTo>
                    <a:pt x="732" y="72"/>
                  </a:lnTo>
                  <a:cubicBezTo>
                    <a:pt x="736" y="68"/>
                    <a:pt x="742" y="65"/>
                    <a:pt x="744" y="61"/>
                  </a:cubicBezTo>
                  <a:cubicBezTo>
                    <a:pt x="746" y="52"/>
                    <a:pt x="737" y="54"/>
                    <a:pt x="733" y="55"/>
                  </a:cubicBezTo>
                  <a:cubicBezTo>
                    <a:pt x="685" y="65"/>
                    <a:pt x="638" y="82"/>
                    <a:pt x="596" y="107"/>
                  </a:cubicBezTo>
                  <a:cubicBezTo>
                    <a:pt x="593" y="108"/>
                    <a:pt x="591" y="110"/>
                    <a:pt x="588" y="111"/>
                  </a:cubicBezTo>
                  <a:cubicBezTo>
                    <a:pt x="566" y="126"/>
                    <a:pt x="547" y="147"/>
                    <a:pt x="514" y="136"/>
                  </a:cubicBezTo>
                  <a:lnTo>
                    <a:pt x="513" y="136"/>
                  </a:lnTo>
                  <a:cubicBezTo>
                    <a:pt x="504" y="136"/>
                    <a:pt x="494" y="139"/>
                    <a:pt x="486" y="143"/>
                  </a:cubicBezTo>
                  <a:cubicBezTo>
                    <a:pt x="480" y="147"/>
                    <a:pt x="475" y="152"/>
                    <a:pt x="470" y="157"/>
                  </a:cubicBezTo>
                  <a:cubicBezTo>
                    <a:pt x="437" y="207"/>
                    <a:pt x="386" y="223"/>
                    <a:pt x="332" y="232"/>
                  </a:cubicBezTo>
                  <a:cubicBezTo>
                    <a:pt x="328" y="232"/>
                    <a:pt x="324" y="233"/>
                    <a:pt x="321" y="234"/>
                  </a:cubicBezTo>
                  <a:cubicBezTo>
                    <a:pt x="244" y="275"/>
                    <a:pt x="162" y="249"/>
                    <a:pt x="81" y="253"/>
                  </a:cubicBezTo>
                  <a:lnTo>
                    <a:pt x="80" y="253"/>
                  </a:lnTo>
                  <a:cubicBezTo>
                    <a:pt x="56" y="253"/>
                    <a:pt x="32" y="247"/>
                    <a:pt x="11" y="236"/>
                  </a:cubicBezTo>
                  <a:cubicBezTo>
                    <a:pt x="4" y="233"/>
                    <a:pt x="0" y="227"/>
                    <a:pt x="6" y="215"/>
                  </a:cubicBezTo>
                  <a:cubicBezTo>
                    <a:pt x="79" y="246"/>
                    <a:pt x="157" y="225"/>
                    <a:pt x="234" y="233"/>
                  </a:cubicBezTo>
                  <a:cubicBezTo>
                    <a:pt x="260" y="236"/>
                    <a:pt x="291" y="220"/>
                    <a:pt x="320" y="212"/>
                  </a:cubicBezTo>
                  <a:cubicBezTo>
                    <a:pt x="343" y="205"/>
                    <a:pt x="366" y="196"/>
                    <a:pt x="390" y="191"/>
                  </a:cubicBezTo>
                  <a:cubicBezTo>
                    <a:pt x="413" y="186"/>
                    <a:pt x="435" y="183"/>
                    <a:pt x="442" y="152"/>
                  </a:cubicBezTo>
                  <a:cubicBezTo>
                    <a:pt x="446" y="136"/>
                    <a:pt x="469" y="131"/>
                    <a:pt x="482" y="123"/>
                  </a:cubicBezTo>
                  <a:cubicBezTo>
                    <a:pt x="599" y="62"/>
                    <a:pt x="727" y="22"/>
                    <a:pt x="859" y="7"/>
                  </a:cubicBezTo>
                  <a:cubicBezTo>
                    <a:pt x="884" y="2"/>
                    <a:pt x="910" y="0"/>
                    <a:pt x="935" y="0"/>
                  </a:cubicBezTo>
                  <a:cubicBezTo>
                    <a:pt x="997" y="0"/>
                    <a:pt x="1058" y="14"/>
                    <a:pt x="1113" y="41"/>
                  </a:cubicBezTo>
                  <a:cubicBezTo>
                    <a:pt x="1162" y="68"/>
                    <a:pt x="1214" y="88"/>
                    <a:pt x="1263" y="113"/>
                  </a:cubicBezTo>
                  <a:cubicBezTo>
                    <a:pt x="1297" y="130"/>
                    <a:pt x="1341" y="127"/>
                    <a:pt x="1367" y="160"/>
                  </a:cubicBezTo>
                  <a:cubicBezTo>
                    <a:pt x="1367" y="161"/>
                    <a:pt x="1371" y="163"/>
                    <a:pt x="1372" y="163"/>
                  </a:cubicBezTo>
                  <a:cubicBezTo>
                    <a:pt x="1415" y="134"/>
                    <a:pt x="1425" y="180"/>
                    <a:pt x="1448" y="197"/>
                  </a:cubicBezTo>
                  <a:cubicBezTo>
                    <a:pt x="1450" y="197"/>
                    <a:pt x="1451" y="200"/>
                    <a:pt x="1452" y="201"/>
                  </a:cubicBezTo>
                  <a:cubicBezTo>
                    <a:pt x="1466" y="213"/>
                    <a:pt x="1492" y="188"/>
                    <a:pt x="1501" y="220"/>
                  </a:cubicBezTo>
                  <a:cubicBezTo>
                    <a:pt x="1503" y="229"/>
                    <a:pt x="1506" y="239"/>
                    <a:pt x="1511" y="247"/>
                  </a:cubicBezTo>
                  <a:cubicBezTo>
                    <a:pt x="1516" y="255"/>
                    <a:pt x="1521" y="262"/>
                    <a:pt x="1528" y="268"/>
                  </a:cubicBezTo>
                  <a:cubicBezTo>
                    <a:pt x="1581" y="304"/>
                    <a:pt x="1597" y="363"/>
                    <a:pt x="1618" y="416"/>
                  </a:cubicBezTo>
                  <a:cubicBezTo>
                    <a:pt x="1657" y="511"/>
                    <a:pt x="1710" y="601"/>
                    <a:pt x="1716" y="709"/>
                  </a:cubicBezTo>
                  <a:cubicBezTo>
                    <a:pt x="1722" y="816"/>
                    <a:pt x="1743" y="923"/>
                    <a:pt x="1728" y="1031"/>
                  </a:cubicBezTo>
                  <a:cubicBezTo>
                    <a:pt x="1728" y="1040"/>
                    <a:pt x="1723" y="1051"/>
                    <a:pt x="1728" y="1057"/>
                  </a:cubicBezTo>
                  <a:cubicBezTo>
                    <a:pt x="1755" y="1085"/>
                    <a:pt x="1746" y="1120"/>
                    <a:pt x="1747" y="1153"/>
                  </a:cubicBezTo>
                  <a:cubicBezTo>
                    <a:pt x="1747" y="1183"/>
                    <a:pt x="1752" y="1214"/>
                    <a:pt x="1763" y="1243"/>
                  </a:cubicBezTo>
                  <a:cubicBezTo>
                    <a:pt x="1788" y="1317"/>
                    <a:pt x="1802" y="1395"/>
                    <a:pt x="1803" y="1473"/>
                  </a:cubicBezTo>
                  <a:cubicBezTo>
                    <a:pt x="1803" y="1485"/>
                    <a:pt x="1808" y="1503"/>
                    <a:pt x="1789" y="1504"/>
                  </a:cubicBezTo>
                  <a:cubicBezTo>
                    <a:pt x="1776" y="1504"/>
                    <a:pt x="1768" y="1491"/>
                    <a:pt x="1768" y="1477"/>
                  </a:cubicBezTo>
                  <a:cubicBezTo>
                    <a:pt x="1773" y="1472"/>
                    <a:pt x="1794" y="1482"/>
                    <a:pt x="1785" y="1467"/>
                  </a:cubicBezTo>
                  <a:cubicBezTo>
                    <a:pt x="1779" y="1453"/>
                    <a:pt x="1775" y="1438"/>
                    <a:pt x="1775" y="1423"/>
                  </a:cubicBezTo>
                  <a:cubicBezTo>
                    <a:pt x="1774" y="1376"/>
                    <a:pt x="1764" y="1331"/>
                    <a:pt x="1744" y="1289"/>
                  </a:cubicBezTo>
                  <a:cubicBezTo>
                    <a:pt x="1743" y="1287"/>
                    <a:pt x="1742" y="1285"/>
                    <a:pt x="1741" y="1283"/>
                  </a:cubicBezTo>
                  <a:cubicBezTo>
                    <a:pt x="1730" y="1265"/>
                    <a:pt x="1724" y="1244"/>
                    <a:pt x="1723" y="1222"/>
                  </a:cubicBezTo>
                  <a:cubicBezTo>
                    <a:pt x="1723" y="1201"/>
                    <a:pt x="1721" y="1179"/>
                    <a:pt x="1720" y="1158"/>
                  </a:cubicBezTo>
                  <a:cubicBezTo>
                    <a:pt x="1705" y="1179"/>
                    <a:pt x="1680" y="1197"/>
                    <a:pt x="1693" y="1225"/>
                  </a:cubicBezTo>
                  <a:cubicBezTo>
                    <a:pt x="1698" y="1235"/>
                    <a:pt x="1700" y="1245"/>
                    <a:pt x="1700" y="1257"/>
                  </a:cubicBezTo>
                  <a:cubicBezTo>
                    <a:pt x="1700" y="1268"/>
                    <a:pt x="1698" y="1280"/>
                    <a:pt x="1693" y="1290"/>
                  </a:cubicBezTo>
                  <a:cubicBezTo>
                    <a:pt x="1669" y="1286"/>
                    <a:pt x="1663" y="1231"/>
                    <a:pt x="1624" y="1270"/>
                  </a:cubicBezTo>
                  <a:cubicBezTo>
                    <a:pt x="1667" y="1313"/>
                    <a:pt x="1704" y="1361"/>
                    <a:pt x="1734" y="1414"/>
                  </a:cubicBezTo>
                  <a:cubicBezTo>
                    <a:pt x="1746" y="1435"/>
                    <a:pt x="1758" y="1457"/>
                    <a:pt x="1768" y="1479"/>
                  </a:cubicBezTo>
                  <a:cubicBezTo>
                    <a:pt x="1759" y="1479"/>
                    <a:pt x="1748" y="1476"/>
                    <a:pt x="1746" y="1490"/>
                  </a:cubicBezTo>
                  <a:cubicBezTo>
                    <a:pt x="1746" y="1496"/>
                    <a:pt x="1746" y="1503"/>
                    <a:pt x="1746" y="1509"/>
                  </a:cubicBezTo>
                  <a:cubicBezTo>
                    <a:pt x="1746" y="1515"/>
                    <a:pt x="1746" y="1522"/>
                    <a:pt x="1746" y="1528"/>
                  </a:cubicBezTo>
                  <a:cubicBezTo>
                    <a:pt x="1746" y="1537"/>
                    <a:pt x="1749" y="1547"/>
                    <a:pt x="1738" y="1552"/>
                  </a:cubicBezTo>
                  <a:cubicBezTo>
                    <a:pt x="1726" y="1556"/>
                    <a:pt x="1722" y="1547"/>
                    <a:pt x="1715" y="1542"/>
                  </a:cubicBezTo>
                  <a:cubicBezTo>
                    <a:pt x="1698" y="1528"/>
                    <a:pt x="1683" y="1511"/>
                    <a:pt x="1671" y="1492"/>
                  </a:cubicBezTo>
                  <a:cubicBezTo>
                    <a:pt x="1658" y="1472"/>
                    <a:pt x="1641" y="1456"/>
                    <a:pt x="1620" y="1444"/>
                  </a:cubicBezTo>
                  <a:cubicBezTo>
                    <a:pt x="1604" y="1435"/>
                    <a:pt x="1588" y="1429"/>
                    <a:pt x="1570" y="1426"/>
                  </a:cubicBezTo>
                  <a:cubicBezTo>
                    <a:pt x="1561" y="1416"/>
                    <a:pt x="1551" y="1407"/>
                    <a:pt x="1540" y="1401"/>
                  </a:cubicBezTo>
                  <a:cubicBezTo>
                    <a:pt x="1527" y="1393"/>
                    <a:pt x="1513" y="1388"/>
                    <a:pt x="1498" y="1386"/>
                  </a:cubicBezTo>
                  <a:cubicBezTo>
                    <a:pt x="1452" y="1373"/>
                    <a:pt x="1404" y="1365"/>
                    <a:pt x="1356" y="1362"/>
                  </a:cubicBezTo>
                  <a:cubicBezTo>
                    <a:pt x="1344" y="1362"/>
                    <a:pt x="1329" y="1366"/>
                    <a:pt x="1321" y="1350"/>
                  </a:cubicBezTo>
                  <a:cubicBezTo>
                    <a:pt x="1331" y="1330"/>
                    <a:pt x="1351" y="1332"/>
                    <a:pt x="1368" y="1330"/>
                  </a:cubicBezTo>
                  <a:cubicBezTo>
                    <a:pt x="1381" y="1330"/>
                    <a:pt x="1394" y="1326"/>
                    <a:pt x="1405" y="1320"/>
                  </a:cubicBezTo>
                  <a:cubicBezTo>
                    <a:pt x="1410" y="1317"/>
                    <a:pt x="1413" y="1314"/>
                    <a:pt x="1417" y="1311"/>
                  </a:cubicBezTo>
                  <a:cubicBezTo>
                    <a:pt x="1429" y="1301"/>
                    <a:pt x="1438" y="1281"/>
                    <a:pt x="1423" y="1273"/>
                  </a:cubicBezTo>
                  <a:cubicBezTo>
                    <a:pt x="1394" y="1258"/>
                    <a:pt x="1387" y="1209"/>
                    <a:pt x="1335" y="1228"/>
                  </a:cubicBezTo>
                  <a:cubicBezTo>
                    <a:pt x="1347" y="1202"/>
                    <a:pt x="1365" y="1202"/>
                    <a:pt x="1375" y="1207"/>
                  </a:cubicBezTo>
                  <a:cubicBezTo>
                    <a:pt x="1453" y="1237"/>
                    <a:pt x="1537" y="1212"/>
                    <a:pt x="1613" y="1236"/>
                  </a:cubicBezTo>
                  <a:cubicBezTo>
                    <a:pt x="1634" y="1242"/>
                    <a:pt x="1649" y="1228"/>
                    <a:pt x="1660" y="1213"/>
                  </a:cubicBezTo>
                  <a:cubicBezTo>
                    <a:pt x="1665" y="1206"/>
                    <a:pt x="1669" y="1199"/>
                    <a:pt x="1674" y="1191"/>
                  </a:cubicBezTo>
                  <a:cubicBezTo>
                    <a:pt x="1695" y="1154"/>
                    <a:pt x="1709" y="1113"/>
                    <a:pt x="1715" y="1071"/>
                  </a:cubicBezTo>
                  <a:cubicBezTo>
                    <a:pt x="1688" y="1071"/>
                    <a:pt x="1695" y="1097"/>
                    <a:pt x="1678" y="1105"/>
                  </a:cubicBezTo>
                  <a:cubicBezTo>
                    <a:pt x="1663" y="1065"/>
                    <a:pt x="1670" y="1021"/>
                    <a:pt x="1649" y="970"/>
                  </a:cubicBezTo>
                  <a:cubicBezTo>
                    <a:pt x="1683" y="999"/>
                    <a:pt x="1676" y="1030"/>
                    <a:pt x="1683" y="1055"/>
                  </a:cubicBezTo>
                  <a:cubicBezTo>
                    <a:pt x="1687" y="1038"/>
                    <a:pt x="1690" y="1021"/>
                    <a:pt x="1690" y="1004"/>
                  </a:cubicBezTo>
                  <a:cubicBezTo>
                    <a:pt x="1690" y="991"/>
                    <a:pt x="1688" y="977"/>
                    <a:pt x="1685" y="964"/>
                  </a:cubicBezTo>
                  <a:lnTo>
                    <a:pt x="1686" y="965"/>
                  </a:lnTo>
                  <a:moveTo>
                    <a:pt x="1549" y="1256"/>
                  </a:moveTo>
                  <a:cubicBezTo>
                    <a:pt x="1583" y="1270"/>
                    <a:pt x="1608" y="1299"/>
                    <a:pt x="1642" y="1312"/>
                  </a:cubicBezTo>
                  <a:cubicBezTo>
                    <a:pt x="1618" y="1280"/>
                    <a:pt x="1591" y="1254"/>
                    <a:pt x="1549" y="1256"/>
                  </a:cubicBezTo>
                  <a:moveTo>
                    <a:pt x="1486" y="1349"/>
                  </a:moveTo>
                  <a:cubicBezTo>
                    <a:pt x="1464" y="1334"/>
                    <a:pt x="1448" y="1322"/>
                    <a:pt x="1425" y="1333"/>
                  </a:cubicBezTo>
                  <a:cubicBezTo>
                    <a:pt x="1441" y="1350"/>
                    <a:pt x="1458" y="1351"/>
                    <a:pt x="1486" y="13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9"/>
            <p:cNvSpPr/>
            <p:nvPr/>
          </p:nvSpPr>
          <p:spPr>
            <a:xfrm>
              <a:off x="2784600" y="3408840"/>
              <a:ext cx="149760" cy="682560"/>
            </a:xfrm>
            <a:custGeom>
              <a:rect b="b" l="l" r="r" t="t"/>
              <a:pathLst>
                <a:path extrusionOk="0" h="1896" w="416">
                  <a:moveTo>
                    <a:pt x="413" y="44"/>
                  </a:moveTo>
                  <a:cubicBezTo>
                    <a:pt x="413" y="53"/>
                    <a:pt x="415" y="65"/>
                    <a:pt x="400" y="62"/>
                  </a:cubicBezTo>
                  <a:cubicBezTo>
                    <a:pt x="385" y="59"/>
                    <a:pt x="364" y="54"/>
                    <a:pt x="347" y="50"/>
                  </a:cubicBezTo>
                  <a:cubicBezTo>
                    <a:pt x="344" y="48"/>
                    <a:pt x="341" y="47"/>
                    <a:pt x="337" y="47"/>
                  </a:cubicBezTo>
                  <a:cubicBezTo>
                    <a:pt x="332" y="47"/>
                    <a:pt x="328" y="49"/>
                    <a:pt x="324" y="51"/>
                  </a:cubicBezTo>
                  <a:cubicBezTo>
                    <a:pt x="323" y="52"/>
                    <a:pt x="322" y="52"/>
                    <a:pt x="321" y="53"/>
                  </a:cubicBezTo>
                  <a:cubicBezTo>
                    <a:pt x="314" y="57"/>
                    <a:pt x="307" y="62"/>
                    <a:pt x="301" y="65"/>
                  </a:cubicBezTo>
                  <a:cubicBezTo>
                    <a:pt x="263" y="87"/>
                    <a:pt x="221" y="100"/>
                    <a:pt x="178" y="102"/>
                  </a:cubicBezTo>
                  <a:cubicBezTo>
                    <a:pt x="143" y="106"/>
                    <a:pt x="109" y="117"/>
                    <a:pt x="80" y="134"/>
                  </a:cubicBezTo>
                  <a:cubicBezTo>
                    <a:pt x="77" y="136"/>
                    <a:pt x="76" y="137"/>
                    <a:pt x="74" y="138"/>
                  </a:cubicBezTo>
                  <a:cubicBezTo>
                    <a:pt x="39" y="158"/>
                    <a:pt x="34" y="173"/>
                    <a:pt x="42" y="212"/>
                  </a:cubicBezTo>
                  <a:cubicBezTo>
                    <a:pt x="42" y="218"/>
                    <a:pt x="44" y="223"/>
                    <a:pt x="46" y="228"/>
                  </a:cubicBezTo>
                  <a:cubicBezTo>
                    <a:pt x="77" y="281"/>
                    <a:pt x="69" y="339"/>
                    <a:pt x="69" y="395"/>
                  </a:cubicBezTo>
                  <a:cubicBezTo>
                    <a:pt x="69" y="471"/>
                    <a:pt x="80" y="543"/>
                    <a:pt x="130" y="605"/>
                  </a:cubicBezTo>
                  <a:cubicBezTo>
                    <a:pt x="136" y="612"/>
                    <a:pt x="141" y="621"/>
                    <a:pt x="146" y="629"/>
                  </a:cubicBezTo>
                  <a:cubicBezTo>
                    <a:pt x="168" y="667"/>
                    <a:pt x="180" y="711"/>
                    <a:pt x="180" y="756"/>
                  </a:cubicBezTo>
                  <a:cubicBezTo>
                    <a:pt x="182" y="793"/>
                    <a:pt x="187" y="830"/>
                    <a:pt x="197" y="866"/>
                  </a:cubicBezTo>
                  <a:cubicBezTo>
                    <a:pt x="210" y="917"/>
                    <a:pt x="216" y="969"/>
                    <a:pt x="216" y="1021"/>
                  </a:cubicBezTo>
                  <a:cubicBezTo>
                    <a:pt x="216" y="1047"/>
                    <a:pt x="214" y="1073"/>
                    <a:pt x="211" y="1099"/>
                  </a:cubicBezTo>
                  <a:cubicBezTo>
                    <a:pt x="204" y="1184"/>
                    <a:pt x="203" y="1270"/>
                    <a:pt x="203" y="1355"/>
                  </a:cubicBezTo>
                  <a:cubicBezTo>
                    <a:pt x="203" y="1404"/>
                    <a:pt x="216" y="1452"/>
                    <a:pt x="240" y="1494"/>
                  </a:cubicBezTo>
                  <a:cubicBezTo>
                    <a:pt x="247" y="1508"/>
                    <a:pt x="255" y="1521"/>
                    <a:pt x="263" y="1535"/>
                  </a:cubicBezTo>
                  <a:cubicBezTo>
                    <a:pt x="296" y="1592"/>
                    <a:pt x="334" y="1646"/>
                    <a:pt x="377" y="1697"/>
                  </a:cubicBezTo>
                  <a:cubicBezTo>
                    <a:pt x="384" y="1705"/>
                    <a:pt x="412" y="1715"/>
                    <a:pt x="377" y="1731"/>
                  </a:cubicBezTo>
                  <a:cubicBezTo>
                    <a:pt x="364" y="1737"/>
                    <a:pt x="397" y="1758"/>
                    <a:pt x="394" y="1779"/>
                  </a:cubicBezTo>
                  <a:cubicBezTo>
                    <a:pt x="363" y="1765"/>
                    <a:pt x="352" y="1734"/>
                    <a:pt x="338" y="1708"/>
                  </a:cubicBezTo>
                  <a:cubicBezTo>
                    <a:pt x="335" y="1701"/>
                    <a:pt x="331" y="1695"/>
                    <a:pt x="328" y="1689"/>
                  </a:cubicBezTo>
                  <a:cubicBezTo>
                    <a:pt x="314" y="1665"/>
                    <a:pt x="297" y="1642"/>
                    <a:pt x="278" y="1621"/>
                  </a:cubicBezTo>
                  <a:cubicBezTo>
                    <a:pt x="243" y="1582"/>
                    <a:pt x="211" y="1540"/>
                    <a:pt x="185" y="1494"/>
                  </a:cubicBezTo>
                  <a:cubicBezTo>
                    <a:pt x="181" y="1488"/>
                    <a:pt x="178" y="1482"/>
                    <a:pt x="175" y="1476"/>
                  </a:cubicBezTo>
                  <a:cubicBezTo>
                    <a:pt x="177" y="1532"/>
                    <a:pt x="193" y="1587"/>
                    <a:pt x="221" y="1635"/>
                  </a:cubicBezTo>
                  <a:cubicBezTo>
                    <a:pt x="225" y="1643"/>
                    <a:pt x="229" y="1650"/>
                    <a:pt x="234" y="1657"/>
                  </a:cubicBezTo>
                  <a:cubicBezTo>
                    <a:pt x="284" y="1728"/>
                    <a:pt x="330" y="1802"/>
                    <a:pt x="386" y="1868"/>
                  </a:cubicBezTo>
                  <a:cubicBezTo>
                    <a:pt x="408" y="1895"/>
                    <a:pt x="392" y="1895"/>
                    <a:pt x="371" y="1892"/>
                  </a:cubicBezTo>
                  <a:lnTo>
                    <a:pt x="373" y="1894"/>
                  </a:lnTo>
                  <a:cubicBezTo>
                    <a:pt x="320" y="1835"/>
                    <a:pt x="262" y="1784"/>
                    <a:pt x="221" y="1716"/>
                  </a:cubicBezTo>
                  <a:cubicBezTo>
                    <a:pt x="204" y="1690"/>
                    <a:pt x="189" y="1662"/>
                    <a:pt x="174" y="1634"/>
                  </a:cubicBezTo>
                  <a:cubicBezTo>
                    <a:pt x="168" y="1622"/>
                    <a:pt x="159" y="1607"/>
                    <a:pt x="162" y="1597"/>
                  </a:cubicBezTo>
                  <a:cubicBezTo>
                    <a:pt x="183" y="1536"/>
                    <a:pt x="146" y="1482"/>
                    <a:pt x="142" y="1424"/>
                  </a:cubicBezTo>
                  <a:cubicBezTo>
                    <a:pt x="140" y="1389"/>
                    <a:pt x="137" y="1353"/>
                    <a:pt x="137" y="1318"/>
                  </a:cubicBezTo>
                  <a:cubicBezTo>
                    <a:pt x="137" y="1298"/>
                    <a:pt x="137" y="1276"/>
                    <a:pt x="157" y="1263"/>
                  </a:cubicBezTo>
                  <a:cubicBezTo>
                    <a:pt x="172" y="1253"/>
                    <a:pt x="168" y="1236"/>
                    <a:pt x="169" y="1222"/>
                  </a:cubicBezTo>
                  <a:cubicBezTo>
                    <a:pt x="173" y="1174"/>
                    <a:pt x="175" y="1126"/>
                    <a:pt x="179" y="1078"/>
                  </a:cubicBezTo>
                  <a:cubicBezTo>
                    <a:pt x="181" y="1058"/>
                    <a:pt x="182" y="1038"/>
                    <a:pt x="182" y="1018"/>
                  </a:cubicBezTo>
                  <a:cubicBezTo>
                    <a:pt x="182" y="967"/>
                    <a:pt x="175" y="917"/>
                    <a:pt x="161" y="868"/>
                  </a:cubicBezTo>
                  <a:cubicBezTo>
                    <a:pt x="151" y="833"/>
                    <a:pt x="146" y="797"/>
                    <a:pt x="146" y="761"/>
                  </a:cubicBezTo>
                  <a:cubicBezTo>
                    <a:pt x="146" y="756"/>
                    <a:pt x="146" y="751"/>
                    <a:pt x="146" y="746"/>
                  </a:cubicBezTo>
                  <a:cubicBezTo>
                    <a:pt x="146" y="743"/>
                    <a:pt x="146" y="740"/>
                    <a:pt x="146" y="736"/>
                  </a:cubicBezTo>
                  <a:cubicBezTo>
                    <a:pt x="146" y="707"/>
                    <a:pt x="139" y="677"/>
                    <a:pt x="124" y="651"/>
                  </a:cubicBezTo>
                  <a:cubicBezTo>
                    <a:pt x="114" y="635"/>
                    <a:pt x="102" y="620"/>
                    <a:pt x="87" y="607"/>
                  </a:cubicBezTo>
                  <a:cubicBezTo>
                    <a:pt x="70" y="593"/>
                    <a:pt x="56" y="576"/>
                    <a:pt x="45" y="557"/>
                  </a:cubicBezTo>
                  <a:cubicBezTo>
                    <a:pt x="28" y="527"/>
                    <a:pt x="19" y="494"/>
                    <a:pt x="19" y="460"/>
                  </a:cubicBezTo>
                  <a:cubicBezTo>
                    <a:pt x="19" y="449"/>
                    <a:pt x="20" y="438"/>
                    <a:pt x="22" y="427"/>
                  </a:cubicBezTo>
                  <a:cubicBezTo>
                    <a:pt x="26" y="386"/>
                    <a:pt x="27" y="345"/>
                    <a:pt x="32" y="305"/>
                  </a:cubicBezTo>
                  <a:cubicBezTo>
                    <a:pt x="33" y="301"/>
                    <a:pt x="33" y="298"/>
                    <a:pt x="33" y="295"/>
                  </a:cubicBezTo>
                  <a:cubicBezTo>
                    <a:pt x="33" y="272"/>
                    <a:pt x="28" y="250"/>
                    <a:pt x="20" y="228"/>
                  </a:cubicBezTo>
                  <a:cubicBezTo>
                    <a:pt x="0" y="158"/>
                    <a:pt x="12" y="137"/>
                    <a:pt x="78" y="106"/>
                  </a:cubicBezTo>
                  <a:cubicBezTo>
                    <a:pt x="119" y="87"/>
                    <a:pt x="164" y="78"/>
                    <a:pt x="202" y="50"/>
                  </a:cubicBezTo>
                  <a:cubicBezTo>
                    <a:pt x="215" y="40"/>
                    <a:pt x="235" y="48"/>
                    <a:pt x="251" y="51"/>
                  </a:cubicBezTo>
                  <a:cubicBezTo>
                    <a:pt x="267" y="54"/>
                    <a:pt x="283" y="61"/>
                    <a:pt x="288" y="50"/>
                  </a:cubicBezTo>
                  <a:cubicBezTo>
                    <a:pt x="309" y="0"/>
                    <a:pt x="342" y="30"/>
                    <a:pt x="372" y="35"/>
                  </a:cubicBezTo>
                  <a:cubicBezTo>
                    <a:pt x="386" y="38"/>
                    <a:pt x="400" y="43"/>
                    <a:pt x="415" y="47"/>
                  </a:cubicBezTo>
                  <a:lnTo>
                    <a:pt x="41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9"/>
            <p:cNvSpPr/>
            <p:nvPr/>
          </p:nvSpPr>
          <p:spPr>
            <a:xfrm>
              <a:off x="3332520" y="3857400"/>
              <a:ext cx="698760" cy="310680"/>
            </a:xfrm>
            <a:custGeom>
              <a:rect b="b" l="l" r="r" t="t"/>
              <a:pathLst>
                <a:path extrusionOk="0" h="863" w="1941">
                  <a:moveTo>
                    <a:pt x="1457" y="191"/>
                  </a:moveTo>
                  <a:cubicBezTo>
                    <a:pt x="1476" y="203"/>
                    <a:pt x="1493" y="190"/>
                    <a:pt x="1510" y="183"/>
                  </a:cubicBezTo>
                  <a:cubicBezTo>
                    <a:pt x="1579" y="153"/>
                    <a:pt x="1650" y="125"/>
                    <a:pt x="1721" y="102"/>
                  </a:cubicBezTo>
                  <a:cubicBezTo>
                    <a:pt x="1767" y="84"/>
                    <a:pt x="1811" y="62"/>
                    <a:pt x="1853" y="38"/>
                  </a:cubicBezTo>
                  <a:cubicBezTo>
                    <a:pt x="1858" y="35"/>
                    <a:pt x="1863" y="32"/>
                    <a:pt x="1868" y="29"/>
                  </a:cubicBezTo>
                  <a:cubicBezTo>
                    <a:pt x="1891" y="17"/>
                    <a:pt x="1912" y="0"/>
                    <a:pt x="1940" y="13"/>
                  </a:cubicBezTo>
                  <a:cubicBezTo>
                    <a:pt x="1912" y="44"/>
                    <a:pt x="1872" y="58"/>
                    <a:pt x="1837" y="78"/>
                  </a:cubicBezTo>
                  <a:cubicBezTo>
                    <a:pt x="1807" y="96"/>
                    <a:pt x="1775" y="112"/>
                    <a:pt x="1743" y="126"/>
                  </a:cubicBezTo>
                  <a:cubicBezTo>
                    <a:pt x="1728" y="134"/>
                    <a:pt x="1712" y="140"/>
                    <a:pt x="1696" y="142"/>
                  </a:cubicBezTo>
                  <a:cubicBezTo>
                    <a:pt x="1586" y="151"/>
                    <a:pt x="1509" y="219"/>
                    <a:pt x="1437" y="291"/>
                  </a:cubicBezTo>
                  <a:cubicBezTo>
                    <a:pt x="1367" y="362"/>
                    <a:pt x="1289" y="426"/>
                    <a:pt x="1204" y="480"/>
                  </a:cubicBezTo>
                  <a:cubicBezTo>
                    <a:pt x="1132" y="523"/>
                    <a:pt x="1065" y="574"/>
                    <a:pt x="990" y="612"/>
                  </a:cubicBezTo>
                  <a:cubicBezTo>
                    <a:pt x="970" y="623"/>
                    <a:pt x="954" y="645"/>
                    <a:pt x="926" y="625"/>
                  </a:cubicBezTo>
                  <a:cubicBezTo>
                    <a:pt x="915" y="617"/>
                    <a:pt x="903" y="633"/>
                    <a:pt x="891" y="639"/>
                  </a:cubicBezTo>
                  <a:cubicBezTo>
                    <a:pt x="744" y="708"/>
                    <a:pt x="597" y="779"/>
                    <a:pt x="438" y="821"/>
                  </a:cubicBezTo>
                  <a:cubicBezTo>
                    <a:pt x="368" y="837"/>
                    <a:pt x="297" y="850"/>
                    <a:pt x="225" y="859"/>
                  </a:cubicBezTo>
                  <a:cubicBezTo>
                    <a:pt x="216" y="861"/>
                    <a:pt x="207" y="862"/>
                    <a:pt x="198" y="862"/>
                  </a:cubicBezTo>
                  <a:cubicBezTo>
                    <a:pt x="182" y="862"/>
                    <a:pt x="167" y="859"/>
                    <a:pt x="153" y="854"/>
                  </a:cubicBezTo>
                  <a:lnTo>
                    <a:pt x="154" y="854"/>
                  </a:lnTo>
                  <a:cubicBezTo>
                    <a:pt x="162" y="834"/>
                    <a:pt x="149" y="817"/>
                    <a:pt x="142" y="801"/>
                  </a:cubicBezTo>
                  <a:cubicBezTo>
                    <a:pt x="126" y="763"/>
                    <a:pt x="115" y="724"/>
                    <a:pt x="108" y="683"/>
                  </a:cubicBezTo>
                  <a:cubicBezTo>
                    <a:pt x="105" y="664"/>
                    <a:pt x="99" y="646"/>
                    <a:pt x="89" y="629"/>
                  </a:cubicBezTo>
                  <a:cubicBezTo>
                    <a:pt x="88" y="628"/>
                    <a:pt x="88" y="627"/>
                    <a:pt x="87" y="626"/>
                  </a:cubicBezTo>
                  <a:cubicBezTo>
                    <a:pt x="71" y="599"/>
                    <a:pt x="56" y="574"/>
                    <a:pt x="20" y="576"/>
                  </a:cubicBezTo>
                  <a:cubicBezTo>
                    <a:pt x="10" y="576"/>
                    <a:pt x="0" y="572"/>
                    <a:pt x="3" y="560"/>
                  </a:cubicBezTo>
                  <a:cubicBezTo>
                    <a:pt x="6" y="547"/>
                    <a:pt x="17" y="551"/>
                    <a:pt x="26" y="553"/>
                  </a:cubicBezTo>
                  <a:cubicBezTo>
                    <a:pt x="27" y="553"/>
                    <a:pt x="28" y="553"/>
                    <a:pt x="30" y="553"/>
                  </a:cubicBezTo>
                  <a:cubicBezTo>
                    <a:pt x="32" y="553"/>
                    <a:pt x="34" y="553"/>
                    <a:pt x="36" y="552"/>
                  </a:cubicBezTo>
                  <a:cubicBezTo>
                    <a:pt x="38" y="551"/>
                    <a:pt x="38" y="548"/>
                    <a:pt x="40" y="547"/>
                  </a:cubicBezTo>
                  <a:cubicBezTo>
                    <a:pt x="40" y="546"/>
                    <a:pt x="41" y="546"/>
                    <a:pt x="41" y="545"/>
                  </a:cubicBezTo>
                  <a:lnTo>
                    <a:pt x="5" y="443"/>
                  </a:lnTo>
                  <a:cubicBezTo>
                    <a:pt x="0" y="431"/>
                    <a:pt x="1" y="420"/>
                    <a:pt x="15" y="417"/>
                  </a:cubicBezTo>
                  <a:cubicBezTo>
                    <a:pt x="28" y="413"/>
                    <a:pt x="35" y="423"/>
                    <a:pt x="36" y="435"/>
                  </a:cubicBezTo>
                  <a:cubicBezTo>
                    <a:pt x="46" y="482"/>
                    <a:pt x="63" y="527"/>
                    <a:pt x="86" y="568"/>
                  </a:cubicBezTo>
                  <a:cubicBezTo>
                    <a:pt x="93" y="580"/>
                    <a:pt x="101" y="592"/>
                    <a:pt x="109" y="603"/>
                  </a:cubicBezTo>
                  <a:cubicBezTo>
                    <a:pt x="110" y="605"/>
                    <a:pt x="112" y="608"/>
                    <a:pt x="113" y="611"/>
                  </a:cubicBezTo>
                  <a:cubicBezTo>
                    <a:pt x="131" y="642"/>
                    <a:pt x="142" y="677"/>
                    <a:pt x="145" y="713"/>
                  </a:cubicBezTo>
                  <a:cubicBezTo>
                    <a:pt x="145" y="722"/>
                    <a:pt x="145" y="732"/>
                    <a:pt x="145" y="741"/>
                  </a:cubicBezTo>
                  <a:cubicBezTo>
                    <a:pt x="153" y="812"/>
                    <a:pt x="180" y="830"/>
                    <a:pt x="247" y="808"/>
                  </a:cubicBezTo>
                  <a:cubicBezTo>
                    <a:pt x="286" y="795"/>
                    <a:pt x="324" y="781"/>
                    <a:pt x="372" y="766"/>
                  </a:cubicBezTo>
                  <a:cubicBezTo>
                    <a:pt x="349" y="801"/>
                    <a:pt x="312" y="796"/>
                    <a:pt x="291" y="818"/>
                  </a:cubicBezTo>
                  <a:cubicBezTo>
                    <a:pt x="306" y="826"/>
                    <a:pt x="318" y="818"/>
                    <a:pt x="332" y="816"/>
                  </a:cubicBezTo>
                  <a:cubicBezTo>
                    <a:pt x="395" y="806"/>
                    <a:pt x="455" y="787"/>
                    <a:pt x="518" y="773"/>
                  </a:cubicBezTo>
                  <a:cubicBezTo>
                    <a:pt x="568" y="762"/>
                    <a:pt x="615" y="743"/>
                    <a:pt x="660" y="718"/>
                  </a:cubicBezTo>
                  <a:cubicBezTo>
                    <a:pt x="667" y="714"/>
                    <a:pt x="674" y="709"/>
                    <a:pt x="681" y="705"/>
                  </a:cubicBezTo>
                  <a:cubicBezTo>
                    <a:pt x="692" y="697"/>
                    <a:pt x="704" y="690"/>
                    <a:pt x="716" y="683"/>
                  </a:cubicBezTo>
                  <a:cubicBezTo>
                    <a:pt x="765" y="655"/>
                    <a:pt x="818" y="633"/>
                    <a:pt x="873" y="618"/>
                  </a:cubicBezTo>
                  <a:cubicBezTo>
                    <a:pt x="901" y="607"/>
                    <a:pt x="928" y="595"/>
                    <a:pt x="954" y="581"/>
                  </a:cubicBezTo>
                  <a:cubicBezTo>
                    <a:pt x="968" y="575"/>
                    <a:pt x="983" y="559"/>
                    <a:pt x="1000" y="577"/>
                  </a:cubicBezTo>
                  <a:cubicBezTo>
                    <a:pt x="1006" y="585"/>
                    <a:pt x="1014" y="577"/>
                    <a:pt x="1019" y="574"/>
                  </a:cubicBezTo>
                  <a:cubicBezTo>
                    <a:pt x="1063" y="536"/>
                    <a:pt x="1118" y="516"/>
                    <a:pt x="1165" y="484"/>
                  </a:cubicBezTo>
                  <a:cubicBezTo>
                    <a:pt x="1228" y="447"/>
                    <a:pt x="1284" y="401"/>
                    <a:pt x="1333" y="348"/>
                  </a:cubicBezTo>
                  <a:cubicBezTo>
                    <a:pt x="1343" y="337"/>
                    <a:pt x="1355" y="328"/>
                    <a:pt x="1368" y="320"/>
                  </a:cubicBezTo>
                  <a:cubicBezTo>
                    <a:pt x="1405" y="297"/>
                    <a:pt x="1414" y="250"/>
                    <a:pt x="1451" y="226"/>
                  </a:cubicBezTo>
                  <a:cubicBezTo>
                    <a:pt x="1458" y="220"/>
                    <a:pt x="1451" y="199"/>
                    <a:pt x="1459" y="189"/>
                  </a:cubicBezTo>
                  <a:lnTo>
                    <a:pt x="1457" y="1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3070080" y="3465000"/>
              <a:ext cx="527400" cy="497160"/>
            </a:xfrm>
            <a:custGeom>
              <a:rect b="b" l="l" r="r" t="t"/>
              <a:pathLst>
                <a:path extrusionOk="0" h="1381" w="1465">
                  <a:moveTo>
                    <a:pt x="1" y="852"/>
                  </a:moveTo>
                  <a:cubicBezTo>
                    <a:pt x="142" y="978"/>
                    <a:pt x="314" y="1058"/>
                    <a:pt x="460" y="1177"/>
                  </a:cubicBezTo>
                  <a:cubicBezTo>
                    <a:pt x="482" y="1195"/>
                    <a:pt x="506" y="1213"/>
                    <a:pt x="531" y="1227"/>
                  </a:cubicBezTo>
                  <a:cubicBezTo>
                    <a:pt x="600" y="1267"/>
                    <a:pt x="677" y="1290"/>
                    <a:pt x="756" y="1297"/>
                  </a:cubicBezTo>
                  <a:cubicBezTo>
                    <a:pt x="784" y="1300"/>
                    <a:pt x="812" y="1309"/>
                    <a:pt x="837" y="1323"/>
                  </a:cubicBezTo>
                  <a:cubicBezTo>
                    <a:pt x="844" y="1327"/>
                    <a:pt x="852" y="1332"/>
                    <a:pt x="859" y="1337"/>
                  </a:cubicBezTo>
                  <a:cubicBezTo>
                    <a:pt x="863" y="1341"/>
                    <a:pt x="867" y="1344"/>
                    <a:pt x="872" y="1346"/>
                  </a:cubicBezTo>
                  <a:cubicBezTo>
                    <a:pt x="891" y="1357"/>
                    <a:pt x="913" y="1363"/>
                    <a:pt x="935" y="1363"/>
                  </a:cubicBezTo>
                  <a:cubicBezTo>
                    <a:pt x="950" y="1363"/>
                    <a:pt x="966" y="1360"/>
                    <a:pt x="980" y="1355"/>
                  </a:cubicBezTo>
                  <a:cubicBezTo>
                    <a:pt x="1026" y="1341"/>
                    <a:pt x="1071" y="1321"/>
                    <a:pt x="1113" y="1297"/>
                  </a:cubicBezTo>
                  <a:cubicBezTo>
                    <a:pt x="1209" y="1241"/>
                    <a:pt x="1290" y="1161"/>
                    <a:pt x="1345" y="1065"/>
                  </a:cubicBezTo>
                  <a:cubicBezTo>
                    <a:pt x="1346" y="1064"/>
                    <a:pt x="1346" y="1063"/>
                    <a:pt x="1347" y="1062"/>
                  </a:cubicBezTo>
                  <a:cubicBezTo>
                    <a:pt x="1348" y="1060"/>
                    <a:pt x="1349" y="1058"/>
                    <a:pt x="1351" y="1055"/>
                  </a:cubicBezTo>
                  <a:cubicBezTo>
                    <a:pt x="1360" y="1037"/>
                    <a:pt x="1367" y="1017"/>
                    <a:pt x="1367" y="997"/>
                  </a:cubicBezTo>
                  <a:cubicBezTo>
                    <a:pt x="1367" y="996"/>
                    <a:pt x="1367" y="995"/>
                    <a:pt x="1367" y="994"/>
                  </a:cubicBezTo>
                  <a:cubicBezTo>
                    <a:pt x="1366" y="988"/>
                    <a:pt x="1366" y="982"/>
                    <a:pt x="1366" y="977"/>
                  </a:cubicBezTo>
                  <a:cubicBezTo>
                    <a:pt x="1366" y="933"/>
                    <a:pt x="1378" y="889"/>
                    <a:pt x="1400" y="851"/>
                  </a:cubicBezTo>
                  <a:cubicBezTo>
                    <a:pt x="1401" y="849"/>
                    <a:pt x="1402" y="847"/>
                    <a:pt x="1404" y="844"/>
                  </a:cubicBezTo>
                  <a:cubicBezTo>
                    <a:pt x="1405" y="843"/>
                    <a:pt x="1406" y="841"/>
                    <a:pt x="1407" y="839"/>
                  </a:cubicBezTo>
                  <a:cubicBezTo>
                    <a:pt x="1421" y="816"/>
                    <a:pt x="1428" y="789"/>
                    <a:pt x="1428" y="762"/>
                  </a:cubicBezTo>
                  <a:cubicBezTo>
                    <a:pt x="1428" y="747"/>
                    <a:pt x="1425" y="731"/>
                    <a:pt x="1421" y="717"/>
                  </a:cubicBezTo>
                  <a:cubicBezTo>
                    <a:pt x="1410" y="666"/>
                    <a:pt x="1403" y="614"/>
                    <a:pt x="1401" y="562"/>
                  </a:cubicBezTo>
                  <a:lnTo>
                    <a:pt x="1401" y="561"/>
                  </a:lnTo>
                  <a:cubicBezTo>
                    <a:pt x="1401" y="533"/>
                    <a:pt x="1397" y="506"/>
                    <a:pt x="1389" y="480"/>
                  </a:cubicBezTo>
                  <a:cubicBezTo>
                    <a:pt x="1332" y="350"/>
                    <a:pt x="1303" y="204"/>
                    <a:pt x="1180" y="112"/>
                  </a:cubicBezTo>
                  <a:cubicBezTo>
                    <a:pt x="1151" y="88"/>
                    <a:pt x="1123" y="63"/>
                    <a:pt x="1097" y="37"/>
                  </a:cubicBezTo>
                  <a:cubicBezTo>
                    <a:pt x="1089" y="30"/>
                    <a:pt x="1078" y="24"/>
                    <a:pt x="1083" y="10"/>
                  </a:cubicBezTo>
                  <a:cubicBezTo>
                    <a:pt x="1093" y="0"/>
                    <a:pt x="1098" y="10"/>
                    <a:pt x="1105" y="17"/>
                  </a:cubicBezTo>
                  <a:cubicBezTo>
                    <a:pt x="1145" y="53"/>
                    <a:pt x="1184" y="90"/>
                    <a:pt x="1225" y="125"/>
                  </a:cubicBezTo>
                  <a:cubicBezTo>
                    <a:pt x="1258" y="151"/>
                    <a:pt x="1284" y="183"/>
                    <a:pt x="1305" y="218"/>
                  </a:cubicBezTo>
                  <a:cubicBezTo>
                    <a:pt x="1314" y="234"/>
                    <a:pt x="1322" y="251"/>
                    <a:pt x="1329" y="268"/>
                  </a:cubicBezTo>
                  <a:cubicBezTo>
                    <a:pt x="1362" y="361"/>
                    <a:pt x="1414" y="447"/>
                    <a:pt x="1428" y="546"/>
                  </a:cubicBezTo>
                  <a:cubicBezTo>
                    <a:pt x="1435" y="598"/>
                    <a:pt x="1431" y="652"/>
                    <a:pt x="1444" y="702"/>
                  </a:cubicBezTo>
                  <a:cubicBezTo>
                    <a:pt x="1464" y="780"/>
                    <a:pt x="1444" y="848"/>
                    <a:pt x="1412" y="916"/>
                  </a:cubicBezTo>
                  <a:cubicBezTo>
                    <a:pt x="1405" y="931"/>
                    <a:pt x="1400" y="948"/>
                    <a:pt x="1398" y="964"/>
                  </a:cubicBezTo>
                  <a:cubicBezTo>
                    <a:pt x="1379" y="1084"/>
                    <a:pt x="1307" y="1172"/>
                    <a:pt x="1219" y="1246"/>
                  </a:cubicBezTo>
                  <a:cubicBezTo>
                    <a:pt x="1192" y="1268"/>
                    <a:pt x="1163" y="1289"/>
                    <a:pt x="1132" y="1307"/>
                  </a:cubicBezTo>
                  <a:cubicBezTo>
                    <a:pt x="1080" y="1336"/>
                    <a:pt x="1025" y="1359"/>
                    <a:pt x="967" y="1373"/>
                  </a:cubicBezTo>
                  <a:cubicBezTo>
                    <a:pt x="953" y="1377"/>
                    <a:pt x="939" y="1380"/>
                    <a:pt x="925" y="1380"/>
                  </a:cubicBezTo>
                  <a:cubicBezTo>
                    <a:pt x="902" y="1380"/>
                    <a:pt x="879" y="1374"/>
                    <a:pt x="859" y="1363"/>
                  </a:cubicBezTo>
                  <a:cubicBezTo>
                    <a:pt x="826" y="1345"/>
                    <a:pt x="790" y="1334"/>
                    <a:pt x="753" y="1332"/>
                  </a:cubicBezTo>
                  <a:cubicBezTo>
                    <a:pt x="673" y="1328"/>
                    <a:pt x="595" y="1304"/>
                    <a:pt x="526" y="1264"/>
                  </a:cubicBezTo>
                  <a:cubicBezTo>
                    <a:pt x="506" y="1253"/>
                    <a:pt x="487" y="1240"/>
                    <a:pt x="469" y="1226"/>
                  </a:cubicBezTo>
                  <a:cubicBezTo>
                    <a:pt x="425" y="1195"/>
                    <a:pt x="384" y="1161"/>
                    <a:pt x="342" y="1126"/>
                  </a:cubicBezTo>
                  <a:cubicBezTo>
                    <a:pt x="278" y="1075"/>
                    <a:pt x="212" y="1027"/>
                    <a:pt x="142" y="983"/>
                  </a:cubicBezTo>
                  <a:cubicBezTo>
                    <a:pt x="96" y="955"/>
                    <a:pt x="54" y="921"/>
                    <a:pt x="17" y="881"/>
                  </a:cubicBezTo>
                  <a:cubicBezTo>
                    <a:pt x="10" y="873"/>
                    <a:pt x="0" y="866"/>
                    <a:pt x="3" y="853"/>
                  </a:cubicBezTo>
                  <a:lnTo>
                    <a:pt x="1" y="8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9"/>
            <p:cNvSpPr/>
            <p:nvPr/>
          </p:nvSpPr>
          <p:spPr>
            <a:xfrm>
              <a:off x="2933280" y="3372480"/>
              <a:ext cx="536400" cy="173160"/>
            </a:xfrm>
            <a:custGeom>
              <a:rect b="b" l="l" r="r" t="t"/>
              <a:pathLst>
                <a:path extrusionOk="0" h="481" w="1490">
                  <a:moveTo>
                    <a:pt x="1" y="147"/>
                  </a:moveTo>
                  <a:cubicBezTo>
                    <a:pt x="2" y="127"/>
                    <a:pt x="6" y="109"/>
                    <a:pt x="33" y="114"/>
                  </a:cubicBezTo>
                  <a:cubicBezTo>
                    <a:pt x="73" y="122"/>
                    <a:pt x="118" y="97"/>
                    <a:pt x="154" y="135"/>
                  </a:cubicBezTo>
                  <a:cubicBezTo>
                    <a:pt x="158" y="139"/>
                    <a:pt x="180" y="125"/>
                    <a:pt x="193" y="122"/>
                  </a:cubicBezTo>
                  <a:cubicBezTo>
                    <a:pt x="225" y="116"/>
                    <a:pt x="255" y="112"/>
                    <a:pt x="273" y="79"/>
                  </a:cubicBezTo>
                  <a:cubicBezTo>
                    <a:pt x="280" y="64"/>
                    <a:pt x="299" y="65"/>
                    <a:pt x="313" y="62"/>
                  </a:cubicBezTo>
                  <a:cubicBezTo>
                    <a:pt x="382" y="49"/>
                    <a:pt x="452" y="37"/>
                    <a:pt x="521" y="26"/>
                  </a:cubicBezTo>
                  <a:cubicBezTo>
                    <a:pt x="523" y="26"/>
                    <a:pt x="524" y="26"/>
                    <a:pt x="525" y="26"/>
                  </a:cubicBezTo>
                  <a:cubicBezTo>
                    <a:pt x="535" y="26"/>
                    <a:pt x="545" y="28"/>
                    <a:pt x="554" y="30"/>
                  </a:cubicBezTo>
                  <a:cubicBezTo>
                    <a:pt x="569" y="34"/>
                    <a:pt x="583" y="35"/>
                    <a:pt x="598" y="35"/>
                  </a:cubicBezTo>
                  <a:cubicBezTo>
                    <a:pt x="620" y="35"/>
                    <a:pt x="642" y="32"/>
                    <a:pt x="663" y="25"/>
                  </a:cubicBezTo>
                  <a:cubicBezTo>
                    <a:pt x="704" y="11"/>
                    <a:pt x="745" y="0"/>
                    <a:pt x="791" y="28"/>
                  </a:cubicBezTo>
                  <a:cubicBezTo>
                    <a:pt x="816" y="43"/>
                    <a:pt x="856" y="33"/>
                    <a:pt x="889" y="32"/>
                  </a:cubicBezTo>
                  <a:cubicBezTo>
                    <a:pt x="894" y="31"/>
                    <a:pt x="900" y="31"/>
                    <a:pt x="905" y="31"/>
                  </a:cubicBezTo>
                  <a:cubicBezTo>
                    <a:pt x="926" y="31"/>
                    <a:pt x="948" y="38"/>
                    <a:pt x="967" y="48"/>
                  </a:cubicBezTo>
                  <a:cubicBezTo>
                    <a:pt x="971" y="51"/>
                    <a:pt x="974" y="52"/>
                    <a:pt x="978" y="55"/>
                  </a:cubicBezTo>
                  <a:cubicBezTo>
                    <a:pt x="981" y="57"/>
                    <a:pt x="984" y="59"/>
                    <a:pt x="987" y="60"/>
                  </a:cubicBezTo>
                  <a:cubicBezTo>
                    <a:pt x="1012" y="75"/>
                    <a:pt x="1041" y="83"/>
                    <a:pt x="1070" y="83"/>
                  </a:cubicBezTo>
                  <a:cubicBezTo>
                    <a:pt x="1072" y="83"/>
                    <a:pt x="1074" y="83"/>
                    <a:pt x="1076" y="83"/>
                  </a:cubicBezTo>
                  <a:cubicBezTo>
                    <a:pt x="1080" y="82"/>
                    <a:pt x="1084" y="82"/>
                    <a:pt x="1087" y="82"/>
                  </a:cubicBezTo>
                  <a:cubicBezTo>
                    <a:pt x="1143" y="82"/>
                    <a:pt x="1198" y="97"/>
                    <a:pt x="1246" y="125"/>
                  </a:cubicBezTo>
                  <a:cubicBezTo>
                    <a:pt x="1249" y="127"/>
                    <a:pt x="1253" y="129"/>
                    <a:pt x="1256" y="131"/>
                  </a:cubicBezTo>
                  <a:cubicBezTo>
                    <a:pt x="1258" y="132"/>
                    <a:pt x="1260" y="134"/>
                    <a:pt x="1261" y="134"/>
                  </a:cubicBezTo>
                  <a:cubicBezTo>
                    <a:pt x="1274" y="143"/>
                    <a:pt x="1288" y="146"/>
                    <a:pt x="1303" y="148"/>
                  </a:cubicBezTo>
                  <a:cubicBezTo>
                    <a:pt x="1362" y="158"/>
                    <a:pt x="1416" y="186"/>
                    <a:pt x="1476" y="189"/>
                  </a:cubicBezTo>
                  <a:lnTo>
                    <a:pt x="1477" y="189"/>
                  </a:lnTo>
                  <a:cubicBezTo>
                    <a:pt x="1479" y="189"/>
                    <a:pt x="1481" y="190"/>
                    <a:pt x="1483" y="191"/>
                  </a:cubicBezTo>
                  <a:cubicBezTo>
                    <a:pt x="1485" y="192"/>
                    <a:pt x="1486" y="193"/>
                    <a:pt x="1487" y="195"/>
                  </a:cubicBezTo>
                  <a:cubicBezTo>
                    <a:pt x="1488" y="197"/>
                    <a:pt x="1489" y="199"/>
                    <a:pt x="1489" y="201"/>
                  </a:cubicBezTo>
                  <a:cubicBezTo>
                    <a:pt x="1489" y="202"/>
                    <a:pt x="1489" y="203"/>
                    <a:pt x="1489" y="203"/>
                  </a:cubicBezTo>
                  <a:cubicBezTo>
                    <a:pt x="1489" y="213"/>
                    <a:pt x="1479" y="214"/>
                    <a:pt x="1472" y="214"/>
                  </a:cubicBezTo>
                  <a:cubicBezTo>
                    <a:pt x="1469" y="214"/>
                    <a:pt x="1467" y="214"/>
                    <a:pt x="1464" y="214"/>
                  </a:cubicBezTo>
                  <a:cubicBezTo>
                    <a:pt x="1431" y="214"/>
                    <a:pt x="1399" y="207"/>
                    <a:pt x="1369" y="194"/>
                  </a:cubicBezTo>
                  <a:cubicBezTo>
                    <a:pt x="1339" y="180"/>
                    <a:pt x="1307" y="169"/>
                    <a:pt x="1275" y="163"/>
                  </a:cubicBezTo>
                  <a:cubicBezTo>
                    <a:pt x="1250" y="157"/>
                    <a:pt x="1226" y="147"/>
                    <a:pt x="1204" y="135"/>
                  </a:cubicBezTo>
                  <a:cubicBezTo>
                    <a:pt x="1199" y="132"/>
                    <a:pt x="1195" y="129"/>
                    <a:pt x="1191" y="127"/>
                  </a:cubicBezTo>
                  <a:cubicBezTo>
                    <a:pt x="1156" y="104"/>
                    <a:pt x="1109" y="110"/>
                    <a:pt x="1066" y="110"/>
                  </a:cubicBezTo>
                  <a:cubicBezTo>
                    <a:pt x="1060" y="111"/>
                    <a:pt x="1055" y="111"/>
                    <a:pt x="1050" y="111"/>
                  </a:cubicBezTo>
                  <a:cubicBezTo>
                    <a:pt x="1020" y="111"/>
                    <a:pt x="991" y="104"/>
                    <a:pt x="965" y="88"/>
                  </a:cubicBezTo>
                  <a:cubicBezTo>
                    <a:pt x="955" y="83"/>
                    <a:pt x="946" y="76"/>
                    <a:pt x="937" y="68"/>
                  </a:cubicBezTo>
                  <a:cubicBezTo>
                    <a:pt x="934" y="66"/>
                    <a:pt x="932" y="64"/>
                    <a:pt x="929" y="62"/>
                  </a:cubicBezTo>
                  <a:cubicBezTo>
                    <a:pt x="921" y="58"/>
                    <a:pt x="912" y="55"/>
                    <a:pt x="903" y="55"/>
                  </a:cubicBezTo>
                  <a:cubicBezTo>
                    <a:pt x="899" y="55"/>
                    <a:pt x="895" y="56"/>
                    <a:pt x="891" y="57"/>
                  </a:cubicBezTo>
                  <a:cubicBezTo>
                    <a:pt x="845" y="60"/>
                    <a:pt x="799" y="61"/>
                    <a:pt x="754" y="61"/>
                  </a:cubicBezTo>
                  <a:cubicBezTo>
                    <a:pt x="697" y="61"/>
                    <a:pt x="641" y="59"/>
                    <a:pt x="584" y="55"/>
                  </a:cubicBezTo>
                  <a:cubicBezTo>
                    <a:pt x="498" y="48"/>
                    <a:pt x="420" y="68"/>
                    <a:pt x="339" y="79"/>
                  </a:cubicBezTo>
                  <a:cubicBezTo>
                    <a:pt x="329" y="79"/>
                    <a:pt x="320" y="83"/>
                    <a:pt x="312" y="87"/>
                  </a:cubicBezTo>
                  <a:cubicBezTo>
                    <a:pt x="304" y="92"/>
                    <a:pt x="298" y="98"/>
                    <a:pt x="293" y="106"/>
                  </a:cubicBezTo>
                  <a:cubicBezTo>
                    <a:pt x="359" y="91"/>
                    <a:pt x="418" y="112"/>
                    <a:pt x="480" y="94"/>
                  </a:cubicBezTo>
                  <a:cubicBezTo>
                    <a:pt x="474" y="103"/>
                    <a:pt x="466" y="111"/>
                    <a:pt x="456" y="116"/>
                  </a:cubicBezTo>
                  <a:cubicBezTo>
                    <a:pt x="448" y="121"/>
                    <a:pt x="439" y="123"/>
                    <a:pt x="430" y="125"/>
                  </a:cubicBezTo>
                  <a:cubicBezTo>
                    <a:pt x="394" y="137"/>
                    <a:pt x="359" y="147"/>
                    <a:pt x="324" y="160"/>
                  </a:cubicBezTo>
                  <a:cubicBezTo>
                    <a:pt x="297" y="170"/>
                    <a:pt x="297" y="180"/>
                    <a:pt x="316" y="200"/>
                  </a:cubicBezTo>
                  <a:cubicBezTo>
                    <a:pt x="332" y="216"/>
                    <a:pt x="350" y="229"/>
                    <a:pt x="367" y="244"/>
                  </a:cubicBezTo>
                  <a:cubicBezTo>
                    <a:pt x="443" y="307"/>
                    <a:pt x="518" y="371"/>
                    <a:pt x="593" y="435"/>
                  </a:cubicBezTo>
                  <a:cubicBezTo>
                    <a:pt x="607" y="447"/>
                    <a:pt x="620" y="461"/>
                    <a:pt x="640" y="480"/>
                  </a:cubicBezTo>
                  <a:cubicBezTo>
                    <a:pt x="630" y="479"/>
                    <a:pt x="620" y="476"/>
                    <a:pt x="612" y="471"/>
                  </a:cubicBezTo>
                  <a:cubicBezTo>
                    <a:pt x="605" y="467"/>
                    <a:pt x="600" y="462"/>
                    <a:pt x="595" y="457"/>
                  </a:cubicBezTo>
                  <a:cubicBezTo>
                    <a:pt x="559" y="427"/>
                    <a:pt x="523" y="397"/>
                    <a:pt x="489" y="367"/>
                  </a:cubicBezTo>
                  <a:cubicBezTo>
                    <a:pt x="458" y="337"/>
                    <a:pt x="424" y="313"/>
                    <a:pt x="387" y="291"/>
                  </a:cubicBezTo>
                  <a:cubicBezTo>
                    <a:pt x="375" y="284"/>
                    <a:pt x="362" y="277"/>
                    <a:pt x="349" y="271"/>
                  </a:cubicBezTo>
                  <a:lnTo>
                    <a:pt x="349" y="261"/>
                  </a:lnTo>
                  <a:cubicBezTo>
                    <a:pt x="328" y="231"/>
                    <a:pt x="301" y="205"/>
                    <a:pt x="272" y="183"/>
                  </a:cubicBezTo>
                  <a:cubicBezTo>
                    <a:pt x="235" y="152"/>
                    <a:pt x="185" y="162"/>
                    <a:pt x="139" y="172"/>
                  </a:cubicBezTo>
                  <a:cubicBezTo>
                    <a:pt x="126" y="175"/>
                    <a:pt x="105" y="193"/>
                    <a:pt x="109" y="157"/>
                  </a:cubicBezTo>
                  <a:cubicBezTo>
                    <a:pt x="111" y="144"/>
                    <a:pt x="98" y="146"/>
                    <a:pt x="89" y="146"/>
                  </a:cubicBezTo>
                  <a:lnTo>
                    <a:pt x="0" y="146"/>
                  </a:lnTo>
                  <a:lnTo>
                    <a:pt x="1" y="147"/>
                  </a:lnTo>
                  <a:moveTo>
                    <a:pt x="333" y="126"/>
                  </a:moveTo>
                  <a:cubicBezTo>
                    <a:pt x="324" y="124"/>
                    <a:pt x="314" y="123"/>
                    <a:pt x="305" y="123"/>
                  </a:cubicBezTo>
                  <a:cubicBezTo>
                    <a:pt x="282" y="123"/>
                    <a:pt x="261" y="129"/>
                    <a:pt x="242" y="140"/>
                  </a:cubicBezTo>
                  <a:cubicBezTo>
                    <a:pt x="240" y="141"/>
                    <a:pt x="239" y="142"/>
                    <a:pt x="238" y="142"/>
                  </a:cubicBezTo>
                  <a:cubicBezTo>
                    <a:pt x="247" y="145"/>
                    <a:pt x="257" y="146"/>
                    <a:pt x="267" y="146"/>
                  </a:cubicBezTo>
                  <a:cubicBezTo>
                    <a:pt x="289" y="146"/>
                    <a:pt x="310" y="140"/>
                    <a:pt x="328" y="130"/>
                  </a:cubicBezTo>
                  <a:cubicBezTo>
                    <a:pt x="330" y="129"/>
                    <a:pt x="332" y="128"/>
                    <a:pt x="334" y="126"/>
                  </a:cubicBezTo>
                  <a:lnTo>
                    <a:pt x="333" y="1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9"/>
            <p:cNvSpPr/>
            <p:nvPr/>
          </p:nvSpPr>
          <p:spPr>
            <a:xfrm>
              <a:off x="2991240" y="3610440"/>
              <a:ext cx="288720" cy="245160"/>
            </a:xfrm>
            <a:custGeom>
              <a:rect b="b" l="l" r="r" t="t"/>
              <a:pathLst>
                <a:path extrusionOk="0" h="681" w="802">
                  <a:moveTo>
                    <a:pt x="20" y="0"/>
                  </a:moveTo>
                  <a:cubicBezTo>
                    <a:pt x="47" y="12"/>
                    <a:pt x="47" y="40"/>
                    <a:pt x="67" y="57"/>
                  </a:cubicBezTo>
                  <a:cubicBezTo>
                    <a:pt x="47" y="63"/>
                    <a:pt x="46" y="43"/>
                    <a:pt x="30" y="49"/>
                  </a:cubicBezTo>
                  <a:cubicBezTo>
                    <a:pt x="40" y="71"/>
                    <a:pt x="38" y="99"/>
                    <a:pt x="72" y="105"/>
                  </a:cubicBezTo>
                  <a:cubicBezTo>
                    <a:pt x="75" y="105"/>
                    <a:pt x="76" y="118"/>
                    <a:pt x="78" y="125"/>
                  </a:cubicBezTo>
                  <a:cubicBezTo>
                    <a:pt x="81" y="130"/>
                    <a:pt x="84" y="136"/>
                    <a:pt x="87" y="141"/>
                  </a:cubicBezTo>
                  <a:cubicBezTo>
                    <a:pt x="112" y="184"/>
                    <a:pt x="145" y="221"/>
                    <a:pt x="185" y="250"/>
                  </a:cubicBezTo>
                  <a:cubicBezTo>
                    <a:pt x="221" y="280"/>
                    <a:pt x="258" y="307"/>
                    <a:pt x="298" y="331"/>
                  </a:cubicBezTo>
                  <a:cubicBezTo>
                    <a:pt x="299" y="331"/>
                    <a:pt x="300" y="332"/>
                    <a:pt x="301" y="333"/>
                  </a:cubicBezTo>
                  <a:cubicBezTo>
                    <a:pt x="311" y="338"/>
                    <a:pt x="319" y="346"/>
                    <a:pt x="325" y="356"/>
                  </a:cubicBezTo>
                  <a:cubicBezTo>
                    <a:pt x="330" y="365"/>
                    <a:pt x="333" y="378"/>
                    <a:pt x="333" y="389"/>
                  </a:cubicBezTo>
                  <a:cubicBezTo>
                    <a:pt x="333" y="390"/>
                    <a:pt x="333" y="391"/>
                    <a:pt x="333" y="391"/>
                  </a:cubicBezTo>
                  <a:cubicBezTo>
                    <a:pt x="299" y="391"/>
                    <a:pt x="280" y="360"/>
                    <a:pt x="249" y="353"/>
                  </a:cubicBezTo>
                  <a:cubicBezTo>
                    <a:pt x="247" y="356"/>
                    <a:pt x="246" y="360"/>
                    <a:pt x="245" y="363"/>
                  </a:cubicBezTo>
                  <a:cubicBezTo>
                    <a:pt x="306" y="407"/>
                    <a:pt x="355" y="467"/>
                    <a:pt x="423" y="502"/>
                  </a:cubicBezTo>
                  <a:cubicBezTo>
                    <a:pt x="440" y="510"/>
                    <a:pt x="456" y="528"/>
                    <a:pt x="478" y="510"/>
                  </a:cubicBezTo>
                  <a:cubicBezTo>
                    <a:pt x="479" y="509"/>
                    <a:pt x="479" y="509"/>
                    <a:pt x="480" y="509"/>
                  </a:cubicBezTo>
                  <a:cubicBezTo>
                    <a:pt x="481" y="508"/>
                    <a:pt x="483" y="507"/>
                    <a:pt x="485" y="507"/>
                  </a:cubicBezTo>
                  <a:cubicBezTo>
                    <a:pt x="487" y="507"/>
                    <a:pt x="489" y="508"/>
                    <a:pt x="491" y="509"/>
                  </a:cubicBezTo>
                  <a:cubicBezTo>
                    <a:pt x="492" y="509"/>
                    <a:pt x="493" y="510"/>
                    <a:pt x="493" y="511"/>
                  </a:cubicBezTo>
                  <a:cubicBezTo>
                    <a:pt x="549" y="567"/>
                    <a:pt x="623" y="570"/>
                    <a:pt x="694" y="584"/>
                  </a:cubicBezTo>
                  <a:cubicBezTo>
                    <a:pt x="687" y="601"/>
                    <a:pt x="671" y="591"/>
                    <a:pt x="661" y="598"/>
                  </a:cubicBezTo>
                  <a:cubicBezTo>
                    <a:pt x="691" y="604"/>
                    <a:pt x="722" y="606"/>
                    <a:pt x="752" y="606"/>
                  </a:cubicBezTo>
                  <a:cubicBezTo>
                    <a:pt x="768" y="606"/>
                    <a:pt x="785" y="605"/>
                    <a:pt x="801" y="604"/>
                  </a:cubicBezTo>
                  <a:cubicBezTo>
                    <a:pt x="777" y="626"/>
                    <a:pt x="776" y="627"/>
                    <a:pt x="718" y="624"/>
                  </a:cubicBezTo>
                  <a:cubicBezTo>
                    <a:pt x="687" y="624"/>
                    <a:pt x="657" y="611"/>
                    <a:pt x="622" y="624"/>
                  </a:cubicBezTo>
                  <a:lnTo>
                    <a:pt x="774" y="680"/>
                  </a:lnTo>
                  <a:cubicBezTo>
                    <a:pt x="692" y="677"/>
                    <a:pt x="483" y="604"/>
                    <a:pt x="448" y="568"/>
                  </a:cubicBezTo>
                  <a:cubicBezTo>
                    <a:pt x="472" y="566"/>
                    <a:pt x="488" y="583"/>
                    <a:pt x="507" y="586"/>
                  </a:cubicBezTo>
                  <a:cubicBezTo>
                    <a:pt x="514" y="586"/>
                    <a:pt x="521" y="592"/>
                    <a:pt x="524" y="580"/>
                  </a:cubicBezTo>
                  <a:cubicBezTo>
                    <a:pt x="527" y="568"/>
                    <a:pt x="532" y="563"/>
                    <a:pt x="519" y="558"/>
                  </a:cubicBezTo>
                  <a:cubicBezTo>
                    <a:pt x="508" y="552"/>
                    <a:pt x="496" y="546"/>
                    <a:pt x="484" y="542"/>
                  </a:cubicBezTo>
                  <a:cubicBezTo>
                    <a:pt x="397" y="523"/>
                    <a:pt x="330" y="468"/>
                    <a:pt x="258" y="423"/>
                  </a:cubicBezTo>
                  <a:cubicBezTo>
                    <a:pt x="238" y="378"/>
                    <a:pt x="181" y="362"/>
                    <a:pt x="166" y="312"/>
                  </a:cubicBezTo>
                  <a:cubicBezTo>
                    <a:pt x="165" y="310"/>
                    <a:pt x="165" y="309"/>
                    <a:pt x="164" y="307"/>
                  </a:cubicBezTo>
                  <a:cubicBezTo>
                    <a:pt x="160" y="300"/>
                    <a:pt x="154" y="294"/>
                    <a:pt x="147" y="290"/>
                  </a:cubicBezTo>
                  <a:cubicBezTo>
                    <a:pt x="143" y="288"/>
                    <a:pt x="139" y="286"/>
                    <a:pt x="135" y="285"/>
                  </a:cubicBezTo>
                  <a:cubicBezTo>
                    <a:pt x="133" y="315"/>
                    <a:pt x="159" y="334"/>
                    <a:pt x="161" y="361"/>
                  </a:cubicBezTo>
                  <a:cubicBezTo>
                    <a:pt x="144" y="359"/>
                    <a:pt x="143" y="342"/>
                    <a:pt x="137" y="331"/>
                  </a:cubicBezTo>
                  <a:cubicBezTo>
                    <a:pt x="135" y="329"/>
                    <a:pt x="134" y="327"/>
                    <a:pt x="133" y="325"/>
                  </a:cubicBezTo>
                  <a:cubicBezTo>
                    <a:pt x="127" y="316"/>
                    <a:pt x="124" y="306"/>
                    <a:pt x="121" y="296"/>
                  </a:cubicBezTo>
                  <a:cubicBezTo>
                    <a:pt x="114" y="257"/>
                    <a:pt x="84" y="226"/>
                    <a:pt x="82" y="183"/>
                  </a:cubicBezTo>
                  <a:cubicBezTo>
                    <a:pt x="80" y="156"/>
                    <a:pt x="55" y="130"/>
                    <a:pt x="37" y="107"/>
                  </a:cubicBezTo>
                  <a:cubicBezTo>
                    <a:pt x="13" y="74"/>
                    <a:pt x="0" y="40"/>
                    <a:pt x="20" y="1"/>
                  </a:cubicBezTo>
                  <a:lnTo>
                    <a:pt x="2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3895920" y="3645720"/>
              <a:ext cx="109440" cy="82440"/>
            </a:xfrm>
            <a:custGeom>
              <a:rect b="b" l="l" r="r" t="t"/>
              <a:pathLst>
                <a:path extrusionOk="0" h="229" w="304">
                  <a:moveTo>
                    <a:pt x="2" y="0"/>
                  </a:moveTo>
                  <a:cubicBezTo>
                    <a:pt x="58" y="24"/>
                    <a:pt x="116" y="26"/>
                    <a:pt x="172" y="36"/>
                  </a:cubicBezTo>
                  <a:cubicBezTo>
                    <a:pt x="228" y="45"/>
                    <a:pt x="294" y="120"/>
                    <a:pt x="302" y="180"/>
                  </a:cubicBezTo>
                  <a:cubicBezTo>
                    <a:pt x="303" y="183"/>
                    <a:pt x="303" y="186"/>
                    <a:pt x="303" y="189"/>
                  </a:cubicBezTo>
                  <a:cubicBezTo>
                    <a:pt x="303" y="194"/>
                    <a:pt x="302" y="197"/>
                    <a:pt x="300" y="202"/>
                  </a:cubicBezTo>
                  <a:cubicBezTo>
                    <a:pt x="297" y="206"/>
                    <a:pt x="294" y="210"/>
                    <a:pt x="290" y="212"/>
                  </a:cubicBezTo>
                  <a:cubicBezTo>
                    <a:pt x="286" y="214"/>
                    <a:pt x="282" y="216"/>
                    <a:pt x="277" y="216"/>
                  </a:cubicBezTo>
                  <a:cubicBezTo>
                    <a:pt x="276" y="216"/>
                    <a:pt x="276" y="216"/>
                    <a:pt x="275" y="216"/>
                  </a:cubicBezTo>
                  <a:cubicBezTo>
                    <a:pt x="210" y="228"/>
                    <a:pt x="110" y="189"/>
                    <a:pt x="82" y="132"/>
                  </a:cubicBezTo>
                  <a:cubicBezTo>
                    <a:pt x="78" y="122"/>
                    <a:pt x="74" y="111"/>
                    <a:pt x="69" y="101"/>
                  </a:cubicBezTo>
                  <a:cubicBezTo>
                    <a:pt x="54" y="73"/>
                    <a:pt x="44" y="40"/>
                    <a:pt x="8" y="28"/>
                  </a:cubicBezTo>
                  <a:cubicBezTo>
                    <a:pt x="3" y="26"/>
                    <a:pt x="0" y="18"/>
                    <a:pt x="2" y="0"/>
                  </a:cubicBezTo>
                  <a:moveTo>
                    <a:pt x="216" y="160"/>
                  </a:moveTo>
                  <a:cubicBezTo>
                    <a:pt x="225" y="152"/>
                    <a:pt x="229" y="149"/>
                    <a:pt x="233" y="145"/>
                  </a:cubicBezTo>
                  <a:cubicBezTo>
                    <a:pt x="237" y="141"/>
                    <a:pt x="251" y="133"/>
                    <a:pt x="242" y="124"/>
                  </a:cubicBezTo>
                  <a:cubicBezTo>
                    <a:pt x="232" y="115"/>
                    <a:pt x="221" y="124"/>
                    <a:pt x="216" y="133"/>
                  </a:cubicBezTo>
                  <a:cubicBezTo>
                    <a:pt x="216" y="138"/>
                    <a:pt x="215" y="143"/>
                    <a:pt x="215" y="148"/>
                  </a:cubicBezTo>
                  <a:cubicBezTo>
                    <a:pt x="215" y="152"/>
                    <a:pt x="215" y="156"/>
                    <a:pt x="216"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3299040" y="3427200"/>
              <a:ext cx="165240" cy="85680"/>
            </a:xfrm>
            <a:custGeom>
              <a:rect b="b" l="l" r="r" t="t"/>
              <a:pathLst>
                <a:path extrusionOk="0" h="238" w="459">
                  <a:moveTo>
                    <a:pt x="68" y="47"/>
                  </a:moveTo>
                  <a:cubicBezTo>
                    <a:pt x="50" y="26"/>
                    <a:pt x="20" y="28"/>
                    <a:pt x="0" y="10"/>
                  </a:cubicBezTo>
                  <a:cubicBezTo>
                    <a:pt x="13" y="0"/>
                    <a:pt x="23" y="10"/>
                    <a:pt x="34" y="14"/>
                  </a:cubicBezTo>
                  <a:cubicBezTo>
                    <a:pt x="47" y="20"/>
                    <a:pt x="61" y="23"/>
                    <a:pt x="75" y="23"/>
                  </a:cubicBezTo>
                  <a:cubicBezTo>
                    <a:pt x="83" y="23"/>
                    <a:pt x="90" y="22"/>
                    <a:pt x="98" y="20"/>
                  </a:cubicBezTo>
                  <a:cubicBezTo>
                    <a:pt x="123" y="18"/>
                    <a:pt x="146" y="35"/>
                    <a:pt x="171" y="39"/>
                  </a:cubicBezTo>
                  <a:cubicBezTo>
                    <a:pt x="241" y="51"/>
                    <a:pt x="308" y="75"/>
                    <a:pt x="370" y="110"/>
                  </a:cubicBezTo>
                  <a:cubicBezTo>
                    <a:pt x="379" y="116"/>
                    <a:pt x="388" y="122"/>
                    <a:pt x="398" y="128"/>
                  </a:cubicBezTo>
                  <a:cubicBezTo>
                    <a:pt x="404" y="132"/>
                    <a:pt x="410" y="136"/>
                    <a:pt x="415" y="142"/>
                  </a:cubicBezTo>
                  <a:cubicBezTo>
                    <a:pt x="417" y="144"/>
                    <a:pt x="417" y="148"/>
                    <a:pt x="420" y="158"/>
                  </a:cubicBezTo>
                  <a:cubicBezTo>
                    <a:pt x="367" y="134"/>
                    <a:pt x="323" y="95"/>
                    <a:pt x="256" y="83"/>
                  </a:cubicBezTo>
                  <a:cubicBezTo>
                    <a:pt x="331" y="137"/>
                    <a:pt x="402" y="177"/>
                    <a:pt x="458" y="237"/>
                  </a:cubicBezTo>
                  <a:cubicBezTo>
                    <a:pt x="410" y="215"/>
                    <a:pt x="373" y="177"/>
                    <a:pt x="323" y="151"/>
                  </a:cubicBezTo>
                  <a:cubicBezTo>
                    <a:pt x="319" y="165"/>
                    <a:pt x="334" y="169"/>
                    <a:pt x="334" y="180"/>
                  </a:cubicBezTo>
                  <a:cubicBezTo>
                    <a:pt x="324" y="189"/>
                    <a:pt x="320" y="178"/>
                    <a:pt x="314" y="173"/>
                  </a:cubicBezTo>
                  <a:cubicBezTo>
                    <a:pt x="241" y="112"/>
                    <a:pt x="153" y="81"/>
                    <a:pt x="66" y="46"/>
                  </a:cubicBezTo>
                  <a:lnTo>
                    <a:pt x="68"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a:off x="2990520" y="3515760"/>
              <a:ext cx="114840" cy="187920"/>
            </a:xfrm>
            <a:custGeom>
              <a:rect b="b" l="l" r="r" t="t"/>
              <a:pathLst>
                <a:path extrusionOk="0" h="522" w="319">
                  <a:moveTo>
                    <a:pt x="207" y="488"/>
                  </a:moveTo>
                  <a:cubicBezTo>
                    <a:pt x="159" y="461"/>
                    <a:pt x="124" y="419"/>
                    <a:pt x="79" y="388"/>
                  </a:cubicBezTo>
                  <a:cubicBezTo>
                    <a:pt x="96" y="390"/>
                    <a:pt x="114" y="384"/>
                    <a:pt x="126" y="403"/>
                  </a:cubicBezTo>
                  <a:cubicBezTo>
                    <a:pt x="130" y="410"/>
                    <a:pt x="139" y="409"/>
                    <a:pt x="145" y="403"/>
                  </a:cubicBezTo>
                  <a:cubicBezTo>
                    <a:pt x="150" y="396"/>
                    <a:pt x="156" y="392"/>
                    <a:pt x="150" y="384"/>
                  </a:cubicBezTo>
                  <a:cubicBezTo>
                    <a:pt x="144" y="375"/>
                    <a:pt x="133" y="360"/>
                    <a:pt x="124" y="348"/>
                  </a:cubicBezTo>
                  <a:cubicBezTo>
                    <a:pt x="108" y="328"/>
                    <a:pt x="94" y="306"/>
                    <a:pt x="81" y="283"/>
                  </a:cubicBezTo>
                  <a:cubicBezTo>
                    <a:pt x="43" y="217"/>
                    <a:pt x="17" y="145"/>
                    <a:pt x="3" y="71"/>
                  </a:cubicBezTo>
                  <a:cubicBezTo>
                    <a:pt x="1" y="64"/>
                    <a:pt x="0" y="57"/>
                    <a:pt x="0" y="49"/>
                  </a:cubicBezTo>
                  <a:cubicBezTo>
                    <a:pt x="0" y="38"/>
                    <a:pt x="4" y="27"/>
                    <a:pt x="9" y="17"/>
                  </a:cubicBezTo>
                  <a:cubicBezTo>
                    <a:pt x="12" y="12"/>
                    <a:pt x="15" y="7"/>
                    <a:pt x="18" y="4"/>
                  </a:cubicBezTo>
                  <a:cubicBezTo>
                    <a:pt x="19" y="3"/>
                    <a:pt x="19" y="3"/>
                    <a:pt x="20" y="2"/>
                  </a:cubicBezTo>
                  <a:cubicBezTo>
                    <a:pt x="23" y="0"/>
                    <a:pt x="26" y="0"/>
                    <a:pt x="28" y="0"/>
                  </a:cubicBezTo>
                  <a:cubicBezTo>
                    <a:pt x="30" y="0"/>
                    <a:pt x="32" y="0"/>
                    <a:pt x="33" y="1"/>
                  </a:cubicBezTo>
                  <a:cubicBezTo>
                    <a:pt x="40" y="5"/>
                    <a:pt x="43" y="12"/>
                    <a:pt x="33" y="17"/>
                  </a:cubicBezTo>
                  <a:cubicBezTo>
                    <a:pt x="15" y="29"/>
                    <a:pt x="19" y="47"/>
                    <a:pt x="22" y="63"/>
                  </a:cubicBezTo>
                  <a:cubicBezTo>
                    <a:pt x="31" y="103"/>
                    <a:pt x="27" y="148"/>
                    <a:pt x="64" y="178"/>
                  </a:cubicBezTo>
                  <a:cubicBezTo>
                    <a:pt x="67" y="181"/>
                    <a:pt x="67" y="188"/>
                    <a:pt x="69" y="193"/>
                  </a:cubicBezTo>
                  <a:cubicBezTo>
                    <a:pt x="70" y="198"/>
                    <a:pt x="73" y="208"/>
                    <a:pt x="75" y="215"/>
                  </a:cubicBezTo>
                  <a:cubicBezTo>
                    <a:pt x="91" y="286"/>
                    <a:pt x="130" y="335"/>
                    <a:pt x="207" y="345"/>
                  </a:cubicBezTo>
                  <a:lnTo>
                    <a:pt x="222" y="363"/>
                  </a:lnTo>
                  <a:cubicBezTo>
                    <a:pt x="195" y="372"/>
                    <a:pt x="178" y="346"/>
                    <a:pt x="143" y="342"/>
                  </a:cubicBezTo>
                  <a:cubicBezTo>
                    <a:pt x="172" y="380"/>
                    <a:pt x="195" y="412"/>
                    <a:pt x="219" y="443"/>
                  </a:cubicBezTo>
                  <a:cubicBezTo>
                    <a:pt x="242" y="473"/>
                    <a:pt x="284" y="488"/>
                    <a:pt x="318" y="519"/>
                  </a:cubicBezTo>
                  <a:cubicBezTo>
                    <a:pt x="288" y="521"/>
                    <a:pt x="272" y="493"/>
                    <a:pt x="246" y="499"/>
                  </a:cubicBezTo>
                  <a:lnTo>
                    <a:pt x="207" y="4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a:off x="3152520" y="3400560"/>
              <a:ext cx="148680" cy="42120"/>
            </a:xfrm>
            <a:custGeom>
              <a:rect b="b" l="l" r="r" t="t"/>
              <a:pathLst>
                <a:path extrusionOk="0" h="117" w="413">
                  <a:moveTo>
                    <a:pt x="95" y="57"/>
                  </a:moveTo>
                  <a:cubicBezTo>
                    <a:pt x="121" y="38"/>
                    <a:pt x="145" y="57"/>
                    <a:pt x="167" y="35"/>
                  </a:cubicBezTo>
                  <a:cubicBezTo>
                    <a:pt x="108" y="35"/>
                    <a:pt x="53" y="37"/>
                    <a:pt x="0" y="7"/>
                  </a:cubicBezTo>
                  <a:cubicBezTo>
                    <a:pt x="37" y="2"/>
                    <a:pt x="75" y="0"/>
                    <a:pt x="113" y="0"/>
                  </a:cubicBezTo>
                  <a:cubicBezTo>
                    <a:pt x="183" y="0"/>
                    <a:pt x="253" y="8"/>
                    <a:pt x="322" y="24"/>
                  </a:cubicBezTo>
                  <a:cubicBezTo>
                    <a:pt x="328" y="44"/>
                    <a:pt x="302" y="50"/>
                    <a:pt x="311" y="67"/>
                  </a:cubicBezTo>
                  <a:cubicBezTo>
                    <a:pt x="320" y="83"/>
                    <a:pt x="333" y="79"/>
                    <a:pt x="345" y="84"/>
                  </a:cubicBezTo>
                  <a:cubicBezTo>
                    <a:pt x="356" y="88"/>
                    <a:pt x="377" y="95"/>
                    <a:pt x="392" y="101"/>
                  </a:cubicBezTo>
                  <a:cubicBezTo>
                    <a:pt x="399" y="106"/>
                    <a:pt x="406" y="111"/>
                    <a:pt x="412" y="116"/>
                  </a:cubicBezTo>
                  <a:cubicBezTo>
                    <a:pt x="300" y="93"/>
                    <a:pt x="205" y="56"/>
                    <a:pt x="95" y="57"/>
                  </a:cubicBezTo>
                  <a:moveTo>
                    <a:pt x="269" y="27"/>
                  </a:moveTo>
                  <a:lnTo>
                    <a:pt x="241" y="29"/>
                  </a:lnTo>
                  <a:cubicBezTo>
                    <a:pt x="247" y="31"/>
                    <a:pt x="254" y="33"/>
                    <a:pt x="269" y="26"/>
                  </a:cubicBezTo>
                  <a:lnTo>
                    <a:pt x="269"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9"/>
            <p:cNvSpPr/>
            <p:nvPr/>
          </p:nvSpPr>
          <p:spPr>
            <a:xfrm>
              <a:off x="2938320" y="3431520"/>
              <a:ext cx="213480" cy="152280"/>
            </a:xfrm>
            <a:custGeom>
              <a:rect b="b" l="l" r="r" t="t"/>
              <a:pathLst>
                <a:path extrusionOk="0" h="423" w="593">
                  <a:moveTo>
                    <a:pt x="592" y="419"/>
                  </a:moveTo>
                  <a:cubicBezTo>
                    <a:pt x="576" y="422"/>
                    <a:pt x="569" y="410"/>
                    <a:pt x="560" y="401"/>
                  </a:cubicBezTo>
                  <a:cubicBezTo>
                    <a:pt x="452" y="307"/>
                    <a:pt x="345" y="213"/>
                    <a:pt x="238" y="118"/>
                  </a:cubicBezTo>
                  <a:cubicBezTo>
                    <a:pt x="233" y="113"/>
                    <a:pt x="227" y="109"/>
                    <a:pt x="221" y="105"/>
                  </a:cubicBezTo>
                  <a:cubicBezTo>
                    <a:pt x="213" y="100"/>
                    <a:pt x="204" y="97"/>
                    <a:pt x="195" y="95"/>
                  </a:cubicBezTo>
                  <a:cubicBezTo>
                    <a:pt x="129" y="84"/>
                    <a:pt x="70" y="50"/>
                    <a:pt x="8" y="26"/>
                  </a:cubicBezTo>
                  <a:cubicBezTo>
                    <a:pt x="4" y="25"/>
                    <a:pt x="3" y="17"/>
                    <a:pt x="0" y="13"/>
                  </a:cubicBezTo>
                  <a:cubicBezTo>
                    <a:pt x="15" y="0"/>
                    <a:pt x="27" y="13"/>
                    <a:pt x="37" y="16"/>
                  </a:cubicBezTo>
                  <a:cubicBezTo>
                    <a:pt x="73" y="35"/>
                    <a:pt x="110" y="51"/>
                    <a:pt x="149" y="64"/>
                  </a:cubicBezTo>
                  <a:cubicBezTo>
                    <a:pt x="164" y="68"/>
                    <a:pt x="179" y="90"/>
                    <a:pt x="192" y="57"/>
                  </a:cubicBezTo>
                  <a:cubicBezTo>
                    <a:pt x="196" y="47"/>
                    <a:pt x="209" y="76"/>
                    <a:pt x="224" y="77"/>
                  </a:cubicBezTo>
                  <a:cubicBezTo>
                    <a:pt x="316" y="169"/>
                    <a:pt x="416" y="250"/>
                    <a:pt x="511" y="338"/>
                  </a:cubicBezTo>
                  <a:cubicBezTo>
                    <a:pt x="539" y="365"/>
                    <a:pt x="575" y="382"/>
                    <a:pt x="590" y="419"/>
                  </a:cubicBezTo>
                  <a:lnTo>
                    <a:pt x="592" y="4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9"/>
            <p:cNvSpPr/>
            <p:nvPr/>
          </p:nvSpPr>
          <p:spPr>
            <a:xfrm>
              <a:off x="3998520" y="3528720"/>
              <a:ext cx="75600" cy="168120"/>
            </a:xfrm>
            <a:custGeom>
              <a:rect b="b" l="l" r="r" t="t"/>
              <a:pathLst>
                <a:path extrusionOk="0" h="467" w="210">
                  <a:moveTo>
                    <a:pt x="204" y="465"/>
                  </a:moveTo>
                  <a:cubicBezTo>
                    <a:pt x="187" y="288"/>
                    <a:pt x="74" y="153"/>
                    <a:pt x="0" y="0"/>
                  </a:cubicBezTo>
                  <a:cubicBezTo>
                    <a:pt x="64" y="57"/>
                    <a:pt x="74" y="154"/>
                    <a:pt x="150" y="202"/>
                  </a:cubicBezTo>
                  <a:cubicBezTo>
                    <a:pt x="151" y="196"/>
                    <a:pt x="151" y="190"/>
                    <a:pt x="151" y="184"/>
                  </a:cubicBezTo>
                  <a:cubicBezTo>
                    <a:pt x="151" y="164"/>
                    <a:pt x="146" y="145"/>
                    <a:pt x="137" y="127"/>
                  </a:cubicBezTo>
                  <a:cubicBezTo>
                    <a:pt x="136" y="126"/>
                    <a:pt x="135" y="125"/>
                    <a:pt x="134" y="124"/>
                  </a:cubicBezTo>
                  <a:cubicBezTo>
                    <a:pt x="125" y="108"/>
                    <a:pt x="120" y="90"/>
                    <a:pt x="119" y="72"/>
                  </a:cubicBezTo>
                  <a:cubicBezTo>
                    <a:pt x="133" y="79"/>
                    <a:pt x="144" y="91"/>
                    <a:pt x="152" y="104"/>
                  </a:cubicBezTo>
                  <a:cubicBezTo>
                    <a:pt x="160" y="117"/>
                    <a:pt x="164" y="132"/>
                    <a:pt x="164" y="148"/>
                  </a:cubicBezTo>
                  <a:cubicBezTo>
                    <a:pt x="169" y="223"/>
                    <a:pt x="198" y="293"/>
                    <a:pt x="205" y="368"/>
                  </a:cubicBezTo>
                  <a:cubicBezTo>
                    <a:pt x="208" y="384"/>
                    <a:pt x="209" y="400"/>
                    <a:pt x="209" y="417"/>
                  </a:cubicBezTo>
                  <a:cubicBezTo>
                    <a:pt x="209" y="434"/>
                    <a:pt x="208" y="450"/>
                    <a:pt x="205" y="466"/>
                  </a:cubicBezTo>
                  <a:lnTo>
                    <a:pt x="204" y="4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2865240" y="3779640"/>
              <a:ext cx="22680" cy="146520"/>
            </a:xfrm>
            <a:custGeom>
              <a:rect b="b" l="l" r="r" t="t"/>
              <a:pathLst>
                <a:path extrusionOk="0" h="407" w="63">
                  <a:moveTo>
                    <a:pt x="54" y="406"/>
                  </a:moveTo>
                  <a:cubicBezTo>
                    <a:pt x="28" y="389"/>
                    <a:pt x="41" y="343"/>
                    <a:pt x="1" y="338"/>
                  </a:cubicBezTo>
                  <a:cubicBezTo>
                    <a:pt x="0" y="323"/>
                    <a:pt x="0" y="307"/>
                    <a:pt x="0" y="291"/>
                  </a:cubicBezTo>
                  <a:cubicBezTo>
                    <a:pt x="0" y="275"/>
                    <a:pt x="0" y="260"/>
                    <a:pt x="1" y="244"/>
                  </a:cubicBezTo>
                  <a:cubicBezTo>
                    <a:pt x="1" y="243"/>
                    <a:pt x="1" y="242"/>
                    <a:pt x="1" y="241"/>
                  </a:cubicBezTo>
                  <a:cubicBezTo>
                    <a:pt x="1" y="179"/>
                    <a:pt x="5" y="117"/>
                    <a:pt x="11" y="55"/>
                  </a:cubicBezTo>
                  <a:cubicBezTo>
                    <a:pt x="11" y="53"/>
                    <a:pt x="11" y="51"/>
                    <a:pt x="11" y="48"/>
                  </a:cubicBezTo>
                  <a:cubicBezTo>
                    <a:pt x="11" y="35"/>
                    <a:pt x="14" y="22"/>
                    <a:pt x="21" y="10"/>
                  </a:cubicBezTo>
                  <a:cubicBezTo>
                    <a:pt x="23" y="7"/>
                    <a:pt x="25" y="3"/>
                    <a:pt x="28" y="0"/>
                  </a:cubicBezTo>
                  <a:cubicBezTo>
                    <a:pt x="40" y="33"/>
                    <a:pt x="12" y="64"/>
                    <a:pt x="33" y="96"/>
                  </a:cubicBezTo>
                  <a:cubicBezTo>
                    <a:pt x="53" y="127"/>
                    <a:pt x="40" y="161"/>
                    <a:pt x="62" y="196"/>
                  </a:cubicBezTo>
                  <a:cubicBezTo>
                    <a:pt x="32" y="186"/>
                    <a:pt x="39" y="162"/>
                    <a:pt x="23" y="144"/>
                  </a:cubicBezTo>
                  <a:cubicBezTo>
                    <a:pt x="1" y="238"/>
                    <a:pt x="38" y="321"/>
                    <a:pt x="54" y="4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9"/>
            <p:cNvSpPr/>
            <p:nvPr/>
          </p:nvSpPr>
          <p:spPr>
            <a:xfrm>
              <a:off x="3006720" y="3480120"/>
              <a:ext cx="83160" cy="136440"/>
            </a:xfrm>
            <a:custGeom>
              <a:rect b="b" l="l" r="r" t="t"/>
              <a:pathLst>
                <a:path extrusionOk="0" h="379" w="231">
                  <a:moveTo>
                    <a:pt x="227" y="378"/>
                  </a:moveTo>
                  <a:cubicBezTo>
                    <a:pt x="119" y="304"/>
                    <a:pt x="71" y="193"/>
                    <a:pt x="22" y="82"/>
                  </a:cubicBezTo>
                  <a:cubicBezTo>
                    <a:pt x="10" y="56"/>
                    <a:pt x="0" y="29"/>
                    <a:pt x="23" y="0"/>
                  </a:cubicBezTo>
                  <a:cubicBezTo>
                    <a:pt x="27" y="56"/>
                    <a:pt x="44" y="110"/>
                    <a:pt x="71" y="158"/>
                  </a:cubicBezTo>
                  <a:cubicBezTo>
                    <a:pt x="78" y="170"/>
                    <a:pt x="86" y="182"/>
                    <a:pt x="94" y="193"/>
                  </a:cubicBezTo>
                  <a:cubicBezTo>
                    <a:pt x="129" y="249"/>
                    <a:pt x="170" y="303"/>
                    <a:pt x="215" y="352"/>
                  </a:cubicBezTo>
                  <a:cubicBezTo>
                    <a:pt x="221" y="357"/>
                    <a:pt x="230" y="361"/>
                    <a:pt x="227"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9"/>
            <p:cNvSpPr/>
            <p:nvPr/>
          </p:nvSpPr>
          <p:spPr>
            <a:xfrm>
              <a:off x="2952720" y="3772440"/>
              <a:ext cx="74880" cy="156960"/>
            </a:xfrm>
            <a:custGeom>
              <a:rect b="b" l="l" r="r" t="t"/>
              <a:pathLst>
                <a:path extrusionOk="0" h="436" w="208">
                  <a:moveTo>
                    <a:pt x="203" y="435"/>
                  </a:moveTo>
                  <a:cubicBezTo>
                    <a:pt x="167" y="391"/>
                    <a:pt x="134" y="344"/>
                    <a:pt x="106" y="294"/>
                  </a:cubicBezTo>
                  <a:cubicBezTo>
                    <a:pt x="63" y="220"/>
                    <a:pt x="29" y="141"/>
                    <a:pt x="6" y="58"/>
                  </a:cubicBezTo>
                  <a:cubicBezTo>
                    <a:pt x="2" y="49"/>
                    <a:pt x="0" y="39"/>
                    <a:pt x="0" y="29"/>
                  </a:cubicBezTo>
                  <a:cubicBezTo>
                    <a:pt x="0" y="19"/>
                    <a:pt x="2" y="9"/>
                    <a:pt x="6" y="0"/>
                  </a:cubicBezTo>
                  <a:cubicBezTo>
                    <a:pt x="16" y="0"/>
                    <a:pt x="22" y="4"/>
                    <a:pt x="22" y="13"/>
                  </a:cubicBezTo>
                  <a:cubicBezTo>
                    <a:pt x="22" y="86"/>
                    <a:pt x="51" y="150"/>
                    <a:pt x="83" y="213"/>
                  </a:cubicBezTo>
                  <a:cubicBezTo>
                    <a:pt x="99" y="245"/>
                    <a:pt x="115" y="277"/>
                    <a:pt x="133" y="308"/>
                  </a:cubicBezTo>
                  <a:cubicBezTo>
                    <a:pt x="151" y="338"/>
                    <a:pt x="169" y="368"/>
                    <a:pt x="189" y="397"/>
                  </a:cubicBezTo>
                  <a:cubicBezTo>
                    <a:pt x="193" y="401"/>
                    <a:pt x="196" y="406"/>
                    <a:pt x="199" y="411"/>
                  </a:cubicBezTo>
                  <a:cubicBezTo>
                    <a:pt x="203" y="417"/>
                    <a:pt x="205" y="424"/>
                    <a:pt x="207" y="431"/>
                  </a:cubicBezTo>
                  <a:lnTo>
                    <a:pt x="203" y="4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9"/>
            <p:cNvSpPr/>
            <p:nvPr/>
          </p:nvSpPr>
          <p:spPr>
            <a:xfrm>
              <a:off x="2892600" y="3778200"/>
              <a:ext cx="50760" cy="167040"/>
            </a:xfrm>
            <a:custGeom>
              <a:rect b="b" l="l" r="r" t="t"/>
              <a:pathLst>
                <a:path extrusionOk="0" h="464" w="141">
                  <a:moveTo>
                    <a:pt x="6" y="0"/>
                  </a:moveTo>
                  <a:cubicBezTo>
                    <a:pt x="34" y="159"/>
                    <a:pt x="79" y="314"/>
                    <a:pt x="140" y="463"/>
                  </a:cubicBezTo>
                  <a:cubicBezTo>
                    <a:pt x="85" y="405"/>
                    <a:pt x="0" y="11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9"/>
            <p:cNvSpPr/>
            <p:nvPr/>
          </p:nvSpPr>
          <p:spPr>
            <a:xfrm>
              <a:off x="3295800" y="3672720"/>
              <a:ext cx="167400" cy="31320"/>
            </a:xfrm>
            <a:custGeom>
              <a:rect b="b" l="l" r="r" t="t"/>
              <a:pathLst>
                <a:path extrusionOk="0" h="87" w="465">
                  <a:moveTo>
                    <a:pt x="464" y="12"/>
                  </a:moveTo>
                  <a:cubicBezTo>
                    <a:pt x="461" y="13"/>
                    <a:pt x="459" y="14"/>
                    <a:pt x="457" y="16"/>
                  </a:cubicBezTo>
                  <a:cubicBezTo>
                    <a:pt x="429" y="32"/>
                    <a:pt x="399" y="42"/>
                    <a:pt x="368" y="48"/>
                  </a:cubicBezTo>
                  <a:cubicBezTo>
                    <a:pt x="310" y="62"/>
                    <a:pt x="252" y="74"/>
                    <a:pt x="194" y="85"/>
                  </a:cubicBezTo>
                  <a:cubicBezTo>
                    <a:pt x="191" y="85"/>
                    <a:pt x="188" y="86"/>
                    <a:pt x="184" y="86"/>
                  </a:cubicBezTo>
                  <a:cubicBezTo>
                    <a:pt x="179" y="86"/>
                    <a:pt x="173" y="85"/>
                    <a:pt x="168" y="84"/>
                  </a:cubicBezTo>
                  <a:cubicBezTo>
                    <a:pt x="110" y="71"/>
                    <a:pt x="54" y="53"/>
                    <a:pt x="0" y="31"/>
                  </a:cubicBezTo>
                  <a:cubicBezTo>
                    <a:pt x="3" y="30"/>
                    <a:pt x="6" y="30"/>
                    <a:pt x="10" y="30"/>
                  </a:cubicBezTo>
                  <a:cubicBezTo>
                    <a:pt x="35" y="30"/>
                    <a:pt x="61" y="36"/>
                    <a:pt x="84" y="47"/>
                  </a:cubicBezTo>
                  <a:cubicBezTo>
                    <a:pt x="118" y="59"/>
                    <a:pt x="154" y="65"/>
                    <a:pt x="190" y="65"/>
                  </a:cubicBezTo>
                  <a:cubicBezTo>
                    <a:pt x="219" y="65"/>
                    <a:pt x="247" y="61"/>
                    <a:pt x="275" y="53"/>
                  </a:cubicBezTo>
                  <a:cubicBezTo>
                    <a:pt x="328" y="42"/>
                    <a:pt x="379" y="27"/>
                    <a:pt x="430" y="9"/>
                  </a:cubicBezTo>
                  <a:cubicBezTo>
                    <a:pt x="440" y="5"/>
                    <a:pt x="450" y="3"/>
                    <a:pt x="460" y="0"/>
                  </a:cubicBezTo>
                  <a:lnTo>
                    <a:pt x="464"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3360600" y="3678480"/>
              <a:ext cx="142200" cy="50400"/>
            </a:xfrm>
            <a:custGeom>
              <a:rect b="b" l="l" r="r" t="t"/>
              <a:pathLst>
                <a:path extrusionOk="0" h="140" w="395">
                  <a:moveTo>
                    <a:pt x="394" y="0"/>
                  </a:moveTo>
                  <a:cubicBezTo>
                    <a:pt x="344" y="64"/>
                    <a:pt x="117" y="139"/>
                    <a:pt x="0" y="129"/>
                  </a:cubicBezTo>
                  <a:cubicBezTo>
                    <a:pt x="68" y="115"/>
                    <a:pt x="136" y="101"/>
                    <a:pt x="202" y="81"/>
                  </a:cubicBezTo>
                  <a:cubicBezTo>
                    <a:pt x="268" y="62"/>
                    <a:pt x="331" y="35"/>
                    <a:pt x="391" y="1"/>
                  </a:cubicBezTo>
                  <a:cubicBezTo>
                    <a:pt x="392" y="1"/>
                    <a:pt x="393" y="0"/>
                    <a:pt x="39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2936160" y="4036320"/>
              <a:ext cx="118800" cy="77760"/>
            </a:xfrm>
            <a:custGeom>
              <a:rect b="b" l="l" r="r" t="t"/>
              <a:pathLst>
                <a:path extrusionOk="0" h="216" w="330">
                  <a:moveTo>
                    <a:pt x="329" y="214"/>
                  </a:moveTo>
                  <a:cubicBezTo>
                    <a:pt x="242" y="177"/>
                    <a:pt x="144" y="159"/>
                    <a:pt x="79" y="82"/>
                  </a:cubicBezTo>
                  <a:cubicBezTo>
                    <a:pt x="57" y="55"/>
                    <a:pt x="22" y="42"/>
                    <a:pt x="0" y="0"/>
                  </a:cubicBezTo>
                  <a:cubicBezTo>
                    <a:pt x="50" y="26"/>
                    <a:pt x="74" y="73"/>
                    <a:pt x="122" y="83"/>
                  </a:cubicBezTo>
                  <a:lnTo>
                    <a:pt x="148" y="102"/>
                  </a:lnTo>
                  <a:cubicBezTo>
                    <a:pt x="150" y="134"/>
                    <a:pt x="179" y="135"/>
                    <a:pt x="199" y="145"/>
                  </a:cubicBezTo>
                  <a:cubicBezTo>
                    <a:pt x="244" y="165"/>
                    <a:pt x="291" y="180"/>
                    <a:pt x="327" y="215"/>
                  </a:cubicBezTo>
                  <a:lnTo>
                    <a:pt x="329" y="2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9"/>
            <p:cNvSpPr/>
            <p:nvPr/>
          </p:nvSpPr>
          <p:spPr>
            <a:xfrm>
              <a:off x="3829680" y="3620520"/>
              <a:ext cx="68400" cy="50760"/>
            </a:xfrm>
            <a:custGeom>
              <a:rect b="b" l="l" r="r" t="t"/>
              <a:pathLst>
                <a:path extrusionOk="0" h="141" w="190">
                  <a:moveTo>
                    <a:pt x="38" y="49"/>
                  </a:moveTo>
                  <a:cubicBezTo>
                    <a:pt x="30" y="35"/>
                    <a:pt x="9" y="44"/>
                    <a:pt x="0" y="29"/>
                  </a:cubicBezTo>
                  <a:cubicBezTo>
                    <a:pt x="4" y="12"/>
                    <a:pt x="16" y="18"/>
                    <a:pt x="27" y="20"/>
                  </a:cubicBezTo>
                  <a:cubicBezTo>
                    <a:pt x="42" y="23"/>
                    <a:pt x="55" y="30"/>
                    <a:pt x="72" y="15"/>
                  </a:cubicBezTo>
                  <a:cubicBezTo>
                    <a:pt x="89" y="0"/>
                    <a:pt x="111" y="15"/>
                    <a:pt x="126" y="28"/>
                  </a:cubicBezTo>
                  <a:cubicBezTo>
                    <a:pt x="129" y="30"/>
                    <a:pt x="131" y="32"/>
                    <a:pt x="133" y="35"/>
                  </a:cubicBezTo>
                  <a:cubicBezTo>
                    <a:pt x="135" y="38"/>
                    <a:pt x="136" y="42"/>
                    <a:pt x="136" y="46"/>
                  </a:cubicBezTo>
                  <a:cubicBezTo>
                    <a:pt x="136" y="50"/>
                    <a:pt x="135" y="53"/>
                    <a:pt x="133" y="57"/>
                  </a:cubicBezTo>
                  <a:cubicBezTo>
                    <a:pt x="131" y="60"/>
                    <a:pt x="129" y="62"/>
                    <a:pt x="126" y="64"/>
                  </a:cubicBezTo>
                  <a:cubicBezTo>
                    <a:pt x="115" y="72"/>
                    <a:pt x="124" y="79"/>
                    <a:pt x="131" y="86"/>
                  </a:cubicBezTo>
                  <a:cubicBezTo>
                    <a:pt x="153" y="101"/>
                    <a:pt x="172" y="119"/>
                    <a:pt x="189" y="140"/>
                  </a:cubicBezTo>
                  <a:cubicBezTo>
                    <a:pt x="174" y="136"/>
                    <a:pt x="159" y="130"/>
                    <a:pt x="146" y="122"/>
                  </a:cubicBezTo>
                  <a:cubicBezTo>
                    <a:pt x="125" y="110"/>
                    <a:pt x="107" y="94"/>
                    <a:pt x="92" y="75"/>
                  </a:cubicBezTo>
                  <a:cubicBezTo>
                    <a:pt x="87" y="67"/>
                    <a:pt x="80" y="62"/>
                    <a:pt x="72" y="57"/>
                  </a:cubicBezTo>
                  <a:cubicBezTo>
                    <a:pt x="63" y="52"/>
                    <a:pt x="52" y="48"/>
                    <a:pt x="40" y="48"/>
                  </a:cubicBezTo>
                  <a:cubicBezTo>
                    <a:pt x="39" y="48"/>
                    <a:pt x="38" y="48"/>
                    <a:pt x="37" y="48"/>
                  </a:cubicBezTo>
                  <a:lnTo>
                    <a:pt x="38"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9"/>
            <p:cNvSpPr/>
            <p:nvPr/>
          </p:nvSpPr>
          <p:spPr>
            <a:xfrm>
              <a:off x="3366720" y="3703320"/>
              <a:ext cx="134640" cy="56520"/>
            </a:xfrm>
            <a:custGeom>
              <a:rect b="b" l="l" r="r" t="t"/>
              <a:pathLst>
                <a:path extrusionOk="0" h="157" w="374">
                  <a:moveTo>
                    <a:pt x="373" y="0"/>
                  </a:moveTo>
                  <a:cubicBezTo>
                    <a:pt x="327" y="73"/>
                    <a:pt x="100" y="156"/>
                    <a:pt x="0" y="138"/>
                  </a:cubicBezTo>
                  <a:cubicBezTo>
                    <a:pt x="134" y="113"/>
                    <a:pt x="263" y="82"/>
                    <a:pt x="37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3116880" y="3974400"/>
              <a:ext cx="82440" cy="71280"/>
            </a:xfrm>
            <a:custGeom>
              <a:rect b="b" l="l" r="r" t="t"/>
              <a:pathLst>
                <a:path extrusionOk="0" h="198" w="229">
                  <a:moveTo>
                    <a:pt x="0" y="1"/>
                  </a:moveTo>
                  <a:cubicBezTo>
                    <a:pt x="2" y="0"/>
                    <a:pt x="4" y="0"/>
                    <a:pt x="7" y="0"/>
                  </a:cubicBezTo>
                  <a:cubicBezTo>
                    <a:pt x="11" y="0"/>
                    <a:pt x="16" y="1"/>
                    <a:pt x="20" y="4"/>
                  </a:cubicBezTo>
                  <a:cubicBezTo>
                    <a:pt x="22" y="5"/>
                    <a:pt x="25" y="7"/>
                    <a:pt x="27" y="9"/>
                  </a:cubicBezTo>
                  <a:cubicBezTo>
                    <a:pt x="56" y="52"/>
                    <a:pt x="100" y="83"/>
                    <a:pt x="124" y="130"/>
                  </a:cubicBezTo>
                  <a:cubicBezTo>
                    <a:pt x="132" y="142"/>
                    <a:pt x="142" y="152"/>
                    <a:pt x="155" y="159"/>
                  </a:cubicBezTo>
                  <a:cubicBezTo>
                    <a:pt x="160" y="162"/>
                    <a:pt x="165" y="165"/>
                    <a:pt x="171" y="166"/>
                  </a:cubicBezTo>
                  <a:cubicBezTo>
                    <a:pt x="189" y="176"/>
                    <a:pt x="208" y="183"/>
                    <a:pt x="228" y="191"/>
                  </a:cubicBezTo>
                  <a:cubicBezTo>
                    <a:pt x="228" y="192"/>
                    <a:pt x="227" y="192"/>
                    <a:pt x="226" y="193"/>
                  </a:cubicBezTo>
                  <a:cubicBezTo>
                    <a:pt x="222" y="195"/>
                    <a:pt x="216" y="197"/>
                    <a:pt x="211" y="197"/>
                  </a:cubicBezTo>
                  <a:cubicBezTo>
                    <a:pt x="205" y="197"/>
                    <a:pt x="200" y="196"/>
                    <a:pt x="195" y="193"/>
                  </a:cubicBezTo>
                  <a:cubicBezTo>
                    <a:pt x="194" y="192"/>
                    <a:pt x="194" y="192"/>
                    <a:pt x="193" y="191"/>
                  </a:cubicBezTo>
                  <a:cubicBezTo>
                    <a:pt x="176" y="185"/>
                    <a:pt x="160" y="177"/>
                    <a:pt x="144" y="168"/>
                  </a:cubicBezTo>
                  <a:cubicBezTo>
                    <a:pt x="117" y="152"/>
                    <a:pt x="91" y="132"/>
                    <a:pt x="68" y="109"/>
                  </a:cubicBezTo>
                  <a:cubicBezTo>
                    <a:pt x="63" y="104"/>
                    <a:pt x="54" y="99"/>
                    <a:pt x="54" y="93"/>
                  </a:cubicBezTo>
                  <a:cubicBezTo>
                    <a:pt x="51" y="54"/>
                    <a:pt x="19" y="32"/>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2881080" y="3867480"/>
              <a:ext cx="33840" cy="81000"/>
            </a:xfrm>
            <a:custGeom>
              <a:rect b="b" l="l" r="r" t="t"/>
              <a:pathLst>
                <a:path extrusionOk="0" h="225" w="94">
                  <a:moveTo>
                    <a:pt x="93" y="223"/>
                  </a:moveTo>
                  <a:cubicBezTo>
                    <a:pt x="75" y="204"/>
                    <a:pt x="45" y="199"/>
                    <a:pt x="36" y="170"/>
                  </a:cubicBezTo>
                  <a:cubicBezTo>
                    <a:pt x="14" y="116"/>
                    <a:pt x="2" y="58"/>
                    <a:pt x="0" y="0"/>
                  </a:cubicBezTo>
                  <a:cubicBezTo>
                    <a:pt x="6" y="44"/>
                    <a:pt x="61" y="67"/>
                    <a:pt x="48" y="120"/>
                  </a:cubicBezTo>
                  <a:cubicBezTo>
                    <a:pt x="48" y="122"/>
                    <a:pt x="48" y="123"/>
                    <a:pt x="48" y="124"/>
                  </a:cubicBezTo>
                  <a:cubicBezTo>
                    <a:pt x="48" y="134"/>
                    <a:pt x="50" y="143"/>
                    <a:pt x="55" y="151"/>
                  </a:cubicBezTo>
                  <a:cubicBezTo>
                    <a:pt x="58" y="156"/>
                    <a:pt x="62" y="161"/>
                    <a:pt x="66" y="165"/>
                  </a:cubicBezTo>
                  <a:cubicBezTo>
                    <a:pt x="71" y="170"/>
                    <a:pt x="76" y="176"/>
                    <a:pt x="79" y="182"/>
                  </a:cubicBezTo>
                  <a:cubicBezTo>
                    <a:pt x="87" y="195"/>
                    <a:pt x="91" y="209"/>
                    <a:pt x="91" y="224"/>
                  </a:cubicBezTo>
                  <a:lnTo>
                    <a:pt x="93" y="2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9"/>
            <p:cNvSpPr/>
            <p:nvPr/>
          </p:nvSpPr>
          <p:spPr>
            <a:xfrm>
              <a:off x="3182760" y="3529440"/>
              <a:ext cx="119520" cy="67680"/>
            </a:xfrm>
            <a:custGeom>
              <a:rect b="b" l="l" r="r" t="t"/>
              <a:pathLst>
                <a:path extrusionOk="0" h="188" w="332">
                  <a:moveTo>
                    <a:pt x="331" y="187"/>
                  </a:moveTo>
                  <a:cubicBezTo>
                    <a:pt x="217" y="131"/>
                    <a:pt x="98" y="84"/>
                    <a:pt x="0" y="0"/>
                  </a:cubicBezTo>
                  <a:cubicBezTo>
                    <a:pt x="107" y="70"/>
                    <a:pt x="223" y="120"/>
                    <a:pt x="331"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9"/>
            <p:cNvSpPr/>
            <p:nvPr/>
          </p:nvSpPr>
          <p:spPr>
            <a:xfrm>
              <a:off x="3038760" y="3497400"/>
              <a:ext cx="91440" cy="98640"/>
            </a:xfrm>
            <a:custGeom>
              <a:rect b="b" l="l" r="r" t="t"/>
              <a:pathLst>
                <a:path extrusionOk="0" h="274" w="254">
                  <a:moveTo>
                    <a:pt x="253" y="273"/>
                  </a:moveTo>
                  <a:cubicBezTo>
                    <a:pt x="191" y="242"/>
                    <a:pt x="20" y="61"/>
                    <a:pt x="0" y="0"/>
                  </a:cubicBezTo>
                  <a:cubicBezTo>
                    <a:pt x="85" y="99"/>
                    <a:pt x="166" y="189"/>
                    <a:pt x="253" y="2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9"/>
            <p:cNvSpPr/>
            <p:nvPr/>
          </p:nvSpPr>
          <p:spPr>
            <a:xfrm>
              <a:off x="3100320" y="3430440"/>
              <a:ext cx="132840" cy="25200"/>
            </a:xfrm>
            <a:custGeom>
              <a:rect b="b" l="l" r="r" t="t"/>
              <a:pathLst>
                <a:path extrusionOk="0" h="70" w="369">
                  <a:moveTo>
                    <a:pt x="334" y="48"/>
                  </a:moveTo>
                  <a:lnTo>
                    <a:pt x="368" y="69"/>
                  </a:lnTo>
                  <a:cubicBezTo>
                    <a:pt x="245" y="44"/>
                    <a:pt x="122" y="23"/>
                    <a:pt x="0" y="0"/>
                  </a:cubicBezTo>
                  <a:cubicBezTo>
                    <a:pt x="90" y="0"/>
                    <a:pt x="176" y="26"/>
                    <a:pt x="264" y="35"/>
                  </a:cubicBezTo>
                  <a:lnTo>
                    <a:pt x="334" y="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9"/>
            <p:cNvSpPr/>
            <p:nvPr/>
          </p:nvSpPr>
          <p:spPr>
            <a:xfrm>
              <a:off x="2863440" y="3656160"/>
              <a:ext cx="27000" cy="78120"/>
            </a:xfrm>
            <a:custGeom>
              <a:rect b="b" l="l" r="r" t="t"/>
              <a:pathLst>
                <a:path extrusionOk="0" h="217" w="75">
                  <a:moveTo>
                    <a:pt x="0" y="0"/>
                  </a:moveTo>
                  <a:cubicBezTo>
                    <a:pt x="29" y="67"/>
                    <a:pt x="70" y="130"/>
                    <a:pt x="74" y="216"/>
                  </a:cubicBezTo>
                  <a:cubicBezTo>
                    <a:pt x="50" y="180"/>
                    <a:pt x="49" y="146"/>
                    <a:pt x="33" y="114"/>
                  </a:cubicBezTo>
                  <a:cubicBezTo>
                    <a:pt x="21" y="146"/>
                    <a:pt x="45" y="175"/>
                    <a:pt x="33" y="213"/>
                  </a:cubicBezTo>
                  <a:cubicBezTo>
                    <a:pt x="17" y="143"/>
                    <a:pt x="6" y="7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9"/>
            <p:cNvSpPr/>
            <p:nvPr/>
          </p:nvSpPr>
          <p:spPr>
            <a:xfrm>
              <a:off x="3504960" y="3867480"/>
              <a:ext cx="69480" cy="74160"/>
            </a:xfrm>
            <a:custGeom>
              <a:rect b="b" l="l" r="r" t="t"/>
              <a:pathLst>
                <a:path extrusionOk="0" h="206" w="193">
                  <a:moveTo>
                    <a:pt x="5" y="205"/>
                  </a:moveTo>
                  <a:cubicBezTo>
                    <a:pt x="0" y="185"/>
                    <a:pt x="18" y="181"/>
                    <a:pt x="28" y="172"/>
                  </a:cubicBezTo>
                  <a:cubicBezTo>
                    <a:pt x="64" y="143"/>
                    <a:pt x="95" y="108"/>
                    <a:pt x="119" y="68"/>
                  </a:cubicBezTo>
                  <a:cubicBezTo>
                    <a:pt x="136" y="41"/>
                    <a:pt x="159" y="19"/>
                    <a:pt x="186" y="3"/>
                  </a:cubicBezTo>
                  <a:cubicBezTo>
                    <a:pt x="188" y="2"/>
                    <a:pt x="190" y="1"/>
                    <a:pt x="192" y="0"/>
                  </a:cubicBezTo>
                  <a:cubicBezTo>
                    <a:pt x="189" y="6"/>
                    <a:pt x="186" y="12"/>
                    <a:pt x="183" y="18"/>
                  </a:cubicBezTo>
                  <a:cubicBezTo>
                    <a:pt x="176" y="30"/>
                    <a:pt x="167" y="41"/>
                    <a:pt x="157" y="49"/>
                  </a:cubicBezTo>
                  <a:cubicBezTo>
                    <a:pt x="144" y="65"/>
                    <a:pt x="125" y="76"/>
                    <a:pt x="125" y="99"/>
                  </a:cubicBezTo>
                  <a:cubicBezTo>
                    <a:pt x="125" y="110"/>
                    <a:pt x="116" y="115"/>
                    <a:pt x="109" y="121"/>
                  </a:cubicBezTo>
                  <a:cubicBezTo>
                    <a:pt x="81" y="142"/>
                    <a:pt x="56" y="166"/>
                    <a:pt x="33" y="194"/>
                  </a:cubicBezTo>
                  <a:cubicBezTo>
                    <a:pt x="26" y="204"/>
                    <a:pt x="14" y="203"/>
                    <a:pt x="3" y="204"/>
                  </a:cubicBezTo>
                  <a:lnTo>
                    <a:pt x="5" y="20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9"/>
            <p:cNvSpPr/>
            <p:nvPr/>
          </p:nvSpPr>
          <p:spPr>
            <a:xfrm>
              <a:off x="3031200" y="4052880"/>
              <a:ext cx="93960" cy="65520"/>
            </a:xfrm>
            <a:custGeom>
              <a:rect b="b" l="l" r="r" t="t"/>
              <a:pathLst>
                <a:path extrusionOk="0" h="182" w="261">
                  <a:moveTo>
                    <a:pt x="55" y="79"/>
                  </a:moveTo>
                  <a:cubicBezTo>
                    <a:pt x="40" y="55"/>
                    <a:pt x="10" y="41"/>
                    <a:pt x="0" y="0"/>
                  </a:cubicBezTo>
                  <a:cubicBezTo>
                    <a:pt x="38" y="20"/>
                    <a:pt x="53" y="52"/>
                    <a:pt x="80" y="71"/>
                  </a:cubicBezTo>
                  <a:cubicBezTo>
                    <a:pt x="92" y="81"/>
                    <a:pt x="105" y="90"/>
                    <a:pt x="119" y="98"/>
                  </a:cubicBezTo>
                  <a:cubicBezTo>
                    <a:pt x="137" y="109"/>
                    <a:pt x="157" y="117"/>
                    <a:pt x="177" y="124"/>
                  </a:cubicBezTo>
                  <a:cubicBezTo>
                    <a:pt x="190" y="127"/>
                    <a:pt x="202" y="132"/>
                    <a:pt x="214" y="139"/>
                  </a:cubicBezTo>
                  <a:cubicBezTo>
                    <a:pt x="232" y="149"/>
                    <a:pt x="248" y="163"/>
                    <a:pt x="260" y="181"/>
                  </a:cubicBezTo>
                  <a:lnTo>
                    <a:pt x="66" y="92"/>
                  </a:lnTo>
                  <a:lnTo>
                    <a:pt x="55"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9"/>
            <p:cNvSpPr/>
            <p:nvPr/>
          </p:nvSpPr>
          <p:spPr>
            <a:xfrm>
              <a:off x="3219120" y="3764160"/>
              <a:ext cx="99000" cy="19080"/>
            </a:xfrm>
            <a:custGeom>
              <a:rect b="b" l="l" r="r" t="t"/>
              <a:pathLst>
                <a:path extrusionOk="0" h="53" w="275">
                  <a:moveTo>
                    <a:pt x="274" y="22"/>
                  </a:moveTo>
                  <a:cubicBezTo>
                    <a:pt x="207" y="52"/>
                    <a:pt x="79" y="41"/>
                    <a:pt x="0" y="0"/>
                  </a:cubicBezTo>
                  <a:cubicBezTo>
                    <a:pt x="68" y="16"/>
                    <a:pt x="137" y="25"/>
                    <a:pt x="207" y="25"/>
                  </a:cubicBezTo>
                  <a:cubicBezTo>
                    <a:pt x="229" y="25"/>
                    <a:pt x="252" y="24"/>
                    <a:pt x="27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3395880" y="3635280"/>
              <a:ext cx="114480" cy="10080"/>
            </a:xfrm>
            <a:custGeom>
              <a:rect b="b" l="l" r="r" t="t"/>
              <a:pathLst>
                <a:path extrusionOk="0" h="28" w="318">
                  <a:moveTo>
                    <a:pt x="317" y="27"/>
                  </a:moveTo>
                  <a:cubicBezTo>
                    <a:pt x="263" y="17"/>
                    <a:pt x="209" y="11"/>
                    <a:pt x="154" y="11"/>
                  </a:cubicBezTo>
                  <a:cubicBezTo>
                    <a:pt x="102" y="11"/>
                    <a:pt x="51" y="16"/>
                    <a:pt x="0" y="26"/>
                  </a:cubicBezTo>
                  <a:cubicBezTo>
                    <a:pt x="50" y="9"/>
                    <a:pt x="103" y="0"/>
                    <a:pt x="156" y="0"/>
                  </a:cubicBezTo>
                  <a:cubicBezTo>
                    <a:pt x="211" y="0"/>
                    <a:pt x="265" y="9"/>
                    <a:pt x="31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9"/>
            <p:cNvSpPr/>
            <p:nvPr/>
          </p:nvSpPr>
          <p:spPr>
            <a:xfrm>
              <a:off x="3176280" y="3432240"/>
              <a:ext cx="109800" cy="31320"/>
            </a:xfrm>
            <a:custGeom>
              <a:rect b="b" l="l" r="r" t="t"/>
              <a:pathLst>
                <a:path extrusionOk="0" h="87" w="305">
                  <a:moveTo>
                    <a:pt x="123" y="43"/>
                  </a:moveTo>
                  <a:lnTo>
                    <a:pt x="54" y="30"/>
                  </a:lnTo>
                  <a:cubicBezTo>
                    <a:pt x="42" y="9"/>
                    <a:pt x="12" y="22"/>
                    <a:pt x="0" y="0"/>
                  </a:cubicBezTo>
                  <a:cubicBezTo>
                    <a:pt x="105" y="14"/>
                    <a:pt x="207" y="42"/>
                    <a:pt x="304" y="86"/>
                  </a:cubicBezTo>
                  <a:cubicBezTo>
                    <a:pt x="242" y="77"/>
                    <a:pt x="185" y="49"/>
                    <a:pt x="123"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9"/>
            <p:cNvSpPr/>
            <p:nvPr/>
          </p:nvSpPr>
          <p:spPr>
            <a:xfrm>
              <a:off x="3064680" y="3430800"/>
              <a:ext cx="91440" cy="40680"/>
            </a:xfrm>
            <a:custGeom>
              <a:rect b="b" l="l" r="r" t="t"/>
              <a:pathLst>
                <a:path extrusionOk="0" h="113" w="254">
                  <a:moveTo>
                    <a:pt x="253" y="112"/>
                  </a:moveTo>
                  <a:cubicBezTo>
                    <a:pt x="177" y="64"/>
                    <a:pt x="92" y="40"/>
                    <a:pt x="0" y="6"/>
                  </a:cubicBezTo>
                  <a:cubicBezTo>
                    <a:pt x="62" y="0"/>
                    <a:pt x="206" y="60"/>
                    <a:pt x="25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9"/>
            <p:cNvSpPr/>
            <p:nvPr/>
          </p:nvSpPr>
          <p:spPr>
            <a:xfrm>
              <a:off x="3329640" y="3882960"/>
              <a:ext cx="54360" cy="21240"/>
            </a:xfrm>
            <a:custGeom>
              <a:rect b="b" l="l" r="r" t="t"/>
              <a:pathLst>
                <a:path extrusionOk="0" h="59" w="151">
                  <a:moveTo>
                    <a:pt x="0" y="29"/>
                  </a:moveTo>
                  <a:cubicBezTo>
                    <a:pt x="19" y="23"/>
                    <a:pt x="38" y="19"/>
                    <a:pt x="58" y="18"/>
                  </a:cubicBezTo>
                  <a:cubicBezTo>
                    <a:pt x="76" y="18"/>
                    <a:pt x="107" y="0"/>
                    <a:pt x="112" y="25"/>
                  </a:cubicBezTo>
                  <a:cubicBezTo>
                    <a:pt x="118" y="58"/>
                    <a:pt x="150" y="19"/>
                    <a:pt x="149" y="53"/>
                  </a:cubicBezTo>
                  <a:lnTo>
                    <a:pt x="6" y="53"/>
                  </a:lnTo>
                  <a:cubicBezTo>
                    <a:pt x="16" y="41"/>
                    <a:pt x="32" y="50"/>
                    <a:pt x="46" y="45"/>
                  </a:cubicBezTo>
                  <a:cubicBezTo>
                    <a:pt x="44" y="32"/>
                    <a:pt x="33" y="38"/>
                    <a:pt x="27" y="37"/>
                  </a:cubicBezTo>
                  <a:cubicBezTo>
                    <a:pt x="21" y="36"/>
                    <a:pt x="9" y="40"/>
                    <a:pt x="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9"/>
            <p:cNvSpPr/>
            <p:nvPr/>
          </p:nvSpPr>
          <p:spPr>
            <a:xfrm>
              <a:off x="3272760" y="4152600"/>
              <a:ext cx="91080" cy="21240"/>
            </a:xfrm>
            <a:custGeom>
              <a:rect b="b" l="l" r="r" t="t"/>
              <a:pathLst>
                <a:path extrusionOk="0" h="59" w="253">
                  <a:moveTo>
                    <a:pt x="252" y="21"/>
                  </a:moveTo>
                  <a:cubicBezTo>
                    <a:pt x="168" y="24"/>
                    <a:pt x="82" y="58"/>
                    <a:pt x="0" y="5"/>
                  </a:cubicBezTo>
                  <a:cubicBezTo>
                    <a:pt x="28" y="9"/>
                    <a:pt x="56" y="12"/>
                    <a:pt x="84" y="18"/>
                  </a:cubicBezTo>
                  <a:cubicBezTo>
                    <a:pt x="95" y="21"/>
                    <a:pt x="107" y="22"/>
                    <a:pt x="119" y="22"/>
                  </a:cubicBezTo>
                  <a:cubicBezTo>
                    <a:pt x="135" y="22"/>
                    <a:pt x="151" y="20"/>
                    <a:pt x="166" y="14"/>
                  </a:cubicBezTo>
                  <a:cubicBezTo>
                    <a:pt x="199" y="0"/>
                    <a:pt x="224" y="16"/>
                    <a:pt x="25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9"/>
            <p:cNvSpPr/>
            <p:nvPr/>
          </p:nvSpPr>
          <p:spPr>
            <a:xfrm>
              <a:off x="3080520" y="4051440"/>
              <a:ext cx="79560" cy="61200"/>
            </a:xfrm>
            <a:custGeom>
              <a:rect b="b" l="l" r="r" t="t"/>
              <a:pathLst>
                <a:path extrusionOk="0" h="170" w="221">
                  <a:moveTo>
                    <a:pt x="0" y="0"/>
                  </a:moveTo>
                  <a:cubicBezTo>
                    <a:pt x="63" y="65"/>
                    <a:pt x="135" y="120"/>
                    <a:pt x="213" y="165"/>
                  </a:cubicBezTo>
                  <a:cubicBezTo>
                    <a:pt x="216" y="166"/>
                    <a:pt x="218" y="168"/>
                    <a:pt x="220" y="169"/>
                  </a:cubicBezTo>
                  <a:cubicBezTo>
                    <a:pt x="192" y="160"/>
                    <a:pt x="164" y="147"/>
                    <a:pt x="139" y="133"/>
                  </a:cubicBezTo>
                  <a:cubicBezTo>
                    <a:pt x="82" y="100"/>
                    <a:pt x="35" y="5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9"/>
            <p:cNvSpPr/>
            <p:nvPr/>
          </p:nvSpPr>
          <p:spPr>
            <a:xfrm>
              <a:off x="3110760" y="3750840"/>
              <a:ext cx="90000" cy="50760"/>
            </a:xfrm>
            <a:custGeom>
              <a:rect b="b" l="l" r="r" t="t"/>
              <a:pathLst>
                <a:path extrusionOk="0" h="141" w="250">
                  <a:moveTo>
                    <a:pt x="0" y="2"/>
                  </a:moveTo>
                  <a:cubicBezTo>
                    <a:pt x="33" y="0"/>
                    <a:pt x="61" y="22"/>
                    <a:pt x="86" y="35"/>
                  </a:cubicBezTo>
                  <a:cubicBezTo>
                    <a:pt x="140" y="64"/>
                    <a:pt x="193" y="98"/>
                    <a:pt x="249" y="129"/>
                  </a:cubicBezTo>
                  <a:cubicBezTo>
                    <a:pt x="234" y="140"/>
                    <a:pt x="225" y="129"/>
                    <a:pt x="216" y="125"/>
                  </a:cubicBezTo>
                  <a:cubicBezTo>
                    <a:pt x="147" y="88"/>
                    <a:pt x="78" y="51"/>
                    <a:pt x="10" y="13"/>
                  </a:cubicBezTo>
                  <a:cubicBezTo>
                    <a:pt x="6" y="11"/>
                    <a:pt x="4" y="5"/>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2828520" y="3506040"/>
              <a:ext cx="45720" cy="76680"/>
            </a:xfrm>
            <a:custGeom>
              <a:rect b="b" l="l" r="r" t="t"/>
              <a:pathLst>
                <a:path extrusionOk="0" h="213" w="127">
                  <a:moveTo>
                    <a:pt x="2" y="0"/>
                  </a:moveTo>
                  <a:cubicBezTo>
                    <a:pt x="16" y="37"/>
                    <a:pt x="34" y="72"/>
                    <a:pt x="53" y="106"/>
                  </a:cubicBezTo>
                  <a:cubicBezTo>
                    <a:pt x="75" y="143"/>
                    <a:pt x="99" y="179"/>
                    <a:pt x="126" y="212"/>
                  </a:cubicBezTo>
                  <a:cubicBezTo>
                    <a:pt x="65" y="176"/>
                    <a:pt x="0" y="6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9"/>
            <p:cNvSpPr/>
            <p:nvPr/>
          </p:nvSpPr>
          <p:spPr>
            <a:xfrm>
              <a:off x="3396960" y="3801240"/>
              <a:ext cx="80280" cy="47160"/>
            </a:xfrm>
            <a:custGeom>
              <a:rect b="b" l="l" r="r" t="t"/>
              <a:pathLst>
                <a:path extrusionOk="0" h="131" w="223">
                  <a:moveTo>
                    <a:pt x="222" y="0"/>
                  </a:moveTo>
                  <a:cubicBezTo>
                    <a:pt x="182" y="27"/>
                    <a:pt x="142" y="52"/>
                    <a:pt x="100" y="76"/>
                  </a:cubicBezTo>
                  <a:cubicBezTo>
                    <a:pt x="67" y="95"/>
                    <a:pt x="34" y="113"/>
                    <a:pt x="0" y="130"/>
                  </a:cubicBezTo>
                  <a:cubicBezTo>
                    <a:pt x="41" y="86"/>
                    <a:pt x="186" y="1"/>
                    <a:pt x="2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9"/>
            <p:cNvSpPr/>
            <p:nvPr/>
          </p:nvSpPr>
          <p:spPr>
            <a:xfrm>
              <a:off x="3124440" y="4140360"/>
              <a:ext cx="89280" cy="38160"/>
            </a:xfrm>
            <a:custGeom>
              <a:rect b="b" l="l" r="r" t="t"/>
              <a:pathLst>
                <a:path extrusionOk="0" h="106" w="248">
                  <a:moveTo>
                    <a:pt x="246" y="96"/>
                  </a:moveTo>
                  <a:cubicBezTo>
                    <a:pt x="245" y="96"/>
                    <a:pt x="245" y="96"/>
                    <a:pt x="245" y="96"/>
                  </a:cubicBezTo>
                  <a:cubicBezTo>
                    <a:pt x="236" y="102"/>
                    <a:pt x="225" y="105"/>
                    <a:pt x="214" y="105"/>
                  </a:cubicBezTo>
                  <a:cubicBezTo>
                    <a:pt x="210" y="105"/>
                    <a:pt x="207" y="104"/>
                    <a:pt x="203" y="104"/>
                  </a:cubicBezTo>
                  <a:cubicBezTo>
                    <a:pt x="146" y="95"/>
                    <a:pt x="91" y="79"/>
                    <a:pt x="38" y="55"/>
                  </a:cubicBezTo>
                  <a:cubicBezTo>
                    <a:pt x="35" y="54"/>
                    <a:pt x="31" y="52"/>
                    <a:pt x="28" y="51"/>
                  </a:cubicBezTo>
                  <a:cubicBezTo>
                    <a:pt x="19" y="46"/>
                    <a:pt x="13" y="39"/>
                    <a:pt x="8" y="30"/>
                  </a:cubicBezTo>
                  <a:cubicBezTo>
                    <a:pt x="3" y="21"/>
                    <a:pt x="0" y="13"/>
                    <a:pt x="0" y="3"/>
                  </a:cubicBezTo>
                  <a:cubicBezTo>
                    <a:pt x="0" y="2"/>
                    <a:pt x="0" y="1"/>
                    <a:pt x="0" y="0"/>
                  </a:cubicBezTo>
                  <a:cubicBezTo>
                    <a:pt x="74" y="69"/>
                    <a:pt x="162" y="80"/>
                    <a:pt x="247" y="97"/>
                  </a:cubicBezTo>
                  <a:lnTo>
                    <a:pt x="246" y="9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9"/>
            <p:cNvSpPr/>
            <p:nvPr/>
          </p:nvSpPr>
          <p:spPr>
            <a:xfrm>
              <a:off x="2817000" y="3537000"/>
              <a:ext cx="37440" cy="81360"/>
            </a:xfrm>
            <a:custGeom>
              <a:rect b="b" l="l" r="r" t="t"/>
              <a:pathLst>
                <a:path extrusionOk="0" h="226" w="104">
                  <a:moveTo>
                    <a:pt x="103" y="225"/>
                  </a:moveTo>
                  <a:cubicBezTo>
                    <a:pt x="18" y="168"/>
                    <a:pt x="0" y="88"/>
                    <a:pt x="5" y="0"/>
                  </a:cubicBezTo>
                  <a:cubicBezTo>
                    <a:pt x="23" y="37"/>
                    <a:pt x="13" y="83"/>
                    <a:pt x="34" y="117"/>
                  </a:cubicBezTo>
                  <a:cubicBezTo>
                    <a:pt x="54" y="151"/>
                    <a:pt x="86" y="179"/>
                    <a:pt x="103"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9"/>
            <p:cNvSpPr/>
            <p:nvPr/>
          </p:nvSpPr>
          <p:spPr>
            <a:xfrm>
              <a:off x="2882880" y="3512160"/>
              <a:ext cx="63000" cy="65880"/>
            </a:xfrm>
            <a:custGeom>
              <a:rect b="b" l="l" r="r" t="t"/>
              <a:pathLst>
                <a:path extrusionOk="0" h="183" w="175">
                  <a:moveTo>
                    <a:pt x="174" y="168"/>
                  </a:moveTo>
                  <a:cubicBezTo>
                    <a:pt x="171" y="176"/>
                    <a:pt x="164" y="182"/>
                    <a:pt x="157" y="178"/>
                  </a:cubicBezTo>
                  <a:cubicBezTo>
                    <a:pt x="131" y="165"/>
                    <a:pt x="18" y="39"/>
                    <a:pt x="0" y="0"/>
                  </a:cubicBezTo>
                  <a:cubicBezTo>
                    <a:pt x="53" y="41"/>
                    <a:pt x="83" y="94"/>
                    <a:pt x="128" y="129"/>
                  </a:cubicBezTo>
                  <a:lnTo>
                    <a:pt x="174" y="1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9"/>
            <p:cNvSpPr/>
            <p:nvPr/>
          </p:nvSpPr>
          <p:spPr>
            <a:xfrm>
              <a:off x="3051360" y="3966480"/>
              <a:ext cx="66600" cy="73080"/>
            </a:xfrm>
            <a:custGeom>
              <a:rect b="b" l="l" r="r" t="t"/>
              <a:pathLst>
                <a:path extrusionOk="0" h="203" w="185">
                  <a:moveTo>
                    <a:pt x="97" y="94"/>
                  </a:moveTo>
                  <a:cubicBezTo>
                    <a:pt x="103" y="120"/>
                    <a:pt x="127" y="134"/>
                    <a:pt x="144" y="153"/>
                  </a:cubicBezTo>
                  <a:cubicBezTo>
                    <a:pt x="158" y="169"/>
                    <a:pt x="172" y="185"/>
                    <a:pt x="184" y="202"/>
                  </a:cubicBezTo>
                  <a:cubicBezTo>
                    <a:pt x="143" y="188"/>
                    <a:pt x="126" y="144"/>
                    <a:pt x="87" y="128"/>
                  </a:cubicBezTo>
                  <a:lnTo>
                    <a:pt x="89" y="129"/>
                  </a:lnTo>
                  <a:cubicBezTo>
                    <a:pt x="83" y="104"/>
                    <a:pt x="61" y="92"/>
                    <a:pt x="45" y="74"/>
                  </a:cubicBezTo>
                  <a:cubicBezTo>
                    <a:pt x="33" y="63"/>
                    <a:pt x="23" y="50"/>
                    <a:pt x="15" y="36"/>
                  </a:cubicBezTo>
                  <a:cubicBezTo>
                    <a:pt x="9" y="25"/>
                    <a:pt x="4" y="13"/>
                    <a:pt x="0" y="0"/>
                  </a:cubicBezTo>
                  <a:cubicBezTo>
                    <a:pt x="42" y="33"/>
                    <a:pt x="57" y="80"/>
                    <a:pt x="98" y="96"/>
                  </a:cubicBezTo>
                  <a:lnTo>
                    <a:pt x="9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9"/>
            <p:cNvSpPr/>
            <p:nvPr/>
          </p:nvSpPr>
          <p:spPr>
            <a:xfrm>
              <a:off x="3248280" y="3693960"/>
              <a:ext cx="89280" cy="39960"/>
            </a:xfrm>
            <a:custGeom>
              <a:rect b="b" l="l" r="r" t="t"/>
              <a:pathLst>
                <a:path extrusionOk="0" h="111" w="248">
                  <a:moveTo>
                    <a:pt x="0" y="0"/>
                  </a:moveTo>
                  <a:cubicBezTo>
                    <a:pt x="79" y="19"/>
                    <a:pt x="156" y="45"/>
                    <a:pt x="229" y="79"/>
                  </a:cubicBezTo>
                  <a:cubicBezTo>
                    <a:pt x="238" y="83"/>
                    <a:pt x="247" y="87"/>
                    <a:pt x="241" y="99"/>
                  </a:cubicBezTo>
                  <a:cubicBezTo>
                    <a:pt x="234" y="110"/>
                    <a:pt x="228" y="103"/>
                    <a:pt x="222" y="99"/>
                  </a:cubicBezTo>
                  <a:cubicBezTo>
                    <a:pt x="162" y="60"/>
                    <a:pt x="93" y="41"/>
                    <a:pt x="29" y="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9"/>
            <p:cNvSpPr/>
            <p:nvPr/>
          </p:nvSpPr>
          <p:spPr>
            <a:xfrm>
              <a:off x="3082680" y="3988080"/>
              <a:ext cx="70560" cy="61560"/>
            </a:xfrm>
            <a:custGeom>
              <a:rect b="b" l="l" r="r" t="t"/>
              <a:pathLst>
                <a:path extrusionOk="0" h="171" w="196">
                  <a:moveTo>
                    <a:pt x="13" y="36"/>
                  </a:moveTo>
                  <a:cubicBezTo>
                    <a:pt x="18" y="24"/>
                    <a:pt x="0" y="17"/>
                    <a:pt x="9" y="0"/>
                  </a:cubicBezTo>
                  <a:cubicBezTo>
                    <a:pt x="69" y="55"/>
                    <a:pt x="112" y="127"/>
                    <a:pt x="195" y="169"/>
                  </a:cubicBezTo>
                  <a:cubicBezTo>
                    <a:pt x="192" y="169"/>
                    <a:pt x="189" y="170"/>
                    <a:pt x="186" y="170"/>
                  </a:cubicBezTo>
                  <a:cubicBezTo>
                    <a:pt x="173" y="170"/>
                    <a:pt x="160" y="166"/>
                    <a:pt x="150" y="160"/>
                  </a:cubicBezTo>
                  <a:cubicBezTo>
                    <a:pt x="144" y="157"/>
                    <a:pt x="140" y="153"/>
                    <a:pt x="136" y="149"/>
                  </a:cubicBezTo>
                  <a:cubicBezTo>
                    <a:pt x="104" y="126"/>
                    <a:pt x="76" y="100"/>
                    <a:pt x="51" y="70"/>
                  </a:cubicBezTo>
                  <a:cubicBezTo>
                    <a:pt x="39" y="56"/>
                    <a:pt x="31" y="38"/>
                    <a:pt x="10" y="34"/>
                  </a:cubicBezTo>
                  <a:lnTo>
                    <a:pt x="13"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9"/>
            <p:cNvSpPr/>
            <p:nvPr/>
          </p:nvSpPr>
          <p:spPr>
            <a:xfrm>
              <a:off x="3162600" y="4089240"/>
              <a:ext cx="74880" cy="47880"/>
            </a:xfrm>
            <a:custGeom>
              <a:rect b="b" l="l" r="r" t="t"/>
              <a:pathLst>
                <a:path extrusionOk="0" h="133" w="208">
                  <a:moveTo>
                    <a:pt x="207" y="132"/>
                  </a:moveTo>
                  <a:cubicBezTo>
                    <a:pt x="120" y="124"/>
                    <a:pt x="20" y="58"/>
                    <a:pt x="0" y="0"/>
                  </a:cubicBezTo>
                  <a:cubicBezTo>
                    <a:pt x="35" y="35"/>
                    <a:pt x="75" y="65"/>
                    <a:pt x="118" y="90"/>
                  </a:cubicBezTo>
                  <a:cubicBezTo>
                    <a:pt x="146" y="107"/>
                    <a:pt x="176" y="121"/>
                    <a:pt x="20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9"/>
            <p:cNvSpPr/>
            <p:nvPr/>
          </p:nvSpPr>
          <p:spPr>
            <a:xfrm>
              <a:off x="3336840" y="3916440"/>
              <a:ext cx="69840" cy="9720"/>
            </a:xfrm>
            <a:custGeom>
              <a:rect b="b" l="l" r="r" t="t"/>
              <a:pathLst>
                <a:path extrusionOk="0" h="27" w="194">
                  <a:moveTo>
                    <a:pt x="0" y="0"/>
                  </a:moveTo>
                  <a:lnTo>
                    <a:pt x="193" y="0"/>
                  </a:lnTo>
                  <a:cubicBezTo>
                    <a:pt x="150" y="26"/>
                    <a:pt x="39" y="2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9"/>
            <p:cNvSpPr/>
            <p:nvPr/>
          </p:nvSpPr>
          <p:spPr>
            <a:xfrm>
              <a:off x="3297960" y="3835080"/>
              <a:ext cx="70920" cy="11880"/>
            </a:xfrm>
            <a:custGeom>
              <a:rect b="b" l="l" r="r" t="t"/>
              <a:pathLst>
                <a:path extrusionOk="0" h="33" w="197">
                  <a:moveTo>
                    <a:pt x="0" y="8"/>
                  </a:moveTo>
                  <a:cubicBezTo>
                    <a:pt x="65" y="1"/>
                    <a:pt x="132" y="10"/>
                    <a:pt x="196" y="0"/>
                  </a:cubicBezTo>
                  <a:cubicBezTo>
                    <a:pt x="131" y="20"/>
                    <a:pt x="66" y="32"/>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9"/>
            <p:cNvSpPr/>
            <p:nvPr/>
          </p:nvSpPr>
          <p:spPr>
            <a:xfrm>
              <a:off x="3209400" y="3950280"/>
              <a:ext cx="66240" cy="35640"/>
            </a:xfrm>
            <a:custGeom>
              <a:rect b="b" l="l" r="r" t="t"/>
              <a:pathLst>
                <a:path extrusionOk="0" h="99" w="184">
                  <a:moveTo>
                    <a:pt x="0" y="0"/>
                  </a:moveTo>
                  <a:cubicBezTo>
                    <a:pt x="47" y="51"/>
                    <a:pt x="111" y="71"/>
                    <a:pt x="183" y="98"/>
                  </a:cubicBezTo>
                  <a:cubicBezTo>
                    <a:pt x="92" y="93"/>
                    <a:pt x="16" y="5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p:nvPr/>
          </p:nvSpPr>
          <p:spPr>
            <a:xfrm>
              <a:off x="3150720" y="3963960"/>
              <a:ext cx="64440" cy="54000"/>
            </a:xfrm>
            <a:custGeom>
              <a:rect b="b" l="l" r="r" t="t"/>
              <a:pathLst>
                <a:path extrusionOk="0" h="150" w="179">
                  <a:moveTo>
                    <a:pt x="3" y="0"/>
                  </a:moveTo>
                  <a:cubicBezTo>
                    <a:pt x="5" y="1"/>
                    <a:pt x="6" y="2"/>
                    <a:pt x="8" y="3"/>
                  </a:cubicBezTo>
                  <a:cubicBezTo>
                    <a:pt x="17" y="8"/>
                    <a:pt x="26" y="15"/>
                    <a:pt x="34" y="23"/>
                  </a:cubicBezTo>
                  <a:cubicBezTo>
                    <a:pt x="77" y="71"/>
                    <a:pt x="125" y="113"/>
                    <a:pt x="178" y="149"/>
                  </a:cubicBezTo>
                  <a:cubicBezTo>
                    <a:pt x="161" y="142"/>
                    <a:pt x="145" y="134"/>
                    <a:pt x="129" y="125"/>
                  </a:cubicBezTo>
                  <a:cubicBezTo>
                    <a:pt x="77" y="95"/>
                    <a:pt x="33" y="54"/>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9"/>
            <p:cNvSpPr/>
            <p:nvPr/>
          </p:nvSpPr>
          <p:spPr>
            <a:xfrm>
              <a:off x="3417120" y="3819600"/>
              <a:ext cx="71280" cy="45360"/>
            </a:xfrm>
            <a:custGeom>
              <a:rect b="b" l="l" r="r" t="t"/>
              <a:pathLst>
                <a:path extrusionOk="0" h="126" w="198">
                  <a:moveTo>
                    <a:pt x="0" y="125"/>
                  </a:moveTo>
                  <a:cubicBezTo>
                    <a:pt x="6" y="122"/>
                    <a:pt x="12" y="119"/>
                    <a:pt x="19" y="115"/>
                  </a:cubicBezTo>
                  <a:cubicBezTo>
                    <a:pt x="80" y="80"/>
                    <a:pt x="139" y="41"/>
                    <a:pt x="197" y="0"/>
                  </a:cubicBezTo>
                  <a:cubicBezTo>
                    <a:pt x="166" y="34"/>
                    <a:pt x="130" y="63"/>
                    <a:pt x="90" y="85"/>
                  </a:cubicBezTo>
                  <a:cubicBezTo>
                    <a:pt x="61" y="102"/>
                    <a:pt x="31" y="115"/>
                    <a:pt x="0"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9"/>
            <p:cNvSpPr/>
            <p:nvPr/>
          </p:nvSpPr>
          <p:spPr>
            <a:xfrm>
              <a:off x="3238920" y="3881160"/>
              <a:ext cx="66240" cy="6840"/>
            </a:xfrm>
            <a:custGeom>
              <a:rect b="b" l="l" r="r" t="t"/>
              <a:pathLst>
                <a:path extrusionOk="0" h="19" w="184">
                  <a:moveTo>
                    <a:pt x="0" y="0"/>
                  </a:moveTo>
                  <a:lnTo>
                    <a:pt x="183" y="0"/>
                  </a:lnTo>
                  <a:cubicBezTo>
                    <a:pt x="154" y="12"/>
                    <a:pt x="123" y="18"/>
                    <a:pt x="92" y="18"/>
                  </a:cubicBezTo>
                  <a:cubicBezTo>
                    <a:pt x="60" y="18"/>
                    <a:pt x="29"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3040920" y="3612960"/>
              <a:ext cx="42840" cy="34560"/>
            </a:xfrm>
            <a:custGeom>
              <a:rect b="b" l="l" r="r" t="t"/>
              <a:pathLst>
                <a:path extrusionOk="0" h="96" w="119">
                  <a:moveTo>
                    <a:pt x="83" y="92"/>
                  </a:moveTo>
                  <a:lnTo>
                    <a:pt x="68" y="74"/>
                  </a:lnTo>
                  <a:cubicBezTo>
                    <a:pt x="48" y="57"/>
                    <a:pt x="30" y="40"/>
                    <a:pt x="13" y="21"/>
                  </a:cubicBezTo>
                  <a:cubicBezTo>
                    <a:pt x="0" y="5"/>
                    <a:pt x="19" y="6"/>
                    <a:pt x="27" y="3"/>
                  </a:cubicBezTo>
                  <a:lnTo>
                    <a:pt x="40" y="0"/>
                  </a:lnTo>
                  <a:lnTo>
                    <a:pt x="118" y="90"/>
                  </a:lnTo>
                  <a:cubicBezTo>
                    <a:pt x="112" y="93"/>
                    <a:pt x="106" y="95"/>
                    <a:pt x="99" y="95"/>
                  </a:cubicBezTo>
                  <a:cubicBezTo>
                    <a:pt x="95" y="95"/>
                    <a:pt x="92" y="94"/>
                    <a:pt x="89" y="93"/>
                  </a:cubicBezTo>
                  <a:lnTo>
                    <a:pt x="85" y="93"/>
                  </a:lnTo>
                  <a:lnTo>
                    <a:pt x="83"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9"/>
            <p:cNvSpPr/>
            <p:nvPr/>
          </p:nvSpPr>
          <p:spPr>
            <a:xfrm>
              <a:off x="3372840" y="4013640"/>
              <a:ext cx="20880" cy="61920"/>
            </a:xfrm>
            <a:custGeom>
              <a:rect b="b" l="l" r="r" t="t"/>
              <a:pathLst>
                <a:path extrusionOk="0" h="172" w="58">
                  <a:moveTo>
                    <a:pt x="47" y="171"/>
                  </a:moveTo>
                  <a:cubicBezTo>
                    <a:pt x="44" y="167"/>
                    <a:pt x="42" y="163"/>
                    <a:pt x="39" y="159"/>
                  </a:cubicBezTo>
                  <a:cubicBezTo>
                    <a:pt x="13" y="114"/>
                    <a:pt x="0" y="63"/>
                    <a:pt x="0" y="11"/>
                  </a:cubicBezTo>
                  <a:cubicBezTo>
                    <a:pt x="0" y="7"/>
                    <a:pt x="0" y="4"/>
                    <a:pt x="0" y="0"/>
                  </a:cubicBezTo>
                  <a:cubicBezTo>
                    <a:pt x="29" y="40"/>
                    <a:pt x="10" y="85"/>
                    <a:pt x="37" y="118"/>
                  </a:cubicBezTo>
                  <a:cubicBezTo>
                    <a:pt x="50" y="104"/>
                    <a:pt x="34" y="84"/>
                    <a:pt x="55" y="68"/>
                  </a:cubicBezTo>
                  <a:cubicBezTo>
                    <a:pt x="56" y="79"/>
                    <a:pt x="57" y="91"/>
                    <a:pt x="57" y="103"/>
                  </a:cubicBezTo>
                  <a:cubicBezTo>
                    <a:pt x="57" y="126"/>
                    <a:pt x="54" y="149"/>
                    <a:pt x="47"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9"/>
            <p:cNvSpPr/>
            <p:nvPr/>
          </p:nvSpPr>
          <p:spPr>
            <a:xfrm>
              <a:off x="3519720" y="3809160"/>
              <a:ext cx="27360" cy="66240"/>
            </a:xfrm>
            <a:custGeom>
              <a:rect b="b" l="l" r="r" t="t"/>
              <a:pathLst>
                <a:path extrusionOk="0" h="184" w="76">
                  <a:moveTo>
                    <a:pt x="0" y="183"/>
                  </a:moveTo>
                  <a:cubicBezTo>
                    <a:pt x="26" y="125"/>
                    <a:pt x="46" y="69"/>
                    <a:pt x="71" y="0"/>
                  </a:cubicBezTo>
                  <a:cubicBezTo>
                    <a:pt x="74" y="9"/>
                    <a:pt x="75" y="17"/>
                    <a:pt x="75" y="26"/>
                  </a:cubicBezTo>
                  <a:cubicBezTo>
                    <a:pt x="75" y="39"/>
                    <a:pt x="72" y="51"/>
                    <a:pt x="66" y="62"/>
                  </a:cubicBezTo>
                  <a:cubicBezTo>
                    <a:pt x="64" y="65"/>
                    <a:pt x="62" y="68"/>
                    <a:pt x="60" y="71"/>
                  </a:cubicBezTo>
                  <a:cubicBezTo>
                    <a:pt x="48" y="91"/>
                    <a:pt x="56" y="116"/>
                    <a:pt x="44" y="134"/>
                  </a:cubicBezTo>
                  <a:cubicBezTo>
                    <a:pt x="30" y="151"/>
                    <a:pt x="15" y="167"/>
                    <a:pt x="0"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3429360" y="3563280"/>
              <a:ext cx="76320" cy="27720"/>
            </a:xfrm>
            <a:custGeom>
              <a:rect b="b" l="l" r="r" t="t"/>
              <a:pathLst>
                <a:path extrusionOk="0" h="77" w="212">
                  <a:moveTo>
                    <a:pt x="0" y="0"/>
                  </a:moveTo>
                  <a:cubicBezTo>
                    <a:pt x="68" y="8"/>
                    <a:pt x="134" y="30"/>
                    <a:pt x="193" y="65"/>
                  </a:cubicBezTo>
                  <a:cubicBezTo>
                    <a:pt x="199" y="68"/>
                    <a:pt x="205" y="72"/>
                    <a:pt x="211" y="76"/>
                  </a:cubicBezTo>
                  <a:cubicBezTo>
                    <a:pt x="142" y="49"/>
                    <a:pt x="70" y="2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9"/>
            <p:cNvSpPr/>
            <p:nvPr/>
          </p:nvSpPr>
          <p:spPr>
            <a:xfrm>
              <a:off x="3280320" y="4131360"/>
              <a:ext cx="51120" cy="24120"/>
            </a:xfrm>
            <a:custGeom>
              <a:rect b="b" l="l" r="r" t="t"/>
              <a:pathLst>
                <a:path extrusionOk="0" h="67" w="142">
                  <a:moveTo>
                    <a:pt x="88" y="0"/>
                  </a:moveTo>
                  <a:cubicBezTo>
                    <a:pt x="104" y="15"/>
                    <a:pt x="141" y="15"/>
                    <a:pt x="136" y="36"/>
                  </a:cubicBezTo>
                  <a:cubicBezTo>
                    <a:pt x="131" y="66"/>
                    <a:pt x="97" y="51"/>
                    <a:pt x="75" y="52"/>
                  </a:cubicBezTo>
                  <a:cubicBezTo>
                    <a:pt x="72" y="53"/>
                    <a:pt x="68" y="53"/>
                    <a:pt x="64" y="53"/>
                  </a:cubicBezTo>
                  <a:cubicBezTo>
                    <a:pt x="52" y="53"/>
                    <a:pt x="39" y="49"/>
                    <a:pt x="28" y="43"/>
                  </a:cubicBezTo>
                  <a:cubicBezTo>
                    <a:pt x="17" y="37"/>
                    <a:pt x="8" y="28"/>
                    <a:pt x="2" y="17"/>
                  </a:cubicBezTo>
                  <a:cubicBezTo>
                    <a:pt x="1" y="15"/>
                    <a:pt x="1" y="14"/>
                    <a:pt x="0" y="13"/>
                  </a:cubicBezTo>
                  <a:cubicBezTo>
                    <a:pt x="31" y="23"/>
                    <a:pt x="53" y="31"/>
                    <a:pt x="77" y="38"/>
                  </a:cubicBezTo>
                  <a:cubicBezTo>
                    <a:pt x="83" y="40"/>
                    <a:pt x="95" y="38"/>
                    <a:pt x="97" y="36"/>
                  </a:cubicBezTo>
                  <a:cubicBezTo>
                    <a:pt x="102" y="25"/>
                    <a:pt x="88" y="22"/>
                    <a:pt x="85" y="14"/>
                  </a:cubicBezTo>
                  <a:cubicBezTo>
                    <a:pt x="84" y="11"/>
                    <a:pt x="86" y="8"/>
                    <a:pt x="8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9"/>
            <p:cNvSpPr/>
            <p:nvPr/>
          </p:nvSpPr>
          <p:spPr>
            <a:xfrm>
              <a:off x="3391560" y="3780360"/>
              <a:ext cx="68400" cy="42480"/>
            </a:xfrm>
            <a:custGeom>
              <a:rect b="b" l="l" r="r" t="t"/>
              <a:pathLst>
                <a:path extrusionOk="0" h="118" w="190">
                  <a:moveTo>
                    <a:pt x="0" y="117"/>
                  </a:moveTo>
                  <a:cubicBezTo>
                    <a:pt x="59" y="77"/>
                    <a:pt x="122" y="48"/>
                    <a:pt x="189" y="0"/>
                  </a:cubicBezTo>
                  <a:cubicBezTo>
                    <a:pt x="165" y="43"/>
                    <a:pt x="81" y="93"/>
                    <a:pt x="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9"/>
            <p:cNvSpPr/>
            <p:nvPr/>
          </p:nvSpPr>
          <p:spPr>
            <a:xfrm>
              <a:off x="3169800" y="4073040"/>
              <a:ext cx="70560" cy="45360"/>
            </a:xfrm>
            <a:custGeom>
              <a:rect b="b" l="l" r="r" t="t"/>
              <a:pathLst>
                <a:path extrusionOk="0" h="126" w="196">
                  <a:moveTo>
                    <a:pt x="195" y="123"/>
                  </a:moveTo>
                  <a:cubicBezTo>
                    <a:pt x="118" y="105"/>
                    <a:pt x="58" y="59"/>
                    <a:pt x="0" y="11"/>
                  </a:cubicBezTo>
                  <a:lnTo>
                    <a:pt x="6" y="0"/>
                  </a:lnTo>
                  <a:cubicBezTo>
                    <a:pt x="37" y="21"/>
                    <a:pt x="67" y="41"/>
                    <a:pt x="98" y="63"/>
                  </a:cubicBezTo>
                  <a:cubicBezTo>
                    <a:pt x="128" y="85"/>
                    <a:pt x="168" y="94"/>
                    <a:pt x="194" y="125"/>
                  </a:cubicBezTo>
                  <a:lnTo>
                    <a:pt x="195" y="1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9"/>
            <p:cNvSpPr/>
            <p:nvPr/>
          </p:nvSpPr>
          <p:spPr>
            <a:xfrm>
              <a:off x="3072600" y="3645720"/>
              <a:ext cx="43560" cy="26640"/>
            </a:xfrm>
            <a:custGeom>
              <a:rect b="b" l="l" r="r" t="t"/>
              <a:pathLst>
                <a:path extrusionOk="0" h="74" w="121">
                  <a:moveTo>
                    <a:pt x="0" y="3"/>
                  </a:moveTo>
                  <a:cubicBezTo>
                    <a:pt x="4" y="4"/>
                    <a:pt x="7" y="5"/>
                    <a:pt x="11" y="5"/>
                  </a:cubicBezTo>
                  <a:cubicBezTo>
                    <a:pt x="17" y="5"/>
                    <a:pt x="24" y="3"/>
                    <a:pt x="30" y="0"/>
                  </a:cubicBezTo>
                  <a:lnTo>
                    <a:pt x="120" y="51"/>
                  </a:lnTo>
                  <a:cubicBezTo>
                    <a:pt x="113" y="66"/>
                    <a:pt x="103" y="73"/>
                    <a:pt x="93" y="66"/>
                  </a:cubicBezTo>
                  <a:cubicBezTo>
                    <a:pt x="61" y="46"/>
                    <a:pt x="17" y="44"/>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9"/>
            <p:cNvSpPr/>
            <p:nvPr/>
          </p:nvSpPr>
          <p:spPr>
            <a:xfrm>
              <a:off x="3012480" y="3546000"/>
              <a:ext cx="43200" cy="68400"/>
            </a:xfrm>
            <a:custGeom>
              <a:rect b="b" l="l" r="r" t="t"/>
              <a:pathLst>
                <a:path extrusionOk="0" h="190" w="120">
                  <a:moveTo>
                    <a:pt x="119" y="187"/>
                  </a:moveTo>
                  <a:lnTo>
                    <a:pt x="106" y="189"/>
                  </a:lnTo>
                  <a:cubicBezTo>
                    <a:pt x="79" y="146"/>
                    <a:pt x="46" y="110"/>
                    <a:pt x="24" y="64"/>
                  </a:cubicBezTo>
                  <a:cubicBezTo>
                    <a:pt x="16" y="46"/>
                    <a:pt x="0" y="30"/>
                    <a:pt x="16" y="0"/>
                  </a:cubicBezTo>
                  <a:cubicBezTo>
                    <a:pt x="38" y="74"/>
                    <a:pt x="86" y="125"/>
                    <a:pt x="119"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9"/>
            <p:cNvSpPr/>
            <p:nvPr/>
          </p:nvSpPr>
          <p:spPr>
            <a:xfrm>
              <a:off x="3184920" y="3969000"/>
              <a:ext cx="54720" cy="43920"/>
            </a:xfrm>
            <a:custGeom>
              <a:rect b="b" l="l" r="r" t="t"/>
              <a:pathLst>
                <a:path extrusionOk="0" h="122" w="152">
                  <a:moveTo>
                    <a:pt x="151" y="121"/>
                  </a:moveTo>
                  <a:cubicBezTo>
                    <a:pt x="133" y="115"/>
                    <a:pt x="115" y="108"/>
                    <a:pt x="98" y="98"/>
                  </a:cubicBezTo>
                  <a:cubicBezTo>
                    <a:pt x="57" y="74"/>
                    <a:pt x="24" y="41"/>
                    <a:pt x="0" y="0"/>
                  </a:cubicBezTo>
                  <a:cubicBezTo>
                    <a:pt x="27" y="17"/>
                    <a:pt x="51" y="37"/>
                    <a:pt x="73" y="60"/>
                  </a:cubicBezTo>
                  <a:cubicBezTo>
                    <a:pt x="96" y="79"/>
                    <a:pt x="120" y="97"/>
                    <a:pt x="151"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3312720" y="3586320"/>
              <a:ext cx="77400" cy="28800"/>
            </a:xfrm>
            <a:custGeom>
              <a:rect b="b" l="l" r="r" t="t"/>
              <a:pathLst>
                <a:path extrusionOk="0" h="80" w="215">
                  <a:moveTo>
                    <a:pt x="5" y="0"/>
                  </a:moveTo>
                  <a:lnTo>
                    <a:pt x="214" y="79"/>
                  </a:lnTo>
                  <a:cubicBezTo>
                    <a:pt x="139" y="68"/>
                    <a:pt x="71" y="38"/>
                    <a:pt x="0" y="14"/>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9"/>
            <p:cNvSpPr/>
            <p:nvPr/>
          </p:nvSpPr>
          <p:spPr>
            <a:xfrm>
              <a:off x="3307320" y="3849840"/>
              <a:ext cx="70200" cy="9720"/>
            </a:xfrm>
            <a:custGeom>
              <a:rect b="b" l="l" r="r" t="t"/>
              <a:pathLst>
                <a:path extrusionOk="0" h="27" w="195">
                  <a:moveTo>
                    <a:pt x="0" y="18"/>
                  </a:moveTo>
                  <a:lnTo>
                    <a:pt x="194" y="0"/>
                  </a:lnTo>
                  <a:lnTo>
                    <a:pt x="194" y="12"/>
                  </a:lnTo>
                  <a:cubicBezTo>
                    <a:pt x="158" y="21"/>
                    <a:pt x="121" y="26"/>
                    <a:pt x="84" y="26"/>
                  </a:cubicBezTo>
                  <a:cubicBezTo>
                    <a:pt x="56" y="26"/>
                    <a:pt x="28" y="23"/>
                    <a:pt x="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9"/>
            <p:cNvSpPr/>
            <p:nvPr/>
          </p:nvSpPr>
          <p:spPr>
            <a:xfrm>
              <a:off x="3301200" y="3625920"/>
              <a:ext cx="81360" cy="28800"/>
            </a:xfrm>
            <a:custGeom>
              <a:rect b="b" l="l" r="r" t="t"/>
              <a:pathLst>
                <a:path extrusionOk="0" h="80" w="226">
                  <a:moveTo>
                    <a:pt x="219" y="79"/>
                  </a:moveTo>
                  <a:cubicBezTo>
                    <a:pt x="144" y="60"/>
                    <a:pt x="70" y="34"/>
                    <a:pt x="0" y="0"/>
                  </a:cubicBezTo>
                  <a:lnTo>
                    <a:pt x="225" y="69"/>
                  </a:lnTo>
                  <a:lnTo>
                    <a:pt x="219"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9"/>
            <p:cNvSpPr/>
            <p:nvPr/>
          </p:nvSpPr>
          <p:spPr>
            <a:xfrm>
              <a:off x="3222720" y="3744000"/>
              <a:ext cx="77400" cy="16920"/>
            </a:xfrm>
            <a:custGeom>
              <a:rect b="b" l="l" r="r" t="t"/>
              <a:pathLst>
                <a:path extrusionOk="0" h="47" w="215">
                  <a:moveTo>
                    <a:pt x="214" y="46"/>
                  </a:moveTo>
                  <a:cubicBezTo>
                    <a:pt x="141" y="45"/>
                    <a:pt x="70" y="35"/>
                    <a:pt x="0" y="15"/>
                  </a:cubicBezTo>
                  <a:lnTo>
                    <a:pt x="3" y="0"/>
                  </a:lnTo>
                  <a:lnTo>
                    <a:pt x="214"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9"/>
            <p:cNvSpPr/>
            <p:nvPr/>
          </p:nvSpPr>
          <p:spPr>
            <a:xfrm>
              <a:off x="3404520" y="3618720"/>
              <a:ext cx="82080" cy="12600"/>
            </a:xfrm>
            <a:custGeom>
              <a:rect b="b" l="l" r="r" t="t"/>
              <a:pathLst>
                <a:path extrusionOk="0" h="35" w="228">
                  <a:moveTo>
                    <a:pt x="0" y="7"/>
                  </a:moveTo>
                  <a:cubicBezTo>
                    <a:pt x="25" y="2"/>
                    <a:pt x="51" y="0"/>
                    <a:pt x="76" y="0"/>
                  </a:cubicBezTo>
                  <a:cubicBezTo>
                    <a:pt x="128" y="0"/>
                    <a:pt x="179" y="9"/>
                    <a:pt x="227" y="27"/>
                  </a:cubicBezTo>
                  <a:cubicBezTo>
                    <a:pt x="198" y="34"/>
                    <a:pt x="171" y="21"/>
                    <a:pt x="143" y="17"/>
                  </a:cubicBezTo>
                  <a:cubicBezTo>
                    <a:pt x="107" y="13"/>
                    <a:pt x="72" y="0"/>
                    <a:pt x="37" y="21"/>
                  </a:cubicBezTo>
                  <a:cubicBezTo>
                    <a:pt x="28" y="26"/>
                    <a:pt x="15" y="21"/>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9"/>
            <p:cNvSpPr/>
            <p:nvPr/>
          </p:nvSpPr>
          <p:spPr>
            <a:xfrm>
              <a:off x="3315960" y="3616560"/>
              <a:ext cx="78480" cy="22320"/>
            </a:xfrm>
            <a:custGeom>
              <a:rect b="b" l="l" r="r" t="t"/>
              <a:pathLst>
                <a:path extrusionOk="0" h="62" w="218">
                  <a:moveTo>
                    <a:pt x="214" y="61"/>
                  </a:moveTo>
                  <a:lnTo>
                    <a:pt x="0" y="0"/>
                  </a:lnTo>
                  <a:cubicBezTo>
                    <a:pt x="75" y="5"/>
                    <a:pt x="148" y="21"/>
                    <a:pt x="217" y="50"/>
                  </a:cubicBezTo>
                  <a:lnTo>
                    <a:pt x="214"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3223800" y="3722760"/>
              <a:ext cx="74880" cy="26640"/>
            </a:xfrm>
            <a:custGeom>
              <a:rect b="b" l="l" r="r" t="t"/>
              <a:pathLst>
                <a:path extrusionOk="0" h="74" w="208">
                  <a:moveTo>
                    <a:pt x="3" y="0"/>
                  </a:moveTo>
                  <a:cubicBezTo>
                    <a:pt x="51" y="13"/>
                    <a:pt x="98" y="26"/>
                    <a:pt x="146" y="41"/>
                  </a:cubicBezTo>
                  <a:cubicBezTo>
                    <a:pt x="167" y="47"/>
                    <a:pt x="187" y="54"/>
                    <a:pt x="207" y="61"/>
                  </a:cubicBezTo>
                  <a:lnTo>
                    <a:pt x="204" y="73"/>
                  </a:lnTo>
                  <a:lnTo>
                    <a:pt x="0" y="10"/>
                  </a:ln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9"/>
            <p:cNvSpPr/>
            <p:nvPr/>
          </p:nvSpPr>
          <p:spPr>
            <a:xfrm>
              <a:off x="3034080" y="3519360"/>
              <a:ext cx="49680" cy="60120"/>
            </a:xfrm>
            <a:custGeom>
              <a:rect b="b" l="l" r="r" t="t"/>
              <a:pathLst>
                <a:path extrusionOk="0" h="167" w="138">
                  <a:moveTo>
                    <a:pt x="0" y="0"/>
                  </a:moveTo>
                  <a:lnTo>
                    <a:pt x="137" y="166"/>
                  </a:lnTo>
                  <a:cubicBezTo>
                    <a:pt x="100" y="153"/>
                    <a:pt x="19" y="5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3216600" y="3493440"/>
              <a:ext cx="65160" cy="28440"/>
            </a:xfrm>
            <a:custGeom>
              <a:rect b="b" l="l" r="r" t="t"/>
              <a:pathLst>
                <a:path extrusionOk="0" h="79" w="181">
                  <a:moveTo>
                    <a:pt x="6" y="0"/>
                  </a:moveTo>
                  <a:cubicBezTo>
                    <a:pt x="54" y="11"/>
                    <a:pt x="100" y="30"/>
                    <a:pt x="143" y="55"/>
                  </a:cubicBezTo>
                  <a:cubicBezTo>
                    <a:pt x="156" y="62"/>
                    <a:pt x="168" y="70"/>
                    <a:pt x="180" y="78"/>
                  </a:cubicBezTo>
                  <a:lnTo>
                    <a:pt x="0" y="11"/>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a:off x="3045960" y="3888360"/>
              <a:ext cx="47880" cy="50760"/>
            </a:xfrm>
            <a:custGeom>
              <a:rect b="b" l="l" r="r" t="t"/>
              <a:pathLst>
                <a:path extrusionOk="0" h="141" w="133">
                  <a:moveTo>
                    <a:pt x="0" y="0"/>
                  </a:moveTo>
                  <a:cubicBezTo>
                    <a:pt x="43" y="47"/>
                    <a:pt x="85" y="96"/>
                    <a:pt x="132" y="140"/>
                  </a:cubicBezTo>
                  <a:cubicBezTo>
                    <a:pt x="130" y="139"/>
                    <a:pt x="129" y="138"/>
                    <a:pt x="128" y="137"/>
                  </a:cubicBezTo>
                  <a:cubicBezTo>
                    <a:pt x="79" y="109"/>
                    <a:pt x="38" y="68"/>
                    <a:pt x="10" y="19"/>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9"/>
            <p:cNvSpPr/>
            <p:nvPr/>
          </p:nvSpPr>
          <p:spPr>
            <a:xfrm>
              <a:off x="3129840" y="3606840"/>
              <a:ext cx="58320" cy="39960"/>
            </a:xfrm>
            <a:custGeom>
              <a:rect b="b" l="l" r="r" t="t"/>
              <a:pathLst>
                <a:path extrusionOk="0" h="111" w="162">
                  <a:moveTo>
                    <a:pt x="161" y="110"/>
                  </a:moveTo>
                  <a:cubicBezTo>
                    <a:pt x="106" y="93"/>
                    <a:pt x="26" y="42"/>
                    <a:pt x="0" y="0"/>
                  </a:cubicBezTo>
                  <a:cubicBezTo>
                    <a:pt x="27" y="18"/>
                    <a:pt x="53" y="34"/>
                    <a:pt x="80" y="53"/>
                  </a:cubicBezTo>
                  <a:cubicBezTo>
                    <a:pt x="106" y="71"/>
                    <a:pt x="141" y="80"/>
                    <a:pt x="159" y="110"/>
                  </a:cubicBezTo>
                  <a:lnTo>
                    <a:pt x="161" y="1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9"/>
            <p:cNvSpPr/>
            <p:nvPr/>
          </p:nvSpPr>
          <p:spPr>
            <a:xfrm>
              <a:off x="3085200" y="3889800"/>
              <a:ext cx="42480" cy="42840"/>
            </a:xfrm>
            <a:custGeom>
              <a:rect b="b" l="l" r="r" t="t"/>
              <a:pathLst>
                <a:path extrusionOk="0" h="119" w="118">
                  <a:moveTo>
                    <a:pt x="117" y="118"/>
                  </a:moveTo>
                  <a:cubicBezTo>
                    <a:pt x="105" y="114"/>
                    <a:pt x="94" y="109"/>
                    <a:pt x="84" y="103"/>
                  </a:cubicBezTo>
                  <a:cubicBezTo>
                    <a:pt x="56" y="87"/>
                    <a:pt x="32" y="63"/>
                    <a:pt x="16" y="35"/>
                  </a:cubicBezTo>
                  <a:cubicBezTo>
                    <a:pt x="9" y="24"/>
                    <a:pt x="4" y="12"/>
                    <a:pt x="0" y="0"/>
                  </a:cubicBezTo>
                  <a:cubicBezTo>
                    <a:pt x="39" y="38"/>
                    <a:pt x="70" y="85"/>
                    <a:pt x="117"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9"/>
            <p:cNvSpPr/>
            <p:nvPr/>
          </p:nvSpPr>
          <p:spPr>
            <a:xfrm>
              <a:off x="3179160" y="3498840"/>
              <a:ext cx="56520" cy="37080"/>
            </a:xfrm>
            <a:custGeom>
              <a:rect b="b" l="l" r="r" t="t"/>
              <a:pathLst>
                <a:path extrusionOk="0" h="103" w="157">
                  <a:moveTo>
                    <a:pt x="0" y="0"/>
                  </a:moveTo>
                  <a:cubicBezTo>
                    <a:pt x="49" y="36"/>
                    <a:pt x="100" y="69"/>
                    <a:pt x="153" y="100"/>
                  </a:cubicBezTo>
                  <a:cubicBezTo>
                    <a:pt x="154" y="100"/>
                    <a:pt x="155" y="101"/>
                    <a:pt x="156" y="102"/>
                  </a:cubicBezTo>
                  <a:cubicBezTo>
                    <a:pt x="130" y="96"/>
                    <a:pt x="104" y="86"/>
                    <a:pt x="81" y="73"/>
                  </a:cubicBezTo>
                  <a:cubicBezTo>
                    <a:pt x="49" y="54"/>
                    <a:pt x="21" y="3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9"/>
            <p:cNvSpPr/>
            <p:nvPr/>
          </p:nvSpPr>
          <p:spPr>
            <a:xfrm>
              <a:off x="2963160" y="3662640"/>
              <a:ext cx="30240" cy="54000"/>
            </a:xfrm>
            <a:custGeom>
              <a:rect b="b" l="l" r="r" t="t"/>
              <a:pathLst>
                <a:path extrusionOk="0" h="150" w="84">
                  <a:moveTo>
                    <a:pt x="83" y="149"/>
                  </a:moveTo>
                  <a:cubicBezTo>
                    <a:pt x="61" y="131"/>
                    <a:pt x="43" y="110"/>
                    <a:pt x="29" y="86"/>
                  </a:cubicBezTo>
                  <a:cubicBezTo>
                    <a:pt x="14" y="59"/>
                    <a:pt x="4" y="30"/>
                    <a:pt x="0" y="0"/>
                  </a:cubicBezTo>
                  <a:cubicBezTo>
                    <a:pt x="29" y="50"/>
                    <a:pt x="49" y="103"/>
                    <a:pt x="83"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9"/>
            <p:cNvSpPr/>
            <p:nvPr/>
          </p:nvSpPr>
          <p:spPr>
            <a:xfrm>
              <a:off x="3394800" y="3662280"/>
              <a:ext cx="65880" cy="13680"/>
            </a:xfrm>
            <a:custGeom>
              <a:rect b="b" l="l" r="r" t="t"/>
              <a:pathLst>
                <a:path extrusionOk="0" h="38" w="183">
                  <a:moveTo>
                    <a:pt x="182" y="1"/>
                  </a:moveTo>
                  <a:lnTo>
                    <a:pt x="0" y="37"/>
                  </a:lnTo>
                  <a:cubicBezTo>
                    <a:pt x="49" y="13"/>
                    <a:pt x="103" y="0"/>
                    <a:pt x="157" y="0"/>
                  </a:cubicBezTo>
                  <a:cubicBezTo>
                    <a:pt x="166" y="0"/>
                    <a:pt x="174" y="1"/>
                    <a:pt x="18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9"/>
            <p:cNvSpPr/>
            <p:nvPr/>
          </p:nvSpPr>
          <p:spPr>
            <a:xfrm>
              <a:off x="2916000" y="3530160"/>
              <a:ext cx="38520" cy="45720"/>
            </a:xfrm>
            <a:custGeom>
              <a:rect b="b" l="l" r="r" t="t"/>
              <a:pathLst>
                <a:path extrusionOk="0" h="127" w="107">
                  <a:moveTo>
                    <a:pt x="82" y="118"/>
                  </a:moveTo>
                  <a:lnTo>
                    <a:pt x="35" y="79"/>
                  </a:lnTo>
                  <a:cubicBezTo>
                    <a:pt x="32" y="49"/>
                    <a:pt x="0" y="34"/>
                    <a:pt x="2" y="0"/>
                  </a:cubicBezTo>
                  <a:cubicBezTo>
                    <a:pt x="34" y="38"/>
                    <a:pt x="67" y="76"/>
                    <a:pt x="100" y="115"/>
                  </a:cubicBezTo>
                  <a:cubicBezTo>
                    <a:pt x="102" y="118"/>
                    <a:pt x="106" y="126"/>
                    <a:pt x="97" y="126"/>
                  </a:cubicBezTo>
                  <a:cubicBezTo>
                    <a:pt x="89" y="126"/>
                    <a:pt x="87" y="121"/>
                    <a:pt x="82"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9"/>
            <p:cNvSpPr/>
            <p:nvPr/>
          </p:nvSpPr>
          <p:spPr>
            <a:xfrm>
              <a:off x="2897640" y="3672720"/>
              <a:ext cx="18360" cy="60480"/>
            </a:xfrm>
            <a:custGeom>
              <a:rect b="b" l="l" r="r" t="t"/>
              <a:pathLst>
                <a:path extrusionOk="0" h="168" w="51">
                  <a:moveTo>
                    <a:pt x="0" y="0"/>
                  </a:moveTo>
                  <a:cubicBezTo>
                    <a:pt x="23" y="53"/>
                    <a:pt x="28" y="113"/>
                    <a:pt x="50" y="167"/>
                  </a:cubicBezTo>
                  <a:cubicBezTo>
                    <a:pt x="47" y="162"/>
                    <a:pt x="44" y="157"/>
                    <a:pt x="41" y="151"/>
                  </a:cubicBezTo>
                  <a:cubicBezTo>
                    <a:pt x="14" y="105"/>
                    <a:pt x="0" y="5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3479400" y="3524400"/>
              <a:ext cx="41040" cy="44280"/>
            </a:xfrm>
            <a:custGeom>
              <a:rect b="b" l="l" r="r" t="t"/>
              <a:pathLst>
                <a:path extrusionOk="0" h="123" w="114">
                  <a:moveTo>
                    <a:pt x="0" y="0"/>
                  </a:moveTo>
                  <a:cubicBezTo>
                    <a:pt x="50" y="30"/>
                    <a:pt x="95" y="64"/>
                    <a:pt x="113" y="122"/>
                  </a:cubicBezTo>
                  <a:cubicBezTo>
                    <a:pt x="77" y="81"/>
                    <a:pt x="38" y="4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9"/>
            <p:cNvSpPr/>
            <p:nvPr/>
          </p:nvSpPr>
          <p:spPr>
            <a:xfrm>
              <a:off x="3025800" y="3872880"/>
              <a:ext cx="38160" cy="55440"/>
            </a:xfrm>
            <a:custGeom>
              <a:rect b="b" l="l" r="r" t="t"/>
              <a:pathLst>
                <a:path extrusionOk="0" h="154" w="106">
                  <a:moveTo>
                    <a:pt x="0" y="0"/>
                  </a:moveTo>
                  <a:cubicBezTo>
                    <a:pt x="6" y="13"/>
                    <a:pt x="13" y="25"/>
                    <a:pt x="20" y="38"/>
                  </a:cubicBezTo>
                  <a:cubicBezTo>
                    <a:pt x="44" y="79"/>
                    <a:pt x="73" y="118"/>
                    <a:pt x="105" y="153"/>
                  </a:cubicBezTo>
                  <a:cubicBezTo>
                    <a:pt x="104" y="152"/>
                    <a:pt x="102" y="151"/>
                    <a:pt x="101" y="150"/>
                  </a:cubicBezTo>
                  <a:cubicBezTo>
                    <a:pt x="69" y="132"/>
                    <a:pt x="43" y="106"/>
                    <a:pt x="25" y="75"/>
                  </a:cubicBezTo>
                  <a:cubicBezTo>
                    <a:pt x="12" y="52"/>
                    <a:pt x="3" y="2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9"/>
            <p:cNvSpPr/>
            <p:nvPr/>
          </p:nvSpPr>
          <p:spPr>
            <a:xfrm>
              <a:off x="3123000" y="3873240"/>
              <a:ext cx="43920" cy="45720"/>
            </a:xfrm>
            <a:custGeom>
              <a:rect b="b" l="l" r="r" t="t"/>
              <a:pathLst>
                <a:path extrusionOk="0" h="127" w="122">
                  <a:moveTo>
                    <a:pt x="5" y="38"/>
                  </a:moveTo>
                  <a:lnTo>
                    <a:pt x="0" y="0"/>
                  </a:lnTo>
                  <a:cubicBezTo>
                    <a:pt x="38" y="45"/>
                    <a:pt x="78" y="87"/>
                    <a:pt x="121" y="126"/>
                  </a:cubicBezTo>
                  <a:cubicBezTo>
                    <a:pt x="112" y="123"/>
                    <a:pt x="104" y="119"/>
                    <a:pt x="95" y="114"/>
                  </a:cubicBezTo>
                  <a:cubicBezTo>
                    <a:pt x="77" y="104"/>
                    <a:pt x="61" y="90"/>
                    <a:pt x="48" y="75"/>
                  </a:cubicBezTo>
                  <a:cubicBezTo>
                    <a:pt x="33" y="62"/>
                    <a:pt x="28" y="38"/>
                    <a:pt x="4" y="36"/>
                  </a:cubicBezTo>
                  <a:lnTo>
                    <a:pt x="5"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9"/>
            <p:cNvSpPr/>
            <p:nvPr/>
          </p:nvSpPr>
          <p:spPr>
            <a:xfrm>
              <a:off x="3381480" y="3778920"/>
              <a:ext cx="56160" cy="21960"/>
            </a:xfrm>
            <a:custGeom>
              <a:rect b="b" l="l" r="r" t="t"/>
              <a:pathLst>
                <a:path extrusionOk="0" h="61" w="156">
                  <a:moveTo>
                    <a:pt x="155" y="13"/>
                  </a:moveTo>
                  <a:cubicBezTo>
                    <a:pt x="106" y="38"/>
                    <a:pt x="54" y="54"/>
                    <a:pt x="0" y="60"/>
                  </a:cubicBezTo>
                  <a:lnTo>
                    <a:pt x="148" y="0"/>
                  </a:lnTo>
                  <a:lnTo>
                    <a:pt x="155"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9"/>
            <p:cNvSpPr/>
            <p:nvPr/>
          </p:nvSpPr>
          <p:spPr>
            <a:xfrm>
              <a:off x="3660480" y="3703320"/>
              <a:ext cx="42840" cy="42120"/>
            </a:xfrm>
            <a:custGeom>
              <a:rect b="b" l="l" r="r" t="t"/>
              <a:pathLst>
                <a:path extrusionOk="0" h="117" w="119">
                  <a:moveTo>
                    <a:pt x="0" y="116"/>
                  </a:moveTo>
                  <a:lnTo>
                    <a:pt x="109" y="0"/>
                  </a:lnTo>
                  <a:lnTo>
                    <a:pt x="118" y="9"/>
                  </a:lnTo>
                  <a:cubicBezTo>
                    <a:pt x="84" y="50"/>
                    <a:pt x="44" y="86"/>
                    <a:pt x="0"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9"/>
            <p:cNvSpPr/>
            <p:nvPr/>
          </p:nvSpPr>
          <p:spPr>
            <a:xfrm>
              <a:off x="3265560" y="3941640"/>
              <a:ext cx="42840" cy="25200"/>
            </a:xfrm>
            <a:custGeom>
              <a:rect b="b" l="l" r="r" t="t"/>
              <a:pathLst>
                <a:path extrusionOk="0" h="70" w="119">
                  <a:moveTo>
                    <a:pt x="0" y="0"/>
                  </a:moveTo>
                  <a:cubicBezTo>
                    <a:pt x="19" y="9"/>
                    <a:pt x="38" y="18"/>
                    <a:pt x="56" y="29"/>
                  </a:cubicBezTo>
                  <a:cubicBezTo>
                    <a:pt x="77" y="41"/>
                    <a:pt x="98" y="54"/>
                    <a:pt x="118" y="69"/>
                  </a:cubicBezTo>
                  <a:cubicBezTo>
                    <a:pt x="95" y="65"/>
                    <a:pt x="74" y="58"/>
                    <a:pt x="54" y="46"/>
                  </a:cubicBezTo>
                  <a:cubicBezTo>
                    <a:pt x="33" y="34"/>
                    <a:pt x="15" y="1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9"/>
            <p:cNvSpPr/>
            <p:nvPr/>
          </p:nvSpPr>
          <p:spPr>
            <a:xfrm>
              <a:off x="3567240" y="3498120"/>
              <a:ext cx="55440" cy="12600"/>
            </a:xfrm>
            <a:custGeom>
              <a:rect b="b" l="l" r="r" t="t"/>
              <a:pathLst>
                <a:path extrusionOk="0" h="35" w="154">
                  <a:moveTo>
                    <a:pt x="153" y="0"/>
                  </a:moveTo>
                  <a:cubicBezTo>
                    <a:pt x="153" y="0"/>
                    <a:pt x="152" y="0"/>
                    <a:pt x="152" y="1"/>
                  </a:cubicBezTo>
                  <a:cubicBezTo>
                    <a:pt x="115" y="22"/>
                    <a:pt x="72" y="34"/>
                    <a:pt x="29" y="34"/>
                  </a:cubicBezTo>
                  <a:cubicBezTo>
                    <a:pt x="19" y="34"/>
                    <a:pt x="9" y="33"/>
                    <a:pt x="0" y="32"/>
                  </a:cubicBezTo>
                  <a:cubicBezTo>
                    <a:pt x="51" y="15"/>
                    <a:pt x="104" y="15"/>
                    <a:pt x="15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3631320" y="3596760"/>
              <a:ext cx="34560" cy="21600"/>
            </a:xfrm>
            <a:custGeom>
              <a:rect b="b" l="l" r="r" t="t"/>
              <a:pathLst>
                <a:path extrusionOk="0" h="60" w="96">
                  <a:moveTo>
                    <a:pt x="95" y="0"/>
                  </a:moveTo>
                  <a:cubicBezTo>
                    <a:pt x="66" y="26"/>
                    <a:pt x="30" y="38"/>
                    <a:pt x="0" y="59"/>
                  </a:cubicBezTo>
                  <a:cubicBezTo>
                    <a:pt x="10" y="5"/>
                    <a:pt x="60" y="13"/>
                    <a:pt x="9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2992680" y="3801960"/>
              <a:ext cx="29520" cy="43560"/>
            </a:xfrm>
            <a:custGeom>
              <a:rect b="b" l="l" r="r" t="t"/>
              <a:pathLst>
                <a:path extrusionOk="0" h="121" w="82">
                  <a:moveTo>
                    <a:pt x="20" y="0"/>
                  </a:moveTo>
                  <a:cubicBezTo>
                    <a:pt x="24" y="27"/>
                    <a:pt x="33" y="52"/>
                    <a:pt x="46" y="75"/>
                  </a:cubicBezTo>
                  <a:cubicBezTo>
                    <a:pt x="56" y="91"/>
                    <a:pt x="67" y="106"/>
                    <a:pt x="81" y="120"/>
                  </a:cubicBezTo>
                  <a:cubicBezTo>
                    <a:pt x="21" y="85"/>
                    <a:pt x="0" y="46"/>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3395160" y="4113720"/>
              <a:ext cx="50400" cy="26280"/>
            </a:xfrm>
            <a:custGeom>
              <a:rect b="b" l="l" r="r" t="t"/>
              <a:pathLst>
                <a:path extrusionOk="0" h="73" w="140">
                  <a:moveTo>
                    <a:pt x="17" y="12"/>
                  </a:moveTo>
                  <a:lnTo>
                    <a:pt x="17" y="46"/>
                  </a:lnTo>
                  <a:cubicBezTo>
                    <a:pt x="61" y="31"/>
                    <a:pt x="96" y="1"/>
                    <a:pt x="139" y="0"/>
                  </a:cubicBezTo>
                  <a:cubicBezTo>
                    <a:pt x="139" y="1"/>
                    <a:pt x="139" y="1"/>
                    <a:pt x="139" y="1"/>
                  </a:cubicBezTo>
                  <a:cubicBezTo>
                    <a:pt x="139" y="5"/>
                    <a:pt x="139" y="8"/>
                    <a:pt x="137" y="11"/>
                  </a:cubicBezTo>
                  <a:cubicBezTo>
                    <a:pt x="135" y="14"/>
                    <a:pt x="133" y="16"/>
                    <a:pt x="130" y="18"/>
                  </a:cubicBezTo>
                  <a:cubicBezTo>
                    <a:pt x="128" y="19"/>
                    <a:pt x="126" y="20"/>
                    <a:pt x="124" y="20"/>
                  </a:cubicBezTo>
                  <a:cubicBezTo>
                    <a:pt x="102" y="24"/>
                    <a:pt x="82" y="33"/>
                    <a:pt x="62" y="44"/>
                  </a:cubicBezTo>
                  <a:cubicBezTo>
                    <a:pt x="55" y="49"/>
                    <a:pt x="47" y="53"/>
                    <a:pt x="40" y="58"/>
                  </a:cubicBezTo>
                  <a:cubicBezTo>
                    <a:pt x="31" y="63"/>
                    <a:pt x="22" y="72"/>
                    <a:pt x="11" y="63"/>
                  </a:cubicBezTo>
                  <a:cubicBezTo>
                    <a:pt x="0" y="54"/>
                    <a:pt x="7" y="46"/>
                    <a:pt x="7" y="36"/>
                  </a:cubicBezTo>
                  <a:cubicBezTo>
                    <a:pt x="8" y="26"/>
                    <a:pt x="7" y="18"/>
                    <a:pt x="19" y="14"/>
                  </a:cubicBezTo>
                  <a:lnTo>
                    <a:pt x="17"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2934360" y="3868200"/>
              <a:ext cx="29160" cy="60120"/>
            </a:xfrm>
            <a:custGeom>
              <a:rect b="b" l="l" r="r" t="t"/>
              <a:pathLst>
                <a:path extrusionOk="0" h="167" w="81">
                  <a:moveTo>
                    <a:pt x="80" y="164"/>
                  </a:moveTo>
                  <a:cubicBezTo>
                    <a:pt x="78" y="164"/>
                    <a:pt x="75" y="166"/>
                    <a:pt x="74" y="164"/>
                  </a:cubicBezTo>
                  <a:cubicBezTo>
                    <a:pt x="30" y="118"/>
                    <a:pt x="15" y="59"/>
                    <a:pt x="0" y="0"/>
                  </a:cubicBezTo>
                  <a:cubicBezTo>
                    <a:pt x="25" y="55"/>
                    <a:pt x="52" y="110"/>
                    <a:pt x="79" y="164"/>
                  </a:cubicBezTo>
                  <a:lnTo>
                    <a:pt x="80"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3320280" y="3872160"/>
              <a:ext cx="60840" cy="7560"/>
            </a:xfrm>
            <a:custGeom>
              <a:rect b="b" l="l" r="r" t="t"/>
              <a:pathLst>
                <a:path extrusionOk="0" h="21" w="169">
                  <a:moveTo>
                    <a:pt x="0" y="17"/>
                  </a:moveTo>
                  <a:cubicBezTo>
                    <a:pt x="46" y="6"/>
                    <a:pt x="93" y="0"/>
                    <a:pt x="140" y="0"/>
                  </a:cubicBezTo>
                  <a:cubicBezTo>
                    <a:pt x="149" y="0"/>
                    <a:pt x="159" y="0"/>
                    <a:pt x="168" y="0"/>
                  </a:cubicBezTo>
                  <a:cubicBezTo>
                    <a:pt x="128" y="13"/>
                    <a:pt x="87" y="20"/>
                    <a:pt x="44" y="20"/>
                  </a:cubicBezTo>
                  <a:cubicBezTo>
                    <a:pt x="30" y="20"/>
                    <a:pt x="15" y="19"/>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3008880" y="4052520"/>
              <a:ext cx="46800" cy="37800"/>
            </a:xfrm>
            <a:custGeom>
              <a:rect b="b" l="l" r="r" t="t"/>
              <a:pathLst>
                <a:path extrusionOk="0" h="105" w="130">
                  <a:moveTo>
                    <a:pt x="117" y="80"/>
                  </a:moveTo>
                  <a:lnTo>
                    <a:pt x="129" y="93"/>
                  </a:lnTo>
                  <a:cubicBezTo>
                    <a:pt x="128" y="99"/>
                    <a:pt x="122" y="104"/>
                    <a:pt x="118" y="102"/>
                  </a:cubicBezTo>
                  <a:cubicBezTo>
                    <a:pt x="109" y="98"/>
                    <a:pt x="101" y="94"/>
                    <a:pt x="92" y="89"/>
                  </a:cubicBezTo>
                  <a:cubicBezTo>
                    <a:pt x="55" y="68"/>
                    <a:pt x="23" y="37"/>
                    <a:pt x="0" y="0"/>
                  </a:cubicBezTo>
                  <a:cubicBezTo>
                    <a:pt x="42" y="21"/>
                    <a:pt x="67" y="68"/>
                    <a:pt x="117"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3830040" y="3637800"/>
              <a:ext cx="24480" cy="31320"/>
            </a:xfrm>
            <a:custGeom>
              <a:rect b="b" l="l" r="r" t="t"/>
              <a:pathLst>
                <a:path extrusionOk="0" h="87" w="68">
                  <a:moveTo>
                    <a:pt x="35" y="0"/>
                  </a:moveTo>
                  <a:cubicBezTo>
                    <a:pt x="43" y="6"/>
                    <a:pt x="50" y="14"/>
                    <a:pt x="55" y="23"/>
                  </a:cubicBezTo>
                  <a:cubicBezTo>
                    <a:pt x="62" y="37"/>
                    <a:pt x="67" y="52"/>
                    <a:pt x="67" y="68"/>
                  </a:cubicBezTo>
                  <a:cubicBezTo>
                    <a:pt x="67" y="74"/>
                    <a:pt x="66" y="80"/>
                    <a:pt x="65" y="86"/>
                  </a:cubicBezTo>
                  <a:cubicBezTo>
                    <a:pt x="52" y="69"/>
                    <a:pt x="39" y="52"/>
                    <a:pt x="24" y="36"/>
                  </a:cubicBezTo>
                  <a:cubicBezTo>
                    <a:pt x="0" y="13"/>
                    <a:pt x="15" y="6"/>
                    <a:pt x="37" y="1"/>
                  </a:cubicBezTo>
                  <a:lnTo>
                    <a:pt x="3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3621600" y="3643920"/>
              <a:ext cx="49680" cy="27000"/>
            </a:xfrm>
            <a:custGeom>
              <a:rect b="b" l="l" r="r" t="t"/>
              <a:pathLst>
                <a:path extrusionOk="0" h="75" w="138">
                  <a:moveTo>
                    <a:pt x="137" y="9"/>
                  </a:moveTo>
                  <a:cubicBezTo>
                    <a:pt x="95" y="31"/>
                    <a:pt x="54" y="53"/>
                    <a:pt x="12" y="74"/>
                  </a:cubicBezTo>
                  <a:cubicBezTo>
                    <a:pt x="11" y="74"/>
                    <a:pt x="10" y="74"/>
                    <a:pt x="10" y="74"/>
                  </a:cubicBezTo>
                  <a:cubicBezTo>
                    <a:pt x="8" y="74"/>
                    <a:pt x="6" y="74"/>
                    <a:pt x="5" y="73"/>
                  </a:cubicBezTo>
                  <a:cubicBezTo>
                    <a:pt x="4" y="72"/>
                    <a:pt x="2" y="71"/>
                    <a:pt x="2" y="70"/>
                  </a:cubicBezTo>
                  <a:cubicBezTo>
                    <a:pt x="1" y="69"/>
                    <a:pt x="1" y="67"/>
                    <a:pt x="0" y="66"/>
                  </a:cubicBezTo>
                  <a:lnTo>
                    <a:pt x="0" y="65"/>
                  </a:lnTo>
                  <a:cubicBezTo>
                    <a:pt x="0" y="63"/>
                    <a:pt x="2" y="61"/>
                    <a:pt x="2" y="60"/>
                  </a:cubicBezTo>
                  <a:cubicBezTo>
                    <a:pt x="3" y="58"/>
                    <a:pt x="3" y="57"/>
                    <a:pt x="4" y="57"/>
                  </a:cubicBezTo>
                  <a:cubicBezTo>
                    <a:pt x="47" y="37"/>
                    <a:pt x="90" y="19"/>
                    <a:pt x="132" y="0"/>
                  </a:cubicBezTo>
                  <a:lnTo>
                    <a:pt x="137"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3353760" y="3976200"/>
              <a:ext cx="15120" cy="53280"/>
            </a:xfrm>
            <a:custGeom>
              <a:rect b="b" l="l" r="r" t="t"/>
              <a:pathLst>
                <a:path extrusionOk="0" h="148" w="42">
                  <a:moveTo>
                    <a:pt x="41" y="147"/>
                  </a:moveTo>
                  <a:cubicBezTo>
                    <a:pt x="33" y="139"/>
                    <a:pt x="26" y="129"/>
                    <a:pt x="20" y="118"/>
                  </a:cubicBezTo>
                  <a:cubicBezTo>
                    <a:pt x="7" y="96"/>
                    <a:pt x="0" y="70"/>
                    <a:pt x="0" y="44"/>
                  </a:cubicBezTo>
                  <a:cubicBezTo>
                    <a:pt x="0" y="29"/>
                    <a:pt x="2" y="14"/>
                    <a:pt x="7" y="0"/>
                  </a:cubicBezTo>
                  <a:cubicBezTo>
                    <a:pt x="23" y="32"/>
                    <a:pt x="14" y="57"/>
                    <a:pt x="22" y="79"/>
                  </a:cubicBezTo>
                  <a:cubicBezTo>
                    <a:pt x="30" y="100"/>
                    <a:pt x="35" y="125"/>
                    <a:pt x="41"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3362400" y="3485160"/>
              <a:ext cx="42480" cy="22320"/>
            </a:xfrm>
            <a:custGeom>
              <a:rect b="b" l="l" r="r" t="t"/>
              <a:pathLst>
                <a:path extrusionOk="0" h="62" w="118">
                  <a:moveTo>
                    <a:pt x="43" y="39"/>
                  </a:moveTo>
                  <a:cubicBezTo>
                    <a:pt x="35" y="22"/>
                    <a:pt x="13" y="21"/>
                    <a:pt x="0" y="0"/>
                  </a:cubicBezTo>
                  <a:cubicBezTo>
                    <a:pt x="26" y="7"/>
                    <a:pt x="50" y="17"/>
                    <a:pt x="73" y="30"/>
                  </a:cubicBezTo>
                  <a:cubicBezTo>
                    <a:pt x="89" y="39"/>
                    <a:pt x="103" y="50"/>
                    <a:pt x="117" y="61"/>
                  </a:cubicBezTo>
                  <a:lnTo>
                    <a:pt x="71" y="54"/>
                  </a:lnTo>
                  <a:lnTo>
                    <a:pt x="4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3400560" y="4057560"/>
              <a:ext cx="16200" cy="61200"/>
            </a:xfrm>
            <a:custGeom>
              <a:rect b="b" l="l" r="r" t="t"/>
              <a:pathLst>
                <a:path extrusionOk="0" h="170" w="45">
                  <a:moveTo>
                    <a:pt x="3" y="169"/>
                  </a:moveTo>
                  <a:cubicBezTo>
                    <a:pt x="0" y="112"/>
                    <a:pt x="20" y="59"/>
                    <a:pt x="27" y="0"/>
                  </a:cubicBezTo>
                  <a:cubicBezTo>
                    <a:pt x="44" y="26"/>
                    <a:pt x="34" y="82"/>
                    <a:pt x="1" y="168"/>
                  </a:cubicBezTo>
                  <a:lnTo>
                    <a:pt x="3" y="1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3185280" y="4145040"/>
              <a:ext cx="51480" cy="14400"/>
            </a:xfrm>
            <a:custGeom>
              <a:rect b="b" l="l" r="r" t="t"/>
              <a:pathLst>
                <a:path extrusionOk="0" h="40" w="143">
                  <a:moveTo>
                    <a:pt x="142" y="39"/>
                  </a:moveTo>
                  <a:cubicBezTo>
                    <a:pt x="93" y="35"/>
                    <a:pt x="45" y="25"/>
                    <a:pt x="0" y="8"/>
                  </a:cubicBezTo>
                  <a:cubicBezTo>
                    <a:pt x="44" y="0"/>
                    <a:pt x="82" y="9"/>
                    <a:pt x="14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3070800" y="4006800"/>
              <a:ext cx="34920" cy="48960"/>
            </a:xfrm>
            <a:custGeom>
              <a:rect b="b" l="l" r="r" t="t"/>
              <a:pathLst>
                <a:path extrusionOk="0" h="136" w="97">
                  <a:moveTo>
                    <a:pt x="34" y="16"/>
                  </a:moveTo>
                  <a:cubicBezTo>
                    <a:pt x="31" y="42"/>
                    <a:pt x="53" y="59"/>
                    <a:pt x="64" y="79"/>
                  </a:cubicBezTo>
                  <a:cubicBezTo>
                    <a:pt x="70" y="87"/>
                    <a:pt x="75" y="96"/>
                    <a:pt x="80" y="104"/>
                  </a:cubicBezTo>
                  <a:cubicBezTo>
                    <a:pt x="86" y="115"/>
                    <a:pt x="92" y="125"/>
                    <a:pt x="96" y="135"/>
                  </a:cubicBezTo>
                  <a:cubicBezTo>
                    <a:pt x="69" y="112"/>
                    <a:pt x="45" y="85"/>
                    <a:pt x="27" y="53"/>
                  </a:cubicBezTo>
                  <a:cubicBezTo>
                    <a:pt x="23" y="46"/>
                    <a:pt x="18" y="37"/>
                    <a:pt x="15" y="29"/>
                  </a:cubicBezTo>
                  <a:cubicBezTo>
                    <a:pt x="0" y="0"/>
                    <a:pt x="30" y="25"/>
                    <a:pt x="35" y="17"/>
                  </a:cubicBezTo>
                  <a:lnTo>
                    <a:pt x="34"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3315600" y="4084560"/>
              <a:ext cx="43560" cy="18360"/>
            </a:xfrm>
            <a:custGeom>
              <a:rect b="b" l="l" r="r" t="t"/>
              <a:pathLst>
                <a:path extrusionOk="0" h="51" w="121">
                  <a:moveTo>
                    <a:pt x="0" y="0"/>
                  </a:moveTo>
                  <a:cubicBezTo>
                    <a:pt x="32" y="3"/>
                    <a:pt x="62" y="12"/>
                    <a:pt x="90" y="28"/>
                  </a:cubicBezTo>
                  <a:cubicBezTo>
                    <a:pt x="101" y="35"/>
                    <a:pt x="111" y="42"/>
                    <a:pt x="120" y="50"/>
                  </a:cubicBezTo>
                  <a:cubicBezTo>
                    <a:pt x="83" y="36"/>
                    <a:pt x="38"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3153600" y="3877920"/>
              <a:ext cx="34200" cy="38160"/>
            </a:xfrm>
            <a:custGeom>
              <a:rect b="b" l="l" r="r" t="t"/>
              <a:pathLst>
                <a:path extrusionOk="0" h="106" w="95">
                  <a:moveTo>
                    <a:pt x="94" y="105"/>
                  </a:moveTo>
                  <a:cubicBezTo>
                    <a:pt x="41" y="88"/>
                    <a:pt x="26" y="39"/>
                    <a:pt x="0" y="0"/>
                  </a:cubicBezTo>
                  <a:cubicBezTo>
                    <a:pt x="36" y="18"/>
                    <a:pt x="47" y="61"/>
                    <a:pt x="79" y="83"/>
                  </a:cubicBezTo>
                  <a:lnTo>
                    <a:pt x="94" y="10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3283200" y="4003920"/>
              <a:ext cx="46800" cy="29160"/>
            </a:xfrm>
            <a:custGeom>
              <a:rect b="b" l="l" r="r" t="t"/>
              <a:pathLst>
                <a:path extrusionOk="0" h="81" w="130">
                  <a:moveTo>
                    <a:pt x="122" y="80"/>
                  </a:moveTo>
                  <a:lnTo>
                    <a:pt x="0" y="0"/>
                  </a:lnTo>
                  <a:cubicBezTo>
                    <a:pt x="53" y="9"/>
                    <a:pt x="87" y="45"/>
                    <a:pt x="129" y="70"/>
                  </a:cubicBezTo>
                  <a:lnTo>
                    <a:pt x="12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9"/>
            <p:cNvSpPr/>
            <p:nvPr/>
          </p:nvSpPr>
          <p:spPr>
            <a:xfrm>
              <a:off x="3270600" y="4105080"/>
              <a:ext cx="51480" cy="18000"/>
            </a:xfrm>
            <a:custGeom>
              <a:rect b="b" l="l" r="r" t="t"/>
              <a:pathLst>
                <a:path extrusionOk="0" h="50" w="143">
                  <a:moveTo>
                    <a:pt x="142" y="48"/>
                  </a:moveTo>
                  <a:cubicBezTo>
                    <a:pt x="138" y="48"/>
                    <a:pt x="134" y="49"/>
                    <a:pt x="130" y="49"/>
                  </a:cubicBezTo>
                  <a:cubicBezTo>
                    <a:pt x="95" y="49"/>
                    <a:pt x="61" y="39"/>
                    <a:pt x="31" y="22"/>
                  </a:cubicBezTo>
                  <a:cubicBezTo>
                    <a:pt x="20" y="16"/>
                    <a:pt x="9" y="8"/>
                    <a:pt x="0" y="0"/>
                  </a:cubicBezTo>
                  <a:lnTo>
                    <a:pt x="142" y="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3494880" y="4094280"/>
              <a:ext cx="47880" cy="28080"/>
            </a:xfrm>
            <a:custGeom>
              <a:rect b="b" l="l" r="r" t="t"/>
              <a:pathLst>
                <a:path extrusionOk="0" h="78" w="133">
                  <a:moveTo>
                    <a:pt x="132" y="0"/>
                  </a:moveTo>
                  <a:cubicBezTo>
                    <a:pt x="115" y="20"/>
                    <a:pt x="94" y="37"/>
                    <a:pt x="71" y="50"/>
                  </a:cubicBezTo>
                  <a:cubicBezTo>
                    <a:pt x="49" y="63"/>
                    <a:pt x="25" y="72"/>
                    <a:pt x="0" y="77"/>
                  </a:cubicBezTo>
                  <a:cubicBezTo>
                    <a:pt x="17" y="56"/>
                    <a:pt x="44" y="52"/>
                    <a:pt x="66" y="39"/>
                  </a:cubicBezTo>
                  <a:cubicBezTo>
                    <a:pt x="88" y="26"/>
                    <a:pt x="110" y="13"/>
                    <a:pt x="1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2921400" y="3521160"/>
              <a:ext cx="32400" cy="37800"/>
            </a:xfrm>
            <a:custGeom>
              <a:rect b="b" l="l" r="r" t="t"/>
              <a:pathLst>
                <a:path extrusionOk="0" h="105" w="90">
                  <a:moveTo>
                    <a:pt x="55" y="29"/>
                  </a:moveTo>
                  <a:cubicBezTo>
                    <a:pt x="60" y="55"/>
                    <a:pt x="86" y="73"/>
                    <a:pt x="89" y="104"/>
                  </a:cubicBezTo>
                  <a:cubicBezTo>
                    <a:pt x="62" y="74"/>
                    <a:pt x="34" y="45"/>
                    <a:pt x="9" y="13"/>
                  </a:cubicBezTo>
                  <a:cubicBezTo>
                    <a:pt x="0" y="1"/>
                    <a:pt x="15" y="1"/>
                    <a:pt x="24" y="0"/>
                  </a:cubicBezTo>
                  <a:cubicBezTo>
                    <a:pt x="31" y="12"/>
                    <a:pt x="41" y="21"/>
                    <a:pt x="53" y="28"/>
                  </a:cubicBezTo>
                  <a:cubicBezTo>
                    <a:pt x="54" y="28"/>
                    <a:pt x="54" y="28"/>
                    <a:pt x="55"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3327120" y="3493080"/>
              <a:ext cx="33480" cy="20160"/>
            </a:xfrm>
            <a:custGeom>
              <a:rect b="b" l="l" r="r" t="t"/>
              <a:pathLst>
                <a:path extrusionOk="0" h="56" w="93">
                  <a:moveTo>
                    <a:pt x="92" y="37"/>
                  </a:moveTo>
                  <a:cubicBezTo>
                    <a:pt x="78" y="33"/>
                    <a:pt x="64" y="28"/>
                    <a:pt x="50" y="25"/>
                  </a:cubicBezTo>
                  <a:cubicBezTo>
                    <a:pt x="42" y="23"/>
                    <a:pt x="31" y="18"/>
                    <a:pt x="29" y="32"/>
                  </a:cubicBezTo>
                  <a:cubicBezTo>
                    <a:pt x="29" y="37"/>
                    <a:pt x="36" y="44"/>
                    <a:pt x="43" y="55"/>
                  </a:cubicBezTo>
                  <a:cubicBezTo>
                    <a:pt x="38" y="54"/>
                    <a:pt x="34" y="52"/>
                    <a:pt x="29" y="49"/>
                  </a:cubicBezTo>
                  <a:cubicBezTo>
                    <a:pt x="20" y="44"/>
                    <a:pt x="11" y="34"/>
                    <a:pt x="6" y="26"/>
                  </a:cubicBezTo>
                  <a:cubicBezTo>
                    <a:pt x="3" y="21"/>
                    <a:pt x="2" y="17"/>
                    <a:pt x="0" y="13"/>
                  </a:cubicBezTo>
                  <a:cubicBezTo>
                    <a:pt x="37" y="0"/>
                    <a:pt x="53" y="5"/>
                    <a:pt x="91" y="38"/>
                  </a:cubicBezTo>
                  <a:lnTo>
                    <a:pt x="9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3220560" y="3780720"/>
              <a:ext cx="55440" cy="8640"/>
            </a:xfrm>
            <a:custGeom>
              <a:rect b="b" l="l" r="r" t="t"/>
              <a:pathLst>
                <a:path extrusionOk="0" h="24" w="154">
                  <a:moveTo>
                    <a:pt x="153" y="23"/>
                  </a:moveTo>
                  <a:cubicBezTo>
                    <a:pt x="102" y="23"/>
                    <a:pt x="50" y="20"/>
                    <a:pt x="0" y="13"/>
                  </a:cubicBezTo>
                  <a:cubicBezTo>
                    <a:pt x="52" y="8"/>
                    <a:pt x="104" y="0"/>
                    <a:pt x="15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2923560" y="3484800"/>
              <a:ext cx="42120" cy="32040"/>
            </a:xfrm>
            <a:custGeom>
              <a:rect b="b" l="l" r="r" t="t"/>
              <a:pathLst>
                <a:path extrusionOk="0" h="89" w="117">
                  <a:moveTo>
                    <a:pt x="0" y="0"/>
                  </a:moveTo>
                  <a:cubicBezTo>
                    <a:pt x="6" y="3"/>
                    <a:pt x="12" y="6"/>
                    <a:pt x="17" y="9"/>
                  </a:cubicBezTo>
                  <a:cubicBezTo>
                    <a:pt x="54" y="30"/>
                    <a:pt x="87" y="57"/>
                    <a:pt x="116" y="88"/>
                  </a:cubicBezTo>
                  <a:cubicBezTo>
                    <a:pt x="106" y="83"/>
                    <a:pt x="97" y="78"/>
                    <a:pt x="88" y="73"/>
                  </a:cubicBezTo>
                  <a:cubicBezTo>
                    <a:pt x="54" y="53"/>
                    <a:pt x="25" y="2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3128760" y="4125960"/>
              <a:ext cx="39240" cy="18720"/>
            </a:xfrm>
            <a:custGeom>
              <a:rect b="b" l="l" r="r" t="t"/>
              <a:pathLst>
                <a:path extrusionOk="0" h="52" w="109">
                  <a:moveTo>
                    <a:pt x="108" y="51"/>
                  </a:moveTo>
                  <a:cubicBezTo>
                    <a:pt x="74" y="49"/>
                    <a:pt x="42" y="40"/>
                    <a:pt x="12" y="24"/>
                  </a:cubicBezTo>
                  <a:cubicBezTo>
                    <a:pt x="5" y="21"/>
                    <a:pt x="0" y="15"/>
                    <a:pt x="3" y="7"/>
                  </a:cubicBezTo>
                  <a:lnTo>
                    <a:pt x="4" y="6"/>
                  </a:lnTo>
                  <a:cubicBezTo>
                    <a:pt x="5" y="4"/>
                    <a:pt x="6" y="3"/>
                    <a:pt x="8" y="2"/>
                  </a:cubicBezTo>
                  <a:cubicBezTo>
                    <a:pt x="10" y="1"/>
                    <a:pt x="12" y="0"/>
                    <a:pt x="14" y="0"/>
                  </a:cubicBezTo>
                  <a:cubicBezTo>
                    <a:pt x="16" y="0"/>
                    <a:pt x="18" y="1"/>
                    <a:pt x="20" y="2"/>
                  </a:cubicBezTo>
                  <a:cubicBezTo>
                    <a:pt x="20" y="2"/>
                    <a:pt x="21" y="3"/>
                    <a:pt x="22" y="4"/>
                  </a:cubicBezTo>
                  <a:cubicBezTo>
                    <a:pt x="46" y="29"/>
                    <a:pt x="84" y="26"/>
                    <a:pt x="108"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9"/>
            <p:cNvSpPr/>
            <p:nvPr/>
          </p:nvSpPr>
          <p:spPr>
            <a:xfrm>
              <a:off x="3036960" y="4008960"/>
              <a:ext cx="29880" cy="42120"/>
            </a:xfrm>
            <a:custGeom>
              <a:rect b="b" l="l" r="r" t="t"/>
              <a:pathLst>
                <a:path extrusionOk="0" h="117" w="83">
                  <a:moveTo>
                    <a:pt x="82" y="116"/>
                  </a:moveTo>
                  <a:cubicBezTo>
                    <a:pt x="56" y="96"/>
                    <a:pt x="34" y="71"/>
                    <a:pt x="17" y="42"/>
                  </a:cubicBezTo>
                  <a:cubicBezTo>
                    <a:pt x="10" y="31"/>
                    <a:pt x="5" y="19"/>
                    <a:pt x="0" y="6"/>
                  </a:cubicBezTo>
                  <a:lnTo>
                    <a:pt x="10" y="0"/>
                  </a:lnTo>
                  <a:lnTo>
                    <a:pt x="82" y="1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9"/>
            <p:cNvSpPr/>
            <p:nvPr/>
          </p:nvSpPr>
          <p:spPr>
            <a:xfrm>
              <a:off x="3327120" y="3546000"/>
              <a:ext cx="48600" cy="28080"/>
            </a:xfrm>
            <a:custGeom>
              <a:rect b="b" l="l" r="r" t="t"/>
              <a:pathLst>
                <a:path extrusionOk="0" h="78" w="135">
                  <a:moveTo>
                    <a:pt x="9" y="0"/>
                  </a:moveTo>
                  <a:lnTo>
                    <a:pt x="134" y="68"/>
                  </a:lnTo>
                  <a:lnTo>
                    <a:pt x="129" y="77"/>
                  </a:lnTo>
                  <a:lnTo>
                    <a:pt x="0" y="12"/>
                  </a:lnTo>
                  <a:lnTo>
                    <a:pt x="9" y="0"/>
                  </a:lnTo>
                </a:path>
              </a:pathLst>
            </a:custGeom>
            <a:solidFill>
              <a:schemeClr val="dk1"/>
            </a:solidFill>
            <a:ln>
              <a:noFill/>
            </a:ln>
          </p:spPr>
        </p:sp>
        <p:sp>
          <p:nvSpPr>
            <p:cNvPr id="503" name="Google Shape;503;p29"/>
            <p:cNvSpPr/>
            <p:nvPr/>
          </p:nvSpPr>
          <p:spPr>
            <a:xfrm>
              <a:off x="3021840" y="3814560"/>
              <a:ext cx="28800" cy="37800"/>
            </a:xfrm>
            <a:custGeom>
              <a:rect b="b" l="l" r="r" t="t"/>
              <a:pathLst>
                <a:path extrusionOk="0" h="105" w="80">
                  <a:moveTo>
                    <a:pt x="79" y="104"/>
                  </a:moveTo>
                  <a:cubicBezTo>
                    <a:pt x="39" y="90"/>
                    <a:pt x="24" y="56"/>
                    <a:pt x="5" y="25"/>
                  </a:cubicBezTo>
                  <a:cubicBezTo>
                    <a:pt x="1" y="18"/>
                    <a:pt x="0" y="9"/>
                    <a:pt x="8" y="5"/>
                  </a:cubicBezTo>
                  <a:cubicBezTo>
                    <a:pt x="16" y="0"/>
                    <a:pt x="22" y="5"/>
                    <a:pt x="25" y="14"/>
                  </a:cubicBezTo>
                  <a:cubicBezTo>
                    <a:pt x="31" y="28"/>
                    <a:pt x="38" y="42"/>
                    <a:pt x="46" y="56"/>
                  </a:cubicBezTo>
                  <a:cubicBezTo>
                    <a:pt x="56" y="73"/>
                    <a:pt x="67" y="89"/>
                    <a:pt x="79"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3426840" y="3847320"/>
              <a:ext cx="41040" cy="24840"/>
            </a:xfrm>
            <a:custGeom>
              <a:rect b="b" l="l" r="r" t="t"/>
              <a:pathLst>
                <a:path extrusionOk="0" h="69" w="114">
                  <a:moveTo>
                    <a:pt x="0" y="68"/>
                  </a:moveTo>
                  <a:lnTo>
                    <a:pt x="113" y="0"/>
                  </a:lnTo>
                  <a:cubicBezTo>
                    <a:pt x="99" y="35"/>
                    <a:pt x="67" y="55"/>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2991960" y="3914280"/>
              <a:ext cx="31320" cy="47520"/>
            </a:xfrm>
            <a:custGeom>
              <a:rect b="b" l="l" r="r" t="t"/>
              <a:pathLst>
                <a:path extrusionOk="0" h="132" w="87">
                  <a:moveTo>
                    <a:pt x="58" y="114"/>
                  </a:moveTo>
                  <a:cubicBezTo>
                    <a:pt x="35" y="78"/>
                    <a:pt x="7" y="44"/>
                    <a:pt x="0" y="0"/>
                  </a:cubicBezTo>
                  <a:cubicBezTo>
                    <a:pt x="33" y="37"/>
                    <a:pt x="47" y="85"/>
                    <a:pt x="86" y="118"/>
                  </a:cubicBezTo>
                  <a:cubicBezTo>
                    <a:pt x="69" y="131"/>
                    <a:pt x="63" y="118"/>
                    <a:pt x="56" y="113"/>
                  </a:cubicBezTo>
                  <a:lnTo>
                    <a:pt x="58" y="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3247920" y="4043160"/>
              <a:ext cx="37800" cy="23400"/>
            </a:xfrm>
            <a:custGeom>
              <a:rect b="b" l="l" r="r" t="t"/>
              <a:pathLst>
                <a:path extrusionOk="0" h="65" w="105">
                  <a:moveTo>
                    <a:pt x="104" y="64"/>
                  </a:moveTo>
                  <a:cubicBezTo>
                    <a:pt x="61" y="57"/>
                    <a:pt x="17" y="49"/>
                    <a:pt x="0" y="0"/>
                  </a:cubicBezTo>
                  <a:cubicBezTo>
                    <a:pt x="20" y="16"/>
                    <a:pt x="41" y="30"/>
                    <a:pt x="62" y="43"/>
                  </a:cubicBezTo>
                  <a:cubicBezTo>
                    <a:pt x="76" y="51"/>
                    <a:pt x="90" y="58"/>
                    <a:pt x="104"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3443760" y="3860640"/>
              <a:ext cx="43920" cy="32760"/>
            </a:xfrm>
            <a:custGeom>
              <a:rect b="b" l="l" r="r" t="t"/>
              <a:pathLst>
                <a:path extrusionOk="0" h="91" w="122">
                  <a:moveTo>
                    <a:pt x="121" y="0"/>
                  </a:moveTo>
                  <a:lnTo>
                    <a:pt x="0" y="90"/>
                  </a:lnTo>
                  <a:cubicBezTo>
                    <a:pt x="1" y="88"/>
                    <a:pt x="2" y="87"/>
                    <a:pt x="3" y="85"/>
                  </a:cubicBezTo>
                  <a:cubicBezTo>
                    <a:pt x="19" y="58"/>
                    <a:pt x="41" y="35"/>
                    <a:pt x="68" y="20"/>
                  </a:cubicBezTo>
                  <a:cubicBezTo>
                    <a:pt x="85" y="10"/>
                    <a:pt x="102" y="4"/>
                    <a:pt x="12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9"/>
            <p:cNvSpPr/>
            <p:nvPr/>
          </p:nvSpPr>
          <p:spPr>
            <a:xfrm>
              <a:off x="3201480" y="3471120"/>
              <a:ext cx="54720" cy="14760"/>
            </a:xfrm>
            <a:custGeom>
              <a:rect b="b" l="l" r="r" t="t"/>
              <a:pathLst>
                <a:path extrusionOk="0" h="41" w="152">
                  <a:moveTo>
                    <a:pt x="151" y="40"/>
                  </a:moveTo>
                  <a:lnTo>
                    <a:pt x="0" y="0"/>
                  </a:lnTo>
                  <a:cubicBezTo>
                    <a:pt x="1" y="0"/>
                    <a:pt x="1" y="0"/>
                    <a:pt x="2" y="0"/>
                  </a:cubicBezTo>
                  <a:cubicBezTo>
                    <a:pt x="54" y="0"/>
                    <a:pt x="106" y="14"/>
                    <a:pt x="151"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a:off x="2971080" y="4052880"/>
              <a:ext cx="44280" cy="28800"/>
            </a:xfrm>
            <a:custGeom>
              <a:rect b="b" l="l" r="r" t="t"/>
              <a:pathLst>
                <a:path extrusionOk="0" h="80" w="123">
                  <a:moveTo>
                    <a:pt x="53" y="56"/>
                  </a:moveTo>
                  <a:lnTo>
                    <a:pt x="26" y="37"/>
                  </a:lnTo>
                  <a:lnTo>
                    <a:pt x="0" y="5"/>
                  </a:lnTo>
                  <a:lnTo>
                    <a:pt x="5" y="0"/>
                  </a:lnTo>
                  <a:lnTo>
                    <a:pt x="122" y="74"/>
                  </a:lnTo>
                  <a:cubicBezTo>
                    <a:pt x="91" y="79"/>
                    <a:pt x="76" y="54"/>
                    <a:pt x="53"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a:off x="3193560" y="4156200"/>
              <a:ext cx="42840" cy="23400"/>
            </a:xfrm>
            <a:custGeom>
              <a:rect b="b" l="l" r="r" t="t"/>
              <a:pathLst>
                <a:path extrusionOk="0" h="65" w="119">
                  <a:moveTo>
                    <a:pt x="55" y="53"/>
                  </a:moveTo>
                  <a:cubicBezTo>
                    <a:pt x="43" y="32"/>
                    <a:pt x="11" y="35"/>
                    <a:pt x="0" y="0"/>
                  </a:cubicBezTo>
                  <a:lnTo>
                    <a:pt x="118" y="51"/>
                  </a:lnTo>
                  <a:cubicBezTo>
                    <a:pt x="91" y="64"/>
                    <a:pt x="74" y="41"/>
                    <a:pt x="54" y="51"/>
                  </a:cubicBezTo>
                  <a:lnTo>
                    <a:pt x="55"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3144600" y="3699720"/>
              <a:ext cx="48600" cy="25200"/>
            </a:xfrm>
            <a:custGeom>
              <a:rect b="b" l="l" r="r" t="t"/>
              <a:pathLst>
                <a:path extrusionOk="0" h="70" w="135">
                  <a:moveTo>
                    <a:pt x="134" y="69"/>
                  </a:moveTo>
                  <a:cubicBezTo>
                    <a:pt x="105" y="65"/>
                    <a:pt x="77" y="55"/>
                    <a:pt x="52" y="41"/>
                  </a:cubicBezTo>
                  <a:cubicBezTo>
                    <a:pt x="33" y="30"/>
                    <a:pt x="16" y="16"/>
                    <a:pt x="0" y="0"/>
                  </a:cubicBezTo>
                  <a:lnTo>
                    <a:pt x="134"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3001320" y="3676680"/>
              <a:ext cx="25920" cy="43920"/>
            </a:xfrm>
            <a:custGeom>
              <a:rect b="b" l="l" r="r" t="t"/>
              <a:pathLst>
                <a:path extrusionOk="0" h="122" w="72">
                  <a:moveTo>
                    <a:pt x="33" y="91"/>
                  </a:moveTo>
                  <a:cubicBezTo>
                    <a:pt x="28" y="65"/>
                    <a:pt x="0" y="43"/>
                    <a:pt x="7" y="0"/>
                  </a:cubicBezTo>
                  <a:lnTo>
                    <a:pt x="71" y="121"/>
                  </a:lnTo>
                  <a:cubicBezTo>
                    <a:pt x="46" y="121"/>
                    <a:pt x="48" y="95"/>
                    <a:pt x="33"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3221640" y="4062240"/>
              <a:ext cx="40320" cy="23760"/>
            </a:xfrm>
            <a:custGeom>
              <a:rect b="b" l="l" r="r" t="t"/>
              <a:pathLst>
                <a:path extrusionOk="0" h="66" w="112">
                  <a:moveTo>
                    <a:pt x="111" y="65"/>
                  </a:moveTo>
                  <a:cubicBezTo>
                    <a:pt x="107" y="65"/>
                    <a:pt x="104" y="65"/>
                    <a:pt x="101" y="65"/>
                  </a:cubicBezTo>
                  <a:cubicBezTo>
                    <a:pt x="81" y="65"/>
                    <a:pt x="63" y="60"/>
                    <a:pt x="46" y="50"/>
                  </a:cubicBezTo>
                  <a:cubicBezTo>
                    <a:pt x="29" y="40"/>
                    <a:pt x="15" y="27"/>
                    <a:pt x="5" y="10"/>
                  </a:cubicBezTo>
                  <a:cubicBezTo>
                    <a:pt x="3" y="7"/>
                    <a:pt x="2" y="4"/>
                    <a:pt x="0" y="0"/>
                  </a:cubicBezTo>
                  <a:cubicBezTo>
                    <a:pt x="17" y="13"/>
                    <a:pt x="34" y="26"/>
                    <a:pt x="51" y="37"/>
                  </a:cubicBezTo>
                  <a:cubicBezTo>
                    <a:pt x="70" y="48"/>
                    <a:pt x="91" y="56"/>
                    <a:pt x="111"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2910960" y="3665520"/>
              <a:ext cx="15120" cy="46080"/>
            </a:xfrm>
            <a:custGeom>
              <a:rect b="b" l="l" r="r" t="t"/>
              <a:pathLst>
                <a:path extrusionOk="0" h="128" w="42">
                  <a:moveTo>
                    <a:pt x="0" y="0"/>
                  </a:moveTo>
                  <a:lnTo>
                    <a:pt x="41" y="127"/>
                  </a:lnTo>
                  <a:cubicBezTo>
                    <a:pt x="35" y="120"/>
                    <a:pt x="29" y="111"/>
                    <a:pt x="24" y="103"/>
                  </a:cubicBezTo>
                  <a:cubicBezTo>
                    <a:pt x="8" y="75"/>
                    <a:pt x="0" y="44"/>
                    <a:pt x="0" y="12"/>
                  </a:cubicBezTo>
                  <a:cubicBezTo>
                    <a:pt x="0" y="8"/>
                    <a:pt x="0"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3231000" y="3855960"/>
              <a:ext cx="41400" cy="17280"/>
            </a:xfrm>
            <a:custGeom>
              <a:rect b="b" l="l" r="r" t="t"/>
              <a:pathLst>
                <a:path extrusionOk="0" h="48" w="115">
                  <a:moveTo>
                    <a:pt x="0" y="0"/>
                  </a:moveTo>
                  <a:lnTo>
                    <a:pt x="114" y="47"/>
                  </a:lnTo>
                  <a:cubicBezTo>
                    <a:pt x="71" y="44"/>
                    <a:pt x="29" y="4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3585600" y="3927600"/>
              <a:ext cx="33480" cy="33480"/>
            </a:xfrm>
            <a:custGeom>
              <a:rect b="b" l="l" r="r" t="t"/>
              <a:pathLst>
                <a:path extrusionOk="0" h="93" w="93">
                  <a:moveTo>
                    <a:pt x="92" y="9"/>
                  </a:moveTo>
                  <a:lnTo>
                    <a:pt x="0" y="92"/>
                  </a:lnTo>
                  <a:cubicBezTo>
                    <a:pt x="22" y="57"/>
                    <a:pt x="51" y="26"/>
                    <a:pt x="84" y="0"/>
                  </a:cubicBezTo>
                  <a:lnTo>
                    <a:pt x="9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2929680" y="3513600"/>
              <a:ext cx="28440" cy="29160"/>
            </a:xfrm>
            <a:custGeom>
              <a:rect b="b" l="l" r="r" t="t"/>
              <a:pathLst>
                <a:path extrusionOk="0" h="81" w="79">
                  <a:moveTo>
                    <a:pt x="31" y="50"/>
                  </a:moveTo>
                  <a:cubicBezTo>
                    <a:pt x="30" y="49"/>
                    <a:pt x="29" y="50"/>
                    <a:pt x="28" y="49"/>
                  </a:cubicBezTo>
                  <a:cubicBezTo>
                    <a:pt x="17" y="43"/>
                    <a:pt x="7" y="32"/>
                    <a:pt x="0" y="21"/>
                  </a:cubicBezTo>
                  <a:cubicBezTo>
                    <a:pt x="2" y="8"/>
                    <a:pt x="9" y="0"/>
                    <a:pt x="21" y="10"/>
                  </a:cubicBezTo>
                  <a:cubicBezTo>
                    <a:pt x="41" y="24"/>
                    <a:pt x="58" y="43"/>
                    <a:pt x="70" y="63"/>
                  </a:cubicBezTo>
                  <a:cubicBezTo>
                    <a:pt x="73" y="69"/>
                    <a:pt x="76" y="73"/>
                    <a:pt x="78" y="78"/>
                  </a:cubicBezTo>
                  <a:cubicBezTo>
                    <a:pt x="57" y="80"/>
                    <a:pt x="51" y="53"/>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3440520" y="4062960"/>
              <a:ext cx="34560" cy="34560"/>
            </a:xfrm>
            <a:custGeom>
              <a:rect b="b" l="l" r="r" t="t"/>
              <a:pathLst>
                <a:path extrusionOk="0" h="96" w="96">
                  <a:moveTo>
                    <a:pt x="93" y="0"/>
                  </a:moveTo>
                  <a:lnTo>
                    <a:pt x="0" y="89"/>
                  </a:lnTo>
                  <a:lnTo>
                    <a:pt x="5" y="95"/>
                  </a:lnTo>
                  <a:lnTo>
                    <a:pt x="95" y="4"/>
                  </a:lnTo>
                  <a:lnTo>
                    <a:pt x="93" y="0"/>
                  </a:lnTo>
                </a:path>
              </a:pathLst>
            </a:custGeom>
            <a:solidFill>
              <a:schemeClr val="dk1"/>
            </a:solidFill>
            <a:ln>
              <a:noFill/>
            </a:ln>
          </p:spPr>
        </p:sp>
        <p:sp>
          <p:nvSpPr>
            <p:cNvPr id="519" name="Google Shape;519;p29"/>
            <p:cNvSpPr/>
            <p:nvPr/>
          </p:nvSpPr>
          <p:spPr>
            <a:xfrm>
              <a:off x="3464280" y="3873960"/>
              <a:ext cx="32400" cy="25920"/>
            </a:xfrm>
            <a:custGeom>
              <a:rect b="b" l="l" r="r" t="t"/>
              <a:pathLst>
                <a:path extrusionOk="0" h="72" w="90">
                  <a:moveTo>
                    <a:pt x="89" y="0"/>
                  </a:moveTo>
                  <a:cubicBezTo>
                    <a:pt x="68" y="33"/>
                    <a:pt x="31" y="46"/>
                    <a:pt x="0" y="71"/>
                  </a:cubicBezTo>
                  <a:cubicBezTo>
                    <a:pt x="16" y="37"/>
                    <a:pt x="33" y="22"/>
                    <a:pt x="8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3573360" y="3878280"/>
              <a:ext cx="30240" cy="32400"/>
            </a:xfrm>
            <a:custGeom>
              <a:rect b="b" l="l" r="r" t="t"/>
              <a:pathLst>
                <a:path extrusionOk="0" h="90" w="84">
                  <a:moveTo>
                    <a:pt x="0" y="89"/>
                  </a:moveTo>
                  <a:cubicBezTo>
                    <a:pt x="22" y="55"/>
                    <a:pt x="50" y="25"/>
                    <a:pt x="83" y="0"/>
                  </a:cubicBezTo>
                  <a:lnTo>
                    <a:pt x="0"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3051000" y="3439440"/>
              <a:ext cx="47880" cy="26280"/>
            </a:xfrm>
            <a:custGeom>
              <a:rect b="b" l="l" r="r" t="t"/>
              <a:pathLst>
                <a:path extrusionOk="0" h="73" w="133">
                  <a:moveTo>
                    <a:pt x="132" y="71"/>
                  </a:moveTo>
                  <a:cubicBezTo>
                    <a:pt x="104" y="63"/>
                    <a:pt x="78" y="51"/>
                    <a:pt x="53" y="37"/>
                  </a:cubicBezTo>
                  <a:cubicBezTo>
                    <a:pt x="34" y="26"/>
                    <a:pt x="16" y="14"/>
                    <a:pt x="0" y="0"/>
                  </a:cubicBezTo>
                  <a:cubicBezTo>
                    <a:pt x="26" y="7"/>
                    <a:pt x="51" y="18"/>
                    <a:pt x="75" y="32"/>
                  </a:cubicBezTo>
                  <a:cubicBezTo>
                    <a:pt x="95" y="43"/>
                    <a:pt x="114" y="57"/>
                    <a:pt x="131" y="72"/>
                  </a:cubicBezTo>
                  <a:lnTo>
                    <a:pt x="132"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2885400" y="3446280"/>
              <a:ext cx="41400" cy="16560"/>
            </a:xfrm>
            <a:custGeom>
              <a:rect b="b" l="l" r="r" t="t"/>
              <a:pathLst>
                <a:path extrusionOk="0" h="46" w="115">
                  <a:moveTo>
                    <a:pt x="114" y="1"/>
                  </a:moveTo>
                  <a:cubicBezTo>
                    <a:pt x="77" y="21"/>
                    <a:pt x="35" y="15"/>
                    <a:pt x="7" y="45"/>
                  </a:cubicBezTo>
                  <a:cubicBezTo>
                    <a:pt x="0" y="38"/>
                    <a:pt x="1" y="28"/>
                    <a:pt x="7" y="25"/>
                  </a:cubicBezTo>
                  <a:cubicBezTo>
                    <a:pt x="8" y="24"/>
                    <a:pt x="10" y="23"/>
                    <a:pt x="12" y="22"/>
                  </a:cubicBezTo>
                  <a:cubicBezTo>
                    <a:pt x="37" y="8"/>
                    <a:pt x="65" y="0"/>
                    <a:pt x="94" y="0"/>
                  </a:cubicBezTo>
                  <a:cubicBezTo>
                    <a:pt x="101" y="0"/>
                    <a:pt x="107" y="1"/>
                    <a:pt x="11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a:off x="2913840" y="3947760"/>
              <a:ext cx="15120" cy="39960"/>
            </a:xfrm>
            <a:custGeom>
              <a:rect b="b" l="l" r="r" t="t"/>
              <a:pathLst>
                <a:path extrusionOk="0" h="111" w="42">
                  <a:moveTo>
                    <a:pt x="0" y="1"/>
                  </a:moveTo>
                  <a:cubicBezTo>
                    <a:pt x="30" y="29"/>
                    <a:pt x="33" y="68"/>
                    <a:pt x="41" y="110"/>
                  </a:cubicBezTo>
                  <a:cubicBezTo>
                    <a:pt x="31" y="101"/>
                    <a:pt x="23" y="91"/>
                    <a:pt x="16" y="79"/>
                  </a:cubicBezTo>
                  <a:cubicBezTo>
                    <a:pt x="6" y="61"/>
                    <a:pt x="0" y="41"/>
                    <a:pt x="0" y="20"/>
                  </a:cubicBezTo>
                  <a:cubicBezTo>
                    <a:pt x="0" y="14"/>
                    <a:pt x="1"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a:off x="2930040" y="3601080"/>
              <a:ext cx="35280" cy="27000"/>
            </a:xfrm>
            <a:custGeom>
              <a:rect b="b" l="l" r="r" t="t"/>
              <a:pathLst>
                <a:path extrusionOk="0" h="75" w="98">
                  <a:moveTo>
                    <a:pt x="0" y="0"/>
                  </a:moveTo>
                  <a:cubicBezTo>
                    <a:pt x="35" y="25"/>
                    <a:pt x="58" y="56"/>
                    <a:pt x="97" y="74"/>
                  </a:cubicBezTo>
                  <a:cubicBezTo>
                    <a:pt x="96" y="74"/>
                    <a:pt x="95" y="74"/>
                    <a:pt x="94" y="74"/>
                  </a:cubicBezTo>
                  <a:cubicBezTo>
                    <a:pt x="77" y="74"/>
                    <a:pt x="60" y="70"/>
                    <a:pt x="45" y="61"/>
                  </a:cubicBezTo>
                  <a:cubicBezTo>
                    <a:pt x="30" y="52"/>
                    <a:pt x="18" y="40"/>
                    <a:pt x="10" y="25"/>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a:off x="3250800" y="3951000"/>
              <a:ext cx="37080" cy="23760"/>
            </a:xfrm>
            <a:custGeom>
              <a:rect b="b" l="l" r="r" t="t"/>
              <a:pathLst>
                <a:path extrusionOk="0" h="66" w="103">
                  <a:moveTo>
                    <a:pt x="0" y="0"/>
                  </a:moveTo>
                  <a:cubicBezTo>
                    <a:pt x="18" y="16"/>
                    <a:pt x="37" y="30"/>
                    <a:pt x="57" y="42"/>
                  </a:cubicBezTo>
                  <a:cubicBezTo>
                    <a:pt x="72" y="50"/>
                    <a:pt x="86" y="57"/>
                    <a:pt x="102" y="63"/>
                  </a:cubicBezTo>
                  <a:cubicBezTo>
                    <a:pt x="47" y="65"/>
                    <a:pt x="21" y="4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3096720" y="3825360"/>
              <a:ext cx="32760" cy="25920"/>
            </a:xfrm>
            <a:custGeom>
              <a:rect b="b" l="l" r="r" t="t"/>
              <a:pathLst>
                <a:path extrusionOk="0" h="72" w="91">
                  <a:moveTo>
                    <a:pt x="90" y="71"/>
                  </a:moveTo>
                  <a:cubicBezTo>
                    <a:pt x="88" y="70"/>
                    <a:pt x="86" y="69"/>
                    <a:pt x="83" y="67"/>
                  </a:cubicBezTo>
                  <a:cubicBezTo>
                    <a:pt x="52" y="49"/>
                    <a:pt x="24" y="26"/>
                    <a:pt x="0" y="0"/>
                  </a:cubicBezTo>
                  <a:cubicBezTo>
                    <a:pt x="33" y="5"/>
                    <a:pt x="45" y="15"/>
                    <a:pt x="90"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2986920" y="3673440"/>
              <a:ext cx="26640" cy="37080"/>
            </a:xfrm>
            <a:custGeom>
              <a:rect b="b" l="l" r="r" t="t"/>
              <a:pathLst>
                <a:path extrusionOk="0" h="103" w="74">
                  <a:moveTo>
                    <a:pt x="72" y="99"/>
                  </a:moveTo>
                  <a:cubicBezTo>
                    <a:pt x="68" y="101"/>
                    <a:pt x="63" y="102"/>
                    <a:pt x="58" y="102"/>
                  </a:cubicBezTo>
                  <a:cubicBezTo>
                    <a:pt x="52" y="102"/>
                    <a:pt x="47" y="101"/>
                    <a:pt x="42" y="98"/>
                  </a:cubicBezTo>
                  <a:cubicBezTo>
                    <a:pt x="37" y="95"/>
                    <a:pt x="33" y="91"/>
                    <a:pt x="30" y="86"/>
                  </a:cubicBezTo>
                  <a:lnTo>
                    <a:pt x="30" y="85"/>
                  </a:lnTo>
                  <a:lnTo>
                    <a:pt x="29" y="85"/>
                  </a:lnTo>
                  <a:cubicBezTo>
                    <a:pt x="14" y="59"/>
                    <a:pt x="4" y="30"/>
                    <a:pt x="0" y="0"/>
                  </a:cubicBezTo>
                  <a:cubicBezTo>
                    <a:pt x="26" y="7"/>
                    <a:pt x="19" y="26"/>
                    <a:pt x="24" y="37"/>
                  </a:cubicBezTo>
                  <a:cubicBezTo>
                    <a:pt x="34" y="64"/>
                    <a:pt x="41" y="90"/>
                    <a:pt x="73" y="100"/>
                  </a:cubicBezTo>
                  <a:lnTo>
                    <a:pt x="72"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3013920" y="3452760"/>
              <a:ext cx="45720" cy="23400"/>
            </a:xfrm>
            <a:custGeom>
              <a:rect b="b" l="l" r="r" t="t"/>
              <a:pathLst>
                <a:path extrusionOk="0" h="65" w="127">
                  <a:moveTo>
                    <a:pt x="126" y="37"/>
                  </a:moveTo>
                  <a:lnTo>
                    <a:pt x="126" y="46"/>
                  </a:lnTo>
                  <a:cubicBezTo>
                    <a:pt x="98" y="62"/>
                    <a:pt x="95" y="64"/>
                    <a:pt x="79" y="46"/>
                  </a:cubicBezTo>
                  <a:cubicBezTo>
                    <a:pt x="73" y="41"/>
                    <a:pt x="66" y="36"/>
                    <a:pt x="59" y="32"/>
                  </a:cubicBezTo>
                  <a:cubicBezTo>
                    <a:pt x="46" y="24"/>
                    <a:pt x="31" y="19"/>
                    <a:pt x="15" y="18"/>
                  </a:cubicBezTo>
                  <a:cubicBezTo>
                    <a:pt x="0" y="17"/>
                    <a:pt x="15" y="18"/>
                    <a:pt x="15" y="18"/>
                  </a:cubicBezTo>
                  <a:cubicBezTo>
                    <a:pt x="56" y="0"/>
                    <a:pt x="88" y="33"/>
                    <a:pt x="126"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3597840" y="3513960"/>
              <a:ext cx="43560" cy="10080"/>
            </a:xfrm>
            <a:custGeom>
              <a:rect b="b" l="l" r="r" t="t"/>
              <a:pathLst>
                <a:path extrusionOk="0" h="28" w="121">
                  <a:moveTo>
                    <a:pt x="120" y="4"/>
                  </a:moveTo>
                  <a:cubicBezTo>
                    <a:pt x="82" y="7"/>
                    <a:pt x="47" y="27"/>
                    <a:pt x="0" y="14"/>
                  </a:cubicBezTo>
                  <a:cubicBezTo>
                    <a:pt x="25" y="5"/>
                    <a:pt x="52" y="0"/>
                    <a:pt x="78" y="0"/>
                  </a:cubicBezTo>
                  <a:cubicBezTo>
                    <a:pt x="92" y="0"/>
                    <a:pt x="106" y="2"/>
                    <a:pt x="12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2885400" y="3541680"/>
              <a:ext cx="30240" cy="32040"/>
            </a:xfrm>
            <a:custGeom>
              <a:rect b="b" l="l" r="r" t="t"/>
              <a:pathLst>
                <a:path extrusionOk="0" h="89" w="84">
                  <a:moveTo>
                    <a:pt x="0" y="1"/>
                  </a:moveTo>
                  <a:cubicBezTo>
                    <a:pt x="38" y="20"/>
                    <a:pt x="55" y="60"/>
                    <a:pt x="83" y="88"/>
                  </a:cubicBezTo>
                  <a:cubicBezTo>
                    <a:pt x="82" y="87"/>
                    <a:pt x="81" y="86"/>
                    <a:pt x="79" y="86"/>
                  </a:cubicBezTo>
                  <a:cubicBezTo>
                    <a:pt x="50" y="69"/>
                    <a:pt x="26" y="44"/>
                    <a:pt x="9" y="15"/>
                  </a:cubicBezTo>
                  <a:cubicBezTo>
                    <a:pt x="6" y="10"/>
                    <a:pt x="3" y="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2857320" y="3600360"/>
              <a:ext cx="26280" cy="30600"/>
            </a:xfrm>
            <a:custGeom>
              <a:rect b="b" l="l" r="r" t="t"/>
              <a:pathLst>
                <a:path extrusionOk="0" h="85" w="73">
                  <a:moveTo>
                    <a:pt x="72" y="84"/>
                  </a:moveTo>
                  <a:cubicBezTo>
                    <a:pt x="66" y="82"/>
                    <a:pt x="60" y="79"/>
                    <a:pt x="54" y="76"/>
                  </a:cubicBezTo>
                  <a:cubicBezTo>
                    <a:pt x="37" y="66"/>
                    <a:pt x="23" y="52"/>
                    <a:pt x="13" y="35"/>
                  </a:cubicBezTo>
                  <a:cubicBezTo>
                    <a:pt x="7" y="24"/>
                    <a:pt x="3" y="12"/>
                    <a:pt x="0" y="0"/>
                  </a:cubicBezTo>
                  <a:cubicBezTo>
                    <a:pt x="28" y="25"/>
                    <a:pt x="42" y="63"/>
                    <a:pt x="72"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2957760" y="3894120"/>
              <a:ext cx="25200" cy="39240"/>
            </a:xfrm>
            <a:custGeom>
              <a:rect b="b" l="l" r="r" t="t"/>
              <a:pathLst>
                <a:path extrusionOk="0" h="109" w="70">
                  <a:moveTo>
                    <a:pt x="69" y="106"/>
                  </a:moveTo>
                  <a:cubicBezTo>
                    <a:pt x="27" y="82"/>
                    <a:pt x="16" y="39"/>
                    <a:pt x="0" y="0"/>
                  </a:cubicBezTo>
                  <a:cubicBezTo>
                    <a:pt x="24" y="35"/>
                    <a:pt x="53" y="66"/>
                    <a:pt x="67" y="108"/>
                  </a:cubicBezTo>
                  <a:lnTo>
                    <a:pt x="69" y="10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3315960" y="3563640"/>
              <a:ext cx="45000" cy="19440"/>
            </a:xfrm>
            <a:custGeom>
              <a:rect b="b" l="l" r="r" t="t"/>
              <a:pathLst>
                <a:path extrusionOk="0" h="54" w="125">
                  <a:moveTo>
                    <a:pt x="124" y="51"/>
                  </a:moveTo>
                  <a:cubicBezTo>
                    <a:pt x="88" y="45"/>
                    <a:pt x="54" y="32"/>
                    <a:pt x="23" y="14"/>
                  </a:cubicBezTo>
                  <a:cubicBezTo>
                    <a:pt x="15" y="10"/>
                    <a:pt x="8" y="5"/>
                    <a:pt x="0" y="0"/>
                  </a:cubicBezTo>
                  <a:cubicBezTo>
                    <a:pt x="33" y="5"/>
                    <a:pt x="65" y="16"/>
                    <a:pt x="93" y="33"/>
                  </a:cubicBezTo>
                  <a:cubicBezTo>
                    <a:pt x="104" y="39"/>
                    <a:pt x="114" y="46"/>
                    <a:pt x="123" y="53"/>
                  </a:cubicBezTo>
                  <a:lnTo>
                    <a:pt x="124"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3231000" y="4059360"/>
              <a:ext cx="38520" cy="16920"/>
            </a:xfrm>
            <a:custGeom>
              <a:rect b="b" l="l" r="r" t="t"/>
              <a:pathLst>
                <a:path extrusionOk="0" h="47" w="107">
                  <a:moveTo>
                    <a:pt x="0" y="0"/>
                  </a:moveTo>
                  <a:cubicBezTo>
                    <a:pt x="38" y="11"/>
                    <a:pt x="69" y="34"/>
                    <a:pt x="106" y="46"/>
                  </a:cubicBezTo>
                  <a:cubicBezTo>
                    <a:pt x="105" y="46"/>
                    <a:pt x="104" y="46"/>
                    <a:pt x="102" y="46"/>
                  </a:cubicBezTo>
                  <a:cubicBezTo>
                    <a:pt x="79" y="46"/>
                    <a:pt x="55" y="40"/>
                    <a:pt x="35" y="28"/>
                  </a:cubicBezTo>
                  <a:cubicBezTo>
                    <a:pt x="22" y="21"/>
                    <a:pt x="1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3318840" y="3523680"/>
              <a:ext cx="38160" cy="22680"/>
            </a:xfrm>
            <a:custGeom>
              <a:rect b="b" l="l" r="r" t="t"/>
              <a:pathLst>
                <a:path extrusionOk="0" h="63" w="106">
                  <a:moveTo>
                    <a:pt x="105" y="61"/>
                  </a:moveTo>
                  <a:cubicBezTo>
                    <a:pt x="85" y="56"/>
                    <a:pt x="66" y="48"/>
                    <a:pt x="48" y="37"/>
                  </a:cubicBezTo>
                  <a:cubicBezTo>
                    <a:pt x="30" y="27"/>
                    <a:pt x="14" y="15"/>
                    <a:pt x="0" y="0"/>
                  </a:cubicBezTo>
                  <a:cubicBezTo>
                    <a:pt x="19" y="5"/>
                    <a:pt x="38" y="12"/>
                    <a:pt x="56" y="22"/>
                  </a:cubicBezTo>
                  <a:cubicBezTo>
                    <a:pt x="74" y="33"/>
                    <a:pt x="91" y="46"/>
                    <a:pt x="105" y="62"/>
                  </a:cubicBezTo>
                  <a:lnTo>
                    <a:pt x="105"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3526920" y="3728520"/>
              <a:ext cx="19800" cy="38520"/>
            </a:xfrm>
            <a:custGeom>
              <a:rect b="b" l="l" r="r" t="t"/>
              <a:pathLst>
                <a:path extrusionOk="0" h="107" w="55">
                  <a:moveTo>
                    <a:pt x="40" y="0"/>
                  </a:moveTo>
                  <a:cubicBezTo>
                    <a:pt x="54" y="5"/>
                    <a:pt x="53" y="15"/>
                    <a:pt x="47" y="26"/>
                  </a:cubicBezTo>
                  <a:cubicBezTo>
                    <a:pt x="34" y="50"/>
                    <a:pt x="21" y="73"/>
                    <a:pt x="1" y="106"/>
                  </a:cubicBezTo>
                  <a:cubicBezTo>
                    <a:pt x="0" y="60"/>
                    <a:pt x="32" y="38"/>
                    <a:pt x="32" y="6"/>
                  </a:cubicBezTo>
                  <a:cubicBezTo>
                    <a:pt x="35" y="4"/>
                    <a:pt x="38" y="2"/>
                    <a:pt x="4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3577320" y="3915360"/>
              <a:ext cx="28080" cy="26280"/>
            </a:xfrm>
            <a:custGeom>
              <a:rect b="b" l="l" r="r" t="t"/>
              <a:pathLst>
                <a:path extrusionOk="0" h="73" w="78">
                  <a:moveTo>
                    <a:pt x="77" y="0"/>
                  </a:moveTo>
                  <a:lnTo>
                    <a:pt x="0" y="72"/>
                  </a:lnTo>
                  <a:cubicBezTo>
                    <a:pt x="1" y="69"/>
                    <a:pt x="2" y="66"/>
                    <a:pt x="4" y="63"/>
                  </a:cubicBezTo>
                  <a:cubicBezTo>
                    <a:pt x="17" y="40"/>
                    <a:pt x="36" y="21"/>
                    <a:pt x="59" y="8"/>
                  </a:cubicBezTo>
                  <a:cubicBezTo>
                    <a:pt x="65" y="5"/>
                    <a:pt x="71" y="2"/>
                    <a:pt x="7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9"/>
            <p:cNvSpPr/>
            <p:nvPr/>
          </p:nvSpPr>
          <p:spPr>
            <a:xfrm>
              <a:off x="3419280" y="3745080"/>
              <a:ext cx="38520" cy="18000"/>
            </a:xfrm>
            <a:custGeom>
              <a:rect b="b" l="l" r="r" t="t"/>
              <a:pathLst>
                <a:path extrusionOk="0" h="50" w="107">
                  <a:moveTo>
                    <a:pt x="106" y="11"/>
                  </a:moveTo>
                  <a:lnTo>
                    <a:pt x="16" y="47"/>
                  </a:lnTo>
                  <a:cubicBezTo>
                    <a:pt x="14" y="48"/>
                    <a:pt x="12" y="49"/>
                    <a:pt x="10" y="49"/>
                  </a:cubicBezTo>
                  <a:cubicBezTo>
                    <a:pt x="8" y="49"/>
                    <a:pt x="5" y="48"/>
                    <a:pt x="3" y="47"/>
                  </a:cubicBezTo>
                  <a:cubicBezTo>
                    <a:pt x="2" y="46"/>
                    <a:pt x="1" y="45"/>
                    <a:pt x="0" y="44"/>
                  </a:cubicBezTo>
                  <a:cubicBezTo>
                    <a:pt x="2" y="43"/>
                    <a:pt x="3" y="42"/>
                    <a:pt x="5" y="41"/>
                  </a:cubicBezTo>
                  <a:cubicBezTo>
                    <a:pt x="36" y="23"/>
                    <a:pt x="68" y="9"/>
                    <a:pt x="102" y="0"/>
                  </a:cubicBezTo>
                  <a:lnTo>
                    <a:pt x="106"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9"/>
            <p:cNvSpPr/>
            <p:nvPr/>
          </p:nvSpPr>
          <p:spPr>
            <a:xfrm>
              <a:off x="3652920" y="3670920"/>
              <a:ext cx="28080" cy="17280"/>
            </a:xfrm>
            <a:custGeom>
              <a:rect b="b" l="l" r="r" t="t"/>
              <a:pathLst>
                <a:path extrusionOk="0" h="48" w="78">
                  <a:moveTo>
                    <a:pt x="29" y="47"/>
                  </a:moveTo>
                  <a:cubicBezTo>
                    <a:pt x="25" y="42"/>
                    <a:pt x="20" y="37"/>
                    <a:pt x="14" y="34"/>
                  </a:cubicBezTo>
                  <a:cubicBezTo>
                    <a:pt x="9" y="31"/>
                    <a:pt x="5" y="30"/>
                    <a:pt x="0" y="28"/>
                  </a:cubicBezTo>
                  <a:cubicBezTo>
                    <a:pt x="4" y="25"/>
                    <a:pt x="9" y="22"/>
                    <a:pt x="13" y="20"/>
                  </a:cubicBezTo>
                  <a:cubicBezTo>
                    <a:pt x="33" y="8"/>
                    <a:pt x="54" y="2"/>
                    <a:pt x="77" y="0"/>
                  </a:cubicBezTo>
                  <a:cubicBezTo>
                    <a:pt x="76" y="2"/>
                    <a:pt x="75" y="4"/>
                    <a:pt x="74" y="6"/>
                  </a:cubicBezTo>
                  <a:cubicBezTo>
                    <a:pt x="65" y="20"/>
                    <a:pt x="54" y="32"/>
                    <a:pt x="39" y="40"/>
                  </a:cubicBezTo>
                  <a:cubicBezTo>
                    <a:pt x="36" y="42"/>
                    <a:pt x="32" y="44"/>
                    <a:pt x="28" y="46"/>
                  </a:cubicBezTo>
                  <a:lnTo>
                    <a:pt x="29"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9"/>
            <p:cNvSpPr/>
            <p:nvPr/>
          </p:nvSpPr>
          <p:spPr>
            <a:xfrm>
              <a:off x="3227400" y="3618360"/>
              <a:ext cx="36360" cy="16920"/>
            </a:xfrm>
            <a:custGeom>
              <a:rect b="b" l="l" r="r" t="t"/>
              <a:pathLst>
                <a:path extrusionOk="0" h="47" w="101">
                  <a:moveTo>
                    <a:pt x="0" y="0"/>
                  </a:moveTo>
                  <a:cubicBezTo>
                    <a:pt x="34" y="9"/>
                    <a:pt x="68" y="21"/>
                    <a:pt x="100" y="36"/>
                  </a:cubicBezTo>
                  <a:cubicBezTo>
                    <a:pt x="57" y="46"/>
                    <a:pt x="57"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9"/>
            <p:cNvSpPr/>
            <p:nvPr/>
          </p:nvSpPr>
          <p:spPr>
            <a:xfrm>
              <a:off x="2977560" y="3591720"/>
              <a:ext cx="21240" cy="19440"/>
            </a:xfrm>
            <a:custGeom>
              <a:rect b="b" l="l" r="r" t="t"/>
              <a:pathLst>
                <a:path extrusionOk="0" h="54" w="59">
                  <a:moveTo>
                    <a:pt x="58" y="51"/>
                  </a:moveTo>
                  <a:cubicBezTo>
                    <a:pt x="54" y="52"/>
                    <a:pt x="49" y="53"/>
                    <a:pt x="45" y="53"/>
                  </a:cubicBezTo>
                  <a:cubicBezTo>
                    <a:pt x="36" y="53"/>
                    <a:pt x="27" y="51"/>
                    <a:pt x="20" y="47"/>
                  </a:cubicBezTo>
                  <a:cubicBezTo>
                    <a:pt x="20" y="29"/>
                    <a:pt x="5" y="18"/>
                    <a:pt x="0" y="0"/>
                  </a:cubicBezTo>
                  <a:cubicBezTo>
                    <a:pt x="48" y="19"/>
                    <a:pt x="48" y="19"/>
                    <a:pt x="57" y="51"/>
                  </a:cubicBezTo>
                  <a:lnTo>
                    <a:pt x="58"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a:off x="3275280" y="3492720"/>
              <a:ext cx="35280" cy="14040"/>
            </a:xfrm>
            <a:custGeom>
              <a:rect b="b" l="l" r="r" t="t"/>
              <a:pathLst>
                <a:path extrusionOk="0" h="39" w="98">
                  <a:moveTo>
                    <a:pt x="0" y="0"/>
                  </a:moveTo>
                  <a:cubicBezTo>
                    <a:pt x="1" y="0"/>
                    <a:pt x="3" y="0"/>
                    <a:pt x="4" y="0"/>
                  </a:cubicBezTo>
                  <a:cubicBezTo>
                    <a:pt x="27" y="0"/>
                    <a:pt x="50" y="6"/>
                    <a:pt x="70" y="17"/>
                  </a:cubicBezTo>
                  <a:cubicBezTo>
                    <a:pt x="80" y="23"/>
                    <a:pt x="89" y="30"/>
                    <a:pt x="97" y="38"/>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a:off x="3417480" y="3647880"/>
              <a:ext cx="41760" cy="6480"/>
            </a:xfrm>
            <a:custGeom>
              <a:rect b="b" l="l" r="r" t="t"/>
              <a:pathLst>
                <a:path extrusionOk="0" h="18" w="116">
                  <a:moveTo>
                    <a:pt x="115" y="2"/>
                  </a:moveTo>
                  <a:cubicBezTo>
                    <a:pt x="84" y="12"/>
                    <a:pt x="52" y="17"/>
                    <a:pt x="20" y="17"/>
                  </a:cubicBezTo>
                  <a:cubicBezTo>
                    <a:pt x="13" y="17"/>
                    <a:pt x="6" y="17"/>
                    <a:pt x="0" y="16"/>
                  </a:cubicBezTo>
                  <a:cubicBezTo>
                    <a:pt x="26" y="5"/>
                    <a:pt x="53" y="0"/>
                    <a:pt x="81" y="0"/>
                  </a:cubicBezTo>
                  <a:cubicBezTo>
                    <a:pt x="93" y="0"/>
                    <a:pt x="104" y="0"/>
                    <a:pt x="1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a:off x="3138840" y="3716280"/>
              <a:ext cx="26640" cy="20520"/>
            </a:xfrm>
            <a:custGeom>
              <a:rect b="b" l="l" r="r" t="t"/>
              <a:pathLst>
                <a:path extrusionOk="0" h="57" w="74">
                  <a:moveTo>
                    <a:pt x="0" y="0"/>
                  </a:moveTo>
                  <a:lnTo>
                    <a:pt x="73" y="56"/>
                  </a:lnTo>
                  <a:cubicBezTo>
                    <a:pt x="37" y="50"/>
                    <a:pt x="23" y="4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a:off x="3687480" y="3732480"/>
              <a:ext cx="20880" cy="17640"/>
            </a:xfrm>
            <a:custGeom>
              <a:rect b="b" l="l" r="r" t="t"/>
              <a:pathLst>
                <a:path extrusionOk="0" h="49" w="58">
                  <a:moveTo>
                    <a:pt x="57" y="0"/>
                  </a:moveTo>
                  <a:lnTo>
                    <a:pt x="0" y="48"/>
                  </a:lnTo>
                  <a:cubicBezTo>
                    <a:pt x="16" y="29"/>
                    <a:pt x="36" y="12"/>
                    <a:pt x="5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a:off x="3537720" y="3750120"/>
              <a:ext cx="14040" cy="30960"/>
            </a:xfrm>
            <a:custGeom>
              <a:rect b="b" l="l" r="r" t="t"/>
              <a:pathLst>
                <a:path extrusionOk="0" h="86" w="39">
                  <a:moveTo>
                    <a:pt x="0" y="85"/>
                  </a:moveTo>
                  <a:cubicBezTo>
                    <a:pt x="6" y="57"/>
                    <a:pt x="16" y="30"/>
                    <a:pt x="30" y="6"/>
                  </a:cubicBezTo>
                  <a:cubicBezTo>
                    <a:pt x="31" y="4"/>
                    <a:pt x="32" y="2"/>
                    <a:pt x="33" y="0"/>
                  </a:cubicBezTo>
                  <a:cubicBezTo>
                    <a:pt x="38" y="39"/>
                    <a:pt x="36" y="42"/>
                    <a:pt x="0"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a:off x="3385080" y="3771000"/>
              <a:ext cx="41760" cy="17280"/>
            </a:xfrm>
            <a:custGeom>
              <a:rect b="b" l="l" r="r" t="t"/>
              <a:pathLst>
                <a:path extrusionOk="0" h="48" w="116">
                  <a:moveTo>
                    <a:pt x="1" y="47"/>
                  </a:moveTo>
                  <a:cubicBezTo>
                    <a:pt x="31" y="21"/>
                    <a:pt x="73" y="21"/>
                    <a:pt x="115" y="0"/>
                  </a:cubicBezTo>
                  <a:cubicBezTo>
                    <a:pt x="86" y="32"/>
                    <a:pt x="62" y="41"/>
                    <a:pt x="0" y="46"/>
                  </a:cubicBezTo>
                  <a:lnTo>
                    <a:pt x="1"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9"/>
            <p:cNvSpPr/>
            <p:nvPr/>
          </p:nvSpPr>
          <p:spPr>
            <a:xfrm>
              <a:off x="3330000" y="3782160"/>
              <a:ext cx="25920" cy="9000"/>
            </a:xfrm>
            <a:custGeom>
              <a:rect b="b" l="l" r="r" t="t"/>
              <a:pathLst>
                <a:path extrusionOk="0" h="25" w="72">
                  <a:moveTo>
                    <a:pt x="71" y="24"/>
                  </a:moveTo>
                  <a:lnTo>
                    <a:pt x="0" y="24"/>
                  </a:lnTo>
                  <a:cubicBezTo>
                    <a:pt x="27" y="0"/>
                    <a:pt x="27" y="0"/>
                    <a:pt x="71"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9"/>
            <p:cNvSpPr/>
            <p:nvPr/>
          </p:nvSpPr>
          <p:spPr>
            <a:xfrm>
              <a:off x="3233520" y="3799800"/>
              <a:ext cx="46800" cy="6840"/>
            </a:xfrm>
            <a:custGeom>
              <a:rect b="b" l="l" r="r" t="t"/>
              <a:pathLst>
                <a:path extrusionOk="0" h="19" w="130">
                  <a:moveTo>
                    <a:pt x="0" y="6"/>
                  </a:moveTo>
                  <a:cubicBezTo>
                    <a:pt x="24" y="2"/>
                    <a:pt x="48" y="0"/>
                    <a:pt x="72" y="0"/>
                  </a:cubicBezTo>
                  <a:cubicBezTo>
                    <a:pt x="91" y="0"/>
                    <a:pt x="110" y="1"/>
                    <a:pt x="129" y="4"/>
                  </a:cubicBezTo>
                  <a:cubicBezTo>
                    <a:pt x="86" y="18"/>
                    <a:pt x="43" y="8"/>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9"/>
            <p:cNvSpPr/>
            <p:nvPr/>
          </p:nvSpPr>
          <p:spPr>
            <a:xfrm>
              <a:off x="3455280" y="3987720"/>
              <a:ext cx="21960" cy="21240"/>
            </a:xfrm>
            <a:custGeom>
              <a:rect b="b" l="l" r="r" t="t"/>
              <a:pathLst>
                <a:path extrusionOk="0" h="59" w="61">
                  <a:moveTo>
                    <a:pt x="31" y="47"/>
                  </a:moveTo>
                  <a:cubicBezTo>
                    <a:pt x="24" y="54"/>
                    <a:pt x="15" y="58"/>
                    <a:pt x="8" y="51"/>
                  </a:cubicBezTo>
                  <a:cubicBezTo>
                    <a:pt x="0" y="44"/>
                    <a:pt x="9" y="39"/>
                    <a:pt x="14" y="35"/>
                  </a:cubicBezTo>
                  <a:cubicBezTo>
                    <a:pt x="25" y="23"/>
                    <a:pt x="38" y="13"/>
                    <a:pt x="52" y="4"/>
                  </a:cubicBezTo>
                  <a:cubicBezTo>
                    <a:pt x="60" y="0"/>
                    <a:pt x="60" y="12"/>
                    <a:pt x="60" y="18"/>
                  </a:cubicBezTo>
                  <a:lnTo>
                    <a:pt x="31"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9"/>
            <p:cNvSpPr/>
            <p:nvPr/>
          </p:nvSpPr>
          <p:spPr>
            <a:xfrm>
              <a:off x="3603600" y="3525480"/>
              <a:ext cx="32760" cy="6480"/>
            </a:xfrm>
            <a:custGeom>
              <a:rect b="b" l="l" r="r" t="t"/>
              <a:pathLst>
                <a:path extrusionOk="0" h="18" w="91">
                  <a:moveTo>
                    <a:pt x="90" y="5"/>
                  </a:moveTo>
                  <a:cubicBezTo>
                    <a:pt x="73" y="13"/>
                    <a:pt x="54" y="17"/>
                    <a:pt x="35" y="17"/>
                  </a:cubicBezTo>
                  <a:cubicBezTo>
                    <a:pt x="23" y="17"/>
                    <a:pt x="11" y="16"/>
                    <a:pt x="0" y="13"/>
                  </a:cubicBezTo>
                  <a:cubicBezTo>
                    <a:pt x="18" y="5"/>
                    <a:pt x="37" y="0"/>
                    <a:pt x="56" y="0"/>
                  </a:cubicBezTo>
                  <a:cubicBezTo>
                    <a:pt x="68" y="0"/>
                    <a:pt x="79" y="2"/>
                    <a:pt x="9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9"/>
            <p:cNvSpPr/>
            <p:nvPr/>
          </p:nvSpPr>
          <p:spPr>
            <a:xfrm>
              <a:off x="2914920" y="3462120"/>
              <a:ext cx="28080" cy="12600"/>
            </a:xfrm>
            <a:custGeom>
              <a:rect b="b" l="l" r="r" t="t"/>
              <a:pathLst>
                <a:path extrusionOk="0" h="35" w="78">
                  <a:moveTo>
                    <a:pt x="77" y="29"/>
                  </a:moveTo>
                  <a:cubicBezTo>
                    <a:pt x="64" y="32"/>
                    <a:pt x="51" y="34"/>
                    <a:pt x="38" y="34"/>
                  </a:cubicBezTo>
                  <a:cubicBezTo>
                    <a:pt x="25" y="34"/>
                    <a:pt x="12" y="32"/>
                    <a:pt x="0" y="29"/>
                  </a:cubicBezTo>
                  <a:cubicBezTo>
                    <a:pt x="38" y="0"/>
                    <a:pt x="44" y="0"/>
                    <a:pt x="7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9"/>
            <p:cNvSpPr/>
            <p:nvPr/>
          </p:nvSpPr>
          <p:spPr>
            <a:xfrm>
              <a:off x="3678840" y="3752280"/>
              <a:ext cx="26640" cy="26640"/>
            </a:xfrm>
            <a:custGeom>
              <a:rect b="b" l="l" r="r" t="t"/>
              <a:pathLst>
                <a:path extrusionOk="0" h="74" w="74">
                  <a:moveTo>
                    <a:pt x="0" y="64"/>
                  </a:moveTo>
                  <a:cubicBezTo>
                    <a:pt x="15" y="41"/>
                    <a:pt x="35" y="22"/>
                    <a:pt x="58" y="8"/>
                  </a:cubicBezTo>
                  <a:cubicBezTo>
                    <a:pt x="63" y="5"/>
                    <a:pt x="68" y="3"/>
                    <a:pt x="73" y="0"/>
                  </a:cubicBezTo>
                  <a:lnTo>
                    <a:pt x="8" y="70"/>
                  </a:lnTo>
                  <a:cubicBezTo>
                    <a:pt x="6" y="73"/>
                    <a:pt x="2" y="71"/>
                    <a:pt x="0"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9"/>
            <p:cNvSpPr/>
            <p:nvPr/>
          </p:nvSpPr>
          <p:spPr>
            <a:xfrm>
              <a:off x="3974040" y="3762720"/>
              <a:ext cx="26640" cy="14760"/>
            </a:xfrm>
            <a:custGeom>
              <a:rect b="b" l="l" r="r" t="t"/>
              <a:pathLst>
                <a:path extrusionOk="0" h="41" w="74">
                  <a:moveTo>
                    <a:pt x="0" y="2"/>
                  </a:moveTo>
                  <a:cubicBezTo>
                    <a:pt x="9" y="0"/>
                    <a:pt x="18" y="0"/>
                    <a:pt x="26" y="0"/>
                  </a:cubicBezTo>
                  <a:cubicBezTo>
                    <a:pt x="42" y="0"/>
                    <a:pt x="58" y="2"/>
                    <a:pt x="73" y="6"/>
                  </a:cubicBezTo>
                  <a:cubicBezTo>
                    <a:pt x="61" y="8"/>
                    <a:pt x="49" y="13"/>
                    <a:pt x="38" y="19"/>
                  </a:cubicBezTo>
                  <a:cubicBezTo>
                    <a:pt x="28" y="25"/>
                    <a:pt x="19" y="32"/>
                    <a:pt x="12" y="4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9"/>
            <p:cNvSpPr/>
            <p:nvPr/>
          </p:nvSpPr>
          <p:spPr>
            <a:xfrm>
              <a:off x="3521520" y="3672000"/>
              <a:ext cx="18360" cy="35280"/>
            </a:xfrm>
            <a:custGeom>
              <a:rect b="b" l="l" r="r" t="t"/>
              <a:pathLst>
                <a:path extrusionOk="0" h="98" w="51">
                  <a:moveTo>
                    <a:pt x="1" y="97"/>
                  </a:moveTo>
                  <a:cubicBezTo>
                    <a:pt x="3" y="58"/>
                    <a:pt x="37" y="35"/>
                    <a:pt x="47" y="0"/>
                  </a:cubicBezTo>
                  <a:cubicBezTo>
                    <a:pt x="50" y="35"/>
                    <a:pt x="40" y="55"/>
                    <a:pt x="0" y="96"/>
                  </a:cubicBezTo>
                  <a:lnTo>
                    <a:pt x="1"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9"/>
            <p:cNvSpPr/>
            <p:nvPr/>
          </p:nvSpPr>
          <p:spPr>
            <a:xfrm>
              <a:off x="3309120" y="4100040"/>
              <a:ext cx="36720" cy="18360"/>
            </a:xfrm>
            <a:custGeom>
              <a:rect b="b" l="l" r="r" t="t"/>
              <a:pathLst>
                <a:path extrusionOk="0" h="51" w="102">
                  <a:moveTo>
                    <a:pt x="0" y="0"/>
                  </a:moveTo>
                  <a:cubicBezTo>
                    <a:pt x="38" y="16"/>
                    <a:pt x="64" y="33"/>
                    <a:pt x="101" y="27"/>
                  </a:cubicBezTo>
                  <a:cubicBezTo>
                    <a:pt x="65" y="50"/>
                    <a:pt x="41" y="4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9"/>
            <p:cNvSpPr/>
            <p:nvPr/>
          </p:nvSpPr>
          <p:spPr>
            <a:xfrm>
              <a:off x="3025800" y="3927600"/>
              <a:ext cx="26280" cy="29160"/>
            </a:xfrm>
            <a:custGeom>
              <a:rect b="b" l="l" r="r" t="t"/>
              <a:pathLst>
                <a:path extrusionOk="0" h="81" w="73">
                  <a:moveTo>
                    <a:pt x="4" y="0"/>
                  </a:moveTo>
                  <a:lnTo>
                    <a:pt x="72" y="72"/>
                  </a:lnTo>
                  <a:lnTo>
                    <a:pt x="63" y="80"/>
                  </a:lnTo>
                  <a:cubicBezTo>
                    <a:pt x="40" y="63"/>
                    <a:pt x="21" y="42"/>
                    <a:pt x="7" y="18"/>
                  </a:cubicBezTo>
                  <a:cubicBezTo>
                    <a:pt x="5" y="13"/>
                    <a:pt x="2" y="9"/>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9"/>
            <p:cNvSpPr/>
            <p:nvPr/>
          </p:nvSpPr>
          <p:spPr>
            <a:xfrm>
              <a:off x="3562200" y="3724560"/>
              <a:ext cx="10800" cy="33840"/>
            </a:xfrm>
            <a:custGeom>
              <a:rect b="b" l="l" r="r" t="t"/>
              <a:pathLst>
                <a:path extrusionOk="0" h="94" w="30">
                  <a:moveTo>
                    <a:pt x="5" y="93"/>
                  </a:moveTo>
                  <a:cubicBezTo>
                    <a:pt x="2" y="84"/>
                    <a:pt x="0" y="74"/>
                    <a:pt x="0" y="65"/>
                  </a:cubicBezTo>
                  <a:cubicBezTo>
                    <a:pt x="0" y="50"/>
                    <a:pt x="5" y="35"/>
                    <a:pt x="12" y="22"/>
                  </a:cubicBezTo>
                  <a:cubicBezTo>
                    <a:pt x="17" y="13"/>
                    <a:pt x="22" y="6"/>
                    <a:pt x="29" y="0"/>
                  </a:cubicBezTo>
                  <a:cubicBezTo>
                    <a:pt x="25" y="39"/>
                    <a:pt x="3" y="63"/>
                    <a:pt x="5"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9"/>
            <p:cNvSpPr/>
            <p:nvPr/>
          </p:nvSpPr>
          <p:spPr>
            <a:xfrm>
              <a:off x="2953800" y="3486600"/>
              <a:ext cx="22320" cy="17280"/>
            </a:xfrm>
            <a:custGeom>
              <a:rect b="b" l="l" r="r" t="t"/>
              <a:pathLst>
                <a:path extrusionOk="0" h="48" w="62">
                  <a:moveTo>
                    <a:pt x="0" y="0"/>
                  </a:moveTo>
                  <a:cubicBezTo>
                    <a:pt x="9" y="2"/>
                    <a:pt x="18" y="6"/>
                    <a:pt x="26" y="10"/>
                  </a:cubicBezTo>
                  <a:cubicBezTo>
                    <a:pt x="40" y="18"/>
                    <a:pt x="51" y="30"/>
                    <a:pt x="59" y="43"/>
                  </a:cubicBezTo>
                  <a:cubicBezTo>
                    <a:pt x="60" y="45"/>
                    <a:pt x="61" y="46"/>
                    <a:pt x="61" y="47"/>
                  </a:cubicBezTo>
                  <a:cubicBezTo>
                    <a:pt x="54" y="44"/>
                    <a:pt x="47" y="41"/>
                    <a:pt x="41" y="38"/>
                  </a:cubicBezTo>
                  <a:cubicBezTo>
                    <a:pt x="25" y="28"/>
                    <a:pt x="11"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9"/>
            <p:cNvSpPr/>
            <p:nvPr/>
          </p:nvSpPr>
          <p:spPr>
            <a:xfrm>
              <a:off x="3254400" y="4032000"/>
              <a:ext cx="22680" cy="18000"/>
            </a:xfrm>
            <a:custGeom>
              <a:rect b="b" l="l" r="r" t="t"/>
              <a:pathLst>
                <a:path extrusionOk="0" h="50" w="63">
                  <a:moveTo>
                    <a:pt x="58" y="49"/>
                  </a:moveTo>
                  <a:cubicBezTo>
                    <a:pt x="51" y="47"/>
                    <a:pt x="44" y="44"/>
                    <a:pt x="38" y="41"/>
                  </a:cubicBezTo>
                  <a:cubicBezTo>
                    <a:pt x="23" y="32"/>
                    <a:pt x="11" y="20"/>
                    <a:pt x="2" y="5"/>
                  </a:cubicBezTo>
                  <a:cubicBezTo>
                    <a:pt x="1" y="4"/>
                    <a:pt x="1" y="2"/>
                    <a:pt x="0" y="0"/>
                  </a:cubicBezTo>
                  <a:cubicBezTo>
                    <a:pt x="8" y="3"/>
                    <a:pt x="16" y="7"/>
                    <a:pt x="23" y="11"/>
                  </a:cubicBezTo>
                  <a:cubicBezTo>
                    <a:pt x="38" y="20"/>
                    <a:pt x="51" y="31"/>
                    <a:pt x="62" y="44"/>
                  </a:cubicBezTo>
                  <a:lnTo>
                    <a:pt x="58"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9"/>
            <p:cNvSpPr/>
            <p:nvPr/>
          </p:nvSpPr>
          <p:spPr>
            <a:xfrm>
              <a:off x="3436920" y="4060440"/>
              <a:ext cx="21240" cy="25200"/>
            </a:xfrm>
            <a:custGeom>
              <a:rect b="b" l="l" r="r" t="t"/>
              <a:pathLst>
                <a:path extrusionOk="0" h="70" w="59">
                  <a:moveTo>
                    <a:pt x="58" y="0"/>
                  </a:moveTo>
                  <a:lnTo>
                    <a:pt x="0" y="69"/>
                  </a:lnTo>
                  <a:cubicBezTo>
                    <a:pt x="3" y="37"/>
                    <a:pt x="8" y="31"/>
                    <a:pt x="5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9"/>
            <p:cNvSpPr/>
            <p:nvPr/>
          </p:nvSpPr>
          <p:spPr>
            <a:xfrm>
              <a:off x="3462120" y="3993120"/>
              <a:ext cx="21600" cy="19440"/>
            </a:xfrm>
            <a:custGeom>
              <a:rect b="b" l="l" r="r" t="t"/>
              <a:pathLst>
                <a:path extrusionOk="0" h="54" w="60">
                  <a:moveTo>
                    <a:pt x="13" y="32"/>
                  </a:moveTo>
                  <a:lnTo>
                    <a:pt x="41" y="3"/>
                  </a:lnTo>
                  <a:cubicBezTo>
                    <a:pt x="51" y="0"/>
                    <a:pt x="59" y="3"/>
                    <a:pt x="52" y="12"/>
                  </a:cubicBezTo>
                  <a:cubicBezTo>
                    <a:pt x="37" y="27"/>
                    <a:pt x="22" y="40"/>
                    <a:pt x="5" y="53"/>
                  </a:cubicBezTo>
                  <a:cubicBezTo>
                    <a:pt x="0" y="44"/>
                    <a:pt x="7" y="38"/>
                    <a:pt x="13"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9"/>
            <p:cNvSpPr/>
            <p:nvPr/>
          </p:nvSpPr>
          <p:spPr>
            <a:xfrm>
              <a:off x="2971800" y="3992760"/>
              <a:ext cx="18360" cy="25200"/>
            </a:xfrm>
            <a:custGeom>
              <a:rect b="b" l="l" r="r" t="t"/>
              <a:pathLst>
                <a:path extrusionOk="0" h="70" w="51">
                  <a:moveTo>
                    <a:pt x="50" y="69"/>
                  </a:moveTo>
                  <a:cubicBezTo>
                    <a:pt x="46" y="68"/>
                    <a:pt x="43" y="66"/>
                    <a:pt x="40" y="64"/>
                  </a:cubicBezTo>
                  <a:cubicBezTo>
                    <a:pt x="28" y="57"/>
                    <a:pt x="18" y="47"/>
                    <a:pt x="11" y="35"/>
                  </a:cubicBezTo>
                  <a:cubicBezTo>
                    <a:pt x="5" y="24"/>
                    <a:pt x="1" y="13"/>
                    <a:pt x="0" y="0"/>
                  </a:cubicBezTo>
                  <a:lnTo>
                    <a:pt x="50"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9"/>
            <p:cNvSpPr/>
            <p:nvPr/>
          </p:nvSpPr>
          <p:spPr>
            <a:xfrm>
              <a:off x="3151080" y="3582000"/>
              <a:ext cx="27360" cy="22680"/>
            </a:xfrm>
            <a:custGeom>
              <a:rect b="b" l="l" r="r" t="t"/>
              <a:pathLst>
                <a:path extrusionOk="0" h="63" w="76">
                  <a:moveTo>
                    <a:pt x="0" y="1"/>
                  </a:moveTo>
                  <a:cubicBezTo>
                    <a:pt x="6" y="2"/>
                    <a:pt x="12" y="1"/>
                    <a:pt x="16" y="5"/>
                  </a:cubicBezTo>
                  <a:cubicBezTo>
                    <a:pt x="37" y="22"/>
                    <a:pt x="57" y="41"/>
                    <a:pt x="75" y="62"/>
                  </a:cubicBezTo>
                  <a:cubicBezTo>
                    <a:pt x="66" y="60"/>
                    <a:pt x="58" y="56"/>
                    <a:pt x="50" y="51"/>
                  </a:cubicBezTo>
                  <a:cubicBezTo>
                    <a:pt x="31" y="40"/>
                    <a:pt x="16" y="25"/>
                    <a:pt x="5" y="6"/>
                  </a:cubicBezTo>
                  <a:cubicBezTo>
                    <a:pt x="4" y="4"/>
                    <a:pt x="2" y="2"/>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9"/>
            <p:cNvSpPr/>
            <p:nvPr/>
          </p:nvSpPr>
          <p:spPr>
            <a:xfrm>
              <a:off x="3333960" y="3967560"/>
              <a:ext cx="13680" cy="30600"/>
            </a:xfrm>
            <a:custGeom>
              <a:rect b="b" l="l" r="r" t="t"/>
              <a:pathLst>
                <a:path extrusionOk="0" h="85" w="38">
                  <a:moveTo>
                    <a:pt x="0" y="0"/>
                  </a:moveTo>
                  <a:cubicBezTo>
                    <a:pt x="14" y="27"/>
                    <a:pt x="27" y="55"/>
                    <a:pt x="37" y="84"/>
                  </a:cubicBezTo>
                  <a:cubicBezTo>
                    <a:pt x="28" y="76"/>
                    <a:pt x="21" y="67"/>
                    <a:pt x="16" y="58"/>
                  </a:cubicBezTo>
                  <a:cubicBezTo>
                    <a:pt x="5" y="40"/>
                    <a:pt x="0" y="2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9"/>
            <p:cNvSpPr/>
            <p:nvPr/>
          </p:nvSpPr>
          <p:spPr>
            <a:xfrm>
              <a:off x="3848040" y="3903480"/>
              <a:ext cx="18000" cy="27720"/>
            </a:xfrm>
            <a:custGeom>
              <a:rect b="b" l="l" r="r" t="t"/>
              <a:pathLst>
                <a:path extrusionOk="0" h="77" w="50">
                  <a:moveTo>
                    <a:pt x="26" y="61"/>
                  </a:moveTo>
                  <a:lnTo>
                    <a:pt x="26" y="62"/>
                  </a:lnTo>
                  <a:cubicBezTo>
                    <a:pt x="23" y="66"/>
                    <a:pt x="20" y="69"/>
                    <a:pt x="15" y="72"/>
                  </a:cubicBezTo>
                  <a:cubicBezTo>
                    <a:pt x="10" y="75"/>
                    <a:pt x="6" y="76"/>
                    <a:pt x="1" y="76"/>
                  </a:cubicBezTo>
                  <a:lnTo>
                    <a:pt x="0" y="76"/>
                  </a:lnTo>
                  <a:cubicBezTo>
                    <a:pt x="3" y="62"/>
                    <a:pt x="8" y="49"/>
                    <a:pt x="15" y="37"/>
                  </a:cubicBezTo>
                  <a:cubicBezTo>
                    <a:pt x="23" y="23"/>
                    <a:pt x="34" y="10"/>
                    <a:pt x="47" y="0"/>
                  </a:cubicBezTo>
                  <a:cubicBezTo>
                    <a:pt x="49" y="29"/>
                    <a:pt x="22" y="41"/>
                    <a:pt x="24" y="63"/>
                  </a:cubicBezTo>
                  <a:lnTo>
                    <a:pt x="26"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9"/>
            <p:cNvSpPr/>
            <p:nvPr/>
          </p:nvSpPr>
          <p:spPr>
            <a:xfrm>
              <a:off x="3548520" y="3633480"/>
              <a:ext cx="11160" cy="29520"/>
            </a:xfrm>
            <a:custGeom>
              <a:rect b="b" l="l" r="r" t="t"/>
              <a:pathLst>
                <a:path extrusionOk="0" h="82" w="31">
                  <a:moveTo>
                    <a:pt x="10" y="0"/>
                  </a:moveTo>
                  <a:cubicBezTo>
                    <a:pt x="29" y="21"/>
                    <a:pt x="30" y="45"/>
                    <a:pt x="22" y="81"/>
                  </a:cubicBezTo>
                  <a:cubicBezTo>
                    <a:pt x="9" y="48"/>
                    <a:pt x="0" y="26"/>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9"/>
            <p:cNvSpPr/>
            <p:nvPr/>
          </p:nvSpPr>
          <p:spPr>
            <a:xfrm>
              <a:off x="3613320" y="3642120"/>
              <a:ext cx="33480" cy="15480"/>
            </a:xfrm>
            <a:custGeom>
              <a:rect b="b" l="l" r="r" t="t"/>
              <a:pathLst>
                <a:path extrusionOk="0" h="43" w="93">
                  <a:moveTo>
                    <a:pt x="91" y="0"/>
                  </a:moveTo>
                  <a:cubicBezTo>
                    <a:pt x="68" y="29"/>
                    <a:pt x="32" y="31"/>
                    <a:pt x="0" y="42"/>
                  </a:cubicBezTo>
                  <a:cubicBezTo>
                    <a:pt x="8" y="35"/>
                    <a:pt x="17" y="29"/>
                    <a:pt x="26" y="24"/>
                  </a:cubicBezTo>
                  <a:cubicBezTo>
                    <a:pt x="46" y="12"/>
                    <a:pt x="69" y="4"/>
                    <a:pt x="92" y="1"/>
                  </a:cubicBezTo>
                  <a:lnTo>
                    <a:pt x="9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9"/>
            <p:cNvSpPr/>
            <p:nvPr/>
          </p:nvSpPr>
          <p:spPr>
            <a:xfrm>
              <a:off x="3313080" y="3647880"/>
              <a:ext cx="31320" cy="9720"/>
            </a:xfrm>
            <a:custGeom>
              <a:rect b="b" l="l" r="r" t="t"/>
              <a:pathLst>
                <a:path extrusionOk="0" h="27" w="87">
                  <a:moveTo>
                    <a:pt x="86" y="26"/>
                  </a:moveTo>
                  <a:cubicBezTo>
                    <a:pt x="56" y="24"/>
                    <a:pt x="27" y="16"/>
                    <a:pt x="1" y="1"/>
                  </a:cubicBezTo>
                  <a:cubicBezTo>
                    <a:pt x="1" y="0"/>
                    <a:pt x="0" y="0"/>
                    <a:pt x="0" y="0"/>
                  </a:cubicBezTo>
                  <a:cubicBezTo>
                    <a:pt x="29" y="1"/>
                    <a:pt x="58" y="10"/>
                    <a:pt x="83" y="24"/>
                  </a:cubicBezTo>
                  <a:cubicBezTo>
                    <a:pt x="84" y="25"/>
                    <a:pt x="85" y="25"/>
                    <a:pt x="8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9"/>
            <p:cNvSpPr/>
            <p:nvPr/>
          </p:nvSpPr>
          <p:spPr>
            <a:xfrm>
              <a:off x="3885120" y="3881880"/>
              <a:ext cx="30240" cy="10800"/>
            </a:xfrm>
            <a:custGeom>
              <a:rect b="b" l="l" r="r" t="t"/>
              <a:pathLst>
                <a:path extrusionOk="0" h="30" w="84">
                  <a:moveTo>
                    <a:pt x="83" y="0"/>
                  </a:moveTo>
                  <a:cubicBezTo>
                    <a:pt x="60" y="16"/>
                    <a:pt x="32" y="16"/>
                    <a:pt x="0" y="29"/>
                  </a:cubicBezTo>
                  <a:cubicBezTo>
                    <a:pt x="33" y="2"/>
                    <a:pt x="37" y="1"/>
                    <a:pt x="8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9"/>
            <p:cNvSpPr/>
            <p:nvPr/>
          </p:nvSpPr>
          <p:spPr>
            <a:xfrm>
              <a:off x="3279600" y="3659400"/>
              <a:ext cx="31320" cy="10800"/>
            </a:xfrm>
            <a:custGeom>
              <a:rect b="b" l="l" r="r" t="t"/>
              <a:pathLst>
                <a:path extrusionOk="0" h="30" w="87">
                  <a:moveTo>
                    <a:pt x="86" y="29"/>
                  </a:moveTo>
                  <a:cubicBezTo>
                    <a:pt x="86" y="29"/>
                    <a:pt x="85" y="29"/>
                    <a:pt x="84" y="29"/>
                  </a:cubicBezTo>
                  <a:cubicBezTo>
                    <a:pt x="60" y="29"/>
                    <a:pt x="37" y="24"/>
                    <a:pt x="16" y="11"/>
                  </a:cubicBezTo>
                  <a:cubicBezTo>
                    <a:pt x="11" y="8"/>
                    <a:pt x="5" y="4"/>
                    <a:pt x="0" y="0"/>
                  </a:cubicBezTo>
                  <a:cubicBezTo>
                    <a:pt x="38" y="0"/>
                    <a:pt x="60" y="21"/>
                    <a:pt x="86"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9"/>
            <p:cNvSpPr/>
            <p:nvPr/>
          </p:nvSpPr>
          <p:spPr>
            <a:xfrm>
              <a:off x="3637080" y="4025520"/>
              <a:ext cx="22320" cy="13320"/>
            </a:xfrm>
            <a:custGeom>
              <a:rect b="b" l="l" r="r" t="t"/>
              <a:pathLst>
                <a:path extrusionOk="0" h="37" w="62">
                  <a:moveTo>
                    <a:pt x="61" y="0"/>
                  </a:moveTo>
                  <a:lnTo>
                    <a:pt x="0" y="36"/>
                  </a:lnTo>
                  <a:cubicBezTo>
                    <a:pt x="11" y="8"/>
                    <a:pt x="34" y="2"/>
                    <a:pt x="6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9"/>
            <p:cNvSpPr/>
            <p:nvPr/>
          </p:nvSpPr>
          <p:spPr>
            <a:xfrm>
              <a:off x="3436200" y="4021920"/>
              <a:ext cx="18360" cy="23400"/>
            </a:xfrm>
            <a:custGeom>
              <a:rect b="b" l="l" r="r" t="t"/>
              <a:pathLst>
                <a:path extrusionOk="0" h="65" w="51">
                  <a:moveTo>
                    <a:pt x="0" y="56"/>
                  </a:moveTo>
                  <a:lnTo>
                    <a:pt x="50" y="0"/>
                  </a:lnTo>
                  <a:cubicBezTo>
                    <a:pt x="47" y="30"/>
                    <a:pt x="25" y="45"/>
                    <a:pt x="9" y="64"/>
                  </a:cubicBezTo>
                  <a:lnTo>
                    <a:pt x="0"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9"/>
            <p:cNvSpPr/>
            <p:nvPr/>
          </p:nvSpPr>
          <p:spPr>
            <a:xfrm>
              <a:off x="3422520" y="3965040"/>
              <a:ext cx="28080" cy="11160"/>
            </a:xfrm>
            <a:custGeom>
              <a:rect b="b" l="l" r="r" t="t"/>
              <a:pathLst>
                <a:path extrusionOk="0" h="31" w="78">
                  <a:moveTo>
                    <a:pt x="77" y="0"/>
                  </a:moveTo>
                  <a:cubicBezTo>
                    <a:pt x="72" y="3"/>
                    <a:pt x="66" y="7"/>
                    <a:pt x="61" y="10"/>
                  </a:cubicBezTo>
                  <a:cubicBezTo>
                    <a:pt x="42" y="21"/>
                    <a:pt x="22" y="28"/>
                    <a:pt x="0" y="30"/>
                  </a:cubicBezTo>
                  <a:cubicBezTo>
                    <a:pt x="6" y="25"/>
                    <a:pt x="13" y="20"/>
                    <a:pt x="20" y="16"/>
                  </a:cubicBezTo>
                  <a:cubicBezTo>
                    <a:pt x="37" y="6"/>
                    <a:pt x="57" y="1"/>
                    <a:pt x="7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9"/>
            <p:cNvSpPr/>
            <p:nvPr/>
          </p:nvSpPr>
          <p:spPr>
            <a:xfrm>
              <a:off x="3054600" y="4112280"/>
              <a:ext cx="32040" cy="12240"/>
            </a:xfrm>
            <a:custGeom>
              <a:rect b="b" l="l" r="r" t="t"/>
              <a:pathLst>
                <a:path extrusionOk="0" h="34" w="89">
                  <a:moveTo>
                    <a:pt x="0" y="4"/>
                  </a:moveTo>
                  <a:cubicBezTo>
                    <a:pt x="33" y="0"/>
                    <a:pt x="58" y="24"/>
                    <a:pt x="88" y="32"/>
                  </a:cubicBezTo>
                  <a:cubicBezTo>
                    <a:pt x="84" y="33"/>
                    <a:pt x="81" y="33"/>
                    <a:pt x="77" y="33"/>
                  </a:cubicBezTo>
                  <a:cubicBezTo>
                    <a:pt x="57" y="33"/>
                    <a:pt x="38" y="28"/>
                    <a:pt x="20" y="18"/>
                  </a:cubicBezTo>
                  <a:cubicBezTo>
                    <a:pt x="12" y="14"/>
                    <a:pt x="7" y="9"/>
                    <a:pt x="1" y="3"/>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9"/>
            <p:cNvSpPr/>
            <p:nvPr/>
          </p:nvSpPr>
          <p:spPr>
            <a:xfrm>
              <a:off x="3465720" y="3750840"/>
              <a:ext cx="20880" cy="20160"/>
            </a:xfrm>
            <a:custGeom>
              <a:rect b="b" l="l" r="r" t="t"/>
              <a:pathLst>
                <a:path extrusionOk="0" h="56" w="58">
                  <a:moveTo>
                    <a:pt x="16" y="55"/>
                  </a:moveTo>
                  <a:cubicBezTo>
                    <a:pt x="8" y="55"/>
                    <a:pt x="0" y="47"/>
                    <a:pt x="5" y="41"/>
                  </a:cubicBezTo>
                  <a:cubicBezTo>
                    <a:pt x="16" y="26"/>
                    <a:pt x="28" y="13"/>
                    <a:pt x="41" y="0"/>
                  </a:cubicBezTo>
                  <a:cubicBezTo>
                    <a:pt x="57" y="14"/>
                    <a:pt x="42" y="17"/>
                    <a:pt x="41" y="23"/>
                  </a:cubicBezTo>
                  <a:cubicBezTo>
                    <a:pt x="39" y="29"/>
                    <a:pt x="35" y="35"/>
                    <a:pt x="31" y="42"/>
                  </a:cubicBezTo>
                  <a:lnTo>
                    <a:pt x="16"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9"/>
            <p:cNvSpPr/>
            <p:nvPr/>
          </p:nvSpPr>
          <p:spPr>
            <a:xfrm>
              <a:off x="3511800" y="3719160"/>
              <a:ext cx="18360" cy="15480"/>
            </a:xfrm>
            <a:custGeom>
              <a:rect b="b" l="l" r="r" t="t"/>
              <a:pathLst>
                <a:path extrusionOk="0" h="43" w="51">
                  <a:moveTo>
                    <a:pt x="50" y="0"/>
                  </a:moveTo>
                  <a:cubicBezTo>
                    <a:pt x="39" y="15"/>
                    <a:pt x="25" y="28"/>
                    <a:pt x="9" y="37"/>
                  </a:cubicBezTo>
                  <a:cubicBezTo>
                    <a:pt x="6" y="39"/>
                    <a:pt x="3" y="40"/>
                    <a:pt x="0" y="42"/>
                  </a:cubicBezTo>
                  <a:lnTo>
                    <a:pt x="5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9"/>
            <p:cNvSpPr/>
            <p:nvPr/>
          </p:nvSpPr>
          <p:spPr>
            <a:xfrm>
              <a:off x="3186720" y="3671640"/>
              <a:ext cx="30600" cy="12240"/>
            </a:xfrm>
            <a:custGeom>
              <a:rect b="b" l="l" r="r" t="t"/>
              <a:pathLst>
                <a:path extrusionOk="0" h="34" w="85">
                  <a:moveTo>
                    <a:pt x="84" y="33"/>
                  </a:moveTo>
                  <a:cubicBezTo>
                    <a:pt x="59" y="29"/>
                    <a:pt x="35" y="20"/>
                    <a:pt x="13" y="8"/>
                  </a:cubicBezTo>
                  <a:cubicBezTo>
                    <a:pt x="8" y="5"/>
                    <a:pt x="4" y="3"/>
                    <a:pt x="0" y="0"/>
                  </a:cubicBezTo>
                  <a:cubicBezTo>
                    <a:pt x="23" y="2"/>
                    <a:pt x="46" y="9"/>
                    <a:pt x="66" y="21"/>
                  </a:cubicBezTo>
                  <a:cubicBezTo>
                    <a:pt x="72" y="24"/>
                    <a:pt x="78" y="28"/>
                    <a:pt x="84"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9"/>
            <p:cNvSpPr/>
            <p:nvPr/>
          </p:nvSpPr>
          <p:spPr>
            <a:xfrm>
              <a:off x="2873520" y="3549240"/>
              <a:ext cx="22680" cy="21600"/>
            </a:xfrm>
            <a:custGeom>
              <a:rect b="b" l="l" r="r" t="t"/>
              <a:pathLst>
                <a:path extrusionOk="0" h="60" w="63">
                  <a:moveTo>
                    <a:pt x="2" y="0"/>
                  </a:moveTo>
                  <a:lnTo>
                    <a:pt x="62" y="55"/>
                  </a:lnTo>
                  <a:cubicBezTo>
                    <a:pt x="33" y="59"/>
                    <a:pt x="25" y="30"/>
                    <a:pt x="3" y="26"/>
                  </a:cubicBezTo>
                  <a:lnTo>
                    <a:pt x="5" y="26"/>
                  </a:lnTo>
                  <a:lnTo>
                    <a:pt x="0" y="1"/>
                  </a:ln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9"/>
            <p:cNvSpPr/>
            <p:nvPr/>
          </p:nvSpPr>
          <p:spPr>
            <a:xfrm>
              <a:off x="3369960" y="3497400"/>
              <a:ext cx="27000" cy="18720"/>
            </a:xfrm>
            <a:custGeom>
              <a:rect b="b" l="l" r="r" t="t"/>
              <a:pathLst>
                <a:path extrusionOk="0" h="52" w="75">
                  <a:moveTo>
                    <a:pt x="22" y="5"/>
                  </a:moveTo>
                  <a:lnTo>
                    <a:pt x="50" y="20"/>
                  </a:lnTo>
                  <a:cubicBezTo>
                    <a:pt x="61" y="26"/>
                    <a:pt x="72" y="32"/>
                    <a:pt x="74" y="46"/>
                  </a:cubicBezTo>
                  <a:cubicBezTo>
                    <a:pt x="56" y="51"/>
                    <a:pt x="44" y="32"/>
                    <a:pt x="27" y="35"/>
                  </a:cubicBezTo>
                  <a:lnTo>
                    <a:pt x="15" y="28"/>
                  </a:lnTo>
                  <a:cubicBezTo>
                    <a:pt x="9" y="22"/>
                    <a:pt x="0" y="16"/>
                    <a:pt x="6" y="6"/>
                  </a:cubicBezTo>
                  <a:cubicBezTo>
                    <a:pt x="10" y="0"/>
                    <a:pt x="17" y="2"/>
                    <a:pt x="2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9"/>
            <p:cNvSpPr/>
            <p:nvPr/>
          </p:nvSpPr>
          <p:spPr>
            <a:xfrm>
              <a:off x="3985200" y="3450600"/>
              <a:ext cx="16560" cy="19440"/>
            </a:xfrm>
            <a:custGeom>
              <a:rect b="b" l="l" r="r" t="t"/>
              <a:pathLst>
                <a:path extrusionOk="0" h="54" w="46">
                  <a:moveTo>
                    <a:pt x="45" y="53"/>
                  </a:moveTo>
                  <a:cubicBezTo>
                    <a:pt x="40" y="51"/>
                    <a:pt x="35" y="49"/>
                    <a:pt x="31" y="47"/>
                  </a:cubicBezTo>
                  <a:cubicBezTo>
                    <a:pt x="21" y="42"/>
                    <a:pt x="14" y="34"/>
                    <a:pt x="8" y="24"/>
                  </a:cubicBezTo>
                  <a:cubicBezTo>
                    <a:pt x="4" y="17"/>
                    <a:pt x="1" y="9"/>
                    <a:pt x="0" y="0"/>
                  </a:cubicBezTo>
                  <a:lnTo>
                    <a:pt x="45"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9"/>
            <p:cNvSpPr/>
            <p:nvPr/>
          </p:nvSpPr>
          <p:spPr>
            <a:xfrm>
              <a:off x="3264120" y="3716280"/>
              <a:ext cx="29160" cy="10080"/>
            </a:xfrm>
            <a:custGeom>
              <a:rect b="b" l="l" r="r" t="t"/>
              <a:pathLst>
                <a:path extrusionOk="0" h="28" w="81">
                  <a:moveTo>
                    <a:pt x="80" y="27"/>
                  </a:moveTo>
                  <a:cubicBezTo>
                    <a:pt x="54" y="25"/>
                    <a:pt x="28" y="17"/>
                    <a:pt x="6" y="4"/>
                  </a:cubicBezTo>
                  <a:cubicBezTo>
                    <a:pt x="4" y="3"/>
                    <a:pt x="2" y="1"/>
                    <a:pt x="0" y="0"/>
                  </a:cubicBezTo>
                  <a:cubicBezTo>
                    <a:pt x="24" y="1"/>
                    <a:pt x="47" y="7"/>
                    <a:pt x="68" y="19"/>
                  </a:cubicBezTo>
                  <a:cubicBezTo>
                    <a:pt x="72" y="21"/>
                    <a:pt x="76" y="24"/>
                    <a:pt x="8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9"/>
            <p:cNvSpPr/>
            <p:nvPr/>
          </p:nvSpPr>
          <p:spPr>
            <a:xfrm>
              <a:off x="3316320" y="3795120"/>
              <a:ext cx="30960" cy="7200"/>
            </a:xfrm>
            <a:custGeom>
              <a:rect b="b" l="l" r="r" t="t"/>
              <a:pathLst>
                <a:path extrusionOk="0" h="20" w="86">
                  <a:moveTo>
                    <a:pt x="0" y="9"/>
                  </a:moveTo>
                  <a:cubicBezTo>
                    <a:pt x="15" y="3"/>
                    <a:pt x="30" y="0"/>
                    <a:pt x="45" y="0"/>
                  </a:cubicBezTo>
                  <a:cubicBezTo>
                    <a:pt x="59" y="0"/>
                    <a:pt x="72" y="2"/>
                    <a:pt x="85" y="7"/>
                  </a:cubicBezTo>
                  <a:cubicBezTo>
                    <a:pt x="57" y="19"/>
                    <a:pt x="29" y="5"/>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9"/>
            <p:cNvSpPr/>
            <p:nvPr/>
          </p:nvSpPr>
          <p:spPr>
            <a:xfrm>
              <a:off x="3646080" y="3631320"/>
              <a:ext cx="25560" cy="11520"/>
            </a:xfrm>
            <a:custGeom>
              <a:rect b="b" l="l" r="r" t="t"/>
              <a:pathLst>
                <a:path extrusionOk="0" h="32" w="71">
                  <a:moveTo>
                    <a:pt x="1" y="31"/>
                  </a:moveTo>
                  <a:cubicBezTo>
                    <a:pt x="8" y="25"/>
                    <a:pt x="15" y="20"/>
                    <a:pt x="22" y="16"/>
                  </a:cubicBezTo>
                  <a:cubicBezTo>
                    <a:pt x="37" y="7"/>
                    <a:pt x="53" y="2"/>
                    <a:pt x="70" y="0"/>
                  </a:cubicBezTo>
                  <a:cubicBezTo>
                    <a:pt x="64" y="6"/>
                    <a:pt x="57" y="12"/>
                    <a:pt x="49" y="16"/>
                  </a:cubicBezTo>
                  <a:cubicBezTo>
                    <a:pt x="34" y="25"/>
                    <a:pt x="17" y="30"/>
                    <a:pt x="0" y="30"/>
                  </a:cubicBezTo>
                  <a:lnTo>
                    <a:pt x="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9"/>
            <p:cNvSpPr/>
            <p:nvPr/>
          </p:nvSpPr>
          <p:spPr>
            <a:xfrm>
              <a:off x="3519720" y="3809880"/>
              <a:ext cx="12600" cy="24840"/>
            </a:xfrm>
            <a:custGeom>
              <a:rect b="b" l="l" r="r" t="t"/>
              <a:pathLst>
                <a:path extrusionOk="0" h="69" w="35">
                  <a:moveTo>
                    <a:pt x="34" y="0"/>
                  </a:moveTo>
                  <a:cubicBezTo>
                    <a:pt x="31" y="16"/>
                    <a:pt x="26" y="31"/>
                    <a:pt x="18" y="44"/>
                  </a:cubicBezTo>
                  <a:cubicBezTo>
                    <a:pt x="13" y="53"/>
                    <a:pt x="7" y="61"/>
                    <a:pt x="0" y="68"/>
                  </a:cubicBezTo>
                  <a:cubicBezTo>
                    <a:pt x="1" y="53"/>
                    <a:pt x="5" y="39"/>
                    <a:pt x="13" y="25"/>
                  </a:cubicBezTo>
                  <a:cubicBezTo>
                    <a:pt x="18" y="16"/>
                    <a:pt x="25" y="7"/>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9"/>
            <p:cNvSpPr/>
            <p:nvPr/>
          </p:nvSpPr>
          <p:spPr>
            <a:xfrm>
              <a:off x="3415680" y="3603600"/>
              <a:ext cx="30600" cy="10800"/>
            </a:xfrm>
            <a:custGeom>
              <a:rect b="b" l="l" r="r" t="t"/>
              <a:pathLst>
                <a:path extrusionOk="0" h="30" w="85">
                  <a:moveTo>
                    <a:pt x="84" y="28"/>
                  </a:moveTo>
                  <a:cubicBezTo>
                    <a:pt x="82" y="26"/>
                    <a:pt x="79" y="24"/>
                    <a:pt x="77" y="23"/>
                  </a:cubicBezTo>
                  <a:cubicBezTo>
                    <a:pt x="70" y="19"/>
                    <a:pt x="62" y="17"/>
                    <a:pt x="54" y="17"/>
                  </a:cubicBezTo>
                  <a:cubicBezTo>
                    <a:pt x="47" y="17"/>
                    <a:pt x="40" y="19"/>
                    <a:pt x="33" y="22"/>
                  </a:cubicBezTo>
                  <a:cubicBezTo>
                    <a:pt x="30" y="24"/>
                    <a:pt x="25" y="25"/>
                    <a:pt x="21" y="25"/>
                  </a:cubicBezTo>
                  <a:cubicBezTo>
                    <a:pt x="16" y="25"/>
                    <a:pt x="11" y="23"/>
                    <a:pt x="6" y="21"/>
                  </a:cubicBezTo>
                  <a:cubicBezTo>
                    <a:pt x="4" y="19"/>
                    <a:pt x="2" y="17"/>
                    <a:pt x="0" y="15"/>
                  </a:cubicBezTo>
                  <a:cubicBezTo>
                    <a:pt x="36" y="0"/>
                    <a:pt x="63" y="4"/>
                    <a:pt x="84" y="29"/>
                  </a:cubicBezTo>
                  <a:lnTo>
                    <a:pt x="84" y="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9"/>
            <p:cNvSpPr/>
            <p:nvPr/>
          </p:nvSpPr>
          <p:spPr>
            <a:xfrm>
              <a:off x="2958120" y="3595320"/>
              <a:ext cx="26640" cy="15120"/>
            </a:xfrm>
            <a:custGeom>
              <a:rect b="b" l="l" r="r" t="t"/>
              <a:pathLst>
                <a:path extrusionOk="0" h="42" w="74">
                  <a:moveTo>
                    <a:pt x="73" y="37"/>
                  </a:moveTo>
                  <a:cubicBezTo>
                    <a:pt x="33" y="41"/>
                    <a:pt x="33" y="41"/>
                    <a:pt x="0" y="0"/>
                  </a:cubicBezTo>
                  <a:cubicBezTo>
                    <a:pt x="33" y="5"/>
                    <a:pt x="48" y="31"/>
                    <a:pt x="73"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9"/>
            <p:cNvSpPr/>
            <p:nvPr/>
          </p:nvSpPr>
          <p:spPr>
            <a:xfrm>
              <a:off x="3321720" y="3811320"/>
              <a:ext cx="31680" cy="3600"/>
            </a:xfrm>
            <a:custGeom>
              <a:rect b="b" l="l" r="r" t="t"/>
              <a:pathLst>
                <a:path extrusionOk="0" h="10" w="88">
                  <a:moveTo>
                    <a:pt x="87" y="9"/>
                  </a:moveTo>
                  <a:lnTo>
                    <a:pt x="0" y="9"/>
                  </a:lnTo>
                  <a:cubicBezTo>
                    <a:pt x="14" y="3"/>
                    <a:pt x="29" y="0"/>
                    <a:pt x="44" y="0"/>
                  </a:cubicBezTo>
                  <a:cubicBezTo>
                    <a:pt x="58" y="0"/>
                    <a:pt x="73" y="3"/>
                    <a:pt x="87"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9"/>
            <p:cNvSpPr/>
            <p:nvPr/>
          </p:nvSpPr>
          <p:spPr>
            <a:xfrm>
              <a:off x="3205440" y="4075560"/>
              <a:ext cx="18360" cy="15840"/>
            </a:xfrm>
            <a:custGeom>
              <a:rect b="b" l="l" r="r" t="t"/>
              <a:pathLst>
                <a:path extrusionOk="0" h="44" w="51">
                  <a:moveTo>
                    <a:pt x="0" y="0"/>
                  </a:moveTo>
                  <a:lnTo>
                    <a:pt x="50" y="43"/>
                  </a:lnTo>
                  <a:cubicBezTo>
                    <a:pt x="21" y="38"/>
                    <a:pt x="21" y="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9"/>
            <p:cNvSpPr/>
            <p:nvPr/>
          </p:nvSpPr>
          <p:spPr>
            <a:xfrm>
              <a:off x="3605040" y="4017240"/>
              <a:ext cx="18720" cy="15120"/>
            </a:xfrm>
            <a:custGeom>
              <a:rect b="b" l="l" r="r" t="t"/>
              <a:pathLst>
                <a:path extrusionOk="0" h="42" w="52">
                  <a:moveTo>
                    <a:pt x="0" y="41"/>
                  </a:moveTo>
                  <a:cubicBezTo>
                    <a:pt x="11" y="27"/>
                    <a:pt x="25" y="15"/>
                    <a:pt x="41" y="6"/>
                  </a:cubicBezTo>
                  <a:cubicBezTo>
                    <a:pt x="44" y="4"/>
                    <a:pt x="48" y="2"/>
                    <a:pt x="51" y="0"/>
                  </a:cubicBezTo>
                  <a:cubicBezTo>
                    <a:pt x="51" y="2"/>
                    <a:pt x="50" y="4"/>
                    <a:pt x="49" y="6"/>
                  </a:cubicBezTo>
                  <a:cubicBezTo>
                    <a:pt x="42" y="17"/>
                    <a:pt x="32" y="27"/>
                    <a:pt x="21" y="33"/>
                  </a:cubicBezTo>
                  <a:cubicBezTo>
                    <a:pt x="14" y="37"/>
                    <a:pt x="7" y="40"/>
                    <a:pt x="0"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9"/>
            <p:cNvSpPr/>
            <p:nvPr/>
          </p:nvSpPr>
          <p:spPr>
            <a:xfrm>
              <a:off x="2946960" y="3684240"/>
              <a:ext cx="15840" cy="27000"/>
            </a:xfrm>
            <a:custGeom>
              <a:rect b="b" l="l" r="r" t="t"/>
              <a:pathLst>
                <a:path extrusionOk="0" h="75" w="44">
                  <a:moveTo>
                    <a:pt x="43" y="73"/>
                  </a:moveTo>
                  <a:cubicBezTo>
                    <a:pt x="14" y="57"/>
                    <a:pt x="10" y="27"/>
                    <a:pt x="0" y="0"/>
                  </a:cubicBezTo>
                  <a:cubicBezTo>
                    <a:pt x="10" y="9"/>
                    <a:pt x="18" y="20"/>
                    <a:pt x="25" y="32"/>
                  </a:cubicBezTo>
                  <a:cubicBezTo>
                    <a:pt x="33" y="45"/>
                    <a:pt x="38" y="59"/>
                    <a:pt x="42" y="74"/>
                  </a:cubicBezTo>
                  <a:lnTo>
                    <a:pt x="43" y="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9"/>
            <p:cNvSpPr/>
            <p:nvPr/>
          </p:nvSpPr>
          <p:spPr>
            <a:xfrm>
              <a:off x="3634920" y="3445560"/>
              <a:ext cx="26640" cy="7920"/>
            </a:xfrm>
            <a:custGeom>
              <a:rect b="b" l="l" r="r" t="t"/>
              <a:pathLst>
                <a:path extrusionOk="0" h="22" w="74">
                  <a:moveTo>
                    <a:pt x="0" y="21"/>
                  </a:moveTo>
                  <a:cubicBezTo>
                    <a:pt x="4" y="16"/>
                    <a:pt x="9" y="12"/>
                    <a:pt x="15" y="9"/>
                  </a:cubicBezTo>
                  <a:cubicBezTo>
                    <a:pt x="26" y="3"/>
                    <a:pt x="38" y="0"/>
                    <a:pt x="50" y="0"/>
                  </a:cubicBezTo>
                  <a:cubicBezTo>
                    <a:pt x="58" y="0"/>
                    <a:pt x="66" y="1"/>
                    <a:pt x="73" y="4"/>
                  </a:cubicBezTo>
                  <a:cubicBezTo>
                    <a:pt x="50" y="14"/>
                    <a:pt x="25" y="20"/>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9"/>
            <p:cNvSpPr/>
            <p:nvPr/>
          </p:nvSpPr>
          <p:spPr>
            <a:xfrm>
              <a:off x="3550320" y="3673080"/>
              <a:ext cx="11520" cy="33120"/>
            </a:xfrm>
            <a:custGeom>
              <a:rect b="b" l="l" r="r" t="t"/>
              <a:pathLst>
                <a:path extrusionOk="0" h="92" w="32">
                  <a:moveTo>
                    <a:pt x="9" y="91"/>
                  </a:moveTo>
                  <a:cubicBezTo>
                    <a:pt x="3" y="75"/>
                    <a:pt x="0" y="71"/>
                    <a:pt x="1" y="69"/>
                  </a:cubicBezTo>
                  <a:cubicBezTo>
                    <a:pt x="4" y="47"/>
                    <a:pt x="8" y="26"/>
                    <a:pt x="13" y="0"/>
                  </a:cubicBezTo>
                  <a:cubicBezTo>
                    <a:pt x="31" y="32"/>
                    <a:pt x="6" y="53"/>
                    <a:pt x="9"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9"/>
            <p:cNvSpPr/>
            <p:nvPr/>
          </p:nvSpPr>
          <p:spPr>
            <a:xfrm>
              <a:off x="2934360" y="3817800"/>
              <a:ext cx="16560" cy="20160"/>
            </a:xfrm>
            <a:custGeom>
              <a:rect b="b" l="l" r="r" t="t"/>
              <a:pathLst>
                <a:path extrusionOk="0" h="56" w="46">
                  <a:moveTo>
                    <a:pt x="45" y="55"/>
                  </a:moveTo>
                  <a:lnTo>
                    <a:pt x="0" y="0"/>
                  </a:lnTo>
                  <a:cubicBezTo>
                    <a:pt x="28" y="5"/>
                    <a:pt x="28" y="5"/>
                    <a:pt x="45"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9"/>
            <p:cNvSpPr/>
            <p:nvPr/>
          </p:nvSpPr>
          <p:spPr>
            <a:xfrm>
              <a:off x="3740760" y="3853440"/>
              <a:ext cx="15120" cy="26640"/>
            </a:xfrm>
            <a:custGeom>
              <a:rect b="b" l="l" r="r" t="t"/>
              <a:pathLst>
                <a:path extrusionOk="0" h="74" w="42">
                  <a:moveTo>
                    <a:pt x="0" y="73"/>
                  </a:moveTo>
                  <a:cubicBezTo>
                    <a:pt x="2" y="58"/>
                    <a:pt x="7" y="44"/>
                    <a:pt x="15" y="32"/>
                  </a:cubicBezTo>
                  <a:cubicBezTo>
                    <a:pt x="22" y="20"/>
                    <a:pt x="31" y="9"/>
                    <a:pt x="41" y="0"/>
                  </a:cubicBezTo>
                  <a:cubicBezTo>
                    <a:pt x="37" y="14"/>
                    <a:pt x="31" y="27"/>
                    <a:pt x="24" y="40"/>
                  </a:cubicBezTo>
                  <a:cubicBezTo>
                    <a:pt x="17" y="51"/>
                    <a:pt x="9" y="62"/>
                    <a:pt x="0"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9"/>
            <p:cNvSpPr/>
            <p:nvPr/>
          </p:nvSpPr>
          <p:spPr>
            <a:xfrm>
              <a:off x="3124080" y="3952800"/>
              <a:ext cx="11520" cy="12960"/>
            </a:xfrm>
            <a:custGeom>
              <a:rect b="b" l="l" r="r" t="t"/>
              <a:pathLst>
                <a:path extrusionOk="0" h="36" w="32">
                  <a:moveTo>
                    <a:pt x="31" y="35"/>
                  </a:moveTo>
                  <a:cubicBezTo>
                    <a:pt x="18" y="26"/>
                    <a:pt x="7" y="14"/>
                    <a:pt x="0" y="0"/>
                  </a:cubicBezTo>
                  <a:lnTo>
                    <a:pt x="31"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9"/>
            <p:cNvSpPr/>
            <p:nvPr/>
          </p:nvSpPr>
          <p:spPr>
            <a:xfrm>
              <a:off x="2960280" y="4007160"/>
              <a:ext cx="14760" cy="22320"/>
            </a:xfrm>
            <a:custGeom>
              <a:rect b="b" l="l" r="r" t="t"/>
              <a:pathLst>
                <a:path extrusionOk="0" h="62" w="41">
                  <a:moveTo>
                    <a:pt x="40" y="60"/>
                  </a:moveTo>
                  <a:cubicBezTo>
                    <a:pt x="11" y="52"/>
                    <a:pt x="9" y="23"/>
                    <a:pt x="0" y="0"/>
                  </a:cubicBezTo>
                  <a:cubicBezTo>
                    <a:pt x="11" y="9"/>
                    <a:pt x="21" y="19"/>
                    <a:pt x="28" y="31"/>
                  </a:cubicBezTo>
                  <a:cubicBezTo>
                    <a:pt x="33" y="41"/>
                    <a:pt x="37" y="51"/>
                    <a:pt x="39" y="61"/>
                  </a:cubicBezTo>
                  <a:lnTo>
                    <a:pt x="40" y="6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9"/>
            <p:cNvSpPr/>
            <p:nvPr/>
          </p:nvSpPr>
          <p:spPr>
            <a:xfrm>
              <a:off x="3261600" y="4012920"/>
              <a:ext cx="17280" cy="15480"/>
            </a:xfrm>
            <a:custGeom>
              <a:rect b="b" l="l" r="r" t="t"/>
              <a:pathLst>
                <a:path extrusionOk="0" h="43" w="48">
                  <a:moveTo>
                    <a:pt x="0" y="0"/>
                  </a:moveTo>
                  <a:cubicBezTo>
                    <a:pt x="5" y="2"/>
                    <a:pt x="9" y="5"/>
                    <a:pt x="13" y="7"/>
                  </a:cubicBezTo>
                  <a:cubicBezTo>
                    <a:pt x="27" y="15"/>
                    <a:pt x="38" y="25"/>
                    <a:pt x="46" y="39"/>
                  </a:cubicBezTo>
                  <a:cubicBezTo>
                    <a:pt x="46" y="40"/>
                    <a:pt x="47" y="41"/>
                    <a:pt x="47" y="42"/>
                  </a:cubicBezTo>
                  <a:cubicBezTo>
                    <a:pt x="41" y="40"/>
                    <a:pt x="34" y="38"/>
                    <a:pt x="28" y="34"/>
                  </a:cubicBezTo>
                  <a:cubicBezTo>
                    <a:pt x="19" y="29"/>
                    <a:pt x="11" y="21"/>
                    <a:pt x="5" y="11"/>
                  </a:cubicBezTo>
                  <a:cubicBezTo>
                    <a:pt x="3" y="8"/>
                    <a:pt x="1"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9"/>
            <p:cNvSpPr/>
            <p:nvPr/>
          </p:nvSpPr>
          <p:spPr>
            <a:xfrm>
              <a:off x="2973960" y="4028760"/>
              <a:ext cx="21960" cy="16200"/>
            </a:xfrm>
            <a:custGeom>
              <a:rect b="b" l="l" r="r" t="t"/>
              <a:pathLst>
                <a:path extrusionOk="0" h="45" w="61">
                  <a:moveTo>
                    <a:pt x="0" y="1"/>
                  </a:moveTo>
                  <a:cubicBezTo>
                    <a:pt x="23" y="6"/>
                    <a:pt x="31" y="29"/>
                    <a:pt x="60" y="44"/>
                  </a:cubicBezTo>
                  <a:cubicBezTo>
                    <a:pt x="16" y="33"/>
                    <a:pt x="16"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9"/>
            <p:cNvSpPr/>
            <p:nvPr/>
          </p:nvSpPr>
          <p:spPr>
            <a:xfrm>
              <a:off x="3438000" y="4043520"/>
              <a:ext cx="14040" cy="16200"/>
            </a:xfrm>
            <a:custGeom>
              <a:rect b="b" l="l" r="r" t="t"/>
              <a:pathLst>
                <a:path extrusionOk="0" h="45" w="39">
                  <a:moveTo>
                    <a:pt x="0" y="44"/>
                  </a:moveTo>
                  <a:cubicBezTo>
                    <a:pt x="2" y="40"/>
                    <a:pt x="4" y="35"/>
                    <a:pt x="6" y="32"/>
                  </a:cubicBezTo>
                  <a:cubicBezTo>
                    <a:pt x="13" y="19"/>
                    <a:pt x="24" y="8"/>
                    <a:pt x="37" y="0"/>
                  </a:cubicBezTo>
                  <a:lnTo>
                    <a:pt x="38" y="0"/>
                  </a:lnTo>
                  <a:cubicBezTo>
                    <a:pt x="37" y="5"/>
                    <a:pt x="35" y="10"/>
                    <a:pt x="32" y="15"/>
                  </a:cubicBezTo>
                  <a:cubicBezTo>
                    <a:pt x="26" y="26"/>
                    <a:pt x="17" y="34"/>
                    <a:pt x="7" y="40"/>
                  </a:cubicBezTo>
                  <a:cubicBezTo>
                    <a:pt x="5" y="42"/>
                    <a:pt x="2" y="43"/>
                    <a:pt x="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9"/>
            <p:cNvSpPr/>
            <p:nvPr/>
          </p:nvSpPr>
          <p:spPr>
            <a:xfrm>
              <a:off x="2925720" y="4099680"/>
              <a:ext cx="25920" cy="19080"/>
            </a:xfrm>
            <a:custGeom>
              <a:rect b="b" l="l" r="r" t="t"/>
              <a:pathLst>
                <a:path extrusionOk="0" h="53" w="72">
                  <a:moveTo>
                    <a:pt x="0" y="5"/>
                  </a:moveTo>
                  <a:cubicBezTo>
                    <a:pt x="19" y="0"/>
                    <a:pt x="35" y="14"/>
                    <a:pt x="53" y="16"/>
                  </a:cubicBezTo>
                  <a:cubicBezTo>
                    <a:pt x="71" y="19"/>
                    <a:pt x="58" y="31"/>
                    <a:pt x="55" y="38"/>
                  </a:cubicBezTo>
                  <a:cubicBezTo>
                    <a:pt x="50" y="52"/>
                    <a:pt x="47" y="40"/>
                    <a:pt x="43" y="35"/>
                  </a:cubicBezTo>
                  <a:cubicBezTo>
                    <a:pt x="33" y="20"/>
                    <a:pt x="8" y="25"/>
                    <a:pt x="1" y="5"/>
                  </a:cubicBezTo>
                  <a:lnTo>
                    <a:pt x="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a:off x="3059280" y="3484080"/>
              <a:ext cx="17280" cy="14760"/>
            </a:xfrm>
            <a:custGeom>
              <a:rect b="b" l="l" r="r" t="t"/>
              <a:pathLst>
                <a:path extrusionOk="0" h="41" w="48">
                  <a:moveTo>
                    <a:pt x="47" y="40"/>
                  </a:moveTo>
                  <a:lnTo>
                    <a:pt x="0" y="0"/>
                  </a:lnTo>
                  <a:cubicBezTo>
                    <a:pt x="30" y="8"/>
                    <a:pt x="30" y="8"/>
                    <a:pt x="4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9"/>
            <p:cNvSpPr/>
            <p:nvPr/>
          </p:nvSpPr>
          <p:spPr>
            <a:xfrm>
              <a:off x="3360240" y="3581280"/>
              <a:ext cx="25560" cy="11160"/>
            </a:xfrm>
            <a:custGeom>
              <a:rect b="b" l="l" r="r" t="t"/>
              <a:pathLst>
                <a:path extrusionOk="0" h="31" w="71">
                  <a:moveTo>
                    <a:pt x="0" y="3"/>
                  </a:moveTo>
                  <a:cubicBezTo>
                    <a:pt x="28" y="0"/>
                    <a:pt x="48" y="18"/>
                    <a:pt x="70" y="30"/>
                  </a:cubicBezTo>
                  <a:lnTo>
                    <a:pt x="69" y="30"/>
                  </a:lnTo>
                  <a:cubicBezTo>
                    <a:pt x="52" y="30"/>
                    <a:pt x="36" y="25"/>
                    <a:pt x="21" y="17"/>
                  </a:cubicBezTo>
                  <a:cubicBezTo>
                    <a:pt x="14" y="13"/>
                    <a:pt x="7" y="7"/>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9"/>
            <p:cNvSpPr/>
            <p:nvPr/>
          </p:nvSpPr>
          <p:spPr>
            <a:xfrm>
              <a:off x="2878920" y="3610800"/>
              <a:ext cx="17280" cy="14400"/>
            </a:xfrm>
            <a:custGeom>
              <a:rect b="b" l="l" r="r" t="t"/>
              <a:pathLst>
                <a:path extrusionOk="0" h="40" w="48">
                  <a:moveTo>
                    <a:pt x="47" y="39"/>
                  </a:moveTo>
                  <a:cubicBezTo>
                    <a:pt x="41" y="37"/>
                    <a:pt x="36" y="35"/>
                    <a:pt x="30" y="32"/>
                  </a:cubicBezTo>
                  <a:cubicBezTo>
                    <a:pt x="18" y="24"/>
                    <a:pt x="8" y="14"/>
                    <a:pt x="1" y="2"/>
                  </a:cubicBezTo>
                  <a:cubicBezTo>
                    <a:pt x="0" y="1"/>
                    <a:pt x="0" y="1"/>
                    <a:pt x="0" y="0"/>
                  </a:cubicBezTo>
                  <a:cubicBezTo>
                    <a:pt x="22" y="4"/>
                    <a:pt x="34" y="22"/>
                    <a:pt x="4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9"/>
            <p:cNvSpPr/>
            <p:nvPr/>
          </p:nvSpPr>
          <p:spPr>
            <a:xfrm>
              <a:off x="3445920" y="3606480"/>
              <a:ext cx="35280" cy="12600"/>
            </a:xfrm>
            <a:custGeom>
              <a:rect b="b" l="l" r="r" t="t"/>
              <a:pathLst>
                <a:path extrusionOk="0" h="35" w="98">
                  <a:moveTo>
                    <a:pt x="0" y="20"/>
                  </a:moveTo>
                  <a:cubicBezTo>
                    <a:pt x="31" y="0"/>
                    <a:pt x="60" y="16"/>
                    <a:pt x="97" y="28"/>
                  </a:cubicBezTo>
                  <a:cubicBezTo>
                    <a:pt x="58" y="34"/>
                    <a:pt x="30" y="13"/>
                    <a:pt x="0" y="19"/>
                  </a:cubicBezTo>
                  <a:lnTo>
                    <a:pt x="0"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9"/>
            <p:cNvSpPr/>
            <p:nvPr/>
          </p:nvSpPr>
          <p:spPr>
            <a:xfrm>
              <a:off x="3630600" y="3671640"/>
              <a:ext cx="18000" cy="9720"/>
            </a:xfrm>
            <a:custGeom>
              <a:rect b="b" l="l" r="r" t="t"/>
              <a:pathLst>
                <a:path extrusionOk="0" h="27" w="50">
                  <a:moveTo>
                    <a:pt x="0" y="26"/>
                  </a:moveTo>
                  <a:cubicBezTo>
                    <a:pt x="11" y="5"/>
                    <a:pt x="31" y="7"/>
                    <a:pt x="49" y="0"/>
                  </a:cubicBezTo>
                  <a:cubicBezTo>
                    <a:pt x="44" y="8"/>
                    <a:pt x="37" y="14"/>
                    <a:pt x="29" y="19"/>
                  </a:cubicBezTo>
                  <a:cubicBezTo>
                    <a:pt x="21" y="24"/>
                    <a:pt x="11" y="26"/>
                    <a:pt x="1" y="26"/>
                  </a:cubicBezTo>
                  <a:lnTo>
                    <a:pt x="0"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9"/>
            <p:cNvSpPr/>
            <p:nvPr/>
          </p:nvSpPr>
          <p:spPr>
            <a:xfrm>
              <a:off x="3895200" y="3730320"/>
              <a:ext cx="13320" cy="11520"/>
            </a:xfrm>
            <a:custGeom>
              <a:rect b="b" l="l" r="r" t="t"/>
              <a:pathLst>
                <a:path extrusionOk="0" h="32" w="37">
                  <a:moveTo>
                    <a:pt x="36" y="31"/>
                  </a:moveTo>
                  <a:cubicBezTo>
                    <a:pt x="14" y="31"/>
                    <a:pt x="2" y="25"/>
                    <a:pt x="0" y="7"/>
                  </a:cubicBezTo>
                  <a:cubicBezTo>
                    <a:pt x="0" y="5"/>
                    <a:pt x="4" y="0"/>
                    <a:pt x="6" y="1"/>
                  </a:cubicBezTo>
                  <a:cubicBezTo>
                    <a:pt x="11" y="1"/>
                    <a:pt x="16" y="2"/>
                    <a:pt x="20" y="5"/>
                  </a:cubicBezTo>
                  <a:cubicBezTo>
                    <a:pt x="25" y="8"/>
                    <a:pt x="30" y="12"/>
                    <a:pt x="32" y="16"/>
                  </a:cubicBezTo>
                  <a:cubicBezTo>
                    <a:pt x="35" y="21"/>
                    <a:pt x="36" y="26"/>
                    <a:pt x="3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9"/>
            <p:cNvSpPr/>
            <p:nvPr/>
          </p:nvSpPr>
          <p:spPr>
            <a:xfrm>
              <a:off x="3334320" y="3763800"/>
              <a:ext cx="25560" cy="2880"/>
            </a:xfrm>
            <a:custGeom>
              <a:rect b="b" l="l" r="r" t="t"/>
              <a:pathLst>
                <a:path extrusionOk="0" h="8" w="71">
                  <a:moveTo>
                    <a:pt x="70" y="7"/>
                  </a:moveTo>
                  <a:lnTo>
                    <a:pt x="0" y="7"/>
                  </a:lnTo>
                  <a:cubicBezTo>
                    <a:pt x="11" y="2"/>
                    <a:pt x="23" y="0"/>
                    <a:pt x="35" y="0"/>
                  </a:cubicBezTo>
                  <a:cubicBezTo>
                    <a:pt x="47" y="0"/>
                    <a:pt x="59" y="2"/>
                    <a:pt x="7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9"/>
            <p:cNvSpPr/>
            <p:nvPr/>
          </p:nvSpPr>
          <p:spPr>
            <a:xfrm>
              <a:off x="3484800" y="3767400"/>
              <a:ext cx="15120" cy="16560"/>
            </a:xfrm>
            <a:custGeom>
              <a:rect b="b" l="l" r="r" t="t"/>
              <a:pathLst>
                <a:path extrusionOk="0" h="46" w="42">
                  <a:moveTo>
                    <a:pt x="0" y="45"/>
                  </a:moveTo>
                  <a:lnTo>
                    <a:pt x="41" y="0"/>
                  </a:lnTo>
                  <a:cubicBezTo>
                    <a:pt x="38" y="28"/>
                    <a:pt x="38" y="28"/>
                    <a:pt x="0"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9"/>
            <p:cNvSpPr/>
            <p:nvPr/>
          </p:nvSpPr>
          <p:spPr>
            <a:xfrm>
              <a:off x="3713040" y="3827520"/>
              <a:ext cx="15120" cy="23040"/>
            </a:xfrm>
            <a:custGeom>
              <a:rect b="b" l="l" r="r" t="t"/>
              <a:pathLst>
                <a:path extrusionOk="0" h="64" w="42">
                  <a:moveTo>
                    <a:pt x="39" y="0"/>
                  </a:moveTo>
                  <a:cubicBezTo>
                    <a:pt x="36" y="27"/>
                    <a:pt x="14" y="43"/>
                    <a:pt x="0" y="63"/>
                  </a:cubicBezTo>
                  <a:cubicBezTo>
                    <a:pt x="1" y="51"/>
                    <a:pt x="4" y="41"/>
                    <a:pt x="10" y="31"/>
                  </a:cubicBezTo>
                  <a:cubicBezTo>
                    <a:pt x="17" y="19"/>
                    <a:pt x="26" y="9"/>
                    <a:pt x="38" y="2"/>
                  </a:cubicBezTo>
                  <a:cubicBezTo>
                    <a:pt x="39" y="2"/>
                    <a:pt x="40" y="2"/>
                    <a:pt x="41" y="1"/>
                  </a:cubicBezTo>
                  <a:lnTo>
                    <a:pt x="3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9"/>
            <p:cNvSpPr/>
            <p:nvPr/>
          </p:nvSpPr>
          <p:spPr>
            <a:xfrm>
              <a:off x="3455280" y="3907440"/>
              <a:ext cx="23040" cy="15480"/>
            </a:xfrm>
            <a:custGeom>
              <a:rect b="b" l="l" r="r" t="t"/>
              <a:pathLst>
                <a:path extrusionOk="0" h="43" w="64">
                  <a:moveTo>
                    <a:pt x="63" y="4"/>
                  </a:moveTo>
                  <a:cubicBezTo>
                    <a:pt x="54" y="14"/>
                    <a:pt x="44" y="22"/>
                    <a:pt x="33" y="29"/>
                  </a:cubicBezTo>
                  <a:cubicBezTo>
                    <a:pt x="23" y="35"/>
                    <a:pt x="12" y="39"/>
                    <a:pt x="0" y="42"/>
                  </a:cubicBezTo>
                  <a:cubicBezTo>
                    <a:pt x="10" y="29"/>
                    <a:pt x="22" y="19"/>
                    <a:pt x="35" y="11"/>
                  </a:cubicBezTo>
                  <a:cubicBezTo>
                    <a:pt x="43" y="6"/>
                    <a:pt x="51" y="3"/>
                    <a:pt x="60" y="0"/>
                  </a:cubicBezTo>
                  <a:lnTo>
                    <a:pt x="63"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9"/>
            <p:cNvSpPr/>
            <p:nvPr/>
          </p:nvSpPr>
          <p:spPr>
            <a:xfrm>
              <a:off x="3817440" y="3926520"/>
              <a:ext cx="11520" cy="19440"/>
            </a:xfrm>
            <a:custGeom>
              <a:rect b="b" l="l" r="r" t="t"/>
              <a:pathLst>
                <a:path extrusionOk="0" h="54" w="32">
                  <a:moveTo>
                    <a:pt x="31" y="0"/>
                  </a:moveTo>
                  <a:cubicBezTo>
                    <a:pt x="30" y="10"/>
                    <a:pt x="26" y="20"/>
                    <a:pt x="21" y="29"/>
                  </a:cubicBezTo>
                  <a:cubicBezTo>
                    <a:pt x="16" y="38"/>
                    <a:pt x="9" y="47"/>
                    <a:pt x="0" y="53"/>
                  </a:cubicBezTo>
                  <a:cubicBezTo>
                    <a:pt x="1" y="43"/>
                    <a:pt x="5" y="33"/>
                    <a:pt x="10" y="24"/>
                  </a:cubicBezTo>
                  <a:cubicBezTo>
                    <a:pt x="15" y="15"/>
                    <a:pt x="22" y="7"/>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9"/>
            <p:cNvSpPr/>
            <p:nvPr/>
          </p:nvSpPr>
          <p:spPr>
            <a:xfrm>
              <a:off x="3394080" y="3928680"/>
              <a:ext cx="23760" cy="7920"/>
            </a:xfrm>
            <a:custGeom>
              <a:rect b="b" l="l" r="r" t="t"/>
              <a:pathLst>
                <a:path extrusionOk="0" h="22" w="66">
                  <a:moveTo>
                    <a:pt x="65" y="2"/>
                  </a:moveTo>
                  <a:cubicBezTo>
                    <a:pt x="62" y="4"/>
                    <a:pt x="60" y="5"/>
                    <a:pt x="57" y="7"/>
                  </a:cubicBezTo>
                  <a:cubicBezTo>
                    <a:pt x="42" y="15"/>
                    <a:pt x="25" y="21"/>
                    <a:pt x="8" y="21"/>
                  </a:cubicBezTo>
                  <a:cubicBezTo>
                    <a:pt x="5" y="21"/>
                    <a:pt x="3" y="21"/>
                    <a:pt x="0" y="20"/>
                  </a:cubicBezTo>
                  <a:cubicBezTo>
                    <a:pt x="4" y="16"/>
                    <a:pt x="9" y="13"/>
                    <a:pt x="14" y="10"/>
                  </a:cubicBezTo>
                  <a:cubicBezTo>
                    <a:pt x="25" y="4"/>
                    <a:pt x="36" y="0"/>
                    <a:pt x="48" y="0"/>
                  </a:cubicBezTo>
                  <a:cubicBezTo>
                    <a:pt x="54" y="0"/>
                    <a:pt x="60" y="1"/>
                    <a:pt x="6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9"/>
            <p:cNvSpPr/>
            <p:nvPr/>
          </p:nvSpPr>
          <p:spPr>
            <a:xfrm>
              <a:off x="2981880" y="3932280"/>
              <a:ext cx="16560" cy="18000"/>
            </a:xfrm>
            <a:custGeom>
              <a:rect b="b" l="l" r="r" t="t"/>
              <a:pathLst>
                <a:path extrusionOk="0" h="50" w="46">
                  <a:moveTo>
                    <a:pt x="0" y="1"/>
                  </a:moveTo>
                  <a:cubicBezTo>
                    <a:pt x="26" y="8"/>
                    <a:pt x="30" y="33"/>
                    <a:pt x="45" y="49"/>
                  </a:cubicBezTo>
                  <a:cubicBezTo>
                    <a:pt x="26" y="37"/>
                    <a:pt x="2" y="28"/>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9"/>
            <p:cNvSpPr/>
            <p:nvPr/>
          </p:nvSpPr>
          <p:spPr>
            <a:xfrm>
              <a:off x="3138480" y="3942360"/>
              <a:ext cx="13680" cy="23400"/>
            </a:xfrm>
            <a:custGeom>
              <a:rect b="b" l="l" r="r" t="t"/>
              <a:pathLst>
                <a:path extrusionOk="0" h="65" w="38">
                  <a:moveTo>
                    <a:pt x="34" y="64"/>
                  </a:moveTo>
                  <a:cubicBezTo>
                    <a:pt x="25" y="57"/>
                    <a:pt x="16" y="48"/>
                    <a:pt x="11" y="39"/>
                  </a:cubicBezTo>
                  <a:cubicBezTo>
                    <a:pt x="4" y="27"/>
                    <a:pt x="1" y="14"/>
                    <a:pt x="0" y="0"/>
                  </a:cubicBezTo>
                  <a:cubicBezTo>
                    <a:pt x="10" y="9"/>
                    <a:pt x="19" y="19"/>
                    <a:pt x="25" y="30"/>
                  </a:cubicBezTo>
                  <a:cubicBezTo>
                    <a:pt x="31" y="39"/>
                    <a:pt x="35" y="50"/>
                    <a:pt x="37" y="60"/>
                  </a:cubicBezTo>
                  <a:lnTo>
                    <a:pt x="34" y="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9"/>
            <p:cNvSpPr/>
            <p:nvPr/>
          </p:nvSpPr>
          <p:spPr>
            <a:xfrm>
              <a:off x="3512520" y="3794040"/>
              <a:ext cx="11520" cy="23040"/>
            </a:xfrm>
            <a:custGeom>
              <a:rect b="b" l="l" r="r" t="t"/>
              <a:pathLst>
                <a:path extrusionOk="0" h="64" w="32">
                  <a:moveTo>
                    <a:pt x="9" y="63"/>
                  </a:moveTo>
                  <a:cubicBezTo>
                    <a:pt x="0" y="41"/>
                    <a:pt x="9" y="24"/>
                    <a:pt x="20" y="0"/>
                  </a:cubicBezTo>
                  <a:cubicBezTo>
                    <a:pt x="31" y="29"/>
                    <a:pt x="12" y="44"/>
                    <a:pt x="9"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9"/>
            <p:cNvSpPr/>
            <p:nvPr/>
          </p:nvSpPr>
          <p:spPr>
            <a:xfrm>
              <a:off x="3737160" y="3829680"/>
              <a:ext cx="12240" cy="15480"/>
            </a:xfrm>
            <a:custGeom>
              <a:rect b="b" l="l" r="r" t="t"/>
              <a:pathLst>
                <a:path extrusionOk="0" h="43" w="34">
                  <a:moveTo>
                    <a:pt x="33" y="0"/>
                  </a:moveTo>
                  <a:cubicBezTo>
                    <a:pt x="32" y="6"/>
                    <a:pt x="30" y="11"/>
                    <a:pt x="27" y="16"/>
                  </a:cubicBezTo>
                  <a:cubicBezTo>
                    <a:pt x="21" y="26"/>
                    <a:pt x="12" y="35"/>
                    <a:pt x="1" y="41"/>
                  </a:cubicBezTo>
                  <a:lnTo>
                    <a:pt x="0" y="42"/>
                  </a:lnTo>
                  <a:cubicBezTo>
                    <a:pt x="1" y="37"/>
                    <a:pt x="3" y="32"/>
                    <a:pt x="6" y="28"/>
                  </a:cubicBezTo>
                  <a:cubicBezTo>
                    <a:pt x="13" y="16"/>
                    <a:pt x="22" y="7"/>
                    <a:pt x="33" y="1"/>
                  </a:cubicBezTo>
                  <a:lnTo>
                    <a:pt x="3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9"/>
            <p:cNvSpPr/>
            <p:nvPr/>
          </p:nvSpPr>
          <p:spPr>
            <a:xfrm>
              <a:off x="3471120" y="3758040"/>
              <a:ext cx="20880" cy="15840"/>
            </a:xfrm>
            <a:custGeom>
              <a:rect b="b" l="l" r="r" t="t"/>
              <a:pathLst>
                <a:path extrusionOk="0" h="44" w="58">
                  <a:moveTo>
                    <a:pt x="0" y="35"/>
                  </a:moveTo>
                  <a:lnTo>
                    <a:pt x="14" y="22"/>
                  </a:lnTo>
                  <a:lnTo>
                    <a:pt x="57" y="0"/>
                  </a:lnTo>
                  <a:cubicBezTo>
                    <a:pt x="38" y="27"/>
                    <a:pt x="26" y="40"/>
                    <a:pt x="4" y="43"/>
                  </a:cubicBezTo>
                  <a:cubicBezTo>
                    <a:pt x="4" y="43"/>
                    <a:pt x="1" y="42"/>
                    <a:pt x="0" y="40"/>
                  </a:cubicBezTo>
                  <a:cubicBezTo>
                    <a:pt x="0" y="39"/>
                    <a:pt x="0" y="39"/>
                    <a:pt x="0" y="38"/>
                  </a:cubicBezTo>
                  <a:cubicBezTo>
                    <a:pt x="0" y="37"/>
                    <a:pt x="0" y="36"/>
                    <a:pt x="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9"/>
            <p:cNvSpPr/>
            <p:nvPr/>
          </p:nvSpPr>
          <p:spPr>
            <a:xfrm>
              <a:off x="3065040" y="3691440"/>
              <a:ext cx="22320" cy="13680"/>
            </a:xfrm>
            <a:custGeom>
              <a:rect b="b" l="l" r="r" t="t"/>
              <a:pathLst>
                <a:path extrusionOk="0" h="38" w="62">
                  <a:moveTo>
                    <a:pt x="0" y="0"/>
                  </a:moveTo>
                  <a:lnTo>
                    <a:pt x="41" y="11"/>
                  </a:lnTo>
                  <a:lnTo>
                    <a:pt x="61" y="37"/>
                  </a:lnTo>
                  <a:cubicBezTo>
                    <a:pt x="50" y="35"/>
                    <a:pt x="39" y="30"/>
                    <a:pt x="30" y="25"/>
                  </a:cubicBezTo>
                  <a:cubicBezTo>
                    <a:pt x="18" y="18"/>
                    <a:pt x="8" y="1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9"/>
            <p:cNvSpPr/>
            <p:nvPr/>
          </p:nvSpPr>
          <p:spPr>
            <a:xfrm>
              <a:off x="3177720" y="3680640"/>
              <a:ext cx="21600" cy="9720"/>
            </a:xfrm>
            <a:custGeom>
              <a:rect b="b" l="l" r="r" t="t"/>
              <a:pathLst>
                <a:path extrusionOk="0" h="27" w="60">
                  <a:moveTo>
                    <a:pt x="0" y="0"/>
                  </a:moveTo>
                  <a:cubicBezTo>
                    <a:pt x="14" y="1"/>
                    <a:pt x="28" y="6"/>
                    <a:pt x="40" y="13"/>
                  </a:cubicBezTo>
                  <a:cubicBezTo>
                    <a:pt x="47" y="17"/>
                    <a:pt x="53" y="21"/>
                    <a:pt x="59" y="26"/>
                  </a:cubicBezTo>
                  <a:cubicBezTo>
                    <a:pt x="45" y="25"/>
                    <a:pt x="31" y="21"/>
                    <a:pt x="19" y="14"/>
                  </a:cubicBezTo>
                  <a:cubicBezTo>
                    <a:pt x="12" y="10"/>
                    <a:pt x="6"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9"/>
            <p:cNvSpPr/>
            <p:nvPr/>
          </p:nvSpPr>
          <p:spPr>
            <a:xfrm>
              <a:off x="3851280" y="3674160"/>
              <a:ext cx="13680" cy="17640"/>
            </a:xfrm>
            <a:custGeom>
              <a:rect b="b" l="l" r="r" t="t"/>
              <a:pathLst>
                <a:path extrusionOk="0" h="49" w="38">
                  <a:moveTo>
                    <a:pt x="36" y="44"/>
                  </a:moveTo>
                  <a:cubicBezTo>
                    <a:pt x="29" y="47"/>
                    <a:pt x="17" y="48"/>
                    <a:pt x="17" y="42"/>
                  </a:cubicBezTo>
                  <a:cubicBezTo>
                    <a:pt x="17" y="26"/>
                    <a:pt x="4" y="16"/>
                    <a:pt x="0" y="0"/>
                  </a:cubicBezTo>
                  <a:cubicBezTo>
                    <a:pt x="37" y="0"/>
                    <a:pt x="18" y="35"/>
                    <a:pt x="35" y="45"/>
                  </a:cubicBezTo>
                  <a:lnTo>
                    <a:pt x="36"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9"/>
            <p:cNvSpPr/>
            <p:nvPr/>
          </p:nvSpPr>
          <p:spPr>
            <a:xfrm>
              <a:off x="3141360" y="3659400"/>
              <a:ext cx="19440" cy="11520"/>
            </a:xfrm>
            <a:custGeom>
              <a:rect b="b" l="l" r="r" t="t"/>
              <a:pathLst>
                <a:path extrusionOk="0" h="32" w="54">
                  <a:moveTo>
                    <a:pt x="0" y="0"/>
                  </a:moveTo>
                  <a:cubicBezTo>
                    <a:pt x="9" y="2"/>
                    <a:pt x="18" y="6"/>
                    <a:pt x="27" y="11"/>
                  </a:cubicBezTo>
                  <a:cubicBezTo>
                    <a:pt x="37" y="16"/>
                    <a:pt x="45" y="23"/>
                    <a:pt x="53" y="31"/>
                  </a:cubicBezTo>
                  <a:cubicBezTo>
                    <a:pt x="52" y="31"/>
                    <a:pt x="51" y="31"/>
                    <a:pt x="50" y="31"/>
                  </a:cubicBezTo>
                  <a:cubicBezTo>
                    <a:pt x="40" y="31"/>
                    <a:pt x="31" y="29"/>
                    <a:pt x="22" y="24"/>
                  </a:cubicBezTo>
                  <a:cubicBezTo>
                    <a:pt x="13" y="19"/>
                    <a:pt x="7" y="12"/>
                    <a:pt x="2" y="4"/>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9"/>
            <p:cNvSpPr/>
            <p:nvPr/>
          </p:nvSpPr>
          <p:spPr>
            <a:xfrm>
              <a:off x="3144600" y="3644280"/>
              <a:ext cx="18000" cy="12240"/>
            </a:xfrm>
            <a:custGeom>
              <a:rect b="b" l="l" r="r" t="t"/>
              <a:pathLst>
                <a:path extrusionOk="0" h="34" w="50">
                  <a:moveTo>
                    <a:pt x="49" y="32"/>
                  </a:moveTo>
                  <a:cubicBezTo>
                    <a:pt x="46" y="33"/>
                    <a:pt x="43" y="33"/>
                    <a:pt x="40" y="33"/>
                  </a:cubicBezTo>
                  <a:cubicBezTo>
                    <a:pt x="33" y="33"/>
                    <a:pt x="26" y="32"/>
                    <a:pt x="20" y="28"/>
                  </a:cubicBezTo>
                  <a:cubicBezTo>
                    <a:pt x="14" y="24"/>
                    <a:pt x="9" y="19"/>
                    <a:pt x="5" y="13"/>
                  </a:cubicBezTo>
                  <a:cubicBezTo>
                    <a:pt x="3" y="9"/>
                    <a:pt x="1" y="5"/>
                    <a:pt x="0" y="0"/>
                  </a:cubicBezTo>
                  <a:lnTo>
                    <a:pt x="49"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9"/>
            <p:cNvSpPr/>
            <p:nvPr/>
          </p:nvSpPr>
          <p:spPr>
            <a:xfrm>
              <a:off x="3359880" y="3506040"/>
              <a:ext cx="20520" cy="9360"/>
            </a:xfrm>
            <a:custGeom>
              <a:rect b="b" l="l" r="r" t="t"/>
              <a:pathLst>
                <a:path extrusionOk="0" h="26" w="57">
                  <a:moveTo>
                    <a:pt x="45" y="2"/>
                  </a:moveTo>
                  <a:lnTo>
                    <a:pt x="56" y="9"/>
                  </a:lnTo>
                  <a:cubicBezTo>
                    <a:pt x="54" y="19"/>
                    <a:pt x="47" y="25"/>
                    <a:pt x="37" y="20"/>
                  </a:cubicBezTo>
                  <a:cubicBezTo>
                    <a:pt x="26" y="15"/>
                    <a:pt x="11" y="12"/>
                    <a:pt x="1" y="0"/>
                  </a:cubicBezTo>
                  <a:lnTo>
                    <a:pt x="0" y="1"/>
                  </a:lnTo>
                  <a:cubicBezTo>
                    <a:pt x="6" y="0"/>
                    <a:pt x="13" y="0"/>
                    <a:pt x="19" y="0"/>
                  </a:cubicBezTo>
                  <a:cubicBezTo>
                    <a:pt x="28" y="0"/>
                    <a:pt x="36" y="1"/>
                    <a:pt x="4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9"/>
            <p:cNvSpPr/>
            <p:nvPr/>
          </p:nvSpPr>
          <p:spPr>
            <a:xfrm>
              <a:off x="3637080" y="3460680"/>
              <a:ext cx="21240" cy="12600"/>
            </a:xfrm>
            <a:custGeom>
              <a:rect b="b" l="l" r="r" t="t"/>
              <a:pathLst>
                <a:path extrusionOk="0" h="35" w="59">
                  <a:moveTo>
                    <a:pt x="0" y="19"/>
                  </a:moveTo>
                  <a:cubicBezTo>
                    <a:pt x="20" y="10"/>
                    <a:pt x="37" y="0"/>
                    <a:pt x="58" y="7"/>
                  </a:cubicBezTo>
                  <a:cubicBezTo>
                    <a:pt x="39" y="11"/>
                    <a:pt x="26" y="34"/>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9"/>
            <p:cNvSpPr/>
            <p:nvPr/>
          </p:nvSpPr>
          <p:spPr>
            <a:xfrm>
              <a:off x="3110400" y="3866040"/>
              <a:ext cx="14760" cy="26640"/>
            </a:xfrm>
            <a:custGeom>
              <a:rect b="b" l="l" r="r" t="t"/>
              <a:pathLst>
                <a:path extrusionOk="0" h="74" w="41">
                  <a:moveTo>
                    <a:pt x="36" y="72"/>
                  </a:moveTo>
                  <a:cubicBezTo>
                    <a:pt x="12" y="58"/>
                    <a:pt x="6" y="36"/>
                    <a:pt x="0" y="0"/>
                  </a:cubicBezTo>
                  <a:lnTo>
                    <a:pt x="40" y="58"/>
                  </a:lnTo>
                  <a:lnTo>
                    <a:pt x="40" y="57"/>
                  </a:lnTo>
                  <a:cubicBezTo>
                    <a:pt x="39" y="62"/>
                    <a:pt x="37" y="68"/>
                    <a:pt x="35" y="73"/>
                  </a:cubicBezTo>
                  <a:lnTo>
                    <a:pt x="36" y="7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9"/>
            <p:cNvSpPr/>
            <p:nvPr/>
          </p:nvSpPr>
          <p:spPr>
            <a:xfrm>
              <a:off x="3917520" y="3882960"/>
              <a:ext cx="22680" cy="10080"/>
            </a:xfrm>
            <a:custGeom>
              <a:rect b="b" l="l" r="r" t="t"/>
              <a:pathLst>
                <a:path extrusionOk="0" h="28" w="63">
                  <a:moveTo>
                    <a:pt x="61" y="0"/>
                  </a:moveTo>
                  <a:cubicBezTo>
                    <a:pt x="49" y="27"/>
                    <a:pt x="23" y="23"/>
                    <a:pt x="0" y="27"/>
                  </a:cubicBezTo>
                  <a:cubicBezTo>
                    <a:pt x="6" y="21"/>
                    <a:pt x="12" y="17"/>
                    <a:pt x="18" y="13"/>
                  </a:cubicBezTo>
                  <a:cubicBezTo>
                    <a:pt x="32" y="5"/>
                    <a:pt x="47" y="1"/>
                    <a:pt x="62" y="0"/>
                  </a:cubicBezTo>
                  <a:lnTo>
                    <a:pt x="6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9"/>
            <p:cNvSpPr/>
            <p:nvPr/>
          </p:nvSpPr>
          <p:spPr>
            <a:xfrm>
              <a:off x="2949480" y="4081320"/>
              <a:ext cx="14760" cy="17640"/>
            </a:xfrm>
            <a:custGeom>
              <a:rect b="b" l="l" r="r" t="t"/>
              <a:pathLst>
                <a:path extrusionOk="0" h="49" w="41">
                  <a:moveTo>
                    <a:pt x="0" y="1"/>
                  </a:moveTo>
                  <a:cubicBezTo>
                    <a:pt x="24" y="8"/>
                    <a:pt x="31" y="29"/>
                    <a:pt x="40" y="48"/>
                  </a:cubicBezTo>
                  <a:cubicBezTo>
                    <a:pt x="27" y="40"/>
                    <a:pt x="16" y="29"/>
                    <a:pt x="9" y="16"/>
                  </a:cubicBezTo>
                  <a:cubicBezTo>
                    <a:pt x="6" y="11"/>
                    <a:pt x="3"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9"/>
            <p:cNvSpPr/>
            <p:nvPr/>
          </p:nvSpPr>
          <p:spPr>
            <a:xfrm>
              <a:off x="3007080" y="3954960"/>
              <a:ext cx="15840" cy="26280"/>
            </a:xfrm>
            <a:custGeom>
              <a:rect b="b" l="l" r="r" t="t"/>
              <a:pathLst>
                <a:path extrusionOk="0" h="73" w="44">
                  <a:moveTo>
                    <a:pt x="43" y="71"/>
                  </a:moveTo>
                  <a:cubicBezTo>
                    <a:pt x="16" y="55"/>
                    <a:pt x="0" y="34"/>
                    <a:pt x="16" y="1"/>
                  </a:cubicBezTo>
                  <a:lnTo>
                    <a:pt x="14" y="0"/>
                  </a:lnTo>
                  <a:cubicBezTo>
                    <a:pt x="26" y="23"/>
                    <a:pt x="34" y="47"/>
                    <a:pt x="41" y="72"/>
                  </a:cubicBezTo>
                  <a:lnTo>
                    <a:pt x="43"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a:off x="3476880" y="3895200"/>
              <a:ext cx="20520" cy="14040"/>
            </a:xfrm>
            <a:custGeom>
              <a:rect b="b" l="l" r="r" t="t"/>
              <a:pathLst>
                <a:path extrusionOk="0" h="39" w="57">
                  <a:moveTo>
                    <a:pt x="0" y="34"/>
                  </a:moveTo>
                  <a:cubicBezTo>
                    <a:pt x="7" y="25"/>
                    <a:pt x="16" y="17"/>
                    <a:pt x="26" y="11"/>
                  </a:cubicBezTo>
                  <a:cubicBezTo>
                    <a:pt x="35" y="5"/>
                    <a:pt x="45" y="2"/>
                    <a:pt x="56" y="0"/>
                  </a:cubicBezTo>
                  <a:cubicBezTo>
                    <a:pt x="48" y="12"/>
                    <a:pt x="38" y="22"/>
                    <a:pt x="26" y="29"/>
                  </a:cubicBezTo>
                  <a:cubicBezTo>
                    <a:pt x="19" y="33"/>
                    <a:pt x="11" y="36"/>
                    <a:pt x="3" y="38"/>
                  </a:cubicBezTo>
                  <a:lnTo>
                    <a:pt x="0"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a:off x="3313800" y="3443400"/>
              <a:ext cx="21960" cy="16200"/>
            </a:xfrm>
            <a:custGeom>
              <a:rect b="b" l="l" r="r" t="t"/>
              <a:pathLst>
                <a:path extrusionOk="0" h="45" w="61">
                  <a:moveTo>
                    <a:pt x="25" y="0"/>
                  </a:moveTo>
                  <a:cubicBezTo>
                    <a:pt x="29" y="20"/>
                    <a:pt x="52" y="18"/>
                    <a:pt x="60" y="33"/>
                  </a:cubicBezTo>
                  <a:cubicBezTo>
                    <a:pt x="48" y="44"/>
                    <a:pt x="40" y="31"/>
                    <a:pt x="31" y="27"/>
                  </a:cubicBezTo>
                  <a:cubicBezTo>
                    <a:pt x="21" y="23"/>
                    <a:pt x="12" y="18"/>
                    <a:pt x="2" y="13"/>
                  </a:cubicBezTo>
                  <a:cubicBezTo>
                    <a:pt x="1" y="12"/>
                    <a:pt x="0" y="12"/>
                    <a:pt x="0" y="11"/>
                  </a:cubicBezTo>
                  <a:lnTo>
                    <a:pt x="26" y="2"/>
                  </a:lnTo>
                  <a:lnTo>
                    <a:pt x="2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9"/>
            <p:cNvSpPr/>
            <p:nvPr/>
          </p:nvSpPr>
          <p:spPr>
            <a:xfrm>
              <a:off x="3444840" y="4098600"/>
              <a:ext cx="18360" cy="15480"/>
            </a:xfrm>
            <a:custGeom>
              <a:rect b="b" l="l" r="r" t="t"/>
              <a:pathLst>
                <a:path extrusionOk="0" h="43" w="51">
                  <a:moveTo>
                    <a:pt x="1" y="42"/>
                  </a:moveTo>
                  <a:cubicBezTo>
                    <a:pt x="8" y="16"/>
                    <a:pt x="33" y="13"/>
                    <a:pt x="50" y="0"/>
                  </a:cubicBezTo>
                  <a:cubicBezTo>
                    <a:pt x="49" y="2"/>
                    <a:pt x="48" y="5"/>
                    <a:pt x="47" y="7"/>
                  </a:cubicBezTo>
                  <a:cubicBezTo>
                    <a:pt x="40" y="18"/>
                    <a:pt x="31" y="27"/>
                    <a:pt x="20" y="33"/>
                  </a:cubicBezTo>
                  <a:cubicBezTo>
                    <a:pt x="14" y="37"/>
                    <a:pt x="7" y="40"/>
                    <a:pt x="0" y="41"/>
                  </a:cubicBezTo>
                  <a:lnTo>
                    <a:pt x="1" y="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9"/>
            <p:cNvSpPr/>
            <p:nvPr/>
          </p:nvSpPr>
          <p:spPr>
            <a:xfrm>
              <a:off x="3275280" y="4048200"/>
              <a:ext cx="26640" cy="12240"/>
            </a:xfrm>
            <a:custGeom>
              <a:rect b="b" l="l" r="r" t="t"/>
              <a:pathLst>
                <a:path extrusionOk="0" h="34" w="74">
                  <a:moveTo>
                    <a:pt x="4" y="0"/>
                  </a:moveTo>
                  <a:lnTo>
                    <a:pt x="73" y="32"/>
                  </a:lnTo>
                  <a:cubicBezTo>
                    <a:pt x="69" y="33"/>
                    <a:pt x="64" y="33"/>
                    <a:pt x="60" y="33"/>
                  </a:cubicBezTo>
                  <a:cubicBezTo>
                    <a:pt x="46" y="33"/>
                    <a:pt x="32" y="30"/>
                    <a:pt x="20" y="23"/>
                  </a:cubicBezTo>
                  <a:cubicBezTo>
                    <a:pt x="12" y="18"/>
                    <a:pt x="5" y="12"/>
                    <a:pt x="0" y="6"/>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9"/>
            <p:cNvSpPr/>
            <p:nvPr/>
          </p:nvSpPr>
          <p:spPr>
            <a:xfrm>
              <a:off x="3182400" y="3899520"/>
              <a:ext cx="18000" cy="17640"/>
            </a:xfrm>
            <a:custGeom>
              <a:rect b="b" l="l" r="r" t="t"/>
              <a:pathLst>
                <a:path extrusionOk="0" h="49" w="50">
                  <a:moveTo>
                    <a:pt x="14" y="46"/>
                  </a:moveTo>
                  <a:lnTo>
                    <a:pt x="0" y="24"/>
                  </a:lnTo>
                  <a:cubicBezTo>
                    <a:pt x="30" y="0"/>
                    <a:pt x="36" y="33"/>
                    <a:pt x="49" y="46"/>
                  </a:cubicBezTo>
                  <a:lnTo>
                    <a:pt x="47" y="48"/>
                  </a:lnTo>
                  <a:lnTo>
                    <a:pt x="14"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9"/>
            <p:cNvSpPr/>
            <p:nvPr/>
          </p:nvSpPr>
          <p:spPr>
            <a:xfrm>
              <a:off x="3491280" y="4095720"/>
              <a:ext cx="17640" cy="13320"/>
            </a:xfrm>
            <a:custGeom>
              <a:rect b="b" l="l" r="r" t="t"/>
              <a:pathLst>
                <a:path extrusionOk="0" h="37" w="49">
                  <a:moveTo>
                    <a:pt x="47" y="0"/>
                  </a:moveTo>
                  <a:cubicBezTo>
                    <a:pt x="35" y="21"/>
                    <a:pt x="35" y="21"/>
                    <a:pt x="3" y="36"/>
                  </a:cubicBezTo>
                  <a:cubicBezTo>
                    <a:pt x="0" y="22"/>
                    <a:pt x="13" y="22"/>
                    <a:pt x="20" y="17"/>
                  </a:cubicBezTo>
                  <a:cubicBezTo>
                    <a:pt x="28" y="12"/>
                    <a:pt x="39" y="6"/>
                    <a:pt x="48" y="1"/>
                  </a:cubicBezTo>
                  <a:lnTo>
                    <a:pt x="4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9"/>
            <p:cNvSpPr/>
            <p:nvPr/>
          </p:nvSpPr>
          <p:spPr>
            <a:xfrm>
              <a:off x="3754800" y="3888360"/>
              <a:ext cx="9720" cy="19440"/>
            </a:xfrm>
            <a:custGeom>
              <a:rect b="b" l="l" r="r" t="t"/>
              <a:pathLst>
                <a:path extrusionOk="0" h="54" w="27">
                  <a:moveTo>
                    <a:pt x="20" y="0"/>
                  </a:moveTo>
                  <a:cubicBezTo>
                    <a:pt x="26" y="27"/>
                    <a:pt x="15" y="36"/>
                    <a:pt x="4" y="53"/>
                  </a:cubicBezTo>
                  <a:cubicBezTo>
                    <a:pt x="0" y="31"/>
                    <a:pt x="11" y="20"/>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9"/>
            <p:cNvSpPr/>
            <p:nvPr/>
          </p:nvSpPr>
          <p:spPr>
            <a:xfrm>
              <a:off x="3187800" y="3646440"/>
              <a:ext cx="20160" cy="12600"/>
            </a:xfrm>
            <a:custGeom>
              <a:rect b="b" l="l" r="r" t="t"/>
              <a:pathLst>
                <a:path extrusionOk="0" h="35" w="56">
                  <a:moveTo>
                    <a:pt x="55" y="34"/>
                  </a:moveTo>
                  <a:cubicBezTo>
                    <a:pt x="44" y="33"/>
                    <a:pt x="34" y="30"/>
                    <a:pt x="25" y="24"/>
                  </a:cubicBezTo>
                  <a:cubicBezTo>
                    <a:pt x="14" y="18"/>
                    <a:pt x="6" y="10"/>
                    <a:pt x="0" y="0"/>
                  </a:cubicBezTo>
                  <a:cubicBezTo>
                    <a:pt x="10" y="0"/>
                    <a:pt x="21" y="2"/>
                    <a:pt x="31" y="8"/>
                  </a:cubicBezTo>
                  <a:cubicBezTo>
                    <a:pt x="40" y="13"/>
                    <a:pt x="48" y="22"/>
                    <a:pt x="54" y="31"/>
                  </a:cubicBezTo>
                  <a:cubicBezTo>
                    <a:pt x="55" y="32"/>
                    <a:pt x="55" y="33"/>
                    <a:pt x="55"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9"/>
            <p:cNvSpPr/>
            <p:nvPr/>
          </p:nvSpPr>
          <p:spPr>
            <a:xfrm>
              <a:off x="3726720" y="3813120"/>
              <a:ext cx="13320" cy="15120"/>
            </a:xfrm>
            <a:custGeom>
              <a:rect b="b" l="l" r="r" t="t"/>
              <a:pathLst>
                <a:path extrusionOk="0" h="42" w="37">
                  <a:moveTo>
                    <a:pt x="1" y="41"/>
                  </a:moveTo>
                  <a:cubicBezTo>
                    <a:pt x="1" y="17"/>
                    <a:pt x="17" y="8"/>
                    <a:pt x="36" y="0"/>
                  </a:cubicBezTo>
                  <a:cubicBezTo>
                    <a:pt x="27" y="16"/>
                    <a:pt x="22" y="35"/>
                    <a:pt x="0" y="40"/>
                  </a:cubicBezTo>
                  <a:lnTo>
                    <a:pt x="1"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p:nvPr/>
          </p:nvSpPr>
          <p:spPr>
            <a:xfrm>
              <a:off x="3195360" y="3598200"/>
              <a:ext cx="18360" cy="11160"/>
            </a:xfrm>
            <a:custGeom>
              <a:rect b="b" l="l" r="r" t="t"/>
              <a:pathLst>
                <a:path extrusionOk="0" h="31" w="51">
                  <a:moveTo>
                    <a:pt x="0" y="1"/>
                  </a:moveTo>
                  <a:cubicBezTo>
                    <a:pt x="10" y="1"/>
                    <a:pt x="20" y="4"/>
                    <a:pt x="29" y="9"/>
                  </a:cubicBezTo>
                  <a:cubicBezTo>
                    <a:pt x="38" y="14"/>
                    <a:pt x="45" y="21"/>
                    <a:pt x="50" y="30"/>
                  </a:cubicBezTo>
                  <a:cubicBezTo>
                    <a:pt x="41" y="30"/>
                    <a:pt x="32" y="27"/>
                    <a:pt x="23" y="22"/>
                  </a:cubicBezTo>
                  <a:cubicBezTo>
                    <a:pt x="14" y="17"/>
                    <a:pt x="7" y="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9"/>
            <p:cNvSpPr/>
            <p:nvPr/>
          </p:nvSpPr>
          <p:spPr>
            <a:xfrm>
              <a:off x="3356280" y="3544560"/>
              <a:ext cx="19440" cy="11520"/>
            </a:xfrm>
            <a:custGeom>
              <a:rect b="b" l="l" r="r" t="t"/>
              <a:pathLst>
                <a:path extrusionOk="0" h="32" w="54">
                  <a:moveTo>
                    <a:pt x="0" y="4"/>
                  </a:moveTo>
                  <a:cubicBezTo>
                    <a:pt x="24" y="0"/>
                    <a:pt x="36" y="21"/>
                    <a:pt x="53" y="31"/>
                  </a:cubicBezTo>
                  <a:cubicBezTo>
                    <a:pt x="52" y="31"/>
                    <a:pt x="51" y="31"/>
                    <a:pt x="50" y="31"/>
                  </a:cubicBezTo>
                  <a:cubicBezTo>
                    <a:pt x="41" y="31"/>
                    <a:pt x="32" y="28"/>
                    <a:pt x="23" y="23"/>
                  </a:cubicBezTo>
                  <a:cubicBezTo>
                    <a:pt x="14" y="18"/>
                    <a:pt x="7" y="12"/>
                    <a:pt x="3" y="3"/>
                  </a:cubicBezTo>
                  <a:cubicBezTo>
                    <a:pt x="2" y="3"/>
                    <a:pt x="2" y="3"/>
                    <a:pt x="2" y="3"/>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9"/>
            <p:cNvSpPr/>
            <p:nvPr/>
          </p:nvSpPr>
          <p:spPr>
            <a:xfrm>
              <a:off x="2861640" y="3534480"/>
              <a:ext cx="12960" cy="15840"/>
            </a:xfrm>
            <a:custGeom>
              <a:rect b="b" l="l" r="r" t="t"/>
              <a:pathLst>
                <a:path extrusionOk="0" h="44" w="36">
                  <a:moveTo>
                    <a:pt x="32" y="43"/>
                  </a:moveTo>
                  <a:cubicBezTo>
                    <a:pt x="31" y="43"/>
                    <a:pt x="30" y="43"/>
                    <a:pt x="29" y="42"/>
                  </a:cubicBezTo>
                  <a:cubicBezTo>
                    <a:pt x="20" y="36"/>
                    <a:pt x="12" y="29"/>
                    <a:pt x="7" y="20"/>
                  </a:cubicBezTo>
                  <a:cubicBezTo>
                    <a:pt x="4" y="14"/>
                    <a:pt x="1" y="7"/>
                    <a:pt x="0" y="0"/>
                  </a:cubicBezTo>
                  <a:cubicBezTo>
                    <a:pt x="26" y="5"/>
                    <a:pt x="29" y="24"/>
                    <a:pt x="35" y="41"/>
                  </a:cubicBezTo>
                  <a:lnTo>
                    <a:pt x="32"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a:off x="3396600" y="3512880"/>
              <a:ext cx="19440" cy="11520"/>
            </a:xfrm>
            <a:custGeom>
              <a:rect b="b" l="l" r="r" t="t"/>
              <a:pathLst>
                <a:path extrusionOk="0" h="32" w="54">
                  <a:moveTo>
                    <a:pt x="0" y="3"/>
                  </a:moveTo>
                  <a:cubicBezTo>
                    <a:pt x="24" y="0"/>
                    <a:pt x="38" y="16"/>
                    <a:pt x="53" y="31"/>
                  </a:cubicBezTo>
                  <a:cubicBezTo>
                    <a:pt x="43" y="31"/>
                    <a:pt x="33" y="28"/>
                    <a:pt x="24" y="23"/>
                  </a:cubicBezTo>
                  <a:cubicBezTo>
                    <a:pt x="15" y="18"/>
                    <a:pt x="8" y="10"/>
                    <a:pt x="2" y="2"/>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a:off x="2964600" y="3468600"/>
              <a:ext cx="21240" cy="13680"/>
            </a:xfrm>
            <a:custGeom>
              <a:rect b="b" l="l" r="r" t="t"/>
              <a:pathLst>
                <a:path extrusionOk="0" h="38" w="59">
                  <a:moveTo>
                    <a:pt x="0" y="0"/>
                  </a:moveTo>
                  <a:cubicBezTo>
                    <a:pt x="12" y="3"/>
                    <a:pt x="23" y="8"/>
                    <a:pt x="33" y="14"/>
                  </a:cubicBezTo>
                  <a:cubicBezTo>
                    <a:pt x="43" y="19"/>
                    <a:pt x="51" y="25"/>
                    <a:pt x="58" y="33"/>
                  </a:cubicBezTo>
                  <a:cubicBezTo>
                    <a:pt x="31" y="37"/>
                    <a:pt x="21" y="2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9"/>
            <p:cNvSpPr/>
            <p:nvPr/>
          </p:nvSpPr>
          <p:spPr>
            <a:xfrm>
              <a:off x="3098520" y="3464640"/>
              <a:ext cx="22680" cy="12600"/>
            </a:xfrm>
            <a:custGeom>
              <a:rect b="b" l="l" r="r" t="t"/>
              <a:pathLst>
                <a:path extrusionOk="0" h="35" w="63">
                  <a:moveTo>
                    <a:pt x="0" y="2"/>
                  </a:moveTo>
                  <a:cubicBezTo>
                    <a:pt x="23" y="0"/>
                    <a:pt x="37" y="17"/>
                    <a:pt x="62" y="34"/>
                  </a:cubicBezTo>
                  <a:cubicBezTo>
                    <a:pt x="49" y="34"/>
                    <a:pt x="37" y="31"/>
                    <a:pt x="26" y="25"/>
                  </a:cubicBezTo>
                  <a:cubicBezTo>
                    <a:pt x="16" y="19"/>
                    <a:pt x="8" y="11"/>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9"/>
            <p:cNvSpPr/>
            <p:nvPr/>
          </p:nvSpPr>
          <p:spPr>
            <a:xfrm>
              <a:off x="3669120" y="3418560"/>
              <a:ext cx="15120" cy="11880"/>
            </a:xfrm>
            <a:custGeom>
              <a:rect b="b" l="l" r="r" t="t"/>
              <a:pathLst>
                <a:path extrusionOk="0" h="33" w="42">
                  <a:moveTo>
                    <a:pt x="41" y="11"/>
                  </a:moveTo>
                  <a:cubicBezTo>
                    <a:pt x="29" y="24"/>
                    <a:pt x="18" y="32"/>
                    <a:pt x="0" y="23"/>
                  </a:cubicBezTo>
                  <a:cubicBezTo>
                    <a:pt x="10" y="0"/>
                    <a:pt x="29" y="13"/>
                    <a:pt x="41"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9"/>
            <p:cNvSpPr/>
            <p:nvPr/>
          </p:nvSpPr>
          <p:spPr>
            <a:xfrm>
              <a:off x="3529080" y="3718440"/>
              <a:ext cx="15120" cy="16200"/>
            </a:xfrm>
            <a:custGeom>
              <a:rect b="b" l="l" r="r" t="t"/>
              <a:pathLst>
                <a:path extrusionOk="0" h="45" w="42">
                  <a:moveTo>
                    <a:pt x="34" y="28"/>
                  </a:moveTo>
                  <a:cubicBezTo>
                    <a:pt x="31" y="30"/>
                    <a:pt x="29" y="32"/>
                    <a:pt x="26" y="34"/>
                  </a:cubicBezTo>
                  <a:lnTo>
                    <a:pt x="7" y="44"/>
                  </a:lnTo>
                  <a:cubicBezTo>
                    <a:pt x="0" y="29"/>
                    <a:pt x="12" y="19"/>
                    <a:pt x="21" y="14"/>
                  </a:cubicBezTo>
                  <a:cubicBezTo>
                    <a:pt x="41" y="0"/>
                    <a:pt x="30" y="23"/>
                    <a:pt x="34"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9"/>
            <p:cNvSpPr/>
            <p:nvPr/>
          </p:nvSpPr>
          <p:spPr>
            <a:xfrm>
              <a:off x="3727800" y="3375360"/>
              <a:ext cx="18000" cy="12960"/>
            </a:xfrm>
            <a:custGeom>
              <a:rect b="b" l="l" r="r" t="t"/>
              <a:pathLst>
                <a:path extrusionOk="0" h="36" w="50">
                  <a:moveTo>
                    <a:pt x="0" y="0"/>
                  </a:moveTo>
                  <a:cubicBezTo>
                    <a:pt x="18" y="6"/>
                    <a:pt x="26" y="29"/>
                    <a:pt x="49" y="30"/>
                  </a:cubicBezTo>
                  <a:cubicBezTo>
                    <a:pt x="8" y="35"/>
                    <a:pt x="8" y="35"/>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9"/>
            <p:cNvSpPr/>
            <p:nvPr/>
          </p:nvSpPr>
          <p:spPr>
            <a:xfrm>
              <a:off x="3137760" y="3679560"/>
              <a:ext cx="19440" cy="11160"/>
            </a:xfrm>
            <a:custGeom>
              <a:rect b="b" l="l" r="r" t="t"/>
              <a:pathLst>
                <a:path extrusionOk="0" h="31" w="54">
                  <a:moveTo>
                    <a:pt x="53" y="30"/>
                  </a:moveTo>
                  <a:cubicBezTo>
                    <a:pt x="42" y="29"/>
                    <a:pt x="32" y="26"/>
                    <a:pt x="22" y="21"/>
                  </a:cubicBezTo>
                  <a:cubicBezTo>
                    <a:pt x="13" y="16"/>
                    <a:pt x="6" y="9"/>
                    <a:pt x="0" y="0"/>
                  </a:cubicBezTo>
                  <a:cubicBezTo>
                    <a:pt x="10" y="2"/>
                    <a:pt x="20" y="5"/>
                    <a:pt x="29" y="11"/>
                  </a:cubicBezTo>
                  <a:cubicBezTo>
                    <a:pt x="38" y="16"/>
                    <a:pt x="46" y="22"/>
                    <a:pt x="5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9"/>
            <p:cNvSpPr/>
            <p:nvPr/>
          </p:nvSpPr>
          <p:spPr>
            <a:xfrm>
              <a:off x="3237480" y="3675600"/>
              <a:ext cx="18000" cy="9720"/>
            </a:xfrm>
            <a:custGeom>
              <a:rect b="b" l="l" r="r" t="t"/>
              <a:pathLst>
                <a:path extrusionOk="0" h="27" w="50">
                  <a:moveTo>
                    <a:pt x="7" y="0"/>
                  </a:moveTo>
                  <a:cubicBezTo>
                    <a:pt x="14" y="2"/>
                    <a:pt x="20" y="6"/>
                    <a:pt x="26" y="9"/>
                  </a:cubicBezTo>
                  <a:cubicBezTo>
                    <a:pt x="35" y="14"/>
                    <a:pt x="42" y="19"/>
                    <a:pt x="49" y="26"/>
                  </a:cubicBezTo>
                  <a:cubicBezTo>
                    <a:pt x="38" y="25"/>
                    <a:pt x="27" y="22"/>
                    <a:pt x="17" y="16"/>
                  </a:cubicBezTo>
                  <a:cubicBezTo>
                    <a:pt x="12" y="13"/>
                    <a:pt x="8" y="10"/>
                    <a:pt x="4" y="7"/>
                  </a:cubicBezTo>
                  <a:cubicBezTo>
                    <a:pt x="0" y="4"/>
                    <a:pt x="1" y="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9"/>
            <p:cNvSpPr/>
            <p:nvPr/>
          </p:nvSpPr>
          <p:spPr>
            <a:xfrm>
              <a:off x="3207240" y="3658320"/>
              <a:ext cx="19440" cy="11160"/>
            </a:xfrm>
            <a:custGeom>
              <a:rect b="b" l="l" r="r" t="t"/>
              <a:pathLst>
                <a:path extrusionOk="0" h="31" w="54">
                  <a:moveTo>
                    <a:pt x="0" y="4"/>
                  </a:moveTo>
                  <a:cubicBezTo>
                    <a:pt x="24" y="0"/>
                    <a:pt x="36" y="19"/>
                    <a:pt x="53" y="30"/>
                  </a:cubicBezTo>
                  <a:lnTo>
                    <a:pt x="52" y="30"/>
                  </a:lnTo>
                  <a:cubicBezTo>
                    <a:pt x="41" y="30"/>
                    <a:pt x="31" y="26"/>
                    <a:pt x="22" y="22"/>
                  </a:cubicBezTo>
                  <a:cubicBezTo>
                    <a:pt x="14" y="17"/>
                    <a:pt x="7" y="11"/>
                    <a:pt x="2" y="4"/>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9"/>
            <p:cNvSpPr/>
            <p:nvPr/>
          </p:nvSpPr>
          <p:spPr>
            <a:xfrm>
              <a:off x="3492720" y="3780360"/>
              <a:ext cx="16200" cy="11520"/>
            </a:xfrm>
            <a:custGeom>
              <a:rect b="b" l="l" r="r" t="t"/>
              <a:pathLst>
                <a:path extrusionOk="0" h="32" w="45">
                  <a:moveTo>
                    <a:pt x="44" y="0"/>
                  </a:moveTo>
                  <a:cubicBezTo>
                    <a:pt x="36" y="22"/>
                    <a:pt x="22" y="25"/>
                    <a:pt x="0" y="31"/>
                  </a:cubicBezTo>
                  <a:cubicBezTo>
                    <a:pt x="1" y="31"/>
                    <a:pt x="1" y="31"/>
                    <a:pt x="1" y="31"/>
                  </a:cubicBezTo>
                  <a:cubicBezTo>
                    <a:pt x="6" y="21"/>
                    <a:pt x="14" y="13"/>
                    <a:pt x="24" y="8"/>
                  </a:cubicBezTo>
                  <a:cubicBezTo>
                    <a:pt x="30" y="4"/>
                    <a:pt x="37" y="1"/>
                    <a:pt x="4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9"/>
            <p:cNvSpPr/>
            <p:nvPr/>
          </p:nvSpPr>
          <p:spPr>
            <a:xfrm>
              <a:off x="3471840" y="4097880"/>
              <a:ext cx="13320" cy="11520"/>
            </a:xfrm>
            <a:custGeom>
              <a:rect b="b" l="l" r="r" t="t"/>
              <a:pathLst>
                <a:path extrusionOk="0" h="32" w="37">
                  <a:moveTo>
                    <a:pt x="0" y="31"/>
                  </a:moveTo>
                  <a:lnTo>
                    <a:pt x="36" y="0"/>
                  </a:lnTo>
                  <a:cubicBezTo>
                    <a:pt x="35" y="17"/>
                    <a:pt x="27" y="25"/>
                    <a:pt x="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9"/>
            <p:cNvSpPr/>
            <p:nvPr/>
          </p:nvSpPr>
          <p:spPr>
            <a:xfrm>
              <a:off x="2912040" y="4089600"/>
              <a:ext cx="14040" cy="12600"/>
            </a:xfrm>
            <a:custGeom>
              <a:rect b="b" l="l" r="r" t="t"/>
              <a:pathLst>
                <a:path extrusionOk="0" h="35" w="39">
                  <a:moveTo>
                    <a:pt x="16" y="0"/>
                  </a:moveTo>
                  <a:cubicBezTo>
                    <a:pt x="16" y="15"/>
                    <a:pt x="38" y="17"/>
                    <a:pt x="37" y="33"/>
                  </a:cubicBezTo>
                  <a:cubicBezTo>
                    <a:pt x="36" y="33"/>
                    <a:pt x="35" y="34"/>
                    <a:pt x="33" y="34"/>
                  </a:cubicBezTo>
                  <a:cubicBezTo>
                    <a:pt x="28" y="34"/>
                    <a:pt x="23" y="33"/>
                    <a:pt x="18" y="30"/>
                  </a:cubicBezTo>
                  <a:cubicBezTo>
                    <a:pt x="13" y="27"/>
                    <a:pt x="9" y="23"/>
                    <a:pt x="7" y="19"/>
                  </a:cubicBezTo>
                  <a:cubicBezTo>
                    <a:pt x="5" y="16"/>
                    <a:pt x="5" y="14"/>
                    <a:pt x="4" y="11"/>
                  </a:cubicBezTo>
                  <a:cubicBezTo>
                    <a:pt x="0" y="2"/>
                    <a:pt x="9" y="0"/>
                    <a:pt x="17" y="2"/>
                  </a:cubicBezTo>
                  <a:lnTo>
                    <a:pt x="1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9"/>
            <p:cNvSpPr/>
            <p:nvPr/>
          </p:nvSpPr>
          <p:spPr>
            <a:xfrm>
              <a:off x="3471840" y="4080960"/>
              <a:ext cx="14040" cy="11520"/>
            </a:xfrm>
            <a:custGeom>
              <a:rect b="b" l="l" r="r" t="t"/>
              <a:pathLst>
                <a:path extrusionOk="0" h="32" w="39">
                  <a:moveTo>
                    <a:pt x="37" y="0"/>
                  </a:moveTo>
                  <a:cubicBezTo>
                    <a:pt x="33" y="21"/>
                    <a:pt x="16" y="27"/>
                    <a:pt x="0" y="31"/>
                  </a:cubicBezTo>
                  <a:cubicBezTo>
                    <a:pt x="9" y="17"/>
                    <a:pt x="18" y="3"/>
                    <a:pt x="38" y="1"/>
                  </a:cubicBezTo>
                  <a:lnTo>
                    <a:pt x="3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9"/>
            <p:cNvSpPr/>
            <p:nvPr/>
          </p:nvSpPr>
          <p:spPr>
            <a:xfrm>
              <a:off x="3485160" y="4071240"/>
              <a:ext cx="14400" cy="10800"/>
            </a:xfrm>
            <a:custGeom>
              <a:rect b="b" l="l" r="r" t="t"/>
              <a:pathLst>
                <a:path extrusionOk="0" h="30" w="40">
                  <a:moveTo>
                    <a:pt x="1" y="28"/>
                  </a:moveTo>
                  <a:cubicBezTo>
                    <a:pt x="7" y="9"/>
                    <a:pt x="24" y="7"/>
                    <a:pt x="39" y="0"/>
                  </a:cubicBezTo>
                  <a:cubicBezTo>
                    <a:pt x="29" y="13"/>
                    <a:pt x="20" y="29"/>
                    <a:pt x="0" y="27"/>
                  </a:cubicBezTo>
                  <a:lnTo>
                    <a:pt x="1" y="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9"/>
            <p:cNvSpPr/>
            <p:nvPr/>
          </p:nvSpPr>
          <p:spPr>
            <a:xfrm>
              <a:off x="2937960" y="4065120"/>
              <a:ext cx="12240" cy="16560"/>
            </a:xfrm>
            <a:custGeom>
              <a:rect b="b" l="l" r="r" t="t"/>
              <a:pathLst>
                <a:path extrusionOk="0" h="46" w="34">
                  <a:moveTo>
                    <a:pt x="33" y="45"/>
                  </a:moveTo>
                  <a:cubicBezTo>
                    <a:pt x="31" y="44"/>
                    <a:pt x="29" y="43"/>
                    <a:pt x="27" y="42"/>
                  </a:cubicBezTo>
                  <a:cubicBezTo>
                    <a:pt x="19" y="37"/>
                    <a:pt x="12" y="31"/>
                    <a:pt x="7" y="22"/>
                  </a:cubicBezTo>
                  <a:cubicBezTo>
                    <a:pt x="4" y="15"/>
                    <a:pt x="1" y="8"/>
                    <a:pt x="0" y="0"/>
                  </a:cubicBezTo>
                  <a:cubicBezTo>
                    <a:pt x="3" y="1"/>
                    <a:pt x="5" y="2"/>
                    <a:pt x="7" y="3"/>
                  </a:cubicBezTo>
                  <a:cubicBezTo>
                    <a:pt x="15" y="8"/>
                    <a:pt x="22" y="15"/>
                    <a:pt x="27" y="23"/>
                  </a:cubicBezTo>
                  <a:cubicBezTo>
                    <a:pt x="31" y="30"/>
                    <a:pt x="33" y="37"/>
                    <a:pt x="33"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9"/>
            <p:cNvSpPr/>
            <p:nvPr/>
          </p:nvSpPr>
          <p:spPr>
            <a:xfrm>
              <a:off x="3132360" y="4053600"/>
              <a:ext cx="12240" cy="12600"/>
            </a:xfrm>
            <a:custGeom>
              <a:rect b="b" l="l" r="r" t="t"/>
              <a:pathLst>
                <a:path extrusionOk="0" h="35" w="34">
                  <a:moveTo>
                    <a:pt x="3" y="0"/>
                  </a:moveTo>
                  <a:cubicBezTo>
                    <a:pt x="6" y="1"/>
                    <a:pt x="9" y="2"/>
                    <a:pt x="11" y="3"/>
                  </a:cubicBezTo>
                  <a:cubicBezTo>
                    <a:pt x="18" y="7"/>
                    <a:pt x="24" y="13"/>
                    <a:pt x="28" y="20"/>
                  </a:cubicBezTo>
                  <a:cubicBezTo>
                    <a:pt x="30" y="24"/>
                    <a:pt x="32" y="29"/>
                    <a:pt x="33" y="34"/>
                  </a:cubicBezTo>
                  <a:cubicBezTo>
                    <a:pt x="17" y="21"/>
                    <a:pt x="0" y="22"/>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9"/>
            <p:cNvSpPr/>
            <p:nvPr/>
          </p:nvSpPr>
          <p:spPr>
            <a:xfrm>
              <a:off x="2926080" y="4048560"/>
              <a:ext cx="12240" cy="16920"/>
            </a:xfrm>
            <a:custGeom>
              <a:rect b="b" l="l" r="r" t="t"/>
              <a:pathLst>
                <a:path extrusionOk="0" h="47" w="34">
                  <a:moveTo>
                    <a:pt x="33" y="46"/>
                  </a:moveTo>
                  <a:cubicBezTo>
                    <a:pt x="30" y="45"/>
                    <a:pt x="27" y="44"/>
                    <a:pt x="24" y="42"/>
                  </a:cubicBezTo>
                  <a:cubicBezTo>
                    <a:pt x="17" y="38"/>
                    <a:pt x="12" y="32"/>
                    <a:pt x="7" y="24"/>
                  </a:cubicBezTo>
                  <a:cubicBezTo>
                    <a:pt x="3" y="17"/>
                    <a:pt x="0" y="9"/>
                    <a:pt x="0" y="0"/>
                  </a:cubicBezTo>
                  <a:cubicBezTo>
                    <a:pt x="1" y="1"/>
                    <a:pt x="2" y="1"/>
                    <a:pt x="4" y="2"/>
                  </a:cubicBezTo>
                  <a:cubicBezTo>
                    <a:pt x="13" y="7"/>
                    <a:pt x="21" y="15"/>
                    <a:pt x="26" y="25"/>
                  </a:cubicBezTo>
                  <a:cubicBezTo>
                    <a:pt x="30" y="31"/>
                    <a:pt x="32" y="38"/>
                    <a:pt x="3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9"/>
            <p:cNvSpPr/>
            <p:nvPr/>
          </p:nvSpPr>
          <p:spPr>
            <a:xfrm>
              <a:off x="3063240" y="4029120"/>
              <a:ext cx="11160" cy="16200"/>
            </a:xfrm>
            <a:custGeom>
              <a:rect b="b" l="l" r="r" t="t"/>
              <a:pathLst>
                <a:path extrusionOk="0" h="45" w="31">
                  <a:moveTo>
                    <a:pt x="2" y="0"/>
                  </a:moveTo>
                  <a:cubicBezTo>
                    <a:pt x="12" y="7"/>
                    <a:pt x="19" y="15"/>
                    <a:pt x="25" y="25"/>
                  </a:cubicBezTo>
                  <a:cubicBezTo>
                    <a:pt x="27" y="29"/>
                    <a:pt x="29" y="32"/>
                    <a:pt x="30" y="36"/>
                  </a:cubicBezTo>
                  <a:cubicBezTo>
                    <a:pt x="26" y="44"/>
                    <a:pt x="21" y="40"/>
                    <a:pt x="19" y="36"/>
                  </a:cubicBezTo>
                  <a:cubicBezTo>
                    <a:pt x="12" y="26"/>
                    <a:pt x="0" y="2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9"/>
            <p:cNvSpPr/>
            <p:nvPr/>
          </p:nvSpPr>
          <p:spPr>
            <a:xfrm>
              <a:off x="2939040" y="4003200"/>
              <a:ext cx="10080" cy="11160"/>
            </a:xfrm>
            <a:custGeom>
              <a:rect b="b" l="l" r="r" t="t"/>
              <a:pathLst>
                <a:path extrusionOk="0" h="31" w="28">
                  <a:moveTo>
                    <a:pt x="27" y="30"/>
                  </a:moveTo>
                  <a:cubicBezTo>
                    <a:pt x="25" y="29"/>
                    <a:pt x="23" y="28"/>
                    <a:pt x="21" y="27"/>
                  </a:cubicBezTo>
                  <a:cubicBezTo>
                    <a:pt x="14" y="23"/>
                    <a:pt x="8" y="18"/>
                    <a:pt x="4" y="11"/>
                  </a:cubicBezTo>
                  <a:cubicBezTo>
                    <a:pt x="3" y="8"/>
                    <a:pt x="1" y="4"/>
                    <a:pt x="0" y="1"/>
                  </a:cubicBezTo>
                  <a:cubicBezTo>
                    <a:pt x="20" y="0"/>
                    <a:pt x="20" y="19"/>
                    <a:pt x="27"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9"/>
            <p:cNvSpPr/>
            <p:nvPr/>
          </p:nvSpPr>
          <p:spPr>
            <a:xfrm>
              <a:off x="3440160" y="3989520"/>
              <a:ext cx="17280" cy="12240"/>
            </a:xfrm>
            <a:custGeom>
              <a:rect b="b" l="l" r="r" t="t"/>
              <a:pathLst>
                <a:path extrusionOk="0" h="34" w="48">
                  <a:moveTo>
                    <a:pt x="47" y="0"/>
                  </a:moveTo>
                  <a:cubicBezTo>
                    <a:pt x="40" y="10"/>
                    <a:pt x="31" y="18"/>
                    <a:pt x="20" y="24"/>
                  </a:cubicBezTo>
                  <a:cubicBezTo>
                    <a:pt x="14" y="28"/>
                    <a:pt x="7" y="31"/>
                    <a:pt x="0" y="33"/>
                  </a:cubicBezTo>
                  <a:cubicBezTo>
                    <a:pt x="6" y="22"/>
                    <a:pt x="14" y="14"/>
                    <a:pt x="24" y="8"/>
                  </a:cubicBezTo>
                  <a:cubicBezTo>
                    <a:pt x="31" y="4"/>
                    <a:pt x="39" y="1"/>
                    <a:pt x="4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9"/>
            <p:cNvSpPr/>
            <p:nvPr/>
          </p:nvSpPr>
          <p:spPr>
            <a:xfrm>
              <a:off x="2984400" y="3992400"/>
              <a:ext cx="10800" cy="11880"/>
            </a:xfrm>
            <a:custGeom>
              <a:rect b="b" l="l" r="r" t="t"/>
              <a:pathLst>
                <a:path extrusionOk="0" h="33" w="30">
                  <a:moveTo>
                    <a:pt x="26" y="32"/>
                  </a:moveTo>
                  <a:cubicBezTo>
                    <a:pt x="23" y="31"/>
                    <a:pt x="19" y="29"/>
                    <a:pt x="16" y="28"/>
                  </a:cubicBezTo>
                  <a:cubicBezTo>
                    <a:pt x="11" y="24"/>
                    <a:pt x="7" y="21"/>
                    <a:pt x="4" y="16"/>
                  </a:cubicBezTo>
                  <a:cubicBezTo>
                    <a:pt x="2" y="12"/>
                    <a:pt x="0" y="8"/>
                    <a:pt x="0" y="4"/>
                  </a:cubicBezTo>
                  <a:cubicBezTo>
                    <a:pt x="29" y="0"/>
                    <a:pt x="22" y="20"/>
                    <a:pt x="2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9"/>
            <p:cNvSpPr/>
            <p:nvPr/>
          </p:nvSpPr>
          <p:spPr>
            <a:xfrm>
              <a:off x="3430440" y="3982320"/>
              <a:ext cx="14040" cy="9000"/>
            </a:xfrm>
            <a:custGeom>
              <a:rect b="b" l="l" r="r" t="t"/>
              <a:pathLst>
                <a:path extrusionOk="0" h="25" w="39">
                  <a:moveTo>
                    <a:pt x="38" y="0"/>
                  </a:moveTo>
                  <a:cubicBezTo>
                    <a:pt x="25" y="14"/>
                    <a:pt x="18" y="24"/>
                    <a:pt x="0" y="24"/>
                  </a:cubicBezTo>
                  <a:cubicBezTo>
                    <a:pt x="4" y="17"/>
                    <a:pt x="11" y="11"/>
                    <a:pt x="18" y="7"/>
                  </a:cubicBezTo>
                  <a:cubicBezTo>
                    <a:pt x="24" y="3"/>
                    <a:pt x="31" y="1"/>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9"/>
            <p:cNvSpPr/>
            <p:nvPr/>
          </p:nvSpPr>
          <p:spPr>
            <a:xfrm>
              <a:off x="3471480" y="3958200"/>
              <a:ext cx="12600" cy="9720"/>
            </a:xfrm>
            <a:custGeom>
              <a:rect b="b" l="l" r="r" t="t"/>
              <a:pathLst>
                <a:path extrusionOk="0" h="27" w="35">
                  <a:moveTo>
                    <a:pt x="0" y="26"/>
                  </a:moveTo>
                  <a:cubicBezTo>
                    <a:pt x="0" y="25"/>
                    <a:pt x="1" y="23"/>
                    <a:pt x="2" y="22"/>
                  </a:cubicBezTo>
                  <a:cubicBezTo>
                    <a:pt x="6" y="15"/>
                    <a:pt x="12" y="9"/>
                    <a:pt x="19" y="5"/>
                  </a:cubicBezTo>
                  <a:cubicBezTo>
                    <a:pt x="23" y="2"/>
                    <a:pt x="29" y="0"/>
                    <a:pt x="34" y="0"/>
                  </a:cubicBezTo>
                  <a:lnTo>
                    <a:pt x="34" y="1"/>
                  </a:lnTo>
                  <a:cubicBezTo>
                    <a:pt x="29" y="9"/>
                    <a:pt x="22" y="15"/>
                    <a:pt x="14" y="20"/>
                  </a:cubicBezTo>
                  <a:cubicBezTo>
                    <a:pt x="10" y="23"/>
                    <a:pt x="5" y="25"/>
                    <a:pt x="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9"/>
            <p:cNvSpPr/>
            <p:nvPr/>
          </p:nvSpPr>
          <p:spPr>
            <a:xfrm>
              <a:off x="3492360" y="3939120"/>
              <a:ext cx="14760" cy="11520"/>
            </a:xfrm>
            <a:custGeom>
              <a:rect b="b" l="l" r="r" t="t"/>
              <a:pathLst>
                <a:path extrusionOk="0" h="32" w="41">
                  <a:moveTo>
                    <a:pt x="38" y="5"/>
                  </a:moveTo>
                  <a:cubicBezTo>
                    <a:pt x="32" y="13"/>
                    <a:pt x="25" y="19"/>
                    <a:pt x="16" y="24"/>
                  </a:cubicBezTo>
                  <a:cubicBezTo>
                    <a:pt x="11" y="27"/>
                    <a:pt x="6" y="30"/>
                    <a:pt x="0" y="31"/>
                  </a:cubicBezTo>
                  <a:cubicBezTo>
                    <a:pt x="11" y="19"/>
                    <a:pt x="17" y="0"/>
                    <a:pt x="40" y="5"/>
                  </a:cubicBezTo>
                  <a:lnTo>
                    <a:pt x="38"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9"/>
            <p:cNvSpPr/>
            <p:nvPr/>
          </p:nvSpPr>
          <p:spPr>
            <a:xfrm>
              <a:off x="3199320" y="3915720"/>
              <a:ext cx="14760" cy="11520"/>
            </a:xfrm>
            <a:custGeom>
              <a:rect b="b" l="l" r="r" t="t"/>
              <a:pathLst>
                <a:path extrusionOk="0" h="32" w="41">
                  <a:moveTo>
                    <a:pt x="2" y="0"/>
                  </a:moveTo>
                  <a:cubicBezTo>
                    <a:pt x="21" y="3"/>
                    <a:pt x="31" y="17"/>
                    <a:pt x="40" y="31"/>
                  </a:cubicBezTo>
                  <a:cubicBezTo>
                    <a:pt x="33" y="31"/>
                    <a:pt x="27" y="29"/>
                    <a:pt x="20" y="25"/>
                  </a:cubicBezTo>
                  <a:cubicBezTo>
                    <a:pt x="13" y="21"/>
                    <a:pt x="7" y="15"/>
                    <a:pt x="3" y="8"/>
                  </a:cubicBezTo>
                  <a:cubicBezTo>
                    <a:pt x="2" y="6"/>
                    <a:pt x="1" y="4"/>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9"/>
            <p:cNvSpPr/>
            <p:nvPr/>
          </p:nvSpPr>
          <p:spPr>
            <a:xfrm>
              <a:off x="3122640" y="3891960"/>
              <a:ext cx="10800" cy="14040"/>
            </a:xfrm>
            <a:custGeom>
              <a:rect b="b" l="l" r="r" t="t"/>
              <a:pathLst>
                <a:path extrusionOk="0" h="39" w="30">
                  <a:moveTo>
                    <a:pt x="1" y="1"/>
                  </a:moveTo>
                  <a:cubicBezTo>
                    <a:pt x="21" y="6"/>
                    <a:pt x="22" y="24"/>
                    <a:pt x="29" y="38"/>
                  </a:cubicBezTo>
                  <a:cubicBezTo>
                    <a:pt x="14" y="30"/>
                    <a:pt x="0" y="20"/>
                    <a:pt x="3"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9"/>
            <p:cNvSpPr/>
            <p:nvPr/>
          </p:nvSpPr>
          <p:spPr>
            <a:xfrm>
              <a:off x="3939480" y="3877560"/>
              <a:ext cx="15840" cy="6840"/>
            </a:xfrm>
            <a:custGeom>
              <a:rect b="b" l="l" r="r" t="t"/>
              <a:pathLst>
                <a:path extrusionOk="0" h="19" w="44">
                  <a:moveTo>
                    <a:pt x="1" y="16"/>
                  </a:moveTo>
                  <a:cubicBezTo>
                    <a:pt x="12" y="3"/>
                    <a:pt x="28" y="5"/>
                    <a:pt x="43" y="0"/>
                  </a:cubicBezTo>
                  <a:cubicBezTo>
                    <a:pt x="42" y="1"/>
                    <a:pt x="42" y="1"/>
                    <a:pt x="42" y="2"/>
                  </a:cubicBezTo>
                  <a:cubicBezTo>
                    <a:pt x="39" y="7"/>
                    <a:pt x="35" y="11"/>
                    <a:pt x="30" y="14"/>
                  </a:cubicBezTo>
                  <a:cubicBezTo>
                    <a:pt x="25" y="17"/>
                    <a:pt x="20" y="18"/>
                    <a:pt x="14" y="18"/>
                  </a:cubicBezTo>
                  <a:cubicBezTo>
                    <a:pt x="9" y="18"/>
                    <a:pt x="4" y="17"/>
                    <a:pt x="0" y="15"/>
                  </a:cubicBezTo>
                  <a:lnTo>
                    <a:pt x="1"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9"/>
            <p:cNvSpPr/>
            <p:nvPr/>
          </p:nvSpPr>
          <p:spPr>
            <a:xfrm>
              <a:off x="2926800" y="3821760"/>
              <a:ext cx="6840" cy="12600"/>
            </a:xfrm>
            <a:custGeom>
              <a:rect b="b" l="l" r="r" t="t"/>
              <a:pathLst>
                <a:path extrusionOk="0" h="35" w="19">
                  <a:moveTo>
                    <a:pt x="18" y="22"/>
                  </a:moveTo>
                  <a:cubicBezTo>
                    <a:pt x="18" y="26"/>
                    <a:pt x="16" y="32"/>
                    <a:pt x="15" y="32"/>
                  </a:cubicBezTo>
                  <a:cubicBezTo>
                    <a:pt x="2" y="34"/>
                    <a:pt x="0" y="24"/>
                    <a:pt x="0" y="15"/>
                  </a:cubicBezTo>
                  <a:cubicBezTo>
                    <a:pt x="0" y="10"/>
                    <a:pt x="2" y="5"/>
                    <a:pt x="4" y="0"/>
                  </a:cubicBezTo>
                  <a:lnTo>
                    <a:pt x="18"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9"/>
            <p:cNvSpPr/>
            <p:nvPr/>
          </p:nvSpPr>
          <p:spPr>
            <a:xfrm>
              <a:off x="3366000" y="3787200"/>
              <a:ext cx="20160" cy="7560"/>
            </a:xfrm>
            <a:custGeom>
              <a:rect b="b" l="l" r="r" t="t"/>
              <a:pathLst>
                <a:path extrusionOk="0" h="21" w="56">
                  <a:moveTo>
                    <a:pt x="53" y="1"/>
                  </a:moveTo>
                  <a:cubicBezTo>
                    <a:pt x="37" y="20"/>
                    <a:pt x="18" y="9"/>
                    <a:pt x="0" y="8"/>
                  </a:cubicBezTo>
                  <a:cubicBezTo>
                    <a:pt x="12" y="3"/>
                    <a:pt x="24" y="0"/>
                    <a:pt x="37" y="0"/>
                  </a:cubicBezTo>
                  <a:cubicBezTo>
                    <a:pt x="43" y="0"/>
                    <a:pt x="49" y="1"/>
                    <a:pt x="55" y="2"/>
                  </a:cubicBezTo>
                  <a:lnTo>
                    <a:pt x="5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9"/>
            <p:cNvSpPr/>
            <p:nvPr/>
          </p:nvSpPr>
          <p:spPr>
            <a:xfrm>
              <a:off x="3041280" y="3790080"/>
              <a:ext cx="10440" cy="15120"/>
            </a:xfrm>
            <a:custGeom>
              <a:rect b="b" l="l" r="r" t="t"/>
              <a:pathLst>
                <a:path extrusionOk="0" h="42" w="29">
                  <a:moveTo>
                    <a:pt x="8" y="0"/>
                  </a:moveTo>
                  <a:cubicBezTo>
                    <a:pt x="16" y="13"/>
                    <a:pt x="28" y="22"/>
                    <a:pt x="21" y="41"/>
                  </a:cubicBezTo>
                  <a:cubicBezTo>
                    <a:pt x="14" y="28"/>
                    <a:pt x="0" y="19"/>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9"/>
            <p:cNvSpPr/>
            <p:nvPr/>
          </p:nvSpPr>
          <p:spPr>
            <a:xfrm>
              <a:off x="3697200" y="3769200"/>
              <a:ext cx="11520" cy="10080"/>
            </a:xfrm>
            <a:custGeom>
              <a:rect b="b" l="l" r="r" t="t"/>
              <a:pathLst>
                <a:path extrusionOk="0" h="28" w="32">
                  <a:moveTo>
                    <a:pt x="0" y="27"/>
                  </a:moveTo>
                  <a:cubicBezTo>
                    <a:pt x="3" y="16"/>
                    <a:pt x="12" y="0"/>
                    <a:pt x="18" y="5"/>
                  </a:cubicBezTo>
                  <a:cubicBezTo>
                    <a:pt x="31" y="13"/>
                    <a:pt x="13" y="17"/>
                    <a:pt x="10" y="24"/>
                  </a:cubicBezTo>
                  <a:cubicBezTo>
                    <a:pt x="9" y="26"/>
                    <a:pt x="4" y="26"/>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9"/>
            <p:cNvSpPr/>
            <p:nvPr/>
          </p:nvSpPr>
          <p:spPr>
            <a:xfrm>
              <a:off x="3058200" y="3755880"/>
              <a:ext cx="12960" cy="16200"/>
            </a:xfrm>
            <a:custGeom>
              <a:rect b="b" l="l" r="r" t="t"/>
              <a:pathLst>
                <a:path extrusionOk="0" h="45" w="36">
                  <a:moveTo>
                    <a:pt x="35" y="42"/>
                  </a:moveTo>
                  <a:cubicBezTo>
                    <a:pt x="15" y="39"/>
                    <a:pt x="9" y="22"/>
                    <a:pt x="0" y="0"/>
                  </a:cubicBezTo>
                  <a:cubicBezTo>
                    <a:pt x="3" y="2"/>
                    <a:pt x="7" y="3"/>
                    <a:pt x="10" y="5"/>
                  </a:cubicBezTo>
                  <a:cubicBezTo>
                    <a:pt x="18" y="9"/>
                    <a:pt x="24" y="15"/>
                    <a:pt x="28" y="23"/>
                  </a:cubicBezTo>
                  <a:cubicBezTo>
                    <a:pt x="32" y="29"/>
                    <a:pt x="34" y="36"/>
                    <a:pt x="34" y="44"/>
                  </a:cubicBezTo>
                  <a:lnTo>
                    <a:pt x="35" y="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9"/>
            <p:cNvSpPr/>
            <p:nvPr/>
          </p:nvSpPr>
          <p:spPr>
            <a:xfrm>
              <a:off x="2961360" y="3710520"/>
              <a:ext cx="11880" cy="12600"/>
            </a:xfrm>
            <a:custGeom>
              <a:rect b="b" l="l" r="r" t="t"/>
              <a:pathLst>
                <a:path extrusionOk="0" h="35" w="33">
                  <a:moveTo>
                    <a:pt x="2" y="1"/>
                  </a:moveTo>
                  <a:cubicBezTo>
                    <a:pt x="16" y="6"/>
                    <a:pt x="22" y="20"/>
                    <a:pt x="32" y="34"/>
                  </a:cubicBezTo>
                  <a:cubicBezTo>
                    <a:pt x="9" y="30"/>
                    <a:pt x="0" y="20"/>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9"/>
            <p:cNvSpPr/>
            <p:nvPr/>
          </p:nvSpPr>
          <p:spPr>
            <a:xfrm>
              <a:off x="3511440" y="3706920"/>
              <a:ext cx="10800" cy="14760"/>
            </a:xfrm>
            <a:custGeom>
              <a:rect b="b" l="l" r="r" t="t"/>
              <a:pathLst>
                <a:path extrusionOk="0" h="41" w="30">
                  <a:moveTo>
                    <a:pt x="28" y="0"/>
                  </a:moveTo>
                  <a:cubicBezTo>
                    <a:pt x="28" y="21"/>
                    <a:pt x="15" y="30"/>
                    <a:pt x="0" y="40"/>
                  </a:cubicBezTo>
                  <a:cubicBezTo>
                    <a:pt x="6" y="23"/>
                    <a:pt x="8" y="5"/>
                    <a:pt x="29" y="1"/>
                  </a:cubicBezTo>
                  <a:lnTo>
                    <a:pt x="2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9"/>
            <p:cNvSpPr/>
            <p:nvPr/>
          </p:nvSpPr>
          <p:spPr>
            <a:xfrm>
              <a:off x="3179880" y="3702240"/>
              <a:ext cx="18000" cy="10440"/>
            </a:xfrm>
            <a:custGeom>
              <a:rect b="b" l="l" r="r" t="t"/>
              <a:pathLst>
                <a:path extrusionOk="0" h="29" w="50">
                  <a:moveTo>
                    <a:pt x="49" y="19"/>
                  </a:moveTo>
                  <a:cubicBezTo>
                    <a:pt x="28" y="28"/>
                    <a:pt x="20" y="12"/>
                    <a:pt x="0" y="10"/>
                  </a:cubicBezTo>
                  <a:cubicBezTo>
                    <a:pt x="23" y="0"/>
                    <a:pt x="33" y="14"/>
                    <a:pt x="4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9"/>
            <p:cNvSpPr/>
            <p:nvPr/>
          </p:nvSpPr>
          <p:spPr>
            <a:xfrm>
              <a:off x="2930400" y="3691440"/>
              <a:ext cx="7920" cy="16920"/>
            </a:xfrm>
            <a:custGeom>
              <a:rect b="b" l="l" r="r" t="t"/>
              <a:pathLst>
                <a:path extrusionOk="0" h="47" w="22">
                  <a:moveTo>
                    <a:pt x="21" y="46"/>
                  </a:moveTo>
                  <a:cubicBezTo>
                    <a:pt x="8" y="24"/>
                    <a:pt x="0" y="14"/>
                    <a:pt x="2" y="0"/>
                  </a:cubicBezTo>
                  <a:cubicBezTo>
                    <a:pt x="17" y="6"/>
                    <a:pt x="20" y="18"/>
                    <a:pt x="21"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9"/>
            <p:cNvSpPr/>
            <p:nvPr/>
          </p:nvSpPr>
          <p:spPr>
            <a:xfrm>
              <a:off x="3672720" y="3682080"/>
              <a:ext cx="15120" cy="12240"/>
            </a:xfrm>
            <a:custGeom>
              <a:rect b="b" l="l" r="r" t="t"/>
              <a:pathLst>
                <a:path extrusionOk="0" h="34" w="42">
                  <a:moveTo>
                    <a:pt x="0" y="33"/>
                  </a:moveTo>
                  <a:cubicBezTo>
                    <a:pt x="5" y="15"/>
                    <a:pt x="17" y="6"/>
                    <a:pt x="41" y="0"/>
                  </a:cubicBezTo>
                  <a:lnTo>
                    <a:pt x="41" y="1"/>
                  </a:lnTo>
                  <a:cubicBezTo>
                    <a:pt x="35" y="11"/>
                    <a:pt x="26" y="20"/>
                    <a:pt x="16" y="26"/>
                  </a:cubicBezTo>
                  <a:cubicBezTo>
                    <a:pt x="11" y="29"/>
                    <a:pt x="5" y="31"/>
                    <a:pt x="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9"/>
            <p:cNvSpPr/>
            <p:nvPr/>
          </p:nvSpPr>
          <p:spPr>
            <a:xfrm>
              <a:off x="3266280" y="3667680"/>
              <a:ext cx="16560" cy="11520"/>
            </a:xfrm>
            <a:custGeom>
              <a:rect b="b" l="l" r="r" t="t"/>
              <a:pathLst>
                <a:path extrusionOk="0" h="32" w="46">
                  <a:moveTo>
                    <a:pt x="0" y="1"/>
                  </a:moveTo>
                  <a:cubicBezTo>
                    <a:pt x="11" y="14"/>
                    <a:pt x="32" y="12"/>
                    <a:pt x="45" y="31"/>
                  </a:cubicBezTo>
                  <a:cubicBezTo>
                    <a:pt x="23" y="26"/>
                    <a:pt x="1"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9"/>
            <p:cNvSpPr/>
            <p:nvPr/>
          </p:nvSpPr>
          <p:spPr>
            <a:xfrm>
              <a:off x="3495960" y="3620520"/>
              <a:ext cx="15120" cy="10080"/>
            </a:xfrm>
            <a:custGeom>
              <a:rect b="b" l="l" r="r" t="t"/>
              <a:pathLst>
                <a:path extrusionOk="0" h="28" w="42">
                  <a:moveTo>
                    <a:pt x="41" y="22"/>
                  </a:moveTo>
                  <a:cubicBezTo>
                    <a:pt x="22" y="27"/>
                    <a:pt x="12" y="17"/>
                    <a:pt x="0" y="11"/>
                  </a:cubicBezTo>
                  <a:cubicBezTo>
                    <a:pt x="16" y="0"/>
                    <a:pt x="26" y="12"/>
                    <a:pt x="41"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9"/>
            <p:cNvSpPr/>
            <p:nvPr/>
          </p:nvSpPr>
          <p:spPr>
            <a:xfrm>
              <a:off x="3486240" y="3600720"/>
              <a:ext cx="18720" cy="8640"/>
            </a:xfrm>
            <a:custGeom>
              <a:rect b="b" l="l" r="r" t="t"/>
              <a:pathLst>
                <a:path extrusionOk="0" h="24" w="52">
                  <a:moveTo>
                    <a:pt x="0" y="1"/>
                  </a:moveTo>
                  <a:cubicBezTo>
                    <a:pt x="15" y="4"/>
                    <a:pt x="28" y="10"/>
                    <a:pt x="41" y="17"/>
                  </a:cubicBezTo>
                  <a:cubicBezTo>
                    <a:pt x="44" y="19"/>
                    <a:pt x="48" y="21"/>
                    <a:pt x="51" y="23"/>
                  </a:cubicBezTo>
                  <a:cubicBezTo>
                    <a:pt x="25" y="23"/>
                    <a:pt x="9"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9"/>
            <p:cNvSpPr/>
            <p:nvPr/>
          </p:nvSpPr>
          <p:spPr>
            <a:xfrm>
              <a:off x="3466080" y="3594600"/>
              <a:ext cx="21240" cy="10080"/>
            </a:xfrm>
            <a:custGeom>
              <a:rect b="b" l="l" r="r" t="t"/>
              <a:pathLst>
                <a:path extrusionOk="0" h="28" w="59">
                  <a:moveTo>
                    <a:pt x="58" y="17"/>
                  </a:moveTo>
                  <a:cubicBezTo>
                    <a:pt x="37" y="27"/>
                    <a:pt x="23" y="16"/>
                    <a:pt x="0" y="0"/>
                  </a:cubicBezTo>
                  <a:cubicBezTo>
                    <a:pt x="17" y="1"/>
                    <a:pt x="35" y="6"/>
                    <a:pt x="50" y="15"/>
                  </a:cubicBezTo>
                  <a:cubicBezTo>
                    <a:pt x="52" y="16"/>
                    <a:pt x="54" y="17"/>
                    <a:pt x="56" y="18"/>
                  </a:cubicBezTo>
                  <a:lnTo>
                    <a:pt x="58"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9"/>
            <p:cNvSpPr/>
            <p:nvPr/>
          </p:nvSpPr>
          <p:spPr>
            <a:xfrm>
              <a:off x="2859480" y="3551040"/>
              <a:ext cx="15840" cy="15840"/>
            </a:xfrm>
            <a:custGeom>
              <a:rect b="b" l="l" r="r" t="t"/>
              <a:pathLst>
                <a:path extrusionOk="0" h="44" w="44">
                  <a:moveTo>
                    <a:pt x="42" y="21"/>
                  </a:moveTo>
                  <a:cubicBezTo>
                    <a:pt x="33" y="21"/>
                    <a:pt x="42" y="43"/>
                    <a:pt x="28" y="34"/>
                  </a:cubicBezTo>
                  <a:cubicBezTo>
                    <a:pt x="17" y="24"/>
                    <a:pt x="8" y="13"/>
                    <a:pt x="0" y="0"/>
                  </a:cubicBezTo>
                  <a:cubicBezTo>
                    <a:pt x="23" y="0"/>
                    <a:pt x="26" y="27"/>
                    <a:pt x="43" y="22"/>
                  </a:cubicBezTo>
                  <a:lnTo>
                    <a:pt x="42"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9"/>
            <p:cNvSpPr/>
            <p:nvPr/>
          </p:nvSpPr>
          <p:spPr>
            <a:xfrm>
              <a:off x="4033800" y="3535560"/>
              <a:ext cx="10080" cy="19440"/>
            </a:xfrm>
            <a:custGeom>
              <a:rect b="b" l="l" r="r" t="t"/>
              <a:pathLst>
                <a:path extrusionOk="0" h="54" w="28">
                  <a:moveTo>
                    <a:pt x="21" y="53"/>
                  </a:moveTo>
                  <a:cubicBezTo>
                    <a:pt x="16" y="48"/>
                    <a:pt x="11" y="43"/>
                    <a:pt x="8" y="37"/>
                  </a:cubicBezTo>
                  <a:cubicBezTo>
                    <a:pt x="3" y="27"/>
                    <a:pt x="0" y="17"/>
                    <a:pt x="0" y="6"/>
                  </a:cubicBezTo>
                  <a:cubicBezTo>
                    <a:pt x="0" y="4"/>
                    <a:pt x="0" y="2"/>
                    <a:pt x="0" y="0"/>
                  </a:cubicBezTo>
                  <a:cubicBezTo>
                    <a:pt x="17" y="18"/>
                    <a:pt x="27" y="32"/>
                    <a:pt x="20" y="53"/>
                  </a:cubicBezTo>
                  <a:lnTo>
                    <a:pt x="21"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9"/>
            <p:cNvSpPr/>
            <p:nvPr/>
          </p:nvSpPr>
          <p:spPr>
            <a:xfrm>
              <a:off x="3625560" y="3532680"/>
              <a:ext cx="13320" cy="11880"/>
            </a:xfrm>
            <a:custGeom>
              <a:rect b="b" l="l" r="r" t="t"/>
              <a:pathLst>
                <a:path extrusionOk="0" h="33" w="37">
                  <a:moveTo>
                    <a:pt x="36" y="8"/>
                  </a:moveTo>
                  <a:cubicBezTo>
                    <a:pt x="29" y="18"/>
                    <a:pt x="17" y="32"/>
                    <a:pt x="8" y="16"/>
                  </a:cubicBezTo>
                  <a:cubicBezTo>
                    <a:pt x="0" y="0"/>
                    <a:pt x="18" y="5"/>
                    <a:pt x="27" y="3"/>
                  </a:cubicBezTo>
                  <a:cubicBezTo>
                    <a:pt x="30" y="3"/>
                    <a:pt x="33" y="6"/>
                    <a:pt x="3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9"/>
            <p:cNvSpPr/>
            <p:nvPr/>
          </p:nvSpPr>
          <p:spPr>
            <a:xfrm>
              <a:off x="3244320" y="3516840"/>
              <a:ext cx="18000" cy="8280"/>
            </a:xfrm>
            <a:custGeom>
              <a:rect b="b" l="l" r="r" t="t"/>
              <a:pathLst>
                <a:path extrusionOk="0" h="23" w="50">
                  <a:moveTo>
                    <a:pt x="0" y="1"/>
                  </a:moveTo>
                  <a:cubicBezTo>
                    <a:pt x="13" y="2"/>
                    <a:pt x="26" y="6"/>
                    <a:pt x="37" y="12"/>
                  </a:cubicBezTo>
                  <a:cubicBezTo>
                    <a:pt x="41" y="15"/>
                    <a:pt x="45" y="18"/>
                    <a:pt x="49" y="21"/>
                  </a:cubicBezTo>
                  <a:cubicBezTo>
                    <a:pt x="26" y="22"/>
                    <a:pt x="1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9"/>
            <p:cNvSpPr/>
            <p:nvPr/>
          </p:nvSpPr>
          <p:spPr>
            <a:xfrm>
              <a:off x="3224880" y="3510360"/>
              <a:ext cx="20520" cy="9360"/>
            </a:xfrm>
            <a:custGeom>
              <a:rect b="b" l="l" r="r" t="t"/>
              <a:pathLst>
                <a:path extrusionOk="0" h="26" w="57">
                  <a:moveTo>
                    <a:pt x="56" y="17"/>
                  </a:moveTo>
                  <a:cubicBezTo>
                    <a:pt x="36" y="25"/>
                    <a:pt x="21" y="12"/>
                    <a:pt x="0" y="2"/>
                  </a:cubicBezTo>
                  <a:cubicBezTo>
                    <a:pt x="5" y="1"/>
                    <a:pt x="9" y="0"/>
                    <a:pt x="14" y="0"/>
                  </a:cubicBezTo>
                  <a:cubicBezTo>
                    <a:pt x="23" y="0"/>
                    <a:pt x="32" y="4"/>
                    <a:pt x="40" y="8"/>
                  </a:cubicBezTo>
                  <a:cubicBezTo>
                    <a:pt x="45" y="11"/>
                    <a:pt x="49" y="14"/>
                    <a:pt x="53" y="18"/>
                  </a:cubicBezTo>
                  <a:lnTo>
                    <a:pt x="56"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9"/>
            <p:cNvSpPr/>
            <p:nvPr/>
          </p:nvSpPr>
          <p:spPr>
            <a:xfrm>
              <a:off x="3132360" y="3422520"/>
              <a:ext cx="23040" cy="7200"/>
            </a:xfrm>
            <a:custGeom>
              <a:rect b="b" l="l" r="r" t="t"/>
              <a:pathLst>
                <a:path extrusionOk="0" h="20" w="64">
                  <a:moveTo>
                    <a:pt x="63" y="18"/>
                  </a:moveTo>
                  <a:cubicBezTo>
                    <a:pt x="59" y="19"/>
                    <a:pt x="54" y="19"/>
                    <a:pt x="50" y="19"/>
                  </a:cubicBezTo>
                  <a:cubicBezTo>
                    <a:pt x="33" y="19"/>
                    <a:pt x="16" y="16"/>
                    <a:pt x="0" y="10"/>
                  </a:cubicBezTo>
                  <a:cubicBezTo>
                    <a:pt x="27" y="9"/>
                    <a:pt x="47" y="0"/>
                    <a:pt x="62" y="19"/>
                  </a:cubicBezTo>
                  <a:lnTo>
                    <a:pt x="63"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9"/>
            <p:cNvSpPr/>
            <p:nvPr/>
          </p:nvSpPr>
          <p:spPr>
            <a:xfrm>
              <a:off x="3239640" y="4116240"/>
              <a:ext cx="17640" cy="9360"/>
            </a:xfrm>
            <a:custGeom>
              <a:rect b="b" l="l" r="r" t="t"/>
              <a:pathLst>
                <a:path extrusionOk="0" h="26" w="49">
                  <a:moveTo>
                    <a:pt x="0" y="5"/>
                  </a:moveTo>
                  <a:cubicBezTo>
                    <a:pt x="17" y="0"/>
                    <a:pt x="29" y="7"/>
                    <a:pt x="48" y="25"/>
                  </a:cubicBezTo>
                  <a:cubicBezTo>
                    <a:pt x="23" y="21"/>
                    <a:pt x="9" y="19"/>
                    <a:pt x="1" y="3"/>
                  </a:cubicBezTo>
                  <a:lnTo>
                    <a:pt x="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9"/>
            <p:cNvSpPr/>
            <p:nvPr/>
          </p:nvSpPr>
          <p:spPr>
            <a:xfrm>
              <a:off x="3798720" y="3929400"/>
              <a:ext cx="10440" cy="10080"/>
            </a:xfrm>
            <a:custGeom>
              <a:rect b="b" l="l" r="r" t="t"/>
              <a:pathLst>
                <a:path extrusionOk="0" h="28" w="29">
                  <a:moveTo>
                    <a:pt x="19" y="0"/>
                  </a:moveTo>
                  <a:cubicBezTo>
                    <a:pt x="22" y="11"/>
                    <a:pt x="28" y="27"/>
                    <a:pt x="14" y="27"/>
                  </a:cubicBezTo>
                  <a:cubicBezTo>
                    <a:pt x="0" y="27"/>
                    <a:pt x="7" y="15"/>
                    <a:pt x="10" y="8"/>
                  </a:cubicBezTo>
                  <a:cubicBezTo>
                    <a:pt x="13" y="5"/>
                    <a:pt x="16" y="3"/>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9"/>
            <p:cNvSpPr/>
            <p:nvPr/>
          </p:nvSpPr>
          <p:spPr>
            <a:xfrm>
              <a:off x="2876040" y="3530160"/>
              <a:ext cx="10080" cy="12240"/>
            </a:xfrm>
            <a:custGeom>
              <a:rect b="b" l="l" r="r" t="t"/>
              <a:pathLst>
                <a:path extrusionOk="0" h="34" w="28">
                  <a:moveTo>
                    <a:pt x="27" y="32"/>
                  </a:moveTo>
                  <a:cubicBezTo>
                    <a:pt x="11" y="30"/>
                    <a:pt x="4" y="20"/>
                    <a:pt x="0" y="0"/>
                  </a:cubicBezTo>
                  <a:cubicBezTo>
                    <a:pt x="18" y="9"/>
                    <a:pt x="27" y="17"/>
                    <a:pt x="27" y="33"/>
                  </a:cubicBezTo>
                  <a:lnTo>
                    <a:pt x="27"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9"/>
            <p:cNvSpPr/>
            <p:nvPr/>
          </p:nvSpPr>
          <p:spPr>
            <a:xfrm>
              <a:off x="2959920" y="3927600"/>
              <a:ext cx="9720" cy="12600"/>
            </a:xfrm>
            <a:custGeom>
              <a:rect b="b" l="l" r="r" t="t"/>
              <a:pathLst>
                <a:path extrusionOk="0" h="35" w="27">
                  <a:moveTo>
                    <a:pt x="7" y="1"/>
                  </a:moveTo>
                  <a:cubicBezTo>
                    <a:pt x="8" y="1"/>
                    <a:pt x="8" y="1"/>
                    <a:pt x="8" y="1"/>
                  </a:cubicBezTo>
                  <a:cubicBezTo>
                    <a:pt x="14" y="4"/>
                    <a:pt x="18" y="8"/>
                    <a:pt x="22" y="14"/>
                  </a:cubicBezTo>
                  <a:cubicBezTo>
                    <a:pt x="25" y="20"/>
                    <a:pt x="26" y="26"/>
                    <a:pt x="26" y="32"/>
                  </a:cubicBezTo>
                  <a:cubicBezTo>
                    <a:pt x="26" y="33"/>
                    <a:pt x="26" y="33"/>
                    <a:pt x="26" y="34"/>
                  </a:cubicBezTo>
                  <a:cubicBezTo>
                    <a:pt x="14" y="23"/>
                    <a:pt x="0" y="18"/>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9"/>
            <p:cNvSpPr/>
            <p:nvPr/>
          </p:nvSpPr>
          <p:spPr>
            <a:xfrm>
              <a:off x="3987360" y="3502800"/>
              <a:ext cx="10080" cy="12600"/>
            </a:xfrm>
            <a:custGeom>
              <a:rect b="b" l="l" r="r" t="t"/>
              <a:pathLst>
                <a:path extrusionOk="0" h="35" w="28">
                  <a:moveTo>
                    <a:pt x="7" y="0"/>
                  </a:moveTo>
                  <a:cubicBezTo>
                    <a:pt x="19" y="3"/>
                    <a:pt x="22" y="14"/>
                    <a:pt x="27" y="23"/>
                  </a:cubicBezTo>
                  <a:cubicBezTo>
                    <a:pt x="16" y="34"/>
                    <a:pt x="14" y="23"/>
                    <a:pt x="10" y="18"/>
                  </a:cubicBezTo>
                  <a:cubicBezTo>
                    <a:pt x="7" y="13"/>
                    <a:pt x="0" y="7"/>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9"/>
            <p:cNvSpPr/>
            <p:nvPr/>
          </p:nvSpPr>
          <p:spPr>
            <a:xfrm>
              <a:off x="3863880" y="3690000"/>
              <a:ext cx="11160" cy="14040"/>
            </a:xfrm>
            <a:custGeom>
              <a:rect b="b" l="l" r="r" t="t"/>
              <a:pathLst>
                <a:path extrusionOk="0" h="39" w="31">
                  <a:moveTo>
                    <a:pt x="0" y="1"/>
                  </a:moveTo>
                  <a:cubicBezTo>
                    <a:pt x="12" y="9"/>
                    <a:pt x="22" y="20"/>
                    <a:pt x="29" y="32"/>
                  </a:cubicBezTo>
                  <a:cubicBezTo>
                    <a:pt x="29" y="33"/>
                    <a:pt x="30" y="33"/>
                    <a:pt x="30" y="34"/>
                  </a:cubicBezTo>
                  <a:cubicBezTo>
                    <a:pt x="1" y="38"/>
                    <a:pt x="6" y="1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9"/>
            <p:cNvSpPr/>
            <p:nvPr/>
          </p:nvSpPr>
          <p:spPr>
            <a:xfrm>
              <a:off x="3653280" y="3685680"/>
              <a:ext cx="10800" cy="8640"/>
            </a:xfrm>
            <a:custGeom>
              <a:rect b="b" l="l" r="r" t="t"/>
              <a:pathLst>
                <a:path extrusionOk="0" h="24" w="30">
                  <a:moveTo>
                    <a:pt x="27" y="5"/>
                  </a:moveTo>
                  <a:cubicBezTo>
                    <a:pt x="26" y="7"/>
                    <a:pt x="26" y="8"/>
                    <a:pt x="25" y="10"/>
                  </a:cubicBezTo>
                  <a:cubicBezTo>
                    <a:pt x="22" y="14"/>
                    <a:pt x="19" y="18"/>
                    <a:pt x="15" y="20"/>
                  </a:cubicBezTo>
                  <a:cubicBezTo>
                    <a:pt x="11" y="22"/>
                    <a:pt x="6" y="23"/>
                    <a:pt x="2" y="23"/>
                  </a:cubicBezTo>
                  <a:cubicBezTo>
                    <a:pt x="1" y="23"/>
                    <a:pt x="1" y="23"/>
                    <a:pt x="0" y="23"/>
                  </a:cubicBezTo>
                  <a:cubicBezTo>
                    <a:pt x="9" y="12"/>
                    <a:pt x="12" y="0"/>
                    <a:pt x="29" y="6"/>
                  </a:cubicBezTo>
                  <a:lnTo>
                    <a:pt x="27"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9"/>
            <p:cNvSpPr/>
            <p:nvPr/>
          </p:nvSpPr>
          <p:spPr>
            <a:xfrm>
              <a:off x="3155040" y="3426840"/>
              <a:ext cx="21600" cy="8640"/>
            </a:xfrm>
            <a:custGeom>
              <a:rect b="b" l="l" r="r" t="t"/>
              <a:pathLst>
                <a:path extrusionOk="0" h="24" w="60">
                  <a:moveTo>
                    <a:pt x="59" y="16"/>
                  </a:moveTo>
                  <a:cubicBezTo>
                    <a:pt x="38" y="18"/>
                    <a:pt x="18" y="23"/>
                    <a:pt x="0" y="6"/>
                  </a:cubicBezTo>
                  <a:cubicBezTo>
                    <a:pt x="20" y="6"/>
                    <a:pt x="41" y="0"/>
                    <a:pt x="59" y="15"/>
                  </a:cubicBezTo>
                  <a:lnTo>
                    <a:pt x="59"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9"/>
            <p:cNvSpPr/>
            <p:nvPr/>
          </p:nvSpPr>
          <p:spPr>
            <a:xfrm>
              <a:off x="3910320" y="3409920"/>
              <a:ext cx="13680" cy="8640"/>
            </a:xfrm>
            <a:custGeom>
              <a:rect b="b" l="l" r="r" t="t"/>
              <a:pathLst>
                <a:path extrusionOk="0" h="24" w="38">
                  <a:moveTo>
                    <a:pt x="0" y="2"/>
                  </a:moveTo>
                  <a:cubicBezTo>
                    <a:pt x="3" y="1"/>
                    <a:pt x="7" y="0"/>
                    <a:pt x="10" y="0"/>
                  </a:cubicBezTo>
                  <a:cubicBezTo>
                    <a:pt x="16" y="0"/>
                    <a:pt x="21" y="1"/>
                    <a:pt x="26" y="4"/>
                  </a:cubicBezTo>
                  <a:cubicBezTo>
                    <a:pt x="31" y="7"/>
                    <a:pt x="34" y="11"/>
                    <a:pt x="37" y="15"/>
                  </a:cubicBezTo>
                  <a:lnTo>
                    <a:pt x="37" y="16"/>
                  </a:lnTo>
                  <a:cubicBezTo>
                    <a:pt x="20" y="23"/>
                    <a:pt x="14" y="1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9"/>
            <p:cNvSpPr/>
            <p:nvPr/>
          </p:nvSpPr>
          <p:spPr>
            <a:xfrm>
              <a:off x="3249000" y="3664080"/>
              <a:ext cx="18000" cy="9000"/>
            </a:xfrm>
            <a:custGeom>
              <a:rect b="b" l="l" r="r" t="t"/>
              <a:pathLst>
                <a:path extrusionOk="0" h="25" w="50">
                  <a:moveTo>
                    <a:pt x="49" y="10"/>
                  </a:moveTo>
                  <a:cubicBezTo>
                    <a:pt x="33" y="24"/>
                    <a:pt x="19" y="19"/>
                    <a:pt x="0" y="0"/>
                  </a:cubicBezTo>
                  <a:lnTo>
                    <a:pt x="48" y="12"/>
                  </a:lnTo>
                  <a:lnTo>
                    <a:pt x="49"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9"/>
            <p:cNvSpPr/>
            <p:nvPr/>
          </p:nvSpPr>
          <p:spPr>
            <a:xfrm>
              <a:off x="3172680" y="4119480"/>
              <a:ext cx="11160" cy="6840"/>
            </a:xfrm>
            <a:custGeom>
              <a:rect b="b" l="l" r="r" t="t"/>
              <a:pathLst>
                <a:path extrusionOk="0" h="19" w="31">
                  <a:moveTo>
                    <a:pt x="0" y="0"/>
                  </a:moveTo>
                  <a:cubicBezTo>
                    <a:pt x="1" y="0"/>
                    <a:pt x="2" y="0"/>
                    <a:pt x="3" y="0"/>
                  </a:cubicBezTo>
                  <a:cubicBezTo>
                    <a:pt x="9" y="0"/>
                    <a:pt x="16" y="2"/>
                    <a:pt x="21" y="5"/>
                  </a:cubicBezTo>
                  <a:cubicBezTo>
                    <a:pt x="25" y="7"/>
                    <a:pt x="28" y="10"/>
                    <a:pt x="30" y="12"/>
                  </a:cubicBezTo>
                  <a:cubicBezTo>
                    <a:pt x="24" y="18"/>
                    <a:pt x="17" y="15"/>
                    <a:pt x="12" y="11"/>
                  </a:cubicBezTo>
                  <a:cubicBezTo>
                    <a:pt x="8" y="7"/>
                    <a:pt x="4"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9"/>
            <p:cNvSpPr/>
            <p:nvPr/>
          </p:nvSpPr>
          <p:spPr>
            <a:xfrm>
              <a:off x="3705120" y="3395880"/>
              <a:ext cx="11520" cy="5760"/>
            </a:xfrm>
            <a:custGeom>
              <a:rect b="b" l="l" r="r" t="t"/>
              <a:pathLst>
                <a:path extrusionOk="0" h="16" w="32">
                  <a:moveTo>
                    <a:pt x="31" y="5"/>
                  </a:moveTo>
                  <a:cubicBezTo>
                    <a:pt x="25" y="15"/>
                    <a:pt x="17" y="14"/>
                    <a:pt x="8" y="12"/>
                  </a:cubicBezTo>
                  <a:cubicBezTo>
                    <a:pt x="0" y="10"/>
                    <a:pt x="2" y="7"/>
                    <a:pt x="8" y="4"/>
                  </a:cubicBezTo>
                  <a:lnTo>
                    <a:pt x="9" y="3"/>
                  </a:lnTo>
                  <a:cubicBezTo>
                    <a:pt x="13" y="1"/>
                    <a:pt x="16" y="0"/>
                    <a:pt x="19" y="0"/>
                  </a:cubicBezTo>
                  <a:cubicBezTo>
                    <a:pt x="23" y="0"/>
                    <a:pt x="27" y="1"/>
                    <a:pt x="29" y="3"/>
                  </a:cubicBezTo>
                  <a:cubicBezTo>
                    <a:pt x="31" y="4"/>
                    <a:pt x="30" y="4"/>
                    <a:pt x="3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9"/>
            <p:cNvSpPr/>
            <p:nvPr/>
          </p:nvSpPr>
          <p:spPr>
            <a:xfrm>
              <a:off x="3218760" y="3626640"/>
              <a:ext cx="12600" cy="9000"/>
            </a:xfrm>
            <a:custGeom>
              <a:rect b="b" l="l" r="r" t="t"/>
              <a:pathLst>
                <a:path extrusionOk="0" h="25" w="35">
                  <a:moveTo>
                    <a:pt x="33" y="18"/>
                  </a:moveTo>
                  <a:cubicBezTo>
                    <a:pt x="29" y="24"/>
                    <a:pt x="23" y="22"/>
                    <a:pt x="18" y="20"/>
                  </a:cubicBezTo>
                  <a:cubicBezTo>
                    <a:pt x="13" y="18"/>
                    <a:pt x="1" y="14"/>
                    <a:pt x="0" y="3"/>
                  </a:cubicBezTo>
                  <a:cubicBezTo>
                    <a:pt x="0" y="3"/>
                    <a:pt x="3" y="0"/>
                    <a:pt x="4" y="0"/>
                  </a:cubicBezTo>
                  <a:cubicBezTo>
                    <a:pt x="10" y="0"/>
                    <a:pt x="15" y="1"/>
                    <a:pt x="20" y="4"/>
                  </a:cubicBezTo>
                  <a:cubicBezTo>
                    <a:pt x="24" y="6"/>
                    <a:pt x="28" y="10"/>
                    <a:pt x="31" y="14"/>
                  </a:cubicBezTo>
                  <a:cubicBezTo>
                    <a:pt x="34" y="18"/>
                    <a:pt x="33" y="17"/>
                    <a:pt x="33"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3507840" y="4089600"/>
              <a:ext cx="15480" cy="9720"/>
            </a:xfrm>
            <a:custGeom>
              <a:rect b="b" l="l" r="r" t="t"/>
              <a:pathLst>
                <a:path extrusionOk="0" h="27" w="43">
                  <a:moveTo>
                    <a:pt x="1" y="18"/>
                  </a:moveTo>
                  <a:lnTo>
                    <a:pt x="42" y="0"/>
                  </a:lnTo>
                  <a:cubicBezTo>
                    <a:pt x="26" y="22"/>
                    <a:pt x="15" y="26"/>
                    <a:pt x="0" y="17"/>
                  </a:cubicBezTo>
                  <a:lnTo>
                    <a:pt x="1"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9"/>
            <p:cNvSpPr/>
            <p:nvPr/>
          </p:nvSpPr>
          <p:spPr>
            <a:xfrm>
              <a:off x="3034440" y="3992040"/>
              <a:ext cx="14040" cy="14040"/>
            </a:xfrm>
            <a:custGeom>
              <a:rect b="b" l="l" r="r" t="t"/>
              <a:pathLst>
                <a:path extrusionOk="0" h="39" w="39">
                  <a:moveTo>
                    <a:pt x="0" y="2"/>
                  </a:moveTo>
                  <a:cubicBezTo>
                    <a:pt x="20" y="0"/>
                    <a:pt x="28" y="11"/>
                    <a:pt x="38" y="38"/>
                  </a:cubicBezTo>
                  <a:cubicBezTo>
                    <a:pt x="17" y="24"/>
                    <a:pt x="5" y="17"/>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3458520" y="4113360"/>
              <a:ext cx="10440" cy="10080"/>
            </a:xfrm>
            <a:custGeom>
              <a:rect b="b" l="l" r="r" t="t"/>
              <a:pathLst>
                <a:path extrusionOk="0" h="28" w="29">
                  <a:moveTo>
                    <a:pt x="0" y="22"/>
                  </a:moveTo>
                  <a:cubicBezTo>
                    <a:pt x="3" y="11"/>
                    <a:pt x="14" y="0"/>
                    <a:pt x="21" y="6"/>
                  </a:cubicBezTo>
                  <a:cubicBezTo>
                    <a:pt x="28" y="11"/>
                    <a:pt x="16" y="18"/>
                    <a:pt x="10" y="23"/>
                  </a:cubicBezTo>
                  <a:cubicBezTo>
                    <a:pt x="4" y="27"/>
                    <a:pt x="3" y="22"/>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9"/>
            <p:cNvSpPr/>
            <p:nvPr/>
          </p:nvSpPr>
          <p:spPr>
            <a:xfrm>
              <a:off x="3184200" y="3590640"/>
              <a:ext cx="11880" cy="9000"/>
            </a:xfrm>
            <a:custGeom>
              <a:rect b="b" l="l" r="r" t="t"/>
              <a:pathLst>
                <a:path extrusionOk="0" h="25" w="33">
                  <a:moveTo>
                    <a:pt x="32" y="21"/>
                  </a:moveTo>
                  <a:cubicBezTo>
                    <a:pt x="15" y="24"/>
                    <a:pt x="8" y="13"/>
                    <a:pt x="0" y="0"/>
                  </a:cubicBezTo>
                  <a:cubicBezTo>
                    <a:pt x="2" y="0"/>
                    <a:pt x="4" y="0"/>
                    <a:pt x="5" y="0"/>
                  </a:cubicBezTo>
                  <a:cubicBezTo>
                    <a:pt x="10" y="0"/>
                    <a:pt x="14" y="0"/>
                    <a:pt x="18" y="3"/>
                  </a:cubicBezTo>
                  <a:cubicBezTo>
                    <a:pt x="22" y="6"/>
                    <a:pt x="26" y="9"/>
                    <a:pt x="28" y="13"/>
                  </a:cubicBezTo>
                  <a:cubicBezTo>
                    <a:pt x="30" y="16"/>
                    <a:pt x="31" y="19"/>
                    <a:pt x="31" y="22"/>
                  </a:cubicBezTo>
                  <a:lnTo>
                    <a:pt x="32"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3022560" y="3980880"/>
              <a:ext cx="12240" cy="12240"/>
            </a:xfrm>
            <a:custGeom>
              <a:rect b="b" l="l" r="r" t="t"/>
              <a:pathLst>
                <a:path extrusionOk="0" h="34" w="34">
                  <a:moveTo>
                    <a:pt x="0" y="0"/>
                  </a:moveTo>
                  <a:cubicBezTo>
                    <a:pt x="4" y="1"/>
                    <a:pt x="9" y="3"/>
                    <a:pt x="13" y="5"/>
                  </a:cubicBezTo>
                  <a:cubicBezTo>
                    <a:pt x="20" y="9"/>
                    <a:pt x="25" y="14"/>
                    <a:pt x="28" y="20"/>
                  </a:cubicBezTo>
                  <a:cubicBezTo>
                    <a:pt x="31" y="24"/>
                    <a:pt x="33" y="29"/>
                    <a:pt x="33" y="33"/>
                  </a:cubicBezTo>
                  <a:cubicBezTo>
                    <a:pt x="27" y="33"/>
                    <a:pt x="21" y="32"/>
                    <a:pt x="16" y="29"/>
                  </a:cubicBezTo>
                  <a:cubicBezTo>
                    <a:pt x="11" y="26"/>
                    <a:pt x="7" y="22"/>
                    <a:pt x="4" y="17"/>
                  </a:cubicBezTo>
                  <a:cubicBezTo>
                    <a:pt x="1" y="12"/>
                    <a:pt x="0" y="6"/>
                    <a:pt x="0" y="1"/>
                  </a:cubicBezTo>
                  <a:cubicBezTo>
                    <a:pt x="0"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9"/>
            <p:cNvSpPr/>
            <p:nvPr/>
          </p:nvSpPr>
          <p:spPr>
            <a:xfrm>
              <a:off x="2957400" y="3541680"/>
              <a:ext cx="9720" cy="11160"/>
            </a:xfrm>
            <a:custGeom>
              <a:rect b="b" l="l" r="r" t="t"/>
              <a:pathLst>
                <a:path extrusionOk="0" h="31" w="27">
                  <a:moveTo>
                    <a:pt x="1" y="1"/>
                  </a:moveTo>
                  <a:cubicBezTo>
                    <a:pt x="16" y="1"/>
                    <a:pt x="23" y="10"/>
                    <a:pt x="26" y="30"/>
                  </a:cubicBezTo>
                  <a:cubicBezTo>
                    <a:pt x="11" y="22"/>
                    <a:pt x="0" y="18"/>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9"/>
            <p:cNvSpPr/>
            <p:nvPr/>
          </p:nvSpPr>
          <p:spPr>
            <a:xfrm>
              <a:off x="3089160" y="4235040"/>
              <a:ext cx="33480" cy="10080"/>
            </a:xfrm>
            <a:custGeom>
              <a:rect b="b" l="l" r="r" t="t"/>
              <a:pathLst>
                <a:path extrusionOk="0" h="28" w="93">
                  <a:moveTo>
                    <a:pt x="0" y="3"/>
                  </a:moveTo>
                  <a:cubicBezTo>
                    <a:pt x="8" y="1"/>
                    <a:pt x="17" y="0"/>
                    <a:pt x="26" y="0"/>
                  </a:cubicBezTo>
                  <a:cubicBezTo>
                    <a:pt x="49" y="0"/>
                    <a:pt x="71" y="6"/>
                    <a:pt x="92" y="16"/>
                  </a:cubicBezTo>
                  <a:cubicBezTo>
                    <a:pt x="63" y="14"/>
                    <a:pt x="31" y="27"/>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9"/>
            <p:cNvSpPr/>
            <p:nvPr/>
          </p:nvSpPr>
          <p:spPr>
            <a:xfrm>
              <a:off x="3056400" y="4195080"/>
              <a:ext cx="31320" cy="7200"/>
            </a:xfrm>
            <a:custGeom>
              <a:rect b="b" l="l" r="r" t="t"/>
              <a:pathLst>
                <a:path extrusionOk="0" h="20" w="87">
                  <a:moveTo>
                    <a:pt x="0" y="17"/>
                  </a:moveTo>
                  <a:cubicBezTo>
                    <a:pt x="21" y="6"/>
                    <a:pt x="45" y="0"/>
                    <a:pt x="69" y="0"/>
                  </a:cubicBezTo>
                  <a:cubicBezTo>
                    <a:pt x="75" y="0"/>
                    <a:pt x="80" y="0"/>
                    <a:pt x="86" y="1"/>
                  </a:cubicBezTo>
                  <a:cubicBezTo>
                    <a:pt x="85" y="2"/>
                    <a:pt x="83" y="3"/>
                    <a:pt x="82" y="3"/>
                  </a:cubicBezTo>
                  <a:cubicBezTo>
                    <a:pt x="64" y="14"/>
                    <a:pt x="43" y="19"/>
                    <a:pt x="22" y="19"/>
                  </a:cubicBezTo>
                  <a:cubicBezTo>
                    <a:pt x="15" y="19"/>
                    <a:pt x="7" y="19"/>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9"/>
            <p:cNvSpPr/>
            <p:nvPr/>
          </p:nvSpPr>
          <p:spPr>
            <a:xfrm>
              <a:off x="3425760" y="4250160"/>
              <a:ext cx="16200" cy="6120"/>
            </a:xfrm>
            <a:custGeom>
              <a:rect b="b" l="l" r="r" t="t"/>
              <a:pathLst>
                <a:path extrusionOk="0" h="17" w="45">
                  <a:moveTo>
                    <a:pt x="44" y="1"/>
                  </a:moveTo>
                  <a:lnTo>
                    <a:pt x="44" y="13"/>
                  </a:lnTo>
                  <a:cubicBezTo>
                    <a:pt x="30" y="8"/>
                    <a:pt x="14" y="16"/>
                    <a:pt x="0" y="7"/>
                  </a:cubicBezTo>
                  <a:cubicBezTo>
                    <a:pt x="10" y="3"/>
                    <a:pt x="21" y="0"/>
                    <a:pt x="32" y="0"/>
                  </a:cubicBezTo>
                  <a:cubicBezTo>
                    <a:pt x="36" y="0"/>
                    <a:pt x="40" y="0"/>
                    <a:pt x="4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29"/>
          <p:cNvGrpSpPr/>
          <p:nvPr/>
        </p:nvGrpSpPr>
        <p:grpSpPr>
          <a:xfrm rot="-4993406">
            <a:off x="7215609" y="3160346"/>
            <a:ext cx="3131121" cy="857256"/>
            <a:chOff x="5" y="-1281455"/>
            <a:chExt cx="3587040" cy="982080"/>
          </a:xfrm>
        </p:grpSpPr>
        <p:sp>
          <p:nvSpPr>
            <p:cNvPr id="712" name="Google Shape;712;p29"/>
            <p:cNvSpPr/>
            <p:nvPr/>
          </p:nvSpPr>
          <p:spPr>
            <a:xfrm>
              <a:off x="3030845" y="-706175"/>
              <a:ext cx="543240" cy="164520"/>
            </a:xfrm>
            <a:custGeom>
              <a:rect b="b" l="l" r="r" t="t"/>
              <a:pathLst>
                <a:path extrusionOk="0" h="457" w="1509">
                  <a:moveTo>
                    <a:pt x="1490" y="392"/>
                  </a:moveTo>
                  <a:cubicBezTo>
                    <a:pt x="1484" y="396"/>
                    <a:pt x="1475" y="388"/>
                    <a:pt x="1481" y="382"/>
                  </a:cubicBezTo>
                  <a:lnTo>
                    <a:pt x="1481" y="381"/>
                  </a:lnTo>
                  <a:cubicBezTo>
                    <a:pt x="1463" y="389"/>
                    <a:pt x="1444" y="396"/>
                    <a:pt x="1425" y="401"/>
                  </a:cubicBezTo>
                  <a:cubicBezTo>
                    <a:pt x="1397" y="406"/>
                    <a:pt x="1368" y="410"/>
                    <a:pt x="1339" y="416"/>
                  </a:cubicBezTo>
                  <a:cubicBezTo>
                    <a:pt x="1280" y="426"/>
                    <a:pt x="1219" y="431"/>
                    <a:pt x="1158" y="431"/>
                  </a:cubicBezTo>
                  <a:cubicBezTo>
                    <a:pt x="1144" y="431"/>
                    <a:pt x="1130" y="431"/>
                    <a:pt x="1116" y="431"/>
                  </a:cubicBezTo>
                  <a:cubicBezTo>
                    <a:pt x="973" y="428"/>
                    <a:pt x="825" y="439"/>
                    <a:pt x="686" y="398"/>
                  </a:cubicBezTo>
                  <a:cubicBezTo>
                    <a:pt x="537" y="355"/>
                    <a:pt x="364" y="287"/>
                    <a:pt x="246" y="184"/>
                  </a:cubicBezTo>
                  <a:cubicBezTo>
                    <a:pt x="205" y="149"/>
                    <a:pt x="161" y="112"/>
                    <a:pt x="117" y="80"/>
                  </a:cubicBezTo>
                  <a:cubicBezTo>
                    <a:pt x="83" y="55"/>
                    <a:pt x="54" y="16"/>
                    <a:pt x="15" y="0"/>
                  </a:cubicBezTo>
                  <a:lnTo>
                    <a:pt x="10" y="3"/>
                  </a:lnTo>
                  <a:cubicBezTo>
                    <a:pt x="11" y="5"/>
                    <a:pt x="11" y="6"/>
                    <a:pt x="11" y="8"/>
                  </a:cubicBezTo>
                  <a:cubicBezTo>
                    <a:pt x="11" y="10"/>
                    <a:pt x="11" y="12"/>
                    <a:pt x="10" y="13"/>
                  </a:cubicBezTo>
                  <a:cubicBezTo>
                    <a:pt x="10" y="14"/>
                    <a:pt x="9" y="15"/>
                    <a:pt x="9" y="15"/>
                  </a:cubicBezTo>
                  <a:cubicBezTo>
                    <a:pt x="7" y="19"/>
                    <a:pt x="4" y="23"/>
                    <a:pt x="0" y="25"/>
                  </a:cubicBezTo>
                  <a:cubicBezTo>
                    <a:pt x="24" y="42"/>
                    <a:pt x="46" y="61"/>
                    <a:pt x="65" y="83"/>
                  </a:cubicBezTo>
                  <a:cubicBezTo>
                    <a:pt x="86" y="102"/>
                    <a:pt x="110" y="117"/>
                    <a:pt x="131" y="136"/>
                  </a:cubicBezTo>
                  <a:cubicBezTo>
                    <a:pt x="183" y="186"/>
                    <a:pt x="241" y="230"/>
                    <a:pt x="304" y="266"/>
                  </a:cubicBezTo>
                  <a:cubicBezTo>
                    <a:pt x="306" y="267"/>
                    <a:pt x="308" y="269"/>
                    <a:pt x="311" y="270"/>
                  </a:cubicBezTo>
                  <a:cubicBezTo>
                    <a:pt x="438" y="341"/>
                    <a:pt x="575" y="394"/>
                    <a:pt x="717" y="426"/>
                  </a:cubicBezTo>
                  <a:cubicBezTo>
                    <a:pt x="863" y="456"/>
                    <a:pt x="1015" y="448"/>
                    <a:pt x="1163" y="448"/>
                  </a:cubicBezTo>
                  <a:cubicBezTo>
                    <a:pt x="1228" y="446"/>
                    <a:pt x="1294" y="440"/>
                    <a:pt x="1359" y="430"/>
                  </a:cubicBezTo>
                  <a:cubicBezTo>
                    <a:pt x="1412" y="423"/>
                    <a:pt x="1455" y="402"/>
                    <a:pt x="1504" y="388"/>
                  </a:cubicBezTo>
                  <a:lnTo>
                    <a:pt x="1505" y="388"/>
                  </a:lnTo>
                  <a:cubicBezTo>
                    <a:pt x="1506" y="387"/>
                    <a:pt x="1507" y="388"/>
                    <a:pt x="1508" y="386"/>
                  </a:cubicBezTo>
                  <a:cubicBezTo>
                    <a:pt x="1508" y="384"/>
                    <a:pt x="1508" y="383"/>
                    <a:pt x="1508" y="382"/>
                  </a:cubicBezTo>
                  <a:cubicBezTo>
                    <a:pt x="1508" y="381"/>
                    <a:pt x="1508" y="380"/>
                    <a:pt x="1508" y="379"/>
                  </a:cubicBezTo>
                  <a:cubicBezTo>
                    <a:pt x="1507" y="378"/>
                    <a:pt x="1507" y="378"/>
                    <a:pt x="1506" y="377"/>
                  </a:cubicBezTo>
                  <a:cubicBezTo>
                    <a:pt x="1502" y="383"/>
                    <a:pt x="1497" y="389"/>
                    <a:pt x="1490" y="3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9"/>
            <p:cNvSpPr/>
            <p:nvPr/>
          </p:nvSpPr>
          <p:spPr>
            <a:xfrm>
              <a:off x="3489485" y="-590255"/>
              <a:ext cx="6480" cy="5040"/>
            </a:xfrm>
            <a:custGeom>
              <a:rect b="b" l="l" r="r" t="t"/>
              <a:pathLst>
                <a:path extrusionOk="0" h="14" w="18">
                  <a:moveTo>
                    <a:pt x="5" y="5"/>
                  </a:moveTo>
                  <a:cubicBezTo>
                    <a:pt x="4" y="8"/>
                    <a:pt x="2" y="11"/>
                    <a:pt x="0" y="13"/>
                  </a:cubicBezTo>
                  <a:cubicBezTo>
                    <a:pt x="4" y="11"/>
                    <a:pt x="8" y="10"/>
                    <a:pt x="12" y="9"/>
                  </a:cubicBezTo>
                  <a:cubicBezTo>
                    <a:pt x="13" y="9"/>
                    <a:pt x="13" y="9"/>
                    <a:pt x="14" y="8"/>
                  </a:cubicBezTo>
                  <a:cubicBezTo>
                    <a:pt x="15" y="8"/>
                    <a:pt x="15" y="8"/>
                    <a:pt x="16" y="7"/>
                  </a:cubicBezTo>
                  <a:cubicBezTo>
                    <a:pt x="17" y="6"/>
                    <a:pt x="16" y="5"/>
                    <a:pt x="16" y="4"/>
                  </a:cubicBezTo>
                  <a:cubicBezTo>
                    <a:pt x="16" y="3"/>
                    <a:pt x="17" y="2"/>
                    <a:pt x="16" y="1"/>
                  </a:cubicBezTo>
                  <a:cubicBezTo>
                    <a:pt x="15" y="0"/>
                    <a:pt x="15" y="0"/>
                    <a:pt x="14" y="0"/>
                  </a:cubicBezTo>
                  <a:cubicBezTo>
                    <a:pt x="13" y="1"/>
                    <a:pt x="12" y="2"/>
                    <a:pt x="11" y="3"/>
                  </a:cubicBezTo>
                  <a:cubicBezTo>
                    <a:pt x="11" y="4"/>
                    <a:pt x="10" y="4"/>
                    <a:pt x="10" y="4"/>
                  </a:cubicBezTo>
                  <a:cubicBezTo>
                    <a:pt x="8" y="5"/>
                    <a:pt x="7" y="5"/>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9"/>
            <p:cNvSpPr/>
            <p:nvPr/>
          </p:nvSpPr>
          <p:spPr>
            <a:xfrm>
              <a:off x="3363845" y="-593855"/>
              <a:ext cx="7560" cy="3600"/>
            </a:xfrm>
            <a:custGeom>
              <a:rect b="b" l="l" r="r" t="t"/>
              <a:pathLst>
                <a:path extrusionOk="0" h="10" w="21">
                  <a:moveTo>
                    <a:pt x="6" y="1"/>
                  </a:moveTo>
                  <a:cubicBezTo>
                    <a:pt x="4" y="1"/>
                    <a:pt x="2" y="0"/>
                    <a:pt x="0" y="0"/>
                  </a:cubicBezTo>
                  <a:cubicBezTo>
                    <a:pt x="0" y="2"/>
                    <a:pt x="0" y="3"/>
                    <a:pt x="0" y="5"/>
                  </a:cubicBezTo>
                  <a:cubicBezTo>
                    <a:pt x="7" y="7"/>
                    <a:pt x="13" y="8"/>
                    <a:pt x="20" y="9"/>
                  </a:cubicBezTo>
                  <a:lnTo>
                    <a:pt x="15" y="7"/>
                  </a:lnTo>
                  <a:cubicBezTo>
                    <a:pt x="11" y="6"/>
                    <a:pt x="10" y="3"/>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9"/>
            <p:cNvSpPr/>
            <p:nvPr/>
          </p:nvSpPr>
          <p:spPr>
            <a:xfrm>
              <a:off x="3312725" y="-869975"/>
              <a:ext cx="39600" cy="39960"/>
            </a:xfrm>
            <a:custGeom>
              <a:rect b="b" l="l" r="r" t="t"/>
              <a:pathLst>
                <a:path extrusionOk="0" h="111" w="110">
                  <a:moveTo>
                    <a:pt x="109" y="0"/>
                  </a:moveTo>
                  <a:cubicBezTo>
                    <a:pt x="73" y="23"/>
                    <a:pt x="42" y="51"/>
                    <a:pt x="16" y="85"/>
                  </a:cubicBezTo>
                  <a:cubicBezTo>
                    <a:pt x="11" y="92"/>
                    <a:pt x="6" y="100"/>
                    <a:pt x="2" y="107"/>
                  </a:cubicBezTo>
                  <a:cubicBezTo>
                    <a:pt x="1" y="108"/>
                    <a:pt x="0" y="109"/>
                    <a:pt x="0" y="110"/>
                  </a:cubicBezTo>
                  <a:cubicBezTo>
                    <a:pt x="32" y="70"/>
                    <a:pt x="69" y="33"/>
                    <a:pt x="10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9"/>
            <p:cNvSpPr/>
            <p:nvPr/>
          </p:nvSpPr>
          <p:spPr>
            <a:xfrm>
              <a:off x="3260165" y="-809135"/>
              <a:ext cx="59040" cy="202680"/>
            </a:xfrm>
            <a:custGeom>
              <a:rect b="b" l="l" r="r" t="t"/>
              <a:pathLst>
                <a:path extrusionOk="0" h="563" w="164">
                  <a:moveTo>
                    <a:pt x="58" y="459"/>
                  </a:moveTo>
                  <a:cubicBezTo>
                    <a:pt x="83" y="502"/>
                    <a:pt x="119" y="537"/>
                    <a:pt x="162" y="561"/>
                  </a:cubicBezTo>
                  <a:cubicBezTo>
                    <a:pt x="162" y="562"/>
                    <a:pt x="163" y="562"/>
                    <a:pt x="163" y="562"/>
                  </a:cubicBezTo>
                  <a:cubicBezTo>
                    <a:pt x="161" y="558"/>
                    <a:pt x="159" y="553"/>
                    <a:pt x="159" y="548"/>
                  </a:cubicBezTo>
                  <a:cubicBezTo>
                    <a:pt x="159" y="547"/>
                    <a:pt x="159" y="547"/>
                    <a:pt x="159" y="546"/>
                  </a:cubicBezTo>
                  <a:cubicBezTo>
                    <a:pt x="160" y="545"/>
                    <a:pt x="160" y="544"/>
                    <a:pt x="160" y="544"/>
                  </a:cubicBezTo>
                  <a:cubicBezTo>
                    <a:pt x="160" y="543"/>
                    <a:pt x="161" y="543"/>
                    <a:pt x="161" y="543"/>
                  </a:cubicBezTo>
                  <a:cubicBezTo>
                    <a:pt x="57" y="461"/>
                    <a:pt x="0" y="309"/>
                    <a:pt x="41" y="184"/>
                  </a:cubicBezTo>
                  <a:cubicBezTo>
                    <a:pt x="46" y="169"/>
                    <a:pt x="51" y="154"/>
                    <a:pt x="56" y="139"/>
                  </a:cubicBezTo>
                  <a:cubicBezTo>
                    <a:pt x="58" y="104"/>
                    <a:pt x="63" y="69"/>
                    <a:pt x="72" y="35"/>
                  </a:cubicBezTo>
                  <a:cubicBezTo>
                    <a:pt x="72" y="34"/>
                    <a:pt x="72" y="33"/>
                    <a:pt x="72" y="33"/>
                  </a:cubicBezTo>
                  <a:cubicBezTo>
                    <a:pt x="73" y="31"/>
                    <a:pt x="74" y="31"/>
                    <a:pt x="76" y="30"/>
                  </a:cubicBezTo>
                  <a:cubicBezTo>
                    <a:pt x="78" y="29"/>
                    <a:pt x="78" y="28"/>
                    <a:pt x="80" y="28"/>
                  </a:cubicBezTo>
                  <a:cubicBezTo>
                    <a:pt x="81" y="28"/>
                    <a:pt x="82" y="29"/>
                    <a:pt x="84" y="30"/>
                  </a:cubicBezTo>
                  <a:cubicBezTo>
                    <a:pt x="86" y="31"/>
                    <a:pt x="87" y="31"/>
                    <a:pt x="88" y="33"/>
                  </a:cubicBezTo>
                  <a:cubicBezTo>
                    <a:pt x="88" y="34"/>
                    <a:pt x="89" y="35"/>
                    <a:pt x="89" y="37"/>
                  </a:cubicBezTo>
                  <a:cubicBezTo>
                    <a:pt x="89" y="44"/>
                    <a:pt x="88" y="51"/>
                    <a:pt x="87" y="59"/>
                  </a:cubicBezTo>
                  <a:cubicBezTo>
                    <a:pt x="95" y="40"/>
                    <a:pt x="102" y="22"/>
                    <a:pt x="111" y="4"/>
                  </a:cubicBezTo>
                  <a:cubicBezTo>
                    <a:pt x="106" y="12"/>
                    <a:pt x="100" y="19"/>
                    <a:pt x="95" y="26"/>
                  </a:cubicBezTo>
                  <a:cubicBezTo>
                    <a:pt x="90" y="31"/>
                    <a:pt x="78" y="28"/>
                    <a:pt x="80" y="20"/>
                  </a:cubicBezTo>
                  <a:cubicBezTo>
                    <a:pt x="82" y="12"/>
                    <a:pt x="84" y="6"/>
                    <a:pt x="86" y="0"/>
                  </a:cubicBezTo>
                  <a:cubicBezTo>
                    <a:pt x="70" y="32"/>
                    <a:pt x="57" y="65"/>
                    <a:pt x="46" y="99"/>
                  </a:cubicBezTo>
                  <a:cubicBezTo>
                    <a:pt x="32" y="136"/>
                    <a:pt x="8" y="177"/>
                    <a:pt x="7" y="219"/>
                  </a:cubicBezTo>
                  <a:cubicBezTo>
                    <a:pt x="7" y="266"/>
                    <a:pt x="10" y="313"/>
                    <a:pt x="11" y="360"/>
                  </a:cubicBezTo>
                  <a:cubicBezTo>
                    <a:pt x="10" y="394"/>
                    <a:pt x="42" y="430"/>
                    <a:pt x="58" y="4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9"/>
            <p:cNvSpPr/>
            <p:nvPr/>
          </p:nvSpPr>
          <p:spPr>
            <a:xfrm>
              <a:off x="3400565" y="-917495"/>
              <a:ext cx="63360" cy="16560"/>
            </a:xfrm>
            <a:custGeom>
              <a:rect b="b" l="l" r="r" t="t"/>
              <a:pathLst>
                <a:path extrusionOk="0" h="46" w="176">
                  <a:moveTo>
                    <a:pt x="171" y="7"/>
                  </a:moveTo>
                  <a:cubicBezTo>
                    <a:pt x="171" y="6"/>
                    <a:pt x="172" y="4"/>
                    <a:pt x="172" y="3"/>
                  </a:cubicBezTo>
                  <a:cubicBezTo>
                    <a:pt x="173" y="2"/>
                    <a:pt x="174" y="1"/>
                    <a:pt x="175" y="0"/>
                  </a:cubicBezTo>
                  <a:cubicBezTo>
                    <a:pt x="114" y="0"/>
                    <a:pt x="54" y="16"/>
                    <a:pt x="0" y="45"/>
                  </a:cubicBezTo>
                  <a:cubicBezTo>
                    <a:pt x="22" y="39"/>
                    <a:pt x="44" y="34"/>
                    <a:pt x="65" y="29"/>
                  </a:cubicBezTo>
                  <a:cubicBezTo>
                    <a:pt x="100" y="20"/>
                    <a:pt x="135" y="13"/>
                    <a:pt x="17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3299765" y="-830375"/>
              <a:ext cx="13320" cy="23040"/>
            </a:xfrm>
            <a:custGeom>
              <a:rect b="b" l="l" r="r" t="t"/>
              <a:pathLst>
                <a:path extrusionOk="0" h="64" w="37">
                  <a:moveTo>
                    <a:pt x="7" y="47"/>
                  </a:moveTo>
                  <a:cubicBezTo>
                    <a:pt x="5" y="52"/>
                    <a:pt x="3" y="58"/>
                    <a:pt x="0" y="63"/>
                  </a:cubicBezTo>
                  <a:cubicBezTo>
                    <a:pt x="13" y="43"/>
                    <a:pt x="24" y="21"/>
                    <a:pt x="36" y="0"/>
                  </a:cubicBezTo>
                  <a:cubicBezTo>
                    <a:pt x="29" y="9"/>
                    <a:pt x="23" y="18"/>
                    <a:pt x="18" y="28"/>
                  </a:cubicBezTo>
                  <a:cubicBezTo>
                    <a:pt x="14" y="34"/>
                    <a:pt x="11" y="41"/>
                    <a:pt x="7"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3291125" y="-909215"/>
              <a:ext cx="170280" cy="100080"/>
            </a:xfrm>
            <a:custGeom>
              <a:rect b="b" l="l" r="r" t="t"/>
              <a:pathLst>
                <a:path extrusionOk="0" h="278" w="473">
                  <a:moveTo>
                    <a:pt x="71" y="176"/>
                  </a:moveTo>
                  <a:cubicBezTo>
                    <a:pt x="108" y="145"/>
                    <a:pt x="146" y="116"/>
                    <a:pt x="186" y="89"/>
                  </a:cubicBezTo>
                  <a:cubicBezTo>
                    <a:pt x="188" y="88"/>
                    <a:pt x="190" y="89"/>
                    <a:pt x="188" y="91"/>
                  </a:cubicBezTo>
                  <a:lnTo>
                    <a:pt x="169" y="110"/>
                  </a:lnTo>
                  <a:cubicBezTo>
                    <a:pt x="173" y="107"/>
                    <a:pt x="177" y="104"/>
                    <a:pt x="181" y="102"/>
                  </a:cubicBezTo>
                  <a:cubicBezTo>
                    <a:pt x="194" y="94"/>
                    <a:pt x="208" y="88"/>
                    <a:pt x="222" y="83"/>
                  </a:cubicBezTo>
                  <a:cubicBezTo>
                    <a:pt x="304" y="55"/>
                    <a:pt x="386" y="20"/>
                    <a:pt x="472" y="0"/>
                  </a:cubicBezTo>
                  <a:cubicBezTo>
                    <a:pt x="404" y="9"/>
                    <a:pt x="336" y="13"/>
                    <a:pt x="273" y="49"/>
                  </a:cubicBezTo>
                  <a:lnTo>
                    <a:pt x="272" y="49"/>
                  </a:lnTo>
                  <a:cubicBezTo>
                    <a:pt x="271" y="49"/>
                    <a:pt x="271" y="49"/>
                    <a:pt x="271" y="49"/>
                  </a:cubicBezTo>
                  <a:cubicBezTo>
                    <a:pt x="270" y="48"/>
                    <a:pt x="270" y="48"/>
                    <a:pt x="270" y="48"/>
                  </a:cubicBezTo>
                  <a:cubicBezTo>
                    <a:pt x="270" y="47"/>
                    <a:pt x="269" y="47"/>
                    <a:pt x="269" y="46"/>
                  </a:cubicBezTo>
                  <a:cubicBezTo>
                    <a:pt x="269" y="46"/>
                    <a:pt x="270" y="46"/>
                    <a:pt x="270" y="45"/>
                  </a:cubicBezTo>
                  <a:cubicBezTo>
                    <a:pt x="279" y="38"/>
                    <a:pt x="289" y="32"/>
                    <a:pt x="298" y="26"/>
                  </a:cubicBezTo>
                  <a:cubicBezTo>
                    <a:pt x="301" y="25"/>
                    <a:pt x="303" y="24"/>
                    <a:pt x="305" y="22"/>
                  </a:cubicBezTo>
                  <a:cubicBezTo>
                    <a:pt x="269" y="32"/>
                    <a:pt x="234" y="46"/>
                    <a:pt x="201" y="64"/>
                  </a:cubicBezTo>
                  <a:cubicBezTo>
                    <a:pt x="110" y="114"/>
                    <a:pt x="31" y="176"/>
                    <a:pt x="0" y="277"/>
                  </a:cubicBezTo>
                  <a:cubicBezTo>
                    <a:pt x="1" y="275"/>
                    <a:pt x="2" y="273"/>
                    <a:pt x="3" y="271"/>
                  </a:cubicBezTo>
                  <a:cubicBezTo>
                    <a:pt x="25" y="237"/>
                    <a:pt x="40" y="204"/>
                    <a:pt x="7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3288245" y="-877535"/>
              <a:ext cx="71640" cy="80280"/>
            </a:xfrm>
            <a:custGeom>
              <a:rect b="b" l="l" r="r" t="t"/>
              <a:pathLst>
                <a:path extrusionOk="0" h="223" w="199">
                  <a:moveTo>
                    <a:pt x="16" y="216"/>
                  </a:moveTo>
                  <a:cubicBezTo>
                    <a:pt x="22" y="209"/>
                    <a:pt x="28" y="202"/>
                    <a:pt x="33" y="194"/>
                  </a:cubicBezTo>
                  <a:cubicBezTo>
                    <a:pt x="35" y="189"/>
                    <a:pt x="37" y="184"/>
                    <a:pt x="40" y="178"/>
                  </a:cubicBezTo>
                  <a:cubicBezTo>
                    <a:pt x="54" y="154"/>
                    <a:pt x="69" y="130"/>
                    <a:pt x="84" y="106"/>
                  </a:cubicBezTo>
                  <a:cubicBezTo>
                    <a:pt x="110" y="73"/>
                    <a:pt x="141" y="44"/>
                    <a:pt x="177" y="22"/>
                  </a:cubicBezTo>
                  <a:lnTo>
                    <a:pt x="197" y="3"/>
                  </a:lnTo>
                  <a:cubicBezTo>
                    <a:pt x="198" y="2"/>
                    <a:pt x="197" y="0"/>
                    <a:pt x="195" y="1"/>
                  </a:cubicBezTo>
                  <a:cubicBezTo>
                    <a:pt x="155" y="28"/>
                    <a:pt x="116" y="57"/>
                    <a:pt x="80" y="88"/>
                  </a:cubicBezTo>
                  <a:cubicBezTo>
                    <a:pt x="48" y="116"/>
                    <a:pt x="33" y="149"/>
                    <a:pt x="11" y="183"/>
                  </a:cubicBezTo>
                  <a:cubicBezTo>
                    <a:pt x="10" y="185"/>
                    <a:pt x="9" y="187"/>
                    <a:pt x="8" y="189"/>
                  </a:cubicBezTo>
                  <a:cubicBezTo>
                    <a:pt x="6" y="196"/>
                    <a:pt x="4" y="202"/>
                    <a:pt x="2" y="209"/>
                  </a:cubicBezTo>
                  <a:cubicBezTo>
                    <a:pt x="0" y="218"/>
                    <a:pt x="11" y="222"/>
                    <a:pt x="16" y="2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3388325" y="-914615"/>
              <a:ext cx="74520" cy="23040"/>
            </a:xfrm>
            <a:custGeom>
              <a:rect b="b" l="l" r="r" t="t"/>
              <a:pathLst>
                <a:path extrusionOk="0" h="64" w="207">
                  <a:moveTo>
                    <a:pt x="3" y="63"/>
                  </a:moveTo>
                  <a:cubicBezTo>
                    <a:pt x="66" y="27"/>
                    <a:pt x="134" y="24"/>
                    <a:pt x="202" y="15"/>
                  </a:cubicBezTo>
                  <a:lnTo>
                    <a:pt x="206" y="15"/>
                  </a:lnTo>
                  <a:cubicBezTo>
                    <a:pt x="205" y="14"/>
                    <a:pt x="205" y="13"/>
                    <a:pt x="205" y="12"/>
                  </a:cubicBezTo>
                  <a:cubicBezTo>
                    <a:pt x="205" y="11"/>
                    <a:pt x="205" y="10"/>
                    <a:pt x="206" y="9"/>
                  </a:cubicBezTo>
                  <a:cubicBezTo>
                    <a:pt x="205" y="8"/>
                    <a:pt x="205" y="6"/>
                    <a:pt x="205" y="5"/>
                  </a:cubicBezTo>
                  <a:cubicBezTo>
                    <a:pt x="205" y="3"/>
                    <a:pt x="205" y="2"/>
                    <a:pt x="206" y="0"/>
                  </a:cubicBezTo>
                  <a:cubicBezTo>
                    <a:pt x="170" y="6"/>
                    <a:pt x="135" y="13"/>
                    <a:pt x="100" y="22"/>
                  </a:cubicBezTo>
                  <a:cubicBezTo>
                    <a:pt x="79" y="27"/>
                    <a:pt x="57" y="32"/>
                    <a:pt x="35" y="38"/>
                  </a:cubicBezTo>
                  <a:cubicBezTo>
                    <a:pt x="33" y="39"/>
                    <a:pt x="30" y="41"/>
                    <a:pt x="28" y="42"/>
                  </a:cubicBezTo>
                  <a:cubicBezTo>
                    <a:pt x="18" y="48"/>
                    <a:pt x="9" y="54"/>
                    <a:pt x="0" y="60"/>
                  </a:cubicBezTo>
                  <a:cubicBezTo>
                    <a:pt x="0" y="61"/>
                    <a:pt x="0" y="61"/>
                    <a:pt x="0" y="61"/>
                  </a:cubicBezTo>
                  <a:lnTo>
                    <a:pt x="0" y="62"/>
                  </a:lnTo>
                  <a:cubicBezTo>
                    <a:pt x="1" y="63"/>
                    <a:pt x="1" y="63"/>
                    <a:pt x="1" y="63"/>
                  </a:cubicBezTo>
                  <a:cubicBezTo>
                    <a:pt x="2" y="63"/>
                    <a:pt x="2" y="63"/>
                    <a:pt x="2" y="63"/>
                  </a:cubicBezTo>
                  <a:cubicBezTo>
                    <a:pt x="3" y="63"/>
                    <a:pt x="3" y="63"/>
                    <a:pt x="3"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9"/>
            <p:cNvSpPr/>
            <p:nvPr/>
          </p:nvSpPr>
          <p:spPr>
            <a:xfrm>
              <a:off x="3462845" y="-920375"/>
              <a:ext cx="54000" cy="330120"/>
            </a:xfrm>
            <a:custGeom>
              <a:rect b="b" l="l" r="r" t="t"/>
              <a:pathLst>
                <a:path extrusionOk="0" h="917" w="150">
                  <a:moveTo>
                    <a:pt x="51" y="15"/>
                  </a:moveTo>
                  <a:lnTo>
                    <a:pt x="52" y="15"/>
                  </a:lnTo>
                  <a:cubicBezTo>
                    <a:pt x="52" y="15"/>
                    <a:pt x="52" y="14"/>
                    <a:pt x="53" y="15"/>
                  </a:cubicBezTo>
                  <a:cubicBezTo>
                    <a:pt x="54" y="16"/>
                    <a:pt x="53" y="15"/>
                    <a:pt x="54" y="16"/>
                  </a:cubicBezTo>
                  <a:cubicBezTo>
                    <a:pt x="55" y="17"/>
                    <a:pt x="54" y="17"/>
                    <a:pt x="54" y="18"/>
                  </a:cubicBezTo>
                  <a:lnTo>
                    <a:pt x="54" y="19"/>
                  </a:lnTo>
                  <a:cubicBezTo>
                    <a:pt x="53" y="19"/>
                    <a:pt x="53" y="20"/>
                    <a:pt x="53" y="20"/>
                  </a:cubicBezTo>
                  <a:cubicBezTo>
                    <a:pt x="52" y="20"/>
                    <a:pt x="52" y="20"/>
                    <a:pt x="52" y="20"/>
                  </a:cubicBezTo>
                  <a:lnTo>
                    <a:pt x="51" y="20"/>
                  </a:lnTo>
                  <a:cubicBezTo>
                    <a:pt x="50" y="21"/>
                    <a:pt x="50" y="21"/>
                    <a:pt x="50" y="21"/>
                  </a:cubicBezTo>
                  <a:cubicBezTo>
                    <a:pt x="49" y="21"/>
                    <a:pt x="49" y="21"/>
                    <a:pt x="49" y="22"/>
                  </a:cubicBezTo>
                  <a:cubicBezTo>
                    <a:pt x="40" y="23"/>
                    <a:pt x="32" y="25"/>
                    <a:pt x="23" y="26"/>
                  </a:cubicBezTo>
                  <a:cubicBezTo>
                    <a:pt x="23" y="27"/>
                    <a:pt x="23" y="27"/>
                    <a:pt x="23" y="28"/>
                  </a:cubicBezTo>
                  <a:lnTo>
                    <a:pt x="23" y="29"/>
                  </a:lnTo>
                  <a:lnTo>
                    <a:pt x="23" y="34"/>
                  </a:lnTo>
                  <a:cubicBezTo>
                    <a:pt x="24" y="34"/>
                    <a:pt x="24" y="34"/>
                    <a:pt x="25" y="34"/>
                  </a:cubicBezTo>
                  <a:cubicBezTo>
                    <a:pt x="32" y="34"/>
                    <a:pt x="39" y="34"/>
                    <a:pt x="46" y="35"/>
                  </a:cubicBezTo>
                  <a:cubicBezTo>
                    <a:pt x="63" y="38"/>
                    <a:pt x="69" y="69"/>
                    <a:pt x="76" y="84"/>
                  </a:cubicBezTo>
                  <a:cubicBezTo>
                    <a:pt x="89" y="112"/>
                    <a:pt x="88" y="141"/>
                    <a:pt x="99" y="168"/>
                  </a:cubicBezTo>
                  <a:cubicBezTo>
                    <a:pt x="134" y="253"/>
                    <a:pt x="127" y="356"/>
                    <a:pt x="126" y="447"/>
                  </a:cubicBezTo>
                  <a:cubicBezTo>
                    <a:pt x="126" y="510"/>
                    <a:pt x="121" y="578"/>
                    <a:pt x="115" y="641"/>
                  </a:cubicBezTo>
                  <a:cubicBezTo>
                    <a:pt x="110" y="690"/>
                    <a:pt x="98" y="738"/>
                    <a:pt x="94" y="786"/>
                  </a:cubicBezTo>
                  <a:cubicBezTo>
                    <a:pt x="92" y="820"/>
                    <a:pt x="87" y="853"/>
                    <a:pt x="79" y="886"/>
                  </a:cubicBezTo>
                  <a:cubicBezTo>
                    <a:pt x="80" y="887"/>
                    <a:pt x="80" y="887"/>
                    <a:pt x="80" y="888"/>
                  </a:cubicBezTo>
                  <a:cubicBezTo>
                    <a:pt x="81" y="889"/>
                    <a:pt x="82" y="891"/>
                    <a:pt x="82" y="892"/>
                  </a:cubicBezTo>
                  <a:cubicBezTo>
                    <a:pt x="83" y="895"/>
                    <a:pt x="83" y="898"/>
                    <a:pt x="83" y="901"/>
                  </a:cubicBezTo>
                  <a:cubicBezTo>
                    <a:pt x="83" y="906"/>
                    <a:pt x="82" y="911"/>
                    <a:pt x="80" y="916"/>
                  </a:cubicBezTo>
                  <a:lnTo>
                    <a:pt x="85" y="916"/>
                  </a:lnTo>
                  <a:lnTo>
                    <a:pt x="86" y="916"/>
                  </a:lnTo>
                  <a:cubicBezTo>
                    <a:pt x="103" y="899"/>
                    <a:pt x="102" y="864"/>
                    <a:pt x="106" y="843"/>
                  </a:cubicBezTo>
                  <a:cubicBezTo>
                    <a:pt x="116" y="796"/>
                    <a:pt x="119" y="747"/>
                    <a:pt x="126" y="700"/>
                  </a:cubicBezTo>
                  <a:cubicBezTo>
                    <a:pt x="140" y="604"/>
                    <a:pt x="147" y="507"/>
                    <a:pt x="147" y="410"/>
                  </a:cubicBezTo>
                  <a:cubicBezTo>
                    <a:pt x="148" y="394"/>
                    <a:pt x="149" y="379"/>
                    <a:pt x="149" y="363"/>
                  </a:cubicBezTo>
                  <a:cubicBezTo>
                    <a:pt x="149" y="333"/>
                    <a:pt x="147" y="302"/>
                    <a:pt x="143" y="272"/>
                  </a:cubicBezTo>
                  <a:cubicBezTo>
                    <a:pt x="137" y="226"/>
                    <a:pt x="121" y="180"/>
                    <a:pt x="117" y="134"/>
                  </a:cubicBezTo>
                  <a:cubicBezTo>
                    <a:pt x="112" y="98"/>
                    <a:pt x="100" y="63"/>
                    <a:pt x="82" y="31"/>
                  </a:cubicBezTo>
                  <a:cubicBezTo>
                    <a:pt x="81" y="31"/>
                    <a:pt x="81" y="30"/>
                    <a:pt x="81" y="30"/>
                  </a:cubicBezTo>
                  <a:cubicBezTo>
                    <a:pt x="64" y="0"/>
                    <a:pt x="41" y="14"/>
                    <a:pt x="14" y="3"/>
                  </a:cubicBezTo>
                  <a:cubicBezTo>
                    <a:pt x="12" y="2"/>
                    <a:pt x="10" y="2"/>
                    <a:pt x="9" y="2"/>
                  </a:cubicBezTo>
                  <a:cubicBezTo>
                    <a:pt x="7" y="2"/>
                    <a:pt x="4" y="3"/>
                    <a:pt x="2" y="4"/>
                  </a:cubicBezTo>
                  <a:cubicBezTo>
                    <a:pt x="1" y="4"/>
                    <a:pt x="0" y="5"/>
                    <a:pt x="0" y="6"/>
                  </a:cubicBezTo>
                  <a:cubicBezTo>
                    <a:pt x="15" y="6"/>
                    <a:pt x="31" y="8"/>
                    <a:pt x="46" y="12"/>
                  </a:cubicBezTo>
                  <a:cubicBezTo>
                    <a:pt x="47" y="12"/>
                    <a:pt x="47" y="12"/>
                    <a:pt x="47" y="12"/>
                  </a:cubicBezTo>
                  <a:cubicBezTo>
                    <a:pt x="48" y="12"/>
                    <a:pt x="49" y="12"/>
                    <a:pt x="49" y="12"/>
                  </a:cubicBezTo>
                  <a:cubicBezTo>
                    <a:pt x="50" y="13"/>
                    <a:pt x="50" y="13"/>
                    <a:pt x="51" y="14"/>
                  </a:cubicBezTo>
                  <a:lnTo>
                    <a:pt x="5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p:nvPr/>
          </p:nvSpPr>
          <p:spPr>
            <a:xfrm>
              <a:off x="3491285" y="-590615"/>
              <a:ext cx="3960" cy="2520"/>
            </a:xfrm>
            <a:custGeom>
              <a:rect b="b" l="l" r="r" t="t"/>
              <a:pathLst>
                <a:path extrusionOk="0" h="7" w="11">
                  <a:moveTo>
                    <a:pt x="3" y="0"/>
                  </a:moveTo>
                  <a:cubicBezTo>
                    <a:pt x="2" y="2"/>
                    <a:pt x="1" y="4"/>
                    <a:pt x="0" y="6"/>
                  </a:cubicBezTo>
                  <a:cubicBezTo>
                    <a:pt x="2" y="6"/>
                    <a:pt x="3" y="6"/>
                    <a:pt x="5" y="5"/>
                  </a:cubicBezTo>
                  <a:lnTo>
                    <a:pt x="6" y="4"/>
                  </a:lnTo>
                  <a:cubicBezTo>
                    <a:pt x="7" y="3"/>
                    <a:pt x="8" y="2"/>
                    <a:pt x="9" y="1"/>
                  </a:cubicBezTo>
                  <a:cubicBezTo>
                    <a:pt x="10" y="0"/>
                    <a:pt x="9" y="1"/>
                    <a:pt x="7"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9"/>
            <p:cNvSpPr/>
            <p:nvPr/>
          </p:nvSpPr>
          <p:spPr>
            <a:xfrm>
              <a:off x="3462125" y="-917495"/>
              <a:ext cx="19080" cy="2880"/>
            </a:xfrm>
            <a:custGeom>
              <a:rect b="b" l="l" r="r" t="t"/>
              <a:pathLst>
                <a:path extrusionOk="0" h="8" w="53">
                  <a:moveTo>
                    <a:pt x="0" y="7"/>
                  </a:moveTo>
                  <a:cubicBezTo>
                    <a:pt x="8" y="6"/>
                    <a:pt x="17" y="6"/>
                    <a:pt x="26" y="6"/>
                  </a:cubicBezTo>
                  <a:cubicBezTo>
                    <a:pt x="35" y="6"/>
                    <a:pt x="43" y="6"/>
                    <a:pt x="52" y="7"/>
                  </a:cubicBezTo>
                  <a:lnTo>
                    <a:pt x="51" y="6"/>
                  </a:lnTo>
                  <a:lnTo>
                    <a:pt x="50" y="6"/>
                  </a:lnTo>
                  <a:cubicBezTo>
                    <a:pt x="35" y="2"/>
                    <a:pt x="19" y="0"/>
                    <a:pt x="3" y="0"/>
                  </a:cubicBezTo>
                  <a:cubicBezTo>
                    <a:pt x="3" y="1"/>
                    <a:pt x="1" y="1"/>
                    <a:pt x="1" y="2"/>
                  </a:cubicBezTo>
                  <a:cubicBezTo>
                    <a:pt x="0" y="4"/>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a:off x="3471125" y="-913175"/>
              <a:ext cx="10440" cy="2520"/>
            </a:xfrm>
            <a:custGeom>
              <a:rect b="b" l="l" r="r" t="t"/>
              <a:pathLst>
                <a:path extrusionOk="0" h="7" w="29">
                  <a:moveTo>
                    <a:pt x="1" y="6"/>
                  </a:moveTo>
                  <a:cubicBezTo>
                    <a:pt x="9" y="5"/>
                    <a:pt x="17" y="3"/>
                    <a:pt x="26" y="1"/>
                  </a:cubicBezTo>
                  <a:lnTo>
                    <a:pt x="27" y="1"/>
                  </a:lnTo>
                  <a:lnTo>
                    <a:pt x="28" y="0"/>
                  </a:lnTo>
                  <a:cubicBezTo>
                    <a:pt x="18" y="1"/>
                    <a:pt x="9" y="3"/>
                    <a:pt x="0" y="5"/>
                  </a:cubicBezTo>
                  <a:lnTo>
                    <a:pt x="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a:off x="3481205" y="-914975"/>
              <a:ext cx="1440" cy="2520"/>
            </a:xfrm>
            <a:custGeom>
              <a:rect b="b" l="l" r="r" t="t"/>
              <a:pathLst>
                <a:path extrusionOk="0" h="7" w="4">
                  <a:moveTo>
                    <a:pt x="0" y="6"/>
                  </a:moveTo>
                  <a:lnTo>
                    <a:pt x="1" y="6"/>
                  </a:lnTo>
                  <a:cubicBezTo>
                    <a:pt x="2" y="6"/>
                    <a:pt x="2" y="5"/>
                    <a:pt x="2" y="5"/>
                  </a:cubicBezTo>
                  <a:cubicBezTo>
                    <a:pt x="2" y="5"/>
                    <a:pt x="3" y="5"/>
                    <a:pt x="3" y="4"/>
                  </a:cubicBezTo>
                  <a:lnTo>
                    <a:pt x="3" y="3"/>
                  </a:lnTo>
                  <a:lnTo>
                    <a:pt x="3" y="2"/>
                  </a:lnTo>
                  <a:cubicBezTo>
                    <a:pt x="3" y="1"/>
                    <a:pt x="2" y="1"/>
                    <a:pt x="2" y="1"/>
                  </a:cubicBezTo>
                  <a:lnTo>
                    <a:pt x="1" y="0"/>
                  </a:lnTo>
                  <a:lnTo>
                    <a:pt x="0" y="0"/>
                  </a:lnTo>
                  <a:cubicBezTo>
                    <a:pt x="1" y="1"/>
                    <a:pt x="1" y="2"/>
                    <a:pt x="1" y="3"/>
                  </a:cubicBezTo>
                  <a:cubicBezTo>
                    <a:pt x="1" y="4"/>
                    <a:pt x="1"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a:off x="3462125" y="-915335"/>
              <a:ext cx="19800" cy="4680"/>
            </a:xfrm>
            <a:custGeom>
              <a:rect b="b" l="l" r="r" t="t"/>
              <a:pathLst>
                <a:path extrusionOk="0" h="13" w="55">
                  <a:moveTo>
                    <a:pt x="25" y="12"/>
                  </a:moveTo>
                  <a:cubicBezTo>
                    <a:pt x="34" y="11"/>
                    <a:pt x="43" y="9"/>
                    <a:pt x="53" y="8"/>
                  </a:cubicBezTo>
                  <a:cubicBezTo>
                    <a:pt x="53" y="7"/>
                    <a:pt x="53" y="7"/>
                    <a:pt x="53" y="7"/>
                  </a:cubicBezTo>
                  <a:cubicBezTo>
                    <a:pt x="54" y="6"/>
                    <a:pt x="54" y="6"/>
                    <a:pt x="54" y="5"/>
                  </a:cubicBezTo>
                  <a:cubicBezTo>
                    <a:pt x="54" y="4"/>
                    <a:pt x="54" y="4"/>
                    <a:pt x="53" y="3"/>
                  </a:cubicBezTo>
                  <a:cubicBezTo>
                    <a:pt x="52" y="2"/>
                    <a:pt x="53" y="2"/>
                    <a:pt x="53" y="2"/>
                  </a:cubicBezTo>
                  <a:cubicBezTo>
                    <a:pt x="44" y="1"/>
                    <a:pt x="35" y="0"/>
                    <a:pt x="27" y="0"/>
                  </a:cubicBezTo>
                  <a:cubicBezTo>
                    <a:pt x="18" y="0"/>
                    <a:pt x="9" y="1"/>
                    <a:pt x="0" y="2"/>
                  </a:cubicBezTo>
                  <a:cubicBezTo>
                    <a:pt x="0" y="3"/>
                    <a:pt x="0" y="5"/>
                    <a:pt x="0" y="7"/>
                  </a:cubicBezTo>
                  <a:cubicBezTo>
                    <a:pt x="0" y="8"/>
                    <a:pt x="0" y="10"/>
                    <a:pt x="0" y="11"/>
                  </a:cubicBezTo>
                  <a:cubicBezTo>
                    <a:pt x="1" y="11"/>
                    <a:pt x="1" y="10"/>
                    <a:pt x="1" y="10"/>
                  </a:cubicBezTo>
                  <a:cubicBezTo>
                    <a:pt x="2" y="8"/>
                    <a:pt x="4" y="6"/>
                    <a:pt x="6" y="5"/>
                  </a:cubicBezTo>
                  <a:cubicBezTo>
                    <a:pt x="8" y="4"/>
                    <a:pt x="9" y="3"/>
                    <a:pt x="12" y="3"/>
                  </a:cubicBezTo>
                  <a:cubicBezTo>
                    <a:pt x="14" y="3"/>
                    <a:pt x="17" y="4"/>
                    <a:pt x="19" y="5"/>
                  </a:cubicBezTo>
                  <a:cubicBezTo>
                    <a:pt x="21" y="6"/>
                    <a:pt x="23" y="8"/>
                    <a:pt x="24" y="10"/>
                  </a:cubicBezTo>
                  <a:cubicBezTo>
                    <a:pt x="24" y="11"/>
                    <a:pt x="25" y="12"/>
                    <a:pt x="2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3461405" y="-909575"/>
              <a:ext cx="25920" cy="313920"/>
            </a:xfrm>
            <a:custGeom>
              <a:rect b="b" l="l" r="r" t="t"/>
              <a:pathLst>
                <a:path extrusionOk="0" h="872" w="72">
                  <a:moveTo>
                    <a:pt x="9" y="0"/>
                  </a:moveTo>
                  <a:lnTo>
                    <a:pt x="3" y="0"/>
                  </a:lnTo>
                  <a:cubicBezTo>
                    <a:pt x="17" y="78"/>
                    <a:pt x="20" y="158"/>
                    <a:pt x="33" y="237"/>
                  </a:cubicBezTo>
                  <a:cubicBezTo>
                    <a:pt x="48" y="322"/>
                    <a:pt x="44" y="404"/>
                    <a:pt x="46" y="490"/>
                  </a:cubicBezTo>
                  <a:cubicBezTo>
                    <a:pt x="49" y="585"/>
                    <a:pt x="26" y="682"/>
                    <a:pt x="15" y="777"/>
                  </a:cubicBezTo>
                  <a:cubicBezTo>
                    <a:pt x="13" y="793"/>
                    <a:pt x="0" y="805"/>
                    <a:pt x="6" y="822"/>
                  </a:cubicBezTo>
                  <a:lnTo>
                    <a:pt x="18" y="822"/>
                  </a:lnTo>
                  <a:cubicBezTo>
                    <a:pt x="19" y="822"/>
                    <a:pt x="20" y="822"/>
                    <a:pt x="21" y="823"/>
                  </a:cubicBezTo>
                  <a:cubicBezTo>
                    <a:pt x="22" y="824"/>
                    <a:pt x="23" y="825"/>
                    <a:pt x="24" y="826"/>
                  </a:cubicBezTo>
                  <a:cubicBezTo>
                    <a:pt x="25" y="827"/>
                    <a:pt x="25" y="827"/>
                    <a:pt x="25" y="829"/>
                  </a:cubicBezTo>
                  <a:cubicBezTo>
                    <a:pt x="25" y="830"/>
                    <a:pt x="25" y="832"/>
                    <a:pt x="24" y="833"/>
                  </a:cubicBezTo>
                  <a:cubicBezTo>
                    <a:pt x="23" y="834"/>
                    <a:pt x="23" y="834"/>
                    <a:pt x="23" y="834"/>
                  </a:cubicBezTo>
                  <a:cubicBezTo>
                    <a:pt x="23" y="834"/>
                    <a:pt x="23" y="835"/>
                    <a:pt x="24" y="834"/>
                  </a:cubicBezTo>
                  <a:cubicBezTo>
                    <a:pt x="25" y="833"/>
                    <a:pt x="25" y="833"/>
                    <a:pt x="26" y="833"/>
                  </a:cubicBezTo>
                  <a:cubicBezTo>
                    <a:pt x="27" y="833"/>
                    <a:pt x="28" y="833"/>
                    <a:pt x="29" y="834"/>
                  </a:cubicBezTo>
                  <a:lnTo>
                    <a:pt x="30" y="834"/>
                  </a:lnTo>
                  <a:cubicBezTo>
                    <a:pt x="31" y="836"/>
                    <a:pt x="32" y="838"/>
                    <a:pt x="33" y="840"/>
                  </a:cubicBezTo>
                  <a:cubicBezTo>
                    <a:pt x="36" y="844"/>
                    <a:pt x="38" y="849"/>
                    <a:pt x="39" y="854"/>
                  </a:cubicBezTo>
                  <a:cubicBezTo>
                    <a:pt x="39" y="855"/>
                    <a:pt x="39" y="855"/>
                    <a:pt x="39" y="856"/>
                  </a:cubicBezTo>
                  <a:cubicBezTo>
                    <a:pt x="39" y="856"/>
                    <a:pt x="39" y="857"/>
                    <a:pt x="39" y="858"/>
                  </a:cubicBezTo>
                  <a:cubicBezTo>
                    <a:pt x="44" y="862"/>
                    <a:pt x="49" y="866"/>
                    <a:pt x="53" y="871"/>
                  </a:cubicBezTo>
                  <a:cubicBezTo>
                    <a:pt x="55" y="869"/>
                    <a:pt x="56" y="868"/>
                    <a:pt x="57" y="866"/>
                  </a:cubicBezTo>
                  <a:cubicBezTo>
                    <a:pt x="58" y="864"/>
                    <a:pt x="59" y="862"/>
                    <a:pt x="60" y="860"/>
                  </a:cubicBezTo>
                  <a:cubicBezTo>
                    <a:pt x="60" y="858"/>
                    <a:pt x="60" y="857"/>
                    <a:pt x="61" y="856"/>
                  </a:cubicBezTo>
                  <a:cubicBezTo>
                    <a:pt x="62" y="854"/>
                    <a:pt x="64" y="852"/>
                    <a:pt x="66" y="851"/>
                  </a:cubicBezTo>
                  <a:cubicBezTo>
                    <a:pt x="67" y="851"/>
                    <a:pt x="67" y="850"/>
                    <a:pt x="67" y="850"/>
                  </a:cubicBezTo>
                  <a:cubicBezTo>
                    <a:pt x="60" y="839"/>
                    <a:pt x="51" y="830"/>
                    <a:pt x="40" y="823"/>
                  </a:cubicBezTo>
                  <a:cubicBezTo>
                    <a:pt x="23" y="813"/>
                    <a:pt x="48" y="737"/>
                    <a:pt x="50" y="725"/>
                  </a:cubicBezTo>
                  <a:cubicBezTo>
                    <a:pt x="64" y="629"/>
                    <a:pt x="71" y="533"/>
                    <a:pt x="71" y="436"/>
                  </a:cubicBezTo>
                  <a:cubicBezTo>
                    <a:pt x="71" y="434"/>
                    <a:pt x="71" y="432"/>
                    <a:pt x="71" y="430"/>
                  </a:cubicBezTo>
                  <a:cubicBezTo>
                    <a:pt x="68" y="286"/>
                    <a:pt x="54" y="144"/>
                    <a:pt x="29" y="3"/>
                  </a:cubicBezTo>
                  <a:cubicBezTo>
                    <a:pt x="23" y="3"/>
                    <a:pt x="17" y="2"/>
                    <a:pt x="11"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3467165" y="-608615"/>
              <a:ext cx="2520" cy="2520"/>
            </a:xfrm>
            <a:custGeom>
              <a:rect b="b" l="l" r="r" t="t"/>
              <a:pathLst>
                <a:path extrusionOk="0" h="7" w="7">
                  <a:moveTo>
                    <a:pt x="3" y="6"/>
                  </a:moveTo>
                  <a:cubicBezTo>
                    <a:pt x="3" y="5"/>
                    <a:pt x="3" y="4"/>
                    <a:pt x="4" y="3"/>
                  </a:cubicBezTo>
                  <a:cubicBezTo>
                    <a:pt x="4" y="2"/>
                    <a:pt x="5" y="1"/>
                    <a:pt x="6" y="0"/>
                  </a:cubicBezTo>
                  <a:cubicBezTo>
                    <a:pt x="6" y="1"/>
                    <a:pt x="5" y="1"/>
                    <a:pt x="5" y="1"/>
                  </a:cubicBezTo>
                  <a:cubicBezTo>
                    <a:pt x="4" y="2"/>
                    <a:pt x="3" y="2"/>
                    <a:pt x="2" y="2"/>
                  </a:cubicBezTo>
                  <a:lnTo>
                    <a:pt x="0" y="2"/>
                  </a:lnTo>
                  <a:lnTo>
                    <a:pt x="3"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9"/>
            <p:cNvSpPr/>
            <p:nvPr/>
          </p:nvSpPr>
          <p:spPr>
            <a:xfrm>
              <a:off x="3462485" y="-909215"/>
              <a:ext cx="2520" cy="720"/>
            </a:xfrm>
            <a:custGeom>
              <a:rect b="b" l="l" r="r" t="t"/>
              <a:pathLst>
                <a:path extrusionOk="0" h="2" w="7">
                  <a:moveTo>
                    <a:pt x="0" y="0"/>
                  </a:moveTo>
                  <a:lnTo>
                    <a:pt x="6" y="0"/>
                  </a:lnTo>
                  <a:lnTo>
                    <a:pt x="5" y="0"/>
                  </a:lnTo>
                  <a:lnTo>
                    <a:pt x="0" y="1"/>
                  </a:lnTo>
                  <a:lnTo>
                    <a:pt x="0" y="1"/>
                  </a:lnTo>
                  <a:lnTo>
                    <a:pt x="0" y="0"/>
                  </a:lnTo>
                </a:path>
              </a:pathLst>
            </a:custGeom>
            <a:solidFill>
              <a:schemeClr val="dk1"/>
            </a:solidFill>
            <a:ln>
              <a:noFill/>
            </a:ln>
          </p:spPr>
        </p:sp>
        <p:sp>
          <p:nvSpPr>
            <p:cNvPr id="731" name="Google Shape;731;p29"/>
            <p:cNvSpPr/>
            <p:nvPr/>
          </p:nvSpPr>
          <p:spPr>
            <a:xfrm>
              <a:off x="3462485" y="-911735"/>
              <a:ext cx="2520" cy="2520"/>
            </a:xfrm>
            <a:custGeom>
              <a:rect b="b" l="l" r="r" t="t"/>
              <a:pathLst>
                <a:path extrusionOk="0" h="7" w="7">
                  <a:moveTo>
                    <a:pt x="0" y="0"/>
                  </a:moveTo>
                  <a:cubicBezTo>
                    <a:pt x="0" y="1"/>
                    <a:pt x="0" y="2"/>
                    <a:pt x="0" y="3"/>
                  </a:cubicBezTo>
                  <a:cubicBezTo>
                    <a:pt x="0" y="4"/>
                    <a:pt x="0" y="5"/>
                    <a:pt x="0" y="6"/>
                  </a:cubicBezTo>
                  <a:lnTo>
                    <a:pt x="6" y="5"/>
                  </a:lnTo>
                  <a:cubicBezTo>
                    <a:pt x="5" y="5"/>
                    <a:pt x="5" y="5"/>
                    <a:pt x="5" y="5"/>
                  </a:cubicBezTo>
                  <a:cubicBezTo>
                    <a:pt x="3" y="4"/>
                    <a:pt x="1"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9"/>
            <p:cNvSpPr/>
            <p:nvPr/>
          </p:nvSpPr>
          <p:spPr>
            <a:xfrm>
              <a:off x="3465365" y="-910655"/>
              <a:ext cx="6840" cy="2880"/>
            </a:xfrm>
            <a:custGeom>
              <a:rect b="b" l="l" r="r" t="t"/>
              <a:pathLst>
                <a:path extrusionOk="0" h="8" w="19">
                  <a:moveTo>
                    <a:pt x="0" y="4"/>
                  </a:moveTo>
                  <a:cubicBezTo>
                    <a:pt x="6" y="6"/>
                    <a:pt x="12" y="7"/>
                    <a:pt x="18" y="7"/>
                  </a:cubicBezTo>
                  <a:lnTo>
                    <a:pt x="18" y="2"/>
                  </a:lnTo>
                  <a:cubicBezTo>
                    <a:pt x="18" y="1"/>
                    <a:pt x="18" y="1"/>
                    <a:pt x="18" y="1"/>
                  </a:cubicBezTo>
                  <a:cubicBezTo>
                    <a:pt x="18" y="0"/>
                    <a:pt x="18" y="0"/>
                    <a:pt x="18" y="0"/>
                  </a:cubicBezTo>
                  <a:lnTo>
                    <a:pt x="0" y="3"/>
                  </a:ln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a:off x="3464285" y="-911375"/>
              <a:ext cx="7560" cy="1800"/>
            </a:xfrm>
            <a:custGeom>
              <a:rect b="b" l="l" r="r" t="t"/>
              <a:pathLst>
                <a:path extrusionOk="0" h="5" w="21">
                  <a:moveTo>
                    <a:pt x="0" y="4"/>
                  </a:moveTo>
                  <a:lnTo>
                    <a:pt x="1" y="4"/>
                  </a:lnTo>
                  <a:lnTo>
                    <a:pt x="20" y="1"/>
                  </a:lnTo>
                  <a:lnTo>
                    <a:pt x="20" y="0"/>
                  </a:lnTo>
                  <a:lnTo>
                    <a:pt x="0" y="4"/>
                  </a:lnTo>
                </a:path>
              </a:pathLst>
            </a:custGeom>
            <a:solidFill>
              <a:schemeClr val="dk1"/>
            </a:solidFill>
            <a:ln>
              <a:noFill/>
            </a:ln>
          </p:spPr>
        </p:sp>
        <p:sp>
          <p:nvSpPr>
            <p:cNvPr id="734" name="Google Shape;734;p29"/>
            <p:cNvSpPr/>
            <p:nvPr/>
          </p:nvSpPr>
          <p:spPr>
            <a:xfrm>
              <a:off x="3462845" y="-913895"/>
              <a:ext cx="9000" cy="4320"/>
            </a:xfrm>
            <a:custGeom>
              <a:rect b="b" l="l" r="r" t="t"/>
              <a:pathLst>
                <a:path extrusionOk="0" h="12" w="25">
                  <a:moveTo>
                    <a:pt x="4" y="11"/>
                  </a:moveTo>
                  <a:lnTo>
                    <a:pt x="24" y="7"/>
                  </a:lnTo>
                  <a:cubicBezTo>
                    <a:pt x="24" y="7"/>
                    <a:pt x="23" y="7"/>
                    <a:pt x="23" y="6"/>
                  </a:cubicBezTo>
                  <a:cubicBezTo>
                    <a:pt x="22" y="4"/>
                    <a:pt x="20" y="3"/>
                    <a:pt x="18" y="1"/>
                  </a:cubicBezTo>
                  <a:cubicBezTo>
                    <a:pt x="16" y="0"/>
                    <a:pt x="14" y="0"/>
                    <a:pt x="12" y="0"/>
                  </a:cubicBezTo>
                  <a:cubicBezTo>
                    <a:pt x="9" y="0"/>
                    <a:pt x="7" y="0"/>
                    <a:pt x="5" y="1"/>
                  </a:cubicBezTo>
                  <a:cubicBezTo>
                    <a:pt x="3" y="3"/>
                    <a:pt x="1" y="4"/>
                    <a:pt x="0" y="6"/>
                  </a:cubicBezTo>
                  <a:cubicBezTo>
                    <a:pt x="0" y="7"/>
                    <a:pt x="1" y="7"/>
                    <a:pt x="1" y="7"/>
                  </a:cubicBezTo>
                  <a:cubicBezTo>
                    <a:pt x="2" y="9"/>
                    <a:pt x="3" y="10"/>
                    <a:pt x="4"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9"/>
            <p:cNvSpPr/>
            <p:nvPr/>
          </p:nvSpPr>
          <p:spPr>
            <a:xfrm>
              <a:off x="3277445" y="-787895"/>
              <a:ext cx="189720" cy="183960"/>
            </a:xfrm>
            <a:custGeom>
              <a:rect b="b" l="l" r="r" t="t"/>
              <a:pathLst>
                <a:path extrusionOk="0" h="511" w="527">
                  <a:moveTo>
                    <a:pt x="111" y="417"/>
                  </a:moveTo>
                  <a:cubicBezTo>
                    <a:pt x="130" y="432"/>
                    <a:pt x="150" y="446"/>
                    <a:pt x="170" y="458"/>
                  </a:cubicBezTo>
                  <a:cubicBezTo>
                    <a:pt x="171" y="458"/>
                    <a:pt x="171" y="457"/>
                    <a:pt x="171" y="457"/>
                  </a:cubicBezTo>
                  <a:cubicBezTo>
                    <a:pt x="172" y="455"/>
                    <a:pt x="173" y="454"/>
                    <a:pt x="173" y="453"/>
                  </a:cubicBezTo>
                  <a:cubicBezTo>
                    <a:pt x="174" y="453"/>
                    <a:pt x="174" y="453"/>
                    <a:pt x="174" y="453"/>
                  </a:cubicBezTo>
                  <a:cubicBezTo>
                    <a:pt x="176" y="452"/>
                    <a:pt x="178" y="452"/>
                    <a:pt x="179" y="452"/>
                  </a:cubicBezTo>
                  <a:cubicBezTo>
                    <a:pt x="181" y="452"/>
                    <a:pt x="182" y="452"/>
                    <a:pt x="183" y="453"/>
                  </a:cubicBezTo>
                  <a:cubicBezTo>
                    <a:pt x="184" y="453"/>
                    <a:pt x="184" y="453"/>
                    <a:pt x="184" y="453"/>
                  </a:cubicBezTo>
                  <a:lnTo>
                    <a:pt x="187" y="455"/>
                  </a:lnTo>
                  <a:cubicBezTo>
                    <a:pt x="187" y="456"/>
                    <a:pt x="188" y="456"/>
                    <a:pt x="188" y="457"/>
                  </a:cubicBezTo>
                  <a:cubicBezTo>
                    <a:pt x="189" y="458"/>
                    <a:pt x="189" y="459"/>
                    <a:pt x="189" y="460"/>
                  </a:cubicBezTo>
                  <a:cubicBezTo>
                    <a:pt x="189" y="461"/>
                    <a:pt x="189" y="462"/>
                    <a:pt x="188" y="463"/>
                  </a:cubicBezTo>
                  <a:cubicBezTo>
                    <a:pt x="188" y="464"/>
                    <a:pt x="187" y="464"/>
                    <a:pt x="187" y="465"/>
                  </a:cubicBezTo>
                  <a:cubicBezTo>
                    <a:pt x="187" y="465"/>
                    <a:pt x="187" y="466"/>
                    <a:pt x="187" y="467"/>
                  </a:cubicBezTo>
                  <a:cubicBezTo>
                    <a:pt x="187" y="467"/>
                    <a:pt x="187" y="468"/>
                    <a:pt x="187" y="469"/>
                  </a:cubicBezTo>
                  <a:cubicBezTo>
                    <a:pt x="200" y="475"/>
                    <a:pt x="213" y="481"/>
                    <a:pt x="226" y="487"/>
                  </a:cubicBezTo>
                  <a:cubicBezTo>
                    <a:pt x="227" y="486"/>
                    <a:pt x="228" y="484"/>
                    <a:pt x="229" y="483"/>
                  </a:cubicBezTo>
                  <a:cubicBezTo>
                    <a:pt x="230" y="483"/>
                    <a:pt x="230" y="483"/>
                    <a:pt x="231" y="482"/>
                  </a:cubicBezTo>
                  <a:cubicBezTo>
                    <a:pt x="232" y="482"/>
                    <a:pt x="234" y="481"/>
                    <a:pt x="235" y="481"/>
                  </a:cubicBezTo>
                  <a:cubicBezTo>
                    <a:pt x="237" y="481"/>
                    <a:pt x="238" y="481"/>
                    <a:pt x="239" y="482"/>
                  </a:cubicBezTo>
                  <a:cubicBezTo>
                    <a:pt x="240" y="482"/>
                    <a:pt x="240" y="483"/>
                    <a:pt x="240" y="483"/>
                  </a:cubicBezTo>
                  <a:cubicBezTo>
                    <a:pt x="241" y="484"/>
                    <a:pt x="242" y="485"/>
                    <a:pt x="243" y="487"/>
                  </a:cubicBezTo>
                  <a:cubicBezTo>
                    <a:pt x="244" y="489"/>
                    <a:pt x="245" y="491"/>
                    <a:pt x="245" y="493"/>
                  </a:cubicBezTo>
                  <a:cubicBezTo>
                    <a:pt x="251" y="495"/>
                    <a:pt x="257" y="497"/>
                    <a:pt x="264" y="499"/>
                  </a:cubicBezTo>
                  <a:cubicBezTo>
                    <a:pt x="265" y="498"/>
                    <a:pt x="265" y="498"/>
                    <a:pt x="265" y="498"/>
                  </a:cubicBezTo>
                  <a:cubicBezTo>
                    <a:pt x="267" y="495"/>
                    <a:pt x="268" y="493"/>
                    <a:pt x="271" y="491"/>
                  </a:cubicBezTo>
                  <a:cubicBezTo>
                    <a:pt x="271" y="490"/>
                    <a:pt x="272" y="490"/>
                    <a:pt x="272" y="490"/>
                  </a:cubicBezTo>
                  <a:cubicBezTo>
                    <a:pt x="274" y="489"/>
                    <a:pt x="274" y="489"/>
                    <a:pt x="275" y="489"/>
                  </a:cubicBezTo>
                  <a:cubicBezTo>
                    <a:pt x="277" y="489"/>
                    <a:pt x="278" y="489"/>
                    <a:pt x="279" y="490"/>
                  </a:cubicBezTo>
                  <a:cubicBezTo>
                    <a:pt x="280" y="490"/>
                    <a:pt x="281" y="491"/>
                    <a:pt x="282" y="492"/>
                  </a:cubicBezTo>
                  <a:cubicBezTo>
                    <a:pt x="282" y="493"/>
                    <a:pt x="284" y="494"/>
                    <a:pt x="284" y="495"/>
                  </a:cubicBezTo>
                  <a:cubicBezTo>
                    <a:pt x="287" y="498"/>
                    <a:pt x="286" y="501"/>
                    <a:pt x="287" y="504"/>
                  </a:cubicBezTo>
                  <a:cubicBezTo>
                    <a:pt x="295" y="505"/>
                    <a:pt x="302" y="506"/>
                    <a:pt x="310" y="507"/>
                  </a:cubicBezTo>
                  <a:cubicBezTo>
                    <a:pt x="312" y="504"/>
                    <a:pt x="314" y="501"/>
                    <a:pt x="317" y="499"/>
                  </a:cubicBezTo>
                  <a:cubicBezTo>
                    <a:pt x="319" y="498"/>
                    <a:pt x="321" y="498"/>
                    <a:pt x="322" y="497"/>
                  </a:cubicBezTo>
                  <a:cubicBezTo>
                    <a:pt x="326" y="496"/>
                    <a:pt x="329" y="499"/>
                    <a:pt x="331" y="502"/>
                  </a:cubicBezTo>
                  <a:cubicBezTo>
                    <a:pt x="331" y="502"/>
                    <a:pt x="332" y="502"/>
                    <a:pt x="332" y="503"/>
                  </a:cubicBezTo>
                  <a:cubicBezTo>
                    <a:pt x="334" y="505"/>
                    <a:pt x="333" y="507"/>
                    <a:pt x="334" y="509"/>
                  </a:cubicBezTo>
                  <a:cubicBezTo>
                    <a:pt x="347" y="510"/>
                    <a:pt x="361" y="510"/>
                    <a:pt x="374" y="510"/>
                  </a:cubicBezTo>
                  <a:cubicBezTo>
                    <a:pt x="398" y="510"/>
                    <a:pt x="422" y="509"/>
                    <a:pt x="447" y="507"/>
                  </a:cubicBezTo>
                  <a:cubicBezTo>
                    <a:pt x="447" y="505"/>
                    <a:pt x="448" y="504"/>
                    <a:pt x="449" y="502"/>
                  </a:cubicBezTo>
                  <a:cubicBezTo>
                    <a:pt x="450" y="500"/>
                    <a:pt x="451" y="499"/>
                    <a:pt x="452" y="497"/>
                  </a:cubicBezTo>
                  <a:cubicBezTo>
                    <a:pt x="453" y="497"/>
                    <a:pt x="453" y="497"/>
                    <a:pt x="454" y="496"/>
                  </a:cubicBezTo>
                  <a:cubicBezTo>
                    <a:pt x="454" y="496"/>
                    <a:pt x="456" y="495"/>
                    <a:pt x="457" y="495"/>
                  </a:cubicBezTo>
                  <a:cubicBezTo>
                    <a:pt x="459" y="495"/>
                    <a:pt x="460" y="495"/>
                    <a:pt x="460" y="496"/>
                  </a:cubicBezTo>
                  <a:cubicBezTo>
                    <a:pt x="461" y="497"/>
                    <a:pt x="461" y="497"/>
                    <a:pt x="461" y="497"/>
                  </a:cubicBezTo>
                  <a:cubicBezTo>
                    <a:pt x="462" y="498"/>
                    <a:pt x="463" y="499"/>
                    <a:pt x="463" y="500"/>
                  </a:cubicBezTo>
                  <a:cubicBezTo>
                    <a:pt x="465" y="502"/>
                    <a:pt x="464" y="503"/>
                    <a:pt x="465" y="505"/>
                  </a:cubicBezTo>
                  <a:lnTo>
                    <a:pt x="486" y="503"/>
                  </a:lnTo>
                  <a:cubicBezTo>
                    <a:pt x="487" y="501"/>
                    <a:pt x="488" y="498"/>
                    <a:pt x="489" y="496"/>
                  </a:cubicBezTo>
                  <a:cubicBezTo>
                    <a:pt x="490" y="495"/>
                    <a:pt x="491" y="494"/>
                    <a:pt x="491" y="493"/>
                  </a:cubicBezTo>
                  <a:cubicBezTo>
                    <a:pt x="492" y="492"/>
                    <a:pt x="493" y="492"/>
                    <a:pt x="493" y="492"/>
                  </a:cubicBezTo>
                  <a:cubicBezTo>
                    <a:pt x="495" y="491"/>
                    <a:pt x="495" y="491"/>
                    <a:pt x="496" y="491"/>
                  </a:cubicBezTo>
                  <a:cubicBezTo>
                    <a:pt x="497" y="491"/>
                    <a:pt x="499" y="491"/>
                    <a:pt x="500" y="492"/>
                  </a:cubicBezTo>
                  <a:cubicBezTo>
                    <a:pt x="500" y="492"/>
                    <a:pt x="501" y="492"/>
                    <a:pt x="501" y="493"/>
                  </a:cubicBezTo>
                  <a:cubicBezTo>
                    <a:pt x="502" y="494"/>
                    <a:pt x="503" y="495"/>
                    <a:pt x="504" y="497"/>
                  </a:cubicBezTo>
                  <a:cubicBezTo>
                    <a:pt x="505" y="498"/>
                    <a:pt x="506" y="500"/>
                    <a:pt x="506" y="502"/>
                  </a:cubicBezTo>
                  <a:lnTo>
                    <a:pt x="526" y="501"/>
                  </a:lnTo>
                  <a:cubicBezTo>
                    <a:pt x="523" y="498"/>
                    <a:pt x="522" y="494"/>
                    <a:pt x="519" y="491"/>
                  </a:cubicBezTo>
                  <a:cubicBezTo>
                    <a:pt x="519" y="490"/>
                    <a:pt x="518" y="489"/>
                    <a:pt x="517" y="488"/>
                  </a:cubicBezTo>
                  <a:cubicBezTo>
                    <a:pt x="517" y="486"/>
                    <a:pt x="517" y="486"/>
                    <a:pt x="517" y="485"/>
                  </a:cubicBezTo>
                  <a:cubicBezTo>
                    <a:pt x="445" y="482"/>
                    <a:pt x="375" y="497"/>
                    <a:pt x="303" y="481"/>
                  </a:cubicBezTo>
                  <a:cubicBezTo>
                    <a:pt x="241" y="467"/>
                    <a:pt x="165" y="440"/>
                    <a:pt x="123" y="392"/>
                  </a:cubicBezTo>
                  <a:cubicBezTo>
                    <a:pt x="108" y="374"/>
                    <a:pt x="94" y="355"/>
                    <a:pt x="82" y="335"/>
                  </a:cubicBezTo>
                  <a:cubicBezTo>
                    <a:pt x="53" y="284"/>
                    <a:pt x="36" y="227"/>
                    <a:pt x="34" y="168"/>
                  </a:cubicBezTo>
                  <a:cubicBezTo>
                    <a:pt x="32" y="133"/>
                    <a:pt x="29" y="97"/>
                    <a:pt x="29" y="61"/>
                  </a:cubicBezTo>
                  <a:cubicBezTo>
                    <a:pt x="31" y="41"/>
                    <a:pt x="34" y="20"/>
                    <a:pt x="39" y="0"/>
                  </a:cubicBezTo>
                  <a:cubicBezTo>
                    <a:pt x="28" y="26"/>
                    <a:pt x="18" y="53"/>
                    <a:pt x="8" y="80"/>
                  </a:cubicBezTo>
                  <a:cubicBezTo>
                    <a:pt x="0" y="203"/>
                    <a:pt x="23" y="348"/>
                    <a:pt x="111" y="4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9"/>
            <p:cNvSpPr/>
            <p:nvPr/>
          </p:nvSpPr>
          <p:spPr>
            <a:xfrm>
              <a:off x="3280325" y="-799055"/>
              <a:ext cx="12240" cy="40320"/>
            </a:xfrm>
            <a:custGeom>
              <a:rect b="b" l="l" r="r" t="t"/>
              <a:pathLst>
                <a:path extrusionOk="0" h="112" w="34">
                  <a:moveTo>
                    <a:pt x="33" y="9"/>
                  </a:moveTo>
                  <a:cubicBezTo>
                    <a:pt x="33" y="7"/>
                    <a:pt x="32" y="6"/>
                    <a:pt x="32" y="5"/>
                  </a:cubicBezTo>
                  <a:cubicBezTo>
                    <a:pt x="31" y="3"/>
                    <a:pt x="30" y="2"/>
                    <a:pt x="28" y="1"/>
                  </a:cubicBezTo>
                  <a:cubicBezTo>
                    <a:pt x="26" y="0"/>
                    <a:pt x="25" y="0"/>
                    <a:pt x="24" y="0"/>
                  </a:cubicBezTo>
                  <a:cubicBezTo>
                    <a:pt x="22" y="0"/>
                    <a:pt x="21" y="0"/>
                    <a:pt x="19" y="1"/>
                  </a:cubicBezTo>
                  <a:cubicBezTo>
                    <a:pt x="17" y="2"/>
                    <a:pt x="17" y="3"/>
                    <a:pt x="16" y="5"/>
                  </a:cubicBezTo>
                  <a:cubicBezTo>
                    <a:pt x="16" y="5"/>
                    <a:pt x="16" y="6"/>
                    <a:pt x="15" y="6"/>
                  </a:cubicBezTo>
                  <a:cubicBezTo>
                    <a:pt x="7" y="41"/>
                    <a:pt x="2" y="76"/>
                    <a:pt x="0" y="111"/>
                  </a:cubicBezTo>
                  <a:cubicBezTo>
                    <a:pt x="10" y="84"/>
                    <a:pt x="20" y="57"/>
                    <a:pt x="31" y="30"/>
                  </a:cubicBezTo>
                  <a:cubicBezTo>
                    <a:pt x="32" y="23"/>
                    <a:pt x="33" y="16"/>
                    <a:pt x="33"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p:nvPr/>
          </p:nvSpPr>
          <p:spPr>
            <a:xfrm>
              <a:off x="3463205" y="-612935"/>
              <a:ext cx="6840" cy="5760"/>
            </a:xfrm>
            <a:custGeom>
              <a:rect b="b" l="l" r="r" t="t"/>
              <a:pathLst>
                <a:path extrusionOk="0" h="16" w="19">
                  <a:moveTo>
                    <a:pt x="16" y="12"/>
                  </a:moveTo>
                  <a:cubicBezTo>
                    <a:pt x="17" y="12"/>
                    <a:pt x="17" y="11"/>
                    <a:pt x="17" y="11"/>
                  </a:cubicBezTo>
                  <a:cubicBezTo>
                    <a:pt x="18" y="10"/>
                    <a:pt x="18" y="8"/>
                    <a:pt x="18" y="7"/>
                  </a:cubicBezTo>
                  <a:cubicBezTo>
                    <a:pt x="18" y="6"/>
                    <a:pt x="18" y="5"/>
                    <a:pt x="17" y="3"/>
                  </a:cubicBezTo>
                  <a:cubicBezTo>
                    <a:pt x="16" y="1"/>
                    <a:pt x="16" y="1"/>
                    <a:pt x="15" y="1"/>
                  </a:cubicBezTo>
                  <a:cubicBezTo>
                    <a:pt x="13" y="0"/>
                    <a:pt x="12" y="0"/>
                    <a:pt x="11" y="0"/>
                  </a:cubicBezTo>
                  <a:lnTo>
                    <a:pt x="0" y="0"/>
                  </a:lnTo>
                  <a:cubicBezTo>
                    <a:pt x="0" y="0"/>
                    <a:pt x="0" y="1"/>
                    <a:pt x="0" y="2"/>
                  </a:cubicBezTo>
                  <a:cubicBezTo>
                    <a:pt x="0" y="3"/>
                    <a:pt x="1" y="4"/>
                    <a:pt x="1" y="5"/>
                  </a:cubicBezTo>
                  <a:cubicBezTo>
                    <a:pt x="3" y="9"/>
                    <a:pt x="6" y="12"/>
                    <a:pt x="8" y="15"/>
                  </a:cubicBezTo>
                  <a:lnTo>
                    <a:pt x="10" y="15"/>
                  </a:lnTo>
                  <a:cubicBezTo>
                    <a:pt x="12" y="15"/>
                    <a:pt x="13" y="15"/>
                    <a:pt x="14" y="14"/>
                  </a:cubicBezTo>
                  <a:cubicBezTo>
                    <a:pt x="15" y="14"/>
                    <a:pt x="16" y="13"/>
                    <a:pt x="1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9"/>
            <p:cNvSpPr/>
            <p:nvPr/>
          </p:nvSpPr>
          <p:spPr>
            <a:xfrm>
              <a:off x="3555365" y="-980855"/>
              <a:ext cx="31680" cy="412200"/>
            </a:xfrm>
            <a:custGeom>
              <a:rect b="b" l="l" r="r" t="t"/>
              <a:pathLst>
                <a:path extrusionOk="0" h="1145" w="88">
                  <a:moveTo>
                    <a:pt x="8" y="29"/>
                  </a:moveTo>
                  <a:lnTo>
                    <a:pt x="0" y="30"/>
                  </a:lnTo>
                  <a:cubicBezTo>
                    <a:pt x="9" y="67"/>
                    <a:pt x="16" y="106"/>
                    <a:pt x="21" y="144"/>
                  </a:cubicBezTo>
                  <a:cubicBezTo>
                    <a:pt x="21" y="169"/>
                    <a:pt x="24" y="194"/>
                    <a:pt x="29" y="218"/>
                  </a:cubicBezTo>
                  <a:cubicBezTo>
                    <a:pt x="40" y="275"/>
                    <a:pt x="46" y="333"/>
                    <a:pt x="46" y="391"/>
                  </a:cubicBezTo>
                  <a:cubicBezTo>
                    <a:pt x="46" y="397"/>
                    <a:pt x="46" y="402"/>
                    <a:pt x="46" y="408"/>
                  </a:cubicBezTo>
                  <a:cubicBezTo>
                    <a:pt x="46" y="461"/>
                    <a:pt x="46" y="512"/>
                    <a:pt x="46" y="564"/>
                  </a:cubicBezTo>
                  <a:cubicBezTo>
                    <a:pt x="46" y="671"/>
                    <a:pt x="42" y="777"/>
                    <a:pt x="41" y="883"/>
                  </a:cubicBezTo>
                  <a:cubicBezTo>
                    <a:pt x="41" y="933"/>
                    <a:pt x="41" y="983"/>
                    <a:pt x="41" y="1032"/>
                  </a:cubicBezTo>
                  <a:cubicBezTo>
                    <a:pt x="41" y="1061"/>
                    <a:pt x="47" y="1120"/>
                    <a:pt x="25" y="1144"/>
                  </a:cubicBezTo>
                  <a:cubicBezTo>
                    <a:pt x="32" y="1142"/>
                    <a:pt x="38" y="1140"/>
                    <a:pt x="45" y="1139"/>
                  </a:cubicBezTo>
                  <a:lnTo>
                    <a:pt x="46" y="1139"/>
                  </a:lnTo>
                  <a:cubicBezTo>
                    <a:pt x="47" y="1139"/>
                    <a:pt x="48" y="1139"/>
                    <a:pt x="49" y="1140"/>
                  </a:cubicBezTo>
                  <a:cubicBezTo>
                    <a:pt x="50" y="1140"/>
                    <a:pt x="50" y="1140"/>
                    <a:pt x="50" y="1141"/>
                  </a:cubicBezTo>
                  <a:cubicBezTo>
                    <a:pt x="87" y="1096"/>
                    <a:pt x="67" y="992"/>
                    <a:pt x="67" y="947"/>
                  </a:cubicBezTo>
                  <a:cubicBezTo>
                    <a:pt x="67" y="834"/>
                    <a:pt x="72" y="721"/>
                    <a:pt x="72" y="609"/>
                  </a:cubicBezTo>
                  <a:cubicBezTo>
                    <a:pt x="72" y="542"/>
                    <a:pt x="72" y="475"/>
                    <a:pt x="72" y="409"/>
                  </a:cubicBezTo>
                  <a:cubicBezTo>
                    <a:pt x="72" y="407"/>
                    <a:pt x="72" y="405"/>
                    <a:pt x="72" y="404"/>
                  </a:cubicBezTo>
                  <a:cubicBezTo>
                    <a:pt x="72" y="383"/>
                    <a:pt x="71" y="362"/>
                    <a:pt x="67" y="341"/>
                  </a:cubicBezTo>
                  <a:cubicBezTo>
                    <a:pt x="63" y="312"/>
                    <a:pt x="70" y="283"/>
                    <a:pt x="65" y="255"/>
                  </a:cubicBezTo>
                  <a:cubicBezTo>
                    <a:pt x="57" y="216"/>
                    <a:pt x="55" y="178"/>
                    <a:pt x="48" y="140"/>
                  </a:cubicBezTo>
                  <a:cubicBezTo>
                    <a:pt x="44" y="117"/>
                    <a:pt x="47" y="90"/>
                    <a:pt x="41" y="67"/>
                  </a:cubicBezTo>
                  <a:cubicBezTo>
                    <a:pt x="35" y="49"/>
                    <a:pt x="29" y="30"/>
                    <a:pt x="25" y="11"/>
                  </a:cubicBezTo>
                  <a:cubicBezTo>
                    <a:pt x="25" y="9"/>
                    <a:pt x="25" y="8"/>
                    <a:pt x="24" y="6"/>
                  </a:cubicBezTo>
                  <a:cubicBezTo>
                    <a:pt x="23" y="4"/>
                    <a:pt x="21" y="3"/>
                    <a:pt x="19" y="1"/>
                  </a:cubicBezTo>
                  <a:cubicBezTo>
                    <a:pt x="17" y="0"/>
                    <a:pt x="15" y="0"/>
                    <a:pt x="13" y="0"/>
                  </a:cubicBezTo>
                  <a:cubicBezTo>
                    <a:pt x="10" y="0"/>
                    <a:pt x="8" y="0"/>
                    <a:pt x="6" y="1"/>
                  </a:cubicBezTo>
                  <a:cubicBezTo>
                    <a:pt x="5" y="2"/>
                    <a:pt x="5" y="2"/>
                    <a:pt x="4" y="3"/>
                  </a:cubicBezTo>
                  <a:cubicBezTo>
                    <a:pt x="7" y="6"/>
                    <a:pt x="9" y="9"/>
                    <a:pt x="11" y="13"/>
                  </a:cubicBezTo>
                  <a:cubicBezTo>
                    <a:pt x="12" y="14"/>
                    <a:pt x="13" y="16"/>
                    <a:pt x="13" y="17"/>
                  </a:cubicBezTo>
                  <a:cubicBezTo>
                    <a:pt x="14" y="18"/>
                    <a:pt x="14" y="20"/>
                    <a:pt x="14" y="21"/>
                  </a:cubicBezTo>
                  <a:cubicBezTo>
                    <a:pt x="14" y="22"/>
                    <a:pt x="14" y="24"/>
                    <a:pt x="13" y="25"/>
                  </a:cubicBezTo>
                  <a:cubicBezTo>
                    <a:pt x="12" y="26"/>
                    <a:pt x="12" y="27"/>
                    <a:pt x="10" y="28"/>
                  </a:cubicBezTo>
                  <a:cubicBezTo>
                    <a:pt x="10" y="28"/>
                    <a:pt x="9" y="28"/>
                    <a:pt x="8"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9"/>
            <p:cNvSpPr/>
            <p:nvPr/>
          </p:nvSpPr>
          <p:spPr>
            <a:xfrm>
              <a:off x="3562205" y="-571175"/>
              <a:ext cx="11880" cy="7560"/>
            </a:xfrm>
            <a:custGeom>
              <a:rect b="b" l="l" r="r" t="t"/>
              <a:pathLst>
                <a:path extrusionOk="0" h="21" w="33">
                  <a:moveTo>
                    <a:pt x="26" y="0"/>
                  </a:moveTo>
                  <a:cubicBezTo>
                    <a:pt x="19" y="1"/>
                    <a:pt x="12" y="3"/>
                    <a:pt x="6" y="5"/>
                  </a:cubicBezTo>
                  <a:lnTo>
                    <a:pt x="6" y="6"/>
                  </a:lnTo>
                  <a:cubicBezTo>
                    <a:pt x="0" y="12"/>
                    <a:pt x="9" y="20"/>
                    <a:pt x="15" y="16"/>
                  </a:cubicBezTo>
                  <a:cubicBezTo>
                    <a:pt x="16" y="16"/>
                    <a:pt x="16" y="16"/>
                    <a:pt x="16" y="16"/>
                  </a:cubicBezTo>
                  <a:cubicBezTo>
                    <a:pt x="22" y="12"/>
                    <a:pt x="28" y="8"/>
                    <a:pt x="32" y="2"/>
                  </a:cubicBezTo>
                  <a:cubicBezTo>
                    <a:pt x="32" y="1"/>
                    <a:pt x="31" y="2"/>
                    <a:pt x="30" y="1"/>
                  </a:cubicBezTo>
                  <a:cubicBezTo>
                    <a:pt x="29" y="0"/>
                    <a:pt x="29" y="0"/>
                    <a:pt x="28" y="0"/>
                  </a:cubicBezTo>
                  <a:cubicBezTo>
                    <a:pt x="27" y="0"/>
                    <a:pt x="26" y="0"/>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9"/>
            <p:cNvSpPr/>
            <p:nvPr/>
          </p:nvSpPr>
          <p:spPr>
            <a:xfrm>
              <a:off x="3468605" y="-1000295"/>
              <a:ext cx="15120" cy="7200"/>
            </a:xfrm>
            <a:custGeom>
              <a:rect b="b" l="l" r="r" t="t"/>
              <a:pathLst>
                <a:path extrusionOk="0" h="20" w="42">
                  <a:moveTo>
                    <a:pt x="14" y="19"/>
                  </a:moveTo>
                  <a:lnTo>
                    <a:pt x="40" y="19"/>
                  </a:lnTo>
                  <a:cubicBezTo>
                    <a:pt x="39" y="18"/>
                    <a:pt x="38" y="16"/>
                    <a:pt x="37" y="15"/>
                  </a:cubicBezTo>
                  <a:cubicBezTo>
                    <a:pt x="37" y="14"/>
                    <a:pt x="36" y="14"/>
                    <a:pt x="36" y="14"/>
                  </a:cubicBezTo>
                  <a:cubicBezTo>
                    <a:pt x="35" y="12"/>
                    <a:pt x="35" y="11"/>
                    <a:pt x="35" y="9"/>
                  </a:cubicBezTo>
                  <a:cubicBezTo>
                    <a:pt x="35" y="7"/>
                    <a:pt x="35" y="6"/>
                    <a:pt x="36" y="4"/>
                  </a:cubicBezTo>
                  <a:cubicBezTo>
                    <a:pt x="37" y="2"/>
                    <a:pt x="38" y="1"/>
                    <a:pt x="40" y="0"/>
                  </a:cubicBezTo>
                  <a:lnTo>
                    <a:pt x="41" y="0"/>
                  </a:lnTo>
                  <a:cubicBezTo>
                    <a:pt x="28" y="0"/>
                    <a:pt x="14" y="0"/>
                    <a:pt x="0" y="0"/>
                  </a:cubicBezTo>
                  <a:cubicBezTo>
                    <a:pt x="5" y="4"/>
                    <a:pt x="9" y="9"/>
                    <a:pt x="12" y="14"/>
                  </a:cubicBezTo>
                  <a:cubicBezTo>
                    <a:pt x="13" y="16"/>
                    <a:pt x="14" y="17"/>
                    <a:pt x="1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9"/>
            <p:cNvSpPr/>
            <p:nvPr/>
          </p:nvSpPr>
          <p:spPr>
            <a:xfrm>
              <a:off x="3190325" y="-999575"/>
              <a:ext cx="274320" cy="37440"/>
            </a:xfrm>
            <a:custGeom>
              <a:rect b="b" l="l" r="r" t="t"/>
              <a:pathLst>
                <a:path extrusionOk="0" h="104" w="762">
                  <a:moveTo>
                    <a:pt x="58" y="95"/>
                  </a:moveTo>
                  <a:cubicBezTo>
                    <a:pt x="57" y="93"/>
                    <a:pt x="56" y="92"/>
                    <a:pt x="56" y="90"/>
                  </a:cubicBezTo>
                  <a:cubicBezTo>
                    <a:pt x="56" y="89"/>
                    <a:pt x="57" y="88"/>
                    <a:pt x="58" y="86"/>
                  </a:cubicBezTo>
                  <a:cubicBezTo>
                    <a:pt x="59" y="84"/>
                    <a:pt x="60" y="83"/>
                    <a:pt x="61" y="82"/>
                  </a:cubicBezTo>
                  <a:cubicBezTo>
                    <a:pt x="62" y="82"/>
                    <a:pt x="63" y="82"/>
                    <a:pt x="63" y="81"/>
                  </a:cubicBezTo>
                  <a:cubicBezTo>
                    <a:pt x="66" y="81"/>
                    <a:pt x="69" y="81"/>
                    <a:pt x="72" y="81"/>
                  </a:cubicBezTo>
                  <a:cubicBezTo>
                    <a:pt x="80" y="81"/>
                    <a:pt x="88" y="83"/>
                    <a:pt x="95" y="87"/>
                  </a:cubicBezTo>
                  <a:lnTo>
                    <a:pt x="121" y="82"/>
                  </a:lnTo>
                  <a:cubicBezTo>
                    <a:pt x="121" y="81"/>
                    <a:pt x="120" y="80"/>
                    <a:pt x="120" y="79"/>
                  </a:cubicBezTo>
                  <a:cubicBezTo>
                    <a:pt x="120" y="78"/>
                    <a:pt x="120" y="77"/>
                    <a:pt x="121" y="76"/>
                  </a:cubicBezTo>
                  <a:cubicBezTo>
                    <a:pt x="122" y="75"/>
                    <a:pt x="122" y="74"/>
                    <a:pt x="123" y="74"/>
                  </a:cubicBezTo>
                  <a:cubicBezTo>
                    <a:pt x="124" y="73"/>
                    <a:pt x="124" y="73"/>
                    <a:pt x="124" y="73"/>
                  </a:cubicBezTo>
                  <a:cubicBezTo>
                    <a:pt x="129" y="71"/>
                    <a:pt x="133" y="71"/>
                    <a:pt x="138" y="71"/>
                  </a:cubicBezTo>
                  <a:cubicBezTo>
                    <a:pt x="145" y="71"/>
                    <a:pt x="152" y="72"/>
                    <a:pt x="158" y="76"/>
                  </a:cubicBezTo>
                  <a:cubicBezTo>
                    <a:pt x="178" y="72"/>
                    <a:pt x="198" y="70"/>
                    <a:pt x="219" y="68"/>
                  </a:cubicBezTo>
                  <a:cubicBezTo>
                    <a:pt x="220" y="68"/>
                    <a:pt x="221" y="68"/>
                    <a:pt x="223" y="68"/>
                  </a:cubicBezTo>
                  <a:cubicBezTo>
                    <a:pt x="224" y="68"/>
                    <a:pt x="226" y="68"/>
                    <a:pt x="227" y="68"/>
                  </a:cubicBezTo>
                  <a:cubicBezTo>
                    <a:pt x="248" y="66"/>
                    <a:pt x="268" y="65"/>
                    <a:pt x="288" y="64"/>
                  </a:cubicBezTo>
                  <a:cubicBezTo>
                    <a:pt x="288" y="64"/>
                    <a:pt x="287" y="64"/>
                    <a:pt x="286" y="63"/>
                  </a:cubicBezTo>
                  <a:cubicBezTo>
                    <a:pt x="285" y="62"/>
                    <a:pt x="283" y="62"/>
                    <a:pt x="282" y="61"/>
                  </a:cubicBezTo>
                  <a:cubicBezTo>
                    <a:pt x="281" y="61"/>
                    <a:pt x="280" y="61"/>
                    <a:pt x="279" y="60"/>
                  </a:cubicBezTo>
                  <a:cubicBezTo>
                    <a:pt x="277" y="59"/>
                    <a:pt x="276" y="59"/>
                    <a:pt x="275" y="57"/>
                  </a:cubicBezTo>
                  <a:cubicBezTo>
                    <a:pt x="274" y="55"/>
                    <a:pt x="274" y="54"/>
                    <a:pt x="274" y="52"/>
                  </a:cubicBezTo>
                  <a:cubicBezTo>
                    <a:pt x="274" y="50"/>
                    <a:pt x="274" y="49"/>
                    <a:pt x="275" y="47"/>
                  </a:cubicBezTo>
                  <a:cubicBezTo>
                    <a:pt x="276" y="45"/>
                    <a:pt x="277" y="45"/>
                    <a:pt x="279" y="44"/>
                  </a:cubicBezTo>
                  <a:cubicBezTo>
                    <a:pt x="280" y="43"/>
                    <a:pt x="281" y="43"/>
                    <a:pt x="282" y="43"/>
                  </a:cubicBezTo>
                  <a:cubicBezTo>
                    <a:pt x="291" y="43"/>
                    <a:pt x="301" y="46"/>
                    <a:pt x="309" y="50"/>
                  </a:cubicBezTo>
                  <a:cubicBezTo>
                    <a:pt x="315" y="54"/>
                    <a:pt x="320" y="58"/>
                    <a:pt x="324" y="62"/>
                  </a:cubicBezTo>
                  <a:lnTo>
                    <a:pt x="335" y="61"/>
                  </a:lnTo>
                  <a:lnTo>
                    <a:pt x="330" y="59"/>
                  </a:lnTo>
                  <a:cubicBezTo>
                    <a:pt x="323" y="56"/>
                    <a:pt x="327" y="45"/>
                    <a:pt x="333" y="43"/>
                  </a:cubicBezTo>
                  <a:cubicBezTo>
                    <a:pt x="337" y="42"/>
                    <a:pt x="341" y="41"/>
                    <a:pt x="345" y="41"/>
                  </a:cubicBezTo>
                  <a:cubicBezTo>
                    <a:pt x="353" y="41"/>
                    <a:pt x="360" y="43"/>
                    <a:pt x="366" y="47"/>
                  </a:cubicBezTo>
                  <a:cubicBezTo>
                    <a:pt x="370" y="49"/>
                    <a:pt x="374" y="52"/>
                    <a:pt x="377" y="56"/>
                  </a:cubicBezTo>
                  <a:lnTo>
                    <a:pt x="382" y="56"/>
                  </a:lnTo>
                  <a:cubicBezTo>
                    <a:pt x="386" y="56"/>
                    <a:pt x="391" y="55"/>
                    <a:pt x="396" y="54"/>
                  </a:cubicBezTo>
                  <a:cubicBezTo>
                    <a:pt x="396" y="53"/>
                    <a:pt x="396" y="53"/>
                    <a:pt x="397" y="52"/>
                  </a:cubicBezTo>
                  <a:cubicBezTo>
                    <a:pt x="397" y="51"/>
                    <a:pt x="398" y="51"/>
                    <a:pt x="399" y="50"/>
                  </a:cubicBezTo>
                  <a:cubicBezTo>
                    <a:pt x="400" y="49"/>
                    <a:pt x="400" y="49"/>
                    <a:pt x="401" y="49"/>
                  </a:cubicBezTo>
                  <a:cubicBezTo>
                    <a:pt x="403" y="49"/>
                    <a:pt x="406" y="48"/>
                    <a:pt x="408" y="48"/>
                  </a:cubicBezTo>
                  <a:cubicBezTo>
                    <a:pt x="414" y="48"/>
                    <a:pt x="420" y="50"/>
                    <a:pt x="425" y="52"/>
                  </a:cubicBezTo>
                  <a:cubicBezTo>
                    <a:pt x="426" y="52"/>
                    <a:pt x="426" y="52"/>
                    <a:pt x="427" y="52"/>
                  </a:cubicBezTo>
                  <a:cubicBezTo>
                    <a:pt x="444" y="52"/>
                    <a:pt x="461" y="51"/>
                    <a:pt x="478" y="48"/>
                  </a:cubicBezTo>
                  <a:lnTo>
                    <a:pt x="482" y="48"/>
                  </a:lnTo>
                  <a:cubicBezTo>
                    <a:pt x="481" y="48"/>
                    <a:pt x="482" y="48"/>
                    <a:pt x="481" y="47"/>
                  </a:cubicBezTo>
                  <a:cubicBezTo>
                    <a:pt x="480" y="46"/>
                    <a:pt x="479" y="46"/>
                    <a:pt x="478" y="45"/>
                  </a:cubicBezTo>
                  <a:cubicBezTo>
                    <a:pt x="477" y="44"/>
                    <a:pt x="478" y="43"/>
                    <a:pt x="478" y="42"/>
                  </a:cubicBezTo>
                  <a:cubicBezTo>
                    <a:pt x="478" y="41"/>
                    <a:pt x="477" y="40"/>
                    <a:pt x="478" y="39"/>
                  </a:cubicBezTo>
                  <a:cubicBezTo>
                    <a:pt x="479" y="38"/>
                    <a:pt x="480" y="37"/>
                    <a:pt x="481" y="37"/>
                  </a:cubicBezTo>
                  <a:cubicBezTo>
                    <a:pt x="481" y="37"/>
                    <a:pt x="481" y="36"/>
                    <a:pt x="482" y="36"/>
                  </a:cubicBezTo>
                  <a:cubicBezTo>
                    <a:pt x="485" y="36"/>
                    <a:pt x="488" y="35"/>
                    <a:pt x="490" y="35"/>
                  </a:cubicBezTo>
                  <a:cubicBezTo>
                    <a:pt x="497" y="35"/>
                    <a:pt x="503" y="37"/>
                    <a:pt x="508" y="40"/>
                  </a:cubicBezTo>
                  <a:cubicBezTo>
                    <a:pt x="510" y="41"/>
                    <a:pt x="513" y="43"/>
                    <a:pt x="515" y="45"/>
                  </a:cubicBezTo>
                  <a:cubicBezTo>
                    <a:pt x="527" y="45"/>
                    <a:pt x="538" y="45"/>
                    <a:pt x="550" y="45"/>
                  </a:cubicBezTo>
                  <a:cubicBezTo>
                    <a:pt x="550" y="38"/>
                    <a:pt x="559" y="30"/>
                    <a:pt x="565" y="36"/>
                  </a:cubicBezTo>
                  <a:lnTo>
                    <a:pt x="573" y="43"/>
                  </a:lnTo>
                  <a:lnTo>
                    <a:pt x="584" y="41"/>
                  </a:lnTo>
                  <a:cubicBezTo>
                    <a:pt x="597" y="38"/>
                    <a:pt x="609" y="36"/>
                    <a:pt x="621" y="35"/>
                  </a:cubicBezTo>
                  <a:cubicBezTo>
                    <a:pt x="622" y="34"/>
                    <a:pt x="622" y="34"/>
                    <a:pt x="622" y="34"/>
                  </a:cubicBezTo>
                  <a:cubicBezTo>
                    <a:pt x="623" y="32"/>
                    <a:pt x="624" y="32"/>
                    <a:pt x="626" y="30"/>
                  </a:cubicBezTo>
                  <a:cubicBezTo>
                    <a:pt x="627" y="29"/>
                    <a:pt x="627" y="29"/>
                    <a:pt x="628" y="29"/>
                  </a:cubicBezTo>
                  <a:cubicBezTo>
                    <a:pt x="637" y="27"/>
                    <a:pt x="648" y="24"/>
                    <a:pt x="655" y="29"/>
                  </a:cubicBezTo>
                  <a:lnTo>
                    <a:pt x="656" y="30"/>
                  </a:lnTo>
                  <a:lnTo>
                    <a:pt x="682" y="27"/>
                  </a:lnTo>
                  <a:lnTo>
                    <a:pt x="692" y="26"/>
                  </a:lnTo>
                  <a:cubicBezTo>
                    <a:pt x="692" y="26"/>
                    <a:pt x="691" y="25"/>
                    <a:pt x="691" y="24"/>
                  </a:cubicBezTo>
                  <a:cubicBezTo>
                    <a:pt x="690" y="23"/>
                    <a:pt x="689" y="20"/>
                    <a:pt x="689" y="19"/>
                  </a:cubicBezTo>
                  <a:cubicBezTo>
                    <a:pt x="689" y="17"/>
                    <a:pt x="690" y="16"/>
                    <a:pt x="691" y="14"/>
                  </a:cubicBezTo>
                  <a:cubicBezTo>
                    <a:pt x="692" y="12"/>
                    <a:pt x="693" y="11"/>
                    <a:pt x="695" y="10"/>
                  </a:cubicBezTo>
                  <a:cubicBezTo>
                    <a:pt x="696" y="9"/>
                    <a:pt x="698" y="9"/>
                    <a:pt x="700" y="9"/>
                  </a:cubicBezTo>
                  <a:cubicBezTo>
                    <a:pt x="702" y="9"/>
                    <a:pt x="703" y="9"/>
                    <a:pt x="705" y="10"/>
                  </a:cubicBezTo>
                  <a:cubicBezTo>
                    <a:pt x="706" y="10"/>
                    <a:pt x="707" y="12"/>
                    <a:pt x="707" y="13"/>
                  </a:cubicBezTo>
                  <a:cubicBezTo>
                    <a:pt x="711" y="16"/>
                    <a:pt x="714" y="19"/>
                    <a:pt x="718" y="23"/>
                  </a:cubicBezTo>
                  <a:cubicBezTo>
                    <a:pt x="732" y="22"/>
                    <a:pt x="746" y="21"/>
                    <a:pt x="761" y="20"/>
                  </a:cubicBezTo>
                  <a:cubicBezTo>
                    <a:pt x="760" y="19"/>
                    <a:pt x="760" y="18"/>
                    <a:pt x="759" y="18"/>
                  </a:cubicBezTo>
                  <a:cubicBezTo>
                    <a:pt x="758" y="15"/>
                    <a:pt x="756" y="12"/>
                    <a:pt x="754" y="10"/>
                  </a:cubicBezTo>
                  <a:cubicBezTo>
                    <a:pt x="753" y="9"/>
                    <a:pt x="753" y="9"/>
                    <a:pt x="752" y="8"/>
                  </a:cubicBezTo>
                  <a:cubicBezTo>
                    <a:pt x="752" y="7"/>
                    <a:pt x="751" y="5"/>
                    <a:pt x="751" y="4"/>
                  </a:cubicBezTo>
                  <a:cubicBezTo>
                    <a:pt x="751" y="2"/>
                    <a:pt x="752" y="2"/>
                    <a:pt x="752" y="0"/>
                  </a:cubicBezTo>
                  <a:cubicBezTo>
                    <a:pt x="734" y="0"/>
                    <a:pt x="715" y="2"/>
                    <a:pt x="698" y="5"/>
                  </a:cubicBezTo>
                  <a:cubicBezTo>
                    <a:pt x="556" y="25"/>
                    <a:pt x="412" y="31"/>
                    <a:pt x="270" y="43"/>
                  </a:cubicBezTo>
                  <a:cubicBezTo>
                    <a:pt x="194" y="50"/>
                    <a:pt x="120" y="63"/>
                    <a:pt x="47" y="83"/>
                  </a:cubicBezTo>
                  <a:lnTo>
                    <a:pt x="0" y="95"/>
                  </a:lnTo>
                  <a:cubicBezTo>
                    <a:pt x="9" y="95"/>
                    <a:pt x="17" y="97"/>
                    <a:pt x="24" y="101"/>
                  </a:cubicBezTo>
                  <a:cubicBezTo>
                    <a:pt x="25" y="102"/>
                    <a:pt x="26" y="102"/>
                    <a:pt x="26" y="103"/>
                  </a:cubicBezTo>
                  <a:lnTo>
                    <a:pt x="58"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9"/>
            <p:cNvSpPr/>
            <p:nvPr/>
          </p:nvSpPr>
          <p:spPr>
            <a:xfrm>
              <a:off x="3025445" y="-874295"/>
              <a:ext cx="10080" cy="7560"/>
            </a:xfrm>
            <a:custGeom>
              <a:rect b="b" l="l" r="r" t="t"/>
              <a:pathLst>
                <a:path extrusionOk="0" h="21" w="28">
                  <a:moveTo>
                    <a:pt x="27" y="13"/>
                  </a:moveTo>
                  <a:lnTo>
                    <a:pt x="26" y="13"/>
                  </a:lnTo>
                  <a:cubicBezTo>
                    <a:pt x="24" y="13"/>
                    <a:pt x="23" y="13"/>
                    <a:pt x="21" y="12"/>
                  </a:cubicBezTo>
                  <a:cubicBezTo>
                    <a:pt x="20" y="11"/>
                    <a:pt x="18" y="9"/>
                    <a:pt x="17" y="7"/>
                  </a:cubicBezTo>
                  <a:cubicBezTo>
                    <a:pt x="16" y="5"/>
                    <a:pt x="15" y="4"/>
                    <a:pt x="15" y="1"/>
                  </a:cubicBezTo>
                  <a:lnTo>
                    <a:pt x="16" y="0"/>
                  </a:lnTo>
                  <a:cubicBezTo>
                    <a:pt x="11" y="6"/>
                    <a:pt x="6" y="12"/>
                    <a:pt x="0" y="18"/>
                  </a:cubicBezTo>
                  <a:lnTo>
                    <a:pt x="1" y="18"/>
                  </a:lnTo>
                  <a:cubicBezTo>
                    <a:pt x="7" y="18"/>
                    <a:pt x="13" y="18"/>
                    <a:pt x="20" y="20"/>
                  </a:cubicBezTo>
                  <a:lnTo>
                    <a:pt x="2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9"/>
            <p:cNvSpPr/>
            <p:nvPr/>
          </p:nvSpPr>
          <p:spPr>
            <a:xfrm>
              <a:off x="3096005" y="-963575"/>
              <a:ext cx="88560" cy="34200"/>
            </a:xfrm>
            <a:custGeom>
              <a:rect b="b" l="l" r="r" t="t"/>
              <a:pathLst>
                <a:path extrusionOk="0" h="95" w="246">
                  <a:moveTo>
                    <a:pt x="44" y="94"/>
                  </a:moveTo>
                  <a:lnTo>
                    <a:pt x="73" y="81"/>
                  </a:lnTo>
                  <a:lnTo>
                    <a:pt x="69" y="80"/>
                  </a:lnTo>
                  <a:cubicBezTo>
                    <a:pt x="63" y="78"/>
                    <a:pt x="61" y="69"/>
                    <a:pt x="68" y="67"/>
                  </a:cubicBezTo>
                  <a:cubicBezTo>
                    <a:pt x="73" y="65"/>
                    <a:pt x="80" y="64"/>
                    <a:pt x="86" y="64"/>
                  </a:cubicBezTo>
                  <a:cubicBezTo>
                    <a:pt x="92" y="64"/>
                    <a:pt x="98" y="65"/>
                    <a:pt x="104" y="67"/>
                  </a:cubicBezTo>
                  <a:lnTo>
                    <a:pt x="124" y="58"/>
                  </a:lnTo>
                  <a:cubicBezTo>
                    <a:pt x="123" y="58"/>
                    <a:pt x="122" y="58"/>
                    <a:pt x="121" y="57"/>
                  </a:cubicBezTo>
                  <a:cubicBezTo>
                    <a:pt x="120" y="57"/>
                    <a:pt x="119" y="56"/>
                    <a:pt x="118" y="54"/>
                  </a:cubicBezTo>
                  <a:cubicBezTo>
                    <a:pt x="117" y="52"/>
                    <a:pt x="117" y="51"/>
                    <a:pt x="117" y="50"/>
                  </a:cubicBezTo>
                  <a:cubicBezTo>
                    <a:pt x="117" y="48"/>
                    <a:pt x="117" y="47"/>
                    <a:pt x="118" y="45"/>
                  </a:cubicBezTo>
                  <a:cubicBezTo>
                    <a:pt x="119" y="43"/>
                    <a:pt x="120" y="43"/>
                    <a:pt x="121" y="42"/>
                  </a:cubicBezTo>
                  <a:cubicBezTo>
                    <a:pt x="122" y="41"/>
                    <a:pt x="123" y="41"/>
                    <a:pt x="124" y="41"/>
                  </a:cubicBezTo>
                  <a:cubicBezTo>
                    <a:pt x="127" y="40"/>
                    <a:pt x="131" y="40"/>
                    <a:pt x="135" y="40"/>
                  </a:cubicBezTo>
                  <a:cubicBezTo>
                    <a:pt x="144" y="40"/>
                    <a:pt x="152" y="41"/>
                    <a:pt x="160" y="44"/>
                  </a:cubicBezTo>
                  <a:lnTo>
                    <a:pt x="187" y="34"/>
                  </a:lnTo>
                  <a:cubicBezTo>
                    <a:pt x="187" y="33"/>
                    <a:pt x="187" y="33"/>
                    <a:pt x="186" y="33"/>
                  </a:cubicBezTo>
                  <a:cubicBezTo>
                    <a:pt x="185" y="32"/>
                    <a:pt x="184" y="31"/>
                    <a:pt x="183" y="30"/>
                  </a:cubicBezTo>
                  <a:cubicBezTo>
                    <a:pt x="182" y="29"/>
                    <a:pt x="182" y="27"/>
                    <a:pt x="182" y="26"/>
                  </a:cubicBezTo>
                  <a:cubicBezTo>
                    <a:pt x="182" y="24"/>
                    <a:pt x="182" y="23"/>
                    <a:pt x="183" y="22"/>
                  </a:cubicBezTo>
                  <a:cubicBezTo>
                    <a:pt x="184" y="21"/>
                    <a:pt x="185" y="19"/>
                    <a:pt x="186" y="19"/>
                  </a:cubicBezTo>
                  <a:cubicBezTo>
                    <a:pt x="187" y="18"/>
                    <a:pt x="188" y="18"/>
                    <a:pt x="189" y="18"/>
                  </a:cubicBezTo>
                  <a:cubicBezTo>
                    <a:pt x="191" y="17"/>
                    <a:pt x="193" y="17"/>
                    <a:pt x="195" y="17"/>
                  </a:cubicBezTo>
                  <a:cubicBezTo>
                    <a:pt x="203" y="17"/>
                    <a:pt x="211" y="19"/>
                    <a:pt x="218" y="23"/>
                  </a:cubicBezTo>
                  <a:lnTo>
                    <a:pt x="245" y="15"/>
                  </a:lnTo>
                  <a:lnTo>
                    <a:pt x="244" y="15"/>
                  </a:lnTo>
                  <a:cubicBezTo>
                    <a:pt x="244" y="15"/>
                    <a:pt x="243" y="14"/>
                    <a:pt x="242" y="14"/>
                  </a:cubicBezTo>
                  <a:cubicBezTo>
                    <a:pt x="241" y="13"/>
                    <a:pt x="240" y="12"/>
                    <a:pt x="239" y="11"/>
                  </a:cubicBezTo>
                  <a:cubicBezTo>
                    <a:pt x="238" y="10"/>
                    <a:pt x="238" y="8"/>
                    <a:pt x="238" y="7"/>
                  </a:cubicBezTo>
                  <a:cubicBezTo>
                    <a:pt x="238" y="5"/>
                    <a:pt x="238" y="4"/>
                    <a:pt x="239" y="3"/>
                  </a:cubicBezTo>
                  <a:cubicBezTo>
                    <a:pt x="240" y="2"/>
                    <a:pt x="240" y="1"/>
                    <a:pt x="241" y="0"/>
                  </a:cubicBezTo>
                  <a:cubicBezTo>
                    <a:pt x="202" y="9"/>
                    <a:pt x="164" y="21"/>
                    <a:pt x="127" y="36"/>
                  </a:cubicBezTo>
                  <a:cubicBezTo>
                    <a:pt x="84" y="53"/>
                    <a:pt x="41" y="72"/>
                    <a:pt x="0" y="93"/>
                  </a:cubicBezTo>
                  <a:cubicBezTo>
                    <a:pt x="7" y="91"/>
                    <a:pt x="14" y="90"/>
                    <a:pt x="21" y="90"/>
                  </a:cubicBezTo>
                  <a:cubicBezTo>
                    <a:pt x="29" y="90"/>
                    <a:pt x="37" y="92"/>
                    <a:pt x="4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3033725" y="-928295"/>
              <a:ext cx="66240" cy="50400"/>
            </a:xfrm>
            <a:custGeom>
              <a:rect b="b" l="l" r="r" t="t"/>
              <a:pathLst>
                <a:path extrusionOk="0" h="140" w="184">
                  <a:moveTo>
                    <a:pt x="26" y="138"/>
                  </a:moveTo>
                  <a:lnTo>
                    <a:pt x="44" y="117"/>
                  </a:lnTo>
                  <a:lnTo>
                    <a:pt x="42" y="117"/>
                  </a:lnTo>
                  <a:cubicBezTo>
                    <a:pt x="41" y="117"/>
                    <a:pt x="40" y="117"/>
                    <a:pt x="39" y="116"/>
                  </a:cubicBezTo>
                  <a:cubicBezTo>
                    <a:pt x="38" y="115"/>
                    <a:pt x="38" y="115"/>
                    <a:pt x="37" y="114"/>
                  </a:cubicBezTo>
                  <a:cubicBezTo>
                    <a:pt x="36" y="113"/>
                    <a:pt x="36" y="112"/>
                    <a:pt x="36" y="111"/>
                  </a:cubicBezTo>
                  <a:cubicBezTo>
                    <a:pt x="36" y="110"/>
                    <a:pt x="36" y="109"/>
                    <a:pt x="37" y="108"/>
                  </a:cubicBezTo>
                  <a:cubicBezTo>
                    <a:pt x="38" y="107"/>
                    <a:pt x="38" y="107"/>
                    <a:pt x="39" y="106"/>
                  </a:cubicBezTo>
                  <a:cubicBezTo>
                    <a:pt x="40" y="105"/>
                    <a:pt x="41" y="105"/>
                    <a:pt x="42" y="105"/>
                  </a:cubicBezTo>
                  <a:cubicBezTo>
                    <a:pt x="45" y="105"/>
                    <a:pt x="49" y="105"/>
                    <a:pt x="53" y="105"/>
                  </a:cubicBezTo>
                  <a:cubicBezTo>
                    <a:pt x="57" y="101"/>
                    <a:pt x="60" y="97"/>
                    <a:pt x="64" y="94"/>
                  </a:cubicBezTo>
                  <a:cubicBezTo>
                    <a:pt x="68" y="91"/>
                    <a:pt x="75" y="85"/>
                    <a:pt x="80" y="80"/>
                  </a:cubicBezTo>
                  <a:cubicBezTo>
                    <a:pt x="80" y="79"/>
                    <a:pt x="80" y="78"/>
                    <a:pt x="80" y="78"/>
                  </a:cubicBezTo>
                  <a:cubicBezTo>
                    <a:pt x="80" y="76"/>
                    <a:pt x="80" y="75"/>
                    <a:pt x="81" y="73"/>
                  </a:cubicBezTo>
                  <a:cubicBezTo>
                    <a:pt x="82" y="71"/>
                    <a:pt x="82" y="70"/>
                    <a:pt x="84" y="69"/>
                  </a:cubicBezTo>
                  <a:cubicBezTo>
                    <a:pt x="86" y="68"/>
                    <a:pt x="88" y="68"/>
                    <a:pt x="89" y="68"/>
                  </a:cubicBezTo>
                  <a:cubicBezTo>
                    <a:pt x="90" y="68"/>
                    <a:pt x="90" y="68"/>
                    <a:pt x="90" y="68"/>
                  </a:cubicBezTo>
                  <a:lnTo>
                    <a:pt x="94" y="68"/>
                  </a:lnTo>
                  <a:cubicBezTo>
                    <a:pt x="104" y="61"/>
                    <a:pt x="113" y="55"/>
                    <a:pt x="123" y="48"/>
                  </a:cubicBezTo>
                  <a:cubicBezTo>
                    <a:pt x="123" y="48"/>
                    <a:pt x="123" y="47"/>
                    <a:pt x="123" y="46"/>
                  </a:cubicBezTo>
                  <a:cubicBezTo>
                    <a:pt x="123" y="45"/>
                    <a:pt x="123" y="44"/>
                    <a:pt x="124" y="43"/>
                  </a:cubicBezTo>
                  <a:cubicBezTo>
                    <a:pt x="125" y="42"/>
                    <a:pt x="125" y="41"/>
                    <a:pt x="126" y="40"/>
                  </a:cubicBezTo>
                  <a:cubicBezTo>
                    <a:pt x="127" y="40"/>
                    <a:pt x="128" y="40"/>
                    <a:pt x="129" y="39"/>
                  </a:cubicBezTo>
                  <a:cubicBezTo>
                    <a:pt x="132" y="39"/>
                    <a:pt x="135" y="39"/>
                    <a:pt x="138" y="39"/>
                  </a:cubicBezTo>
                  <a:cubicBezTo>
                    <a:pt x="153" y="31"/>
                    <a:pt x="168" y="22"/>
                    <a:pt x="183" y="14"/>
                  </a:cubicBezTo>
                  <a:lnTo>
                    <a:pt x="169" y="10"/>
                  </a:lnTo>
                  <a:lnTo>
                    <a:pt x="168" y="10"/>
                  </a:lnTo>
                  <a:cubicBezTo>
                    <a:pt x="167" y="9"/>
                    <a:pt x="166" y="8"/>
                    <a:pt x="165" y="7"/>
                  </a:cubicBezTo>
                  <a:cubicBezTo>
                    <a:pt x="164" y="6"/>
                    <a:pt x="164" y="4"/>
                    <a:pt x="164" y="3"/>
                  </a:cubicBezTo>
                  <a:cubicBezTo>
                    <a:pt x="164" y="2"/>
                    <a:pt x="164" y="1"/>
                    <a:pt x="165" y="0"/>
                  </a:cubicBezTo>
                  <a:cubicBezTo>
                    <a:pt x="154" y="6"/>
                    <a:pt x="144" y="11"/>
                    <a:pt x="134" y="17"/>
                  </a:cubicBezTo>
                  <a:cubicBezTo>
                    <a:pt x="121" y="25"/>
                    <a:pt x="107" y="33"/>
                    <a:pt x="94" y="42"/>
                  </a:cubicBezTo>
                  <a:cubicBezTo>
                    <a:pt x="63" y="62"/>
                    <a:pt x="36" y="87"/>
                    <a:pt x="14" y="117"/>
                  </a:cubicBezTo>
                  <a:cubicBezTo>
                    <a:pt x="10" y="123"/>
                    <a:pt x="5" y="131"/>
                    <a:pt x="0" y="139"/>
                  </a:cubicBezTo>
                  <a:lnTo>
                    <a:pt x="1" y="139"/>
                  </a:lnTo>
                  <a:cubicBezTo>
                    <a:pt x="6" y="138"/>
                    <a:pt x="10" y="137"/>
                    <a:pt x="15" y="137"/>
                  </a:cubicBezTo>
                  <a:cubicBezTo>
                    <a:pt x="19" y="137"/>
                    <a:pt x="23" y="138"/>
                    <a:pt x="26"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3538805" y="-976895"/>
              <a:ext cx="8280" cy="8640"/>
            </a:xfrm>
            <a:custGeom>
              <a:rect b="b" l="l" r="r" t="t"/>
              <a:pathLst>
                <a:path extrusionOk="0" h="24" w="23">
                  <a:moveTo>
                    <a:pt x="11" y="0"/>
                  </a:moveTo>
                  <a:lnTo>
                    <a:pt x="0" y="0"/>
                  </a:lnTo>
                  <a:lnTo>
                    <a:pt x="3" y="8"/>
                  </a:lnTo>
                  <a:cubicBezTo>
                    <a:pt x="5" y="13"/>
                    <a:pt x="8" y="18"/>
                    <a:pt x="10" y="23"/>
                  </a:cubicBezTo>
                  <a:lnTo>
                    <a:pt x="22" y="22"/>
                  </a:lnTo>
                  <a:cubicBezTo>
                    <a:pt x="19" y="15"/>
                    <a:pt x="13" y="10"/>
                    <a:pt x="11" y="2"/>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9"/>
            <p:cNvSpPr/>
            <p:nvPr/>
          </p:nvSpPr>
          <p:spPr>
            <a:xfrm>
              <a:off x="3503165" y="-974735"/>
              <a:ext cx="11880" cy="8640"/>
            </a:xfrm>
            <a:custGeom>
              <a:rect b="b" l="l" r="r" t="t"/>
              <a:pathLst>
                <a:path extrusionOk="0" h="24" w="33">
                  <a:moveTo>
                    <a:pt x="22" y="0"/>
                  </a:moveTo>
                  <a:lnTo>
                    <a:pt x="8" y="0"/>
                  </a:lnTo>
                  <a:cubicBezTo>
                    <a:pt x="6" y="0"/>
                    <a:pt x="4" y="1"/>
                    <a:pt x="2" y="2"/>
                  </a:cubicBezTo>
                  <a:cubicBezTo>
                    <a:pt x="2" y="2"/>
                    <a:pt x="1" y="3"/>
                    <a:pt x="0" y="4"/>
                  </a:cubicBezTo>
                  <a:cubicBezTo>
                    <a:pt x="2" y="7"/>
                    <a:pt x="3" y="11"/>
                    <a:pt x="5" y="15"/>
                  </a:cubicBezTo>
                  <a:cubicBezTo>
                    <a:pt x="5" y="18"/>
                    <a:pt x="6" y="21"/>
                    <a:pt x="6" y="23"/>
                  </a:cubicBezTo>
                  <a:lnTo>
                    <a:pt x="8" y="23"/>
                  </a:lnTo>
                  <a:lnTo>
                    <a:pt x="32" y="23"/>
                  </a:lnTo>
                  <a:cubicBezTo>
                    <a:pt x="32" y="23"/>
                    <a:pt x="31" y="22"/>
                    <a:pt x="31" y="21"/>
                  </a:cubicBezTo>
                  <a:cubicBezTo>
                    <a:pt x="29" y="17"/>
                    <a:pt x="27" y="13"/>
                    <a:pt x="25" y="9"/>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9"/>
            <p:cNvSpPr/>
            <p:nvPr/>
          </p:nvSpPr>
          <p:spPr>
            <a:xfrm>
              <a:off x="3485165" y="-1001375"/>
              <a:ext cx="72000" cy="30600"/>
            </a:xfrm>
            <a:custGeom>
              <a:rect b="b" l="l" r="r" t="t"/>
              <a:pathLst>
                <a:path extrusionOk="0" h="85" w="200">
                  <a:moveTo>
                    <a:pt x="16" y="22"/>
                  </a:moveTo>
                  <a:lnTo>
                    <a:pt x="46" y="22"/>
                  </a:lnTo>
                  <a:lnTo>
                    <a:pt x="45" y="20"/>
                  </a:lnTo>
                  <a:cubicBezTo>
                    <a:pt x="40" y="11"/>
                    <a:pt x="55" y="1"/>
                    <a:pt x="56" y="5"/>
                  </a:cubicBezTo>
                  <a:cubicBezTo>
                    <a:pt x="56" y="4"/>
                    <a:pt x="67" y="11"/>
                    <a:pt x="69" y="12"/>
                  </a:cubicBezTo>
                  <a:cubicBezTo>
                    <a:pt x="71" y="15"/>
                    <a:pt x="73" y="18"/>
                    <a:pt x="75" y="22"/>
                  </a:cubicBezTo>
                  <a:lnTo>
                    <a:pt x="108" y="22"/>
                  </a:lnTo>
                  <a:cubicBezTo>
                    <a:pt x="109" y="21"/>
                    <a:pt x="109" y="21"/>
                    <a:pt x="110" y="20"/>
                  </a:cubicBezTo>
                  <a:cubicBezTo>
                    <a:pt x="111" y="20"/>
                    <a:pt x="112" y="19"/>
                    <a:pt x="114" y="19"/>
                  </a:cubicBezTo>
                  <a:cubicBezTo>
                    <a:pt x="115" y="19"/>
                    <a:pt x="117" y="20"/>
                    <a:pt x="118" y="20"/>
                  </a:cubicBezTo>
                  <a:cubicBezTo>
                    <a:pt x="119" y="21"/>
                    <a:pt x="119" y="21"/>
                    <a:pt x="120" y="22"/>
                  </a:cubicBezTo>
                  <a:cubicBezTo>
                    <a:pt x="130" y="23"/>
                    <a:pt x="140" y="26"/>
                    <a:pt x="149" y="31"/>
                  </a:cubicBezTo>
                  <a:cubicBezTo>
                    <a:pt x="151" y="32"/>
                    <a:pt x="152" y="33"/>
                    <a:pt x="153" y="34"/>
                  </a:cubicBezTo>
                  <a:cubicBezTo>
                    <a:pt x="154" y="33"/>
                    <a:pt x="155" y="32"/>
                    <a:pt x="157" y="31"/>
                  </a:cubicBezTo>
                  <a:cubicBezTo>
                    <a:pt x="158" y="30"/>
                    <a:pt x="159" y="30"/>
                    <a:pt x="161" y="30"/>
                  </a:cubicBezTo>
                  <a:cubicBezTo>
                    <a:pt x="162" y="30"/>
                    <a:pt x="164" y="30"/>
                    <a:pt x="166" y="31"/>
                  </a:cubicBezTo>
                  <a:cubicBezTo>
                    <a:pt x="167" y="32"/>
                    <a:pt x="168" y="33"/>
                    <a:pt x="169" y="34"/>
                  </a:cubicBezTo>
                  <a:cubicBezTo>
                    <a:pt x="170" y="35"/>
                    <a:pt x="170" y="36"/>
                    <a:pt x="171" y="37"/>
                  </a:cubicBezTo>
                  <a:cubicBezTo>
                    <a:pt x="174" y="42"/>
                    <a:pt x="176" y="48"/>
                    <a:pt x="178" y="54"/>
                  </a:cubicBezTo>
                  <a:cubicBezTo>
                    <a:pt x="179" y="62"/>
                    <a:pt x="185" y="66"/>
                    <a:pt x="189" y="73"/>
                  </a:cubicBezTo>
                  <a:cubicBezTo>
                    <a:pt x="191" y="77"/>
                    <a:pt x="192" y="80"/>
                    <a:pt x="193" y="84"/>
                  </a:cubicBezTo>
                  <a:lnTo>
                    <a:pt x="195" y="84"/>
                  </a:lnTo>
                  <a:cubicBezTo>
                    <a:pt x="195" y="80"/>
                    <a:pt x="193" y="75"/>
                    <a:pt x="193" y="71"/>
                  </a:cubicBezTo>
                  <a:cubicBezTo>
                    <a:pt x="193" y="70"/>
                    <a:pt x="193" y="70"/>
                    <a:pt x="193" y="69"/>
                  </a:cubicBezTo>
                  <a:cubicBezTo>
                    <a:pt x="193" y="67"/>
                    <a:pt x="193" y="64"/>
                    <a:pt x="194" y="62"/>
                  </a:cubicBezTo>
                  <a:cubicBezTo>
                    <a:pt x="196" y="60"/>
                    <a:pt x="197" y="59"/>
                    <a:pt x="199" y="58"/>
                  </a:cubicBezTo>
                  <a:lnTo>
                    <a:pt x="199" y="57"/>
                  </a:lnTo>
                  <a:cubicBezTo>
                    <a:pt x="189" y="41"/>
                    <a:pt x="176" y="27"/>
                    <a:pt x="159" y="18"/>
                  </a:cubicBezTo>
                  <a:cubicBezTo>
                    <a:pt x="147" y="11"/>
                    <a:pt x="133" y="6"/>
                    <a:pt x="119" y="4"/>
                  </a:cubicBezTo>
                  <a:cubicBezTo>
                    <a:pt x="80" y="3"/>
                    <a:pt x="40" y="1"/>
                    <a:pt x="0" y="0"/>
                  </a:cubicBezTo>
                  <a:lnTo>
                    <a:pt x="1" y="0"/>
                  </a:lnTo>
                  <a:cubicBezTo>
                    <a:pt x="2" y="1"/>
                    <a:pt x="3" y="2"/>
                    <a:pt x="3" y="2"/>
                  </a:cubicBezTo>
                  <a:cubicBezTo>
                    <a:pt x="8" y="9"/>
                    <a:pt x="12" y="15"/>
                    <a:pt x="1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9"/>
            <p:cNvSpPr/>
            <p:nvPr/>
          </p:nvSpPr>
          <p:spPr>
            <a:xfrm>
              <a:off x="3520805" y="-976175"/>
              <a:ext cx="12240" cy="9720"/>
            </a:xfrm>
            <a:custGeom>
              <a:rect b="b" l="l" r="r" t="t"/>
              <a:pathLst>
                <a:path extrusionOk="0" h="27" w="34">
                  <a:moveTo>
                    <a:pt x="0" y="3"/>
                  </a:moveTo>
                  <a:cubicBezTo>
                    <a:pt x="3" y="10"/>
                    <a:pt x="5" y="18"/>
                    <a:pt x="8" y="26"/>
                  </a:cubicBezTo>
                  <a:lnTo>
                    <a:pt x="33" y="24"/>
                  </a:lnTo>
                  <a:cubicBezTo>
                    <a:pt x="30" y="16"/>
                    <a:pt x="26" y="8"/>
                    <a:pt x="23"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9"/>
            <p:cNvSpPr/>
            <p:nvPr/>
          </p:nvSpPr>
          <p:spPr>
            <a:xfrm>
              <a:off x="3554645" y="-979775"/>
              <a:ext cx="6120" cy="10080"/>
            </a:xfrm>
            <a:custGeom>
              <a:rect b="b" l="l" r="r" t="t"/>
              <a:pathLst>
                <a:path extrusionOk="0" h="28" w="17">
                  <a:moveTo>
                    <a:pt x="0" y="13"/>
                  </a:moveTo>
                  <a:cubicBezTo>
                    <a:pt x="0" y="18"/>
                    <a:pt x="2" y="22"/>
                    <a:pt x="2" y="27"/>
                  </a:cubicBezTo>
                  <a:lnTo>
                    <a:pt x="10" y="26"/>
                  </a:lnTo>
                  <a:cubicBezTo>
                    <a:pt x="11" y="25"/>
                    <a:pt x="11" y="25"/>
                    <a:pt x="12" y="25"/>
                  </a:cubicBezTo>
                  <a:cubicBezTo>
                    <a:pt x="13" y="24"/>
                    <a:pt x="14" y="23"/>
                    <a:pt x="15" y="22"/>
                  </a:cubicBezTo>
                  <a:cubicBezTo>
                    <a:pt x="16" y="21"/>
                    <a:pt x="16" y="19"/>
                    <a:pt x="16" y="18"/>
                  </a:cubicBezTo>
                  <a:cubicBezTo>
                    <a:pt x="16" y="17"/>
                    <a:pt x="16" y="16"/>
                    <a:pt x="15" y="15"/>
                  </a:cubicBezTo>
                  <a:cubicBezTo>
                    <a:pt x="15" y="13"/>
                    <a:pt x="14" y="12"/>
                    <a:pt x="13" y="10"/>
                  </a:cubicBezTo>
                  <a:cubicBezTo>
                    <a:pt x="11" y="7"/>
                    <a:pt x="9" y="3"/>
                    <a:pt x="6" y="0"/>
                  </a:cubicBezTo>
                  <a:cubicBezTo>
                    <a:pt x="5" y="1"/>
                    <a:pt x="3" y="3"/>
                    <a:pt x="2" y="5"/>
                  </a:cubicBezTo>
                  <a:cubicBezTo>
                    <a:pt x="1" y="7"/>
                    <a:pt x="0" y="9"/>
                    <a:pt x="0" y="12"/>
                  </a:cubicBezTo>
                  <a:lnTo>
                    <a:pt x="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9"/>
            <p:cNvSpPr/>
            <p:nvPr/>
          </p:nvSpPr>
          <p:spPr>
            <a:xfrm>
              <a:off x="3462845" y="-970415"/>
              <a:ext cx="18000" cy="6840"/>
            </a:xfrm>
            <a:custGeom>
              <a:rect b="b" l="l" r="r" t="t"/>
              <a:pathLst>
                <a:path extrusionOk="0" h="19" w="50">
                  <a:moveTo>
                    <a:pt x="37" y="8"/>
                  </a:moveTo>
                  <a:cubicBezTo>
                    <a:pt x="36" y="8"/>
                    <a:pt x="35" y="7"/>
                    <a:pt x="34" y="6"/>
                  </a:cubicBezTo>
                  <a:cubicBezTo>
                    <a:pt x="31" y="5"/>
                    <a:pt x="28" y="3"/>
                    <a:pt x="26" y="0"/>
                  </a:cubicBezTo>
                  <a:cubicBezTo>
                    <a:pt x="25" y="0"/>
                    <a:pt x="24" y="0"/>
                    <a:pt x="23" y="0"/>
                  </a:cubicBezTo>
                  <a:cubicBezTo>
                    <a:pt x="22" y="0"/>
                    <a:pt x="21" y="0"/>
                    <a:pt x="20" y="0"/>
                  </a:cubicBezTo>
                  <a:cubicBezTo>
                    <a:pt x="19" y="0"/>
                    <a:pt x="18" y="0"/>
                    <a:pt x="18" y="0"/>
                  </a:cubicBezTo>
                  <a:cubicBezTo>
                    <a:pt x="13" y="0"/>
                    <a:pt x="9" y="1"/>
                    <a:pt x="5" y="3"/>
                  </a:cubicBezTo>
                  <a:cubicBezTo>
                    <a:pt x="4" y="4"/>
                    <a:pt x="3" y="4"/>
                    <a:pt x="2" y="5"/>
                  </a:cubicBezTo>
                  <a:cubicBezTo>
                    <a:pt x="2" y="6"/>
                    <a:pt x="1" y="6"/>
                    <a:pt x="1" y="6"/>
                  </a:cubicBezTo>
                  <a:cubicBezTo>
                    <a:pt x="1" y="7"/>
                    <a:pt x="0" y="8"/>
                    <a:pt x="0" y="8"/>
                  </a:cubicBezTo>
                  <a:cubicBezTo>
                    <a:pt x="0" y="9"/>
                    <a:pt x="1" y="10"/>
                    <a:pt x="1" y="11"/>
                  </a:cubicBezTo>
                  <a:cubicBezTo>
                    <a:pt x="1" y="11"/>
                    <a:pt x="2" y="11"/>
                    <a:pt x="2" y="12"/>
                  </a:cubicBezTo>
                  <a:cubicBezTo>
                    <a:pt x="6" y="15"/>
                    <a:pt x="7" y="16"/>
                    <a:pt x="12" y="17"/>
                  </a:cubicBezTo>
                  <a:cubicBezTo>
                    <a:pt x="14" y="17"/>
                    <a:pt x="17" y="18"/>
                    <a:pt x="19" y="18"/>
                  </a:cubicBezTo>
                  <a:cubicBezTo>
                    <a:pt x="21" y="18"/>
                    <a:pt x="24" y="17"/>
                    <a:pt x="26" y="17"/>
                  </a:cubicBezTo>
                  <a:cubicBezTo>
                    <a:pt x="33" y="16"/>
                    <a:pt x="40" y="15"/>
                    <a:pt x="46" y="13"/>
                  </a:cubicBezTo>
                  <a:cubicBezTo>
                    <a:pt x="46" y="13"/>
                    <a:pt x="47" y="13"/>
                    <a:pt x="47" y="12"/>
                  </a:cubicBezTo>
                  <a:lnTo>
                    <a:pt x="48" y="11"/>
                  </a:lnTo>
                  <a:cubicBezTo>
                    <a:pt x="49" y="10"/>
                    <a:pt x="49" y="9"/>
                    <a:pt x="49" y="9"/>
                  </a:cubicBezTo>
                  <a:cubicBezTo>
                    <a:pt x="49" y="8"/>
                    <a:pt x="49" y="7"/>
                    <a:pt x="48" y="6"/>
                  </a:cubicBezTo>
                  <a:lnTo>
                    <a:pt x="47" y="5"/>
                  </a:lnTo>
                  <a:cubicBezTo>
                    <a:pt x="47" y="5"/>
                    <a:pt x="46" y="5"/>
                    <a:pt x="46" y="4"/>
                  </a:cubicBezTo>
                  <a:cubicBezTo>
                    <a:pt x="46" y="5"/>
                    <a:pt x="46" y="5"/>
                    <a:pt x="46" y="5"/>
                  </a:cubicBezTo>
                  <a:cubicBezTo>
                    <a:pt x="45" y="6"/>
                    <a:pt x="44" y="6"/>
                    <a:pt x="43" y="7"/>
                  </a:cubicBezTo>
                  <a:cubicBezTo>
                    <a:pt x="42" y="8"/>
                    <a:pt x="41" y="8"/>
                    <a:pt x="39" y="8"/>
                  </a:cubicBezTo>
                  <a:cubicBezTo>
                    <a:pt x="39" y="8"/>
                    <a:pt x="38" y="8"/>
                    <a:pt x="3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9"/>
            <p:cNvSpPr/>
            <p:nvPr/>
          </p:nvSpPr>
          <p:spPr>
            <a:xfrm>
              <a:off x="3419285" y="-969695"/>
              <a:ext cx="11520" cy="7560"/>
            </a:xfrm>
            <a:custGeom>
              <a:rect b="b" l="l" r="r" t="t"/>
              <a:pathLst>
                <a:path extrusionOk="0" h="21" w="32">
                  <a:moveTo>
                    <a:pt x="21" y="1"/>
                  </a:moveTo>
                  <a:lnTo>
                    <a:pt x="20" y="1"/>
                  </a:lnTo>
                  <a:cubicBezTo>
                    <a:pt x="19" y="0"/>
                    <a:pt x="18" y="0"/>
                    <a:pt x="17" y="0"/>
                  </a:cubicBezTo>
                  <a:cubicBezTo>
                    <a:pt x="13" y="0"/>
                    <a:pt x="9" y="1"/>
                    <a:pt x="6" y="3"/>
                  </a:cubicBezTo>
                  <a:cubicBezTo>
                    <a:pt x="4" y="5"/>
                    <a:pt x="2" y="6"/>
                    <a:pt x="1" y="7"/>
                  </a:cubicBezTo>
                  <a:cubicBezTo>
                    <a:pt x="0" y="8"/>
                    <a:pt x="0" y="8"/>
                    <a:pt x="0" y="8"/>
                  </a:cubicBezTo>
                  <a:cubicBezTo>
                    <a:pt x="0" y="9"/>
                    <a:pt x="0" y="9"/>
                    <a:pt x="0" y="10"/>
                  </a:cubicBezTo>
                  <a:cubicBezTo>
                    <a:pt x="0" y="11"/>
                    <a:pt x="0" y="12"/>
                    <a:pt x="0" y="12"/>
                  </a:cubicBezTo>
                  <a:cubicBezTo>
                    <a:pt x="0" y="13"/>
                    <a:pt x="0" y="13"/>
                    <a:pt x="1" y="13"/>
                  </a:cubicBezTo>
                  <a:cubicBezTo>
                    <a:pt x="2" y="15"/>
                    <a:pt x="4" y="16"/>
                    <a:pt x="5" y="17"/>
                  </a:cubicBezTo>
                  <a:cubicBezTo>
                    <a:pt x="9" y="19"/>
                    <a:pt x="13" y="20"/>
                    <a:pt x="17" y="20"/>
                  </a:cubicBezTo>
                  <a:cubicBezTo>
                    <a:pt x="18" y="20"/>
                    <a:pt x="18" y="20"/>
                    <a:pt x="19" y="20"/>
                  </a:cubicBezTo>
                  <a:lnTo>
                    <a:pt x="20" y="20"/>
                  </a:lnTo>
                  <a:cubicBezTo>
                    <a:pt x="23" y="20"/>
                    <a:pt x="27" y="19"/>
                    <a:pt x="31" y="18"/>
                  </a:cubicBezTo>
                  <a:lnTo>
                    <a:pt x="22" y="2"/>
                  </a:lnTo>
                  <a:lnTo>
                    <a:pt x="2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9"/>
            <p:cNvSpPr/>
            <p:nvPr/>
          </p:nvSpPr>
          <p:spPr>
            <a:xfrm>
              <a:off x="3359885" y="-964655"/>
              <a:ext cx="22680" cy="7200"/>
            </a:xfrm>
            <a:custGeom>
              <a:rect b="b" l="l" r="r" t="t"/>
              <a:pathLst>
                <a:path extrusionOk="0" h="20" w="63">
                  <a:moveTo>
                    <a:pt x="57" y="0"/>
                  </a:moveTo>
                  <a:cubicBezTo>
                    <a:pt x="39" y="0"/>
                    <a:pt x="19" y="0"/>
                    <a:pt x="0" y="2"/>
                  </a:cubicBezTo>
                  <a:cubicBezTo>
                    <a:pt x="3" y="7"/>
                    <a:pt x="7" y="13"/>
                    <a:pt x="10" y="19"/>
                  </a:cubicBezTo>
                  <a:lnTo>
                    <a:pt x="62" y="8"/>
                  </a:lnTo>
                  <a:lnTo>
                    <a:pt x="59" y="3"/>
                  </a:lnTo>
                  <a:lnTo>
                    <a:pt x="5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9"/>
            <p:cNvSpPr/>
            <p:nvPr/>
          </p:nvSpPr>
          <p:spPr>
            <a:xfrm>
              <a:off x="3299045" y="-958535"/>
              <a:ext cx="37080" cy="14400"/>
            </a:xfrm>
            <a:custGeom>
              <a:rect b="b" l="l" r="r" t="t"/>
              <a:pathLst>
                <a:path extrusionOk="0" h="40" w="103">
                  <a:moveTo>
                    <a:pt x="84" y="0"/>
                  </a:moveTo>
                  <a:lnTo>
                    <a:pt x="56" y="4"/>
                  </a:lnTo>
                  <a:cubicBezTo>
                    <a:pt x="55" y="4"/>
                    <a:pt x="55" y="5"/>
                    <a:pt x="55" y="6"/>
                  </a:cubicBezTo>
                  <a:cubicBezTo>
                    <a:pt x="54" y="7"/>
                    <a:pt x="53" y="8"/>
                    <a:pt x="52" y="9"/>
                  </a:cubicBezTo>
                  <a:cubicBezTo>
                    <a:pt x="51" y="10"/>
                    <a:pt x="50" y="10"/>
                    <a:pt x="48" y="10"/>
                  </a:cubicBezTo>
                  <a:cubicBezTo>
                    <a:pt x="47" y="10"/>
                    <a:pt x="46" y="9"/>
                    <a:pt x="45" y="9"/>
                  </a:cubicBezTo>
                  <a:lnTo>
                    <a:pt x="44" y="8"/>
                  </a:lnTo>
                  <a:cubicBezTo>
                    <a:pt x="42" y="7"/>
                    <a:pt x="41" y="7"/>
                    <a:pt x="40" y="6"/>
                  </a:cubicBezTo>
                  <a:cubicBezTo>
                    <a:pt x="27" y="8"/>
                    <a:pt x="15" y="12"/>
                    <a:pt x="3" y="17"/>
                  </a:cubicBezTo>
                  <a:cubicBezTo>
                    <a:pt x="3" y="18"/>
                    <a:pt x="3" y="18"/>
                    <a:pt x="3" y="18"/>
                  </a:cubicBezTo>
                  <a:cubicBezTo>
                    <a:pt x="2" y="18"/>
                    <a:pt x="1" y="19"/>
                    <a:pt x="1" y="20"/>
                  </a:cubicBezTo>
                  <a:cubicBezTo>
                    <a:pt x="1" y="20"/>
                    <a:pt x="0" y="21"/>
                    <a:pt x="0" y="22"/>
                  </a:cubicBezTo>
                  <a:cubicBezTo>
                    <a:pt x="0" y="23"/>
                    <a:pt x="1" y="24"/>
                    <a:pt x="1" y="24"/>
                  </a:cubicBezTo>
                  <a:cubicBezTo>
                    <a:pt x="1" y="25"/>
                    <a:pt x="2" y="26"/>
                    <a:pt x="3" y="26"/>
                  </a:cubicBezTo>
                  <a:lnTo>
                    <a:pt x="3" y="27"/>
                  </a:lnTo>
                  <a:cubicBezTo>
                    <a:pt x="31" y="39"/>
                    <a:pt x="72" y="30"/>
                    <a:pt x="102" y="21"/>
                  </a:cubicBezTo>
                  <a:lnTo>
                    <a:pt x="97" y="17"/>
                  </a:lnTo>
                  <a:cubicBezTo>
                    <a:pt x="93" y="11"/>
                    <a:pt x="88" y="6"/>
                    <a:pt x="8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9"/>
            <p:cNvSpPr/>
            <p:nvPr/>
          </p:nvSpPr>
          <p:spPr>
            <a:xfrm>
              <a:off x="3339725" y="-962495"/>
              <a:ext cx="12960" cy="9360"/>
            </a:xfrm>
            <a:custGeom>
              <a:rect b="b" l="l" r="r" t="t"/>
              <a:pathLst>
                <a:path extrusionOk="0" h="26" w="36">
                  <a:moveTo>
                    <a:pt x="24" y="0"/>
                  </a:moveTo>
                  <a:cubicBezTo>
                    <a:pt x="16" y="2"/>
                    <a:pt x="8" y="3"/>
                    <a:pt x="0" y="5"/>
                  </a:cubicBezTo>
                  <a:lnTo>
                    <a:pt x="6" y="13"/>
                  </a:lnTo>
                  <a:cubicBezTo>
                    <a:pt x="9" y="17"/>
                    <a:pt x="13" y="21"/>
                    <a:pt x="15" y="25"/>
                  </a:cubicBezTo>
                  <a:lnTo>
                    <a:pt x="35" y="20"/>
                  </a:lnTo>
                  <a:cubicBezTo>
                    <a:pt x="33" y="14"/>
                    <a:pt x="29" y="7"/>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9"/>
            <p:cNvSpPr/>
            <p:nvPr/>
          </p:nvSpPr>
          <p:spPr>
            <a:xfrm>
              <a:off x="3189605" y="-926135"/>
              <a:ext cx="19440" cy="12960"/>
            </a:xfrm>
            <a:custGeom>
              <a:rect b="b" l="l" r="r" t="t"/>
              <a:pathLst>
                <a:path extrusionOk="0" h="36" w="54">
                  <a:moveTo>
                    <a:pt x="0" y="12"/>
                  </a:moveTo>
                  <a:cubicBezTo>
                    <a:pt x="4" y="17"/>
                    <a:pt x="7" y="21"/>
                    <a:pt x="9" y="26"/>
                  </a:cubicBezTo>
                  <a:cubicBezTo>
                    <a:pt x="11" y="29"/>
                    <a:pt x="12" y="32"/>
                    <a:pt x="14" y="35"/>
                  </a:cubicBezTo>
                  <a:cubicBezTo>
                    <a:pt x="24" y="31"/>
                    <a:pt x="33" y="27"/>
                    <a:pt x="42" y="21"/>
                  </a:cubicBezTo>
                  <a:lnTo>
                    <a:pt x="53" y="16"/>
                  </a:lnTo>
                  <a:cubicBezTo>
                    <a:pt x="49" y="14"/>
                    <a:pt x="46" y="13"/>
                    <a:pt x="43" y="11"/>
                  </a:cubicBezTo>
                  <a:cubicBezTo>
                    <a:pt x="38" y="8"/>
                    <a:pt x="32" y="4"/>
                    <a:pt x="27" y="0"/>
                  </a:cubicBezTo>
                  <a:lnTo>
                    <a:pt x="0"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9"/>
            <p:cNvSpPr/>
            <p:nvPr/>
          </p:nvSpPr>
          <p:spPr>
            <a:xfrm>
              <a:off x="3164765" y="-916775"/>
              <a:ext cx="21960" cy="16560"/>
            </a:xfrm>
            <a:custGeom>
              <a:rect b="b" l="l" r="r" t="t"/>
              <a:pathLst>
                <a:path extrusionOk="0" h="46" w="61">
                  <a:moveTo>
                    <a:pt x="0" y="19"/>
                  </a:moveTo>
                  <a:cubicBezTo>
                    <a:pt x="4" y="26"/>
                    <a:pt x="7" y="31"/>
                    <a:pt x="10" y="37"/>
                  </a:cubicBezTo>
                  <a:cubicBezTo>
                    <a:pt x="10" y="38"/>
                    <a:pt x="11" y="39"/>
                    <a:pt x="11" y="40"/>
                  </a:cubicBezTo>
                  <a:cubicBezTo>
                    <a:pt x="11" y="41"/>
                    <a:pt x="11" y="42"/>
                    <a:pt x="10" y="44"/>
                  </a:cubicBezTo>
                  <a:cubicBezTo>
                    <a:pt x="10" y="45"/>
                    <a:pt x="9" y="45"/>
                    <a:pt x="9" y="45"/>
                  </a:cubicBezTo>
                  <a:cubicBezTo>
                    <a:pt x="16" y="40"/>
                    <a:pt x="23" y="36"/>
                    <a:pt x="29" y="32"/>
                  </a:cubicBezTo>
                  <a:cubicBezTo>
                    <a:pt x="39" y="27"/>
                    <a:pt x="49" y="22"/>
                    <a:pt x="60" y="18"/>
                  </a:cubicBezTo>
                  <a:cubicBezTo>
                    <a:pt x="52" y="13"/>
                    <a:pt x="45" y="7"/>
                    <a:pt x="39" y="0"/>
                  </a:cubicBezTo>
                  <a:cubicBezTo>
                    <a:pt x="25" y="6"/>
                    <a:pt x="12" y="13"/>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9"/>
            <p:cNvSpPr/>
            <p:nvPr/>
          </p:nvSpPr>
          <p:spPr>
            <a:xfrm>
              <a:off x="3139925" y="-905975"/>
              <a:ext cx="27720" cy="15120"/>
            </a:xfrm>
            <a:custGeom>
              <a:rect b="b" l="l" r="r" t="t"/>
              <a:pathLst>
                <a:path extrusionOk="0" h="42" w="77">
                  <a:moveTo>
                    <a:pt x="69" y="16"/>
                  </a:moveTo>
                  <a:cubicBezTo>
                    <a:pt x="61" y="12"/>
                    <a:pt x="54" y="6"/>
                    <a:pt x="48" y="0"/>
                  </a:cubicBezTo>
                  <a:lnTo>
                    <a:pt x="33" y="7"/>
                  </a:lnTo>
                  <a:lnTo>
                    <a:pt x="34" y="8"/>
                  </a:lnTo>
                  <a:cubicBezTo>
                    <a:pt x="35" y="8"/>
                    <a:pt x="35" y="9"/>
                    <a:pt x="35" y="10"/>
                  </a:cubicBezTo>
                  <a:cubicBezTo>
                    <a:pt x="36" y="11"/>
                    <a:pt x="37" y="12"/>
                    <a:pt x="37" y="14"/>
                  </a:cubicBezTo>
                  <a:cubicBezTo>
                    <a:pt x="37" y="15"/>
                    <a:pt x="36" y="16"/>
                    <a:pt x="35" y="18"/>
                  </a:cubicBezTo>
                  <a:cubicBezTo>
                    <a:pt x="35" y="20"/>
                    <a:pt x="34" y="20"/>
                    <a:pt x="32" y="21"/>
                  </a:cubicBezTo>
                  <a:cubicBezTo>
                    <a:pt x="31" y="21"/>
                    <a:pt x="30" y="22"/>
                    <a:pt x="29" y="22"/>
                  </a:cubicBezTo>
                  <a:cubicBezTo>
                    <a:pt x="27" y="23"/>
                    <a:pt x="26" y="23"/>
                    <a:pt x="25" y="23"/>
                  </a:cubicBezTo>
                  <a:cubicBezTo>
                    <a:pt x="21" y="23"/>
                    <a:pt x="18" y="22"/>
                    <a:pt x="14" y="20"/>
                  </a:cubicBezTo>
                  <a:cubicBezTo>
                    <a:pt x="13" y="20"/>
                    <a:pt x="13" y="19"/>
                    <a:pt x="12" y="19"/>
                  </a:cubicBezTo>
                  <a:cubicBezTo>
                    <a:pt x="8" y="22"/>
                    <a:pt x="6" y="26"/>
                    <a:pt x="3" y="30"/>
                  </a:cubicBezTo>
                  <a:cubicBezTo>
                    <a:pt x="3" y="31"/>
                    <a:pt x="2" y="32"/>
                    <a:pt x="1" y="33"/>
                  </a:cubicBezTo>
                  <a:cubicBezTo>
                    <a:pt x="0" y="36"/>
                    <a:pt x="1" y="41"/>
                    <a:pt x="5" y="41"/>
                  </a:cubicBezTo>
                  <a:lnTo>
                    <a:pt x="6" y="41"/>
                  </a:lnTo>
                  <a:cubicBezTo>
                    <a:pt x="25" y="41"/>
                    <a:pt x="44" y="36"/>
                    <a:pt x="61" y="27"/>
                  </a:cubicBezTo>
                  <a:cubicBezTo>
                    <a:pt x="66" y="24"/>
                    <a:pt x="71" y="20"/>
                    <a:pt x="75" y="16"/>
                  </a:cubicBezTo>
                  <a:cubicBezTo>
                    <a:pt x="75" y="16"/>
                    <a:pt x="76" y="16"/>
                    <a:pt x="75" y="17"/>
                  </a:cubicBezTo>
                  <a:cubicBezTo>
                    <a:pt x="75" y="18"/>
                    <a:pt x="73" y="17"/>
                    <a:pt x="72" y="17"/>
                  </a:cubicBezTo>
                  <a:cubicBezTo>
                    <a:pt x="71" y="17"/>
                    <a:pt x="70" y="17"/>
                    <a:pt x="69" y="17"/>
                  </a:cubicBezTo>
                  <a:cubicBezTo>
                    <a:pt x="69" y="16"/>
                    <a:pt x="69" y="16"/>
                    <a:pt x="69"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9"/>
            <p:cNvSpPr/>
            <p:nvPr/>
          </p:nvSpPr>
          <p:spPr>
            <a:xfrm>
              <a:off x="3208685" y="-935495"/>
              <a:ext cx="18000" cy="13320"/>
            </a:xfrm>
            <a:custGeom>
              <a:rect b="b" l="l" r="r" t="t"/>
              <a:pathLst>
                <a:path extrusionOk="0" h="37" w="50">
                  <a:moveTo>
                    <a:pt x="34" y="3"/>
                  </a:moveTo>
                  <a:lnTo>
                    <a:pt x="31" y="0"/>
                  </a:lnTo>
                  <a:cubicBezTo>
                    <a:pt x="21" y="4"/>
                    <a:pt x="10" y="9"/>
                    <a:pt x="0" y="14"/>
                  </a:cubicBezTo>
                  <a:cubicBezTo>
                    <a:pt x="3" y="18"/>
                    <a:pt x="6" y="22"/>
                    <a:pt x="8" y="26"/>
                  </a:cubicBezTo>
                  <a:cubicBezTo>
                    <a:pt x="9" y="29"/>
                    <a:pt x="11" y="31"/>
                    <a:pt x="12" y="33"/>
                  </a:cubicBezTo>
                  <a:cubicBezTo>
                    <a:pt x="12" y="34"/>
                    <a:pt x="12" y="34"/>
                    <a:pt x="12" y="35"/>
                  </a:cubicBezTo>
                  <a:lnTo>
                    <a:pt x="12" y="36"/>
                  </a:lnTo>
                  <a:cubicBezTo>
                    <a:pt x="24" y="29"/>
                    <a:pt x="37" y="23"/>
                    <a:pt x="49" y="17"/>
                  </a:cubicBezTo>
                  <a:cubicBezTo>
                    <a:pt x="43" y="13"/>
                    <a:pt x="38" y="8"/>
                    <a:pt x="3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9"/>
            <p:cNvSpPr/>
            <p:nvPr/>
          </p:nvSpPr>
          <p:spPr>
            <a:xfrm>
              <a:off x="3269525" y="-950615"/>
              <a:ext cx="13320" cy="6480"/>
            </a:xfrm>
            <a:custGeom>
              <a:rect b="b" l="l" r="r" t="t"/>
              <a:pathLst>
                <a:path extrusionOk="0" h="18" w="37">
                  <a:moveTo>
                    <a:pt x="10" y="17"/>
                  </a:moveTo>
                  <a:cubicBezTo>
                    <a:pt x="17" y="15"/>
                    <a:pt x="23" y="13"/>
                    <a:pt x="28" y="9"/>
                  </a:cubicBezTo>
                  <a:cubicBezTo>
                    <a:pt x="30" y="9"/>
                    <a:pt x="31" y="8"/>
                    <a:pt x="33" y="6"/>
                  </a:cubicBezTo>
                  <a:cubicBezTo>
                    <a:pt x="36" y="4"/>
                    <a:pt x="33" y="0"/>
                    <a:pt x="30" y="1"/>
                  </a:cubicBezTo>
                  <a:cubicBezTo>
                    <a:pt x="23" y="3"/>
                    <a:pt x="16" y="4"/>
                    <a:pt x="9" y="4"/>
                  </a:cubicBezTo>
                  <a:cubicBezTo>
                    <a:pt x="6" y="4"/>
                    <a:pt x="3" y="4"/>
                    <a:pt x="0" y="4"/>
                  </a:cubicBezTo>
                  <a:lnTo>
                    <a:pt x="5" y="11"/>
                  </a:lnTo>
                  <a:lnTo>
                    <a:pt x="10"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9"/>
            <p:cNvSpPr/>
            <p:nvPr/>
          </p:nvSpPr>
          <p:spPr>
            <a:xfrm>
              <a:off x="3226685" y="-941975"/>
              <a:ext cx="15840" cy="11160"/>
            </a:xfrm>
            <a:custGeom>
              <a:rect b="b" l="l" r="r" t="t"/>
              <a:pathLst>
                <a:path extrusionOk="0" h="31" w="44">
                  <a:moveTo>
                    <a:pt x="28" y="0"/>
                  </a:moveTo>
                  <a:lnTo>
                    <a:pt x="0" y="10"/>
                  </a:lnTo>
                  <a:cubicBezTo>
                    <a:pt x="2" y="16"/>
                    <a:pt x="5" y="21"/>
                    <a:pt x="8" y="26"/>
                  </a:cubicBezTo>
                  <a:cubicBezTo>
                    <a:pt x="8" y="27"/>
                    <a:pt x="9" y="27"/>
                    <a:pt x="9" y="28"/>
                  </a:cubicBezTo>
                  <a:lnTo>
                    <a:pt x="9" y="29"/>
                  </a:lnTo>
                  <a:lnTo>
                    <a:pt x="9" y="30"/>
                  </a:lnTo>
                  <a:cubicBezTo>
                    <a:pt x="20" y="25"/>
                    <a:pt x="32" y="21"/>
                    <a:pt x="43" y="17"/>
                  </a:cubicBezTo>
                  <a:cubicBezTo>
                    <a:pt x="38" y="13"/>
                    <a:pt x="33" y="8"/>
                    <a:pt x="30" y="2"/>
                  </a:cubicBezTo>
                  <a:cubicBezTo>
                    <a:pt x="29" y="1"/>
                    <a:pt x="29"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9"/>
            <p:cNvSpPr/>
            <p:nvPr/>
          </p:nvSpPr>
          <p:spPr>
            <a:xfrm>
              <a:off x="3246485" y="-947735"/>
              <a:ext cx="16200" cy="10440"/>
            </a:xfrm>
            <a:custGeom>
              <a:rect b="b" l="l" r="r" t="t"/>
              <a:pathLst>
                <a:path extrusionOk="0" h="29" w="45">
                  <a:moveTo>
                    <a:pt x="0" y="7"/>
                  </a:moveTo>
                  <a:cubicBezTo>
                    <a:pt x="2" y="14"/>
                    <a:pt x="4" y="20"/>
                    <a:pt x="5" y="27"/>
                  </a:cubicBezTo>
                  <a:lnTo>
                    <a:pt x="5" y="28"/>
                  </a:lnTo>
                  <a:cubicBezTo>
                    <a:pt x="13" y="26"/>
                    <a:pt x="21" y="23"/>
                    <a:pt x="29" y="21"/>
                  </a:cubicBezTo>
                  <a:cubicBezTo>
                    <a:pt x="37" y="19"/>
                    <a:pt x="39" y="18"/>
                    <a:pt x="44" y="17"/>
                  </a:cubicBezTo>
                  <a:lnTo>
                    <a:pt x="30" y="0"/>
                  </a:lnTo>
                  <a:cubicBezTo>
                    <a:pt x="19" y="2"/>
                    <a:pt x="9" y="4"/>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9"/>
            <p:cNvSpPr/>
            <p:nvPr/>
          </p:nvSpPr>
          <p:spPr>
            <a:xfrm>
              <a:off x="3114725" y="-884735"/>
              <a:ext cx="11880" cy="12960"/>
            </a:xfrm>
            <a:custGeom>
              <a:rect b="b" l="l" r="r" t="t"/>
              <a:pathLst>
                <a:path extrusionOk="0" h="36" w="33">
                  <a:moveTo>
                    <a:pt x="14" y="33"/>
                  </a:moveTo>
                  <a:cubicBezTo>
                    <a:pt x="17" y="30"/>
                    <a:pt x="20" y="27"/>
                    <a:pt x="22" y="23"/>
                  </a:cubicBezTo>
                  <a:cubicBezTo>
                    <a:pt x="22" y="22"/>
                    <a:pt x="23" y="21"/>
                    <a:pt x="24" y="20"/>
                  </a:cubicBezTo>
                  <a:cubicBezTo>
                    <a:pt x="24" y="18"/>
                    <a:pt x="25" y="16"/>
                    <a:pt x="26" y="14"/>
                  </a:cubicBezTo>
                  <a:cubicBezTo>
                    <a:pt x="27" y="12"/>
                    <a:pt x="29" y="10"/>
                    <a:pt x="30" y="9"/>
                  </a:cubicBezTo>
                  <a:cubicBezTo>
                    <a:pt x="31" y="8"/>
                    <a:pt x="31" y="8"/>
                    <a:pt x="31" y="7"/>
                  </a:cubicBezTo>
                  <a:cubicBezTo>
                    <a:pt x="32" y="6"/>
                    <a:pt x="32" y="6"/>
                    <a:pt x="32" y="5"/>
                  </a:cubicBezTo>
                  <a:cubicBezTo>
                    <a:pt x="32" y="4"/>
                    <a:pt x="32" y="3"/>
                    <a:pt x="31" y="2"/>
                  </a:cubicBezTo>
                  <a:cubicBezTo>
                    <a:pt x="30" y="1"/>
                    <a:pt x="30" y="1"/>
                    <a:pt x="29" y="0"/>
                  </a:cubicBezTo>
                  <a:lnTo>
                    <a:pt x="28" y="0"/>
                  </a:lnTo>
                  <a:cubicBezTo>
                    <a:pt x="16" y="0"/>
                    <a:pt x="8" y="9"/>
                    <a:pt x="0" y="17"/>
                  </a:cubicBezTo>
                  <a:cubicBezTo>
                    <a:pt x="4" y="23"/>
                    <a:pt x="8" y="28"/>
                    <a:pt x="11" y="34"/>
                  </a:cubicBezTo>
                  <a:cubicBezTo>
                    <a:pt x="11" y="35"/>
                    <a:pt x="12" y="35"/>
                    <a:pt x="12" y="35"/>
                  </a:cubicBezTo>
                  <a:lnTo>
                    <a:pt x="1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9"/>
            <p:cNvSpPr/>
            <p:nvPr/>
          </p:nvSpPr>
          <p:spPr>
            <a:xfrm>
              <a:off x="3106805" y="-872855"/>
              <a:ext cx="9000" cy="10080"/>
            </a:xfrm>
            <a:custGeom>
              <a:rect b="b" l="l" r="r" t="t"/>
              <a:pathLst>
                <a:path extrusionOk="0" h="28" w="25">
                  <a:moveTo>
                    <a:pt x="5" y="4"/>
                  </a:moveTo>
                  <a:cubicBezTo>
                    <a:pt x="3" y="7"/>
                    <a:pt x="0" y="14"/>
                    <a:pt x="2" y="18"/>
                  </a:cubicBezTo>
                  <a:cubicBezTo>
                    <a:pt x="6" y="27"/>
                    <a:pt x="19" y="18"/>
                    <a:pt x="23" y="14"/>
                  </a:cubicBezTo>
                  <a:lnTo>
                    <a:pt x="24" y="12"/>
                  </a:lnTo>
                  <a:cubicBezTo>
                    <a:pt x="18" y="8"/>
                    <a:pt x="13" y="4"/>
                    <a:pt x="7" y="0"/>
                  </a:cubicBezTo>
                  <a:cubicBezTo>
                    <a:pt x="7" y="1"/>
                    <a:pt x="5" y="1"/>
                    <a:pt x="5" y="2"/>
                  </a:cubicBezTo>
                  <a:cubicBezTo>
                    <a:pt x="4" y="3"/>
                    <a:pt x="5" y="4"/>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9"/>
            <p:cNvSpPr/>
            <p:nvPr/>
          </p:nvSpPr>
          <p:spPr>
            <a:xfrm>
              <a:off x="3092405" y="-855575"/>
              <a:ext cx="6480" cy="6840"/>
            </a:xfrm>
            <a:custGeom>
              <a:rect b="b" l="l" r="r" t="t"/>
              <a:pathLst>
                <a:path extrusionOk="0" h="19" w="18">
                  <a:moveTo>
                    <a:pt x="4" y="15"/>
                  </a:moveTo>
                  <a:cubicBezTo>
                    <a:pt x="4" y="15"/>
                    <a:pt x="4" y="17"/>
                    <a:pt x="4" y="18"/>
                  </a:cubicBezTo>
                  <a:cubicBezTo>
                    <a:pt x="4" y="17"/>
                    <a:pt x="5" y="16"/>
                    <a:pt x="5" y="15"/>
                  </a:cubicBezTo>
                  <a:cubicBezTo>
                    <a:pt x="7" y="12"/>
                    <a:pt x="10" y="10"/>
                    <a:pt x="13" y="8"/>
                  </a:cubicBezTo>
                  <a:cubicBezTo>
                    <a:pt x="14" y="7"/>
                    <a:pt x="14" y="7"/>
                    <a:pt x="14" y="7"/>
                  </a:cubicBezTo>
                  <a:cubicBezTo>
                    <a:pt x="15" y="7"/>
                    <a:pt x="15" y="7"/>
                    <a:pt x="15" y="7"/>
                  </a:cubicBezTo>
                  <a:cubicBezTo>
                    <a:pt x="16" y="6"/>
                    <a:pt x="15" y="6"/>
                    <a:pt x="16" y="5"/>
                  </a:cubicBezTo>
                  <a:cubicBezTo>
                    <a:pt x="17" y="4"/>
                    <a:pt x="17" y="4"/>
                    <a:pt x="17" y="4"/>
                  </a:cubicBezTo>
                  <a:cubicBezTo>
                    <a:pt x="17" y="3"/>
                    <a:pt x="17" y="3"/>
                    <a:pt x="16" y="2"/>
                  </a:cubicBezTo>
                  <a:cubicBezTo>
                    <a:pt x="15" y="1"/>
                    <a:pt x="16" y="2"/>
                    <a:pt x="15" y="1"/>
                  </a:cubicBezTo>
                  <a:cubicBezTo>
                    <a:pt x="14" y="0"/>
                    <a:pt x="14" y="0"/>
                    <a:pt x="14" y="0"/>
                  </a:cubicBezTo>
                  <a:cubicBezTo>
                    <a:pt x="13" y="0"/>
                    <a:pt x="13" y="0"/>
                    <a:pt x="13" y="0"/>
                  </a:cubicBezTo>
                  <a:cubicBezTo>
                    <a:pt x="10" y="1"/>
                    <a:pt x="8" y="2"/>
                    <a:pt x="6" y="3"/>
                  </a:cubicBezTo>
                  <a:cubicBezTo>
                    <a:pt x="5" y="4"/>
                    <a:pt x="3" y="5"/>
                    <a:pt x="2" y="6"/>
                  </a:cubicBezTo>
                  <a:lnTo>
                    <a:pt x="0" y="7"/>
                  </a:lnTo>
                  <a:cubicBezTo>
                    <a:pt x="1" y="8"/>
                    <a:pt x="2" y="9"/>
                    <a:pt x="2" y="10"/>
                  </a:cubicBezTo>
                  <a:cubicBezTo>
                    <a:pt x="3" y="11"/>
                    <a:pt x="4" y="13"/>
                    <a:pt x="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9"/>
            <p:cNvSpPr/>
            <p:nvPr/>
          </p:nvSpPr>
          <p:spPr>
            <a:xfrm>
              <a:off x="3154685" y="-640655"/>
              <a:ext cx="94320" cy="56520"/>
            </a:xfrm>
            <a:custGeom>
              <a:rect b="b" l="l" r="r" t="t"/>
              <a:pathLst>
                <a:path extrusionOk="0" h="157" w="262">
                  <a:moveTo>
                    <a:pt x="109" y="96"/>
                  </a:moveTo>
                  <a:cubicBezTo>
                    <a:pt x="122" y="111"/>
                    <a:pt x="162" y="117"/>
                    <a:pt x="181" y="124"/>
                  </a:cubicBezTo>
                  <a:cubicBezTo>
                    <a:pt x="206" y="133"/>
                    <a:pt x="233" y="155"/>
                    <a:pt x="260" y="156"/>
                  </a:cubicBezTo>
                  <a:cubicBezTo>
                    <a:pt x="261" y="155"/>
                    <a:pt x="261" y="155"/>
                    <a:pt x="261" y="155"/>
                  </a:cubicBezTo>
                  <a:lnTo>
                    <a:pt x="261" y="154"/>
                  </a:lnTo>
                  <a:cubicBezTo>
                    <a:pt x="261" y="154"/>
                    <a:pt x="261" y="153"/>
                    <a:pt x="260" y="153"/>
                  </a:cubicBezTo>
                  <a:cubicBezTo>
                    <a:pt x="239" y="148"/>
                    <a:pt x="222" y="125"/>
                    <a:pt x="202" y="117"/>
                  </a:cubicBezTo>
                  <a:cubicBezTo>
                    <a:pt x="176" y="107"/>
                    <a:pt x="132" y="94"/>
                    <a:pt x="115" y="72"/>
                  </a:cubicBezTo>
                  <a:cubicBezTo>
                    <a:pt x="98" y="50"/>
                    <a:pt x="67" y="42"/>
                    <a:pt x="50" y="22"/>
                  </a:cubicBezTo>
                  <a:cubicBezTo>
                    <a:pt x="45" y="16"/>
                    <a:pt x="39" y="12"/>
                    <a:pt x="32" y="8"/>
                  </a:cubicBezTo>
                  <a:cubicBezTo>
                    <a:pt x="26" y="4"/>
                    <a:pt x="19" y="2"/>
                    <a:pt x="12" y="0"/>
                  </a:cubicBezTo>
                  <a:lnTo>
                    <a:pt x="11" y="0"/>
                  </a:lnTo>
                  <a:cubicBezTo>
                    <a:pt x="10" y="0"/>
                    <a:pt x="9" y="0"/>
                    <a:pt x="8" y="1"/>
                  </a:cubicBezTo>
                  <a:cubicBezTo>
                    <a:pt x="8" y="1"/>
                    <a:pt x="7" y="2"/>
                    <a:pt x="6" y="3"/>
                  </a:cubicBezTo>
                  <a:lnTo>
                    <a:pt x="6" y="4"/>
                  </a:lnTo>
                  <a:cubicBezTo>
                    <a:pt x="0" y="44"/>
                    <a:pt x="87" y="74"/>
                    <a:pt x="109"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9"/>
            <p:cNvSpPr/>
            <p:nvPr/>
          </p:nvSpPr>
          <p:spPr>
            <a:xfrm>
              <a:off x="3121565" y="-674855"/>
              <a:ext cx="21960" cy="21960"/>
            </a:xfrm>
            <a:custGeom>
              <a:rect b="b" l="l" r="r" t="t"/>
              <a:pathLst>
                <a:path extrusionOk="0" h="61" w="61">
                  <a:moveTo>
                    <a:pt x="17" y="31"/>
                  </a:moveTo>
                  <a:cubicBezTo>
                    <a:pt x="27" y="41"/>
                    <a:pt x="39" y="50"/>
                    <a:pt x="51" y="57"/>
                  </a:cubicBezTo>
                  <a:cubicBezTo>
                    <a:pt x="52" y="57"/>
                    <a:pt x="53" y="58"/>
                    <a:pt x="54" y="59"/>
                  </a:cubicBezTo>
                  <a:cubicBezTo>
                    <a:pt x="57" y="60"/>
                    <a:pt x="60" y="57"/>
                    <a:pt x="58" y="55"/>
                  </a:cubicBezTo>
                  <a:cubicBezTo>
                    <a:pt x="58" y="54"/>
                    <a:pt x="57" y="53"/>
                    <a:pt x="57" y="53"/>
                  </a:cubicBezTo>
                  <a:cubicBezTo>
                    <a:pt x="51" y="42"/>
                    <a:pt x="44" y="31"/>
                    <a:pt x="35" y="22"/>
                  </a:cubicBezTo>
                  <a:cubicBezTo>
                    <a:pt x="29" y="14"/>
                    <a:pt x="18" y="0"/>
                    <a:pt x="7" y="2"/>
                  </a:cubicBezTo>
                  <a:cubicBezTo>
                    <a:pt x="6" y="2"/>
                    <a:pt x="6" y="3"/>
                    <a:pt x="5" y="3"/>
                  </a:cubicBezTo>
                  <a:cubicBezTo>
                    <a:pt x="4" y="4"/>
                    <a:pt x="4" y="4"/>
                    <a:pt x="3" y="5"/>
                  </a:cubicBezTo>
                  <a:cubicBezTo>
                    <a:pt x="3" y="5"/>
                    <a:pt x="3" y="6"/>
                    <a:pt x="3" y="7"/>
                  </a:cubicBezTo>
                  <a:cubicBezTo>
                    <a:pt x="0" y="17"/>
                    <a:pt x="11" y="25"/>
                    <a:pt x="1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9"/>
            <p:cNvSpPr/>
            <p:nvPr/>
          </p:nvSpPr>
          <p:spPr>
            <a:xfrm>
              <a:off x="3083765" y="-855215"/>
              <a:ext cx="9000" cy="5760"/>
            </a:xfrm>
            <a:custGeom>
              <a:rect b="b" l="l" r="r" t="t"/>
              <a:pathLst>
                <a:path extrusionOk="0" h="16" w="25">
                  <a:moveTo>
                    <a:pt x="13" y="15"/>
                  </a:moveTo>
                  <a:lnTo>
                    <a:pt x="16" y="12"/>
                  </a:lnTo>
                  <a:cubicBezTo>
                    <a:pt x="19" y="10"/>
                    <a:pt x="21" y="8"/>
                    <a:pt x="24" y="6"/>
                  </a:cubicBezTo>
                  <a:cubicBezTo>
                    <a:pt x="23" y="5"/>
                    <a:pt x="21" y="3"/>
                    <a:pt x="20" y="2"/>
                  </a:cubicBezTo>
                  <a:cubicBezTo>
                    <a:pt x="17" y="1"/>
                    <a:pt x="14" y="0"/>
                    <a:pt x="11" y="0"/>
                  </a:cubicBezTo>
                  <a:cubicBezTo>
                    <a:pt x="10" y="0"/>
                    <a:pt x="8" y="0"/>
                    <a:pt x="7" y="1"/>
                  </a:cubicBezTo>
                  <a:lnTo>
                    <a:pt x="4" y="1"/>
                  </a:lnTo>
                  <a:cubicBezTo>
                    <a:pt x="3" y="1"/>
                    <a:pt x="2" y="1"/>
                    <a:pt x="1" y="2"/>
                  </a:cubicBezTo>
                  <a:cubicBezTo>
                    <a:pt x="1" y="2"/>
                    <a:pt x="0" y="2"/>
                    <a:pt x="0" y="3"/>
                  </a:cubicBezTo>
                  <a:cubicBezTo>
                    <a:pt x="5" y="6"/>
                    <a:pt x="9" y="11"/>
                    <a:pt x="13"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9"/>
            <p:cNvSpPr/>
            <p:nvPr/>
          </p:nvSpPr>
          <p:spPr>
            <a:xfrm>
              <a:off x="3066125" y="-849815"/>
              <a:ext cx="40680" cy="162000"/>
            </a:xfrm>
            <a:custGeom>
              <a:rect b="b" l="l" r="r" t="t"/>
              <a:pathLst>
                <a:path extrusionOk="0" h="450" w="113">
                  <a:moveTo>
                    <a:pt x="11" y="166"/>
                  </a:moveTo>
                  <a:cubicBezTo>
                    <a:pt x="8" y="189"/>
                    <a:pt x="5" y="212"/>
                    <a:pt x="0" y="235"/>
                  </a:cubicBezTo>
                  <a:cubicBezTo>
                    <a:pt x="1" y="244"/>
                    <a:pt x="4" y="253"/>
                    <a:pt x="7" y="261"/>
                  </a:cubicBezTo>
                  <a:cubicBezTo>
                    <a:pt x="26" y="318"/>
                    <a:pt x="48" y="414"/>
                    <a:pt x="107" y="448"/>
                  </a:cubicBezTo>
                  <a:cubicBezTo>
                    <a:pt x="110" y="449"/>
                    <a:pt x="112" y="446"/>
                    <a:pt x="110" y="444"/>
                  </a:cubicBezTo>
                  <a:cubicBezTo>
                    <a:pt x="85" y="421"/>
                    <a:pt x="67" y="363"/>
                    <a:pt x="54" y="331"/>
                  </a:cubicBezTo>
                  <a:cubicBezTo>
                    <a:pt x="40" y="293"/>
                    <a:pt x="33" y="253"/>
                    <a:pt x="33" y="212"/>
                  </a:cubicBezTo>
                  <a:cubicBezTo>
                    <a:pt x="33" y="202"/>
                    <a:pt x="33" y="193"/>
                    <a:pt x="34" y="183"/>
                  </a:cubicBezTo>
                  <a:cubicBezTo>
                    <a:pt x="38" y="133"/>
                    <a:pt x="69" y="85"/>
                    <a:pt x="76" y="33"/>
                  </a:cubicBezTo>
                  <a:cubicBezTo>
                    <a:pt x="72" y="30"/>
                    <a:pt x="68" y="27"/>
                    <a:pt x="64" y="24"/>
                  </a:cubicBezTo>
                  <a:cubicBezTo>
                    <a:pt x="63" y="23"/>
                    <a:pt x="62" y="21"/>
                    <a:pt x="60" y="20"/>
                  </a:cubicBezTo>
                  <a:cubicBezTo>
                    <a:pt x="60" y="20"/>
                    <a:pt x="60" y="19"/>
                    <a:pt x="59" y="19"/>
                  </a:cubicBezTo>
                  <a:cubicBezTo>
                    <a:pt x="59" y="19"/>
                    <a:pt x="58" y="19"/>
                    <a:pt x="58" y="18"/>
                  </a:cubicBezTo>
                  <a:lnTo>
                    <a:pt x="57" y="17"/>
                  </a:lnTo>
                  <a:cubicBezTo>
                    <a:pt x="57" y="16"/>
                    <a:pt x="57" y="15"/>
                    <a:pt x="56" y="15"/>
                  </a:cubicBezTo>
                  <a:lnTo>
                    <a:pt x="52" y="9"/>
                  </a:lnTo>
                  <a:cubicBezTo>
                    <a:pt x="49" y="5"/>
                    <a:pt x="47" y="3"/>
                    <a:pt x="43" y="0"/>
                  </a:cubicBezTo>
                  <a:cubicBezTo>
                    <a:pt x="43" y="3"/>
                    <a:pt x="44" y="5"/>
                    <a:pt x="45" y="7"/>
                  </a:cubicBezTo>
                  <a:cubicBezTo>
                    <a:pt x="46" y="9"/>
                    <a:pt x="47" y="10"/>
                    <a:pt x="48" y="11"/>
                  </a:cubicBezTo>
                  <a:cubicBezTo>
                    <a:pt x="34" y="44"/>
                    <a:pt x="22" y="77"/>
                    <a:pt x="12" y="111"/>
                  </a:cubicBezTo>
                  <a:cubicBezTo>
                    <a:pt x="12" y="117"/>
                    <a:pt x="12" y="124"/>
                    <a:pt x="12" y="131"/>
                  </a:cubicBezTo>
                  <a:cubicBezTo>
                    <a:pt x="12" y="143"/>
                    <a:pt x="12" y="154"/>
                    <a:pt x="11"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9"/>
            <p:cNvSpPr/>
            <p:nvPr/>
          </p:nvSpPr>
          <p:spPr>
            <a:xfrm>
              <a:off x="3091685" y="-849095"/>
              <a:ext cx="2520" cy="5760"/>
            </a:xfrm>
            <a:custGeom>
              <a:rect b="b" l="l" r="r" t="t"/>
              <a:pathLst>
                <a:path extrusionOk="0" h="16" w="7">
                  <a:moveTo>
                    <a:pt x="0" y="8"/>
                  </a:moveTo>
                  <a:cubicBezTo>
                    <a:pt x="2" y="10"/>
                    <a:pt x="4" y="13"/>
                    <a:pt x="6" y="15"/>
                  </a:cubicBezTo>
                  <a:cubicBezTo>
                    <a:pt x="6" y="12"/>
                    <a:pt x="6" y="9"/>
                    <a:pt x="6" y="7"/>
                  </a:cubicBezTo>
                  <a:cubicBezTo>
                    <a:pt x="6" y="4"/>
                    <a:pt x="6" y="2"/>
                    <a:pt x="6" y="0"/>
                  </a:cubicBezTo>
                  <a:lnTo>
                    <a:pt x="3" y="5"/>
                  </a:lnTo>
                  <a:lnTo>
                    <a:pt x="0"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9"/>
            <p:cNvSpPr/>
            <p:nvPr/>
          </p:nvSpPr>
          <p:spPr>
            <a:xfrm>
              <a:off x="3086285" y="-844775"/>
              <a:ext cx="1800" cy="2160"/>
            </a:xfrm>
            <a:custGeom>
              <a:rect b="b" l="l" r="r" t="t"/>
              <a:pathLst>
                <a:path extrusionOk="0" h="6" w="5">
                  <a:moveTo>
                    <a:pt x="2" y="4"/>
                  </a:moveTo>
                  <a:cubicBezTo>
                    <a:pt x="2" y="4"/>
                    <a:pt x="2" y="5"/>
                    <a:pt x="3" y="5"/>
                  </a:cubicBezTo>
                  <a:lnTo>
                    <a:pt x="4" y="5"/>
                  </a:lnTo>
                  <a:lnTo>
                    <a:pt x="0" y="0"/>
                  </a:lnTo>
                  <a:cubicBezTo>
                    <a:pt x="0" y="1"/>
                    <a:pt x="0" y="2"/>
                    <a:pt x="1" y="3"/>
                  </a:cubicBezTo>
                  <a:cubicBezTo>
                    <a:pt x="1" y="3"/>
                    <a:pt x="1" y="4"/>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9"/>
            <p:cNvSpPr/>
            <p:nvPr/>
          </p:nvSpPr>
          <p:spPr>
            <a:xfrm>
              <a:off x="3088445" y="-853055"/>
              <a:ext cx="5760" cy="7200"/>
            </a:xfrm>
            <a:custGeom>
              <a:rect b="b" l="l" r="r" t="t"/>
              <a:pathLst>
                <a:path extrusionOk="0" h="20" w="16">
                  <a:moveTo>
                    <a:pt x="0" y="9"/>
                  </a:moveTo>
                  <a:cubicBezTo>
                    <a:pt x="1" y="11"/>
                    <a:pt x="3" y="11"/>
                    <a:pt x="4" y="13"/>
                  </a:cubicBezTo>
                  <a:cubicBezTo>
                    <a:pt x="5" y="15"/>
                    <a:pt x="7" y="17"/>
                    <a:pt x="9" y="19"/>
                  </a:cubicBezTo>
                  <a:lnTo>
                    <a:pt x="11" y="16"/>
                  </a:lnTo>
                  <a:lnTo>
                    <a:pt x="15" y="11"/>
                  </a:lnTo>
                  <a:cubicBezTo>
                    <a:pt x="15" y="11"/>
                    <a:pt x="15" y="9"/>
                    <a:pt x="15" y="8"/>
                  </a:cubicBezTo>
                  <a:cubicBezTo>
                    <a:pt x="14" y="6"/>
                    <a:pt x="14" y="4"/>
                    <a:pt x="13" y="2"/>
                  </a:cubicBezTo>
                  <a:cubicBezTo>
                    <a:pt x="12" y="1"/>
                    <a:pt x="12" y="1"/>
                    <a:pt x="11" y="0"/>
                  </a:cubicBezTo>
                  <a:cubicBezTo>
                    <a:pt x="8" y="2"/>
                    <a:pt x="6" y="3"/>
                    <a:pt x="3" y="6"/>
                  </a:cubicBezTo>
                  <a:lnTo>
                    <a:pt x="0"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9"/>
            <p:cNvSpPr/>
            <p:nvPr/>
          </p:nvSpPr>
          <p:spPr>
            <a:xfrm>
              <a:off x="3048125" y="-855935"/>
              <a:ext cx="21960" cy="112680"/>
            </a:xfrm>
            <a:custGeom>
              <a:rect b="b" l="l" r="r" t="t"/>
              <a:pathLst>
                <a:path extrusionOk="0" h="313" w="61">
                  <a:moveTo>
                    <a:pt x="29" y="303"/>
                  </a:moveTo>
                  <a:cubicBezTo>
                    <a:pt x="29" y="304"/>
                    <a:pt x="29" y="305"/>
                    <a:pt x="29" y="307"/>
                  </a:cubicBezTo>
                  <a:cubicBezTo>
                    <a:pt x="29" y="308"/>
                    <a:pt x="29" y="310"/>
                    <a:pt x="29" y="312"/>
                  </a:cubicBezTo>
                  <a:cubicBezTo>
                    <a:pt x="38" y="293"/>
                    <a:pt x="44" y="273"/>
                    <a:pt x="49" y="253"/>
                  </a:cubicBezTo>
                  <a:cubicBezTo>
                    <a:pt x="45" y="238"/>
                    <a:pt x="44" y="222"/>
                    <a:pt x="44" y="207"/>
                  </a:cubicBezTo>
                  <a:cubicBezTo>
                    <a:pt x="44" y="191"/>
                    <a:pt x="45" y="176"/>
                    <a:pt x="49" y="161"/>
                  </a:cubicBezTo>
                  <a:lnTo>
                    <a:pt x="60" y="128"/>
                  </a:lnTo>
                  <a:cubicBezTo>
                    <a:pt x="57" y="77"/>
                    <a:pt x="40" y="29"/>
                    <a:pt x="1" y="0"/>
                  </a:cubicBezTo>
                  <a:cubicBezTo>
                    <a:pt x="1" y="1"/>
                    <a:pt x="1" y="1"/>
                    <a:pt x="2" y="2"/>
                  </a:cubicBezTo>
                  <a:cubicBezTo>
                    <a:pt x="3" y="4"/>
                    <a:pt x="4" y="7"/>
                    <a:pt x="4" y="10"/>
                  </a:cubicBezTo>
                  <a:cubicBezTo>
                    <a:pt x="4" y="13"/>
                    <a:pt x="4" y="16"/>
                    <a:pt x="2" y="19"/>
                  </a:cubicBezTo>
                  <a:cubicBezTo>
                    <a:pt x="1" y="20"/>
                    <a:pt x="1" y="20"/>
                    <a:pt x="1" y="20"/>
                  </a:cubicBezTo>
                  <a:cubicBezTo>
                    <a:pt x="7" y="26"/>
                    <a:pt x="12" y="33"/>
                    <a:pt x="17" y="40"/>
                  </a:cubicBezTo>
                  <a:cubicBezTo>
                    <a:pt x="17" y="41"/>
                    <a:pt x="17" y="41"/>
                    <a:pt x="17" y="42"/>
                  </a:cubicBezTo>
                  <a:cubicBezTo>
                    <a:pt x="19" y="44"/>
                    <a:pt x="20" y="46"/>
                    <a:pt x="21" y="48"/>
                  </a:cubicBezTo>
                  <a:cubicBezTo>
                    <a:pt x="34" y="70"/>
                    <a:pt x="41" y="95"/>
                    <a:pt x="41" y="120"/>
                  </a:cubicBezTo>
                  <a:lnTo>
                    <a:pt x="41" y="121"/>
                  </a:lnTo>
                  <a:cubicBezTo>
                    <a:pt x="41" y="123"/>
                    <a:pt x="41" y="124"/>
                    <a:pt x="40" y="126"/>
                  </a:cubicBezTo>
                  <a:cubicBezTo>
                    <a:pt x="39" y="128"/>
                    <a:pt x="37" y="130"/>
                    <a:pt x="35" y="131"/>
                  </a:cubicBezTo>
                  <a:cubicBezTo>
                    <a:pt x="35" y="131"/>
                    <a:pt x="34" y="131"/>
                    <a:pt x="33" y="131"/>
                  </a:cubicBezTo>
                  <a:cubicBezTo>
                    <a:pt x="32" y="185"/>
                    <a:pt x="21" y="237"/>
                    <a:pt x="0" y="286"/>
                  </a:cubicBezTo>
                  <a:lnTo>
                    <a:pt x="2" y="286"/>
                  </a:lnTo>
                  <a:cubicBezTo>
                    <a:pt x="5" y="285"/>
                    <a:pt x="7" y="285"/>
                    <a:pt x="9" y="285"/>
                  </a:cubicBezTo>
                  <a:cubicBezTo>
                    <a:pt x="13" y="285"/>
                    <a:pt x="16" y="286"/>
                    <a:pt x="19" y="288"/>
                  </a:cubicBezTo>
                  <a:cubicBezTo>
                    <a:pt x="22" y="289"/>
                    <a:pt x="24" y="292"/>
                    <a:pt x="26" y="295"/>
                  </a:cubicBezTo>
                  <a:cubicBezTo>
                    <a:pt x="27" y="297"/>
                    <a:pt x="29" y="300"/>
                    <a:pt x="29" y="3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9"/>
            <p:cNvSpPr/>
            <p:nvPr/>
          </p:nvSpPr>
          <p:spPr>
            <a:xfrm>
              <a:off x="3064685" y="-809855"/>
              <a:ext cx="6480" cy="45000"/>
            </a:xfrm>
            <a:custGeom>
              <a:rect b="b" l="l" r="r" t="t"/>
              <a:pathLst>
                <a:path extrusionOk="0" h="125" w="18">
                  <a:moveTo>
                    <a:pt x="4" y="124"/>
                  </a:moveTo>
                  <a:cubicBezTo>
                    <a:pt x="9" y="101"/>
                    <a:pt x="13" y="78"/>
                    <a:pt x="15" y="55"/>
                  </a:cubicBezTo>
                  <a:cubicBezTo>
                    <a:pt x="16" y="43"/>
                    <a:pt x="17" y="31"/>
                    <a:pt x="17" y="19"/>
                  </a:cubicBezTo>
                  <a:cubicBezTo>
                    <a:pt x="17" y="12"/>
                    <a:pt x="16" y="6"/>
                    <a:pt x="16" y="0"/>
                  </a:cubicBezTo>
                  <a:lnTo>
                    <a:pt x="5" y="33"/>
                  </a:lnTo>
                  <a:cubicBezTo>
                    <a:pt x="1" y="49"/>
                    <a:pt x="0" y="65"/>
                    <a:pt x="0" y="80"/>
                  </a:cubicBezTo>
                  <a:cubicBezTo>
                    <a:pt x="0" y="95"/>
                    <a:pt x="1" y="110"/>
                    <a:pt x="4"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9"/>
            <p:cNvSpPr/>
            <p:nvPr/>
          </p:nvSpPr>
          <p:spPr>
            <a:xfrm>
              <a:off x="1511285" y="-713735"/>
              <a:ext cx="1520640" cy="31320"/>
            </a:xfrm>
            <a:custGeom>
              <a:rect b="b" l="l" r="r" t="t"/>
              <a:pathLst>
                <a:path extrusionOk="0" h="87" w="4224">
                  <a:moveTo>
                    <a:pt x="4199" y="34"/>
                  </a:moveTo>
                  <a:cubicBezTo>
                    <a:pt x="4198" y="34"/>
                    <a:pt x="4198" y="34"/>
                    <a:pt x="4197" y="34"/>
                  </a:cubicBezTo>
                  <a:cubicBezTo>
                    <a:pt x="4188" y="34"/>
                    <a:pt x="4178" y="32"/>
                    <a:pt x="4170" y="27"/>
                  </a:cubicBezTo>
                  <a:cubicBezTo>
                    <a:pt x="4168" y="26"/>
                    <a:pt x="4166" y="25"/>
                    <a:pt x="4165" y="23"/>
                  </a:cubicBezTo>
                  <a:cubicBezTo>
                    <a:pt x="4164" y="21"/>
                    <a:pt x="4164" y="19"/>
                    <a:pt x="4164" y="17"/>
                  </a:cubicBezTo>
                  <a:cubicBezTo>
                    <a:pt x="4102" y="23"/>
                    <a:pt x="4032" y="8"/>
                    <a:pt x="3976" y="8"/>
                  </a:cubicBezTo>
                  <a:cubicBezTo>
                    <a:pt x="3897" y="8"/>
                    <a:pt x="3819" y="4"/>
                    <a:pt x="3740" y="1"/>
                  </a:cubicBezTo>
                  <a:cubicBezTo>
                    <a:pt x="3672" y="11"/>
                    <a:pt x="3600" y="0"/>
                    <a:pt x="3533" y="15"/>
                  </a:cubicBezTo>
                  <a:cubicBezTo>
                    <a:pt x="3491" y="25"/>
                    <a:pt x="3447" y="15"/>
                    <a:pt x="3404" y="17"/>
                  </a:cubicBezTo>
                  <a:cubicBezTo>
                    <a:pt x="3370" y="19"/>
                    <a:pt x="3336" y="24"/>
                    <a:pt x="3301" y="26"/>
                  </a:cubicBezTo>
                  <a:cubicBezTo>
                    <a:pt x="3266" y="28"/>
                    <a:pt x="3227" y="35"/>
                    <a:pt x="3189" y="35"/>
                  </a:cubicBezTo>
                  <a:cubicBezTo>
                    <a:pt x="3168" y="34"/>
                    <a:pt x="3147" y="33"/>
                    <a:pt x="3126" y="33"/>
                  </a:cubicBezTo>
                  <a:cubicBezTo>
                    <a:pt x="3105" y="33"/>
                    <a:pt x="3084" y="34"/>
                    <a:pt x="3063" y="35"/>
                  </a:cubicBezTo>
                  <a:cubicBezTo>
                    <a:pt x="2985" y="45"/>
                    <a:pt x="2907" y="50"/>
                    <a:pt x="2828" y="50"/>
                  </a:cubicBezTo>
                  <a:cubicBezTo>
                    <a:pt x="2823" y="50"/>
                    <a:pt x="2819" y="50"/>
                    <a:pt x="2814" y="50"/>
                  </a:cubicBezTo>
                  <a:cubicBezTo>
                    <a:pt x="2724" y="52"/>
                    <a:pt x="2635" y="57"/>
                    <a:pt x="2544" y="57"/>
                  </a:cubicBezTo>
                  <a:lnTo>
                    <a:pt x="1949" y="56"/>
                  </a:lnTo>
                  <a:lnTo>
                    <a:pt x="1357" y="54"/>
                  </a:lnTo>
                  <a:cubicBezTo>
                    <a:pt x="1183" y="54"/>
                    <a:pt x="1014" y="45"/>
                    <a:pt x="840" y="45"/>
                  </a:cubicBezTo>
                  <a:cubicBezTo>
                    <a:pt x="648" y="45"/>
                    <a:pt x="456" y="42"/>
                    <a:pt x="264" y="45"/>
                  </a:cubicBezTo>
                  <a:cubicBezTo>
                    <a:pt x="183" y="45"/>
                    <a:pt x="94" y="35"/>
                    <a:pt x="16" y="53"/>
                  </a:cubicBezTo>
                  <a:lnTo>
                    <a:pt x="10" y="54"/>
                  </a:lnTo>
                  <a:lnTo>
                    <a:pt x="10" y="55"/>
                  </a:lnTo>
                  <a:cubicBezTo>
                    <a:pt x="10" y="60"/>
                    <a:pt x="9" y="64"/>
                    <a:pt x="9" y="69"/>
                  </a:cubicBezTo>
                  <a:cubicBezTo>
                    <a:pt x="8" y="70"/>
                    <a:pt x="8" y="71"/>
                    <a:pt x="7" y="73"/>
                  </a:cubicBezTo>
                  <a:cubicBezTo>
                    <a:pt x="6" y="74"/>
                    <a:pt x="5" y="76"/>
                    <a:pt x="3" y="77"/>
                  </a:cubicBezTo>
                  <a:cubicBezTo>
                    <a:pt x="2" y="77"/>
                    <a:pt x="1" y="78"/>
                    <a:pt x="0" y="78"/>
                  </a:cubicBezTo>
                  <a:cubicBezTo>
                    <a:pt x="24" y="73"/>
                    <a:pt x="48" y="70"/>
                    <a:pt x="72" y="70"/>
                  </a:cubicBezTo>
                  <a:cubicBezTo>
                    <a:pt x="259" y="76"/>
                    <a:pt x="446" y="74"/>
                    <a:pt x="632" y="74"/>
                  </a:cubicBezTo>
                  <a:lnTo>
                    <a:pt x="929" y="74"/>
                  </a:lnTo>
                  <a:cubicBezTo>
                    <a:pt x="969" y="74"/>
                    <a:pt x="1008" y="74"/>
                    <a:pt x="1047" y="73"/>
                  </a:cubicBezTo>
                  <a:cubicBezTo>
                    <a:pt x="1080" y="73"/>
                    <a:pt x="1111" y="83"/>
                    <a:pt x="1145" y="83"/>
                  </a:cubicBezTo>
                  <a:lnTo>
                    <a:pt x="2331" y="86"/>
                  </a:lnTo>
                  <a:lnTo>
                    <a:pt x="2641" y="86"/>
                  </a:lnTo>
                  <a:cubicBezTo>
                    <a:pt x="2685" y="86"/>
                    <a:pt x="2728" y="83"/>
                    <a:pt x="2772" y="80"/>
                  </a:cubicBezTo>
                  <a:cubicBezTo>
                    <a:pt x="2816" y="77"/>
                    <a:pt x="2858" y="82"/>
                    <a:pt x="2900" y="78"/>
                  </a:cubicBezTo>
                  <a:cubicBezTo>
                    <a:pt x="3056" y="60"/>
                    <a:pt x="3215" y="71"/>
                    <a:pt x="3370" y="49"/>
                  </a:cubicBezTo>
                  <a:cubicBezTo>
                    <a:pt x="3452" y="37"/>
                    <a:pt x="3539" y="44"/>
                    <a:pt x="3622" y="39"/>
                  </a:cubicBezTo>
                  <a:cubicBezTo>
                    <a:pt x="3704" y="33"/>
                    <a:pt x="3779" y="22"/>
                    <a:pt x="3861" y="23"/>
                  </a:cubicBezTo>
                  <a:cubicBezTo>
                    <a:pt x="3955" y="25"/>
                    <a:pt x="4050" y="18"/>
                    <a:pt x="4142" y="48"/>
                  </a:cubicBezTo>
                  <a:cubicBezTo>
                    <a:pt x="4167" y="56"/>
                    <a:pt x="4203" y="64"/>
                    <a:pt x="4223" y="47"/>
                  </a:cubicBezTo>
                  <a:lnTo>
                    <a:pt x="4222" y="46"/>
                  </a:lnTo>
                  <a:cubicBezTo>
                    <a:pt x="4217" y="43"/>
                    <a:pt x="4211" y="40"/>
                    <a:pt x="4204" y="38"/>
                  </a:cubicBezTo>
                  <a:cubicBezTo>
                    <a:pt x="4204" y="38"/>
                    <a:pt x="4203" y="38"/>
                    <a:pt x="4202" y="37"/>
                  </a:cubicBezTo>
                  <a:cubicBezTo>
                    <a:pt x="4201" y="36"/>
                    <a:pt x="4200" y="35"/>
                    <a:pt x="419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9"/>
            <p:cNvSpPr/>
            <p:nvPr/>
          </p:nvSpPr>
          <p:spPr>
            <a:xfrm>
              <a:off x="1420925" y="-688175"/>
              <a:ext cx="360" cy="720"/>
            </a:xfrm>
            <a:custGeom>
              <a:rect b="b" l="l" r="r" t="t"/>
              <a:pathLst>
                <a:path extrusionOk="0" h="2" w="1">
                  <a:moveTo>
                    <a:pt x="0" y="0"/>
                  </a:moveTo>
                  <a:lnTo>
                    <a:pt x="0" y="1"/>
                  </a:lnTo>
                  <a:lnTo>
                    <a:pt x="0" y="0"/>
                  </a:lnTo>
                </a:path>
              </a:pathLst>
            </a:custGeom>
            <a:solidFill>
              <a:schemeClr val="dk1"/>
            </a:solidFill>
            <a:ln>
              <a:noFill/>
            </a:ln>
          </p:spPr>
        </p:sp>
        <p:sp>
          <p:nvSpPr>
            <p:cNvPr id="776" name="Google Shape;776;p29"/>
            <p:cNvSpPr/>
            <p:nvPr/>
          </p:nvSpPr>
          <p:spPr>
            <a:xfrm>
              <a:off x="1428125" y="-693215"/>
              <a:ext cx="82440" cy="11520"/>
            </a:xfrm>
            <a:custGeom>
              <a:rect b="b" l="l" r="r" t="t"/>
              <a:pathLst>
                <a:path extrusionOk="0" h="32" w="229">
                  <a:moveTo>
                    <a:pt x="219" y="17"/>
                  </a:moveTo>
                  <a:lnTo>
                    <a:pt x="217" y="16"/>
                  </a:lnTo>
                  <a:cubicBezTo>
                    <a:pt x="217" y="15"/>
                    <a:pt x="216" y="14"/>
                    <a:pt x="216" y="14"/>
                  </a:cubicBezTo>
                  <a:cubicBezTo>
                    <a:pt x="215" y="12"/>
                    <a:pt x="214" y="10"/>
                    <a:pt x="214" y="8"/>
                  </a:cubicBezTo>
                  <a:cubicBezTo>
                    <a:pt x="214" y="7"/>
                    <a:pt x="215" y="5"/>
                    <a:pt x="216" y="3"/>
                  </a:cubicBezTo>
                  <a:cubicBezTo>
                    <a:pt x="216" y="2"/>
                    <a:pt x="216" y="1"/>
                    <a:pt x="216" y="0"/>
                  </a:cubicBezTo>
                  <a:cubicBezTo>
                    <a:pt x="206" y="2"/>
                    <a:pt x="197" y="3"/>
                    <a:pt x="188" y="3"/>
                  </a:cubicBezTo>
                  <a:cubicBezTo>
                    <a:pt x="188" y="6"/>
                    <a:pt x="188" y="9"/>
                    <a:pt x="188" y="12"/>
                  </a:cubicBezTo>
                  <a:cubicBezTo>
                    <a:pt x="188" y="29"/>
                    <a:pt x="160" y="29"/>
                    <a:pt x="162" y="12"/>
                  </a:cubicBezTo>
                  <a:cubicBezTo>
                    <a:pt x="162" y="10"/>
                    <a:pt x="162" y="8"/>
                    <a:pt x="162" y="6"/>
                  </a:cubicBezTo>
                  <a:cubicBezTo>
                    <a:pt x="151" y="6"/>
                    <a:pt x="140" y="6"/>
                    <a:pt x="129" y="7"/>
                  </a:cubicBezTo>
                  <a:cubicBezTo>
                    <a:pt x="128" y="8"/>
                    <a:pt x="126" y="9"/>
                    <a:pt x="125" y="10"/>
                  </a:cubicBezTo>
                  <a:cubicBezTo>
                    <a:pt x="123" y="11"/>
                    <a:pt x="120" y="12"/>
                    <a:pt x="118" y="12"/>
                  </a:cubicBezTo>
                  <a:cubicBezTo>
                    <a:pt x="116" y="12"/>
                    <a:pt x="113" y="11"/>
                    <a:pt x="111" y="10"/>
                  </a:cubicBezTo>
                  <a:cubicBezTo>
                    <a:pt x="109" y="9"/>
                    <a:pt x="108" y="8"/>
                    <a:pt x="107" y="7"/>
                  </a:cubicBezTo>
                  <a:lnTo>
                    <a:pt x="89" y="7"/>
                  </a:lnTo>
                  <a:cubicBezTo>
                    <a:pt x="88" y="8"/>
                    <a:pt x="86" y="10"/>
                    <a:pt x="84" y="11"/>
                  </a:cubicBezTo>
                  <a:cubicBezTo>
                    <a:pt x="82" y="12"/>
                    <a:pt x="79" y="13"/>
                    <a:pt x="77" y="13"/>
                  </a:cubicBezTo>
                  <a:cubicBezTo>
                    <a:pt x="74" y="13"/>
                    <a:pt x="73" y="12"/>
                    <a:pt x="71" y="11"/>
                  </a:cubicBezTo>
                  <a:cubicBezTo>
                    <a:pt x="69" y="10"/>
                    <a:pt x="67" y="8"/>
                    <a:pt x="66" y="7"/>
                  </a:cubicBezTo>
                  <a:lnTo>
                    <a:pt x="47" y="7"/>
                  </a:lnTo>
                  <a:cubicBezTo>
                    <a:pt x="47" y="7"/>
                    <a:pt x="47" y="8"/>
                    <a:pt x="47" y="9"/>
                  </a:cubicBezTo>
                  <a:cubicBezTo>
                    <a:pt x="47" y="28"/>
                    <a:pt x="16" y="23"/>
                    <a:pt x="21" y="6"/>
                  </a:cubicBezTo>
                  <a:lnTo>
                    <a:pt x="2" y="6"/>
                  </a:lnTo>
                  <a:cubicBezTo>
                    <a:pt x="2" y="12"/>
                    <a:pt x="1" y="18"/>
                    <a:pt x="0" y="24"/>
                  </a:cubicBezTo>
                  <a:cubicBezTo>
                    <a:pt x="0" y="25"/>
                    <a:pt x="0" y="26"/>
                    <a:pt x="0" y="26"/>
                  </a:cubicBezTo>
                  <a:cubicBezTo>
                    <a:pt x="0" y="27"/>
                    <a:pt x="0" y="27"/>
                    <a:pt x="0" y="28"/>
                  </a:cubicBezTo>
                  <a:cubicBezTo>
                    <a:pt x="50" y="28"/>
                    <a:pt x="100" y="31"/>
                    <a:pt x="151" y="31"/>
                  </a:cubicBezTo>
                  <a:cubicBezTo>
                    <a:pt x="177" y="30"/>
                    <a:pt x="202" y="27"/>
                    <a:pt x="228" y="21"/>
                  </a:cubicBezTo>
                  <a:cubicBezTo>
                    <a:pt x="226" y="21"/>
                    <a:pt x="224" y="21"/>
                    <a:pt x="222" y="20"/>
                  </a:cubicBezTo>
                  <a:cubicBezTo>
                    <a:pt x="221" y="19"/>
                    <a:pt x="220" y="18"/>
                    <a:pt x="219"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9"/>
            <p:cNvSpPr/>
            <p:nvPr/>
          </p:nvSpPr>
          <p:spPr>
            <a:xfrm>
              <a:off x="3022565" y="-704735"/>
              <a:ext cx="12960" cy="8280"/>
            </a:xfrm>
            <a:custGeom>
              <a:rect b="b" l="l" r="r" t="t"/>
              <a:pathLst>
                <a:path extrusionOk="0" h="23" w="36">
                  <a:moveTo>
                    <a:pt x="34" y="9"/>
                  </a:moveTo>
                  <a:cubicBezTo>
                    <a:pt x="34" y="8"/>
                    <a:pt x="35" y="6"/>
                    <a:pt x="35" y="5"/>
                  </a:cubicBezTo>
                  <a:cubicBezTo>
                    <a:pt x="35" y="3"/>
                    <a:pt x="34" y="1"/>
                    <a:pt x="34" y="0"/>
                  </a:cubicBezTo>
                  <a:cubicBezTo>
                    <a:pt x="23" y="6"/>
                    <a:pt x="12" y="9"/>
                    <a:pt x="0" y="9"/>
                  </a:cubicBezTo>
                  <a:cubicBezTo>
                    <a:pt x="1" y="10"/>
                    <a:pt x="2" y="12"/>
                    <a:pt x="3" y="12"/>
                  </a:cubicBezTo>
                  <a:cubicBezTo>
                    <a:pt x="4" y="13"/>
                    <a:pt x="5" y="13"/>
                    <a:pt x="5" y="13"/>
                  </a:cubicBezTo>
                  <a:cubicBezTo>
                    <a:pt x="12" y="16"/>
                    <a:pt x="18" y="18"/>
                    <a:pt x="23" y="22"/>
                  </a:cubicBezTo>
                  <a:cubicBezTo>
                    <a:pt x="24" y="22"/>
                    <a:pt x="24" y="22"/>
                    <a:pt x="24" y="22"/>
                  </a:cubicBezTo>
                  <a:cubicBezTo>
                    <a:pt x="27" y="19"/>
                    <a:pt x="30" y="15"/>
                    <a:pt x="33" y="11"/>
                  </a:cubicBezTo>
                  <a:cubicBezTo>
                    <a:pt x="33" y="11"/>
                    <a:pt x="33" y="10"/>
                    <a:pt x="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9"/>
            <p:cNvSpPr/>
            <p:nvPr/>
          </p:nvSpPr>
          <p:spPr>
            <a:xfrm>
              <a:off x="2211845" y="-835415"/>
              <a:ext cx="85320" cy="15120"/>
            </a:xfrm>
            <a:custGeom>
              <a:rect b="b" l="l" r="r" t="t"/>
              <a:pathLst>
                <a:path extrusionOk="0" h="42" w="237">
                  <a:moveTo>
                    <a:pt x="69" y="36"/>
                  </a:moveTo>
                  <a:lnTo>
                    <a:pt x="52" y="36"/>
                  </a:lnTo>
                  <a:lnTo>
                    <a:pt x="52" y="38"/>
                  </a:lnTo>
                  <a:cubicBezTo>
                    <a:pt x="62" y="39"/>
                    <a:pt x="73" y="40"/>
                    <a:pt x="83" y="41"/>
                  </a:cubicBezTo>
                  <a:cubicBezTo>
                    <a:pt x="83" y="36"/>
                    <a:pt x="85" y="31"/>
                    <a:pt x="87" y="27"/>
                  </a:cubicBezTo>
                  <a:cubicBezTo>
                    <a:pt x="88" y="26"/>
                    <a:pt x="88" y="25"/>
                    <a:pt x="89" y="25"/>
                  </a:cubicBezTo>
                  <a:cubicBezTo>
                    <a:pt x="88" y="24"/>
                    <a:pt x="88" y="24"/>
                    <a:pt x="88" y="24"/>
                  </a:cubicBezTo>
                  <a:cubicBezTo>
                    <a:pt x="87" y="23"/>
                    <a:pt x="87" y="22"/>
                    <a:pt x="87" y="21"/>
                  </a:cubicBezTo>
                  <a:cubicBezTo>
                    <a:pt x="87" y="20"/>
                    <a:pt x="87" y="19"/>
                    <a:pt x="88" y="18"/>
                  </a:cubicBezTo>
                  <a:cubicBezTo>
                    <a:pt x="89" y="17"/>
                    <a:pt x="89" y="17"/>
                    <a:pt x="90" y="16"/>
                  </a:cubicBezTo>
                  <a:cubicBezTo>
                    <a:pt x="91" y="15"/>
                    <a:pt x="92" y="15"/>
                    <a:pt x="93" y="15"/>
                  </a:cubicBezTo>
                  <a:cubicBezTo>
                    <a:pt x="101" y="16"/>
                    <a:pt x="108" y="16"/>
                    <a:pt x="116" y="16"/>
                  </a:cubicBezTo>
                  <a:cubicBezTo>
                    <a:pt x="156" y="16"/>
                    <a:pt x="196" y="14"/>
                    <a:pt x="236" y="9"/>
                  </a:cubicBezTo>
                  <a:lnTo>
                    <a:pt x="132" y="9"/>
                  </a:lnTo>
                  <a:cubicBezTo>
                    <a:pt x="89" y="9"/>
                    <a:pt x="49" y="3"/>
                    <a:pt x="6" y="0"/>
                  </a:cubicBezTo>
                  <a:lnTo>
                    <a:pt x="0" y="0"/>
                  </a:lnTo>
                  <a:cubicBezTo>
                    <a:pt x="24" y="2"/>
                    <a:pt x="48" y="7"/>
                    <a:pt x="71" y="14"/>
                  </a:cubicBezTo>
                  <a:cubicBezTo>
                    <a:pt x="83" y="18"/>
                    <a:pt x="83" y="37"/>
                    <a:pt x="6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9"/>
            <p:cNvSpPr/>
            <p:nvPr/>
          </p:nvSpPr>
          <p:spPr>
            <a:xfrm>
              <a:off x="1428485" y="-873215"/>
              <a:ext cx="35280" cy="9000"/>
            </a:xfrm>
            <a:custGeom>
              <a:rect b="b" l="l" r="r" t="t"/>
              <a:pathLst>
                <a:path extrusionOk="0" h="25" w="98">
                  <a:moveTo>
                    <a:pt x="7" y="6"/>
                  </a:moveTo>
                  <a:cubicBezTo>
                    <a:pt x="10" y="12"/>
                    <a:pt x="13" y="18"/>
                    <a:pt x="15" y="24"/>
                  </a:cubicBezTo>
                  <a:cubicBezTo>
                    <a:pt x="18" y="21"/>
                    <a:pt x="21" y="19"/>
                    <a:pt x="25" y="17"/>
                  </a:cubicBezTo>
                  <a:cubicBezTo>
                    <a:pt x="26" y="16"/>
                    <a:pt x="26" y="16"/>
                    <a:pt x="27" y="15"/>
                  </a:cubicBezTo>
                  <a:cubicBezTo>
                    <a:pt x="30" y="14"/>
                    <a:pt x="32" y="13"/>
                    <a:pt x="35" y="13"/>
                  </a:cubicBezTo>
                  <a:cubicBezTo>
                    <a:pt x="35" y="12"/>
                    <a:pt x="35" y="12"/>
                    <a:pt x="36" y="11"/>
                  </a:cubicBezTo>
                  <a:cubicBezTo>
                    <a:pt x="38" y="9"/>
                    <a:pt x="38" y="7"/>
                    <a:pt x="40" y="6"/>
                  </a:cubicBezTo>
                  <a:cubicBezTo>
                    <a:pt x="42" y="5"/>
                    <a:pt x="44" y="5"/>
                    <a:pt x="46" y="5"/>
                  </a:cubicBezTo>
                  <a:cubicBezTo>
                    <a:pt x="47" y="5"/>
                    <a:pt x="47" y="5"/>
                    <a:pt x="48" y="5"/>
                  </a:cubicBezTo>
                  <a:lnTo>
                    <a:pt x="52" y="5"/>
                  </a:lnTo>
                  <a:cubicBezTo>
                    <a:pt x="53" y="5"/>
                    <a:pt x="55" y="6"/>
                    <a:pt x="56" y="7"/>
                  </a:cubicBezTo>
                  <a:cubicBezTo>
                    <a:pt x="57" y="7"/>
                    <a:pt x="58" y="8"/>
                    <a:pt x="59" y="9"/>
                  </a:cubicBezTo>
                  <a:cubicBezTo>
                    <a:pt x="66" y="9"/>
                    <a:pt x="74" y="9"/>
                    <a:pt x="80" y="11"/>
                  </a:cubicBezTo>
                  <a:cubicBezTo>
                    <a:pt x="82" y="11"/>
                    <a:pt x="84" y="11"/>
                    <a:pt x="85" y="12"/>
                  </a:cubicBezTo>
                  <a:lnTo>
                    <a:pt x="90" y="12"/>
                  </a:lnTo>
                  <a:cubicBezTo>
                    <a:pt x="91" y="11"/>
                    <a:pt x="92" y="10"/>
                    <a:pt x="93" y="9"/>
                  </a:cubicBezTo>
                  <a:cubicBezTo>
                    <a:pt x="94" y="8"/>
                    <a:pt x="96" y="8"/>
                    <a:pt x="97" y="8"/>
                  </a:cubicBezTo>
                  <a:cubicBezTo>
                    <a:pt x="65" y="4"/>
                    <a:pt x="33" y="1"/>
                    <a:pt x="0" y="0"/>
                  </a:cubicBezTo>
                  <a:cubicBezTo>
                    <a:pt x="1" y="1"/>
                    <a:pt x="1" y="0"/>
                    <a:pt x="2" y="1"/>
                  </a:cubicBezTo>
                  <a:cubicBezTo>
                    <a:pt x="4" y="3"/>
                    <a:pt x="6" y="4"/>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9"/>
            <p:cNvSpPr/>
            <p:nvPr/>
          </p:nvSpPr>
          <p:spPr>
            <a:xfrm>
              <a:off x="2301485" y="-822455"/>
              <a:ext cx="3960" cy="720"/>
            </a:xfrm>
            <a:custGeom>
              <a:rect b="b" l="l" r="r" t="t"/>
              <a:pathLst>
                <a:path extrusionOk="0" h="2" w="11">
                  <a:moveTo>
                    <a:pt x="10" y="1"/>
                  </a:moveTo>
                  <a:lnTo>
                    <a:pt x="10" y="0"/>
                  </a:lnTo>
                  <a:lnTo>
                    <a:pt x="0" y="0"/>
                  </a:lnTo>
                  <a:lnTo>
                    <a:pt x="0" y="1"/>
                  </a:lnTo>
                  <a:lnTo>
                    <a:pt x="10" y="1"/>
                  </a:lnTo>
                </a:path>
              </a:pathLst>
            </a:custGeom>
            <a:solidFill>
              <a:schemeClr val="dk1"/>
            </a:solidFill>
            <a:ln>
              <a:noFill/>
            </a:ln>
          </p:spPr>
        </p:sp>
        <p:sp>
          <p:nvSpPr>
            <p:cNvPr id="781" name="Google Shape;781;p29"/>
            <p:cNvSpPr/>
            <p:nvPr/>
          </p:nvSpPr>
          <p:spPr>
            <a:xfrm>
              <a:off x="2250365" y="-823895"/>
              <a:ext cx="11520" cy="3600"/>
            </a:xfrm>
            <a:custGeom>
              <a:rect b="b" l="l" r="r" t="t"/>
              <a:pathLst>
                <a:path extrusionOk="0" h="10" w="32">
                  <a:moveTo>
                    <a:pt x="2" y="6"/>
                  </a:moveTo>
                  <a:cubicBezTo>
                    <a:pt x="1" y="7"/>
                    <a:pt x="1" y="8"/>
                    <a:pt x="0" y="9"/>
                  </a:cubicBezTo>
                  <a:lnTo>
                    <a:pt x="27" y="9"/>
                  </a:lnTo>
                  <a:cubicBezTo>
                    <a:pt x="28" y="8"/>
                    <a:pt x="28" y="7"/>
                    <a:pt x="29" y="6"/>
                  </a:cubicBezTo>
                  <a:cubicBezTo>
                    <a:pt x="29" y="5"/>
                    <a:pt x="30" y="4"/>
                    <a:pt x="31" y="3"/>
                  </a:cubicBezTo>
                  <a:cubicBezTo>
                    <a:pt x="21" y="3"/>
                    <a:pt x="12" y="2"/>
                    <a:pt x="3" y="0"/>
                  </a:cubicBezTo>
                  <a:cubicBezTo>
                    <a:pt x="3" y="2"/>
                    <a:pt x="3"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9"/>
            <p:cNvSpPr/>
            <p:nvPr/>
          </p:nvSpPr>
          <p:spPr>
            <a:xfrm>
              <a:off x="1406525" y="-872135"/>
              <a:ext cx="4320" cy="6120"/>
            </a:xfrm>
            <a:custGeom>
              <a:rect b="b" l="l" r="r" t="t"/>
              <a:pathLst>
                <a:path extrusionOk="0" h="17" w="12">
                  <a:moveTo>
                    <a:pt x="6" y="0"/>
                  </a:moveTo>
                  <a:cubicBezTo>
                    <a:pt x="0" y="5"/>
                    <a:pt x="0" y="16"/>
                    <a:pt x="9" y="16"/>
                  </a:cubicBezTo>
                  <a:lnTo>
                    <a:pt x="11" y="16"/>
                  </a:lnTo>
                  <a:lnTo>
                    <a:pt x="11" y="15"/>
                  </a:lnTo>
                  <a:cubicBezTo>
                    <a:pt x="9" y="10"/>
                    <a:pt x="8"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9"/>
            <p:cNvSpPr/>
            <p:nvPr/>
          </p:nvSpPr>
          <p:spPr>
            <a:xfrm>
              <a:off x="1465205" y="-869975"/>
              <a:ext cx="2880" cy="720"/>
            </a:xfrm>
            <a:custGeom>
              <a:rect b="b" l="l" r="r" t="t"/>
              <a:pathLst>
                <a:path extrusionOk="0" h="2" w="8">
                  <a:moveTo>
                    <a:pt x="7" y="0"/>
                  </a:moveTo>
                  <a:lnTo>
                    <a:pt x="0" y="0"/>
                  </a:lnTo>
                  <a:lnTo>
                    <a:pt x="2" y="1"/>
                  </a:lnTo>
                  <a:lnTo>
                    <a:pt x="7" y="0"/>
                  </a:lnTo>
                </a:path>
              </a:pathLst>
            </a:custGeom>
            <a:solidFill>
              <a:schemeClr val="dk1"/>
            </a:solidFill>
            <a:ln>
              <a:noFill/>
            </a:ln>
          </p:spPr>
        </p:sp>
        <p:sp>
          <p:nvSpPr>
            <p:cNvPr id="784" name="Google Shape;784;p29"/>
            <p:cNvSpPr/>
            <p:nvPr/>
          </p:nvSpPr>
          <p:spPr>
            <a:xfrm>
              <a:off x="2119325" y="-839375"/>
              <a:ext cx="44640" cy="4320"/>
            </a:xfrm>
            <a:custGeom>
              <a:rect b="b" l="l" r="r" t="t"/>
              <a:pathLst>
                <a:path extrusionOk="0" h="12" w="124">
                  <a:moveTo>
                    <a:pt x="123" y="11"/>
                  </a:moveTo>
                  <a:cubicBezTo>
                    <a:pt x="86" y="8"/>
                    <a:pt x="50" y="0"/>
                    <a:pt x="13" y="0"/>
                  </a:cubicBezTo>
                  <a:lnTo>
                    <a:pt x="0" y="0"/>
                  </a:lnTo>
                  <a:cubicBezTo>
                    <a:pt x="13" y="2"/>
                    <a:pt x="26" y="3"/>
                    <a:pt x="40" y="5"/>
                  </a:cubicBezTo>
                  <a:cubicBezTo>
                    <a:pt x="64" y="9"/>
                    <a:pt x="88" y="11"/>
                    <a:pt x="113" y="11"/>
                  </a:cubicBezTo>
                  <a:cubicBezTo>
                    <a:pt x="116" y="11"/>
                    <a:pt x="119" y="11"/>
                    <a:pt x="123"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9"/>
            <p:cNvSpPr/>
            <p:nvPr/>
          </p:nvSpPr>
          <p:spPr>
            <a:xfrm>
              <a:off x="3013205" y="-848375"/>
              <a:ext cx="2520" cy="720"/>
            </a:xfrm>
            <a:custGeom>
              <a:rect b="b" l="l" r="r" t="t"/>
              <a:pathLst>
                <a:path extrusionOk="0" h="2" w="7">
                  <a:moveTo>
                    <a:pt x="6" y="0"/>
                  </a:moveTo>
                  <a:lnTo>
                    <a:pt x="0" y="1"/>
                  </a:lnTo>
                  <a:lnTo>
                    <a:pt x="6" y="1"/>
                  </a:lnTo>
                  <a:lnTo>
                    <a:pt x="6" y="0"/>
                  </a:lnTo>
                </a:path>
              </a:pathLst>
            </a:custGeom>
            <a:solidFill>
              <a:schemeClr val="dk1"/>
            </a:solidFill>
            <a:ln>
              <a:noFill/>
            </a:ln>
          </p:spPr>
        </p:sp>
        <p:sp>
          <p:nvSpPr>
            <p:cNvPr id="786" name="Google Shape;786;p29"/>
            <p:cNvSpPr/>
            <p:nvPr/>
          </p:nvSpPr>
          <p:spPr>
            <a:xfrm>
              <a:off x="1566005" y="-855935"/>
              <a:ext cx="11520" cy="6120"/>
            </a:xfrm>
            <a:custGeom>
              <a:rect b="b" l="l" r="r" t="t"/>
              <a:pathLst>
                <a:path extrusionOk="0" h="17" w="32">
                  <a:moveTo>
                    <a:pt x="26" y="16"/>
                  </a:moveTo>
                  <a:cubicBezTo>
                    <a:pt x="27" y="12"/>
                    <a:pt x="29" y="8"/>
                    <a:pt x="31" y="4"/>
                  </a:cubicBezTo>
                  <a:lnTo>
                    <a:pt x="1" y="0"/>
                  </a:lnTo>
                  <a:cubicBezTo>
                    <a:pt x="1" y="6"/>
                    <a:pt x="0" y="11"/>
                    <a:pt x="0" y="16"/>
                  </a:cubicBezTo>
                  <a:lnTo>
                    <a:pt x="2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9"/>
            <p:cNvSpPr/>
            <p:nvPr/>
          </p:nvSpPr>
          <p:spPr>
            <a:xfrm>
              <a:off x="1836005" y="-840455"/>
              <a:ext cx="3240" cy="720"/>
            </a:xfrm>
            <a:custGeom>
              <a:rect b="b" l="l" r="r" t="t"/>
              <a:pathLst>
                <a:path extrusionOk="0" h="2" w="9">
                  <a:moveTo>
                    <a:pt x="8" y="1"/>
                  </a:moveTo>
                  <a:lnTo>
                    <a:pt x="0" y="0"/>
                  </a:lnTo>
                  <a:lnTo>
                    <a:pt x="0" y="1"/>
                  </a:lnTo>
                  <a:lnTo>
                    <a:pt x="8" y="1"/>
                  </a:lnTo>
                </a:path>
              </a:pathLst>
            </a:custGeom>
            <a:solidFill>
              <a:schemeClr val="dk1"/>
            </a:solidFill>
            <a:ln>
              <a:noFill/>
            </a:ln>
          </p:spPr>
        </p:sp>
        <p:sp>
          <p:nvSpPr>
            <p:cNvPr id="788" name="Google Shape;788;p29"/>
            <p:cNvSpPr/>
            <p:nvPr/>
          </p:nvSpPr>
          <p:spPr>
            <a:xfrm>
              <a:off x="1768325" y="-844055"/>
              <a:ext cx="63000" cy="4680"/>
            </a:xfrm>
            <a:custGeom>
              <a:rect b="b" l="l" r="r" t="t"/>
              <a:pathLst>
                <a:path extrusionOk="0" h="13" w="175">
                  <a:moveTo>
                    <a:pt x="11" y="0"/>
                  </a:moveTo>
                  <a:cubicBezTo>
                    <a:pt x="27" y="0"/>
                    <a:pt x="44" y="4"/>
                    <a:pt x="60" y="6"/>
                  </a:cubicBezTo>
                  <a:cubicBezTo>
                    <a:pt x="73" y="8"/>
                    <a:pt x="87" y="10"/>
                    <a:pt x="101" y="11"/>
                  </a:cubicBezTo>
                  <a:cubicBezTo>
                    <a:pt x="101" y="8"/>
                    <a:pt x="102" y="6"/>
                    <a:pt x="103" y="4"/>
                  </a:cubicBezTo>
                  <a:cubicBezTo>
                    <a:pt x="104" y="3"/>
                    <a:pt x="105" y="2"/>
                    <a:pt x="105" y="2"/>
                  </a:cubicBezTo>
                  <a:cubicBezTo>
                    <a:pt x="106" y="1"/>
                    <a:pt x="107" y="1"/>
                    <a:pt x="108" y="1"/>
                  </a:cubicBezTo>
                  <a:cubicBezTo>
                    <a:pt x="109" y="1"/>
                    <a:pt x="110" y="1"/>
                    <a:pt x="111" y="2"/>
                  </a:cubicBezTo>
                  <a:cubicBezTo>
                    <a:pt x="112" y="2"/>
                    <a:pt x="113" y="3"/>
                    <a:pt x="113" y="4"/>
                  </a:cubicBezTo>
                  <a:cubicBezTo>
                    <a:pt x="114" y="6"/>
                    <a:pt x="115" y="9"/>
                    <a:pt x="116" y="12"/>
                  </a:cubicBezTo>
                  <a:lnTo>
                    <a:pt x="172" y="12"/>
                  </a:lnTo>
                  <a:cubicBezTo>
                    <a:pt x="172" y="11"/>
                    <a:pt x="173" y="10"/>
                    <a:pt x="174" y="8"/>
                  </a:cubicBezTo>
                  <a:lnTo>
                    <a:pt x="168" y="8"/>
                  </a:lnTo>
                  <a:cubicBezTo>
                    <a:pt x="134" y="4"/>
                    <a:pt x="99" y="1"/>
                    <a:pt x="64" y="1"/>
                  </a:cubicBezTo>
                  <a:cubicBezTo>
                    <a:pt x="53" y="1"/>
                    <a:pt x="42" y="2"/>
                    <a:pt x="31" y="2"/>
                  </a:cubicBezTo>
                  <a:cubicBezTo>
                    <a:pt x="20" y="2"/>
                    <a:pt x="11" y="2"/>
                    <a:pt x="0"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9"/>
            <p:cNvSpPr/>
            <p:nvPr/>
          </p:nvSpPr>
          <p:spPr>
            <a:xfrm>
              <a:off x="2907365" y="-851255"/>
              <a:ext cx="36360" cy="4320"/>
            </a:xfrm>
            <a:custGeom>
              <a:rect b="b" l="l" r="r" t="t"/>
              <a:pathLst>
                <a:path extrusionOk="0" h="12" w="101">
                  <a:moveTo>
                    <a:pt x="0" y="11"/>
                  </a:moveTo>
                  <a:cubicBezTo>
                    <a:pt x="34" y="9"/>
                    <a:pt x="67" y="5"/>
                    <a:pt x="100" y="0"/>
                  </a:cubicBezTo>
                  <a:cubicBezTo>
                    <a:pt x="67" y="0"/>
                    <a:pt x="33" y="4"/>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9"/>
            <p:cNvSpPr/>
            <p:nvPr/>
          </p:nvSpPr>
          <p:spPr>
            <a:xfrm>
              <a:off x="1584005" y="-853775"/>
              <a:ext cx="6480" cy="4320"/>
            </a:xfrm>
            <a:custGeom>
              <a:rect b="b" l="l" r="r" t="t"/>
              <a:pathLst>
                <a:path extrusionOk="0" h="12" w="18">
                  <a:moveTo>
                    <a:pt x="7" y="11"/>
                  </a:moveTo>
                  <a:lnTo>
                    <a:pt x="17" y="11"/>
                  </a:lnTo>
                  <a:cubicBezTo>
                    <a:pt x="17" y="8"/>
                    <a:pt x="17" y="5"/>
                    <a:pt x="17" y="2"/>
                  </a:cubicBezTo>
                  <a:lnTo>
                    <a:pt x="0" y="0"/>
                  </a:lnTo>
                  <a:cubicBezTo>
                    <a:pt x="1" y="3"/>
                    <a:pt x="2" y="7"/>
                    <a:pt x="2" y="10"/>
                  </a:cubicBezTo>
                  <a:lnTo>
                    <a:pt x="2" y="11"/>
                  </a:lnTo>
                  <a:lnTo>
                    <a:pt x="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9"/>
            <p:cNvSpPr/>
            <p:nvPr/>
          </p:nvSpPr>
          <p:spPr>
            <a:xfrm>
              <a:off x="1519205" y="-857735"/>
              <a:ext cx="23040" cy="6480"/>
            </a:xfrm>
            <a:custGeom>
              <a:rect b="b" l="l" r="r" t="t"/>
              <a:pathLst>
                <a:path extrusionOk="0" h="18" w="64">
                  <a:moveTo>
                    <a:pt x="44" y="16"/>
                  </a:moveTo>
                  <a:lnTo>
                    <a:pt x="63" y="17"/>
                  </a:lnTo>
                  <a:cubicBezTo>
                    <a:pt x="63" y="12"/>
                    <a:pt x="63" y="7"/>
                    <a:pt x="63" y="2"/>
                  </a:cubicBezTo>
                  <a:cubicBezTo>
                    <a:pt x="63" y="1"/>
                    <a:pt x="63" y="1"/>
                    <a:pt x="63" y="1"/>
                  </a:cubicBezTo>
                  <a:lnTo>
                    <a:pt x="63" y="0"/>
                  </a:lnTo>
                  <a:lnTo>
                    <a:pt x="50" y="0"/>
                  </a:lnTo>
                  <a:lnTo>
                    <a:pt x="0" y="0"/>
                  </a:lnTo>
                  <a:cubicBezTo>
                    <a:pt x="0" y="4"/>
                    <a:pt x="0" y="8"/>
                    <a:pt x="0" y="12"/>
                  </a:cubicBezTo>
                  <a:lnTo>
                    <a:pt x="25" y="15"/>
                  </a:lnTo>
                  <a:cubicBezTo>
                    <a:pt x="26" y="14"/>
                    <a:pt x="26" y="14"/>
                    <a:pt x="26" y="14"/>
                  </a:cubicBezTo>
                  <a:cubicBezTo>
                    <a:pt x="27" y="12"/>
                    <a:pt x="27" y="11"/>
                    <a:pt x="29" y="10"/>
                  </a:cubicBezTo>
                  <a:cubicBezTo>
                    <a:pt x="31" y="9"/>
                    <a:pt x="33" y="9"/>
                    <a:pt x="35" y="9"/>
                  </a:cubicBezTo>
                  <a:cubicBezTo>
                    <a:pt x="36" y="9"/>
                    <a:pt x="38" y="9"/>
                    <a:pt x="40" y="10"/>
                  </a:cubicBezTo>
                  <a:cubicBezTo>
                    <a:pt x="42" y="11"/>
                    <a:pt x="42" y="12"/>
                    <a:pt x="43" y="14"/>
                  </a:cubicBezTo>
                  <a:cubicBezTo>
                    <a:pt x="43" y="15"/>
                    <a:pt x="44" y="15"/>
                    <a:pt x="44"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9"/>
            <p:cNvSpPr/>
            <p:nvPr/>
          </p:nvSpPr>
          <p:spPr>
            <a:xfrm>
              <a:off x="1482845" y="-857735"/>
              <a:ext cx="27000" cy="3600"/>
            </a:xfrm>
            <a:custGeom>
              <a:rect b="b" l="l" r="r" t="t"/>
              <a:pathLst>
                <a:path extrusionOk="0" h="10" w="75">
                  <a:moveTo>
                    <a:pt x="39" y="5"/>
                  </a:moveTo>
                  <a:cubicBezTo>
                    <a:pt x="40" y="4"/>
                    <a:pt x="41" y="4"/>
                    <a:pt x="42" y="3"/>
                  </a:cubicBezTo>
                  <a:cubicBezTo>
                    <a:pt x="43" y="2"/>
                    <a:pt x="45" y="2"/>
                    <a:pt x="47" y="2"/>
                  </a:cubicBezTo>
                  <a:cubicBezTo>
                    <a:pt x="49" y="2"/>
                    <a:pt x="50" y="2"/>
                    <a:pt x="52" y="3"/>
                  </a:cubicBezTo>
                  <a:cubicBezTo>
                    <a:pt x="54" y="4"/>
                    <a:pt x="55" y="5"/>
                    <a:pt x="56" y="7"/>
                  </a:cubicBezTo>
                  <a:lnTo>
                    <a:pt x="74" y="9"/>
                  </a:lnTo>
                  <a:cubicBezTo>
                    <a:pt x="74" y="6"/>
                    <a:pt x="74" y="3"/>
                    <a:pt x="74" y="0"/>
                  </a:cubicBezTo>
                  <a:cubicBezTo>
                    <a:pt x="54" y="0"/>
                    <a:pt x="35" y="0"/>
                    <a:pt x="14" y="0"/>
                  </a:cubicBezTo>
                  <a:lnTo>
                    <a:pt x="0" y="0"/>
                  </a:lnTo>
                  <a:lnTo>
                    <a:pt x="3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9"/>
            <p:cNvSpPr/>
            <p:nvPr/>
          </p:nvSpPr>
          <p:spPr>
            <a:xfrm>
              <a:off x="3023645" y="-850175"/>
              <a:ext cx="4320" cy="2160"/>
            </a:xfrm>
            <a:custGeom>
              <a:rect b="b" l="l" r="r" t="t"/>
              <a:pathLst>
                <a:path extrusionOk="0" h="6" w="12">
                  <a:moveTo>
                    <a:pt x="0" y="1"/>
                  </a:moveTo>
                  <a:cubicBezTo>
                    <a:pt x="0" y="2"/>
                    <a:pt x="0" y="3"/>
                    <a:pt x="0" y="5"/>
                  </a:cubicBezTo>
                  <a:lnTo>
                    <a:pt x="1" y="5"/>
                  </a:lnTo>
                  <a:cubicBezTo>
                    <a:pt x="4" y="5"/>
                    <a:pt x="6" y="4"/>
                    <a:pt x="8" y="3"/>
                  </a:cubicBezTo>
                  <a:cubicBezTo>
                    <a:pt x="9" y="2"/>
                    <a:pt x="10" y="1"/>
                    <a:pt x="11" y="0"/>
                  </a:cubicBezTo>
                  <a:cubicBezTo>
                    <a:pt x="7" y="0"/>
                    <a:pt x="4"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9"/>
            <p:cNvSpPr/>
            <p:nvPr/>
          </p:nvSpPr>
          <p:spPr>
            <a:xfrm>
              <a:off x="2266565" y="-822455"/>
              <a:ext cx="26640" cy="2160"/>
            </a:xfrm>
            <a:custGeom>
              <a:rect b="b" l="l" r="r" t="t"/>
              <a:pathLst>
                <a:path extrusionOk="0" h="6" w="74">
                  <a:moveTo>
                    <a:pt x="34" y="4"/>
                  </a:moveTo>
                  <a:cubicBezTo>
                    <a:pt x="34" y="3"/>
                    <a:pt x="35" y="1"/>
                    <a:pt x="36" y="1"/>
                  </a:cubicBezTo>
                  <a:cubicBezTo>
                    <a:pt x="38" y="0"/>
                    <a:pt x="39" y="0"/>
                    <a:pt x="41" y="0"/>
                  </a:cubicBezTo>
                  <a:cubicBezTo>
                    <a:pt x="42" y="0"/>
                    <a:pt x="44" y="1"/>
                    <a:pt x="45" y="1"/>
                  </a:cubicBezTo>
                  <a:cubicBezTo>
                    <a:pt x="46" y="2"/>
                    <a:pt x="47" y="3"/>
                    <a:pt x="48" y="4"/>
                  </a:cubicBezTo>
                  <a:lnTo>
                    <a:pt x="73" y="2"/>
                  </a:lnTo>
                  <a:cubicBezTo>
                    <a:pt x="73" y="2"/>
                    <a:pt x="73" y="1"/>
                    <a:pt x="73" y="0"/>
                  </a:cubicBezTo>
                  <a:lnTo>
                    <a:pt x="65" y="0"/>
                  </a:lnTo>
                  <a:cubicBezTo>
                    <a:pt x="44" y="0"/>
                    <a:pt x="22" y="0"/>
                    <a:pt x="0" y="0"/>
                  </a:cubicBezTo>
                  <a:cubicBezTo>
                    <a:pt x="0" y="1"/>
                    <a:pt x="1" y="1"/>
                    <a:pt x="1" y="2"/>
                  </a:cubicBezTo>
                  <a:cubicBezTo>
                    <a:pt x="2" y="3"/>
                    <a:pt x="2" y="4"/>
                    <a:pt x="3" y="5"/>
                  </a:cubicBezTo>
                  <a:lnTo>
                    <a:pt x="3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9"/>
            <p:cNvSpPr/>
            <p:nvPr/>
          </p:nvSpPr>
          <p:spPr>
            <a:xfrm>
              <a:off x="1752125" y="-845855"/>
              <a:ext cx="7920" cy="1080"/>
            </a:xfrm>
            <a:custGeom>
              <a:rect b="b" l="l" r="r" t="t"/>
              <a:pathLst>
                <a:path extrusionOk="0" h="3" w="22">
                  <a:moveTo>
                    <a:pt x="21" y="2"/>
                  </a:moveTo>
                  <a:lnTo>
                    <a:pt x="0" y="0"/>
                  </a:lnTo>
                  <a:lnTo>
                    <a:pt x="21" y="2"/>
                  </a:lnTo>
                </a:path>
              </a:pathLst>
            </a:custGeom>
            <a:solidFill>
              <a:schemeClr val="dk1"/>
            </a:solidFill>
            <a:ln>
              <a:noFill/>
            </a:ln>
          </p:spPr>
        </p:sp>
        <p:sp>
          <p:nvSpPr>
            <p:cNvPr id="796" name="Google Shape;796;p29"/>
            <p:cNvSpPr/>
            <p:nvPr/>
          </p:nvSpPr>
          <p:spPr>
            <a:xfrm>
              <a:off x="1596605" y="-852335"/>
              <a:ext cx="6840" cy="3240"/>
            </a:xfrm>
            <a:custGeom>
              <a:rect b="b" l="l" r="r" t="t"/>
              <a:pathLst>
                <a:path extrusionOk="0" h="9" w="19">
                  <a:moveTo>
                    <a:pt x="18" y="8"/>
                  </a:moveTo>
                  <a:cubicBezTo>
                    <a:pt x="18" y="6"/>
                    <a:pt x="18" y="4"/>
                    <a:pt x="18" y="2"/>
                  </a:cubicBezTo>
                  <a:lnTo>
                    <a:pt x="0" y="0"/>
                  </a:lnTo>
                  <a:cubicBezTo>
                    <a:pt x="0" y="3"/>
                    <a:pt x="0" y="5"/>
                    <a:pt x="0" y="7"/>
                  </a:cubicBezTo>
                  <a:lnTo>
                    <a:pt x="18"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9"/>
            <p:cNvSpPr/>
            <p:nvPr/>
          </p:nvSpPr>
          <p:spPr>
            <a:xfrm>
              <a:off x="1711445" y="-847655"/>
              <a:ext cx="7920" cy="720"/>
            </a:xfrm>
            <a:custGeom>
              <a:rect b="b" l="l" r="r" t="t"/>
              <a:pathLst>
                <a:path extrusionOk="0" h="2" w="22">
                  <a:moveTo>
                    <a:pt x="21" y="1"/>
                  </a:moveTo>
                  <a:lnTo>
                    <a:pt x="0" y="0"/>
                  </a:lnTo>
                  <a:lnTo>
                    <a:pt x="0" y="1"/>
                  </a:lnTo>
                  <a:lnTo>
                    <a:pt x="21" y="1"/>
                  </a:lnTo>
                </a:path>
              </a:pathLst>
            </a:custGeom>
            <a:solidFill>
              <a:schemeClr val="dk1"/>
            </a:solidFill>
            <a:ln>
              <a:noFill/>
            </a:ln>
          </p:spPr>
        </p:sp>
        <p:sp>
          <p:nvSpPr>
            <p:cNvPr id="798" name="Google Shape;798;p29"/>
            <p:cNvSpPr/>
            <p:nvPr/>
          </p:nvSpPr>
          <p:spPr>
            <a:xfrm>
              <a:off x="1550165" y="-857375"/>
              <a:ext cx="7200" cy="6840"/>
            </a:xfrm>
            <a:custGeom>
              <a:rect b="b" l="l" r="r" t="t"/>
              <a:pathLst>
                <a:path extrusionOk="0" h="19" w="20">
                  <a:moveTo>
                    <a:pt x="17" y="18"/>
                  </a:moveTo>
                  <a:cubicBezTo>
                    <a:pt x="17" y="15"/>
                    <a:pt x="17" y="11"/>
                    <a:pt x="18" y="8"/>
                  </a:cubicBezTo>
                  <a:cubicBezTo>
                    <a:pt x="19" y="6"/>
                    <a:pt x="19" y="4"/>
                    <a:pt x="19" y="2"/>
                  </a:cubicBezTo>
                  <a:lnTo>
                    <a:pt x="0" y="0"/>
                  </a:lnTo>
                  <a:cubicBezTo>
                    <a:pt x="0" y="6"/>
                    <a:pt x="0" y="12"/>
                    <a:pt x="0" y="17"/>
                  </a:cubicBezTo>
                  <a:lnTo>
                    <a:pt x="17"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9"/>
            <p:cNvSpPr/>
            <p:nvPr/>
          </p:nvSpPr>
          <p:spPr>
            <a:xfrm>
              <a:off x="1675085" y="-849815"/>
              <a:ext cx="13320" cy="2880"/>
            </a:xfrm>
            <a:custGeom>
              <a:rect b="b" l="l" r="r" t="t"/>
              <a:pathLst>
                <a:path extrusionOk="0" h="8" w="37">
                  <a:moveTo>
                    <a:pt x="3" y="7"/>
                  </a:moveTo>
                  <a:lnTo>
                    <a:pt x="22" y="7"/>
                  </a:lnTo>
                  <a:lnTo>
                    <a:pt x="33" y="7"/>
                  </a:lnTo>
                  <a:cubicBezTo>
                    <a:pt x="34" y="5"/>
                    <a:pt x="35" y="3"/>
                    <a:pt x="36" y="0"/>
                  </a:cubicBezTo>
                  <a:lnTo>
                    <a:pt x="0" y="0"/>
                  </a:lnTo>
                  <a:cubicBezTo>
                    <a:pt x="1" y="1"/>
                    <a:pt x="1" y="2"/>
                    <a:pt x="2" y="3"/>
                  </a:cubicBezTo>
                  <a:cubicBezTo>
                    <a:pt x="3" y="4"/>
                    <a:pt x="3" y="5"/>
                    <a:pt x="3" y="6"/>
                  </a:cubicBezTo>
                  <a:cubicBezTo>
                    <a:pt x="3" y="7"/>
                    <a:pt x="3" y="7"/>
                    <a:pt x="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9"/>
            <p:cNvSpPr/>
            <p:nvPr/>
          </p:nvSpPr>
          <p:spPr>
            <a:xfrm>
              <a:off x="1692725" y="-849095"/>
              <a:ext cx="11520" cy="2880"/>
            </a:xfrm>
            <a:custGeom>
              <a:rect b="b" l="l" r="r" t="t"/>
              <a:pathLst>
                <a:path extrusionOk="0" h="8" w="32">
                  <a:moveTo>
                    <a:pt x="31" y="6"/>
                  </a:moveTo>
                  <a:cubicBezTo>
                    <a:pt x="31" y="5"/>
                    <a:pt x="31" y="4"/>
                    <a:pt x="31" y="2"/>
                  </a:cubicBezTo>
                  <a:cubicBezTo>
                    <a:pt x="20" y="2"/>
                    <a:pt x="11" y="1"/>
                    <a:pt x="0" y="0"/>
                  </a:cubicBezTo>
                  <a:cubicBezTo>
                    <a:pt x="1" y="2"/>
                    <a:pt x="2" y="4"/>
                    <a:pt x="3" y="7"/>
                  </a:cubicBezTo>
                  <a:lnTo>
                    <a:pt x="3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9"/>
            <p:cNvSpPr/>
            <p:nvPr/>
          </p:nvSpPr>
          <p:spPr>
            <a:xfrm>
              <a:off x="2667965" y="-836495"/>
              <a:ext cx="97200" cy="1440"/>
            </a:xfrm>
            <a:custGeom>
              <a:rect b="b" l="l" r="r" t="t"/>
              <a:pathLst>
                <a:path extrusionOk="0" h="4" w="270">
                  <a:moveTo>
                    <a:pt x="269" y="0"/>
                  </a:moveTo>
                  <a:cubicBezTo>
                    <a:pt x="192" y="0"/>
                    <a:pt x="116" y="0"/>
                    <a:pt x="39" y="0"/>
                  </a:cubicBezTo>
                  <a:lnTo>
                    <a:pt x="0" y="0"/>
                  </a:lnTo>
                  <a:lnTo>
                    <a:pt x="48" y="0"/>
                  </a:lnTo>
                  <a:cubicBezTo>
                    <a:pt x="124" y="1"/>
                    <a:pt x="196" y="3"/>
                    <a:pt x="26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9"/>
            <p:cNvSpPr/>
            <p:nvPr/>
          </p:nvSpPr>
          <p:spPr>
            <a:xfrm>
              <a:off x="1610285" y="-850895"/>
              <a:ext cx="17640" cy="2520"/>
            </a:xfrm>
            <a:custGeom>
              <a:rect b="b" l="l" r="r" t="t"/>
              <a:pathLst>
                <a:path extrusionOk="0" h="7" w="49">
                  <a:moveTo>
                    <a:pt x="48" y="6"/>
                  </a:moveTo>
                  <a:cubicBezTo>
                    <a:pt x="48" y="5"/>
                    <a:pt x="48" y="4"/>
                    <a:pt x="48" y="3"/>
                  </a:cubicBezTo>
                  <a:cubicBezTo>
                    <a:pt x="32" y="3"/>
                    <a:pt x="15" y="2"/>
                    <a:pt x="0" y="0"/>
                  </a:cubicBezTo>
                  <a:cubicBezTo>
                    <a:pt x="0" y="2"/>
                    <a:pt x="0" y="3"/>
                    <a:pt x="0" y="4"/>
                  </a:cubicBezTo>
                  <a:lnTo>
                    <a:pt x="4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9"/>
            <p:cNvSpPr/>
            <p:nvPr/>
          </p:nvSpPr>
          <p:spPr>
            <a:xfrm>
              <a:off x="2530445" y="-838295"/>
              <a:ext cx="9360" cy="360"/>
            </a:xfrm>
            <a:custGeom>
              <a:rect b="b" l="l" r="r" t="t"/>
              <a:pathLst>
                <a:path extrusionOk="0" h="1" w="26">
                  <a:moveTo>
                    <a:pt x="0" y="0"/>
                  </a:moveTo>
                  <a:lnTo>
                    <a:pt x="25" y="0"/>
                  </a:lnTo>
                  <a:cubicBezTo>
                    <a:pt x="17" y="0"/>
                    <a:pt x="9"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9"/>
            <p:cNvSpPr/>
            <p:nvPr/>
          </p:nvSpPr>
          <p:spPr>
            <a:xfrm>
              <a:off x="1635125" y="-849455"/>
              <a:ext cx="37080" cy="2520"/>
            </a:xfrm>
            <a:custGeom>
              <a:rect b="b" l="l" r="r" t="t"/>
              <a:pathLst>
                <a:path extrusionOk="0" h="7" w="103">
                  <a:moveTo>
                    <a:pt x="34" y="5"/>
                  </a:moveTo>
                  <a:cubicBezTo>
                    <a:pt x="34" y="4"/>
                    <a:pt x="35" y="3"/>
                    <a:pt x="37" y="2"/>
                  </a:cubicBezTo>
                  <a:cubicBezTo>
                    <a:pt x="38" y="1"/>
                    <a:pt x="40" y="1"/>
                    <a:pt x="42" y="1"/>
                  </a:cubicBezTo>
                  <a:cubicBezTo>
                    <a:pt x="44" y="1"/>
                    <a:pt x="46" y="1"/>
                    <a:pt x="47" y="2"/>
                  </a:cubicBezTo>
                  <a:cubicBezTo>
                    <a:pt x="48" y="3"/>
                    <a:pt x="49" y="4"/>
                    <a:pt x="50" y="5"/>
                  </a:cubicBezTo>
                  <a:lnTo>
                    <a:pt x="97" y="6"/>
                  </a:lnTo>
                  <a:cubicBezTo>
                    <a:pt x="97" y="5"/>
                    <a:pt x="98" y="4"/>
                    <a:pt x="98" y="3"/>
                  </a:cubicBezTo>
                  <a:cubicBezTo>
                    <a:pt x="99" y="2"/>
                    <a:pt x="100" y="1"/>
                    <a:pt x="101" y="0"/>
                  </a:cubicBezTo>
                  <a:cubicBezTo>
                    <a:pt x="102" y="0"/>
                    <a:pt x="102" y="0"/>
                    <a:pt x="102" y="0"/>
                  </a:cubicBezTo>
                  <a:lnTo>
                    <a:pt x="0" y="0"/>
                  </a:lnTo>
                  <a:cubicBezTo>
                    <a:pt x="0" y="1"/>
                    <a:pt x="0" y="2"/>
                    <a:pt x="0" y="3"/>
                  </a:cubicBezTo>
                  <a:lnTo>
                    <a:pt x="34"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9"/>
            <p:cNvSpPr/>
            <p:nvPr/>
          </p:nvSpPr>
          <p:spPr>
            <a:xfrm>
              <a:off x="1421645" y="-709775"/>
              <a:ext cx="2520" cy="5760"/>
            </a:xfrm>
            <a:custGeom>
              <a:rect b="b" l="l" r="r" t="t"/>
              <a:pathLst>
                <a:path extrusionOk="0" h="16" w="7">
                  <a:moveTo>
                    <a:pt x="6" y="15"/>
                  </a:moveTo>
                  <a:cubicBezTo>
                    <a:pt x="6" y="10"/>
                    <a:pt x="6" y="5"/>
                    <a:pt x="5" y="0"/>
                  </a:cubicBezTo>
                  <a:lnTo>
                    <a:pt x="0" y="0"/>
                  </a:lnTo>
                  <a:lnTo>
                    <a:pt x="0" y="15"/>
                  </a:lnTo>
                  <a:lnTo>
                    <a:pt x="6"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9"/>
            <p:cNvSpPr/>
            <p:nvPr/>
          </p:nvSpPr>
          <p:spPr>
            <a:xfrm>
              <a:off x="1422005" y="-721295"/>
              <a:ext cx="1440" cy="3600"/>
            </a:xfrm>
            <a:custGeom>
              <a:rect b="b" l="l" r="r" t="t"/>
              <a:pathLst>
                <a:path extrusionOk="0" h="10" w="4">
                  <a:moveTo>
                    <a:pt x="2" y="0"/>
                  </a:moveTo>
                  <a:lnTo>
                    <a:pt x="0" y="0"/>
                  </a:lnTo>
                  <a:lnTo>
                    <a:pt x="0" y="9"/>
                  </a:lnTo>
                  <a:lnTo>
                    <a:pt x="3" y="9"/>
                  </a:lnTo>
                  <a:cubicBezTo>
                    <a:pt x="2" y="7"/>
                    <a:pt x="2" y="4"/>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9"/>
            <p:cNvSpPr/>
            <p:nvPr/>
          </p:nvSpPr>
          <p:spPr>
            <a:xfrm>
              <a:off x="1422365" y="-752975"/>
              <a:ext cx="720" cy="24120"/>
            </a:xfrm>
            <a:custGeom>
              <a:rect b="b" l="l" r="r" t="t"/>
              <a:pathLst>
                <a:path extrusionOk="0" h="67" w="2">
                  <a:moveTo>
                    <a:pt x="1" y="0"/>
                  </a:moveTo>
                  <a:cubicBezTo>
                    <a:pt x="1" y="22"/>
                    <a:pt x="1" y="44"/>
                    <a:pt x="0" y="66"/>
                  </a:cubicBezTo>
                  <a:lnTo>
                    <a:pt x="1" y="66"/>
                  </a:lnTo>
                  <a:cubicBezTo>
                    <a:pt x="1" y="44"/>
                    <a:pt x="1" y="2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9"/>
            <p:cNvSpPr/>
            <p:nvPr/>
          </p:nvSpPr>
          <p:spPr>
            <a:xfrm>
              <a:off x="1414085" y="-681335"/>
              <a:ext cx="14400" cy="50760"/>
            </a:xfrm>
            <a:custGeom>
              <a:rect b="b" l="l" r="r" t="t"/>
              <a:pathLst>
                <a:path extrusionOk="0" h="141" w="40">
                  <a:moveTo>
                    <a:pt x="28" y="4"/>
                  </a:moveTo>
                  <a:cubicBezTo>
                    <a:pt x="25" y="3"/>
                    <a:pt x="21" y="2"/>
                    <a:pt x="17" y="1"/>
                  </a:cubicBezTo>
                  <a:cubicBezTo>
                    <a:pt x="17" y="10"/>
                    <a:pt x="16" y="20"/>
                    <a:pt x="14" y="29"/>
                  </a:cubicBezTo>
                  <a:cubicBezTo>
                    <a:pt x="15" y="30"/>
                    <a:pt x="16" y="31"/>
                    <a:pt x="17" y="32"/>
                  </a:cubicBezTo>
                  <a:cubicBezTo>
                    <a:pt x="18" y="34"/>
                    <a:pt x="19" y="37"/>
                    <a:pt x="19" y="39"/>
                  </a:cubicBezTo>
                  <a:cubicBezTo>
                    <a:pt x="19" y="41"/>
                    <a:pt x="18" y="43"/>
                    <a:pt x="17" y="45"/>
                  </a:cubicBezTo>
                  <a:cubicBezTo>
                    <a:pt x="16" y="47"/>
                    <a:pt x="14" y="49"/>
                    <a:pt x="12" y="50"/>
                  </a:cubicBezTo>
                  <a:cubicBezTo>
                    <a:pt x="9" y="70"/>
                    <a:pt x="5" y="90"/>
                    <a:pt x="0" y="109"/>
                  </a:cubicBezTo>
                  <a:lnTo>
                    <a:pt x="3" y="109"/>
                  </a:lnTo>
                  <a:cubicBezTo>
                    <a:pt x="4" y="109"/>
                    <a:pt x="4" y="109"/>
                    <a:pt x="5" y="110"/>
                  </a:cubicBezTo>
                  <a:cubicBezTo>
                    <a:pt x="6" y="110"/>
                    <a:pt x="6" y="111"/>
                    <a:pt x="7" y="112"/>
                  </a:cubicBezTo>
                  <a:cubicBezTo>
                    <a:pt x="8" y="113"/>
                    <a:pt x="8" y="114"/>
                    <a:pt x="8" y="115"/>
                  </a:cubicBezTo>
                  <a:cubicBezTo>
                    <a:pt x="8" y="116"/>
                    <a:pt x="8" y="117"/>
                    <a:pt x="7" y="118"/>
                  </a:cubicBezTo>
                  <a:cubicBezTo>
                    <a:pt x="6" y="119"/>
                    <a:pt x="6" y="119"/>
                    <a:pt x="5" y="120"/>
                  </a:cubicBezTo>
                  <a:cubicBezTo>
                    <a:pt x="4" y="120"/>
                    <a:pt x="4" y="120"/>
                    <a:pt x="3" y="120"/>
                  </a:cubicBezTo>
                  <a:lnTo>
                    <a:pt x="1" y="120"/>
                  </a:lnTo>
                  <a:cubicBezTo>
                    <a:pt x="2" y="122"/>
                    <a:pt x="3" y="123"/>
                    <a:pt x="4" y="124"/>
                  </a:cubicBezTo>
                  <a:cubicBezTo>
                    <a:pt x="7" y="129"/>
                    <a:pt x="8" y="134"/>
                    <a:pt x="8" y="140"/>
                  </a:cubicBezTo>
                  <a:cubicBezTo>
                    <a:pt x="22" y="94"/>
                    <a:pt x="32" y="47"/>
                    <a:pt x="39" y="0"/>
                  </a:cubicBezTo>
                  <a:cubicBezTo>
                    <a:pt x="38" y="1"/>
                    <a:pt x="37" y="2"/>
                    <a:pt x="35" y="3"/>
                  </a:cubicBezTo>
                  <a:cubicBezTo>
                    <a:pt x="34" y="4"/>
                    <a:pt x="32" y="4"/>
                    <a:pt x="30" y="4"/>
                  </a:cubicBezTo>
                  <a:cubicBezTo>
                    <a:pt x="30" y="4"/>
                    <a:pt x="29" y="4"/>
                    <a:pt x="2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9"/>
            <p:cNvSpPr/>
            <p:nvPr/>
          </p:nvSpPr>
          <p:spPr>
            <a:xfrm>
              <a:off x="1159925" y="-623735"/>
              <a:ext cx="255240" cy="276480"/>
            </a:xfrm>
            <a:custGeom>
              <a:rect b="b" l="l" r="r" t="t"/>
              <a:pathLst>
                <a:path extrusionOk="0" h="768" w="709">
                  <a:moveTo>
                    <a:pt x="681" y="17"/>
                  </a:moveTo>
                  <a:lnTo>
                    <a:pt x="680" y="20"/>
                  </a:lnTo>
                  <a:cubicBezTo>
                    <a:pt x="645" y="92"/>
                    <a:pt x="625" y="178"/>
                    <a:pt x="575" y="241"/>
                  </a:cubicBezTo>
                  <a:cubicBezTo>
                    <a:pt x="529" y="298"/>
                    <a:pt x="480" y="353"/>
                    <a:pt x="428" y="405"/>
                  </a:cubicBezTo>
                  <a:cubicBezTo>
                    <a:pt x="385" y="450"/>
                    <a:pt x="345" y="505"/>
                    <a:pt x="297" y="545"/>
                  </a:cubicBezTo>
                  <a:cubicBezTo>
                    <a:pt x="236" y="596"/>
                    <a:pt x="179" y="656"/>
                    <a:pt x="115" y="701"/>
                  </a:cubicBezTo>
                  <a:cubicBezTo>
                    <a:pt x="97" y="713"/>
                    <a:pt x="78" y="725"/>
                    <a:pt x="60" y="736"/>
                  </a:cubicBezTo>
                  <a:cubicBezTo>
                    <a:pt x="40" y="747"/>
                    <a:pt x="20" y="757"/>
                    <a:pt x="0" y="767"/>
                  </a:cubicBezTo>
                  <a:cubicBezTo>
                    <a:pt x="56" y="749"/>
                    <a:pt x="105" y="708"/>
                    <a:pt x="153" y="676"/>
                  </a:cubicBezTo>
                  <a:cubicBezTo>
                    <a:pt x="168" y="667"/>
                    <a:pt x="186" y="656"/>
                    <a:pt x="205" y="646"/>
                  </a:cubicBezTo>
                  <a:lnTo>
                    <a:pt x="256" y="605"/>
                  </a:lnTo>
                  <a:lnTo>
                    <a:pt x="257" y="604"/>
                  </a:lnTo>
                  <a:cubicBezTo>
                    <a:pt x="259" y="602"/>
                    <a:pt x="261" y="599"/>
                    <a:pt x="263" y="596"/>
                  </a:cubicBezTo>
                  <a:cubicBezTo>
                    <a:pt x="264" y="594"/>
                    <a:pt x="265" y="593"/>
                    <a:pt x="265" y="591"/>
                  </a:cubicBezTo>
                  <a:cubicBezTo>
                    <a:pt x="267" y="587"/>
                    <a:pt x="273" y="589"/>
                    <a:pt x="272" y="593"/>
                  </a:cubicBezTo>
                  <a:cubicBezTo>
                    <a:pt x="292" y="580"/>
                    <a:pt x="310" y="564"/>
                    <a:pt x="326" y="546"/>
                  </a:cubicBezTo>
                  <a:cubicBezTo>
                    <a:pt x="412" y="428"/>
                    <a:pt x="549" y="349"/>
                    <a:pt x="616" y="216"/>
                  </a:cubicBezTo>
                  <a:cubicBezTo>
                    <a:pt x="652" y="146"/>
                    <a:pt x="682" y="74"/>
                    <a:pt x="708" y="0"/>
                  </a:cubicBezTo>
                  <a:cubicBezTo>
                    <a:pt x="704" y="5"/>
                    <a:pt x="699" y="9"/>
                    <a:pt x="694" y="13"/>
                  </a:cubicBezTo>
                  <a:cubicBezTo>
                    <a:pt x="690" y="15"/>
                    <a:pt x="685" y="17"/>
                    <a:pt x="68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9"/>
            <p:cNvSpPr/>
            <p:nvPr/>
          </p:nvSpPr>
          <p:spPr>
            <a:xfrm>
              <a:off x="1421285" y="-697535"/>
              <a:ext cx="7920" cy="9720"/>
            </a:xfrm>
            <a:custGeom>
              <a:rect b="b" l="l" r="r" t="t"/>
              <a:pathLst>
                <a:path extrusionOk="0" h="27" w="22">
                  <a:moveTo>
                    <a:pt x="12" y="9"/>
                  </a:moveTo>
                  <a:cubicBezTo>
                    <a:pt x="12" y="6"/>
                    <a:pt x="12" y="3"/>
                    <a:pt x="10" y="0"/>
                  </a:cubicBezTo>
                  <a:cubicBezTo>
                    <a:pt x="10" y="1"/>
                    <a:pt x="9" y="1"/>
                    <a:pt x="9" y="1"/>
                  </a:cubicBezTo>
                  <a:cubicBezTo>
                    <a:pt x="8" y="1"/>
                    <a:pt x="7" y="1"/>
                    <a:pt x="7" y="0"/>
                  </a:cubicBezTo>
                  <a:lnTo>
                    <a:pt x="0" y="0"/>
                  </a:lnTo>
                  <a:lnTo>
                    <a:pt x="0" y="6"/>
                  </a:lnTo>
                  <a:cubicBezTo>
                    <a:pt x="0" y="12"/>
                    <a:pt x="0" y="19"/>
                    <a:pt x="0" y="26"/>
                  </a:cubicBezTo>
                  <a:cubicBezTo>
                    <a:pt x="0" y="24"/>
                    <a:pt x="1" y="23"/>
                    <a:pt x="1" y="22"/>
                  </a:cubicBezTo>
                  <a:cubicBezTo>
                    <a:pt x="2" y="20"/>
                    <a:pt x="4" y="19"/>
                    <a:pt x="6" y="17"/>
                  </a:cubicBezTo>
                  <a:lnTo>
                    <a:pt x="7" y="17"/>
                  </a:lnTo>
                  <a:lnTo>
                    <a:pt x="21" y="17"/>
                  </a:lnTo>
                  <a:lnTo>
                    <a:pt x="21" y="13"/>
                  </a:lnTo>
                  <a:cubicBezTo>
                    <a:pt x="20" y="14"/>
                    <a:pt x="19" y="14"/>
                    <a:pt x="18" y="14"/>
                  </a:cubicBezTo>
                  <a:cubicBezTo>
                    <a:pt x="17" y="14"/>
                    <a:pt x="16" y="14"/>
                    <a:pt x="15" y="13"/>
                  </a:cubicBezTo>
                  <a:cubicBezTo>
                    <a:pt x="14" y="12"/>
                    <a:pt x="13" y="12"/>
                    <a:pt x="12" y="10"/>
                  </a:cubicBezTo>
                  <a:lnTo>
                    <a:pt x="1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9"/>
            <p:cNvSpPr/>
            <p:nvPr/>
          </p:nvSpPr>
          <p:spPr>
            <a:xfrm>
              <a:off x="1420925" y="-691775"/>
              <a:ext cx="8280" cy="7200"/>
            </a:xfrm>
            <a:custGeom>
              <a:rect b="b" l="l" r="r" t="t"/>
              <a:pathLst>
                <a:path extrusionOk="0" h="20" w="23">
                  <a:moveTo>
                    <a:pt x="11" y="1"/>
                  </a:moveTo>
                  <a:lnTo>
                    <a:pt x="8" y="1"/>
                  </a:lnTo>
                  <a:cubicBezTo>
                    <a:pt x="7" y="1"/>
                    <a:pt x="6" y="1"/>
                    <a:pt x="5" y="2"/>
                  </a:cubicBezTo>
                  <a:cubicBezTo>
                    <a:pt x="3" y="3"/>
                    <a:pt x="2" y="5"/>
                    <a:pt x="1" y="6"/>
                  </a:cubicBezTo>
                  <a:cubicBezTo>
                    <a:pt x="0" y="7"/>
                    <a:pt x="0" y="8"/>
                    <a:pt x="0" y="9"/>
                  </a:cubicBezTo>
                  <a:lnTo>
                    <a:pt x="0" y="11"/>
                  </a:lnTo>
                  <a:cubicBezTo>
                    <a:pt x="4" y="11"/>
                    <a:pt x="9" y="12"/>
                    <a:pt x="14" y="13"/>
                  </a:cubicBezTo>
                  <a:cubicBezTo>
                    <a:pt x="15" y="13"/>
                    <a:pt x="16" y="14"/>
                    <a:pt x="16" y="14"/>
                  </a:cubicBezTo>
                  <a:cubicBezTo>
                    <a:pt x="18" y="15"/>
                    <a:pt x="19" y="16"/>
                    <a:pt x="20" y="18"/>
                  </a:cubicBezTo>
                  <a:lnTo>
                    <a:pt x="20" y="19"/>
                  </a:lnTo>
                  <a:cubicBezTo>
                    <a:pt x="21" y="13"/>
                    <a:pt x="22" y="7"/>
                    <a:pt x="22" y="0"/>
                  </a:cubicBezTo>
                  <a:lnTo>
                    <a:pt x="11" y="0"/>
                  </a:lnTo>
                  <a:lnTo>
                    <a:pt x="1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9"/>
            <p:cNvSpPr/>
            <p:nvPr/>
          </p:nvSpPr>
          <p:spPr>
            <a:xfrm>
              <a:off x="109445" y="-409895"/>
              <a:ext cx="1148040" cy="110520"/>
            </a:xfrm>
            <a:custGeom>
              <a:rect b="b" l="l" r="r" t="t"/>
              <a:pathLst>
                <a:path extrusionOk="0" h="307" w="3189">
                  <a:moveTo>
                    <a:pt x="3123" y="52"/>
                  </a:moveTo>
                  <a:cubicBezTo>
                    <a:pt x="3100" y="71"/>
                    <a:pt x="3077" y="89"/>
                    <a:pt x="3054" y="106"/>
                  </a:cubicBezTo>
                  <a:cubicBezTo>
                    <a:pt x="3028" y="126"/>
                    <a:pt x="3000" y="144"/>
                    <a:pt x="2971" y="161"/>
                  </a:cubicBezTo>
                  <a:cubicBezTo>
                    <a:pt x="2932" y="184"/>
                    <a:pt x="2890" y="203"/>
                    <a:pt x="2847" y="219"/>
                  </a:cubicBezTo>
                  <a:cubicBezTo>
                    <a:pt x="2846" y="219"/>
                    <a:pt x="2846" y="219"/>
                    <a:pt x="2845" y="219"/>
                  </a:cubicBezTo>
                  <a:cubicBezTo>
                    <a:pt x="2844" y="219"/>
                    <a:pt x="2844" y="219"/>
                    <a:pt x="2843" y="218"/>
                  </a:cubicBezTo>
                  <a:cubicBezTo>
                    <a:pt x="2842" y="217"/>
                    <a:pt x="2842" y="217"/>
                    <a:pt x="2841" y="216"/>
                  </a:cubicBezTo>
                  <a:cubicBezTo>
                    <a:pt x="2840" y="215"/>
                    <a:pt x="2840" y="215"/>
                    <a:pt x="2840" y="214"/>
                  </a:cubicBezTo>
                  <a:cubicBezTo>
                    <a:pt x="2840" y="213"/>
                    <a:pt x="2840" y="212"/>
                    <a:pt x="2841" y="211"/>
                  </a:cubicBezTo>
                  <a:cubicBezTo>
                    <a:pt x="2841" y="211"/>
                    <a:pt x="2842" y="210"/>
                    <a:pt x="2843" y="209"/>
                  </a:cubicBezTo>
                  <a:cubicBezTo>
                    <a:pt x="2868" y="197"/>
                    <a:pt x="2893" y="185"/>
                    <a:pt x="2918" y="173"/>
                  </a:cubicBezTo>
                  <a:cubicBezTo>
                    <a:pt x="2912" y="175"/>
                    <a:pt x="2906" y="177"/>
                    <a:pt x="2900" y="178"/>
                  </a:cubicBezTo>
                  <a:cubicBezTo>
                    <a:pt x="2836" y="192"/>
                    <a:pt x="2775" y="219"/>
                    <a:pt x="2709" y="223"/>
                  </a:cubicBezTo>
                  <a:cubicBezTo>
                    <a:pt x="2643" y="226"/>
                    <a:pt x="2579" y="234"/>
                    <a:pt x="2513" y="237"/>
                  </a:cubicBezTo>
                  <a:cubicBezTo>
                    <a:pt x="2446" y="239"/>
                    <a:pt x="2383" y="253"/>
                    <a:pt x="2319" y="253"/>
                  </a:cubicBezTo>
                  <a:cubicBezTo>
                    <a:pt x="2192" y="253"/>
                    <a:pt x="2065" y="280"/>
                    <a:pt x="1939" y="280"/>
                  </a:cubicBezTo>
                  <a:cubicBezTo>
                    <a:pt x="1770" y="280"/>
                    <a:pt x="1601" y="266"/>
                    <a:pt x="1432" y="266"/>
                  </a:cubicBezTo>
                  <a:cubicBezTo>
                    <a:pt x="1340" y="266"/>
                    <a:pt x="1247" y="270"/>
                    <a:pt x="1155" y="262"/>
                  </a:cubicBezTo>
                  <a:cubicBezTo>
                    <a:pt x="1086" y="257"/>
                    <a:pt x="1015" y="251"/>
                    <a:pt x="945" y="249"/>
                  </a:cubicBezTo>
                  <a:cubicBezTo>
                    <a:pt x="869" y="248"/>
                    <a:pt x="793" y="243"/>
                    <a:pt x="717" y="233"/>
                  </a:cubicBezTo>
                  <a:cubicBezTo>
                    <a:pt x="688" y="227"/>
                    <a:pt x="659" y="223"/>
                    <a:pt x="630" y="222"/>
                  </a:cubicBezTo>
                  <a:cubicBezTo>
                    <a:pt x="621" y="222"/>
                    <a:pt x="613" y="221"/>
                    <a:pt x="605" y="220"/>
                  </a:cubicBezTo>
                  <a:cubicBezTo>
                    <a:pt x="527" y="217"/>
                    <a:pt x="450" y="217"/>
                    <a:pt x="372" y="207"/>
                  </a:cubicBezTo>
                  <a:cubicBezTo>
                    <a:pt x="372" y="206"/>
                    <a:pt x="371" y="206"/>
                    <a:pt x="370" y="206"/>
                  </a:cubicBezTo>
                  <a:cubicBezTo>
                    <a:pt x="370" y="206"/>
                    <a:pt x="370" y="205"/>
                    <a:pt x="369" y="204"/>
                  </a:cubicBezTo>
                  <a:cubicBezTo>
                    <a:pt x="368" y="203"/>
                    <a:pt x="368" y="202"/>
                    <a:pt x="368" y="202"/>
                  </a:cubicBezTo>
                  <a:cubicBezTo>
                    <a:pt x="368" y="201"/>
                    <a:pt x="368" y="200"/>
                    <a:pt x="369" y="199"/>
                  </a:cubicBezTo>
                  <a:cubicBezTo>
                    <a:pt x="370" y="198"/>
                    <a:pt x="369" y="198"/>
                    <a:pt x="370" y="197"/>
                  </a:cubicBezTo>
                  <a:cubicBezTo>
                    <a:pt x="371" y="196"/>
                    <a:pt x="372" y="197"/>
                    <a:pt x="372" y="197"/>
                  </a:cubicBezTo>
                  <a:cubicBezTo>
                    <a:pt x="384" y="195"/>
                    <a:pt x="396" y="194"/>
                    <a:pt x="408" y="193"/>
                  </a:cubicBezTo>
                  <a:lnTo>
                    <a:pt x="399" y="191"/>
                  </a:lnTo>
                  <a:cubicBezTo>
                    <a:pt x="358" y="180"/>
                    <a:pt x="315" y="179"/>
                    <a:pt x="274" y="168"/>
                  </a:cubicBezTo>
                  <a:cubicBezTo>
                    <a:pt x="246" y="162"/>
                    <a:pt x="218" y="159"/>
                    <a:pt x="189" y="158"/>
                  </a:cubicBezTo>
                  <a:cubicBezTo>
                    <a:pt x="146" y="154"/>
                    <a:pt x="104" y="141"/>
                    <a:pt x="65" y="122"/>
                  </a:cubicBezTo>
                  <a:cubicBezTo>
                    <a:pt x="58" y="123"/>
                    <a:pt x="52" y="123"/>
                    <a:pt x="45" y="123"/>
                  </a:cubicBezTo>
                  <a:cubicBezTo>
                    <a:pt x="30" y="123"/>
                    <a:pt x="15" y="122"/>
                    <a:pt x="0" y="120"/>
                  </a:cubicBezTo>
                  <a:lnTo>
                    <a:pt x="9" y="125"/>
                  </a:lnTo>
                  <a:cubicBezTo>
                    <a:pt x="14" y="128"/>
                    <a:pt x="19" y="131"/>
                    <a:pt x="24" y="134"/>
                  </a:cubicBezTo>
                  <a:cubicBezTo>
                    <a:pt x="39" y="143"/>
                    <a:pt x="56" y="151"/>
                    <a:pt x="73" y="157"/>
                  </a:cubicBezTo>
                  <a:cubicBezTo>
                    <a:pt x="105" y="166"/>
                    <a:pt x="137" y="184"/>
                    <a:pt x="171" y="185"/>
                  </a:cubicBezTo>
                  <a:cubicBezTo>
                    <a:pt x="172" y="185"/>
                    <a:pt x="172" y="185"/>
                    <a:pt x="173" y="185"/>
                  </a:cubicBezTo>
                  <a:cubicBezTo>
                    <a:pt x="217" y="185"/>
                    <a:pt x="260" y="191"/>
                    <a:pt x="303" y="202"/>
                  </a:cubicBezTo>
                  <a:cubicBezTo>
                    <a:pt x="326" y="209"/>
                    <a:pt x="353" y="202"/>
                    <a:pt x="377" y="208"/>
                  </a:cubicBezTo>
                  <a:lnTo>
                    <a:pt x="440" y="225"/>
                  </a:lnTo>
                  <a:cubicBezTo>
                    <a:pt x="476" y="234"/>
                    <a:pt x="514" y="227"/>
                    <a:pt x="550" y="234"/>
                  </a:cubicBezTo>
                  <a:cubicBezTo>
                    <a:pt x="582" y="241"/>
                    <a:pt x="617" y="237"/>
                    <a:pt x="648" y="244"/>
                  </a:cubicBezTo>
                  <a:cubicBezTo>
                    <a:pt x="686" y="253"/>
                    <a:pt x="725" y="260"/>
                    <a:pt x="764" y="265"/>
                  </a:cubicBezTo>
                  <a:cubicBezTo>
                    <a:pt x="835" y="274"/>
                    <a:pt x="907" y="279"/>
                    <a:pt x="980" y="280"/>
                  </a:cubicBezTo>
                  <a:cubicBezTo>
                    <a:pt x="1050" y="277"/>
                    <a:pt x="1121" y="294"/>
                    <a:pt x="1191" y="293"/>
                  </a:cubicBezTo>
                  <a:cubicBezTo>
                    <a:pt x="1361" y="291"/>
                    <a:pt x="1532" y="303"/>
                    <a:pt x="1702" y="301"/>
                  </a:cubicBezTo>
                  <a:cubicBezTo>
                    <a:pt x="1850" y="300"/>
                    <a:pt x="1995" y="306"/>
                    <a:pt x="2143" y="289"/>
                  </a:cubicBezTo>
                  <a:cubicBezTo>
                    <a:pt x="2281" y="273"/>
                    <a:pt x="2424" y="267"/>
                    <a:pt x="2563" y="262"/>
                  </a:cubicBezTo>
                  <a:cubicBezTo>
                    <a:pt x="2681" y="258"/>
                    <a:pt x="2819" y="243"/>
                    <a:pt x="2927" y="193"/>
                  </a:cubicBezTo>
                  <a:cubicBezTo>
                    <a:pt x="2941" y="186"/>
                    <a:pt x="2954" y="178"/>
                    <a:pt x="2968" y="170"/>
                  </a:cubicBezTo>
                  <a:cubicBezTo>
                    <a:pt x="3007" y="148"/>
                    <a:pt x="3043" y="123"/>
                    <a:pt x="3078" y="94"/>
                  </a:cubicBezTo>
                  <a:cubicBezTo>
                    <a:pt x="3111" y="70"/>
                    <a:pt x="3171" y="40"/>
                    <a:pt x="3188" y="0"/>
                  </a:cubicBezTo>
                  <a:lnTo>
                    <a:pt x="3174" y="10"/>
                  </a:lnTo>
                  <a:cubicBezTo>
                    <a:pt x="3161" y="26"/>
                    <a:pt x="3144" y="40"/>
                    <a:pt x="3126" y="50"/>
                  </a:cubicBezTo>
                  <a:cubicBezTo>
                    <a:pt x="3125" y="51"/>
                    <a:pt x="3124" y="52"/>
                    <a:pt x="3123"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9"/>
            <p:cNvSpPr/>
            <p:nvPr/>
          </p:nvSpPr>
          <p:spPr>
            <a:xfrm>
              <a:off x="33845" y="-468215"/>
              <a:ext cx="360" cy="1440"/>
            </a:xfrm>
            <a:custGeom>
              <a:rect b="b" l="l" r="r" t="t"/>
              <a:pathLst>
                <a:path extrusionOk="0" h="4" w="1">
                  <a:moveTo>
                    <a:pt x="0" y="0"/>
                  </a:moveTo>
                  <a:cubicBezTo>
                    <a:pt x="0" y="1"/>
                    <a:pt x="0" y="1"/>
                    <a:pt x="0" y="2"/>
                  </a:cubicBezTo>
                  <a:lnTo>
                    <a:pt x="0" y="3"/>
                  </a:lnTo>
                  <a:lnTo>
                    <a:pt x="0" y="2"/>
                  </a:lnTo>
                  <a:cubicBezTo>
                    <a:pt x="0"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9"/>
            <p:cNvSpPr/>
            <p:nvPr/>
          </p:nvSpPr>
          <p:spPr>
            <a:xfrm>
              <a:off x="34205" y="-463895"/>
              <a:ext cx="68760" cy="89280"/>
            </a:xfrm>
            <a:custGeom>
              <a:rect b="b" l="l" r="r" t="t"/>
              <a:pathLst>
                <a:path extrusionOk="0" h="248" w="191">
                  <a:moveTo>
                    <a:pt x="159" y="233"/>
                  </a:moveTo>
                  <a:cubicBezTo>
                    <a:pt x="169" y="229"/>
                    <a:pt x="179" y="227"/>
                    <a:pt x="190" y="226"/>
                  </a:cubicBezTo>
                  <a:lnTo>
                    <a:pt x="184" y="223"/>
                  </a:lnTo>
                  <a:cubicBezTo>
                    <a:pt x="157" y="211"/>
                    <a:pt x="130" y="210"/>
                    <a:pt x="109" y="194"/>
                  </a:cubicBezTo>
                  <a:cubicBezTo>
                    <a:pt x="100" y="193"/>
                    <a:pt x="91" y="192"/>
                    <a:pt x="82" y="190"/>
                  </a:cubicBezTo>
                  <a:cubicBezTo>
                    <a:pt x="67" y="188"/>
                    <a:pt x="63" y="186"/>
                    <a:pt x="56" y="172"/>
                  </a:cubicBezTo>
                  <a:cubicBezTo>
                    <a:pt x="49" y="158"/>
                    <a:pt x="67" y="142"/>
                    <a:pt x="79" y="152"/>
                  </a:cubicBezTo>
                  <a:lnTo>
                    <a:pt x="80" y="152"/>
                  </a:lnTo>
                  <a:lnTo>
                    <a:pt x="67" y="125"/>
                  </a:lnTo>
                  <a:lnTo>
                    <a:pt x="50" y="124"/>
                  </a:lnTo>
                  <a:cubicBezTo>
                    <a:pt x="37" y="124"/>
                    <a:pt x="34" y="102"/>
                    <a:pt x="48" y="100"/>
                  </a:cubicBezTo>
                  <a:lnTo>
                    <a:pt x="56" y="100"/>
                  </a:lnTo>
                  <a:cubicBezTo>
                    <a:pt x="52" y="90"/>
                    <a:pt x="48" y="81"/>
                    <a:pt x="44" y="69"/>
                  </a:cubicBezTo>
                  <a:lnTo>
                    <a:pt x="29" y="67"/>
                  </a:lnTo>
                  <a:cubicBezTo>
                    <a:pt x="5" y="63"/>
                    <a:pt x="20" y="33"/>
                    <a:pt x="35" y="36"/>
                  </a:cubicBezTo>
                  <a:cubicBezTo>
                    <a:pt x="33" y="27"/>
                    <a:pt x="32" y="16"/>
                    <a:pt x="30" y="8"/>
                  </a:cubicBezTo>
                  <a:lnTo>
                    <a:pt x="20" y="9"/>
                  </a:lnTo>
                  <a:cubicBezTo>
                    <a:pt x="19" y="9"/>
                    <a:pt x="17" y="10"/>
                    <a:pt x="15" y="10"/>
                  </a:cubicBezTo>
                  <a:cubicBezTo>
                    <a:pt x="13" y="10"/>
                    <a:pt x="10" y="10"/>
                    <a:pt x="7" y="8"/>
                  </a:cubicBezTo>
                  <a:cubicBezTo>
                    <a:pt x="4" y="6"/>
                    <a:pt x="3" y="4"/>
                    <a:pt x="1" y="2"/>
                  </a:cubicBezTo>
                  <a:cubicBezTo>
                    <a:pt x="0" y="1"/>
                    <a:pt x="1" y="0"/>
                    <a:pt x="0" y="0"/>
                  </a:cubicBezTo>
                  <a:cubicBezTo>
                    <a:pt x="13" y="44"/>
                    <a:pt x="6" y="91"/>
                    <a:pt x="34" y="132"/>
                  </a:cubicBezTo>
                  <a:cubicBezTo>
                    <a:pt x="57" y="166"/>
                    <a:pt x="68" y="213"/>
                    <a:pt x="109" y="231"/>
                  </a:cubicBezTo>
                  <a:cubicBezTo>
                    <a:pt x="124" y="237"/>
                    <a:pt x="140" y="242"/>
                    <a:pt x="155" y="247"/>
                  </a:cubicBezTo>
                  <a:lnTo>
                    <a:pt x="155" y="246"/>
                  </a:lnTo>
                  <a:cubicBezTo>
                    <a:pt x="154" y="245"/>
                    <a:pt x="153" y="242"/>
                    <a:pt x="153" y="241"/>
                  </a:cubicBezTo>
                  <a:cubicBezTo>
                    <a:pt x="153" y="239"/>
                    <a:pt x="154" y="239"/>
                    <a:pt x="155" y="237"/>
                  </a:cubicBezTo>
                  <a:cubicBezTo>
                    <a:pt x="156" y="235"/>
                    <a:pt x="157" y="234"/>
                    <a:pt x="158" y="233"/>
                  </a:cubicBezTo>
                  <a:lnTo>
                    <a:pt x="159" y="2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9"/>
            <p:cNvSpPr/>
            <p:nvPr/>
          </p:nvSpPr>
          <p:spPr>
            <a:xfrm>
              <a:off x="1252805" y="-412415"/>
              <a:ext cx="5760" cy="6480"/>
            </a:xfrm>
            <a:custGeom>
              <a:rect b="b" l="l" r="r" t="t"/>
              <a:pathLst>
                <a:path extrusionOk="0" h="18" w="16">
                  <a:moveTo>
                    <a:pt x="8" y="4"/>
                  </a:moveTo>
                  <a:cubicBezTo>
                    <a:pt x="7" y="6"/>
                    <a:pt x="6" y="7"/>
                    <a:pt x="5" y="9"/>
                  </a:cubicBezTo>
                  <a:cubicBezTo>
                    <a:pt x="3" y="12"/>
                    <a:pt x="2" y="15"/>
                    <a:pt x="0" y="17"/>
                  </a:cubicBezTo>
                  <a:lnTo>
                    <a:pt x="14" y="7"/>
                  </a:lnTo>
                  <a:cubicBezTo>
                    <a:pt x="15" y="2"/>
                    <a:pt x="9" y="0"/>
                    <a:pt x="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9"/>
            <p:cNvSpPr/>
            <p:nvPr/>
          </p:nvSpPr>
          <p:spPr>
            <a:xfrm>
              <a:off x="1131845" y="-391175"/>
              <a:ext cx="102240" cy="60480"/>
            </a:xfrm>
            <a:custGeom>
              <a:rect b="b" l="l" r="r" t="t"/>
              <a:pathLst>
                <a:path extrusionOk="0" h="168" w="284">
                  <a:moveTo>
                    <a:pt x="7" y="167"/>
                  </a:moveTo>
                  <a:cubicBezTo>
                    <a:pt x="50" y="151"/>
                    <a:pt x="92" y="132"/>
                    <a:pt x="132" y="109"/>
                  </a:cubicBezTo>
                  <a:cubicBezTo>
                    <a:pt x="160" y="92"/>
                    <a:pt x="188" y="74"/>
                    <a:pt x="214" y="54"/>
                  </a:cubicBezTo>
                  <a:cubicBezTo>
                    <a:pt x="237" y="37"/>
                    <a:pt x="260" y="19"/>
                    <a:pt x="283" y="0"/>
                  </a:cubicBezTo>
                  <a:cubicBezTo>
                    <a:pt x="265" y="11"/>
                    <a:pt x="246" y="20"/>
                    <a:pt x="231" y="30"/>
                  </a:cubicBezTo>
                  <a:cubicBezTo>
                    <a:pt x="183" y="62"/>
                    <a:pt x="134" y="103"/>
                    <a:pt x="78" y="121"/>
                  </a:cubicBezTo>
                  <a:cubicBezTo>
                    <a:pt x="54" y="133"/>
                    <a:pt x="28" y="145"/>
                    <a:pt x="3" y="157"/>
                  </a:cubicBezTo>
                  <a:cubicBezTo>
                    <a:pt x="2" y="158"/>
                    <a:pt x="2" y="158"/>
                    <a:pt x="1" y="159"/>
                  </a:cubicBezTo>
                  <a:cubicBezTo>
                    <a:pt x="0" y="160"/>
                    <a:pt x="0" y="161"/>
                    <a:pt x="0" y="162"/>
                  </a:cubicBezTo>
                  <a:cubicBezTo>
                    <a:pt x="0" y="163"/>
                    <a:pt x="1" y="164"/>
                    <a:pt x="1" y="164"/>
                  </a:cubicBezTo>
                  <a:cubicBezTo>
                    <a:pt x="2" y="165"/>
                    <a:pt x="2" y="165"/>
                    <a:pt x="3" y="166"/>
                  </a:cubicBezTo>
                  <a:cubicBezTo>
                    <a:pt x="4" y="167"/>
                    <a:pt x="5" y="167"/>
                    <a:pt x="6" y="167"/>
                  </a:cubicBezTo>
                  <a:lnTo>
                    <a:pt x="7"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9"/>
            <p:cNvSpPr/>
            <p:nvPr/>
          </p:nvSpPr>
          <p:spPr>
            <a:xfrm>
              <a:off x="670325" y="-336455"/>
              <a:ext cx="121680" cy="12960"/>
            </a:xfrm>
            <a:custGeom>
              <a:rect b="b" l="l" r="r" t="t"/>
              <a:pathLst>
                <a:path extrusionOk="0" h="36" w="338">
                  <a:moveTo>
                    <a:pt x="335" y="13"/>
                  </a:moveTo>
                  <a:cubicBezTo>
                    <a:pt x="283" y="0"/>
                    <a:pt x="229" y="17"/>
                    <a:pt x="177" y="24"/>
                  </a:cubicBezTo>
                  <a:cubicBezTo>
                    <a:pt x="119" y="32"/>
                    <a:pt x="59" y="27"/>
                    <a:pt x="1" y="29"/>
                  </a:cubicBezTo>
                  <a:cubicBezTo>
                    <a:pt x="0" y="29"/>
                    <a:pt x="0" y="33"/>
                    <a:pt x="1" y="33"/>
                  </a:cubicBezTo>
                  <a:cubicBezTo>
                    <a:pt x="24" y="34"/>
                    <a:pt x="47" y="35"/>
                    <a:pt x="70" y="35"/>
                  </a:cubicBezTo>
                  <a:cubicBezTo>
                    <a:pt x="106" y="35"/>
                    <a:pt x="142" y="34"/>
                    <a:pt x="178" y="31"/>
                  </a:cubicBezTo>
                  <a:cubicBezTo>
                    <a:pt x="231" y="27"/>
                    <a:pt x="285" y="31"/>
                    <a:pt x="335" y="18"/>
                  </a:cubicBezTo>
                  <a:lnTo>
                    <a:pt x="336" y="18"/>
                  </a:lnTo>
                  <a:lnTo>
                    <a:pt x="337" y="17"/>
                  </a:lnTo>
                  <a:lnTo>
                    <a:pt x="337" y="16"/>
                  </a:lnTo>
                  <a:cubicBezTo>
                    <a:pt x="337" y="15"/>
                    <a:pt x="337" y="15"/>
                    <a:pt x="337" y="15"/>
                  </a:cubicBezTo>
                  <a:cubicBezTo>
                    <a:pt x="336" y="14"/>
                    <a:pt x="336" y="14"/>
                    <a:pt x="336" y="14"/>
                  </a:cubicBezTo>
                  <a:cubicBezTo>
                    <a:pt x="335" y="13"/>
                    <a:pt x="335" y="13"/>
                    <a:pt x="335"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9"/>
            <p:cNvSpPr/>
            <p:nvPr/>
          </p:nvSpPr>
          <p:spPr>
            <a:xfrm>
              <a:off x="822965" y="-333935"/>
              <a:ext cx="37440" cy="4680"/>
            </a:xfrm>
            <a:custGeom>
              <a:rect b="b" l="l" r="r" t="t"/>
              <a:pathLst>
                <a:path extrusionOk="0" h="13" w="104">
                  <a:moveTo>
                    <a:pt x="52" y="0"/>
                  </a:moveTo>
                  <a:cubicBezTo>
                    <a:pt x="35" y="0"/>
                    <a:pt x="20" y="6"/>
                    <a:pt x="4" y="6"/>
                  </a:cubicBezTo>
                  <a:cubicBezTo>
                    <a:pt x="0" y="6"/>
                    <a:pt x="0" y="12"/>
                    <a:pt x="4" y="12"/>
                  </a:cubicBezTo>
                  <a:cubicBezTo>
                    <a:pt x="16" y="12"/>
                    <a:pt x="27" y="10"/>
                    <a:pt x="39" y="11"/>
                  </a:cubicBezTo>
                  <a:cubicBezTo>
                    <a:pt x="44" y="11"/>
                    <a:pt x="50" y="11"/>
                    <a:pt x="55" y="11"/>
                  </a:cubicBezTo>
                  <a:cubicBezTo>
                    <a:pt x="70" y="11"/>
                    <a:pt x="86" y="10"/>
                    <a:pt x="101" y="7"/>
                  </a:cubicBezTo>
                  <a:lnTo>
                    <a:pt x="102" y="7"/>
                  </a:lnTo>
                  <a:cubicBezTo>
                    <a:pt x="102" y="7"/>
                    <a:pt x="101" y="7"/>
                    <a:pt x="102" y="6"/>
                  </a:cubicBezTo>
                  <a:cubicBezTo>
                    <a:pt x="103" y="5"/>
                    <a:pt x="103" y="6"/>
                    <a:pt x="103" y="5"/>
                  </a:cubicBezTo>
                  <a:lnTo>
                    <a:pt x="102" y="4"/>
                  </a:lnTo>
                  <a:cubicBezTo>
                    <a:pt x="101" y="4"/>
                    <a:pt x="101" y="3"/>
                    <a:pt x="101" y="3"/>
                  </a:cubicBezTo>
                  <a:cubicBezTo>
                    <a:pt x="87" y="1"/>
                    <a:pt x="73" y="0"/>
                    <a:pt x="58" y="0"/>
                  </a:cubicBezTo>
                  <a:cubicBezTo>
                    <a:pt x="56" y="0"/>
                    <a:pt x="54" y="0"/>
                    <a:pt x="5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9"/>
            <p:cNvSpPr/>
            <p:nvPr/>
          </p:nvSpPr>
          <p:spPr>
            <a:xfrm>
              <a:off x="893165" y="-596735"/>
              <a:ext cx="418320" cy="263880"/>
            </a:xfrm>
            <a:custGeom>
              <a:rect b="b" l="l" r="r" t="t"/>
              <a:pathLst>
                <a:path extrusionOk="0" h="733" w="1162">
                  <a:moveTo>
                    <a:pt x="1146" y="12"/>
                  </a:moveTo>
                  <a:cubicBezTo>
                    <a:pt x="1146" y="12"/>
                    <a:pt x="1147" y="12"/>
                    <a:pt x="1146" y="13"/>
                  </a:cubicBezTo>
                  <a:cubicBezTo>
                    <a:pt x="1145" y="14"/>
                    <a:pt x="1144" y="13"/>
                    <a:pt x="1143" y="13"/>
                  </a:cubicBezTo>
                  <a:cubicBezTo>
                    <a:pt x="1142" y="13"/>
                    <a:pt x="1142" y="14"/>
                    <a:pt x="1141" y="13"/>
                  </a:cubicBezTo>
                  <a:cubicBezTo>
                    <a:pt x="1140" y="12"/>
                    <a:pt x="1140" y="12"/>
                    <a:pt x="1139" y="11"/>
                  </a:cubicBezTo>
                  <a:cubicBezTo>
                    <a:pt x="1138" y="10"/>
                    <a:pt x="1139" y="10"/>
                    <a:pt x="1139" y="9"/>
                  </a:cubicBezTo>
                  <a:cubicBezTo>
                    <a:pt x="1139" y="7"/>
                    <a:pt x="1139" y="5"/>
                    <a:pt x="1139" y="3"/>
                  </a:cubicBezTo>
                  <a:cubicBezTo>
                    <a:pt x="1136" y="12"/>
                    <a:pt x="1133" y="20"/>
                    <a:pt x="1129" y="27"/>
                  </a:cubicBezTo>
                  <a:cubicBezTo>
                    <a:pt x="1092" y="89"/>
                    <a:pt x="1079" y="157"/>
                    <a:pt x="1041" y="218"/>
                  </a:cubicBezTo>
                  <a:cubicBezTo>
                    <a:pt x="1002" y="279"/>
                    <a:pt x="945" y="337"/>
                    <a:pt x="896" y="395"/>
                  </a:cubicBezTo>
                  <a:cubicBezTo>
                    <a:pt x="848" y="446"/>
                    <a:pt x="797" y="492"/>
                    <a:pt x="742" y="534"/>
                  </a:cubicBezTo>
                  <a:cubicBezTo>
                    <a:pt x="624" y="633"/>
                    <a:pt x="479" y="652"/>
                    <a:pt x="336" y="684"/>
                  </a:cubicBezTo>
                  <a:cubicBezTo>
                    <a:pt x="227" y="708"/>
                    <a:pt x="106" y="686"/>
                    <a:pt x="1" y="727"/>
                  </a:cubicBezTo>
                  <a:lnTo>
                    <a:pt x="0" y="728"/>
                  </a:lnTo>
                  <a:lnTo>
                    <a:pt x="0" y="729"/>
                  </a:lnTo>
                  <a:cubicBezTo>
                    <a:pt x="0" y="730"/>
                    <a:pt x="0" y="730"/>
                    <a:pt x="0" y="730"/>
                  </a:cubicBezTo>
                  <a:cubicBezTo>
                    <a:pt x="0" y="731"/>
                    <a:pt x="1" y="731"/>
                    <a:pt x="1" y="731"/>
                  </a:cubicBezTo>
                  <a:lnTo>
                    <a:pt x="2" y="732"/>
                  </a:lnTo>
                  <a:cubicBezTo>
                    <a:pt x="2" y="732"/>
                    <a:pt x="3" y="732"/>
                    <a:pt x="3" y="731"/>
                  </a:cubicBezTo>
                  <a:cubicBezTo>
                    <a:pt x="123" y="695"/>
                    <a:pt x="258" y="729"/>
                    <a:pt x="381" y="702"/>
                  </a:cubicBezTo>
                  <a:cubicBezTo>
                    <a:pt x="459" y="685"/>
                    <a:pt x="534" y="674"/>
                    <a:pt x="608" y="643"/>
                  </a:cubicBezTo>
                  <a:cubicBezTo>
                    <a:pt x="637" y="631"/>
                    <a:pt x="665" y="616"/>
                    <a:pt x="693" y="600"/>
                  </a:cubicBezTo>
                  <a:cubicBezTo>
                    <a:pt x="726" y="581"/>
                    <a:pt x="758" y="560"/>
                    <a:pt x="788" y="536"/>
                  </a:cubicBezTo>
                  <a:cubicBezTo>
                    <a:pt x="883" y="462"/>
                    <a:pt x="962" y="363"/>
                    <a:pt x="1030" y="265"/>
                  </a:cubicBezTo>
                  <a:cubicBezTo>
                    <a:pt x="1058" y="224"/>
                    <a:pt x="1095" y="174"/>
                    <a:pt x="1109" y="126"/>
                  </a:cubicBezTo>
                  <a:cubicBezTo>
                    <a:pt x="1120" y="93"/>
                    <a:pt x="1134" y="62"/>
                    <a:pt x="1151" y="32"/>
                  </a:cubicBezTo>
                  <a:cubicBezTo>
                    <a:pt x="1153" y="30"/>
                    <a:pt x="1154" y="27"/>
                    <a:pt x="1156" y="25"/>
                  </a:cubicBezTo>
                  <a:cubicBezTo>
                    <a:pt x="1159" y="17"/>
                    <a:pt x="1161" y="8"/>
                    <a:pt x="1161" y="0"/>
                  </a:cubicBezTo>
                  <a:cubicBezTo>
                    <a:pt x="1157" y="4"/>
                    <a:pt x="1152" y="8"/>
                    <a:pt x="114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9"/>
            <p:cNvSpPr/>
            <p:nvPr/>
          </p:nvSpPr>
          <p:spPr>
            <a:xfrm>
              <a:off x="1303205" y="-625895"/>
              <a:ext cx="99360" cy="30240"/>
            </a:xfrm>
            <a:custGeom>
              <a:rect b="b" l="l" r="r" t="t"/>
              <a:pathLst>
                <a:path extrusionOk="0" h="84" w="276">
                  <a:moveTo>
                    <a:pt x="267" y="23"/>
                  </a:moveTo>
                  <a:cubicBezTo>
                    <a:pt x="264" y="24"/>
                    <a:pt x="261" y="25"/>
                    <a:pt x="258" y="25"/>
                  </a:cubicBezTo>
                  <a:cubicBezTo>
                    <a:pt x="242" y="25"/>
                    <a:pt x="226" y="26"/>
                    <a:pt x="211" y="26"/>
                  </a:cubicBezTo>
                  <a:cubicBezTo>
                    <a:pt x="195" y="26"/>
                    <a:pt x="180" y="25"/>
                    <a:pt x="165" y="25"/>
                  </a:cubicBezTo>
                  <a:cubicBezTo>
                    <a:pt x="138" y="18"/>
                    <a:pt x="112" y="10"/>
                    <a:pt x="86" y="0"/>
                  </a:cubicBezTo>
                  <a:lnTo>
                    <a:pt x="81" y="0"/>
                  </a:lnTo>
                  <a:cubicBezTo>
                    <a:pt x="80" y="2"/>
                    <a:pt x="78" y="4"/>
                    <a:pt x="75" y="5"/>
                  </a:cubicBezTo>
                  <a:lnTo>
                    <a:pt x="74" y="6"/>
                  </a:lnTo>
                  <a:cubicBezTo>
                    <a:pt x="66" y="9"/>
                    <a:pt x="58" y="11"/>
                    <a:pt x="50" y="11"/>
                  </a:cubicBezTo>
                  <a:cubicBezTo>
                    <a:pt x="50" y="14"/>
                    <a:pt x="49" y="17"/>
                    <a:pt x="49" y="19"/>
                  </a:cubicBezTo>
                  <a:cubicBezTo>
                    <a:pt x="47" y="25"/>
                    <a:pt x="40" y="26"/>
                    <a:pt x="40" y="31"/>
                  </a:cubicBezTo>
                  <a:cubicBezTo>
                    <a:pt x="40" y="32"/>
                    <a:pt x="40" y="32"/>
                    <a:pt x="40" y="33"/>
                  </a:cubicBezTo>
                  <a:lnTo>
                    <a:pt x="39" y="34"/>
                  </a:lnTo>
                  <a:cubicBezTo>
                    <a:pt x="38" y="34"/>
                    <a:pt x="38" y="35"/>
                    <a:pt x="37" y="35"/>
                  </a:cubicBezTo>
                  <a:cubicBezTo>
                    <a:pt x="37" y="35"/>
                    <a:pt x="36" y="34"/>
                    <a:pt x="35" y="34"/>
                  </a:cubicBezTo>
                  <a:cubicBezTo>
                    <a:pt x="35" y="34"/>
                    <a:pt x="35" y="33"/>
                    <a:pt x="34" y="33"/>
                  </a:cubicBezTo>
                  <a:lnTo>
                    <a:pt x="34" y="32"/>
                  </a:lnTo>
                  <a:lnTo>
                    <a:pt x="28" y="38"/>
                  </a:lnTo>
                  <a:lnTo>
                    <a:pt x="27" y="39"/>
                  </a:lnTo>
                  <a:cubicBezTo>
                    <a:pt x="26" y="40"/>
                    <a:pt x="26" y="39"/>
                    <a:pt x="25" y="39"/>
                  </a:cubicBezTo>
                  <a:cubicBezTo>
                    <a:pt x="24" y="39"/>
                    <a:pt x="24" y="40"/>
                    <a:pt x="23" y="39"/>
                  </a:cubicBezTo>
                  <a:cubicBezTo>
                    <a:pt x="22" y="38"/>
                    <a:pt x="22" y="38"/>
                    <a:pt x="21" y="37"/>
                  </a:cubicBezTo>
                  <a:cubicBezTo>
                    <a:pt x="21" y="36"/>
                    <a:pt x="21" y="36"/>
                    <a:pt x="21" y="35"/>
                  </a:cubicBezTo>
                  <a:cubicBezTo>
                    <a:pt x="21" y="33"/>
                    <a:pt x="21" y="30"/>
                    <a:pt x="21" y="27"/>
                  </a:cubicBezTo>
                  <a:cubicBezTo>
                    <a:pt x="16" y="31"/>
                    <a:pt x="12" y="36"/>
                    <a:pt x="9" y="42"/>
                  </a:cubicBezTo>
                  <a:cubicBezTo>
                    <a:pt x="3" y="53"/>
                    <a:pt x="0" y="65"/>
                    <a:pt x="0" y="77"/>
                  </a:cubicBezTo>
                  <a:cubicBezTo>
                    <a:pt x="0" y="79"/>
                    <a:pt x="0" y="81"/>
                    <a:pt x="0" y="83"/>
                  </a:cubicBezTo>
                  <a:cubicBezTo>
                    <a:pt x="7" y="60"/>
                    <a:pt x="10" y="40"/>
                    <a:pt x="41" y="37"/>
                  </a:cubicBezTo>
                  <a:cubicBezTo>
                    <a:pt x="46" y="37"/>
                    <a:pt x="46" y="43"/>
                    <a:pt x="41" y="44"/>
                  </a:cubicBezTo>
                  <a:cubicBezTo>
                    <a:pt x="28" y="46"/>
                    <a:pt x="24" y="63"/>
                    <a:pt x="21" y="78"/>
                  </a:cubicBezTo>
                  <a:cubicBezTo>
                    <a:pt x="41" y="56"/>
                    <a:pt x="54" y="30"/>
                    <a:pt x="93" y="29"/>
                  </a:cubicBezTo>
                  <a:cubicBezTo>
                    <a:pt x="97" y="29"/>
                    <a:pt x="101" y="29"/>
                    <a:pt x="105" y="29"/>
                  </a:cubicBezTo>
                  <a:cubicBezTo>
                    <a:pt x="131" y="29"/>
                    <a:pt x="158" y="31"/>
                    <a:pt x="184" y="35"/>
                  </a:cubicBezTo>
                  <a:cubicBezTo>
                    <a:pt x="194" y="38"/>
                    <a:pt x="205" y="39"/>
                    <a:pt x="215" y="39"/>
                  </a:cubicBezTo>
                  <a:cubicBezTo>
                    <a:pt x="236" y="39"/>
                    <a:pt x="257" y="34"/>
                    <a:pt x="275" y="24"/>
                  </a:cubicBezTo>
                  <a:lnTo>
                    <a:pt x="274" y="24"/>
                  </a:lnTo>
                  <a:cubicBezTo>
                    <a:pt x="271" y="24"/>
                    <a:pt x="269" y="24"/>
                    <a:pt x="26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9"/>
            <p:cNvSpPr/>
            <p:nvPr/>
          </p:nvSpPr>
          <p:spPr>
            <a:xfrm>
              <a:off x="1302845" y="-612935"/>
              <a:ext cx="16920" cy="21240"/>
            </a:xfrm>
            <a:custGeom>
              <a:rect b="b" l="l" r="r" t="t"/>
              <a:pathLst>
                <a:path extrusionOk="0" h="59" w="47">
                  <a:moveTo>
                    <a:pt x="41" y="8"/>
                  </a:moveTo>
                  <a:cubicBezTo>
                    <a:pt x="46" y="8"/>
                    <a:pt x="45" y="0"/>
                    <a:pt x="41" y="1"/>
                  </a:cubicBezTo>
                  <a:cubicBezTo>
                    <a:pt x="10" y="4"/>
                    <a:pt x="7" y="24"/>
                    <a:pt x="0" y="48"/>
                  </a:cubicBezTo>
                  <a:cubicBezTo>
                    <a:pt x="0" y="50"/>
                    <a:pt x="0" y="52"/>
                    <a:pt x="0" y="54"/>
                  </a:cubicBezTo>
                  <a:lnTo>
                    <a:pt x="1" y="55"/>
                  </a:lnTo>
                  <a:cubicBezTo>
                    <a:pt x="2" y="56"/>
                    <a:pt x="2" y="57"/>
                    <a:pt x="2" y="57"/>
                  </a:cubicBezTo>
                  <a:cubicBezTo>
                    <a:pt x="3" y="57"/>
                    <a:pt x="4" y="58"/>
                    <a:pt x="5" y="58"/>
                  </a:cubicBezTo>
                  <a:cubicBezTo>
                    <a:pt x="6" y="58"/>
                    <a:pt x="6" y="57"/>
                    <a:pt x="7" y="57"/>
                  </a:cubicBezTo>
                  <a:cubicBezTo>
                    <a:pt x="7" y="57"/>
                    <a:pt x="8" y="57"/>
                    <a:pt x="8" y="56"/>
                  </a:cubicBezTo>
                  <a:cubicBezTo>
                    <a:pt x="13" y="52"/>
                    <a:pt x="18" y="48"/>
                    <a:pt x="22" y="43"/>
                  </a:cubicBezTo>
                  <a:cubicBezTo>
                    <a:pt x="25" y="27"/>
                    <a:pt x="28" y="11"/>
                    <a:pt x="4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9"/>
            <p:cNvSpPr/>
            <p:nvPr/>
          </p:nvSpPr>
          <p:spPr>
            <a:xfrm>
              <a:off x="1315085" y="-621575"/>
              <a:ext cx="6480" cy="8640"/>
            </a:xfrm>
            <a:custGeom>
              <a:rect b="b" l="l" r="r" t="t"/>
              <a:pathLst>
                <a:path extrusionOk="0" h="24" w="18">
                  <a:moveTo>
                    <a:pt x="9" y="10"/>
                  </a:moveTo>
                  <a:cubicBezTo>
                    <a:pt x="7" y="14"/>
                    <a:pt x="4" y="18"/>
                    <a:pt x="0" y="21"/>
                  </a:cubicBezTo>
                  <a:cubicBezTo>
                    <a:pt x="1" y="22"/>
                    <a:pt x="1" y="21"/>
                    <a:pt x="2" y="22"/>
                  </a:cubicBezTo>
                  <a:cubicBezTo>
                    <a:pt x="3" y="23"/>
                    <a:pt x="3" y="23"/>
                    <a:pt x="3" y="23"/>
                  </a:cubicBezTo>
                  <a:cubicBezTo>
                    <a:pt x="4" y="23"/>
                    <a:pt x="4" y="23"/>
                    <a:pt x="5" y="22"/>
                  </a:cubicBezTo>
                  <a:cubicBezTo>
                    <a:pt x="6" y="21"/>
                    <a:pt x="5" y="22"/>
                    <a:pt x="6" y="21"/>
                  </a:cubicBezTo>
                  <a:cubicBezTo>
                    <a:pt x="7" y="20"/>
                    <a:pt x="7" y="20"/>
                    <a:pt x="7" y="20"/>
                  </a:cubicBezTo>
                  <a:cubicBezTo>
                    <a:pt x="7" y="15"/>
                    <a:pt x="13" y="13"/>
                    <a:pt x="15" y="8"/>
                  </a:cubicBezTo>
                  <a:cubicBezTo>
                    <a:pt x="16" y="5"/>
                    <a:pt x="16" y="2"/>
                    <a:pt x="17" y="0"/>
                  </a:cubicBezTo>
                  <a:lnTo>
                    <a:pt x="15" y="0"/>
                  </a:lnTo>
                  <a:cubicBezTo>
                    <a:pt x="14" y="0"/>
                    <a:pt x="10" y="9"/>
                    <a:pt x="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9"/>
            <p:cNvSpPr/>
            <p:nvPr/>
          </p:nvSpPr>
          <p:spPr>
            <a:xfrm>
              <a:off x="1306445" y="-639575"/>
              <a:ext cx="5760" cy="3960"/>
            </a:xfrm>
            <a:custGeom>
              <a:rect b="b" l="l" r="r" t="t"/>
              <a:pathLst>
                <a:path extrusionOk="0" h="11" w="16">
                  <a:moveTo>
                    <a:pt x="11" y="10"/>
                  </a:moveTo>
                  <a:cubicBezTo>
                    <a:pt x="12" y="10"/>
                    <a:pt x="13" y="10"/>
                    <a:pt x="13" y="10"/>
                  </a:cubicBezTo>
                  <a:cubicBezTo>
                    <a:pt x="14" y="9"/>
                    <a:pt x="14" y="9"/>
                    <a:pt x="15" y="8"/>
                  </a:cubicBezTo>
                  <a:cubicBezTo>
                    <a:pt x="15" y="8"/>
                    <a:pt x="15" y="7"/>
                    <a:pt x="15" y="6"/>
                  </a:cubicBezTo>
                  <a:lnTo>
                    <a:pt x="15" y="5"/>
                  </a:lnTo>
                  <a:cubicBezTo>
                    <a:pt x="14" y="4"/>
                    <a:pt x="14" y="4"/>
                    <a:pt x="13" y="3"/>
                  </a:cubicBezTo>
                  <a:cubicBezTo>
                    <a:pt x="13" y="3"/>
                    <a:pt x="12" y="3"/>
                    <a:pt x="11" y="3"/>
                  </a:cubicBezTo>
                  <a:cubicBezTo>
                    <a:pt x="8" y="3"/>
                    <a:pt x="7" y="0"/>
                    <a:pt x="4" y="0"/>
                  </a:cubicBezTo>
                  <a:cubicBezTo>
                    <a:pt x="0" y="0"/>
                    <a:pt x="4" y="0"/>
                    <a:pt x="3" y="0"/>
                  </a:cubicBezTo>
                  <a:lnTo>
                    <a:pt x="3" y="3"/>
                  </a:lnTo>
                  <a:cubicBezTo>
                    <a:pt x="2" y="8"/>
                    <a:pt x="7" y="10"/>
                    <a:pt x="1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9"/>
            <p:cNvSpPr/>
            <p:nvPr/>
          </p:nvSpPr>
          <p:spPr>
            <a:xfrm>
              <a:off x="1405445" y="-643175"/>
              <a:ext cx="9000" cy="4320"/>
            </a:xfrm>
            <a:custGeom>
              <a:rect b="b" l="l" r="r" t="t"/>
              <a:pathLst>
                <a:path extrusionOk="0" h="12" w="25">
                  <a:moveTo>
                    <a:pt x="13" y="5"/>
                  </a:moveTo>
                  <a:cubicBezTo>
                    <a:pt x="16" y="7"/>
                    <a:pt x="19" y="9"/>
                    <a:pt x="21" y="11"/>
                  </a:cubicBezTo>
                  <a:lnTo>
                    <a:pt x="24" y="3"/>
                  </a:lnTo>
                  <a:cubicBezTo>
                    <a:pt x="16" y="2"/>
                    <a:pt x="8" y="1"/>
                    <a:pt x="0" y="0"/>
                  </a:cubicBezTo>
                  <a:cubicBezTo>
                    <a:pt x="5" y="1"/>
                    <a:pt x="9" y="3"/>
                    <a:pt x="1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9"/>
            <p:cNvSpPr/>
            <p:nvPr/>
          </p:nvSpPr>
          <p:spPr>
            <a:xfrm>
              <a:off x="1321925" y="-696455"/>
              <a:ext cx="56520" cy="61560"/>
            </a:xfrm>
            <a:custGeom>
              <a:rect b="b" l="l" r="r" t="t"/>
              <a:pathLst>
                <a:path extrusionOk="0" h="171" w="157">
                  <a:moveTo>
                    <a:pt x="21" y="139"/>
                  </a:moveTo>
                  <a:cubicBezTo>
                    <a:pt x="22" y="148"/>
                    <a:pt x="17" y="156"/>
                    <a:pt x="23" y="163"/>
                  </a:cubicBezTo>
                  <a:cubicBezTo>
                    <a:pt x="30" y="161"/>
                    <a:pt x="37" y="160"/>
                    <a:pt x="44" y="160"/>
                  </a:cubicBezTo>
                  <a:cubicBezTo>
                    <a:pt x="51" y="160"/>
                    <a:pt x="58" y="161"/>
                    <a:pt x="65" y="163"/>
                  </a:cubicBezTo>
                  <a:cubicBezTo>
                    <a:pt x="81" y="166"/>
                    <a:pt x="96" y="169"/>
                    <a:pt x="112" y="170"/>
                  </a:cubicBezTo>
                  <a:cubicBezTo>
                    <a:pt x="116" y="167"/>
                    <a:pt x="120" y="163"/>
                    <a:pt x="124" y="161"/>
                  </a:cubicBezTo>
                  <a:cubicBezTo>
                    <a:pt x="134" y="155"/>
                    <a:pt x="145" y="152"/>
                    <a:pt x="156" y="152"/>
                  </a:cubicBezTo>
                  <a:lnTo>
                    <a:pt x="143" y="152"/>
                  </a:lnTo>
                  <a:cubicBezTo>
                    <a:pt x="115" y="152"/>
                    <a:pt x="4" y="169"/>
                    <a:pt x="30" y="109"/>
                  </a:cubicBezTo>
                  <a:cubicBezTo>
                    <a:pt x="42" y="79"/>
                    <a:pt x="48" y="46"/>
                    <a:pt x="48" y="13"/>
                  </a:cubicBezTo>
                  <a:cubicBezTo>
                    <a:pt x="48" y="9"/>
                    <a:pt x="48" y="6"/>
                    <a:pt x="48" y="2"/>
                  </a:cubicBezTo>
                  <a:cubicBezTo>
                    <a:pt x="47" y="3"/>
                    <a:pt x="47" y="4"/>
                    <a:pt x="46" y="4"/>
                  </a:cubicBezTo>
                  <a:cubicBezTo>
                    <a:pt x="44" y="5"/>
                    <a:pt x="42" y="5"/>
                    <a:pt x="41" y="5"/>
                  </a:cubicBezTo>
                  <a:cubicBezTo>
                    <a:pt x="39" y="5"/>
                    <a:pt x="38" y="5"/>
                    <a:pt x="37" y="4"/>
                  </a:cubicBezTo>
                  <a:cubicBezTo>
                    <a:pt x="36" y="3"/>
                    <a:pt x="35" y="2"/>
                    <a:pt x="34" y="1"/>
                  </a:cubicBezTo>
                  <a:cubicBezTo>
                    <a:pt x="34" y="0"/>
                    <a:pt x="34" y="0"/>
                    <a:pt x="34" y="0"/>
                  </a:cubicBezTo>
                  <a:cubicBezTo>
                    <a:pt x="30" y="25"/>
                    <a:pt x="24" y="50"/>
                    <a:pt x="20" y="71"/>
                  </a:cubicBezTo>
                  <a:cubicBezTo>
                    <a:pt x="17" y="83"/>
                    <a:pt x="5" y="104"/>
                    <a:pt x="0" y="123"/>
                  </a:cubicBezTo>
                  <a:cubicBezTo>
                    <a:pt x="1" y="123"/>
                    <a:pt x="1" y="123"/>
                    <a:pt x="2" y="123"/>
                  </a:cubicBezTo>
                  <a:cubicBezTo>
                    <a:pt x="5" y="123"/>
                    <a:pt x="9" y="124"/>
                    <a:pt x="12" y="126"/>
                  </a:cubicBezTo>
                  <a:cubicBezTo>
                    <a:pt x="15" y="128"/>
                    <a:pt x="17" y="130"/>
                    <a:pt x="19" y="133"/>
                  </a:cubicBezTo>
                  <a:cubicBezTo>
                    <a:pt x="20" y="135"/>
                    <a:pt x="21" y="137"/>
                    <a:pt x="21" y="1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9"/>
            <p:cNvSpPr/>
            <p:nvPr/>
          </p:nvSpPr>
          <p:spPr>
            <a:xfrm>
              <a:off x="1413005" y="-642095"/>
              <a:ext cx="4320" cy="4680"/>
            </a:xfrm>
            <a:custGeom>
              <a:rect b="b" l="l" r="r" t="t"/>
              <a:pathLst>
                <a:path extrusionOk="0" h="13" w="12">
                  <a:moveTo>
                    <a:pt x="4" y="12"/>
                  </a:moveTo>
                  <a:lnTo>
                    <a:pt x="6" y="12"/>
                  </a:lnTo>
                  <a:cubicBezTo>
                    <a:pt x="7" y="12"/>
                    <a:pt x="6" y="12"/>
                    <a:pt x="7" y="11"/>
                  </a:cubicBezTo>
                  <a:cubicBezTo>
                    <a:pt x="8" y="10"/>
                    <a:pt x="9" y="10"/>
                    <a:pt x="10" y="9"/>
                  </a:cubicBezTo>
                  <a:cubicBezTo>
                    <a:pt x="11" y="8"/>
                    <a:pt x="10" y="7"/>
                    <a:pt x="10" y="6"/>
                  </a:cubicBezTo>
                  <a:cubicBezTo>
                    <a:pt x="10" y="5"/>
                    <a:pt x="11" y="4"/>
                    <a:pt x="10" y="3"/>
                  </a:cubicBezTo>
                  <a:cubicBezTo>
                    <a:pt x="9" y="2"/>
                    <a:pt x="8" y="2"/>
                    <a:pt x="7" y="1"/>
                  </a:cubicBezTo>
                  <a:lnTo>
                    <a:pt x="6" y="0"/>
                  </a:lnTo>
                  <a:lnTo>
                    <a:pt x="2" y="0"/>
                  </a:lnTo>
                  <a:lnTo>
                    <a:pt x="0" y="9"/>
                  </a:lnTo>
                  <a:cubicBezTo>
                    <a:pt x="1" y="10"/>
                    <a:pt x="3" y="11"/>
                    <a:pt x="4"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9"/>
            <p:cNvSpPr/>
            <p:nvPr/>
          </p:nvSpPr>
          <p:spPr>
            <a:xfrm>
              <a:off x="1081805" y="-1188935"/>
              <a:ext cx="7200" cy="2880"/>
            </a:xfrm>
            <a:custGeom>
              <a:rect b="b" l="l" r="r" t="t"/>
              <a:pathLst>
                <a:path extrusionOk="0" h="8" w="20">
                  <a:moveTo>
                    <a:pt x="0" y="0"/>
                  </a:moveTo>
                  <a:cubicBezTo>
                    <a:pt x="6" y="3"/>
                    <a:pt x="13" y="5"/>
                    <a:pt x="19" y="7"/>
                  </a:cubicBezTo>
                  <a:cubicBezTo>
                    <a:pt x="13" y="5"/>
                    <a:pt x="6"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9"/>
            <p:cNvSpPr/>
            <p:nvPr/>
          </p:nvSpPr>
          <p:spPr>
            <a:xfrm>
              <a:off x="1089365" y="-1182095"/>
              <a:ext cx="256320" cy="486360"/>
            </a:xfrm>
            <a:custGeom>
              <a:rect b="b" l="l" r="r" t="t"/>
              <a:pathLst>
                <a:path extrusionOk="0" h="1351" w="712">
                  <a:moveTo>
                    <a:pt x="689" y="1280"/>
                  </a:moveTo>
                  <a:cubicBezTo>
                    <a:pt x="692" y="1302"/>
                    <a:pt x="693" y="1326"/>
                    <a:pt x="693" y="1350"/>
                  </a:cubicBezTo>
                  <a:cubicBezTo>
                    <a:pt x="694" y="1350"/>
                    <a:pt x="695" y="1350"/>
                    <a:pt x="695" y="1349"/>
                  </a:cubicBezTo>
                  <a:cubicBezTo>
                    <a:pt x="696" y="1347"/>
                    <a:pt x="696" y="1346"/>
                    <a:pt x="696" y="1345"/>
                  </a:cubicBezTo>
                  <a:cubicBezTo>
                    <a:pt x="700" y="1310"/>
                    <a:pt x="711" y="1275"/>
                    <a:pt x="711" y="1241"/>
                  </a:cubicBezTo>
                  <a:cubicBezTo>
                    <a:pt x="711" y="1190"/>
                    <a:pt x="711" y="1140"/>
                    <a:pt x="711" y="1089"/>
                  </a:cubicBezTo>
                  <a:cubicBezTo>
                    <a:pt x="711" y="1008"/>
                    <a:pt x="698" y="928"/>
                    <a:pt x="676" y="850"/>
                  </a:cubicBezTo>
                  <a:cubicBezTo>
                    <a:pt x="663" y="806"/>
                    <a:pt x="643" y="765"/>
                    <a:pt x="630" y="722"/>
                  </a:cubicBezTo>
                  <a:cubicBezTo>
                    <a:pt x="616" y="674"/>
                    <a:pt x="611" y="621"/>
                    <a:pt x="591" y="575"/>
                  </a:cubicBezTo>
                  <a:cubicBezTo>
                    <a:pt x="569" y="528"/>
                    <a:pt x="545" y="482"/>
                    <a:pt x="519" y="437"/>
                  </a:cubicBezTo>
                  <a:cubicBezTo>
                    <a:pt x="512" y="425"/>
                    <a:pt x="505" y="412"/>
                    <a:pt x="498" y="400"/>
                  </a:cubicBezTo>
                  <a:cubicBezTo>
                    <a:pt x="466" y="343"/>
                    <a:pt x="414" y="293"/>
                    <a:pt x="367" y="249"/>
                  </a:cubicBezTo>
                  <a:cubicBezTo>
                    <a:pt x="342" y="226"/>
                    <a:pt x="315" y="190"/>
                    <a:pt x="289" y="171"/>
                  </a:cubicBezTo>
                  <a:cubicBezTo>
                    <a:pt x="254" y="147"/>
                    <a:pt x="234" y="107"/>
                    <a:pt x="197" y="84"/>
                  </a:cubicBezTo>
                  <a:cubicBezTo>
                    <a:pt x="187" y="78"/>
                    <a:pt x="176" y="72"/>
                    <a:pt x="165" y="65"/>
                  </a:cubicBezTo>
                  <a:cubicBezTo>
                    <a:pt x="122" y="40"/>
                    <a:pt x="77" y="18"/>
                    <a:pt x="31" y="0"/>
                  </a:cubicBezTo>
                  <a:lnTo>
                    <a:pt x="31" y="1"/>
                  </a:lnTo>
                  <a:cubicBezTo>
                    <a:pt x="31" y="2"/>
                    <a:pt x="31" y="2"/>
                    <a:pt x="31" y="2"/>
                  </a:cubicBezTo>
                  <a:lnTo>
                    <a:pt x="31" y="6"/>
                  </a:lnTo>
                  <a:cubicBezTo>
                    <a:pt x="33" y="18"/>
                    <a:pt x="11" y="22"/>
                    <a:pt x="9" y="10"/>
                  </a:cubicBezTo>
                  <a:cubicBezTo>
                    <a:pt x="9" y="13"/>
                    <a:pt x="6" y="14"/>
                    <a:pt x="0" y="14"/>
                  </a:cubicBezTo>
                  <a:lnTo>
                    <a:pt x="24" y="25"/>
                  </a:lnTo>
                  <a:cubicBezTo>
                    <a:pt x="89" y="51"/>
                    <a:pt x="177" y="80"/>
                    <a:pt x="224" y="134"/>
                  </a:cubicBezTo>
                  <a:cubicBezTo>
                    <a:pt x="312" y="235"/>
                    <a:pt x="432" y="320"/>
                    <a:pt x="495" y="440"/>
                  </a:cubicBezTo>
                  <a:cubicBezTo>
                    <a:pt x="512" y="474"/>
                    <a:pt x="534" y="503"/>
                    <a:pt x="550" y="537"/>
                  </a:cubicBezTo>
                  <a:cubicBezTo>
                    <a:pt x="568" y="577"/>
                    <a:pt x="583" y="619"/>
                    <a:pt x="593" y="662"/>
                  </a:cubicBezTo>
                  <a:cubicBezTo>
                    <a:pt x="615" y="748"/>
                    <a:pt x="649" y="829"/>
                    <a:pt x="666" y="916"/>
                  </a:cubicBezTo>
                  <a:cubicBezTo>
                    <a:pt x="673" y="950"/>
                    <a:pt x="691" y="995"/>
                    <a:pt x="690" y="1029"/>
                  </a:cubicBezTo>
                  <a:cubicBezTo>
                    <a:pt x="688" y="1069"/>
                    <a:pt x="688" y="1107"/>
                    <a:pt x="688" y="1147"/>
                  </a:cubicBezTo>
                  <a:cubicBezTo>
                    <a:pt x="688" y="1186"/>
                    <a:pt x="695" y="1239"/>
                    <a:pt x="679" y="1279"/>
                  </a:cubicBezTo>
                  <a:cubicBezTo>
                    <a:pt x="677" y="1290"/>
                    <a:pt x="675" y="1301"/>
                    <a:pt x="675" y="1312"/>
                  </a:cubicBezTo>
                  <a:cubicBezTo>
                    <a:pt x="675" y="1323"/>
                    <a:pt x="677" y="1334"/>
                    <a:pt x="679" y="1345"/>
                  </a:cubicBezTo>
                  <a:cubicBezTo>
                    <a:pt x="679" y="1346"/>
                    <a:pt x="679" y="1346"/>
                    <a:pt x="679" y="1347"/>
                  </a:cubicBezTo>
                  <a:lnTo>
                    <a:pt x="679" y="1348"/>
                  </a:lnTo>
                  <a:cubicBezTo>
                    <a:pt x="683" y="1326"/>
                    <a:pt x="685" y="1304"/>
                    <a:pt x="685" y="1281"/>
                  </a:cubicBezTo>
                  <a:cubicBezTo>
                    <a:pt x="685" y="1278"/>
                    <a:pt x="689" y="1278"/>
                    <a:pt x="689" y="12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9"/>
            <p:cNvSpPr/>
            <p:nvPr/>
          </p:nvSpPr>
          <p:spPr>
            <a:xfrm>
              <a:off x="1040045" y="-1196855"/>
              <a:ext cx="18720" cy="6840"/>
            </a:xfrm>
            <a:custGeom>
              <a:rect b="b" l="l" r="r" t="t"/>
              <a:pathLst>
                <a:path extrusionOk="0" h="19" w="52">
                  <a:moveTo>
                    <a:pt x="0" y="0"/>
                  </a:moveTo>
                  <a:cubicBezTo>
                    <a:pt x="17" y="5"/>
                    <a:pt x="34" y="12"/>
                    <a:pt x="51" y="18"/>
                  </a:cubicBezTo>
                  <a:cubicBezTo>
                    <a:pt x="41" y="14"/>
                    <a:pt x="31" y="10"/>
                    <a:pt x="22" y="6"/>
                  </a:cubicBezTo>
                  <a:cubicBezTo>
                    <a:pt x="13" y="2"/>
                    <a:pt x="7"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9"/>
            <p:cNvSpPr/>
            <p:nvPr/>
          </p:nvSpPr>
          <p:spPr>
            <a:xfrm>
              <a:off x="1333805" y="-722015"/>
              <a:ext cx="5400" cy="27360"/>
            </a:xfrm>
            <a:custGeom>
              <a:rect b="b" l="l" r="r" t="t"/>
              <a:pathLst>
                <a:path extrusionOk="0" h="76" w="15">
                  <a:moveTo>
                    <a:pt x="14" y="71"/>
                  </a:moveTo>
                  <a:cubicBezTo>
                    <a:pt x="14" y="47"/>
                    <a:pt x="12" y="23"/>
                    <a:pt x="10" y="1"/>
                  </a:cubicBezTo>
                  <a:cubicBezTo>
                    <a:pt x="10" y="0"/>
                    <a:pt x="6" y="0"/>
                    <a:pt x="6" y="1"/>
                  </a:cubicBezTo>
                  <a:cubicBezTo>
                    <a:pt x="6" y="24"/>
                    <a:pt x="4" y="47"/>
                    <a:pt x="0" y="69"/>
                  </a:cubicBezTo>
                  <a:lnTo>
                    <a:pt x="0" y="70"/>
                  </a:lnTo>
                  <a:cubicBezTo>
                    <a:pt x="1" y="71"/>
                    <a:pt x="2" y="72"/>
                    <a:pt x="4" y="73"/>
                  </a:cubicBezTo>
                  <a:cubicBezTo>
                    <a:pt x="6" y="75"/>
                    <a:pt x="6" y="74"/>
                    <a:pt x="8" y="74"/>
                  </a:cubicBezTo>
                  <a:cubicBezTo>
                    <a:pt x="9" y="74"/>
                    <a:pt x="11" y="74"/>
                    <a:pt x="12" y="73"/>
                  </a:cubicBezTo>
                  <a:cubicBezTo>
                    <a:pt x="13" y="73"/>
                    <a:pt x="13" y="72"/>
                    <a:pt x="14"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9"/>
            <p:cNvSpPr/>
            <p:nvPr/>
          </p:nvSpPr>
          <p:spPr>
            <a:xfrm>
              <a:off x="1382045" y="-950975"/>
              <a:ext cx="8280" cy="24840"/>
            </a:xfrm>
            <a:custGeom>
              <a:rect b="b" l="l" r="r" t="t"/>
              <a:pathLst>
                <a:path extrusionOk="0" h="69" w="23">
                  <a:moveTo>
                    <a:pt x="6" y="0"/>
                  </a:moveTo>
                  <a:cubicBezTo>
                    <a:pt x="5" y="0"/>
                    <a:pt x="4" y="0"/>
                    <a:pt x="3" y="0"/>
                  </a:cubicBezTo>
                  <a:cubicBezTo>
                    <a:pt x="2" y="0"/>
                    <a:pt x="1" y="0"/>
                    <a:pt x="0" y="0"/>
                  </a:cubicBezTo>
                  <a:cubicBezTo>
                    <a:pt x="6" y="22"/>
                    <a:pt x="14" y="45"/>
                    <a:pt x="22" y="68"/>
                  </a:cubicBezTo>
                  <a:cubicBezTo>
                    <a:pt x="16" y="45"/>
                    <a:pt x="10" y="22"/>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9"/>
            <p:cNvSpPr/>
            <p:nvPr/>
          </p:nvSpPr>
          <p:spPr>
            <a:xfrm>
              <a:off x="1274765" y="-1126295"/>
              <a:ext cx="63000" cy="70560"/>
            </a:xfrm>
            <a:custGeom>
              <a:rect b="b" l="l" r="r" t="t"/>
              <a:pathLst>
                <a:path extrusionOk="0" h="196" w="175">
                  <a:moveTo>
                    <a:pt x="174" y="195"/>
                  </a:moveTo>
                  <a:cubicBezTo>
                    <a:pt x="158" y="171"/>
                    <a:pt x="142" y="147"/>
                    <a:pt x="125" y="124"/>
                  </a:cubicBezTo>
                  <a:cubicBezTo>
                    <a:pt x="106" y="101"/>
                    <a:pt x="85" y="80"/>
                    <a:pt x="61" y="61"/>
                  </a:cubicBezTo>
                  <a:cubicBezTo>
                    <a:pt x="42" y="46"/>
                    <a:pt x="27" y="22"/>
                    <a:pt x="7" y="6"/>
                  </a:cubicBezTo>
                  <a:lnTo>
                    <a:pt x="0" y="0"/>
                  </a:lnTo>
                  <a:cubicBezTo>
                    <a:pt x="44" y="43"/>
                    <a:pt x="80" y="94"/>
                    <a:pt x="123" y="138"/>
                  </a:cubicBezTo>
                  <a:cubicBezTo>
                    <a:pt x="139" y="157"/>
                    <a:pt x="157" y="176"/>
                    <a:pt x="174"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9"/>
            <p:cNvSpPr/>
            <p:nvPr/>
          </p:nvSpPr>
          <p:spPr>
            <a:xfrm>
              <a:off x="1110965" y="-1238615"/>
              <a:ext cx="153360" cy="102600"/>
            </a:xfrm>
            <a:custGeom>
              <a:rect b="b" l="l" r="r" t="t"/>
              <a:pathLst>
                <a:path extrusionOk="0" h="285" w="426">
                  <a:moveTo>
                    <a:pt x="51" y="21"/>
                  </a:moveTo>
                  <a:lnTo>
                    <a:pt x="51" y="24"/>
                  </a:lnTo>
                  <a:cubicBezTo>
                    <a:pt x="51" y="25"/>
                    <a:pt x="51" y="26"/>
                    <a:pt x="51" y="26"/>
                  </a:cubicBezTo>
                  <a:cubicBezTo>
                    <a:pt x="51" y="28"/>
                    <a:pt x="51" y="31"/>
                    <a:pt x="50" y="33"/>
                  </a:cubicBezTo>
                  <a:cubicBezTo>
                    <a:pt x="49" y="35"/>
                    <a:pt x="47" y="36"/>
                    <a:pt x="45" y="37"/>
                  </a:cubicBezTo>
                  <a:cubicBezTo>
                    <a:pt x="43" y="38"/>
                    <a:pt x="41" y="39"/>
                    <a:pt x="39" y="39"/>
                  </a:cubicBezTo>
                  <a:cubicBezTo>
                    <a:pt x="80" y="52"/>
                    <a:pt x="119" y="69"/>
                    <a:pt x="156" y="91"/>
                  </a:cubicBezTo>
                  <a:cubicBezTo>
                    <a:pt x="171" y="99"/>
                    <a:pt x="185" y="108"/>
                    <a:pt x="199" y="117"/>
                  </a:cubicBezTo>
                  <a:cubicBezTo>
                    <a:pt x="234" y="140"/>
                    <a:pt x="268" y="166"/>
                    <a:pt x="299" y="193"/>
                  </a:cubicBezTo>
                  <a:lnTo>
                    <a:pt x="332" y="226"/>
                  </a:lnTo>
                  <a:cubicBezTo>
                    <a:pt x="328" y="221"/>
                    <a:pt x="324" y="216"/>
                    <a:pt x="321" y="211"/>
                  </a:cubicBezTo>
                  <a:cubicBezTo>
                    <a:pt x="315" y="200"/>
                    <a:pt x="311" y="189"/>
                    <a:pt x="309" y="178"/>
                  </a:cubicBezTo>
                  <a:cubicBezTo>
                    <a:pt x="309" y="174"/>
                    <a:pt x="313" y="173"/>
                    <a:pt x="316" y="175"/>
                  </a:cubicBezTo>
                  <a:cubicBezTo>
                    <a:pt x="355" y="203"/>
                    <a:pt x="388" y="249"/>
                    <a:pt x="425" y="284"/>
                  </a:cubicBezTo>
                  <a:cubicBezTo>
                    <a:pt x="379" y="237"/>
                    <a:pt x="338" y="182"/>
                    <a:pt x="285" y="146"/>
                  </a:cubicBezTo>
                  <a:cubicBezTo>
                    <a:pt x="205" y="91"/>
                    <a:pt x="103" y="18"/>
                    <a:pt x="0" y="0"/>
                  </a:cubicBezTo>
                  <a:cubicBezTo>
                    <a:pt x="14" y="4"/>
                    <a:pt x="28" y="8"/>
                    <a:pt x="42" y="13"/>
                  </a:cubicBezTo>
                  <a:cubicBezTo>
                    <a:pt x="44" y="13"/>
                    <a:pt x="45" y="13"/>
                    <a:pt x="46" y="14"/>
                  </a:cubicBezTo>
                  <a:cubicBezTo>
                    <a:pt x="48" y="15"/>
                    <a:pt x="49" y="17"/>
                    <a:pt x="50" y="18"/>
                  </a:cubicBezTo>
                  <a:cubicBezTo>
                    <a:pt x="51" y="19"/>
                    <a:pt x="51" y="20"/>
                    <a:pt x="5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9"/>
            <p:cNvSpPr/>
            <p:nvPr/>
          </p:nvSpPr>
          <p:spPr>
            <a:xfrm>
              <a:off x="1410485" y="-866375"/>
              <a:ext cx="5400" cy="28440"/>
            </a:xfrm>
            <a:custGeom>
              <a:rect b="b" l="l" r="r" t="t"/>
              <a:pathLst>
                <a:path extrusionOk="0" h="79" w="15">
                  <a:moveTo>
                    <a:pt x="0" y="0"/>
                  </a:moveTo>
                  <a:cubicBezTo>
                    <a:pt x="4" y="24"/>
                    <a:pt x="9" y="52"/>
                    <a:pt x="14" y="78"/>
                  </a:cubicBezTo>
                  <a:cubicBezTo>
                    <a:pt x="14" y="70"/>
                    <a:pt x="13" y="62"/>
                    <a:pt x="12" y="54"/>
                  </a:cubicBezTo>
                  <a:cubicBezTo>
                    <a:pt x="10" y="36"/>
                    <a:pt x="6" y="1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9"/>
            <p:cNvSpPr/>
            <p:nvPr/>
          </p:nvSpPr>
          <p:spPr>
            <a:xfrm>
              <a:off x="1103405" y="-1232495"/>
              <a:ext cx="19800" cy="7560"/>
            </a:xfrm>
            <a:custGeom>
              <a:rect b="b" l="l" r="r" t="t"/>
              <a:pathLst>
                <a:path extrusionOk="0" h="21" w="55">
                  <a:moveTo>
                    <a:pt x="51" y="14"/>
                  </a:moveTo>
                  <a:cubicBezTo>
                    <a:pt x="35" y="6"/>
                    <a:pt x="17" y="2"/>
                    <a:pt x="0" y="0"/>
                  </a:cubicBezTo>
                  <a:lnTo>
                    <a:pt x="54" y="20"/>
                  </a:lnTo>
                  <a:cubicBezTo>
                    <a:pt x="53" y="19"/>
                    <a:pt x="53" y="18"/>
                    <a:pt x="52" y="17"/>
                  </a:cubicBezTo>
                  <a:cubicBezTo>
                    <a:pt x="51" y="16"/>
                    <a:pt x="51" y="15"/>
                    <a:pt x="5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9"/>
            <p:cNvSpPr/>
            <p:nvPr/>
          </p:nvSpPr>
          <p:spPr>
            <a:xfrm>
              <a:off x="1354325" y="-1010375"/>
              <a:ext cx="10800" cy="21240"/>
            </a:xfrm>
            <a:custGeom>
              <a:rect b="b" l="l" r="r" t="t"/>
              <a:pathLst>
                <a:path extrusionOk="0" h="59" w="30">
                  <a:moveTo>
                    <a:pt x="29" y="58"/>
                  </a:moveTo>
                  <a:cubicBezTo>
                    <a:pt x="22" y="41"/>
                    <a:pt x="14" y="25"/>
                    <a:pt x="5" y="9"/>
                  </a:cubicBezTo>
                  <a:cubicBezTo>
                    <a:pt x="4" y="7"/>
                    <a:pt x="3" y="6"/>
                    <a:pt x="2" y="4"/>
                  </a:cubicBezTo>
                  <a:lnTo>
                    <a:pt x="0" y="0"/>
                  </a:lnTo>
                  <a:cubicBezTo>
                    <a:pt x="4" y="9"/>
                    <a:pt x="9" y="18"/>
                    <a:pt x="13" y="27"/>
                  </a:cubicBezTo>
                  <a:cubicBezTo>
                    <a:pt x="17" y="36"/>
                    <a:pt x="24" y="48"/>
                    <a:pt x="29"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9"/>
            <p:cNvSpPr/>
            <p:nvPr/>
          </p:nvSpPr>
          <p:spPr>
            <a:xfrm>
              <a:off x="1058405" y="-1190375"/>
              <a:ext cx="31680" cy="14040"/>
            </a:xfrm>
            <a:custGeom>
              <a:rect b="b" l="l" r="r" t="t"/>
              <a:pathLst>
                <a:path extrusionOk="0" h="39" w="88">
                  <a:moveTo>
                    <a:pt x="68" y="35"/>
                  </a:moveTo>
                  <a:cubicBezTo>
                    <a:pt x="73" y="37"/>
                    <a:pt x="79" y="38"/>
                    <a:pt x="84" y="38"/>
                  </a:cubicBezTo>
                  <a:cubicBezTo>
                    <a:pt x="85" y="38"/>
                    <a:pt x="86" y="38"/>
                    <a:pt x="87" y="38"/>
                  </a:cubicBezTo>
                  <a:cubicBezTo>
                    <a:pt x="58" y="25"/>
                    <a:pt x="30" y="12"/>
                    <a:pt x="0" y="0"/>
                  </a:cubicBezTo>
                  <a:cubicBezTo>
                    <a:pt x="23" y="11"/>
                    <a:pt x="44" y="23"/>
                    <a:pt x="6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9"/>
            <p:cNvSpPr/>
            <p:nvPr/>
          </p:nvSpPr>
          <p:spPr>
            <a:xfrm>
              <a:off x="68045" y="-1244375"/>
              <a:ext cx="1014120" cy="55440"/>
            </a:xfrm>
            <a:custGeom>
              <a:rect b="b" l="l" r="r" t="t"/>
              <a:pathLst>
                <a:path extrusionOk="0" h="154" w="2817">
                  <a:moveTo>
                    <a:pt x="13" y="51"/>
                  </a:moveTo>
                  <a:cubicBezTo>
                    <a:pt x="65" y="29"/>
                    <a:pt x="127" y="38"/>
                    <a:pt x="182" y="29"/>
                  </a:cubicBezTo>
                  <a:cubicBezTo>
                    <a:pt x="217" y="24"/>
                    <a:pt x="253" y="22"/>
                    <a:pt x="289" y="22"/>
                  </a:cubicBezTo>
                  <a:cubicBezTo>
                    <a:pt x="299" y="22"/>
                    <a:pt x="310" y="22"/>
                    <a:pt x="321" y="23"/>
                  </a:cubicBezTo>
                  <a:cubicBezTo>
                    <a:pt x="479" y="20"/>
                    <a:pt x="638" y="23"/>
                    <a:pt x="796" y="23"/>
                  </a:cubicBezTo>
                  <a:cubicBezTo>
                    <a:pt x="943" y="24"/>
                    <a:pt x="1089" y="23"/>
                    <a:pt x="1235" y="22"/>
                  </a:cubicBezTo>
                  <a:cubicBezTo>
                    <a:pt x="1290" y="22"/>
                    <a:pt x="1342" y="32"/>
                    <a:pt x="1396" y="35"/>
                  </a:cubicBezTo>
                  <a:cubicBezTo>
                    <a:pt x="1465" y="39"/>
                    <a:pt x="1536" y="33"/>
                    <a:pt x="1604" y="42"/>
                  </a:cubicBezTo>
                  <a:cubicBezTo>
                    <a:pt x="1727" y="58"/>
                    <a:pt x="1854" y="45"/>
                    <a:pt x="1978" y="53"/>
                  </a:cubicBezTo>
                  <a:cubicBezTo>
                    <a:pt x="2082" y="60"/>
                    <a:pt x="2187" y="69"/>
                    <a:pt x="2291" y="71"/>
                  </a:cubicBezTo>
                  <a:cubicBezTo>
                    <a:pt x="2338" y="71"/>
                    <a:pt x="2384" y="89"/>
                    <a:pt x="2431" y="88"/>
                  </a:cubicBezTo>
                  <a:cubicBezTo>
                    <a:pt x="2480" y="89"/>
                    <a:pt x="2528" y="96"/>
                    <a:pt x="2576" y="110"/>
                  </a:cubicBezTo>
                  <a:cubicBezTo>
                    <a:pt x="2615" y="119"/>
                    <a:pt x="2660" y="121"/>
                    <a:pt x="2700" y="131"/>
                  </a:cubicBezTo>
                  <a:cubicBezTo>
                    <a:pt x="2693" y="129"/>
                    <a:pt x="2685" y="127"/>
                    <a:pt x="2677" y="125"/>
                  </a:cubicBezTo>
                  <a:lnTo>
                    <a:pt x="2676" y="125"/>
                  </a:lnTo>
                  <a:cubicBezTo>
                    <a:pt x="2676" y="124"/>
                    <a:pt x="2676" y="124"/>
                    <a:pt x="2676" y="124"/>
                  </a:cubicBezTo>
                  <a:cubicBezTo>
                    <a:pt x="2675" y="123"/>
                    <a:pt x="2675" y="123"/>
                    <a:pt x="2675" y="123"/>
                  </a:cubicBezTo>
                  <a:cubicBezTo>
                    <a:pt x="2675" y="122"/>
                    <a:pt x="2675" y="123"/>
                    <a:pt x="2676" y="122"/>
                  </a:cubicBezTo>
                  <a:cubicBezTo>
                    <a:pt x="2677" y="121"/>
                    <a:pt x="2676" y="121"/>
                    <a:pt x="2676" y="121"/>
                  </a:cubicBezTo>
                  <a:lnTo>
                    <a:pt x="2677" y="121"/>
                  </a:lnTo>
                  <a:cubicBezTo>
                    <a:pt x="2724" y="127"/>
                    <a:pt x="2771" y="138"/>
                    <a:pt x="2816" y="153"/>
                  </a:cubicBezTo>
                  <a:cubicBezTo>
                    <a:pt x="2800" y="147"/>
                    <a:pt x="2786" y="138"/>
                    <a:pt x="2768" y="131"/>
                  </a:cubicBezTo>
                  <a:cubicBezTo>
                    <a:pt x="2735" y="118"/>
                    <a:pt x="2701" y="109"/>
                    <a:pt x="2666" y="102"/>
                  </a:cubicBezTo>
                  <a:cubicBezTo>
                    <a:pt x="2617" y="91"/>
                    <a:pt x="2565" y="84"/>
                    <a:pt x="2517" y="70"/>
                  </a:cubicBezTo>
                  <a:cubicBezTo>
                    <a:pt x="2476" y="59"/>
                    <a:pt x="2430" y="62"/>
                    <a:pt x="2389" y="56"/>
                  </a:cubicBezTo>
                  <a:cubicBezTo>
                    <a:pt x="2343" y="48"/>
                    <a:pt x="2297" y="43"/>
                    <a:pt x="2251" y="40"/>
                  </a:cubicBezTo>
                  <a:cubicBezTo>
                    <a:pt x="2204" y="40"/>
                    <a:pt x="2159" y="34"/>
                    <a:pt x="2113" y="33"/>
                  </a:cubicBezTo>
                  <a:cubicBezTo>
                    <a:pt x="2044" y="30"/>
                    <a:pt x="1973" y="33"/>
                    <a:pt x="1904" y="25"/>
                  </a:cubicBezTo>
                  <a:cubicBezTo>
                    <a:pt x="1781" y="11"/>
                    <a:pt x="1653" y="41"/>
                    <a:pt x="1530" y="23"/>
                  </a:cubicBezTo>
                  <a:cubicBezTo>
                    <a:pt x="1492" y="18"/>
                    <a:pt x="1453" y="15"/>
                    <a:pt x="1415" y="15"/>
                  </a:cubicBezTo>
                  <a:cubicBezTo>
                    <a:pt x="1405" y="15"/>
                    <a:pt x="1395" y="16"/>
                    <a:pt x="1385" y="16"/>
                  </a:cubicBezTo>
                  <a:cubicBezTo>
                    <a:pt x="1321" y="18"/>
                    <a:pt x="1255" y="9"/>
                    <a:pt x="1192" y="7"/>
                  </a:cubicBezTo>
                  <a:cubicBezTo>
                    <a:pt x="1044" y="0"/>
                    <a:pt x="897" y="5"/>
                    <a:pt x="749" y="5"/>
                  </a:cubicBezTo>
                  <a:cubicBezTo>
                    <a:pt x="590" y="5"/>
                    <a:pt x="431" y="5"/>
                    <a:pt x="272" y="3"/>
                  </a:cubicBezTo>
                  <a:cubicBezTo>
                    <a:pt x="219" y="4"/>
                    <a:pt x="166" y="8"/>
                    <a:pt x="114" y="17"/>
                  </a:cubicBezTo>
                  <a:cubicBezTo>
                    <a:pt x="72" y="23"/>
                    <a:pt x="38" y="20"/>
                    <a:pt x="0" y="40"/>
                  </a:cubicBezTo>
                  <a:cubicBezTo>
                    <a:pt x="2" y="41"/>
                    <a:pt x="5" y="41"/>
                    <a:pt x="7" y="41"/>
                  </a:cubicBezTo>
                  <a:cubicBezTo>
                    <a:pt x="8" y="41"/>
                    <a:pt x="8" y="41"/>
                    <a:pt x="8" y="41"/>
                  </a:cubicBezTo>
                  <a:cubicBezTo>
                    <a:pt x="9" y="41"/>
                    <a:pt x="10" y="42"/>
                    <a:pt x="11" y="42"/>
                  </a:cubicBezTo>
                  <a:cubicBezTo>
                    <a:pt x="12" y="43"/>
                    <a:pt x="12" y="44"/>
                    <a:pt x="13" y="45"/>
                  </a:cubicBezTo>
                  <a:cubicBezTo>
                    <a:pt x="14" y="46"/>
                    <a:pt x="14" y="47"/>
                    <a:pt x="14" y="48"/>
                  </a:cubicBezTo>
                  <a:cubicBezTo>
                    <a:pt x="14" y="49"/>
                    <a:pt x="14" y="50"/>
                    <a:pt x="13"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9"/>
            <p:cNvSpPr/>
            <p:nvPr/>
          </p:nvSpPr>
          <p:spPr>
            <a:xfrm>
              <a:off x="1088645" y="-1186415"/>
              <a:ext cx="11880" cy="4680"/>
            </a:xfrm>
            <a:custGeom>
              <a:rect b="b" l="l" r="r" t="t"/>
              <a:pathLst>
                <a:path extrusionOk="0" h="13" w="33">
                  <a:moveTo>
                    <a:pt x="24" y="4"/>
                  </a:moveTo>
                  <a:cubicBezTo>
                    <a:pt x="16" y="4"/>
                    <a:pt x="8" y="2"/>
                    <a:pt x="0" y="0"/>
                  </a:cubicBezTo>
                  <a:cubicBezTo>
                    <a:pt x="11" y="4"/>
                    <a:pt x="21" y="8"/>
                    <a:pt x="32" y="12"/>
                  </a:cubicBezTo>
                  <a:cubicBezTo>
                    <a:pt x="32" y="11"/>
                    <a:pt x="31" y="10"/>
                    <a:pt x="31" y="9"/>
                  </a:cubicBezTo>
                  <a:cubicBezTo>
                    <a:pt x="30" y="8"/>
                    <a:pt x="29" y="6"/>
                    <a:pt x="27" y="5"/>
                  </a:cubicBezTo>
                  <a:cubicBezTo>
                    <a:pt x="26" y="5"/>
                    <a:pt x="25"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9"/>
            <p:cNvSpPr/>
            <p:nvPr/>
          </p:nvSpPr>
          <p:spPr>
            <a:xfrm>
              <a:off x="1031765" y="-1200815"/>
              <a:ext cx="70200" cy="27360"/>
            </a:xfrm>
            <a:custGeom>
              <a:rect b="b" l="l" r="r" t="t"/>
              <a:pathLst>
                <a:path extrusionOk="0" h="76" w="195">
                  <a:moveTo>
                    <a:pt x="169" y="62"/>
                  </a:moveTo>
                  <a:cubicBezTo>
                    <a:pt x="172" y="75"/>
                    <a:pt x="194" y="70"/>
                    <a:pt x="191" y="58"/>
                  </a:cubicBezTo>
                  <a:lnTo>
                    <a:pt x="191" y="55"/>
                  </a:lnTo>
                  <a:cubicBezTo>
                    <a:pt x="192" y="54"/>
                    <a:pt x="192" y="54"/>
                    <a:pt x="192" y="53"/>
                  </a:cubicBezTo>
                  <a:cubicBezTo>
                    <a:pt x="192" y="53"/>
                    <a:pt x="192" y="52"/>
                    <a:pt x="191" y="52"/>
                  </a:cubicBezTo>
                  <a:cubicBezTo>
                    <a:pt x="181" y="48"/>
                    <a:pt x="170" y="44"/>
                    <a:pt x="160" y="40"/>
                  </a:cubicBezTo>
                  <a:cubicBezTo>
                    <a:pt x="153" y="38"/>
                    <a:pt x="147" y="36"/>
                    <a:pt x="140" y="33"/>
                  </a:cubicBezTo>
                  <a:cubicBezTo>
                    <a:pt x="95" y="17"/>
                    <a:pt x="49" y="6"/>
                    <a:pt x="2" y="0"/>
                  </a:cubicBezTo>
                  <a:cubicBezTo>
                    <a:pt x="1" y="0"/>
                    <a:pt x="1" y="0"/>
                    <a:pt x="1" y="0"/>
                  </a:cubicBezTo>
                  <a:cubicBezTo>
                    <a:pt x="1" y="0"/>
                    <a:pt x="1" y="1"/>
                    <a:pt x="0" y="1"/>
                  </a:cubicBezTo>
                  <a:lnTo>
                    <a:pt x="0" y="2"/>
                  </a:lnTo>
                  <a:lnTo>
                    <a:pt x="0" y="3"/>
                  </a:lnTo>
                  <a:cubicBezTo>
                    <a:pt x="1" y="3"/>
                    <a:pt x="1" y="4"/>
                    <a:pt x="1" y="4"/>
                  </a:cubicBezTo>
                  <a:lnTo>
                    <a:pt x="2" y="4"/>
                  </a:lnTo>
                  <a:cubicBezTo>
                    <a:pt x="9" y="6"/>
                    <a:pt x="17" y="8"/>
                    <a:pt x="25" y="11"/>
                  </a:cubicBezTo>
                  <a:cubicBezTo>
                    <a:pt x="33" y="13"/>
                    <a:pt x="40" y="14"/>
                    <a:pt x="47" y="17"/>
                  </a:cubicBezTo>
                  <a:cubicBezTo>
                    <a:pt x="54" y="20"/>
                    <a:pt x="67" y="25"/>
                    <a:pt x="76" y="29"/>
                  </a:cubicBezTo>
                  <a:cubicBezTo>
                    <a:pt x="105" y="41"/>
                    <a:pt x="135" y="54"/>
                    <a:pt x="163" y="66"/>
                  </a:cubicBezTo>
                  <a:cubicBezTo>
                    <a:pt x="166" y="66"/>
                    <a:pt x="170" y="65"/>
                    <a:pt x="169"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9"/>
            <p:cNvSpPr/>
            <p:nvPr/>
          </p:nvSpPr>
          <p:spPr>
            <a:xfrm>
              <a:off x="70565" y="-1226015"/>
              <a:ext cx="2520" cy="2160"/>
            </a:xfrm>
            <a:custGeom>
              <a:rect b="b" l="l" r="r" t="t"/>
              <a:pathLst>
                <a:path extrusionOk="0" h="6" w="7">
                  <a:moveTo>
                    <a:pt x="6" y="0"/>
                  </a:moveTo>
                  <a:lnTo>
                    <a:pt x="0" y="3"/>
                  </a:lnTo>
                  <a:lnTo>
                    <a:pt x="0" y="4"/>
                  </a:lnTo>
                  <a:lnTo>
                    <a:pt x="0" y="5"/>
                  </a:lnTo>
                  <a:cubicBezTo>
                    <a:pt x="1" y="5"/>
                    <a:pt x="2" y="4"/>
                    <a:pt x="3" y="4"/>
                  </a:cubicBezTo>
                  <a:cubicBezTo>
                    <a:pt x="4" y="3"/>
                    <a:pt x="5" y="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9"/>
            <p:cNvSpPr/>
            <p:nvPr/>
          </p:nvSpPr>
          <p:spPr>
            <a:xfrm>
              <a:off x="56885" y="-1281455"/>
              <a:ext cx="1054440" cy="56160"/>
            </a:xfrm>
            <a:custGeom>
              <a:rect b="b" l="l" r="r" t="t"/>
              <a:pathLst>
                <a:path extrusionOk="0" h="156" w="2929">
                  <a:moveTo>
                    <a:pt x="22" y="150"/>
                  </a:moveTo>
                  <a:cubicBezTo>
                    <a:pt x="22" y="149"/>
                    <a:pt x="22" y="148"/>
                    <a:pt x="23" y="147"/>
                  </a:cubicBezTo>
                  <a:cubicBezTo>
                    <a:pt x="23" y="146"/>
                    <a:pt x="24" y="146"/>
                    <a:pt x="25" y="145"/>
                  </a:cubicBezTo>
                  <a:lnTo>
                    <a:pt x="26" y="145"/>
                  </a:lnTo>
                  <a:lnTo>
                    <a:pt x="30" y="143"/>
                  </a:lnTo>
                  <a:cubicBezTo>
                    <a:pt x="10" y="134"/>
                    <a:pt x="28" y="94"/>
                    <a:pt x="43" y="86"/>
                  </a:cubicBezTo>
                  <a:lnTo>
                    <a:pt x="74" y="68"/>
                  </a:lnTo>
                  <a:cubicBezTo>
                    <a:pt x="95" y="55"/>
                    <a:pt x="119" y="37"/>
                    <a:pt x="145" y="33"/>
                  </a:cubicBezTo>
                  <a:cubicBezTo>
                    <a:pt x="194" y="27"/>
                    <a:pt x="245" y="24"/>
                    <a:pt x="295" y="24"/>
                  </a:cubicBezTo>
                  <a:cubicBezTo>
                    <a:pt x="305" y="24"/>
                    <a:pt x="316" y="24"/>
                    <a:pt x="327" y="25"/>
                  </a:cubicBezTo>
                  <a:cubicBezTo>
                    <a:pt x="471" y="26"/>
                    <a:pt x="615" y="27"/>
                    <a:pt x="759" y="27"/>
                  </a:cubicBezTo>
                  <a:cubicBezTo>
                    <a:pt x="895" y="27"/>
                    <a:pt x="1030" y="36"/>
                    <a:pt x="1165" y="37"/>
                  </a:cubicBezTo>
                  <a:cubicBezTo>
                    <a:pt x="1294" y="37"/>
                    <a:pt x="1424" y="37"/>
                    <a:pt x="1553" y="50"/>
                  </a:cubicBezTo>
                  <a:cubicBezTo>
                    <a:pt x="1612" y="56"/>
                    <a:pt x="1671" y="50"/>
                    <a:pt x="1728" y="50"/>
                  </a:cubicBezTo>
                  <a:cubicBezTo>
                    <a:pt x="1771" y="50"/>
                    <a:pt x="1814" y="64"/>
                    <a:pt x="1856" y="64"/>
                  </a:cubicBezTo>
                  <a:cubicBezTo>
                    <a:pt x="1959" y="64"/>
                    <a:pt x="2062" y="72"/>
                    <a:pt x="2166" y="71"/>
                  </a:cubicBezTo>
                  <a:cubicBezTo>
                    <a:pt x="2295" y="71"/>
                    <a:pt x="2424" y="77"/>
                    <a:pt x="2553" y="78"/>
                  </a:cubicBezTo>
                  <a:cubicBezTo>
                    <a:pt x="2644" y="78"/>
                    <a:pt x="2727" y="106"/>
                    <a:pt x="2816" y="121"/>
                  </a:cubicBezTo>
                  <a:cubicBezTo>
                    <a:pt x="2824" y="122"/>
                    <a:pt x="2869" y="129"/>
                    <a:pt x="2907" y="136"/>
                  </a:cubicBezTo>
                  <a:cubicBezTo>
                    <a:pt x="2893" y="131"/>
                    <a:pt x="2880" y="126"/>
                    <a:pt x="2867" y="121"/>
                  </a:cubicBezTo>
                  <a:lnTo>
                    <a:pt x="2866" y="121"/>
                  </a:lnTo>
                  <a:lnTo>
                    <a:pt x="2865" y="120"/>
                  </a:lnTo>
                  <a:cubicBezTo>
                    <a:pt x="2865" y="119"/>
                    <a:pt x="2865" y="119"/>
                    <a:pt x="2865" y="118"/>
                  </a:cubicBezTo>
                  <a:cubicBezTo>
                    <a:pt x="2865" y="117"/>
                    <a:pt x="2865" y="117"/>
                    <a:pt x="2865" y="116"/>
                  </a:cubicBezTo>
                  <a:lnTo>
                    <a:pt x="2866" y="115"/>
                  </a:lnTo>
                  <a:cubicBezTo>
                    <a:pt x="2867" y="115"/>
                    <a:pt x="2867" y="115"/>
                    <a:pt x="2867" y="115"/>
                  </a:cubicBezTo>
                  <a:cubicBezTo>
                    <a:pt x="2872" y="115"/>
                    <a:pt x="2876" y="114"/>
                    <a:pt x="2881" y="114"/>
                  </a:cubicBezTo>
                  <a:cubicBezTo>
                    <a:pt x="2897" y="114"/>
                    <a:pt x="2912" y="116"/>
                    <a:pt x="2928" y="119"/>
                  </a:cubicBezTo>
                  <a:cubicBezTo>
                    <a:pt x="2843" y="93"/>
                    <a:pt x="2756" y="74"/>
                    <a:pt x="2667" y="63"/>
                  </a:cubicBezTo>
                  <a:cubicBezTo>
                    <a:pt x="2530" y="44"/>
                    <a:pt x="2386" y="49"/>
                    <a:pt x="2247" y="49"/>
                  </a:cubicBezTo>
                  <a:cubicBezTo>
                    <a:pt x="2122" y="49"/>
                    <a:pt x="1997" y="38"/>
                    <a:pt x="1874" y="40"/>
                  </a:cubicBezTo>
                  <a:cubicBezTo>
                    <a:pt x="1815" y="40"/>
                    <a:pt x="1756" y="27"/>
                    <a:pt x="1695" y="26"/>
                  </a:cubicBezTo>
                  <a:cubicBezTo>
                    <a:pt x="1622" y="26"/>
                    <a:pt x="1547" y="26"/>
                    <a:pt x="1474" y="23"/>
                  </a:cubicBezTo>
                  <a:cubicBezTo>
                    <a:pt x="1386" y="18"/>
                    <a:pt x="1299" y="14"/>
                    <a:pt x="1211" y="14"/>
                  </a:cubicBezTo>
                  <a:cubicBezTo>
                    <a:pt x="1136" y="14"/>
                    <a:pt x="1063" y="6"/>
                    <a:pt x="989" y="6"/>
                  </a:cubicBezTo>
                  <a:cubicBezTo>
                    <a:pt x="812" y="6"/>
                    <a:pt x="632" y="13"/>
                    <a:pt x="454" y="7"/>
                  </a:cubicBezTo>
                  <a:cubicBezTo>
                    <a:pt x="383" y="5"/>
                    <a:pt x="311" y="7"/>
                    <a:pt x="240" y="6"/>
                  </a:cubicBezTo>
                  <a:cubicBezTo>
                    <a:pt x="189" y="6"/>
                    <a:pt x="132" y="0"/>
                    <a:pt x="88" y="29"/>
                  </a:cubicBezTo>
                  <a:cubicBezTo>
                    <a:pt x="54" y="51"/>
                    <a:pt x="2" y="65"/>
                    <a:pt x="0" y="113"/>
                  </a:cubicBezTo>
                  <a:cubicBezTo>
                    <a:pt x="0" y="135"/>
                    <a:pt x="0" y="149"/>
                    <a:pt x="11" y="155"/>
                  </a:cubicBezTo>
                  <a:cubicBezTo>
                    <a:pt x="12" y="154"/>
                    <a:pt x="13" y="153"/>
                    <a:pt x="14" y="153"/>
                  </a:cubicBezTo>
                  <a:cubicBezTo>
                    <a:pt x="17" y="151"/>
                    <a:pt x="19" y="150"/>
                    <a:pt x="22"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9"/>
            <p:cNvSpPr/>
            <p:nvPr/>
          </p:nvSpPr>
          <p:spPr>
            <a:xfrm>
              <a:off x="1122845" y="-1225295"/>
              <a:ext cx="2880" cy="1080"/>
            </a:xfrm>
            <a:custGeom>
              <a:rect b="b" l="l" r="r" t="t"/>
              <a:pathLst>
                <a:path extrusionOk="0" h="3" w="8">
                  <a:moveTo>
                    <a:pt x="7" y="2"/>
                  </a:moveTo>
                  <a:lnTo>
                    <a:pt x="0" y="0"/>
                  </a:lnTo>
                  <a:cubicBezTo>
                    <a:pt x="1" y="0"/>
                    <a:pt x="1" y="0"/>
                    <a:pt x="2" y="0"/>
                  </a:cubicBezTo>
                  <a:cubicBezTo>
                    <a:pt x="3" y="1"/>
                    <a:pt x="5" y="2"/>
                    <a:pt x="6" y="2"/>
                  </a:cubicBezTo>
                  <a:lnTo>
                    <a:pt x="7"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9"/>
            <p:cNvSpPr/>
            <p:nvPr/>
          </p:nvSpPr>
          <p:spPr>
            <a:xfrm>
              <a:off x="1088285" y="-1240415"/>
              <a:ext cx="42120" cy="16200"/>
            </a:xfrm>
            <a:custGeom>
              <a:rect b="b" l="l" r="r" t="t"/>
              <a:pathLst>
                <a:path extrusionOk="0" h="45" w="117">
                  <a:moveTo>
                    <a:pt x="3" y="1"/>
                  </a:moveTo>
                  <a:lnTo>
                    <a:pt x="2" y="1"/>
                  </a:lnTo>
                  <a:lnTo>
                    <a:pt x="1" y="2"/>
                  </a:lnTo>
                  <a:cubicBezTo>
                    <a:pt x="1" y="3"/>
                    <a:pt x="0" y="3"/>
                    <a:pt x="0" y="4"/>
                  </a:cubicBezTo>
                  <a:cubicBezTo>
                    <a:pt x="0" y="4"/>
                    <a:pt x="1" y="5"/>
                    <a:pt x="1" y="6"/>
                  </a:cubicBezTo>
                  <a:cubicBezTo>
                    <a:pt x="1" y="6"/>
                    <a:pt x="2" y="6"/>
                    <a:pt x="2" y="7"/>
                  </a:cubicBezTo>
                  <a:lnTo>
                    <a:pt x="3" y="7"/>
                  </a:lnTo>
                  <a:cubicBezTo>
                    <a:pt x="16" y="12"/>
                    <a:pt x="29" y="17"/>
                    <a:pt x="42" y="22"/>
                  </a:cubicBezTo>
                  <a:cubicBezTo>
                    <a:pt x="60" y="24"/>
                    <a:pt x="77" y="28"/>
                    <a:pt x="93" y="35"/>
                  </a:cubicBezTo>
                  <a:cubicBezTo>
                    <a:pt x="93" y="36"/>
                    <a:pt x="94" y="37"/>
                    <a:pt x="94" y="38"/>
                  </a:cubicBezTo>
                  <a:cubicBezTo>
                    <a:pt x="95" y="40"/>
                    <a:pt x="96" y="41"/>
                    <a:pt x="97" y="41"/>
                  </a:cubicBezTo>
                  <a:lnTo>
                    <a:pt x="103" y="44"/>
                  </a:lnTo>
                  <a:cubicBezTo>
                    <a:pt x="105" y="44"/>
                    <a:pt x="107" y="43"/>
                    <a:pt x="109" y="42"/>
                  </a:cubicBezTo>
                  <a:cubicBezTo>
                    <a:pt x="111" y="41"/>
                    <a:pt x="113" y="39"/>
                    <a:pt x="114" y="37"/>
                  </a:cubicBezTo>
                  <a:cubicBezTo>
                    <a:pt x="115" y="35"/>
                    <a:pt x="116" y="33"/>
                    <a:pt x="116" y="31"/>
                  </a:cubicBezTo>
                  <a:cubicBezTo>
                    <a:pt x="116" y="30"/>
                    <a:pt x="116" y="30"/>
                    <a:pt x="115" y="29"/>
                  </a:cubicBezTo>
                  <a:lnTo>
                    <a:pt x="115" y="26"/>
                  </a:lnTo>
                  <a:cubicBezTo>
                    <a:pt x="115" y="25"/>
                    <a:pt x="115" y="24"/>
                    <a:pt x="114" y="23"/>
                  </a:cubicBezTo>
                  <a:cubicBezTo>
                    <a:pt x="113" y="22"/>
                    <a:pt x="112" y="20"/>
                    <a:pt x="110" y="19"/>
                  </a:cubicBezTo>
                  <a:cubicBezTo>
                    <a:pt x="109" y="18"/>
                    <a:pt x="108" y="18"/>
                    <a:pt x="107" y="18"/>
                  </a:cubicBezTo>
                  <a:cubicBezTo>
                    <a:pt x="93" y="13"/>
                    <a:pt x="79" y="9"/>
                    <a:pt x="65" y="5"/>
                  </a:cubicBezTo>
                  <a:cubicBezTo>
                    <a:pt x="49" y="2"/>
                    <a:pt x="33" y="0"/>
                    <a:pt x="18" y="0"/>
                  </a:cubicBezTo>
                  <a:cubicBezTo>
                    <a:pt x="13" y="0"/>
                    <a:pt x="8" y="0"/>
                    <a:pt x="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9"/>
            <p:cNvSpPr/>
            <p:nvPr/>
          </p:nvSpPr>
          <p:spPr>
            <a:xfrm>
              <a:off x="64805" y="-1229975"/>
              <a:ext cx="8640" cy="5400"/>
            </a:xfrm>
            <a:custGeom>
              <a:rect b="b" l="l" r="r" t="t"/>
              <a:pathLst>
                <a:path extrusionOk="0" h="15" w="24">
                  <a:moveTo>
                    <a:pt x="16" y="14"/>
                  </a:moveTo>
                  <a:lnTo>
                    <a:pt x="22" y="11"/>
                  </a:lnTo>
                  <a:cubicBezTo>
                    <a:pt x="23" y="10"/>
                    <a:pt x="23" y="9"/>
                    <a:pt x="23" y="8"/>
                  </a:cubicBezTo>
                  <a:cubicBezTo>
                    <a:pt x="23" y="7"/>
                    <a:pt x="23" y="6"/>
                    <a:pt x="22" y="5"/>
                  </a:cubicBezTo>
                  <a:cubicBezTo>
                    <a:pt x="21" y="4"/>
                    <a:pt x="21" y="3"/>
                    <a:pt x="20" y="2"/>
                  </a:cubicBezTo>
                  <a:cubicBezTo>
                    <a:pt x="19" y="1"/>
                    <a:pt x="18" y="1"/>
                    <a:pt x="16" y="1"/>
                  </a:cubicBezTo>
                  <a:lnTo>
                    <a:pt x="15" y="1"/>
                  </a:lnTo>
                  <a:cubicBezTo>
                    <a:pt x="13" y="1"/>
                    <a:pt x="10" y="1"/>
                    <a:pt x="8" y="0"/>
                  </a:cubicBezTo>
                  <a:lnTo>
                    <a:pt x="4" y="2"/>
                  </a:lnTo>
                  <a:cubicBezTo>
                    <a:pt x="3" y="2"/>
                    <a:pt x="3" y="2"/>
                    <a:pt x="3" y="2"/>
                  </a:cubicBezTo>
                  <a:cubicBezTo>
                    <a:pt x="2" y="3"/>
                    <a:pt x="1" y="3"/>
                    <a:pt x="1" y="4"/>
                  </a:cubicBezTo>
                  <a:cubicBezTo>
                    <a:pt x="0" y="5"/>
                    <a:pt x="0" y="6"/>
                    <a:pt x="0" y="7"/>
                  </a:cubicBezTo>
                  <a:cubicBezTo>
                    <a:pt x="1" y="6"/>
                    <a:pt x="3" y="6"/>
                    <a:pt x="4" y="6"/>
                  </a:cubicBezTo>
                  <a:cubicBezTo>
                    <a:pt x="6" y="6"/>
                    <a:pt x="9" y="7"/>
                    <a:pt x="11" y="8"/>
                  </a:cubicBezTo>
                  <a:cubicBezTo>
                    <a:pt x="13" y="9"/>
                    <a:pt x="15" y="11"/>
                    <a:pt x="16" y="13"/>
                  </a:cubicBezTo>
                  <a:lnTo>
                    <a:pt x="16"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9"/>
            <p:cNvSpPr/>
            <p:nvPr/>
          </p:nvSpPr>
          <p:spPr>
            <a:xfrm>
              <a:off x="43205" y="-472175"/>
              <a:ext cx="72000" cy="11520"/>
            </a:xfrm>
            <a:custGeom>
              <a:rect b="b" l="l" r="r" t="t"/>
              <a:pathLst>
                <a:path extrusionOk="0" h="32" w="200">
                  <a:moveTo>
                    <a:pt x="196" y="16"/>
                  </a:moveTo>
                  <a:cubicBezTo>
                    <a:pt x="133" y="11"/>
                    <a:pt x="69" y="16"/>
                    <a:pt x="7" y="0"/>
                  </a:cubicBezTo>
                  <a:cubicBezTo>
                    <a:pt x="7" y="2"/>
                    <a:pt x="6" y="5"/>
                    <a:pt x="5" y="7"/>
                  </a:cubicBezTo>
                  <a:cubicBezTo>
                    <a:pt x="3" y="9"/>
                    <a:pt x="2" y="11"/>
                    <a:pt x="0" y="13"/>
                  </a:cubicBezTo>
                  <a:cubicBezTo>
                    <a:pt x="2" y="19"/>
                    <a:pt x="3" y="25"/>
                    <a:pt x="5" y="31"/>
                  </a:cubicBezTo>
                  <a:cubicBezTo>
                    <a:pt x="67" y="22"/>
                    <a:pt x="133" y="27"/>
                    <a:pt x="196" y="22"/>
                  </a:cubicBezTo>
                  <a:lnTo>
                    <a:pt x="197" y="22"/>
                  </a:lnTo>
                  <a:cubicBezTo>
                    <a:pt x="198" y="21"/>
                    <a:pt x="198" y="21"/>
                    <a:pt x="198" y="21"/>
                  </a:cubicBezTo>
                  <a:cubicBezTo>
                    <a:pt x="198" y="20"/>
                    <a:pt x="199" y="20"/>
                    <a:pt x="199" y="19"/>
                  </a:cubicBezTo>
                  <a:lnTo>
                    <a:pt x="198" y="18"/>
                  </a:lnTo>
                  <a:cubicBezTo>
                    <a:pt x="198" y="17"/>
                    <a:pt x="198" y="17"/>
                    <a:pt x="197" y="17"/>
                  </a:cubicBezTo>
                  <a:lnTo>
                    <a:pt x="19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9"/>
            <p:cNvSpPr/>
            <p:nvPr/>
          </p:nvSpPr>
          <p:spPr>
            <a:xfrm>
              <a:off x="33845" y="-472895"/>
              <a:ext cx="4320" cy="5040"/>
            </a:xfrm>
            <a:custGeom>
              <a:rect b="b" l="l" r="r" t="t"/>
              <a:pathLst>
                <a:path extrusionOk="0" h="14" w="12">
                  <a:moveTo>
                    <a:pt x="11" y="4"/>
                  </a:moveTo>
                  <a:cubicBezTo>
                    <a:pt x="11" y="3"/>
                    <a:pt x="10" y="1"/>
                    <a:pt x="10" y="0"/>
                  </a:cubicBezTo>
                  <a:lnTo>
                    <a:pt x="9" y="0"/>
                  </a:lnTo>
                  <a:cubicBezTo>
                    <a:pt x="6" y="2"/>
                    <a:pt x="4" y="4"/>
                    <a:pt x="2" y="7"/>
                  </a:cubicBezTo>
                  <a:cubicBezTo>
                    <a:pt x="1" y="9"/>
                    <a:pt x="1" y="11"/>
                    <a:pt x="0" y="13"/>
                  </a:cubicBezTo>
                  <a:cubicBezTo>
                    <a:pt x="1" y="12"/>
                    <a:pt x="1" y="11"/>
                    <a:pt x="1" y="11"/>
                  </a:cubicBezTo>
                  <a:cubicBezTo>
                    <a:pt x="3" y="9"/>
                    <a:pt x="4" y="7"/>
                    <a:pt x="6" y="6"/>
                  </a:cubicBezTo>
                  <a:cubicBezTo>
                    <a:pt x="8" y="5"/>
                    <a:pt x="9" y="4"/>
                    <a:pt x="1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9"/>
            <p:cNvSpPr/>
            <p:nvPr/>
          </p:nvSpPr>
          <p:spPr>
            <a:xfrm>
              <a:off x="33845" y="-467135"/>
              <a:ext cx="1080" cy="3600"/>
            </a:xfrm>
            <a:custGeom>
              <a:rect b="b" l="l" r="r" t="t"/>
              <a:pathLst>
                <a:path extrusionOk="0" h="10" w="3">
                  <a:moveTo>
                    <a:pt x="0" y="0"/>
                  </a:moveTo>
                  <a:cubicBezTo>
                    <a:pt x="0" y="1"/>
                    <a:pt x="0" y="1"/>
                    <a:pt x="0" y="1"/>
                  </a:cubicBezTo>
                  <a:cubicBezTo>
                    <a:pt x="0" y="4"/>
                    <a:pt x="1" y="6"/>
                    <a:pt x="2" y="9"/>
                  </a:cubicBezTo>
                  <a:cubicBezTo>
                    <a:pt x="2" y="7"/>
                    <a:pt x="2" y="6"/>
                    <a:pt x="0" y="4"/>
                  </a:cubicBezTo>
                  <a:cubicBezTo>
                    <a:pt x="0" y="3"/>
                    <a:pt x="0" y="2"/>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9"/>
            <p:cNvSpPr/>
            <p:nvPr/>
          </p:nvSpPr>
          <p:spPr>
            <a:xfrm>
              <a:off x="33845" y="-471455"/>
              <a:ext cx="11520" cy="11520"/>
            </a:xfrm>
            <a:custGeom>
              <a:rect b="b" l="l" r="r" t="t"/>
              <a:pathLst>
                <a:path extrusionOk="0" h="32" w="32">
                  <a:moveTo>
                    <a:pt x="21" y="30"/>
                  </a:moveTo>
                  <a:lnTo>
                    <a:pt x="31" y="29"/>
                  </a:lnTo>
                  <a:cubicBezTo>
                    <a:pt x="29" y="23"/>
                    <a:pt x="28" y="17"/>
                    <a:pt x="26" y="11"/>
                  </a:cubicBezTo>
                  <a:lnTo>
                    <a:pt x="25" y="11"/>
                  </a:lnTo>
                  <a:cubicBezTo>
                    <a:pt x="23" y="12"/>
                    <a:pt x="21" y="13"/>
                    <a:pt x="20" y="13"/>
                  </a:cubicBezTo>
                  <a:cubicBezTo>
                    <a:pt x="18" y="13"/>
                    <a:pt x="17" y="12"/>
                    <a:pt x="16" y="12"/>
                  </a:cubicBezTo>
                  <a:cubicBezTo>
                    <a:pt x="15" y="12"/>
                    <a:pt x="15" y="12"/>
                    <a:pt x="15" y="12"/>
                  </a:cubicBezTo>
                  <a:cubicBezTo>
                    <a:pt x="15" y="11"/>
                    <a:pt x="14" y="11"/>
                    <a:pt x="14" y="10"/>
                  </a:cubicBezTo>
                  <a:lnTo>
                    <a:pt x="14" y="9"/>
                  </a:lnTo>
                  <a:cubicBezTo>
                    <a:pt x="14" y="8"/>
                    <a:pt x="14" y="8"/>
                    <a:pt x="14" y="7"/>
                  </a:cubicBezTo>
                  <a:cubicBezTo>
                    <a:pt x="13" y="5"/>
                    <a:pt x="12" y="3"/>
                    <a:pt x="11" y="0"/>
                  </a:cubicBezTo>
                  <a:cubicBezTo>
                    <a:pt x="9" y="0"/>
                    <a:pt x="8" y="1"/>
                    <a:pt x="6" y="2"/>
                  </a:cubicBezTo>
                  <a:cubicBezTo>
                    <a:pt x="4" y="3"/>
                    <a:pt x="3" y="5"/>
                    <a:pt x="1" y="7"/>
                  </a:cubicBezTo>
                  <a:cubicBezTo>
                    <a:pt x="1" y="7"/>
                    <a:pt x="1" y="8"/>
                    <a:pt x="0" y="9"/>
                  </a:cubicBezTo>
                  <a:cubicBezTo>
                    <a:pt x="0" y="10"/>
                    <a:pt x="0" y="10"/>
                    <a:pt x="0" y="11"/>
                  </a:cubicBezTo>
                  <a:lnTo>
                    <a:pt x="0" y="12"/>
                  </a:lnTo>
                  <a:cubicBezTo>
                    <a:pt x="0" y="13"/>
                    <a:pt x="0" y="14"/>
                    <a:pt x="0" y="14"/>
                  </a:cubicBezTo>
                  <a:cubicBezTo>
                    <a:pt x="0" y="15"/>
                    <a:pt x="0" y="16"/>
                    <a:pt x="0" y="16"/>
                  </a:cubicBezTo>
                  <a:cubicBezTo>
                    <a:pt x="0" y="18"/>
                    <a:pt x="0" y="20"/>
                    <a:pt x="1" y="21"/>
                  </a:cubicBezTo>
                  <a:cubicBezTo>
                    <a:pt x="2" y="22"/>
                    <a:pt x="1" y="22"/>
                    <a:pt x="2" y="23"/>
                  </a:cubicBezTo>
                  <a:cubicBezTo>
                    <a:pt x="4" y="25"/>
                    <a:pt x="5" y="27"/>
                    <a:pt x="8" y="29"/>
                  </a:cubicBezTo>
                  <a:cubicBezTo>
                    <a:pt x="11" y="31"/>
                    <a:pt x="14" y="31"/>
                    <a:pt x="16" y="31"/>
                  </a:cubicBezTo>
                  <a:cubicBezTo>
                    <a:pt x="18" y="31"/>
                    <a:pt x="19" y="31"/>
                    <a:pt x="2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9"/>
            <p:cNvSpPr/>
            <p:nvPr/>
          </p:nvSpPr>
          <p:spPr>
            <a:xfrm>
              <a:off x="32405" y="-505295"/>
              <a:ext cx="14760" cy="33480"/>
            </a:xfrm>
            <a:custGeom>
              <a:rect b="b" l="l" r="r" t="t"/>
              <a:pathLst>
                <a:path extrusionOk="0" h="93" w="41">
                  <a:moveTo>
                    <a:pt x="27" y="89"/>
                  </a:moveTo>
                  <a:lnTo>
                    <a:pt x="37" y="92"/>
                  </a:lnTo>
                  <a:cubicBezTo>
                    <a:pt x="39" y="85"/>
                    <a:pt x="40" y="79"/>
                    <a:pt x="40" y="72"/>
                  </a:cubicBezTo>
                  <a:lnTo>
                    <a:pt x="40" y="71"/>
                  </a:lnTo>
                  <a:cubicBezTo>
                    <a:pt x="39" y="61"/>
                    <a:pt x="36" y="52"/>
                    <a:pt x="33" y="43"/>
                  </a:cubicBezTo>
                  <a:cubicBezTo>
                    <a:pt x="32" y="36"/>
                    <a:pt x="27" y="22"/>
                    <a:pt x="32" y="16"/>
                  </a:cubicBezTo>
                  <a:cubicBezTo>
                    <a:pt x="32" y="15"/>
                    <a:pt x="32" y="15"/>
                    <a:pt x="33" y="14"/>
                  </a:cubicBezTo>
                  <a:cubicBezTo>
                    <a:pt x="33" y="13"/>
                    <a:pt x="34" y="11"/>
                    <a:pt x="35" y="9"/>
                  </a:cubicBezTo>
                  <a:cubicBezTo>
                    <a:pt x="28" y="8"/>
                    <a:pt x="21" y="5"/>
                    <a:pt x="15" y="2"/>
                  </a:cubicBezTo>
                  <a:cubicBezTo>
                    <a:pt x="13" y="1"/>
                    <a:pt x="12" y="0"/>
                    <a:pt x="11" y="0"/>
                  </a:cubicBezTo>
                  <a:cubicBezTo>
                    <a:pt x="0" y="12"/>
                    <a:pt x="3" y="28"/>
                    <a:pt x="7" y="44"/>
                  </a:cubicBezTo>
                  <a:cubicBezTo>
                    <a:pt x="11" y="56"/>
                    <a:pt x="14" y="68"/>
                    <a:pt x="14" y="81"/>
                  </a:cubicBezTo>
                  <a:cubicBezTo>
                    <a:pt x="13" y="82"/>
                    <a:pt x="13" y="83"/>
                    <a:pt x="13" y="85"/>
                  </a:cubicBezTo>
                  <a:cubicBezTo>
                    <a:pt x="13" y="86"/>
                    <a:pt x="13" y="88"/>
                    <a:pt x="14" y="89"/>
                  </a:cubicBezTo>
                  <a:cubicBezTo>
                    <a:pt x="16" y="89"/>
                    <a:pt x="18" y="88"/>
                    <a:pt x="20" y="88"/>
                  </a:cubicBezTo>
                  <a:cubicBezTo>
                    <a:pt x="22" y="88"/>
                    <a:pt x="25" y="89"/>
                    <a:pt x="27"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9"/>
            <p:cNvSpPr/>
            <p:nvPr/>
          </p:nvSpPr>
          <p:spPr>
            <a:xfrm>
              <a:off x="37445" y="-473615"/>
              <a:ext cx="8640" cy="6480"/>
            </a:xfrm>
            <a:custGeom>
              <a:rect b="b" l="l" r="r" t="t"/>
              <a:pathLst>
                <a:path extrusionOk="0" h="18" w="24">
                  <a:moveTo>
                    <a:pt x="16" y="15"/>
                  </a:moveTo>
                  <a:lnTo>
                    <a:pt x="16" y="17"/>
                  </a:lnTo>
                  <a:cubicBezTo>
                    <a:pt x="17" y="15"/>
                    <a:pt x="19" y="13"/>
                    <a:pt x="20" y="11"/>
                  </a:cubicBezTo>
                  <a:cubicBezTo>
                    <a:pt x="21" y="9"/>
                    <a:pt x="22" y="6"/>
                    <a:pt x="23" y="4"/>
                  </a:cubicBezTo>
                  <a:lnTo>
                    <a:pt x="12" y="2"/>
                  </a:lnTo>
                  <a:cubicBezTo>
                    <a:pt x="10" y="1"/>
                    <a:pt x="8" y="0"/>
                    <a:pt x="6" y="0"/>
                  </a:cubicBezTo>
                  <a:cubicBezTo>
                    <a:pt x="4" y="0"/>
                    <a:pt x="2" y="1"/>
                    <a:pt x="0" y="2"/>
                  </a:cubicBezTo>
                  <a:cubicBezTo>
                    <a:pt x="0" y="3"/>
                    <a:pt x="0" y="5"/>
                    <a:pt x="1" y="6"/>
                  </a:cubicBezTo>
                  <a:cubicBezTo>
                    <a:pt x="2" y="6"/>
                    <a:pt x="3" y="6"/>
                    <a:pt x="4" y="6"/>
                  </a:cubicBezTo>
                  <a:cubicBezTo>
                    <a:pt x="6" y="6"/>
                    <a:pt x="8" y="5"/>
                    <a:pt x="10" y="7"/>
                  </a:cubicBezTo>
                  <a:cubicBezTo>
                    <a:pt x="12" y="9"/>
                    <a:pt x="13" y="10"/>
                    <a:pt x="14" y="12"/>
                  </a:cubicBezTo>
                  <a:cubicBezTo>
                    <a:pt x="15" y="13"/>
                    <a:pt x="15" y="14"/>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9"/>
            <p:cNvSpPr/>
            <p:nvPr/>
          </p:nvSpPr>
          <p:spPr>
            <a:xfrm>
              <a:off x="37805" y="-471455"/>
              <a:ext cx="5760" cy="5040"/>
            </a:xfrm>
            <a:custGeom>
              <a:rect b="b" l="l" r="r" t="t"/>
              <a:pathLst>
                <a:path extrusionOk="0" h="14" w="16">
                  <a:moveTo>
                    <a:pt x="0" y="0"/>
                  </a:moveTo>
                  <a:cubicBezTo>
                    <a:pt x="1" y="3"/>
                    <a:pt x="2" y="5"/>
                    <a:pt x="3" y="7"/>
                  </a:cubicBezTo>
                  <a:cubicBezTo>
                    <a:pt x="3" y="8"/>
                    <a:pt x="3" y="8"/>
                    <a:pt x="3" y="9"/>
                  </a:cubicBezTo>
                  <a:lnTo>
                    <a:pt x="3" y="10"/>
                  </a:lnTo>
                  <a:cubicBezTo>
                    <a:pt x="3" y="11"/>
                    <a:pt x="3" y="11"/>
                    <a:pt x="4" y="12"/>
                  </a:cubicBezTo>
                  <a:cubicBezTo>
                    <a:pt x="5" y="13"/>
                    <a:pt x="5" y="12"/>
                    <a:pt x="5" y="12"/>
                  </a:cubicBezTo>
                  <a:cubicBezTo>
                    <a:pt x="6" y="12"/>
                    <a:pt x="7" y="13"/>
                    <a:pt x="9" y="13"/>
                  </a:cubicBezTo>
                  <a:cubicBezTo>
                    <a:pt x="11" y="13"/>
                    <a:pt x="12" y="12"/>
                    <a:pt x="14" y="11"/>
                  </a:cubicBezTo>
                  <a:lnTo>
                    <a:pt x="15" y="11"/>
                  </a:lnTo>
                  <a:lnTo>
                    <a:pt x="15" y="9"/>
                  </a:lnTo>
                  <a:cubicBezTo>
                    <a:pt x="15" y="8"/>
                    <a:pt x="15" y="7"/>
                    <a:pt x="14" y="6"/>
                  </a:cubicBezTo>
                  <a:cubicBezTo>
                    <a:pt x="13" y="4"/>
                    <a:pt x="11" y="4"/>
                    <a:pt x="9" y="2"/>
                  </a:cubicBezTo>
                  <a:cubicBezTo>
                    <a:pt x="7" y="0"/>
                    <a:pt x="5" y="0"/>
                    <a:pt x="3" y="0"/>
                  </a:cubicBezTo>
                  <a:cubicBezTo>
                    <a:pt x="2"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9"/>
            <p:cNvSpPr/>
            <p:nvPr/>
          </p:nvSpPr>
          <p:spPr>
            <a:xfrm>
              <a:off x="34925" y="-582335"/>
              <a:ext cx="3600" cy="10800"/>
            </a:xfrm>
            <a:custGeom>
              <a:rect b="b" l="l" r="r" t="t"/>
              <a:pathLst>
                <a:path extrusionOk="0" h="30" w="10">
                  <a:moveTo>
                    <a:pt x="8" y="0"/>
                  </a:moveTo>
                  <a:lnTo>
                    <a:pt x="0" y="0"/>
                  </a:lnTo>
                  <a:cubicBezTo>
                    <a:pt x="0" y="7"/>
                    <a:pt x="2" y="13"/>
                    <a:pt x="3" y="20"/>
                  </a:cubicBezTo>
                  <a:cubicBezTo>
                    <a:pt x="3" y="23"/>
                    <a:pt x="4" y="26"/>
                    <a:pt x="5" y="29"/>
                  </a:cubicBezTo>
                  <a:lnTo>
                    <a:pt x="8" y="29"/>
                  </a:lnTo>
                  <a:cubicBezTo>
                    <a:pt x="9" y="26"/>
                    <a:pt x="9" y="23"/>
                    <a:pt x="9" y="20"/>
                  </a:cubicBezTo>
                  <a:cubicBezTo>
                    <a:pt x="9" y="13"/>
                    <a:pt x="8" y="7"/>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9"/>
            <p:cNvSpPr/>
            <p:nvPr/>
          </p:nvSpPr>
          <p:spPr>
            <a:xfrm>
              <a:off x="37445" y="-680975"/>
              <a:ext cx="25560" cy="18720"/>
            </a:xfrm>
            <a:custGeom>
              <a:rect b="b" l="l" r="r" t="t"/>
              <a:pathLst>
                <a:path extrusionOk="0" h="52" w="71">
                  <a:moveTo>
                    <a:pt x="38" y="8"/>
                  </a:moveTo>
                  <a:cubicBezTo>
                    <a:pt x="43" y="5"/>
                    <a:pt x="49" y="11"/>
                    <a:pt x="46" y="16"/>
                  </a:cubicBezTo>
                  <a:cubicBezTo>
                    <a:pt x="41" y="25"/>
                    <a:pt x="38" y="34"/>
                    <a:pt x="36" y="44"/>
                  </a:cubicBezTo>
                  <a:cubicBezTo>
                    <a:pt x="43" y="32"/>
                    <a:pt x="52" y="22"/>
                    <a:pt x="63" y="14"/>
                  </a:cubicBezTo>
                  <a:cubicBezTo>
                    <a:pt x="65" y="13"/>
                    <a:pt x="67" y="11"/>
                    <a:pt x="68" y="9"/>
                  </a:cubicBezTo>
                  <a:cubicBezTo>
                    <a:pt x="69" y="8"/>
                    <a:pt x="69" y="6"/>
                    <a:pt x="70" y="5"/>
                  </a:cubicBezTo>
                  <a:cubicBezTo>
                    <a:pt x="66" y="7"/>
                    <a:pt x="62" y="8"/>
                    <a:pt x="58" y="10"/>
                  </a:cubicBezTo>
                  <a:cubicBezTo>
                    <a:pt x="56" y="10"/>
                    <a:pt x="55" y="11"/>
                    <a:pt x="53" y="11"/>
                  </a:cubicBezTo>
                  <a:cubicBezTo>
                    <a:pt x="51" y="11"/>
                    <a:pt x="48" y="11"/>
                    <a:pt x="46" y="9"/>
                  </a:cubicBezTo>
                  <a:cubicBezTo>
                    <a:pt x="44" y="7"/>
                    <a:pt x="42" y="6"/>
                    <a:pt x="41" y="4"/>
                  </a:cubicBezTo>
                  <a:cubicBezTo>
                    <a:pt x="40" y="2"/>
                    <a:pt x="40" y="1"/>
                    <a:pt x="39" y="0"/>
                  </a:cubicBezTo>
                  <a:cubicBezTo>
                    <a:pt x="27" y="12"/>
                    <a:pt x="0" y="14"/>
                    <a:pt x="0" y="41"/>
                  </a:cubicBezTo>
                  <a:cubicBezTo>
                    <a:pt x="0" y="43"/>
                    <a:pt x="0" y="44"/>
                    <a:pt x="0" y="46"/>
                  </a:cubicBezTo>
                  <a:cubicBezTo>
                    <a:pt x="0" y="48"/>
                    <a:pt x="0" y="49"/>
                    <a:pt x="0" y="51"/>
                  </a:cubicBezTo>
                  <a:cubicBezTo>
                    <a:pt x="0" y="50"/>
                    <a:pt x="1" y="49"/>
                    <a:pt x="2" y="48"/>
                  </a:cubicBezTo>
                  <a:cubicBezTo>
                    <a:pt x="11" y="32"/>
                    <a:pt x="23" y="18"/>
                    <a:pt x="3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9"/>
            <p:cNvSpPr/>
            <p:nvPr/>
          </p:nvSpPr>
          <p:spPr>
            <a:xfrm>
              <a:off x="22685" y="-551375"/>
              <a:ext cx="102240" cy="52200"/>
            </a:xfrm>
            <a:custGeom>
              <a:rect b="b" l="l" r="r" t="t"/>
              <a:pathLst>
                <a:path extrusionOk="0" h="145" w="284">
                  <a:moveTo>
                    <a:pt x="62" y="138"/>
                  </a:moveTo>
                  <a:cubicBezTo>
                    <a:pt x="87" y="143"/>
                    <a:pt x="119" y="139"/>
                    <a:pt x="140" y="142"/>
                  </a:cubicBezTo>
                  <a:cubicBezTo>
                    <a:pt x="159" y="144"/>
                    <a:pt x="179" y="144"/>
                    <a:pt x="198" y="144"/>
                  </a:cubicBezTo>
                  <a:cubicBezTo>
                    <a:pt x="225" y="144"/>
                    <a:pt x="251" y="143"/>
                    <a:pt x="278" y="140"/>
                  </a:cubicBezTo>
                  <a:cubicBezTo>
                    <a:pt x="283" y="140"/>
                    <a:pt x="283" y="130"/>
                    <a:pt x="278" y="130"/>
                  </a:cubicBezTo>
                  <a:cubicBezTo>
                    <a:pt x="240" y="128"/>
                    <a:pt x="203" y="123"/>
                    <a:pt x="166" y="119"/>
                  </a:cubicBezTo>
                  <a:cubicBezTo>
                    <a:pt x="134" y="115"/>
                    <a:pt x="105" y="94"/>
                    <a:pt x="74" y="93"/>
                  </a:cubicBezTo>
                  <a:cubicBezTo>
                    <a:pt x="72" y="93"/>
                    <a:pt x="71" y="92"/>
                    <a:pt x="70" y="92"/>
                  </a:cubicBezTo>
                  <a:cubicBezTo>
                    <a:pt x="68" y="91"/>
                    <a:pt x="67" y="89"/>
                    <a:pt x="66" y="88"/>
                  </a:cubicBezTo>
                  <a:cubicBezTo>
                    <a:pt x="59" y="89"/>
                    <a:pt x="52" y="90"/>
                    <a:pt x="46" y="91"/>
                  </a:cubicBezTo>
                  <a:cubicBezTo>
                    <a:pt x="45" y="92"/>
                    <a:pt x="43" y="92"/>
                    <a:pt x="42" y="92"/>
                  </a:cubicBezTo>
                  <a:cubicBezTo>
                    <a:pt x="38" y="92"/>
                    <a:pt x="34" y="91"/>
                    <a:pt x="31" y="89"/>
                  </a:cubicBezTo>
                  <a:cubicBezTo>
                    <a:pt x="28" y="87"/>
                    <a:pt x="25" y="85"/>
                    <a:pt x="23" y="81"/>
                  </a:cubicBezTo>
                  <a:cubicBezTo>
                    <a:pt x="22" y="80"/>
                    <a:pt x="22" y="78"/>
                    <a:pt x="21" y="76"/>
                  </a:cubicBezTo>
                  <a:lnTo>
                    <a:pt x="19" y="67"/>
                  </a:lnTo>
                  <a:lnTo>
                    <a:pt x="19" y="66"/>
                  </a:lnTo>
                  <a:cubicBezTo>
                    <a:pt x="19" y="63"/>
                    <a:pt x="19" y="60"/>
                    <a:pt x="21" y="58"/>
                  </a:cubicBezTo>
                  <a:cubicBezTo>
                    <a:pt x="23" y="56"/>
                    <a:pt x="24" y="54"/>
                    <a:pt x="27" y="52"/>
                  </a:cubicBezTo>
                  <a:cubicBezTo>
                    <a:pt x="29" y="51"/>
                    <a:pt x="31" y="50"/>
                    <a:pt x="34" y="50"/>
                  </a:cubicBezTo>
                  <a:lnTo>
                    <a:pt x="45" y="50"/>
                  </a:lnTo>
                  <a:cubicBezTo>
                    <a:pt x="43" y="45"/>
                    <a:pt x="41" y="41"/>
                    <a:pt x="40" y="37"/>
                  </a:cubicBezTo>
                  <a:cubicBezTo>
                    <a:pt x="34" y="36"/>
                    <a:pt x="29" y="35"/>
                    <a:pt x="24" y="34"/>
                  </a:cubicBezTo>
                  <a:cubicBezTo>
                    <a:pt x="22" y="33"/>
                    <a:pt x="20" y="33"/>
                    <a:pt x="19" y="32"/>
                  </a:cubicBezTo>
                  <a:cubicBezTo>
                    <a:pt x="15" y="30"/>
                    <a:pt x="13" y="27"/>
                    <a:pt x="11" y="24"/>
                  </a:cubicBezTo>
                  <a:cubicBezTo>
                    <a:pt x="9" y="21"/>
                    <a:pt x="8" y="17"/>
                    <a:pt x="8" y="13"/>
                  </a:cubicBezTo>
                  <a:cubicBezTo>
                    <a:pt x="8" y="11"/>
                    <a:pt x="8" y="9"/>
                    <a:pt x="9" y="8"/>
                  </a:cubicBezTo>
                  <a:cubicBezTo>
                    <a:pt x="7" y="5"/>
                    <a:pt x="5" y="2"/>
                    <a:pt x="4" y="0"/>
                  </a:cubicBezTo>
                  <a:cubicBezTo>
                    <a:pt x="2" y="14"/>
                    <a:pt x="1" y="29"/>
                    <a:pt x="0" y="43"/>
                  </a:cubicBezTo>
                  <a:cubicBezTo>
                    <a:pt x="1" y="64"/>
                    <a:pt x="7" y="85"/>
                    <a:pt x="18" y="104"/>
                  </a:cubicBezTo>
                  <a:cubicBezTo>
                    <a:pt x="22" y="112"/>
                    <a:pt x="28" y="119"/>
                    <a:pt x="34" y="126"/>
                  </a:cubicBezTo>
                  <a:cubicBezTo>
                    <a:pt x="35" y="126"/>
                    <a:pt x="36" y="128"/>
                    <a:pt x="37" y="128"/>
                  </a:cubicBezTo>
                  <a:cubicBezTo>
                    <a:pt x="38" y="127"/>
                    <a:pt x="40" y="126"/>
                    <a:pt x="41" y="125"/>
                  </a:cubicBezTo>
                  <a:cubicBezTo>
                    <a:pt x="52" y="117"/>
                    <a:pt x="63" y="128"/>
                    <a:pt x="62"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9"/>
            <p:cNvSpPr/>
            <p:nvPr/>
          </p:nvSpPr>
          <p:spPr>
            <a:xfrm>
              <a:off x="33485" y="-621575"/>
              <a:ext cx="3600" cy="28800"/>
            </a:xfrm>
            <a:custGeom>
              <a:rect b="b" l="l" r="r" t="t"/>
              <a:pathLst>
                <a:path extrusionOk="0" h="80" w="10">
                  <a:moveTo>
                    <a:pt x="4" y="22"/>
                  </a:moveTo>
                  <a:cubicBezTo>
                    <a:pt x="4" y="15"/>
                    <a:pt x="4" y="9"/>
                    <a:pt x="5" y="2"/>
                  </a:cubicBezTo>
                  <a:lnTo>
                    <a:pt x="2" y="0"/>
                  </a:lnTo>
                  <a:cubicBezTo>
                    <a:pt x="1" y="8"/>
                    <a:pt x="0" y="16"/>
                    <a:pt x="0" y="24"/>
                  </a:cubicBezTo>
                  <a:cubicBezTo>
                    <a:pt x="0" y="26"/>
                    <a:pt x="0" y="28"/>
                    <a:pt x="0" y="29"/>
                  </a:cubicBezTo>
                  <a:cubicBezTo>
                    <a:pt x="0" y="46"/>
                    <a:pt x="0" y="63"/>
                    <a:pt x="2" y="79"/>
                  </a:cubicBezTo>
                  <a:lnTo>
                    <a:pt x="9" y="79"/>
                  </a:lnTo>
                  <a:cubicBezTo>
                    <a:pt x="7" y="60"/>
                    <a:pt x="4" y="40"/>
                    <a:pt x="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9"/>
            <p:cNvSpPr/>
            <p:nvPr/>
          </p:nvSpPr>
          <p:spPr>
            <a:xfrm>
              <a:off x="37085" y="-639935"/>
              <a:ext cx="2520" cy="5760"/>
            </a:xfrm>
            <a:custGeom>
              <a:rect b="b" l="l" r="r" t="t"/>
              <a:pathLst>
                <a:path extrusionOk="0" h="16" w="7">
                  <a:moveTo>
                    <a:pt x="6" y="0"/>
                  </a:moveTo>
                  <a:cubicBezTo>
                    <a:pt x="4" y="5"/>
                    <a:pt x="2" y="10"/>
                    <a:pt x="0" y="15"/>
                  </a:cubicBezTo>
                  <a:lnTo>
                    <a:pt x="1" y="15"/>
                  </a:lnTo>
                  <a:cubicBezTo>
                    <a:pt x="3" y="11"/>
                    <a:pt x="4"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9"/>
            <p:cNvSpPr/>
            <p:nvPr/>
          </p:nvSpPr>
          <p:spPr>
            <a:xfrm>
              <a:off x="36365" y="-509255"/>
              <a:ext cx="9360" cy="7920"/>
            </a:xfrm>
            <a:custGeom>
              <a:rect b="b" l="l" r="r" t="t"/>
              <a:pathLst>
                <a:path extrusionOk="0" h="22" w="26">
                  <a:moveTo>
                    <a:pt x="4" y="8"/>
                  </a:moveTo>
                  <a:cubicBezTo>
                    <a:pt x="3" y="9"/>
                    <a:pt x="1" y="10"/>
                    <a:pt x="0" y="11"/>
                  </a:cubicBezTo>
                  <a:cubicBezTo>
                    <a:pt x="2" y="12"/>
                    <a:pt x="3" y="12"/>
                    <a:pt x="4" y="13"/>
                  </a:cubicBezTo>
                  <a:cubicBezTo>
                    <a:pt x="10" y="16"/>
                    <a:pt x="17" y="19"/>
                    <a:pt x="24" y="21"/>
                  </a:cubicBezTo>
                  <a:cubicBezTo>
                    <a:pt x="25" y="11"/>
                    <a:pt x="14" y="0"/>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9"/>
            <p:cNvSpPr/>
            <p:nvPr/>
          </p:nvSpPr>
          <p:spPr>
            <a:xfrm>
              <a:off x="51845" y="-721655"/>
              <a:ext cx="300600" cy="42480"/>
            </a:xfrm>
            <a:custGeom>
              <a:rect b="b" l="l" r="r" t="t"/>
              <a:pathLst>
                <a:path extrusionOk="0" h="118" w="835">
                  <a:moveTo>
                    <a:pt x="349" y="49"/>
                  </a:moveTo>
                  <a:cubicBezTo>
                    <a:pt x="508" y="46"/>
                    <a:pt x="674" y="49"/>
                    <a:pt x="832" y="22"/>
                  </a:cubicBezTo>
                  <a:cubicBezTo>
                    <a:pt x="832" y="22"/>
                    <a:pt x="833" y="22"/>
                    <a:pt x="833" y="21"/>
                  </a:cubicBezTo>
                  <a:lnTo>
                    <a:pt x="834" y="21"/>
                  </a:lnTo>
                  <a:cubicBezTo>
                    <a:pt x="834" y="20"/>
                    <a:pt x="834" y="20"/>
                    <a:pt x="834" y="19"/>
                  </a:cubicBezTo>
                  <a:lnTo>
                    <a:pt x="834" y="18"/>
                  </a:lnTo>
                  <a:cubicBezTo>
                    <a:pt x="834" y="18"/>
                    <a:pt x="833" y="18"/>
                    <a:pt x="833" y="17"/>
                  </a:cubicBezTo>
                  <a:lnTo>
                    <a:pt x="832" y="17"/>
                  </a:lnTo>
                  <a:cubicBezTo>
                    <a:pt x="641" y="23"/>
                    <a:pt x="448" y="4"/>
                    <a:pt x="257" y="1"/>
                  </a:cubicBezTo>
                  <a:cubicBezTo>
                    <a:pt x="187" y="0"/>
                    <a:pt x="115" y="1"/>
                    <a:pt x="56" y="40"/>
                  </a:cubicBezTo>
                  <a:cubicBezTo>
                    <a:pt x="42" y="50"/>
                    <a:pt x="29" y="57"/>
                    <a:pt x="18" y="65"/>
                  </a:cubicBezTo>
                  <a:cubicBezTo>
                    <a:pt x="18" y="66"/>
                    <a:pt x="18" y="68"/>
                    <a:pt x="18" y="70"/>
                  </a:cubicBezTo>
                  <a:cubicBezTo>
                    <a:pt x="18" y="69"/>
                    <a:pt x="19" y="69"/>
                    <a:pt x="19" y="69"/>
                  </a:cubicBezTo>
                  <a:cubicBezTo>
                    <a:pt x="28" y="64"/>
                    <a:pt x="37" y="61"/>
                    <a:pt x="47" y="61"/>
                  </a:cubicBezTo>
                  <a:cubicBezTo>
                    <a:pt x="52" y="61"/>
                    <a:pt x="57" y="62"/>
                    <a:pt x="61" y="63"/>
                  </a:cubicBezTo>
                  <a:cubicBezTo>
                    <a:pt x="62" y="63"/>
                    <a:pt x="62" y="64"/>
                    <a:pt x="62" y="64"/>
                  </a:cubicBezTo>
                  <a:lnTo>
                    <a:pt x="62" y="65"/>
                  </a:lnTo>
                  <a:lnTo>
                    <a:pt x="62" y="66"/>
                  </a:lnTo>
                  <a:lnTo>
                    <a:pt x="61" y="66"/>
                  </a:lnTo>
                  <a:lnTo>
                    <a:pt x="61" y="67"/>
                  </a:lnTo>
                  <a:cubicBezTo>
                    <a:pt x="0" y="75"/>
                    <a:pt x="34" y="99"/>
                    <a:pt x="29" y="117"/>
                  </a:cubicBezTo>
                  <a:cubicBezTo>
                    <a:pt x="55" y="104"/>
                    <a:pt x="81" y="81"/>
                    <a:pt x="109" y="68"/>
                  </a:cubicBezTo>
                  <a:cubicBezTo>
                    <a:pt x="179" y="36"/>
                    <a:pt x="274" y="50"/>
                    <a:pt x="349"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9"/>
            <p:cNvSpPr/>
            <p:nvPr/>
          </p:nvSpPr>
          <p:spPr>
            <a:xfrm>
              <a:off x="51125" y="-694295"/>
              <a:ext cx="4320" cy="13680"/>
            </a:xfrm>
            <a:custGeom>
              <a:rect b="b" l="l" r="r" t="t"/>
              <a:pathLst>
                <a:path extrusionOk="0" h="38" w="12">
                  <a:moveTo>
                    <a:pt x="11" y="8"/>
                  </a:moveTo>
                  <a:lnTo>
                    <a:pt x="11" y="7"/>
                  </a:lnTo>
                  <a:cubicBezTo>
                    <a:pt x="11" y="4"/>
                    <a:pt x="10" y="2"/>
                    <a:pt x="9" y="0"/>
                  </a:cubicBezTo>
                  <a:cubicBezTo>
                    <a:pt x="8" y="1"/>
                    <a:pt x="7" y="3"/>
                    <a:pt x="6" y="4"/>
                  </a:cubicBezTo>
                  <a:cubicBezTo>
                    <a:pt x="3" y="11"/>
                    <a:pt x="0" y="18"/>
                    <a:pt x="0" y="26"/>
                  </a:cubicBezTo>
                  <a:cubicBezTo>
                    <a:pt x="0" y="29"/>
                    <a:pt x="1" y="32"/>
                    <a:pt x="1" y="35"/>
                  </a:cubicBezTo>
                  <a:lnTo>
                    <a:pt x="1" y="36"/>
                  </a:lnTo>
                  <a:lnTo>
                    <a:pt x="1" y="37"/>
                  </a:lnTo>
                  <a:cubicBezTo>
                    <a:pt x="3" y="35"/>
                    <a:pt x="4" y="34"/>
                    <a:pt x="5" y="32"/>
                  </a:cubicBezTo>
                  <a:cubicBezTo>
                    <a:pt x="7" y="30"/>
                    <a:pt x="7" y="27"/>
                    <a:pt x="8" y="25"/>
                  </a:cubicBezTo>
                  <a:cubicBezTo>
                    <a:pt x="8" y="19"/>
                    <a:pt x="9" y="13"/>
                    <a:pt x="1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9"/>
            <p:cNvSpPr/>
            <p:nvPr/>
          </p:nvSpPr>
          <p:spPr>
            <a:xfrm>
              <a:off x="51845" y="-698975"/>
              <a:ext cx="23040" cy="22320"/>
            </a:xfrm>
            <a:custGeom>
              <a:rect b="b" l="l" r="r" t="t"/>
              <a:pathLst>
                <a:path extrusionOk="0" h="62" w="64">
                  <a:moveTo>
                    <a:pt x="18" y="60"/>
                  </a:moveTo>
                  <a:cubicBezTo>
                    <a:pt x="22" y="59"/>
                    <a:pt x="26" y="57"/>
                    <a:pt x="30" y="55"/>
                  </a:cubicBezTo>
                  <a:cubicBezTo>
                    <a:pt x="34" y="37"/>
                    <a:pt x="0" y="13"/>
                    <a:pt x="61" y="5"/>
                  </a:cubicBezTo>
                  <a:lnTo>
                    <a:pt x="62" y="5"/>
                  </a:lnTo>
                  <a:cubicBezTo>
                    <a:pt x="62" y="4"/>
                    <a:pt x="62" y="4"/>
                    <a:pt x="62" y="4"/>
                  </a:cubicBezTo>
                  <a:lnTo>
                    <a:pt x="63" y="3"/>
                  </a:lnTo>
                  <a:lnTo>
                    <a:pt x="62" y="2"/>
                  </a:lnTo>
                  <a:lnTo>
                    <a:pt x="62" y="1"/>
                  </a:lnTo>
                  <a:lnTo>
                    <a:pt x="61" y="1"/>
                  </a:lnTo>
                  <a:cubicBezTo>
                    <a:pt x="57" y="0"/>
                    <a:pt x="52" y="0"/>
                    <a:pt x="48" y="0"/>
                  </a:cubicBezTo>
                  <a:cubicBezTo>
                    <a:pt x="38" y="0"/>
                    <a:pt x="28" y="2"/>
                    <a:pt x="19" y="7"/>
                  </a:cubicBezTo>
                  <a:cubicBezTo>
                    <a:pt x="19" y="7"/>
                    <a:pt x="19" y="8"/>
                    <a:pt x="18" y="8"/>
                  </a:cubicBezTo>
                  <a:cubicBezTo>
                    <a:pt x="18" y="10"/>
                    <a:pt x="18" y="11"/>
                    <a:pt x="18" y="13"/>
                  </a:cubicBezTo>
                  <a:cubicBezTo>
                    <a:pt x="18" y="14"/>
                    <a:pt x="18" y="17"/>
                    <a:pt x="18" y="19"/>
                  </a:cubicBezTo>
                  <a:cubicBezTo>
                    <a:pt x="18" y="20"/>
                    <a:pt x="18" y="20"/>
                    <a:pt x="18" y="21"/>
                  </a:cubicBezTo>
                  <a:cubicBezTo>
                    <a:pt x="17" y="22"/>
                    <a:pt x="17" y="21"/>
                    <a:pt x="16" y="22"/>
                  </a:cubicBezTo>
                  <a:cubicBezTo>
                    <a:pt x="15" y="23"/>
                    <a:pt x="15" y="23"/>
                    <a:pt x="14" y="23"/>
                  </a:cubicBezTo>
                  <a:cubicBezTo>
                    <a:pt x="13" y="23"/>
                    <a:pt x="13" y="23"/>
                    <a:pt x="12" y="22"/>
                  </a:cubicBezTo>
                  <a:cubicBezTo>
                    <a:pt x="11" y="21"/>
                    <a:pt x="11" y="22"/>
                    <a:pt x="10" y="21"/>
                  </a:cubicBezTo>
                  <a:cubicBezTo>
                    <a:pt x="8" y="27"/>
                    <a:pt x="7" y="32"/>
                    <a:pt x="7" y="38"/>
                  </a:cubicBezTo>
                  <a:cubicBezTo>
                    <a:pt x="6" y="41"/>
                    <a:pt x="6" y="43"/>
                    <a:pt x="4" y="45"/>
                  </a:cubicBezTo>
                  <a:cubicBezTo>
                    <a:pt x="3" y="47"/>
                    <a:pt x="2" y="49"/>
                    <a:pt x="0" y="50"/>
                  </a:cubicBezTo>
                  <a:cubicBezTo>
                    <a:pt x="1" y="51"/>
                    <a:pt x="1" y="52"/>
                    <a:pt x="2" y="54"/>
                  </a:cubicBezTo>
                  <a:cubicBezTo>
                    <a:pt x="3" y="56"/>
                    <a:pt x="5" y="58"/>
                    <a:pt x="7" y="59"/>
                  </a:cubicBezTo>
                  <a:cubicBezTo>
                    <a:pt x="9" y="60"/>
                    <a:pt x="12" y="61"/>
                    <a:pt x="14" y="61"/>
                  </a:cubicBezTo>
                  <a:cubicBezTo>
                    <a:pt x="15" y="61"/>
                    <a:pt x="17" y="60"/>
                    <a:pt x="18"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9"/>
            <p:cNvSpPr/>
            <p:nvPr/>
          </p:nvSpPr>
          <p:spPr>
            <a:xfrm>
              <a:off x="28805" y="-723455"/>
              <a:ext cx="29880" cy="29520"/>
            </a:xfrm>
            <a:custGeom>
              <a:rect b="b" l="l" r="r" t="t"/>
              <a:pathLst>
                <a:path extrusionOk="0" h="82" w="83">
                  <a:moveTo>
                    <a:pt x="82" y="71"/>
                  </a:moveTo>
                  <a:cubicBezTo>
                    <a:pt x="82" y="64"/>
                    <a:pt x="80" y="58"/>
                    <a:pt x="77" y="53"/>
                  </a:cubicBezTo>
                  <a:cubicBezTo>
                    <a:pt x="76" y="51"/>
                    <a:pt x="75" y="50"/>
                    <a:pt x="74" y="48"/>
                  </a:cubicBezTo>
                  <a:cubicBezTo>
                    <a:pt x="70" y="45"/>
                    <a:pt x="65" y="41"/>
                    <a:pt x="61" y="38"/>
                  </a:cubicBezTo>
                  <a:cubicBezTo>
                    <a:pt x="53" y="33"/>
                    <a:pt x="45" y="31"/>
                    <a:pt x="36" y="30"/>
                  </a:cubicBezTo>
                  <a:cubicBezTo>
                    <a:pt x="36" y="28"/>
                    <a:pt x="36" y="27"/>
                    <a:pt x="36" y="25"/>
                  </a:cubicBezTo>
                  <a:cubicBezTo>
                    <a:pt x="36" y="21"/>
                    <a:pt x="35" y="16"/>
                    <a:pt x="34" y="12"/>
                  </a:cubicBezTo>
                  <a:cubicBezTo>
                    <a:pt x="32" y="10"/>
                    <a:pt x="31" y="7"/>
                    <a:pt x="29" y="4"/>
                  </a:cubicBezTo>
                  <a:lnTo>
                    <a:pt x="28" y="4"/>
                  </a:lnTo>
                  <a:cubicBezTo>
                    <a:pt x="19" y="4"/>
                    <a:pt x="9" y="3"/>
                    <a:pt x="0" y="0"/>
                  </a:cubicBezTo>
                  <a:cubicBezTo>
                    <a:pt x="1" y="5"/>
                    <a:pt x="3" y="9"/>
                    <a:pt x="5" y="14"/>
                  </a:cubicBezTo>
                  <a:lnTo>
                    <a:pt x="6" y="15"/>
                  </a:lnTo>
                  <a:cubicBezTo>
                    <a:pt x="7" y="16"/>
                    <a:pt x="7" y="17"/>
                    <a:pt x="8" y="19"/>
                  </a:cubicBezTo>
                  <a:cubicBezTo>
                    <a:pt x="12" y="25"/>
                    <a:pt x="14" y="32"/>
                    <a:pt x="15" y="40"/>
                  </a:cubicBezTo>
                  <a:cubicBezTo>
                    <a:pt x="15" y="41"/>
                    <a:pt x="15" y="42"/>
                    <a:pt x="16" y="43"/>
                  </a:cubicBezTo>
                  <a:cubicBezTo>
                    <a:pt x="17" y="45"/>
                    <a:pt x="18" y="46"/>
                    <a:pt x="20" y="47"/>
                  </a:cubicBezTo>
                  <a:cubicBezTo>
                    <a:pt x="20" y="47"/>
                    <a:pt x="21" y="48"/>
                    <a:pt x="22" y="48"/>
                  </a:cubicBezTo>
                  <a:cubicBezTo>
                    <a:pt x="34" y="51"/>
                    <a:pt x="57" y="50"/>
                    <a:pt x="63" y="63"/>
                  </a:cubicBezTo>
                  <a:cubicBezTo>
                    <a:pt x="66" y="69"/>
                    <a:pt x="69" y="75"/>
                    <a:pt x="70" y="81"/>
                  </a:cubicBezTo>
                  <a:cubicBezTo>
                    <a:pt x="74" y="77"/>
                    <a:pt x="78" y="74"/>
                    <a:pt x="82"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9"/>
            <p:cNvSpPr/>
            <p:nvPr/>
          </p:nvSpPr>
          <p:spPr>
            <a:xfrm>
              <a:off x="54365" y="-698255"/>
              <a:ext cx="4320" cy="7560"/>
            </a:xfrm>
            <a:custGeom>
              <a:rect b="b" l="l" r="r" t="t"/>
              <a:pathLst>
                <a:path extrusionOk="0" h="21" w="12">
                  <a:moveTo>
                    <a:pt x="2" y="19"/>
                  </a:moveTo>
                  <a:cubicBezTo>
                    <a:pt x="3" y="17"/>
                    <a:pt x="4" y="15"/>
                    <a:pt x="5" y="13"/>
                  </a:cubicBezTo>
                  <a:cubicBezTo>
                    <a:pt x="6" y="10"/>
                    <a:pt x="9" y="8"/>
                    <a:pt x="11" y="5"/>
                  </a:cubicBezTo>
                  <a:cubicBezTo>
                    <a:pt x="11" y="4"/>
                    <a:pt x="11" y="2"/>
                    <a:pt x="11" y="0"/>
                  </a:cubicBezTo>
                  <a:cubicBezTo>
                    <a:pt x="7" y="3"/>
                    <a:pt x="3" y="7"/>
                    <a:pt x="0" y="11"/>
                  </a:cubicBezTo>
                  <a:cubicBezTo>
                    <a:pt x="0" y="13"/>
                    <a:pt x="1" y="15"/>
                    <a:pt x="2" y="18"/>
                  </a:cubicBezTo>
                  <a:cubicBezTo>
                    <a:pt x="2" y="20"/>
                    <a:pt x="2" y="19"/>
                    <a:pt x="2"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9"/>
            <p:cNvSpPr/>
            <p:nvPr/>
          </p:nvSpPr>
          <p:spPr>
            <a:xfrm>
              <a:off x="55085" y="-696455"/>
              <a:ext cx="3600" cy="6120"/>
            </a:xfrm>
            <a:custGeom>
              <a:rect b="b" l="l" r="r" t="t"/>
              <a:pathLst>
                <a:path extrusionOk="0" h="17" w="10">
                  <a:moveTo>
                    <a:pt x="0" y="14"/>
                  </a:moveTo>
                  <a:cubicBezTo>
                    <a:pt x="1" y="14"/>
                    <a:pt x="1" y="15"/>
                    <a:pt x="2" y="15"/>
                  </a:cubicBezTo>
                  <a:cubicBezTo>
                    <a:pt x="2" y="15"/>
                    <a:pt x="3" y="16"/>
                    <a:pt x="4" y="16"/>
                  </a:cubicBezTo>
                  <a:cubicBezTo>
                    <a:pt x="5" y="16"/>
                    <a:pt x="5" y="15"/>
                    <a:pt x="6" y="15"/>
                  </a:cubicBezTo>
                  <a:cubicBezTo>
                    <a:pt x="7" y="15"/>
                    <a:pt x="7" y="15"/>
                    <a:pt x="8" y="14"/>
                  </a:cubicBezTo>
                  <a:cubicBezTo>
                    <a:pt x="9" y="13"/>
                    <a:pt x="8" y="12"/>
                    <a:pt x="8" y="12"/>
                  </a:cubicBezTo>
                  <a:cubicBezTo>
                    <a:pt x="8" y="10"/>
                    <a:pt x="8" y="8"/>
                    <a:pt x="8" y="6"/>
                  </a:cubicBezTo>
                  <a:cubicBezTo>
                    <a:pt x="8" y="4"/>
                    <a:pt x="8" y="2"/>
                    <a:pt x="8" y="0"/>
                  </a:cubicBezTo>
                  <a:cubicBezTo>
                    <a:pt x="6" y="2"/>
                    <a:pt x="5" y="4"/>
                    <a:pt x="3" y="7"/>
                  </a:cubicBezTo>
                  <a:cubicBezTo>
                    <a:pt x="2" y="9"/>
                    <a:pt x="1" y="11"/>
                    <a:pt x="0"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9"/>
            <p:cNvSpPr/>
            <p:nvPr/>
          </p:nvSpPr>
          <p:spPr>
            <a:xfrm>
              <a:off x="18365" y="-781055"/>
              <a:ext cx="130680" cy="59400"/>
            </a:xfrm>
            <a:custGeom>
              <a:rect b="b" l="l" r="r" t="t"/>
              <a:pathLst>
                <a:path extrusionOk="0" h="165" w="363">
                  <a:moveTo>
                    <a:pt x="50" y="151"/>
                  </a:moveTo>
                  <a:cubicBezTo>
                    <a:pt x="52" y="153"/>
                    <a:pt x="54" y="155"/>
                    <a:pt x="55" y="157"/>
                  </a:cubicBezTo>
                  <a:cubicBezTo>
                    <a:pt x="57" y="160"/>
                    <a:pt x="57" y="162"/>
                    <a:pt x="58" y="164"/>
                  </a:cubicBezTo>
                  <a:cubicBezTo>
                    <a:pt x="107" y="164"/>
                    <a:pt x="159" y="136"/>
                    <a:pt x="208" y="146"/>
                  </a:cubicBezTo>
                  <a:cubicBezTo>
                    <a:pt x="251" y="155"/>
                    <a:pt x="311" y="150"/>
                    <a:pt x="355" y="148"/>
                  </a:cubicBezTo>
                  <a:cubicBezTo>
                    <a:pt x="361" y="148"/>
                    <a:pt x="362" y="139"/>
                    <a:pt x="355" y="139"/>
                  </a:cubicBezTo>
                  <a:cubicBezTo>
                    <a:pt x="301" y="136"/>
                    <a:pt x="249" y="121"/>
                    <a:pt x="196" y="119"/>
                  </a:cubicBezTo>
                  <a:cubicBezTo>
                    <a:pt x="174" y="116"/>
                    <a:pt x="152" y="114"/>
                    <a:pt x="130" y="114"/>
                  </a:cubicBezTo>
                  <a:cubicBezTo>
                    <a:pt x="102" y="116"/>
                    <a:pt x="75" y="123"/>
                    <a:pt x="46" y="123"/>
                  </a:cubicBezTo>
                  <a:cubicBezTo>
                    <a:pt x="46" y="120"/>
                    <a:pt x="46" y="116"/>
                    <a:pt x="46" y="112"/>
                  </a:cubicBezTo>
                  <a:cubicBezTo>
                    <a:pt x="46" y="109"/>
                    <a:pt x="46" y="105"/>
                    <a:pt x="46" y="101"/>
                  </a:cubicBezTo>
                  <a:lnTo>
                    <a:pt x="32" y="100"/>
                  </a:lnTo>
                  <a:cubicBezTo>
                    <a:pt x="10" y="99"/>
                    <a:pt x="14" y="64"/>
                    <a:pt x="36" y="66"/>
                  </a:cubicBezTo>
                  <a:lnTo>
                    <a:pt x="42" y="68"/>
                  </a:lnTo>
                  <a:cubicBezTo>
                    <a:pt x="42" y="67"/>
                    <a:pt x="41" y="66"/>
                    <a:pt x="41" y="65"/>
                  </a:cubicBezTo>
                  <a:cubicBezTo>
                    <a:pt x="40" y="64"/>
                    <a:pt x="40" y="63"/>
                    <a:pt x="40" y="63"/>
                  </a:cubicBezTo>
                  <a:cubicBezTo>
                    <a:pt x="39" y="62"/>
                    <a:pt x="39" y="61"/>
                    <a:pt x="39" y="61"/>
                  </a:cubicBezTo>
                  <a:cubicBezTo>
                    <a:pt x="34" y="53"/>
                    <a:pt x="31" y="44"/>
                    <a:pt x="31" y="34"/>
                  </a:cubicBezTo>
                  <a:cubicBezTo>
                    <a:pt x="31" y="27"/>
                    <a:pt x="33" y="21"/>
                    <a:pt x="35" y="14"/>
                  </a:cubicBezTo>
                  <a:cubicBezTo>
                    <a:pt x="34" y="14"/>
                    <a:pt x="33" y="14"/>
                    <a:pt x="32" y="14"/>
                  </a:cubicBezTo>
                  <a:cubicBezTo>
                    <a:pt x="26" y="14"/>
                    <a:pt x="20" y="13"/>
                    <a:pt x="15" y="10"/>
                  </a:cubicBezTo>
                  <a:cubicBezTo>
                    <a:pt x="13" y="8"/>
                    <a:pt x="10" y="7"/>
                    <a:pt x="8" y="5"/>
                  </a:cubicBezTo>
                  <a:cubicBezTo>
                    <a:pt x="8" y="4"/>
                    <a:pt x="8" y="4"/>
                    <a:pt x="8" y="4"/>
                  </a:cubicBezTo>
                  <a:cubicBezTo>
                    <a:pt x="7" y="3"/>
                    <a:pt x="7" y="1"/>
                    <a:pt x="6" y="0"/>
                  </a:cubicBezTo>
                  <a:cubicBezTo>
                    <a:pt x="2" y="10"/>
                    <a:pt x="0" y="21"/>
                    <a:pt x="0" y="32"/>
                  </a:cubicBezTo>
                  <a:cubicBezTo>
                    <a:pt x="0" y="37"/>
                    <a:pt x="0" y="42"/>
                    <a:pt x="1" y="46"/>
                  </a:cubicBezTo>
                  <a:cubicBezTo>
                    <a:pt x="1" y="47"/>
                    <a:pt x="1" y="47"/>
                    <a:pt x="1" y="48"/>
                  </a:cubicBezTo>
                  <a:cubicBezTo>
                    <a:pt x="1" y="55"/>
                    <a:pt x="3" y="63"/>
                    <a:pt x="7" y="70"/>
                  </a:cubicBezTo>
                  <a:cubicBezTo>
                    <a:pt x="7" y="71"/>
                    <a:pt x="8" y="71"/>
                    <a:pt x="8" y="72"/>
                  </a:cubicBezTo>
                  <a:cubicBezTo>
                    <a:pt x="18" y="90"/>
                    <a:pt x="10" y="122"/>
                    <a:pt x="11" y="142"/>
                  </a:cubicBezTo>
                  <a:cubicBezTo>
                    <a:pt x="11" y="146"/>
                    <a:pt x="13" y="149"/>
                    <a:pt x="14" y="151"/>
                  </a:cubicBezTo>
                  <a:cubicBezTo>
                    <a:pt x="16" y="154"/>
                    <a:pt x="18" y="157"/>
                    <a:pt x="21" y="159"/>
                  </a:cubicBezTo>
                  <a:lnTo>
                    <a:pt x="28" y="161"/>
                  </a:lnTo>
                  <a:lnTo>
                    <a:pt x="28" y="159"/>
                  </a:lnTo>
                  <a:cubicBezTo>
                    <a:pt x="25" y="141"/>
                    <a:pt x="42" y="140"/>
                    <a:pt x="5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9"/>
            <p:cNvSpPr/>
            <p:nvPr/>
          </p:nvSpPr>
          <p:spPr>
            <a:xfrm>
              <a:off x="27725" y="-730655"/>
              <a:ext cx="11880" cy="9000"/>
            </a:xfrm>
            <a:custGeom>
              <a:rect b="b" l="l" r="r" t="t"/>
              <a:pathLst>
                <a:path extrusionOk="0" h="25" w="33">
                  <a:moveTo>
                    <a:pt x="32" y="23"/>
                  </a:moveTo>
                  <a:cubicBezTo>
                    <a:pt x="31" y="22"/>
                    <a:pt x="30" y="20"/>
                    <a:pt x="29" y="18"/>
                  </a:cubicBezTo>
                  <a:cubicBezTo>
                    <a:pt x="28" y="15"/>
                    <a:pt x="26" y="13"/>
                    <a:pt x="24" y="11"/>
                  </a:cubicBezTo>
                  <a:cubicBezTo>
                    <a:pt x="16" y="0"/>
                    <a:pt x="0" y="2"/>
                    <a:pt x="3" y="18"/>
                  </a:cubicBezTo>
                  <a:lnTo>
                    <a:pt x="3" y="20"/>
                  </a:lnTo>
                  <a:cubicBezTo>
                    <a:pt x="11" y="22"/>
                    <a:pt x="20" y="24"/>
                    <a:pt x="29" y="24"/>
                  </a:cubicBezTo>
                  <a:cubicBezTo>
                    <a:pt x="30" y="24"/>
                    <a:pt x="31" y="24"/>
                    <a:pt x="3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9"/>
            <p:cNvSpPr/>
            <p:nvPr/>
          </p:nvSpPr>
          <p:spPr>
            <a:xfrm>
              <a:off x="9005" y="-814535"/>
              <a:ext cx="70920" cy="38520"/>
            </a:xfrm>
            <a:custGeom>
              <a:rect b="b" l="l" r="r" t="t"/>
              <a:pathLst>
                <a:path extrusionOk="0" h="107" w="197">
                  <a:moveTo>
                    <a:pt x="59" y="77"/>
                  </a:moveTo>
                  <a:cubicBezTo>
                    <a:pt x="61" y="78"/>
                    <a:pt x="63" y="79"/>
                    <a:pt x="64" y="80"/>
                  </a:cubicBezTo>
                  <a:cubicBezTo>
                    <a:pt x="67" y="81"/>
                    <a:pt x="69" y="83"/>
                    <a:pt x="72" y="85"/>
                  </a:cubicBezTo>
                  <a:cubicBezTo>
                    <a:pt x="72" y="86"/>
                    <a:pt x="73" y="87"/>
                    <a:pt x="74" y="88"/>
                  </a:cubicBezTo>
                  <a:cubicBezTo>
                    <a:pt x="74" y="89"/>
                    <a:pt x="75" y="90"/>
                    <a:pt x="75" y="91"/>
                  </a:cubicBezTo>
                  <a:cubicBezTo>
                    <a:pt x="75" y="92"/>
                    <a:pt x="74" y="93"/>
                    <a:pt x="74" y="94"/>
                  </a:cubicBezTo>
                  <a:cubicBezTo>
                    <a:pt x="73" y="95"/>
                    <a:pt x="72" y="95"/>
                    <a:pt x="72" y="96"/>
                  </a:cubicBezTo>
                  <a:cubicBezTo>
                    <a:pt x="69" y="98"/>
                    <a:pt x="66" y="101"/>
                    <a:pt x="64" y="104"/>
                  </a:cubicBezTo>
                  <a:cubicBezTo>
                    <a:pt x="64" y="104"/>
                    <a:pt x="63" y="105"/>
                    <a:pt x="63" y="106"/>
                  </a:cubicBezTo>
                  <a:cubicBezTo>
                    <a:pt x="76" y="106"/>
                    <a:pt x="90" y="104"/>
                    <a:pt x="98" y="106"/>
                  </a:cubicBezTo>
                  <a:cubicBezTo>
                    <a:pt x="128" y="106"/>
                    <a:pt x="159" y="104"/>
                    <a:pt x="189" y="100"/>
                  </a:cubicBezTo>
                  <a:cubicBezTo>
                    <a:pt x="195" y="100"/>
                    <a:pt x="196" y="91"/>
                    <a:pt x="189" y="91"/>
                  </a:cubicBezTo>
                  <a:cubicBezTo>
                    <a:pt x="150" y="89"/>
                    <a:pt x="108" y="78"/>
                    <a:pt x="69" y="78"/>
                  </a:cubicBezTo>
                  <a:cubicBezTo>
                    <a:pt x="52" y="78"/>
                    <a:pt x="61" y="67"/>
                    <a:pt x="54" y="56"/>
                  </a:cubicBezTo>
                  <a:cubicBezTo>
                    <a:pt x="49" y="50"/>
                    <a:pt x="43" y="45"/>
                    <a:pt x="39" y="38"/>
                  </a:cubicBezTo>
                  <a:cubicBezTo>
                    <a:pt x="38" y="37"/>
                    <a:pt x="38" y="36"/>
                    <a:pt x="37" y="34"/>
                  </a:cubicBezTo>
                  <a:cubicBezTo>
                    <a:pt x="35" y="35"/>
                    <a:pt x="32" y="36"/>
                    <a:pt x="30" y="36"/>
                  </a:cubicBezTo>
                  <a:cubicBezTo>
                    <a:pt x="26" y="36"/>
                    <a:pt x="22" y="36"/>
                    <a:pt x="20" y="34"/>
                  </a:cubicBezTo>
                  <a:cubicBezTo>
                    <a:pt x="17" y="32"/>
                    <a:pt x="15" y="30"/>
                    <a:pt x="14" y="27"/>
                  </a:cubicBezTo>
                  <a:cubicBezTo>
                    <a:pt x="12" y="24"/>
                    <a:pt x="11" y="21"/>
                    <a:pt x="11" y="18"/>
                  </a:cubicBezTo>
                  <a:cubicBezTo>
                    <a:pt x="11" y="15"/>
                    <a:pt x="12" y="12"/>
                    <a:pt x="13" y="9"/>
                  </a:cubicBezTo>
                  <a:cubicBezTo>
                    <a:pt x="15" y="6"/>
                    <a:pt x="18" y="3"/>
                    <a:pt x="20" y="0"/>
                  </a:cubicBezTo>
                  <a:cubicBezTo>
                    <a:pt x="0" y="11"/>
                    <a:pt x="2" y="28"/>
                    <a:pt x="9" y="47"/>
                  </a:cubicBezTo>
                  <a:cubicBezTo>
                    <a:pt x="12" y="56"/>
                    <a:pt x="21" y="60"/>
                    <a:pt x="26" y="67"/>
                  </a:cubicBezTo>
                  <a:cubicBezTo>
                    <a:pt x="31" y="74"/>
                    <a:pt x="31" y="84"/>
                    <a:pt x="35" y="92"/>
                  </a:cubicBezTo>
                  <a:cubicBezTo>
                    <a:pt x="35" y="91"/>
                    <a:pt x="35" y="91"/>
                    <a:pt x="36" y="90"/>
                  </a:cubicBezTo>
                  <a:cubicBezTo>
                    <a:pt x="38" y="86"/>
                    <a:pt x="40" y="83"/>
                    <a:pt x="43" y="80"/>
                  </a:cubicBezTo>
                  <a:cubicBezTo>
                    <a:pt x="44" y="79"/>
                    <a:pt x="44" y="79"/>
                    <a:pt x="45" y="78"/>
                  </a:cubicBezTo>
                  <a:cubicBezTo>
                    <a:pt x="48" y="77"/>
                    <a:pt x="50" y="76"/>
                    <a:pt x="53" y="76"/>
                  </a:cubicBezTo>
                  <a:cubicBezTo>
                    <a:pt x="55" y="76"/>
                    <a:pt x="57" y="77"/>
                    <a:pt x="59"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9"/>
            <p:cNvSpPr/>
            <p:nvPr/>
          </p:nvSpPr>
          <p:spPr>
            <a:xfrm>
              <a:off x="20525" y="-787175"/>
              <a:ext cx="15480" cy="11160"/>
            </a:xfrm>
            <a:custGeom>
              <a:rect b="b" l="l" r="r" t="t"/>
              <a:pathLst>
                <a:path extrusionOk="0" h="31" w="43">
                  <a:moveTo>
                    <a:pt x="30" y="30"/>
                  </a:moveTo>
                  <a:cubicBezTo>
                    <a:pt x="31" y="29"/>
                    <a:pt x="31" y="29"/>
                    <a:pt x="31" y="28"/>
                  </a:cubicBezTo>
                  <a:cubicBezTo>
                    <a:pt x="33" y="25"/>
                    <a:pt x="36" y="22"/>
                    <a:pt x="39" y="20"/>
                  </a:cubicBezTo>
                  <a:cubicBezTo>
                    <a:pt x="40" y="20"/>
                    <a:pt x="40" y="19"/>
                    <a:pt x="41" y="18"/>
                  </a:cubicBezTo>
                  <a:cubicBezTo>
                    <a:pt x="41" y="17"/>
                    <a:pt x="42" y="16"/>
                    <a:pt x="42" y="15"/>
                  </a:cubicBezTo>
                  <a:cubicBezTo>
                    <a:pt x="42" y="14"/>
                    <a:pt x="41" y="13"/>
                    <a:pt x="41" y="12"/>
                  </a:cubicBezTo>
                  <a:cubicBezTo>
                    <a:pt x="40" y="11"/>
                    <a:pt x="40" y="10"/>
                    <a:pt x="39" y="10"/>
                  </a:cubicBezTo>
                  <a:cubicBezTo>
                    <a:pt x="37" y="8"/>
                    <a:pt x="34" y="6"/>
                    <a:pt x="32" y="4"/>
                  </a:cubicBezTo>
                  <a:cubicBezTo>
                    <a:pt x="30" y="3"/>
                    <a:pt x="28" y="2"/>
                    <a:pt x="26" y="2"/>
                  </a:cubicBezTo>
                  <a:cubicBezTo>
                    <a:pt x="24" y="0"/>
                    <a:pt x="21" y="0"/>
                    <a:pt x="19" y="0"/>
                  </a:cubicBezTo>
                  <a:cubicBezTo>
                    <a:pt x="16" y="0"/>
                    <a:pt x="14" y="0"/>
                    <a:pt x="11" y="2"/>
                  </a:cubicBezTo>
                  <a:cubicBezTo>
                    <a:pt x="10" y="2"/>
                    <a:pt x="9" y="3"/>
                    <a:pt x="8" y="4"/>
                  </a:cubicBezTo>
                  <a:cubicBezTo>
                    <a:pt x="6" y="7"/>
                    <a:pt x="3" y="11"/>
                    <a:pt x="1" y="14"/>
                  </a:cubicBezTo>
                  <a:cubicBezTo>
                    <a:pt x="1" y="15"/>
                    <a:pt x="1" y="15"/>
                    <a:pt x="0" y="16"/>
                  </a:cubicBezTo>
                  <a:cubicBezTo>
                    <a:pt x="1" y="17"/>
                    <a:pt x="1" y="18"/>
                    <a:pt x="2" y="19"/>
                  </a:cubicBezTo>
                  <a:cubicBezTo>
                    <a:pt x="2" y="20"/>
                    <a:pt x="2" y="20"/>
                    <a:pt x="2" y="20"/>
                  </a:cubicBezTo>
                  <a:cubicBezTo>
                    <a:pt x="4" y="22"/>
                    <a:pt x="7" y="24"/>
                    <a:pt x="9" y="25"/>
                  </a:cubicBezTo>
                  <a:cubicBezTo>
                    <a:pt x="14" y="28"/>
                    <a:pt x="20" y="30"/>
                    <a:pt x="27" y="30"/>
                  </a:cubicBezTo>
                  <a:cubicBezTo>
                    <a:pt x="28" y="30"/>
                    <a:pt x="29" y="30"/>
                    <a:pt x="3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9"/>
            <p:cNvSpPr/>
            <p:nvPr/>
          </p:nvSpPr>
          <p:spPr>
            <a:xfrm>
              <a:off x="21605" y="-824975"/>
              <a:ext cx="146880" cy="23040"/>
            </a:xfrm>
            <a:custGeom>
              <a:rect b="b" l="l" r="r" t="t"/>
              <a:pathLst>
                <a:path extrusionOk="0" h="64" w="408">
                  <a:moveTo>
                    <a:pt x="120" y="28"/>
                  </a:moveTo>
                  <a:cubicBezTo>
                    <a:pt x="215" y="26"/>
                    <a:pt x="309" y="23"/>
                    <a:pt x="404" y="20"/>
                  </a:cubicBezTo>
                  <a:lnTo>
                    <a:pt x="405" y="20"/>
                  </a:lnTo>
                  <a:cubicBezTo>
                    <a:pt x="406" y="19"/>
                    <a:pt x="407" y="19"/>
                    <a:pt x="407" y="18"/>
                  </a:cubicBezTo>
                  <a:cubicBezTo>
                    <a:pt x="407" y="17"/>
                    <a:pt x="407" y="17"/>
                    <a:pt x="407" y="16"/>
                  </a:cubicBezTo>
                  <a:cubicBezTo>
                    <a:pt x="407" y="15"/>
                    <a:pt x="407" y="15"/>
                    <a:pt x="407" y="14"/>
                  </a:cubicBezTo>
                  <a:cubicBezTo>
                    <a:pt x="407" y="14"/>
                    <a:pt x="406" y="14"/>
                    <a:pt x="405" y="13"/>
                  </a:cubicBezTo>
                  <a:cubicBezTo>
                    <a:pt x="404" y="12"/>
                    <a:pt x="404" y="12"/>
                    <a:pt x="404" y="12"/>
                  </a:cubicBezTo>
                  <a:cubicBezTo>
                    <a:pt x="340" y="10"/>
                    <a:pt x="276" y="7"/>
                    <a:pt x="212" y="4"/>
                  </a:cubicBezTo>
                  <a:cubicBezTo>
                    <a:pt x="189" y="2"/>
                    <a:pt x="166" y="0"/>
                    <a:pt x="143" y="0"/>
                  </a:cubicBezTo>
                  <a:cubicBezTo>
                    <a:pt x="125" y="0"/>
                    <a:pt x="106" y="1"/>
                    <a:pt x="88" y="3"/>
                  </a:cubicBezTo>
                  <a:cubicBezTo>
                    <a:pt x="53" y="9"/>
                    <a:pt x="29" y="0"/>
                    <a:pt x="8" y="10"/>
                  </a:cubicBezTo>
                  <a:cubicBezTo>
                    <a:pt x="8" y="12"/>
                    <a:pt x="8" y="14"/>
                    <a:pt x="8" y="16"/>
                  </a:cubicBezTo>
                  <a:cubicBezTo>
                    <a:pt x="8" y="20"/>
                    <a:pt x="7" y="23"/>
                    <a:pt x="6" y="27"/>
                  </a:cubicBezTo>
                  <a:cubicBezTo>
                    <a:pt x="5" y="28"/>
                    <a:pt x="4" y="29"/>
                    <a:pt x="3" y="30"/>
                  </a:cubicBezTo>
                  <a:cubicBezTo>
                    <a:pt x="2" y="30"/>
                    <a:pt x="1" y="31"/>
                    <a:pt x="0" y="31"/>
                  </a:cubicBezTo>
                  <a:cubicBezTo>
                    <a:pt x="1" y="32"/>
                    <a:pt x="2" y="33"/>
                    <a:pt x="3" y="34"/>
                  </a:cubicBezTo>
                  <a:cubicBezTo>
                    <a:pt x="5" y="37"/>
                    <a:pt x="5" y="40"/>
                    <a:pt x="5" y="43"/>
                  </a:cubicBezTo>
                  <a:cubicBezTo>
                    <a:pt x="5" y="46"/>
                    <a:pt x="5" y="49"/>
                    <a:pt x="3" y="52"/>
                  </a:cubicBezTo>
                  <a:cubicBezTo>
                    <a:pt x="3" y="52"/>
                    <a:pt x="2" y="53"/>
                    <a:pt x="2" y="54"/>
                  </a:cubicBezTo>
                  <a:cubicBezTo>
                    <a:pt x="2" y="57"/>
                    <a:pt x="2" y="60"/>
                    <a:pt x="3" y="63"/>
                  </a:cubicBezTo>
                  <a:lnTo>
                    <a:pt x="4" y="63"/>
                  </a:lnTo>
                  <a:cubicBezTo>
                    <a:pt x="5" y="62"/>
                    <a:pt x="6" y="61"/>
                    <a:pt x="7" y="60"/>
                  </a:cubicBezTo>
                  <a:cubicBezTo>
                    <a:pt x="32" y="29"/>
                    <a:pt x="79" y="29"/>
                    <a:pt x="12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9"/>
            <p:cNvSpPr/>
            <p:nvPr/>
          </p:nvSpPr>
          <p:spPr>
            <a:xfrm>
              <a:off x="16205" y="-816335"/>
              <a:ext cx="2160" cy="2160"/>
            </a:xfrm>
            <a:custGeom>
              <a:rect b="b" l="l" r="r" t="t"/>
              <a:pathLst>
                <a:path extrusionOk="0" h="6" w="6">
                  <a:moveTo>
                    <a:pt x="5" y="3"/>
                  </a:moveTo>
                  <a:lnTo>
                    <a:pt x="3" y="0"/>
                  </a:lnTo>
                  <a:lnTo>
                    <a:pt x="0" y="5"/>
                  </a:lnTo>
                  <a:cubicBezTo>
                    <a:pt x="1" y="4"/>
                    <a:pt x="3"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9"/>
            <p:cNvSpPr/>
            <p:nvPr/>
          </p:nvSpPr>
          <p:spPr>
            <a:xfrm>
              <a:off x="13325" y="-814895"/>
              <a:ext cx="10080" cy="13320"/>
            </a:xfrm>
            <a:custGeom>
              <a:rect b="b" l="l" r="r" t="t"/>
              <a:pathLst>
                <a:path extrusionOk="0" h="37" w="28">
                  <a:moveTo>
                    <a:pt x="25" y="35"/>
                  </a:moveTo>
                  <a:cubicBezTo>
                    <a:pt x="24" y="32"/>
                    <a:pt x="24" y="29"/>
                    <a:pt x="24" y="26"/>
                  </a:cubicBezTo>
                  <a:cubicBezTo>
                    <a:pt x="24" y="25"/>
                    <a:pt x="25" y="24"/>
                    <a:pt x="25" y="24"/>
                  </a:cubicBezTo>
                  <a:cubicBezTo>
                    <a:pt x="27" y="21"/>
                    <a:pt x="27" y="18"/>
                    <a:pt x="27" y="15"/>
                  </a:cubicBezTo>
                  <a:cubicBezTo>
                    <a:pt x="27" y="12"/>
                    <a:pt x="27" y="9"/>
                    <a:pt x="25" y="6"/>
                  </a:cubicBezTo>
                  <a:cubicBezTo>
                    <a:pt x="24" y="5"/>
                    <a:pt x="24" y="4"/>
                    <a:pt x="22" y="3"/>
                  </a:cubicBezTo>
                  <a:cubicBezTo>
                    <a:pt x="22" y="3"/>
                    <a:pt x="21" y="3"/>
                    <a:pt x="20" y="3"/>
                  </a:cubicBezTo>
                  <a:cubicBezTo>
                    <a:pt x="19" y="3"/>
                    <a:pt x="17" y="3"/>
                    <a:pt x="16" y="2"/>
                  </a:cubicBezTo>
                  <a:cubicBezTo>
                    <a:pt x="15" y="1"/>
                    <a:pt x="14" y="1"/>
                    <a:pt x="13" y="0"/>
                  </a:cubicBezTo>
                  <a:cubicBezTo>
                    <a:pt x="12" y="0"/>
                    <a:pt x="10" y="0"/>
                    <a:pt x="8" y="1"/>
                  </a:cubicBezTo>
                  <a:cubicBezTo>
                    <a:pt x="6" y="4"/>
                    <a:pt x="3" y="7"/>
                    <a:pt x="1" y="11"/>
                  </a:cubicBezTo>
                  <a:cubicBezTo>
                    <a:pt x="0" y="13"/>
                    <a:pt x="0" y="15"/>
                    <a:pt x="0" y="18"/>
                  </a:cubicBezTo>
                  <a:cubicBezTo>
                    <a:pt x="0" y="21"/>
                    <a:pt x="0" y="24"/>
                    <a:pt x="2" y="27"/>
                  </a:cubicBezTo>
                  <a:cubicBezTo>
                    <a:pt x="4" y="30"/>
                    <a:pt x="6" y="32"/>
                    <a:pt x="9" y="34"/>
                  </a:cubicBezTo>
                  <a:cubicBezTo>
                    <a:pt x="12" y="36"/>
                    <a:pt x="15" y="36"/>
                    <a:pt x="18" y="36"/>
                  </a:cubicBezTo>
                  <a:cubicBezTo>
                    <a:pt x="20" y="36"/>
                    <a:pt x="23" y="36"/>
                    <a:pt x="25"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9"/>
            <p:cNvSpPr/>
            <p:nvPr/>
          </p:nvSpPr>
          <p:spPr>
            <a:xfrm>
              <a:off x="5405" y="-852695"/>
              <a:ext cx="19080" cy="36720"/>
            </a:xfrm>
            <a:custGeom>
              <a:rect b="b" l="l" r="r" t="t"/>
              <a:pathLst>
                <a:path extrusionOk="0" h="102" w="53">
                  <a:moveTo>
                    <a:pt x="52" y="87"/>
                  </a:moveTo>
                  <a:cubicBezTo>
                    <a:pt x="50" y="83"/>
                    <a:pt x="48" y="80"/>
                    <a:pt x="46" y="76"/>
                  </a:cubicBezTo>
                  <a:cubicBezTo>
                    <a:pt x="43" y="70"/>
                    <a:pt x="38" y="64"/>
                    <a:pt x="33" y="59"/>
                  </a:cubicBezTo>
                  <a:cubicBezTo>
                    <a:pt x="25" y="48"/>
                    <a:pt x="28" y="38"/>
                    <a:pt x="27" y="24"/>
                  </a:cubicBezTo>
                  <a:cubicBezTo>
                    <a:pt x="27" y="20"/>
                    <a:pt x="27" y="16"/>
                    <a:pt x="28" y="13"/>
                  </a:cubicBezTo>
                  <a:cubicBezTo>
                    <a:pt x="25" y="11"/>
                    <a:pt x="21" y="10"/>
                    <a:pt x="18" y="8"/>
                  </a:cubicBezTo>
                  <a:cubicBezTo>
                    <a:pt x="14" y="6"/>
                    <a:pt x="11" y="3"/>
                    <a:pt x="7" y="0"/>
                  </a:cubicBezTo>
                  <a:cubicBezTo>
                    <a:pt x="2" y="10"/>
                    <a:pt x="0" y="22"/>
                    <a:pt x="0" y="33"/>
                  </a:cubicBezTo>
                  <a:cubicBezTo>
                    <a:pt x="0" y="40"/>
                    <a:pt x="1" y="47"/>
                    <a:pt x="3" y="53"/>
                  </a:cubicBezTo>
                  <a:cubicBezTo>
                    <a:pt x="4" y="58"/>
                    <a:pt x="6" y="62"/>
                    <a:pt x="8" y="66"/>
                  </a:cubicBezTo>
                  <a:cubicBezTo>
                    <a:pt x="11" y="70"/>
                    <a:pt x="14" y="75"/>
                    <a:pt x="18" y="78"/>
                  </a:cubicBezTo>
                  <a:cubicBezTo>
                    <a:pt x="23" y="85"/>
                    <a:pt x="28" y="92"/>
                    <a:pt x="32" y="99"/>
                  </a:cubicBezTo>
                  <a:cubicBezTo>
                    <a:pt x="33" y="100"/>
                    <a:pt x="33" y="101"/>
                    <a:pt x="33" y="101"/>
                  </a:cubicBezTo>
                  <a:cubicBezTo>
                    <a:pt x="37" y="96"/>
                    <a:pt x="42" y="92"/>
                    <a:pt x="48" y="89"/>
                  </a:cubicBezTo>
                  <a:cubicBezTo>
                    <a:pt x="49" y="89"/>
                    <a:pt x="50" y="88"/>
                    <a:pt x="52"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9"/>
            <p:cNvSpPr/>
            <p:nvPr/>
          </p:nvSpPr>
          <p:spPr>
            <a:xfrm>
              <a:off x="17285" y="-821375"/>
              <a:ext cx="7200" cy="7920"/>
            </a:xfrm>
            <a:custGeom>
              <a:rect b="b" l="l" r="r" t="t"/>
              <a:pathLst>
                <a:path extrusionOk="0" h="22" w="20">
                  <a:moveTo>
                    <a:pt x="11" y="21"/>
                  </a:moveTo>
                  <a:cubicBezTo>
                    <a:pt x="12" y="21"/>
                    <a:pt x="13" y="20"/>
                    <a:pt x="13" y="20"/>
                  </a:cubicBezTo>
                  <a:cubicBezTo>
                    <a:pt x="15" y="19"/>
                    <a:pt x="16" y="18"/>
                    <a:pt x="16" y="17"/>
                  </a:cubicBezTo>
                  <a:lnTo>
                    <a:pt x="17" y="17"/>
                  </a:lnTo>
                  <a:cubicBezTo>
                    <a:pt x="18" y="13"/>
                    <a:pt x="19" y="10"/>
                    <a:pt x="19" y="6"/>
                  </a:cubicBezTo>
                  <a:cubicBezTo>
                    <a:pt x="19" y="4"/>
                    <a:pt x="19" y="2"/>
                    <a:pt x="18" y="0"/>
                  </a:cubicBezTo>
                  <a:cubicBezTo>
                    <a:pt x="17" y="1"/>
                    <a:pt x="16" y="2"/>
                    <a:pt x="14" y="2"/>
                  </a:cubicBezTo>
                  <a:cubicBezTo>
                    <a:pt x="9" y="5"/>
                    <a:pt x="4" y="10"/>
                    <a:pt x="0" y="14"/>
                  </a:cubicBezTo>
                  <a:lnTo>
                    <a:pt x="2" y="17"/>
                  </a:lnTo>
                  <a:cubicBezTo>
                    <a:pt x="4" y="17"/>
                    <a:pt x="6" y="17"/>
                    <a:pt x="8" y="19"/>
                  </a:cubicBezTo>
                  <a:cubicBezTo>
                    <a:pt x="9" y="20"/>
                    <a:pt x="10" y="20"/>
                    <a:pt x="1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9"/>
            <p:cNvSpPr/>
            <p:nvPr/>
          </p:nvSpPr>
          <p:spPr>
            <a:xfrm>
              <a:off x="18005" y="-815255"/>
              <a:ext cx="3600" cy="1440"/>
            </a:xfrm>
            <a:custGeom>
              <a:rect b="b" l="l" r="r" t="t"/>
              <a:pathLst>
                <a:path extrusionOk="0" h="4" w="10">
                  <a:moveTo>
                    <a:pt x="0" y="0"/>
                  </a:moveTo>
                  <a:cubicBezTo>
                    <a:pt x="1" y="1"/>
                    <a:pt x="1" y="2"/>
                    <a:pt x="2" y="2"/>
                  </a:cubicBezTo>
                  <a:cubicBezTo>
                    <a:pt x="4" y="3"/>
                    <a:pt x="5" y="3"/>
                    <a:pt x="7" y="3"/>
                  </a:cubicBezTo>
                  <a:cubicBezTo>
                    <a:pt x="7" y="3"/>
                    <a:pt x="8" y="3"/>
                    <a:pt x="9" y="3"/>
                  </a:cubicBezTo>
                  <a:cubicBezTo>
                    <a:pt x="8" y="2"/>
                    <a:pt x="8" y="3"/>
                    <a:pt x="7" y="2"/>
                  </a:cubicBezTo>
                  <a:cubicBezTo>
                    <a:pt x="5" y="0"/>
                    <a:pt x="3" y="0"/>
                    <a:pt x="1" y="0"/>
                  </a:cubicBezTo>
                  <a:cubicBezTo>
                    <a:pt x="0"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9"/>
            <p:cNvSpPr/>
            <p:nvPr/>
          </p:nvSpPr>
          <p:spPr>
            <a:xfrm>
              <a:off x="49325" y="-837575"/>
              <a:ext cx="64440" cy="10440"/>
            </a:xfrm>
            <a:custGeom>
              <a:rect b="b" l="l" r="r" t="t"/>
              <a:pathLst>
                <a:path extrusionOk="0" h="29" w="179">
                  <a:moveTo>
                    <a:pt x="174" y="19"/>
                  </a:moveTo>
                  <a:cubicBezTo>
                    <a:pt x="141" y="17"/>
                    <a:pt x="109" y="13"/>
                    <a:pt x="77" y="8"/>
                  </a:cubicBezTo>
                  <a:cubicBezTo>
                    <a:pt x="61" y="3"/>
                    <a:pt x="44" y="0"/>
                    <a:pt x="27" y="0"/>
                  </a:cubicBezTo>
                  <a:cubicBezTo>
                    <a:pt x="19" y="0"/>
                    <a:pt x="11" y="1"/>
                    <a:pt x="4" y="2"/>
                  </a:cubicBezTo>
                  <a:cubicBezTo>
                    <a:pt x="3" y="2"/>
                    <a:pt x="3" y="1"/>
                    <a:pt x="2" y="2"/>
                  </a:cubicBezTo>
                  <a:cubicBezTo>
                    <a:pt x="1" y="3"/>
                    <a:pt x="2" y="3"/>
                    <a:pt x="1" y="4"/>
                  </a:cubicBezTo>
                  <a:cubicBezTo>
                    <a:pt x="0" y="5"/>
                    <a:pt x="0" y="5"/>
                    <a:pt x="0" y="6"/>
                  </a:cubicBezTo>
                  <a:cubicBezTo>
                    <a:pt x="0" y="7"/>
                    <a:pt x="0" y="7"/>
                    <a:pt x="1" y="8"/>
                  </a:cubicBezTo>
                  <a:cubicBezTo>
                    <a:pt x="2" y="9"/>
                    <a:pt x="1" y="9"/>
                    <a:pt x="2" y="10"/>
                  </a:cubicBezTo>
                  <a:cubicBezTo>
                    <a:pt x="3" y="11"/>
                    <a:pt x="3" y="10"/>
                    <a:pt x="4" y="10"/>
                  </a:cubicBezTo>
                  <a:cubicBezTo>
                    <a:pt x="45" y="22"/>
                    <a:pt x="87" y="28"/>
                    <a:pt x="130" y="28"/>
                  </a:cubicBezTo>
                  <a:cubicBezTo>
                    <a:pt x="145" y="28"/>
                    <a:pt x="159" y="28"/>
                    <a:pt x="174" y="26"/>
                  </a:cubicBezTo>
                  <a:cubicBezTo>
                    <a:pt x="178" y="26"/>
                    <a:pt x="178" y="19"/>
                    <a:pt x="17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9"/>
            <p:cNvSpPr/>
            <p:nvPr/>
          </p:nvSpPr>
          <p:spPr>
            <a:xfrm>
              <a:off x="5" y="-932615"/>
              <a:ext cx="84240" cy="89640"/>
            </a:xfrm>
            <a:custGeom>
              <a:rect b="b" l="l" r="r" t="t"/>
              <a:pathLst>
                <a:path extrusionOk="0" h="249" w="234">
                  <a:moveTo>
                    <a:pt x="42" y="225"/>
                  </a:moveTo>
                  <a:cubicBezTo>
                    <a:pt x="43" y="227"/>
                    <a:pt x="43" y="228"/>
                    <a:pt x="43" y="230"/>
                  </a:cubicBezTo>
                  <a:cubicBezTo>
                    <a:pt x="43" y="232"/>
                    <a:pt x="43" y="233"/>
                    <a:pt x="42" y="235"/>
                  </a:cubicBezTo>
                  <a:cubicBezTo>
                    <a:pt x="57" y="240"/>
                    <a:pt x="72" y="243"/>
                    <a:pt x="88" y="244"/>
                  </a:cubicBezTo>
                  <a:cubicBezTo>
                    <a:pt x="111" y="247"/>
                    <a:pt x="135" y="248"/>
                    <a:pt x="158" y="248"/>
                  </a:cubicBezTo>
                  <a:cubicBezTo>
                    <a:pt x="182" y="248"/>
                    <a:pt x="206" y="247"/>
                    <a:pt x="229" y="244"/>
                  </a:cubicBezTo>
                  <a:cubicBezTo>
                    <a:pt x="230" y="244"/>
                    <a:pt x="230" y="244"/>
                    <a:pt x="231" y="244"/>
                  </a:cubicBezTo>
                  <a:lnTo>
                    <a:pt x="232" y="243"/>
                  </a:lnTo>
                  <a:cubicBezTo>
                    <a:pt x="233" y="242"/>
                    <a:pt x="232" y="242"/>
                    <a:pt x="232" y="241"/>
                  </a:cubicBezTo>
                  <a:lnTo>
                    <a:pt x="232" y="240"/>
                  </a:lnTo>
                  <a:cubicBezTo>
                    <a:pt x="231" y="240"/>
                    <a:pt x="231" y="239"/>
                    <a:pt x="231" y="239"/>
                  </a:cubicBezTo>
                  <a:cubicBezTo>
                    <a:pt x="230" y="239"/>
                    <a:pt x="230" y="239"/>
                    <a:pt x="229" y="239"/>
                  </a:cubicBezTo>
                  <a:cubicBezTo>
                    <a:pt x="195" y="235"/>
                    <a:pt x="162" y="228"/>
                    <a:pt x="128" y="223"/>
                  </a:cubicBezTo>
                  <a:cubicBezTo>
                    <a:pt x="88" y="217"/>
                    <a:pt x="39" y="217"/>
                    <a:pt x="43" y="168"/>
                  </a:cubicBezTo>
                  <a:lnTo>
                    <a:pt x="33" y="168"/>
                  </a:lnTo>
                  <a:cubicBezTo>
                    <a:pt x="8" y="168"/>
                    <a:pt x="11" y="129"/>
                    <a:pt x="36" y="129"/>
                  </a:cubicBezTo>
                  <a:lnTo>
                    <a:pt x="44" y="129"/>
                  </a:lnTo>
                  <a:cubicBezTo>
                    <a:pt x="44" y="93"/>
                    <a:pt x="40" y="58"/>
                    <a:pt x="42" y="23"/>
                  </a:cubicBezTo>
                  <a:cubicBezTo>
                    <a:pt x="40" y="24"/>
                    <a:pt x="38" y="24"/>
                    <a:pt x="36" y="24"/>
                  </a:cubicBezTo>
                  <a:cubicBezTo>
                    <a:pt x="34" y="24"/>
                    <a:pt x="32" y="24"/>
                    <a:pt x="31" y="23"/>
                  </a:cubicBezTo>
                  <a:cubicBezTo>
                    <a:pt x="29" y="22"/>
                    <a:pt x="28" y="21"/>
                    <a:pt x="27" y="20"/>
                  </a:cubicBezTo>
                  <a:cubicBezTo>
                    <a:pt x="26" y="18"/>
                    <a:pt x="25" y="17"/>
                    <a:pt x="24" y="15"/>
                  </a:cubicBezTo>
                  <a:cubicBezTo>
                    <a:pt x="22" y="11"/>
                    <a:pt x="20" y="5"/>
                    <a:pt x="19" y="0"/>
                  </a:cubicBezTo>
                  <a:cubicBezTo>
                    <a:pt x="16" y="13"/>
                    <a:pt x="15" y="27"/>
                    <a:pt x="15" y="40"/>
                  </a:cubicBezTo>
                  <a:cubicBezTo>
                    <a:pt x="15" y="45"/>
                    <a:pt x="15" y="50"/>
                    <a:pt x="15" y="54"/>
                  </a:cubicBezTo>
                  <a:cubicBezTo>
                    <a:pt x="15" y="81"/>
                    <a:pt x="14" y="108"/>
                    <a:pt x="13" y="135"/>
                  </a:cubicBezTo>
                  <a:cubicBezTo>
                    <a:pt x="13" y="154"/>
                    <a:pt x="0" y="179"/>
                    <a:pt x="5" y="197"/>
                  </a:cubicBezTo>
                  <a:cubicBezTo>
                    <a:pt x="7" y="201"/>
                    <a:pt x="8" y="205"/>
                    <a:pt x="10" y="208"/>
                  </a:cubicBezTo>
                  <a:cubicBezTo>
                    <a:pt x="13" y="213"/>
                    <a:pt x="17" y="218"/>
                    <a:pt x="21" y="221"/>
                  </a:cubicBezTo>
                  <a:cubicBezTo>
                    <a:pt x="22" y="221"/>
                    <a:pt x="22" y="220"/>
                    <a:pt x="23" y="219"/>
                  </a:cubicBezTo>
                  <a:lnTo>
                    <a:pt x="24" y="218"/>
                  </a:lnTo>
                  <a:cubicBezTo>
                    <a:pt x="26" y="216"/>
                    <a:pt x="28" y="217"/>
                    <a:pt x="30" y="217"/>
                  </a:cubicBezTo>
                  <a:cubicBezTo>
                    <a:pt x="33" y="217"/>
                    <a:pt x="35" y="217"/>
                    <a:pt x="37" y="218"/>
                  </a:cubicBezTo>
                  <a:cubicBezTo>
                    <a:pt x="39" y="219"/>
                    <a:pt x="40" y="221"/>
                    <a:pt x="41" y="223"/>
                  </a:cubicBezTo>
                  <a:cubicBezTo>
                    <a:pt x="42" y="224"/>
                    <a:pt x="42" y="224"/>
                    <a:pt x="42"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9"/>
            <p:cNvSpPr/>
            <p:nvPr/>
          </p:nvSpPr>
          <p:spPr>
            <a:xfrm>
              <a:off x="7565" y="-854495"/>
              <a:ext cx="8280" cy="6840"/>
            </a:xfrm>
            <a:custGeom>
              <a:rect b="b" l="l" r="r" t="t"/>
              <a:pathLst>
                <a:path extrusionOk="0" h="19" w="23">
                  <a:moveTo>
                    <a:pt x="21" y="8"/>
                  </a:moveTo>
                  <a:lnTo>
                    <a:pt x="21" y="7"/>
                  </a:lnTo>
                  <a:cubicBezTo>
                    <a:pt x="20" y="5"/>
                    <a:pt x="18" y="3"/>
                    <a:pt x="16" y="2"/>
                  </a:cubicBezTo>
                  <a:cubicBezTo>
                    <a:pt x="14" y="1"/>
                    <a:pt x="12" y="0"/>
                    <a:pt x="10" y="0"/>
                  </a:cubicBezTo>
                  <a:cubicBezTo>
                    <a:pt x="8" y="0"/>
                    <a:pt x="5" y="1"/>
                    <a:pt x="3" y="2"/>
                  </a:cubicBezTo>
                  <a:lnTo>
                    <a:pt x="2" y="3"/>
                  </a:lnTo>
                  <a:cubicBezTo>
                    <a:pt x="1" y="4"/>
                    <a:pt x="1" y="4"/>
                    <a:pt x="0" y="5"/>
                  </a:cubicBezTo>
                  <a:cubicBezTo>
                    <a:pt x="3" y="8"/>
                    <a:pt x="7" y="11"/>
                    <a:pt x="11" y="13"/>
                  </a:cubicBezTo>
                  <a:cubicBezTo>
                    <a:pt x="14" y="15"/>
                    <a:pt x="18" y="16"/>
                    <a:pt x="21" y="18"/>
                  </a:cubicBezTo>
                  <a:cubicBezTo>
                    <a:pt x="22" y="16"/>
                    <a:pt x="22" y="14"/>
                    <a:pt x="22" y="13"/>
                  </a:cubicBezTo>
                  <a:cubicBezTo>
                    <a:pt x="22" y="11"/>
                    <a:pt x="22" y="10"/>
                    <a:pt x="2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9"/>
            <p:cNvSpPr/>
            <p:nvPr/>
          </p:nvSpPr>
          <p:spPr>
            <a:xfrm>
              <a:off x="5765" y="-951695"/>
              <a:ext cx="128880" cy="27720"/>
            </a:xfrm>
            <a:custGeom>
              <a:rect b="b" l="l" r="r" t="t"/>
              <a:pathLst>
                <a:path extrusionOk="0" h="77" w="358">
                  <a:moveTo>
                    <a:pt x="25" y="27"/>
                  </a:moveTo>
                  <a:cubicBezTo>
                    <a:pt x="30" y="26"/>
                    <a:pt x="33" y="31"/>
                    <a:pt x="32" y="35"/>
                  </a:cubicBezTo>
                  <a:cubicBezTo>
                    <a:pt x="29" y="48"/>
                    <a:pt x="28" y="62"/>
                    <a:pt x="27" y="76"/>
                  </a:cubicBezTo>
                  <a:cubicBezTo>
                    <a:pt x="27" y="76"/>
                    <a:pt x="28" y="76"/>
                    <a:pt x="29" y="75"/>
                  </a:cubicBezTo>
                  <a:cubicBezTo>
                    <a:pt x="30" y="75"/>
                    <a:pt x="31" y="73"/>
                    <a:pt x="32" y="72"/>
                  </a:cubicBezTo>
                  <a:cubicBezTo>
                    <a:pt x="38" y="62"/>
                    <a:pt x="46" y="54"/>
                    <a:pt x="56" y="48"/>
                  </a:cubicBezTo>
                  <a:cubicBezTo>
                    <a:pt x="66" y="42"/>
                    <a:pt x="77" y="39"/>
                    <a:pt x="89" y="39"/>
                  </a:cubicBezTo>
                  <a:cubicBezTo>
                    <a:pt x="111" y="36"/>
                    <a:pt x="134" y="35"/>
                    <a:pt x="156" y="35"/>
                  </a:cubicBezTo>
                  <a:cubicBezTo>
                    <a:pt x="165" y="35"/>
                    <a:pt x="174" y="35"/>
                    <a:pt x="184" y="35"/>
                  </a:cubicBezTo>
                  <a:cubicBezTo>
                    <a:pt x="239" y="41"/>
                    <a:pt x="296" y="28"/>
                    <a:pt x="351" y="34"/>
                  </a:cubicBezTo>
                  <a:cubicBezTo>
                    <a:pt x="356" y="34"/>
                    <a:pt x="357" y="26"/>
                    <a:pt x="353" y="25"/>
                  </a:cubicBezTo>
                  <a:cubicBezTo>
                    <a:pt x="306" y="18"/>
                    <a:pt x="259" y="15"/>
                    <a:pt x="212" y="14"/>
                  </a:cubicBezTo>
                  <a:cubicBezTo>
                    <a:pt x="169" y="12"/>
                    <a:pt x="127" y="0"/>
                    <a:pt x="83" y="3"/>
                  </a:cubicBezTo>
                  <a:cubicBezTo>
                    <a:pt x="74" y="3"/>
                    <a:pt x="65" y="5"/>
                    <a:pt x="56" y="7"/>
                  </a:cubicBezTo>
                  <a:cubicBezTo>
                    <a:pt x="57" y="7"/>
                    <a:pt x="58" y="8"/>
                    <a:pt x="60" y="9"/>
                  </a:cubicBezTo>
                  <a:cubicBezTo>
                    <a:pt x="61" y="10"/>
                    <a:pt x="63" y="10"/>
                    <a:pt x="65" y="11"/>
                  </a:cubicBezTo>
                  <a:cubicBezTo>
                    <a:pt x="66" y="11"/>
                    <a:pt x="66" y="12"/>
                    <a:pt x="67" y="12"/>
                  </a:cubicBezTo>
                  <a:cubicBezTo>
                    <a:pt x="69" y="13"/>
                    <a:pt x="70" y="15"/>
                    <a:pt x="71" y="16"/>
                  </a:cubicBezTo>
                  <a:cubicBezTo>
                    <a:pt x="72" y="18"/>
                    <a:pt x="72" y="19"/>
                    <a:pt x="72" y="21"/>
                  </a:cubicBezTo>
                  <a:cubicBezTo>
                    <a:pt x="72" y="23"/>
                    <a:pt x="72" y="24"/>
                    <a:pt x="71" y="26"/>
                  </a:cubicBezTo>
                  <a:cubicBezTo>
                    <a:pt x="70" y="28"/>
                    <a:pt x="69" y="30"/>
                    <a:pt x="67" y="30"/>
                  </a:cubicBezTo>
                  <a:cubicBezTo>
                    <a:pt x="66" y="31"/>
                    <a:pt x="66" y="30"/>
                    <a:pt x="65" y="31"/>
                  </a:cubicBezTo>
                  <a:cubicBezTo>
                    <a:pt x="62" y="32"/>
                    <a:pt x="59" y="32"/>
                    <a:pt x="56" y="32"/>
                  </a:cubicBezTo>
                  <a:cubicBezTo>
                    <a:pt x="50" y="32"/>
                    <a:pt x="45" y="31"/>
                    <a:pt x="40" y="28"/>
                  </a:cubicBezTo>
                  <a:cubicBezTo>
                    <a:pt x="35" y="26"/>
                    <a:pt x="32" y="21"/>
                    <a:pt x="29" y="16"/>
                  </a:cubicBezTo>
                  <a:cubicBezTo>
                    <a:pt x="28" y="16"/>
                    <a:pt x="28" y="16"/>
                    <a:pt x="28" y="15"/>
                  </a:cubicBezTo>
                  <a:cubicBezTo>
                    <a:pt x="12" y="23"/>
                    <a:pt x="0" y="35"/>
                    <a:pt x="4" y="53"/>
                  </a:cubicBezTo>
                  <a:cubicBezTo>
                    <a:pt x="4" y="49"/>
                    <a:pt x="5" y="46"/>
                    <a:pt x="8" y="41"/>
                  </a:cubicBezTo>
                  <a:cubicBezTo>
                    <a:pt x="10" y="37"/>
                    <a:pt x="14" y="33"/>
                    <a:pt x="19" y="30"/>
                  </a:cubicBezTo>
                  <a:cubicBezTo>
                    <a:pt x="21" y="29"/>
                    <a:pt x="23" y="28"/>
                    <a:pt x="25"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9"/>
            <p:cNvSpPr/>
            <p:nvPr/>
          </p:nvSpPr>
          <p:spPr>
            <a:xfrm>
              <a:off x="7205" y="-941975"/>
              <a:ext cx="10080" cy="18720"/>
            </a:xfrm>
            <a:custGeom>
              <a:rect b="b" l="l" r="r" t="t"/>
              <a:pathLst>
                <a:path extrusionOk="0" h="52" w="28">
                  <a:moveTo>
                    <a:pt x="22" y="50"/>
                  </a:moveTo>
                  <a:cubicBezTo>
                    <a:pt x="23" y="36"/>
                    <a:pt x="25" y="22"/>
                    <a:pt x="27" y="9"/>
                  </a:cubicBezTo>
                  <a:cubicBezTo>
                    <a:pt x="27" y="5"/>
                    <a:pt x="25" y="0"/>
                    <a:pt x="20" y="1"/>
                  </a:cubicBezTo>
                  <a:cubicBezTo>
                    <a:pt x="18" y="2"/>
                    <a:pt x="17" y="2"/>
                    <a:pt x="15" y="3"/>
                  </a:cubicBezTo>
                  <a:cubicBezTo>
                    <a:pt x="10" y="6"/>
                    <a:pt x="7" y="10"/>
                    <a:pt x="4" y="15"/>
                  </a:cubicBezTo>
                  <a:cubicBezTo>
                    <a:pt x="2" y="19"/>
                    <a:pt x="0" y="23"/>
                    <a:pt x="0" y="27"/>
                  </a:cubicBezTo>
                  <a:cubicBezTo>
                    <a:pt x="1" y="33"/>
                    <a:pt x="3" y="38"/>
                    <a:pt x="5" y="42"/>
                  </a:cubicBezTo>
                  <a:cubicBezTo>
                    <a:pt x="6" y="44"/>
                    <a:pt x="7" y="46"/>
                    <a:pt x="8" y="47"/>
                  </a:cubicBezTo>
                  <a:cubicBezTo>
                    <a:pt x="9" y="48"/>
                    <a:pt x="10" y="49"/>
                    <a:pt x="11" y="50"/>
                  </a:cubicBezTo>
                  <a:cubicBezTo>
                    <a:pt x="13" y="51"/>
                    <a:pt x="15" y="51"/>
                    <a:pt x="17" y="51"/>
                  </a:cubicBezTo>
                  <a:cubicBezTo>
                    <a:pt x="19" y="51"/>
                    <a:pt x="21" y="51"/>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9"/>
            <p:cNvSpPr/>
            <p:nvPr/>
          </p:nvSpPr>
          <p:spPr>
            <a:xfrm>
              <a:off x="10085" y="-974375"/>
              <a:ext cx="16560" cy="28800"/>
            </a:xfrm>
            <a:custGeom>
              <a:rect b="b" l="l" r="r" t="t"/>
              <a:pathLst>
                <a:path extrusionOk="0" h="80" w="46">
                  <a:moveTo>
                    <a:pt x="28" y="47"/>
                  </a:moveTo>
                  <a:cubicBezTo>
                    <a:pt x="27" y="35"/>
                    <a:pt x="30" y="22"/>
                    <a:pt x="28" y="9"/>
                  </a:cubicBezTo>
                  <a:cubicBezTo>
                    <a:pt x="28" y="7"/>
                    <a:pt x="27" y="5"/>
                    <a:pt x="26" y="3"/>
                  </a:cubicBezTo>
                  <a:cubicBezTo>
                    <a:pt x="26" y="2"/>
                    <a:pt x="25" y="1"/>
                    <a:pt x="24" y="0"/>
                  </a:cubicBezTo>
                  <a:cubicBezTo>
                    <a:pt x="22" y="1"/>
                    <a:pt x="21" y="2"/>
                    <a:pt x="21" y="3"/>
                  </a:cubicBezTo>
                  <a:cubicBezTo>
                    <a:pt x="20" y="4"/>
                    <a:pt x="19" y="6"/>
                    <a:pt x="19" y="7"/>
                  </a:cubicBezTo>
                  <a:cubicBezTo>
                    <a:pt x="19" y="9"/>
                    <a:pt x="18" y="12"/>
                    <a:pt x="17" y="13"/>
                  </a:cubicBezTo>
                  <a:cubicBezTo>
                    <a:pt x="16" y="16"/>
                    <a:pt x="14" y="17"/>
                    <a:pt x="11" y="19"/>
                  </a:cubicBezTo>
                  <a:cubicBezTo>
                    <a:pt x="8" y="21"/>
                    <a:pt x="6" y="21"/>
                    <a:pt x="4" y="21"/>
                  </a:cubicBezTo>
                  <a:cubicBezTo>
                    <a:pt x="2" y="21"/>
                    <a:pt x="1" y="21"/>
                    <a:pt x="0" y="21"/>
                  </a:cubicBezTo>
                  <a:cubicBezTo>
                    <a:pt x="0" y="26"/>
                    <a:pt x="1" y="32"/>
                    <a:pt x="1" y="38"/>
                  </a:cubicBezTo>
                  <a:cubicBezTo>
                    <a:pt x="0" y="39"/>
                    <a:pt x="0" y="41"/>
                    <a:pt x="0" y="42"/>
                  </a:cubicBezTo>
                  <a:cubicBezTo>
                    <a:pt x="0" y="47"/>
                    <a:pt x="1" y="52"/>
                    <a:pt x="3" y="57"/>
                  </a:cubicBezTo>
                  <a:cubicBezTo>
                    <a:pt x="5" y="61"/>
                    <a:pt x="8" y="62"/>
                    <a:pt x="9" y="66"/>
                  </a:cubicBezTo>
                  <a:cubicBezTo>
                    <a:pt x="11" y="68"/>
                    <a:pt x="12" y="71"/>
                    <a:pt x="13" y="73"/>
                  </a:cubicBezTo>
                  <a:cubicBezTo>
                    <a:pt x="14" y="75"/>
                    <a:pt x="15" y="77"/>
                    <a:pt x="17" y="79"/>
                  </a:cubicBezTo>
                  <a:cubicBezTo>
                    <a:pt x="26" y="75"/>
                    <a:pt x="35" y="72"/>
                    <a:pt x="45" y="70"/>
                  </a:cubicBezTo>
                  <a:cubicBezTo>
                    <a:pt x="39" y="64"/>
                    <a:pt x="35" y="58"/>
                    <a:pt x="31" y="51"/>
                  </a:cubicBezTo>
                  <a:cubicBezTo>
                    <a:pt x="30" y="50"/>
                    <a:pt x="29" y="48"/>
                    <a:pt x="2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9"/>
            <p:cNvSpPr/>
            <p:nvPr/>
          </p:nvSpPr>
          <p:spPr>
            <a:xfrm>
              <a:off x="16205" y="-948815"/>
              <a:ext cx="16200" cy="9360"/>
            </a:xfrm>
            <a:custGeom>
              <a:rect b="b" l="l" r="r" t="t"/>
              <a:pathLst>
                <a:path extrusionOk="0" h="26" w="45">
                  <a:moveTo>
                    <a:pt x="37" y="24"/>
                  </a:moveTo>
                  <a:cubicBezTo>
                    <a:pt x="37" y="23"/>
                    <a:pt x="38" y="23"/>
                    <a:pt x="39" y="23"/>
                  </a:cubicBezTo>
                  <a:cubicBezTo>
                    <a:pt x="41" y="22"/>
                    <a:pt x="42" y="21"/>
                    <a:pt x="43" y="19"/>
                  </a:cubicBezTo>
                  <a:cubicBezTo>
                    <a:pt x="44" y="17"/>
                    <a:pt x="44" y="16"/>
                    <a:pt x="44" y="14"/>
                  </a:cubicBezTo>
                  <a:cubicBezTo>
                    <a:pt x="44" y="12"/>
                    <a:pt x="44" y="11"/>
                    <a:pt x="43" y="9"/>
                  </a:cubicBezTo>
                  <a:cubicBezTo>
                    <a:pt x="42" y="7"/>
                    <a:pt x="41" y="6"/>
                    <a:pt x="39" y="5"/>
                  </a:cubicBezTo>
                  <a:cubicBezTo>
                    <a:pt x="38" y="5"/>
                    <a:pt x="37" y="4"/>
                    <a:pt x="37" y="4"/>
                  </a:cubicBezTo>
                  <a:cubicBezTo>
                    <a:pt x="35" y="3"/>
                    <a:pt x="33" y="3"/>
                    <a:pt x="31" y="2"/>
                  </a:cubicBezTo>
                  <a:cubicBezTo>
                    <a:pt x="30" y="1"/>
                    <a:pt x="29" y="0"/>
                    <a:pt x="28" y="0"/>
                  </a:cubicBezTo>
                  <a:cubicBezTo>
                    <a:pt x="19" y="1"/>
                    <a:pt x="9" y="4"/>
                    <a:pt x="0" y="8"/>
                  </a:cubicBezTo>
                  <a:cubicBezTo>
                    <a:pt x="0" y="9"/>
                    <a:pt x="1" y="9"/>
                    <a:pt x="1" y="9"/>
                  </a:cubicBezTo>
                  <a:cubicBezTo>
                    <a:pt x="3" y="14"/>
                    <a:pt x="7" y="18"/>
                    <a:pt x="12" y="21"/>
                  </a:cubicBezTo>
                  <a:cubicBezTo>
                    <a:pt x="17" y="24"/>
                    <a:pt x="23" y="25"/>
                    <a:pt x="28" y="25"/>
                  </a:cubicBezTo>
                  <a:cubicBezTo>
                    <a:pt x="31" y="25"/>
                    <a:pt x="34"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9"/>
            <p:cNvSpPr/>
            <p:nvPr/>
          </p:nvSpPr>
          <p:spPr>
            <a:xfrm>
              <a:off x="4685" y="-989135"/>
              <a:ext cx="122040" cy="22680"/>
            </a:xfrm>
            <a:custGeom>
              <a:rect b="b" l="l" r="r" t="t"/>
              <a:pathLst>
                <a:path extrusionOk="0" h="63" w="339">
                  <a:moveTo>
                    <a:pt x="14" y="62"/>
                  </a:moveTo>
                  <a:cubicBezTo>
                    <a:pt x="14" y="61"/>
                    <a:pt x="14" y="60"/>
                    <a:pt x="14" y="59"/>
                  </a:cubicBezTo>
                  <a:cubicBezTo>
                    <a:pt x="14" y="54"/>
                    <a:pt x="15" y="49"/>
                    <a:pt x="18" y="44"/>
                  </a:cubicBezTo>
                  <a:lnTo>
                    <a:pt x="18" y="43"/>
                  </a:lnTo>
                  <a:cubicBezTo>
                    <a:pt x="19" y="41"/>
                    <a:pt x="21" y="40"/>
                    <a:pt x="23" y="39"/>
                  </a:cubicBezTo>
                  <a:cubicBezTo>
                    <a:pt x="25" y="38"/>
                    <a:pt x="27" y="37"/>
                    <a:pt x="29" y="37"/>
                  </a:cubicBezTo>
                  <a:cubicBezTo>
                    <a:pt x="31" y="37"/>
                    <a:pt x="34" y="38"/>
                    <a:pt x="36" y="39"/>
                  </a:cubicBezTo>
                  <a:cubicBezTo>
                    <a:pt x="36" y="39"/>
                    <a:pt x="37" y="40"/>
                    <a:pt x="38" y="41"/>
                  </a:cubicBezTo>
                  <a:cubicBezTo>
                    <a:pt x="59" y="24"/>
                    <a:pt x="151" y="36"/>
                    <a:pt x="166" y="35"/>
                  </a:cubicBezTo>
                  <a:cubicBezTo>
                    <a:pt x="197" y="34"/>
                    <a:pt x="226" y="42"/>
                    <a:pt x="258" y="40"/>
                  </a:cubicBezTo>
                  <a:cubicBezTo>
                    <a:pt x="283" y="38"/>
                    <a:pt x="309" y="36"/>
                    <a:pt x="335" y="33"/>
                  </a:cubicBezTo>
                  <a:cubicBezTo>
                    <a:pt x="338" y="33"/>
                    <a:pt x="338" y="27"/>
                    <a:pt x="335" y="27"/>
                  </a:cubicBezTo>
                  <a:cubicBezTo>
                    <a:pt x="254" y="19"/>
                    <a:pt x="174" y="7"/>
                    <a:pt x="93" y="2"/>
                  </a:cubicBezTo>
                  <a:cubicBezTo>
                    <a:pt x="85" y="1"/>
                    <a:pt x="76" y="0"/>
                    <a:pt x="67" y="0"/>
                  </a:cubicBezTo>
                  <a:cubicBezTo>
                    <a:pt x="61" y="0"/>
                    <a:pt x="55" y="1"/>
                    <a:pt x="49" y="1"/>
                  </a:cubicBezTo>
                  <a:cubicBezTo>
                    <a:pt x="49" y="7"/>
                    <a:pt x="47" y="13"/>
                    <a:pt x="46" y="19"/>
                  </a:cubicBezTo>
                  <a:cubicBezTo>
                    <a:pt x="45" y="25"/>
                    <a:pt x="31" y="28"/>
                    <a:pt x="30" y="19"/>
                  </a:cubicBezTo>
                  <a:cubicBezTo>
                    <a:pt x="30" y="14"/>
                    <a:pt x="28" y="9"/>
                    <a:pt x="28" y="5"/>
                  </a:cubicBezTo>
                  <a:cubicBezTo>
                    <a:pt x="25" y="6"/>
                    <a:pt x="22" y="7"/>
                    <a:pt x="20" y="8"/>
                  </a:cubicBezTo>
                  <a:cubicBezTo>
                    <a:pt x="14" y="12"/>
                    <a:pt x="10" y="17"/>
                    <a:pt x="6" y="23"/>
                  </a:cubicBezTo>
                  <a:cubicBezTo>
                    <a:pt x="2" y="29"/>
                    <a:pt x="0" y="35"/>
                    <a:pt x="0" y="42"/>
                  </a:cubicBezTo>
                  <a:cubicBezTo>
                    <a:pt x="0" y="44"/>
                    <a:pt x="0" y="45"/>
                    <a:pt x="0" y="46"/>
                  </a:cubicBezTo>
                  <a:lnTo>
                    <a:pt x="0" y="47"/>
                  </a:lnTo>
                  <a:cubicBezTo>
                    <a:pt x="0" y="49"/>
                    <a:pt x="0" y="51"/>
                    <a:pt x="2" y="54"/>
                  </a:cubicBezTo>
                  <a:cubicBezTo>
                    <a:pt x="4" y="57"/>
                    <a:pt x="6" y="58"/>
                    <a:pt x="8" y="60"/>
                  </a:cubicBezTo>
                  <a:cubicBezTo>
                    <a:pt x="10" y="61"/>
                    <a:pt x="12" y="62"/>
                    <a:pt x="14"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9"/>
            <p:cNvSpPr/>
            <p:nvPr/>
          </p:nvSpPr>
          <p:spPr>
            <a:xfrm>
              <a:off x="9725" y="-975815"/>
              <a:ext cx="9000" cy="9360"/>
            </a:xfrm>
            <a:custGeom>
              <a:rect b="b" l="l" r="r" t="t"/>
              <a:pathLst>
                <a:path extrusionOk="0" h="26" w="25">
                  <a:moveTo>
                    <a:pt x="20" y="11"/>
                  </a:moveTo>
                  <a:cubicBezTo>
                    <a:pt x="20" y="10"/>
                    <a:pt x="21" y="8"/>
                    <a:pt x="21" y="7"/>
                  </a:cubicBezTo>
                  <a:cubicBezTo>
                    <a:pt x="22" y="6"/>
                    <a:pt x="23" y="5"/>
                    <a:pt x="24" y="4"/>
                  </a:cubicBezTo>
                  <a:cubicBezTo>
                    <a:pt x="24" y="3"/>
                    <a:pt x="23" y="2"/>
                    <a:pt x="22" y="2"/>
                  </a:cubicBezTo>
                  <a:cubicBezTo>
                    <a:pt x="20" y="1"/>
                    <a:pt x="18" y="0"/>
                    <a:pt x="16" y="0"/>
                  </a:cubicBezTo>
                  <a:cubicBezTo>
                    <a:pt x="13" y="0"/>
                    <a:pt x="11" y="1"/>
                    <a:pt x="9" y="2"/>
                  </a:cubicBezTo>
                  <a:cubicBezTo>
                    <a:pt x="7" y="3"/>
                    <a:pt x="6" y="4"/>
                    <a:pt x="5" y="6"/>
                  </a:cubicBezTo>
                  <a:cubicBezTo>
                    <a:pt x="5" y="7"/>
                    <a:pt x="4" y="7"/>
                    <a:pt x="4" y="7"/>
                  </a:cubicBezTo>
                  <a:cubicBezTo>
                    <a:pt x="2" y="12"/>
                    <a:pt x="0" y="17"/>
                    <a:pt x="0" y="22"/>
                  </a:cubicBezTo>
                  <a:cubicBezTo>
                    <a:pt x="0" y="23"/>
                    <a:pt x="0" y="24"/>
                    <a:pt x="0" y="25"/>
                  </a:cubicBezTo>
                  <a:cubicBezTo>
                    <a:pt x="2" y="25"/>
                    <a:pt x="3" y="25"/>
                    <a:pt x="4" y="25"/>
                  </a:cubicBezTo>
                  <a:cubicBezTo>
                    <a:pt x="7" y="25"/>
                    <a:pt x="9" y="25"/>
                    <a:pt x="12" y="23"/>
                  </a:cubicBezTo>
                  <a:cubicBezTo>
                    <a:pt x="15" y="21"/>
                    <a:pt x="17" y="20"/>
                    <a:pt x="18" y="17"/>
                  </a:cubicBezTo>
                  <a:cubicBezTo>
                    <a:pt x="19" y="16"/>
                    <a:pt x="20" y="13"/>
                    <a:pt x="2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9"/>
            <p:cNvSpPr/>
            <p:nvPr/>
          </p:nvSpPr>
          <p:spPr>
            <a:xfrm>
              <a:off x="14045" y="-1108295"/>
              <a:ext cx="47160" cy="106200"/>
            </a:xfrm>
            <a:custGeom>
              <a:rect b="b" l="l" r="r" t="t"/>
              <a:pathLst>
                <a:path extrusionOk="0" h="295" w="131">
                  <a:moveTo>
                    <a:pt x="15" y="286"/>
                  </a:moveTo>
                  <a:lnTo>
                    <a:pt x="28" y="286"/>
                  </a:lnTo>
                  <a:cubicBezTo>
                    <a:pt x="28" y="277"/>
                    <a:pt x="30" y="268"/>
                    <a:pt x="31" y="258"/>
                  </a:cubicBezTo>
                  <a:cubicBezTo>
                    <a:pt x="30" y="258"/>
                    <a:pt x="29" y="258"/>
                    <a:pt x="28" y="257"/>
                  </a:cubicBezTo>
                  <a:cubicBezTo>
                    <a:pt x="26" y="256"/>
                    <a:pt x="24" y="253"/>
                    <a:pt x="22" y="251"/>
                  </a:cubicBezTo>
                  <a:cubicBezTo>
                    <a:pt x="20" y="248"/>
                    <a:pt x="20" y="246"/>
                    <a:pt x="20" y="243"/>
                  </a:cubicBezTo>
                  <a:cubicBezTo>
                    <a:pt x="20" y="240"/>
                    <a:pt x="20" y="238"/>
                    <a:pt x="22" y="235"/>
                  </a:cubicBezTo>
                  <a:cubicBezTo>
                    <a:pt x="24" y="232"/>
                    <a:pt x="26" y="231"/>
                    <a:pt x="28" y="229"/>
                  </a:cubicBezTo>
                  <a:lnTo>
                    <a:pt x="29" y="229"/>
                  </a:lnTo>
                  <a:cubicBezTo>
                    <a:pt x="31" y="228"/>
                    <a:pt x="33" y="227"/>
                    <a:pt x="35" y="227"/>
                  </a:cubicBezTo>
                  <a:cubicBezTo>
                    <a:pt x="35" y="222"/>
                    <a:pt x="36" y="216"/>
                    <a:pt x="37" y="211"/>
                  </a:cubicBezTo>
                  <a:cubicBezTo>
                    <a:pt x="37" y="211"/>
                    <a:pt x="37" y="209"/>
                    <a:pt x="37" y="208"/>
                  </a:cubicBezTo>
                  <a:lnTo>
                    <a:pt x="33" y="208"/>
                  </a:lnTo>
                  <a:cubicBezTo>
                    <a:pt x="12" y="206"/>
                    <a:pt x="14" y="173"/>
                    <a:pt x="36" y="175"/>
                  </a:cubicBezTo>
                  <a:lnTo>
                    <a:pt x="52" y="176"/>
                  </a:lnTo>
                  <a:lnTo>
                    <a:pt x="61" y="163"/>
                  </a:lnTo>
                  <a:cubicBezTo>
                    <a:pt x="69" y="152"/>
                    <a:pt x="58" y="148"/>
                    <a:pt x="69" y="132"/>
                  </a:cubicBezTo>
                  <a:cubicBezTo>
                    <a:pt x="68" y="132"/>
                    <a:pt x="66" y="131"/>
                    <a:pt x="65" y="131"/>
                  </a:cubicBezTo>
                  <a:cubicBezTo>
                    <a:pt x="62" y="129"/>
                    <a:pt x="59" y="126"/>
                    <a:pt x="58" y="124"/>
                  </a:cubicBezTo>
                  <a:cubicBezTo>
                    <a:pt x="56" y="121"/>
                    <a:pt x="56" y="119"/>
                    <a:pt x="56" y="116"/>
                  </a:cubicBezTo>
                  <a:cubicBezTo>
                    <a:pt x="56" y="113"/>
                    <a:pt x="56" y="110"/>
                    <a:pt x="58" y="107"/>
                  </a:cubicBezTo>
                  <a:cubicBezTo>
                    <a:pt x="60" y="104"/>
                    <a:pt x="62" y="103"/>
                    <a:pt x="65" y="101"/>
                  </a:cubicBezTo>
                  <a:cubicBezTo>
                    <a:pt x="67" y="100"/>
                    <a:pt x="69" y="99"/>
                    <a:pt x="71" y="98"/>
                  </a:cubicBezTo>
                  <a:lnTo>
                    <a:pt x="92" y="96"/>
                  </a:lnTo>
                  <a:cubicBezTo>
                    <a:pt x="96" y="89"/>
                    <a:pt x="100" y="82"/>
                    <a:pt x="103" y="75"/>
                  </a:cubicBezTo>
                  <a:cubicBezTo>
                    <a:pt x="83" y="75"/>
                    <a:pt x="86" y="45"/>
                    <a:pt x="105" y="45"/>
                  </a:cubicBezTo>
                  <a:lnTo>
                    <a:pt x="118" y="45"/>
                  </a:lnTo>
                  <a:lnTo>
                    <a:pt x="120" y="41"/>
                  </a:lnTo>
                  <a:cubicBezTo>
                    <a:pt x="124" y="29"/>
                    <a:pt x="128" y="16"/>
                    <a:pt x="130" y="4"/>
                  </a:cubicBezTo>
                  <a:cubicBezTo>
                    <a:pt x="124" y="9"/>
                    <a:pt x="118" y="15"/>
                    <a:pt x="111" y="21"/>
                  </a:cubicBezTo>
                  <a:cubicBezTo>
                    <a:pt x="110" y="21"/>
                    <a:pt x="110" y="21"/>
                    <a:pt x="110" y="21"/>
                  </a:cubicBezTo>
                  <a:cubicBezTo>
                    <a:pt x="108" y="22"/>
                    <a:pt x="106" y="23"/>
                    <a:pt x="104" y="23"/>
                  </a:cubicBezTo>
                  <a:cubicBezTo>
                    <a:pt x="102" y="23"/>
                    <a:pt x="100" y="22"/>
                    <a:pt x="98" y="21"/>
                  </a:cubicBezTo>
                  <a:cubicBezTo>
                    <a:pt x="96" y="20"/>
                    <a:pt x="95" y="19"/>
                    <a:pt x="94" y="17"/>
                  </a:cubicBezTo>
                  <a:cubicBezTo>
                    <a:pt x="93" y="15"/>
                    <a:pt x="93" y="14"/>
                    <a:pt x="93" y="12"/>
                  </a:cubicBezTo>
                  <a:cubicBezTo>
                    <a:pt x="93" y="8"/>
                    <a:pt x="93" y="4"/>
                    <a:pt x="94" y="0"/>
                  </a:cubicBezTo>
                  <a:cubicBezTo>
                    <a:pt x="93" y="4"/>
                    <a:pt x="92" y="8"/>
                    <a:pt x="92" y="12"/>
                  </a:cubicBezTo>
                  <a:cubicBezTo>
                    <a:pt x="92" y="16"/>
                    <a:pt x="93" y="20"/>
                    <a:pt x="94" y="24"/>
                  </a:cubicBezTo>
                  <a:cubicBezTo>
                    <a:pt x="97" y="32"/>
                    <a:pt x="76" y="41"/>
                    <a:pt x="72" y="48"/>
                  </a:cubicBezTo>
                  <a:cubicBezTo>
                    <a:pt x="58" y="72"/>
                    <a:pt x="62" y="100"/>
                    <a:pt x="42" y="123"/>
                  </a:cubicBezTo>
                  <a:cubicBezTo>
                    <a:pt x="41" y="124"/>
                    <a:pt x="39" y="126"/>
                    <a:pt x="38" y="128"/>
                  </a:cubicBezTo>
                  <a:cubicBezTo>
                    <a:pt x="35" y="133"/>
                    <a:pt x="34" y="138"/>
                    <a:pt x="34" y="144"/>
                  </a:cubicBezTo>
                  <a:cubicBezTo>
                    <a:pt x="34" y="145"/>
                    <a:pt x="34" y="146"/>
                    <a:pt x="34" y="148"/>
                  </a:cubicBezTo>
                  <a:cubicBezTo>
                    <a:pt x="37" y="156"/>
                    <a:pt x="13" y="181"/>
                    <a:pt x="12" y="193"/>
                  </a:cubicBezTo>
                  <a:cubicBezTo>
                    <a:pt x="9" y="226"/>
                    <a:pt x="2" y="260"/>
                    <a:pt x="0" y="294"/>
                  </a:cubicBezTo>
                  <a:cubicBezTo>
                    <a:pt x="2" y="292"/>
                    <a:pt x="4" y="289"/>
                    <a:pt x="6" y="288"/>
                  </a:cubicBezTo>
                  <a:cubicBezTo>
                    <a:pt x="9" y="286"/>
                    <a:pt x="11" y="286"/>
                    <a:pt x="14" y="286"/>
                  </a:cubicBezTo>
                  <a:cubicBezTo>
                    <a:pt x="15" y="286"/>
                    <a:pt x="15" y="286"/>
                    <a:pt x="15"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9"/>
            <p:cNvSpPr/>
            <p:nvPr/>
          </p:nvSpPr>
          <p:spPr>
            <a:xfrm>
              <a:off x="14045" y="-995255"/>
              <a:ext cx="9000" cy="8640"/>
            </a:xfrm>
            <a:custGeom>
              <a:rect b="b" l="l" r="r" t="t"/>
              <a:pathLst>
                <a:path extrusionOk="0" h="24" w="25">
                  <a:moveTo>
                    <a:pt x="24" y="8"/>
                  </a:moveTo>
                  <a:lnTo>
                    <a:pt x="14" y="8"/>
                  </a:lnTo>
                  <a:cubicBezTo>
                    <a:pt x="11" y="8"/>
                    <a:pt x="9" y="7"/>
                    <a:pt x="6" y="6"/>
                  </a:cubicBezTo>
                  <a:cubicBezTo>
                    <a:pt x="3" y="5"/>
                    <a:pt x="1" y="3"/>
                    <a:pt x="0" y="0"/>
                  </a:cubicBezTo>
                  <a:cubicBezTo>
                    <a:pt x="0" y="8"/>
                    <a:pt x="1" y="15"/>
                    <a:pt x="1" y="23"/>
                  </a:cubicBezTo>
                  <a:cubicBezTo>
                    <a:pt x="8" y="20"/>
                    <a:pt x="16" y="19"/>
                    <a:pt x="23" y="18"/>
                  </a:cubicBezTo>
                  <a:cubicBezTo>
                    <a:pt x="23" y="15"/>
                    <a:pt x="23" y="12"/>
                    <a:pt x="2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9"/>
            <p:cNvSpPr/>
            <p:nvPr/>
          </p:nvSpPr>
          <p:spPr>
            <a:xfrm>
              <a:off x="14405" y="-988775"/>
              <a:ext cx="7920" cy="10440"/>
            </a:xfrm>
            <a:custGeom>
              <a:rect b="b" l="l" r="r" t="t"/>
              <a:pathLst>
                <a:path extrusionOk="0" h="29" w="22">
                  <a:moveTo>
                    <a:pt x="18" y="18"/>
                  </a:moveTo>
                  <a:cubicBezTo>
                    <a:pt x="20" y="12"/>
                    <a:pt x="20" y="7"/>
                    <a:pt x="21" y="0"/>
                  </a:cubicBezTo>
                  <a:cubicBezTo>
                    <a:pt x="14" y="1"/>
                    <a:pt x="7" y="3"/>
                    <a:pt x="0" y="5"/>
                  </a:cubicBezTo>
                  <a:cubicBezTo>
                    <a:pt x="0" y="10"/>
                    <a:pt x="1" y="14"/>
                    <a:pt x="2" y="19"/>
                  </a:cubicBezTo>
                  <a:cubicBezTo>
                    <a:pt x="4" y="28"/>
                    <a:pt x="17" y="26"/>
                    <a:pt x="18"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9"/>
            <p:cNvSpPr/>
            <p:nvPr/>
          </p:nvSpPr>
          <p:spPr>
            <a:xfrm>
              <a:off x="47525" y="-1129535"/>
              <a:ext cx="186120" cy="23040"/>
            </a:xfrm>
            <a:custGeom>
              <a:rect b="b" l="l" r="r" t="t"/>
              <a:pathLst>
                <a:path extrusionOk="0" h="64" w="517">
                  <a:moveTo>
                    <a:pt x="41" y="40"/>
                  </a:moveTo>
                  <a:cubicBezTo>
                    <a:pt x="41" y="40"/>
                    <a:pt x="42" y="40"/>
                    <a:pt x="43" y="41"/>
                  </a:cubicBezTo>
                  <a:cubicBezTo>
                    <a:pt x="44" y="41"/>
                    <a:pt x="44" y="42"/>
                    <a:pt x="45" y="43"/>
                  </a:cubicBezTo>
                  <a:cubicBezTo>
                    <a:pt x="46" y="44"/>
                    <a:pt x="46" y="45"/>
                    <a:pt x="46" y="47"/>
                  </a:cubicBezTo>
                  <a:cubicBezTo>
                    <a:pt x="46" y="48"/>
                    <a:pt x="46" y="49"/>
                    <a:pt x="45" y="50"/>
                  </a:cubicBezTo>
                  <a:cubicBezTo>
                    <a:pt x="43" y="53"/>
                    <a:pt x="42" y="55"/>
                    <a:pt x="40" y="57"/>
                  </a:cubicBezTo>
                  <a:cubicBezTo>
                    <a:pt x="39" y="59"/>
                    <a:pt x="38" y="61"/>
                    <a:pt x="37" y="63"/>
                  </a:cubicBezTo>
                  <a:cubicBezTo>
                    <a:pt x="44" y="55"/>
                    <a:pt x="52" y="49"/>
                    <a:pt x="61" y="44"/>
                  </a:cubicBezTo>
                  <a:cubicBezTo>
                    <a:pt x="75" y="36"/>
                    <a:pt x="92" y="31"/>
                    <a:pt x="108" y="31"/>
                  </a:cubicBezTo>
                  <a:cubicBezTo>
                    <a:pt x="145" y="29"/>
                    <a:pt x="182" y="31"/>
                    <a:pt x="217" y="31"/>
                  </a:cubicBezTo>
                  <a:cubicBezTo>
                    <a:pt x="316" y="28"/>
                    <a:pt x="414" y="39"/>
                    <a:pt x="512" y="35"/>
                  </a:cubicBezTo>
                  <a:cubicBezTo>
                    <a:pt x="513" y="35"/>
                    <a:pt x="513" y="35"/>
                    <a:pt x="514" y="35"/>
                  </a:cubicBezTo>
                  <a:lnTo>
                    <a:pt x="515" y="34"/>
                  </a:lnTo>
                  <a:cubicBezTo>
                    <a:pt x="516" y="33"/>
                    <a:pt x="515" y="33"/>
                    <a:pt x="515" y="33"/>
                  </a:cubicBezTo>
                  <a:cubicBezTo>
                    <a:pt x="515" y="32"/>
                    <a:pt x="516" y="32"/>
                    <a:pt x="515" y="31"/>
                  </a:cubicBezTo>
                  <a:cubicBezTo>
                    <a:pt x="514" y="30"/>
                    <a:pt x="515" y="31"/>
                    <a:pt x="514" y="30"/>
                  </a:cubicBezTo>
                  <a:cubicBezTo>
                    <a:pt x="513" y="29"/>
                    <a:pt x="513" y="30"/>
                    <a:pt x="512" y="30"/>
                  </a:cubicBezTo>
                  <a:cubicBezTo>
                    <a:pt x="397" y="25"/>
                    <a:pt x="283" y="9"/>
                    <a:pt x="168" y="2"/>
                  </a:cubicBezTo>
                  <a:cubicBezTo>
                    <a:pt x="151" y="1"/>
                    <a:pt x="134" y="0"/>
                    <a:pt x="118" y="0"/>
                  </a:cubicBezTo>
                  <a:cubicBezTo>
                    <a:pt x="101" y="0"/>
                    <a:pt x="84" y="1"/>
                    <a:pt x="67" y="2"/>
                  </a:cubicBezTo>
                  <a:cubicBezTo>
                    <a:pt x="68" y="5"/>
                    <a:pt x="68" y="6"/>
                    <a:pt x="68" y="9"/>
                  </a:cubicBezTo>
                  <a:cubicBezTo>
                    <a:pt x="68" y="11"/>
                    <a:pt x="68" y="14"/>
                    <a:pt x="67" y="16"/>
                  </a:cubicBezTo>
                  <a:cubicBezTo>
                    <a:pt x="67" y="17"/>
                    <a:pt x="67" y="19"/>
                    <a:pt x="66" y="20"/>
                  </a:cubicBezTo>
                  <a:cubicBezTo>
                    <a:pt x="65" y="21"/>
                    <a:pt x="65" y="22"/>
                    <a:pt x="63" y="23"/>
                  </a:cubicBezTo>
                  <a:cubicBezTo>
                    <a:pt x="61" y="24"/>
                    <a:pt x="60" y="24"/>
                    <a:pt x="58" y="24"/>
                  </a:cubicBezTo>
                  <a:cubicBezTo>
                    <a:pt x="56" y="24"/>
                    <a:pt x="55" y="24"/>
                    <a:pt x="53" y="23"/>
                  </a:cubicBezTo>
                  <a:cubicBezTo>
                    <a:pt x="51" y="22"/>
                    <a:pt x="51" y="21"/>
                    <a:pt x="50" y="20"/>
                  </a:cubicBezTo>
                  <a:cubicBezTo>
                    <a:pt x="50" y="19"/>
                    <a:pt x="50" y="19"/>
                    <a:pt x="50" y="19"/>
                  </a:cubicBezTo>
                  <a:cubicBezTo>
                    <a:pt x="48" y="15"/>
                    <a:pt x="46" y="12"/>
                    <a:pt x="44" y="8"/>
                  </a:cubicBezTo>
                  <a:cubicBezTo>
                    <a:pt x="40" y="10"/>
                    <a:pt x="36" y="12"/>
                    <a:pt x="32" y="14"/>
                  </a:cubicBezTo>
                  <a:cubicBezTo>
                    <a:pt x="22" y="20"/>
                    <a:pt x="13" y="28"/>
                    <a:pt x="8" y="37"/>
                  </a:cubicBezTo>
                  <a:cubicBezTo>
                    <a:pt x="3" y="45"/>
                    <a:pt x="1" y="52"/>
                    <a:pt x="0" y="61"/>
                  </a:cubicBezTo>
                  <a:cubicBezTo>
                    <a:pt x="1" y="59"/>
                    <a:pt x="1" y="58"/>
                    <a:pt x="2" y="57"/>
                  </a:cubicBezTo>
                  <a:cubicBezTo>
                    <a:pt x="5" y="52"/>
                    <a:pt x="9" y="47"/>
                    <a:pt x="15" y="44"/>
                  </a:cubicBezTo>
                  <a:cubicBezTo>
                    <a:pt x="21" y="41"/>
                    <a:pt x="27" y="39"/>
                    <a:pt x="33" y="39"/>
                  </a:cubicBezTo>
                  <a:cubicBezTo>
                    <a:pt x="36" y="39"/>
                    <a:pt x="38" y="40"/>
                    <a:pt x="41"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9"/>
            <p:cNvSpPr/>
            <p:nvPr/>
          </p:nvSpPr>
          <p:spPr>
            <a:xfrm>
              <a:off x="47525" y="-1115495"/>
              <a:ext cx="16920" cy="15840"/>
            </a:xfrm>
            <a:custGeom>
              <a:rect b="b" l="l" r="r" t="t"/>
              <a:pathLst>
                <a:path extrusionOk="0" h="44" w="47">
                  <a:moveTo>
                    <a:pt x="18" y="41"/>
                  </a:moveTo>
                  <a:cubicBezTo>
                    <a:pt x="25" y="35"/>
                    <a:pt x="31" y="29"/>
                    <a:pt x="37" y="24"/>
                  </a:cubicBezTo>
                  <a:cubicBezTo>
                    <a:pt x="38" y="22"/>
                    <a:pt x="39" y="20"/>
                    <a:pt x="40" y="18"/>
                  </a:cubicBezTo>
                  <a:cubicBezTo>
                    <a:pt x="42" y="16"/>
                    <a:pt x="43" y="14"/>
                    <a:pt x="45" y="11"/>
                  </a:cubicBezTo>
                  <a:cubicBezTo>
                    <a:pt x="46" y="10"/>
                    <a:pt x="46" y="9"/>
                    <a:pt x="46" y="8"/>
                  </a:cubicBezTo>
                  <a:cubicBezTo>
                    <a:pt x="46" y="6"/>
                    <a:pt x="46" y="5"/>
                    <a:pt x="45" y="4"/>
                  </a:cubicBezTo>
                  <a:cubicBezTo>
                    <a:pt x="44" y="3"/>
                    <a:pt x="44" y="2"/>
                    <a:pt x="43" y="2"/>
                  </a:cubicBezTo>
                  <a:cubicBezTo>
                    <a:pt x="42" y="1"/>
                    <a:pt x="41" y="1"/>
                    <a:pt x="41" y="1"/>
                  </a:cubicBezTo>
                  <a:cubicBezTo>
                    <a:pt x="38" y="1"/>
                    <a:pt x="36" y="0"/>
                    <a:pt x="34" y="0"/>
                  </a:cubicBezTo>
                  <a:cubicBezTo>
                    <a:pt x="27" y="0"/>
                    <a:pt x="22" y="2"/>
                    <a:pt x="16" y="5"/>
                  </a:cubicBezTo>
                  <a:cubicBezTo>
                    <a:pt x="10" y="8"/>
                    <a:pt x="6" y="13"/>
                    <a:pt x="2" y="19"/>
                  </a:cubicBezTo>
                  <a:cubicBezTo>
                    <a:pt x="2" y="19"/>
                    <a:pt x="2" y="20"/>
                    <a:pt x="1" y="21"/>
                  </a:cubicBezTo>
                  <a:cubicBezTo>
                    <a:pt x="0" y="25"/>
                    <a:pt x="0" y="29"/>
                    <a:pt x="0" y="33"/>
                  </a:cubicBezTo>
                  <a:cubicBezTo>
                    <a:pt x="0" y="34"/>
                    <a:pt x="0" y="36"/>
                    <a:pt x="1" y="37"/>
                  </a:cubicBezTo>
                  <a:cubicBezTo>
                    <a:pt x="2" y="39"/>
                    <a:pt x="3" y="40"/>
                    <a:pt x="5" y="41"/>
                  </a:cubicBezTo>
                  <a:cubicBezTo>
                    <a:pt x="7" y="42"/>
                    <a:pt x="9" y="43"/>
                    <a:pt x="11" y="43"/>
                  </a:cubicBezTo>
                  <a:cubicBezTo>
                    <a:pt x="13" y="43"/>
                    <a:pt x="15" y="42"/>
                    <a:pt x="17" y="41"/>
                  </a:cubicBezTo>
                  <a:lnTo>
                    <a:pt x="18"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9"/>
            <p:cNvSpPr/>
            <p:nvPr/>
          </p:nvSpPr>
          <p:spPr>
            <a:xfrm>
              <a:off x="61925" y="-1147895"/>
              <a:ext cx="12960" cy="21240"/>
            </a:xfrm>
            <a:custGeom>
              <a:rect b="b" l="l" r="r" t="t"/>
              <a:pathLst>
                <a:path extrusionOk="0" h="59" w="36">
                  <a:moveTo>
                    <a:pt x="28" y="27"/>
                  </a:moveTo>
                  <a:cubicBezTo>
                    <a:pt x="31" y="22"/>
                    <a:pt x="33" y="16"/>
                    <a:pt x="35" y="11"/>
                  </a:cubicBezTo>
                  <a:cubicBezTo>
                    <a:pt x="28" y="9"/>
                    <a:pt x="21" y="6"/>
                    <a:pt x="13" y="4"/>
                  </a:cubicBezTo>
                  <a:cubicBezTo>
                    <a:pt x="13" y="3"/>
                    <a:pt x="12" y="3"/>
                    <a:pt x="12" y="3"/>
                  </a:cubicBezTo>
                  <a:cubicBezTo>
                    <a:pt x="11" y="2"/>
                    <a:pt x="10" y="1"/>
                    <a:pt x="9" y="0"/>
                  </a:cubicBezTo>
                  <a:cubicBezTo>
                    <a:pt x="5" y="9"/>
                    <a:pt x="2" y="19"/>
                    <a:pt x="0" y="29"/>
                  </a:cubicBezTo>
                  <a:cubicBezTo>
                    <a:pt x="0" y="30"/>
                    <a:pt x="0" y="31"/>
                    <a:pt x="0" y="32"/>
                  </a:cubicBezTo>
                  <a:cubicBezTo>
                    <a:pt x="0" y="41"/>
                    <a:pt x="2" y="50"/>
                    <a:pt x="6" y="58"/>
                  </a:cubicBezTo>
                  <a:cubicBezTo>
                    <a:pt x="14" y="56"/>
                    <a:pt x="21" y="54"/>
                    <a:pt x="29" y="52"/>
                  </a:cubicBezTo>
                  <a:cubicBezTo>
                    <a:pt x="27" y="48"/>
                    <a:pt x="26" y="43"/>
                    <a:pt x="26" y="38"/>
                  </a:cubicBezTo>
                  <a:cubicBezTo>
                    <a:pt x="26" y="34"/>
                    <a:pt x="27" y="31"/>
                    <a:pt x="28"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9"/>
            <p:cNvSpPr/>
            <p:nvPr/>
          </p:nvSpPr>
          <p:spPr>
            <a:xfrm>
              <a:off x="62285" y="-1182095"/>
              <a:ext cx="13680" cy="26640"/>
            </a:xfrm>
            <a:custGeom>
              <a:rect b="b" l="l" r="r" t="t"/>
              <a:pathLst>
                <a:path extrusionOk="0" h="74" w="38">
                  <a:moveTo>
                    <a:pt x="27" y="70"/>
                  </a:moveTo>
                  <a:lnTo>
                    <a:pt x="36" y="73"/>
                  </a:lnTo>
                  <a:cubicBezTo>
                    <a:pt x="37" y="71"/>
                    <a:pt x="37" y="70"/>
                    <a:pt x="37" y="68"/>
                  </a:cubicBezTo>
                  <a:cubicBezTo>
                    <a:pt x="37" y="60"/>
                    <a:pt x="35" y="53"/>
                    <a:pt x="32" y="46"/>
                  </a:cubicBezTo>
                  <a:cubicBezTo>
                    <a:pt x="24" y="34"/>
                    <a:pt x="32" y="24"/>
                    <a:pt x="33" y="12"/>
                  </a:cubicBezTo>
                  <a:cubicBezTo>
                    <a:pt x="33" y="12"/>
                    <a:pt x="34" y="12"/>
                    <a:pt x="34" y="11"/>
                  </a:cubicBezTo>
                  <a:lnTo>
                    <a:pt x="33" y="10"/>
                  </a:lnTo>
                  <a:cubicBezTo>
                    <a:pt x="31" y="9"/>
                    <a:pt x="29" y="8"/>
                    <a:pt x="28" y="7"/>
                  </a:cubicBezTo>
                  <a:cubicBezTo>
                    <a:pt x="27" y="7"/>
                    <a:pt x="26" y="6"/>
                    <a:pt x="25" y="5"/>
                  </a:cubicBezTo>
                  <a:lnTo>
                    <a:pt x="23" y="4"/>
                  </a:lnTo>
                  <a:cubicBezTo>
                    <a:pt x="1" y="0"/>
                    <a:pt x="0" y="43"/>
                    <a:pt x="10" y="57"/>
                  </a:cubicBezTo>
                  <a:lnTo>
                    <a:pt x="10" y="58"/>
                  </a:lnTo>
                  <a:cubicBezTo>
                    <a:pt x="12" y="62"/>
                    <a:pt x="13" y="66"/>
                    <a:pt x="13" y="71"/>
                  </a:cubicBezTo>
                  <a:cubicBezTo>
                    <a:pt x="16" y="70"/>
                    <a:pt x="18" y="69"/>
                    <a:pt x="21" y="69"/>
                  </a:cubicBezTo>
                  <a:cubicBezTo>
                    <a:pt x="23" y="69"/>
                    <a:pt x="25" y="70"/>
                    <a:pt x="27"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9"/>
            <p:cNvSpPr/>
            <p:nvPr/>
          </p:nvSpPr>
          <p:spPr>
            <a:xfrm>
              <a:off x="64445" y="-1129175"/>
              <a:ext cx="8640" cy="7920"/>
            </a:xfrm>
            <a:custGeom>
              <a:rect b="b" l="l" r="r" t="t"/>
              <a:pathLst>
                <a:path extrusionOk="0" h="22" w="24">
                  <a:moveTo>
                    <a:pt x="22" y="14"/>
                  </a:moveTo>
                  <a:cubicBezTo>
                    <a:pt x="22" y="12"/>
                    <a:pt x="23" y="9"/>
                    <a:pt x="23" y="7"/>
                  </a:cubicBezTo>
                  <a:cubicBezTo>
                    <a:pt x="23" y="4"/>
                    <a:pt x="22" y="3"/>
                    <a:pt x="22" y="0"/>
                  </a:cubicBezTo>
                  <a:cubicBezTo>
                    <a:pt x="14" y="2"/>
                    <a:pt x="7" y="4"/>
                    <a:pt x="0" y="6"/>
                  </a:cubicBezTo>
                  <a:cubicBezTo>
                    <a:pt x="1" y="10"/>
                    <a:pt x="3" y="13"/>
                    <a:pt x="5" y="17"/>
                  </a:cubicBezTo>
                  <a:cubicBezTo>
                    <a:pt x="6" y="18"/>
                    <a:pt x="7" y="19"/>
                    <a:pt x="8" y="20"/>
                  </a:cubicBezTo>
                  <a:cubicBezTo>
                    <a:pt x="10" y="21"/>
                    <a:pt x="11" y="21"/>
                    <a:pt x="13" y="21"/>
                  </a:cubicBezTo>
                  <a:cubicBezTo>
                    <a:pt x="15" y="21"/>
                    <a:pt x="16" y="21"/>
                    <a:pt x="18" y="20"/>
                  </a:cubicBezTo>
                  <a:cubicBezTo>
                    <a:pt x="20" y="19"/>
                    <a:pt x="20" y="18"/>
                    <a:pt x="21" y="17"/>
                  </a:cubicBezTo>
                  <a:cubicBezTo>
                    <a:pt x="21" y="16"/>
                    <a:pt x="22" y="15"/>
                    <a:pt x="2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9"/>
            <p:cNvSpPr/>
            <p:nvPr/>
          </p:nvSpPr>
          <p:spPr>
            <a:xfrm>
              <a:off x="56885" y="-1225655"/>
              <a:ext cx="76320" cy="48240"/>
            </a:xfrm>
            <a:custGeom>
              <a:rect b="b" l="l" r="r" t="t"/>
              <a:pathLst>
                <a:path extrusionOk="0" h="134" w="212">
                  <a:moveTo>
                    <a:pt x="48" y="131"/>
                  </a:moveTo>
                  <a:cubicBezTo>
                    <a:pt x="56" y="132"/>
                    <a:pt x="65" y="133"/>
                    <a:pt x="73" y="133"/>
                  </a:cubicBezTo>
                  <a:cubicBezTo>
                    <a:pt x="84" y="133"/>
                    <a:pt x="94" y="132"/>
                    <a:pt x="105" y="130"/>
                  </a:cubicBezTo>
                  <a:cubicBezTo>
                    <a:pt x="132" y="126"/>
                    <a:pt x="159" y="124"/>
                    <a:pt x="186" y="124"/>
                  </a:cubicBezTo>
                  <a:cubicBezTo>
                    <a:pt x="192" y="124"/>
                    <a:pt x="199" y="124"/>
                    <a:pt x="206" y="125"/>
                  </a:cubicBezTo>
                  <a:cubicBezTo>
                    <a:pt x="211" y="125"/>
                    <a:pt x="211" y="119"/>
                    <a:pt x="206" y="118"/>
                  </a:cubicBezTo>
                  <a:cubicBezTo>
                    <a:pt x="164" y="109"/>
                    <a:pt x="121" y="103"/>
                    <a:pt x="77" y="102"/>
                  </a:cubicBezTo>
                  <a:cubicBezTo>
                    <a:pt x="50" y="102"/>
                    <a:pt x="58" y="69"/>
                    <a:pt x="54" y="50"/>
                  </a:cubicBezTo>
                  <a:cubicBezTo>
                    <a:pt x="51" y="35"/>
                    <a:pt x="40" y="25"/>
                    <a:pt x="39" y="8"/>
                  </a:cubicBezTo>
                  <a:cubicBezTo>
                    <a:pt x="39" y="7"/>
                    <a:pt x="39" y="6"/>
                    <a:pt x="39" y="6"/>
                  </a:cubicBezTo>
                  <a:cubicBezTo>
                    <a:pt x="39" y="5"/>
                    <a:pt x="39" y="4"/>
                    <a:pt x="39" y="3"/>
                  </a:cubicBezTo>
                  <a:lnTo>
                    <a:pt x="32" y="3"/>
                  </a:lnTo>
                  <a:cubicBezTo>
                    <a:pt x="31" y="4"/>
                    <a:pt x="29" y="4"/>
                    <a:pt x="27" y="4"/>
                  </a:cubicBezTo>
                  <a:cubicBezTo>
                    <a:pt x="22" y="4"/>
                    <a:pt x="16" y="2"/>
                    <a:pt x="12" y="0"/>
                  </a:cubicBezTo>
                  <a:cubicBezTo>
                    <a:pt x="10" y="1"/>
                    <a:pt x="9" y="2"/>
                    <a:pt x="8" y="4"/>
                  </a:cubicBezTo>
                  <a:cubicBezTo>
                    <a:pt x="0" y="20"/>
                    <a:pt x="11" y="43"/>
                    <a:pt x="20" y="58"/>
                  </a:cubicBezTo>
                  <a:cubicBezTo>
                    <a:pt x="28" y="73"/>
                    <a:pt x="17" y="92"/>
                    <a:pt x="24" y="106"/>
                  </a:cubicBezTo>
                  <a:cubicBezTo>
                    <a:pt x="25" y="108"/>
                    <a:pt x="26" y="109"/>
                    <a:pt x="27" y="111"/>
                  </a:cubicBezTo>
                  <a:cubicBezTo>
                    <a:pt x="30" y="116"/>
                    <a:pt x="33" y="120"/>
                    <a:pt x="38" y="124"/>
                  </a:cubicBezTo>
                  <a:cubicBezTo>
                    <a:pt x="40" y="124"/>
                    <a:pt x="43" y="125"/>
                    <a:pt x="45" y="126"/>
                  </a:cubicBezTo>
                  <a:cubicBezTo>
                    <a:pt x="46" y="127"/>
                    <a:pt x="46" y="127"/>
                    <a:pt x="47" y="128"/>
                  </a:cubicBezTo>
                  <a:cubicBezTo>
                    <a:pt x="47" y="129"/>
                    <a:pt x="47" y="130"/>
                    <a:pt x="48"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9"/>
            <p:cNvSpPr/>
            <p:nvPr/>
          </p:nvSpPr>
          <p:spPr>
            <a:xfrm>
              <a:off x="60485" y="-1227455"/>
              <a:ext cx="7920" cy="3600"/>
            </a:xfrm>
            <a:custGeom>
              <a:rect b="b" l="l" r="r" t="t"/>
              <a:pathLst>
                <a:path extrusionOk="0" h="10" w="22">
                  <a:moveTo>
                    <a:pt x="21" y="9"/>
                  </a:moveTo>
                  <a:cubicBezTo>
                    <a:pt x="19" y="9"/>
                    <a:pt x="18" y="9"/>
                    <a:pt x="16" y="8"/>
                  </a:cubicBezTo>
                  <a:cubicBezTo>
                    <a:pt x="14" y="7"/>
                    <a:pt x="14" y="7"/>
                    <a:pt x="13" y="5"/>
                  </a:cubicBezTo>
                  <a:cubicBezTo>
                    <a:pt x="12" y="3"/>
                    <a:pt x="12" y="2"/>
                    <a:pt x="12" y="0"/>
                  </a:cubicBezTo>
                  <a:cubicBezTo>
                    <a:pt x="9" y="0"/>
                    <a:pt x="7" y="1"/>
                    <a:pt x="4" y="3"/>
                  </a:cubicBezTo>
                  <a:cubicBezTo>
                    <a:pt x="3" y="3"/>
                    <a:pt x="2" y="4"/>
                    <a:pt x="0" y="5"/>
                  </a:cubicBezTo>
                  <a:cubicBezTo>
                    <a:pt x="5" y="8"/>
                    <a:pt x="11" y="9"/>
                    <a:pt x="16" y="9"/>
                  </a:cubicBezTo>
                  <a:cubicBezTo>
                    <a:pt x="18" y="9"/>
                    <a:pt x="20" y="9"/>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9"/>
            <p:cNvSpPr/>
            <p:nvPr/>
          </p:nvSpPr>
          <p:spPr>
            <a:xfrm>
              <a:off x="68405" y="-1225295"/>
              <a:ext cx="2880" cy="1080"/>
            </a:xfrm>
            <a:custGeom>
              <a:rect b="b" l="l" r="r" t="t"/>
              <a:pathLst>
                <a:path extrusionOk="0" h="3" w="8">
                  <a:moveTo>
                    <a:pt x="3" y="2"/>
                  </a:moveTo>
                  <a:lnTo>
                    <a:pt x="2" y="2"/>
                  </a:lnTo>
                  <a:cubicBezTo>
                    <a:pt x="1" y="2"/>
                    <a:pt x="1" y="2"/>
                    <a:pt x="0" y="2"/>
                  </a:cubicBezTo>
                  <a:lnTo>
                    <a:pt x="7" y="2"/>
                  </a:lnTo>
                  <a:lnTo>
                    <a:pt x="7" y="1"/>
                  </a:lnTo>
                  <a:lnTo>
                    <a:pt x="7" y="0"/>
                  </a:ln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9"/>
            <p:cNvSpPr/>
            <p:nvPr/>
          </p:nvSpPr>
          <p:spPr>
            <a:xfrm>
              <a:off x="64805" y="-1227815"/>
              <a:ext cx="6120" cy="3960"/>
            </a:xfrm>
            <a:custGeom>
              <a:rect b="b" l="l" r="r" t="t"/>
              <a:pathLst>
                <a:path extrusionOk="0" h="11" w="17">
                  <a:moveTo>
                    <a:pt x="16" y="8"/>
                  </a:moveTo>
                  <a:lnTo>
                    <a:pt x="16" y="7"/>
                  </a:lnTo>
                  <a:cubicBezTo>
                    <a:pt x="15" y="5"/>
                    <a:pt x="13" y="3"/>
                    <a:pt x="11" y="2"/>
                  </a:cubicBezTo>
                  <a:cubicBezTo>
                    <a:pt x="9" y="1"/>
                    <a:pt x="6" y="0"/>
                    <a:pt x="4" y="0"/>
                  </a:cubicBezTo>
                  <a:cubicBezTo>
                    <a:pt x="3" y="0"/>
                    <a:pt x="1" y="0"/>
                    <a:pt x="0" y="1"/>
                  </a:cubicBezTo>
                  <a:cubicBezTo>
                    <a:pt x="0" y="3"/>
                    <a:pt x="0" y="4"/>
                    <a:pt x="1" y="6"/>
                  </a:cubicBezTo>
                  <a:cubicBezTo>
                    <a:pt x="2" y="8"/>
                    <a:pt x="3" y="8"/>
                    <a:pt x="5" y="9"/>
                  </a:cubicBezTo>
                  <a:cubicBezTo>
                    <a:pt x="7" y="10"/>
                    <a:pt x="7" y="10"/>
                    <a:pt x="9" y="10"/>
                  </a:cubicBezTo>
                  <a:cubicBezTo>
                    <a:pt x="10" y="10"/>
                    <a:pt x="10" y="10"/>
                    <a:pt x="11" y="10"/>
                  </a:cubicBezTo>
                  <a:cubicBezTo>
                    <a:pt x="12" y="10"/>
                    <a:pt x="12" y="10"/>
                    <a:pt x="13" y="10"/>
                  </a:cubicBezTo>
                  <a:lnTo>
                    <a:pt x="16"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9"/>
            <p:cNvSpPr/>
            <p:nvPr/>
          </p:nvSpPr>
          <p:spPr>
            <a:xfrm>
              <a:off x="70205" y="-1180655"/>
              <a:ext cx="4320" cy="2520"/>
            </a:xfrm>
            <a:custGeom>
              <a:rect b="b" l="l" r="r" t="t"/>
              <a:pathLst>
                <a:path extrusionOk="0" h="7" w="12">
                  <a:moveTo>
                    <a:pt x="11" y="6"/>
                  </a:moveTo>
                  <a:cubicBezTo>
                    <a:pt x="10" y="6"/>
                    <a:pt x="10" y="5"/>
                    <a:pt x="10" y="5"/>
                  </a:cubicBezTo>
                  <a:cubicBezTo>
                    <a:pt x="9" y="4"/>
                    <a:pt x="8" y="3"/>
                    <a:pt x="7" y="2"/>
                  </a:cubicBezTo>
                  <a:cubicBezTo>
                    <a:pt x="5" y="1"/>
                    <a:pt x="2" y="0"/>
                    <a:pt x="0" y="0"/>
                  </a:cubicBezTo>
                  <a:lnTo>
                    <a:pt x="2" y="2"/>
                  </a:lnTo>
                  <a:cubicBezTo>
                    <a:pt x="3" y="2"/>
                    <a:pt x="4" y="3"/>
                    <a:pt x="5" y="3"/>
                  </a:cubicBezTo>
                  <a:cubicBezTo>
                    <a:pt x="7" y="4"/>
                    <a:pt x="9" y="5"/>
                    <a:pt x="1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9"/>
            <p:cNvSpPr/>
            <p:nvPr/>
          </p:nvSpPr>
          <p:spPr>
            <a:xfrm>
              <a:off x="1220765" y="-620135"/>
              <a:ext cx="38160" cy="57960"/>
            </a:xfrm>
            <a:custGeom>
              <a:rect b="b" l="l" r="r" t="t"/>
              <a:pathLst>
                <a:path extrusionOk="0" h="161" w="106">
                  <a:moveTo>
                    <a:pt x="5" y="160"/>
                  </a:moveTo>
                  <a:cubicBezTo>
                    <a:pt x="34" y="151"/>
                    <a:pt x="50" y="119"/>
                    <a:pt x="67" y="97"/>
                  </a:cubicBezTo>
                  <a:cubicBezTo>
                    <a:pt x="84" y="75"/>
                    <a:pt x="105" y="36"/>
                    <a:pt x="100" y="4"/>
                  </a:cubicBezTo>
                  <a:cubicBezTo>
                    <a:pt x="100" y="3"/>
                    <a:pt x="100" y="3"/>
                    <a:pt x="100" y="2"/>
                  </a:cubicBezTo>
                  <a:cubicBezTo>
                    <a:pt x="100" y="1"/>
                    <a:pt x="99" y="1"/>
                    <a:pt x="99" y="1"/>
                  </a:cubicBezTo>
                  <a:cubicBezTo>
                    <a:pt x="98" y="0"/>
                    <a:pt x="97" y="0"/>
                    <a:pt x="97" y="0"/>
                  </a:cubicBezTo>
                  <a:cubicBezTo>
                    <a:pt x="96" y="0"/>
                    <a:pt x="96" y="0"/>
                    <a:pt x="95" y="1"/>
                  </a:cubicBezTo>
                  <a:lnTo>
                    <a:pt x="94" y="2"/>
                  </a:lnTo>
                  <a:cubicBezTo>
                    <a:pt x="93" y="3"/>
                    <a:pt x="93" y="3"/>
                    <a:pt x="93" y="4"/>
                  </a:cubicBezTo>
                  <a:cubicBezTo>
                    <a:pt x="84" y="38"/>
                    <a:pt x="60" y="68"/>
                    <a:pt x="41" y="97"/>
                  </a:cubicBezTo>
                  <a:cubicBezTo>
                    <a:pt x="29" y="116"/>
                    <a:pt x="15" y="136"/>
                    <a:pt x="1" y="154"/>
                  </a:cubicBezTo>
                  <a:lnTo>
                    <a:pt x="1" y="155"/>
                  </a:lnTo>
                  <a:lnTo>
                    <a:pt x="0" y="156"/>
                  </a:lnTo>
                  <a:cubicBezTo>
                    <a:pt x="0" y="157"/>
                    <a:pt x="1" y="158"/>
                    <a:pt x="1" y="158"/>
                  </a:cubicBezTo>
                  <a:cubicBezTo>
                    <a:pt x="1" y="159"/>
                    <a:pt x="2" y="160"/>
                    <a:pt x="2" y="160"/>
                  </a:cubicBezTo>
                  <a:cubicBezTo>
                    <a:pt x="3" y="160"/>
                    <a:pt x="4" y="160"/>
                    <a:pt x="4" y="160"/>
                  </a:cubicBezTo>
                  <a:cubicBezTo>
                    <a:pt x="5" y="160"/>
                    <a:pt x="5" y="160"/>
                    <a:pt x="5"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9"/>
            <p:cNvSpPr/>
            <p:nvPr/>
          </p:nvSpPr>
          <p:spPr>
            <a:xfrm>
              <a:off x="1165325" y="-535535"/>
              <a:ext cx="29520" cy="24120"/>
            </a:xfrm>
            <a:custGeom>
              <a:rect b="b" l="l" r="r" t="t"/>
              <a:pathLst>
                <a:path extrusionOk="0" h="67" w="82">
                  <a:moveTo>
                    <a:pt x="0" y="60"/>
                  </a:moveTo>
                  <a:lnTo>
                    <a:pt x="0" y="61"/>
                  </a:lnTo>
                  <a:cubicBezTo>
                    <a:pt x="0" y="62"/>
                    <a:pt x="0" y="63"/>
                    <a:pt x="0" y="64"/>
                  </a:cubicBezTo>
                  <a:cubicBezTo>
                    <a:pt x="1" y="64"/>
                    <a:pt x="1" y="64"/>
                    <a:pt x="2" y="65"/>
                  </a:cubicBezTo>
                  <a:cubicBezTo>
                    <a:pt x="3" y="65"/>
                    <a:pt x="4" y="66"/>
                    <a:pt x="4" y="66"/>
                  </a:cubicBezTo>
                  <a:cubicBezTo>
                    <a:pt x="5" y="66"/>
                    <a:pt x="6" y="66"/>
                    <a:pt x="6" y="66"/>
                  </a:cubicBezTo>
                  <a:cubicBezTo>
                    <a:pt x="9" y="64"/>
                    <a:pt x="12" y="63"/>
                    <a:pt x="15" y="61"/>
                  </a:cubicBezTo>
                  <a:cubicBezTo>
                    <a:pt x="39" y="47"/>
                    <a:pt x="61" y="28"/>
                    <a:pt x="79" y="7"/>
                  </a:cubicBezTo>
                  <a:cubicBezTo>
                    <a:pt x="81" y="4"/>
                    <a:pt x="79" y="0"/>
                    <a:pt x="75" y="2"/>
                  </a:cubicBezTo>
                  <a:cubicBezTo>
                    <a:pt x="61" y="11"/>
                    <a:pt x="45" y="18"/>
                    <a:pt x="31" y="28"/>
                  </a:cubicBezTo>
                  <a:cubicBezTo>
                    <a:pt x="20" y="36"/>
                    <a:pt x="4" y="48"/>
                    <a:pt x="0"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9"/>
            <p:cNvSpPr/>
            <p:nvPr/>
          </p:nvSpPr>
          <p:spPr>
            <a:xfrm>
              <a:off x="752045" y="-497015"/>
              <a:ext cx="393480" cy="61920"/>
            </a:xfrm>
            <a:custGeom>
              <a:rect b="b" l="l" r="r" t="t"/>
              <a:pathLst>
                <a:path extrusionOk="0" h="172" w="1093">
                  <a:moveTo>
                    <a:pt x="745" y="124"/>
                  </a:moveTo>
                  <a:cubicBezTo>
                    <a:pt x="792" y="123"/>
                    <a:pt x="841" y="98"/>
                    <a:pt x="886" y="87"/>
                  </a:cubicBezTo>
                  <a:cubicBezTo>
                    <a:pt x="958" y="70"/>
                    <a:pt x="1021" y="28"/>
                    <a:pt x="1090" y="5"/>
                  </a:cubicBezTo>
                  <a:lnTo>
                    <a:pt x="1091" y="5"/>
                  </a:lnTo>
                  <a:cubicBezTo>
                    <a:pt x="1091" y="4"/>
                    <a:pt x="1091" y="4"/>
                    <a:pt x="1091" y="4"/>
                  </a:cubicBezTo>
                  <a:cubicBezTo>
                    <a:pt x="1092" y="3"/>
                    <a:pt x="1092" y="3"/>
                    <a:pt x="1092" y="2"/>
                  </a:cubicBezTo>
                  <a:lnTo>
                    <a:pt x="1091" y="1"/>
                  </a:lnTo>
                  <a:lnTo>
                    <a:pt x="1091" y="0"/>
                  </a:lnTo>
                  <a:lnTo>
                    <a:pt x="1090" y="0"/>
                  </a:lnTo>
                  <a:cubicBezTo>
                    <a:pt x="1048" y="5"/>
                    <a:pt x="1000" y="34"/>
                    <a:pt x="959" y="47"/>
                  </a:cubicBezTo>
                  <a:cubicBezTo>
                    <a:pt x="918" y="60"/>
                    <a:pt x="871" y="71"/>
                    <a:pt x="827" y="83"/>
                  </a:cubicBezTo>
                  <a:cubicBezTo>
                    <a:pt x="771" y="97"/>
                    <a:pt x="714" y="106"/>
                    <a:pt x="656" y="112"/>
                  </a:cubicBezTo>
                  <a:cubicBezTo>
                    <a:pt x="620" y="118"/>
                    <a:pt x="585" y="122"/>
                    <a:pt x="549" y="123"/>
                  </a:cubicBezTo>
                  <a:cubicBezTo>
                    <a:pt x="473" y="119"/>
                    <a:pt x="398" y="133"/>
                    <a:pt x="323" y="139"/>
                  </a:cubicBezTo>
                  <a:cubicBezTo>
                    <a:pt x="216" y="148"/>
                    <a:pt x="107" y="128"/>
                    <a:pt x="2" y="146"/>
                  </a:cubicBezTo>
                  <a:lnTo>
                    <a:pt x="1" y="146"/>
                  </a:lnTo>
                  <a:lnTo>
                    <a:pt x="0" y="147"/>
                  </a:lnTo>
                  <a:cubicBezTo>
                    <a:pt x="0" y="148"/>
                    <a:pt x="0" y="148"/>
                    <a:pt x="0" y="149"/>
                  </a:cubicBezTo>
                  <a:lnTo>
                    <a:pt x="0" y="150"/>
                  </a:lnTo>
                  <a:cubicBezTo>
                    <a:pt x="1" y="150"/>
                    <a:pt x="1" y="151"/>
                    <a:pt x="1" y="151"/>
                  </a:cubicBezTo>
                  <a:lnTo>
                    <a:pt x="2" y="151"/>
                  </a:lnTo>
                  <a:cubicBezTo>
                    <a:pt x="115" y="171"/>
                    <a:pt x="228" y="159"/>
                    <a:pt x="342" y="162"/>
                  </a:cubicBezTo>
                  <a:cubicBezTo>
                    <a:pt x="381" y="162"/>
                    <a:pt x="419" y="151"/>
                    <a:pt x="458" y="150"/>
                  </a:cubicBezTo>
                  <a:cubicBezTo>
                    <a:pt x="505" y="148"/>
                    <a:pt x="559" y="152"/>
                    <a:pt x="605" y="141"/>
                  </a:cubicBezTo>
                  <a:cubicBezTo>
                    <a:pt x="651" y="131"/>
                    <a:pt x="698" y="126"/>
                    <a:pt x="74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9"/>
            <p:cNvSpPr/>
            <p:nvPr/>
          </p:nvSpPr>
          <p:spPr>
            <a:xfrm>
              <a:off x="1018805" y="-530855"/>
              <a:ext cx="192240" cy="92160"/>
            </a:xfrm>
            <a:custGeom>
              <a:rect b="b" l="l" r="r" t="t"/>
              <a:pathLst>
                <a:path extrusionOk="0" h="256" w="534">
                  <a:moveTo>
                    <a:pt x="531" y="0"/>
                  </a:moveTo>
                  <a:cubicBezTo>
                    <a:pt x="435" y="68"/>
                    <a:pt x="342" y="145"/>
                    <a:pt x="227" y="181"/>
                  </a:cubicBezTo>
                  <a:cubicBezTo>
                    <a:pt x="166" y="200"/>
                    <a:pt x="104" y="216"/>
                    <a:pt x="41" y="228"/>
                  </a:cubicBezTo>
                  <a:cubicBezTo>
                    <a:pt x="26" y="231"/>
                    <a:pt x="11" y="232"/>
                    <a:pt x="2" y="246"/>
                  </a:cubicBezTo>
                  <a:cubicBezTo>
                    <a:pt x="0" y="250"/>
                    <a:pt x="4" y="255"/>
                    <a:pt x="8" y="253"/>
                  </a:cubicBezTo>
                  <a:cubicBezTo>
                    <a:pt x="29" y="240"/>
                    <a:pt x="60" y="245"/>
                    <a:pt x="82" y="240"/>
                  </a:cubicBezTo>
                  <a:cubicBezTo>
                    <a:pt x="111" y="235"/>
                    <a:pt x="139" y="230"/>
                    <a:pt x="167" y="222"/>
                  </a:cubicBezTo>
                  <a:cubicBezTo>
                    <a:pt x="215" y="209"/>
                    <a:pt x="261" y="191"/>
                    <a:pt x="305" y="168"/>
                  </a:cubicBezTo>
                  <a:cubicBezTo>
                    <a:pt x="316" y="163"/>
                    <a:pt x="327" y="157"/>
                    <a:pt x="337" y="150"/>
                  </a:cubicBezTo>
                  <a:cubicBezTo>
                    <a:pt x="409" y="109"/>
                    <a:pt x="474" y="59"/>
                    <a:pt x="532" y="2"/>
                  </a:cubicBezTo>
                  <a:cubicBezTo>
                    <a:pt x="533" y="2"/>
                    <a:pt x="533" y="2"/>
                    <a:pt x="533" y="2"/>
                  </a:cubicBezTo>
                  <a:cubicBezTo>
                    <a:pt x="533" y="1"/>
                    <a:pt x="533" y="1"/>
                    <a:pt x="533" y="1"/>
                  </a:cubicBezTo>
                  <a:lnTo>
                    <a:pt x="533" y="0"/>
                  </a:lnTo>
                  <a:lnTo>
                    <a:pt x="532" y="0"/>
                  </a:lnTo>
                  <a:cubicBezTo>
                    <a:pt x="531" y="0"/>
                    <a:pt x="531" y="0"/>
                    <a:pt x="5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9"/>
            <p:cNvSpPr/>
            <p:nvPr/>
          </p:nvSpPr>
          <p:spPr>
            <a:xfrm>
              <a:off x="978845" y="-459575"/>
              <a:ext cx="153720" cy="37080"/>
            </a:xfrm>
            <a:custGeom>
              <a:rect b="b" l="l" r="r" t="t"/>
              <a:pathLst>
                <a:path extrusionOk="0" h="103" w="427">
                  <a:moveTo>
                    <a:pt x="422" y="1"/>
                  </a:moveTo>
                  <a:cubicBezTo>
                    <a:pt x="388" y="23"/>
                    <a:pt x="343" y="27"/>
                    <a:pt x="305" y="40"/>
                  </a:cubicBezTo>
                  <a:cubicBezTo>
                    <a:pt x="272" y="52"/>
                    <a:pt x="238" y="60"/>
                    <a:pt x="203" y="63"/>
                  </a:cubicBezTo>
                  <a:cubicBezTo>
                    <a:pt x="136" y="65"/>
                    <a:pt x="70" y="74"/>
                    <a:pt x="4" y="90"/>
                  </a:cubicBezTo>
                  <a:cubicBezTo>
                    <a:pt x="1" y="90"/>
                    <a:pt x="0" y="96"/>
                    <a:pt x="4" y="96"/>
                  </a:cubicBezTo>
                  <a:cubicBezTo>
                    <a:pt x="83" y="102"/>
                    <a:pt x="172" y="85"/>
                    <a:pt x="249" y="69"/>
                  </a:cubicBezTo>
                  <a:cubicBezTo>
                    <a:pt x="290" y="61"/>
                    <a:pt x="329" y="42"/>
                    <a:pt x="369" y="30"/>
                  </a:cubicBezTo>
                  <a:cubicBezTo>
                    <a:pt x="381" y="27"/>
                    <a:pt x="394" y="22"/>
                    <a:pt x="405" y="16"/>
                  </a:cubicBezTo>
                  <a:cubicBezTo>
                    <a:pt x="412" y="12"/>
                    <a:pt x="418" y="8"/>
                    <a:pt x="424" y="3"/>
                  </a:cubicBezTo>
                  <a:cubicBezTo>
                    <a:pt x="426" y="2"/>
                    <a:pt x="423" y="0"/>
                    <a:pt x="4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9"/>
            <p:cNvSpPr/>
            <p:nvPr/>
          </p:nvSpPr>
          <p:spPr>
            <a:xfrm>
              <a:off x="940325" y="-421775"/>
              <a:ext cx="132480" cy="15120"/>
            </a:xfrm>
            <a:custGeom>
              <a:rect b="b" l="l" r="r" t="t"/>
              <a:pathLst>
                <a:path extrusionOk="0" h="42" w="368">
                  <a:moveTo>
                    <a:pt x="364" y="0"/>
                  </a:moveTo>
                  <a:cubicBezTo>
                    <a:pt x="339" y="14"/>
                    <a:pt x="291" y="11"/>
                    <a:pt x="263" y="15"/>
                  </a:cubicBezTo>
                  <a:cubicBezTo>
                    <a:pt x="226" y="21"/>
                    <a:pt x="189" y="24"/>
                    <a:pt x="152" y="24"/>
                  </a:cubicBezTo>
                  <a:cubicBezTo>
                    <a:pt x="118" y="24"/>
                    <a:pt x="85" y="30"/>
                    <a:pt x="51" y="28"/>
                  </a:cubicBezTo>
                  <a:cubicBezTo>
                    <a:pt x="46" y="27"/>
                    <a:pt x="41" y="26"/>
                    <a:pt x="36" y="26"/>
                  </a:cubicBezTo>
                  <a:cubicBezTo>
                    <a:pt x="24" y="26"/>
                    <a:pt x="13" y="29"/>
                    <a:pt x="2" y="35"/>
                  </a:cubicBezTo>
                  <a:cubicBezTo>
                    <a:pt x="0" y="36"/>
                    <a:pt x="1" y="41"/>
                    <a:pt x="4" y="40"/>
                  </a:cubicBezTo>
                  <a:cubicBezTo>
                    <a:pt x="31" y="35"/>
                    <a:pt x="58" y="33"/>
                    <a:pt x="85" y="33"/>
                  </a:cubicBezTo>
                  <a:cubicBezTo>
                    <a:pt x="96" y="33"/>
                    <a:pt x="107" y="34"/>
                    <a:pt x="118" y="34"/>
                  </a:cubicBezTo>
                  <a:cubicBezTo>
                    <a:pt x="123" y="34"/>
                    <a:pt x="127" y="34"/>
                    <a:pt x="132" y="34"/>
                  </a:cubicBezTo>
                  <a:cubicBezTo>
                    <a:pt x="163" y="34"/>
                    <a:pt x="194" y="33"/>
                    <a:pt x="225" y="29"/>
                  </a:cubicBezTo>
                  <a:cubicBezTo>
                    <a:pt x="265" y="25"/>
                    <a:pt x="334" y="27"/>
                    <a:pt x="366" y="4"/>
                  </a:cubicBezTo>
                  <a:cubicBezTo>
                    <a:pt x="367" y="4"/>
                    <a:pt x="367" y="4"/>
                    <a:pt x="367" y="3"/>
                  </a:cubicBezTo>
                  <a:lnTo>
                    <a:pt x="367" y="2"/>
                  </a:lnTo>
                  <a:lnTo>
                    <a:pt x="367" y="1"/>
                  </a:lnTo>
                  <a:cubicBezTo>
                    <a:pt x="367" y="0"/>
                    <a:pt x="367" y="0"/>
                    <a:pt x="366" y="0"/>
                  </a:cubicBezTo>
                  <a:lnTo>
                    <a:pt x="365" y="0"/>
                  </a:lnTo>
                  <a:lnTo>
                    <a:pt x="3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9"/>
            <p:cNvSpPr/>
            <p:nvPr/>
          </p:nvSpPr>
          <p:spPr>
            <a:xfrm>
              <a:off x="948245" y="-407375"/>
              <a:ext cx="78480" cy="10440"/>
            </a:xfrm>
            <a:custGeom>
              <a:rect b="b" l="l" r="r" t="t"/>
              <a:pathLst>
                <a:path extrusionOk="0" h="29" w="218">
                  <a:moveTo>
                    <a:pt x="211" y="9"/>
                  </a:moveTo>
                  <a:cubicBezTo>
                    <a:pt x="155" y="9"/>
                    <a:pt x="97" y="5"/>
                    <a:pt x="41" y="2"/>
                  </a:cubicBezTo>
                  <a:cubicBezTo>
                    <a:pt x="25" y="2"/>
                    <a:pt x="2" y="0"/>
                    <a:pt x="0" y="22"/>
                  </a:cubicBezTo>
                  <a:cubicBezTo>
                    <a:pt x="0" y="23"/>
                    <a:pt x="0" y="24"/>
                    <a:pt x="1" y="25"/>
                  </a:cubicBezTo>
                  <a:cubicBezTo>
                    <a:pt x="2" y="26"/>
                    <a:pt x="2" y="27"/>
                    <a:pt x="3" y="27"/>
                  </a:cubicBezTo>
                  <a:cubicBezTo>
                    <a:pt x="4" y="28"/>
                    <a:pt x="5" y="28"/>
                    <a:pt x="6" y="28"/>
                  </a:cubicBezTo>
                  <a:cubicBezTo>
                    <a:pt x="7" y="28"/>
                    <a:pt x="8" y="28"/>
                    <a:pt x="8" y="27"/>
                  </a:cubicBezTo>
                  <a:cubicBezTo>
                    <a:pt x="19" y="25"/>
                    <a:pt x="30" y="24"/>
                    <a:pt x="42" y="24"/>
                  </a:cubicBezTo>
                  <a:cubicBezTo>
                    <a:pt x="48" y="24"/>
                    <a:pt x="54" y="24"/>
                    <a:pt x="61" y="25"/>
                  </a:cubicBezTo>
                  <a:cubicBezTo>
                    <a:pt x="77" y="25"/>
                    <a:pt x="93" y="25"/>
                    <a:pt x="109" y="25"/>
                  </a:cubicBezTo>
                  <a:cubicBezTo>
                    <a:pt x="143" y="23"/>
                    <a:pt x="177" y="20"/>
                    <a:pt x="210" y="20"/>
                  </a:cubicBezTo>
                  <a:cubicBezTo>
                    <a:pt x="216" y="18"/>
                    <a:pt x="217" y="9"/>
                    <a:pt x="21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9"/>
            <p:cNvSpPr/>
            <p:nvPr/>
          </p:nvSpPr>
          <p:spPr>
            <a:xfrm>
              <a:off x="1198085" y="-645695"/>
              <a:ext cx="85320" cy="146880"/>
            </a:xfrm>
            <a:custGeom>
              <a:rect b="b" l="l" r="r" t="t"/>
              <a:pathLst>
                <a:path extrusionOk="0" h="408" w="237">
                  <a:moveTo>
                    <a:pt x="234" y="9"/>
                  </a:moveTo>
                  <a:cubicBezTo>
                    <a:pt x="236" y="5"/>
                    <a:pt x="230" y="0"/>
                    <a:pt x="226" y="3"/>
                  </a:cubicBezTo>
                  <a:cubicBezTo>
                    <a:pt x="205" y="26"/>
                    <a:pt x="202" y="54"/>
                    <a:pt x="192" y="82"/>
                  </a:cubicBezTo>
                  <a:cubicBezTo>
                    <a:pt x="176" y="124"/>
                    <a:pt x="157" y="164"/>
                    <a:pt x="135" y="202"/>
                  </a:cubicBezTo>
                  <a:cubicBezTo>
                    <a:pt x="134" y="203"/>
                    <a:pt x="134" y="204"/>
                    <a:pt x="133" y="205"/>
                  </a:cubicBezTo>
                  <a:cubicBezTo>
                    <a:pt x="98" y="271"/>
                    <a:pt x="54" y="349"/>
                    <a:pt x="1" y="401"/>
                  </a:cubicBezTo>
                  <a:cubicBezTo>
                    <a:pt x="0" y="402"/>
                    <a:pt x="0" y="403"/>
                    <a:pt x="0" y="403"/>
                  </a:cubicBezTo>
                  <a:cubicBezTo>
                    <a:pt x="0" y="404"/>
                    <a:pt x="0" y="404"/>
                    <a:pt x="1" y="405"/>
                  </a:cubicBezTo>
                  <a:cubicBezTo>
                    <a:pt x="1" y="405"/>
                    <a:pt x="1" y="406"/>
                    <a:pt x="2" y="406"/>
                  </a:cubicBezTo>
                  <a:cubicBezTo>
                    <a:pt x="2" y="406"/>
                    <a:pt x="3" y="407"/>
                    <a:pt x="4" y="407"/>
                  </a:cubicBezTo>
                  <a:lnTo>
                    <a:pt x="5" y="406"/>
                  </a:lnTo>
                  <a:lnTo>
                    <a:pt x="6" y="406"/>
                  </a:lnTo>
                  <a:cubicBezTo>
                    <a:pt x="30" y="388"/>
                    <a:pt x="45" y="357"/>
                    <a:pt x="65" y="334"/>
                  </a:cubicBezTo>
                  <a:cubicBezTo>
                    <a:pt x="96" y="300"/>
                    <a:pt x="123" y="262"/>
                    <a:pt x="146" y="221"/>
                  </a:cubicBezTo>
                  <a:cubicBezTo>
                    <a:pt x="148" y="219"/>
                    <a:pt x="149" y="217"/>
                    <a:pt x="150" y="215"/>
                  </a:cubicBezTo>
                  <a:cubicBezTo>
                    <a:pt x="170" y="181"/>
                    <a:pt x="187" y="147"/>
                    <a:pt x="203" y="111"/>
                  </a:cubicBezTo>
                  <a:cubicBezTo>
                    <a:pt x="217" y="78"/>
                    <a:pt x="219" y="42"/>
                    <a:pt x="2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9"/>
            <p:cNvSpPr/>
            <p:nvPr/>
          </p:nvSpPr>
          <p:spPr>
            <a:xfrm>
              <a:off x="1268645" y="-672695"/>
              <a:ext cx="32760" cy="93600"/>
            </a:xfrm>
            <a:custGeom>
              <a:rect b="b" l="l" r="r" t="t"/>
              <a:pathLst>
                <a:path extrusionOk="0" h="260" w="91">
                  <a:moveTo>
                    <a:pt x="89" y="7"/>
                  </a:moveTo>
                  <a:cubicBezTo>
                    <a:pt x="89" y="3"/>
                    <a:pt x="83" y="0"/>
                    <a:pt x="81" y="4"/>
                  </a:cubicBezTo>
                  <a:cubicBezTo>
                    <a:pt x="69" y="34"/>
                    <a:pt x="60" y="65"/>
                    <a:pt x="54" y="96"/>
                  </a:cubicBezTo>
                  <a:cubicBezTo>
                    <a:pt x="43" y="143"/>
                    <a:pt x="27" y="215"/>
                    <a:pt x="2" y="254"/>
                  </a:cubicBezTo>
                  <a:cubicBezTo>
                    <a:pt x="0" y="256"/>
                    <a:pt x="4" y="259"/>
                    <a:pt x="6" y="257"/>
                  </a:cubicBezTo>
                  <a:cubicBezTo>
                    <a:pt x="38" y="219"/>
                    <a:pt x="49" y="163"/>
                    <a:pt x="63" y="116"/>
                  </a:cubicBezTo>
                  <a:cubicBezTo>
                    <a:pt x="74" y="82"/>
                    <a:pt x="90" y="42"/>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9"/>
            <p:cNvSpPr/>
            <p:nvPr/>
          </p:nvSpPr>
          <p:spPr>
            <a:xfrm>
              <a:off x="1276565" y="-695375"/>
              <a:ext cx="42480" cy="124200"/>
            </a:xfrm>
            <a:custGeom>
              <a:rect b="b" l="l" r="r" t="t"/>
              <a:pathLst>
                <a:path extrusionOk="0" h="345" w="118">
                  <a:moveTo>
                    <a:pt x="107" y="3"/>
                  </a:moveTo>
                  <a:cubicBezTo>
                    <a:pt x="87" y="51"/>
                    <a:pt x="84" y="101"/>
                    <a:pt x="69" y="151"/>
                  </a:cubicBezTo>
                  <a:cubicBezTo>
                    <a:pt x="52" y="209"/>
                    <a:pt x="35" y="293"/>
                    <a:pt x="0" y="340"/>
                  </a:cubicBezTo>
                  <a:lnTo>
                    <a:pt x="0" y="341"/>
                  </a:lnTo>
                  <a:lnTo>
                    <a:pt x="0" y="342"/>
                  </a:lnTo>
                  <a:lnTo>
                    <a:pt x="0" y="343"/>
                  </a:lnTo>
                  <a:lnTo>
                    <a:pt x="1" y="344"/>
                  </a:lnTo>
                  <a:lnTo>
                    <a:pt x="2" y="344"/>
                  </a:lnTo>
                  <a:lnTo>
                    <a:pt x="3" y="344"/>
                  </a:lnTo>
                  <a:lnTo>
                    <a:pt x="4" y="343"/>
                  </a:lnTo>
                  <a:cubicBezTo>
                    <a:pt x="35" y="308"/>
                    <a:pt x="42" y="262"/>
                    <a:pt x="59" y="219"/>
                  </a:cubicBezTo>
                  <a:cubicBezTo>
                    <a:pt x="68" y="200"/>
                    <a:pt x="78" y="180"/>
                    <a:pt x="85" y="159"/>
                  </a:cubicBezTo>
                  <a:lnTo>
                    <a:pt x="85" y="158"/>
                  </a:lnTo>
                  <a:lnTo>
                    <a:pt x="85" y="157"/>
                  </a:lnTo>
                  <a:lnTo>
                    <a:pt x="86" y="156"/>
                  </a:lnTo>
                  <a:cubicBezTo>
                    <a:pt x="88" y="149"/>
                    <a:pt x="90" y="143"/>
                    <a:pt x="91" y="136"/>
                  </a:cubicBezTo>
                  <a:cubicBezTo>
                    <a:pt x="99" y="93"/>
                    <a:pt x="117" y="50"/>
                    <a:pt x="116" y="6"/>
                  </a:cubicBezTo>
                  <a:cubicBezTo>
                    <a:pt x="116" y="5"/>
                    <a:pt x="116" y="5"/>
                    <a:pt x="116" y="5"/>
                  </a:cubicBezTo>
                  <a:cubicBezTo>
                    <a:pt x="116" y="4"/>
                    <a:pt x="117" y="3"/>
                    <a:pt x="116" y="2"/>
                  </a:cubicBezTo>
                  <a:cubicBezTo>
                    <a:pt x="115" y="1"/>
                    <a:pt x="115" y="1"/>
                    <a:pt x="114" y="0"/>
                  </a:cubicBezTo>
                  <a:cubicBezTo>
                    <a:pt x="113" y="0"/>
                    <a:pt x="112" y="0"/>
                    <a:pt x="111" y="0"/>
                  </a:cubicBezTo>
                  <a:cubicBezTo>
                    <a:pt x="111" y="0"/>
                    <a:pt x="110" y="0"/>
                    <a:pt x="109" y="0"/>
                  </a:cubicBezTo>
                  <a:cubicBezTo>
                    <a:pt x="108" y="1"/>
                    <a:pt x="108" y="1"/>
                    <a:pt x="107" y="2"/>
                  </a:cubicBezTo>
                  <a:lnTo>
                    <a:pt x="107"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9"/>
            <p:cNvSpPr/>
            <p:nvPr/>
          </p:nvSpPr>
          <p:spPr>
            <a:xfrm>
              <a:off x="1306445" y="-639215"/>
              <a:ext cx="1080" cy="1440"/>
            </a:xfrm>
            <a:custGeom>
              <a:rect b="b" l="l" r="r" t="t"/>
              <a:pathLst>
                <a:path extrusionOk="0" h="4" w="3">
                  <a:moveTo>
                    <a:pt x="2" y="3"/>
                  </a:moveTo>
                  <a:lnTo>
                    <a:pt x="2" y="0"/>
                  </a:lnTo>
                  <a:cubicBezTo>
                    <a:pt x="2" y="0"/>
                    <a:pt x="1" y="0"/>
                    <a:pt x="0" y="1"/>
                  </a:cubicBezTo>
                  <a:cubicBezTo>
                    <a:pt x="1" y="1"/>
                    <a:pt x="1" y="2"/>
                    <a:pt x="1" y="2"/>
                  </a:cubicBezTo>
                  <a:cubicBezTo>
                    <a:pt x="1" y="2"/>
                    <a:pt x="1"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9"/>
            <p:cNvSpPr/>
            <p:nvPr/>
          </p:nvSpPr>
          <p:spPr>
            <a:xfrm>
              <a:off x="1087205" y="-1154375"/>
              <a:ext cx="126720" cy="96480"/>
            </a:xfrm>
            <a:custGeom>
              <a:rect b="b" l="l" r="r" t="t"/>
              <a:pathLst>
                <a:path extrusionOk="0" h="268" w="352">
                  <a:moveTo>
                    <a:pt x="195" y="118"/>
                  </a:moveTo>
                  <a:cubicBezTo>
                    <a:pt x="222" y="144"/>
                    <a:pt x="248" y="172"/>
                    <a:pt x="276" y="197"/>
                  </a:cubicBezTo>
                  <a:cubicBezTo>
                    <a:pt x="301" y="220"/>
                    <a:pt x="335" y="236"/>
                    <a:pt x="350" y="267"/>
                  </a:cubicBezTo>
                  <a:lnTo>
                    <a:pt x="351" y="267"/>
                  </a:lnTo>
                  <a:cubicBezTo>
                    <a:pt x="349" y="259"/>
                    <a:pt x="346" y="251"/>
                    <a:pt x="342" y="244"/>
                  </a:cubicBezTo>
                  <a:cubicBezTo>
                    <a:pt x="334" y="231"/>
                    <a:pt x="323" y="219"/>
                    <a:pt x="309" y="211"/>
                  </a:cubicBezTo>
                  <a:cubicBezTo>
                    <a:pt x="270" y="183"/>
                    <a:pt x="240" y="142"/>
                    <a:pt x="205" y="107"/>
                  </a:cubicBezTo>
                  <a:cubicBezTo>
                    <a:pt x="175" y="77"/>
                    <a:pt x="135" y="63"/>
                    <a:pt x="100" y="39"/>
                  </a:cubicBezTo>
                  <a:cubicBezTo>
                    <a:pt x="95" y="36"/>
                    <a:pt x="91" y="33"/>
                    <a:pt x="86" y="30"/>
                  </a:cubicBezTo>
                  <a:cubicBezTo>
                    <a:pt x="61" y="16"/>
                    <a:pt x="35" y="6"/>
                    <a:pt x="8" y="0"/>
                  </a:cubicBezTo>
                  <a:cubicBezTo>
                    <a:pt x="7" y="0"/>
                    <a:pt x="6" y="0"/>
                    <a:pt x="6" y="0"/>
                  </a:cubicBezTo>
                  <a:cubicBezTo>
                    <a:pt x="5" y="0"/>
                    <a:pt x="4" y="0"/>
                    <a:pt x="3" y="0"/>
                  </a:cubicBezTo>
                  <a:cubicBezTo>
                    <a:pt x="2" y="1"/>
                    <a:pt x="2" y="2"/>
                    <a:pt x="1" y="3"/>
                  </a:cubicBezTo>
                  <a:cubicBezTo>
                    <a:pt x="0" y="4"/>
                    <a:pt x="0" y="5"/>
                    <a:pt x="0" y="6"/>
                  </a:cubicBezTo>
                  <a:cubicBezTo>
                    <a:pt x="0" y="7"/>
                    <a:pt x="0" y="8"/>
                    <a:pt x="1" y="9"/>
                  </a:cubicBezTo>
                  <a:cubicBezTo>
                    <a:pt x="1" y="9"/>
                    <a:pt x="2" y="10"/>
                    <a:pt x="3" y="11"/>
                  </a:cubicBezTo>
                  <a:cubicBezTo>
                    <a:pt x="62" y="51"/>
                    <a:pt x="141" y="68"/>
                    <a:pt x="19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9"/>
            <p:cNvSpPr/>
            <p:nvPr/>
          </p:nvSpPr>
          <p:spPr>
            <a:xfrm>
              <a:off x="1027445" y="-1180655"/>
              <a:ext cx="35640" cy="19440"/>
            </a:xfrm>
            <a:custGeom>
              <a:rect b="b" l="l" r="r" t="t"/>
              <a:pathLst>
                <a:path extrusionOk="0" h="54" w="99">
                  <a:moveTo>
                    <a:pt x="47" y="36"/>
                  </a:moveTo>
                  <a:cubicBezTo>
                    <a:pt x="60" y="42"/>
                    <a:pt x="79" y="42"/>
                    <a:pt x="89" y="50"/>
                  </a:cubicBezTo>
                  <a:cubicBezTo>
                    <a:pt x="93" y="53"/>
                    <a:pt x="98" y="47"/>
                    <a:pt x="95" y="44"/>
                  </a:cubicBezTo>
                  <a:cubicBezTo>
                    <a:pt x="93" y="42"/>
                    <a:pt x="91" y="40"/>
                    <a:pt x="89" y="39"/>
                  </a:cubicBezTo>
                  <a:cubicBezTo>
                    <a:pt x="86" y="37"/>
                    <a:pt x="84" y="37"/>
                    <a:pt x="81" y="36"/>
                  </a:cubicBezTo>
                  <a:cubicBezTo>
                    <a:pt x="73" y="33"/>
                    <a:pt x="66" y="30"/>
                    <a:pt x="59" y="26"/>
                  </a:cubicBezTo>
                  <a:cubicBezTo>
                    <a:pt x="56" y="24"/>
                    <a:pt x="53" y="22"/>
                    <a:pt x="50" y="20"/>
                  </a:cubicBezTo>
                  <a:cubicBezTo>
                    <a:pt x="36" y="11"/>
                    <a:pt x="19" y="0"/>
                    <a:pt x="2" y="6"/>
                  </a:cubicBezTo>
                  <a:cubicBezTo>
                    <a:pt x="2" y="7"/>
                    <a:pt x="2" y="7"/>
                    <a:pt x="2" y="7"/>
                  </a:cubicBezTo>
                  <a:cubicBezTo>
                    <a:pt x="1" y="7"/>
                    <a:pt x="1" y="8"/>
                    <a:pt x="1" y="8"/>
                  </a:cubicBezTo>
                  <a:cubicBezTo>
                    <a:pt x="0" y="9"/>
                    <a:pt x="0" y="9"/>
                    <a:pt x="0" y="10"/>
                  </a:cubicBezTo>
                  <a:cubicBezTo>
                    <a:pt x="0" y="11"/>
                    <a:pt x="0" y="11"/>
                    <a:pt x="1" y="12"/>
                  </a:cubicBezTo>
                  <a:cubicBezTo>
                    <a:pt x="2" y="12"/>
                    <a:pt x="1" y="13"/>
                    <a:pt x="2" y="14"/>
                  </a:cubicBezTo>
                  <a:cubicBezTo>
                    <a:pt x="16" y="22"/>
                    <a:pt x="32" y="29"/>
                    <a:pt x="47"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9"/>
            <p:cNvSpPr/>
            <p:nvPr/>
          </p:nvSpPr>
          <p:spPr>
            <a:xfrm>
              <a:off x="688685" y="-1218095"/>
              <a:ext cx="304920" cy="33480"/>
            </a:xfrm>
            <a:custGeom>
              <a:rect b="b" l="l" r="r" t="t"/>
              <a:pathLst>
                <a:path extrusionOk="0" h="93" w="847">
                  <a:moveTo>
                    <a:pt x="8" y="23"/>
                  </a:moveTo>
                  <a:cubicBezTo>
                    <a:pt x="78" y="32"/>
                    <a:pt x="150" y="32"/>
                    <a:pt x="220" y="36"/>
                  </a:cubicBezTo>
                  <a:cubicBezTo>
                    <a:pt x="281" y="38"/>
                    <a:pt x="341" y="52"/>
                    <a:pt x="402" y="52"/>
                  </a:cubicBezTo>
                  <a:cubicBezTo>
                    <a:pt x="420" y="51"/>
                    <a:pt x="438" y="51"/>
                    <a:pt x="456" y="51"/>
                  </a:cubicBezTo>
                  <a:cubicBezTo>
                    <a:pt x="517" y="51"/>
                    <a:pt x="579" y="54"/>
                    <a:pt x="640" y="61"/>
                  </a:cubicBezTo>
                  <a:cubicBezTo>
                    <a:pt x="681" y="67"/>
                    <a:pt x="723" y="67"/>
                    <a:pt x="764" y="77"/>
                  </a:cubicBezTo>
                  <a:cubicBezTo>
                    <a:pt x="775" y="79"/>
                    <a:pt x="840" y="83"/>
                    <a:pt x="843" y="90"/>
                  </a:cubicBezTo>
                  <a:cubicBezTo>
                    <a:pt x="843" y="91"/>
                    <a:pt x="843" y="91"/>
                    <a:pt x="843" y="91"/>
                  </a:cubicBezTo>
                  <a:lnTo>
                    <a:pt x="844" y="91"/>
                  </a:lnTo>
                  <a:cubicBezTo>
                    <a:pt x="844" y="92"/>
                    <a:pt x="844" y="92"/>
                    <a:pt x="845" y="92"/>
                  </a:cubicBezTo>
                  <a:lnTo>
                    <a:pt x="846" y="91"/>
                  </a:lnTo>
                  <a:lnTo>
                    <a:pt x="846" y="90"/>
                  </a:lnTo>
                  <a:lnTo>
                    <a:pt x="846" y="87"/>
                  </a:lnTo>
                  <a:lnTo>
                    <a:pt x="846" y="86"/>
                  </a:lnTo>
                  <a:lnTo>
                    <a:pt x="845" y="86"/>
                  </a:lnTo>
                  <a:cubicBezTo>
                    <a:pt x="773" y="59"/>
                    <a:pt x="699" y="57"/>
                    <a:pt x="624" y="44"/>
                  </a:cubicBezTo>
                  <a:cubicBezTo>
                    <a:pt x="549" y="30"/>
                    <a:pt x="468" y="43"/>
                    <a:pt x="392" y="29"/>
                  </a:cubicBezTo>
                  <a:cubicBezTo>
                    <a:pt x="333" y="18"/>
                    <a:pt x="272" y="18"/>
                    <a:pt x="213" y="11"/>
                  </a:cubicBezTo>
                  <a:cubicBezTo>
                    <a:pt x="187" y="9"/>
                    <a:pt x="161" y="8"/>
                    <a:pt x="135" y="8"/>
                  </a:cubicBezTo>
                  <a:cubicBezTo>
                    <a:pt x="128" y="8"/>
                    <a:pt x="122" y="8"/>
                    <a:pt x="115" y="8"/>
                  </a:cubicBezTo>
                  <a:cubicBezTo>
                    <a:pt x="76" y="8"/>
                    <a:pt x="44" y="0"/>
                    <a:pt x="7" y="8"/>
                  </a:cubicBezTo>
                  <a:cubicBezTo>
                    <a:pt x="6" y="8"/>
                    <a:pt x="5" y="8"/>
                    <a:pt x="4" y="9"/>
                  </a:cubicBezTo>
                  <a:cubicBezTo>
                    <a:pt x="2" y="9"/>
                    <a:pt x="2" y="10"/>
                    <a:pt x="1" y="12"/>
                  </a:cubicBezTo>
                  <a:cubicBezTo>
                    <a:pt x="0" y="13"/>
                    <a:pt x="0" y="13"/>
                    <a:pt x="0" y="15"/>
                  </a:cubicBezTo>
                  <a:cubicBezTo>
                    <a:pt x="0" y="16"/>
                    <a:pt x="0" y="17"/>
                    <a:pt x="1" y="19"/>
                  </a:cubicBezTo>
                  <a:cubicBezTo>
                    <a:pt x="2" y="20"/>
                    <a:pt x="2" y="21"/>
                    <a:pt x="4" y="22"/>
                  </a:cubicBezTo>
                  <a:cubicBezTo>
                    <a:pt x="6" y="22"/>
                    <a:pt x="6" y="23"/>
                    <a:pt x="7" y="23"/>
                  </a:cubicBezTo>
                  <a:lnTo>
                    <a:pt x="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9"/>
            <p:cNvSpPr/>
            <p:nvPr/>
          </p:nvSpPr>
          <p:spPr>
            <a:xfrm>
              <a:off x="389885" y="-1219895"/>
              <a:ext cx="284040" cy="12600"/>
            </a:xfrm>
            <a:custGeom>
              <a:rect b="b" l="l" r="r" t="t"/>
              <a:pathLst>
                <a:path extrusionOk="0" h="35" w="789">
                  <a:moveTo>
                    <a:pt x="4" y="10"/>
                  </a:moveTo>
                  <a:cubicBezTo>
                    <a:pt x="85" y="26"/>
                    <a:pt x="172" y="19"/>
                    <a:pt x="255" y="20"/>
                  </a:cubicBezTo>
                  <a:cubicBezTo>
                    <a:pt x="311" y="20"/>
                    <a:pt x="366" y="27"/>
                    <a:pt x="421" y="26"/>
                  </a:cubicBezTo>
                  <a:cubicBezTo>
                    <a:pt x="543" y="23"/>
                    <a:pt x="662" y="34"/>
                    <a:pt x="783" y="29"/>
                  </a:cubicBezTo>
                  <a:cubicBezTo>
                    <a:pt x="788" y="29"/>
                    <a:pt x="788" y="20"/>
                    <a:pt x="783" y="20"/>
                  </a:cubicBezTo>
                  <a:cubicBezTo>
                    <a:pt x="722" y="17"/>
                    <a:pt x="644" y="31"/>
                    <a:pt x="584" y="14"/>
                  </a:cubicBezTo>
                  <a:cubicBezTo>
                    <a:pt x="535" y="0"/>
                    <a:pt x="473" y="8"/>
                    <a:pt x="421" y="7"/>
                  </a:cubicBezTo>
                  <a:cubicBezTo>
                    <a:pt x="284" y="5"/>
                    <a:pt x="144" y="7"/>
                    <a:pt x="5" y="4"/>
                  </a:cubicBezTo>
                  <a:cubicBezTo>
                    <a:pt x="1" y="4"/>
                    <a:pt x="0" y="9"/>
                    <a:pt x="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9"/>
            <p:cNvSpPr/>
            <p:nvPr/>
          </p:nvSpPr>
          <p:spPr>
            <a:xfrm>
              <a:off x="877685" y="-1183895"/>
              <a:ext cx="216720" cy="55440"/>
            </a:xfrm>
            <a:custGeom>
              <a:rect b="b" l="l" r="r" t="t"/>
              <a:pathLst>
                <a:path extrusionOk="0" h="154" w="602">
                  <a:moveTo>
                    <a:pt x="6" y="0"/>
                  </a:moveTo>
                  <a:cubicBezTo>
                    <a:pt x="5" y="0"/>
                    <a:pt x="4" y="0"/>
                    <a:pt x="3" y="1"/>
                  </a:cubicBezTo>
                  <a:cubicBezTo>
                    <a:pt x="2" y="2"/>
                    <a:pt x="2" y="2"/>
                    <a:pt x="1" y="3"/>
                  </a:cubicBezTo>
                  <a:cubicBezTo>
                    <a:pt x="0" y="4"/>
                    <a:pt x="0" y="5"/>
                    <a:pt x="0" y="6"/>
                  </a:cubicBezTo>
                  <a:cubicBezTo>
                    <a:pt x="0" y="7"/>
                    <a:pt x="0" y="8"/>
                    <a:pt x="1" y="9"/>
                  </a:cubicBezTo>
                  <a:cubicBezTo>
                    <a:pt x="2" y="10"/>
                    <a:pt x="2" y="10"/>
                    <a:pt x="3" y="11"/>
                  </a:cubicBezTo>
                  <a:cubicBezTo>
                    <a:pt x="4" y="12"/>
                    <a:pt x="5" y="12"/>
                    <a:pt x="6" y="12"/>
                  </a:cubicBezTo>
                  <a:cubicBezTo>
                    <a:pt x="109" y="26"/>
                    <a:pt x="215" y="35"/>
                    <a:pt x="317" y="58"/>
                  </a:cubicBezTo>
                  <a:cubicBezTo>
                    <a:pt x="366" y="72"/>
                    <a:pt x="415" y="90"/>
                    <a:pt x="462" y="111"/>
                  </a:cubicBezTo>
                  <a:cubicBezTo>
                    <a:pt x="506" y="130"/>
                    <a:pt x="557" y="131"/>
                    <a:pt x="599" y="153"/>
                  </a:cubicBezTo>
                  <a:cubicBezTo>
                    <a:pt x="601" y="153"/>
                    <a:pt x="601" y="152"/>
                    <a:pt x="599" y="151"/>
                  </a:cubicBezTo>
                  <a:cubicBezTo>
                    <a:pt x="565" y="128"/>
                    <a:pt x="521" y="119"/>
                    <a:pt x="481" y="106"/>
                  </a:cubicBezTo>
                  <a:cubicBezTo>
                    <a:pt x="426" y="88"/>
                    <a:pt x="379" y="60"/>
                    <a:pt x="321" y="47"/>
                  </a:cubicBezTo>
                  <a:cubicBezTo>
                    <a:pt x="267" y="35"/>
                    <a:pt x="213" y="29"/>
                    <a:pt x="160" y="18"/>
                  </a:cubicBezTo>
                  <a:cubicBezTo>
                    <a:pt x="114" y="6"/>
                    <a:pt x="67" y="0"/>
                    <a:pt x="20" y="0"/>
                  </a:cubicBezTo>
                  <a:cubicBezTo>
                    <a:pt x="16" y="0"/>
                    <a:pt x="11"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9"/>
            <p:cNvSpPr/>
            <p:nvPr/>
          </p:nvSpPr>
          <p:spPr>
            <a:xfrm>
              <a:off x="810365" y="-1188935"/>
              <a:ext cx="33480" cy="6480"/>
            </a:xfrm>
            <a:custGeom>
              <a:rect b="b" l="l" r="r" t="t"/>
              <a:pathLst>
                <a:path extrusionOk="0" h="18" w="93">
                  <a:moveTo>
                    <a:pt x="89" y="7"/>
                  </a:moveTo>
                  <a:cubicBezTo>
                    <a:pt x="76" y="7"/>
                    <a:pt x="62" y="5"/>
                    <a:pt x="48" y="3"/>
                  </a:cubicBezTo>
                  <a:cubicBezTo>
                    <a:pt x="41" y="1"/>
                    <a:pt x="33" y="0"/>
                    <a:pt x="26" y="0"/>
                  </a:cubicBezTo>
                  <a:cubicBezTo>
                    <a:pt x="18" y="0"/>
                    <a:pt x="11" y="1"/>
                    <a:pt x="3" y="3"/>
                  </a:cubicBezTo>
                  <a:cubicBezTo>
                    <a:pt x="3" y="3"/>
                    <a:pt x="3" y="2"/>
                    <a:pt x="2" y="3"/>
                  </a:cubicBezTo>
                  <a:cubicBezTo>
                    <a:pt x="1" y="4"/>
                    <a:pt x="2" y="4"/>
                    <a:pt x="1" y="5"/>
                  </a:cubicBezTo>
                  <a:cubicBezTo>
                    <a:pt x="0" y="6"/>
                    <a:pt x="0" y="6"/>
                    <a:pt x="0" y="7"/>
                  </a:cubicBezTo>
                  <a:cubicBezTo>
                    <a:pt x="0" y="8"/>
                    <a:pt x="0" y="8"/>
                    <a:pt x="1" y="9"/>
                  </a:cubicBezTo>
                  <a:cubicBezTo>
                    <a:pt x="2" y="10"/>
                    <a:pt x="1" y="10"/>
                    <a:pt x="2" y="11"/>
                  </a:cubicBezTo>
                  <a:cubicBezTo>
                    <a:pt x="3" y="12"/>
                    <a:pt x="3" y="11"/>
                    <a:pt x="3" y="11"/>
                  </a:cubicBezTo>
                  <a:cubicBezTo>
                    <a:pt x="17" y="14"/>
                    <a:pt x="31" y="15"/>
                    <a:pt x="45" y="16"/>
                  </a:cubicBezTo>
                  <a:cubicBezTo>
                    <a:pt x="52" y="17"/>
                    <a:pt x="59" y="17"/>
                    <a:pt x="67" y="17"/>
                  </a:cubicBezTo>
                  <a:cubicBezTo>
                    <a:pt x="74" y="17"/>
                    <a:pt x="82" y="17"/>
                    <a:pt x="89" y="16"/>
                  </a:cubicBezTo>
                  <a:cubicBezTo>
                    <a:pt x="90" y="15"/>
                    <a:pt x="90" y="15"/>
                    <a:pt x="91" y="14"/>
                  </a:cubicBezTo>
                  <a:cubicBezTo>
                    <a:pt x="92" y="13"/>
                    <a:pt x="92" y="12"/>
                    <a:pt x="92" y="11"/>
                  </a:cubicBezTo>
                  <a:cubicBezTo>
                    <a:pt x="92" y="11"/>
                    <a:pt x="92" y="10"/>
                    <a:pt x="91" y="9"/>
                  </a:cubicBezTo>
                  <a:cubicBezTo>
                    <a:pt x="90" y="8"/>
                    <a:pt x="90" y="8"/>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9"/>
            <p:cNvSpPr/>
            <p:nvPr/>
          </p:nvSpPr>
          <p:spPr>
            <a:xfrm>
              <a:off x="596885" y="-1197935"/>
              <a:ext cx="193320" cy="16920"/>
            </a:xfrm>
            <a:custGeom>
              <a:rect b="b" l="l" r="r" t="t"/>
              <a:pathLst>
                <a:path extrusionOk="0" h="47" w="537">
                  <a:moveTo>
                    <a:pt x="5" y="8"/>
                  </a:moveTo>
                  <a:cubicBezTo>
                    <a:pt x="5" y="8"/>
                    <a:pt x="5" y="9"/>
                    <a:pt x="4" y="9"/>
                  </a:cubicBezTo>
                  <a:cubicBezTo>
                    <a:pt x="3" y="10"/>
                    <a:pt x="2" y="10"/>
                    <a:pt x="1" y="11"/>
                  </a:cubicBezTo>
                  <a:cubicBezTo>
                    <a:pt x="0" y="13"/>
                    <a:pt x="0" y="14"/>
                    <a:pt x="0" y="15"/>
                  </a:cubicBezTo>
                  <a:cubicBezTo>
                    <a:pt x="0" y="16"/>
                    <a:pt x="0" y="18"/>
                    <a:pt x="1" y="19"/>
                  </a:cubicBezTo>
                  <a:cubicBezTo>
                    <a:pt x="2" y="20"/>
                    <a:pt x="3" y="22"/>
                    <a:pt x="4" y="22"/>
                  </a:cubicBezTo>
                  <a:cubicBezTo>
                    <a:pt x="5" y="23"/>
                    <a:pt x="5" y="22"/>
                    <a:pt x="5" y="22"/>
                  </a:cubicBezTo>
                  <a:cubicBezTo>
                    <a:pt x="91" y="38"/>
                    <a:pt x="184" y="31"/>
                    <a:pt x="271" y="30"/>
                  </a:cubicBezTo>
                  <a:cubicBezTo>
                    <a:pt x="358" y="29"/>
                    <a:pt x="448" y="46"/>
                    <a:pt x="534" y="32"/>
                  </a:cubicBezTo>
                  <a:cubicBezTo>
                    <a:pt x="534" y="32"/>
                    <a:pt x="534" y="31"/>
                    <a:pt x="535" y="31"/>
                  </a:cubicBezTo>
                  <a:cubicBezTo>
                    <a:pt x="535" y="31"/>
                    <a:pt x="536" y="31"/>
                    <a:pt x="536" y="30"/>
                  </a:cubicBezTo>
                  <a:cubicBezTo>
                    <a:pt x="536" y="30"/>
                    <a:pt x="536" y="29"/>
                    <a:pt x="536" y="28"/>
                  </a:cubicBezTo>
                  <a:lnTo>
                    <a:pt x="536" y="27"/>
                  </a:lnTo>
                  <a:cubicBezTo>
                    <a:pt x="536" y="26"/>
                    <a:pt x="535" y="26"/>
                    <a:pt x="535" y="26"/>
                  </a:cubicBezTo>
                  <a:cubicBezTo>
                    <a:pt x="534" y="25"/>
                    <a:pt x="534" y="25"/>
                    <a:pt x="534" y="25"/>
                  </a:cubicBezTo>
                  <a:cubicBezTo>
                    <a:pt x="462" y="16"/>
                    <a:pt x="389" y="11"/>
                    <a:pt x="316" y="11"/>
                  </a:cubicBezTo>
                  <a:cubicBezTo>
                    <a:pt x="308" y="11"/>
                    <a:pt x="300" y="11"/>
                    <a:pt x="292" y="11"/>
                  </a:cubicBezTo>
                  <a:cubicBezTo>
                    <a:pt x="240" y="11"/>
                    <a:pt x="189" y="8"/>
                    <a:pt x="138" y="9"/>
                  </a:cubicBezTo>
                  <a:cubicBezTo>
                    <a:pt x="93" y="9"/>
                    <a:pt x="50" y="0"/>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9"/>
            <p:cNvSpPr/>
            <p:nvPr/>
          </p:nvSpPr>
          <p:spPr>
            <a:xfrm>
              <a:off x="470885" y="-1196855"/>
              <a:ext cx="84240" cy="13320"/>
            </a:xfrm>
            <a:custGeom>
              <a:rect b="b" l="l" r="r" t="t"/>
              <a:pathLst>
                <a:path extrusionOk="0" h="37" w="234">
                  <a:moveTo>
                    <a:pt x="103" y="6"/>
                  </a:moveTo>
                  <a:cubicBezTo>
                    <a:pt x="99" y="6"/>
                    <a:pt x="94" y="6"/>
                    <a:pt x="90" y="6"/>
                  </a:cubicBezTo>
                  <a:cubicBezTo>
                    <a:pt x="60" y="6"/>
                    <a:pt x="31" y="9"/>
                    <a:pt x="3" y="16"/>
                  </a:cubicBezTo>
                  <a:lnTo>
                    <a:pt x="2" y="16"/>
                  </a:lnTo>
                  <a:cubicBezTo>
                    <a:pt x="1" y="16"/>
                    <a:pt x="1" y="17"/>
                    <a:pt x="1" y="17"/>
                  </a:cubicBezTo>
                  <a:cubicBezTo>
                    <a:pt x="0" y="18"/>
                    <a:pt x="0" y="19"/>
                    <a:pt x="0" y="19"/>
                  </a:cubicBezTo>
                  <a:cubicBezTo>
                    <a:pt x="0" y="20"/>
                    <a:pt x="0" y="20"/>
                    <a:pt x="1" y="21"/>
                  </a:cubicBezTo>
                  <a:cubicBezTo>
                    <a:pt x="2" y="21"/>
                    <a:pt x="1" y="23"/>
                    <a:pt x="2" y="23"/>
                  </a:cubicBezTo>
                  <a:lnTo>
                    <a:pt x="3" y="23"/>
                  </a:lnTo>
                  <a:cubicBezTo>
                    <a:pt x="39" y="32"/>
                    <a:pt x="75" y="36"/>
                    <a:pt x="112" y="36"/>
                  </a:cubicBezTo>
                  <a:cubicBezTo>
                    <a:pt x="151" y="36"/>
                    <a:pt x="191" y="31"/>
                    <a:pt x="229" y="22"/>
                  </a:cubicBezTo>
                  <a:cubicBezTo>
                    <a:pt x="229" y="21"/>
                    <a:pt x="229" y="21"/>
                    <a:pt x="230" y="21"/>
                  </a:cubicBezTo>
                  <a:cubicBezTo>
                    <a:pt x="231" y="21"/>
                    <a:pt x="231" y="20"/>
                    <a:pt x="232" y="19"/>
                  </a:cubicBezTo>
                  <a:cubicBezTo>
                    <a:pt x="233" y="18"/>
                    <a:pt x="233" y="17"/>
                    <a:pt x="233" y="16"/>
                  </a:cubicBezTo>
                  <a:cubicBezTo>
                    <a:pt x="233" y="15"/>
                    <a:pt x="233" y="14"/>
                    <a:pt x="232" y="13"/>
                  </a:cubicBezTo>
                  <a:cubicBezTo>
                    <a:pt x="231" y="12"/>
                    <a:pt x="231" y="11"/>
                    <a:pt x="230" y="11"/>
                  </a:cubicBezTo>
                  <a:cubicBezTo>
                    <a:pt x="229" y="10"/>
                    <a:pt x="229" y="11"/>
                    <a:pt x="229" y="11"/>
                  </a:cubicBezTo>
                  <a:cubicBezTo>
                    <a:pt x="189" y="0"/>
                    <a:pt x="145" y="6"/>
                    <a:pt x="10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9"/>
            <p:cNvSpPr/>
            <p:nvPr/>
          </p:nvSpPr>
          <p:spPr>
            <a:xfrm>
              <a:off x="173525" y="-1201175"/>
              <a:ext cx="264960" cy="12240"/>
            </a:xfrm>
            <a:custGeom>
              <a:rect b="b" l="l" r="r" t="t"/>
              <a:pathLst>
                <a:path extrusionOk="0" h="34" w="736">
                  <a:moveTo>
                    <a:pt x="579" y="30"/>
                  </a:moveTo>
                  <a:cubicBezTo>
                    <a:pt x="589" y="30"/>
                    <a:pt x="599" y="31"/>
                    <a:pt x="609" y="31"/>
                  </a:cubicBezTo>
                  <a:cubicBezTo>
                    <a:pt x="650" y="31"/>
                    <a:pt x="690" y="28"/>
                    <a:pt x="731" y="23"/>
                  </a:cubicBezTo>
                  <a:cubicBezTo>
                    <a:pt x="735" y="23"/>
                    <a:pt x="734" y="16"/>
                    <a:pt x="731" y="15"/>
                  </a:cubicBezTo>
                  <a:cubicBezTo>
                    <a:pt x="670" y="4"/>
                    <a:pt x="605" y="8"/>
                    <a:pt x="543" y="4"/>
                  </a:cubicBezTo>
                  <a:cubicBezTo>
                    <a:pt x="478" y="0"/>
                    <a:pt x="411" y="3"/>
                    <a:pt x="345" y="3"/>
                  </a:cubicBezTo>
                  <a:cubicBezTo>
                    <a:pt x="269" y="3"/>
                    <a:pt x="193" y="5"/>
                    <a:pt x="118" y="5"/>
                  </a:cubicBezTo>
                  <a:cubicBezTo>
                    <a:pt x="82" y="5"/>
                    <a:pt x="43" y="0"/>
                    <a:pt x="8" y="10"/>
                  </a:cubicBezTo>
                  <a:cubicBezTo>
                    <a:pt x="8" y="10"/>
                    <a:pt x="7" y="10"/>
                    <a:pt x="6" y="11"/>
                  </a:cubicBezTo>
                  <a:cubicBezTo>
                    <a:pt x="4" y="12"/>
                    <a:pt x="3" y="13"/>
                    <a:pt x="2" y="15"/>
                  </a:cubicBezTo>
                  <a:cubicBezTo>
                    <a:pt x="1" y="17"/>
                    <a:pt x="0" y="19"/>
                    <a:pt x="0" y="21"/>
                  </a:cubicBezTo>
                  <a:cubicBezTo>
                    <a:pt x="0" y="23"/>
                    <a:pt x="1" y="25"/>
                    <a:pt x="2" y="27"/>
                  </a:cubicBezTo>
                  <a:cubicBezTo>
                    <a:pt x="3" y="29"/>
                    <a:pt x="4" y="30"/>
                    <a:pt x="6" y="31"/>
                  </a:cubicBezTo>
                  <a:cubicBezTo>
                    <a:pt x="8" y="32"/>
                    <a:pt x="10" y="33"/>
                    <a:pt x="11" y="33"/>
                  </a:cubicBezTo>
                  <a:cubicBezTo>
                    <a:pt x="130" y="31"/>
                    <a:pt x="249" y="25"/>
                    <a:pt x="368" y="25"/>
                  </a:cubicBezTo>
                  <a:cubicBezTo>
                    <a:pt x="438" y="26"/>
                    <a:pt x="509" y="31"/>
                    <a:pt x="5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9"/>
            <p:cNvSpPr/>
            <p:nvPr/>
          </p:nvSpPr>
          <p:spPr>
            <a:xfrm>
              <a:off x="93605" y="-1222415"/>
              <a:ext cx="263520" cy="18000"/>
            </a:xfrm>
            <a:custGeom>
              <a:rect b="b" l="l" r="r" t="t"/>
              <a:pathLst>
                <a:path extrusionOk="0" h="50" w="732">
                  <a:moveTo>
                    <a:pt x="728" y="17"/>
                  </a:moveTo>
                  <a:cubicBezTo>
                    <a:pt x="731" y="17"/>
                    <a:pt x="731" y="11"/>
                    <a:pt x="728" y="10"/>
                  </a:cubicBezTo>
                  <a:cubicBezTo>
                    <a:pt x="601" y="0"/>
                    <a:pt x="476" y="5"/>
                    <a:pt x="350" y="3"/>
                  </a:cubicBezTo>
                  <a:cubicBezTo>
                    <a:pt x="287" y="2"/>
                    <a:pt x="223" y="10"/>
                    <a:pt x="160" y="10"/>
                  </a:cubicBezTo>
                  <a:cubicBezTo>
                    <a:pt x="148" y="9"/>
                    <a:pt x="136" y="9"/>
                    <a:pt x="124" y="9"/>
                  </a:cubicBezTo>
                  <a:cubicBezTo>
                    <a:pt x="87" y="9"/>
                    <a:pt x="51" y="12"/>
                    <a:pt x="16" y="18"/>
                  </a:cubicBezTo>
                  <a:cubicBezTo>
                    <a:pt x="0" y="22"/>
                    <a:pt x="6" y="49"/>
                    <a:pt x="22" y="46"/>
                  </a:cubicBezTo>
                  <a:cubicBezTo>
                    <a:pt x="62" y="40"/>
                    <a:pt x="103" y="36"/>
                    <a:pt x="145" y="36"/>
                  </a:cubicBezTo>
                  <a:cubicBezTo>
                    <a:pt x="164" y="36"/>
                    <a:pt x="183" y="37"/>
                    <a:pt x="202" y="39"/>
                  </a:cubicBezTo>
                  <a:cubicBezTo>
                    <a:pt x="258" y="40"/>
                    <a:pt x="314" y="30"/>
                    <a:pt x="370" y="30"/>
                  </a:cubicBezTo>
                  <a:cubicBezTo>
                    <a:pt x="490" y="29"/>
                    <a:pt x="608" y="25"/>
                    <a:pt x="728"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9"/>
            <p:cNvSpPr/>
            <p:nvPr/>
          </p:nvSpPr>
          <p:spPr>
            <a:xfrm>
              <a:off x="451805" y="-451655"/>
              <a:ext cx="51840" cy="6480"/>
            </a:xfrm>
            <a:custGeom>
              <a:rect b="b" l="l" r="r" t="t"/>
              <a:pathLst>
                <a:path extrusionOk="0" h="18" w="144">
                  <a:moveTo>
                    <a:pt x="3" y="5"/>
                  </a:moveTo>
                  <a:cubicBezTo>
                    <a:pt x="2" y="5"/>
                    <a:pt x="2" y="5"/>
                    <a:pt x="2" y="5"/>
                  </a:cubicBezTo>
                  <a:cubicBezTo>
                    <a:pt x="1" y="6"/>
                    <a:pt x="1" y="6"/>
                    <a:pt x="0" y="7"/>
                  </a:cubicBezTo>
                  <a:cubicBezTo>
                    <a:pt x="0" y="7"/>
                    <a:pt x="0" y="8"/>
                    <a:pt x="0" y="9"/>
                  </a:cubicBezTo>
                  <a:cubicBezTo>
                    <a:pt x="0" y="9"/>
                    <a:pt x="0" y="10"/>
                    <a:pt x="0" y="11"/>
                  </a:cubicBezTo>
                  <a:cubicBezTo>
                    <a:pt x="1" y="12"/>
                    <a:pt x="1" y="12"/>
                    <a:pt x="2" y="12"/>
                  </a:cubicBezTo>
                  <a:lnTo>
                    <a:pt x="3" y="13"/>
                  </a:lnTo>
                  <a:cubicBezTo>
                    <a:pt x="16" y="16"/>
                    <a:pt x="30" y="17"/>
                    <a:pt x="44" y="17"/>
                  </a:cubicBezTo>
                  <a:cubicBezTo>
                    <a:pt x="51" y="17"/>
                    <a:pt x="59" y="17"/>
                    <a:pt x="67" y="16"/>
                  </a:cubicBezTo>
                  <a:cubicBezTo>
                    <a:pt x="92" y="15"/>
                    <a:pt x="116" y="13"/>
                    <a:pt x="140" y="12"/>
                  </a:cubicBezTo>
                  <a:cubicBezTo>
                    <a:pt x="141" y="12"/>
                    <a:pt x="141" y="11"/>
                    <a:pt x="142" y="11"/>
                  </a:cubicBezTo>
                  <a:lnTo>
                    <a:pt x="142" y="10"/>
                  </a:lnTo>
                  <a:cubicBezTo>
                    <a:pt x="143" y="9"/>
                    <a:pt x="143" y="9"/>
                    <a:pt x="143" y="9"/>
                  </a:cubicBezTo>
                  <a:lnTo>
                    <a:pt x="142" y="8"/>
                  </a:lnTo>
                  <a:cubicBezTo>
                    <a:pt x="142" y="7"/>
                    <a:pt x="142" y="7"/>
                    <a:pt x="142" y="7"/>
                  </a:cubicBezTo>
                  <a:cubicBezTo>
                    <a:pt x="141" y="7"/>
                    <a:pt x="141" y="6"/>
                    <a:pt x="140" y="6"/>
                  </a:cubicBezTo>
                  <a:cubicBezTo>
                    <a:pt x="113" y="4"/>
                    <a:pt x="85" y="2"/>
                    <a:pt x="57" y="1"/>
                  </a:cubicBezTo>
                  <a:cubicBezTo>
                    <a:pt x="51" y="1"/>
                    <a:pt x="46" y="0"/>
                    <a:pt x="40" y="0"/>
                  </a:cubicBezTo>
                  <a:cubicBezTo>
                    <a:pt x="28" y="0"/>
                    <a:pt x="15" y="2"/>
                    <a:pt x="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9"/>
            <p:cNvSpPr/>
            <p:nvPr/>
          </p:nvSpPr>
          <p:spPr>
            <a:xfrm>
              <a:off x="164885" y="-470735"/>
              <a:ext cx="245880" cy="27720"/>
            </a:xfrm>
            <a:custGeom>
              <a:rect b="b" l="l" r="r" t="t"/>
              <a:pathLst>
                <a:path extrusionOk="0" h="77" w="683">
                  <a:moveTo>
                    <a:pt x="312" y="29"/>
                  </a:moveTo>
                  <a:cubicBezTo>
                    <a:pt x="267" y="22"/>
                    <a:pt x="220" y="18"/>
                    <a:pt x="174" y="16"/>
                  </a:cubicBezTo>
                  <a:cubicBezTo>
                    <a:pt x="140" y="14"/>
                    <a:pt x="105" y="14"/>
                    <a:pt x="70" y="11"/>
                  </a:cubicBezTo>
                  <a:cubicBezTo>
                    <a:pt x="66" y="12"/>
                    <a:pt x="62" y="12"/>
                    <a:pt x="58" y="12"/>
                  </a:cubicBezTo>
                  <a:cubicBezTo>
                    <a:pt x="47" y="12"/>
                    <a:pt x="36" y="11"/>
                    <a:pt x="25" y="9"/>
                  </a:cubicBezTo>
                  <a:cubicBezTo>
                    <a:pt x="15" y="0"/>
                    <a:pt x="0" y="14"/>
                    <a:pt x="10" y="23"/>
                  </a:cubicBezTo>
                  <a:cubicBezTo>
                    <a:pt x="36" y="44"/>
                    <a:pt x="99" y="34"/>
                    <a:pt x="131" y="35"/>
                  </a:cubicBezTo>
                  <a:cubicBezTo>
                    <a:pt x="190" y="38"/>
                    <a:pt x="250" y="44"/>
                    <a:pt x="309" y="50"/>
                  </a:cubicBezTo>
                  <a:cubicBezTo>
                    <a:pt x="432" y="63"/>
                    <a:pt x="557" y="76"/>
                    <a:pt x="680" y="63"/>
                  </a:cubicBezTo>
                  <a:cubicBezTo>
                    <a:pt x="682" y="63"/>
                    <a:pt x="681" y="60"/>
                    <a:pt x="680" y="60"/>
                  </a:cubicBezTo>
                  <a:cubicBezTo>
                    <a:pt x="558" y="49"/>
                    <a:pt x="435" y="47"/>
                    <a:pt x="31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9"/>
            <p:cNvSpPr/>
            <p:nvPr/>
          </p:nvSpPr>
          <p:spPr>
            <a:xfrm>
              <a:off x="281165" y="-537335"/>
              <a:ext cx="26640" cy="8280"/>
            </a:xfrm>
            <a:custGeom>
              <a:rect b="b" l="l" r="r" t="t"/>
              <a:pathLst>
                <a:path extrusionOk="0" h="23" w="74">
                  <a:moveTo>
                    <a:pt x="2" y="11"/>
                  </a:moveTo>
                  <a:cubicBezTo>
                    <a:pt x="13" y="17"/>
                    <a:pt x="24" y="20"/>
                    <a:pt x="36" y="20"/>
                  </a:cubicBezTo>
                  <a:cubicBezTo>
                    <a:pt x="38" y="20"/>
                    <a:pt x="40" y="20"/>
                    <a:pt x="41" y="20"/>
                  </a:cubicBezTo>
                  <a:cubicBezTo>
                    <a:pt x="45" y="20"/>
                    <a:pt x="46" y="18"/>
                    <a:pt x="48" y="20"/>
                  </a:cubicBezTo>
                  <a:cubicBezTo>
                    <a:pt x="49" y="20"/>
                    <a:pt x="49" y="20"/>
                    <a:pt x="49" y="20"/>
                  </a:cubicBezTo>
                  <a:cubicBezTo>
                    <a:pt x="50" y="21"/>
                    <a:pt x="51" y="21"/>
                    <a:pt x="52" y="21"/>
                  </a:cubicBezTo>
                  <a:cubicBezTo>
                    <a:pt x="54" y="22"/>
                    <a:pt x="57" y="22"/>
                    <a:pt x="59" y="22"/>
                  </a:cubicBezTo>
                  <a:cubicBezTo>
                    <a:pt x="61" y="22"/>
                    <a:pt x="63" y="22"/>
                    <a:pt x="66" y="21"/>
                  </a:cubicBezTo>
                  <a:cubicBezTo>
                    <a:pt x="73" y="21"/>
                    <a:pt x="72" y="10"/>
                    <a:pt x="66" y="9"/>
                  </a:cubicBezTo>
                  <a:cubicBezTo>
                    <a:pt x="60" y="8"/>
                    <a:pt x="58" y="6"/>
                    <a:pt x="53" y="3"/>
                  </a:cubicBezTo>
                  <a:cubicBezTo>
                    <a:pt x="50" y="3"/>
                    <a:pt x="46" y="2"/>
                    <a:pt x="42" y="2"/>
                  </a:cubicBezTo>
                  <a:cubicBezTo>
                    <a:pt x="41" y="2"/>
                    <a:pt x="40" y="2"/>
                    <a:pt x="38" y="2"/>
                  </a:cubicBezTo>
                  <a:cubicBezTo>
                    <a:pt x="33" y="1"/>
                    <a:pt x="27" y="0"/>
                    <a:pt x="21" y="0"/>
                  </a:cubicBezTo>
                  <a:cubicBezTo>
                    <a:pt x="15" y="0"/>
                    <a:pt x="9" y="1"/>
                    <a:pt x="3" y="2"/>
                  </a:cubicBezTo>
                  <a:lnTo>
                    <a:pt x="3" y="3"/>
                  </a:lnTo>
                  <a:cubicBezTo>
                    <a:pt x="2" y="3"/>
                    <a:pt x="2" y="4"/>
                    <a:pt x="1" y="5"/>
                  </a:cubicBezTo>
                  <a:cubicBezTo>
                    <a:pt x="0" y="6"/>
                    <a:pt x="0" y="6"/>
                    <a:pt x="0" y="7"/>
                  </a:cubicBezTo>
                  <a:cubicBezTo>
                    <a:pt x="0" y="8"/>
                    <a:pt x="0" y="9"/>
                    <a:pt x="1" y="10"/>
                  </a:cubicBezTo>
                  <a:cubicBezTo>
                    <a:pt x="1" y="10"/>
                    <a:pt x="1" y="11"/>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9"/>
            <p:cNvSpPr/>
            <p:nvPr/>
          </p:nvSpPr>
          <p:spPr>
            <a:xfrm>
              <a:off x="37085" y="-552095"/>
              <a:ext cx="203400" cy="21240"/>
            </a:xfrm>
            <a:custGeom>
              <a:rect b="b" l="l" r="r" t="t"/>
              <a:pathLst>
                <a:path extrusionOk="0" h="59" w="565">
                  <a:moveTo>
                    <a:pt x="56" y="40"/>
                  </a:moveTo>
                  <a:cubicBezTo>
                    <a:pt x="84" y="38"/>
                    <a:pt x="112" y="43"/>
                    <a:pt x="140" y="42"/>
                  </a:cubicBezTo>
                  <a:cubicBezTo>
                    <a:pt x="198" y="41"/>
                    <a:pt x="255" y="42"/>
                    <a:pt x="312" y="42"/>
                  </a:cubicBezTo>
                  <a:cubicBezTo>
                    <a:pt x="395" y="41"/>
                    <a:pt x="479" y="58"/>
                    <a:pt x="562" y="45"/>
                  </a:cubicBezTo>
                  <a:cubicBezTo>
                    <a:pt x="564" y="45"/>
                    <a:pt x="563" y="42"/>
                    <a:pt x="562" y="42"/>
                  </a:cubicBezTo>
                  <a:cubicBezTo>
                    <a:pt x="472" y="28"/>
                    <a:pt x="382" y="19"/>
                    <a:pt x="291" y="17"/>
                  </a:cubicBezTo>
                  <a:cubicBezTo>
                    <a:pt x="246" y="16"/>
                    <a:pt x="203" y="9"/>
                    <a:pt x="159" y="8"/>
                  </a:cubicBezTo>
                  <a:cubicBezTo>
                    <a:pt x="135" y="8"/>
                    <a:pt x="113" y="0"/>
                    <a:pt x="89" y="0"/>
                  </a:cubicBezTo>
                  <a:cubicBezTo>
                    <a:pt x="77" y="1"/>
                    <a:pt x="65" y="1"/>
                    <a:pt x="53" y="1"/>
                  </a:cubicBezTo>
                  <a:cubicBezTo>
                    <a:pt x="41" y="1"/>
                    <a:pt x="29" y="1"/>
                    <a:pt x="17" y="0"/>
                  </a:cubicBezTo>
                  <a:cubicBezTo>
                    <a:pt x="20" y="7"/>
                    <a:pt x="21" y="15"/>
                    <a:pt x="22" y="22"/>
                  </a:cubicBezTo>
                  <a:cubicBezTo>
                    <a:pt x="22" y="23"/>
                    <a:pt x="22" y="23"/>
                    <a:pt x="22" y="24"/>
                  </a:cubicBezTo>
                  <a:cubicBezTo>
                    <a:pt x="22" y="26"/>
                    <a:pt x="22" y="29"/>
                    <a:pt x="20" y="31"/>
                  </a:cubicBezTo>
                  <a:cubicBezTo>
                    <a:pt x="18" y="33"/>
                    <a:pt x="17" y="35"/>
                    <a:pt x="15" y="36"/>
                  </a:cubicBezTo>
                  <a:cubicBezTo>
                    <a:pt x="13" y="37"/>
                    <a:pt x="11" y="38"/>
                    <a:pt x="8" y="38"/>
                  </a:cubicBezTo>
                  <a:cubicBezTo>
                    <a:pt x="6" y="38"/>
                    <a:pt x="4" y="37"/>
                    <a:pt x="3" y="37"/>
                  </a:cubicBezTo>
                  <a:lnTo>
                    <a:pt x="0" y="35"/>
                  </a:lnTo>
                  <a:lnTo>
                    <a:pt x="1" y="38"/>
                  </a:lnTo>
                  <a:cubicBezTo>
                    <a:pt x="13" y="40"/>
                    <a:pt x="24" y="41"/>
                    <a:pt x="36" y="41"/>
                  </a:cubicBezTo>
                  <a:cubicBezTo>
                    <a:pt x="42" y="41"/>
                    <a:pt x="49" y="40"/>
                    <a:pt x="56"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9"/>
            <p:cNvSpPr/>
            <p:nvPr/>
          </p:nvSpPr>
          <p:spPr>
            <a:xfrm>
              <a:off x="25925" y="-548855"/>
              <a:ext cx="11880" cy="11160"/>
            </a:xfrm>
            <a:custGeom>
              <a:rect b="b" l="l" r="r" t="t"/>
              <a:pathLst>
                <a:path extrusionOk="0" h="31" w="33">
                  <a:moveTo>
                    <a:pt x="1" y="0"/>
                  </a:moveTo>
                  <a:cubicBezTo>
                    <a:pt x="0" y="2"/>
                    <a:pt x="0" y="4"/>
                    <a:pt x="0" y="6"/>
                  </a:cubicBezTo>
                  <a:cubicBezTo>
                    <a:pt x="0" y="10"/>
                    <a:pt x="1" y="13"/>
                    <a:pt x="3" y="17"/>
                  </a:cubicBezTo>
                  <a:cubicBezTo>
                    <a:pt x="5" y="21"/>
                    <a:pt x="7" y="23"/>
                    <a:pt x="11" y="25"/>
                  </a:cubicBezTo>
                  <a:cubicBezTo>
                    <a:pt x="12" y="26"/>
                    <a:pt x="14" y="26"/>
                    <a:pt x="16" y="27"/>
                  </a:cubicBezTo>
                  <a:cubicBezTo>
                    <a:pt x="21" y="28"/>
                    <a:pt x="26" y="29"/>
                    <a:pt x="32" y="30"/>
                  </a:cubicBezTo>
                  <a:lnTo>
                    <a:pt x="30" y="26"/>
                  </a:lnTo>
                  <a:cubicBezTo>
                    <a:pt x="29" y="26"/>
                    <a:pt x="28" y="25"/>
                    <a:pt x="26" y="24"/>
                  </a:cubicBezTo>
                  <a:cubicBezTo>
                    <a:pt x="16" y="18"/>
                    <a:pt x="7" y="1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9"/>
            <p:cNvSpPr/>
            <p:nvPr/>
          </p:nvSpPr>
          <p:spPr>
            <a:xfrm>
              <a:off x="39245" y="-536255"/>
              <a:ext cx="121680" cy="19440"/>
            </a:xfrm>
            <a:custGeom>
              <a:rect b="b" l="l" r="r" t="t"/>
              <a:pathLst>
                <a:path extrusionOk="0" h="54" w="338">
                  <a:moveTo>
                    <a:pt x="332" y="51"/>
                  </a:moveTo>
                  <a:cubicBezTo>
                    <a:pt x="332" y="52"/>
                    <a:pt x="333" y="52"/>
                    <a:pt x="333" y="52"/>
                  </a:cubicBezTo>
                  <a:cubicBezTo>
                    <a:pt x="334" y="53"/>
                    <a:pt x="334" y="53"/>
                    <a:pt x="335" y="53"/>
                  </a:cubicBezTo>
                  <a:lnTo>
                    <a:pt x="336" y="52"/>
                  </a:lnTo>
                  <a:cubicBezTo>
                    <a:pt x="337" y="51"/>
                    <a:pt x="337" y="52"/>
                    <a:pt x="337" y="51"/>
                  </a:cubicBezTo>
                  <a:lnTo>
                    <a:pt x="337" y="50"/>
                  </a:lnTo>
                  <a:lnTo>
                    <a:pt x="337" y="49"/>
                  </a:lnTo>
                  <a:lnTo>
                    <a:pt x="337" y="46"/>
                  </a:lnTo>
                  <a:lnTo>
                    <a:pt x="337" y="45"/>
                  </a:lnTo>
                  <a:lnTo>
                    <a:pt x="336" y="44"/>
                  </a:lnTo>
                  <a:lnTo>
                    <a:pt x="335" y="43"/>
                  </a:lnTo>
                  <a:cubicBezTo>
                    <a:pt x="278" y="36"/>
                    <a:pt x="222" y="26"/>
                    <a:pt x="167" y="13"/>
                  </a:cubicBezTo>
                  <a:cubicBezTo>
                    <a:pt x="111" y="0"/>
                    <a:pt x="56" y="6"/>
                    <a:pt x="0" y="8"/>
                  </a:cubicBezTo>
                  <a:cubicBezTo>
                    <a:pt x="4" y="17"/>
                    <a:pt x="8" y="26"/>
                    <a:pt x="12" y="34"/>
                  </a:cubicBezTo>
                  <a:cubicBezTo>
                    <a:pt x="15" y="38"/>
                    <a:pt x="17" y="42"/>
                    <a:pt x="20" y="46"/>
                  </a:cubicBezTo>
                  <a:cubicBezTo>
                    <a:pt x="64" y="42"/>
                    <a:pt x="109" y="40"/>
                    <a:pt x="153" y="40"/>
                  </a:cubicBezTo>
                  <a:cubicBezTo>
                    <a:pt x="165" y="40"/>
                    <a:pt x="176" y="40"/>
                    <a:pt x="187" y="40"/>
                  </a:cubicBezTo>
                  <a:cubicBezTo>
                    <a:pt x="194" y="41"/>
                    <a:pt x="330" y="43"/>
                    <a:pt x="33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9"/>
            <p:cNvSpPr/>
            <p:nvPr/>
          </p:nvSpPr>
          <p:spPr>
            <a:xfrm>
              <a:off x="29885" y="-533375"/>
              <a:ext cx="16920" cy="15480"/>
            </a:xfrm>
            <a:custGeom>
              <a:rect b="b" l="l" r="r" t="t"/>
              <a:pathLst>
                <a:path extrusionOk="0" h="43" w="47">
                  <a:moveTo>
                    <a:pt x="15" y="0"/>
                  </a:moveTo>
                  <a:cubicBezTo>
                    <a:pt x="12" y="0"/>
                    <a:pt x="10" y="1"/>
                    <a:pt x="8" y="2"/>
                  </a:cubicBezTo>
                  <a:cubicBezTo>
                    <a:pt x="5" y="4"/>
                    <a:pt x="4" y="6"/>
                    <a:pt x="2" y="8"/>
                  </a:cubicBezTo>
                  <a:cubicBezTo>
                    <a:pt x="0" y="10"/>
                    <a:pt x="0" y="13"/>
                    <a:pt x="0" y="16"/>
                  </a:cubicBezTo>
                  <a:lnTo>
                    <a:pt x="0" y="17"/>
                  </a:lnTo>
                  <a:lnTo>
                    <a:pt x="1" y="26"/>
                  </a:lnTo>
                  <a:cubicBezTo>
                    <a:pt x="1" y="28"/>
                    <a:pt x="2" y="30"/>
                    <a:pt x="3" y="31"/>
                  </a:cubicBezTo>
                  <a:cubicBezTo>
                    <a:pt x="5" y="35"/>
                    <a:pt x="8" y="37"/>
                    <a:pt x="11" y="39"/>
                  </a:cubicBezTo>
                  <a:cubicBezTo>
                    <a:pt x="14" y="41"/>
                    <a:pt x="18" y="42"/>
                    <a:pt x="21" y="42"/>
                  </a:cubicBezTo>
                  <a:cubicBezTo>
                    <a:pt x="23" y="42"/>
                    <a:pt x="24" y="42"/>
                    <a:pt x="26" y="41"/>
                  </a:cubicBezTo>
                  <a:cubicBezTo>
                    <a:pt x="33" y="40"/>
                    <a:pt x="39" y="39"/>
                    <a:pt x="46" y="38"/>
                  </a:cubicBezTo>
                  <a:cubicBezTo>
                    <a:pt x="43" y="34"/>
                    <a:pt x="41" y="30"/>
                    <a:pt x="38" y="26"/>
                  </a:cubicBezTo>
                  <a:cubicBezTo>
                    <a:pt x="33" y="18"/>
                    <a:pt x="29" y="9"/>
                    <a:pt x="26" y="0"/>
                  </a:cubicBez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9"/>
            <p:cNvSpPr/>
            <p:nvPr/>
          </p:nvSpPr>
          <p:spPr>
            <a:xfrm>
              <a:off x="28085" y="-572255"/>
              <a:ext cx="102600" cy="14760"/>
            </a:xfrm>
            <a:custGeom>
              <a:rect b="b" l="l" r="r" t="t"/>
              <a:pathLst>
                <a:path extrusionOk="0" h="41" w="285">
                  <a:moveTo>
                    <a:pt x="27" y="10"/>
                  </a:moveTo>
                  <a:cubicBezTo>
                    <a:pt x="30" y="20"/>
                    <a:pt x="33" y="29"/>
                    <a:pt x="36" y="39"/>
                  </a:cubicBezTo>
                  <a:cubicBezTo>
                    <a:pt x="41" y="39"/>
                    <a:pt x="46" y="40"/>
                    <a:pt x="51" y="40"/>
                  </a:cubicBezTo>
                  <a:cubicBezTo>
                    <a:pt x="78" y="40"/>
                    <a:pt x="104" y="37"/>
                    <a:pt x="130" y="32"/>
                  </a:cubicBezTo>
                  <a:cubicBezTo>
                    <a:pt x="160" y="27"/>
                    <a:pt x="189" y="30"/>
                    <a:pt x="219" y="25"/>
                  </a:cubicBezTo>
                  <a:cubicBezTo>
                    <a:pt x="239" y="22"/>
                    <a:pt x="258" y="16"/>
                    <a:pt x="279" y="13"/>
                  </a:cubicBezTo>
                  <a:cubicBezTo>
                    <a:pt x="284" y="13"/>
                    <a:pt x="283" y="5"/>
                    <a:pt x="279" y="4"/>
                  </a:cubicBezTo>
                  <a:cubicBezTo>
                    <a:pt x="224" y="2"/>
                    <a:pt x="168" y="8"/>
                    <a:pt x="113" y="6"/>
                  </a:cubicBezTo>
                  <a:cubicBezTo>
                    <a:pt x="85" y="2"/>
                    <a:pt x="57" y="0"/>
                    <a:pt x="28" y="0"/>
                  </a:cubicBezTo>
                  <a:cubicBezTo>
                    <a:pt x="0" y="0"/>
                    <a:pt x="28" y="0"/>
                    <a:pt x="28" y="1"/>
                  </a:cubicBezTo>
                  <a:cubicBezTo>
                    <a:pt x="28" y="2"/>
                    <a:pt x="27" y="7"/>
                    <a:pt x="2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9"/>
            <p:cNvSpPr/>
            <p:nvPr/>
          </p:nvSpPr>
          <p:spPr>
            <a:xfrm>
              <a:off x="36365" y="-572255"/>
              <a:ext cx="1800" cy="3600"/>
            </a:xfrm>
            <a:custGeom>
              <a:rect b="b" l="l" r="r" t="t"/>
              <a:pathLst>
                <a:path extrusionOk="0" h="10" w="5">
                  <a:moveTo>
                    <a:pt x="4" y="1"/>
                  </a:moveTo>
                  <a:lnTo>
                    <a:pt x="4" y="0"/>
                  </a:lnTo>
                  <a:lnTo>
                    <a:pt x="0" y="0"/>
                  </a:lnTo>
                  <a:cubicBezTo>
                    <a:pt x="0" y="3"/>
                    <a:pt x="2" y="6"/>
                    <a:pt x="3" y="9"/>
                  </a:cubicBezTo>
                  <a:cubicBezTo>
                    <a:pt x="4" y="7"/>
                    <a:pt x="4" y="3"/>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9"/>
            <p:cNvSpPr/>
            <p:nvPr/>
          </p:nvSpPr>
          <p:spPr>
            <a:xfrm>
              <a:off x="36725" y="-593135"/>
              <a:ext cx="61920" cy="11520"/>
            </a:xfrm>
            <a:custGeom>
              <a:rect b="b" l="l" r="r" t="t"/>
              <a:pathLst>
                <a:path extrusionOk="0" h="32" w="172">
                  <a:moveTo>
                    <a:pt x="166" y="18"/>
                  </a:moveTo>
                  <a:cubicBezTo>
                    <a:pt x="167" y="18"/>
                    <a:pt x="168" y="18"/>
                    <a:pt x="168" y="18"/>
                  </a:cubicBezTo>
                  <a:cubicBezTo>
                    <a:pt x="169" y="18"/>
                    <a:pt x="169" y="17"/>
                    <a:pt x="170" y="16"/>
                  </a:cubicBezTo>
                  <a:cubicBezTo>
                    <a:pt x="170" y="16"/>
                    <a:pt x="170" y="15"/>
                    <a:pt x="170" y="14"/>
                  </a:cubicBezTo>
                  <a:cubicBezTo>
                    <a:pt x="170" y="14"/>
                    <a:pt x="171" y="13"/>
                    <a:pt x="170" y="12"/>
                  </a:cubicBezTo>
                  <a:cubicBezTo>
                    <a:pt x="169" y="11"/>
                    <a:pt x="169" y="11"/>
                    <a:pt x="168" y="11"/>
                  </a:cubicBezTo>
                  <a:cubicBezTo>
                    <a:pt x="168" y="11"/>
                    <a:pt x="167" y="11"/>
                    <a:pt x="166" y="11"/>
                  </a:cubicBezTo>
                  <a:cubicBezTo>
                    <a:pt x="110" y="6"/>
                    <a:pt x="56" y="4"/>
                    <a:pt x="0" y="0"/>
                  </a:cubicBezTo>
                  <a:cubicBezTo>
                    <a:pt x="2" y="10"/>
                    <a:pt x="2" y="20"/>
                    <a:pt x="3" y="30"/>
                  </a:cubicBezTo>
                  <a:cubicBezTo>
                    <a:pt x="58" y="31"/>
                    <a:pt x="110" y="22"/>
                    <a:pt x="16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9"/>
            <p:cNvSpPr/>
            <p:nvPr/>
          </p:nvSpPr>
          <p:spPr>
            <a:xfrm>
              <a:off x="33845" y="-593135"/>
              <a:ext cx="3960" cy="11520"/>
            </a:xfrm>
            <a:custGeom>
              <a:rect b="b" l="l" r="r" t="t"/>
              <a:pathLst>
                <a:path extrusionOk="0" h="32" w="11">
                  <a:moveTo>
                    <a:pt x="7" y="0"/>
                  </a:moveTo>
                  <a:lnTo>
                    <a:pt x="0" y="0"/>
                  </a:lnTo>
                  <a:cubicBezTo>
                    <a:pt x="0" y="10"/>
                    <a:pt x="1" y="20"/>
                    <a:pt x="3" y="31"/>
                  </a:cubicBezTo>
                  <a:lnTo>
                    <a:pt x="10" y="31"/>
                  </a:lnTo>
                  <a:cubicBezTo>
                    <a:pt x="10" y="20"/>
                    <a:pt x="9" y="1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9"/>
            <p:cNvSpPr/>
            <p:nvPr/>
          </p:nvSpPr>
          <p:spPr>
            <a:xfrm>
              <a:off x="195485" y="-628775"/>
              <a:ext cx="70560" cy="18000"/>
            </a:xfrm>
            <a:custGeom>
              <a:rect b="b" l="l" r="r" t="t"/>
              <a:pathLst>
                <a:path extrusionOk="0" h="50" w="196">
                  <a:moveTo>
                    <a:pt x="191" y="43"/>
                  </a:moveTo>
                  <a:lnTo>
                    <a:pt x="192" y="43"/>
                  </a:lnTo>
                  <a:cubicBezTo>
                    <a:pt x="193" y="42"/>
                    <a:pt x="194" y="42"/>
                    <a:pt x="194" y="41"/>
                  </a:cubicBezTo>
                  <a:cubicBezTo>
                    <a:pt x="195" y="40"/>
                    <a:pt x="194" y="39"/>
                    <a:pt x="194" y="39"/>
                  </a:cubicBezTo>
                  <a:cubicBezTo>
                    <a:pt x="194" y="38"/>
                    <a:pt x="195" y="37"/>
                    <a:pt x="194" y="36"/>
                  </a:cubicBezTo>
                  <a:cubicBezTo>
                    <a:pt x="194" y="36"/>
                    <a:pt x="193" y="36"/>
                    <a:pt x="192" y="35"/>
                  </a:cubicBezTo>
                  <a:lnTo>
                    <a:pt x="191" y="34"/>
                  </a:lnTo>
                  <a:cubicBezTo>
                    <a:pt x="135" y="24"/>
                    <a:pt x="64" y="0"/>
                    <a:pt x="8" y="14"/>
                  </a:cubicBezTo>
                  <a:cubicBezTo>
                    <a:pt x="0" y="16"/>
                    <a:pt x="2" y="26"/>
                    <a:pt x="8" y="28"/>
                  </a:cubicBezTo>
                  <a:cubicBezTo>
                    <a:pt x="66" y="49"/>
                    <a:pt x="132" y="41"/>
                    <a:pt x="19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9"/>
            <p:cNvSpPr/>
            <p:nvPr/>
          </p:nvSpPr>
          <p:spPr>
            <a:xfrm>
              <a:off x="34925" y="-634535"/>
              <a:ext cx="135360" cy="23040"/>
            </a:xfrm>
            <a:custGeom>
              <a:rect b="b" l="l" r="r" t="t"/>
              <a:pathLst>
                <a:path extrusionOk="0" h="64" w="376">
                  <a:moveTo>
                    <a:pt x="135" y="56"/>
                  </a:moveTo>
                  <a:cubicBezTo>
                    <a:pt x="213" y="53"/>
                    <a:pt x="289" y="40"/>
                    <a:pt x="366" y="36"/>
                  </a:cubicBezTo>
                  <a:cubicBezTo>
                    <a:pt x="367" y="36"/>
                    <a:pt x="368" y="36"/>
                    <a:pt x="370" y="35"/>
                  </a:cubicBezTo>
                  <a:cubicBezTo>
                    <a:pt x="372" y="34"/>
                    <a:pt x="373" y="33"/>
                    <a:pt x="374" y="31"/>
                  </a:cubicBezTo>
                  <a:cubicBezTo>
                    <a:pt x="375" y="29"/>
                    <a:pt x="375" y="28"/>
                    <a:pt x="375" y="26"/>
                  </a:cubicBezTo>
                  <a:cubicBezTo>
                    <a:pt x="375" y="24"/>
                    <a:pt x="375" y="23"/>
                    <a:pt x="374" y="21"/>
                  </a:cubicBezTo>
                  <a:cubicBezTo>
                    <a:pt x="373" y="19"/>
                    <a:pt x="372" y="19"/>
                    <a:pt x="370" y="18"/>
                  </a:cubicBezTo>
                  <a:cubicBezTo>
                    <a:pt x="368" y="17"/>
                    <a:pt x="367" y="16"/>
                    <a:pt x="366" y="16"/>
                  </a:cubicBezTo>
                  <a:cubicBezTo>
                    <a:pt x="342" y="13"/>
                    <a:pt x="319" y="12"/>
                    <a:pt x="296" y="12"/>
                  </a:cubicBezTo>
                  <a:cubicBezTo>
                    <a:pt x="272" y="12"/>
                    <a:pt x="249" y="13"/>
                    <a:pt x="226" y="16"/>
                  </a:cubicBezTo>
                  <a:cubicBezTo>
                    <a:pt x="182" y="25"/>
                    <a:pt x="133" y="16"/>
                    <a:pt x="88" y="16"/>
                  </a:cubicBezTo>
                  <a:cubicBezTo>
                    <a:pt x="85" y="16"/>
                    <a:pt x="81" y="17"/>
                    <a:pt x="78" y="17"/>
                  </a:cubicBezTo>
                  <a:cubicBezTo>
                    <a:pt x="53" y="17"/>
                    <a:pt x="29" y="11"/>
                    <a:pt x="7" y="0"/>
                  </a:cubicBezTo>
                  <a:cubicBezTo>
                    <a:pt x="4" y="12"/>
                    <a:pt x="2" y="25"/>
                    <a:pt x="0" y="37"/>
                  </a:cubicBezTo>
                  <a:cubicBezTo>
                    <a:pt x="35" y="63"/>
                    <a:pt x="103" y="56"/>
                    <a:pt x="135"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9"/>
            <p:cNvSpPr/>
            <p:nvPr/>
          </p:nvSpPr>
          <p:spPr>
            <a:xfrm>
              <a:off x="34205" y="-634175"/>
              <a:ext cx="3600" cy="14040"/>
            </a:xfrm>
            <a:custGeom>
              <a:rect b="b" l="l" r="r" t="t"/>
              <a:pathLst>
                <a:path extrusionOk="0" h="39" w="10">
                  <a:moveTo>
                    <a:pt x="9" y="0"/>
                  </a:moveTo>
                  <a:lnTo>
                    <a:pt x="8" y="0"/>
                  </a:lnTo>
                  <a:cubicBezTo>
                    <a:pt x="4" y="12"/>
                    <a:pt x="2" y="24"/>
                    <a:pt x="0" y="35"/>
                  </a:cubicBezTo>
                  <a:lnTo>
                    <a:pt x="3" y="38"/>
                  </a:lnTo>
                  <a:cubicBezTo>
                    <a:pt x="5" y="25"/>
                    <a:pt x="7" y="13"/>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9"/>
            <p:cNvSpPr/>
            <p:nvPr/>
          </p:nvSpPr>
          <p:spPr>
            <a:xfrm>
              <a:off x="39245" y="-652175"/>
              <a:ext cx="5760" cy="12600"/>
            </a:xfrm>
            <a:custGeom>
              <a:rect b="b" l="l" r="r" t="t"/>
              <a:pathLst>
                <a:path extrusionOk="0" h="35" w="16">
                  <a:moveTo>
                    <a:pt x="12" y="0"/>
                  </a:moveTo>
                  <a:cubicBezTo>
                    <a:pt x="7" y="11"/>
                    <a:pt x="3" y="23"/>
                    <a:pt x="0" y="34"/>
                  </a:cubicBezTo>
                  <a:cubicBezTo>
                    <a:pt x="4" y="23"/>
                    <a:pt x="9" y="12"/>
                    <a:pt x="15" y="2"/>
                  </a:cubicBezTo>
                  <a:lnTo>
                    <a:pt x="1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9"/>
            <p:cNvSpPr/>
            <p:nvPr/>
          </p:nvSpPr>
          <p:spPr>
            <a:xfrm>
              <a:off x="50045" y="-665135"/>
              <a:ext cx="1080" cy="1440"/>
            </a:xfrm>
            <a:custGeom>
              <a:rect b="b" l="l" r="r" t="t"/>
              <a:pathLst>
                <a:path extrusionOk="0" h="4" w="3">
                  <a:moveTo>
                    <a:pt x="2" y="0"/>
                  </a:moveTo>
                  <a:lnTo>
                    <a:pt x="0" y="3"/>
                  </a:lnTo>
                  <a:lnTo>
                    <a:pt x="1" y="3"/>
                  </a:lnTo>
                  <a:lnTo>
                    <a:pt x="2" y="0"/>
                  </a:lnTo>
                </a:path>
              </a:pathLst>
            </a:custGeom>
            <a:solidFill>
              <a:schemeClr val="dk1"/>
            </a:solidFill>
            <a:ln>
              <a:noFill/>
            </a:ln>
          </p:spPr>
        </p:sp>
        <p:sp>
          <p:nvSpPr>
            <p:cNvPr id="934" name="Google Shape;934;p29"/>
            <p:cNvSpPr/>
            <p:nvPr/>
          </p:nvSpPr>
          <p:spPr>
            <a:xfrm>
              <a:off x="16205" y="-662615"/>
              <a:ext cx="21600" cy="111600"/>
            </a:xfrm>
            <a:custGeom>
              <a:rect b="b" l="l" r="r" t="t"/>
              <a:pathLst>
                <a:path extrusionOk="0" h="310" w="60">
                  <a:moveTo>
                    <a:pt x="26" y="228"/>
                  </a:moveTo>
                  <a:lnTo>
                    <a:pt x="26" y="222"/>
                  </a:lnTo>
                  <a:lnTo>
                    <a:pt x="25" y="222"/>
                  </a:lnTo>
                  <a:cubicBezTo>
                    <a:pt x="7" y="220"/>
                    <a:pt x="9" y="195"/>
                    <a:pt x="24" y="192"/>
                  </a:cubicBezTo>
                  <a:cubicBezTo>
                    <a:pt x="22" y="179"/>
                    <a:pt x="21" y="166"/>
                    <a:pt x="21" y="154"/>
                  </a:cubicBezTo>
                  <a:cubicBezTo>
                    <a:pt x="21" y="134"/>
                    <a:pt x="23" y="115"/>
                    <a:pt x="27" y="95"/>
                  </a:cubicBezTo>
                  <a:cubicBezTo>
                    <a:pt x="36" y="63"/>
                    <a:pt x="56" y="35"/>
                    <a:pt x="59" y="0"/>
                  </a:cubicBezTo>
                  <a:cubicBezTo>
                    <a:pt x="49" y="17"/>
                    <a:pt x="39" y="35"/>
                    <a:pt x="30" y="50"/>
                  </a:cubicBezTo>
                  <a:cubicBezTo>
                    <a:pt x="6" y="86"/>
                    <a:pt x="7" y="121"/>
                    <a:pt x="4" y="163"/>
                  </a:cubicBezTo>
                  <a:cubicBezTo>
                    <a:pt x="2" y="205"/>
                    <a:pt x="0" y="267"/>
                    <a:pt x="24" y="309"/>
                  </a:cubicBezTo>
                  <a:cubicBezTo>
                    <a:pt x="26" y="292"/>
                    <a:pt x="27" y="274"/>
                    <a:pt x="27" y="257"/>
                  </a:cubicBezTo>
                  <a:cubicBezTo>
                    <a:pt x="27" y="247"/>
                    <a:pt x="27" y="238"/>
                    <a:pt x="26"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9"/>
            <p:cNvSpPr/>
            <p:nvPr/>
          </p:nvSpPr>
          <p:spPr>
            <a:xfrm>
              <a:off x="34925" y="-558935"/>
              <a:ext cx="8640" cy="7200"/>
            </a:xfrm>
            <a:custGeom>
              <a:rect b="b" l="l" r="r" t="t"/>
              <a:pathLst>
                <a:path extrusionOk="0" h="20" w="24">
                  <a:moveTo>
                    <a:pt x="17" y="2"/>
                  </a:moveTo>
                  <a:cubicBezTo>
                    <a:pt x="12" y="2"/>
                    <a:pt x="7" y="1"/>
                    <a:pt x="3" y="0"/>
                  </a:cubicBezTo>
                  <a:cubicBezTo>
                    <a:pt x="2" y="5"/>
                    <a:pt x="1" y="10"/>
                    <a:pt x="0" y="16"/>
                  </a:cubicBezTo>
                  <a:cubicBezTo>
                    <a:pt x="8" y="17"/>
                    <a:pt x="15" y="19"/>
                    <a:pt x="23" y="19"/>
                  </a:cubicBezTo>
                  <a:cubicBezTo>
                    <a:pt x="21" y="13"/>
                    <a:pt x="19" y="8"/>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9"/>
            <p:cNvSpPr/>
            <p:nvPr/>
          </p:nvSpPr>
          <p:spPr>
            <a:xfrm>
              <a:off x="24125" y="-583055"/>
              <a:ext cx="12960" cy="34200"/>
            </a:xfrm>
            <a:custGeom>
              <a:rect b="b" l="l" r="r" t="t"/>
              <a:pathLst>
                <a:path extrusionOk="0" h="95" w="36">
                  <a:moveTo>
                    <a:pt x="26" y="82"/>
                  </a:moveTo>
                  <a:lnTo>
                    <a:pt x="30" y="82"/>
                  </a:lnTo>
                  <a:cubicBezTo>
                    <a:pt x="30" y="77"/>
                    <a:pt x="31" y="72"/>
                    <a:pt x="32" y="66"/>
                  </a:cubicBezTo>
                  <a:cubicBezTo>
                    <a:pt x="26" y="65"/>
                    <a:pt x="20" y="64"/>
                    <a:pt x="14" y="61"/>
                  </a:cubicBezTo>
                  <a:cubicBezTo>
                    <a:pt x="11" y="59"/>
                    <a:pt x="10" y="58"/>
                    <a:pt x="8" y="55"/>
                  </a:cubicBezTo>
                  <a:cubicBezTo>
                    <a:pt x="6" y="52"/>
                    <a:pt x="6" y="50"/>
                    <a:pt x="6" y="48"/>
                  </a:cubicBezTo>
                  <a:cubicBezTo>
                    <a:pt x="6" y="45"/>
                    <a:pt x="7" y="43"/>
                    <a:pt x="8" y="41"/>
                  </a:cubicBezTo>
                  <a:cubicBezTo>
                    <a:pt x="9" y="39"/>
                    <a:pt x="11" y="38"/>
                    <a:pt x="13" y="37"/>
                  </a:cubicBezTo>
                  <a:cubicBezTo>
                    <a:pt x="13" y="36"/>
                    <a:pt x="13" y="36"/>
                    <a:pt x="13" y="36"/>
                  </a:cubicBezTo>
                  <a:cubicBezTo>
                    <a:pt x="20" y="32"/>
                    <a:pt x="28" y="30"/>
                    <a:pt x="35" y="30"/>
                  </a:cubicBezTo>
                  <a:cubicBezTo>
                    <a:pt x="35" y="27"/>
                    <a:pt x="33" y="24"/>
                    <a:pt x="33" y="21"/>
                  </a:cubicBezTo>
                  <a:cubicBezTo>
                    <a:pt x="32" y="14"/>
                    <a:pt x="31" y="8"/>
                    <a:pt x="30" y="1"/>
                  </a:cubicBezTo>
                  <a:cubicBezTo>
                    <a:pt x="21" y="1"/>
                    <a:pt x="13" y="1"/>
                    <a:pt x="3" y="0"/>
                  </a:cubicBezTo>
                  <a:lnTo>
                    <a:pt x="3" y="6"/>
                  </a:lnTo>
                  <a:cubicBezTo>
                    <a:pt x="4" y="13"/>
                    <a:pt x="4" y="19"/>
                    <a:pt x="4" y="25"/>
                  </a:cubicBezTo>
                  <a:cubicBezTo>
                    <a:pt x="4" y="46"/>
                    <a:pt x="3" y="66"/>
                    <a:pt x="0" y="86"/>
                  </a:cubicBezTo>
                  <a:cubicBezTo>
                    <a:pt x="2" y="89"/>
                    <a:pt x="3" y="92"/>
                    <a:pt x="5" y="94"/>
                  </a:cubicBezTo>
                  <a:cubicBezTo>
                    <a:pt x="5" y="93"/>
                    <a:pt x="6" y="91"/>
                    <a:pt x="7" y="89"/>
                  </a:cubicBezTo>
                  <a:cubicBezTo>
                    <a:pt x="8" y="87"/>
                    <a:pt x="10" y="84"/>
                    <a:pt x="13" y="83"/>
                  </a:cubicBezTo>
                  <a:cubicBezTo>
                    <a:pt x="16" y="81"/>
                    <a:pt x="18" y="81"/>
                    <a:pt x="21" y="81"/>
                  </a:cubicBezTo>
                  <a:cubicBezTo>
                    <a:pt x="23" y="81"/>
                    <a:pt x="25" y="81"/>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9"/>
            <p:cNvSpPr/>
            <p:nvPr/>
          </p:nvSpPr>
          <p:spPr>
            <a:xfrm>
              <a:off x="23405" y="-679175"/>
              <a:ext cx="31680" cy="86040"/>
            </a:xfrm>
            <a:custGeom>
              <a:rect b="b" l="l" r="r" t="t"/>
              <a:pathLst>
                <a:path extrusionOk="0" h="239" w="88">
                  <a:moveTo>
                    <a:pt x="3" y="237"/>
                  </a:moveTo>
                  <a:cubicBezTo>
                    <a:pt x="4" y="236"/>
                    <a:pt x="5" y="236"/>
                    <a:pt x="6" y="236"/>
                  </a:cubicBezTo>
                  <a:cubicBezTo>
                    <a:pt x="7" y="236"/>
                    <a:pt x="8" y="236"/>
                    <a:pt x="8" y="237"/>
                  </a:cubicBezTo>
                  <a:lnTo>
                    <a:pt x="30" y="238"/>
                  </a:lnTo>
                  <a:cubicBezTo>
                    <a:pt x="30" y="222"/>
                    <a:pt x="30" y="205"/>
                    <a:pt x="28" y="188"/>
                  </a:cubicBezTo>
                  <a:cubicBezTo>
                    <a:pt x="28" y="186"/>
                    <a:pt x="28" y="184"/>
                    <a:pt x="28" y="183"/>
                  </a:cubicBezTo>
                  <a:cubicBezTo>
                    <a:pt x="28" y="175"/>
                    <a:pt x="29" y="167"/>
                    <a:pt x="30" y="159"/>
                  </a:cubicBezTo>
                  <a:cubicBezTo>
                    <a:pt x="26" y="156"/>
                    <a:pt x="22" y="151"/>
                    <a:pt x="20" y="147"/>
                  </a:cubicBezTo>
                  <a:cubicBezTo>
                    <a:pt x="17" y="143"/>
                    <a:pt x="15" y="138"/>
                    <a:pt x="15" y="133"/>
                  </a:cubicBezTo>
                  <a:lnTo>
                    <a:pt x="14" y="132"/>
                  </a:lnTo>
                  <a:cubicBezTo>
                    <a:pt x="14" y="130"/>
                    <a:pt x="15" y="128"/>
                    <a:pt x="16" y="126"/>
                  </a:cubicBezTo>
                  <a:cubicBezTo>
                    <a:pt x="17" y="124"/>
                    <a:pt x="19" y="122"/>
                    <a:pt x="21" y="121"/>
                  </a:cubicBezTo>
                  <a:cubicBezTo>
                    <a:pt x="23" y="120"/>
                    <a:pt x="25" y="120"/>
                    <a:pt x="27" y="120"/>
                  </a:cubicBezTo>
                  <a:cubicBezTo>
                    <a:pt x="29" y="120"/>
                    <a:pt x="31" y="121"/>
                    <a:pt x="33" y="121"/>
                  </a:cubicBezTo>
                  <a:cubicBezTo>
                    <a:pt x="34" y="122"/>
                    <a:pt x="34" y="122"/>
                    <a:pt x="34" y="122"/>
                  </a:cubicBezTo>
                  <a:lnTo>
                    <a:pt x="38" y="124"/>
                  </a:lnTo>
                  <a:cubicBezTo>
                    <a:pt x="39" y="119"/>
                    <a:pt x="41" y="114"/>
                    <a:pt x="43" y="109"/>
                  </a:cubicBezTo>
                  <a:cubicBezTo>
                    <a:pt x="46" y="97"/>
                    <a:pt x="50" y="86"/>
                    <a:pt x="55" y="75"/>
                  </a:cubicBezTo>
                  <a:cubicBezTo>
                    <a:pt x="41" y="67"/>
                    <a:pt x="43" y="41"/>
                    <a:pt x="62" y="42"/>
                  </a:cubicBezTo>
                  <a:lnTo>
                    <a:pt x="73" y="42"/>
                  </a:lnTo>
                  <a:lnTo>
                    <a:pt x="74" y="39"/>
                  </a:lnTo>
                  <a:cubicBezTo>
                    <a:pt x="76" y="29"/>
                    <a:pt x="79" y="19"/>
                    <a:pt x="84" y="10"/>
                  </a:cubicBezTo>
                  <a:cubicBezTo>
                    <a:pt x="87" y="5"/>
                    <a:pt x="81" y="0"/>
                    <a:pt x="76" y="2"/>
                  </a:cubicBezTo>
                  <a:cubicBezTo>
                    <a:pt x="61" y="13"/>
                    <a:pt x="48" y="27"/>
                    <a:pt x="38" y="43"/>
                  </a:cubicBezTo>
                  <a:cubicBezTo>
                    <a:pt x="38" y="44"/>
                    <a:pt x="37" y="45"/>
                    <a:pt x="37" y="45"/>
                  </a:cubicBezTo>
                  <a:cubicBezTo>
                    <a:pt x="34" y="80"/>
                    <a:pt x="14" y="108"/>
                    <a:pt x="5" y="140"/>
                  </a:cubicBezTo>
                  <a:cubicBezTo>
                    <a:pt x="1" y="158"/>
                    <a:pt x="0" y="176"/>
                    <a:pt x="0" y="194"/>
                  </a:cubicBezTo>
                  <a:cubicBezTo>
                    <a:pt x="0" y="208"/>
                    <a:pt x="1" y="222"/>
                    <a:pt x="3" y="2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9"/>
            <p:cNvSpPr/>
            <p:nvPr/>
          </p:nvSpPr>
          <p:spPr>
            <a:xfrm>
              <a:off x="34565" y="-553175"/>
              <a:ext cx="10800" cy="15120"/>
            </a:xfrm>
            <a:custGeom>
              <a:rect b="b" l="l" r="r" t="t"/>
              <a:pathLst>
                <a:path extrusionOk="0" h="42" w="30">
                  <a:moveTo>
                    <a:pt x="2" y="27"/>
                  </a:moveTo>
                  <a:cubicBezTo>
                    <a:pt x="2" y="29"/>
                    <a:pt x="4" y="33"/>
                    <a:pt x="6" y="38"/>
                  </a:cubicBezTo>
                  <a:lnTo>
                    <a:pt x="9" y="40"/>
                  </a:lnTo>
                  <a:cubicBezTo>
                    <a:pt x="11" y="41"/>
                    <a:pt x="13" y="41"/>
                    <a:pt x="15" y="41"/>
                  </a:cubicBezTo>
                  <a:cubicBezTo>
                    <a:pt x="17" y="41"/>
                    <a:pt x="20" y="40"/>
                    <a:pt x="22" y="39"/>
                  </a:cubicBezTo>
                  <a:cubicBezTo>
                    <a:pt x="24" y="38"/>
                    <a:pt x="26" y="36"/>
                    <a:pt x="27" y="34"/>
                  </a:cubicBezTo>
                  <a:cubicBezTo>
                    <a:pt x="28" y="32"/>
                    <a:pt x="29" y="29"/>
                    <a:pt x="29" y="27"/>
                  </a:cubicBezTo>
                  <a:cubicBezTo>
                    <a:pt x="29" y="26"/>
                    <a:pt x="29" y="26"/>
                    <a:pt x="29" y="26"/>
                  </a:cubicBezTo>
                  <a:cubicBezTo>
                    <a:pt x="28" y="18"/>
                    <a:pt x="26" y="11"/>
                    <a:pt x="24" y="3"/>
                  </a:cubicBezTo>
                  <a:cubicBezTo>
                    <a:pt x="16" y="3"/>
                    <a:pt x="9" y="2"/>
                    <a:pt x="1" y="0"/>
                  </a:cubicBezTo>
                  <a:cubicBezTo>
                    <a:pt x="1" y="3"/>
                    <a:pt x="0" y="6"/>
                    <a:pt x="0" y="9"/>
                  </a:cubicBezTo>
                  <a:cubicBezTo>
                    <a:pt x="0" y="15"/>
                    <a:pt x="1" y="21"/>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9"/>
            <p:cNvSpPr/>
            <p:nvPr/>
          </p:nvSpPr>
          <p:spPr>
            <a:xfrm>
              <a:off x="25925" y="-553535"/>
              <a:ext cx="10800" cy="14400"/>
            </a:xfrm>
            <a:custGeom>
              <a:rect b="b" l="l" r="r" t="t"/>
              <a:pathLst>
                <a:path extrusionOk="0" h="40" w="30">
                  <a:moveTo>
                    <a:pt x="29" y="39"/>
                  </a:moveTo>
                  <a:cubicBezTo>
                    <a:pt x="27" y="34"/>
                    <a:pt x="26" y="29"/>
                    <a:pt x="25" y="28"/>
                  </a:cubicBezTo>
                  <a:cubicBezTo>
                    <a:pt x="24" y="22"/>
                    <a:pt x="23" y="16"/>
                    <a:pt x="23" y="10"/>
                  </a:cubicBezTo>
                  <a:cubicBezTo>
                    <a:pt x="23" y="7"/>
                    <a:pt x="24" y="4"/>
                    <a:pt x="24" y="1"/>
                  </a:cubicBezTo>
                  <a:lnTo>
                    <a:pt x="20" y="1"/>
                  </a:lnTo>
                  <a:cubicBezTo>
                    <a:pt x="19" y="0"/>
                    <a:pt x="17" y="0"/>
                    <a:pt x="16" y="0"/>
                  </a:cubicBezTo>
                  <a:cubicBezTo>
                    <a:pt x="13" y="0"/>
                    <a:pt x="11" y="1"/>
                    <a:pt x="8" y="2"/>
                  </a:cubicBezTo>
                  <a:cubicBezTo>
                    <a:pt x="5" y="3"/>
                    <a:pt x="3" y="5"/>
                    <a:pt x="2" y="8"/>
                  </a:cubicBezTo>
                  <a:cubicBezTo>
                    <a:pt x="1" y="10"/>
                    <a:pt x="0" y="12"/>
                    <a:pt x="0" y="14"/>
                  </a:cubicBezTo>
                  <a:cubicBezTo>
                    <a:pt x="6" y="23"/>
                    <a:pt x="15" y="31"/>
                    <a:pt x="25" y="37"/>
                  </a:cubicBezTo>
                  <a:cubicBezTo>
                    <a:pt x="26" y="38"/>
                    <a:pt x="28" y="39"/>
                    <a:pt x="2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9"/>
            <p:cNvSpPr/>
            <p:nvPr/>
          </p:nvSpPr>
          <p:spPr>
            <a:xfrm>
              <a:off x="36005" y="-568655"/>
              <a:ext cx="5400" cy="10800"/>
            </a:xfrm>
            <a:custGeom>
              <a:rect b="b" l="l" r="r" t="t"/>
              <a:pathLst>
                <a:path extrusionOk="0" h="30" w="15">
                  <a:moveTo>
                    <a:pt x="5" y="0"/>
                  </a:moveTo>
                  <a:cubicBezTo>
                    <a:pt x="4" y="9"/>
                    <a:pt x="1" y="18"/>
                    <a:pt x="0" y="27"/>
                  </a:cubicBezTo>
                  <a:cubicBezTo>
                    <a:pt x="4" y="28"/>
                    <a:pt x="9" y="29"/>
                    <a:pt x="14" y="29"/>
                  </a:cubicBezTo>
                  <a:cubicBezTo>
                    <a:pt x="11" y="20"/>
                    <a:pt x="8" y="10"/>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9"/>
            <p:cNvSpPr/>
            <p:nvPr/>
          </p:nvSpPr>
          <p:spPr>
            <a:xfrm>
              <a:off x="26285" y="-572255"/>
              <a:ext cx="11520" cy="13680"/>
            </a:xfrm>
            <a:custGeom>
              <a:rect b="b" l="l" r="r" t="t"/>
              <a:pathLst>
                <a:path extrusionOk="0" h="38" w="32">
                  <a:moveTo>
                    <a:pt x="28" y="0"/>
                  </a:moveTo>
                  <a:cubicBezTo>
                    <a:pt x="21" y="1"/>
                    <a:pt x="13" y="3"/>
                    <a:pt x="7" y="7"/>
                  </a:cubicBezTo>
                  <a:cubicBezTo>
                    <a:pt x="6" y="7"/>
                    <a:pt x="6" y="7"/>
                    <a:pt x="6" y="7"/>
                  </a:cubicBezTo>
                  <a:cubicBezTo>
                    <a:pt x="4" y="8"/>
                    <a:pt x="3" y="10"/>
                    <a:pt x="2" y="12"/>
                  </a:cubicBezTo>
                  <a:cubicBezTo>
                    <a:pt x="0" y="14"/>
                    <a:pt x="0" y="16"/>
                    <a:pt x="0" y="19"/>
                  </a:cubicBezTo>
                  <a:cubicBezTo>
                    <a:pt x="0" y="21"/>
                    <a:pt x="0" y="24"/>
                    <a:pt x="2" y="26"/>
                  </a:cubicBezTo>
                  <a:cubicBezTo>
                    <a:pt x="4" y="28"/>
                    <a:pt x="5" y="30"/>
                    <a:pt x="7" y="31"/>
                  </a:cubicBezTo>
                  <a:cubicBezTo>
                    <a:pt x="7" y="31"/>
                    <a:pt x="7" y="32"/>
                    <a:pt x="8" y="32"/>
                  </a:cubicBezTo>
                  <a:cubicBezTo>
                    <a:pt x="13" y="34"/>
                    <a:pt x="19" y="36"/>
                    <a:pt x="26" y="37"/>
                  </a:cubicBezTo>
                  <a:cubicBezTo>
                    <a:pt x="27" y="28"/>
                    <a:pt x="30" y="19"/>
                    <a:pt x="31" y="10"/>
                  </a:cubicBezTo>
                  <a:cubicBezTo>
                    <a:pt x="31" y="7"/>
                    <a:pt x="30" y="3"/>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9"/>
            <p:cNvSpPr/>
            <p:nvPr/>
          </p:nvSpPr>
          <p:spPr>
            <a:xfrm>
              <a:off x="18365" y="-593855"/>
              <a:ext cx="7560" cy="11520"/>
            </a:xfrm>
            <a:custGeom>
              <a:rect b="b" l="l" r="r" t="t"/>
              <a:pathLst>
                <a:path extrusionOk="0" h="32" w="21">
                  <a:moveTo>
                    <a:pt x="18" y="31"/>
                  </a:moveTo>
                  <a:lnTo>
                    <a:pt x="20" y="31"/>
                  </a:lnTo>
                  <a:cubicBezTo>
                    <a:pt x="20" y="21"/>
                    <a:pt x="18" y="11"/>
                    <a:pt x="17" y="0"/>
                  </a:cubicBezTo>
                  <a:cubicBezTo>
                    <a:pt x="2" y="4"/>
                    <a:pt x="0" y="29"/>
                    <a:pt x="18"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9"/>
            <p:cNvSpPr/>
            <p:nvPr/>
          </p:nvSpPr>
          <p:spPr>
            <a:xfrm>
              <a:off x="24485" y="-593855"/>
              <a:ext cx="10800" cy="11880"/>
            </a:xfrm>
            <a:custGeom>
              <a:rect b="b" l="l" r="r" t="t"/>
              <a:pathLst>
                <a:path extrusionOk="0" h="33" w="30">
                  <a:moveTo>
                    <a:pt x="5" y="0"/>
                  </a:moveTo>
                  <a:cubicBezTo>
                    <a:pt x="5" y="0"/>
                    <a:pt x="4" y="0"/>
                    <a:pt x="3" y="0"/>
                  </a:cubicBezTo>
                  <a:cubicBezTo>
                    <a:pt x="2" y="0"/>
                    <a:pt x="1" y="0"/>
                    <a:pt x="0" y="0"/>
                  </a:cubicBezTo>
                  <a:cubicBezTo>
                    <a:pt x="0" y="11"/>
                    <a:pt x="2" y="21"/>
                    <a:pt x="2" y="30"/>
                  </a:cubicBezTo>
                  <a:cubicBezTo>
                    <a:pt x="12" y="30"/>
                    <a:pt x="20" y="31"/>
                    <a:pt x="29" y="32"/>
                  </a:cubicBezTo>
                  <a:cubicBezTo>
                    <a:pt x="28" y="21"/>
                    <a:pt x="27" y="12"/>
                    <a:pt x="27" y="1"/>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9"/>
            <p:cNvSpPr/>
            <p:nvPr/>
          </p:nvSpPr>
          <p:spPr>
            <a:xfrm>
              <a:off x="28805" y="-635975"/>
              <a:ext cx="9000" cy="14400"/>
            </a:xfrm>
            <a:custGeom>
              <a:rect b="b" l="l" r="r" t="t"/>
              <a:pathLst>
                <a:path extrusionOk="0" h="40" w="25">
                  <a:moveTo>
                    <a:pt x="20" y="2"/>
                  </a:moveTo>
                  <a:lnTo>
                    <a:pt x="19" y="2"/>
                  </a:lnTo>
                  <a:cubicBezTo>
                    <a:pt x="17" y="1"/>
                    <a:pt x="15" y="0"/>
                    <a:pt x="13" y="0"/>
                  </a:cubicBezTo>
                  <a:cubicBezTo>
                    <a:pt x="10" y="0"/>
                    <a:pt x="8" y="1"/>
                    <a:pt x="6" y="2"/>
                  </a:cubicBezTo>
                  <a:cubicBezTo>
                    <a:pt x="4" y="3"/>
                    <a:pt x="3" y="4"/>
                    <a:pt x="2" y="6"/>
                  </a:cubicBezTo>
                  <a:cubicBezTo>
                    <a:pt x="1" y="8"/>
                    <a:pt x="0" y="10"/>
                    <a:pt x="0" y="13"/>
                  </a:cubicBezTo>
                  <a:cubicBezTo>
                    <a:pt x="1" y="18"/>
                    <a:pt x="3" y="23"/>
                    <a:pt x="5" y="27"/>
                  </a:cubicBezTo>
                  <a:cubicBezTo>
                    <a:pt x="8" y="32"/>
                    <a:pt x="12" y="36"/>
                    <a:pt x="16" y="39"/>
                  </a:cubicBezTo>
                  <a:cubicBezTo>
                    <a:pt x="17" y="28"/>
                    <a:pt x="20" y="16"/>
                    <a:pt x="24" y="4"/>
                  </a:cubicBezTo>
                  <a:lnTo>
                    <a:pt x="2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9"/>
            <p:cNvSpPr/>
            <p:nvPr/>
          </p:nvSpPr>
          <p:spPr>
            <a:xfrm>
              <a:off x="44645" y="-672695"/>
              <a:ext cx="99000" cy="21600"/>
            </a:xfrm>
            <a:custGeom>
              <a:rect b="b" l="l" r="r" t="t"/>
              <a:pathLst>
                <a:path extrusionOk="0" h="60" w="275">
                  <a:moveTo>
                    <a:pt x="0" y="58"/>
                  </a:moveTo>
                  <a:cubicBezTo>
                    <a:pt x="2" y="59"/>
                    <a:pt x="4" y="59"/>
                    <a:pt x="5" y="59"/>
                  </a:cubicBezTo>
                  <a:cubicBezTo>
                    <a:pt x="6" y="59"/>
                    <a:pt x="7" y="59"/>
                    <a:pt x="8" y="59"/>
                  </a:cubicBezTo>
                  <a:cubicBezTo>
                    <a:pt x="38" y="59"/>
                    <a:pt x="68" y="54"/>
                    <a:pt x="95" y="43"/>
                  </a:cubicBezTo>
                  <a:cubicBezTo>
                    <a:pt x="144" y="19"/>
                    <a:pt x="217" y="30"/>
                    <a:pt x="270" y="26"/>
                  </a:cubicBezTo>
                  <a:cubicBezTo>
                    <a:pt x="274" y="26"/>
                    <a:pt x="273" y="20"/>
                    <a:pt x="270" y="20"/>
                  </a:cubicBezTo>
                  <a:cubicBezTo>
                    <a:pt x="217" y="15"/>
                    <a:pt x="149" y="0"/>
                    <a:pt x="97" y="14"/>
                  </a:cubicBezTo>
                  <a:cubicBezTo>
                    <a:pt x="70" y="21"/>
                    <a:pt x="43" y="24"/>
                    <a:pt x="16" y="24"/>
                  </a:cubicBezTo>
                  <a:cubicBezTo>
                    <a:pt x="14" y="31"/>
                    <a:pt x="12" y="37"/>
                    <a:pt x="9" y="42"/>
                  </a:cubicBezTo>
                  <a:cubicBezTo>
                    <a:pt x="6" y="48"/>
                    <a:pt x="3"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9"/>
            <p:cNvSpPr/>
            <p:nvPr/>
          </p:nvSpPr>
          <p:spPr>
            <a:xfrm>
              <a:off x="43565" y="-664055"/>
              <a:ext cx="7200" cy="12600"/>
            </a:xfrm>
            <a:custGeom>
              <a:rect b="b" l="l" r="r" t="t"/>
              <a:pathLst>
                <a:path extrusionOk="0" h="35" w="20">
                  <a:moveTo>
                    <a:pt x="12" y="18"/>
                  </a:moveTo>
                  <a:cubicBezTo>
                    <a:pt x="15" y="13"/>
                    <a:pt x="17" y="7"/>
                    <a:pt x="19" y="0"/>
                  </a:cubicBezTo>
                  <a:lnTo>
                    <a:pt x="18" y="0"/>
                  </a:lnTo>
                  <a:cubicBezTo>
                    <a:pt x="12" y="9"/>
                    <a:pt x="7" y="19"/>
                    <a:pt x="2" y="28"/>
                  </a:cubicBezTo>
                  <a:cubicBezTo>
                    <a:pt x="2" y="30"/>
                    <a:pt x="1" y="32"/>
                    <a:pt x="0" y="33"/>
                  </a:cubicBezTo>
                  <a:lnTo>
                    <a:pt x="3" y="34"/>
                  </a:lnTo>
                  <a:cubicBezTo>
                    <a:pt x="6" y="29"/>
                    <a:pt x="9" y="24"/>
                    <a:pt x="12"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9"/>
            <p:cNvSpPr/>
            <p:nvPr/>
          </p:nvSpPr>
          <p:spPr>
            <a:xfrm>
              <a:off x="38525" y="-664055"/>
              <a:ext cx="11880" cy="12240"/>
            </a:xfrm>
            <a:custGeom>
              <a:rect b="b" l="l" r="r" t="t"/>
              <a:pathLst>
                <a:path extrusionOk="0" h="34" w="33">
                  <a:moveTo>
                    <a:pt x="32" y="0"/>
                  </a:moveTo>
                  <a:lnTo>
                    <a:pt x="21" y="0"/>
                  </a:lnTo>
                  <a:cubicBezTo>
                    <a:pt x="1" y="0"/>
                    <a:pt x="0" y="25"/>
                    <a:pt x="14" y="33"/>
                  </a:cubicBezTo>
                  <a:cubicBezTo>
                    <a:pt x="14" y="32"/>
                    <a:pt x="15" y="30"/>
                    <a:pt x="16" y="28"/>
                  </a:cubicBezTo>
                  <a:cubicBezTo>
                    <a:pt x="21" y="19"/>
                    <a:pt x="26" y="9"/>
                    <a:pt x="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9"/>
            <p:cNvSpPr/>
            <p:nvPr/>
          </p:nvSpPr>
          <p:spPr>
            <a:xfrm>
              <a:off x="33845" y="-757295"/>
              <a:ext cx="110520" cy="18360"/>
            </a:xfrm>
            <a:custGeom>
              <a:rect b="b" l="l" r="r" t="t"/>
              <a:pathLst>
                <a:path extrusionOk="0" h="51" w="307">
                  <a:moveTo>
                    <a:pt x="151" y="38"/>
                  </a:moveTo>
                  <a:cubicBezTo>
                    <a:pt x="201" y="26"/>
                    <a:pt x="252" y="33"/>
                    <a:pt x="302" y="22"/>
                  </a:cubicBezTo>
                  <a:lnTo>
                    <a:pt x="303" y="22"/>
                  </a:lnTo>
                  <a:cubicBezTo>
                    <a:pt x="304" y="21"/>
                    <a:pt x="304" y="21"/>
                    <a:pt x="305" y="20"/>
                  </a:cubicBezTo>
                  <a:cubicBezTo>
                    <a:pt x="306" y="19"/>
                    <a:pt x="305" y="18"/>
                    <a:pt x="305" y="18"/>
                  </a:cubicBezTo>
                  <a:cubicBezTo>
                    <a:pt x="305" y="17"/>
                    <a:pt x="306" y="16"/>
                    <a:pt x="305" y="15"/>
                  </a:cubicBezTo>
                  <a:cubicBezTo>
                    <a:pt x="304" y="14"/>
                    <a:pt x="304" y="15"/>
                    <a:pt x="303" y="14"/>
                  </a:cubicBezTo>
                  <a:cubicBezTo>
                    <a:pt x="302" y="13"/>
                    <a:pt x="301" y="13"/>
                    <a:pt x="301" y="13"/>
                  </a:cubicBezTo>
                  <a:cubicBezTo>
                    <a:pt x="300" y="13"/>
                    <a:pt x="300" y="13"/>
                    <a:pt x="300" y="13"/>
                  </a:cubicBezTo>
                  <a:cubicBezTo>
                    <a:pt x="256" y="16"/>
                    <a:pt x="211" y="18"/>
                    <a:pt x="167" y="18"/>
                  </a:cubicBezTo>
                  <a:cubicBezTo>
                    <a:pt x="144" y="18"/>
                    <a:pt x="120" y="17"/>
                    <a:pt x="97" y="16"/>
                  </a:cubicBezTo>
                  <a:cubicBezTo>
                    <a:pt x="64" y="13"/>
                    <a:pt x="32" y="8"/>
                    <a:pt x="0" y="0"/>
                  </a:cubicBezTo>
                  <a:cubicBezTo>
                    <a:pt x="3" y="8"/>
                    <a:pt x="5" y="16"/>
                    <a:pt x="5" y="25"/>
                  </a:cubicBezTo>
                  <a:cubicBezTo>
                    <a:pt x="5" y="28"/>
                    <a:pt x="5" y="31"/>
                    <a:pt x="4" y="34"/>
                  </a:cubicBezTo>
                  <a:cubicBezTo>
                    <a:pt x="53" y="39"/>
                    <a:pt x="101" y="50"/>
                    <a:pt x="15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9"/>
            <p:cNvSpPr/>
            <p:nvPr/>
          </p:nvSpPr>
          <p:spPr>
            <a:xfrm>
              <a:off x="22325" y="-758735"/>
              <a:ext cx="13680" cy="14040"/>
            </a:xfrm>
            <a:custGeom>
              <a:rect b="b" l="l" r="r" t="t"/>
              <a:pathLst>
                <a:path extrusionOk="0" h="39" w="38">
                  <a:moveTo>
                    <a:pt x="32" y="4"/>
                  </a:moveTo>
                  <a:lnTo>
                    <a:pt x="26" y="3"/>
                  </a:lnTo>
                  <a:cubicBezTo>
                    <a:pt x="4" y="0"/>
                    <a:pt x="0" y="35"/>
                    <a:pt x="22" y="37"/>
                  </a:cubicBezTo>
                  <a:lnTo>
                    <a:pt x="36" y="38"/>
                  </a:lnTo>
                  <a:cubicBezTo>
                    <a:pt x="37" y="35"/>
                    <a:pt x="37" y="32"/>
                    <a:pt x="37" y="29"/>
                  </a:cubicBezTo>
                  <a:cubicBezTo>
                    <a:pt x="37" y="20"/>
                    <a:pt x="35" y="12"/>
                    <a:pt x="3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9"/>
            <p:cNvSpPr/>
            <p:nvPr/>
          </p:nvSpPr>
          <p:spPr>
            <a:xfrm>
              <a:off x="192965" y="-878975"/>
              <a:ext cx="43560" cy="8280"/>
            </a:xfrm>
            <a:custGeom>
              <a:rect b="b" l="l" r="r" t="t"/>
              <a:pathLst>
                <a:path extrusionOk="0" h="23" w="121">
                  <a:moveTo>
                    <a:pt x="3" y="16"/>
                  </a:moveTo>
                  <a:cubicBezTo>
                    <a:pt x="16" y="20"/>
                    <a:pt x="30" y="22"/>
                    <a:pt x="43" y="22"/>
                  </a:cubicBezTo>
                  <a:cubicBezTo>
                    <a:pt x="48" y="22"/>
                    <a:pt x="52" y="22"/>
                    <a:pt x="57" y="21"/>
                  </a:cubicBezTo>
                  <a:cubicBezTo>
                    <a:pt x="68" y="20"/>
                    <a:pt x="80" y="19"/>
                    <a:pt x="92" y="19"/>
                  </a:cubicBezTo>
                  <a:cubicBezTo>
                    <a:pt x="93" y="19"/>
                    <a:pt x="94" y="19"/>
                    <a:pt x="95" y="19"/>
                  </a:cubicBezTo>
                  <a:cubicBezTo>
                    <a:pt x="101" y="19"/>
                    <a:pt x="107" y="20"/>
                    <a:pt x="114" y="20"/>
                  </a:cubicBezTo>
                  <a:cubicBezTo>
                    <a:pt x="120" y="20"/>
                    <a:pt x="120" y="11"/>
                    <a:pt x="114" y="10"/>
                  </a:cubicBezTo>
                  <a:cubicBezTo>
                    <a:pt x="108" y="9"/>
                    <a:pt x="100" y="6"/>
                    <a:pt x="91" y="4"/>
                  </a:cubicBezTo>
                  <a:cubicBezTo>
                    <a:pt x="80" y="2"/>
                    <a:pt x="68" y="1"/>
                    <a:pt x="57" y="1"/>
                  </a:cubicBezTo>
                  <a:cubicBezTo>
                    <a:pt x="52" y="0"/>
                    <a:pt x="47" y="0"/>
                    <a:pt x="42" y="0"/>
                  </a:cubicBezTo>
                  <a:cubicBezTo>
                    <a:pt x="29" y="0"/>
                    <a:pt x="16" y="2"/>
                    <a:pt x="3" y="6"/>
                  </a:cubicBezTo>
                  <a:cubicBezTo>
                    <a:pt x="2" y="7"/>
                    <a:pt x="1" y="8"/>
                    <a:pt x="1" y="8"/>
                  </a:cubicBezTo>
                  <a:cubicBezTo>
                    <a:pt x="0" y="9"/>
                    <a:pt x="0" y="10"/>
                    <a:pt x="0" y="11"/>
                  </a:cubicBezTo>
                  <a:cubicBezTo>
                    <a:pt x="0" y="12"/>
                    <a:pt x="0" y="13"/>
                    <a:pt x="1" y="14"/>
                  </a:cubicBezTo>
                  <a:cubicBezTo>
                    <a:pt x="1" y="14"/>
                    <a:pt x="2" y="15"/>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9"/>
            <p:cNvSpPr/>
            <p:nvPr/>
          </p:nvSpPr>
          <p:spPr>
            <a:xfrm>
              <a:off x="115205" y="-881495"/>
              <a:ext cx="51840" cy="9720"/>
            </a:xfrm>
            <a:custGeom>
              <a:rect b="b" l="l" r="r" t="t"/>
              <a:pathLst>
                <a:path extrusionOk="0" h="27" w="144">
                  <a:moveTo>
                    <a:pt x="2" y="9"/>
                  </a:moveTo>
                  <a:cubicBezTo>
                    <a:pt x="1" y="9"/>
                    <a:pt x="1" y="9"/>
                    <a:pt x="0" y="10"/>
                  </a:cubicBezTo>
                  <a:cubicBezTo>
                    <a:pt x="0" y="11"/>
                    <a:pt x="0" y="12"/>
                    <a:pt x="0" y="13"/>
                  </a:cubicBezTo>
                  <a:cubicBezTo>
                    <a:pt x="0" y="14"/>
                    <a:pt x="0" y="15"/>
                    <a:pt x="0" y="15"/>
                  </a:cubicBezTo>
                  <a:cubicBezTo>
                    <a:pt x="1" y="16"/>
                    <a:pt x="1" y="16"/>
                    <a:pt x="2" y="17"/>
                  </a:cubicBezTo>
                  <a:cubicBezTo>
                    <a:pt x="16" y="23"/>
                    <a:pt x="32" y="26"/>
                    <a:pt x="48" y="26"/>
                  </a:cubicBezTo>
                  <a:cubicBezTo>
                    <a:pt x="54" y="26"/>
                    <a:pt x="59" y="26"/>
                    <a:pt x="65" y="25"/>
                  </a:cubicBezTo>
                  <a:cubicBezTo>
                    <a:pt x="89" y="25"/>
                    <a:pt x="112" y="22"/>
                    <a:pt x="137" y="20"/>
                  </a:cubicBezTo>
                  <a:cubicBezTo>
                    <a:pt x="138" y="20"/>
                    <a:pt x="139" y="19"/>
                    <a:pt x="140" y="19"/>
                  </a:cubicBezTo>
                  <a:cubicBezTo>
                    <a:pt x="142" y="18"/>
                    <a:pt x="142" y="18"/>
                    <a:pt x="142" y="17"/>
                  </a:cubicBezTo>
                  <a:cubicBezTo>
                    <a:pt x="143" y="16"/>
                    <a:pt x="143" y="15"/>
                    <a:pt x="143" y="14"/>
                  </a:cubicBezTo>
                  <a:cubicBezTo>
                    <a:pt x="143" y="13"/>
                    <a:pt x="143" y="12"/>
                    <a:pt x="142" y="11"/>
                  </a:cubicBezTo>
                  <a:cubicBezTo>
                    <a:pt x="142" y="10"/>
                    <a:pt x="141" y="9"/>
                    <a:pt x="140" y="9"/>
                  </a:cubicBezTo>
                  <a:cubicBezTo>
                    <a:pt x="139" y="8"/>
                    <a:pt x="138" y="8"/>
                    <a:pt x="137" y="8"/>
                  </a:cubicBezTo>
                  <a:cubicBezTo>
                    <a:pt x="113" y="6"/>
                    <a:pt x="90" y="1"/>
                    <a:pt x="66" y="1"/>
                  </a:cubicBezTo>
                  <a:cubicBezTo>
                    <a:pt x="60" y="0"/>
                    <a:pt x="54" y="0"/>
                    <a:pt x="47" y="0"/>
                  </a:cubicBezTo>
                  <a:cubicBezTo>
                    <a:pt x="32" y="0"/>
                    <a:pt x="16" y="3"/>
                    <a:pt x="2"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9"/>
            <p:cNvSpPr/>
            <p:nvPr/>
          </p:nvSpPr>
          <p:spPr>
            <a:xfrm>
              <a:off x="16205" y="-886175"/>
              <a:ext cx="81000" cy="14400"/>
            </a:xfrm>
            <a:custGeom>
              <a:rect b="b" l="l" r="r" t="t"/>
              <a:pathLst>
                <a:path extrusionOk="0" h="40" w="225">
                  <a:moveTo>
                    <a:pt x="217" y="10"/>
                  </a:moveTo>
                  <a:cubicBezTo>
                    <a:pt x="184" y="5"/>
                    <a:pt x="151" y="3"/>
                    <a:pt x="118" y="3"/>
                  </a:cubicBezTo>
                  <a:cubicBezTo>
                    <a:pt x="112" y="3"/>
                    <a:pt x="106" y="3"/>
                    <a:pt x="99" y="3"/>
                  </a:cubicBezTo>
                  <a:cubicBezTo>
                    <a:pt x="66" y="2"/>
                    <a:pt x="33" y="1"/>
                    <a:pt x="0" y="0"/>
                  </a:cubicBezTo>
                  <a:cubicBezTo>
                    <a:pt x="0" y="13"/>
                    <a:pt x="0" y="26"/>
                    <a:pt x="0" y="39"/>
                  </a:cubicBezTo>
                  <a:cubicBezTo>
                    <a:pt x="2" y="39"/>
                    <a:pt x="4" y="39"/>
                    <a:pt x="7" y="39"/>
                  </a:cubicBezTo>
                  <a:cubicBezTo>
                    <a:pt x="77" y="39"/>
                    <a:pt x="148" y="34"/>
                    <a:pt x="218" y="24"/>
                  </a:cubicBezTo>
                  <a:cubicBezTo>
                    <a:pt x="224" y="23"/>
                    <a:pt x="224" y="12"/>
                    <a:pt x="21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9"/>
            <p:cNvSpPr/>
            <p:nvPr/>
          </p:nvSpPr>
          <p:spPr>
            <a:xfrm>
              <a:off x="3245" y="-885815"/>
              <a:ext cx="13320" cy="14400"/>
            </a:xfrm>
            <a:custGeom>
              <a:rect b="b" l="l" r="r" t="t"/>
              <a:pathLst>
                <a:path extrusionOk="0" h="40" w="37">
                  <a:moveTo>
                    <a:pt x="36" y="0"/>
                  </a:moveTo>
                  <a:lnTo>
                    <a:pt x="28" y="0"/>
                  </a:lnTo>
                  <a:cubicBezTo>
                    <a:pt x="3" y="0"/>
                    <a:pt x="0" y="39"/>
                    <a:pt x="25" y="39"/>
                  </a:cubicBezTo>
                  <a:lnTo>
                    <a:pt x="35" y="39"/>
                  </a:lnTo>
                  <a:cubicBezTo>
                    <a:pt x="36" y="26"/>
                    <a:pt x="36" y="13"/>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9"/>
            <p:cNvSpPr/>
            <p:nvPr/>
          </p:nvSpPr>
          <p:spPr>
            <a:xfrm>
              <a:off x="1221845" y="-1049975"/>
              <a:ext cx="21960" cy="28440"/>
            </a:xfrm>
            <a:custGeom>
              <a:rect b="b" l="l" r="r" t="t"/>
              <a:pathLst>
                <a:path extrusionOk="0" h="79" w="61">
                  <a:moveTo>
                    <a:pt x="45" y="72"/>
                  </a:moveTo>
                  <a:cubicBezTo>
                    <a:pt x="50" y="78"/>
                    <a:pt x="60" y="72"/>
                    <a:pt x="60" y="65"/>
                  </a:cubicBezTo>
                  <a:cubicBezTo>
                    <a:pt x="60" y="50"/>
                    <a:pt x="50" y="42"/>
                    <a:pt x="41" y="31"/>
                  </a:cubicBezTo>
                  <a:cubicBezTo>
                    <a:pt x="38" y="25"/>
                    <a:pt x="34" y="20"/>
                    <a:pt x="29" y="15"/>
                  </a:cubicBezTo>
                  <a:cubicBezTo>
                    <a:pt x="27" y="13"/>
                    <a:pt x="25" y="10"/>
                    <a:pt x="23" y="8"/>
                  </a:cubicBezTo>
                  <a:cubicBezTo>
                    <a:pt x="23" y="7"/>
                    <a:pt x="23" y="7"/>
                    <a:pt x="22" y="6"/>
                  </a:cubicBezTo>
                  <a:cubicBezTo>
                    <a:pt x="21" y="4"/>
                    <a:pt x="20" y="3"/>
                    <a:pt x="18" y="2"/>
                  </a:cubicBezTo>
                  <a:cubicBezTo>
                    <a:pt x="16" y="1"/>
                    <a:pt x="14" y="0"/>
                    <a:pt x="12" y="0"/>
                  </a:cubicBezTo>
                  <a:cubicBezTo>
                    <a:pt x="10" y="0"/>
                    <a:pt x="8" y="1"/>
                    <a:pt x="6" y="2"/>
                  </a:cubicBezTo>
                  <a:cubicBezTo>
                    <a:pt x="4" y="3"/>
                    <a:pt x="2" y="3"/>
                    <a:pt x="1" y="6"/>
                  </a:cubicBezTo>
                  <a:cubicBezTo>
                    <a:pt x="0" y="8"/>
                    <a:pt x="0" y="9"/>
                    <a:pt x="0" y="11"/>
                  </a:cubicBezTo>
                  <a:cubicBezTo>
                    <a:pt x="0" y="25"/>
                    <a:pt x="9" y="32"/>
                    <a:pt x="17" y="43"/>
                  </a:cubicBezTo>
                  <a:cubicBezTo>
                    <a:pt x="25" y="54"/>
                    <a:pt x="37" y="61"/>
                    <a:pt x="45"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9"/>
            <p:cNvSpPr/>
            <p:nvPr/>
          </p:nvSpPr>
          <p:spPr>
            <a:xfrm>
              <a:off x="1247405" y="-1012535"/>
              <a:ext cx="81720" cy="304200"/>
            </a:xfrm>
            <a:custGeom>
              <a:rect b="b" l="l" r="r" t="t"/>
              <a:pathLst>
                <a:path extrusionOk="0" h="845" w="227">
                  <a:moveTo>
                    <a:pt x="138" y="437"/>
                  </a:moveTo>
                  <a:cubicBezTo>
                    <a:pt x="155" y="501"/>
                    <a:pt x="165" y="566"/>
                    <a:pt x="169" y="632"/>
                  </a:cubicBezTo>
                  <a:cubicBezTo>
                    <a:pt x="173" y="698"/>
                    <a:pt x="167" y="773"/>
                    <a:pt x="181" y="838"/>
                  </a:cubicBezTo>
                  <a:cubicBezTo>
                    <a:pt x="181" y="839"/>
                    <a:pt x="182" y="839"/>
                    <a:pt x="182" y="840"/>
                  </a:cubicBezTo>
                  <a:cubicBezTo>
                    <a:pt x="183" y="841"/>
                    <a:pt x="183" y="842"/>
                    <a:pt x="184" y="843"/>
                  </a:cubicBezTo>
                  <a:cubicBezTo>
                    <a:pt x="185" y="843"/>
                    <a:pt x="187" y="844"/>
                    <a:pt x="188" y="844"/>
                  </a:cubicBezTo>
                  <a:cubicBezTo>
                    <a:pt x="189" y="844"/>
                    <a:pt x="191" y="843"/>
                    <a:pt x="192" y="843"/>
                  </a:cubicBezTo>
                  <a:cubicBezTo>
                    <a:pt x="194" y="842"/>
                    <a:pt x="194" y="841"/>
                    <a:pt x="194" y="840"/>
                  </a:cubicBezTo>
                  <a:cubicBezTo>
                    <a:pt x="195" y="839"/>
                    <a:pt x="195" y="839"/>
                    <a:pt x="195" y="838"/>
                  </a:cubicBezTo>
                  <a:cubicBezTo>
                    <a:pt x="226" y="700"/>
                    <a:pt x="180" y="555"/>
                    <a:pt x="162" y="419"/>
                  </a:cubicBezTo>
                  <a:cubicBezTo>
                    <a:pt x="142" y="281"/>
                    <a:pt x="96" y="149"/>
                    <a:pt x="26" y="29"/>
                  </a:cubicBezTo>
                  <a:cubicBezTo>
                    <a:pt x="22" y="21"/>
                    <a:pt x="17" y="13"/>
                    <a:pt x="13" y="6"/>
                  </a:cubicBezTo>
                  <a:cubicBezTo>
                    <a:pt x="9" y="0"/>
                    <a:pt x="0" y="4"/>
                    <a:pt x="2" y="10"/>
                  </a:cubicBezTo>
                  <a:cubicBezTo>
                    <a:pt x="34" y="91"/>
                    <a:pt x="81" y="167"/>
                    <a:pt x="101" y="252"/>
                  </a:cubicBezTo>
                  <a:cubicBezTo>
                    <a:pt x="115" y="313"/>
                    <a:pt x="121" y="377"/>
                    <a:pt x="138"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9"/>
            <p:cNvSpPr/>
            <p:nvPr/>
          </p:nvSpPr>
          <p:spPr>
            <a:xfrm>
              <a:off x="1294565" y="-718775"/>
              <a:ext cx="6840" cy="25200"/>
            </a:xfrm>
            <a:custGeom>
              <a:rect b="b" l="l" r="r" t="t"/>
              <a:pathLst>
                <a:path extrusionOk="0" h="70" w="19">
                  <a:moveTo>
                    <a:pt x="5" y="3"/>
                  </a:moveTo>
                  <a:cubicBezTo>
                    <a:pt x="2" y="14"/>
                    <a:pt x="0" y="25"/>
                    <a:pt x="0" y="37"/>
                  </a:cubicBezTo>
                  <a:cubicBezTo>
                    <a:pt x="0" y="45"/>
                    <a:pt x="1" y="54"/>
                    <a:pt x="3" y="62"/>
                  </a:cubicBezTo>
                  <a:cubicBezTo>
                    <a:pt x="3" y="69"/>
                    <a:pt x="14" y="68"/>
                    <a:pt x="15" y="62"/>
                  </a:cubicBezTo>
                  <a:cubicBezTo>
                    <a:pt x="17" y="53"/>
                    <a:pt x="18" y="45"/>
                    <a:pt x="18" y="36"/>
                  </a:cubicBezTo>
                  <a:cubicBezTo>
                    <a:pt x="18" y="25"/>
                    <a:pt x="16" y="15"/>
                    <a:pt x="13" y="4"/>
                  </a:cubicBezTo>
                  <a:cubicBezTo>
                    <a:pt x="13" y="3"/>
                    <a:pt x="14" y="3"/>
                    <a:pt x="13" y="2"/>
                  </a:cubicBezTo>
                  <a:cubicBezTo>
                    <a:pt x="12" y="1"/>
                    <a:pt x="12" y="2"/>
                    <a:pt x="11" y="1"/>
                  </a:cubicBezTo>
                  <a:cubicBezTo>
                    <a:pt x="10" y="0"/>
                    <a:pt x="10" y="0"/>
                    <a:pt x="9" y="0"/>
                  </a:cubicBezTo>
                  <a:cubicBezTo>
                    <a:pt x="8" y="0"/>
                    <a:pt x="8" y="0"/>
                    <a:pt x="7" y="1"/>
                  </a:cubicBezTo>
                  <a:cubicBezTo>
                    <a:pt x="6" y="2"/>
                    <a:pt x="6" y="1"/>
                    <a:pt x="5" y="2"/>
                  </a:cubicBezTo>
                  <a:cubicBezTo>
                    <a:pt x="4" y="3"/>
                    <a:pt x="5"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9"/>
            <p:cNvSpPr/>
            <p:nvPr/>
          </p:nvSpPr>
          <p:spPr>
            <a:xfrm>
              <a:off x="1187285" y="-1062935"/>
              <a:ext cx="114120" cy="306360"/>
            </a:xfrm>
            <a:custGeom>
              <a:rect b="b" l="l" r="r" t="t"/>
              <a:pathLst>
                <a:path extrusionOk="0" h="851" w="317">
                  <a:moveTo>
                    <a:pt x="290" y="620"/>
                  </a:moveTo>
                  <a:cubicBezTo>
                    <a:pt x="266" y="539"/>
                    <a:pt x="257" y="452"/>
                    <a:pt x="231" y="371"/>
                  </a:cubicBezTo>
                  <a:cubicBezTo>
                    <a:pt x="207" y="303"/>
                    <a:pt x="177" y="237"/>
                    <a:pt x="141" y="175"/>
                  </a:cubicBezTo>
                  <a:cubicBezTo>
                    <a:pt x="135" y="165"/>
                    <a:pt x="129" y="155"/>
                    <a:pt x="123" y="145"/>
                  </a:cubicBezTo>
                  <a:cubicBezTo>
                    <a:pt x="94" y="95"/>
                    <a:pt x="64" y="29"/>
                    <a:pt x="11" y="1"/>
                  </a:cubicBezTo>
                  <a:cubicBezTo>
                    <a:pt x="10" y="0"/>
                    <a:pt x="9" y="0"/>
                    <a:pt x="8" y="0"/>
                  </a:cubicBezTo>
                  <a:cubicBezTo>
                    <a:pt x="6" y="0"/>
                    <a:pt x="5" y="0"/>
                    <a:pt x="4" y="1"/>
                  </a:cubicBezTo>
                  <a:cubicBezTo>
                    <a:pt x="3" y="2"/>
                    <a:pt x="2" y="3"/>
                    <a:pt x="1" y="4"/>
                  </a:cubicBezTo>
                  <a:cubicBezTo>
                    <a:pt x="0" y="5"/>
                    <a:pt x="0" y="6"/>
                    <a:pt x="0" y="7"/>
                  </a:cubicBezTo>
                  <a:cubicBezTo>
                    <a:pt x="0" y="8"/>
                    <a:pt x="0" y="8"/>
                    <a:pt x="1" y="9"/>
                  </a:cubicBezTo>
                  <a:cubicBezTo>
                    <a:pt x="11" y="58"/>
                    <a:pt x="65" y="90"/>
                    <a:pt x="85" y="135"/>
                  </a:cubicBezTo>
                  <a:cubicBezTo>
                    <a:pt x="101" y="172"/>
                    <a:pt x="132" y="202"/>
                    <a:pt x="148" y="240"/>
                  </a:cubicBezTo>
                  <a:cubicBezTo>
                    <a:pt x="162" y="274"/>
                    <a:pt x="179" y="308"/>
                    <a:pt x="192" y="343"/>
                  </a:cubicBezTo>
                  <a:cubicBezTo>
                    <a:pt x="225" y="430"/>
                    <a:pt x="236" y="524"/>
                    <a:pt x="263" y="613"/>
                  </a:cubicBezTo>
                  <a:cubicBezTo>
                    <a:pt x="285" y="687"/>
                    <a:pt x="277" y="770"/>
                    <a:pt x="296" y="844"/>
                  </a:cubicBezTo>
                  <a:cubicBezTo>
                    <a:pt x="297" y="849"/>
                    <a:pt x="303" y="850"/>
                    <a:pt x="304" y="844"/>
                  </a:cubicBezTo>
                  <a:cubicBezTo>
                    <a:pt x="316" y="800"/>
                    <a:pt x="302" y="758"/>
                    <a:pt x="301" y="713"/>
                  </a:cubicBezTo>
                  <a:cubicBezTo>
                    <a:pt x="301" y="712"/>
                    <a:pt x="301" y="712"/>
                    <a:pt x="301" y="712"/>
                  </a:cubicBezTo>
                  <a:cubicBezTo>
                    <a:pt x="301" y="681"/>
                    <a:pt x="297" y="650"/>
                    <a:pt x="290" y="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9"/>
            <p:cNvSpPr/>
            <p:nvPr/>
          </p:nvSpPr>
          <p:spPr>
            <a:xfrm>
              <a:off x="1106645" y="-1119815"/>
              <a:ext cx="67680" cy="50760"/>
            </a:xfrm>
            <a:custGeom>
              <a:rect b="b" l="l" r="r" t="t"/>
              <a:pathLst>
                <a:path extrusionOk="0" h="141" w="188">
                  <a:moveTo>
                    <a:pt x="163" y="98"/>
                  </a:moveTo>
                  <a:cubicBezTo>
                    <a:pt x="146" y="87"/>
                    <a:pt x="132" y="73"/>
                    <a:pt x="115" y="61"/>
                  </a:cubicBezTo>
                  <a:cubicBezTo>
                    <a:pt x="100" y="48"/>
                    <a:pt x="83" y="37"/>
                    <a:pt x="66" y="27"/>
                  </a:cubicBezTo>
                  <a:cubicBezTo>
                    <a:pt x="48" y="17"/>
                    <a:pt x="30" y="8"/>
                    <a:pt x="10" y="0"/>
                  </a:cubicBezTo>
                  <a:cubicBezTo>
                    <a:pt x="10" y="0"/>
                    <a:pt x="9" y="0"/>
                    <a:pt x="8" y="0"/>
                  </a:cubicBezTo>
                  <a:cubicBezTo>
                    <a:pt x="7" y="0"/>
                    <a:pt x="5" y="0"/>
                    <a:pt x="4" y="1"/>
                  </a:cubicBezTo>
                  <a:cubicBezTo>
                    <a:pt x="3" y="2"/>
                    <a:pt x="2" y="3"/>
                    <a:pt x="1" y="4"/>
                  </a:cubicBezTo>
                  <a:cubicBezTo>
                    <a:pt x="0" y="5"/>
                    <a:pt x="0" y="6"/>
                    <a:pt x="0" y="8"/>
                  </a:cubicBezTo>
                  <a:cubicBezTo>
                    <a:pt x="0" y="9"/>
                    <a:pt x="1" y="10"/>
                    <a:pt x="1" y="11"/>
                  </a:cubicBezTo>
                  <a:cubicBezTo>
                    <a:pt x="2" y="12"/>
                    <a:pt x="2" y="12"/>
                    <a:pt x="2" y="12"/>
                  </a:cubicBezTo>
                  <a:cubicBezTo>
                    <a:pt x="10" y="23"/>
                    <a:pt x="21" y="32"/>
                    <a:pt x="32" y="39"/>
                  </a:cubicBezTo>
                  <a:cubicBezTo>
                    <a:pt x="36" y="41"/>
                    <a:pt x="40" y="43"/>
                    <a:pt x="44" y="45"/>
                  </a:cubicBezTo>
                  <a:cubicBezTo>
                    <a:pt x="47" y="46"/>
                    <a:pt x="50" y="48"/>
                    <a:pt x="53" y="49"/>
                  </a:cubicBezTo>
                  <a:cubicBezTo>
                    <a:pt x="67" y="57"/>
                    <a:pt x="80" y="67"/>
                    <a:pt x="93" y="78"/>
                  </a:cubicBezTo>
                  <a:cubicBezTo>
                    <a:pt x="119" y="97"/>
                    <a:pt x="146" y="133"/>
                    <a:pt x="178" y="140"/>
                  </a:cubicBezTo>
                  <a:cubicBezTo>
                    <a:pt x="179" y="140"/>
                    <a:pt x="179" y="140"/>
                    <a:pt x="180" y="140"/>
                  </a:cubicBezTo>
                  <a:cubicBezTo>
                    <a:pt x="181" y="140"/>
                    <a:pt x="182" y="140"/>
                    <a:pt x="183" y="139"/>
                  </a:cubicBezTo>
                  <a:cubicBezTo>
                    <a:pt x="184" y="138"/>
                    <a:pt x="185" y="138"/>
                    <a:pt x="186" y="136"/>
                  </a:cubicBezTo>
                  <a:cubicBezTo>
                    <a:pt x="187" y="134"/>
                    <a:pt x="187" y="134"/>
                    <a:pt x="187" y="133"/>
                  </a:cubicBezTo>
                  <a:cubicBezTo>
                    <a:pt x="187" y="132"/>
                    <a:pt x="187" y="132"/>
                    <a:pt x="187" y="131"/>
                  </a:cubicBezTo>
                  <a:cubicBezTo>
                    <a:pt x="186" y="126"/>
                    <a:pt x="184" y="121"/>
                    <a:pt x="181" y="116"/>
                  </a:cubicBezTo>
                  <a:cubicBezTo>
                    <a:pt x="177" y="109"/>
                    <a:pt x="171" y="103"/>
                    <a:pt x="164" y="98"/>
                  </a:cubicBezTo>
                  <a:lnTo>
                    <a:pt x="163" y="9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9"/>
            <p:cNvSpPr/>
            <p:nvPr/>
          </p:nvSpPr>
          <p:spPr>
            <a:xfrm>
              <a:off x="1257485" y="-717695"/>
              <a:ext cx="24480" cy="76680"/>
            </a:xfrm>
            <a:custGeom>
              <a:rect b="b" l="l" r="r" t="t"/>
              <a:pathLst>
                <a:path extrusionOk="0" h="213" w="68">
                  <a:moveTo>
                    <a:pt x="25" y="208"/>
                  </a:moveTo>
                  <a:cubicBezTo>
                    <a:pt x="39" y="173"/>
                    <a:pt x="48" y="137"/>
                    <a:pt x="51" y="100"/>
                  </a:cubicBezTo>
                  <a:cubicBezTo>
                    <a:pt x="53" y="68"/>
                    <a:pt x="67" y="33"/>
                    <a:pt x="53" y="3"/>
                  </a:cubicBezTo>
                  <a:lnTo>
                    <a:pt x="53" y="2"/>
                  </a:lnTo>
                  <a:cubicBezTo>
                    <a:pt x="53" y="2"/>
                    <a:pt x="52" y="1"/>
                    <a:pt x="51" y="0"/>
                  </a:cubicBezTo>
                  <a:cubicBezTo>
                    <a:pt x="50" y="0"/>
                    <a:pt x="49" y="0"/>
                    <a:pt x="48" y="0"/>
                  </a:cubicBezTo>
                  <a:cubicBezTo>
                    <a:pt x="48" y="0"/>
                    <a:pt x="47" y="0"/>
                    <a:pt x="46" y="0"/>
                  </a:cubicBezTo>
                  <a:cubicBezTo>
                    <a:pt x="45" y="1"/>
                    <a:pt x="44" y="2"/>
                    <a:pt x="44" y="2"/>
                  </a:cubicBezTo>
                  <a:cubicBezTo>
                    <a:pt x="44" y="3"/>
                    <a:pt x="44" y="3"/>
                    <a:pt x="44" y="3"/>
                  </a:cubicBezTo>
                  <a:cubicBezTo>
                    <a:pt x="27" y="38"/>
                    <a:pt x="28" y="81"/>
                    <a:pt x="22" y="119"/>
                  </a:cubicBezTo>
                  <a:cubicBezTo>
                    <a:pt x="17" y="149"/>
                    <a:pt x="0" y="179"/>
                    <a:pt x="13" y="208"/>
                  </a:cubicBezTo>
                  <a:lnTo>
                    <a:pt x="14" y="208"/>
                  </a:lnTo>
                  <a:cubicBezTo>
                    <a:pt x="14" y="209"/>
                    <a:pt x="15" y="211"/>
                    <a:pt x="16" y="211"/>
                  </a:cubicBezTo>
                  <a:cubicBezTo>
                    <a:pt x="17" y="212"/>
                    <a:pt x="18" y="212"/>
                    <a:pt x="19" y="212"/>
                  </a:cubicBezTo>
                  <a:cubicBezTo>
                    <a:pt x="20" y="212"/>
                    <a:pt x="21" y="212"/>
                    <a:pt x="22" y="211"/>
                  </a:cubicBezTo>
                  <a:cubicBezTo>
                    <a:pt x="23" y="211"/>
                    <a:pt x="24" y="209"/>
                    <a:pt x="25"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9"/>
            <p:cNvSpPr/>
            <p:nvPr/>
          </p:nvSpPr>
          <p:spPr>
            <a:xfrm>
              <a:off x="1270445" y="-762695"/>
              <a:ext cx="12600" cy="30240"/>
            </a:xfrm>
            <a:custGeom>
              <a:rect b="b" l="l" r="r" t="t"/>
              <a:pathLst>
                <a:path extrusionOk="0" h="84" w="35">
                  <a:moveTo>
                    <a:pt x="21" y="2"/>
                  </a:moveTo>
                  <a:cubicBezTo>
                    <a:pt x="21" y="1"/>
                    <a:pt x="21" y="1"/>
                    <a:pt x="20" y="0"/>
                  </a:cubicBezTo>
                  <a:cubicBezTo>
                    <a:pt x="19" y="0"/>
                    <a:pt x="18" y="0"/>
                    <a:pt x="17" y="0"/>
                  </a:cubicBezTo>
                  <a:cubicBezTo>
                    <a:pt x="16" y="0"/>
                    <a:pt x="16" y="0"/>
                    <a:pt x="15" y="0"/>
                  </a:cubicBezTo>
                  <a:cubicBezTo>
                    <a:pt x="14" y="1"/>
                    <a:pt x="14" y="1"/>
                    <a:pt x="13" y="2"/>
                  </a:cubicBezTo>
                  <a:cubicBezTo>
                    <a:pt x="0" y="23"/>
                    <a:pt x="8" y="56"/>
                    <a:pt x="11" y="78"/>
                  </a:cubicBezTo>
                  <a:cubicBezTo>
                    <a:pt x="11" y="79"/>
                    <a:pt x="12" y="79"/>
                    <a:pt x="12" y="79"/>
                  </a:cubicBezTo>
                  <a:cubicBezTo>
                    <a:pt x="12" y="80"/>
                    <a:pt x="13" y="82"/>
                    <a:pt x="14" y="82"/>
                  </a:cubicBezTo>
                  <a:cubicBezTo>
                    <a:pt x="15" y="83"/>
                    <a:pt x="16" y="82"/>
                    <a:pt x="17" y="82"/>
                  </a:cubicBezTo>
                  <a:cubicBezTo>
                    <a:pt x="18" y="82"/>
                    <a:pt x="19" y="83"/>
                    <a:pt x="20" y="82"/>
                  </a:cubicBezTo>
                  <a:cubicBezTo>
                    <a:pt x="21" y="82"/>
                    <a:pt x="21" y="80"/>
                    <a:pt x="22" y="79"/>
                  </a:cubicBezTo>
                  <a:lnTo>
                    <a:pt x="22" y="78"/>
                  </a:lnTo>
                  <a:cubicBezTo>
                    <a:pt x="26" y="56"/>
                    <a:pt x="34" y="23"/>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9"/>
            <p:cNvSpPr/>
            <p:nvPr/>
          </p:nvSpPr>
          <p:spPr>
            <a:xfrm>
              <a:off x="1220045" y="-968615"/>
              <a:ext cx="60840" cy="177480"/>
            </a:xfrm>
            <a:custGeom>
              <a:rect b="b" l="l" r="r" t="t"/>
              <a:pathLst>
                <a:path extrusionOk="0" h="493" w="169">
                  <a:moveTo>
                    <a:pt x="164" y="489"/>
                  </a:moveTo>
                  <a:cubicBezTo>
                    <a:pt x="168" y="393"/>
                    <a:pt x="141" y="298"/>
                    <a:pt x="112" y="207"/>
                  </a:cubicBezTo>
                  <a:cubicBezTo>
                    <a:pt x="97" y="158"/>
                    <a:pt x="73" y="115"/>
                    <a:pt x="53" y="69"/>
                  </a:cubicBezTo>
                  <a:cubicBezTo>
                    <a:pt x="43" y="44"/>
                    <a:pt x="34" y="16"/>
                    <a:pt x="11" y="1"/>
                  </a:cubicBezTo>
                  <a:cubicBezTo>
                    <a:pt x="10" y="1"/>
                    <a:pt x="9" y="0"/>
                    <a:pt x="8" y="0"/>
                  </a:cubicBezTo>
                  <a:cubicBezTo>
                    <a:pt x="7" y="0"/>
                    <a:pt x="5" y="0"/>
                    <a:pt x="4" y="1"/>
                  </a:cubicBezTo>
                  <a:cubicBezTo>
                    <a:pt x="3" y="2"/>
                    <a:pt x="3" y="2"/>
                    <a:pt x="2" y="3"/>
                  </a:cubicBezTo>
                  <a:cubicBezTo>
                    <a:pt x="1" y="4"/>
                    <a:pt x="1" y="5"/>
                    <a:pt x="1" y="6"/>
                  </a:cubicBezTo>
                  <a:cubicBezTo>
                    <a:pt x="0" y="42"/>
                    <a:pt x="34" y="78"/>
                    <a:pt x="47" y="112"/>
                  </a:cubicBezTo>
                  <a:cubicBezTo>
                    <a:pt x="63" y="153"/>
                    <a:pt x="82" y="190"/>
                    <a:pt x="96" y="234"/>
                  </a:cubicBezTo>
                  <a:cubicBezTo>
                    <a:pt x="124" y="317"/>
                    <a:pt x="135" y="405"/>
                    <a:pt x="159" y="489"/>
                  </a:cubicBezTo>
                  <a:cubicBezTo>
                    <a:pt x="159" y="490"/>
                    <a:pt x="159" y="490"/>
                    <a:pt x="159" y="490"/>
                  </a:cubicBezTo>
                  <a:cubicBezTo>
                    <a:pt x="160" y="491"/>
                    <a:pt x="160" y="491"/>
                    <a:pt x="160" y="491"/>
                  </a:cubicBezTo>
                  <a:cubicBezTo>
                    <a:pt x="161" y="492"/>
                    <a:pt x="161" y="492"/>
                    <a:pt x="162" y="492"/>
                  </a:cubicBezTo>
                  <a:lnTo>
                    <a:pt x="163" y="491"/>
                  </a:lnTo>
                  <a:cubicBezTo>
                    <a:pt x="163" y="491"/>
                    <a:pt x="164" y="491"/>
                    <a:pt x="164" y="490"/>
                  </a:cubicBezTo>
                  <a:lnTo>
                    <a:pt x="164" y="4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9"/>
            <p:cNvSpPr/>
            <p:nvPr/>
          </p:nvSpPr>
          <p:spPr>
            <a:xfrm>
              <a:off x="1185845" y="-1023695"/>
              <a:ext cx="34200" cy="41400"/>
            </a:xfrm>
            <a:custGeom>
              <a:rect b="b" l="l" r="r" t="t"/>
              <a:pathLst>
                <a:path extrusionOk="0" h="115" w="95">
                  <a:moveTo>
                    <a:pt x="1" y="13"/>
                  </a:moveTo>
                  <a:cubicBezTo>
                    <a:pt x="11" y="29"/>
                    <a:pt x="24" y="45"/>
                    <a:pt x="38" y="59"/>
                  </a:cubicBezTo>
                  <a:cubicBezTo>
                    <a:pt x="50" y="76"/>
                    <a:pt x="64" y="93"/>
                    <a:pt x="78" y="108"/>
                  </a:cubicBezTo>
                  <a:cubicBezTo>
                    <a:pt x="84" y="114"/>
                    <a:pt x="94" y="106"/>
                    <a:pt x="89" y="99"/>
                  </a:cubicBezTo>
                  <a:cubicBezTo>
                    <a:pt x="79" y="87"/>
                    <a:pt x="76" y="73"/>
                    <a:pt x="67" y="60"/>
                  </a:cubicBezTo>
                  <a:cubicBezTo>
                    <a:pt x="61" y="51"/>
                    <a:pt x="55" y="43"/>
                    <a:pt x="47" y="35"/>
                  </a:cubicBezTo>
                  <a:cubicBezTo>
                    <a:pt x="38" y="22"/>
                    <a:pt x="24" y="0"/>
                    <a:pt x="5" y="3"/>
                  </a:cubicBezTo>
                  <a:cubicBezTo>
                    <a:pt x="5" y="3"/>
                    <a:pt x="4" y="4"/>
                    <a:pt x="3" y="4"/>
                  </a:cubicBezTo>
                  <a:cubicBezTo>
                    <a:pt x="2" y="5"/>
                    <a:pt x="2" y="5"/>
                    <a:pt x="1" y="6"/>
                  </a:cubicBezTo>
                  <a:cubicBezTo>
                    <a:pt x="0" y="7"/>
                    <a:pt x="0" y="8"/>
                    <a:pt x="0" y="10"/>
                  </a:cubicBezTo>
                  <a:cubicBezTo>
                    <a:pt x="0" y="11"/>
                    <a:pt x="0" y="12"/>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9"/>
            <p:cNvSpPr/>
            <p:nvPr/>
          </p:nvSpPr>
          <p:spPr>
            <a:xfrm>
              <a:off x="1189805" y="-612935"/>
              <a:ext cx="42120" cy="57960"/>
            </a:xfrm>
            <a:custGeom>
              <a:rect b="b" l="l" r="r" t="t"/>
              <a:pathLst>
                <a:path extrusionOk="0" h="161" w="117">
                  <a:moveTo>
                    <a:pt x="73" y="100"/>
                  </a:moveTo>
                  <a:cubicBezTo>
                    <a:pt x="74" y="97"/>
                    <a:pt x="76" y="94"/>
                    <a:pt x="77" y="92"/>
                  </a:cubicBezTo>
                  <a:cubicBezTo>
                    <a:pt x="84" y="80"/>
                    <a:pt x="89" y="69"/>
                    <a:pt x="94" y="56"/>
                  </a:cubicBezTo>
                  <a:cubicBezTo>
                    <a:pt x="95" y="55"/>
                    <a:pt x="95" y="54"/>
                    <a:pt x="96" y="53"/>
                  </a:cubicBezTo>
                  <a:cubicBezTo>
                    <a:pt x="105" y="38"/>
                    <a:pt x="111" y="23"/>
                    <a:pt x="116" y="7"/>
                  </a:cubicBezTo>
                  <a:lnTo>
                    <a:pt x="116" y="6"/>
                  </a:lnTo>
                  <a:cubicBezTo>
                    <a:pt x="116" y="5"/>
                    <a:pt x="116" y="4"/>
                    <a:pt x="115" y="3"/>
                  </a:cubicBezTo>
                  <a:cubicBezTo>
                    <a:pt x="114" y="2"/>
                    <a:pt x="114" y="2"/>
                    <a:pt x="113" y="1"/>
                  </a:cubicBezTo>
                  <a:cubicBezTo>
                    <a:pt x="112" y="0"/>
                    <a:pt x="110" y="0"/>
                    <a:pt x="109" y="0"/>
                  </a:cubicBezTo>
                  <a:cubicBezTo>
                    <a:pt x="109" y="0"/>
                    <a:pt x="108" y="0"/>
                    <a:pt x="107" y="0"/>
                  </a:cubicBezTo>
                  <a:cubicBezTo>
                    <a:pt x="79" y="11"/>
                    <a:pt x="76" y="53"/>
                    <a:pt x="64" y="77"/>
                  </a:cubicBezTo>
                  <a:cubicBezTo>
                    <a:pt x="64" y="78"/>
                    <a:pt x="64" y="78"/>
                    <a:pt x="63" y="79"/>
                  </a:cubicBezTo>
                  <a:cubicBezTo>
                    <a:pt x="59" y="86"/>
                    <a:pt x="54" y="93"/>
                    <a:pt x="48" y="99"/>
                  </a:cubicBezTo>
                  <a:cubicBezTo>
                    <a:pt x="44" y="103"/>
                    <a:pt x="45" y="108"/>
                    <a:pt x="41" y="113"/>
                  </a:cubicBezTo>
                  <a:cubicBezTo>
                    <a:pt x="31" y="128"/>
                    <a:pt x="17" y="140"/>
                    <a:pt x="2" y="149"/>
                  </a:cubicBezTo>
                  <a:cubicBezTo>
                    <a:pt x="1" y="150"/>
                    <a:pt x="1" y="150"/>
                    <a:pt x="0" y="151"/>
                  </a:cubicBezTo>
                  <a:cubicBezTo>
                    <a:pt x="0" y="152"/>
                    <a:pt x="0" y="153"/>
                    <a:pt x="0" y="154"/>
                  </a:cubicBezTo>
                  <a:cubicBezTo>
                    <a:pt x="0" y="155"/>
                    <a:pt x="0" y="156"/>
                    <a:pt x="0" y="157"/>
                  </a:cubicBezTo>
                  <a:cubicBezTo>
                    <a:pt x="1" y="158"/>
                    <a:pt x="2" y="158"/>
                    <a:pt x="2" y="159"/>
                  </a:cubicBezTo>
                  <a:cubicBezTo>
                    <a:pt x="3" y="160"/>
                    <a:pt x="4" y="159"/>
                    <a:pt x="5" y="159"/>
                  </a:cubicBezTo>
                  <a:cubicBezTo>
                    <a:pt x="6" y="159"/>
                    <a:pt x="6" y="159"/>
                    <a:pt x="6" y="159"/>
                  </a:cubicBezTo>
                  <a:cubicBezTo>
                    <a:pt x="11" y="157"/>
                    <a:pt x="15" y="155"/>
                    <a:pt x="19" y="153"/>
                  </a:cubicBezTo>
                  <a:cubicBezTo>
                    <a:pt x="41" y="140"/>
                    <a:pt x="60" y="122"/>
                    <a:pt x="73"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9"/>
            <p:cNvSpPr/>
            <p:nvPr/>
          </p:nvSpPr>
          <p:spPr>
            <a:xfrm>
              <a:off x="1234805" y="-697175"/>
              <a:ext cx="20880" cy="71280"/>
            </a:xfrm>
            <a:custGeom>
              <a:rect b="b" l="l" r="r" t="t"/>
              <a:pathLst>
                <a:path extrusionOk="0" h="198" w="58">
                  <a:moveTo>
                    <a:pt x="0" y="193"/>
                  </a:moveTo>
                  <a:cubicBezTo>
                    <a:pt x="1" y="193"/>
                    <a:pt x="1" y="194"/>
                    <a:pt x="1" y="194"/>
                  </a:cubicBezTo>
                  <a:cubicBezTo>
                    <a:pt x="1" y="195"/>
                    <a:pt x="2" y="195"/>
                    <a:pt x="3" y="196"/>
                  </a:cubicBezTo>
                  <a:cubicBezTo>
                    <a:pt x="4" y="197"/>
                    <a:pt x="5" y="197"/>
                    <a:pt x="6" y="197"/>
                  </a:cubicBezTo>
                  <a:cubicBezTo>
                    <a:pt x="7" y="197"/>
                    <a:pt x="8" y="197"/>
                    <a:pt x="9" y="196"/>
                  </a:cubicBezTo>
                  <a:cubicBezTo>
                    <a:pt x="10" y="195"/>
                    <a:pt x="10" y="195"/>
                    <a:pt x="11" y="194"/>
                  </a:cubicBezTo>
                  <a:cubicBezTo>
                    <a:pt x="22" y="169"/>
                    <a:pt x="30" y="142"/>
                    <a:pt x="35" y="115"/>
                  </a:cubicBezTo>
                  <a:cubicBezTo>
                    <a:pt x="41" y="94"/>
                    <a:pt x="45" y="73"/>
                    <a:pt x="48" y="51"/>
                  </a:cubicBezTo>
                  <a:cubicBezTo>
                    <a:pt x="50" y="32"/>
                    <a:pt x="57" y="22"/>
                    <a:pt x="50" y="5"/>
                  </a:cubicBezTo>
                  <a:cubicBezTo>
                    <a:pt x="50" y="4"/>
                    <a:pt x="49" y="4"/>
                    <a:pt x="49" y="3"/>
                  </a:cubicBezTo>
                  <a:cubicBezTo>
                    <a:pt x="49" y="2"/>
                    <a:pt x="49" y="2"/>
                    <a:pt x="47" y="1"/>
                  </a:cubicBezTo>
                  <a:cubicBezTo>
                    <a:pt x="45" y="0"/>
                    <a:pt x="44" y="0"/>
                    <a:pt x="43" y="0"/>
                  </a:cubicBezTo>
                  <a:cubicBezTo>
                    <a:pt x="42" y="0"/>
                    <a:pt x="41" y="0"/>
                    <a:pt x="39" y="1"/>
                  </a:cubicBezTo>
                  <a:cubicBezTo>
                    <a:pt x="37" y="2"/>
                    <a:pt x="38" y="2"/>
                    <a:pt x="37" y="3"/>
                  </a:cubicBezTo>
                  <a:cubicBezTo>
                    <a:pt x="35" y="5"/>
                    <a:pt x="34" y="8"/>
                    <a:pt x="32" y="10"/>
                  </a:cubicBezTo>
                  <a:cubicBezTo>
                    <a:pt x="26" y="19"/>
                    <a:pt x="24" y="29"/>
                    <a:pt x="23" y="39"/>
                  </a:cubicBezTo>
                  <a:cubicBezTo>
                    <a:pt x="20" y="64"/>
                    <a:pt x="14" y="87"/>
                    <a:pt x="10" y="111"/>
                  </a:cubicBezTo>
                  <a:cubicBezTo>
                    <a:pt x="3" y="133"/>
                    <a:pt x="0" y="156"/>
                    <a:pt x="0" y="179"/>
                  </a:cubicBezTo>
                  <a:cubicBezTo>
                    <a:pt x="0" y="183"/>
                    <a:pt x="0" y="188"/>
                    <a:pt x="0"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9"/>
            <p:cNvSpPr/>
            <p:nvPr/>
          </p:nvSpPr>
          <p:spPr>
            <a:xfrm>
              <a:off x="1249925" y="-741455"/>
              <a:ext cx="13320" cy="31320"/>
            </a:xfrm>
            <a:custGeom>
              <a:rect b="b" l="l" r="r" t="t"/>
              <a:pathLst>
                <a:path extrusionOk="0" h="87" w="37">
                  <a:moveTo>
                    <a:pt x="18" y="2"/>
                  </a:moveTo>
                  <a:lnTo>
                    <a:pt x="17" y="1"/>
                  </a:lnTo>
                  <a:cubicBezTo>
                    <a:pt x="16" y="1"/>
                    <a:pt x="15" y="0"/>
                    <a:pt x="14" y="0"/>
                  </a:cubicBezTo>
                  <a:cubicBezTo>
                    <a:pt x="13" y="0"/>
                    <a:pt x="12" y="1"/>
                    <a:pt x="11" y="1"/>
                  </a:cubicBezTo>
                  <a:cubicBezTo>
                    <a:pt x="10" y="1"/>
                    <a:pt x="10" y="2"/>
                    <a:pt x="10" y="2"/>
                  </a:cubicBezTo>
                  <a:cubicBezTo>
                    <a:pt x="9" y="3"/>
                    <a:pt x="8" y="4"/>
                    <a:pt x="8" y="5"/>
                  </a:cubicBezTo>
                  <a:cubicBezTo>
                    <a:pt x="4" y="12"/>
                    <a:pt x="2" y="20"/>
                    <a:pt x="2" y="28"/>
                  </a:cubicBezTo>
                  <a:cubicBezTo>
                    <a:pt x="2" y="30"/>
                    <a:pt x="2" y="32"/>
                    <a:pt x="2" y="34"/>
                  </a:cubicBezTo>
                  <a:cubicBezTo>
                    <a:pt x="1" y="43"/>
                    <a:pt x="0" y="52"/>
                    <a:pt x="0" y="61"/>
                  </a:cubicBezTo>
                  <a:cubicBezTo>
                    <a:pt x="0" y="66"/>
                    <a:pt x="1" y="72"/>
                    <a:pt x="1" y="77"/>
                  </a:cubicBezTo>
                  <a:cubicBezTo>
                    <a:pt x="2" y="86"/>
                    <a:pt x="16" y="85"/>
                    <a:pt x="18" y="77"/>
                  </a:cubicBezTo>
                  <a:cubicBezTo>
                    <a:pt x="23" y="55"/>
                    <a:pt x="36" y="21"/>
                    <a:pt x="1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9"/>
            <p:cNvSpPr/>
            <p:nvPr/>
          </p:nvSpPr>
          <p:spPr>
            <a:xfrm>
              <a:off x="1217885" y="-926495"/>
              <a:ext cx="47880" cy="169920"/>
            </a:xfrm>
            <a:custGeom>
              <a:rect b="b" l="l" r="r" t="t"/>
              <a:pathLst>
                <a:path extrusionOk="0" h="472" w="133">
                  <a:moveTo>
                    <a:pt x="78" y="198"/>
                  </a:moveTo>
                  <a:cubicBezTo>
                    <a:pt x="60" y="145"/>
                    <a:pt x="44" y="92"/>
                    <a:pt x="32" y="37"/>
                  </a:cubicBezTo>
                  <a:cubicBezTo>
                    <a:pt x="28" y="21"/>
                    <a:pt x="24" y="4"/>
                    <a:pt x="7" y="0"/>
                  </a:cubicBezTo>
                  <a:cubicBezTo>
                    <a:pt x="6" y="0"/>
                    <a:pt x="6" y="0"/>
                    <a:pt x="5" y="0"/>
                  </a:cubicBezTo>
                  <a:cubicBezTo>
                    <a:pt x="4" y="0"/>
                    <a:pt x="3" y="0"/>
                    <a:pt x="2" y="1"/>
                  </a:cubicBezTo>
                  <a:cubicBezTo>
                    <a:pt x="2" y="2"/>
                    <a:pt x="1" y="2"/>
                    <a:pt x="0" y="3"/>
                  </a:cubicBezTo>
                  <a:cubicBezTo>
                    <a:pt x="0" y="4"/>
                    <a:pt x="0" y="5"/>
                    <a:pt x="0" y="6"/>
                  </a:cubicBezTo>
                  <a:cubicBezTo>
                    <a:pt x="0" y="7"/>
                    <a:pt x="0" y="8"/>
                    <a:pt x="0" y="9"/>
                  </a:cubicBezTo>
                  <a:cubicBezTo>
                    <a:pt x="13" y="30"/>
                    <a:pt x="14" y="80"/>
                    <a:pt x="22" y="105"/>
                  </a:cubicBezTo>
                  <a:cubicBezTo>
                    <a:pt x="30" y="134"/>
                    <a:pt x="40" y="164"/>
                    <a:pt x="49" y="192"/>
                  </a:cubicBezTo>
                  <a:cubicBezTo>
                    <a:pt x="61" y="224"/>
                    <a:pt x="69" y="257"/>
                    <a:pt x="80" y="290"/>
                  </a:cubicBezTo>
                  <a:cubicBezTo>
                    <a:pt x="99" y="349"/>
                    <a:pt x="91" y="406"/>
                    <a:pt x="102" y="465"/>
                  </a:cubicBezTo>
                  <a:cubicBezTo>
                    <a:pt x="102" y="466"/>
                    <a:pt x="102" y="467"/>
                    <a:pt x="102" y="468"/>
                  </a:cubicBezTo>
                  <a:cubicBezTo>
                    <a:pt x="103" y="469"/>
                    <a:pt x="103" y="469"/>
                    <a:pt x="104" y="470"/>
                  </a:cubicBezTo>
                  <a:cubicBezTo>
                    <a:pt x="105" y="471"/>
                    <a:pt x="106" y="470"/>
                    <a:pt x="107" y="470"/>
                  </a:cubicBezTo>
                  <a:cubicBezTo>
                    <a:pt x="108" y="470"/>
                    <a:pt x="109" y="470"/>
                    <a:pt x="109" y="470"/>
                  </a:cubicBezTo>
                  <a:cubicBezTo>
                    <a:pt x="110" y="469"/>
                    <a:pt x="111" y="469"/>
                    <a:pt x="111" y="468"/>
                  </a:cubicBezTo>
                  <a:cubicBezTo>
                    <a:pt x="112" y="467"/>
                    <a:pt x="112" y="466"/>
                    <a:pt x="112" y="465"/>
                  </a:cubicBezTo>
                  <a:cubicBezTo>
                    <a:pt x="132" y="371"/>
                    <a:pt x="108" y="287"/>
                    <a:pt x="78"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9"/>
            <p:cNvSpPr/>
            <p:nvPr/>
          </p:nvSpPr>
          <p:spPr>
            <a:xfrm>
              <a:off x="1202405" y="-823895"/>
              <a:ext cx="38880" cy="210960"/>
            </a:xfrm>
            <a:custGeom>
              <a:rect b="b" l="l" r="r" t="t"/>
              <a:pathLst>
                <a:path extrusionOk="0" h="586" w="108">
                  <a:moveTo>
                    <a:pt x="31" y="455"/>
                  </a:moveTo>
                  <a:cubicBezTo>
                    <a:pt x="28" y="499"/>
                    <a:pt x="6" y="537"/>
                    <a:pt x="0" y="579"/>
                  </a:cubicBezTo>
                  <a:cubicBezTo>
                    <a:pt x="0" y="583"/>
                    <a:pt x="5" y="585"/>
                    <a:pt x="7" y="581"/>
                  </a:cubicBezTo>
                  <a:cubicBezTo>
                    <a:pt x="21" y="538"/>
                    <a:pt x="46" y="504"/>
                    <a:pt x="54" y="458"/>
                  </a:cubicBezTo>
                  <a:cubicBezTo>
                    <a:pt x="64" y="405"/>
                    <a:pt x="74" y="352"/>
                    <a:pt x="84" y="299"/>
                  </a:cubicBezTo>
                  <a:cubicBezTo>
                    <a:pt x="92" y="261"/>
                    <a:pt x="96" y="222"/>
                    <a:pt x="97" y="183"/>
                  </a:cubicBezTo>
                  <a:cubicBezTo>
                    <a:pt x="97" y="129"/>
                    <a:pt x="107" y="62"/>
                    <a:pt x="92" y="9"/>
                  </a:cubicBezTo>
                  <a:cubicBezTo>
                    <a:pt x="92" y="8"/>
                    <a:pt x="91" y="7"/>
                    <a:pt x="91" y="6"/>
                  </a:cubicBezTo>
                  <a:cubicBezTo>
                    <a:pt x="90" y="4"/>
                    <a:pt x="89" y="3"/>
                    <a:pt x="87" y="2"/>
                  </a:cubicBezTo>
                  <a:cubicBezTo>
                    <a:pt x="85" y="1"/>
                    <a:pt x="84" y="0"/>
                    <a:pt x="82" y="0"/>
                  </a:cubicBezTo>
                  <a:cubicBezTo>
                    <a:pt x="81" y="0"/>
                    <a:pt x="80" y="0"/>
                    <a:pt x="80" y="1"/>
                  </a:cubicBezTo>
                  <a:lnTo>
                    <a:pt x="76" y="2"/>
                  </a:lnTo>
                  <a:cubicBezTo>
                    <a:pt x="76" y="2"/>
                    <a:pt x="75" y="2"/>
                    <a:pt x="74" y="2"/>
                  </a:cubicBezTo>
                  <a:cubicBezTo>
                    <a:pt x="73" y="3"/>
                    <a:pt x="72" y="4"/>
                    <a:pt x="71" y="6"/>
                  </a:cubicBezTo>
                  <a:cubicBezTo>
                    <a:pt x="70" y="8"/>
                    <a:pt x="70" y="8"/>
                    <a:pt x="70" y="10"/>
                  </a:cubicBezTo>
                  <a:cubicBezTo>
                    <a:pt x="70" y="12"/>
                    <a:pt x="70" y="13"/>
                    <a:pt x="71" y="14"/>
                  </a:cubicBezTo>
                  <a:cubicBezTo>
                    <a:pt x="71" y="15"/>
                    <a:pt x="72" y="16"/>
                    <a:pt x="72" y="16"/>
                  </a:cubicBezTo>
                  <a:cubicBezTo>
                    <a:pt x="73" y="17"/>
                    <a:pt x="66" y="84"/>
                    <a:pt x="66" y="90"/>
                  </a:cubicBezTo>
                  <a:cubicBezTo>
                    <a:pt x="66" y="120"/>
                    <a:pt x="66" y="150"/>
                    <a:pt x="66" y="180"/>
                  </a:cubicBezTo>
                  <a:cubicBezTo>
                    <a:pt x="65" y="224"/>
                    <a:pt x="60" y="266"/>
                    <a:pt x="52" y="309"/>
                  </a:cubicBezTo>
                  <a:cubicBezTo>
                    <a:pt x="44" y="357"/>
                    <a:pt x="36" y="407"/>
                    <a:pt x="31" y="4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9"/>
            <p:cNvSpPr/>
            <p:nvPr/>
          </p:nvSpPr>
          <p:spPr>
            <a:xfrm>
              <a:off x="1201685" y="-766295"/>
              <a:ext cx="16200" cy="84240"/>
            </a:xfrm>
            <a:custGeom>
              <a:rect b="b" l="l" r="r" t="t"/>
              <a:pathLst>
                <a:path extrusionOk="0" h="234" w="45">
                  <a:moveTo>
                    <a:pt x="17" y="8"/>
                  </a:moveTo>
                  <a:cubicBezTo>
                    <a:pt x="7" y="32"/>
                    <a:pt x="10" y="57"/>
                    <a:pt x="7" y="82"/>
                  </a:cubicBezTo>
                  <a:cubicBezTo>
                    <a:pt x="3" y="97"/>
                    <a:pt x="2" y="113"/>
                    <a:pt x="2" y="128"/>
                  </a:cubicBezTo>
                  <a:cubicBezTo>
                    <a:pt x="2" y="131"/>
                    <a:pt x="2" y="134"/>
                    <a:pt x="2" y="137"/>
                  </a:cubicBezTo>
                  <a:cubicBezTo>
                    <a:pt x="5" y="166"/>
                    <a:pt x="0" y="194"/>
                    <a:pt x="3" y="223"/>
                  </a:cubicBezTo>
                  <a:cubicBezTo>
                    <a:pt x="3" y="231"/>
                    <a:pt x="16" y="233"/>
                    <a:pt x="17" y="225"/>
                  </a:cubicBezTo>
                  <a:cubicBezTo>
                    <a:pt x="22" y="188"/>
                    <a:pt x="23" y="148"/>
                    <a:pt x="30" y="112"/>
                  </a:cubicBezTo>
                  <a:cubicBezTo>
                    <a:pt x="36" y="76"/>
                    <a:pt x="44" y="41"/>
                    <a:pt x="30" y="7"/>
                  </a:cubicBezTo>
                  <a:cubicBezTo>
                    <a:pt x="27" y="0"/>
                    <a:pt x="19" y="3"/>
                    <a:pt x="1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9"/>
            <p:cNvSpPr/>
            <p:nvPr/>
          </p:nvSpPr>
          <p:spPr>
            <a:xfrm>
              <a:off x="1187645" y="-746135"/>
              <a:ext cx="13320" cy="40320"/>
            </a:xfrm>
            <a:custGeom>
              <a:rect b="b" l="l" r="r" t="t"/>
              <a:pathLst>
                <a:path extrusionOk="0" h="112" w="37">
                  <a:moveTo>
                    <a:pt x="24" y="100"/>
                  </a:moveTo>
                  <a:cubicBezTo>
                    <a:pt x="27" y="71"/>
                    <a:pt x="36" y="37"/>
                    <a:pt x="24" y="8"/>
                  </a:cubicBezTo>
                  <a:cubicBezTo>
                    <a:pt x="23" y="4"/>
                    <a:pt x="14" y="0"/>
                    <a:pt x="11" y="7"/>
                  </a:cubicBezTo>
                  <a:cubicBezTo>
                    <a:pt x="4" y="28"/>
                    <a:pt x="0" y="51"/>
                    <a:pt x="0" y="73"/>
                  </a:cubicBezTo>
                  <a:cubicBezTo>
                    <a:pt x="0" y="82"/>
                    <a:pt x="1" y="91"/>
                    <a:pt x="2" y="100"/>
                  </a:cubicBezTo>
                  <a:cubicBezTo>
                    <a:pt x="2" y="102"/>
                    <a:pt x="3" y="104"/>
                    <a:pt x="4" y="106"/>
                  </a:cubicBezTo>
                  <a:cubicBezTo>
                    <a:pt x="5" y="107"/>
                    <a:pt x="6" y="109"/>
                    <a:pt x="8" y="110"/>
                  </a:cubicBezTo>
                  <a:cubicBezTo>
                    <a:pt x="10" y="111"/>
                    <a:pt x="11" y="111"/>
                    <a:pt x="13" y="111"/>
                  </a:cubicBezTo>
                  <a:cubicBezTo>
                    <a:pt x="15" y="111"/>
                    <a:pt x="17" y="111"/>
                    <a:pt x="19" y="110"/>
                  </a:cubicBezTo>
                  <a:cubicBezTo>
                    <a:pt x="21" y="109"/>
                    <a:pt x="22" y="107"/>
                    <a:pt x="23" y="106"/>
                  </a:cubicBezTo>
                  <a:cubicBezTo>
                    <a:pt x="24" y="104"/>
                    <a:pt x="24" y="102"/>
                    <a:pt x="2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9"/>
            <p:cNvSpPr/>
            <p:nvPr/>
          </p:nvSpPr>
          <p:spPr>
            <a:xfrm>
              <a:off x="342005" y="-1025495"/>
              <a:ext cx="36360" cy="11520"/>
            </a:xfrm>
            <a:custGeom>
              <a:rect b="b" l="l" r="r" t="t"/>
              <a:pathLst>
                <a:path extrusionOk="0" h="32" w="101">
                  <a:moveTo>
                    <a:pt x="97" y="23"/>
                  </a:moveTo>
                  <a:lnTo>
                    <a:pt x="98" y="23"/>
                  </a:lnTo>
                  <a:cubicBezTo>
                    <a:pt x="98" y="23"/>
                    <a:pt x="98" y="22"/>
                    <a:pt x="99" y="21"/>
                  </a:cubicBezTo>
                  <a:cubicBezTo>
                    <a:pt x="100" y="20"/>
                    <a:pt x="100" y="20"/>
                    <a:pt x="100" y="19"/>
                  </a:cubicBezTo>
                  <a:cubicBezTo>
                    <a:pt x="100" y="18"/>
                    <a:pt x="100" y="17"/>
                    <a:pt x="99" y="16"/>
                  </a:cubicBezTo>
                  <a:lnTo>
                    <a:pt x="98" y="15"/>
                  </a:lnTo>
                  <a:cubicBezTo>
                    <a:pt x="97" y="14"/>
                    <a:pt x="97" y="14"/>
                    <a:pt x="97" y="14"/>
                  </a:cubicBezTo>
                  <a:cubicBezTo>
                    <a:pt x="81" y="8"/>
                    <a:pt x="63" y="4"/>
                    <a:pt x="46" y="2"/>
                  </a:cubicBezTo>
                  <a:cubicBezTo>
                    <a:pt x="40" y="1"/>
                    <a:pt x="34" y="0"/>
                    <a:pt x="29" y="0"/>
                  </a:cubicBezTo>
                  <a:cubicBezTo>
                    <a:pt x="20" y="0"/>
                    <a:pt x="12" y="1"/>
                    <a:pt x="4" y="4"/>
                  </a:cubicBezTo>
                  <a:cubicBezTo>
                    <a:pt x="4" y="5"/>
                    <a:pt x="4" y="5"/>
                    <a:pt x="4" y="5"/>
                  </a:cubicBezTo>
                  <a:cubicBezTo>
                    <a:pt x="3" y="5"/>
                    <a:pt x="2" y="6"/>
                    <a:pt x="1" y="7"/>
                  </a:cubicBezTo>
                  <a:cubicBezTo>
                    <a:pt x="0" y="8"/>
                    <a:pt x="0" y="8"/>
                    <a:pt x="0" y="10"/>
                  </a:cubicBezTo>
                  <a:cubicBezTo>
                    <a:pt x="0" y="11"/>
                    <a:pt x="0" y="13"/>
                    <a:pt x="1" y="14"/>
                  </a:cubicBezTo>
                  <a:cubicBezTo>
                    <a:pt x="2" y="15"/>
                    <a:pt x="3" y="16"/>
                    <a:pt x="4" y="16"/>
                  </a:cubicBezTo>
                  <a:cubicBezTo>
                    <a:pt x="20" y="23"/>
                    <a:pt x="37" y="28"/>
                    <a:pt x="54" y="29"/>
                  </a:cubicBezTo>
                  <a:cubicBezTo>
                    <a:pt x="59" y="30"/>
                    <a:pt x="63" y="31"/>
                    <a:pt x="68" y="31"/>
                  </a:cubicBezTo>
                  <a:cubicBezTo>
                    <a:pt x="78" y="31"/>
                    <a:pt x="88" y="28"/>
                    <a:pt x="9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9"/>
            <p:cNvSpPr/>
            <p:nvPr/>
          </p:nvSpPr>
          <p:spPr>
            <a:xfrm>
              <a:off x="270365" y="-1028375"/>
              <a:ext cx="24120" cy="9000"/>
            </a:xfrm>
            <a:custGeom>
              <a:rect b="b" l="l" r="r" t="t"/>
              <a:pathLst>
                <a:path extrusionOk="0" h="25" w="67">
                  <a:moveTo>
                    <a:pt x="55" y="6"/>
                  </a:moveTo>
                  <a:cubicBezTo>
                    <a:pt x="46" y="4"/>
                    <a:pt x="37" y="4"/>
                    <a:pt x="27" y="3"/>
                  </a:cubicBezTo>
                  <a:cubicBezTo>
                    <a:pt x="18" y="3"/>
                    <a:pt x="9" y="0"/>
                    <a:pt x="2" y="5"/>
                  </a:cubicBezTo>
                  <a:cubicBezTo>
                    <a:pt x="2" y="6"/>
                    <a:pt x="1" y="6"/>
                    <a:pt x="0" y="7"/>
                  </a:cubicBezTo>
                  <a:cubicBezTo>
                    <a:pt x="0" y="8"/>
                    <a:pt x="0" y="9"/>
                    <a:pt x="0" y="10"/>
                  </a:cubicBezTo>
                  <a:cubicBezTo>
                    <a:pt x="0" y="11"/>
                    <a:pt x="0" y="12"/>
                    <a:pt x="0" y="12"/>
                  </a:cubicBezTo>
                  <a:cubicBezTo>
                    <a:pt x="1" y="13"/>
                    <a:pt x="2" y="14"/>
                    <a:pt x="2" y="14"/>
                  </a:cubicBezTo>
                  <a:cubicBezTo>
                    <a:pt x="8" y="17"/>
                    <a:pt x="11" y="22"/>
                    <a:pt x="17" y="23"/>
                  </a:cubicBezTo>
                  <a:cubicBezTo>
                    <a:pt x="19" y="24"/>
                    <a:pt x="22" y="24"/>
                    <a:pt x="24" y="24"/>
                  </a:cubicBezTo>
                  <a:cubicBezTo>
                    <a:pt x="26" y="24"/>
                    <a:pt x="28" y="24"/>
                    <a:pt x="30" y="23"/>
                  </a:cubicBezTo>
                  <a:cubicBezTo>
                    <a:pt x="38" y="23"/>
                    <a:pt x="45" y="24"/>
                    <a:pt x="53" y="22"/>
                  </a:cubicBezTo>
                  <a:cubicBezTo>
                    <a:pt x="61" y="21"/>
                    <a:pt x="66" y="7"/>
                    <a:pt x="5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9"/>
            <p:cNvSpPr/>
            <p:nvPr/>
          </p:nvSpPr>
          <p:spPr>
            <a:xfrm>
              <a:off x="27365" y="-1044575"/>
              <a:ext cx="192600" cy="18720"/>
            </a:xfrm>
            <a:custGeom>
              <a:rect b="b" l="l" r="r" t="t"/>
              <a:pathLst>
                <a:path extrusionOk="0" h="52" w="535">
                  <a:moveTo>
                    <a:pt x="141" y="34"/>
                  </a:moveTo>
                  <a:cubicBezTo>
                    <a:pt x="177" y="36"/>
                    <a:pt x="210" y="41"/>
                    <a:pt x="246" y="39"/>
                  </a:cubicBezTo>
                  <a:cubicBezTo>
                    <a:pt x="340" y="34"/>
                    <a:pt x="433" y="51"/>
                    <a:pt x="528" y="48"/>
                  </a:cubicBezTo>
                  <a:cubicBezTo>
                    <a:pt x="529" y="48"/>
                    <a:pt x="530" y="48"/>
                    <a:pt x="531" y="47"/>
                  </a:cubicBezTo>
                  <a:cubicBezTo>
                    <a:pt x="532" y="46"/>
                    <a:pt x="532" y="46"/>
                    <a:pt x="533" y="45"/>
                  </a:cubicBezTo>
                  <a:cubicBezTo>
                    <a:pt x="534" y="44"/>
                    <a:pt x="534" y="43"/>
                    <a:pt x="534" y="42"/>
                  </a:cubicBezTo>
                  <a:cubicBezTo>
                    <a:pt x="534" y="41"/>
                    <a:pt x="534" y="40"/>
                    <a:pt x="533" y="39"/>
                  </a:cubicBezTo>
                  <a:cubicBezTo>
                    <a:pt x="532" y="38"/>
                    <a:pt x="532" y="38"/>
                    <a:pt x="531" y="37"/>
                  </a:cubicBezTo>
                  <a:cubicBezTo>
                    <a:pt x="530" y="36"/>
                    <a:pt x="529" y="36"/>
                    <a:pt x="528" y="36"/>
                  </a:cubicBezTo>
                  <a:cubicBezTo>
                    <a:pt x="434" y="32"/>
                    <a:pt x="341" y="23"/>
                    <a:pt x="248" y="18"/>
                  </a:cubicBezTo>
                  <a:cubicBezTo>
                    <a:pt x="199" y="15"/>
                    <a:pt x="153" y="5"/>
                    <a:pt x="104" y="3"/>
                  </a:cubicBezTo>
                  <a:cubicBezTo>
                    <a:pt x="74" y="3"/>
                    <a:pt x="45" y="2"/>
                    <a:pt x="16" y="0"/>
                  </a:cubicBezTo>
                  <a:cubicBezTo>
                    <a:pt x="13" y="3"/>
                    <a:pt x="12" y="5"/>
                    <a:pt x="10" y="8"/>
                  </a:cubicBezTo>
                  <a:cubicBezTo>
                    <a:pt x="6" y="16"/>
                    <a:pt x="2" y="24"/>
                    <a:pt x="0" y="32"/>
                  </a:cubicBezTo>
                  <a:cubicBezTo>
                    <a:pt x="47" y="37"/>
                    <a:pt x="93" y="32"/>
                    <a:pt x="14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9"/>
            <p:cNvSpPr/>
            <p:nvPr/>
          </p:nvSpPr>
          <p:spPr>
            <a:xfrm>
              <a:off x="18725" y="-1046015"/>
              <a:ext cx="14760" cy="12960"/>
            </a:xfrm>
            <a:custGeom>
              <a:rect b="b" l="l" r="r" t="t"/>
              <a:pathLst>
                <a:path extrusionOk="0" h="36" w="41">
                  <a:moveTo>
                    <a:pt x="23" y="2"/>
                  </a:moveTo>
                  <a:cubicBezTo>
                    <a:pt x="2" y="0"/>
                    <a:pt x="0" y="32"/>
                    <a:pt x="21" y="35"/>
                  </a:cubicBezTo>
                  <a:lnTo>
                    <a:pt x="24" y="35"/>
                  </a:lnTo>
                  <a:cubicBezTo>
                    <a:pt x="27" y="27"/>
                    <a:pt x="30" y="19"/>
                    <a:pt x="34" y="12"/>
                  </a:cubicBezTo>
                  <a:cubicBezTo>
                    <a:pt x="36" y="9"/>
                    <a:pt x="38" y="6"/>
                    <a:pt x="40" y="3"/>
                  </a:cubicBezTo>
                  <a:lnTo>
                    <a:pt x="2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9"/>
            <p:cNvSpPr/>
            <p:nvPr/>
          </p:nvSpPr>
          <p:spPr>
            <a:xfrm>
              <a:off x="25205" y="-1028375"/>
              <a:ext cx="97920" cy="17280"/>
            </a:xfrm>
            <a:custGeom>
              <a:rect b="b" l="l" r="r" t="t"/>
              <a:pathLst>
                <a:path extrusionOk="0" h="48" w="272">
                  <a:moveTo>
                    <a:pt x="13" y="36"/>
                  </a:moveTo>
                  <a:cubicBezTo>
                    <a:pt x="47" y="19"/>
                    <a:pt x="121" y="33"/>
                    <a:pt x="155" y="36"/>
                  </a:cubicBezTo>
                  <a:cubicBezTo>
                    <a:pt x="191" y="42"/>
                    <a:pt x="228" y="46"/>
                    <a:pt x="265" y="47"/>
                  </a:cubicBezTo>
                  <a:cubicBezTo>
                    <a:pt x="266" y="46"/>
                    <a:pt x="266" y="46"/>
                    <a:pt x="267" y="46"/>
                  </a:cubicBezTo>
                  <a:cubicBezTo>
                    <a:pt x="268" y="45"/>
                    <a:pt x="269" y="44"/>
                    <a:pt x="270" y="43"/>
                  </a:cubicBezTo>
                  <a:cubicBezTo>
                    <a:pt x="271" y="42"/>
                    <a:pt x="271" y="40"/>
                    <a:pt x="271" y="39"/>
                  </a:cubicBezTo>
                  <a:cubicBezTo>
                    <a:pt x="271" y="37"/>
                    <a:pt x="271" y="37"/>
                    <a:pt x="270" y="36"/>
                  </a:cubicBezTo>
                  <a:cubicBezTo>
                    <a:pt x="269" y="35"/>
                    <a:pt x="268" y="34"/>
                    <a:pt x="267" y="33"/>
                  </a:cubicBezTo>
                  <a:cubicBezTo>
                    <a:pt x="266" y="33"/>
                    <a:pt x="266" y="32"/>
                    <a:pt x="265" y="32"/>
                  </a:cubicBezTo>
                  <a:cubicBezTo>
                    <a:pt x="208" y="30"/>
                    <a:pt x="151" y="21"/>
                    <a:pt x="96" y="7"/>
                  </a:cubicBezTo>
                  <a:cubicBezTo>
                    <a:pt x="80" y="2"/>
                    <a:pt x="63" y="0"/>
                    <a:pt x="46" y="0"/>
                  </a:cubicBezTo>
                  <a:cubicBezTo>
                    <a:pt x="32" y="0"/>
                    <a:pt x="17" y="1"/>
                    <a:pt x="3" y="5"/>
                  </a:cubicBezTo>
                  <a:cubicBezTo>
                    <a:pt x="2" y="15"/>
                    <a:pt x="1" y="26"/>
                    <a:pt x="0" y="37"/>
                  </a:cubicBezTo>
                  <a:cubicBezTo>
                    <a:pt x="2" y="38"/>
                    <a:pt x="4" y="38"/>
                    <a:pt x="6" y="38"/>
                  </a:cubicBezTo>
                  <a:cubicBezTo>
                    <a:pt x="9" y="38"/>
                    <a:pt x="11" y="37"/>
                    <a:pt x="13"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9"/>
            <p:cNvSpPr/>
            <p:nvPr/>
          </p:nvSpPr>
          <p:spPr>
            <a:xfrm>
              <a:off x="21245" y="-1026575"/>
              <a:ext cx="5400" cy="11880"/>
            </a:xfrm>
            <a:custGeom>
              <a:rect b="b" l="l" r="r" t="t"/>
              <a:pathLst>
                <a:path extrusionOk="0" h="33" w="15">
                  <a:moveTo>
                    <a:pt x="9" y="3"/>
                  </a:moveTo>
                  <a:cubicBezTo>
                    <a:pt x="8" y="3"/>
                    <a:pt x="8" y="3"/>
                    <a:pt x="8" y="3"/>
                  </a:cubicBezTo>
                  <a:cubicBezTo>
                    <a:pt x="6" y="4"/>
                    <a:pt x="4" y="6"/>
                    <a:pt x="2" y="9"/>
                  </a:cubicBezTo>
                  <a:cubicBezTo>
                    <a:pt x="0" y="12"/>
                    <a:pt x="0" y="14"/>
                    <a:pt x="0" y="17"/>
                  </a:cubicBezTo>
                  <a:cubicBezTo>
                    <a:pt x="0" y="20"/>
                    <a:pt x="0" y="22"/>
                    <a:pt x="2" y="25"/>
                  </a:cubicBezTo>
                  <a:cubicBezTo>
                    <a:pt x="4" y="28"/>
                    <a:pt x="6" y="29"/>
                    <a:pt x="8" y="31"/>
                  </a:cubicBezTo>
                  <a:cubicBezTo>
                    <a:pt x="9" y="32"/>
                    <a:pt x="10" y="32"/>
                    <a:pt x="11" y="32"/>
                  </a:cubicBezTo>
                  <a:cubicBezTo>
                    <a:pt x="11" y="21"/>
                    <a:pt x="13" y="11"/>
                    <a:pt x="14" y="0"/>
                  </a:cubicBezTo>
                  <a:cubicBezTo>
                    <a:pt x="12" y="1"/>
                    <a:pt x="10" y="2"/>
                    <a:pt x="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9"/>
            <p:cNvSpPr/>
            <p:nvPr/>
          </p:nvSpPr>
          <p:spPr>
            <a:xfrm>
              <a:off x="22685" y="-1004975"/>
              <a:ext cx="119160" cy="18000"/>
            </a:xfrm>
            <a:custGeom>
              <a:rect b="b" l="l" r="r" t="t"/>
              <a:pathLst>
                <a:path extrusionOk="0" h="50" w="331">
                  <a:moveTo>
                    <a:pt x="170" y="43"/>
                  </a:moveTo>
                  <a:cubicBezTo>
                    <a:pt x="200" y="47"/>
                    <a:pt x="229" y="49"/>
                    <a:pt x="259" y="49"/>
                  </a:cubicBezTo>
                  <a:cubicBezTo>
                    <a:pt x="282" y="49"/>
                    <a:pt x="305" y="48"/>
                    <a:pt x="327" y="46"/>
                  </a:cubicBezTo>
                  <a:cubicBezTo>
                    <a:pt x="328" y="46"/>
                    <a:pt x="328" y="46"/>
                    <a:pt x="329" y="45"/>
                  </a:cubicBezTo>
                  <a:cubicBezTo>
                    <a:pt x="329" y="45"/>
                    <a:pt x="330" y="45"/>
                    <a:pt x="330" y="44"/>
                  </a:cubicBezTo>
                  <a:lnTo>
                    <a:pt x="330" y="43"/>
                  </a:lnTo>
                  <a:cubicBezTo>
                    <a:pt x="330" y="42"/>
                    <a:pt x="330" y="42"/>
                    <a:pt x="330" y="42"/>
                  </a:cubicBezTo>
                  <a:cubicBezTo>
                    <a:pt x="330" y="41"/>
                    <a:pt x="330" y="41"/>
                    <a:pt x="329" y="40"/>
                  </a:cubicBezTo>
                  <a:cubicBezTo>
                    <a:pt x="328" y="39"/>
                    <a:pt x="328" y="40"/>
                    <a:pt x="327" y="40"/>
                  </a:cubicBezTo>
                  <a:cubicBezTo>
                    <a:pt x="218" y="31"/>
                    <a:pt x="113" y="2"/>
                    <a:pt x="4" y="0"/>
                  </a:cubicBezTo>
                  <a:cubicBezTo>
                    <a:pt x="3" y="11"/>
                    <a:pt x="2" y="23"/>
                    <a:pt x="0" y="35"/>
                  </a:cubicBezTo>
                  <a:cubicBezTo>
                    <a:pt x="10" y="35"/>
                    <a:pt x="19" y="35"/>
                    <a:pt x="29" y="35"/>
                  </a:cubicBezTo>
                  <a:cubicBezTo>
                    <a:pt x="76" y="35"/>
                    <a:pt x="123" y="38"/>
                    <a:pt x="17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9"/>
            <p:cNvSpPr/>
            <p:nvPr/>
          </p:nvSpPr>
          <p:spPr>
            <a:xfrm>
              <a:off x="13325" y="-1002455"/>
              <a:ext cx="1080" cy="7560"/>
            </a:xfrm>
            <a:custGeom>
              <a:rect b="b" l="l" r="r" t="t"/>
              <a:pathLst>
                <a:path extrusionOk="0" h="21" w="3">
                  <a:moveTo>
                    <a:pt x="2" y="0"/>
                  </a:moveTo>
                  <a:cubicBezTo>
                    <a:pt x="1" y="3"/>
                    <a:pt x="0" y="6"/>
                    <a:pt x="0" y="10"/>
                  </a:cubicBezTo>
                  <a:cubicBezTo>
                    <a:pt x="0" y="13"/>
                    <a:pt x="1" y="17"/>
                    <a:pt x="2" y="20"/>
                  </a:cubicBezTo>
                  <a:cubicBezTo>
                    <a:pt x="2" y="13"/>
                    <a:pt x="2" y="7"/>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9"/>
            <p:cNvSpPr/>
            <p:nvPr/>
          </p:nvSpPr>
          <p:spPr>
            <a:xfrm>
              <a:off x="14045" y="-1004975"/>
              <a:ext cx="10440" cy="12960"/>
            </a:xfrm>
            <a:custGeom>
              <a:rect b="b" l="l" r="r" t="t"/>
              <a:pathLst>
                <a:path extrusionOk="0" h="36" w="29">
                  <a:moveTo>
                    <a:pt x="14" y="35"/>
                  </a:moveTo>
                  <a:lnTo>
                    <a:pt x="24" y="35"/>
                  </a:lnTo>
                  <a:cubicBezTo>
                    <a:pt x="26" y="23"/>
                    <a:pt x="27" y="12"/>
                    <a:pt x="28" y="0"/>
                  </a:cubicBezTo>
                  <a:lnTo>
                    <a:pt x="15" y="0"/>
                  </a:lnTo>
                  <a:lnTo>
                    <a:pt x="14" y="0"/>
                  </a:lnTo>
                  <a:cubicBezTo>
                    <a:pt x="11" y="0"/>
                    <a:pt x="9" y="1"/>
                    <a:pt x="6" y="2"/>
                  </a:cubicBezTo>
                  <a:cubicBezTo>
                    <a:pt x="4" y="3"/>
                    <a:pt x="2" y="5"/>
                    <a:pt x="0" y="8"/>
                  </a:cubicBezTo>
                  <a:cubicBezTo>
                    <a:pt x="0" y="14"/>
                    <a:pt x="0" y="21"/>
                    <a:pt x="0" y="27"/>
                  </a:cubicBezTo>
                  <a:cubicBezTo>
                    <a:pt x="2" y="30"/>
                    <a:pt x="4" y="32"/>
                    <a:pt x="6" y="33"/>
                  </a:cubicBezTo>
                  <a:cubicBezTo>
                    <a:pt x="8" y="34"/>
                    <a:pt x="11" y="35"/>
                    <a:pt x="1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9"/>
            <p:cNvSpPr/>
            <p:nvPr/>
          </p:nvSpPr>
          <p:spPr>
            <a:xfrm>
              <a:off x="230045" y="-1066175"/>
              <a:ext cx="31320" cy="10800"/>
            </a:xfrm>
            <a:custGeom>
              <a:rect b="b" l="l" r="r" t="t"/>
              <a:pathLst>
                <a:path extrusionOk="0" h="30" w="87">
                  <a:moveTo>
                    <a:pt x="79" y="20"/>
                  </a:moveTo>
                  <a:cubicBezTo>
                    <a:pt x="86" y="19"/>
                    <a:pt x="85" y="9"/>
                    <a:pt x="79" y="8"/>
                  </a:cubicBezTo>
                  <a:cubicBezTo>
                    <a:pt x="65" y="5"/>
                    <a:pt x="52" y="4"/>
                    <a:pt x="38" y="2"/>
                  </a:cubicBezTo>
                  <a:cubicBezTo>
                    <a:pt x="33" y="1"/>
                    <a:pt x="28" y="0"/>
                    <a:pt x="23" y="0"/>
                  </a:cubicBezTo>
                  <a:cubicBezTo>
                    <a:pt x="17" y="0"/>
                    <a:pt x="10" y="1"/>
                    <a:pt x="3" y="4"/>
                  </a:cubicBezTo>
                  <a:cubicBezTo>
                    <a:pt x="2" y="4"/>
                    <a:pt x="2" y="5"/>
                    <a:pt x="1" y="6"/>
                  </a:cubicBezTo>
                  <a:cubicBezTo>
                    <a:pt x="0" y="7"/>
                    <a:pt x="0" y="7"/>
                    <a:pt x="0" y="9"/>
                  </a:cubicBezTo>
                  <a:cubicBezTo>
                    <a:pt x="0" y="10"/>
                    <a:pt x="0" y="12"/>
                    <a:pt x="1" y="13"/>
                  </a:cubicBezTo>
                  <a:lnTo>
                    <a:pt x="2" y="14"/>
                  </a:lnTo>
                  <a:cubicBezTo>
                    <a:pt x="25" y="29"/>
                    <a:pt x="54" y="24"/>
                    <a:pt x="7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9"/>
            <p:cNvSpPr/>
            <p:nvPr/>
          </p:nvSpPr>
          <p:spPr>
            <a:xfrm>
              <a:off x="164885" y="-1072295"/>
              <a:ext cx="36360" cy="12960"/>
            </a:xfrm>
            <a:custGeom>
              <a:rect b="b" l="l" r="r" t="t"/>
              <a:pathLst>
                <a:path extrusionOk="0" h="36" w="101">
                  <a:moveTo>
                    <a:pt x="92" y="11"/>
                  </a:moveTo>
                  <a:cubicBezTo>
                    <a:pt x="64" y="8"/>
                    <a:pt x="29" y="0"/>
                    <a:pt x="3" y="11"/>
                  </a:cubicBezTo>
                  <a:cubicBezTo>
                    <a:pt x="2" y="12"/>
                    <a:pt x="2" y="12"/>
                    <a:pt x="1" y="14"/>
                  </a:cubicBezTo>
                  <a:cubicBezTo>
                    <a:pt x="1" y="15"/>
                    <a:pt x="0" y="16"/>
                    <a:pt x="0" y="17"/>
                  </a:cubicBezTo>
                  <a:cubicBezTo>
                    <a:pt x="0" y="18"/>
                    <a:pt x="1" y="19"/>
                    <a:pt x="1" y="20"/>
                  </a:cubicBezTo>
                  <a:cubicBezTo>
                    <a:pt x="2" y="21"/>
                    <a:pt x="2" y="21"/>
                    <a:pt x="3" y="22"/>
                  </a:cubicBezTo>
                  <a:cubicBezTo>
                    <a:pt x="29" y="35"/>
                    <a:pt x="63" y="27"/>
                    <a:pt x="91" y="24"/>
                  </a:cubicBezTo>
                  <a:cubicBezTo>
                    <a:pt x="98" y="24"/>
                    <a:pt x="100" y="12"/>
                    <a:pt x="9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9"/>
            <p:cNvSpPr/>
            <p:nvPr/>
          </p:nvSpPr>
          <p:spPr>
            <a:xfrm>
              <a:off x="39245" y="-1075895"/>
              <a:ext cx="99360" cy="15480"/>
            </a:xfrm>
            <a:custGeom>
              <a:rect b="b" l="l" r="r" t="t"/>
              <a:pathLst>
                <a:path extrusionOk="0" h="43" w="276">
                  <a:moveTo>
                    <a:pt x="268" y="21"/>
                  </a:moveTo>
                  <a:cubicBezTo>
                    <a:pt x="273" y="21"/>
                    <a:pt x="275" y="11"/>
                    <a:pt x="268" y="10"/>
                  </a:cubicBezTo>
                  <a:cubicBezTo>
                    <a:pt x="222" y="4"/>
                    <a:pt x="175" y="0"/>
                    <a:pt x="129" y="0"/>
                  </a:cubicBezTo>
                  <a:cubicBezTo>
                    <a:pt x="93" y="0"/>
                    <a:pt x="58" y="2"/>
                    <a:pt x="22" y="6"/>
                  </a:cubicBezTo>
                  <a:cubicBezTo>
                    <a:pt x="21" y="10"/>
                    <a:pt x="19" y="13"/>
                    <a:pt x="17" y="17"/>
                  </a:cubicBezTo>
                  <a:cubicBezTo>
                    <a:pt x="12" y="25"/>
                    <a:pt x="7" y="32"/>
                    <a:pt x="1" y="40"/>
                  </a:cubicBezTo>
                  <a:lnTo>
                    <a:pt x="0" y="42"/>
                  </a:lnTo>
                  <a:cubicBezTo>
                    <a:pt x="0" y="42"/>
                    <a:pt x="1" y="42"/>
                    <a:pt x="2" y="42"/>
                  </a:cubicBezTo>
                  <a:cubicBezTo>
                    <a:pt x="3" y="42"/>
                    <a:pt x="4" y="42"/>
                    <a:pt x="4" y="42"/>
                  </a:cubicBezTo>
                  <a:cubicBezTo>
                    <a:pt x="92" y="33"/>
                    <a:pt x="180" y="32"/>
                    <a:pt x="26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9"/>
            <p:cNvSpPr/>
            <p:nvPr/>
          </p:nvSpPr>
          <p:spPr>
            <a:xfrm>
              <a:off x="34205" y="-1073735"/>
              <a:ext cx="13320" cy="13320"/>
            </a:xfrm>
            <a:custGeom>
              <a:rect b="b" l="l" r="r" t="t"/>
              <a:pathLst>
                <a:path extrusionOk="0" h="37" w="37">
                  <a:moveTo>
                    <a:pt x="36" y="0"/>
                  </a:moveTo>
                  <a:lnTo>
                    <a:pt x="16" y="2"/>
                  </a:lnTo>
                  <a:cubicBezTo>
                    <a:pt x="13" y="3"/>
                    <a:pt x="11" y="3"/>
                    <a:pt x="9" y="4"/>
                  </a:cubicBezTo>
                  <a:cubicBezTo>
                    <a:pt x="6" y="6"/>
                    <a:pt x="5" y="8"/>
                    <a:pt x="3" y="11"/>
                  </a:cubicBezTo>
                  <a:cubicBezTo>
                    <a:pt x="1" y="14"/>
                    <a:pt x="0" y="16"/>
                    <a:pt x="0" y="19"/>
                  </a:cubicBezTo>
                  <a:cubicBezTo>
                    <a:pt x="0" y="22"/>
                    <a:pt x="1" y="25"/>
                    <a:pt x="3" y="28"/>
                  </a:cubicBezTo>
                  <a:cubicBezTo>
                    <a:pt x="5" y="31"/>
                    <a:pt x="6" y="33"/>
                    <a:pt x="9" y="34"/>
                  </a:cubicBezTo>
                  <a:cubicBezTo>
                    <a:pt x="10" y="35"/>
                    <a:pt x="12" y="36"/>
                    <a:pt x="14" y="36"/>
                  </a:cubicBezTo>
                  <a:lnTo>
                    <a:pt x="15" y="34"/>
                  </a:lnTo>
                  <a:cubicBezTo>
                    <a:pt x="21" y="26"/>
                    <a:pt x="26" y="19"/>
                    <a:pt x="31" y="11"/>
                  </a:cubicBezTo>
                  <a:cubicBezTo>
                    <a:pt x="33" y="7"/>
                    <a:pt x="35" y="4"/>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9"/>
            <p:cNvSpPr/>
            <p:nvPr/>
          </p:nvSpPr>
          <p:spPr>
            <a:xfrm>
              <a:off x="51485" y="-1092815"/>
              <a:ext cx="45000" cy="11880"/>
            </a:xfrm>
            <a:custGeom>
              <a:rect b="b" l="l" r="r" t="t"/>
              <a:pathLst>
                <a:path extrusionOk="0" h="33" w="125">
                  <a:moveTo>
                    <a:pt x="118" y="8"/>
                  </a:moveTo>
                  <a:cubicBezTo>
                    <a:pt x="102" y="3"/>
                    <a:pt x="85" y="0"/>
                    <a:pt x="68" y="0"/>
                  </a:cubicBezTo>
                  <a:cubicBezTo>
                    <a:pt x="67" y="0"/>
                    <a:pt x="65" y="0"/>
                    <a:pt x="64" y="0"/>
                  </a:cubicBezTo>
                  <a:cubicBezTo>
                    <a:pt x="52" y="2"/>
                    <a:pt x="41" y="2"/>
                    <a:pt x="29" y="2"/>
                  </a:cubicBezTo>
                  <a:cubicBezTo>
                    <a:pt x="24" y="2"/>
                    <a:pt x="19" y="2"/>
                    <a:pt x="14" y="2"/>
                  </a:cubicBezTo>
                  <a:cubicBezTo>
                    <a:pt x="9" y="11"/>
                    <a:pt x="5" y="22"/>
                    <a:pt x="0" y="32"/>
                  </a:cubicBezTo>
                  <a:cubicBezTo>
                    <a:pt x="39" y="31"/>
                    <a:pt x="79" y="27"/>
                    <a:pt x="118" y="19"/>
                  </a:cubicBezTo>
                  <a:cubicBezTo>
                    <a:pt x="124" y="18"/>
                    <a:pt x="124" y="9"/>
                    <a:pt x="1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9"/>
            <p:cNvSpPr/>
            <p:nvPr/>
          </p:nvSpPr>
          <p:spPr>
            <a:xfrm>
              <a:off x="43925" y="-1092095"/>
              <a:ext cx="12960" cy="11160"/>
            </a:xfrm>
            <a:custGeom>
              <a:rect b="b" l="l" r="r" t="t"/>
              <a:pathLst>
                <a:path extrusionOk="0" h="31" w="36">
                  <a:moveTo>
                    <a:pt x="22" y="0"/>
                  </a:moveTo>
                  <a:cubicBezTo>
                    <a:pt x="2" y="0"/>
                    <a:pt x="0" y="29"/>
                    <a:pt x="20" y="30"/>
                  </a:cubicBezTo>
                  <a:cubicBezTo>
                    <a:pt x="25" y="19"/>
                    <a:pt x="30" y="10"/>
                    <a:pt x="35" y="0"/>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9"/>
            <p:cNvSpPr/>
            <p:nvPr/>
          </p:nvSpPr>
          <p:spPr>
            <a:xfrm>
              <a:off x="74525" y="-1155815"/>
              <a:ext cx="159840" cy="17640"/>
            </a:xfrm>
            <a:custGeom>
              <a:rect b="b" l="l" r="r" t="t"/>
              <a:pathLst>
                <a:path extrusionOk="0" h="49" w="444">
                  <a:moveTo>
                    <a:pt x="152" y="47"/>
                  </a:moveTo>
                  <a:cubicBezTo>
                    <a:pt x="246" y="46"/>
                    <a:pt x="341" y="47"/>
                    <a:pt x="436" y="40"/>
                  </a:cubicBezTo>
                  <a:cubicBezTo>
                    <a:pt x="443" y="40"/>
                    <a:pt x="443" y="28"/>
                    <a:pt x="436" y="28"/>
                  </a:cubicBezTo>
                  <a:cubicBezTo>
                    <a:pt x="352" y="21"/>
                    <a:pt x="269" y="20"/>
                    <a:pt x="185" y="18"/>
                  </a:cubicBezTo>
                  <a:cubicBezTo>
                    <a:pt x="128" y="17"/>
                    <a:pt x="58" y="18"/>
                    <a:pt x="3" y="0"/>
                  </a:cubicBezTo>
                  <a:cubicBezTo>
                    <a:pt x="3" y="6"/>
                    <a:pt x="3" y="11"/>
                    <a:pt x="3" y="16"/>
                  </a:cubicBezTo>
                  <a:cubicBezTo>
                    <a:pt x="3" y="17"/>
                    <a:pt x="3" y="17"/>
                    <a:pt x="3" y="18"/>
                  </a:cubicBezTo>
                  <a:cubicBezTo>
                    <a:pt x="3" y="23"/>
                    <a:pt x="2" y="28"/>
                    <a:pt x="0" y="33"/>
                  </a:cubicBezTo>
                  <a:cubicBezTo>
                    <a:pt x="42" y="43"/>
                    <a:pt x="85" y="48"/>
                    <a:pt x="128" y="48"/>
                  </a:cubicBezTo>
                  <a:cubicBezTo>
                    <a:pt x="136" y="48"/>
                    <a:pt x="144" y="48"/>
                    <a:pt x="152"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9"/>
            <p:cNvSpPr/>
            <p:nvPr/>
          </p:nvSpPr>
          <p:spPr>
            <a:xfrm>
              <a:off x="63365" y="-1156535"/>
              <a:ext cx="3960" cy="9000"/>
            </a:xfrm>
            <a:custGeom>
              <a:rect b="b" l="l" r="r" t="t"/>
              <a:pathLst>
                <a:path extrusionOk="0" h="25" w="11">
                  <a:moveTo>
                    <a:pt x="10" y="0"/>
                  </a:moveTo>
                  <a:cubicBezTo>
                    <a:pt x="9" y="0"/>
                    <a:pt x="9" y="1"/>
                    <a:pt x="8" y="1"/>
                  </a:cubicBezTo>
                  <a:cubicBezTo>
                    <a:pt x="6" y="2"/>
                    <a:pt x="4" y="4"/>
                    <a:pt x="2" y="7"/>
                  </a:cubicBezTo>
                  <a:cubicBezTo>
                    <a:pt x="0" y="10"/>
                    <a:pt x="0" y="11"/>
                    <a:pt x="0" y="14"/>
                  </a:cubicBezTo>
                  <a:cubicBezTo>
                    <a:pt x="0" y="16"/>
                    <a:pt x="1" y="20"/>
                    <a:pt x="2" y="22"/>
                  </a:cubicBezTo>
                  <a:cubicBezTo>
                    <a:pt x="3" y="23"/>
                    <a:pt x="4" y="24"/>
                    <a:pt x="4" y="24"/>
                  </a:cubicBezTo>
                  <a:cubicBezTo>
                    <a:pt x="7" y="17"/>
                    <a:pt x="9" y="9"/>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9"/>
            <p:cNvSpPr/>
            <p:nvPr/>
          </p:nvSpPr>
          <p:spPr>
            <a:xfrm>
              <a:off x="64805" y="-1157255"/>
              <a:ext cx="10800" cy="13680"/>
            </a:xfrm>
            <a:custGeom>
              <a:rect b="b" l="l" r="r" t="t"/>
              <a:pathLst>
                <a:path extrusionOk="0" h="38" w="30">
                  <a:moveTo>
                    <a:pt x="27" y="37"/>
                  </a:moveTo>
                  <a:cubicBezTo>
                    <a:pt x="28" y="32"/>
                    <a:pt x="29" y="27"/>
                    <a:pt x="29" y="22"/>
                  </a:cubicBezTo>
                  <a:cubicBezTo>
                    <a:pt x="29" y="21"/>
                    <a:pt x="29" y="21"/>
                    <a:pt x="29" y="20"/>
                  </a:cubicBezTo>
                  <a:cubicBezTo>
                    <a:pt x="29" y="15"/>
                    <a:pt x="29" y="10"/>
                    <a:pt x="29" y="4"/>
                  </a:cubicBezTo>
                  <a:lnTo>
                    <a:pt x="19" y="1"/>
                  </a:lnTo>
                  <a:cubicBezTo>
                    <a:pt x="17" y="0"/>
                    <a:pt x="14" y="0"/>
                    <a:pt x="12" y="0"/>
                  </a:cubicBezTo>
                  <a:cubicBezTo>
                    <a:pt x="9" y="0"/>
                    <a:pt x="7" y="0"/>
                    <a:pt x="5" y="1"/>
                  </a:cubicBezTo>
                  <a:cubicBezTo>
                    <a:pt x="5" y="10"/>
                    <a:pt x="3" y="18"/>
                    <a:pt x="0" y="25"/>
                  </a:cubicBezTo>
                  <a:cubicBezTo>
                    <a:pt x="1" y="26"/>
                    <a:pt x="2" y="27"/>
                    <a:pt x="3" y="28"/>
                  </a:cubicBezTo>
                  <a:cubicBezTo>
                    <a:pt x="3" y="28"/>
                    <a:pt x="4" y="28"/>
                    <a:pt x="5" y="29"/>
                  </a:cubicBezTo>
                  <a:cubicBezTo>
                    <a:pt x="12" y="32"/>
                    <a:pt x="19" y="34"/>
                    <a:pt x="2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9"/>
            <p:cNvSpPr/>
            <p:nvPr/>
          </p:nvSpPr>
          <p:spPr>
            <a:xfrm>
              <a:off x="266765" y="-1143935"/>
              <a:ext cx="24480" cy="8640"/>
            </a:xfrm>
            <a:custGeom>
              <a:rect b="b" l="l" r="r" t="t"/>
              <a:pathLst>
                <a:path extrusionOk="0" h="24" w="68">
                  <a:moveTo>
                    <a:pt x="62" y="23"/>
                  </a:moveTo>
                  <a:cubicBezTo>
                    <a:pt x="67" y="23"/>
                    <a:pt x="67" y="15"/>
                    <a:pt x="63" y="13"/>
                  </a:cubicBezTo>
                  <a:cubicBezTo>
                    <a:pt x="47" y="5"/>
                    <a:pt x="30" y="1"/>
                    <a:pt x="13" y="0"/>
                  </a:cubicBezTo>
                  <a:cubicBezTo>
                    <a:pt x="0" y="0"/>
                    <a:pt x="1" y="19"/>
                    <a:pt x="14" y="19"/>
                  </a:cubicBezTo>
                  <a:cubicBezTo>
                    <a:pt x="29" y="20"/>
                    <a:pt x="46" y="23"/>
                    <a:pt x="6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9"/>
            <p:cNvSpPr/>
            <p:nvPr/>
          </p:nvSpPr>
          <p:spPr>
            <a:xfrm>
              <a:off x="811085" y="-1166615"/>
              <a:ext cx="75600" cy="11880"/>
            </a:xfrm>
            <a:custGeom>
              <a:rect b="b" l="l" r="r" t="t"/>
              <a:pathLst>
                <a:path extrusionOk="0" h="33" w="210">
                  <a:moveTo>
                    <a:pt x="6" y="4"/>
                  </a:moveTo>
                  <a:cubicBezTo>
                    <a:pt x="0" y="4"/>
                    <a:pt x="1" y="12"/>
                    <a:pt x="6" y="13"/>
                  </a:cubicBezTo>
                  <a:cubicBezTo>
                    <a:pt x="71" y="23"/>
                    <a:pt x="138" y="24"/>
                    <a:pt x="202" y="32"/>
                  </a:cubicBezTo>
                  <a:cubicBezTo>
                    <a:pt x="203" y="32"/>
                    <a:pt x="203" y="32"/>
                    <a:pt x="203" y="32"/>
                  </a:cubicBezTo>
                  <a:cubicBezTo>
                    <a:pt x="204" y="32"/>
                    <a:pt x="205" y="32"/>
                    <a:pt x="206" y="31"/>
                  </a:cubicBezTo>
                  <a:cubicBezTo>
                    <a:pt x="207" y="30"/>
                    <a:pt x="208" y="29"/>
                    <a:pt x="208" y="29"/>
                  </a:cubicBezTo>
                  <a:cubicBezTo>
                    <a:pt x="209" y="28"/>
                    <a:pt x="209" y="27"/>
                    <a:pt x="209" y="26"/>
                  </a:cubicBezTo>
                  <a:cubicBezTo>
                    <a:pt x="209" y="25"/>
                    <a:pt x="209" y="24"/>
                    <a:pt x="208" y="23"/>
                  </a:cubicBezTo>
                  <a:cubicBezTo>
                    <a:pt x="197" y="5"/>
                    <a:pt x="174" y="3"/>
                    <a:pt x="155" y="3"/>
                  </a:cubicBezTo>
                  <a:cubicBezTo>
                    <a:pt x="131" y="1"/>
                    <a:pt x="108" y="0"/>
                    <a:pt x="84" y="0"/>
                  </a:cubicBezTo>
                  <a:cubicBezTo>
                    <a:pt x="58" y="0"/>
                    <a:pt x="32" y="1"/>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9"/>
            <p:cNvSpPr/>
            <p:nvPr/>
          </p:nvSpPr>
          <p:spPr>
            <a:xfrm>
              <a:off x="917645" y="-1152935"/>
              <a:ext cx="239400" cy="111240"/>
            </a:xfrm>
            <a:custGeom>
              <a:rect b="b" l="l" r="r" t="t"/>
              <a:pathLst>
                <a:path extrusionOk="0" h="309" w="665">
                  <a:moveTo>
                    <a:pt x="341" y="95"/>
                  </a:moveTo>
                  <a:cubicBezTo>
                    <a:pt x="284" y="68"/>
                    <a:pt x="224" y="48"/>
                    <a:pt x="162" y="34"/>
                  </a:cubicBezTo>
                  <a:cubicBezTo>
                    <a:pt x="135" y="28"/>
                    <a:pt x="106" y="25"/>
                    <a:pt x="80" y="17"/>
                  </a:cubicBezTo>
                  <a:cubicBezTo>
                    <a:pt x="55" y="13"/>
                    <a:pt x="30" y="8"/>
                    <a:pt x="6" y="0"/>
                  </a:cubicBezTo>
                  <a:cubicBezTo>
                    <a:pt x="5" y="0"/>
                    <a:pt x="4" y="0"/>
                    <a:pt x="4" y="0"/>
                  </a:cubicBezTo>
                  <a:cubicBezTo>
                    <a:pt x="3" y="0"/>
                    <a:pt x="3" y="0"/>
                    <a:pt x="2" y="1"/>
                  </a:cubicBezTo>
                  <a:cubicBezTo>
                    <a:pt x="2" y="2"/>
                    <a:pt x="1" y="1"/>
                    <a:pt x="0" y="2"/>
                  </a:cubicBezTo>
                  <a:cubicBezTo>
                    <a:pt x="0" y="3"/>
                    <a:pt x="0" y="3"/>
                    <a:pt x="0" y="4"/>
                  </a:cubicBezTo>
                  <a:cubicBezTo>
                    <a:pt x="0" y="5"/>
                    <a:pt x="0" y="5"/>
                    <a:pt x="0" y="6"/>
                  </a:cubicBezTo>
                  <a:cubicBezTo>
                    <a:pt x="1" y="7"/>
                    <a:pt x="1" y="7"/>
                    <a:pt x="2" y="7"/>
                  </a:cubicBezTo>
                  <a:lnTo>
                    <a:pt x="2" y="8"/>
                  </a:lnTo>
                  <a:cubicBezTo>
                    <a:pt x="45" y="34"/>
                    <a:pt x="108" y="41"/>
                    <a:pt x="157" y="54"/>
                  </a:cubicBezTo>
                  <a:cubicBezTo>
                    <a:pt x="223" y="73"/>
                    <a:pt x="288" y="98"/>
                    <a:pt x="350" y="128"/>
                  </a:cubicBezTo>
                  <a:cubicBezTo>
                    <a:pt x="413" y="158"/>
                    <a:pt x="471" y="199"/>
                    <a:pt x="533" y="232"/>
                  </a:cubicBezTo>
                  <a:cubicBezTo>
                    <a:pt x="572" y="253"/>
                    <a:pt x="600" y="298"/>
                    <a:pt x="646" y="307"/>
                  </a:cubicBezTo>
                  <a:cubicBezTo>
                    <a:pt x="655" y="308"/>
                    <a:pt x="664" y="296"/>
                    <a:pt x="655" y="289"/>
                  </a:cubicBezTo>
                  <a:cubicBezTo>
                    <a:pt x="609" y="254"/>
                    <a:pt x="567" y="221"/>
                    <a:pt x="518" y="191"/>
                  </a:cubicBezTo>
                  <a:cubicBezTo>
                    <a:pt x="460" y="155"/>
                    <a:pt x="402" y="125"/>
                    <a:pt x="34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9"/>
            <p:cNvSpPr/>
            <p:nvPr/>
          </p:nvSpPr>
          <p:spPr>
            <a:xfrm>
              <a:off x="1041125" y="-1084175"/>
              <a:ext cx="176040" cy="153000"/>
            </a:xfrm>
            <a:custGeom>
              <a:rect b="b" l="l" r="r" t="t"/>
              <a:pathLst>
                <a:path extrusionOk="0" h="425" w="489">
                  <a:moveTo>
                    <a:pt x="266" y="135"/>
                  </a:moveTo>
                  <a:cubicBezTo>
                    <a:pt x="246" y="120"/>
                    <a:pt x="224" y="106"/>
                    <a:pt x="202" y="93"/>
                  </a:cubicBezTo>
                  <a:cubicBezTo>
                    <a:pt x="188" y="85"/>
                    <a:pt x="174" y="77"/>
                    <a:pt x="160" y="70"/>
                  </a:cubicBezTo>
                  <a:cubicBezTo>
                    <a:pt x="132" y="57"/>
                    <a:pt x="106" y="40"/>
                    <a:pt x="78" y="27"/>
                  </a:cubicBezTo>
                  <a:cubicBezTo>
                    <a:pt x="57" y="16"/>
                    <a:pt x="32" y="14"/>
                    <a:pt x="11" y="3"/>
                  </a:cubicBezTo>
                  <a:cubicBezTo>
                    <a:pt x="6" y="0"/>
                    <a:pt x="0" y="8"/>
                    <a:pt x="5" y="12"/>
                  </a:cubicBezTo>
                  <a:cubicBezTo>
                    <a:pt x="15" y="17"/>
                    <a:pt x="24" y="23"/>
                    <a:pt x="34" y="29"/>
                  </a:cubicBezTo>
                  <a:cubicBezTo>
                    <a:pt x="60" y="44"/>
                    <a:pt x="86" y="58"/>
                    <a:pt x="113" y="71"/>
                  </a:cubicBezTo>
                  <a:cubicBezTo>
                    <a:pt x="123" y="76"/>
                    <a:pt x="134" y="82"/>
                    <a:pt x="144" y="88"/>
                  </a:cubicBezTo>
                  <a:cubicBezTo>
                    <a:pt x="185" y="112"/>
                    <a:pt x="225" y="138"/>
                    <a:pt x="263" y="167"/>
                  </a:cubicBezTo>
                  <a:cubicBezTo>
                    <a:pt x="330" y="223"/>
                    <a:pt x="387" y="290"/>
                    <a:pt x="430" y="365"/>
                  </a:cubicBezTo>
                  <a:cubicBezTo>
                    <a:pt x="439" y="380"/>
                    <a:pt x="447" y="395"/>
                    <a:pt x="454" y="410"/>
                  </a:cubicBezTo>
                  <a:cubicBezTo>
                    <a:pt x="462" y="424"/>
                    <a:pt x="488" y="419"/>
                    <a:pt x="483" y="401"/>
                  </a:cubicBezTo>
                  <a:cubicBezTo>
                    <a:pt x="478" y="388"/>
                    <a:pt x="472" y="375"/>
                    <a:pt x="465" y="362"/>
                  </a:cubicBezTo>
                  <a:cubicBezTo>
                    <a:pt x="459" y="351"/>
                    <a:pt x="452" y="341"/>
                    <a:pt x="444" y="331"/>
                  </a:cubicBezTo>
                  <a:cubicBezTo>
                    <a:pt x="443" y="328"/>
                    <a:pt x="441" y="325"/>
                    <a:pt x="439" y="323"/>
                  </a:cubicBezTo>
                  <a:cubicBezTo>
                    <a:pt x="429" y="305"/>
                    <a:pt x="418" y="288"/>
                    <a:pt x="405" y="272"/>
                  </a:cubicBezTo>
                  <a:cubicBezTo>
                    <a:pt x="365" y="221"/>
                    <a:pt x="318" y="175"/>
                    <a:pt x="26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9"/>
            <p:cNvSpPr/>
            <p:nvPr/>
          </p:nvSpPr>
          <p:spPr>
            <a:xfrm>
              <a:off x="47165" y="-450575"/>
              <a:ext cx="263520" cy="38520"/>
            </a:xfrm>
            <a:custGeom>
              <a:rect b="b" l="l" r="r" t="t"/>
              <a:pathLst>
                <a:path extrusionOk="0" h="107" w="732">
                  <a:moveTo>
                    <a:pt x="372" y="73"/>
                  </a:moveTo>
                  <a:cubicBezTo>
                    <a:pt x="443" y="84"/>
                    <a:pt x="516" y="86"/>
                    <a:pt x="586" y="98"/>
                  </a:cubicBezTo>
                  <a:cubicBezTo>
                    <a:pt x="633" y="106"/>
                    <a:pt x="682" y="98"/>
                    <a:pt x="728" y="102"/>
                  </a:cubicBezTo>
                  <a:cubicBezTo>
                    <a:pt x="729" y="102"/>
                    <a:pt x="729" y="101"/>
                    <a:pt x="729" y="101"/>
                  </a:cubicBezTo>
                  <a:cubicBezTo>
                    <a:pt x="730" y="101"/>
                    <a:pt x="730" y="101"/>
                    <a:pt x="730" y="100"/>
                  </a:cubicBezTo>
                  <a:cubicBezTo>
                    <a:pt x="730" y="100"/>
                    <a:pt x="731" y="100"/>
                    <a:pt x="731" y="99"/>
                  </a:cubicBezTo>
                  <a:cubicBezTo>
                    <a:pt x="731" y="99"/>
                    <a:pt x="730" y="99"/>
                    <a:pt x="730" y="98"/>
                  </a:cubicBezTo>
                  <a:lnTo>
                    <a:pt x="729" y="97"/>
                  </a:lnTo>
                  <a:lnTo>
                    <a:pt x="728" y="97"/>
                  </a:lnTo>
                  <a:cubicBezTo>
                    <a:pt x="606" y="70"/>
                    <a:pt x="478" y="61"/>
                    <a:pt x="355" y="44"/>
                  </a:cubicBezTo>
                  <a:cubicBezTo>
                    <a:pt x="309" y="38"/>
                    <a:pt x="264" y="26"/>
                    <a:pt x="219" y="19"/>
                  </a:cubicBezTo>
                  <a:cubicBezTo>
                    <a:pt x="193" y="14"/>
                    <a:pt x="166" y="18"/>
                    <a:pt x="140" y="13"/>
                  </a:cubicBezTo>
                  <a:cubicBezTo>
                    <a:pt x="95" y="6"/>
                    <a:pt x="49" y="2"/>
                    <a:pt x="3" y="0"/>
                  </a:cubicBezTo>
                  <a:cubicBezTo>
                    <a:pt x="2" y="0"/>
                    <a:pt x="2" y="0"/>
                    <a:pt x="1" y="0"/>
                  </a:cubicBezTo>
                  <a:lnTo>
                    <a:pt x="0" y="0"/>
                  </a:lnTo>
                  <a:lnTo>
                    <a:pt x="0" y="4"/>
                  </a:lnTo>
                  <a:cubicBezTo>
                    <a:pt x="2" y="14"/>
                    <a:pt x="5" y="23"/>
                    <a:pt x="8" y="33"/>
                  </a:cubicBezTo>
                  <a:cubicBezTo>
                    <a:pt x="57" y="40"/>
                    <a:pt x="106" y="42"/>
                    <a:pt x="155" y="45"/>
                  </a:cubicBezTo>
                  <a:cubicBezTo>
                    <a:pt x="228" y="51"/>
                    <a:pt x="300" y="60"/>
                    <a:pt x="372"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9"/>
            <p:cNvSpPr/>
            <p:nvPr/>
          </p:nvSpPr>
          <p:spPr>
            <a:xfrm>
              <a:off x="35645" y="-452375"/>
              <a:ext cx="14760" cy="13680"/>
            </a:xfrm>
            <a:custGeom>
              <a:rect b="b" l="l" r="r" t="t"/>
              <a:pathLst>
                <a:path extrusionOk="0" h="38" w="41">
                  <a:moveTo>
                    <a:pt x="31" y="3"/>
                  </a:moveTo>
                  <a:cubicBezTo>
                    <a:pt x="16" y="0"/>
                    <a:pt x="0" y="30"/>
                    <a:pt x="25" y="35"/>
                  </a:cubicBezTo>
                  <a:lnTo>
                    <a:pt x="40" y="37"/>
                  </a:lnTo>
                  <a:cubicBezTo>
                    <a:pt x="37" y="27"/>
                    <a:pt x="34" y="17"/>
                    <a:pt x="32" y="7"/>
                  </a:cubicBezTo>
                  <a:lnTo>
                    <a:pt x="3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9"/>
            <p:cNvSpPr/>
            <p:nvPr/>
          </p:nvSpPr>
          <p:spPr>
            <a:xfrm>
              <a:off x="54005" y="-427895"/>
              <a:ext cx="80640" cy="11880"/>
            </a:xfrm>
            <a:custGeom>
              <a:rect b="b" l="l" r="r" t="t"/>
              <a:pathLst>
                <a:path extrusionOk="0" h="33" w="224">
                  <a:moveTo>
                    <a:pt x="216" y="27"/>
                  </a:moveTo>
                  <a:cubicBezTo>
                    <a:pt x="222" y="27"/>
                    <a:pt x="223" y="17"/>
                    <a:pt x="216" y="16"/>
                  </a:cubicBezTo>
                  <a:cubicBezTo>
                    <a:pt x="171" y="13"/>
                    <a:pt x="125" y="12"/>
                    <a:pt x="79" y="7"/>
                  </a:cubicBezTo>
                  <a:cubicBezTo>
                    <a:pt x="53" y="3"/>
                    <a:pt x="28" y="0"/>
                    <a:pt x="2" y="0"/>
                  </a:cubicBezTo>
                  <a:cubicBezTo>
                    <a:pt x="1" y="0"/>
                    <a:pt x="1" y="0"/>
                    <a:pt x="0" y="0"/>
                  </a:cubicBezTo>
                  <a:cubicBezTo>
                    <a:pt x="4" y="9"/>
                    <a:pt x="7" y="17"/>
                    <a:pt x="11" y="25"/>
                  </a:cubicBezTo>
                  <a:cubicBezTo>
                    <a:pt x="43" y="29"/>
                    <a:pt x="75" y="32"/>
                    <a:pt x="108" y="32"/>
                  </a:cubicBezTo>
                  <a:cubicBezTo>
                    <a:pt x="145" y="31"/>
                    <a:pt x="180" y="29"/>
                    <a:pt x="216"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9"/>
            <p:cNvSpPr/>
            <p:nvPr/>
          </p:nvSpPr>
          <p:spPr>
            <a:xfrm>
              <a:off x="46445" y="-427895"/>
              <a:ext cx="12240" cy="9360"/>
            </a:xfrm>
            <a:custGeom>
              <a:rect b="b" l="l" r="r" t="t"/>
              <a:pathLst>
                <a:path extrusionOk="0" h="26" w="34">
                  <a:moveTo>
                    <a:pt x="13" y="1"/>
                  </a:moveTo>
                  <a:cubicBezTo>
                    <a:pt x="0" y="2"/>
                    <a:pt x="3" y="24"/>
                    <a:pt x="16" y="24"/>
                  </a:cubicBezTo>
                  <a:lnTo>
                    <a:pt x="33" y="25"/>
                  </a:lnTo>
                  <a:cubicBezTo>
                    <a:pt x="29" y="17"/>
                    <a:pt x="26" y="9"/>
                    <a:pt x="22" y="0"/>
                  </a:cubicBezTo>
                  <a:lnTo>
                    <a:pt x="1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9"/>
            <p:cNvSpPr/>
            <p:nvPr/>
          </p:nvSpPr>
          <p:spPr>
            <a:xfrm>
              <a:off x="62645" y="-409175"/>
              <a:ext cx="252720" cy="33480"/>
            </a:xfrm>
            <a:custGeom>
              <a:rect b="b" l="l" r="r" t="t"/>
              <a:pathLst>
                <a:path extrusionOk="0" h="93" w="702">
                  <a:moveTo>
                    <a:pt x="313" y="73"/>
                  </a:moveTo>
                  <a:cubicBezTo>
                    <a:pt x="374" y="73"/>
                    <a:pt x="436" y="88"/>
                    <a:pt x="496" y="87"/>
                  </a:cubicBezTo>
                  <a:cubicBezTo>
                    <a:pt x="563" y="87"/>
                    <a:pt x="629" y="92"/>
                    <a:pt x="697" y="92"/>
                  </a:cubicBezTo>
                  <a:cubicBezTo>
                    <a:pt x="700" y="92"/>
                    <a:pt x="701" y="86"/>
                    <a:pt x="697" y="86"/>
                  </a:cubicBezTo>
                  <a:cubicBezTo>
                    <a:pt x="569" y="83"/>
                    <a:pt x="442" y="65"/>
                    <a:pt x="315" y="52"/>
                  </a:cubicBezTo>
                  <a:cubicBezTo>
                    <a:pt x="258" y="49"/>
                    <a:pt x="202" y="42"/>
                    <a:pt x="145" y="32"/>
                  </a:cubicBezTo>
                  <a:cubicBezTo>
                    <a:pt x="118" y="26"/>
                    <a:pt x="82" y="9"/>
                    <a:pt x="53" y="8"/>
                  </a:cubicBezTo>
                  <a:cubicBezTo>
                    <a:pt x="35" y="7"/>
                    <a:pt x="18" y="5"/>
                    <a:pt x="0" y="0"/>
                  </a:cubicBezTo>
                  <a:lnTo>
                    <a:pt x="5" y="10"/>
                  </a:lnTo>
                  <a:cubicBezTo>
                    <a:pt x="6" y="13"/>
                    <a:pt x="8" y="16"/>
                    <a:pt x="9" y="18"/>
                  </a:cubicBezTo>
                  <a:cubicBezTo>
                    <a:pt x="15" y="27"/>
                    <a:pt x="22" y="35"/>
                    <a:pt x="30" y="42"/>
                  </a:cubicBezTo>
                  <a:cubicBezTo>
                    <a:pt x="59" y="44"/>
                    <a:pt x="89" y="48"/>
                    <a:pt x="117" y="54"/>
                  </a:cubicBezTo>
                  <a:cubicBezTo>
                    <a:pt x="178" y="67"/>
                    <a:pt x="240" y="73"/>
                    <a:pt x="303" y="73"/>
                  </a:cubicBezTo>
                  <a:cubicBezTo>
                    <a:pt x="306" y="73"/>
                    <a:pt x="310" y="73"/>
                    <a:pt x="313"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9"/>
            <p:cNvSpPr/>
            <p:nvPr/>
          </p:nvSpPr>
          <p:spPr>
            <a:xfrm>
              <a:off x="52205" y="-413135"/>
              <a:ext cx="21600" cy="19440"/>
            </a:xfrm>
            <a:custGeom>
              <a:rect b="b" l="l" r="r" t="t"/>
              <a:pathLst>
                <a:path extrusionOk="0" h="54" w="60">
                  <a:moveTo>
                    <a:pt x="35" y="21"/>
                  </a:moveTo>
                  <a:lnTo>
                    <a:pt x="30" y="11"/>
                  </a:lnTo>
                  <a:lnTo>
                    <a:pt x="29" y="11"/>
                  </a:lnTo>
                  <a:cubicBezTo>
                    <a:pt x="17" y="0"/>
                    <a:pt x="0" y="18"/>
                    <a:pt x="6" y="31"/>
                  </a:cubicBezTo>
                  <a:cubicBezTo>
                    <a:pt x="12" y="45"/>
                    <a:pt x="17" y="46"/>
                    <a:pt x="32" y="49"/>
                  </a:cubicBezTo>
                  <a:cubicBezTo>
                    <a:pt x="41" y="51"/>
                    <a:pt x="50" y="52"/>
                    <a:pt x="59" y="53"/>
                  </a:cubicBezTo>
                  <a:cubicBezTo>
                    <a:pt x="51" y="47"/>
                    <a:pt x="45" y="40"/>
                    <a:pt x="40" y="31"/>
                  </a:cubicBezTo>
                  <a:cubicBezTo>
                    <a:pt x="38" y="28"/>
                    <a:pt x="36" y="24"/>
                    <a:pt x="3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9"/>
            <p:cNvSpPr/>
            <p:nvPr/>
          </p:nvSpPr>
          <p:spPr>
            <a:xfrm>
              <a:off x="90005" y="-374615"/>
              <a:ext cx="19800" cy="8280"/>
            </a:xfrm>
            <a:custGeom>
              <a:rect b="b" l="l" r="r" t="t"/>
              <a:pathLst>
                <a:path extrusionOk="0" h="23" w="55">
                  <a:moveTo>
                    <a:pt x="1" y="1"/>
                  </a:moveTo>
                  <a:cubicBezTo>
                    <a:pt x="5" y="4"/>
                    <a:pt x="9" y="7"/>
                    <a:pt x="14" y="10"/>
                  </a:cubicBezTo>
                  <a:cubicBezTo>
                    <a:pt x="26" y="17"/>
                    <a:pt x="40" y="21"/>
                    <a:pt x="54" y="22"/>
                  </a:cubicBezTo>
                  <a:cubicBezTo>
                    <a:pt x="37" y="13"/>
                    <a:pt x="19" y="6"/>
                    <a:pt x="0"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9"/>
            <p:cNvSpPr/>
            <p:nvPr/>
          </p:nvSpPr>
          <p:spPr>
            <a:xfrm>
              <a:off x="102965" y="-384335"/>
              <a:ext cx="318960" cy="38160"/>
            </a:xfrm>
            <a:custGeom>
              <a:rect b="b" l="l" r="r" t="t"/>
              <a:pathLst>
                <a:path extrusionOk="0" h="106" w="886">
                  <a:moveTo>
                    <a:pt x="136" y="50"/>
                  </a:moveTo>
                  <a:cubicBezTo>
                    <a:pt x="182" y="57"/>
                    <a:pt x="229" y="53"/>
                    <a:pt x="275" y="59"/>
                  </a:cubicBezTo>
                  <a:cubicBezTo>
                    <a:pt x="313" y="63"/>
                    <a:pt x="350" y="72"/>
                    <a:pt x="388" y="76"/>
                  </a:cubicBezTo>
                  <a:cubicBezTo>
                    <a:pt x="551" y="94"/>
                    <a:pt x="720" y="105"/>
                    <a:pt x="882" y="87"/>
                  </a:cubicBezTo>
                  <a:cubicBezTo>
                    <a:pt x="883" y="87"/>
                    <a:pt x="883" y="86"/>
                    <a:pt x="883" y="86"/>
                  </a:cubicBezTo>
                  <a:cubicBezTo>
                    <a:pt x="884" y="86"/>
                    <a:pt x="883" y="86"/>
                    <a:pt x="884" y="85"/>
                  </a:cubicBezTo>
                  <a:cubicBezTo>
                    <a:pt x="885" y="85"/>
                    <a:pt x="885" y="84"/>
                    <a:pt x="885" y="84"/>
                  </a:cubicBezTo>
                  <a:cubicBezTo>
                    <a:pt x="885" y="83"/>
                    <a:pt x="885" y="82"/>
                    <a:pt x="884" y="82"/>
                  </a:cubicBezTo>
                  <a:cubicBezTo>
                    <a:pt x="884" y="82"/>
                    <a:pt x="884" y="81"/>
                    <a:pt x="883" y="81"/>
                  </a:cubicBezTo>
                  <a:lnTo>
                    <a:pt x="882" y="81"/>
                  </a:lnTo>
                  <a:cubicBezTo>
                    <a:pt x="787" y="81"/>
                    <a:pt x="690" y="84"/>
                    <a:pt x="596" y="68"/>
                  </a:cubicBezTo>
                  <a:cubicBezTo>
                    <a:pt x="519" y="56"/>
                    <a:pt x="441" y="62"/>
                    <a:pt x="364" y="44"/>
                  </a:cubicBezTo>
                  <a:cubicBezTo>
                    <a:pt x="329" y="35"/>
                    <a:pt x="292" y="30"/>
                    <a:pt x="256" y="28"/>
                  </a:cubicBezTo>
                  <a:cubicBezTo>
                    <a:pt x="213" y="27"/>
                    <a:pt x="169" y="15"/>
                    <a:pt x="127" y="14"/>
                  </a:cubicBezTo>
                  <a:cubicBezTo>
                    <a:pt x="91" y="14"/>
                    <a:pt x="41" y="0"/>
                    <a:pt x="0" y="3"/>
                  </a:cubicBezTo>
                  <a:cubicBezTo>
                    <a:pt x="26" y="16"/>
                    <a:pt x="49" y="34"/>
                    <a:pt x="76" y="46"/>
                  </a:cubicBezTo>
                  <a:lnTo>
                    <a:pt x="84" y="49"/>
                  </a:lnTo>
                  <a:cubicBezTo>
                    <a:pt x="90" y="49"/>
                    <a:pt x="96" y="49"/>
                    <a:pt x="102" y="49"/>
                  </a:cubicBezTo>
                  <a:cubicBezTo>
                    <a:pt x="114" y="49"/>
                    <a:pt x="125" y="49"/>
                    <a:pt x="1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9"/>
            <p:cNvSpPr/>
            <p:nvPr/>
          </p:nvSpPr>
          <p:spPr>
            <a:xfrm>
              <a:off x="88925" y="-382535"/>
              <a:ext cx="44280" cy="17280"/>
            </a:xfrm>
            <a:custGeom>
              <a:rect b="b" l="l" r="r" t="t"/>
              <a:pathLst>
                <a:path extrusionOk="0" h="48" w="123">
                  <a:moveTo>
                    <a:pt x="122" y="46"/>
                  </a:moveTo>
                  <a:lnTo>
                    <a:pt x="114" y="43"/>
                  </a:lnTo>
                  <a:cubicBezTo>
                    <a:pt x="88" y="31"/>
                    <a:pt x="64" y="13"/>
                    <a:pt x="38" y="0"/>
                  </a:cubicBezTo>
                  <a:cubicBezTo>
                    <a:pt x="27" y="0"/>
                    <a:pt x="16" y="3"/>
                    <a:pt x="6" y="7"/>
                  </a:cubicBezTo>
                  <a:lnTo>
                    <a:pt x="5" y="7"/>
                  </a:lnTo>
                  <a:cubicBezTo>
                    <a:pt x="4" y="8"/>
                    <a:pt x="3" y="9"/>
                    <a:pt x="2" y="11"/>
                  </a:cubicBezTo>
                  <a:cubicBezTo>
                    <a:pt x="1" y="13"/>
                    <a:pt x="0" y="14"/>
                    <a:pt x="0" y="16"/>
                  </a:cubicBezTo>
                  <a:cubicBezTo>
                    <a:pt x="0" y="17"/>
                    <a:pt x="1" y="19"/>
                    <a:pt x="2" y="20"/>
                  </a:cubicBezTo>
                  <a:cubicBezTo>
                    <a:pt x="2" y="21"/>
                    <a:pt x="3" y="22"/>
                    <a:pt x="3" y="22"/>
                  </a:cubicBezTo>
                  <a:cubicBezTo>
                    <a:pt x="22" y="28"/>
                    <a:pt x="40" y="36"/>
                    <a:pt x="57" y="44"/>
                  </a:cubicBezTo>
                  <a:cubicBezTo>
                    <a:pt x="72" y="46"/>
                    <a:pt x="87" y="47"/>
                    <a:pt x="102" y="47"/>
                  </a:cubicBezTo>
                  <a:cubicBezTo>
                    <a:pt x="109" y="47"/>
                    <a:pt x="115" y="47"/>
                    <a:pt x="122"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9"/>
            <p:cNvSpPr/>
            <p:nvPr/>
          </p:nvSpPr>
          <p:spPr>
            <a:xfrm>
              <a:off x="451445" y="-352295"/>
              <a:ext cx="43200" cy="9720"/>
            </a:xfrm>
            <a:custGeom>
              <a:rect b="b" l="l" r="r" t="t"/>
              <a:pathLst>
                <a:path extrusionOk="0" h="27" w="120">
                  <a:moveTo>
                    <a:pt x="116" y="8"/>
                  </a:moveTo>
                  <a:cubicBezTo>
                    <a:pt x="98" y="3"/>
                    <a:pt x="79" y="0"/>
                    <a:pt x="60" y="0"/>
                  </a:cubicBezTo>
                  <a:cubicBezTo>
                    <a:pt x="41" y="0"/>
                    <a:pt x="22" y="3"/>
                    <a:pt x="4" y="8"/>
                  </a:cubicBezTo>
                  <a:lnTo>
                    <a:pt x="3" y="9"/>
                  </a:lnTo>
                  <a:cubicBezTo>
                    <a:pt x="2" y="10"/>
                    <a:pt x="2" y="10"/>
                    <a:pt x="1" y="11"/>
                  </a:cubicBezTo>
                  <a:cubicBezTo>
                    <a:pt x="0" y="12"/>
                    <a:pt x="0" y="12"/>
                    <a:pt x="0" y="13"/>
                  </a:cubicBezTo>
                  <a:cubicBezTo>
                    <a:pt x="0" y="14"/>
                    <a:pt x="0" y="15"/>
                    <a:pt x="1" y="16"/>
                  </a:cubicBezTo>
                  <a:cubicBezTo>
                    <a:pt x="2" y="17"/>
                    <a:pt x="2" y="18"/>
                    <a:pt x="3" y="18"/>
                  </a:cubicBezTo>
                  <a:lnTo>
                    <a:pt x="4" y="19"/>
                  </a:lnTo>
                  <a:cubicBezTo>
                    <a:pt x="22" y="24"/>
                    <a:pt x="41" y="26"/>
                    <a:pt x="60" y="26"/>
                  </a:cubicBezTo>
                  <a:cubicBezTo>
                    <a:pt x="79" y="26"/>
                    <a:pt x="97" y="24"/>
                    <a:pt x="115" y="19"/>
                  </a:cubicBezTo>
                  <a:cubicBezTo>
                    <a:pt x="116" y="19"/>
                    <a:pt x="116" y="18"/>
                    <a:pt x="116" y="18"/>
                  </a:cubicBezTo>
                  <a:cubicBezTo>
                    <a:pt x="117" y="18"/>
                    <a:pt x="117" y="17"/>
                    <a:pt x="118" y="16"/>
                  </a:cubicBezTo>
                  <a:cubicBezTo>
                    <a:pt x="119" y="15"/>
                    <a:pt x="119" y="14"/>
                    <a:pt x="119" y="13"/>
                  </a:cubicBezTo>
                  <a:cubicBezTo>
                    <a:pt x="119" y="12"/>
                    <a:pt x="119" y="11"/>
                    <a:pt x="118" y="10"/>
                  </a:cubicBezTo>
                  <a:cubicBezTo>
                    <a:pt x="117" y="9"/>
                    <a:pt x="117" y="9"/>
                    <a:pt x="11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9"/>
            <p:cNvSpPr/>
            <p:nvPr/>
          </p:nvSpPr>
          <p:spPr>
            <a:xfrm>
              <a:off x="860765" y="-349775"/>
              <a:ext cx="51480" cy="7560"/>
            </a:xfrm>
            <a:custGeom>
              <a:rect b="b" l="l" r="r" t="t"/>
              <a:pathLst>
                <a:path extrusionOk="0" h="21" w="143">
                  <a:moveTo>
                    <a:pt x="32" y="14"/>
                  </a:moveTo>
                  <a:cubicBezTo>
                    <a:pt x="21" y="17"/>
                    <a:pt x="11" y="19"/>
                    <a:pt x="0" y="20"/>
                  </a:cubicBezTo>
                  <a:cubicBezTo>
                    <a:pt x="2" y="20"/>
                    <a:pt x="4" y="20"/>
                    <a:pt x="5" y="20"/>
                  </a:cubicBezTo>
                  <a:cubicBezTo>
                    <a:pt x="27" y="20"/>
                    <a:pt x="48" y="19"/>
                    <a:pt x="69" y="16"/>
                  </a:cubicBezTo>
                  <a:cubicBezTo>
                    <a:pt x="91" y="13"/>
                    <a:pt x="124" y="15"/>
                    <a:pt x="142" y="1"/>
                  </a:cubicBezTo>
                  <a:lnTo>
                    <a:pt x="142" y="0"/>
                  </a:lnTo>
                  <a:cubicBezTo>
                    <a:pt x="109" y="17"/>
                    <a:pt x="65" y="6"/>
                    <a:pt x="3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9"/>
            <p:cNvSpPr/>
            <p:nvPr/>
          </p:nvSpPr>
          <p:spPr>
            <a:xfrm>
              <a:off x="537485" y="-350855"/>
              <a:ext cx="307800" cy="15840"/>
            </a:xfrm>
            <a:custGeom>
              <a:rect b="b" l="l" r="r" t="t"/>
              <a:pathLst>
                <a:path extrusionOk="0" h="44" w="855">
                  <a:moveTo>
                    <a:pt x="531" y="21"/>
                  </a:moveTo>
                  <a:cubicBezTo>
                    <a:pt x="447" y="21"/>
                    <a:pt x="364" y="14"/>
                    <a:pt x="279" y="13"/>
                  </a:cubicBezTo>
                  <a:cubicBezTo>
                    <a:pt x="188" y="12"/>
                    <a:pt x="95" y="0"/>
                    <a:pt x="4" y="10"/>
                  </a:cubicBezTo>
                  <a:cubicBezTo>
                    <a:pt x="3" y="10"/>
                    <a:pt x="3" y="10"/>
                    <a:pt x="2" y="11"/>
                  </a:cubicBezTo>
                  <a:lnTo>
                    <a:pt x="1" y="12"/>
                  </a:lnTo>
                  <a:cubicBezTo>
                    <a:pt x="1" y="13"/>
                    <a:pt x="0" y="14"/>
                    <a:pt x="0" y="14"/>
                  </a:cubicBezTo>
                  <a:cubicBezTo>
                    <a:pt x="0" y="15"/>
                    <a:pt x="1" y="16"/>
                    <a:pt x="1" y="17"/>
                  </a:cubicBezTo>
                  <a:lnTo>
                    <a:pt x="2" y="18"/>
                  </a:lnTo>
                  <a:cubicBezTo>
                    <a:pt x="3" y="18"/>
                    <a:pt x="3" y="19"/>
                    <a:pt x="4" y="19"/>
                  </a:cubicBezTo>
                  <a:cubicBezTo>
                    <a:pt x="109" y="31"/>
                    <a:pt x="219" y="27"/>
                    <a:pt x="324" y="27"/>
                  </a:cubicBezTo>
                  <a:cubicBezTo>
                    <a:pt x="368" y="28"/>
                    <a:pt x="412" y="31"/>
                    <a:pt x="456" y="37"/>
                  </a:cubicBezTo>
                  <a:cubicBezTo>
                    <a:pt x="507" y="43"/>
                    <a:pt x="561" y="33"/>
                    <a:pt x="612" y="39"/>
                  </a:cubicBezTo>
                  <a:cubicBezTo>
                    <a:pt x="640" y="42"/>
                    <a:pt x="669" y="43"/>
                    <a:pt x="697" y="43"/>
                  </a:cubicBezTo>
                  <a:cubicBezTo>
                    <a:pt x="713" y="43"/>
                    <a:pt x="730" y="43"/>
                    <a:pt x="746" y="42"/>
                  </a:cubicBezTo>
                  <a:cubicBezTo>
                    <a:pt x="751" y="42"/>
                    <a:pt x="755" y="42"/>
                    <a:pt x="759" y="42"/>
                  </a:cubicBezTo>
                  <a:cubicBezTo>
                    <a:pt x="778" y="42"/>
                    <a:pt x="798" y="40"/>
                    <a:pt x="817" y="36"/>
                  </a:cubicBezTo>
                  <a:cubicBezTo>
                    <a:pt x="829" y="31"/>
                    <a:pt x="841" y="28"/>
                    <a:pt x="854" y="27"/>
                  </a:cubicBezTo>
                  <a:cubicBezTo>
                    <a:pt x="830" y="27"/>
                    <a:pt x="805" y="27"/>
                    <a:pt x="784" y="25"/>
                  </a:cubicBezTo>
                  <a:cubicBezTo>
                    <a:pt x="700" y="21"/>
                    <a:pt x="614" y="21"/>
                    <a:pt x="53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9"/>
            <p:cNvSpPr/>
            <p:nvPr/>
          </p:nvSpPr>
          <p:spPr>
            <a:xfrm>
              <a:off x="844925" y="-342575"/>
              <a:ext cx="16560" cy="1440"/>
            </a:xfrm>
            <a:custGeom>
              <a:rect b="b" l="l" r="r" t="t"/>
              <a:pathLst>
                <a:path extrusionOk="0" h="4" w="46">
                  <a:moveTo>
                    <a:pt x="45" y="0"/>
                  </a:moveTo>
                  <a:cubicBezTo>
                    <a:pt x="30" y="0"/>
                    <a:pt x="15" y="1"/>
                    <a:pt x="0" y="3"/>
                  </a:cubicBezTo>
                  <a:cubicBezTo>
                    <a:pt x="15" y="3"/>
                    <a:pt x="30" y="2"/>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9"/>
            <p:cNvSpPr/>
            <p:nvPr/>
          </p:nvSpPr>
          <p:spPr>
            <a:xfrm>
              <a:off x="257045" y="-342215"/>
              <a:ext cx="200160" cy="25200"/>
            </a:xfrm>
            <a:custGeom>
              <a:rect b="b" l="l" r="r" t="t"/>
              <a:pathLst>
                <a:path extrusionOk="0" h="70" w="556">
                  <a:moveTo>
                    <a:pt x="547" y="55"/>
                  </a:moveTo>
                  <a:cubicBezTo>
                    <a:pt x="548" y="54"/>
                    <a:pt x="549" y="54"/>
                    <a:pt x="550" y="54"/>
                  </a:cubicBezTo>
                  <a:cubicBezTo>
                    <a:pt x="552" y="53"/>
                    <a:pt x="553" y="51"/>
                    <a:pt x="554" y="50"/>
                  </a:cubicBezTo>
                  <a:cubicBezTo>
                    <a:pt x="555" y="49"/>
                    <a:pt x="555" y="47"/>
                    <a:pt x="555" y="45"/>
                  </a:cubicBezTo>
                  <a:cubicBezTo>
                    <a:pt x="555" y="44"/>
                    <a:pt x="554" y="43"/>
                    <a:pt x="554" y="41"/>
                  </a:cubicBezTo>
                  <a:cubicBezTo>
                    <a:pt x="553" y="39"/>
                    <a:pt x="552" y="38"/>
                    <a:pt x="550" y="37"/>
                  </a:cubicBezTo>
                  <a:cubicBezTo>
                    <a:pt x="549" y="37"/>
                    <a:pt x="548" y="36"/>
                    <a:pt x="547" y="36"/>
                  </a:cubicBezTo>
                  <a:cubicBezTo>
                    <a:pt x="500" y="29"/>
                    <a:pt x="452" y="25"/>
                    <a:pt x="403" y="24"/>
                  </a:cubicBezTo>
                  <a:cubicBezTo>
                    <a:pt x="357" y="23"/>
                    <a:pt x="312" y="13"/>
                    <a:pt x="266" y="12"/>
                  </a:cubicBezTo>
                  <a:cubicBezTo>
                    <a:pt x="178" y="9"/>
                    <a:pt x="89" y="0"/>
                    <a:pt x="0" y="6"/>
                  </a:cubicBezTo>
                  <a:cubicBezTo>
                    <a:pt x="34" y="16"/>
                    <a:pt x="69" y="22"/>
                    <a:pt x="105" y="22"/>
                  </a:cubicBezTo>
                  <a:cubicBezTo>
                    <a:pt x="136" y="24"/>
                    <a:pt x="167" y="27"/>
                    <a:pt x="197" y="33"/>
                  </a:cubicBezTo>
                  <a:cubicBezTo>
                    <a:pt x="219" y="33"/>
                    <a:pt x="241" y="35"/>
                    <a:pt x="263" y="37"/>
                  </a:cubicBezTo>
                  <a:cubicBezTo>
                    <a:pt x="355" y="43"/>
                    <a:pt x="454" y="69"/>
                    <a:pt x="547"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9"/>
            <p:cNvSpPr/>
            <p:nvPr/>
          </p:nvSpPr>
          <p:spPr>
            <a:xfrm>
              <a:off x="242285" y="-340055"/>
              <a:ext cx="85680" cy="10080"/>
            </a:xfrm>
            <a:custGeom>
              <a:rect b="b" l="l" r="r" t="t"/>
              <a:pathLst>
                <a:path extrusionOk="0" h="28" w="238">
                  <a:moveTo>
                    <a:pt x="40" y="0"/>
                  </a:moveTo>
                  <a:cubicBezTo>
                    <a:pt x="28" y="0"/>
                    <a:pt x="16" y="2"/>
                    <a:pt x="4" y="3"/>
                  </a:cubicBezTo>
                  <a:lnTo>
                    <a:pt x="3" y="4"/>
                  </a:lnTo>
                  <a:cubicBezTo>
                    <a:pt x="2" y="5"/>
                    <a:pt x="1" y="5"/>
                    <a:pt x="1" y="5"/>
                  </a:cubicBezTo>
                  <a:cubicBezTo>
                    <a:pt x="0" y="6"/>
                    <a:pt x="0" y="7"/>
                    <a:pt x="0" y="8"/>
                  </a:cubicBezTo>
                  <a:cubicBezTo>
                    <a:pt x="0" y="9"/>
                    <a:pt x="0" y="10"/>
                    <a:pt x="1" y="11"/>
                  </a:cubicBezTo>
                  <a:cubicBezTo>
                    <a:pt x="1" y="11"/>
                    <a:pt x="2" y="11"/>
                    <a:pt x="3" y="12"/>
                  </a:cubicBezTo>
                  <a:cubicBezTo>
                    <a:pt x="4" y="13"/>
                    <a:pt x="4" y="13"/>
                    <a:pt x="4" y="13"/>
                  </a:cubicBezTo>
                  <a:cubicBezTo>
                    <a:pt x="83" y="23"/>
                    <a:pt x="160" y="24"/>
                    <a:pt x="237" y="27"/>
                  </a:cubicBezTo>
                  <a:cubicBezTo>
                    <a:pt x="207" y="21"/>
                    <a:pt x="176" y="17"/>
                    <a:pt x="145" y="16"/>
                  </a:cubicBezTo>
                  <a:cubicBezTo>
                    <a:pt x="109" y="15"/>
                    <a:pt x="74" y="10"/>
                    <a:pt x="4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9"/>
            <p:cNvSpPr/>
            <p:nvPr/>
          </p:nvSpPr>
          <p:spPr>
            <a:xfrm>
              <a:off x="496445" y="-328895"/>
              <a:ext cx="60120" cy="7200"/>
            </a:xfrm>
            <a:custGeom>
              <a:rect b="b" l="l" r="r" t="t"/>
              <a:pathLst>
                <a:path extrusionOk="0" h="20" w="167">
                  <a:moveTo>
                    <a:pt x="163" y="6"/>
                  </a:moveTo>
                  <a:cubicBezTo>
                    <a:pt x="146" y="2"/>
                    <a:pt x="128" y="0"/>
                    <a:pt x="110" y="0"/>
                  </a:cubicBezTo>
                  <a:cubicBezTo>
                    <a:pt x="103" y="0"/>
                    <a:pt x="96" y="0"/>
                    <a:pt x="89" y="1"/>
                  </a:cubicBezTo>
                  <a:cubicBezTo>
                    <a:pt x="61" y="1"/>
                    <a:pt x="33" y="2"/>
                    <a:pt x="5" y="3"/>
                  </a:cubicBezTo>
                  <a:cubicBezTo>
                    <a:pt x="4" y="4"/>
                    <a:pt x="4" y="4"/>
                    <a:pt x="3" y="4"/>
                  </a:cubicBezTo>
                  <a:cubicBezTo>
                    <a:pt x="2" y="5"/>
                    <a:pt x="2" y="5"/>
                    <a:pt x="1" y="6"/>
                  </a:cubicBezTo>
                  <a:cubicBezTo>
                    <a:pt x="0" y="7"/>
                    <a:pt x="0" y="8"/>
                    <a:pt x="0" y="9"/>
                  </a:cubicBezTo>
                  <a:cubicBezTo>
                    <a:pt x="0" y="10"/>
                    <a:pt x="0" y="11"/>
                    <a:pt x="1" y="12"/>
                  </a:cubicBezTo>
                  <a:cubicBezTo>
                    <a:pt x="2" y="13"/>
                    <a:pt x="2" y="13"/>
                    <a:pt x="3" y="14"/>
                  </a:cubicBezTo>
                  <a:cubicBezTo>
                    <a:pt x="4" y="14"/>
                    <a:pt x="4" y="15"/>
                    <a:pt x="5" y="15"/>
                  </a:cubicBezTo>
                  <a:cubicBezTo>
                    <a:pt x="37" y="17"/>
                    <a:pt x="69" y="18"/>
                    <a:pt x="101" y="18"/>
                  </a:cubicBezTo>
                  <a:cubicBezTo>
                    <a:pt x="107" y="19"/>
                    <a:pt x="113" y="19"/>
                    <a:pt x="118" y="19"/>
                  </a:cubicBezTo>
                  <a:cubicBezTo>
                    <a:pt x="133" y="19"/>
                    <a:pt x="148" y="17"/>
                    <a:pt x="163" y="13"/>
                  </a:cubicBezTo>
                  <a:cubicBezTo>
                    <a:pt x="166" y="12"/>
                    <a:pt x="166" y="8"/>
                    <a:pt x="16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9"/>
            <p:cNvSpPr/>
            <p:nvPr/>
          </p:nvSpPr>
          <p:spPr>
            <a:xfrm>
              <a:off x="585365" y="-330695"/>
              <a:ext cx="61560" cy="10440"/>
            </a:xfrm>
            <a:custGeom>
              <a:rect b="b" l="l" r="r" t="t"/>
              <a:pathLst>
                <a:path extrusionOk="0" h="29" w="171">
                  <a:moveTo>
                    <a:pt x="105" y="3"/>
                  </a:moveTo>
                  <a:cubicBezTo>
                    <a:pt x="72" y="3"/>
                    <a:pt x="39" y="7"/>
                    <a:pt x="7" y="9"/>
                  </a:cubicBezTo>
                  <a:cubicBezTo>
                    <a:pt x="1" y="9"/>
                    <a:pt x="0" y="19"/>
                    <a:pt x="7" y="20"/>
                  </a:cubicBezTo>
                  <a:cubicBezTo>
                    <a:pt x="41" y="22"/>
                    <a:pt x="74" y="26"/>
                    <a:pt x="108" y="26"/>
                  </a:cubicBezTo>
                  <a:cubicBezTo>
                    <a:pt x="120" y="28"/>
                    <a:pt x="133" y="28"/>
                    <a:pt x="146" y="28"/>
                  </a:cubicBezTo>
                  <a:cubicBezTo>
                    <a:pt x="148" y="28"/>
                    <a:pt x="151" y="28"/>
                    <a:pt x="154" y="28"/>
                  </a:cubicBezTo>
                  <a:cubicBezTo>
                    <a:pt x="158" y="28"/>
                    <a:pt x="162" y="28"/>
                    <a:pt x="166" y="25"/>
                  </a:cubicBezTo>
                  <a:cubicBezTo>
                    <a:pt x="167" y="25"/>
                    <a:pt x="167" y="24"/>
                    <a:pt x="167" y="24"/>
                  </a:cubicBezTo>
                  <a:cubicBezTo>
                    <a:pt x="168" y="23"/>
                    <a:pt x="168" y="24"/>
                    <a:pt x="169" y="22"/>
                  </a:cubicBezTo>
                  <a:cubicBezTo>
                    <a:pt x="169" y="21"/>
                    <a:pt x="170" y="20"/>
                    <a:pt x="170" y="19"/>
                  </a:cubicBezTo>
                  <a:cubicBezTo>
                    <a:pt x="170" y="18"/>
                    <a:pt x="169" y="17"/>
                    <a:pt x="169" y="17"/>
                  </a:cubicBezTo>
                  <a:cubicBezTo>
                    <a:pt x="168" y="16"/>
                    <a:pt x="168" y="16"/>
                    <a:pt x="167" y="15"/>
                  </a:cubicBezTo>
                  <a:cubicBezTo>
                    <a:pt x="147" y="0"/>
                    <a:pt x="130" y="3"/>
                    <a:pt x="10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9"/>
            <p:cNvSpPr/>
            <p:nvPr/>
          </p:nvSpPr>
          <p:spPr>
            <a:xfrm>
              <a:off x="1378085" y="-643535"/>
              <a:ext cx="27720" cy="1800"/>
            </a:xfrm>
            <a:custGeom>
              <a:rect b="b" l="l" r="r" t="t"/>
              <a:pathLst>
                <a:path extrusionOk="0" h="5" w="77">
                  <a:moveTo>
                    <a:pt x="76" y="2"/>
                  </a:moveTo>
                  <a:cubicBezTo>
                    <a:pt x="67" y="1"/>
                    <a:pt x="59" y="0"/>
                    <a:pt x="50" y="0"/>
                  </a:cubicBezTo>
                  <a:cubicBezTo>
                    <a:pt x="37" y="0"/>
                    <a:pt x="25" y="1"/>
                    <a:pt x="13" y="3"/>
                  </a:cubicBezTo>
                  <a:lnTo>
                    <a:pt x="0" y="4"/>
                  </a:lnTo>
                  <a:cubicBezTo>
                    <a:pt x="26" y="4"/>
                    <a:pt x="51" y="1"/>
                    <a:pt x="7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9"/>
            <p:cNvSpPr/>
            <p:nvPr/>
          </p:nvSpPr>
          <p:spPr>
            <a:xfrm>
              <a:off x="1332365" y="-637775"/>
              <a:ext cx="80640" cy="28800"/>
            </a:xfrm>
            <a:custGeom>
              <a:rect b="b" l="l" r="r" t="t"/>
              <a:pathLst>
                <a:path extrusionOk="0" h="80" w="224">
                  <a:moveTo>
                    <a:pt x="1" y="10"/>
                  </a:moveTo>
                  <a:cubicBezTo>
                    <a:pt x="2" y="13"/>
                    <a:pt x="3" y="17"/>
                    <a:pt x="3" y="21"/>
                  </a:cubicBezTo>
                  <a:cubicBezTo>
                    <a:pt x="3" y="22"/>
                    <a:pt x="3" y="24"/>
                    <a:pt x="3" y="26"/>
                  </a:cubicBezTo>
                  <a:cubicBezTo>
                    <a:pt x="2" y="28"/>
                    <a:pt x="3" y="30"/>
                    <a:pt x="1" y="32"/>
                  </a:cubicBezTo>
                  <a:cubicBezTo>
                    <a:pt x="0" y="33"/>
                    <a:pt x="0" y="33"/>
                    <a:pt x="0" y="33"/>
                  </a:cubicBezTo>
                  <a:lnTo>
                    <a:pt x="2" y="32"/>
                  </a:lnTo>
                  <a:lnTo>
                    <a:pt x="5" y="33"/>
                  </a:lnTo>
                  <a:cubicBezTo>
                    <a:pt x="71" y="31"/>
                    <a:pt x="156" y="79"/>
                    <a:pt x="212" y="34"/>
                  </a:cubicBezTo>
                  <a:cubicBezTo>
                    <a:pt x="216" y="23"/>
                    <a:pt x="219" y="12"/>
                    <a:pt x="223" y="0"/>
                  </a:cubicBezTo>
                  <a:cubicBezTo>
                    <a:pt x="186" y="4"/>
                    <a:pt x="150" y="7"/>
                    <a:pt x="113" y="7"/>
                  </a:cubicBezTo>
                  <a:cubicBezTo>
                    <a:pt x="91" y="8"/>
                    <a:pt x="36" y="17"/>
                    <a:pt x="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9"/>
            <p:cNvSpPr/>
            <p:nvPr/>
          </p:nvSpPr>
          <p:spPr>
            <a:xfrm>
              <a:off x="1414445" y="-630935"/>
              <a:ext cx="2520" cy="7560"/>
            </a:xfrm>
            <a:custGeom>
              <a:rect b="b" l="l" r="r" t="t"/>
              <a:pathLst>
                <a:path extrusionOk="0" h="21" w="7">
                  <a:moveTo>
                    <a:pt x="6" y="0"/>
                  </a:moveTo>
                  <a:cubicBezTo>
                    <a:pt x="4" y="6"/>
                    <a:pt x="2" y="13"/>
                    <a:pt x="0" y="20"/>
                  </a:cubicBezTo>
                  <a:cubicBezTo>
                    <a:pt x="1" y="19"/>
                    <a:pt x="1" y="19"/>
                    <a:pt x="2" y="18"/>
                  </a:cubicBezTo>
                  <a:cubicBezTo>
                    <a:pt x="5" y="13"/>
                    <a:pt x="6"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9"/>
            <p:cNvSpPr/>
            <p:nvPr/>
          </p:nvSpPr>
          <p:spPr>
            <a:xfrm>
              <a:off x="1402565" y="-619775"/>
              <a:ext cx="3960" cy="2880"/>
            </a:xfrm>
            <a:custGeom>
              <a:rect b="b" l="l" r="r" t="t"/>
              <a:pathLst>
                <a:path extrusionOk="0" h="8" w="11">
                  <a:moveTo>
                    <a:pt x="7" y="6"/>
                  </a:moveTo>
                  <a:lnTo>
                    <a:pt x="10" y="0"/>
                  </a:lnTo>
                  <a:cubicBezTo>
                    <a:pt x="7" y="3"/>
                    <a:pt x="3" y="5"/>
                    <a:pt x="0" y="7"/>
                  </a:cubicBezTo>
                  <a:cubicBezTo>
                    <a:pt x="2" y="7"/>
                    <a:pt x="5" y="7"/>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9"/>
            <p:cNvSpPr/>
            <p:nvPr/>
          </p:nvSpPr>
          <p:spPr>
            <a:xfrm>
              <a:off x="1405085" y="-637775"/>
              <a:ext cx="11880" cy="20520"/>
            </a:xfrm>
            <a:custGeom>
              <a:rect b="b" l="l" r="r" t="t"/>
              <a:pathLst>
                <a:path extrusionOk="0" h="57" w="33">
                  <a:moveTo>
                    <a:pt x="26" y="0"/>
                  </a:moveTo>
                  <a:lnTo>
                    <a:pt x="21" y="0"/>
                  </a:lnTo>
                  <a:cubicBezTo>
                    <a:pt x="18" y="11"/>
                    <a:pt x="14" y="23"/>
                    <a:pt x="10" y="33"/>
                  </a:cubicBezTo>
                  <a:cubicBezTo>
                    <a:pt x="14" y="30"/>
                    <a:pt x="17" y="27"/>
                    <a:pt x="21" y="23"/>
                  </a:cubicBezTo>
                  <a:cubicBezTo>
                    <a:pt x="23" y="21"/>
                    <a:pt x="27" y="25"/>
                    <a:pt x="25" y="27"/>
                  </a:cubicBezTo>
                  <a:cubicBezTo>
                    <a:pt x="19" y="35"/>
                    <a:pt x="11" y="43"/>
                    <a:pt x="3" y="49"/>
                  </a:cubicBezTo>
                  <a:lnTo>
                    <a:pt x="0" y="56"/>
                  </a:lnTo>
                  <a:cubicBezTo>
                    <a:pt x="4" y="55"/>
                    <a:pt x="8" y="53"/>
                    <a:pt x="12" y="51"/>
                  </a:cubicBezTo>
                  <a:cubicBezTo>
                    <a:pt x="18" y="48"/>
                    <a:pt x="23" y="43"/>
                    <a:pt x="26" y="38"/>
                  </a:cubicBezTo>
                  <a:cubicBezTo>
                    <a:pt x="28" y="31"/>
                    <a:pt x="30" y="25"/>
                    <a:pt x="32" y="18"/>
                  </a:cubicBezTo>
                  <a:cubicBezTo>
                    <a:pt x="32" y="13"/>
                    <a:pt x="31" y="8"/>
                    <a:pt x="28" y="3"/>
                  </a:cubicBezTo>
                  <a:cubicBezTo>
                    <a:pt x="28" y="2"/>
                    <a:pt x="27" y="1"/>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9"/>
            <p:cNvSpPr/>
            <p:nvPr/>
          </p:nvSpPr>
          <p:spPr>
            <a:xfrm>
              <a:off x="1334165" y="-626615"/>
              <a:ext cx="74880" cy="17640"/>
            </a:xfrm>
            <a:custGeom>
              <a:rect b="b" l="l" r="r" t="t"/>
              <a:pathLst>
                <a:path extrusionOk="0" h="49" w="208">
                  <a:moveTo>
                    <a:pt x="0" y="2"/>
                  </a:moveTo>
                  <a:cubicBezTo>
                    <a:pt x="26" y="12"/>
                    <a:pt x="52" y="20"/>
                    <a:pt x="79" y="27"/>
                  </a:cubicBezTo>
                  <a:cubicBezTo>
                    <a:pt x="94" y="27"/>
                    <a:pt x="109" y="28"/>
                    <a:pt x="125" y="28"/>
                  </a:cubicBezTo>
                  <a:cubicBezTo>
                    <a:pt x="140" y="28"/>
                    <a:pt x="156" y="27"/>
                    <a:pt x="172" y="27"/>
                  </a:cubicBezTo>
                  <a:cubicBezTo>
                    <a:pt x="175" y="27"/>
                    <a:pt x="178" y="26"/>
                    <a:pt x="181" y="25"/>
                  </a:cubicBezTo>
                  <a:cubicBezTo>
                    <a:pt x="182" y="25"/>
                    <a:pt x="184" y="26"/>
                    <a:pt x="185" y="26"/>
                  </a:cubicBezTo>
                  <a:cubicBezTo>
                    <a:pt x="187" y="26"/>
                    <a:pt x="188" y="25"/>
                    <a:pt x="189" y="25"/>
                  </a:cubicBezTo>
                  <a:cubicBezTo>
                    <a:pt x="193" y="23"/>
                    <a:pt x="196" y="21"/>
                    <a:pt x="200" y="18"/>
                  </a:cubicBezTo>
                  <a:cubicBezTo>
                    <a:pt x="202" y="13"/>
                    <a:pt x="205" y="8"/>
                    <a:pt x="207" y="2"/>
                  </a:cubicBezTo>
                  <a:cubicBezTo>
                    <a:pt x="151" y="48"/>
                    <a:pt x="66" y="0"/>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9"/>
            <p:cNvSpPr/>
            <p:nvPr/>
          </p:nvSpPr>
          <p:spPr>
            <a:xfrm>
              <a:off x="1406165" y="-630215"/>
              <a:ext cx="9000" cy="10800"/>
            </a:xfrm>
            <a:custGeom>
              <a:rect b="b" l="l" r="r" t="t"/>
              <a:pathLst>
                <a:path extrusionOk="0" h="30" w="25">
                  <a:moveTo>
                    <a:pt x="22" y="7"/>
                  </a:moveTo>
                  <a:cubicBezTo>
                    <a:pt x="24" y="4"/>
                    <a:pt x="20" y="0"/>
                    <a:pt x="18" y="3"/>
                  </a:cubicBezTo>
                  <a:cubicBezTo>
                    <a:pt x="14" y="7"/>
                    <a:pt x="11" y="10"/>
                    <a:pt x="7" y="13"/>
                  </a:cubicBezTo>
                  <a:cubicBezTo>
                    <a:pt x="5" y="19"/>
                    <a:pt x="2" y="24"/>
                    <a:pt x="0" y="29"/>
                  </a:cubicBezTo>
                  <a:cubicBezTo>
                    <a:pt x="8" y="22"/>
                    <a:pt x="16" y="15"/>
                    <a:pt x="2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9"/>
            <p:cNvSpPr/>
            <p:nvPr/>
          </p:nvSpPr>
          <p:spPr>
            <a:xfrm>
              <a:off x="1330205" y="-643175"/>
              <a:ext cx="82800" cy="11520"/>
            </a:xfrm>
            <a:custGeom>
              <a:rect b="b" l="l" r="r" t="t"/>
              <a:pathLst>
                <a:path extrusionOk="0" h="32" w="230">
                  <a:moveTo>
                    <a:pt x="222" y="5"/>
                  </a:moveTo>
                  <a:cubicBezTo>
                    <a:pt x="218" y="3"/>
                    <a:pt x="214" y="1"/>
                    <a:pt x="209" y="0"/>
                  </a:cubicBezTo>
                  <a:cubicBezTo>
                    <a:pt x="184" y="0"/>
                    <a:pt x="159" y="2"/>
                    <a:pt x="133" y="3"/>
                  </a:cubicBezTo>
                  <a:cubicBezTo>
                    <a:pt x="122" y="4"/>
                    <a:pt x="111" y="7"/>
                    <a:pt x="101" y="13"/>
                  </a:cubicBezTo>
                  <a:cubicBezTo>
                    <a:pt x="97" y="15"/>
                    <a:pt x="93" y="18"/>
                    <a:pt x="89" y="21"/>
                  </a:cubicBezTo>
                  <a:cubicBezTo>
                    <a:pt x="73" y="20"/>
                    <a:pt x="57" y="18"/>
                    <a:pt x="42" y="14"/>
                  </a:cubicBezTo>
                  <a:cubicBezTo>
                    <a:pt x="35" y="12"/>
                    <a:pt x="28" y="11"/>
                    <a:pt x="21" y="11"/>
                  </a:cubicBezTo>
                  <a:cubicBezTo>
                    <a:pt x="14" y="11"/>
                    <a:pt x="7" y="12"/>
                    <a:pt x="0" y="14"/>
                  </a:cubicBezTo>
                  <a:lnTo>
                    <a:pt x="0" y="15"/>
                  </a:lnTo>
                  <a:cubicBezTo>
                    <a:pt x="2" y="17"/>
                    <a:pt x="3" y="19"/>
                    <a:pt x="5" y="21"/>
                  </a:cubicBezTo>
                  <a:cubicBezTo>
                    <a:pt x="6" y="22"/>
                    <a:pt x="6" y="23"/>
                    <a:pt x="6" y="24"/>
                  </a:cubicBezTo>
                  <a:cubicBezTo>
                    <a:pt x="41" y="31"/>
                    <a:pt x="96" y="22"/>
                    <a:pt x="118" y="22"/>
                  </a:cubicBezTo>
                  <a:cubicBezTo>
                    <a:pt x="155" y="22"/>
                    <a:pt x="192" y="19"/>
                    <a:pt x="228" y="15"/>
                  </a:cubicBezTo>
                  <a:lnTo>
                    <a:pt x="229" y="11"/>
                  </a:lnTo>
                  <a:cubicBezTo>
                    <a:pt x="227" y="9"/>
                    <a:pt x="225" y="7"/>
                    <a:pt x="22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9"/>
            <p:cNvSpPr/>
            <p:nvPr/>
          </p:nvSpPr>
          <p:spPr>
            <a:xfrm>
              <a:off x="1412645" y="-638855"/>
              <a:ext cx="2160" cy="1440"/>
            </a:xfrm>
            <a:custGeom>
              <a:rect b="b" l="l" r="r" t="t"/>
              <a:pathLst>
                <a:path extrusionOk="0" h="4" w="6">
                  <a:moveTo>
                    <a:pt x="0" y="3"/>
                  </a:moveTo>
                  <a:lnTo>
                    <a:pt x="5" y="3"/>
                  </a:lnTo>
                  <a:cubicBezTo>
                    <a:pt x="4" y="2"/>
                    <a:pt x="3" y="1"/>
                    <a:pt x="1"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9"/>
            <p:cNvSpPr/>
            <p:nvPr/>
          </p:nvSpPr>
          <p:spPr>
            <a:xfrm>
              <a:off x="1310405" y="-651815"/>
              <a:ext cx="18000" cy="36360"/>
            </a:xfrm>
            <a:custGeom>
              <a:rect b="b" l="l" r="r" t="t"/>
              <a:pathLst>
                <a:path extrusionOk="0" h="101" w="50">
                  <a:moveTo>
                    <a:pt x="12" y="89"/>
                  </a:moveTo>
                  <a:cubicBezTo>
                    <a:pt x="12" y="85"/>
                    <a:pt x="12" y="81"/>
                    <a:pt x="12" y="77"/>
                  </a:cubicBezTo>
                  <a:cubicBezTo>
                    <a:pt x="12" y="70"/>
                    <a:pt x="9" y="58"/>
                    <a:pt x="20" y="56"/>
                  </a:cubicBezTo>
                  <a:cubicBezTo>
                    <a:pt x="30" y="54"/>
                    <a:pt x="31" y="66"/>
                    <a:pt x="31" y="72"/>
                  </a:cubicBezTo>
                  <a:cubicBezTo>
                    <a:pt x="31" y="77"/>
                    <a:pt x="31" y="76"/>
                    <a:pt x="31" y="79"/>
                  </a:cubicBezTo>
                  <a:cubicBezTo>
                    <a:pt x="35" y="77"/>
                    <a:pt x="39" y="76"/>
                    <a:pt x="44" y="74"/>
                  </a:cubicBezTo>
                  <a:lnTo>
                    <a:pt x="49" y="74"/>
                  </a:lnTo>
                  <a:cubicBezTo>
                    <a:pt x="48" y="74"/>
                    <a:pt x="48" y="74"/>
                    <a:pt x="47" y="73"/>
                  </a:cubicBezTo>
                  <a:cubicBezTo>
                    <a:pt x="44" y="71"/>
                    <a:pt x="42" y="69"/>
                    <a:pt x="40" y="67"/>
                  </a:cubicBezTo>
                  <a:cubicBezTo>
                    <a:pt x="39" y="66"/>
                    <a:pt x="39" y="65"/>
                    <a:pt x="39" y="64"/>
                  </a:cubicBezTo>
                  <a:lnTo>
                    <a:pt x="38" y="60"/>
                  </a:lnTo>
                  <a:cubicBezTo>
                    <a:pt x="38" y="59"/>
                    <a:pt x="37" y="58"/>
                    <a:pt x="37" y="57"/>
                  </a:cubicBezTo>
                  <a:cubicBezTo>
                    <a:pt x="37" y="54"/>
                    <a:pt x="38" y="51"/>
                    <a:pt x="40" y="49"/>
                  </a:cubicBezTo>
                  <a:cubicBezTo>
                    <a:pt x="41" y="47"/>
                    <a:pt x="43" y="45"/>
                    <a:pt x="45" y="43"/>
                  </a:cubicBezTo>
                  <a:cubicBezTo>
                    <a:pt x="44" y="43"/>
                    <a:pt x="44" y="43"/>
                    <a:pt x="44" y="43"/>
                  </a:cubicBezTo>
                  <a:cubicBezTo>
                    <a:pt x="41" y="41"/>
                    <a:pt x="39" y="39"/>
                    <a:pt x="37" y="37"/>
                  </a:cubicBezTo>
                  <a:cubicBezTo>
                    <a:pt x="36" y="36"/>
                    <a:pt x="35" y="36"/>
                    <a:pt x="35" y="35"/>
                  </a:cubicBezTo>
                  <a:cubicBezTo>
                    <a:pt x="32" y="29"/>
                    <a:pt x="30" y="22"/>
                    <a:pt x="30" y="15"/>
                  </a:cubicBezTo>
                  <a:cubicBezTo>
                    <a:pt x="30" y="10"/>
                    <a:pt x="31" y="5"/>
                    <a:pt x="33" y="0"/>
                  </a:cubicBezTo>
                  <a:cubicBezTo>
                    <a:pt x="31" y="0"/>
                    <a:pt x="30" y="0"/>
                    <a:pt x="28" y="1"/>
                  </a:cubicBezTo>
                  <a:cubicBezTo>
                    <a:pt x="25" y="2"/>
                    <a:pt x="25" y="4"/>
                    <a:pt x="24" y="6"/>
                  </a:cubicBezTo>
                  <a:cubicBezTo>
                    <a:pt x="23" y="8"/>
                    <a:pt x="22" y="9"/>
                    <a:pt x="22" y="11"/>
                  </a:cubicBezTo>
                  <a:cubicBezTo>
                    <a:pt x="21" y="16"/>
                    <a:pt x="21" y="20"/>
                    <a:pt x="21" y="24"/>
                  </a:cubicBezTo>
                  <a:cubicBezTo>
                    <a:pt x="21" y="32"/>
                    <a:pt x="22" y="40"/>
                    <a:pt x="25" y="48"/>
                  </a:cubicBezTo>
                  <a:cubicBezTo>
                    <a:pt x="25" y="49"/>
                    <a:pt x="26" y="51"/>
                    <a:pt x="27" y="52"/>
                  </a:cubicBezTo>
                  <a:cubicBezTo>
                    <a:pt x="24" y="52"/>
                    <a:pt x="21" y="53"/>
                    <a:pt x="18" y="54"/>
                  </a:cubicBezTo>
                  <a:cubicBezTo>
                    <a:pt x="17" y="54"/>
                    <a:pt x="16" y="55"/>
                    <a:pt x="15" y="56"/>
                  </a:cubicBezTo>
                  <a:cubicBezTo>
                    <a:pt x="11" y="58"/>
                    <a:pt x="7" y="61"/>
                    <a:pt x="5" y="66"/>
                  </a:cubicBezTo>
                  <a:cubicBezTo>
                    <a:pt x="5" y="66"/>
                    <a:pt x="4" y="67"/>
                    <a:pt x="4" y="68"/>
                  </a:cubicBezTo>
                  <a:cubicBezTo>
                    <a:pt x="1" y="75"/>
                    <a:pt x="0" y="82"/>
                    <a:pt x="0" y="89"/>
                  </a:cubicBezTo>
                  <a:cubicBezTo>
                    <a:pt x="0" y="93"/>
                    <a:pt x="0" y="96"/>
                    <a:pt x="1" y="100"/>
                  </a:cubicBezTo>
                  <a:cubicBezTo>
                    <a:pt x="4" y="96"/>
                    <a:pt x="8" y="92"/>
                    <a:pt x="12"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9"/>
            <p:cNvSpPr/>
            <p:nvPr/>
          </p:nvSpPr>
          <p:spPr>
            <a:xfrm>
              <a:off x="1310405" y="-619775"/>
              <a:ext cx="5040" cy="8640"/>
            </a:xfrm>
            <a:custGeom>
              <a:rect b="b" l="l" r="r" t="t"/>
              <a:pathLst>
                <a:path extrusionOk="0" h="24" w="14">
                  <a:moveTo>
                    <a:pt x="7" y="21"/>
                  </a:moveTo>
                  <a:lnTo>
                    <a:pt x="13" y="16"/>
                  </a:lnTo>
                  <a:cubicBezTo>
                    <a:pt x="13" y="10"/>
                    <a:pt x="12" y="5"/>
                    <a:pt x="12" y="0"/>
                  </a:cubicBezTo>
                  <a:cubicBezTo>
                    <a:pt x="8" y="3"/>
                    <a:pt x="4" y="6"/>
                    <a:pt x="0" y="10"/>
                  </a:cubicBezTo>
                  <a:cubicBezTo>
                    <a:pt x="0" y="13"/>
                    <a:pt x="0" y="16"/>
                    <a:pt x="0" y="18"/>
                  </a:cubicBezTo>
                  <a:cubicBezTo>
                    <a:pt x="0" y="19"/>
                    <a:pt x="0" y="19"/>
                    <a:pt x="1" y="20"/>
                  </a:cubicBezTo>
                  <a:cubicBezTo>
                    <a:pt x="2" y="21"/>
                    <a:pt x="1" y="21"/>
                    <a:pt x="2" y="22"/>
                  </a:cubicBezTo>
                  <a:cubicBezTo>
                    <a:pt x="3" y="23"/>
                    <a:pt x="4" y="22"/>
                    <a:pt x="4" y="22"/>
                  </a:cubicBezTo>
                  <a:cubicBezTo>
                    <a:pt x="5" y="22"/>
                    <a:pt x="6" y="22"/>
                    <a:pt x="6" y="22"/>
                  </a:cubicBezTo>
                  <a:cubicBezTo>
                    <a:pt x="7" y="22"/>
                    <a:pt x="7" y="21"/>
                    <a:pt x="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9"/>
            <p:cNvSpPr/>
            <p:nvPr/>
          </p:nvSpPr>
          <p:spPr>
            <a:xfrm>
              <a:off x="1321205" y="-626255"/>
              <a:ext cx="11520" cy="4680"/>
            </a:xfrm>
            <a:custGeom>
              <a:rect b="b" l="l" r="r" t="t"/>
              <a:pathLst>
                <a:path extrusionOk="0" h="13" w="32">
                  <a:moveTo>
                    <a:pt x="19" y="3"/>
                  </a:moveTo>
                  <a:lnTo>
                    <a:pt x="13" y="3"/>
                  </a:lnTo>
                  <a:cubicBezTo>
                    <a:pt x="9" y="4"/>
                    <a:pt x="4" y="5"/>
                    <a:pt x="0" y="7"/>
                  </a:cubicBezTo>
                  <a:cubicBezTo>
                    <a:pt x="0" y="9"/>
                    <a:pt x="0" y="11"/>
                    <a:pt x="0" y="12"/>
                  </a:cubicBezTo>
                  <a:cubicBezTo>
                    <a:pt x="8" y="11"/>
                    <a:pt x="16" y="10"/>
                    <a:pt x="24" y="7"/>
                  </a:cubicBezTo>
                  <a:cubicBezTo>
                    <a:pt x="24" y="6"/>
                    <a:pt x="25" y="6"/>
                    <a:pt x="25" y="6"/>
                  </a:cubicBezTo>
                  <a:cubicBezTo>
                    <a:pt x="28" y="4"/>
                    <a:pt x="30" y="3"/>
                    <a:pt x="31" y="0"/>
                  </a:cubicBezTo>
                  <a:cubicBezTo>
                    <a:pt x="31" y="1"/>
                    <a:pt x="30" y="1"/>
                    <a:pt x="29" y="2"/>
                  </a:cubicBezTo>
                  <a:cubicBezTo>
                    <a:pt x="27" y="3"/>
                    <a:pt x="25" y="3"/>
                    <a:pt x="23" y="3"/>
                  </a:cubicBezTo>
                  <a:cubicBezTo>
                    <a:pt x="22" y="3"/>
                    <a:pt x="20" y="3"/>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9"/>
            <p:cNvSpPr/>
            <p:nvPr/>
          </p:nvSpPr>
          <p:spPr>
            <a:xfrm>
              <a:off x="1314005" y="-632375"/>
              <a:ext cx="7560" cy="12960"/>
            </a:xfrm>
            <a:custGeom>
              <a:rect b="b" l="l" r="r" t="t"/>
              <a:pathLst>
                <a:path extrusionOk="0" h="36" w="21">
                  <a:moveTo>
                    <a:pt x="20" y="18"/>
                  </a:moveTo>
                  <a:cubicBezTo>
                    <a:pt x="20" y="12"/>
                    <a:pt x="18" y="0"/>
                    <a:pt x="9" y="2"/>
                  </a:cubicBezTo>
                  <a:cubicBezTo>
                    <a:pt x="1" y="4"/>
                    <a:pt x="0" y="16"/>
                    <a:pt x="1" y="24"/>
                  </a:cubicBezTo>
                  <a:cubicBezTo>
                    <a:pt x="1" y="27"/>
                    <a:pt x="1" y="31"/>
                    <a:pt x="1" y="35"/>
                  </a:cubicBezTo>
                  <a:cubicBezTo>
                    <a:pt x="3" y="33"/>
                    <a:pt x="6" y="32"/>
                    <a:pt x="8" y="30"/>
                  </a:cubicBezTo>
                  <a:cubicBezTo>
                    <a:pt x="12" y="28"/>
                    <a:pt x="15" y="26"/>
                    <a:pt x="19" y="25"/>
                  </a:cubicBezTo>
                  <a:cubicBezTo>
                    <a:pt x="20" y="23"/>
                    <a:pt x="20" y="20"/>
                    <a:pt x="2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9"/>
            <p:cNvSpPr/>
            <p:nvPr/>
          </p:nvSpPr>
          <p:spPr>
            <a:xfrm>
              <a:off x="1314725" y="-623375"/>
              <a:ext cx="6840" cy="9720"/>
            </a:xfrm>
            <a:custGeom>
              <a:rect b="b" l="l" r="r" t="t"/>
              <a:pathLst>
                <a:path extrusionOk="0" h="27" w="19">
                  <a:moveTo>
                    <a:pt x="0" y="10"/>
                  </a:moveTo>
                  <a:cubicBezTo>
                    <a:pt x="0" y="15"/>
                    <a:pt x="1" y="20"/>
                    <a:pt x="1" y="26"/>
                  </a:cubicBezTo>
                  <a:cubicBezTo>
                    <a:pt x="5" y="23"/>
                    <a:pt x="8" y="19"/>
                    <a:pt x="11" y="15"/>
                  </a:cubicBezTo>
                  <a:cubicBezTo>
                    <a:pt x="11" y="14"/>
                    <a:pt x="15" y="5"/>
                    <a:pt x="16" y="5"/>
                  </a:cubicBezTo>
                  <a:lnTo>
                    <a:pt x="18" y="5"/>
                  </a:lnTo>
                  <a:cubicBezTo>
                    <a:pt x="18" y="3"/>
                    <a:pt x="18" y="2"/>
                    <a:pt x="18" y="0"/>
                  </a:cubicBezTo>
                  <a:cubicBezTo>
                    <a:pt x="14" y="1"/>
                    <a:pt x="11" y="3"/>
                    <a:pt x="8" y="5"/>
                  </a:cubicBezTo>
                  <a:cubicBezTo>
                    <a:pt x="5" y="6"/>
                    <a:pt x="3"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9"/>
            <p:cNvSpPr/>
            <p:nvPr/>
          </p:nvSpPr>
          <p:spPr>
            <a:xfrm>
              <a:off x="1320845" y="-652175"/>
              <a:ext cx="9720" cy="16200"/>
            </a:xfrm>
            <a:custGeom>
              <a:rect b="b" l="l" r="r" t="t"/>
              <a:pathLst>
                <a:path extrusionOk="0" h="45" w="27">
                  <a:moveTo>
                    <a:pt x="7" y="37"/>
                  </a:moveTo>
                  <a:cubicBezTo>
                    <a:pt x="9" y="40"/>
                    <a:pt x="11" y="42"/>
                    <a:pt x="14" y="43"/>
                  </a:cubicBezTo>
                  <a:cubicBezTo>
                    <a:pt x="14" y="43"/>
                    <a:pt x="15" y="43"/>
                    <a:pt x="15" y="44"/>
                  </a:cubicBezTo>
                  <a:cubicBezTo>
                    <a:pt x="16" y="43"/>
                    <a:pt x="16" y="44"/>
                    <a:pt x="17" y="43"/>
                  </a:cubicBezTo>
                  <a:cubicBezTo>
                    <a:pt x="18" y="42"/>
                    <a:pt x="17" y="42"/>
                    <a:pt x="17" y="42"/>
                  </a:cubicBezTo>
                  <a:cubicBezTo>
                    <a:pt x="20" y="41"/>
                    <a:pt x="23" y="40"/>
                    <a:pt x="26" y="40"/>
                  </a:cubicBezTo>
                  <a:cubicBezTo>
                    <a:pt x="20" y="33"/>
                    <a:pt x="26" y="25"/>
                    <a:pt x="24" y="16"/>
                  </a:cubicBezTo>
                  <a:cubicBezTo>
                    <a:pt x="24" y="14"/>
                    <a:pt x="23" y="12"/>
                    <a:pt x="22" y="10"/>
                  </a:cubicBezTo>
                  <a:cubicBezTo>
                    <a:pt x="20" y="7"/>
                    <a:pt x="18" y="5"/>
                    <a:pt x="15" y="3"/>
                  </a:cubicBezTo>
                  <a:cubicBezTo>
                    <a:pt x="12" y="1"/>
                    <a:pt x="8" y="0"/>
                    <a:pt x="5" y="0"/>
                  </a:cubicBezTo>
                  <a:cubicBezTo>
                    <a:pt x="4" y="0"/>
                    <a:pt x="4" y="0"/>
                    <a:pt x="3" y="0"/>
                  </a:cubicBezTo>
                  <a:cubicBezTo>
                    <a:pt x="1" y="5"/>
                    <a:pt x="0" y="10"/>
                    <a:pt x="0" y="15"/>
                  </a:cubicBezTo>
                  <a:cubicBezTo>
                    <a:pt x="0" y="22"/>
                    <a:pt x="2" y="29"/>
                    <a:pt x="5" y="35"/>
                  </a:cubicBezTo>
                  <a:cubicBezTo>
                    <a:pt x="6" y="36"/>
                    <a:pt x="6" y="37"/>
                    <a:pt x="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9"/>
            <p:cNvSpPr/>
            <p:nvPr/>
          </p:nvSpPr>
          <p:spPr>
            <a:xfrm>
              <a:off x="1323725" y="-636335"/>
              <a:ext cx="10080" cy="11520"/>
            </a:xfrm>
            <a:custGeom>
              <a:rect b="b" l="l" r="r" t="t"/>
              <a:pathLst>
                <a:path extrusionOk="0" h="32" w="28">
                  <a:moveTo>
                    <a:pt x="0" y="16"/>
                  </a:moveTo>
                  <a:lnTo>
                    <a:pt x="1" y="20"/>
                  </a:lnTo>
                  <a:cubicBezTo>
                    <a:pt x="2" y="21"/>
                    <a:pt x="2" y="22"/>
                    <a:pt x="3" y="23"/>
                  </a:cubicBezTo>
                  <a:cubicBezTo>
                    <a:pt x="4" y="26"/>
                    <a:pt x="6" y="28"/>
                    <a:pt x="9" y="29"/>
                  </a:cubicBezTo>
                  <a:cubicBezTo>
                    <a:pt x="10" y="30"/>
                    <a:pt x="11" y="30"/>
                    <a:pt x="12" y="31"/>
                  </a:cubicBezTo>
                  <a:cubicBezTo>
                    <a:pt x="16" y="30"/>
                    <a:pt x="20" y="29"/>
                    <a:pt x="24" y="29"/>
                  </a:cubicBezTo>
                  <a:lnTo>
                    <a:pt x="25" y="28"/>
                  </a:lnTo>
                  <a:cubicBezTo>
                    <a:pt x="27" y="26"/>
                    <a:pt x="26" y="24"/>
                    <a:pt x="27" y="22"/>
                  </a:cubicBezTo>
                  <a:cubicBezTo>
                    <a:pt x="27" y="20"/>
                    <a:pt x="27" y="18"/>
                    <a:pt x="27" y="17"/>
                  </a:cubicBezTo>
                  <a:cubicBezTo>
                    <a:pt x="27" y="13"/>
                    <a:pt x="26" y="9"/>
                    <a:pt x="25" y="6"/>
                  </a:cubicBezTo>
                  <a:cubicBezTo>
                    <a:pt x="19" y="5"/>
                    <a:pt x="13" y="3"/>
                    <a:pt x="7" y="0"/>
                  </a:cubicBezTo>
                  <a:cubicBezTo>
                    <a:pt x="5" y="1"/>
                    <a:pt x="3" y="3"/>
                    <a:pt x="2" y="5"/>
                  </a:cubicBezTo>
                  <a:cubicBezTo>
                    <a:pt x="1" y="7"/>
                    <a:pt x="0" y="10"/>
                    <a:pt x="0" y="13"/>
                  </a:cubicBezTo>
                  <a:cubicBezTo>
                    <a:pt x="0" y="14"/>
                    <a:pt x="0" y="15"/>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9"/>
            <p:cNvSpPr/>
            <p:nvPr/>
          </p:nvSpPr>
          <p:spPr>
            <a:xfrm>
              <a:off x="1327685" y="-625895"/>
              <a:ext cx="4680" cy="1440"/>
            </a:xfrm>
            <a:custGeom>
              <a:rect b="b" l="l" r="r" t="t"/>
              <a:pathLst>
                <a:path extrusionOk="0" h="4" w="13">
                  <a:moveTo>
                    <a:pt x="12" y="0"/>
                  </a:moveTo>
                  <a:cubicBezTo>
                    <a:pt x="8" y="1"/>
                    <a:pt x="4" y="1"/>
                    <a:pt x="0" y="2"/>
                  </a:cubicBezTo>
                  <a:cubicBezTo>
                    <a:pt x="2" y="3"/>
                    <a:pt x="3" y="3"/>
                    <a:pt x="5" y="3"/>
                  </a:cubicBezTo>
                  <a:cubicBezTo>
                    <a:pt x="7" y="3"/>
                    <a:pt x="9" y="2"/>
                    <a:pt x="11" y="1"/>
                  </a:cubicBezTo>
                  <a:cubicBezTo>
                    <a:pt x="12" y="1"/>
                    <a:pt x="12" y="1"/>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9"/>
            <p:cNvSpPr/>
            <p:nvPr/>
          </p:nvSpPr>
          <p:spPr>
            <a:xfrm>
              <a:off x="1326245" y="-638135"/>
              <a:ext cx="6840" cy="4320"/>
            </a:xfrm>
            <a:custGeom>
              <a:rect b="b" l="l" r="r" t="t"/>
              <a:pathLst>
                <a:path extrusionOk="0" h="12" w="19">
                  <a:moveTo>
                    <a:pt x="0" y="5"/>
                  </a:moveTo>
                  <a:cubicBezTo>
                    <a:pt x="6" y="8"/>
                    <a:pt x="12" y="10"/>
                    <a:pt x="18" y="11"/>
                  </a:cubicBezTo>
                  <a:cubicBezTo>
                    <a:pt x="18" y="10"/>
                    <a:pt x="18" y="8"/>
                    <a:pt x="17" y="7"/>
                  </a:cubicBezTo>
                  <a:cubicBezTo>
                    <a:pt x="15" y="5"/>
                    <a:pt x="14" y="3"/>
                    <a:pt x="12" y="2"/>
                  </a:cubicBezTo>
                  <a:lnTo>
                    <a:pt x="12" y="0"/>
                  </a:lnTo>
                  <a:cubicBezTo>
                    <a:pt x="9" y="0"/>
                    <a:pt x="6" y="2"/>
                    <a:pt x="3" y="3"/>
                  </a:cubicBezTo>
                  <a:cubicBezTo>
                    <a:pt x="2" y="3"/>
                    <a:pt x="2" y="4"/>
                    <a:pt x="1" y="4"/>
                  </a:cubicBezTo>
                  <a:cubicBezTo>
                    <a:pt x="1" y="4"/>
                    <a:pt x="0"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9"/>
            <p:cNvSpPr/>
            <p:nvPr/>
          </p:nvSpPr>
          <p:spPr>
            <a:xfrm>
              <a:off x="1375565" y="-671975"/>
              <a:ext cx="44280" cy="9360"/>
            </a:xfrm>
            <a:custGeom>
              <a:rect b="b" l="l" r="r" t="t"/>
              <a:pathLst>
                <a:path extrusionOk="0" h="26" w="123">
                  <a:moveTo>
                    <a:pt x="46" y="1"/>
                  </a:moveTo>
                  <a:cubicBezTo>
                    <a:pt x="45" y="1"/>
                    <a:pt x="43" y="1"/>
                    <a:pt x="42" y="1"/>
                  </a:cubicBezTo>
                  <a:cubicBezTo>
                    <a:pt x="36" y="1"/>
                    <a:pt x="30" y="2"/>
                    <a:pt x="25" y="4"/>
                  </a:cubicBezTo>
                  <a:cubicBezTo>
                    <a:pt x="24" y="4"/>
                    <a:pt x="23" y="4"/>
                    <a:pt x="22" y="5"/>
                  </a:cubicBezTo>
                  <a:cubicBezTo>
                    <a:pt x="18" y="8"/>
                    <a:pt x="13" y="9"/>
                    <a:pt x="9" y="10"/>
                  </a:cubicBezTo>
                  <a:cubicBezTo>
                    <a:pt x="3" y="10"/>
                    <a:pt x="0" y="20"/>
                    <a:pt x="7" y="22"/>
                  </a:cubicBezTo>
                  <a:cubicBezTo>
                    <a:pt x="23" y="25"/>
                    <a:pt x="37" y="22"/>
                    <a:pt x="54" y="23"/>
                  </a:cubicBezTo>
                  <a:cubicBezTo>
                    <a:pt x="67" y="24"/>
                    <a:pt x="80" y="25"/>
                    <a:pt x="93" y="25"/>
                  </a:cubicBezTo>
                  <a:cubicBezTo>
                    <a:pt x="100" y="25"/>
                    <a:pt x="107" y="25"/>
                    <a:pt x="114" y="24"/>
                  </a:cubicBezTo>
                  <a:cubicBezTo>
                    <a:pt x="115" y="25"/>
                    <a:pt x="116" y="25"/>
                    <a:pt x="117" y="25"/>
                  </a:cubicBezTo>
                  <a:cubicBezTo>
                    <a:pt x="117" y="25"/>
                    <a:pt x="118" y="25"/>
                    <a:pt x="119" y="24"/>
                  </a:cubicBezTo>
                  <a:cubicBezTo>
                    <a:pt x="120" y="18"/>
                    <a:pt x="121" y="11"/>
                    <a:pt x="122" y="4"/>
                  </a:cubicBezTo>
                  <a:cubicBezTo>
                    <a:pt x="121" y="3"/>
                    <a:pt x="120" y="2"/>
                    <a:pt x="119" y="2"/>
                  </a:cubicBezTo>
                  <a:cubicBezTo>
                    <a:pt x="117" y="1"/>
                    <a:pt x="115" y="0"/>
                    <a:pt x="113" y="0"/>
                  </a:cubicBezTo>
                  <a:lnTo>
                    <a:pt x="112" y="0"/>
                  </a:lnTo>
                  <a:lnTo>
                    <a:pt x="46"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9"/>
            <p:cNvSpPr/>
            <p:nvPr/>
          </p:nvSpPr>
          <p:spPr>
            <a:xfrm>
              <a:off x="1418405" y="-670895"/>
              <a:ext cx="2880" cy="7920"/>
            </a:xfrm>
            <a:custGeom>
              <a:rect b="b" l="l" r="r" t="t"/>
              <a:pathLst>
                <a:path extrusionOk="0" h="22" w="8">
                  <a:moveTo>
                    <a:pt x="2" y="0"/>
                  </a:moveTo>
                  <a:cubicBezTo>
                    <a:pt x="2" y="7"/>
                    <a:pt x="1" y="14"/>
                    <a:pt x="0" y="21"/>
                  </a:cubicBezTo>
                  <a:cubicBezTo>
                    <a:pt x="2" y="20"/>
                    <a:pt x="4" y="18"/>
                    <a:pt x="5" y="16"/>
                  </a:cubicBezTo>
                  <a:cubicBezTo>
                    <a:pt x="6" y="14"/>
                    <a:pt x="7" y="12"/>
                    <a:pt x="7" y="10"/>
                  </a:cubicBezTo>
                  <a:cubicBezTo>
                    <a:pt x="7" y="8"/>
                    <a:pt x="6" y="5"/>
                    <a:pt x="5" y="3"/>
                  </a:cubicBezTo>
                  <a:cubicBezTo>
                    <a:pt x="4" y="2"/>
                    <a:pt x="3"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9"/>
            <p:cNvSpPr/>
            <p:nvPr/>
          </p:nvSpPr>
          <p:spPr>
            <a:xfrm>
              <a:off x="1427765" y="-683495"/>
              <a:ext cx="1080" cy="2520"/>
            </a:xfrm>
            <a:custGeom>
              <a:rect b="b" l="l" r="r" t="t"/>
              <a:pathLst>
                <a:path extrusionOk="0" h="7" w="3">
                  <a:moveTo>
                    <a:pt x="0" y="6"/>
                  </a:moveTo>
                  <a:lnTo>
                    <a:pt x="1" y="5"/>
                  </a:lnTo>
                  <a:cubicBezTo>
                    <a:pt x="2" y="4"/>
                    <a:pt x="2" y="2"/>
                    <a:pt x="2" y="0"/>
                  </a:cubicBezTo>
                  <a:lnTo>
                    <a:pt x="1" y="0"/>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9"/>
            <p:cNvSpPr/>
            <p:nvPr/>
          </p:nvSpPr>
          <p:spPr>
            <a:xfrm>
              <a:off x="1398965" y="-687815"/>
              <a:ext cx="22320" cy="6840"/>
            </a:xfrm>
            <a:custGeom>
              <a:rect b="b" l="l" r="r" t="t"/>
              <a:pathLst>
                <a:path extrusionOk="0" h="19" w="62">
                  <a:moveTo>
                    <a:pt x="61" y="0"/>
                  </a:moveTo>
                  <a:cubicBezTo>
                    <a:pt x="57" y="0"/>
                    <a:pt x="52" y="0"/>
                    <a:pt x="48" y="0"/>
                  </a:cubicBezTo>
                  <a:cubicBezTo>
                    <a:pt x="43" y="0"/>
                    <a:pt x="40" y="0"/>
                    <a:pt x="36" y="0"/>
                  </a:cubicBezTo>
                  <a:cubicBezTo>
                    <a:pt x="26" y="0"/>
                    <a:pt x="15" y="0"/>
                    <a:pt x="4" y="0"/>
                  </a:cubicBezTo>
                  <a:cubicBezTo>
                    <a:pt x="0" y="0"/>
                    <a:pt x="0" y="7"/>
                    <a:pt x="4" y="8"/>
                  </a:cubicBezTo>
                  <a:cubicBezTo>
                    <a:pt x="13" y="9"/>
                    <a:pt x="22" y="13"/>
                    <a:pt x="31" y="15"/>
                  </a:cubicBezTo>
                  <a:cubicBezTo>
                    <a:pt x="40" y="15"/>
                    <a:pt x="49" y="16"/>
                    <a:pt x="57" y="18"/>
                  </a:cubicBezTo>
                  <a:lnTo>
                    <a:pt x="60" y="18"/>
                  </a:lnTo>
                  <a:cubicBezTo>
                    <a:pt x="60" y="13"/>
                    <a:pt x="60" y="8"/>
                    <a:pt x="61" y="4"/>
                  </a:cubicBezTo>
                  <a:cubicBezTo>
                    <a:pt x="61" y="3"/>
                    <a:pt x="61" y="2"/>
                    <a:pt x="61" y="1"/>
                  </a:cubicBezTo>
                  <a:lnTo>
                    <a:pt x="6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9"/>
            <p:cNvSpPr/>
            <p:nvPr/>
          </p:nvSpPr>
          <p:spPr>
            <a:xfrm>
              <a:off x="1428125" y="-684935"/>
              <a:ext cx="720" cy="1800"/>
            </a:xfrm>
            <a:custGeom>
              <a:rect b="b" l="l" r="r" t="t"/>
              <a:pathLst>
                <a:path extrusionOk="0" h="5" w="2">
                  <a:moveTo>
                    <a:pt x="0" y="0"/>
                  </a:moveTo>
                  <a:lnTo>
                    <a:pt x="0" y="4"/>
                  </a:lnTo>
                  <a:lnTo>
                    <a:pt x="1" y="4"/>
                  </a:ln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9"/>
            <p:cNvSpPr/>
            <p:nvPr/>
          </p:nvSpPr>
          <p:spPr>
            <a:xfrm>
              <a:off x="1420565" y="-687815"/>
              <a:ext cx="720" cy="1800"/>
            </a:xfrm>
            <a:custGeom>
              <a:rect b="b" l="l" r="r" t="t"/>
              <a:pathLst>
                <a:path extrusionOk="0" h="5" w="2">
                  <a:moveTo>
                    <a:pt x="1" y="0"/>
                  </a:moveTo>
                  <a:cubicBezTo>
                    <a:pt x="0" y="1"/>
                    <a:pt x="0" y="2"/>
                    <a:pt x="0" y="2"/>
                  </a:cubicBezTo>
                  <a:cubicBezTo>
                    <a:pt x="0" y="3"/>
                    <a:pt x="0" y="4"/>
                    <a:pt x="1" y="4"/>
                  </a:cubicBezTo>
                  <a:cubicBezTo>
                    <a:pt x="1" y="3"/>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9"/>
            <p:cNvSpPr/>
            <p:nvPr/>
          </p:nvSpPr>
          <p:spPr>
            <a:xfrm>
              <a:off x="1420205" y="-686375"/>
              <a:ext cx="7920" cy="6840"/>
            </a:xfrm>
            <a:custGeom>
              <a:rect b="b" l="l" r="r" t="t"/>
              <a:pathLst>
                <a:path extrusionOk="0" h="19" w="22">
                  <a:moveTo>
                    <a:pt x="10" y="7"/>
                  </a:moveTo>
                  <a:cubicBezTo>
                    <a:pt x="8" y="7"/>
                    <a:pt x="7" y="7"/>
                    <a:pt x="5" y="6"/>
                  </a:cubicBezTo>
                  <a:cubicBezTo>
                    <a:pt x="3" y="5"/>
                    <a:pt x="3" y="5"/>
                    <a:pt x="2" y="3"/>
                  </a:cubicBezTo>
                  <a:cubicBezTo>
                    <a:pt x="2" y="2"/>
                    <a:pt x="1" y="1"/>
                    <a:pt x="1" y="0"/>
                  </a:cubicBezTo>
                  <a:cubicBezTo>
                    <a:pt x="1" y="5"/>
                    <a:pt x="1" y="10"/>
                    <a:pt x="0" y="15"/>
                  </a:cubicBezTo>
                  <a:cubicBezTo>
                    <a:pt x="3" y="16"/>
                    <a:pt x="7" y="17"/>
                    <a:pt x="11" y="18"/>
                  </a:cubicBezTo>
                  <a:cubicBezTo>
                    <a:pt x="11" y="18"/>
                    <a:pt x="12" y="18"/>
                    <a:pt x="13" y="18"/>
                  </a:cubicBezTo>
                  <a:cubicBezTo>
                    <a:pt x="14" y="18"/>
                    <a:pt x="16" y="18"/>
                    <a:pt x="18" y="17"/>
                  </a:cubicBezTo>
                  <a:cubicBezTo>
                    <a:pt x="19" y="16"/>
                    <a:pt x="20" y="15"/>
                    <a:pt x="21" y="14"/>
                  </a:cubicBezTo>
                  <a:lnTo>
                    <a:pt x="21" y="8"/>
                  </a:lnTo>
                  <a:lnTo>
                    <a:pt x="1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9"/>
            <p:cNvSpPr/>
            <p:nvPr/>
          </p:nvSpPr>
          <p:spPr>
            <a:xfrm>
              <a:off x="1420925" y="-687815"/>
              <a:ext cx="7560" cy="4320"/>
            </a:xfrm>
            <a:custGeom>
              <a:rect b="b" l="l" r="r" t="t"/>
              <a:pathLst>
                <a:path extrusionOk="0" h="12" w="21">
                  <a:moveTo>
                    <a:pt x="14" y="3"/>
                  </a:moveTo>
                  <a:cubicBezTo>
                    <a:pt x="9" y="1"/>
                    <a:pt x="4" y="1"/>
                    <a:pt x="0" y="0"/>
                  </a:cubicBezTo>
                  <a:cubicBezTo>
                    <a:pt x="0" y="2"/>
                    <a:pt x="0" y="3"/>
                    <a:pt x="0" y="4"/>
                  </a:cubicBezTo>
                  <a:cubicBezTo>
                    <a:pt x="0" y="5"/>
                    <a:pt x="0" y="6"/>
                    <a:pt x="1" y="7"/>
                  </a:cubicBezTo>
                  <a:cubicBezTo>
                    <a:pt x="2" y="9"/>
                    <a:pt x="3" y="9"/>
                    <a:pt x="4" y="10"/>
                  </a:cubicBezTo>
                  <a:cubicBezTo>
                    <a:pt x="5" y="11"/>
                    <a:pt x="7" y="11"/>
                    <a:pt x="8" y="11"/>
                  </a:cubicBezTo>
                  <a:lnTo>
                    <a:pt x="9" y="11"/>
                  </a:lnTo>
                  <a:lnTo>
                    <a:pt x="20" y="11"/>
                  </a:lnTo>
                  <a:lnTo>
                    <a:pt x="20" y="8"/>
                  </a:lnTo>
                  <a:lnTo>
                    <a:pt x="20" y="7"/>
                  </a:lnTo>
                  <a:cubicBezTo>
                    <a:pt x="19" y="6"/>
                    <a:pt x="18" y="5"/>
                    <a:pt x="16" y="4"/>
                  </a:cubicBezTo>
                  <a:cubicBezTo>
                    <a:pt x="15" y="4"/>
                    <a:pt x="15" y="3"/>
                    <a:pt x="1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9"/>
            <p:cNvSpPr/>
            <p:nvPr/>
          </p:nvSpPr>
          <p:spPr>
            <a:xfrm>
              <a:off x="1366205" y="-708335"/>
              <a:ext cx="55440" cy="11520"/>
            </a:xfrm>
            <a:custGeom>
              <a:rect b="b" l="l" r="r" t="t"/>
              <a:pathLst>
                <a:path extrusionOk="0" h="32" w="154">
                  <a:moveTo>
                    <a:pt x="75" y="7"/>
                  </a:moveTo>
                  <a:cubicBezTo>
                    <a:pt x="51" y="4"/>
                    <a:pt x="27" y="1"/>
                    <a:pt x="3" y="0"/>
                  </a:cubicBezTo>
                  <a:lnTo>
                    <a:pt x="2" y="0"/>
                  </a:lnTo>
                  <a:cubicBezTo>
                    <a:pt x="2" y="1"/>
                    <a:pt x="2" y="1"/>
                    <a:pt x="1" y="2"/>
                  </a:cubicBezTo>
                  <a:cubicBezTo>
                    <a:pt x="0" y="3"/>
                    <a:pt x="0" y="3"/>
                    <a:pt x="0" y="4"/>
                  </a:cubicBezTo>
                  <a:cubicBezTo>
                    <a:pt x="0" y="4"/>
                    <a:pt x="0" y="5"/>
                    <a:pt x="1" y="6"/>
                  </a:cubicBezTo>
                  <a:lnTo>
                    <a:pt x="2" y="7"/>
                  </a:lnTo>
                  <a:lnTo>
                    <a:pt x="3" y="7"/>
                  </a:lnTo>
                  <a:cubicBezTo>
                    <a:pt x="30" y="15"/>
                    <a:pt x="56" y="21"/>
                    <a:pt x="84" y="25"/>
                  </a:cubicBezTo>
                  <a:cubicBezTo>
                    <a:pt x="108" y="26"/>
                    <a:pt x="130" y="30"/>
                    <a:pt x="153" y="31"/>
                  </a:cubicBezTo>
                  <a:lnTo>
                    <a:pt x="153" y="11"/>
                  </a:lnTo>
                  <a:cubicBezTo>
                    <a:pt x="127" y="11"/>
                    <a:pt x="101" y="9"/>
                    <a:pt x="7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9"/>
            <p:cNvSpPr/>
            <p:nvPr/>
          </p:nvSpPr>
          <p:spPr>
            <a:xfrm>
              <a:off x="1421645" y="-704375"/>
              <a:ext cx="3600" cy="7560"/>
            </a:xfrm>
            <a:custGeom>
              <a:rect b="b" l="l" r="r" t="t"/>
              <a:pathLst>
                <a:path extrusionOk="0" h="21" w="10">
                  <a:moveTo>
                    <a:pt x="9" y="19"/>
                  </a:moveTo>
                  <a:cubicBezTo>
                    <a:pt x="8" y="13"/>
                    <a:pt x="7" y="7"/>
                    <a:pt x="6" y="0"/>
                  </a:cubicBezTo>
                  <a:lnTo>
                    <a:pt x="0" y="0"/>
                  </a:lnTo>
                  <a:lnTo>
                    <a:pt x="0" y="19"/>
                  </a:lnTo>
                  <a:lnTo>
                    <a:pt x="6" y="19"/>
                  </a:lnTo>
                  <a:cubicBezTo>
                    <a:pt x="7" y="20"/>
                    <a:pt x="7" y="20"/>
                    <a:pt x="8" y="20"/>
                  </a:cubicBezTo>
                  <a:cubicBezTo>
                    <a:pt x="8" y="20"/>
                    <a:pt x="9" y="20"/>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9"/>
            <p:cNvSpPr/>
            <p:nvPr/>
          </p:nvSpPr>
          <p:spPr>
            <a:xfrm>
              <a:off x="1390685" y="-719135"/>
              <a:ext cx="31320" cy="10080"/>
            </a:xfrm>
            <a:custGeom>
              <a:rect b="b" l="l" r="r" t="t"/>
              <a:pathLst>
                <a:path extrusionOk="0" h="28" w="87">
                  <a:moveTo>
                    <a:pt x="58" y="1"/>
                  </a:moveTo>
                  <a:cubicBezTo>
                    <a:pt x="54" y="1"/>
                    <a:pt x="49" y="0"/>
                    <a:pt x="45" y="0"/>
                  </a:cubicBezTo>
                  <a:cubicBezTo>
                    <a:pt x="32" y="0"/>
                    <a:pt x="19" y="2"/>
                    <a:pt x="7" y="4"/>
                  </a:cubicBezTo>
                  <a:cubicBezTo>
                    <a:pt x="6" y="4"/>
                    <a:pt x="5" y="5"/>
                    <a:pt x="4" y="5"/>
                  </a:cubicBezTo>
                  <a:cubicBezTo>
                    <a:pt x="3" y="6"/>
                    <a:pt x="2" y="6"/>
                    <a:pt x="1" y="7"/>
                  </a:cubicBezTo>
                  <a:cubicBezTo>
                    <a:pt x="0" y="8"/>
                    <a:pt x="0" y="9"/>
                    <a:pt x="0" y="11"/>
                  </a:cubicBezTo>
                  <a:cubicBezTo>
                    <a:pt x="0" y="12"/>
                    <a:pt x="0" y="13"/>
                    <a:pt x="1" y="14"/>
                  </a:cubicBezTo>
                  <a:cubicBezTo>
                    <a:pt x="2" y="15"/>
                    <a:pt x="3" y="15"/>
                    <a:pt x="4" y="16"/>
                  </a:cubicBezTo>
                  <a:cubicBezTo>
                    <a:pt x="5" y="17"/>
                    <a:pt x="6" y="17"/>
                    <a:pt x="7" y="17"/>
                  </a:cubicBezTo>
                  <a:cubicBezTo>
                    <a:pt x="25" y="18"/>
                    <a:pt x="44" y="20"/>
                    <a:pt x="62" y="24"/>
                  </a:cubicBezTo>
                  <a:cubicBezTo>
                    <a:pt x="69" y="26"/>
                    <a:pt x="75" y="27"/>
                    <a:pt x="81" y="27"/>
                  </a:cubicBezTo>
                  <a:cubicBezTo>
                    <a:pt x="83" y="27"/>
                    <a:pt x="84" y="27"/>
                    <a:pt x="86" y="27"/>
                  </a:cubicBezTo>
                  <a:lnTo>
                    <a:pt x="86" y="3"/>
                  </a:lnTo>
                  <a:cubicBezTo>
                    <a:pt x="77" y="3"/>
                    <a:pt x="68" y="2"/>
                    <a:pt x="5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9"/>
            <p:cNvSpPr/>
            <p:nvPr/>
          </p:nvSpPr>
          <p:spPr>
            <a:xfrm>
              <a:off x="1422005" y="-718055"/>
              <a:ext cx="2160" cy="9000"/>
            </a:xfrm>
            <a:custGeom>
              <a:rect b="b" l="l" r="r" t="t"/>
              <a:pathLst>
                <a:path extrusionOk="0" h="25" w="6">
                  <a:moveTo>
                    <a:pt x="2" y="0"/>
                  </a:moveTo>
                  <a:lnTo>
                    <a:pt x="0" y="0"/>
                  </a:lnTo>
                  <a:lnTo>
                    <a:pt x="0" y="24"/>
                  </a:lnTo>
                  <a:lnTo>
                    <a:pt x="5" y="24"/>
                  </a:lnTo>
                  <a:cubicBezTo>
                    <a:pt x="3" y="16"/>
                    <a:pt x="3" y="8"/>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9"/>
            <p:cNvSpPr/>
            <p:nvPr/>
          </p:nvSpPr>
          <p:spPr>
            <a:xfrm>
              <a:off x="1406885" y="-729215"/>
              <a:ext cx="15480" cy="8280"/>
            </a:xfrm>
            <a:custGeom>
              <a:rect b="b" l="l" r="r" t="t"/>
              <a:pathLst>
                <a:path extrusionOk="0" h="23" w="43">
                  <a:moveTo>
                    <a:pt x="42" y="0"/>
                  </a:moveTo>
                  <a:cubicBezTo>
                    <a:pt x="39" y="0"/>
                    <a:pt x="36" y="0"/>
                    <a:pt x="33" y="0"/>
                  </a:cubicBezTo>
                  <a:cubicBezTo>
                    <a:pt x="24" y="0"/>
                    <a:pt x="14" y="1"/>
                    <a:pt x="5" y="4"/>
                  </a:cubicBezTo>
                  <a:cubicBezTo>
                    <a:pt x="4" y="4"/>
                    <a:pt x="4" y="4"/>
                    <a:pt x="3" y="5"/>
                  </a:cubicBezTo>
                  <a:cubicBezTo>
                    <a:pt x="2" y="5"/>
                    <a:pt x="2" y="6"/>
                    <a:pt x="1" y="7"/>
                  </a:cubicBezTo>
                  <a:cubicBezTo>
                    <a:pt x="0" y="8"/>
                    <a:pt x="0" y="9"/>
                    <a:pt x="0" y="11"/>
                  </a:cubicBezTo>
                  <a:cubicBezTo>
                    <a:pt x="0" y="12"/>
                    <a:pt x="0" y="13"/>
                    <a:pt x="1" y="14"/>
                  </a:cubicBezTo>
                  <a:cubicBezTo>
                    <a:pt x="2" y="15"/>
                    <a:pt x="2" y="16"/>
                    <a:pt x="3" y="17"/>
                  </a:cubicBezTo>
                  <a:cubicBezTo>
                    <a:pt x="4" y="17"/>
                    <a:pt x="4" y="17"/>
                    <a:pt x="5" y="18"/>
                  </a:cubicBezTo>
                  <a:cubicBezTo>
                    <a:pt x="16" y="21"/>
                    <a:pt x="28" y="22"/>
                    <a:pt x="40" y="22"/>
                  </a:cubicBezTo>
                  <a:cubicBezTo>
                    <a:pt x="41" y="22"/>
                    <a:pt x="41" y="22"/>
                    <a:pt x="42" y="22"/>
                  </a:cubicBezTo>
                  <a:cubicBezTo>
                    <a:pt x="42" y="15"/>
                    <a:pt x="42" y="7"/>
                    <a:pt x="4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9"/>
            <p:cNvSpPr/>
            <p:nvPr/>
          </p:nvSpPr>
          <p:spPr>
            <a:xfrm>
              <a:off x="1422365" y="-729215"/>
              <a:ext cx="1080" cy="8280"/>
            </a:xfrm>
            <a:custGeom>
              <a:rect b="b" l="l" r="r" t="t"/>
              <a:pathLst>
                <a:path extrusionOk="0" h="23" w="3">
                  <a:moveTo>
                    <a:pt x="1" y="0"/>
                  </a:moveTo>
                  <a:lnTo>
                    <a:pt x="0" y="0"/>
                  </a:lnTo>
                  <a:cubicBezTo>
                    <a:pt x="0" y="8"/>
                    <a:pt x="0" y="15"/>
                    <a:pt x="0" y="22"/>
                  </a:cubicBezTo>
                  <a:lnTo>
                    <a:pt x="2" y="22"/>
                  </a:lnTo>
                  <a:cubicBezTo>
                    <a:pt x="1" y="15"/>
                    <a:pt x="1" y="8"/>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9"/>
            <p:cNvSpPr/>
            <p:nvPr/>
          </p:nvSpPr>
          <p:spPr>
            <a:xfrm>
              <a:off x="1442525" y="-753695"/>
              <a:ext cx="9720" cy="16200"/>
            </a:xfrm>
            <a:custGeom>
              <a:rect b="b" l="l" r="r" t="t"/>
              <a:pathLst>
                <a:path extrusionOk="0" h="45" w="27">
                  <a:moveTo>
                    <a:pt x="4" y="5"/>
                  </a:moveTo>
                  <a:cubicBezTo>
                    <a:pt x="1" y="12"/>
                    <a:pt x="0" y="20"/>
                    <a:pt x="0" y="28"/>
                  </a:cubicBezTo>
                  <a:cubicBezTo>
                    <a:pt x="0" y="29"/>
                    <a:pt x="0" y="30"/>
                    <a:pt x="0" y="32"/>
                  </a:cubicBezTo>
                  <a:cubicBezTo>
                    <a:pt x="0" y="34"/>
                    <a:pt x="0" y="35"/>
                    <a:pt x="1" y="37"/>
                  </a:cubicBezTo>
                  <a:cubicBezTo>
                    <a:pt x="3" y="39"/>
                    <a:pt x="4" y="41"/>
                    <a:pt x="6" y="42"/>
                  </a:cubicBezTo>
                  <a:cubicBezTo>
                    <a:pt x="8" y="43"/>
                    <a:pt x="10" y="44"/>
                    <a:pt x="13" y="44"/>
                  </a:cubicBezTo>
                  <a:cubicBezTo>
                    <a:pt x="15" y="43"/>
                    <a:pt x="17" y="43"/>
                    <a:pt x="19" y="42"/>
                  </a:cubicBezTo>
                  <a:cubicBezTo>
                    <a:pt x="21" y="41"/>
                    <a:pt x="23" y="39"/>
                    <a:pt x="24" y="37"/>
                  </a:cubicBezTo>
                  <a:cubicBezTo>
                    <a:pt x="26" y="35"/>
                    <a:pt x="25" y="33"/>
                    <a:pt x="25" y="31"/>
                  </a:cubicBezTo>
                  <a:cubicBezTo>
                    <a:pt x="25" y="30"/>
                    <a:pt x="25" y="30"/>
                    <a:pt x="25" y="30"/>
                  </a:cubicBezTo>
                  <a:cubicBezTo>
                    <a:pt x="25" y="28"/>
                    <a:pt x="26" y="27"/>
                    <a:pt x="26" y="25"/>
                  </a:cubicBezTo>
                  <a:cubicBezTo>
                    <a:pt x="26" y="19"/>
                    <a:pt x="24" y="12"/>
                    <a:pt x="22" y="6"/>
                  </a:cubicBezTo>
                  <a:lnTo>
                    <a:pt x="21" y="5"/>
                  </a:lnTo>
                  <a:cubicBezTo>
                    <a:pt x="19" y="3"/>
                    <a:pt x="20" y="2"/>
                    <a:pt x="18" y="1"/>
                  </a:cubicBezTo>
                  <a:cubicBezTo>
                    <a:pt x="17" y="0"/>
                    <a:pt x="15" y="0"/>
                    <a:pt x="13" y="0"/>
                  </a:cubicBezTo>
                  <a:cubicBezTo>
                    <a:pt x="12" y="0"/>
                    <a:pt x="10" y="0"/>
                    <a:pt x="8" y="1"/>
                  </a:cubicBezTo>
                  <a:cubicBezTo>
                    <a:pt x="7" y="2"/>
                    <a:pt x="5" y="3"/>
                    <a:pt x="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9"/>
            <p:cNvSpPr/>
            <p:nvPr/>
          </p:nvSpPr>
          <p:spPr>
            <a:xfrm>
              <a:off x="1432085" y="-846215"/>
              <a:ext cx="14760" cy="70560"/>
            </a:xfrm>
            <a:custGeom>
              <a:rect b="b" l="l" r="r" t="t"/>
              <a:pathLst>
                <a:path extrusionOk="0" h="196" w="41">
                  <a:moveTo>
                    <a:pt x="0" y="6"/>
                  </a:moveTo>
                  <a:cubicBezTo>
                    <a:pt x="4" y="32"/>
                    <a:pt x="8" y="58"/>
                    <a:pt x="11" y="85"/>
                  </a:cubicBezTo>
                  <a:cubicBezTo>
                    <a:pt x="16" y="121"/>
                    <a:pt x="19" y="157"/>
                    <a:pt x="28" y="192"/>
                  </a:cubicBezTo>
                  <a:cubicBezTo>
                    <a:pt x="28" y="195"/>
                    <a:pt x="32" y="194"/>
                    <a:pt x="32" y="192"/>
                  </a:cubicBezTo>
                  <a:cubicBezTo>
                    <a:pt x="38" y="171"/>
                    <a:pt x="40" y="149"/>
                    <a:pt x="40" y="127"/>
                  </a:cubicBezTo>
                  <a:cubicBezTo>
                    <a:pt x="40" y="105"/>
                    <a:pt x="38" y="83"/>
                    <a:pt x="32" y="61"/>
                  </a:cubicBezTo>
                  <a:cubicBezTo>
                    <a:pt x="27" y="41"/>
                    <a:pt x="23" y="20"/>
                    <a:pt x="19" y="0"/>
                  </a:cubicBezTo>
                  <a:cubicBezTo>
                    <a:pt x="17" y="1"/>
                    <a:pt x="16" y="2"/>
                    <a:pt x="14" y="3"/>
                  </a:cubicBezTo>
                  <a:cubicBezTo>
                    <a:pt x="12" y="4"/>
                    <a:pt x="9" y="5"/>
                    <a:pt x="7" y="7"/>
                  </a:cubicBezTo>
                  <a:cubicBezTo>
                    <a:pt x="6" y="7"/>
                    <a:pt x="5" y="7"/>
                    <a:pt x="4" y="7"/>
                  </a:cubicBezTo>
                  <a:cubicBezTo>
                    <a:pt x="2" y="7"/>
                    <a:pt x="1" y="7"/>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9"/>
            <p:cNvSpPr/>
            <p:nvPr/>
          </p:nvSpPr>
          <p:spPr>
            <a:xfrm>
              <a:off x="1425245" y="-873215"/>
              <a:ext cx="3600" cy="360"/>
            </a:xfrm>
            <a:custGeom>
              <a:rect b="b" l="l" r="r" t="t"/>
              <a:pathLst>
                <a:path extrusionOk="0" h="1" w="10">
                  <a:moveTo>
                    <a:pt x="9" y="0"/>
                  </a:moveTo>
                  <a:cubicBezTo>
                    <a:pt x="7" y="0"/>
                    <a:pt x="5" y="0"/>
                    <a:pt x="4" y="0"/>
                  </a:cubicBezTo>
                  <a:cubicBezTo>
                    <a:pt x="2" y="0"/>
                    <a:pt x="1" y="0"/>
                    <a:pt x="0"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9"/>
            <p:cNvSpPr/>
            <p:nvPr/>
          </p:nvSpPr>
          <p:spPr>
            <a:xfrm>
              <a:off x="1427765" y="-864935"/>
              <a:ext cx="6120" cy="4680"/>
            </a:xfrm>
            <a:custGeom>
              <a:rect b="b" l="l" r="r" t="t"/>
              <a:pathLst>
                <a:path extrusionOk="0" h="13" w="17">
                  <a:moveTo>
                    <a:pt x="16" y="1"/>
                  </a:moveTo>
                  <a:lnTo>
                    <a:pt x="0" y="0"/>
                  </a:lnTo>
                  <a:cubicBezTo>
                    <a:pt x="1" y="4"/>
                    <a:pt x="2" y="8"/>
                    <a:pt x="3" y="12"/>
                  </a:cubicBezTo>
                  <a:cubicBezTo>
                    <a:pt x="7" y="10"/>
                    <a:pt x="11" y="5"/>
                    <a:pt x="1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9"/>
            <p:cNvSpPr/>
            <p:nvPr/>
          </p:nvSpPr>
          <p:spPr>
            <a:xfrm>
              <a:off x="1424885" y="-872855"/>
              <a:ext cx="9000" cy="8640"/>
            </a:xfrm>
            <a:custGeom>
              <a:rect b="b" l="l" r="r" t="t"/>
              <a:pathLst>
                <a:path extrusionOk="0" h="24" w="25">
                  <a:moveTo>
                    <a:pt x="8" y="22"/>
                  </a:moveTo>
                  <a:lnTo>
                    <a:pt x="24" y="23"/>
                  </a:lnTo>
                  <a:cubicBezTo>
                    <a:pt x="21" y="17"/>
                    <a:pt x="19" y="12"/>
                    <a:pt x="16" y="6"/>
                  </a:cubicBezTo>
                  <a:cubicBezTo>
                    <a:pt x="15" y="6"/>
                    <a:pt x="15" y="6"/>
                    <a:pt x="15" y="5"/>
                  </a:cubicBezTo>
                  <a:cubicBezTo>
                    <a:pt x="14" y="3"/>
                    <a:pt x="13" y="3"/>
                    <a:pt x="10" y="1"/>
                  </a:cubicBezTo>
                  <a:cubicBezTo>
                    <a:pt x="9" y="0"/>
                    <a:pt x="10" y="0"/>
                    <a:pt x="9" y="0"/>
                  </a:cubicBezTo>
                  <a:lnTo>
                    <a:pt x="0" y="0"/>
                  </a:lnTo>
                  <a:cubicBezTo>
                    <a:pt x="3" y="7"/>
                    <a:pt x="5" y="14"/>
                    <a:pt x="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9"/>
            <p:cNvSpPr/>
            <p:nvPr/>
          </p:nvSpPr>
          <p:spPr>
            <a:xfrm>
              <a:off x="1446125" y="-855575"/>
              <a:ext cx="18360" cy="75600"/>
            </a:xfrm>
            <a:custGeom>
              <a:rect b="b" l="l" r="r" t="t"/>
              <a:pathLst>
                <a:path extrusionOk="0" h="210" w="51">
                  <a:moveTo>
                    <a:pt x="6" y="45"/>
                  </a:moveTo>
                  <a:cubicBezTo>
                    <a:pt x="13" y="70"/>
                    <a:pt x="18" y="96"/>
                    <a:pt x="19" y="122"/>
                  </a:cubicBezTo>
                  <a:cubicBezTo>
                    <a:pt x="20" y="151"/>
                    <a:pt x="35" y="178"/>
                    <a:pt x="37" y="206"/>
                  </a:cubicBezTo>
                  <a:cubicBezTo>
                    <a:pt x="37" y="208"/>
                    <a:pt x="41" y="209"/>
                    <a:pt x="41" y="206"/>
                  </a:cubicBezTo>
                  <a:cubicBezTo>
                    <a:pt x="50" y="141"/>
                    <a:pt x="34" y="67"/>
                    <a:pt x="19" y="0"/>
                  </a:cubicBezTo>
                  <a:cubicBezTo>
                    <a:pt x="17" y="1"/>
                    <a:pt x="15" y="2"/>
                    <a:pt x="13" y="3"/>
                  </a:cubicBezTo>
                  <a:cubicBezTo>
                    <a:pt x="8" y="6"/>
                    <a:pt x="4" y="9"/>
                    <a:pt x="0" y="12"/>
                  </a:cubicBezTo>
                  <a:cubicBezTo>
                    <a:pt x="2" y="26"/>
                    <a:pt x="4" y="40"/>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9"/>
            <p:cNvSpPr/>
            <p:nvPr/>
          </p:nvSpPr>
          <p:spPr>
            <a:xfrm>
              <a:off x="1440725" y="-871055"/>
              <a:ext cx="9000" cy="3240"/>
            </a:xfrm>
            <a:custGeom>
              <a:rect b="b" l="l" r="r" t="t"/>
              <a:pathLst>
                <a:path extrusionOk="0" h="9" w="25">
                  <a:moveTo>
                    <a:pt x="24" y="4"/>
                  </a:moveTo>
                  <a:cubicBezTo>
                    <a:pt x="23" y="3"/>
                    <a:pt x="22" y="2"/>
                    <a:pt x="21" y="1"/>
                  </a:cubicBezTo>
                  <a:cubicBezTo>
                    <a:pt x="20" y="1"/>
                    <a:pt x="19" y="0"/>
                    <a:pt x="17" y="0"/>
                  </a:cubicBezTo>
                  <a:lnTo>
                    <a:pt x="14" y="0"/>
                  </a:lnTo>
                  <a:cubicBezTo>
                    <a:pt x="13" y="0"/>
                    <a:pt x="12" y="0"/>
                    <a:pt x="11" y="0"/>
                  </a:cubicBezTo>
                  <a:cubicBezTo>
                    <a:pt x="9" y="0"/>
                    <a:pt x="7" y="0"/>
                    <a:pt x="5" y="1"/>
                  </a:cubicBezTo>
                  <a:cubicBezTo>
                    <a:pt x="3" y="2"/>
                    <a:pt x="2" y="4"/>
                    <a:pt x="1" y="5"/>
                  </a:cubicBezTo>
                  <a:cubicBezTo>
                    <a:pt x="1" y="6"/>
                    <a:pt x="0" y="7"/>
                    <a:pt x="0" y="8"/>
                  </a:cubicBezTo>
                  <a:cubicBezTo>
                    <a:pt x="8" y="5"/>
                    <a:pt x="16"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9"/>
            <p:cNvSpPr/>
            <p:nvPr/>
          </p:nvSpPr>
          <p:spPr>
            <a:xfrm>
              <a:off x="1461245" y="-858095"/>
              <a:ext cx="14400" cy="27360"/>
            </a:xfrm>
            <a:custGeom>
              <a:rect b="b" l="l" r="r" t="t"/>
              <a:pathLst>
                <a:path extrusionOk="0" h="76" w="40">
                  <a:moveTo>
                    <a:pt x="7" y="28"/>
                  </a:moveTo>
                  <a:cubicBezTo>
                    <a:pt x="12" y="30"/>
                    <a:pt x="13" y="35"/>
                    <a:pt x="11" y="42"/>
                  </a:cubicBezTo>
                  <a:cubicBezTo>
                    <a:pt x="12" y="51"/>
                    <a:pt x="12" y="60"/>
                    <a:pt x="13" y="69"/>
                  </a:cubicBezTo>
                  <a:cubicBezTo>
                    <a:pt x="13" y="75"/>
                    <a:pt x="22" y="74"/>
                    <a:pt x="23" y="69"/>
                  </a:cubicBezTo>
                  <a:cubicBezTo>
                    <a:pt x="25" y="58"/>
                    <a:pt x="39" y="24"/>
                    <a:pt x="26" y="13"/>
                  </a:cubicBezTo>
                  <a:cubicBezTo>
                    <a:pt x="29" y="16"/>
                    <a:pt x="27" y="10"/>
                    <a:pt x="26" y="6"/>
                  </a:cubicBezTo>
                  <a:cubicBezTo>
                    <a:pt x="25" y="2"/>
                    <a:pt x="26" y="2"/>
                    <a:pt x="26" y="0"/>
                  </a:cubicBezTo>
                  <a:cubicBezTo>
                    <a:pt x="17" y="0"/>
                    <a:pt x="9" y="0"/>
                    <a:pt x="0" y="1"/>
                  </a:cubicBezTo>
                  <a:cubicBezTo>
                    <a:pt x="2" y="8"/>
                    <a:pt x="3" y="15"/>
                    <a:pt x="4" y="23"/>
                  </a:cubicBezTo>
                  <a:cubicBezTo>
                    <a:pt x="4" y="23"/>
                    <a:pt x="4" y="24"/>
                    <a:pt x="5" y="25"/>
                  </a:cubicBezTo>
                  <a:cubicBezTo>
                    <a:pt x="5" y="26"/>
                    <a:pt x="6" y="27"/>
                    <a:pt x="7"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9"/>
            <p:cNvSpPr/>
            <p:nvPr/>
          </p:nvSpPr>
          <p:spPr>
            <a:xfrm>
              <a:off x="1463405" y="-870695"/>
              <a:ext cx="2160" cy="360"/>
            </a:xfrm>
            <a:custGeom>
              <a:rect b="b" l="l" r="r" t="t"/>
              <a:pathLst>
                <a:path extrusionOk="0" h="1" w="6">
                  <a:moveTo>
                    <a:pt x="0" y="0"/>
                  </a:moveTo>
                  <a:lnTo>
                    <a:pt x="5" y="0"/>
                  </a:lnTo>
                  <a:cubicBezTo>
                    <a:pt x="4" y="0"/>
                    <a:pt x="3" y="0"/>
                    <a:pt x="2" y="0"/>
                  </a:cubicBezTo>
                  <a:cubicBezTo>
                    <a:pt x="1"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9"/>
            <p:cNvSpPr/>
            <p:nvPr/>
          </p:nvSpPr>
          <p:spPr>
            <a:xfrm>
              <a:off x="1460525" y="-870335"/>
              <a:ext cx="5760" cy="1800"/>
            </a:xfrm>
            <a:custGeom>
              <a:rect b="b" l="l" r="r" t="t"/>
              <a:pathLst>
                <a:path extrusionOk="0" h="5" w="16">
                  <a:moveTo>
                    <a:pt x="0" y="4"/>
                  </a:moveTo>
                  <a:cubicBezTo>
                    <a:pt x="5" y="3"/>
                    <a:pt x="10" y="2"/>
                    <a:pt x="15" y="1"/>
                  </a:cubicBezTo>
                  <a:lnTo>
                    <a:pt x="13" y="0"/>
                  </a:lnTo>
                  <a:lnTo>
                    <a:pt x="8" y="0"/>
                  </a:lnTo>
                  <a:cubicBezTo>
                    <a:pt x="6"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9"/>
            <p:cNvSpPr/>
            <p:nvPr/>
          </p:nvSpPr>
          <p:spPr>
            <a:xfrm>
              <a:off x="1478885" y="-806255"/>
              <a:ext cx="6840" cy="26640"/>
            </a:xfrm>
            <a:custGeom>
              <a:rect b="b" l="l" r="r" t="t"/>
              <a:pathLst>
                <a:path extrusionOk="0" h="74" w="19">
                  <a:moveTo>
                    <a:pt x="4" y="2"/>
                  </a:moveTo>
                  <a:cubicBezTo>
                    <a:pt x="2" y="8"/>
                    <a:pt x="0" y="15"/>
                    <a:pt x="0" y="22"/>
                  </a:cubicBezTo>
                  <a:cubicBezTo>
                    <a:pt x="0" y="24"/>
                    <a:pt x="0" y="26"/>
                    <a:pt x="1" y="29"/>
                  </a:cubicBezTo>
                  <a:cubicBezTo>
                    <a:pt x="1" y="41"/>
                    <a:pt x="2" y="54"/>
                    <a:pt x="3" y="66"/>
                  </a:cubicBezTo>
                  <a:cubicBezTo>
                    <a:pt x="3" y="73"/>
                    <a:pt x="14" y="72"/>
                    <a:pt x="15" y="66"/>
                  </a:cubicBezTo>
                  <a:cubicBezTo>
                    <a:pt x="15" y="56"/>
                    <a:pt x="17" y="45"/>
                    <a:pt x="17" y="34"/>
                  </a:cubicBezTo>
                  <a:cubicBezTo>
                    <a:pt x="17" y="31"/>
                    <a:pt x="18" y="28"/>
                    <a:pt x="18" y="24"/>
                  </a:cubicBezTo>
                  <a:cubicBezTo>
                    <a:pt x="18" y="17"/>
                    <a:pt x="16" y="9"/>
                    <a:pt x="14" y="2"/>
                  </a:cubicBezTo>
                  <a:cubicBezTo>
                    <a:pt x="13" y="2"/>
                    <a:pt x="12" y="1"/>
                    <a:pt x="12" y="1"/>
                  </a:cubicBezTo>
                  <a:cubicBezTo>
                    <a:pt x="11" y="0"/>
                    <a:pt x="10" y="0"/>
                    <a:pt x="9" y="0"/>
                  </a:cubicBezTo>
                  <a:cubicBezTo>
                    <a:pt x="8" y="0"/>
                    <a:pt x="7" y="0"/>
                    <a:pt x="6" y="1"/>
                  </a:cubicBezTo>
                  <a:cubicBezTo>
                    <a:pt x="5" y="1"/>
                    <a:pt x="5"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9"/>
            <p:cNvSpPr/>
            <p:nvPr/>
          </p:nvSpPr>
          <p:spPr>
            <a:xfrm>
              <a:off x="1472405" y="-858815"/>
              <a:ext cx="11520" cy="32040"/>
            </a:xfrm>
            <a:custGeom>
              <a:rect b="b" l="l" r="r" t="t"/>
              <a:pathLst>
                <a:path extrusionOk="0" h="89" w="32">
                  <a:moveTo>
                    <a:pt x="4" y="8"/>
                  </a:moveTo>
                  <a:cubicBezTo>
                    <a:pt x="4" y="11"/>
                    <a:pt x="5" y="15"/>
                    <a:pt x="6" y="18"/>
                  </a:cubicBezTo>
                  <a:cubicBezTo>
                    <a:pt x="10" y="40"/>
                    <a:pt x="9" y="62"/>
                    <a:pt x="14" y="84"/>
                  </a:cubicBezTo>
                  <a:cubicBezTo>
                    <a:pt x="14" y="85"/>
                    <a:pt x="14" y="85"/>
                    <a:pt x="14" y="85"/>
                  </a:cubicBezTo>
                  <a:cubicBezTo>
                    <a:pt x="15" y="86"/>
                    <a:pt x="16" y="87"/>
                    <a:pt x="16" y="87"/>
                  </a:cubicBezTo>
                  <a:cubicBezTo>
                    <a:pt x="17" y="88"/>
                    <a:pt x="18" y="88"/>
                    <a:pt x="19" y="88"/>
                  </a:cubicBezTo>
                  <a:cubicBezTo>
                    <a:pt x="20" y="88"/>
                    <a:pt x="21" y="88"/>
                    <a:pt x="22" y="87"/>
                  </a:cubicBezTo>
                  <a:cubicBezTo>
                    <a:pt x="23" y="87"/>
                    <a:pt x="24" y="86"/>
                    <a:pt x="24" y="85"/>
                  </a:cubicBezTo>
                  <a:cubicBezTo>
                    <a:pt x="24" y="85"/>
                    <a:pt x="25" y="85"/>
                    <a:pt x="25" y="84"/>
                  </a:cubicBezTo>
                  <a:cubicBezTo>
                    <a:pt x="29" y="67"/>
                    <a:pt x="31" y="50"/>
                    <a:pt x="31" y="32"/>
                  </a:cubicBezTo>
                  <a:cubicBezTo>
                    <a:pt x="31" y="25"/>
                    <a:pt x="31" y="19"/>
                    <a:pt x="30" y="12"/>
                  </a:cubicBezTo>
                  <a:cubicBezTo>
                    <a:pt x="30" y="9"/>
                    <a:pt x="29" y="6"/>
                    <a:pt x="29" y="3"/>
                  </a:cubicBezTo>
                  <a:lnTo>
                    <a:pt x="22" y="3"/>
                  </a:lnTo>
                  <a:lnTo>
                    <a:pt x="2" y="3"/>
                  </a:lnTo>
                  <a:cubicBezTo>
                    <a:pt x="3" y="3"/>
                    <a:pt x="3" y="3"/>
                    <a:pt x="3" y="3"/>
                  </a:cubicBezTo>
                  <a:cubicBezTo>
                    <a:pt x="3" y="4"/>
                    <a:pt x="4" y="5"/>
                    <a:pt x="5" y="6"/>
                  </a:cubicBezTo>
                  <a:cubicBezTo>
                    <a:pt x="0" y="0"/>
                    <a:pt x="4" y="4"/>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9"/>
            <p:cNvSpPr/>
            <p:nvPr/>
          </p:nvSpPr>
          <p:spPr>
            <a:xfrm>
              <a:off x="1434965" y="-720935"/>
              <a:ext cx="12240" cy="33120"/>
            </a:xfrm>
            <a:custGeom>
              <a:rect b="b" l="l" r="r" t="t"/>
              <a:pathLst>
                <a:path extrusionOk="0" h="92" w="34">
                  <a:moveTo>
                    <a:pt x="32" y="44"/>
                  </a:moveTo>
                  <a:cubicBezTo>
                    <a:pt x="32" y="30"/>
                    <a:pt x="30" y="16"/>
                    <a:pt x="25" y="3"/>
                  </a:cubicBezTo>
                  <a:lnTo>
                    <a:pt x="25" y="2"/>
                  </a:lnTo>
                  <a:cubicBezTo>
                    <a:pt x="24" y="1"/>
                    <a:pt x="23" y="2"/>
                    <a:pt x="23" y="1"/>
                  </a:cubicBezTo>
                  <a:cubicBezTo>
                    <a:pt x="22" y="0"/>
                    <a:pt x="22" y="0"/>
                    <a:pt x="21" y="0"/>
                  </a:cubicBezTo>
                  <a:cubicBezTo>
                    <a:pt x="21" y="0"/>
                    <a:pt x="20" y="0"/>
                    <a:pt x="19" y="1"/>
                  </a:cubicBezTo>
                  <a:cubicBezTo>
                    <a:pt x="19" y="1"/>
                    <a:pt x="18" y="1"/>
                    <a:pt x="18" y="2"/>
                  </a:cubicBezTo>
                  <a:lnTo>
                    <a:pt x="17" y="3"/>
                  </a:lnTo>
                  <a:cubicBezTo>
                    <a:pt x="12" y="18"/>
                    <a:pt x="10" y="34"/>
                    <a:pt x="10" y="50"/>
                  </a:cubicBezTo>
                  <a:cubicBezTo>
                    <a:pt x="10" y="60"/>
                    <a:pt x="8" y="71"/>
                    <a:pt x="4" y="81"/>
                  </a:cubicBezTo>
                  <a:cubicBezTo>
                    <a:pt x="0" y="91"/>
                    <a:pt x="4" y="81"/>
                    <a:pt x="4" y="82"/>
                  </a:cubicBezTo>
                  <a:lnTo>
                    <a:pt x="31" y="82"/>
                  </a:lnTo>
                  <a:cubicBezTo>
                    <a:pt x="32" y="76"/>
                    <a:pt x="33" y="70"/>
                    <a:pt x="33" y="64"/>
                  </a:cubicBezTo>
                  <a:cubicBezTo>
                    <a:pt x="33" y="58"/>
                    <a:pt x="33" y="51"/>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9"/>
            <p:cNvSpPr/>
            <p:nvPr/>
          </p:nvSpPr>
          <p:spPr>
            <a:xfrm>
              <a:off x="1434605" y="-691415"/>
              <a:ext cx="11520" cy="8280"/>
            </a:xfrm>
            <a:custGeom>
              <a:rect b="b" l="l" r="r" t="t"/>
              <a:pathLst>
                <a:path extrusionOk="0" h="23" w="32">
                  <a:moveTo>
                    <a:pt x="5" y="0"/>
                  </a:moveTo>
                  <a:cubicBezTo>
                    <a:pt x="0" y="16"/>
                    <a:pt x="31" y="22"/>
                    <a:pt x="31" y="3"/>
                  </a:cubicBezTo>
                  <a:cubicBezTo>
                    <a:pt x="31" y="3"/>
                    <a:pt x="31" y="1"/>
                    <a:pt x="31" y="0"/>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9"/>
            <p:cNvSpPr/>
            <p:nvPr/>
          </p:nvSpPr>
          <p:spPr>
            <a:xfrm>
              <a:off x="1452245" y="-722375"/>
              <a:ext cx="10800" cy="31680"/>
            </a:xfrm>
            <a:custGeom>
              <a:rect b="b" l="l" r="r" t="t"/>
              <a:pathLst>
                <a:path extrusionOk="0" h="88" w="30">
                  <a:moveTo>
                    <a:pt x="29" y="65"/>
                  </a:moveTo>
                  <a:cubicBezTo>
                    <a:pt x="29" y="64"/>
                    <a:pt x="29" y="62"/>
                    <a:pt x="29" y="61"/>
                  </a:cubicBezTo>
                  <a:cubicBezTo>
                    <a:pt x="29" y="56"/>
                    <a:pt x="29" y="51"/>
                    <a:pt x="28" y="47"/>
                  </a:cubicBezTo>
                  <a:cubicBezTo>
                    <a:pt x="27" y="33"/>
                    <a:pt x="25" y="20"/>
                    <a:pt x="23" y="7"/>
                  </a:cubicBezTo>
                  <a:cubicBezTo>
                    <a:pt x="23" y="0"/>
                    <a:pt x="12" y="2"/>
                    <a:pt x="12" y="9"/>
                  </a:cubicBezTo>
                  <a:cubicBezTo>
                    <a:pt x="9" y="23"/>
                    <a:pt x="8" y="39"/>
                    <a:pt x="7" y="54"/>
                  </a:cubicBezTo>
                  <a:cubicBezTo>
                    <a:pt x="7" y="63"/>
                    <a:pt x="1" y="71"/>
                    <a:pt x="0" y="81"/>
                  </a:cubicBezTo>
                  <a:cubicBezTo>
                    <a:pt x="0" y="82"/>
                    <a:pt x="0" y="82"/>
                    <a:pt x="0" y="82"/>
                  </a:cubicBezTo>
                  <a:cubicBezTo>
                    <a:pt x="0" y="84"/>
                    <a:pt x="0" y="86"/>
                    <a:pt x="1" y="87"/>
                  </a:cubicBezTo>
                  <a:lnTo>
                    <a:pt x="24" y="87"/>
                  </a:lnTo>
                  <a:cubicBezTo>
                    <a:pt x="24" y="87"/>
                    <a:pt x="25" y="87"/>
                    <a:pt x="25" y="86"/>
                  </a:cubicBezTo>
                  <a:cubicBezTo>
                    <a:pt x="26" y="85"/>
                    <a:pt x="26" y="83"/>
                    <a:pt x="26" y="80"/>
                  </a:cubicBezTo>
                  <a:cubicBezTo>
                    <a:pt x="26" y="74"/>
                    <a:pt x="29" y="70"/>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9"/>
            <p:cNvSpPr/>
            <p:nvPr/>
          </p:nvSpPr>
          <p:spPr>
            <a:xfrm>
              <a:off x="1452605" y="-691055"/>
              <a:ext cx="8640" cy="2880"/>
            </a:xfrm>
            <a:custGeom>
              <a:rect b="b" l="l" r="r" t="t"/>
              <a:pathLst>
                <a:path extrusionOk="0" h="8" w="24">
                  <a:moveTo>
                    <a:pt x="23" y="0"/>
                  </a:moveTo>
                  <a:lnTo>
                    <a:pt x="0" y="0"/>
                  </a:lnTo>
                  <a:cubicBezTo>
                    <a:pt x="1" y="2"/>
                    <a:pt x="3" y="4"/>
                    <a:pt x="4" y="5"/>
                  </a:cubicBezTo>
                  <a:cubicBezTo>
                    <a:pt x="7" y="6"/>
                    <a:pt x="8" y="7"/>
                    <a:pt x="11" y="7"/>
                  </a:cubicBezTo>
                  <a:cubicBezTo>
                    <a:pt x="13" y="7"/>
                    <a:pt x="16" y="6"/>
                    <a:pt x="18" y="5"/>
                  </a:cubicBezTo>
                  <a:cubicBezTo>
                    <a:pt x="20" y="4"/>
                    <a:pt x="22" y="2"/>
                    <a:pt x="2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9"/>
            <p:cNvSpPr/>
            <p:nvPr/>
          </p:nvSpPr>
          <p:spPr>
            <a:xfrm>
              <a:off x="1466645" y="-726335"/>
              <a:ext cx="12600" cy="35640"/>
            </a:xfrm>
            <a:custGeom>
              <a:rect b="b" l="l" r="r" t="t"/>
              <a:pathLst>
                <a:path extrusionOk="0" h="99" w="35">
                  <a:moveTo>
                    <a:pt x="33" y="48"/>
                  </a:moveTo>
                  <a:cubicBezTo>
                    <a:pt x="31" y="38"/>
                    <a:pt x="34" y="28"/>
                    <a:pt x="33" y="18"/>
                  </a:cubicBezTo>
                  <a:cubicBezTo>
                    <a:pt x="33" y="13"/>
                    <a:pt x="29" y="8"/>
                    <a:pt x="29" y="3"/>
                  </a:cubicBezTo>
                  <a:lnTo>
                    <a:pt x="28" y="2"/>
                  </a:lnTo>
                  <a:cubicBezTo>
                    <a:pt x="28" y="2"/>
                    <a:pt x="28" y="1"/>
                    <a:pt x="27" y="1"/>
                  </a:cubicBezTo>
                  <a:cubicBezTo>
                    <a:pt x="27" y="1"/>
                    <a:pt x="26" y="0"/>
                    <a:pt x="25" y="0"/>
                  </a:cubicBezTo>
                  <a:lnTo>
                    <a:pt x="24" y="1"/>
                  </a:lnTo>
                  <a:cubicBezTo>
                    <a:pt x="23" y="1"/>
                    <a:pt x="23" y="2"/>
                    <a:pt x="23" y="2"/>
                  </a:cubicBezTo>
                  <a:cubicBezTo>
                    <a:pt x="22" y="2"/>
                    <a:pt x="22" y="3"/>
                    <a:pt x="22" y="3"/>
                  </a:cubicBezTo>
                  <a:cubicBezTo>
                    <a:pt x="19" y="16"/>
                    <a:pt x="16" y="28"/>
                    <a:pt x="11" y="41"/>
                  </a:cubicBezTo>
                  <a:cubicBezTo>
                    <a:pt x="11" y="51"/>
                    <a:pt x="9" y="61"/>
                    <a:pt x="7" y="71"/>
                  </a:cubicBezTo>
                  <a:cubicBezTo>
                    <a:pt x="4" y="77"/>
                    <a:pt x="2" y="83"/>
                    <a:pt x="0" y="90"/>
                  </a:cubicBezTo>
                  <a:cubicBezTo>
                    <a:pt x="0" y="90"/>
                    <a:pt x="0" y="91"/>
                    <a:pt x="0" y="92"/>
                  </a:cubicBezTo>
                  <a:cubicBezTo>
                    <a:pt x="0" y="94"/>
                    <a:pt x="0" y="96"/>
                    <a:pt x="1" y="98"/>
                  </a:cubicBezTo>
                  <a:lnTo>
                    <a:pt x="2" y="98"/>
                  </a:lnTo>
                  <a:lnTo>
                    <a:pt x="24" y="98"/>
                  </a:lnTo>
                  <a:lnTo>
                    <a:pt x="24" y="97"/>
                  </a:lnTo>
                  <a:cubicBezTo>
                    <a:pt x="25" y="96"/>
                    <a:pt x="25" y="95"/>
                    <a:pt x="26" y="94"/>
                  </a:cubicBezTo>
                  <a:cubicBezTo>
                    <a:pt x="30" y="81"/>
                    <a:pt x="33" y="68"/>
                    <a:pt x="33" y="54"/>
                  </a:cubicBezTo>
                  <a:cubicBezTo>
                    <a:pt x="33" y="52"/>
                    <a:pt x="33" y="50"/>
                    <a:pt x="3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9"/>
            <p:cNvSpPr/>
            <p:nvPr/>
          </p:nvSpPr>
          <p:spPr>
            <a:xfrm>
              <a:off x="1467365" y="-691055"/>
              <a:ext cx="8280" cy="2520"/>
            </a:xfrm>
            <a:custGeom>
              <a:rect b="b" l="l" r="r" t="t"/>
              <a:pathLst>
                <a:path extrusionOk="0" h="7" w="23">
                  <a:moveTo>
                    <a:pt x="0" y="0"/>
                  </a:moveTo>
                  <a:cubicBezTo>
                    <a:pt x="1" y="2"/>
                    <a:pt x="2" y="3"/>
                    <a:pt x="4" y="4"/>
                  </a:cubicBezTo>
                  <a:cubicBezTo>
                    <a:pt x="6" y="5"/>
                    <a:pt x="8" y="6"/>
                    <a:pt x="11" y="6"/>
                  </a:cubicBezTo>
                  <a:cubicBezTo>
                    <a:pt x="13" y="6"/>
                    <a:pt x="16" y="5"/>
                    <a:pt x="18" y="4"/>
                  </a:cubicBezTo>
                  <a:cubicBezTo>
                    <a:pt x="19" y="3"/>
                    <a:pt x="21" y="2"/>
                    <a:pt x="22"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9"/>
            <p:cNvSpPr/>
            <p:nvPr/>
          </p:nvSpPr>
          <p:spPr>
            <a:xfrm>
              <a:off x="1486805" y="-722375"/>
              <a:ext cx="9720" cy="31320"/>
            </a:xfrm>
            <a:custGeom>
              <a:rect b="b" l="l" r="r" t="t"/>
              <a:pathLst>
                <a:path extrusionOk="0" h="87" w="27">
                  <a:moveTo>
                    <a:pt x="7" y="7"/>
                  </a:moveTo>
                  <a:cubicBezTo>
                    <a:pt x="5" y="33"/>
                    <a:pt x="3" y="59"/>
                    <a:pt x="0" y="86"/>
                  </a:cubicBezTo>
                  <a:cubicBezTo>
                    <a:pt x="9" y="86"/>
                    <a:pt x="17" y="86"/>
                    <a:pt x="26" y="84"/>
                  </a:cubicBezTo>
                  <a:cubicBezTo>
                    <a:pt x="24" y="58"/>
                    <a:pt x="22" y="33"/>
                    <a:pt x="20" y="8"/>
                  </a:cubicBezTo>
                  <a:cubicBezTo>
                    <a:pt x="20" y="1"/>
                    <a:pt x="8" y="0"/>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9"/>
            <p:cNvSpPr/>
            <p:nvPr/>
          </p:nvSpPr>
          <p:spPr>
            <a:xfrm>
              <a:off x="1486445" y="-692135"/>
              <a:ext cx="10440" cy="10080"/>
            </a:xfrm>
            <a:custGeom>
              <a:rect b="b" l="l" r="r" t="t"/>
              <a:pathLst>
                <a:path extrusionOk="0" h="28" w="29">
                  <a:moveTo>
                    <a:pt x="1" y="9"/>
                  </a:moveTo>
                  <a:cubicBezTo>
                    <a:pt x="0" y="26"/>
                    <a:pt x="28" y="27"/>
                    <a:pt x="28" y="9"/>
                  </a:cubicBezTo>
                  <a:cubicBezTo>
                    <a:pt x="28" y="6"/>
                    <a:pt x="28" y="3"/>
                    <a:pt x="28" y="0"/>
                  </a:cubicBezTo>
                  <a:cubicBezTo>
                    <a:pt x="19" y="0"/>
                    <a:pt x="11" y="2"/>
                    <a:pt x="2" y="2"/>
                  </a:cubicBezTo>
                  <a:cubicBezTo>
                    <a:pt x="1" y="5"/>
                    <a:pt x="1" y="7"/>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9"/>
            <p:cNvSpPr/>
            <p:nvPr/>
          </p:nvSpPr>
          <p:spPr>
            <a:xfrm>
              <a:off x="1505885" y="-729935"/>
              <a:ext cx="9720" cy="37440"/>
            </a:xfrm>
            <a:custGeom>
              <a:rect b="b" l="l" r="r" t="t"/>
              <a:pathLst>
                <a:path extrusionOk="0" h="104" w="27">
                  <a:moveTo>
                    <a:pt x="16" y="5"/>
                  </a:moveTo>
                  <a:cubicBezTo>
                    <a:pt x="16" y="5"/>
                    <a:pt x="15" y="4"/>
                    <a:pt x="15" y="3"/>
                  </a:cubicBezTo>
                  <a:cubicBezTo>
                    <a:pt x="14" y="2"/>
                    <a:pt x="13" y="2"/>
                    <a:pt x="12" y="1"/>
                  </a:cubicBezTo>
                  <a:cubicBezTo>
                    <a:pt x="11" y="0"/>
                    <a:pt x="10" y="0"/>
                    <a:pt x="9" y="0"/>
                  </a:cubicBezTo>
                  <a:cubicBezTo>
                    <a:pt x="8" y="0"/>
                    <a:pt x="7" y="0"/>
                    <a:pt x="6" y="1"/>
                  </a:cubicBezTo>
                  <a:cubicBezTo>
                    <a:pt x="5" y="2"/>
                    <a:pt x="4" y="2"/>
                    <a:pt x="3" y="3"/>
                  </a:cubicBezTo>
                  <a:cubicBezTo>
                    <a:pt x="3" y="4"/>
                    <a:pt x="3" y="5"/>
                    <a:pt x="2" y="5"/>
                  </a:cubicBezTo>
                  <a:cubicBezTo>
                    <a:pt x="0" y="25"/>
                    <a:pt x="2" y="39"/>
                    <a:pt x="2" y="58"/>
                  </a:cubicBezTo>
                  <a:cubicBezTo>
                    <a:pt x="3" y="63"/>
                    <a:pt x="3" y="68"/>
                    <a:pt x="3" y="73"/>
                  </a:cubicBezTo>
                  <a:cubicBezTo>
                    <a:pt x="3" y="83"/>
                    <a:pt x="2" y="93"/>
                    <a:pt x="0" y="103"/>
                  </a:cubicBezTo>
                  <a:cubicBezTo>
                    <a:pt x="9" y="102"/>
                    <a:pt x="17" y="100"/>
                    <a:pt x="26" y="98"/>
                  </a:cubicBezTo>
                  <a:cubicBezTo>
                    <a:pt x="26" y="85"/>
                    <a:pt x="23" y="72"/>
                    <a:pt x="23" y="59"/>
                  </a:cubicBezTo>
                  <a:cubicBezTo>
                    <a:pt x="23" y="40"/>
                    <a:pt x="16" y="24"/>
                    <a:pt x="1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9"/>
            <p:cNvSpPr/>
            <p:nvPr/>
          </p:nvSpPr>
          <p:spPr>
            <a:xfrm>
              <a:off x="1510565" y="-686015"/>
              <a:ext cx="1440" cy="360"/>
            </a:xfrm>
            <a:custGeom>
              <a:rect b="b" l="l" r="r" t="t"/>
              <a:pathLst>
                <a:path extrusionOk="0" h="1" w="4">
                  <a:moveTo>
                    <a:pt x="3" y="0"/>
                  </a:moveTo>
                  <a:lnTo>
                    <a:pt x="0" y="0"/>
                  </a:lnTo>
                  <a:cubicBezTo>
                    <a:pt x="1" y="0"/>
                    <a:pt x="1" y="0"/>
                    <a:pt x="2"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9"/>
            <p:cNvSpPr/>
            <p:nvPr/>
          </p:nvSpPr>
          <p:spPr>
            <a:xfrm>
              <a:off x="1505525" y="-694655"/>
              <a:ext cx="10080" cy="9360"/>
            </a:xfrm>
            <a:custGeom>
              <a:rect b="b" l="l" r="r" t="t"/>
              <a:pathLst>
                <a:path extrusionOk="0" h="26" w="28">
                  <a:moveTo>
                    <a:pt x="25" y="15"/>
                  </a:moveTo>
                  <a:cubicBezTo>
                    <a:pt x="26" y="10"/>
                    <a:pt x="27" y="5"/>
                    <a:pt x="27" y="1"/>
                  </a:cubicBezTo>
                  <a:cubicBezTo>
                    <a:pt x="27" y="0"/>
                    <a:pt x="27" y="0"/>
                    <a:pt x="27" y="0"/>
                  </a:cubicBezTo>
                  <a:cubicBezTo>
                    <a:pt x="18" y="2"/>
                    <a:pt x="10" y="3"/>
                    <a:pt x="1" y="4"/>
                  </a:cubicBezTo>
                  <a:cubicBezTo>
                    <a:pt x="1" y="5"/>
                    <a:pt x="1" y="7"/>
                    <a:pt x="1" y="8"/>
                  </a:cubicBezTo>
                  <a:cubicBezTo>
                    <a:pt x="1" y="9"/>
                    <a:pt x="0" y="11"/>
                    <a:pt x="0" y="13"/>
                  </a:cubicBezTo>
                  <a:cubicBezTo>
                    <a:pt x="0" y="14"/>
                    <a:pt x="1" y="16"/>
                    <a:pt x="2" y="18"/>
                  </a:cubicBezTo>
                  <a:cubicBezTo>
                    <a:pt x="2" y="18"/>
                    <a:pt x="3" y="19"/>
                    <a:pt x="3" y="20"/>
                  </a:cubicBezTo>
                  <a:lnTo>
                    <a:pt x="5" y="22"/>
                  </a:lnTo>
                  <a:cubicBezTo>
                    <a:pt x="6" y="22"/>
                    <a:pt x="6" y="23"/>
                    <a:pt x="7" y="23"/>
                  </a:cubicBezTo>
                  <a:cubicBezTo>
                    <a:pt x="9" y="24"/>
                    <a:pt x="11" y="25"/>
                    <a:pt x="13" y="25"/>
                  </a:cubicBezTo>
                  <a:cubicBezTo>
                    <a:pt x="14" y="25"/>
                    <a:pt x="14" y="24"/>
                    <a:pt x="15" y="24"/>
                  </a:cubicBezTo>
                  <a:lnTo>
                    <a:pt x="18" y="24"/>
                  </a:lnTo>
                  <a:cubicBezTo>
                    <a:pt x="19" y="24"/>
                    <a:pt x="19" y="24"/>
                    <a:pt x="20" y="24"/>
                  </a:cubicBezTo>
                  <a:cubicBezTo>
                    <a:pt x="21" y="23"/>
                    <a:pt x="23" y="21"/>
                    <a:pt x="24" y="19"/>
                  </a:cubicBezTo>
                  <a:cubicBezTo>
                    <a:pt x="25" y="18"/>
                    <a:pt x="25" y="16"/>
                    <a:pt x="2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9"/>
            <p:cNvSpPr/>
            <p:nvPr/>
          </p:nvSpPr>
          <p:spPr>
            <a:xfrm>
              <a:off x="1498685" y="-810215"/>
              <a:ext cx="10440" cy="19440"/>
            </a:xfrm>
            <a:custGeom>
              <a:rect b="b" l="l" r="r" t="t"/>
              <a:pathLst>
                <a:path extrusionOk="0" h="54" w="29">
                  <a:moveTo>
                    <a:pt x="5" y="5"/>
                  </a:moveTo>
                  <a:cubicBezTo>
                    <a:pt x="2" y="12"/>
                    <a:pt x="0" y="20"/>
                    <a:pt x="0" y="29"/>
                  </a:cubicBezTo>
                  <a:cubicBezTo>
                    <a:pt x="0" y="33"/>
                    <a:pt x="0" y="37"/>
                    <a:pt x="1" y="42"/>
                  </a:cubicBezTo>
                  <a:cubicBezTo>
                    <a:pt x="2" y="43"/>
                    <a:pt x="2" y="45"/>
                    <a:pt x="3" y="46"/>
                  </a:cubicBezTo>
                  <a:cubicBezTo>
                    <a:pt x="4" y="48"/>
                    <a:pt x="6" y="50"/>
                    <a:pt x="8" y="51"/>
                  </a:cubicBezTo>
                  <a:cubicBezTo>
                    <a:pt x="10" y="52"/>
                    <a:pt x="12" y="53"/>
                    <a:pt x="14" y="53"/>
                  </a:cubicBezTo>
                  <a:cubicBezTo>
                    <a:pt x="16" y="53"/>
                    <a:pt x="19" y="52"/>
                    <a:pt x="21" y="51"/>
                  </a:cubicBezTo>
                  <a:cubicBezTo>
                    <a:pt x="23" y="50"/>
                    <a:pt x="24" y="48"/>
                    <a:pt x="25" y="46"/>
                  </a:cubicBezTo>
                  <a:cubicBezTo>
                    <a:pt x="26" y="45"/>
                    <a:pt x="26" y="44"/>
                    <a:pt x="27" y="43"/>
                  </a:cubicBezTo>
                  <a:cubicBezTo>
                    <a:pt x="28" y="38"/>
                    <a:pt x="28" y="33"/>
                    <a:pt x="28" y="28"/>
                  </a:cubicBezTo>
                  <a:cubicBezTo>
                    <a:pt x="28" y="20"/>
                    <a:pt x="26" y="11"/>
                    <a:pt x="22" y="3"/>
                  </a:cubicBezTo>
                  <a:cubicBezTo>
                    <a:pt x="22" y="3"/>
                    <a:pt x="21" y="2"/>
                    <a:pt x="20" y="1"/>
                  </a:cubicBezTo>
                  <a:cubicBezTo>
                    <a:pt x="18" y="0"/>
                    <a:pt x="15" y="0"/>
                    <a:pt x="14" y="0"/>
                  </a:cubicBezTo>
                  <a:cubicBezTo>
                    <a:pt x="12" y="0"/>
                    <a:pt x="11" y="0"/>
                    <a:pt x="9" y="1"/>
                  </a:cubicBezTo>
                  <a:cubicBezTo>
                    <a:pt x="8" y="2"/>
                    <a:pt x="6" y="3"/>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9"/>
            <p:cNvSpPr/>
            <p:nvPr/>
          </p:nvSpPr>
          <p:spPr>
            <a:xfrm>
              <a:off x="1495445" y="-855575"/>
              <a:ext cx="8640" cy="37800"/>
            </a:xfrm>
            <a:custGeom>
              <a:rect b="b" l="l" r="r" t="t"/>
              <a:pathLst>
                <a:path extrusionOk="0" h="105" w="24">
                  <a:moveTo>
                    <a:pt x="4" y="94"/>
                  </a:moveTo>
                  <a:cubicBezTo>
                    <a:pt x="6" y="101"/>
                    <a:pt x="17" y="104"/>
                    <a:pt x="18" y="96"/>
                  </a:cubicBezTo>
                  <a:cubicBezTo>
                    <a:pt x="22" y="75"/>
                    <a:pt x="23" y="55"/>
                    <a:pt x="23" y="34"/>
                  </a:cubicBezTo>
                  <a:cubicBezTo>
                    <a:pt x="23" y="25"/>
                    <a:pt x="23" y="15"/>
                    <a:pt x="22" y="6"/>
                  </a:cubicBezTo>
                  <a:cubicBezTo>
                    <a:pt x="22" y="4"/>
                    <a:pt x="22" y="2"/>
                    <a:pt x="21" y="1"/>
                  </a:cubicBezTo>
                  <a:lnTo>
                    <a:pt x="11" y="0"/>
                  </a:lnTo>
                  <a:lnTo>
                    <a:pt x="5" y="0"/>
                  </a:lnTo>
                  <a:cubicBezTo>
                    <a:pt x="4" y="1"/>
                    <a:pt x="4" y="1"/>
                    <a:pt x="3" y="2"/>
                  </a:cubicBezTo>
                  <a:cubicBezTo>
                    <a:pt x="2" y="3"/>
                    <a:pt x="2" y="5"/>
                    <a:pt x="2" y="7"/>
                  </a:cubicBezTo>
                  <a:cubicBezTo>
                    <a:pt x="1" y="18"/>
                    <a:pt x="0" y="29"/>
                    <a:pt x="0" y="40"/>
                  </a:cubicBezTo>
                  <a:cubicBezTo>
                    <a:pt x="0" y="58"/>
                    <a:pt x="2" y="76"/>
                    <a:pt x="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9"/>
            <p:cNvSpPr/>
            <p:nvPr/>
          </p:nvSpPr>
          <p:spPr>
            <a:xfrm>
              <a:off x="1496885" y="-857015"/>
              <a:ext cx="6480" cy="2160"/>
            </a:xfrm>
            <a:custGeom>
              <a:rect b="b" l="l" r="r" t="t"/>
              <a:pathLst>
                <a:path extrusionOk="0" h="6" w="18">
                  <a:moveTo>
                    <a:pt x="17" y="5"/>
                  </a:moveTo>
                  <a:cubicBezTo>
                    <a:pt x="16" y="3"/>
                    <a:pt x="15" y="2"/>
                    <a:pt x="13" y="1"/>
                  </a:cubicBezTo>
                  <a:cubicBezTo>
                    <a:pt x="11" y="0"/>
                    <a:pt x="10" y="0"/>
                    <a:pt x="8" y="0"/>
                  </a:cubicBezTo>
                  <a:cubicBezTo>
                    <a:pt x="6" y="0"/>
                    <a:pt x="4" y="0"/>
                    <a:pt x="3" y="1"/>
                  </a:cubicBezTo>
                  <a:cubicBezTo>
                    <a:pt x="2" y="2"/>
                    <a:pt x="1" y="2"/>
                    <a:pt x="0" y="3"/>
                  </a:cubicBezTo>
                  <a:lnTo>
                    <a:pt x="7" y="3"/>
                  </a:lnTo>
                  <a:lnTo>
                    <a:pt x="17"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9"/>
            <p:cNvSpPr/>
            <p:nvPr/>
          </p:nvSpPr>
          <p:spPr>
            <a:xfrm>
              <a:off x="1514165" y="-844775"/>
              <a:ext cx="3600" cy="24120"/>
            </a:xfrm>
            <a:custGeom>
              <a:rect b="b" l="l" r="r" t="t"/>
              <a:pathLst>
                <a:path extrusionOk="0" h="67" w="10">
                  <a:moveTo>
                    <a:pt x="0" y="7"/>
                  </a:moveTo>
                  <a:cubicBezTo>
                    <a:pt x="0" y="14"/>
                    <a:pt x="0" y="22"/>
                    <a:pt x="0" y="30"/>
                  </a:cubicBezTo>
                  <a:cubicBezTo>
                    <a:pt x="0" y="41"/>
                    <a:pt x="0" y="53"/>
                    <a:pt x="1" y="64"/>
                  </a:cubicBezTo>
                  <a:cubicBezTo>
                    <a:pt x="1" y="66"/>
                    <a:pt x="4" y="66"/>
                    <a:pt x="4" y="64"/>
                  </a:cubicBezTo>
                  <a:cubicBezTo>
                    <a:pt x="5" y="50"/>
                    <a:pt x="5" y="36"/>
                    <a:pt x="7" y="21"/>
                  </a:cubicBezTo>
                  <a:cubicBezTo>
                    <a:pt x="7" y="14"/>
                    <a:pt x="9" y="7"/>
                    <a:pt x="9" y="0"/>
                  </a:cubicBezTo>
                  <a:lnTo>
                    <a:pt x="9" y="1"/>
                  </a:lnTo>
                  <a:cubicBezTo>
                    <a:pt x="8" y="3"/>
                    <a:pt x="6" y="4"/>
                    <a:pt x="5" y="5"/>
                  </a:cubicBezTo>
                  <a:cubicBezTo>
                    <a:pt x="3" y="6"/>
                    <a:pt x="1"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9"/>
            <p:cNvSpPr/>
            <p:nvPr/>
          </p:nvSpPr>
          <p:spPr>
            <a:xfrm>
              <a:off x="1526765" y="-852695"/>
              <a:ext cx="9000" cy="46440"/>
            </a:xfrm>
            <a:custGeom>
              <a:rect b="b" l="l" r="r" t="t"/>
              <a:pathLst>
                <a:path extrusionOk="0" h="129" w="25">
                  <a:moveTo>
                    <a:pt x="2" y="2"/>
                  </a:moveTo>
                  <a:cubicBezTo>
                    <a:pt x="0" y="41"/>
                    <a:pt x="8" y="81"/>
                    <a:pt x="9" y="120"/>
                  </a:cubicBezTo>
                  <a:cubicBezTo>
                    <a:pt x="9" y="127"/>
                    <a:pt x="22" y="128"/>
                    <a:pt x="22" y="120"/>
                  </a:cubicBezTo>
                  <a:cubicBezTo>
                    <a:pt x="24" y="81"/>
                    <a:pt x="22" y="41"/>
                    <a:pt x="22" y="2"/>
                  </a:cubicBezTo>
                  <a:lnTo>
                    <a:pt x="2" y="0"/>
                  </a:lnTo>
                  <a:lnTo>
                    <a:pt x="2" y="1"/>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9"/>
            <p:cNvSpPr/>
            <p:nvPr/>
          </p:nvSpPr>
          <p:spPr>
            <a:xfrm>
              <a:off x="1527845" y="-855215"/>
              <a:ext cx="7560" cy="3600"/>
            </a:xfrm>
            <a:custGeom>
              <a:rect b="b" l="l" r="r" t="t"/>
              <a:pathLst>
                <a:path extrusionOk="0" h="10" w="21">
                  <a:moveTo>
                    <a:pt x="0" y="7"/>
                  </a:moveTo>
                  <a:lnTo>
                    <a:pt x="20" y="9"/>
                  </a:lnTo>
                  <a:cubicBezTo>
                    <a:pt x="20" y="8"/>
                    <a:pt x="19" y="6"/>
                    <a:pt x="19" y="5"/>
                  </a:cubicBezTo>
                  <a:cubicBezTo>
                    <a:pt x="18" y="4"/>
                    <a:pt x="17" y="3"/>
                    <a:pt x="15" y="2"/>
                  </a:cubicBezTo>
                  <a:cubicBezTo>
                    <a:pt x="13" y="1"/>
                    <a:pt x="11" y="0"/>
                    <a:pt x="10" y="0"/>
                  </a:cubicBezTo>
                  <a:cubicBezTo>
                    <a:pt x="8" y="0"/>
                    <a:pt x="7" y="1"/>
                    <a:pt x="5" y="2"/>
                  </a:cubicBezTo>
                  <a:cubicBezTo>
                    <a:pt x="3" y="3"/>
                    <a:pt x="2" y="4"/>
                    <a:pt x="1" y="5"/>
                  </a:cubicBezTo>
                  <a:cubicBezTo>
                    <a:pt x="1" y="6"/>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9"/>
            <p:cNvSpPr/>
            <p:nvPr/>
          </p:nvSpPr>
          <p:spPr>
            <a:xfrm>
              <a:off x="1509485" y="-854495"/>
              <a:ext cx="9360" cy="12600"/>
            </a:xfrm>
            <a:custGeom>
              <a:rect b="b" l="l" r="r" t="t"/>
              <a:pathLst>
                <a:path extrusionOk="0" h="35" w="26">
                  <a:moveTo>
                    <a:pt x="13" y="34"/>
                  </a:moveTo>
                  <a:cubicBezTo>
                    <a:pt x="12" y="29"/>
                    <a:pt x="12" y="25"/>
                    <a:pt x="10" y="21"/>
                  </a:cubicBezTo>
                  <a:cubicBezTo>
                    <a:pt x="10" y="21"/>
                    <a:pt x="11" y="21"/>
                    <a:pt x="10" y="20"/>
                  </a:cubicBezTo>
                  <a:cubicBezTo>
                    <a:pt x="9" y="19"/>
                    <a:pt x="8" y="19"/>
                    <a:pt x="7" y="18"/>
                  </a:cubicBezTo>
                  <a:cubicBezTo>
                    <a:pt x="6" y="17"/>
                    <a:pt x="6" y="16"/>
                    <a:pt x="6" y="15"/>
                  </a:cubicBezTo>
                  <a:cubicBezTo>
                    <a:pt x="6" y="14"/>
                    <a:pt x="6" y="13"/>
                    <a:pt x="7" y="12"/>
                  </a:cubicBezTo>
                  <a:cubicBezTo>
                    <a:pt x="8" y="11"/>
                    <a:pt x="9" y="10"/>
                    <a:pt x="10" y="9"/>
                  </a:cubicBezTo>
                  <a:cubicBezTo>
                    <a:pt x="11" y="8"/>
                    <a:pt x="12" y="8"/>
                    <a:pt x="13" y="8"/>
                  </a:cubicBezTo>
                  <a:lnTo>
                    <a:pt x="14" y="8"/>
                  </a:lnTo>
                  <a:lnTo>
                    <a:pt x="18" y="8"/>
                  </a:lnTo>
                  <a:cubicBezTo>
                    <a:pt x="18" y="9"/>
                    <a:pt x="19" y="9"/>
                    <a:pt x="20" y="9"/>
                  </a:cubicBezTo>
                  <a:cubicBezTo>
                    <a:pt x="21" y="10"/>
                    <a:pt x="22" y="11"/>
                    <a:pt x="22" y="12"/>
                  </a:cubicBezTo>
                  <a:cubicBezTo>
                    <a:pt x="23" y="13"/>
                    <a:pt x="23" y="14"/>
                    <a:pt x="23" y="15"/>
                  </a:cubicBezTo>
                  <a:cubicBezTo>
                    <a:pt x="23" y="17"/>
                    <a:pt x="23" y="18"/>
                    <a:pt x="23" y="20"/>
                  </a:cubicBezTo>
                  <a:cubicBezTo>
                    <a:pt x="23" y="21"/>
                    <a:pt x="23" y="24"/>
                    <a:pt x="23" y="26"/>
                  </a:cubicBezTo>
                  <a:lnTo>
                    <a:pt x="23" y="25"/>
                  </a:lnTo>
                  <a:lnTo>
                    <a:pt x="23" y="24"/>
                  </a:lnTo>
                  <a:cubicBezTo>
                    <a:pt x="23" y="17"/>
                    <a:pt x="25" y="10"/>
                    <a:pt x="25" y="3"/>
                  </a:cubicBezTo>
                  <a:lnTo>
                    <a:pt x="0" y="0"/>
                  </a:lnTo>
                  <a:cubicBezTo>
                    <a:pt x="0" y="8"/>
                    <a:pt x="1" y="16"/>
                    <a:pt x="2" y="24"/>
                  </a:cubicBezTo>
                  <a:cubicBezTo>
                    <a:pt x="2" y="26"/>
                    <a:pt x="2" y="27"/>
                    <a:pt x="3" y="29"/>
                  </a:cubicBezTo>
                  <a:cubicBezTo>
                    <a:pt x="4" y="30"/>
                    <a:pt x="5" y="31"/>
                    <a:pt x="7" y="32"/>
                  </a:cubicBezTo>
                  <a:cubicBezTo>
                    <a:pt x="9" y="33"/>
                    <a:pt x="10" y="34"/>
                    <a:pt x="12" y="34"/>
                  </a:cubicBezTo>
                  <a:lnTo>
                    <a:pt x="13"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9"/>
            <p:cNvSpPr/>
            <p:nvPr/>
          </p:nvSpPr>
          <p:spPr>
            <a:xfrm>
              <a:off x="1508765" y="-857735"/>
              <a:ext cx="10440" cy="4680"/>
            </a:xfrm>
            <a:custGeom>
              <a:rect b="b" l="l" r="r" t="t"/>
              <a:pathLst>
                <a:path extrusionOk="0" h="13" w="29">
                  <a:moveTo>
                    <a:pt x="28" y="12"/>
                  </a:moveTo>
                  <a:cubicBezTo>
                    <a:pt x="28" y="8"/>
                    <a:pt x="28" y="4"/>
                    <a:pt x="28" y="0"/>
                  </a:cubicBezTo>
                  <a:lnTo>
                    <a:pt x="0" y="0"/>
                  </a:lnTo>
                  <a:cubicBezTo>
                    <a:pt x="0" y="3"/>
                    <a:pt x="0" y="6"/>
                    <a:pt x="0" y="9"/>
                  </a:cubicBezTo>
                  <a:lnTo>
                    <a:pt x="28"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9"/>
            <p:cNvSpPr/>
            <p:nvPr/>
          </p:nvSpPr>
          <p:spPr>
            <a:xfrm>
              <a:off x="1511645" y="-851255"/>
              <a:ext cx="6480" cy="9360"/>
            </a:xfrm>
            <a:custGeom>
              <a:rect b="b" l="l" r="r" t="t"/>
              <a:pathLst>
                <a:path extrusionOk="0" h="26" w="18">
                  <a:moveTo>
                    <a:pt x="12" y="0"/>
                  </a:moveTo>
                  <a:lnTo>
                    <a:pt x="8" y="0"/>
                  </a:lnTo>
                  <a:lnTo>
                    <a:pt x="7" y="0"/>
                  </a:lnTo>
                  <a:cubicBezTo>
                    <a:pt x="6" y="0"/>
                    <a:pt x="5" y="0"/>
                    <a:pt x="4" y="1"/>
                  </a:cubicBezTo>
                  <a:cubicBezTo>
                    <a:pt x="3" y="2"/>
                    <a:pt x="2" y="2"/>
                    <a:pt x="1" y="3"/>
                  </a:cubicBezTo>
                  <a:cubicBezTo>
                    <a:pt x="0" y="4"/>
                    <a:pt x="0" y="4"/>
                    <a:pt x="0" y="6"/>
                  </a:cubicBezTo>
                  <a:cubicBezTo>
                    <a:pt x="0" y="7"/>
                    <a:pt x="0" y="9"/>
                    <a:pt x="1" y="10"/>
                  </a:cubicBezTo>
                  <a:cubicBezTo>
                    <a:pt x="2" y="11"/>
                    <a:pt x="3" y="12"/>
                    <a:pt x="4" y="12"/>
                  </a:cubicBezTo>
                  <a:cubicBezTo>
                    <a:pt x="6" y="17"/>
                    <a:pt x="6" y="21"/>
                    <a:pt x="7" y="25"/>
                  </a:cubicBezTo>
                  <a:cubicBezTo>
                    <a:pt x="9" y="25"/>
                    <a:pt x="10" y="25"/>
                    <a:pt x="12" y="24"/>
                  </a:cubicBezTo>
                  <a:cubicBezTo>
                    <a:pt x="14" y="23"/>
                    <a:pt x="15" y="22"/>
                    <a:pt x="16" y="20"/>
                  </a:cubicBezTo>
                  <a:cubicBezTo>
                    <a:pt x="16" y="19"/>
                    <a:pt x="17" y="19"/>
                    <a:pt x="17" y="18"/>
                  </a:cubicBezTo>
                  <a:cubicBezTo>
                    <a:pt x="17" y="16"/>
                    <a:pt x="17" y="15"/>
                    <a:pt x="17" y="13"/>
                  </a:cubicBezTo>
                  <a:cubicBezTo>
                    <a:pt x="17" y="11"/>
                    <a:pt x="17" y="9"/>
                    <a:pt x="17" y="7"/>
                  </a:cubicBezTo>
                  <a:cubicBezTo>
                    <a:pt x="17" y="6"/>
                    <a:pt x="17" y="4"/>
                    <a:pt x="16" y="3"/>
                  </a:cubicBezTo>
                  <a:cubicBezTo>
                    <a:pt x="15" y="2"/>
                    <a:pt x="15" y="1"/>
                    <a:pt x="14" y="1"/>
                  </a:cubicBezTo>
                  <a:cubicBezTo>
                    <a:pt x="13" y="0"/>
                    <a:pt x="12" y="0"/>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9"/>
            <p:cNvSpPr/>
            <p:nvPr/>
          </p:nvSpPr>
          <p:spPr>
            <a:xfrm>
              <a:off x="1541885" y="-851615"/>
              <a:ext cx="9000" cy="45000"/>
            </a:xfrm>
            <a:custGeom>
              <a:rect b="b" l="l" r="r" t="t"/>
              <a:pathLst>
                <a:path extrusionOk="0" h="125" w="25">
                  <a:moveTo>
                    <a:pt x="11" y="120"/>
                  </a:moveTo>
                  <a:cubicBezTo>
                    <a:pt x="11" y="121"/>
                    <a:pt x="11" y="121"/>
                    <a:pt x="11" y="122"/>
                  </a:cubicBezTo>
                  <a:cubicBezTo>
                    <a:pt x="11" y="123"/>
                    <a:pt x="12" y="122"/>
                    <a:pt x="13" y="123"/>
                  </a:cubicBezTo>
                  <a:cubicBezTo>
                    <a:pt x="14" y="124"/>
                    <a:pt x="14" y="124"/>
                    <a:pt x="15" y="124"/>
                  </a:cubicBezTo>
                  <a:cubicBezTo>
                    <a:pt x="15" y="124"/>
                    <a:pt x="16" y="124"/>
                    <a:pt x="17" y="123"/>
                  </a:cubicBezTo>
                  <a:cubicBezTo>
                    <a:pt x="17" y="123"/>
                    <a:pt x="18" y="123"/>
                    <a:pt x="18" y="122"/>
                  </a:cubicBezTo>
                  <a:cubicBezTo>
                    <a:pt x="18" y="121"/>
                    <a:pt x="18" y="121"/>
                    <a:pt x="18" y="120"/>
                  </a:cubicBezTo>
                  <a:cubicBezTo>
                    <a:pt x="22" y="96"/>
                    <a:pt x="24" y="72"/>
                    <a:pt x="24" y="48"/>
                  </a:cubicBezTo>
                  <a:cubicBezTo>
                    <a:pt x="24" y="45"/>
                    <a:pt x="24" y="42"/>
                    <a:pt x="24" y="38"/>
                  </a:cubicBezTo>
                  <a:cubicBezTo>
                    <a:pt x="23" y="32"/>
                    <a:pt x="23" y="26"/>
                    <a:pt x="23" y="20"/>
                  </a:cubicBezTo>
                  <a:cubicBezTo>
                    <a:pt x="23" y="14"/>
                    <a:pt x="23" y="8"/>
                    <a:pt x="24" y="2"/>
                  </a:cubicBezTo>
                  <a:lnTo>
                    <a:pt x="0" y="0"/>
                  </a:lnTo>
                  <a:cubicBezTo>
                    <a:pt x="1" y="40"/>
                    <a:pt x="9" y="79"/>
                    <a:pt x="11"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9"/>
            <p:cNvSpPr/>
            <p:nvPr/>
          </p:nvSpPr>
          <p:spPr>
            <a:xfrm>
              <a:off x="1541525" y="-857375"/>
              <a:ext cx="9000" cy="6840"/>
            </a:xfrm>
            <a:custGeom>
              <a:rect b="b" l="l" r="r" t="t"/>
              <a:pathLst>
                <a:path extrusionOk="0" h="19" w="25">
                  <a:moveTo>
                    <a:pt x="1" y="16"/>
                  </a:moveTo>
                  <a:lnTo>
                    <a:pt x="24" y="18"/>
                  </a:lnTo>
                  <a:cubicBezTo>
                    <a:pt x="24" y="12"/>
                    <a:pt x="24" y="6"/>
                    <a:pt x="24" y="1"/>
                  </a:cubicBezTo>
                  <a:lnTo>
                    <a:pt x="0" y="0"/>
                  </a:lnTo>
                  <a:lnTo>
                    <a:pt x="0" y="1"/>
                  </a:lnTo>
                  <a:cubicBezTo>
                    <a:pt x="0" y="6"/>
                    <a:pt x="0"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9"/>
            <p:cNvSpPr/>
            <p:nvPr/>
          </p:nvSpPr>
          <p:spPr>
            <a:xfrm>
              <a:off x="1553765" y="-850535"/>
              <a:ext cx="12600" cy="29520"/>
            </a:xfrm>
            <a:custGeom>
              <a:rect b="b" l="l" r="r" t="t"/>
              <a:pathLst>
                <a:path extrusionOk="0" h="82" w="35">
                  <a:moveTo>
                    <a:pt x="6" y="21"/>
                  </a:moveTo>
                  <a:cubicBezTo>
                    <a:pt x="6" y="26"/>
                    <a:pt x="7" y="31"/>
                    <a:pt x="7" y="36"/>
                  </a:cubicBezTo>
                  <a:cubicBezTo>
                    <a:pt x="7" y="45"/>
                    <a:pt x="6" y="53"/>
                    <a:pt x="4" y="62"/>
                  </a:cubicBezTo>
                  <a:cubicBezTo>
                    <a:pt x="0" y="73"/>
                    <a:pt x="18" y="81"/>
                    <a:pt x="24" y="70"/>
                  </a:cubicBezTo>
                  <a:cubicBezTo>
                    <a:pt x="28" y="59"/>
                    <a:pt x="31" y="47"/>
                    <a:pt x="31" y="34"/>
                  </a:cubicBezTo>
                  <a:cubicBezTo>
                    <a:pt x="31" y="23"/>
                    <a:pt x="33" y="12"/>
                    <a:pt x="34" y="1"/>
                  </a:cubicBezTo>
                  <a:lnTo>
                    <a:pt x="8" y="0"/>
                  </a:lnTo>
                  <a:cubicBezTo>
                    <a:pt x="7" y="7"/>
                    <a:pt x="6" y="14"/>
                    <a:pt x="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9"/>
            <p:cNvSpPr/>
            <p:nvPr/>
          </p:nvSpPr>
          <p:spPr>
            <a:xfrm>
              <a:off x="1556285" y="-856655"/>
              <a:ext cx="10440" cy="6840"/>
            </a:xfrm>
            <a:custGeom>
              <a:rect b="b" l="l" r="r" t="t"/>
              <a:pathLst>
                <a:path extrusionOk="0" h="19" w="29">
                  <a:moveTo>
                    <a:pt x="0" y="16"/>
                  </a:moveTo>
                  <a:lnTo>
                    <a:pt x="27" y="18"/>
                  </a:lnTo>
                  <a:cubicBezTo>
                    <a:pt x="27" y="12"/>
                    <a:pt x="28" y="7"/>
                    <a:pt x="28" y="2"/>
                  </a:cubicBezTo>
                  <a:lnTo>
                    <a:pt x="3" y="0"/>
                  </a:lnTo>
                  <a:cubicBezTo>
                    <a:pt x="2" y="2"/>
                    <a:pt x="2" y="4"/>
                    <a:pt x="2" y="6"/>
                  </a:cubicBezTo>
                  <a:cubicBezTo>
                    <a:pt x="1" y="10"/>
                    <a:pt x="1" y="13"/>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9"/>
            <p:cNvSpPr/>
            <p:nvPr/>
          </p:nvSpPr>
          <p:spPr>
            <a:xfrm>
              <a:off x="1574645" y="-850175"/>
              <a:ext cx="10800" cy="34920"/>
            </a:xfrm>
            <a:custGeom>
              <a:rect b="b" l="l" r="r" t="t"/>
              <a:pathLst>
                <a:path extrusionOk="0" h="97" w="30">
                  <a:moveTo>
                    <a:pt x="1" y="29"/>
                  </a:moveTo>
                  <a:cubicBezTo>
                    <a:pt x="3" y="49"/>
                    <a:pt x="4" y="68"/>
                    <a:pt x="5" y="88"/>
                  </a:cubicBezTo>
                  <a:cubicBezTo>
                    <a:pt x="5" y="95"/>
                    <a:pt x="18" y="96"/>
                    <a:pt x="19" y="88"/>
                  </a:cubicBezTo>
                  <a:cubicBezTo>
                    <a:pt x="20" y="72"/>
                    <a:pt x="22" y="55"/>
                    <a:pt x="23" y="39"/>
                  </a:cubicBezTo>
                  <a:cubicBezTo>
                    <a:pt x="23" y="26"/>
                    <a:pt x="29" y="12"/>
                    <a:pt x="29" y="0"/>
                  </a:cubicBezTo>
                  <a:lnTo>
                    <a:pt x="2" y="0"/>
                  </a:lnTo>
                  <a:cubicBezTo>
                    <a:pt x="1" y="6"/>
                    <a:pt x="0" y="12"/>
                    <a:pt x="0" y="19"/>
                  </a:cubicBezTo>
                  <a:cubicBezTo>
                    <a:pt x="0" y="22"/>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9"/>
            <p:cNvSpPr/>
            <p:nvPr/>
          </p:nvSpPr>
          <p:spPr>
            <a:xfrm>
              <a:off x="1575725" y="-854495"/>
              <a:ext cx="9720" cy="5040"/>
            </a:xfrm>
            <a:custGeom>
              <a:rect b="b" l="l" r="r" t="t"/>
              <a:pathLst>
                <a:path extrusionOk="0" h="14" w="27">
                  <a:moveTo>
                    <a:pt x="26" y="13"/>
                  </a:moveTo>
                  <a:cubicBezTo>
                    <a:pt x="26" y="12"/>
                    <a:pt x="26" y="12"/>
                    <a:pt x="26" y="12"/>
                  </a:cubicBezTo>
                  <a:cubicBezTo>
                    <a:pt x="26" y="9"/>
                    <a:pt x="25" y="5"/>
                    <a:pt x="24" y="2"/>
                  </a:cubicBezTo>
                  <a:lnTo>
                    <a:pt x="5" y="0"/>
                  </a:lnTo>
                  <a:cubicBezTo>
                    <a:pt x="3" y="3"/>
                    <a:pt x="1"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9"/>
            <p:cNvSpPr/>
            <p:nvPr/>
          </p:nvSpPr>
          <p:spPr>
            <a:xfrm>
              <a:off x="1378445" y="-761975"/>
              <a:ext cx="44640" cy="10080"/>
            </a:xfrm>
            <a:custGeom>
              <a:rect b="b" l="l" r="r" t="t"/>
              <a:pathLst>
                <a:path extrusionOk="0" h="28" w="124">
                  <a:moveTo>
                    <a:pt x="123" y="2"/>
                  </a:moveTo>
                  <a:cubicBezTo>
                    <a:pt x="103" y="0"/>
                    <a:pt x="82" y="1"/>
                    <a:pt x="61" y="1"/>
                  </a:cubicBezTo>
                  <a:cubicBezTo>
                    <a:pt x="56" y="0"/>
                    <a:pt x="50" y="0"/>
                    <a:pt x="45" y="0"/>
                  </a:cubicBezTo>
                  <a:cubicBezTo>
                    <a:pt x="33" y="0"/>
                    <a:pt x="21" y="1"/>
                    <a:pt x="9" y="2"/>
                  </a:cubicBezTo>
                  <a:cubicBezTo>
                    <a:pt x="8" y="2"/>
                    <a:pt x="6" y="3"/>
                    <a:pt x="5" y="3"/>
                  </a:cubicBezTo>
                  <a:cubicBezTo>
                    <a:pt x="4" y="4"/>
                    <a:pt x="2" y="5"/>
                    <a:pt x="1" y="7"/>
                  </a:cubicBezTo>
                  <a:cubicBezTo>
                    <a:pt x="0" y="9"/>
                    <a:pt x="0" y="11"/>
                    <a:pt x="0" y="13"/>
                  </a:cubicBezTo>
                  <a:cubicBezTo>
                    <a:pt x="0" y="15"/>
                    <a:pt x="0" y="16"/>
                    <a:pt x="1" y="18"/>
                  </a:cubicBezTo>
                  <a:cubicBezTo>
                    <a:pt x="2" y="20"/>
                    <a:pt x="4" y="22"/>
                    <a:pt x="5" y="22"/>
                  </a:cubicBezTo>
                  <a:cubicBezTo>
                    <a:pt x="6" y="23"/>
                    <a:pt x="8" y="24"/>
                    <a:pt x="9" y="24"/>
                  </a:cubicBezTo>
                  <a:cubicBezTo>
                    <a:pt x="24" y="26"/>
                    <a:pt x="39" y="27"/>
                    <a:pt x="55" y="27"/>
                  </a:cubicBezTo>
                  <a:cubicBezTo>
                    <a:pt x="60" y="27"/>
                    <a:pt x="66" y="26"/>
                    <a:pt x="72" y="26"/>
                  </a:cubicBezTo>
                  <a:cubicBezTo>
                    <a:pt x="80" y="27"/>
                    <a:pt x="88" y="27"/>
                    <a:pt x="97" y="27"/>
                  </a:cubicBezTo>
                  <a:cubicBezTo>
                    <a:pt x="105" y="27"/>
                    <a:pt x="114" y="27"/>
                    <a:pt x="122" y="26"/>
                  </a:cubicBezTo>
                  <a:lnTo>
                    <a:pt x="123" y="26"/>
                  </a:lnTo>
                  <a:cubicBezTo>
                    <a:pt x="123" y="23"/>
                    <a:pt x="123" y="19"/>
                    <a:pt x="123" y="16"/>
                  </a:cubicBezTo>
                  <a:cubicBezTo>
                    <a:pt x="123" y="12"/>
                    <a:pt x="123" y="6"/>
                    <a:pt x="12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9"/>
            <p:cNvSpPr/>
            <p:nvPr/>
          </p:nvSpPr>
          <p:spPr>
            <a:xfrm>
              <a:off x="1401125" y="-776015"/>
              <a:ext cx="21960" cy="9360"/>
            </a:xfrm>
            <a:custGeom>
              <a:rect b="b" l="l" r="r" t="t"/>
              <a:pathLst>
                <a:path extrusionOk="0" h="26" w="61">
                  <a:moveTo>
                    <a:pt x="35" y="0"/>
                  </a:moveTo>
                  <a:cubicBezTo>
                    <a:pt x="26" y="0"/>
                    <a:pt x="16" y="2"/>
                    <a:pt x="7" y="4"/>
                  </a:cubicBezTo>
                  <a:cubicBezTo>
                    <a:pt x="6" y="4"/>
                    <a:pt x="5" y="4"/>
                    <a:pt x="4" y="5"/>
                  </a:cubicBezTo>
                  <a:cubicBezTo>
                    <a:pt x="3" y="6"/>
                    <a:pt x="2" y="7"/>
                    <a:pt x="1" y="8"/>
                  </a:cubicBezTo>
                  <a:cubicBezTo>
                    <a:pt x="0" y="9"/>
                    <a:pt x="0" y="10"/>
                    <a:pt x="0" y="12"/>
                  </a:cubicBezTo>
                  <a:cubicBezTo>
                    <a:pt x="0" y="13"/>
                    <a:pt x="0" y="15"/>
                    <a:pt x="1" y="16"/>
                  </a:cubicBezTo>
                  <a:cubicBezTo>
                    <a:pt x="2" y="17"/>
                    <a:pt x="3" y="18"/>
                    <a:pt x="4" y="19"/>
                  </a:cubicBezTo>
                  <a:cubicBezTo>
                    <a:pt x="5" y="20"/>
                    <a:pt x="6" y="20"/>
                    <a:pt x="7" y="20"/>
                  </a:cubicBezTo>
                  <a:cubicBezTo>
                    <a:pt x="20" y="22"/>
                    <a:pt x="34" y="24"/>
                    <a:pt x="47" y="25"/>
                  </a:cubicBezTo>
                  <a:cubicBezTo>
                    <a:pt x="49" y="25"/>
                    <a:pt x="52" y="25"/>
                    <a:pt x="54" y="25"/>
                  </a:cubicBezTo>
                  <a:cubicBezTo>
                    <a:pt x="56" y="25"/>
                    <a:pt x="58" y="25"/>
                    <a:pt x="60" y="25"/>
                  </a:cubicBezTo>
                  <a:cubicBezTo>
                    <a:pt x="60" y="17"/>
                    <a:pt x="59" y="8"/>
                    <a:pt x="58" y="0"/>
                  </a:cubicBezTo>
                  <a:cubicBezTo>
                    <a:pt x="50" y="1"/>
                    <a:pt x="42" y="0"/>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9"/>
            <p:cNvSpPr/>
            <p:nvPr/>
          </p:nvSpPr>
          <p:spPr>
            <a:xfrm>
              <a:off x="1383845" y="-798695"/>
              <a:ext cx="36360" cy="11160"/>
            </a:xfrm>
            <a:custGeom>
              <a:rect b="b" l="l" r="r" t="t"/>
              <a:pathLst>
                <a:path extrusionOk="0" h="31" w="101">
                  <a:moveTo>
                    <a:pt x="64" y="8"/>
                  </a:moveTo>
                  <a:cubicBezTo>
                    <a:pt x="46" y="8"/>
                    <a:pt x="29" y="8"/>
                    <a:pt x="11" y="10"/>
                  </a:cubicBezTo>
                  <a:cubicBezTo>
                    <a:pt x="2" y="11"/>
                    <a:pt x="0" y="25"/>
                    <a:pt x="10" y="27"/>
                  </a:cubicBezTo>
                  <a:cubicBezTo>
                    <a:pt x="23" y="29"/>
                    <a:pt x="37" y="30"/>
                    <a:pt x="50" y="30"/>
                  </a:cubicBezTo>
                  <a:cubicBezTo>
                    <a:pt x="60" y="30"/>
                    <a:pt x="70" y="30"/>
                    <a:pt x="80" y="28"/>
                  </a:cubicBezTo>
                  <a:cubicBezTo>
                    <a:pt x="87" y="27"/>
                    <a:pt x="93" y="26"/>
                    <a:pt x="100" y="24"/>
                  </a:cubicBezTo>
                  <a:cubicBezTo>
                    <a:pt x="100" y="16"/>
                    <a:pt x="98" y="8"/>
                    <a:pt x="97" y="0"/>
                  </a:cubicBezTo>
                  <a:cubicBezTo>
                    <a:pt x="87" y="4"/>
                    <a:pt x="75" y="7"/>
                    <a:pt x="6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9"/>
            <p:cNvSpPr/>
            <p:nvPr/>
          </p:nvSpPr>
          <p:spPr>
            <a:xfrm>
              <a:off x="1395365" y="-817055"/>
              <a:ext cx="23040" cy="9000"/>
            </a:xfrm>
            <a:custGeom>
              <a:rect b="b" l="l" r="r" t="t"/>
              <a:pathLst>
                <a:path extrusionOk="0" h="25" w="64">
                  <a:moveTo>
                    <a:pt x="7" y="7"/>
                  </a:moveTo>
                  <a:cubicBezTo>
                    <a:pt x="2" y="9"/>
                    <a:pt x="0" y="18"/>
                    <a:pt x="6" y="19"/>
                  </a:cubicBezTo>
                  <a:cubicBezTo>
                    <a:pt x="22" y="22"/>
                    <a:pt x="37" y="24"/>
                    <a:pt x="53" y="24"/>
                  </a:cubicBezTo>
                  <a:cubicBezTo>
                    <a:pt x="56" y="24"/>
                    <a:pt x="60" y="24"/>
                    <a:pt x="63" y="24"/>
                  </a:cubicBezTo>
                  <a:cubicBezTo>
                    <a:pt x="63" y="16"/>
                    <a:pt x="62" y="8"/>
                    <a:pt x="61" y="0"/>
                  </a:cubicBezTo>
                  <a:cubicBezTo>
                    <a:pt x="43" y="1"/>
                    <a:pt x="25" y="4"/>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9"/>
            <p:cNvSpPr/>
            <p:nvPr/>
          </p:nvSpPr>
          <p:spPr>
            <a:xfrm>
              <a:off x="1390685" y="-837935"/>
              <a:ext cx="26280" cy="10080"/>
            </a:xfrm>
            <a:custGeom>
              <a:rect b="b" l="l" r="r" t="t"/>
              <a:pathLst>
                <a:path extrusionOk="0" h="28" w="73">
                  <a:moveTo>
                    <a:pt x="8" y="8"/>
                  </a:moveTo>
                  <a:cubicBezTo>
                    <a:pt x="1" y="9"/>
                    <a:pt x="0" y="21"/>
                    <a:pt x="8" y="22"/>
                  </a:cubicBezTo>
                  <a:cubicBezTo>
                    <a:pt x="19" y="25"/>
                    <a:pt x="30" y="27"/>
                    <a:pt x="41" y="27"/>
                  </a:cubicBezTo>
                  <a:cubicBezTo>
                    <a:pt x="41" y="27"/>
                    <a:pt x="42" y="27"/>
                    <a:pt x="43" y="27"/>
                  </a:cubicBezTo>
                  <a:lnTo>
                    <a:pt x="72" y="23"/>
                  </a:lnTo>
                  <a:cubicBezTo>
                    <a:pt x="72" y="15"/>
                    <a:pt x="70" y="7"/>
                    <a:pt x="70" y="0"/>
                  </a:cubicBezTo>
                  <a:cubicBezTo>
                    <a:pt x="49" y="1"/>
                    <a:pt x="28" y="4"/>
                    <a:pt x="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9"/>
            <p:cNvSpPr/>
            <p:nvPr/>
          </p:nvSpPr>
          <p:spPr>
            <a:xfrm>
              <a:off x="1387805" y="-972215"/>
              <a:ext cx="37800" cy="99360"/>
            </a:xfrm>
            <a:custGeom>
              <a:rect b="b" l="l" r="r" t="t"/>
              <a:pathLst>
                <a:path extrusionOk="0" h="276" w="105">
                  <a:moveTo>
                    <a:pt x="1" y="33"/>
                  </a:moveTo>
                  <a:cubicBezTo>
                    <a:pt x="6" y="45"/>
                    <a:pt x="12" y="58"/>
                    <a:pt x="18" y="71"/>
                  </a:cubicBezTo>
                  <a:cubicBezTo>
                    <a:pt x="48" y="136"/>
                    <a:pt x="72" y="205"/>
                    <a:pt x="90" y="275"/>
                  </a:cubicBezTo>
                  <a:lnTo>
                    <a:pt x="102" y="275"/>
                  </a:lnTo>
                  <a:lnTo>
                    <a:pt x="104" y="275"/>
                  </a:lnTo>
                  <a:cubicBezTo>
                    <a:pt x="84" y="210"/>
                    <a:pt x="56" y="145"/>
                    <a:pt x="33" y="84"/>
                  </a:cubicBezTo>
                  <a:cubicBezTo>
                    <a:pt x="24" y="59"/>
                    <a:pt x="17" y="22"/>
                    <a:pt x="0" y="0"/>
                  </a:cubicBezTo>
                  <a:cubicBezTo>
                    <a:pt x="1" y="6"/>
                    <a:pt x="2" y="12"/>
                    <a:pt x="2" y="18"/>
                  </a:cubicBezTo>
                  <a:cubicBezTo>
                    <a:pt x="2" y="23"/>
                    <a:pt x="1" y="28"/>
                    <a:pt x="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9"/>
            <p:cNvSpPr/>
            <p:nvPr/>
          </p:nvSpPr>
          <p:spPr>
            <a:xfrm>
              <a:off x="1418045" y="-809135"/>
              <a:ext cx="5040" cy="10800"/>
            </a:xfrm>
            <a:custGeom>
              <a:rect b="b" l="l" r="r" t="t"/>
              <a:pathLst>
                <a:path extrusionOk="0" h="30" w="14">
                  <a:moveTo>
                    <a:pt x="12" y="0"/>
                  </a:moveTo>
                  <a:cubicBezTo>
                    <a:pt x="8" y="1"/>
                    <a:pt x="4" y="1"/>
                    <a:pt x="0" y="2"/>
                  </a:cubicBezTo>
                  <a:cubicBezTo>
                    <a:pt x="0" y="11"/>
                    <a:pt x="2" y="20"/>
                    <a:pt x="3" y="29"/>
                  </a:cubicBezTo>
                  <a:lnTo>
                    <a:pt x="13" y="25"/>
                  </a:lnTo>
                  <a:cubicBezTo>
                    <a:pt x="13" y="17"/>
                    <a:pt x="13" y="8"/>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9"/>
            <p:cNvSpPr/>
            <p:nvPr/>
          </p:nvSpPr>
          <p:spPr>
            <a:xfrm>
              <a:off x="1421645" y="-865655"/>
              <a:ext cx="3960" cy="9720"/>
            </a:xfrm>
            <a:custGeom>
              <a:rect b="b" l="l" r="r" t="t"/>
              <a:pathLst>
                <a:path extrusionOk="0" h="27" w="11">
                  <a:moveTo>
                    <a:pt x="0" y="20"/>
                  </a:moveTo>
                  <a:lnTo>
                    <a:pt x="2" y="26"/>
                  </a:lnTo>
                  <a:lnTo>
                    <a:pt x="3" y="26"/>
                  </a:lnTo>
                  <a:cubicBezTo>
                    <a:pt x="4" y="24"/>
                    <a:pt x="6" y="22"/>
                    <a:pt x="8" y="20"/>
                  </a:cubicBezTo>
                  <a:cubicBezTo>
                    <a:pt x="9" y="19"/>
                    <a:pt x="9" y="20"/>
                    <a:pt x="10" y="20"/>
                  </a:cubicBezTo>
                  <a:cubicBezTo>
                    <a:pt x="7" y="13"/>
                    <a:pt x="3" y="7"/>
                    <a:pt x="0" y="0"/>
                  </a:cubicBezTo>
                  <a:cubicBezTo>
                    <a:pt x="0" y="7"/>
                    <a:pt x="0" y="13"/>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9"/>
            <p:cNvSpPr/>
            <p:nvPr/>
          </p:nvSpPr>
          <p:spPr>
            <a:xfrm>
              <a:off x="1389965" y="-926855"/>
              <a:ext cx="19800" cy="54720"/>
            </a:xfrm>
            <a:custGeom>
              <a:rect b="b" l="l" r="r" t="t"/>
              <a:pathLst>
                <a:path extrusionOk="0" h="152" w="55">
                  <a:moveTo>
                    <a:pt x="47" y="118"/>
                  </a:moveTo>
                  <a:cubicBezTo>
                    <a:pt x="31" y="80"/>
                    <a:pt x="15" y="41"/>
                    <a:pt x="0" y="0"/>
                  </a:cubicBezTo>
                  <a:lnTo>
                    <a:pt x="7" y="28"/>
                  </a:lnTo>
                  <a:cubicBezTo>
                    <a:pt x="19" y="70"/>
                    <a:pt x="38" y="110"/>
                    <a:pt x="52" y="151"/>
                  </a:cubicBezTo>
                  <a:lnTo>
                    <a:pt x="54" y="150"/>
                  </a:lnTo>
                  <a:cubicBezTo>
                    <a:pt x="52" y="139"/>
                    <a:pt x="50" y="129"/>
                    <a:pt x="47"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9"/>
            <p:cNvSpPr/>
            <p:nvPr/>
          </p:nvSpPr>
          <p:spPr>
            <a:xfrm>
              <a:off x="1416605" y="-830015"/>
              <a:ext cx="5400" cy="12960"/>
            </a:xfrm>
            <a:custGeom>
              <a:rect b="b" l="l" r="r" t="t"/>
              <a:pathLst>
                <a:path extrusionOk="0" h="36" w="15">
                  <a:moveTo>
                    <a:pt x="2" y="0"/>
                  </a:moveTo>
                  <a:lnTo>
                    <a:pt x="1" y="0"/>
                  </a:lnTo>
                  <a:lnTo>
                    <a:pt x="0" y="0"/>
                  </a:lnTo>
                  <a:lnTo>
                    <a:pt x="3" y="35"/>
                  </a:lnTo>
                  <a:lnTo>
                    <a:pt x="14" y="34"/>
                  </a:lnTo>
                  <a:cubicBezTo>
                    <a:pt x="9" y="23"/>
                    <a:pt x="5" y="1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9"/>
            <p:cNvSpPr/>
            <p:nvPr/>
          </p:nvSpPr>
          <p:spPr>
            <a:xfrm>
              <a:off x="1419845" y="-791135"/>
              <a:ext cx="3600" cy="15480"/>
            </a:xfrm>
            <a:custGeom>
              <a:rect b="b" l="l" r="r" t="t"/>
              <a:pathLst>
                <a:path extrusionOk="0" h="43" w="10">
                  <a:moveTo>
                    <a:pt x="8" y="0"/>
                  </a:moveTo>
                  <a:lnTo>
                    <a:pt x="0" y="2"/>
                  </a:lnTo>
                  <a:cubicBezTo>
                    <a:pt x="2" y="12"/>
                    <a:pt x="3" y="22"/>
                    <a:pt x="4" y="32"/>
                  </a:cubicBezTo>
                  <a:cubicBezTo>
                    <a:pt x="4" y="35"/>
                    <a:pt x="4" y="39"/>
                    <a:pt x="5" y="42"/>
                  </a:cubicBezTo>
                  <a:lnTo>
                    <a:pt x="9" y="42"/>
                  </a:lnTo>
                  <a:cubicBezTo>
                    <a:pt x="9" y="28"/>
                    <a:pt x="9" y="14"/>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9"/>
            <p:cNvSpPr/>
            <p:nvPr/>
          </p:nvSpPr>
          <p:spPr>
            <a:xfrm>
              <a:off x="1422365" y="-767015"/>
              <a:ext cx="1080" cy="6120"/>
            </a:xfrm>
            <a:custGeom>
              <a:rect b="b" l="l" r="r" t="t"/>
              <a:pathLst>
                <a:path extrusionOk="0" h="17" w="3">
                  <a:moveTo>
                    <a:pt x="2" y="0"/>
                  </a:moveTo>
                  <a:lnTo>
                    <a:pt x="0" y="0"/>
                  </a:lnTo>
                  <a:cubicBezTo>
                    <a:pt x="0" y="5"/>
                    <a:pt x="0" y="10"/>
                    <a:pt x="0" y="16"/>
                  </a:cubicBezTo>
                  <a:cubicBezTo>
                    <a:pt x="2" y="11"/>
                    <a:pt x="2" y="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9"/>
            <p:cNvSpPr/>
            <p:nvPr/>
          </p:nvSpPr>
          <p:spPr>
            <a:xfrm>
              <a:off x="1424885" y="-849455"/>
              <a:ext cx="14040" cy="156600"/>
            </a:xfrm>
            <a:custGeom>
              <a:rect b="b" l="l" r="r" t="t"/>
              <a:pathLst>
                <a:path extrusionOk="0" h="435" w="39">
                  <a:moveTo>
                    <a:pt x="0" y="0"/>
                  </a:moveTo>
                  <a:cubicBezTo>
                    <a:pt x="2" y="6"/>
                    <a:pt x="4" y="12"/>
                    <a:pt x="6" y="18"/>
                  </a:cubicBezTo>
                  <a:cubicBezTo>
                    <a:pt x="9" y="38"/>
                    <a:pt x="11" y="59"/>
                    <a:pt x="11" y="80"/>
                  </a:cubicBezTo>
                  <a:cubicBezTo>
                    <a:pt x="11" y="87"/>
                    <a:pt x="11" y="94"/>
                    <a:pt x="11" y="101"/>
                  </a:cubicBezTo>
                  <a:cubicBezTo>
                    <a:pt x="11" y="112"/>
                    <a:pt x="11" y="123"/>
                    <a:pt x="12" y="134"/>
                  </a:cubicBezTo>
                  <a:cubicBezTo>
                    <a:pt x="23" y="134"/>
                    <a:pt x="32" y="150"/>
                    <a:pt x="18" y="154"/>
                  </a:cubicBezTo>
                  <a:lnTo>
                    <a:pt x="14" y="155"/>
                  </a:lnTo>
                  <a:cubicBezTo>
                    <a:pt x="17" y="180"/>
                    <a:pt x="19" y="205"/>
                    <a:pt x="20" y="229"/>
                  </a:cubicBezTo>
                  <a:cubicBezTo>
                    <a:pt x="20" y="264"/>
                    <a:pt x="18" y="299"/>
                    <a:pt x="16" y="334"/>
                  </a:cubicBezTo>
                  <a:lnTo>
                    <a:pt x="19" y="334"/>
                  </a:lnTo>
                  <a:cubicBezTo>
                    <a:pt x="20" y="334"/>
                    <a:pt x="20" y="334"/>
                    <a:pt x="20" y="334"/>
                  </a:cubicBezTo>
                  <a:cubicBezTo>
                    <a:pt x="21" y="335"/>
                    <a:pt x="22" y="336"/>
                    <a:pt x="23" y="337"/>
                  </a:cubicBezTo>
                  <a:cubicBezTo>
                    <a:pt x="23" y="337"/>
                    <a:pt x="23" y="338"/>
                    <a:pt x="23" y="339"/>
                  </a:cubicBezTo>
                  <a:cubicBezTo>
                    <a:pt x="24" y="340"/>
                    <a:pt x="24" y="340"/>
                    <a:pt x="24" y="341"/>
                  </a:cubicBezTo>
                  <a:cubicBezTo>
                    <a:pt x="24" y="343"/>
                    <a:pt x="23" y="346"/>
                    <a:pt x="22" y="348"/>
                  </a:cubicBezTo>
                  <a:cubicBezTo>
                    <a:pt x="21" y="350"/>
                    <a:pt x="19" y="350"/>
                    <a:pt x="17" y="352"/>
                  </a:cubicBezTo>
                  <a:cubicBezTo>
                    <a:pt x="16" y="353"/>
                    <a:pt x="16" y="353"/>
                    <a:pt x="16" y="353"/>
                  </a:cubicBezTo>
                  <a:cubicBezTo>
                    <a:pt x="16" y="364"/>
                    <a:pt x="16" y="374"/>
                    <a:pt x="15" y="384"/>
                  </a:cubicBezTo>
                  <a:cubicBezTo>
                    <a:pt x="15" y="401"/>
                    <a:pt x="13" y="418"/>
                    <a:pt x="11" y="434"/>
                  </a:cubicBezTo>
                  <a:cubicBezTo>
                    <a:pt x="12" y="434"/>
                    <a:pt x="12" y="434"/>
                    <a:pt x="12" y="434"/>
                  </a:cubicBezTo>
                  <a:cubicBezTo>
                    <a:pt x="13" y="433"/>
                    <a:pt x="14" y="432"/>
                    <a:pt x="15" y="431"/>
                  </a:cubicBezTo>
                  <a:lnTo>
                    <a:pt x="15" y="430"/>
                  </a:lnTo>
                  <a:cubicBezTo>
                    <a:pt x="30" y="358"/>
                    <a:pt x="38" y="285"/>
                    <a:pt x="38" y="212"/>
                  </a:cubicBezTo>
                  <a:cubicBezTo>
                    <a:pt x="38" y="172"/>
                    <a:pt x="36" y="133"/>
                    <a:pt x="31" y="93"/>
                  </a:cubicBezTo>
                  <a:cubicBezTo>
                    <a:pt x="28" y="61"/>
                    <a:pt x="21" y="31"/>
                    <a:pt x="11" y="1"/>
                  </a:cubicBezTo>
                  <a:cubicBezTo>
                    <a:pt x="10" y="1"/>
                    <a:pt x="9" y="1"/>
                    <a:pt x="8" y="1"/>
                  </a:cubicBezTo>
                  <a:cubicBezTo>
                    <a:pt x="5" y="1"/>
                    <a:pt x="3"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9"/>
            <p:cNvSpPr/>
            <p:nvPr/>
          </p:nvSpPr>
          <p:spPr>
            <a:xfrm>
              <a:off x="1421285" y="-866375"/>
              <a:ext cx="360" cy="1440"/>
            </a:xfrm>
            <a:custGeom>
              <a:rect b="b" l="l" r="r" t="t"/>
              <a:pathLst>
                <a:path extrusionOk="0" h="4" w="1">
                  <a:moveTo>
                    <a:pt x="0" y="2"/>
                  </a:moveTo>
                  <a:cubicBezTo>
                    <a:pt x="0" y="1"/>
                    <a:pt x="0" y="1"/>
                    <a:pt x="0" y="1"/>
                  </a:cubicBezTo>
                  <a:lnTo>
                    <a:pt x="0" y="0"/>
                  </a:lnTo>
                  <a:lnTo>
                    <a:pt x="0" y="3"/>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9"/>
            <p:cNvSpPr/>
            <p:nvPr/>
          </p:nvSpPr>
          <p:spPr>
            <a:xfrm>
              <a:off x="1420205" y="-873215"/>
              <a:ext cx="4680" cy="4320"/>
            </a:xfrm>
            <a:custGeom>
              <a:rect b="b" l="l" r="r" t="t"/>
              <a:pathLst>
                <a:path extrusionOk="0" h="12" w="13">
                  <a:moveTo>
                    <a:pt x="2" y="11"/>
                  </a:moveTo>
                  <a:cubicBezTo>
                    <a:pt x="2" y="10"/>
                    <a:pt x="2" y="8"/>
                    <a:pt x="3" y="7"/>
                  </a:cubicBezTo>
                  <a:cubicBezTo>
                    <a:pt x="5" y="5"/>
                    <a:pt x="7" y="3"/>
                    <a:pt x="9" y="1"/>
                  </a:cubicBezTo>
                  <a:cubicBezTo>
                    <a:pt x="10" y="0"/>
                    <a:pt x="11" y="0"/>
                    <a:pt x="12" y="0"/>
                  </a:cubicBezTo>
                  <a:lnTo>
                    <a:pt x="0" y="0"/>
                  </a:lnTo>
                  <a:lnTo>
                    <a:pt x="0" y="3"/>
                  </a:lnTo>
                  <a:cubicBezTo>
                    <a:pt x="1" y="6"/>
                    <a:pt x="1" y="8"/>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9"/>
            <p:cNvSpPr/>
            <p:nvPr/>
          </p:nvSpPr>
          <p:spPr>
            <a:xfrm>
              <a:off x="1409045" y="-872855"/>
              <a:ext cx="1800" cy="6480"/>
            </a:xfrm>
            <a:custGeom>
              <a:rect b="b" l="l" r="r" t="t"/>
              <a:pathLst>
                <a:path extrusionOk="0" h="18" w="5">
                  <a:moveTo>
                    <a:pt x="2" y="0"/>
                  </a:moveTo>
                  <a:lnTo>
                    <a:pt x="0" y="2"/>
                  </a:lnTo>
                  <a:cubicBezTo>
                    <a:pt x="1" y="7"/>
                    <a:pt x="3" y="12"/>
                    <a:pt x="4" y="17"/>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9"/>
            <p:cNvSpPr/>
            <p:nvPr/>
          </p:nvSpPr>
          <p:spPr>
            <a:xfrm>
              <a:off x="1422725" y="-793295"/>
              <a:ext cx="9720" cy="64800"/>
            </a:xfrm>
            <a:custGeom>
              <a:rect b="b" l="l" r="r" t="t"/>
              <a:pathLst>
                <a:path extrusionOk="0" h="180" w="27">
                  <a:moveTo>
                    <a:pt x="23" y="178"/>
                  </a:moveTo>
                  <a:cubicBezTo>
                    <a:pt x="24" y="144"/>
                    <a:pt x="26" y="109"/>
                    <a:pt x="26" y="74"/>
                  </a:cubicBezTo>
                  <a:cubicBezTo>
                    <a:pt x="25" y="49"/>
                    <a:pt x="23" y="24"/>
                    <a:pt x="20" y="0"/>
                  </a:cubicBezTo>
                  <a:lnTo>
                    <a:pt x="0" y="6"/>
                  </a:lnTo>
                  <a:cubicBezTo>
                    <a:pt x="0" y="20"/>
                    <a:pt x="0" y="34"/>
                    <a:pt x="0" y="48"/>
                  </a:cubicBezTo>
                  <a:cubicBezTo>
                    <a:pt x="2" y="47"/>
                    <a:pt x="5" y="47"/>
                    <a:pt x="7" y="46"/>
                  </a:cubicBezTo>
                  <a:cubicBezTo>
                    <a:pt x="17" y="41"/>
                    <a:pt x="26" y="57"/>
                    <a:pt x="18" y="66"/>
                  </a:cubicBezTo>
                  <a:cubicBezTo>
                    <a:pt x="17" y="67"/>
                    <a:pt x="15" y="69"/>
                    <a:pt x="12" y="70"/>
                  </a:cubicBezTo>
                  <a:cubicBezTo>
                    <a:pt x="9" y="72"/>
                    <a:pt x="4" y="74"/>
                    <a:pt x="0" y="74"/>
                  </a:cubicBezTo>
                  <a:cubicBezTo>
                    <a:pt x="0" y="79"/>
                    <a:pt x="0" y="85"/>
                    <a:pt x="0" y="90"/>
                  </a:cubicBezTo>
                  <a:cubicBezTo>
                    <a:pt x="2" y="90"/>
                    <a:pt x="4" y="89"/>
                    <a:pt x="6" y="91"/>
                  </a:cubicBezTo>
                  <a:cubicBezTo>
                    <a:pt x="8" y="93"/>
                    <a:pt x="9" y="94"/>
                    <a:pt x="10" y="96"/>
                  </a:cubicBezTo>
                  <a:cubicBezTo>
                    <a:pt x="11" y="98"/>
                    <a:pt x="12" y="99"/>
                    <a:pt x="12" y="102"/>
                  </a:cubicBezTo>
                  <a:cubicBezTo>
                    <a:pt x="12" y="104"/>
                    <a:pt x="11" y="105"/>
                    <a:pt x="10" y="107"/>
                  </a:cubicBezTo>
                  <a:cubicBezTo>
                    <a:pt x="9" y="109"/>
                    <a:pt x="8" y="111"/>
                    <a:pt x="6" y="112"/>
                  </a:cubicBezTo>
                  <a:cubicBezTo>
                    <a:pt x="4" y="113"/>
                    <a:pt x="2" y="113"/>
                    <a:pt x="0" y="113"/>
                  </a:cubicBezTo>
                  <a:cubicBezTo>
                    <a:pt x="0" y="135"/>
                    <a:pt x="0" y="157"/>
                    <a:pt x="0" y="179"/>
                  </a:cubicBezTo>
                  <a:cubicBezTo>
                    <a:pt x="5" y="179"/>
                    <a:pt x="10" y="178"/>
                    <a:pt x="15" y="178"/>
                  </a:cubicBezTo>
                  <a:cubicBezTo>
                    <a:pt x="18" y="178"/>
                    <a:pt x="20" y="178"/>
                    <a:pt x="23"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9"/>
            <p:cNvSpPr/>
            <p:nvPr/>
          </p:nvSpPr>
          <p:spPr>
            <a:xfrm>
              <a:off x="1421285" y="-858455"/>
              <a:ext cx="8280" cy="58320"/>
            </a:xfrm>
            <a:custGeom>
              <a:rect b="b" l="l" r="r" t="t"/>
              <a:pathLst>
                <a:path extrusionOk="0" h="162" w="23">
                  <a:moveTo>
                    <a:pt x="21" y="126"/>
                  </a:moveTo>
                  <a:cubicBezTo>
                    <a:pt x="21" y="119"/>
                    <a:pt x="21" y="112"/>
                    <a:pt x="21" y="105"/>
                  </a:cubicBezTo>
                  <a:cubicBezTo>
                    <a:pt x="21" y="84"/>
                    <a:pt x="19" y="63"/>
                    <a:pt x="16" y="43"/>
                  </a:cubicBezTo>
                  <a:cubicBezTo>
                    <a:pt x="14" y="37"/>
                    <a:pt x="12" y="31"/>
                    <a:pt x="10" y="25"/>
                  </a:cubicBezTo>
                  <a:lnTo>
                    <a:pt x="8" y="24"/>
                  </a:lnTo>
                  <a:cubicBezTo>
                    <a:pt x="6" y="22"/>
                    <a:pt x="5" y="21"/>
                    <a:pt x="3" y="19"/>
                  </a:cubicBezTo>
                  <a:cubicBezTo>
                    <a:pt x="2" y="17"/>
                    <a:pt x="2" y="15"/>
                    <a:pt x="2" y="12"/>
                  </a:cubicBezTo>
                  <a:cubicBezTo>
                    <a:pt x="2" y="10"/>
                    <a:pt x="2" y="8"/>
                    <a:pt x="3" y="6"/>
                  </a:cubicBezTo>
                  <a:lnTo>
                    <a:pt x="1" y="0"/>
                  </a:lnTo>
                  <a:cubicBezTo>
                    <a:pt x="0" y="5"/>
                    <a:pt x="0" y="10"/>
                    <a:pt x="0" y="15"/>
                  </a:cubicBezTo>
                  <a:cubicBezTo>
                    <a:pt x="0" y="30"/>
                    <a:pt x="1" y="44"/>
                    <a:pt x="4" y="59"/>
                  </a:cubicBezTo>
                  <a:cubicBezTo>
                    <a:pt x="5" y="67"/>
                    <a:pt x="7" y="98"/>
                    <a:pt x="12" y="117"/>
                  </a:cubicBezTo>
                  <a:lnTo>
                    <a:pt x="13" y="119"/>
                  </a:lnTo>
                  <a:cubicBezTo>
                    <a:pt x="15" y="121"/>
                    <a:pt x="15" y="123"/>
                    <a:pt x="15" y="125"/>
                  </a:cubicBezTo>
                  <a:lnTo>
                    <a:pt x="15" y="126"/>
                  </a:lnTo>
                  <a:lnTo>
                    <a:pt x="16" y="127"/>
                  </a:lnTo>
                  <a:cubicBezTo>
                    <a:pt x="17" y="129"/>
                    <a:pt x="18" y="130"/>
                    <a:pt x="19" y="131"/>
                  </a:cubicBezTo>
                  <a:cubicBezTo>
                    <a:pt x="20" y="131"/>
                    <a:pt x="20" y="131"/>
                    <a:pt x="20" y="131"/>
                  </a:cubicBezTo>
                  <a:cubicBezTo>
                    <a:pt x="21" y="131"/>
                    <a:pt x="21" y="131"/>
                    <a:pt x="21" y="132"/>
                  </a:cubicBezTo>
                  <a:lnTo>
                    <a:pt x="21" y="133"/>
                  </a:lnTo>
                  <a:cubicBezTo>
                    <a:pt x="21" y="134"/>
                    <a:pt x="21" y="134"/>
                    <a:pt x="20" y="134"/>
                  </a:cubicBezTo>
                  <a:lnTo>
                    <a:pt x="19" y="134"/>
                  </a:lnTo>
                  <a:cubicBezTo>
                    <a:pt x="18" y="134"/>
                    <a:pt x="16" y="134"/>
                    <a:pt x="15" y="133"/>
                  </a:cubicBezTo>
                  <a:cubicBezTo>
                    <a:pt x="14" y="132"/>
                    <a:pt x="14" y="132"/>
                    <a:pt x="13" y="132"/>
                  </a:cubicBezTo>
                  <a:cubicBezTo>
                    <a:pt x="12" y="132"/>
                    <a:pt x="12" y="133"/>
                    <a:pt x="11" y="133"/>
                  </a:cubicBezTo>
                  <a:cubicBezTo>
                    <a:pt x="9" y="134"/>
                    <a:pt x="6" y="135"/>
                    <a:pt x="4" y="136"/>
                  </a:cubicBezTo>
                  <a:cubicBezTo>
                    <a:pt x="4" y="144"/>
                    <a:pt x="4" y="153"/>
                    <a:pt x="4" y="161"/>
                  </a:cubicBezTo>
                  <a:cubicBezTo>
                    <a:pt x="10" y="159"/>
                    <a:pt x="16" y="158"/>
                    <a:pt x="22" y="158"/>
                  </a:cubicBezTo>
                  <a:cubicBezTo>
                    <a:pt x="21" y="148"/>
                    <a:pt x="21" y="137"/>
                    <a:pt x="21"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9"/>
            <p:cNvSpPr/>
            <p:nvPr/>
          </p:nvSpPr>
          <p:spPr>
            <a:xfrm>
              <a:off x="1423085" y="-722015"/>
              <a:ext cx="8280" cy="29520"/>
            </a:xfrm>
            <a:custGeom>
              <a:rect b="b" l="l" r="r" t="t"/>
              <a:pathLst>
                <a:path extrusionOk="0" h="82" w="23">
                  <a:moveTo>
                    <a:pt x="22" y="0"/>
                  </a:moveTo>
                  <a:cubicBezTo>
                    <a:pt x="17" y="2"/>
                    <a:pt x="12" y="3"/>
                    <a:pt x="7" y="3"/>
                  </a:cubicBezTo>
                  <a:cubicBezTo>
                    <a:pt x="6" y="3"/>
                    <a:pt x="4" y="3"/>
                    <a:pt x="3" y="3"/>
                  </a:cubicBezTo>
                  <a:lnTo>
                    <a:pt x="0" y="3"/>
                  </a:lnTo>
                  <a:cubicBezTo>
                    <a:pt x="0" y="6"/>
                    <a:pt x="0" y="9"/>
                    <a:pt x="0" y="12"/>
                  </a:cubicBezTo>
                  <a:lnTo>
                    <a:pt x="10" y="12"/>
                  </a:lnTo>
                  <a:cubicBezTo>
                    <a:pt x="12" y="12"/>
                    <a:pt x="13" y="12"/>
                    <a:pt x="14" y="13"/>
                  </a:cubicBezTo>
                  <a:cubicBezTo>
                    <a:pt x="16" y="14"/>
                    <a:pt x="17" y="15"/>
                    <a:pt x="18" y="17"/>
                  </a:cubicBezTo>
                  <a:cubicBezTo>
                    <a:pt x="19" y="19"/>
                    <a:pt x="20" y="20"/>
                    <a:pt x="20" y="22"/>
                  </a:cubicBezTo>
                  <a:cubicBezTo>
                    <a:pt x="20" y="24"/>
                    <a:pt x="19" y="26"/>
                    <a:pt x="18" y="28"/>
                  </a:cubicBezTo>
                  <a:cubicBezTo>
                    <a:pt x="17" y="30"/>
                    <a:pt x="16" y="31"/>
                    <a:pt x="14" y="32"/>
                  </a:cubicBezTo>
                  <a:cubicBezTo>
                    <a:pt x="13" y="32"/>
                    <a:pt x="12" y="33"/>
                    <a:pt x="10" y="33"/>
                  </a:cubicBezTo>
                  <a:lnTo>
                    <a:pt x="1" y="33"/>
                  </a:lnTo>
                  <a:cubicBezTo>
                    <a:pt x="1" y="38"/>
                    <a:pt x="1" y="43"/>
                    <a:pt x="2" y="48"/>
                  </a:cubicBezTo>
                  <a:lnTo>
                    <a:pt x="3" y="48"/>
                  </a:lnTo>
                  <a:cubicBezTo>
                    <a:pt x="4" y="48"/>
                    <a:pt x="6" y="48"/>
                    <a:pt x="8" y="49"/>
                  </a:cubicBezTo>
                  <a:cubicBezTo>
                    <a:pt x="10" y="50"/>
                    <a:pt x="10" y="51"/>
                    <a:pt x="11" y="53"/>
                  </a:cubicBezTo>
                  <a:cubicBezTo>
                    <a:pt x="12" y="55"/>
                    <a:pt x="13" y="56"/>
                    <a:pt x="13" y="58"/>
                  </a:cubicBezTo>
                  <a:cubicBezTo>
                    <a:pt x="13" y="59"/>
                    <a:pt x="12" y="61"/>
                    <a:pt x="11" y="63"/>
                  </a:cubicBezTo>
                  <a:cubicBezTo>
                    <a:pt x="10" y="65"/>
                    <a:pt x="9" y="65"/>
                    <a:pt x="8" y="66"/>
                  </a:cubicBezTo>
                  <a:cubicBezTo>
                    <a:pt x="7" y="67"/>
                    <a:pt x="6" y="67"/>
                    <a:pt x="5" y="67"/>
                  </a:cubicBezTo>
                  <a:cubicBezTo>
                    <a:pt x="5" y="70"/>
                    <a:pt x="5" y="73"/>
                    <a:pt x="7" y="76"/>
                  </a:cubicBezTo>
                  <a:cubicBezTo>
                    <a:pt x="7" y="77"/>
                    <a:pt x="7" y="77"/>
                    <a:pt x="7" y="78"/>
                  </a:cubicBezTo>
                  <a:cubicBezTo>
                    <a:pt x="8" y="79"/>
                    <a:pt x="9" y="79"/>
                    <a:pt x="10" y="80"/>
                  </a:cubicBezTo>
                  <a:cubicBezTo>
                    <a:pt x="11" y="81"/>
                    <a:pt x="12" y="81"/>
                    <a:pt x="13" y="81"/>
                  </a:cubicBezTo>
                  <a:cubicBezTo>
                    <a:pt x="15" y="81"/>
                    <a:pt x="16" y="81"/>
                    <a:pt x="17" y="80"/>
                  </a:cubicBezTo>
                  <a:cubicBezTo>
                    <a:pt x="18" y="64"/>
                    <a:pt x="19" y="47"/>
                    <a:pt x="20" y="30"/>
                  </a:cubicBezTo>
                  <a:cubicBezTo>
                    <a:pt x="20" y="21"/>
                    <a:pt x="21" y="1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9"/>
            <p:cNvSpPr/>
            <p:nvPr/>
          </p:nvSpPr>
          <p:spPr>
            <a:xfrm>
              <a:off x="1384205" y="-959975"/>
              <a:ext cx="36000" cy="87480"/>
            </a:xfrm>
            <a:custGeom>
              <a:rect b="b" l="l" r="r" t="t"/>
              <a:pathLst>
                <a:path extrusionOk="0" h="243" w="100">
                  <a:moveTo>
                    <a:pt x="63" y="210"/>
                  </a:moveTo>
                  <a:cubicBezTo>
                    <a:pt x="66" y="221"/>
                    <a:pt x="68" y="232"/>
                    <a:pt x="70" y="242"/>
                  </a:cubicBezTo>
                  <a:lnTo>
                    <a:pt x="72" y="242"/>
                  </a:lnTo>
                  <a:lnTo>
                    <a:pt x="82" y="242"/>
                  </a:lnTo>
                  <a:cubicBezTo>
                    <a:pt x="83" y="242"/>
                    <a:pt x="85" y="242"/>
                    <a:pt x="86" y="242"/>
                  </a:cubicBezTo>
                  <a:cubicBezTo>
                    <a:pt x="87" y="242"/>
                    <a:pt x="88" y="242"/>
                    <a:pt x="89" y="242"/>
                  </a:cubicBezTo>
                  <a:lnTo>
                    <a:pt x="99" y="242"/>
                  </a:lnTo>
                  <a:cubicBezTo>
                    <a:pt x="82" y="172"/>
                    <a:pt x="58" y="104"/>
                    <a:pt x="28" y="38"/>
                  </a:cubicBezTo>
                  <a:cubicBezTo>
                    <a:pt x="22" y="25"/>
                    <a:pt x="16" y="12"/>
                    <a:pt x="11" y="0"/>
                  </a:cubicBezTo>
                  <a:cubicBezTo>
                    <a:pt x="10" y="7"/>
                    <a:pt x="8" y="15"/>
                    <a:pt x="5" y="22"/>
                  </a:cubicBezTo>
                  <a:cubicBezTo>
                    <a:pt x="5" y="22"/>
                    <a:pt x="5" y="21"/>
                    <a:pt x="4" y="22"/>
                  </a:cubicBezTo>
                  <a:cubicBezTo>
                    <a:pt x="3" y="23"/>
                    <a:pt x="3" y="24"/>
                    <a:pt x="2" y="25"/>
                  </a:cubicBezTo>
                  <a:cubicBezTo>
                    <a:pt x="1" y="25"/>
                    <a:pt x="0" y="25"/>
                    <a:pt x="0" y="26"/>
                  </a:cubicBezTo>
                  <a:cubicBezTo>
                    <a:pt x="4" y="48"/>
                    <a:pt x="10" y="71"/>
                    <a:pt x="16" y="94"/>
                  </a:cubicBezTo>
                  <a:cubicBezTo>
                    <a:pt x="31" y="133"/>
                    <a:pt x="47" y="172"/>
                    <a:pt x="63"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9"/>
            <p:cNvSpPr/>
            <p:nvPr/>
          </p:nvSpPr>
          <p:spPr>
            <a:xfrm>
              <a:off x="1419125" y="-865295"/>
              <a:ext cx="2880" cy="7200"/>
            </a:xfrm>
            <a:custGeom>
              <a:rect b="b" l="l" r="r" t="t"/>
              <a:pathLst>
                <a:path extrusionOk="0" h="20" w="8">
                  <a:moveTo>
                    <a:pt x="6" y="0"/>
                  </a:moveTo>
                  <a:lnTo>
                    <a:pt x="0" y="0"/>
                  </a:lnTo>
                  <a:cubicBezTo>
                    <a:pt x="2" y="6"/>
                    <a:pt x="4" y="13"/>
                    <a:pt x="7" y="19"/>
                  </a:cubicBezTo>
                  <a:cubicBezTo>
                    <a:pt x="7" y="12"/>
                    <a:pt x="7"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9"/>
            <p:cNvSpPr/>
            <p:nvPr/>
          </p:nvSpPr>
          <p:spPr>
            <a:xfrm>
              <a:off x="1410485" y="-866015"/>
              <a:ext cx="12240" cy="48960"/>
            </a:xfrm>
            <a:custGeom>
              <a:rect b="b" l="l" r="r" t="t"/>
              <a:pathLst>
                <a:path extrusionOk="0" h="136" w="34">
                  <a:moveTo>
                    <a:pt x="14" y="78"/>
                  </a:moveTo>
                  <a:cubicBezTo>
                    <a:pt x="16" y="78"/>
                    <a:pt x="18" y="78"/>
                    <a:pt x="20" y="79"/>
                  </a:cubicBezTo>
                  <a:cubicBezTo>
                    <a:pt x="21" y="80"/>
                    <a:pt x="23" y="82"/>
                    <a:pt x="24" y="84"/>
                  </a:cubicBezTo>
                  <a:cubicBezTo>
                    <a:pt x="25" y="86"/>
                    <a:pt x="26" y="88"/>
                    <a:pt x="26" y="90"/>
                  </a:cubicBezTo>
                  <a:cubicBezTo>
                    <a:pt x="26" y="92"/>
                    <a:pt x="25" y="94"/>
                    <a:pt x="24" y="96"/>
                  </a:cubicBezTo>
                  <a:cubicBezTo>
                    <a:pt x="23" y="98"/>
                    <a:pt x="21" y="99"/>
                    <a:pt x="20" y="100"/>
                  </a:cubicBezTo>
                  <a:cubicBezTo>
                    <a:pt x="19" y="100"/>
                    <a:pt x="19" y="100"/>
                    <a:pt x="19" y="100"/>
                  </a:cubicBezTo>
                  <a:cubicBezTo>
                    <a:pt x="22" y="112"/>
                    <a:pt x="26" y="124"/>
                    <a:pt x="30" y="135"/>
                  </a:cubicBezTo>
                  <a:lnTo>
                    <a:pt x="33" y="135"/>
                  </a:lnTo>
                  <a:cubicBezTo>
                    <a:pt x="32" y="116"/>
                    <a:pt x="31" y="98"/>
                    <a:pt x="28" y="80"/>
                  </a:cubicBezTo>
                  <a:cubicBezTo>
                    <a:pt x="24" y="52"/>
                    <a:pt x="11" y="27"/>
                    <a:pt x="7" y="0"/>
                  </a:cubicBezTo>
                  <a:lnTo>
                    <a:pt x="0" y="0"/>
                  </a:lnTo>
                  <a:cubicBezTo>
                    <a:pt x="6" y="18"/>
                    <a:pt x="9" y="35"/>
                    <a:pt x="11" y="54"/>
                  </a:cubicBezTo>
                  <a:cubicBezTo>
                    <a:pt x="11" y="62"/>
                    <a:pt x="13" y="70"/>
                    <a:pt x="14" y="78"/>
                  </a:cubicBezTo>
                  <a:lnTo>
                    <a:pt x="14" y="79"/>
                  </a:lnTo>
                  <a:lnTo>
                    <a:pt x="14" y="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9"/>
            <p:cNvSpPr/>
            <p:nvPr/>
          </p:nvSpPr>
          <p:spPr>
            <a:xfrm>
              <a:off x="1416605" y="-873575"/>
              <a:ext cx="5040" cy="8280"/>
            </a:xfrm>
            <a:custGeom>
              <a:rect b="b" l="l" r="r" t="t"/>
              <a:pathLst>
                <a:path extrusionOk="0" h="23" w="14">
                  <a:moveTo>
                    <a:pt x="3" y="6"/>
                  </a:moveTo>
                  <a:cubicBezTo>
                    <a:pt x="4" y="12"/>
                    <a:pt x="5" y="17"/>
                    <a:pt x="7" y="22"/>
                  </a:cubicBezTo>
                  <a:lnTo>
                    <a:pt x="13" y="22"/>
                  </a:lnTo>
                  <a:lnTo>
                    <a:pt x="13" y="20"/>
                  </a:lnTo>
                  <a:cubicBezTo>
                    <a:pt x="12" y="18"/>
                    <a:pt x="12" y="16"/>
                    <a:pt x="12" y="14"/>
                  </a:cubicBezTo>
                  <a:cubicBezTo>
                    <a:pt x="12" y="13"/>
                    <a:pt x="12" y="12"/>
                    <a:pt x="12" y="11"/>
                  </a:cubicBezTo>
                  <a:cubicBezTo>
                    <a:pt x="12" y="9"/>
                    <a:pt x="12" y="6"/>
                    <a:pt x="11" y="3"/>
                  </a:cubicBezTo>
                  <a:lnTo>
                    <a:pt x="11" y="0"/>
                  </a:lnTo>
                  <a:lnTo>
                    <a:pt x="0" y="0"/>
                  </a:lnTo>
                  <a:cubicBezTo>
                    <a:pt x="1" y="1"/>
                    <a:pt x="2" y="1"/>
                    <a:pt x="2" y="2"/>
                  </a:cubicBezTo>
                  <a:cubicBezTo>
                    <a:pt x="3" y="3"/>
                    <a:pt x="3" y="5"/>
                    <a:pt x="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9"/>
            <p:cNvSpPr/>
            <p:nvPr/>
          </p:nvSpPr>
          <p:spPr>
            <a:xfrm>
              <a:off x="1409765" y="-873575"/>
              <a:ext cx="4680" cy="7560"/>
            </a:xfrm>
            <a:custGeom>
              <a:rect b="b" l="l" r="r" t="t"/>
              <a:pathLst>
                <a:path extrusionOk="0" h="21" w="13">
                  <a:moveTo>
                    <a:pt x="2" y="20"/>
                  </a:moveTo>
                  <a:lnTo>
                    <a:pt x="9" y="20"/>
                  </a:lnTo>
                  <a:cubicBezTo>
                    <a:pt x="9" y="18"/>
                    <a:pt x="9" y="15"/>
                    <a:pt x="9" y="13"/>
                  </a:cubicBezTo>
                  <a:cubicBezTo>
                    <a:pt x="9" y="10"/>
                    <a:pt x="9" y="9"/>
                    <a:pt x="9" y="6"/>
                  </a:cubicBezTo>
                  <a:cubicBezTo>
                    <a:pt x="9" y="5"/>
                    <a:pt x="9" y="4"/>
                    <a:pt x="10" y="3"/>
                  </a:cubicBezTo>
                  <a:cubicBezTo>
                    <a:pt x="11" y="2"/>
                    <a:pt x="11" y="1"/>
                    <a:pt x="12" y="0"/>
                  </a:cubicBezTo>
                  <a:lnTo>
                    <a:pt x="2" y="0"/>
                  </a:lnTo>
                  <a:lnTo>
                    <a:pt x="0" y="0"/>
                  </a:lnTo>
                  <a:lnTo>
                    <a:pt x="3" y="17"/>
                  </a:lnTo>
                  <a:lnTo>
                    <a:pt x="2"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9"/>
            <p:cNvSpPr/>
            <p:nvPr/>
          </p:nvSpPr>
          <p:spPr>
            <a:xfrm>
              <a:off x="1412645" y="-865655"/>
              <a:ext cx="12960" cy="50040"/>
            </a:xfrm>
            <a:custGeom>
              <a:rect b="b" l="l" r="r" t="t"/>
              <a:pathLst>
                <a:path extrusionOk="0" h="139" w="36">
                  <a:moveTo>
                    <a:pt x="22" y="79"/>
                  </a:moveTo>
                  <a:cubicBezTo>
                    <a:pt x="25" y="97"/>
                    <a:pt x="26" y="115"/>
                    <a:pt x="27" y="133"/>
                  </a:cubicBezTo>
                  <a:cubicBezTo>
                    <a:pt x="29" y="133"/>
                    <a:pt x="31" y="134"/>
                    <a:pt x="32" y="135"/>
                  </a:cubicBezTo>
                  <a:cubicBezTo>
                    <a:pt x="33" y="136"/>
                    <a:pt x="35" y="137"/>
                    <a:pt x="35" y="138"/>
                  </a:cubicBezTo>
                  <a:cubicBezTo>
                    <a:pt x="30" y="119"/>
                    <a:pt x="29" y="88"/>
                    <a:pt x="27" y="80"/>
                  </a:cubicBezTo>
                  <a:cubicBezTo>
                    <a:pt x="25" y="65"/>
                    <a:pt x="24" y="51"/>
                    <a:pt x="24" y="36"/>
                  </a:cubicBezTo>
                  <a:cubicBezTo>
                    <a:pt x="24" y="31"/>
                    <a:pt x="24" y="26"/>
                    <a:pt x="24" y="21"/>
                  </a:cubicBezTo>
                  <a:cubicBezTo>
                    <a:pt x="21" y="14"/>
                    <a:pt x="19" y="8"/>
                    <a:pt x="17" y="1"/>
                  </a:cubicBezTo>
                  <a:lnTo>
                    <a:pt x="0" y="0"/>
                  </a:lnTo>
                  <a:cubicBezTo>
                    <a:pt x="5" y="26"/>
                    <a:pt x="18" y="51"/>
                    <a:pt x="22"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9"/>
            <p:cNvSpPr/>
            <p:nvPr/>
          </p:nvSpPr>
          <p:spPr>
            <a:xfrm>
              <a:off x="1425605" y="-812735"/>
              <a:ext cx="3240" cy="3240"/>
            </a:xfrm>
            <a:custGeom>
              <a:rect b="b" l="l" r="r" t="t"/>
              <a:pathLst>
                <a:path extrusionOk="0" h="9" w="9">
                  <a:moveTo>
                    <a:pt x="0" y="6"/>
                  </a:moveTo>
                  <a:cubicBezTo>
                    <a:pt x="1" y="6"/>
                    <a:pt x="1" y="6"/>
                    <a:pt x="2" y="7"/>
                  </a:cubicBezTo>
                  <a:cubicBezTo>
                    <a:pt x="3" y="8"/>
                    <a:pt x="5" y="8"/>
                    <a:pt x="7" y="8"/>
                  </a:cubicBezTo>
                  <a:lnTo>
                    <a:pt x="8" y="8"/>
                  </a:lnTo>
                  <a:lnTo>
                    <a:pt x="8" y="7"/>
                  </a:lnTo>
                  <a:lnTo>
                    <a:pt x="8" y="6"/>
                  </a:lnTo>
                  <a:cubicBezTo>
                    <a:pt x="8" y="5"/>
                    <a:pt x="8" y="5"/>
                    <a:pt x="8" y="5"/>
                  </a:cubicBezTo>
                  <a:cubicBezTo>
                    <a:pt x="7" y="5"/>
                    <a:pt x="7" y="5"/>
                    <a:pt x="7" y="5"/>
                  </a:cubicBezTo>
                  <a:cubicBezTo>
                    <a:pt x="5" y="4"/>
                    <a:pt x="4" y="3"/>
                    <a:pt x="3" y="1"/>
                  </a:cubicBezTo>
                  <a:lnTo>
                    <a:pt x="2" y="0"/>
                  </a:lnTo>
                  <a:cubicBezTo>
                    <a:pt x="2" y="2"/>
                    <a:pt x="2" y="3"/>
                    <a:pt x="1" y="4"/>
                  </a:cubicBezTo>
                  <a:cubicBezTo>
                    <a:pt x="1" y="5"/>
                    <a:pt x="1"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9"/>
            <p:cNvSpPr/>
            <p:nvPr/>
          </p:nvSpPr>
          <p:spPr>
            <a:xfrm>
              <a:off x="1414085" y="-873575"/>
              <a:ext cx="2880" cy="720"/>
            </a:xfrm>
            <a:custGeom>
              <a:rect b="b" l="l" r="r" t="t"/>
              <a:pathLst>
                <a:path extrusionOk="0" h="2" w="8">
                  <a:moveTo>
                    <a:pt x="0" y="1"/>
                  </a:moveTo>
                  <a:lnTo>
                    <a:pt x="7" y="1"/>
                  </a:lnTo>
                  <a:cubicBezTo>
                    <a:pt x="6" y="0"/>
                    <a:pt x="4" y="0"/>
                    <a:pt x="3" y="0"/>
                  </a:cubicBezTo>
                  <a:cubicBezTo>
                    <a:pt x="1"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9"/>
            <p:cNvSpPr/>
            <p:nvPr/>
          </p:nvSpPr>
          <p:spPr>
            <a:xfrm>
              <a:off x="1412645" y="-873215"/>
              <a:ext cx="6480" cy="7920"/>
            </a:xfrm>
            <a:custGeom>
              <a:rect b="b" l="l" r="r" t="t"/>
              <a:pathLst>
                <a:path extrusionOk="0" h="22" w="18">
                  <a:moveTo>
                    <a:pt x="0" y="6"/>
                  </a:moveTo>
                  <a:cubicBezTo>
                    <a:pt x="0" y="8"/>
                    <a:pt x="0" y="11"/>
                    <a:pt x="0" y="13"/>
                  </a:cubicBezTo>
                  <a:cubicBezTo>
                    <a:pt x="0" y="15"/>
                    <a:pt x="0" y="18"/>
                    <a:pt x="0" y="20"/>
                  </a:cubicBezTo>
                  <a:lnTo>
                    <a:pt x="17" y="21"/>
                  </a:lnTo>
                  <a:cubicBezTo>
                    <a:pt x="15" y="16"/>
                    <a:pt x="14" y="11"/>
                    <a:pt x="13" y="6"/>
                  </a:cubicBezTo>
                  <a:cubicBezTo>
                    <a:pt x="13" y="5"/>
                    <a:pt x="13" y="4"/>
                    <a:pt x="12" y="3"/>
                  </a:cubicBezTo>
                  <a:cubicBezTo>
                    <a:pt x="12" y="2"/>
                    <a:pt x="11" y="1"/>
                    <a:pt x="10" y="0"/>
                  </a:cubicBezTo>
                  <a:lnTo>
                    <a:pt x="9" y="0"/>
                  </a:lnTo>
                  <a:lnTo>
                    <a:pt x="3" y="0"/>
                  </a:lnTo>
                  <a:cubicBezTo>
                    <a:pt x="2" y="1"/>
                    <a:pt x="1" y="1"/>
                    <a:pt x="1" y="2"/>
                  </a:cubicBezTo>
                  <a:cubicBezTo>
                    <a:pt x="0" y="3"/>
                    <a:pt x="0"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9"/>
            <p:cNvSpPr/>
            <p:nvPr/>
          </p:nvSpPr>
          <p:spPr>
            <a:xfrm>
              <a:off x="1423805" y="-704375"/>
              <a:ext cx="3960" cy="7560"/>
            </a:xfrm>
            <a:custGeom>
              <a:rect b="b" l="l" r="r" t="t"/>
              <a:pathLst>
                <a:path extrusionOk="0" h="21" w="11">
                  <a:moveTo>
                    <a:pt x="0" y="0"/>
                  </a:moveTo>
                  <a:cubicBezTo>
                    <a:pt x="0" y="7"/>
                    <a:pt x="2" y="13"/>
                    <a:pt x="3" y="20"/>
                  </a:cubicBezTo>
                  <a:cubicBezTo>
                    <a:pt x="4" y="19"/>
                    <a:pt x="5" y="19"/>
                    <a:pt x="5" y="19"/>
                  </a:cubicBezTo>
                  <a:cubicBezTo>
                    <a:pt x="7" y="18"/>
                    <a:pt x="8" y="17"/>
                    <a:pt x="9" y="15"/>
                  </a:cubicBezTo>
                  <a:cubicBezTo>
                    <a:pt x="10" y="13"/>
                    <a:pt x="10" y="12"/>
                    <a:pt x="10" y="10"/>
                  </a:cubicBezTo>
                  <a:cubicBezTo>
                    <a:pt x="10" y="8"/>
                    <a:pt x="10" y="7"/>
                    <a:pt x="9" y="5"/>
                  </a:cubicBezTo>
                  <a:cubicBezTo>
                    <a:pt x="8" y="3"/>
                    <a:pt x="7" y="2"/>
                    <a:pt x="5" y="1"/>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9"/>
            <p:cNvSpPr/>
            <p:nvPr/>
          </p:nvSpPr>
          <p:spPr>
            <a:xfrm>
              <a:off x="1422725" y="-717695"/>
              <a:ext cx="8280" cy="8640"/>
            </a:xfrm>
            <a:custGeom>
              <a:rect b="b" l="l" r="r" t="t"/>
              <a:pathLst>
                <a:path extrusionOk="0" h="24" w="23">
                  <a:moveTo>
                    <a:pt x="11" y="0"/>
                  </a:moveTo>
                  <a:lnTo>
                    <a:pt x="0" y="0"/>
                  </a:lnTo>
                  <a:cubicBezTo>
                    <a:pt x="0" y="8"/>
                    <a:pt x="0" y="16"/>
                    <a:pt x="2" y="23"/>
                  </a:cubicBezTo>
                  <a:lnTo>
                    <a:pt x="11" y="23"/>
                  </a:lnTo>
                  <a:cubicBezTo>
                    <a:pt x="13" y="23"/>
                    <a:pt x="15" y="23"/>
                    <a:pt x="17" y="22"/>
                  </a:cubicBezTo>
                  <a:cubicBezTo>
                    <a:pt x="18" y="21"/>
                    <a:pt x="20" y="20"/>
                    <a:pt x="21" y="18"/>
                  </a:cubicBezTo>
                  <a:cubicBezTo>
                    <a:pt x="22" y="16"/>
                    <a:pt x="22" y="14"/>
                    <a:pt x="22" y="12"/>
                  </a:cubicBezTo>
                  <a:cubicBezTo>
                    <a:pt x="22" y="10"/>
                    <a:pt x="22" y="8"/>
                    <a:pt x="21" y="6"/>
                  </a:cubicBezTo>
                  <a:cubicBezTo>
                    <a:pt x="20" y="4"/>
                    <a:pt x="19" y="3"/>
                    <a:pt x="17" y="2"/>
                  </a:cubicBezTo>
                  <a:cubicBezTo>
                    <a:pt x="15" y="1"/>
                    <a:pt x="13"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9"/>
            <p:cNvSpPr/>
            <p:nvPr/>
          </p:nvSpPr>
          <p:spPr>
            <a:xfrm>
              <a:off x="1431005" y="-728855"/>
              <a:ext cx="2880" cy="7560"/>
            </a:xfrm>
            <a:custGeom>
              <a:rect b="b" l="l" r="r" t="t"/>
              <a:pathLst>
                <a:path extrusionOk="0" h="21" w="8">
                  <a:moveTo>
                    <a:pt x="7" y="6"/>
                  </a:moveTo>
                  <a:cubicBezTo>
                    <a:pt x="6" y="5"/>
                    <a:pt x="6" y="4"/>
                    <a:pt x="6" y="3"/>
                  </a:cubicBezTo>
                  <a:cubicBezTo>
                    <a:pt x="5" y="2"/>
                    <a:pt x="4" y="1"/>
                    <a:pt x="3" y="1"/>
                  </a:cubicBezTo>
                  <a:lnTo>
                    <a:pt x="3" y="0"/>
                  </a:lnTo>
                  <a:lnTo>
                    <a:pt x="0" y="0"/>
                  </a:lnTo>
                  <a:cubicBezTo>
                    <a:pt x="0" y="7"/>
                    <a:pt x="0" y="14"/>
                    <a:pt x="0" y="20"/>
                  </a:cubicBezTo>
                  <a:cubicBezTo>
                    <a:pt x="2" y="19"/>
                    <a:pt x="4" y="17"/>
                    <a:pt x="5" y="15"/>
                  </a:cubicBezTo>
                  <a:cubicBezTo>
                    <a:pt x="6" y="13"/>
                    <a:pt x="7" y="11"/>
                    <a:pt x="7" y="8"/>
                  </a:cubicBezTo>
                  <a:cubicBezTo>
                    <a:pt x="7" y="7"/>
                    <a:pt x="7" y="6"/>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9"/>
            <p:cNvSpPr/>
            <p:nvPr/>
          </p:nvSpPr>
          <p:spPr>
            <a:xfrm>
              <a:off x="1422725" y="-729215"/>
              <a:ext cx="8640" cy="8640"/>
            </a:xfrm>
            <a:custGeom>
              <a:rect b="b" l="l" r="r" t="t"/>
              <a:pathLst>
                <a:path extrusionOk="0" h="24" w="24">
                  <a:moveTo>
                    <a:pt x="23" y="20"/>
                  </a:moveTo>
                  <a:cubicBezTo>
                    <a:pt x="23" y="14"/>
                    <a:pt x="23" y="7"/>
                    <a:pt x="23" y="1"/>
                  </a:cubicBezTo>
                  <a:cubicBezTo>
                    <a:pt x="19" y="0"/>
                    <a:pt x="15" y="0"/>
                    <a:pt x="11" y="0"/>
                  </a:cubicBezTo>
                  <a:cubicBezTo>
                    <a:pt x="7" y="0"/>
                    <a:pt x="4" y="0"/>
                    <a:pt x="0" y="1"/>
                  </a:cubicBezTo>
                  <a:cubicBezTo>
                    <a:pt x="0" y="8"/>
                    <a:pt x="0" y="16"/>
                    <a:pt x="0" y="23"/>
                  </a:cubicBezTo>
                  <a:lnTo>
                    <a:pt x="3" y="23"/>
                  </a:lnTo>
                  <a:cubicBezTo>
                    <a:pt x="4" y="23"/>
                    <a:pt x="6" y="23"/>
                    <a:pt x="7" y="23"/>
                  </a:cubicBezTo>
                  <a:cubicBezTo>
                    <a:pt x="12" y="23"/>
                    <a:pt x="18" y="22"/>
                    <a:pt x="2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9"/>
            <p:cNvSpPr/>
            <p:nvPr/>
          </p:nvSpPr>
          <p:spPr>
            <a:xfrm>
              <a:off x="1421285" y="-865295"/>
              <a:ext cx="7560" cy="7200"/>
            </a:xfrm>
            <a:custGeom>
              <a:rect b="b" l="l" r="r" t="t"/>
              <a:pathLst>
                <a:path extrusionOk="0" h="20" w="21">
                  <a:moveTo>
                    <a:pt x="11" y="19"/>
                  </a:moveTo>
                  <a:cubicBezTo>
                    <a:pt x="13" y="18"/>
                    <a:pt x="15" y="17"/>
                    <a:pt x="16" y="16"/>
                  </a:cubicBezTo>
                  <a:cubicBezTo>
                    <a:pt x="17" y="15"/>
                    <a:pt x="19" y="15"/>
                    <a:pt x="20" y="14"/>
                  </a:cubicBezTo>
                  <a:cubicBezTo>
                    <a:pt x="19" y="10"/>
                    <a:pt x="18" y="6"/>
                    <a:pt x="17" y="1"/>
                  </a:cubicBezTo>
                  <a:lnTo>
                    <a:pt x="0" y="0"/>
                  </a:lnTo>
                  <a:cubicBezTo>
                    <a:pt x="4" y="6"/>
                    <a:pt x="7" y="12"/>
                    <a:pt x="1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9"/>
            <p:cNvSpPr/>
            <p:nvPr/>
          </p:nvSpPr>
          <p:spPr>
            <a:xfrm>
              <a:off x="1428845" y="-848735"/>
              <a:ext cx="7560" cy="33480"/>
            </a:xfrm>
            <a:custGeom>
              <a:rect b="b" l="l" r="r" t="t"/>
              <a:pathLst>
                <a:path extrusionOk="0" h="93" w="21">
                  <a:moveTo>
                    <a:pt x="20" y="92"/>
                  </a:moveTo>
                  <a:cubicBezTo>
                    <a:pt x="17" y="65"/>
                    <a:pt x="13" y="39"/>
                    <a:pt x="9" y="13"/>
                  </a:cubicBezTo>
                  <a:cubicBezTo>
                    <a:pt x="8" y="13"/>
                    <a:pt x="8" y="13"/>
                    <a:pt x="7" y="13"/>
                  </a:cubicBezTo>
                  <a:cubicBezTo>
                    <a:pt x="6" y="12"/>
                    <a:pt x="5" y="11"/>
                    <a:pt x="4" y="10"/>
                  </a:cubicBezTo>
                  <a:cubicBezTo>
                    <a:pt x="3" y="9"/>
                    <a:pt x="3" y="7"/>
                    <a:pt x="3" y="6"/>
                  </a:cubicBezTo>
                  <a:cubicBezTo>
                    <a:pt x="3" y="4"/>
                    <a:pt x="4" y="3"/>
                    <a:pt x="4" y="2"/>
                  </a:cubicBezTo>
                  <a:cubicBezTo>
                    <a:pt x="5" y="1"/>
                    <a:pt x="5" y="0"/>
                    <a:pt x="6" y="0"/>
                  </a:cubicBezTo>
                  <a:lnTo>
                    <a:pt x="0" y="0"/>
                  </a:lnTo>
                  <a:cubicBezTo>
                    <a:pt x="10" y="30"/>
                    <a:pt x="17" y="61"/>
                    <a:pt x="2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9"/>
            <p:cNvSpPr/>
            <p:nvPr/>
          </p:nvSpPr>
          <p:spPr>
            <a:xfrm>
              <a:off x="1420925" y="-873575"/>
              <a:ext cx="6480" cy="8640"/>
            </a:xfrm>
            <a:custGeom>
              <a:rect b="b" l="l" r="r" t="t"/>
              <a:pathLst>
                <a:path extrusionOk="0" h="24" w="18">
                  <a:moveTo>
                    <a:pt x="0" y="12"/>
                  </a:moveTo>
                  <a:cubicBezTo>
                    <a:pt x="0" y="15"/>
                    <a:pt x="0" y="17"/>
                    <a:pt x="1" y="20"/>
                  </a:cubicBezTo>
                  <a:lnTo>
                    <a:pt x="1" y="21"/>
                  </a:lnTo>
                  <a:lnTo>
                    <a:pt x="1" y="22"/>
                  </a:lnTo>
                  <a:lnTo>
                    <a:pt x="17" y="23"/>
                  </a:lnTo>
                  <a:cubicBezTo>
                    <a:pt x="16" y="16"/>
                    <a:pt x="13" y="8"/>
                    <a:pt x="11" y="0"/>
                  </a:cubicBezTo>
                  <a:lnTo>
                    <a:pt x="9" y="0"/>
                  </a:lnTo>
                  <a:cubicBezTo>
                    <a:pt x="8" y="1"/>
                    <a:pt x="8" y="0"/>
                    <a:pt x="7" y="1"/>
                  </a:cubicBezTo>
                  <a:cubicBezTo>
                    <a:pt x="5" y="3"/>
                    <a:pt x="3" y="4"/>
                    <a:pt x="2" y="7"/>
                  </a:cubicBezTo>
                  <a:cubicBezTo>
                    <a:pt x="1"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9"/>
            <p:cNvSpPr/>
            <p:nvPr/>
          </p:nvSpPr>
          <p:spPr>
            <a:xfrm>
              <a:off x="1420565" y="-869255"/>
              <a:ext cx="1080" cy="3240"/>
            </a:xfrm>
            <a:custGeom>
              <a:rect b="b" l="l" r="r" t="t"/>
              <a:pathLst>
                <a:path extrusionOk="0" h="9" w="3">
                  <a:moveTo>
                    <a:pt x="2" y="8"/>
                  </a:moveTo>
                  <a:cubicBezTo>
                    <a:pt x="2" y="5"/>
                    <a:pt x="2" y="3"/>
                    <a:pt x="1" y="0"/>
                  </a:cubicBezTo>
                  <a:cubicBezTo>
                    <a:pt x="1" y="1"/>
                    <a:pt x="0" y="2"/>
                    <a:pt x="0" y="3"/>
                  </a:cubicBezTo>
                  <a:cubicBezTo>
                    <a:pt x="0" y="5"/>
                    <a:pt x="1" y="6"/>
                    <a:pt x="2"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9"/>
            <p:cNvSpPr/>
            <p:nvPr/>
          </p:nvSpPr>
          <p:spPr>
            <a:xfrm>
              <a:off x="1423085" y="-761255"/>
              <a:ext cx="4320" cy="8640"/>
            </a:xfrm>
            <a:custGeom>
              <a:rect b="b" l="l" r="r" t="t"/>
              <a:pathLst>
                <a:path extrusionOk="0" h="24" w="12">
                  <a:moveTo>
                    <a:pt x="0" y="0"/>
                  </a:moveTo>
                  <a:cubicBezTo>
                    <a:pt x="0" y="4"/>
                    <a:pt x="0" y="8"/>
                    <a:pt x="0" y="13"/>
                  </a:cubicBezTo>
                  <a:cubicBezTo>
                    <a:pt x="0" y="16"/>
                    <a:pt x="0" y="20"/>
                    <a:pt x="0" y="23"/>
                  </a:cubicBezTo>
                  <a:cubicBezTo>
                    <a:pt x="2" y="23"/>
                    <a:pt x="3" y="23"/>
                    <a:pt x="5" y="22"/>
                  </a:cubicBezTo>
                  <a:cubicBezTo>
                    <a:pt x="7" y="21"/>
                    <a:pt x="9" y="19"/>
                    <a:pt x="10" y="17"/>
                  </a:cubicBezTo>
                  <a:cubicBezTo>
                    <a:pt x="11" y="15"/>
                    <a:pt x="11" y="14"/>
                    <a:pt x="11" y="12"/>
                  </a:cubicBezTo>
                  <a:cubicBezTo>
                    <a:pt x="11" y="10"/>
                    <a:pt x="11" y="8"/>
                    <a:pt x="10" y="6"/>
                  </a:cubicBezTo>
                  <a:cubicBezTo>
                    <a:pt x="9" y="4"/>
                    <a:pt x="7" y="4"/>
                    <a:pt x="5" y="2"/>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9"/>
            <p:cNvSpPr/>
            <p:nvPr/>
          </p:nvSpPr>
          <p:spPr>
            <a:xfrm>
              <a:off x="1421645" y="-776375"/>
              <a:ext cx="1800" cy="9360"/>
            </a:xfrm>
            <a:custGeom>
              <a:rect b="b" l="l" r="r" t="t"/>
              <a:pathLst>
                <a:path extrusionOk="0" h="26" w="5">
                  <a:moveTo>
                    <a:pt x="4" y="0"/>
                  </a:moveTo>
                  <a:lnTo>
                    <a:pt x="0" y="0"/>
                  </a:lnTo>
                  <a:cubicBezTo>
                    <a:pt x="1" y="8"/>
                    <a:pt x="2" y="17"/>
                    <a:pt x="2" y="25"/>
                  </a:cubicBezTo>
                  <a:lnTo>
                    <a:pt x="4" y="25"/>
                  </a:lnTo>
                  <a:cubicBezTo>
                    <a:pt x="4" y="18"/>
                    <a:pt x="4" y="9"/>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9"/>
            <p:cNvSpPr/>
            <p:nvPr/>
          </p:nvSpPr>
          <p:spPr>
            <a:xfrm>
              <a:off x="1423085" y="-778535"/>
              <a:ext cx="9720" cy="11880"/>
            </a:xfrm>
            <a:custGeom>
              <a:rect b="b" l="l" r="r" t="t"/>
              <a:pathLst>
                <a:path extrusionOk="0" h="33" w="27">
                  <a:moveTo>
                    <a:pt x="6" y="5"/>
                  </a:moveTo>
                  <a:cubicBezTo>
                    <a:pt x="4" y="6"/>
                    <a:pt x="2" y="6"/>
                    <a:pt x="0" y="6"/>
                  </a:cubicBezTo>
                  <a:cubicBezTo>
                    <a:pt x="0" y="15"/>
                    <a:pt x="0" y="23"/>
                    <a:pt x="0" y="32"/>
                  </a:cubicBezTo>
                  <a:cubicBezTo>
                    <a:pt x="4" y="32"/>
                    <a:pt x="8" y="30"/>
                    <a:pt x="12" y="28"/>
                  </a:cubicBezTo>
                  <a:cubicBezTo>
                    <a:pt x="14" y="27"/>
                    <a:pt x="16" y="25"/>
                    <a:pt x="18" y="23"/>
                  </a:cubicBezTo>
                  <a:cubicBezTo>
                    <a:pt x="26" y="16"/>
                    <a:pt x="17" y="0"/>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9"/>
            <p:cNvSpPr/>
            <p:nvPr/>
          </p:nvSpPr>
          <p:spPr>
            <a:xfrm>
              <a:off x="1429205" y="-801575"/>
              <a:ext cx="7200" cy="8640"/>
            </a:xfrm>
            <a:custGeom>
              <a:rect b="b" l="l" r="r" t="t"/>
              <a:pathLst>
                <a:path extrusionOk="0" h="24" w="20">
                  <a:moveTo>
                    <a:pt x="7" y="21"/>
                  </a:moveTo>
                  <a:cubicBezTo>
                    <a:pt x="19" y="17"/>
                    <a:pt x="12" y="0"/>
                    <a:pt x="0" y="1"/>
                  </a:cubicBezTo>
                  <a:cubicBezTo>
                    <a:pt x="0" y="9"/>
                    <a:pt x="2" y="16"/>
                    <a:pt x="3" y="23"/>
                  </a:cubicBezTo>
                  <a:lnTo>
                    <a:pt x="7"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9"/>
            <p:cNvSpPr/>
            <p:nvPr/>
          </p:nvSpPr>
          <p:spPr>
            <a:xfrm>
              <a:off x="1419125" y="-800135"/>
              <a:ext cx="4320" cy="10440"/>
            </a:xfrm>
            <a:custGeom>
              <a:rect b="b" l="l" r="r" t="t"/>
              <a:pathLst>
                <a:path extrusionOk="0" h="29" w="12">
                  <a:moveTo>
                    <a:pt x="10" y="8"/>
                  </a:moveTo>
                  <a:cubicBezTo>
                    <a:pt x="10" y="6"/>
                    <a:pt x="10" y="3"/>
                    <a:pt x="10" y="0"/>
                  </a:cubicBezTo>
                  <a:lnTo>
                    <a:pt x="0" y="4"/>
                  </a:lnTo>
                  <a:cubicBezTo>
                    <a:pt x="0" y="12"/>
                    <a:pt x="2" y="20"/>
                    <a:pt x="3" y="28"/>
                  </a:cubicBezTo>
                  <a:lnTo>
                    <a:pt x="11" y="25"/>
                  </a:lnTo>
                  <a:cubicBezTo>
                    <a:pt x="10" y="19"/>
                    <a:pt x="10" y="14"/>
                    <a:pt x="1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9"/>
            <p:cNvSpPr/>
            <p:nvPr/>
          </p:nvSpPr>
          <p:spPr>
            <a:xfrm>
              <a:off x="1422725" y="-801215"/>
              <a:ext cx="7560" cy="10440"/>
            </a:xfrm>
            <a:custGeom>
              <a:rect b="b" l="l" r="r" t="t"/>
              <a:pathLst>
                <a:path extrusionOk="0" h="29" w="21">
                  <a:moveTo>
                    <a:pt x="18" y="0"/>
                  </a:moveTo>
                  <a:cubicBezTo>
                    <a:pt x="12" y="0"/>
                    <a:pt x="6" y="1"/>
                    <a:pt x="0" y="3"/>
                  </a:cubicBezTo>
                  <a:cubicBezTo>
                    <a:pt x="0" y="6"/>
                    <a:pt x="0" y="9"/>
                    <a:pt x="0" y="11"/>
                  </a:cubicBezTo>
                  <a:cubicBezTo>
                    <a:pt x="0" y="17"/>
                    <a:pt x="0" y="22"/>
                    <a:pt x="0" y="28"/>
                  </a:cubicBezTo>
                  <a:lnTo>
                    <a:pt x="20" y="21"/>
                  </a:lnTo>
                  <a:cubicBezTo>
                    <a:pt x="19" y="14"/>
                    <a:pt x="19" y="7"/>
                    <a:pt x="1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9"/>
            <p:cNvSpPr/>
            <p:nvPr/>
          </p:nvSpPr>
          <p:spPr>
            <a:xfrm>
              <a:off x="1417325" y="-817415"/>
              <a:ext cx="5400" cy="9360"/>
            </a:xfrm>
            <a:custGeom>
              <a:rect b="b" l="l" r="r" t="t"/>
              <a:pathLst>
                <a:path extrusionOk="0" h="26" w="15">
                  <a:moveTo>
                    <a:pt x="14" y="6"/>
                  </a:moveTo>
                  <a:lnTo>
                    <a:pt x="11" y="0"/>
                  </a:lnTo>
                  <a:lnTo>
                    <a:pt x="0" y="1"/>
                  </a:lnTo>
                  <a:cubicBezTo>
                    <a:pt x="0" y="9"/>
                    <a:pt x="1" y="17"/>
                    <a:pt x="2" y="25"/>
                  </a:cubicBezTo>
                  <a:cubicBezTo>
                    <a:pt x="6" y="24"/>
                    <a:pt x="10" y="24"/>
                    <a:pt x="14" y="23"/>
                  </a:cubicBezTo>
                  <a:cubicBezTo>
                    <a:pt x="14" y="17"/>
                    <a:pt x="14" y="11"/>
                    <a:pt x="14"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9"/>
            <p:cNvSpPr/>
            <p:nvPr/>
          </p:nvSpPr>
          <p:spPr>
            <a:xfrm>
              <a:off x="1422365" y="-815255"/>
              <a:ext cx="3600" cy="6480"/>
            </a:xfrm>
            <a:custGeom>
              <a:rect b="b" l="l" r="r" t="t"/>
              <a:pathLst>
                <a:path extrusionOk="0" h="18" w="10">
                  <a:moveTo>
                    <a:pt x="0" y="0"/>
                  </a:moveTo>
                  <a:cubicBezTo>
                    <a:pt x="0" y="5"/>
                    <a:pt x="0" y="11"/>
                    <a:pt x="0" y="17"/>
                  </a:cubicBezTo>
                  <a:cubicBezTo>
                    <a:pt x="2" y="16"/>
                    <a:pt x="4" y="15"/>
                    <a:pt x="7" y="14"/>
                  </a:cubicBezTo>
                  <a:cubicBezTo>
                    <a:pt x="7" y="14"/>
                    <a:pt x="8" y="13"/>
                    <a:pt x="9" y="13"/>
                  </a:cubicBezTo>
                  <a:cubicBezTo>
                    <a:pt x="6" y="10"/>
                    <a:pt x="4" y="7"/>
                    <a:pt x="2" y="4"/>
                  </a:cubicBez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9"/>
            <p:cNvSpPr/>
            <p:nvPr/>
          </p:nvSpPr>
          <p:spPr>
            <a:xfrm>
              <a:off x="1425605" y="-816335"/>
              <a:ext cx="1440" cy="3600"/>
            </a:xfrm>
            <a:custGeom>
              <a:rect b="b" l="l" r="r" t="t"/>
              <a:pathLst>
                <a:path extrusionOk="0" h="10" w="4">
                  <a:moveTo>
                    <a:pt x="2" y="2"/>
                  </a:moveTo>
                  <a:lnTo>
                    <a:pt x="0" y="0"/>
                  </a:lnTo>
                  <a:cubicBezTo>
                    <a:pt x="1" y="3"/>
                    <a:pt x="2" y="7"/>
                    <a:pt x="3" y="9"/>
                  </a:cubicBezTo>
                  <a:cubicBezTo>
                    <a:pt x="3" y="7"/>
                    <a:pt x="3" y="4"/>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9"/>
            <p:cNvSpPr/>
            <p:nvPr/>
          </p:nvSpPr>
          <p:spPr>
            <a:xfrm>
              <a:off x="1421285" y="-817775"/>
              <a:ext cx="1440" cy="2880"/>
            </a:xfrm>
            <a:custGeom>
              <a:rect b="b" l="l" r="r" t="t"/>
              <a:pathLst>
                <a:path extrusionOk="0" h="8" w="4">
                  <a:moveTo>
                    <a:pt x="0" y="1"/>
                  </a:moveTo>
                  <a:lnTo>
                    <a:pt x="3" y="7"/>
                  </a:lnTo>
                  <a:cubicBezTo>
                    <a:pt x="3" y="5"/>
                    <a:pt x="3" y="2"/>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9"/>
            <p:cNvSpPr/>
            <p:nvPr/>
          </p:nvSpPr>
          <p:spPr>
            <a:xfrm>
              <a:off x="1422365" y="-817775"/>
              <a:ext cx="4680" cy="7560"/>
            </a:xfrm>
            <a:custGeom>
              <a:rect b="b" l="l" r="r" t="t"/>
              <a:pathLst>
                <a:path extrusionOk="0" h="21" w="13">
                  <a:moveTo>
                    <a:pt x="12" y="14"/>
                  </a:moveTo>
                  <a:cubicBezTo>
                    <a:pt x="11" y="11"/>
                    <a:pt x="10" y="8"/>
                    <a:pt x="9" y="5"/>
                  </a:cubicBezTo>
                  <a:cubicBezTo>
                    <a:pt x="8" y="4"/>
                    <a:pt x="7" y="3"/>
                    <a:pt x="6" y="2"/>
                  </a:cubicBezTo>
                  <a:cubicBezTo>
                    <a:pt x="4" y="1"/>
                    <a:pt x="2" y="0"/>
                    <a:pt x="1" y="0"/>
                  </a:cubicBezTo>
                  <a:lnTo>
                    <a:pt x="0" y="0"/>
                  </a:lnTo>
                  <a:cubicBezTo>
                    <a:pt x="0" y="2"/>
                    <a:pt x="0" y="5"/>
                    <a:pt x="0" y="7"/>
                  </a:cubicBezTo>
                  <a:cubicBezTo>
                    <a:pt x="1" y="8"/>
                    <a:pt x="2" y="9"/>
                    <a:pt x="2" y="10"/>
                  </a:cubicBezTo>
                  <a:cubicBezTo>
                    <a:pt x="4" y="14"/>
                    <a:pt x="7" y="17"/>
                    <a:pt x="10" y="20"/>
                  </a:cubicBezTo>
                  <a:cubicBezTo>
                    <a:pt x="10" y="19"/>
                    <a:pt x="11" y="18"/>
                    <a:pt x="11" y="18"/>
                  </a:cubicBezTo>
                  <a:cubicBezTo>
                    <a:pt x="12" y="17"/>
                    <a:pt x="12" y="15"/>
                    <a:pt x="1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9"/>
            <p:cNvSpPr/>
            <p:nvPr/>
          </p:nvSpPr>
          <p:spPr>
            <a:xfrm>
              <a:off x="1415525" y="-837935"/>
              <a:ext cx="2160" cy="8640"/>
            </a:xfrm>
            <a:custGeom>
              <a:rect b="b" l="l" r="r" t="t"/>
              <a:pathLst>
                <a:path extrusionOk="0" h="24" w="6">
                  <a:moveTo>
                    <a:pt x="5" y="22"/>
                  </a:moveTo>
                  <a:cubicBezTo>
                    <a:pt x="3" y="15"/>
                    <a:pt x="2" y="8"/>
                    <a:pt x="0" y="0"/>
                  </a:cubicBezTo>
                  <a:cubicBezTo>
                    <a:pt x="0" y="8"/>
                    <a:pt x="1" y="15"/>
                    <a:pt x="2" y="23"/>
                  </a:cubicBezTo>
                  <a:cubicBezTo>
                    <a:pt x="3" y="23"/>
                    <a:pt x="4" y="23"/>
                    <a:pt x="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9"/>
            <p:cNvSpPr/>
            <p:nvPr/>
          </p:nvSpPr>
          <p:spPr>
            <a:xfrm>
              <a:off x="1415525" y="-837935"/>
              <a:ext cx="5040" cy="8280"/>
            </a:xfrm>
            <a:custGeom>
              <a:rect b="b" l="l" r="r" t="t"/>
              <a:pathLst>
                <a:path extrusionOk="0" h="23" w="14">
                  <a:moveTo>
                    <a:pt x="0" y="0"/>
                  </a:moveTo>
                  <a:cubicBezTo>
                    <a:pt x="2" y="8"/>
                    <a:pt x="4" y="15"/>
                    <a:pt x="6" y="22"/>
                  </a:cubicBezTo>
                  <a:cubicBezTo>
                    <a:pt x="8" y="21"/>
                    <a:pt x="9" y="20"/>
                    <a:pt x="11" y="18"/>
                  </a:cubicBezTo>
                  <a:cubicBezTo>
                    <a:pt x="13" y="16"/>
                    <a:pt x="12" y="14"/>
                    <a:pt x="12" y="12"/>
                  </a:cubicBezTo>
                  <a:cubicBezTo>
                    <a:pt x="12" y="10"/>
                    <a:pt x="13" y="8"/>
                    <a:pt x="11" y="6"/>
                  </a:cubicBezTo>
                  <a:cubicBezTo>
                    <a:pt x="9" y="4"/>
                    <a:pt x="8" y="2"/>
                    <a:pt x="6" y="1"/>
                  </a:cubicBezTo>
                  <a:cubicBezTo>
                    <a:pt x="4"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9"/>
            <p:cNvSpPr/>
            <p:nvPr/>
          </p:nvSpPr>
          <p:spPr>
            <a:xfrm>
              <a:off x="1337405" y="-1056095"/>
              <a:ext cx="50760" cy="83880"/>
            </a:xfrm>
            <a:custGeom>
              <a:rect b="b" l="l" r="r" t="t"/>
              <a:pathLst>
                <a:path extrusionOk="0" h="233" w="141">
                  <a:moveTo>
                    <a:pt x="126" y="219"/>
                  </a:moveTo>
                  <a:cubicBezTo>
                    <a:pt x="132" y="223"/>
                    <a:pt x="136" y="227"/>
                    <a:pt x="140" y="232"/>
                  </a:cubicBezTo>
                  <a:cubicBezTo>
                    <a:pt x="133" y="202"/>
                    <a:pt x="121" y="172"/>
                    <a:pt x="105" y="145"/>
                  </a:cubicBezTo>
                  <a:cubicBezTo>
                    <a:pt x="101" y="137"/>
                    <a:pt x="97" y="130"/>
                    <a:pt x="92" y="123"/>
                  </a:cubicBezTo>
                  <a:cubicBezTo>
                    <a:pt x="64" y="80"/>
                    <a:pt x="34" y="39"/>
                    <a:pt x="0" y="0"/>
                  </a:cubicBezTo>
                  <a:cubicBezTo>
                    <a:pt x="14" y="22"/>
                    <a:pt x="27" y="45"/>
                    <a:pt x="40" y="67"/>
                  </a:cubicBezTo>
                  <a:cubicBezTo>
                    <a:pt x="69" y="117"/>
                    <a:pt x="95" y="168"/>
                    <a:pt x="120" y="220"/>
                  </a:cubicBezTo>
                  <a:cubicBezTo>
                    <a:pt x="120" y="219"/>
                    <a:pt x="120" y="219"/>
                    <a:pt x="121" y="219"/>
                  </a:cubicBezTo>
                  <a:cubicBezTo>
                    <a:pt x="122" y="218"/>
                    <a:pt x="123" y="218"/>
                    <a:pt x="124" y="218"/>
                  </a:cubicBezTo>
                  <a:cubicBezTo>
                    <a:pt x="124" y="218"/>
                    <a:pt x="125" y="218"/>
                    <a:pt x="126"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9"/>
            <p:cNvSpPr/>
            <p:nvPr/>
          </p:nvSpPr>
          <p:spPr>
            <a:xfrm>
              <a:off x="1258205" y="-1129535"/>
              <a:ext cx="96480" cy="119520"/>
            </a:xfrm>
            <a:custGeom>
              <a:rect b="b" l="l" r="r" t="t"/>
              <a:pathLst>
                <a:path extrusionOk="0" h="332" w="268">
                  <a:moveTo>
                    <a:pt x="155" y="185"/>
                  </a:moveTo>
                  <a:cubicBezTo>
                    <a:pt x="189" y="236"/>
                    <a:pt x="234" y="279"/>
                    <a:pt x="267" y="331"/>
                  </a:cubicBezTo>
                  <a:cubicBezTo>
                    <a:pt x="252" y="301"/>
                    <a:pt x="235" y="270"/>
                    <a:pt x="217" y="241"/>
                  </a:cubicBezTo>
                  <a:cubicBezTo>
                    <a:pt x="159" y="148"/>
                    <a:pt x="79" y="75"/>
                    <a:pt x="0" y="0"/>
                  </a:cubicBezTo>
                  <a:cubicBezTo>
                    <a:pt x="59" y="55"/>
                    <a:pt x="111" y="117"/>
                    <a:pt x="155"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9"/>
            <p:cNvSpPr/>
            <p:nvPr/>
          </p:nvSpPr>
          <p:spPr>
            <a:xfrm>
              <a:off x="1365125" y="-989495"/>
              <a:ext cx="17280" cy="38880"/>
            </a:xfrm>
            <a:custGeom>
              <a:rect b="b" l="l" r="r" t="t"/>
              <a:pathLst>
                <a:path extrusionOk="0" h="108" w="48">
                  <a:moveTo>
                    <a:pt x="47" y="107"/>
                  </a:moveTo>
                  <a:cubicBezTo>
                    <a:pt x="44" y="98"/>
                    <a:pt x="41" y="90"/>
                    <a:pt x="39" y="81"/>
                  </a:cubicBezTo>
                  <a:cubicBezTo>
                    <a:pt x="32" y="59"/>
                    <a:pt x="22" y="38"/>
                    <a:pt x="11" y="18"/>
                  </a:cubicBezTo>
                  <a:cubicBezTo>
                    <a:pt x="7" y="12"/>
                    <a:pt x="4" y="6"/>
                    <a:pt x="0" y="0"/>
                  </a:cubicBezTo>
                  <a:cubicBezTo>
                    <a:pt x="14" y="34"/>
                    <a:pt x="26" y="70"/>
                    <a:pt x="43" y="104"/>
                  </a:cubicBezTo>
                  <a:cubicBezTo>
                    <a:pt x="44" y="104"/>
                    <a:pt x="44" y="104"/>
                    <a:pt x="44" y="104"/>
                  </a:cubicBezTo>
                  <a:cubicBezTo>
                    <a:pt x="44" y="105"/>
                    <a:pt x="45" y="106"/>
                    <a:pt x="46" y="106"/>
                  </a:cubicBezTo>
                  <a:cubicBezTo>
                    <a:pt x="46" y="106"/>
                    <a:pt x="46" y="107"/>
                    <a:pt x="47"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9"/>
            <p:cNvSpPr/>
            <p:nvPr/>
          </p:nvSpPr>
          <p:spPr>
            <a:xfrm>
              <a:off x="1230845" y="-1157255"/>
              <a:ext cx="26640" cy="26280"/>
            </a:xfrm>
            <a:custGeom>
              <a:rect b="b" l="l" r="r" t="t"/>
              <a:pathLst>
                <a:path extrusionOk="0" h="73" w="74">
                  <a:moveTo>
                    <a:pt x="48" y="50"/>
                  </a:moveTo>
                  <a:cubicBezTo>
                    <a:pt x="56" y="57"/>
                    <a:pt x="64" y="65"/>
                    <a:pt x="73" y="72"/>
                  </a:cubicBezTo>
                  <a:lnTo>
                    <a:pt x="51" y="51"/>
                  </a:lnTo>
                  <a:lnTo>
                    <a:pt x="0" y="0"/>
                  </a:lnTo>
                  <a:cubicBezTo>
                    <a:pt x="14" y="18"/>
                    <a:pt x="30" y="35"/>
                    <a:pt x="4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9"/>
            <p:cNvSpPr/>
            <p:nvPr/>
          </p:nvSpPr>
          <p:spPr>
            <a:xfrm>
              <a:off x="1263965" y="-1136015"/>
              <a:ext cx="11160" cy="10440"/>
            </a:xfrm>
            <a:custGeom>
              <a:rect b="b" l="l" r="r" t="t"/>
              <a:pathLst>
                <a:path extrusionOk="0" h="29" w="31">
                  <a:moveTo>
                    <a:pt x="7" y="6"/>
                  </a:moveTo>
                  <a:lnTo>
                    <a:pt x="0" y="0"/>
                  </a:lnTo>
                  <a:cubicBezTo>
                    <a:pt x="10" y="9"/>
                    <a:pt x="20" y="20"/>
                    <a:pt x="30" y="28"/>
                  </a:cubicBezTo>
                  <a:cubicBezTo>
                    <a:pt x="23" y="20"/>
                    <a:pt x="15" y="13"/>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9"/>
            <p:cNvSpPr/>
            <p:nvPr/>
          </p:nvSpPr>
          <p:spPr>
            <a:xfrm>
              <a:off x="1222205" y="-1175975"/>
              <a:ext cx="162360" cy="225360"/>
            </a:xfrm>
            <a:custGeom>
              <a:rect b="b" l="l" r="r" t="t"/>
              <a:pathLst>
                <a:path extrusionOk="0" h="626" w="451">
                  <a:moveTo>
                    <a:pt x="8" y="2"/>
                  </a:moveTo>
                  <a:cubicBezTo>
                    <a:pt x="5" y="0"/>
                    <a:pt x="0" y="2"/>
                    <a:pt x="1" y="5"/>
                  </a:cubicBezTo>
                  <a:cubicBezTo>
                    <a:pt x="3" y="16"/>
                    <a:pt x="7" y="27"/>
                    <a:pt x="13" y="38"/>
                  </a:cubicBezTo>
                  <a:cubicBezTo>
                    <a:pt x="16" y="43"/>
                    <a:pt x="19" y="48"/>
                    <a:pt x="23" y="53"/>
                  </a:cubicBezTo>
                  <a:lnTo>
                    <a:pt x="74" y="103"/>
                  </a:lnTo>
                  <a:lnTo>
                    <a:pt x="97" y="125"/>
                  </a:lnTo>
                  <a:lnTo>
                    <a:pt x="101" y="129"/>
                  </a:lnTo>
                  <a:cubicBezTo>
                    <a:pt x="180" y="204"/>
                    <a:pt x="258" y="277"/>
                    <a:pt x="317" y="370"/>
                  </a:cubicBezTo>
                  <a:cubicBezTo>
                    <a:pt x="335" y="399"/>
                    <a:pt x="352" y="429"/>
                    <a:pt x="368" y="460"/>
                  </a:cubicBezTo>
                  <a:lnTo>
                    <a:pt x="370" y="464"/>
                  </a:lnTo>
                  <a:cubicBezTo>
                    <a:pt x="371" y="466"/>
                    <a:pt x="372" y="467"/>
                    <a:pt x="373" y="469"/>
                  </a:cubicBezTo>
                  <a:cubicBezTo>
                    <a:pt x="382" y="485"/>
                    <a:pt x="390" y="501"/>
                    <a:pt x="397" y="518"/>
                  </a:cubicBezTo>
                  <a:cubicBezTo>
                    <a:pt x="401" y="524"/>
                    <a:pt x="405" y="530"/>
                    <a:pt x="408" y="536"/>
                  </a:cubicBezTo>
                  <a:cubicBezTo>
                    <a:pt x="420" y="556"/>
                    <a:pt x="429" y="577"/>
                    <a:pt x="436" y="599"/>
                  </a:cubicBezTo>
                  <a:cubicBezTo>
                    <a:pt x="439" y="608"/>
                    <a:pt x="441" y="616"/>
                    <a:pt x="444" y="625"/>
                  </a:cubicBezTo>
                  <a:cubicBezTo>
                    <a:pt x="445" y="625"/>
                    <a:pt x="446" y="625"/>
                    <a:pt x="447" y="625"/>
                  </a:cubicBezTo>
                  <a:cubicBezTo>
                    <a:pt x="448" y="625"/>
                    <a:pt x="449" y="625"/>
                    <a:pt x="450" y="625"/>
                  </a:cubicBezTo>
                  <a:cubicBezTo>
                    <a:pt x="445" y="603"/>
                    <a:pt x="441" y="581"/>
                    <a:pt x="438" y="558"/>
                  </a:cubicBezTo>
                  <a:cubicBezTo>
                    <a:pt x="438" y="556"/>
                    <a:pt x="439" y="555"/>
                    <a:pt x="439" y="554"/>
                  </a:cubicBezTo>
                  <a:cubicBezTo>
                    <a:pt x="439" y="554"/>
                    <a:pt x="440" y="554"/>
                    <a:pt x="440" y="553"/>
                  </a:cubicBezTo>
                  <a:cubicBezTo>
                    <a:pt x="416" y="501"/>
                    <a:pt x="390" y="449"/>
                    <a:pt x="361" y="400"/>
                  </a:cubicBezTo>
                  <a:cubicBezTo>
                    <a:pt x="348" y="377"/>
                    <a:pt x="334" y="355"/>
                    <a:pt x="320" y="333"/>
                  </a:cubicBezTo>
                  <a:cubicBezTo>
                    <a:pt x="303" y="314"/>
                    <a:pt x="286" y="295"/>
                    <a:pt x="269" y="277"/>
                  </a:cubicBezTo>
                  <a:cubicBezTo>
                    <a:pt x="227" y="232"/>
                    <a:pt x="191" y="182"/>
                    <a:pt x="147" y="139"/>
                  </a:cubicBezTo>
                  <a:cubicBezTo>
                    <a:pt x="137" y="131"/>
                    <a:pt x="127" y="121"/>
                    <a:pt x="117" y="112"/>
                  </a:cubicBezTo>
                  <a:cubicBezTo>
                    <a:pt x="79" y="76"/>
                    <a:pt x="47" y="30"/>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9"/>
            <p:cNvSpPr/>
            <p:nvPr/>
          </p:nvSpPr>
          <p:spPr>
            <a:xfrm>
              <a:off x="1380605" y="-977615"/>
              <a:ext cx="8280" cy="17640"/>
            </a:xfrm>
            <a:custGeom>
              <a:rect b="b" l="l" r="r" t="t"/>
              <a:pathLst>
                <a:path extrusionOk="0" h="49" w="23">
                  <a:moveTo>
                    <a:pt x="6" y="1"/>
                  </a:moveTo>
                  <a:cubicBezTo>
                    <a:pt x="5" y="0"/>
                    <a:pt x="4" y="0"/>
                    <a:pt x="4" y="0"/>
                  </a:cubicBezTo>
                  <a:cubicBezTo>
                    <a:pt x="3" y="0"/>
                    <a:pt x="2" y="0"/>
                    <a:pt x="1" y="1"/>
                  </a:cubicBezTo>
                  <a:cubicBezTo>
                    <a:pt x="0" y="1"/>
                    <a:pt x="0" y="1"/>
                    <a:pt x="0" y="2"/>
                  </a:cubicBezTo>
                  <a:cubicBezTo>
                    <a:pt x="7" y="17"/>
                    <a:pt x="14" y="33"/>
                    <a:pt x="21" y="48"/>
                  </a:cubicBezTo>
                  <a:cubicBezTo>
                    <a:pt x="22" y="42"/>
                    <a:pt x="22" y="36"/>
                    <a:pt x="22" y="31"/>
                  </a:cubicBezTo>
                  <a:cubicBezTo>
                    <a:pt x="22" y="25"/>
                    <a:pt x="22" y="20"/>
                    <a:pt x="21" y="14"/>
                  </a:cubicBezTo>
                  <a:cubicBezTo>
                    <a:pt x="17" y="9"/>
                    <a:pt x="12" y="5"/>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9"/>
            <p:cNvSpPr/>
            <p:nvPr/>
          </p:nvSpPr>
          <p:spPr>
            <a:xfrm>
              <a:off x="1379885" y="-976895"/>
              <a:ext cx="8640" cy="26280"/>
            </a:xfrm>
            <a:custGeom>
              <a:rect b="b" l="l" r="r" t="t"/>
              <a:pathLst>
                <a:path extrusionOk="0" h="73" w="24">
                  <a:moveTo>
                    <a:pt x="17" y="68"/>
                  </a:moveTo>
                  <a:cubicBezTo>
                    <a:pt x="20" y="61"/>
                    <a:pt x="22" y="53"/>
                    <a:pt x="23" y="46"/>
                  </a:cubicBezTo>
                  <a:cubicBezTo>
                    <a:pt x="16" y="31"/>
                    <a:pt x="9" y="15"/>
                    <a:pt x="2" y="0"/>
                  </a:cubicBezTo>
                  <a:cubicBezTo>
                    <a:pt x="1" y="0"/>
                    <a:pt x="1" y="1"/>
                    <a:pt x="1" y="1"/>
                  </a:cubicBezTo>
                  <a:cubicBezTo>
                    <a:pt x="0" y="2"/>
                    <a:pt x="0" y="3"/>
                    <a:pt x="0" y="4"/>
                  </a:cubicBezTo>
                  <a:cubicBezTo>
                    <a:pt x="0" y="5"/>
                    <a:pt x="0" y="5"/>
                    <a:pt x="0" y="5"/>
                  </a:cubicBezTo>
                  <a:cubicBezTo>
                    <a:pt x="3" y="28"/>
                    <a:pt x="7" y="50"/>
                    <a:pt x="12" y="72"/>
                  </a:cubicBezTo>
                  <a:cubicBezTo>
                    <a:pt x="12" y="71"/>
                    <a:pt x="13" y="71"/>
                    <a:pt x="14" y="71"/>
                  </a:cubicBezTo>
                  <a:cubicBezTo>
                    <a:pt x="15" y="70"/>
                    <a:pt x="16" y="69"/>
                    <a:pt x="16" y="68"/>
                  </a:cubicBezTo>
                  <a:cubicBezTo>
                    <a:pt x="17" y="68"/>
                    <a:pt x="17" y="68"/>
                    <a:pt x="17"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9"/>
            <p:cNvSpPr/>
            <p:nvPr/>
          </p:nvSpPr>
          <p:spPr>
            <a:xfrm>
              <a:off x="1589405" y="-849815"/>
              <a:ext cx="9720" cy="45000"/>
            </a:xfrm>
            <a:custGeom>
              <a:rect b="b" l="l" r="r" t="t"/>
              <a:pathLst>
                <a:path extrusionOk="0" h="125" w="27">
                  <a:moveTo>
                    <a:pt x="12" y="118"/>
                  </a:moveTo>
                  <a:cubicBezTo>
                    <a:pt x="13" y="124"/>
                    <a:pt x="24" y="124"/>
                    <a:pt x="25" y="117"/>
                  </a:cubicBezTo>
                  <a:cubicBezTo>
                    <a:pt x="26" y="100"/>
                    <a:pt x="19" y="83"/>
                    <a:pt x="19" y="66"/>
                  </a:cubicBezTo>
                  <a:cubicBezTo>
                    <a:pt x="19" y="44"/>
                    <a:pt x="19" y="22"/>
                    <a:pt x="19" y="0"/>
                  </a:cubicBezTo>
                  <a:lnTo>
                    <a:pt x="1" y="0"/>
                  </a:lnTo>
                  <a:cubicBezTo>
                    <a:pt x="1" y="7"/>
                    <a:pt x="0" y="14"/>
                    <a:pt x="0" y="21"/>
                  </a:cubicBezTo>
                  <a:cubicBezTo>
                    <a:pt x="0" y="53"/>
                    <a:pt x="4" y="86"/>
                    <a:pt x="12"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9"/>
            <p:cNvSpPr/>
            <p:nvPr/>
          </p:nvSpPr>
          <p:spPr>
            <a:xfrm>
              <a:off x="1590485" y="-853055"/>
              <a:ext cx="6480" cy="3600"/>
            </a:xfrm>
            <a:custGeom>
              <a:rect b="b" l="l" r="r" t="t"/>
              <a:pathLst>
                <a:path extrusionOk="0" h="10" w="18">
                  <a:moveTo>
                    <a:pt x="17" y="9"/>
                  </a:moveTo>
                  <a:cubicBezTo>
                    <a:pt x="17" y="7"/>
                    <a:pt x="17" y="5"/>
                    <a:pt x="17" y="2"/>
                  </a:cubicBezTo>
                  <a:lnTo>
                    <a:pt x="0" y="0"/>
                  </a:lnTo>
                  <a:cubicBezTo>
                    <a:pt x="0" y="3"/>
                    <a:pt x="0" y="6"/>
                    <a:pt x="0" y="9"/>
                  </a:cubicBezTo>
                  <a:lnTo>
                    <a:pt x="17"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9"/>
            <p:cNvSpPr/>
            <p:nvPr/>
          </p:nvSpPr>
          <p:spPr>
            <a:xfrm>
              <a:off x="1603085" y="-849815"/>
              <a:ext cx="7560" cy="17640"/>
            </a:xfrm>
            <a:custGeom>
              <a:rect b="b" l="l" r="r" t="t"/>
              <a:pathLst>
                <a:path extrusionOk="0" h="49" w="21">
                  <a:moveTo>
                    <a:pt x="4" y="41"/>
                  </a:moveTo>
                  <a:cubicBezTo>
                    <a:pt x="4" y="48"/>
                    <a:pt x="15" y="45"/>
                    <a:pt x="15" y="40"/>
                  </a:cubicBezTo>
                  <a:cubicBezTo>
                    <a:pt x="18" y="26"/>
                    <a:pt x="19" y="13"/>
                    <a:pt x="20" y="0"/>
                  </a:cubicBezTo>
                  <a:lnTo>
                    <a:pt x="0" y="0"/>
                  </a:lnTo>
                  <a:cubicBezTo>
                    <a:pt x="1" y="14"/>
                    <a:pt x="2" y="27"/>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9"/>
            <p:cNvSpPr/>
            <p:nvPr/>
          </p:nvSpPr>
          <p:spPr>
            <a:xfrm>
              <a:off x="1603085" y="-851615"/>
              <a:ext cx="7560" cy="2520"/>
            </a:xfrm>
            <a:custGeom>
              <a:rect b="b" l="l" r="r" t="t"/>
              <a:pathLst>
                <a:path extrusionOk="0" h="7" w="21">
                  <a:moveTo>
                    <a:pt x="20" y="6"/>
                  </a:moveTo>
                  <a:cubicBezTo>
                    <a:pt x="20" y="5"/>
                    <a:pt x="20" y="4"/>
                    <a:pt x="20" y="2"/>
                  </a:cubicBezTo>
                  <a:lnTo>
                    <a:pt x="0" y="0"/>
                  </a:lnTo>
                  <a:cubicBezTo>
                    <a:pt x="0" y="2"/>
                    <a:pt x="0" y="4"/>
                    <a:pt x="0" y="6"/>
                  </a:cubicBezTo>
                  <a:lnTo>
                    <a:pt x="2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9"/>
            <p:cNvSpPr/>
            <p:nvPr/>
          </p:nvSpPr>
          <p:spPr>
            <a:xfrm>
              <a:off x="1626845" y="-848015"/>
              <a:ext cx="8640" cy="49320"/>
            </a:xfrm>
            <a:custGeom>
              <a:rect b="b" l="l" r="r" t="t"/>
              <a:pathLst>
                <a:path extrusionOk="0" h="137" w="24">
                  <a:moveTo>
                    <a:pt x="6" y="132"/>
                  </a:moveTo>
                  <a:lnTo>
                    <a:pt x="7" y="133"/>
                  </a:lnTo>
                  <a:cubicBezTo>
                    <a:pt x="8" y="134"/>
                    <a:pt x="7" y="134"/>
                    <a:pt x="8" y="135"/>
                  </a:cubicBezTo>
                  <a:cubicBezTo>
                    <a:pt x="9" y="136"/>
                    <a:pt x="10" y="136"/>
                    <a:pt x="11" y="136"/>
                  </a:cubicBezTo>
                  <a:cubicBezTo>
                    <a:pt x="12" y="136"/>
                    <a:pt x="13" y="135"/>
                    <a:pt x="13" y="135"/>
                  </a:cubicBezTo>
                  <a:cubicBezTo>
                    <a:pt x="14" y="134"/>
                    <a:pt x="15" y="134"/>
                    <a:pt x="15" y="133"/>
                  </a:cubicBezTo>
                  <a:lnTo>
                    <a:pt x="16" y="132"/>
                  </a:lnTo>
                  <a:cubicBezTo>
                    <a:pt x="20" y="98"/>
                    <a:pt x="23" y="63"/>
                    <a:pt x="23" y="29"/>
                  </a:cubicBezTo>
                  <a:cubicBezTo>
                    <a:pt x="23" y="19"/>
                    <a:pt x="23" y="9"/>
                    <a:pt x="22" y="0"/>
                  </a:cubicBezTo>
                  <a:lnTo>
                    <a:pt x="1" y="0"/>
                  </a:lnTo>
                  <a:cubicBezTo>
                    <a:pt x="0" y="12"/>
                    <a:pt x="0" y="24"/>
                    <a:pt x="0" y="36"/>
                  </a:cubicBezTo>
                  <a:cubicBezTo>
                    <a:pt x="0" y="68"/>
                    <a:pt x="2" y="100"/>
                    <a:pt x="6"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9"/>
            <p:cNvSpPr/>
            <p:nvPr/>
          </p:nvSpPr>
          <p:spPr>
            <a:xfrm>
              <a:off x="1627565" y="-849455"/>
              <a:ext cx="7920" cy="1440"/>
            </a:xfrm>
            <a:custGeom>
              <a:rect b="b" l="l" r="r" t="t"/>
              <a:pathLst>
                <a:path extrusionOk="0" h="4" w="22">
                  <a:moveTo>
                    <a:pt x="21" y="3"/>
                  </a:moveTo>
                  <a:cubicBezTo>
                    <a:pt x="21" y="2"/>
                    <a:pt x="21" y="1"/>
                    <a:pt x="21" y="0"/>
                  </a:cubicBezTo>
                  <a:lnTo>
                    <a:pt x="9" y="0"/>
                  </a:lnTo>
                  <a:lnTo>
                    <a:pt x="0" y="0"/>
                  </a:lnTo>
                  <a:cubicBezTo>
                    <a:pt x="0" y="1"/>
                    <a:pt x="0" y="2"/>
                    <a:pt x="0"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9"/>
            <p:cNvSpPr/>
            <p:nvPr/>
          </p:nvSpPr>
          <p:spPr>
            <a:xfrm>
              <a:off x="1642685" y="-847295"/>
              <a:ext cx="11160" cy="35280"/>
            </a:xfrm>
            <a:custGeom>
              <a:rect b="b" l="l" r="r" t="t"/>
              <a:pathLst>
                <a:path extrusionOk="0" h="98" w="31">
                  <a:moveTo>
                    <a:pt x="11" y="0"/>
                  </a:moveTo>
                  <a:cubicBezTo>
                    <a:pt x="10" y="2"/>
                    <a:pt x="8" y="4"/>
                    <a:pt x="7" y="6"/>
                  </a:cubicBezTo>
                  <a:cubicBezTo>
                    <a:pt x="2" y="14"/>
                    <a:pt x="0" y="23"/>
                    <a:pt x="0" y="33"/>
                  </a:cubicBezTo>
                  <a:cubicBezTo>
                    <a:pt x="2" y="51"/>
                    <a:pt x="2" y="69"/>
                    <a:pt x="3" y="86"/>
                  </a:cubicBezTo>
                  <a:cubicBezTo>
                    <a:pt x="3" y="95"/>
                    <a:pt x="19" y="97"/>
                    <a:pt x="20" y="88"/>
                  </a:cubicBezTo>
                  <a:cubicBezTo>
                    <a:pt x="21" y="74"/>
                    <a:pt x="22" y="61"/>
                    <a:pt x="22" y="48"/>
                  </a:cubicBezTo>
                  <a:cubicBezTo>
                    <a:pt x="22" y="45"/>
                    <a:pt x="22" y="43"/>
                    <a:pt x="22" y="40"/>
                  </a:cubicBezTo>
                  <a:cubicBezTo>
                    <a:pt x="22" y="39"/>
                    <a:pt x="22" y="37"/>
                    <a:pt x="22" y="35"/>
                  </a:cubicBezTo>
                  <a:cubicBezTo>
                    <a:pt x="22" y="30"/>
                    <a:pt x="23" y="24"/>
                    <a:pt x="26" y="19"/>
                  </a:cubicBezTo>
                  <a:cubicBezTo>
                    <a:pt x="26" y="18"/>
                    <a:pt x="27" y="18"/>
                    <a:pt x="27" y="17"/>
                  </a:cubicBezTo>
                  <a:cubicBezTo>
                    <a:pt x="29" y="13"/>
                    <a:pt x="30" y="10"/>
                    <a:pt x="30" y="6"/>
                  </a:cubicBezTo>
                  <a:cubicBezTo>
                    <a:pt x="30" y="5"/>
                    <a:pt x="30" y="5"/>
                    <a:pt x="30" y="5"/>
                  </a:cubicBezTo>
                  <a:cubicBezTo>
                    <a:pt x="30" y="3"/>
                    <a:pt x="30" y="2"/>
                    <a:pt x="29" y="0"/>
                  </a:cubicBezTo>
                  <a:lnTo>
                    <a:pt x="12" y="0"/>
                  </a:ln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9"/>
            <p:cNvSpPr/>
            <p:nvPr/>
          </p:nvSpPr>
          <p:spPr>
            <a:xfrm>
              <a:off x="1647365" y="-849095"/>
              <a:ext cx="6120" cy="1800"/>
            </a:xfrm>
            <a:custGeom>
              <a:rect b="b" l="l" r="r" t="t"/>
              <a:pathLst>
                <a:path extrusionOk="0" h="5" w="17">
                  <a:moveTo>
                    <a:pt x="0" y="4"/>
                  </a:moveTo>
                  <a:lnTo>
                    <a:pt x="16" y="4"/>
                  </a:lnTo>
                  <a:cubicBezTo>
                    <a:pt x="15" y="3"/>
                    <a:pt x="14" y="2"/>
                    <a:pt x="13" y="1"/>
                  </a:cubicBezTo>
                  <a:cubicBezTo>
                    <a:pt x="12" y="0"/>
                    <a:pt x="10" y="0"/>
                    <a:pt x="8" y="0"/>
                  </a:cubicBezTo>
                  <a:cubicBezTo>
                    <a:pt x="6" y="0"/>
                    <a:pt x="4" y="0"/>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9"/>
            <p:cNvSpPr/>
            <p:nvPr/>
          </p:nvSpPr>
          <p:spPr>
            <a:xfrm>
              <a:off x="1670045" y="-846935"/>
              <a:ext cx="6480" cy="35280"/>
            </a:xfrm>
            <a:custGeom>
              <a:rect b="b" l="l" r="r" t="t"/>
              <a:pathLst>
                <a:path extrusionOk="0" h="98" w="18">
                  <a:moveTo>
                    <a:pt x="0" y="1"/>
                  </a:moveTo>
                  <a:cubicBezTo>
                    <a:pt x="1" y="32"/>
                    <a:pt x="3" y="63"/>
                    <a:pt x="7" y="93"/>
                  </a:cubicBezTo>
                  <a:cubicBezTo>
                    <a:pt x="7" y="94"/>
                    <a:pt x="7" y="94"/>
                    <a:pt x="8" y="95"/>
                  </a:cubicBezTo>
                  <a:lnTo>
                    <a:pt x="9" y="96"/>
                  </a:lnTo>
                  <a:cubicBezTo>
                    <a:pt x="10" y="97"/>
                    <a:pt x="11" y="97"/>
                    <a:pt x="12" y="97"/>
                  </a:cubicBezTo>
                  <a:cubicBezTo>
                    <a:pt x="13" y="97"/>
                    <a:pt x="13" y="97"/>
                    <a:pt x="14" y="96"/>
                  </a:cubicBezTo>
                  <a:cubicBezTo>
                    <a:pt x="15" y="95"/>
                    <a:pt x="16" y="95"/>
                    <a:pt x="16" y="95"/>
                  </a:cubicBezTo>
                  <a:cubicBezTo>
                    <a:pt x="16" y="94"/>
                    <a:pt x="16" y="94"/>
                    <a:pt x="17" y="93"/>
                  </a:cubicBezTo>
                  <a:cubicBezTo>
                    <a:pt x="17" y="79"/>
                    <a:pt x="14" y="65"/>
                    <a:pt x="15" y="50"/>
                  </a:cubicBezTo>
                  <a:cubicBezTo>
                    <a:pt x="15" y="35"/>
                    <a:pt x="17" y="17"/>
                    <a:pt x="17"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9"/>
            <p:cNvSpPr/>
            <p:nvPr/>
          </p:nvSpPr>
          <p:spPr>
            <a:xfrm>
              <a:off x="1670045" y="-849455"/>
              <a:ext cx="6480" cy="2520"/>
            </a:xfrm>
            <a:custGeom>
              <a:rect b="b" l="l" r="r" t="t"/>
              <a:pathLst>
                <a:path extrusionOk="0" h="7" w="18">
                  <a:moveTo>
                    <a:pt x="0" y="6"/>
                  </a:moveTo>
                  <a:lnTo>
                    <a:pt x="17" y="6"/>
                  </a:lnTo>
                  <a:cubicBezTo>
                    <a:pt x="17" y="5"/>
                    <a:pt x="17" y="4"/>
                    <a:pt x="16" y="2"/>
                  </a:cubicBezTo>
                  <a:cubicBezTo>
                    <a:pt x="15" y="0"/>
                    <a:pt x="14" y="0"/>
                    <a:pt x="13" y="0"/>
                  </a:cubicBezTo>
                  <a:lnTo>
                    <a:pt x="4" y="0"/>
                  </a:lnTo>
                  <a:cubicBezTo>
                    <a:pt x="3" y="1"/>
                    <a:pt x="2" y="2"/>
                    <a:pt x="1" y="3"/>
                  </a:cubicBezTo>
                  <a:cubicBezTo>
                    <a:pt x="1" y="4"/>
                    <a:pt x="0"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9"/>
            <p:cNvSpPr/>
            <p:nvPr/>
          </p:nvSpPr>
          <p:spPr>
            <a:xfrm>
              <a:off x="1686245" y="-846935"/>
              <a:ext cx="8640" cy="40680"/>
            </a:xfrm>
            <a:custGeom>
              <a:rect b="b" l="l" r="r" t="t"/>
              <a:pathLst>
                <a:path extrusionOk="0" h="113" w="24">
                  <a:moveTo>
                    <a:pt x="1" y="43"/>
                  </a:moveTo>
                  <a:cubicBezTo>
                    <a:pt x="1" y="63"/>
                    <a:pt x="3" y="82"/>
                    <a:pt x="3" y="101"/>
                  </a:cubicBezTo>
                  <a:cubicBezTo>
                    <a:pt x="3" y="110"/>
                    <a:pt x="18" y="112"/>
                    <a:pt x="19" y="101"/>
                  </a:cubicBezTo>
                  <a:cubicBezTo>
                    <a:pt x="20" y="79"/>
                    <a:pt x="21" y="57"/>
                    <a:pt x="22" y="34"/>
                  </a:cubicBezTo>
                  <a:cubicBezTo>
                    <a:pt x="22" y="29"/>
                    <a:pt x="23" y="22"/>
                    <a:pt x="23" y="17"/>
                  </a:cubicBezTo>
                  <a:cubicBezTo>
                    <a:pt x="23" y="11"/>
                    <a:pt x="22" y="6"/>
                    <a:pt x="22" y="0"/>
                  </a:cubicBezTo>
                  <a:lnTo>
                    <a:pt x="2" y="0"/>
                  </a:lnTo>
                  <a:cubicBezTo>
                    <a:pt x="1" y="8"/>
                    <a:pt x="0" y="16"/>
                    <a:pt x="0" y="24"/>
                  </a:cubicBezTo>
                  <a:cubicBezTo>
                    <a:pt x="0" y="30"/>
                    <a:pt x="1" y="37"/>
                    <a:pt x="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9"/>
            <p:cNvSpPr/>
            <p:nvPr/>
          </p:nvSpPr>
          <p:spPr>
            <a:xfrm>
              <a:off x="1686965" y="-849095"/>
              <a:ext cx="7200" cy="2880"/>
            </a:xfrm>
            <a:custGeom>
              <a:rect b="b" l="l" r="r" t="t"/>
              <a:pathLst>
                <a:path extrusionOk="0" h="8" w="20">
                  <a:moveTo>
                    <a:pt x="19" y="6"/>
                  </a:moveTo>
                  <a:cubicBezTo>
                    <a:pt x="19" y="4"/>
                    <a:pt x="18" y="2"/>
                    <a:pt x="17" y="0"/>
                  </a:cubicBezTo>
                  <a:lnTo>
                    <a:pt x="5" y="0"/>
                  </a:lnTo>
                  <a:lnTo>
                    <a:pt x="2" y="0"/>
                  </a:lnTo>
                  <a:cubicBezTo>
                    <a:pt x="1" y="2"/>
                    <a:pt x="0" y="5"/>
                    <a:pt x="0" y="7"/>
                  </a:cubicBezTo>
                  <a:lnTo>
                    <a:pt x="1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9"/>
            <p:cNvSpPr/>
            <p:nvPr/>
          </p:nvSpPr>
          <p:spPr>
            <a:xfrm>
              <a:off x="1703165" y="-846935"/>
              <a:ext cx="9000" cy="47160"/>
            </a:xfrm>
            <a:custGeom>
              <a:rect b="b" l="l" r="r" t="t"/>
              <a:pathLst>
                <a:path extrusionOk="0" h="131" w="25">
                  <a:moveTo>
                    <a:pt x="5" y="122"/>
                  </a:moveTo>
                  <a:cubicBezTo>
                    <a:pt x="5" y="130"/>
                    <a:pt x="18" y="130"/>
                    <a:pt x="19" y="122"/>
                  </a:cubicBezTo>
                  <a:cubicBezTo>
                    <a:pt x="22" y="93"/>
                    <a:pt x="24" y="63"/>
                    <a:pt x="24" y="33"/>
                  </a:cubicBezTo>
                  <a:cubicBezTo>
                    <a:pt x="24" y="22"/>
                    <a:pt x="24" y="11"/>
                    <a:pt x="23" y="0"/>
                  </a:cubicBezTo>
                  <a:lnTo>
                    <a:pt x="2" y="0"/>
                  </a:lnTo>
                  <a:cubicBezTo>
                    <a:pt x="1" y="13"/>
                    <a:pt x="0" y="27"/>
                    <a:pt x="0" y="40"/>
                  </a:cubicBezTo>
                  <a:cubicBezTo>
                    <a:pt x="0" y="68"/>
                    <a:pt x="2" y="95"/>
                    <a:pt x="5"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9"/>
            <p:cNvSpPr/>
            <p:nvPr/>
          </p:nvSpPr>
          <p:spPr>
            <a:xfrm>
              <a:off x="1704245" y="-848735"/>
              <a:ext cx="7560" cy="1800"/>
            </a:xfrm>
            <a:custGeom>
              <a:rect b="b" l="l" r="r" t="t"/>
              <a:pathLst>
                <a:path extrusionOk="0" h="5" w="21">
                  <a:moveTo>
                    <a:pt x="20" y="4"/>
                  </a:moveTo>
                  <a:lnTo>
                    <a:pt x="20" y="2"/>
                  </a:lnTo>
                  <a:lnTo>
                    <a:pt x="0" y="0"/>
                  </a:lnTo>
                  <a:cubicBezTo>
                    <a:pt x="0" y="2"/>
                    <a:pt x="0" y="3"/>
                    <a:pt x="0" y="4"/>
                  </a:cubicBezTo>
                  <a:lnTo>
                    <a:pt x="2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9"/>
            <p:cNvSpPr/>
            <p:nvPr/>
          </p:nvSpPr>
          <p:spPr>
            <a:xfrm>
              <a:off x="1724405" y="-847295"/>
              <a:ext cx="11160" cy="37440"/>
            </a:xfrm>
            <a:custGeom>
              <a:rect b="b" l="l" r="r" t="t"/>
              <a:pathLst>
                <a:path extrusionOk="0" h="104" w="31">
                  <a:moveTo>
                    <a:pt x="0" y="0"/>
                  </a:moveTo>
                  <a:cubicBezTo>
                    <a:pt x="1" y="9"/>
                    <a:pt x="3" y="18"/>
                    <a:pt x="4" y="27"/>
                  </a:cubicBezTo>
                  <a:cubicBezTo>
                    <a:pt x="6" y="48"/>
                    <a:pt x="7" y="69"/>
                    <a:pt x="8" y="90"/>
                  </a:cubicBezTo>
                  <a:cubicBezTo>
                    <a:pt x="8" y="103"/>
                    <a:pt x="27" y="102"/>
                    <a:pt x="27" y="89"/>
                  </a:cubicBezTo>
                  <a:cubicBezTo>
                    <a:pt x="29" y="73"/>
                    <a:pt x="30" y="56"/>
                    <a:pt x="30" y="40"/>
                  </a:cubicBezTo>
                  <a:cubicBezTo>
                    <a:pt x="30" y="27"/>
                    <a:pt x="29" y="14"/>
                    <a:pt x="28" y="1"/>
                  </a:cubicBezTo>
                  <a:lnTo>
                    <a:pt x="18" y="1"/>
                  </a:lnTo>
                  <a:cubicBezTo>
                    <a:pt x="12" y="2"/>
                    <a:pt x="6"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9"/>
            <p:cNvSpPr/>
            <p:nvPr/>
          </p:nvSpPr>
          <p:spPr>
            <a:xfrm>
              <a:off x="1742765" y="-846215"/>
              <a:ext cx="8640" cy="46080"/>
            </a:xfrm>
            <a:custGeom>
              <a:rect b="b" l="l" r="r" t="t"/>
              <a:pathLst>
                <a:path extrusionOk="0" h="128" w="24">
                  <a:moveTo>
                    <a:pt x="9" y="121"/>
                  </a:moveTo>
                  <a:cubicBezTo>
                    <a:pt x="9" y="127"/>
                    <a:pt x="20" y="126"/>
                    <a:pt x="19" y="119"/>
                  </a:cubicBezTo>
                  <a:cubicBezTo>
                    <a:pt x="19" y="80"/>
                    <a:pt x="23" y="41"/>
                    <a:pt x="22" y="1"/>
                  </a:cubicBezTo>
                  <a:lnTo>
                    <a:pt x="0" y="0"/>
                  </a:lnTo>
                  <a:cubicBezTo>
                    <a:pt x="1" y="40"/>
                    <a:pt x="4" y="80"/>
                    <a:pt x="9"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9"/>
            <p:cNvSpPr/>
            <p:nvPr/>
          </p:nvSpPr>
          <p:spPr>
            <a:xfrm>
              <a:off x="1759325" y="-845135"/>
              <a:ext cx="9360" cy="27360"/>
            </a:xfrm>
            <a:custGeom>
              <a:rect b="b" l="l" r="r" t="t"/>
              <a:pathLst>
                <a:path extrusionOk="0" h="76" w="26">
                  <a:moveTo>
                    <a:pt x="6" y="65"/>
                  </a:moveTo>
                  <a:cubicBezTo>
                    <a:pt x="6" y="73"/>
                    <a:pt x="19" y="75"/>
                    <a:pt x="20" y="67"/>
                  </a:cubicBezTo>
                  <a:cubicBezTo>
                    <a:pt x="23" y="45"/>
                    <a:pt x="24" y="24"/>
                    <a:pt x="25" y="3"/>
                  </a:cubicBezTo>
                  <a:lnTo>
                    <a:pt x="1" y="0"/>
                  </a:lnTo>
                  <a:cubicBezTo>
                    <a:pt x="0" y="5"/>
                    <a:pt x="0" y="9"/>
                    <a:pt x="0" y="13"/>
                  </a:cubicBezTo>
                  <a:cubicBezTo>
                    <a:pt x="0" y="30"/>
                    <a:pt x="2" y="48"/>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9"/>
            <p:cNvSpPr/>
            <p:nvPr/>
          </p:nvSpPr>
          <p:spPr>
            <a:xfrm>
              <a:off x="1759685" y="-844775"/>
              <a:ext cx="9000" cy="1080"/>
            </a:xfrm>
            <a:custGeom>
              <a:rect b="b" l="l" r="r" t="t"/>
              <a:pathLst>
                <a:path extrusionOk="0" h="3" w="25">
                  <a:moveTo>
                    <a:pt x="24" y="2"/>
                  </a:moveTo>
                  <a:lnTo>
                    <a:pt x="24" y="2"/>
                  </a:lnTo>
                  <a:lnTo>
                    <a:pt x="0" y="0"/>
                  </a:lnTo>
                  <a:lnTo>
                    <a:pt x="0" y="0"/>
                  </a:lnTo>
                  <a:lnTo>
                    <a:pt x="24" y="2"/>
                  </a:lnTo>
                </a:path>
              </a:pathLst>
            </a:custGeom>
            <a:solidFill>
              <a:schemeClr val="dk1"/>
            </a:solidFill>
            <a:ln>
              <a:noFill/>
            </a:ln>
          </p:spPr>
        </p:sp>
        <p:sp>
          <p:nvSpPr>
            <p:cNvPr id="1154" name="Google Shape;1154;p29"/>
            <p:cNvSpPr/>
            <p:nvPr/>
          </p:nvSpPr>
          <p:spPr>
            <a:xfrm>
              <a:off x="1783085" y="-841895"/>
              <a:ext cx="9720" cy="44640"/>
            </a:xfrm>
            <a:custGeom>
              <a:rect b="b" l="l" r="r" t="t"/>
              <a:pathLst>
                <a:path extrusionOk="0" h="124" w="27">
                  <a:moveTo>
                    <a:pt x="13" y="1"/>
                  </a:moveTo>
                  <a:cubicBezTo>
                    <a:pt x="0" y="10"/>
                    <a:pt x="0" y="29"/>
                    <a:pt x="2" y="43"/>
                  </a:cubicBezTo>
                  <a:cubicBezTo>
                    <a:pt x="3" y="67"/>
                    <a:pt x="5" y="92"/>
                    <a:pt x="5" y="117"/>
                  </a:cubicBezTo>
                  <a:cubicBezTo>
                    <a:pt x="5" y="118"/>
                    <a:pt x="5" y="119"/>
                    <a:pt x="6" y="120"/>
                  </a:cubicBezTo>
                  <a:cubicBezTo>
                    <a:pt x="7" y="121"/>
                    <a:pt x="7" y="121"/>
                    <a:pt x="8" y="122"/>
                  </a:cubicBezTo>
                  <a:cubicBezTo>
                    <a:pt x="9" y="123"/>
                    <a:pt x="10" y="122"/>
                    <a:pt x="11" y="122"/>
                  </a:cubicBezTo>
                  <a:cubicBezTo>
                    <a:pt x="12" y="122"/>
                    <a:pt x="13" y="123"/>
                    <a:pt x="14" y="122"/>
                  </a:cubicBezTo>
                  <a:cubicBezTo>
                    <a:pt x="15" y="121"/>
                    <a:pt x="15" y="121"/>
                    <a:pt x="16" y="120"/>
                  </a:cubicBezTo>
                  <a:cubicBezTo>
                    <a:pt x="17" y="119"/>
                    <a:pt x="16" y="118"/>
                    <a:pt x="16" y="117"/>
                  </a:cubicBezTo>
                  <a:cubicBezTo>
                    <a:pt x="17" y="97"/>
                    <a:pt x="19" y="77"/>
                    <a:pt x="19" y="58"/>
                  </a:cubicBezTo>
                  <a:cubicBezTo>
                    <a:pt x="19" y="47"/>
                    <a:pt x="15" y="24"/>
                    <a:pt x="23" y="16"/>
                  </a:cubicBezTo>
                  <a:cubicBezTo>
                    <a:pt x="24" y="16"/>
                    <a:pt x="24" y="15"/>
                    <a:pt x="24" y="15"/>
                  </a:cubicBezTo>
                  <a:cubicBezTo>
                    <a:pt x="25" y="13"/>
                    <a:pt x="26" y="12"/>
                    <a:pt x="26" y="10"/>
                  </a:cubicBezTo>
                  <a:cubicBezTo>
                    <a:pt x="26" y="8"/>
                    <a:pt x="25" y="7"/>
                    <a:pt x="24" y="5"/>
                  </a:cubicBezTo>
                  <a:cubicBezTo>
                    <a:pt x="23" y="3"/>
                    <a:pt x="22" y="3"/>
                    <a:pt x="21" y="2"/>
                  </a:cubicBezTo>
                  <a:cubicBezTo>
                    <a:pt x="20" y="1"/>
                    <a:pt x="20" y="1"/>
                    <a:pt x="19" y="1"/>
                  </a:cubicBezTo>
                  <a:cubicBezTo>
                    <a:pt x="18" y="1"/>
                    <a:pt x="17" y="0"/>
                    <a:pt x="16" y="0"/>
                  </a:cubicBezTo>
                  <a:cubicBezTo>
                    <a:pt x="15" y="0"/>
                    <a:pt x="14" y="1"/>
                    <a:pt x="1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9"/>
            <p:cNvSpPr/>
            <p:nvPr/>
          </p:nvSpPr>
          <p:spPr>
            <a:xfrm>
              <a:off x="1803605" y="-839735"/>
              <a:ext cx="7560" cy="38880"/>
            </a:xfrm>
            <a:custGeom>
              <a:rect b="b" l="l" r="r" t="t"/>
              <a:pathLst>
                <a:path extrusionOk="0" h="108" w="21">
                  <a:moveTo>
                    <a:pt x="1" y="44"/>
                  </a:moveTo>
                  <a:cubicBezTo>
                    <a:pt x="2" y="62"/>
                    <a:pt x="3" y="81"/>
                    <a:pt x="4" y="100"/>
                  </a:cubicBezTo>
                  <a:cubicBezTo>
                    <a:pt x="4" y="107"/>
                    <a:pt x="16" y="107"/>
                    <a:pt x="16" y="100"/>
                  </a:cubicBezTo>
                  <a:cubicBezTo>
                    <a:pt x="17" y="78"/>
                    <a:pt x="20" y="56"/>
                    <a:pt x="20" y="34"/>
                  </a:cubicBezTo>
                  <a:cubicBezTo>
                    <a:pt x="20" y="30"/>
                    <a:pt x="20" y="27"/>
                    <a:pt x="20" y="23"/>
                  </a:cubicBezTo>
                  <a:cubicBezTo>
                    <a:pt x="20" y="15"/>
                    <a:pt x="20" y="8"/>
                    <a:pt x="18" y="0"/>
                  </a:cubicBezTo>
                  <a:cubicBezTo>
                    <a:pt x="13" y="0"/>
                    <a:pt x="8" y="0"/>
                    <a:pt x="3" y="0"/>
                  </a:cubicBezTo>
                  <a:cubicBezTo>
                    <a:pt x="1" y="9"/>
                    <a:pt x="0" y="18"/>
                    <a:pt x="0" y="27"/>
                  </a:cubicBezTo>
                  <a:cubicBezTo>
                    <a:pt x="0" y="33"/>
                    <a:pt x="0" y="38"/>
                    <a:pt x="1"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9"/>
            <p:cNvSpPr/>
            <p:nvPr/>
          </p:nvSpPr>
          <p:spPr>
            <a:xfrm>
              <a:off x="1804685" y="-844055"/>
              <a:ext cx="6120" cy="4320"/>
            </a:xfrm>
            <a:custGeom>
              <a:rect b="b" l="l" r="r" t="t"/>
              <a:pathLst>
                <a:path extrusionOk="0" h="12" w="17">
                  <a:moveTo>
                    <a:pt x="3" y="4"/>
                  </a:moveTo>
                  <a:cubicBezTo>
                    <a:pt x="2" y="6"/>
                    <a:pt x="1" y="8"/>
                    <a:pt x="0" y="11"/>
                  </a:cubicBezTo>
                  <a:cubicBezTo>
                    <a:pt x="5" y="11"/>
                    <a:pt x="10" y="11"/>
                    <a:pt x="16" y="11"/>
                  </a:cubicBezTo>
                  <a:cubicBezTo>
                    <a:pt x="15" y="8"/>
                    <a:pt x="14" y="5"/>
                    <a:pt x="13" y="3"/>
                  </a:cubicBezTo>
                  <a:cubicBezTo>
                    <a:pt x="12" y="2"/>
                    <a:pt x="12" y="1"/>
                    <a:pt x="11" y="1"/>
                  </a:cubicBezTo>
                  <a:cubicBezTo>
                    <a:pt x="10" y="1"/>
                    <a:pt x="9" y="0"/>
                    <a:pt x="8" y="0"/>
                  </a:cubicBezTo>
                  <a:cubicBezTo>
                    <a:pt x="7" y="0"/>
                    <a:pt x="6" y="0"/>
                    <a:pt x="5" y="1"/>
                  </a:cubicBezTo>
                  <a:cubicBezTo>
                    <a:pt x="4" y="2"/>
                    <a:pt x="4" y="2"/>
                    <a:pt x="3" y="3"/>
                  </a:cubicBezTo>
                  <a:lnTo>
                    <a:pt x="3"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9"/>
            <p:cNvSpPr/>
            <p:nvPr/>
          </p:nvSpPr>
          <p:spPr>
            <a:xfrm>
              <a:off x="1829525" y="-840095"/>
              <a:ext cx="7920" cy="40320"/>
            </a:xfrm>
            <a:custGeom>
              <a:rect b="b" l="l" r="r" t="t"/>
              <a:pathLst>
                <a:path extrusionOk="0" h="112" w="22">
                  <a:moveTo>
                    <a:pt x="3" y="0"/>
                  </a:moveTo>
                  <a:cubicBezTo>
                    <a:pt x="1" y="10"/>
                    <a:pt x="0" y="20"/>
                    <a:pt x="0" y="30"/>
                  </a:cubicBezTo>
                  <a:cubicBezTo>
                    <a:pt x="0" y="35"/>
                    <a:pt x="0" y="41"/>
                    <a:pt x="1" y="46"/>
                  </a:cubicBezTo>
                  <a:cubicBezTo>
                    <a:pt x="1" y="65"/>
                    <a:pt x="1" y="85"/>
                    <a:pt x="1" y="104"/>
                  </a:cubicBezTo>
                  <a:cubicBezTo>
                    <a:pt x="1" y="105"/>
                    <a:pt x="1" y="106"/>
                    <a:pt x="2" y="107"/>
                  </a:cubicBezTo>
                  <a:cubicBezTo>
                    <a:pt x="2" y="108"/>
                    <a:pt x="4" y="109"/>
                    <a:pt x="5" y="110"/>
                  </a:cubicBezTo>
                  <a:cubicBezTo>
                    <a:pt x="6" y="111"/>
                    <a:pt x="7" y="111"/>
                    <a:pt x="9" y="111"/>
                  </a:cubicBezTo>
                  <a:cubicBezTo>
                    <a:pt x="10" y="111"/>
                    <a:pt x="12" y="111"/>
                    <a:pt x="14" y="110"/>
                  </a:cubicBezTo>
                  <a:cubicBezTo>
                    <a:pt x="16" y="109"/>
                    <a:pt x="16" y="108"/>
                    <a:pt x="17" y="107"/>
                  </a:cubicBezTo>
                  <a:cubicBezTo>
                    <a:pt x="18" y="106"/>
                    <a:pt x="18" y="105"/>
                    <a:pt x="18" y="104"/>
                  </a:cubicBezTo>
                  <a:cubicBezTo>
                    <a:pt x="18" y="82"/>
                    <a:pt x="19" y="59"/>
                    <a:pt x="20" y="37"/>
                  </a:cubicBezTo>
                  <a:cubicBezTo>
                    <a:pt x="20" y="33"/>
                    <a:pt x="21" y="29"/>
                    <a:pt x="21" y="25"/>
                  </a:cubicBezTo>
                  <a:cubicBezTo>
                    <a:pt x="21" y="17"/>
                    <a:pt x="19" y="8"/>
                    <a:pt x="17"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9"/>
            <p:cNvSpPr/>
            <p:nvPr/>
          </p:nvSpPr>
          <p:spPr>
            <a:xfrm>
              <a:off x="1830965" y="-841175"/>
              <a:ext cx="5400" cy="1440"/>
            </a:xfrm>
            <a:custGeom>
              <a:rect b="b" l="l" r="r" t="t"/>
              <a:pathLst>
                <a:path extrusionOk="0" h="4" w="15">
                  <a:moveTo>
                    <a:pt x="14" y="3"/>
                  </a:moveTo>
                  <a:lnTo>
                    <a:pt x="14" y="2"/>
                  </a:lnTo>
                  <a:lnTo>
                    <a:pt x="1" y="0"/>
                  </a:lnTo>
                  <a:cubicBezTo>
                    <a:pt x="1" y="1"/>
                    <a:pt x="0" y="2"/>
                    <a:pt x="0" y="3"/>
                  </a:cubicBezTo>
                  <a:lnTo>
                    <a:pt x="14"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9"/>
            <p:cNvSpPr/>
            <p:nvPr/>
          </p:nvSpPr>
          <p:spPr>
            <a:xfrm>
              <a:off x="1848245" y="-839015"/>
              <a:ext cx="8280" cy="32400"/>
            </a:xfrm>
            <a:custGeom>
              <a:rect b="b" l="l" r="r" t="t"/>
              <a:pathLst>
                <a:path extrusionOk="0" h="90" w="23">
                  <a:moveTo>
                    <a:pt x="1" y="29"/>
                  </a:moveTo>
                  <a:cubicBezTo>
                    <a:pt x="1" y="46"/>
                    <a:pt x="2" y="64"/>
                    <a:pt x="3" y="81"/>
                  </a:cubicBezTo>
                  <a:cubicBezTo>
                    <a:pt x="3" y="83"/>
                    <a:pt x="4" y="84"/>
                    <a:pt x="4" y="85"/>
                  </a:cubicBezTo>
                  <a:cubicBezTo>
                    <a:pt x="5" y="86"/>
                    <a:pt x="6" y="87"/>
                    <a:pt x="7" y="88"/>
                  </a:cubicBezTo>
                  <a:cubicBezTo>
                    <a:pt x="8" y="89"/>
                    <a:pt x="10" y="89"/>
                    <a:pt x="11" y="89"/>
                  </a:cubicBezTo>
                  <a:cubicBezTo>
                    <a:pt x="12" y="89"/>
                    <a:pt x="14" y="89"/>
                    <a:pt x="15" y="88"/>
                  </a:cubicBezTo>
                  <a:cubicBezTo>
                    <a:pt x="16" y="87"/>
                    <a:pt x="17" y="86"/>
                    <a:pt x="17" y="85"/>
                  </a:cubicBezTo>
                  <a:cubicBezTo>
                    <a:pt x="18" y="84"/>
                    <a:pt x="18" y="83"/>
                    <a:pt x="18" y="81"/>
                  </a:cubicBezTo>
                  <a:cubicBezTo>
                    <a:pt x="20" y="64"/>
                    <a:pt x="21" y="47"/>
                    <a:pt x="22" y="30"/>
                  </a:cubicBezTo>
                  <a:cubicBezTo>
                    <a:pt x="22" y="25"/>
                    <a:pt x="22" y="20"/>
                    <a:pt x="22" y="16"/>
                  </a:cubicBezTo>
                  <a:cubicBezTo>
                    <a:pt x="22" y="11"/>
                    <a:pt x="22" y="7"/>
                    <a:pt x="22" y="2"/>
                  </a:cubicBezTo>
                  <a:lnTo>
                    <a:pt x="2" y="0"/>
                  </a:lnTo>
                  <a:cubicBezTo>
                    <a:pt x="1" y="7"/>
                    <a:pt x="0" y="14"/>
                    <a:pt x="0" y="20"/>
                  </a:cubicBezTo>
                  <a:cubicBezTo>
                    <a:pt x="0" y="23"/>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9"/>
            <p:cNvSpPr/>
            <p:nvPr/>
          </p:nvSpPr>
          <p:spPr>
            <a:xfrm>
              <a:off x="1865525" y="-837215"/>
              <a:ext cx="11160" cy="46080"/>
            </a:xfrm>
            <a:custGeom>
              <a:rect b="b" l="l" r="r" t="t"/>
              <a:pathLst>
                <a:path extrusionOk="0" h="128" w="31">
                  <a:moveTo>
                    <a:pt x="2" y="44"/>
                  </a:moveTo>
                  <a:cubicBezTo>
                    <a:pt x="2" y="68"/>
                    <a:pt x="5" y="93"/>
                    <a:pt x="7" y="117"/>
                  </a:cubicBezTo>
                  <a:cubicBezTo>
                    <a:pt x="7" y="125"/>
                    <a:pt x="20" y="127"/>
                    <a:pt x="21" y="119"/>
                  </a:cubicBezTo>
                  <a:cubicBezTo>
                    <a:pt x="25" y="90"/>
                    <a:pt x="27" y="62"/>
                    <a:pt x="28" y="33"/>
                  </a:cubicBezTo>
                  <a:cubicBezTo>
                    <a:pt x="28" y="23"/>
                    <a:pt x="30" y="13"/>
                    <a:pt x="29" y="3"/>
                  </a:cubicBezTo>
                  <a:lnTo>
                    <a:pt x="1" y="0"/>
                  </a:lnTo>
                  <a:cubicBezTo>
                    <a:pt x="1" y="5"/>
                    <a:pt x="0" y="9"/>
                    <a:pt x="0" y="14"/>
                  </a:cubicBezTo>
                  <a:cubicBezTo>
                    <a:pt x="0" y="24"/>
                    <a:pt x="1" y="34"/>
                    <a:pt x="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9"/>
            <p:cNvSpPr/>
            <p:nvPr/>
          </p:nvSpPr>
          <p:spPr>
            <a:xfrm>
              <a:off x="1883885" y="-833615"/>
              <a:ext cx="13680" cy="32760"/>
            </a:xfrm>
            <a:custGeom>
              <a:rect b="b" l="l" r="r" t="t"/>
              <a:pathLst>
                <a:path extrusionOk="0" h="91" w="38">
                  <a:moveTo>
                    <a:pt x="12" y="12"/>
                  </a:moveTo>
                  <a:cubicBezTo>
                    <a:pt x="11" y="10"/>
                    <a:pt x="11" y="7"/>
                    <a:pt x="10" y="4"/>
                  </a:cubicBezTo>
                  <a:cubicBezTo>
                    <a:pt x="10" y="5"/>
                    <a:pt x="9" y="5"/>
                    <a:pt x="9" y="6"/>
                  </a:cubicBezTo>
                  <a:cubicBezTo>
                    <a:pt x="4" y="14"/>
                    <a:pt x="1" y="24"/>
                    <a:pt x="1" y="33"/>
                  </a:cubicBezTo>
                  <a:cubicBezTo>
                    <a:pt x="1" y="38"/>
                    <a:pt x="0" y="43"/>
                    <a:pt x="0" y="48"/>
                  </a:cubicBezTo>
                  <a:cubicBezTo>
                    <a:pt x="0" y="60"/>
                    <a:pt x="2" y="73"/>
                    <a:pt x="5" y="85"/>
                  </a:cubicBezTo>
                  <a:lnTo>
                    <a:pt x="5" y="86"/>
                  </a:lnTo>
                  <a:cubicBezTo>
                    <a:pt x="6" y="87"/>
                    <a:pt x="7" y="88"/>
                    <a:pt x="8" y="89"/>
                  </a:cubicBezTo>
                  <a:cubicBezTo>
                    <a:pt x="9" y="90"/>
                    <a:pt x="11" y="90"/>
                    <a:pt x="12" y="90"/>
                  </a:cubicBezTo>
                  <a:cubicBezTo>
                    <a:pt x="13" y="90"/>
                    <a:pt x="14" y="90"/>
                    <a:pt x="16" y="89"/>
                  </a:cubicBezTo>
                  <a:cubicBezTo>
                    <a:pt x="18" y="88"/>
                    <a:pt x="17" y="87"/>
                    <a:pt x="18" y="86"/>
                  </a:cubicBezTo>
                  <a:cubicBezTo>
                    <a:pt x="19" y="85"/>
                    <a:pt x="19" y="85"/>
                    <a:pt x="19" y="85"/>
                  </a:cubicBezTo>
                  <a:cubicBezTo>
                    <a:pt x="23" y="65"/>
                    <a:pt x="18" y="43"/>
                    <a:pt x="24" y="24"/>
                  </a:cubicBezTo>
                  <a:cubicBezTo>
                    <a:pt x="27" y="18"/>
                    <a:pt x="37" y="6"/>
                    <a:pt x="31" y="0"/>
                  </a:cubicBezTo>
                  <a:cubicBezTo>
                    <a:pt x="31" y="4"/>
                    <a:pt x="30" y="8"/>
                    <a:pt x="29" y="11"/>
                  </a:cubicBezTo>
                  <a:cubicBezTo>
                    <a:pt x="29" y="12"/>
                    <a:pt x="29" y="12"/>
                    <a:pt x="28" y="13"/>
                  </a:cubicBezTo>
                  <a:cubicBezTo>
                    <a:pt x="27" y="14"/>
                    <a:pt x="27" y="15"/>
                    <a:pt x="25" y="16"/>
                  </a:cubicBezTo>
                  <a:cubicBezTo>
                    <a:pt x="23" y="17"/>
                    <a:pt x="21" y="17"/>
                    <a:pt x="20" y="17"/>
                  </a:cubicBezTo>
                  <a:cubicBezTo>
                    <a:pt x="18" y="17"/>
                    <a:pt x="18" y="17"/>
                    <a:pt x="16" y="16"/>
                  </a:cubicBezTo>
                  <a:cubicBezTo>
                    <a:pt x="14" y="15"/>
                    <a:pt x="13" y="14"/>
                    <a:pt x="12" y="13"/>
                  </a:cubicBezTo>
                  <a:lnTo>
                    <a:pt x="12"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9"/>
            <p:cNvSpPr/>
            <p:nvPr/>
          </p:nvSpPr>
          <p:spPr>
            <a:xfrm>
              <a:off x="1902605" y="-833255"/>
              <a:ext cx="8280" cy="24120"/>
            </a:xfrm>
            <a:custGeom>
              <a:rect b="b" l="l" r="r" t="t"/>
              <a:pathLst>
                <a:path extrusionOk="0" h="67" w="23">
                  <a:moveTo>
                    <a:pt x="0" y="17"/>
                  </a:moveTo>
                  <a:cubicBezTo>
                    <a:pt x="1" y="32"/>
                    <a:pt x="2" y="47"/>
                    <a:pt x="4" y="62"/>
                  </a:cubicBezTo>
                  <a:cubicBezTo>
                    <a:pt x="4" y="63"/>
                    <a:pt x="4" y="63"/>
                    <a:pt x="4" y="63"/>
                  </a:cubicBezTo>
                  <a:cubicBezTo>
                    <a:pt x="5" y="64"/>
                    <a:pt x="5" y="65"/>
                    <a:pt x="6" y="65"/>
                  </a:cubicBezTo>
                  <a:cubicBezTo>
                    <a:pt x="7" y="65"/>
                    <a:pt x="7" y="66"/>
                    <a:pt x="8" y="66"/>
                  </a:cubicBezTo>
                  <a:cubicBezTo>
                    <a:pt x="9" y="66"/>
                    <a:pt x="10" y="65"/>
                    <a:pt x="10" y="65"/>
                  </a:cubicBezTo>
                  <a:cubicBezTo>
                    <a:pt x="11" y="65"/>
                    <a:pt x="11" y="64"/>
                    <a:pt x="12" y="63"/>
                  </a:cubicBezTo>
                  <a:lnTo>
                    <a:pt x="12" y="62"/>
                  </a:lnTo>
                  <a:cubicBezTo>
                    <a:pt x="13" y="46"/>
                    <a:pt x="15" y="31"/>
                    <a:pt x="18" y="15"/>
                  </a:cubicBezTo>
                  <a:cubicBezTo>
                    <a:pt x="20" y="10"/>
                    <a:pt x="21" y="5"/>
                    <a:pt x="22" y="0"/>
                  </a:cubicBezTo>
                  <a:lnTo>
                    <a:pt x="2" y="0"/>
                  </a:lnTo>
                  <a:cubicBezTo>
                    <a:pt x="1" y="5"/>
                    <a:pt x="0" y="11"/>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9"/>
            <p:cNvSpPr/>
            <p:nvPr/>
          </p:nvSpPr>
          <p:spPr>
            <a:xfrm>
              <a:off x="1886765" y="-835055"/>
              <a:ext cx="5040" cy="3240"/>
            </a:xfrm>
            <a:custGeom>
              <a:rect b="b" l="l" r="r" t="t"/>
              <a:pathLst>
                <a:path extrusionOk="0" h="9" w="14">
                  <a:moveTo>
                    <a:pt x="13" y="2"/>
                  </a:moveTo>
                  <a:lnTo>
                    <a:pt x="0" y="0"/>
                  </a:lnTo>
                  <a:cubicBezTo>
                    <a:pt x="0" y="3"/>
                    <a:pt x="1" y="6"/>
                    <a:pt x="2" y="8"/>
                  </a:cubicBezTo>
                  <a:cubicBezTo>
                    <a:pt x="3" y="6"/>
                    <a:pt x="5" y="5"/>
                    <a:pt x="7" y="4"/>
                  </a:cubicBezTo>
                  <a:cubicBezTo>
                    <a:pt x="9" y="3"/>
                    <a:pt x="11"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9"/>
            <p:cNvSpPr/>
            <p:nvPr/>
          </p:nvSpPr>
          <p:spPr>
            <a:xfrm>
              <a:off x="1893605" y="-833975"/>
              <a:ext cx="1800" cy="1080"/>
            </a:xfrm>
            <a:custGeom>
              <a:rect b="b" l="l" r="r" t="t"/>
              <a:pathLst>
                <a:path extrusionOk="0" h="3" w="5">
                  <a:moveTo>
                    <a:pt x="4" y="2"/>
                  </a:moveTo>
                  <a:lnTo>
                    <a:pt x="4" y="0"/>
                  </a:lnTo>
                  <a:lnTo>
                    <a:pt x="0" y="0"/>
                  </a:lnTo>
                  <a:cubicBezTo>
                    <a:pt x="1" y="0"/>
                    <a:pt x="2" y="0"/>
                    <a:pt x="3" y="1"/>
                  </a:cubicBezTo>
                  <a:cubicBezTo>
                    <a:pt x="4" y="1"/>
                    <a:pt x="4" y="1"/>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9"/>
            <p:cNvSpPr/>
            <p:nvPr/>
          </p:nvSpPr>
          <p:spPr>
            <a:xfrm>
              <a:off x="1887485" y="-834335"/>
              <a:ext cx="7920" cy="7560"/>
            </a:xfrm>
            <a:custGeom>
              <a:rect b="b" l="l" r="r" t="t"/>
              <a:pathLst>
                <a:path extrusionOk="0" h="21" w="22">
                  <a:moveTo>
                    <a:pt x="11" y="0"/>
                  </a:moveTo>
                  <a:cubicBezTo>
                    <a:pt x="9" y="0"/>
                    <a:pt x="7" y="1"/>
                    <a:pt x="5" y="2"/>
                  </a:cubicBezTo>
                  <a:cubicBezTo>
                    <a:pt x="3" y="3"/>
                    <a:pt x="1" y="4"/>
                    <a:pt x="0" y="6"/>
                  </a:cubicBezTo>
                  <a:cubicBezTo>
                    <a:pt x="0" y="9"/>
                    <a:pt x="1" y="12"/>
                    <a:pt x="2" y="14"/>
                  </a:cubicBezTo>
                  <a:cubicBezTo>
                    <a:pt x="2" y="15"/>
                    <a:pt x="2" y="15"/>
                    <a:pt x="2" y="15"/>
                  </a:cubicBezTo>
                  <a:cubicBezTo>
                    <a:pt x="3" y="17"/>
                    <a:pt x="4" y="18"/>
                    <a:pt x="6" y="19"/>
                  </a:cubicBezTo>
                  <a:cubicBezTo>
                    <a:pt x="8" y="20"/>
                    <a:pt x="8" y="20"/>
                    <a:pt x="10" y="20"/>
                  </a:cubicBezTo>
                  <a:cubicBezTo>
                    <a:pt x="11" y="20"/>
                    <a:pt x="14" y="20"/>
                    <a:pt x="15" y="19"/>
                  </a:cubicBezTo>
                  <a:cubicBezTo>
                    <a:pt x="16" y="18"/>
                    <a:pt x="17" y="17"/>
                    <a:pt x="18" y="15"/>
                  </a:cubicBezTo>
                  <a:cubicBezTo>
                    <a:pt x="18" y="15"/>
                    <a:pt x="19" y="15"/>
                    <a:pt x="19" y="14"/>
                  </a:cubicBezTo>
                  <a:cubicBezTo>
                    <a:pt x="20" y="11"/>
                    <a:pt x="21" y="7"/>
                    <a:pt x="21" y="3"/>
                  </a:cubicBezTo>
                  <a:lnTo>
                    <a:pt x="20" y="2"/>
                  </a:lnTo>
                  <a:cubicBezTo>
                    <a:pt x="19" y="1"/>
                    <a:pt x="18" y="1"/>
                    <a:pt x="17"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9"/>
            <p:cNvSpPr/>
            <p:nvPr/>
          </p:nvSpPr>
          <p:spPr>
            <a:xfrm>
              <a:off x="1921325" y="-832895"/>
              <a:ext cx="8280" cy="35640"/>
            </a:xfrm>
            <a:custGeom>
              <a:rect b="b" l="l" r="r" t="t"/>
              <a:pathLst>
                <a:path extrusionOk="0" h="99" w="23">
                  <a:moveTo>
                    <a:pt x="0" y="26"/>
                  </a:moveTo>
                  <a:cubicBezTo>
                    <a:pt x="0" y="49"/>
                    <a:pt x="2" y="71"/>
                    <a:pt x="3" y="94"/>
                  </a:cubicBezTo>
                  <a:lnTo>
                    <a:pt x="3" y="95"/>
                  </a:lnTo>
                  <a:cubicBezTo>
                    <a:pt x="4" y="96"/>
                    <a:pt x="4" y="96"/>
                    <a:pt x="5" y="97"/>
                  </a:cubicBezTo>
                  <a:cubicBezTo>
                    <a:pt x="6" y="98"/>
                    <a:pt x="7" y="98"/>
                    <a:pt x="8" y="98"/>
                  </a:cubicBezTo>
                  <a:cubicBezTo>
                    <a:pt x="9" y="98"/>
                    <a:pt x="10" y="98"/>
                    <a:pt x="11" y="97"/>
                  </a:cubicBezTo>
                  <a:cubicBezTo>
                    <a:pt x="12" y="96"/>
                    <a:pt x="13" y="96"/>
                    <a:pt x="13" y="95"/>
                  </a:cubicBezTo>
                  <a:lnTo>
                    <a:pt x="14" y="94"/>
                  </a:lnTo>
                  <a:cubicBezTo>
                    <a:pt x="14" y="62"/>
                    <a:pt x="17" y="31"/>
                    <a:pt x="22" y="0"/>
                  </a:cubicBezTo>
                  <a:lnTo>
                    <a:pt x="3" y="0"/>
                  </a:lnTo>
                  <a:cubicBezTo>
                    <a:pt x="1" y="7"/>
                    <a:pt x="0" y="15"/>
                    <a:pt x="0" y="22"/>
                  </a:cubicBezTo>
                  <a:cubicBezTo>
                    <a:pt x="0" y="24"/>
                    <a:pt x="0" y="25"/>
                    <a:pt x="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9"/>
            <p:cNvSpPr/>
            <p:nvPr/>
          </p:nvSpPr>
          <p:spPr>
            <a:xfrm>
              <a:off x="1941125" y="-832895"/>
              <a:ext cx="7200" cy="39600"/>
            </a:xfrm>
            <a:custGeom>
              <a:rect b="b" l="l" r="r" t="t"/>
              <a:pathLst>
                <a:path extrusionOk="0" h="110" w="20">
                  <a:moveTo>
                    <a:pt x="4" y="102"/>
                  </a:moveTo>
                  <a:cubicBezTo>
                    <a:pt x="4" y="108"/>
                    <a:pt x="14" y="109"/>
                    <a:pt x="14" y="102"/>
                  </a:cubicBezTo>
                  <a:cubicBezTo>
                    <a:pt x="17" y="72"/>
                    <a:pt x="19" y="41"/>
                    <a:pt x="19" y="10"/>
                  </a:cubicBezTo>
                  <a:cubicBezTo>
                    <a:pt x="19" y="6"/>
                    <a:pt x="19" y="3"/>
                    <a:pt x="19" y="0"/>
                  </a:cubicBezTo>
                  <a:lnTo>
                    <a:pt x="0" y="0"/>
                  </a:lnTo>
                  <a:cubicBezTo>
                    <a:pt x="0" y="7"/>
                    <a:pt x="0" y="13"/>
                    <a:pt x="0" y="19"/>
                  </a:cubicBezTo>
                  <a:cubicBezTo>
                    <a:pt x="0" y="47"/>
                    <a:pt x="2" y="75"/>
                    <a:pt x="4"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9"/>
            <p:cNvSpPr/>
            <p:nvPr/>
          </p:nvSpPr>
          <p:spPr>
            <a:xfrm>
              <a:off x="1959485" y="-832535"/>
              <a:ext cx="8280" cy="35640"/>
            </a:xfrm>
            <a:custGeom>
              <a:rect b="b" l="l" r="r" t="t"/>
              <a:pathLst>
                <a:path extrusionOk="0" h="99" w="23">
                  <a:moveTo>
                    <a:pt x="5" y="89"/>
                  </a:moveTo>
                  <a:cubicBezTo>
                    <a:pt x="5" y="96"/>
                    <a:pt x="16" y="98"/>
                    <a:pt x="17" y="89"/>
                  </a:cubicBezTo>
                  <a:cubicBezTo>
                    <a:pt x="18" y="60"/>
                    <a:pt x="22" y="30"/>
                    <a:pt x="22" y="0"/>
                  </a:cubicBezTo>
                  <a:lnTo>
                    <a:pt x="0" y="0"/>
                  </a:lnTo>
                  <a:cubicBezTo>
                    <a:pt x="0" y="30"/>
                    <a:pt x="3" y="60"/>
                    <a:pt x="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9"/>
            <p:cNvSpPr/>
            <p:nvPr/>
          </p:nvSpPr>
          <p:spPr>
            <a:xfrm>
              <a:off x="1976045" y="-831815"/>
              <a:ext cx="9360" cy="35280"/>
            </a:xfrm>
            <a:custGeom>
              <a:rect b="b" l="l" r="r" t="t"/>
              <a:pathLst>
                <a:path extrusionOk="0" h="98" w="26">
                  <a:moveTo>
                    <a:pt x="1" y="16"/>
                  </a:moveTo>
                  <a:cubicBezTo>
                    <a:pt x="1" y="40"/>
                    <a:pt x="4" y="64"/>
                    <a:pt x="6" y="88"/>
                  </a:cubicBezTo>
                  <a:cubicBezTo>
                    <a:pt x="6" y="95"/>
                    <a:pt x="19" y="97"/>
                    <a:pt x="19" y="89"/>
                  </a:cubicBezTo>
                  <a:cubicBezTo>
                    <a:pt x="22" y="65"/>
                    <a:pt x="24" y="40"/>
                    <a:pt x="25" y="16"/>
                  </a:cubicBezTo>
                  <a:cubicBezTo>
                    <a:pt x="25" y="10"/>
                    <a:pt x="25" y="5"/>
                    <a:pt x="25" y="0"/>
                  </a:cubicBezTo>
                  <a:lnTo>
                    <a:pt x="0" y="0"/>
                  </a:lnTo>
                  <a:cubicBezTo>
                    <a:pt x="1" y="5"/>
                    <a:pt x="1"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9"/>
            <p:cNvSpPr/>
            <p:nvPr/>
          </p:nvSpPr>
          <p:spPr>
            <a:xfrm>
              <a:off x="1995485" y="-830735"/>
              <a:ext cx="9000" cy="34560"/>
            </a:xfrm>
            <a:custGeom>
              <a:rect b="b" l="l" r="r" t="t"/>
              <a:pathLst>
                <a:path extrusionOk="0" h="96" w="25">
                  <a:moveTo>
                    <a:pt x="6" y="4"/>
                  </a:moveTo>
                  <a:cubicBezTo>
                    <a:pt x="4" y="4"/>
                    <a:pt x="2" y="3"/>
                    <a:pt x="1" y="3"/>
                  </a:cubicBezTo>
                  <a:cubicBezTo>
                    <a:pt x="0" y="7"/>
                    <a:pt x="0" y="12"/>
                    <a:pt x="0" y="17"/>
                  </a:cubicBezTo>
                  <a:cubicBezTo>
                    <a:pt x="0" y="22"/>
                    <a:pt x="0" y="27"/>
                    <a:pt x="1" y="31"/>
                  </a:cubicBezTo>
                  <a:cubicBezTo>
                    <a:pt x="1" y="50"/>
                    <a:pt x="2" y="68"/>
                    <a:pt x="4" y="86"/>
                  </a:cubicBezTo>
                  <a:cubicBezTo>
                    <a:pt x="4" y="95"/>
                    <a:pt x="19" y="94"/>
                    <a:pt x="19" y="86"/>
                  </a:cubicBezTo>
                  <a:cubicBezTo>
                    <a:pt x="21" y="70"/>
                    <a:pt x="22" y="55"/>
                    <a:pt x="23" y="39"/>
                  </a:cubicBezTo>
                  <a:cubicBezTo>
                    <a:pt x="24" y="34"/>
                    <a:pt x="24" y="29"/>
                    <a:pt x="24" y="24"/>
                  </a:cubicBezTo>
                  <a:cubicBezTo>
                    <a:pt x="24" y="16"/>
                    <a:pt x="23" y="8"/>
                    <a:pt x="21" y="0"/>
                  </a:cubicBezTo>
                  <a:lnTo>
                    <a:pt x="18" y="0"/>
                  </a:lnTo>
                  <a:cubicBezTo>
                    <a:pt x="17" y="1"/>
                    <a:pt x="17" y="1"/>
                    <a:pt x="16" y="2"/>
                  </a:cubicBezTo>
                  <a:cubicBezTo>
                    <a:pt x="13" y="3"/>
                    <a:pt x="11" y="4"/>
                    <a:pt x="8" y="4"/>
                  </a:cubicBezTo>
                  <a:cubicBezTo>
                    <a:pt x="7" y="4"/>
                    <a:pt x="6" y="4"/>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9"/>
            <p:cNvSpPr/>
            <p:nvPr/>
          </p:nvSpPr>
          <p:spPr>
            <a:xfrm>
              <a:off x="2014565" y="-831095"/>
              <a:ext cx="10800" cy="41760"/>
            </a:xfrm>
            <a:custGeom>
              <a:rect b="b" l="l" r="r" t="t"/>
              <a:pathLst>
                <a:path extrusionOk="0" h="116" w="30">
                  <a:moveTo>
                    <a:pt x="3" y="37"/>
                  </a:moveTo>
                  <a:cubicBezTo>
                    <a:pt x="4" y="60"/>
                    <a:pt x="6" y="83"/>
                    <a:pt x="7" y="107"/>
                  </a:cubicBezTo>
                  <a:cubicBezTo>
                    <a:pt x="7" y="114"/>
                    <a:pt x="20" y="115"/>
                    <a:pt x="21" y="107"/>
                  </a:cubicBezTo>
                  <a:cubicBezTo>
                    <a:pt x="23" y="80"/>
                    <a:pt x="25" y="54"/>
                    <a:pt x="27" y="28"/>
                  </a:cubicBezTo>
                  <a:cubicBezTo>
                    <a:pt x="27" y="19"/>
                    <a:pt x="29" y="11"/>
                    <a:pt x="29" y="2"/>
                  </a:cubicBezTo>
                  <a:lnTo>
                    <a:pt x="0" y="0"/>
                  </a:lnTo>
                  <a:cubicBezTo>
                    <a:pt x="0" y="13"/>
                    <a:pt x="2" y="26"/>
                    <a:pt x="3"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9"/>
            <p:cNvSpPr/>
            <p:nvPr/>
          </p:nvSpPr>
          <p:spPr>
            <a:xfrm>
              <a:off x="1993325" y="-831455"/>
              <a:ext cx="3600" cy="2160"/>
            </a:xfrm>
            <a:custGeom>
              <a:rect b="b" l="l" r="r" t="t"/>
              <a:pathLst>
                <a:path extrusionOk="0" h="6" w="10">
                  <a:moveTo>
                    <a:pt x="0" y="0"/>
                  </a:moveTo>
                  <a:cubicBezTo>
                    <a:pt x="1" y="1"/>
                    <a:pt x="3" y="3"/>
                    <a:pt x="5" y="4"/>
                  </a:cubicBezTo>
                  <a:cubicBezTo>
                    <a:pt x="5" y="4"/>
                    <a:pt x="6" y="4"/>
                    <a:pt x="7" y="5"/>
                  </a:cubicBezTo>
                  <a:cubicBezTo>
                    <a:pt x="7" y="3"/>
                    <a:pt x="8" y="1"/>
                    <a:pt x="9"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9"/>
            <p:cNvSpPr/>
            <p:nvPr/>
          </p:nvSpPr>
          <p:spPr>
            <a:xfrm>
              <a:off x="1995845" y="-831095"/>
              <a:ext cx="6120" cy="2160"/>
            </a:xfrm>
            <a:custGeom>
              <a:rect b="b" l="l" r="r" t="t"/>
              <a:pathLst>
                <a:path extrusionOk="0" h="6" w="17">
                  <a:moveTo>
                    <a:pt x="16" y="0"/>
                  </a:moveTo>
                  <a:lnTo>
                    <a:pt x="2" y="0"/>
                  </a:lnTo>
                  <a:cubicBezTo>
                    <a:pt x="1" y="1"/>
                    <a:pt x="0" y="3"/>
                    <a:pt x="0" y="4"/>
                  </a:cubicBezTo>
                  <a:cubicBezTo>
                    <a:pt x="1" y="5"/>
                    <a:pt x="3" y="5"/>
                    <a:pt x="5" y="5"/>
                  </a:cubicBezTo>
                  <a:cubicBezTo>
                    <a:pt x="7" y="5"/>
                    <a:pt x="10" y="5"/>
                    <a:pt x="12" y="3"/>
                  </a:cubicBezTo>
                  <a:cubicBezTo>
                    <a:pt x="14" y="2"/>
                    <a:pt x="15" y="1"/>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9"/>
            <p:cNvSpPr/>
            <p:nvPr/>
          </p:nvSpPr>
          <p:spPr>
            <a:xfrm>
              <a:off x="2039045" y="-829295"/>
              <a:ext cx="10080" cy="29520"/>
            </a:xfrm>
            <a:custGeom>
              <a:rect b="b" l="l" r="r" t="t"/>
              <a:pathLst>
                <a:path extrusionOk="0" h="82" w="28">
                  <a:moveTo>
                    <a:pt x="0" y="24"/>
                  </a:moveTo>
                  <a:cubicBezTo>
                    <a:pt x="2" y="42"/>
                    <a:pt x="4" y="60"/>
                    <a:pt x="7" y="78"/>
                  </a:cubicBezTo>
                  <a:lnTo>
                    <a:pt x="7" y="79"/>
                  </a:lnTo>
                  <a:lnTo>
                    <a:pt x="8" y="80"/>
                  </a:lnTo>
                  <a:cubicBezTo>
                    <a:pt x="9" y="80"/>
                    <a:pt x="10" y="81"/>
                    <a:pt x="10" y="81"/>
                  </a:cubicBezTo>
                  <a:cubicBezTo>
                    <a:pt x="11" y="81"/>
                    <a:pt x="12" y="80"/>
                    <a:pt x="12" y="80"/>
                  </a:cubicBezTo>
                  <a:cubicBezTo>
                    <a:pt x="13" y="80"/>
                    <a:pt x="13" y="80"/>
                    <a:pt x="14" y="79"/>
                  </a:cubicBezTo>
                  <a:cubicBezTo>
                    <a:pt x="15" y="78"/>
                    <a:pt x="14" y="78"/>
                    <a:pt x="14" y="78"/>
                  </a:cubicBezTo>
                  <a:cubicBezTo>
                    <a:pt x="17" y="62"/>
                    <a:pt x="19" y="47"/>
                    <a:pt x="20" y="31"/>
                  </a:cubicBezTo>
                  <a:cubicBezTo>
                    <a:pt x="20" y="20"/>
                    <a:pt x="23" y="10"/>
                    <a:pt x="27" y="0"/>
                  </a:cubicBezTo>
                  <a:lnTo>
                    <a:pt x="4" y="0"/>
                  </a:lnTo>
                  <a:cubicBezTo>
                    <a:pt x="2" y="7"/>
                    <a:pt x="0" y="14"/>
                    <a:pt x="0" y="21"/>
                  </a:cubicBezTo>
                  <a:cubicBezTo>
                    <a:pt x="0" y="22"/>
                    <a:pt x="0" y="23"/>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9"/>
            <p:cNvSpPr/>
            <p:nvPr/>
          </p:nvSpPr>
          <p:spPr>
            <a:xfrm>
              <a:off x="2056325" y="-828935"/>
              <a:ext cx="8280" cy="19080"/>
            </a:xfrm>
            <a:custGeom>
              <a:rect b="b" l="l" r="r" t="t"/>
              <a:pathLst>
                <a:path extrusionOk="0" h="53" w="23">
                  <a:moveTo>
                    <a:pt x="0" y="0"/>
                  </a:moveTo>
                  <a:cubicBezTo>
                    <a:pt x="0" y="4"/>
                    <a:pt x="0" y="9"/>
                    <a:pt x="0" y="13"/>
                  </a:cubicBezTo>
                  <a:cubicBezTo>
                    <a:pt x="0" y="25"/>
                    <a:pt x="1" y="36"/>
                    <a:pt x="4" y="47"/>
                  </a:cubicBezTo>
                  <a:lnTo>
                    <a:pt x="5" y="48"/>
                  </a:lnTo>
                  <a:cubicBezTo>
                    <a:pt x="6" y="49"/>
                    <a:pt x="6" y="50"/>
                    <a:pt x="7" y="51"/>
                  </a:cubicBezTo>
                  <a:cubicBezTo>
                    <a:pt x="8" y="52"/>
                    <a:pt x="9" y="52"/>
                    <a:pt x="11" y="52"/>
                  </a:cubicBezTo>
                  <a:cubicBezTo>
                    <a:pt x="12" y="52"/>
                    <a:pt x="13" y="52"/>
                    <a:pt x="14" y="51"/>
                  </a:cubicBezTo>
                  <a:cubicBezTo>
                    <a:pt x="15" y="50"/>
                    <a:pt x="16" y="49"/>
                    <a:pt x="17" y="48"/>
                  </a:cubicBezTo>
                  <a:lnTo>
                    <a:pt x="17" y="47"/>
                  </a:lnTo>
                  <a:cubicBezTo>
                    <a:pt x="20" y="36"/>
                    <a:pt x="22" y="24"/>
                    <a:pt x="22" y="13"/>
                  </a:cubicBezTo>
                  <a:cubicBezTo>
                    <a:pt x="22" y="9"/>
                    <a:pt x="22" y="5"/>
                    <a:pt x="21" y="1"/>
                  </a:cubicBezTo>
                  <a:lnTo>
                    <a:pt x="21" y="0"/>
                  </a:ln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9"/>
            <p:cNvSpPr/>
            <p:nvPr/>
          </p:nvSpPr>
          <p:spPr>
            <a:xfrm>
              <a:off x="2072525" y="-829295"/>
              <a:ext cx="7560" cy="41040"/>
            </a:xfrm>
            <a:custGeom>
              <a:rect b="b" l="l" r="r" t="t"/>
              <a:pathLst>
                <a:path extrusionOk="0" h="114" w="21">
                  <a:moveTo>
                    <a:pt x="1" y="0"/>
                  </a:moveTo>
                  <a:cubicBezTo>
                    <a:pt x="0" y="14"/>
                    <a:pt x="0" y="27"/>
                    <a:pt x="0" y="41"/>
                  </a:cubicBezTo>
                  <a:cubicBezTo>
                    <a:pt x="0" y="63"/>
                    <a:pt x="1" y="85"/>
                    <a:pt x="4" y="106"/>
                  </a:cubicBezTo>
                  <a:cubicBezTo>
                    <a:pt x="4" y="113"/>
                    <a:pt x="14" y="112"/>
                    <a:pt x="15" y="106"/>
                  </a:cubicBezTo>
                  <a:cubicBezTo>
                    <a:pt x="18" y="83"/>
                    <a:pt x="20" y="60"/>
                    <a:pt x="20" y="37"/>
                  </a:cubicBezTo>
                  <a:cubicBezTo>
                    <a:pt x="20" y="25"/>
                    <a:pt x="20" y="13"/>
                    <a:pt x="19" y="1"/>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9"/>
            <p:cNvSpPr/>
            <p:nvPr/>
          </p:nvSpPr>
          <p:spPr>
            <a:xfrm>
              <a:off x="2091245" y="-828935"/>
              <a:ext cx="7200" cy="21240"/>
            </a:xfrm>
            <a:custGeom>
              <a:rect b="b" l="l" r="r" t="t"/>
              <a:pathLst>
                <a:path extrusionOk="0" h="59" w="20">
                  <a:moveTo>
                    <a:pt x="0" y="0"/>
                  </a:moveTo>
                  <a:cubicBezTo>
                    <a:pt x="0" y="3"/>
                    <a:pt x="0" y="6"/>
                    <a:pt x="0" y="9"/>
                  </a:cubicBezTo>
                  <a:cubicBezTo>
                    <a:pt x="1" y="23"/>
                    <a:pt x="2" y="37"/>
                    <a:pt x="4" y="51"/>
                  </a:cubicBezTo>
                  <a:cubicBezTo>
                    <a:pt x="4" y="58"/>
                    <a:pt x="14" y="55"/>
                    <a:pt x="15" y="49"/>
                  </a:cubicBezTo>
                  <a:cubicBezTo>
                    <a:pt x="17" y="33"/>
                    <a:pt x="18" y="17"/>
                    <a:pt x="19" y="2"/>
                  </a:cubicBez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9"/>
            <p:cNvSpPr/>
            <p:nvPr/>
          </p:nvSpPr>
          <p:spPr>
            <a:xfrm>
              <a:off x="2105645" y="-827495"/>
              <a:ext cx="10440" cy="39600"/>
            </a:xfrm>
            <a:custGeom>
              <a:rect b="b" l="l" r="r" t="t"/>
              <a:pathLst>
                <a:path extrusionOk="0" h="110" w="29">
                  <a:moveTo>
                    <a:pt x="4" y="13"/>
                  </a:moveTo>
                  <a:cubicBezTo>
                    <a:pt x="2" y="25"/>
                    <a:pt x="0" y="37"/>
                    <a:pt x="0" y="49"/>
                  </a:cubicBezTo>
                  <a:cubicBezTo>
                    <a:pt x="1" y="67"/>
                    <a:pt x="2" y="84"/>
                    <a:pt x="3" y="102"/>
                  </a:cubicBezTo>
                  <a:cubicBezTo>
                    <a:pt x="3" y="103"/>
                    <a:pt x="3" y="104"/>
                    <a:pt x="4" y="105"/>
                  </a:cubicBezTo>
                  <a:cubicBezTo>
                    <a:pt x="5" y="106"/>
                    <a:pt x="5" y="107"/>
                    <a:pt x="6" y="108"/>
                  </a:cubicBezTo>
                  <a:cubicBezTo>
                    <a:pt x="7" y="109"/>
                    <a:pt x="9" y="109"/>
                    <a:pt x="10" y="109"/>
                  </a:cubicBezTo>
                  <a:cubicBezTo>
                    <a:pt x="11" y="109"/>
                    <a:pt x="12" y="109"/>
                    <a:pt x="13" y="108"/>
                  </a:cubicBezTo>
                  <a:cubicBezTo>
                    <a:pt x="14" y="107"/>
                    <a:pt x="15" y="106"/>
                    <a:pt x="16" y="105"/>
                  </a:cubicBezTo>
                  <a:cubicBezTo>
                    <a:pt x="17" y="104"/>
                    <a:pt x="17" y="103"/>
                    <a:pt x="17" y="102"/>
                  </a:cubicBezTo>
                  <a:cubicBezTo>
                    <a:pt x="19" y="69"/>
                    <a:pt x="24" y="36"/>
                    <a:pt x="28" y="3"/>
                  </a:cubicBezTo>
                  <a:lnTo>
                    <a:pt x="4" y="0"/>
                  </a:lnTo>
                  <a:cubicBezTo>
                    <a:pt x="4" y="4"/>
                    <a:pt x="4" y="9"/>
                    <a:pt x="4"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9"/>
            <p:cNvSpPr/>
            <p:nvPr/>
          </p:nvSpPr>
          <p:spPr>
            <a:xfrm>
              <a:off x="2124005" y="-825335"/>
              <a:ext cx="9000" cy="25200"/>
            </a:xfrm>
            <a:custGeom>
              <a:rect b="b" l="l" r="r" t="t"/>
              <a:pathLst>
                <a:path extrusionOk="0" h="70" w="25">
                  <a:moveTo>
                    <a:pt x="4" y="60"/>
                  </a:moveTo>
                  <a:cubicBezTo>
                    <a:pt x="4" y="68"/>
                    <a:pt x="17" y="69"/>
                    <a:pt x="18" y="60"/>
                  </a:cubicBezTo>
                  <a:cubicBezTo>
                    <a:pt x="20" y="41"/>
                    <a:pt x="20" y="21"/>
                    <a:pt x="24" y="2"/>
                  </a:cubicBezTo>
                  <a:lnTo>
                    <a:pt x="0" y="0"/>
                  </a:lnTo>
                  <a:cubicBezTo>
                    <a:pt x="0" y="1"/>
                    <a:pt x="0" y="3"/>
                    <a:pt x="0" y="4"/>
                  </a:cubicBezTo>
                  <a:cubicBezTo>
                    <a:pt x="0" y="23"/>
                    <a:pt x="1" y="42"/>
                    <a:pt x="4"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9"/>
            <p:cNvSpPr/>
            <p:nvPr/>
          </p:nvSpPr>
          <p:spPr>
            <a:xfrm>
              <a:off x="2145965" y="-822815"/>
              <a:ext cx="9360" cy="45360"/>
            </a:xfrm>
            <a:custGeom>
              <a:rect b="b" l="l" r="r" t="t"/>
              <a:pathLst>
                <a:path extrusionOk="0" h="126" w="26">
                  <a:moveTo>
                    <a:pt x="4" y="118"/>
                  </a:moveTo>
                  <a:cubicBezTo>
                    <a:pt x="4" y="119"/>
                    <a:pt x="4" y="120"/>
                    <a:pt x="5" y="121"/>
                  </a:cubicBezTo>
                  <a:cubicBezTo>
                    <a:pt x="5" y="122"/>
                    <a:pt x="6" y="123"/>
                    <a:pt x="7" y="124"/>
                  </a:cubicBezTo>
                  <a:cubicBezTo>
                    <a:pt x="8" y="125"/>
                    <a:pt x="9" y="124"/>
                    <a:pt x="10" y="124"/>
                  </a:cubicBezTo>
                  <a:cubicBezTo>
                    <a:pt x="11" y="124"/>
                    <a:pt x="12" y="125"/>
                    <a:pt x="13" y="124"/>
                  </a:cubicBezTo>
                  <a:cubicBezTo>
                    <a:pt x="14" y="123"/>
                    <a:pt x="15" y="122"/>
                    <a:pt x="16" y="121"/>
                  </a:cubicBezTo>
                  <a:cubicBezTo>
                    <a:pt x="16" y="120"/>
                    <a:pt x="16" y="119"/>
                    <a:pt x="16" y="118"/>
                  </a:cubicBezTo>
                  <a:cubicBezTo>
                    <a:pt x="22" y="79"/>
                    <a:pt x="18" y="39"/>
                    <a:pt x="25" y="0"/>
                  </a:cubicBezTo>
                  <a:lnTo>
                    <a:pt x="6" y="0"/>
                  </a:lnTo>
                  <a:cubicBezTo>
                    <a:pt x="2" y="21"/>
                    <a:pt x="0" y="43"/>
                    <a:pt x="0" y="64"/>
                  </a:cubicBezTo>
                  <a:cubicBezTo>
                    <a:pt x="0" y="82"/>
                    <a:pt x="1" y="100"/>
                    <a:pt x="4"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9"/>
            <p:cNvSpPr/>
            <p:nvPr/>
          </p:nvSpPr>
          <p:spPr>
            <a:xfrm>
              <a:off x="2164685" y="-822455"/>
              <a:ext cx="7560" cy="21240"/>
            </a:xfrm>
            <a:custGeom>
              <a:rect b="b" l="l" r="r" t="t"/>
              <a:pathLst>
                <a:path extrusionOk="0" h="59" w="21">
                  <a:moveTo>
                    <a:pt x="0" y="2"/>
                  </a:moveTo>
                  <a:cubicBezTo>
                    <a:pt x="1" y="19"/>
                    <a:pt x="1" y="36"/>
                    <a:pt x="4" y="53"/>
                  </a:cubicBezTo>
                  <a:cubicBezTo>
                    <a:pt x="4" y="54"/>
                    <a:pt x="5" y="54"/>
                    <a:pt x="5" y="55"/>
                  </a:cubicBezTo>
                  <a:cubicBezTo>
                    <a:pt x="5" y="56"/>
                    <a:pt x="6" y="56"/>
                    <a:pt x="7" y="57"/>
                  </a:cubicBezTo>
                  <a:cubicBezTo>
                    <a:pt x="8" y="58"/>
                    <a:pt x="9" y="58"/>
                    <a:pt x="11" y="58"/>
                  </a:cubicBezTo>
                  <a:cubicBezTo>
                    <a:pt x="12" y="58"/>
                    <a:pt x="13" y="58"/>
                    <a:pt x="14" y="57"/>
                  </a:cubicBezTo>
                  <a:cubicBezTo>
                    <a:pt x="15" y="56"/>
                    <a:pt x="16" y="56"/>
                    <a:pt x="16" y="55"/>
                  </a:cubicBezTo>
                  <a:cubicBezTo>
                    <a:pt x="17" y="54"/>
                    <a:pt x="17" y="54"/>
                    <a:pt x="17" y="53"/>
                  </a:cubicBezTo>
                  <a:cubicBezTo>
                    <a:pt x="19" y="38"/>
                    <a:pt x="20" y="22"/>
                    <a:pt x="20" y="6"/>
                  </a:cubicBezTo>
                  <a:cubicBezTo>
                    <a:pt x="20" y="4"/>
                    <a:pt x="20" y="2"/>
                    <a:pt x="20" y="0"/>
                  </a:cubicBez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9"/>
            <p:cNvSpPr/>
            <p:nvPr/>
          </p:nvSpPr>
          <p:spPr>
            <a:xfrm>
              <a:off x="2184485" y="-822455"/>
              <a:ext cx="8640" cy="45000"/>
            </a:xfrm>
            <a:custGeom>
              <a:rect b="b" l="l" r="r" t="t"/>
              <a:pathLst>
                <a:path extrusionOk="0" h="125" w="24">
                  <a:moveTo>
                    <a:pt x="1" y="0"/>
                  </a:moveTo>
                  <a:cubicBezTo>
                    <a:pt x="0" y="9"/>
                    <a:pt x="0" y="17"/>
                    <a:pt x="0" y="26"/>
                  </a:cubicBezTo>
                  <a:cubicBezTo>
                    <a:pt x="0" y="34"/>
                    <a:pt x="0" y="43"/>
                    <a:pt x="1" y="51"/>
                  </a:cubicBezTo>
                  <a:cubicBezTo>
                    <a:pt x="1" y="73"/>
                    <a:pt x="3" y="95"/>
                    <a:pt x="5" y="118"/>
                  </a:cubicBezTo>
                  <a:cubicBezTo>
                    <a:pt x="5" y="119"/>
                    <a:pt x="6" y="120"/>
                    <a:pt x="6" y="121"/>
                  </a:cubicBezTo>
                  <a:cubicBezTo>
                    <a:pt x="7" y="122"/>
                    <a:pt x="8" y="122"/>
                    <a:pt x="9" y="123"/>
                  </a:cubicBezTo>
                  <a:cubicBezTo>
                    <a:pt x="10" y="124"/>
                    <a:pt x="11" y="124"/>
                    <a:pt x="12" y="124"/>
                  </a:cubicBezTo>
                  <a:cubicBezTo>
                    <a:pt x="13" y="124"/>
                    <a:pt x="14" y="124"/>
                    <a:pt x="15" y="123"/>
                  </a:cubicBezTo>
                  <a:cubicBezTo>
                    <a:pt x="16" y="122"/>
                    <a:pt x="17" y="122"/>
                    <a:pt x="17" y="121"/>
                  </a:cubicBezTo>
                  <a:cubicBezTo>
                    <a:pt x="18" y="120"/>
                    <a:pt x="18" y="119"/>
                    <a:pt x="18" y="118"/>
                  </a:cubicBezTo>
                  <a:cubicBezTo>
                    <a:pt x="22" y="78"/>
                    <a:pt x="19" y="39"/>
                    <a:pt x="23"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9"/>
            <p:cNvSpPr/>
            <p:nvPr/>
          </p:nvSpPr>
          <p:spPr>
            <a:xfrm>
              <a:off x="2203565" y="-822815"/>
              <a:ext cx="10080" cy="32040"/>
            </a:xfrm>
            <a:custGeom>
              <a:rect b="b" l="l" r="r" t="t"/>
              <a:pathLst>
                <a:path extrusionOk="0" h="89" w="28">
                  <a:moveTo>
                    <a:pt x="2" y="1"/>
                  </a:moveTo>
                  <a:cubicBezTo>
                    <a:pt x="0" y="13"/>
                    <a:pt x="0" y="25"/>
                    <a:pt x="0" y="38"/>
                  </a:cubicBezTo>
                  <a:cubicBezTo>
                    <a:pt x="0" y="53"/>
                    <a:pt x="1" y="67"/>
                    <a:pt x="3" y="82"/>
                  </a:cubicBezTo>
                  <a:cubicBezTo>
                    <a:pt x="4" y="83"/>
                    <a:pt x="4" y="84"/>
                    <a:pt x="4" y="84"/>
                  </a:cubicBezTo>
                  <a:cubicBezTo>
                    <a:pt x="5" y="85"/>
                    <a:pt x="6" y="86"/>
                    <a:pt x="7" y="87"/>
                  </a:cubicBezTo>
                  <a:cubicBezTo>
                    <a:pt x="8" y="88"/>
                    <a:pt x="9" y="88"/>
                    <a:pt x="11" y="88"/>
                  </a:cubicBezTo>
                  <a:cubicBezTo>
                    <a:pt x="12" y="88"/>
                    <a:pt x="13" y="88"/>
                    <a:pt x="14" y="87"/>
                  </a:cubicBezTo>
                  <a:cubicBezTo>
                    <a:pt x="15" y="86"/>
                    <a:pt x="16" y="85"/>
                    <a:pt x="17" y="84"/>
                  </a:cubicBezTo>
                  <a:cubicBezTo>
                    <a:pt x="17" y="84"/>
                    <a:pt x="18" y="83"/>
                    <a:pt x="18" y="82"/>
                  </a:cubicBezTo>
                  <a:cubicBezTo>
                    <a:pt x="20" y="61"/>
                    <a:pt x="22" y="40"/>
                    <a:pt x="23" y="20"/>
                  </a:cubicBezTo>
                  <a:cubicBezTo>
                    <a:pt x="23" y="13"/>
                    <a:pt x="25" y="6"/>
                    <a:pt x="27"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9"/>
            <p:cNvSpPr/>
            <p:nvPr/>
          </p:nvSpPr>
          <p:spPr>
            <a:xfrm>
              <a:off x="2221565" y="-822455"/>
              <a:ext cx="9360" cy="41040"/>
            </a:xfrm>
            <a:custGeom>
              <a:rect b="b" l="l" r="r" t="t"/>
              <a:pathLst>
                <a:path extrusionOk="0" h="114" w="26">
                  <a:moveTo>
                    <a:pt x="4" y="0"/>
                  </a:moveTo>
                  <a:cubicBezTo>
                    <a:pt x="1" y="21"/>
                    <a:pt x="0" y="42"/>
                    <a:pt x="0" y="63"/>
                  </a:cubicBezTo>
                  <a:cubicBezTo>
                    <a:pt x="0" y="77"/>
                    <a:pt x="1" y="91"/>
                    <a:pt x="2" y="105"/>
                  </a:cubicBezTo>
                  <a:cubicBezTo>
                    <a:pt x="2" y="107"/>
                    <a:pt x="2" y="108"/>
                    <a:pt x="3" y="109"/>
                  </a:cubicBezTo>
                  <a:cubicBezTo>
                    <a:pt x="4" y="110"/>
                    <a:pt x="4" y="111"/>
                    <a:pt x="5" y="112"/>
                  </a:cubicBezTo>
                  <a:cubicBezTo>
                    <a:pt x="6" y="113"/>
                    <a:pt x="8" y="113"/>
                    <a:pt x="9" y="113"/>
                  </a:cubicBezTo>
                  <a:cubicBezTo>
                    <a:pt x="10" y="113"/>
                    <a:pt x="10" y="113"/>
                    <a:pt x="12" y="112"/>
                  </a:cubicBezTo>
                  <a:cubicBezTo>
                    <a:pt x="14" y="111"/>
                    <a:pt x="14" y="110"/>
                    <a:pt x="15" y="109"/>
                  </a:cubicBezTo>
                  <a:cubicBezTo>
                    <a:pt x="16" y="108"/>
                    <a:pt x="16" y="107"/>
                    <a:pt x="16" y="105"/>
                  </a:cubicBezTo>
                  <a:cubicBezTo>
                    <a:pt x="18" y="71"/>
                    <a:pt x="23" y="36"/>
                    <a:pt x="25" y="2"/>
                  </a:cubicBezTo>
                  <a:lnTo>
                    <a:pt x="17"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9"/>
            <p:cNvSpPr/>
            <p:nvPr/>
          </p:nvSpPr>
          <p:spPr>
            <a:xfrm>
              <a:off x="2227685" y="-822455"/>
              <a:ext cx="3240" cy="720"/>
            </a:xfrm>
            <a:custGeom>
              <a:rect b="b" l="l" r="r" t="t"/>
              <a:pathLst>
                <a:path extrusionOk="0" h="2" w="9">
                  <a:moveTo>
                    <a:pt x="8" y="1"/>
                  </a:moveTo>
                  <a:lnTo>
                    <a:pt x="8" y="0"/>
                  </a:lnTo>
                  <a:lnTo>
                    <a:pt x="0" y="0"/>
                  </a:lnTo>
                  <a:lnTo>
                    <a:pt x="8" y="1"/>
                  </a:lnTo>
                </a:path>
              </a:pathLst>
            </a:custGeom>
            <a:solidFill>
              <a:schemeClr val="dk1"/>
            </a:solidFill>
            <a:ln>
              <a:noFill/>
            </a:ln>
          </p:spPr>
        </p:sp>
        <p:sp>
          <p:nvSpPr>
            <p:cNvPr id="1186" name="Google Shape;1186;p29"/>
            <p:cNvSpPr/>
            <p:nvPr/>
          </p:nvSpPr>
          <p:spPr>
            <a:xfrm>
              <a:off x="2240645" y="-820655"/>
              <a:ext cx="10080" cy="23040"/>
            </a:xfrm>
            <a:custGeom>
              <a:rect b="b" l="l" r="r" t="t"/>
              <a:pathLst>
                <a:path extrusionOk="0" h="64" w="28">
                  <a:moveTo>
                    <a:pt x="1" y="54"/>
                  </a:moveTo>
                  <a:cubicBezTo>
                    <a:pt x="2" y="63"/>
                    <a:pt x="15" y="61"/>
                    <a:pt x="16" y="53"/>
                  </a:cubicBezTo>
                  <a:cubicBezTo>
                    <a:pt x="17" y="42"/>
                    <a:pt x="20" y="32"/>
                    <a:pt x="22" y="22"/>
                  </a:cubicBezTo>
                  <a:cubicBezTo>
                    <a:pt x="23" y="14"/>
                    <a:pt x="25" y="7"/>
                    <a:pt x="27" y="0"/>
                  </a:cubicBezTo>
                  <a:lnTo>
                    <a:pt x="3" y="0"/>
                  </a:lnTo>
                  <a:cubicBezTo>
                    <a:pt x="3" y="5"/>
                    <a:pt x="3" y="11"/>
                    <a:pt x="1" y="17"/>
                  </a:cubicBezTo>
                  <a:cubicBezTo>
                    <a:pt x="0" y="23"/>
                    <a:pt x="0" y="29"/>
                    <a:pt x="0" y="36"/>
                  </a:cubicBezTo>
                  <a:cubicBezTo>
                    <a:pt x="0" y="42"/>
                    <a:pt x="0" y="48"/>
                    <a:pt x="1"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9"/>
            <p:cNvSpPr/>
            <p:nvPr/>
          </p:nvSpPr>
          <p:spPr>
            <a:xfrm>
              <a:off x="2241725" y="-826775"/>
              <a:ext cx="10440" cy="6120"/>
            </a:xfrm>
            <a:custGeom>
              <a:rect b="b" l="l" r="r" t="t"/>
              <a:pathLst>
                <a:path extrusionOk="0" h="17" w="29">
                  <a:moveTo>
                    <a:pt x="26" y="14"/>
                  </a:moveTo>
                  <a:lnTo>
                    <a:pt x="26" y="13"/>
                  </a:lnTo>
                  <a:cubicBezTo>
                    <a:pt x="27" y="12"/>
                    <a:pt x="28" y="10"/>
                    <a:pt x="28" y="8"/>
                  </a:cubicBezTo>
                  <a:cubicBezTo>
                    <a:pt x="21" y="7"/>
                    <a:pt x="14" y="5"/>
                    <a:pt x="8" y="3"/>
                  </a:cubicBezTo>
                  <a:cubicBezTo>
                    <a:pt x="8" y="3"/>
                    <a:pt x="8" y="2"/>
                    <a:pt x="7" y="2"/>
                  </a:cubicBezTo>
                  <a:cubicBezTo>
                    <a:pt x="7" y="2"/>
                    <a:pt x="6" y="1"/>
                    <a:pt x="5" y="0"/>
                  </a:cubicBezTo>
                  <a:cubicBezTo>
                    <a:pt x="5" y="1"/>
                    <a:pt x="5" y="2"/>
                    <a:pt x="4" y="3"/>
                  </a:cubicBezTo>
                  <a:cubicBezTo>
                    <a:pt x="2" y="7"/>
                    <a:pt x="0" y="12"/>
                    <a:pt x="0" y="16"/>
                  </a:cubicBezTo>
                  <a:lnTo>
                    <a:pt x="24" y="16"/>
                  </a:lnTo>
                  <a:cubicBezTo>
                    <a:pt x="25" y="15"/>
                    <a:pt x="25" y="15"/>
                    <a:pt x="2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9"/>
            <p:cNvSpPr/>
            <p:nvPr/>
          </p:nvSpPr>
          <p:spPr>
            <a:xfrm>
              <a:off x="2259365" y="-820295"/>
              <a:ext cx="9360" cy="30240"/>
            </a:xfrm>
            <a:custGeom>
              <a:rect b="b" l="l" r="r" t="t"/>
              <a:pathLst>
                <a:path extrusionOk="0" h="84" w="26">
                  <a:moveTo>
                    <a:pt x="1" y="31"/>
                  </a:moveTo>
                  <a:cubicBezTo>
                    <a:pt x="1" y="33"/>
                    <a:pt x="1" y="35"/>
                    <a:pt x="1" y="37"/>
                  </a:cubicBezTo>
                  <a:cubicBezTo>
                    <a:pt x="1" y="49"/>
                    <a:pt x="2" y="61"/>
                    <a:pt x="5" y="73"/>
                  </a:cubicBezTo>
                  <a:cubicBezTo>
                    <a:pt x="6" y="80"/>
                    <a:pt x="17" y="83"/>
                    <a:pt x="20" y="75"/>
                  </a:cubicBezTo>
                  <a:cubicBezTo>
                    <a:pt x="23" y="59"/>
                    <a:pt x="25" y="44"/>
                    <a:pt x="25" y="28"/>
                  </a:cubicBezTo>
                  <a:cubicBezTo>
                    <a:pt x="25" y="25"/>
                    <a:pt x="25" y="22"/>
                    <a:pt x="24" y="19"/>
                  </a:cubicBezTo>
                  <a:cubicBezTo>
                    <a:pt x="25" y="18"/>
                    <a:pt x="25" y="16"/>
                    <a:pt x="25" y="14"/>
                  </a:cubicBezTo>
                  <a:cubicBezTo>
                    <a:pt x="25" y="9"/>
                    <a:pt x="24" y="4"/>
                    <a:pt x="23" y="0"/>
                  </a:cubicBezTo>
                  <a:lnTo>
                    <a:pt x="3" y="0"/>
                  </a:lnTo>
                  <a:cubicBezTo>
                    <a:pt x="1" y="7"/>
                    <a:pt x="0" y="14"/>
                    <a:pt x="0" y="21"/>
                  </a:cubicBezTo>
                  <a:cubicBezTo>
                    <a:pt x="0" y="25"/>
                    <a:pt x="1" y="28"/>
                    <a:pt x="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9"/>
            <p:cNvSpPr/>
            <p:nvPr/>
          </p:nvSpPr>
          <p:spPr>
            <a:xfrm>
              <a:off x="2260085" y="-822815"/>
              <a:ext cx="7920" cy="2880"/>
            </a:xfrm>
            <a:custGeom>
              <a:rect b="b" l="l" r="r" t="t"/>
              <a:pathLst>
                <a:path extrusionOk="0" h="8" w="22">
                  <a:moveTo>
                    <a:pt x="21" y="6"/>
                  </a:moveTo>
                  <a:cubicBezTo>
                    <a:pt x="20" y="5"/>
                    <a:pt x="20" y="4"/>
                    <a:pt x="19" y="3"/>
                  </a:cubicBezTo>
                  <a:cubicBezTo>
                    <a:pt x="19" y="2"/>
                    <a:pt x="18" y="1"/>
                    <a:pt x="18" y="0"/>
                  </a:cubicBezTo>
                  <a:lnTo>
                    <a:pt x="4" y="0"/>
                  </a:lnTo>
                  <a:cubicBezTo>
                    <a:pt x="3" y="1"/>
                    <a:pt x="3" y="2"/>
                    <a:pt x="2" y="3"/>
                  </a:cubicBezTo>
                  <a:cubicBezTo>
                    <a:pt x="1" y="4"/>
                    <a:pt x="1" y="5"/>
                    <a:pt x="0" y="7"/>
                  </a:cubicBezTo>
                  <a:lnTo>
                    <a:pt x="2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9"/>
            <p:cNvSpPr/>
            <p:nvPr/>
          </p:nvSpPr>
          <p:spPr>
            <a:xfrm>
              <a:off x="2277005" y="-821375"/>
              <a:ext cx="8640" cy="42120"/>
            </a:xfrm>
            <a:custGeom>
              <a:rect b="b" l="l" r="r" t="t"/>
              <a:pathLst>
                <a:path extrusionOk="0" h="117" w="24">
                  <a:moveTo>
                    <a:pt x="4" y="2"/>
                  </a:moveTo>
                  <a:cubicBezTo>
                    <a:pt x="1" y="11"/>
                    <a:pt x="0" y="20"/>
                    <a:pt x="0" y="29"/>
                  </a:cubicBezTo>
                  <a:cubicBezTo>
                    <a:pt x="0" y="35"/>
                    <a:pt x="0" y="41"/>
                    <a:pt x="2" y="47"/>
                  </a:cubicBezTo>
                  <a:cubicBezTo>
                    <a:pt x="4" y="68"/>
                    <a:pt x="7" y="90"/>
                    <a:pt x="8" y="112"/>
                  </a:cubicBezTo>
                  <a:cubicBezTo>
                    <a:pt x="8" y="115"/>
                    <a:pt x="15" y="116"/>
                    <a:pt x="15" y="112"/>
                  </a:cubicBezTo>
                  <a:cubicBezTo>
                    <a:pt x="16" y="92"/>
                    <a:pt x="19" y="74"/>
                    <a:pt x="21" y="56"/>
                  </a:cubicBezTo>
                  <a:cubicBezTo>
                    <a:pt x="23" y="41"/>
                    <a:pt x="20" y="25"/>
                    <a:pt x="23" y="10"/>
                  </a:cubicBezTo>
                  <a:cubicBezTo>
                    <a:pt x="23" y="9"/>
                    <a:pt x="23" y="9"/>
                    <a:pt x="23" y="8"/>
                  </a:cubicBezTo>
                  <a:cubicBezTo>
                    <a:pt x="23" y="6"/>
                    <a:pt x="22" y="4"/>
                    <a:pt x="21" y="3"/>
                  </a:cubicBezTo>
                  <a:cubicBezTo>
                    <a:pt x="21" y="2"/>
                    <a:pt x="20" y="1"/>
                    <a:pt x="19" y="0"/>
                  </a:cubicBezTo>
                  <a:lnTo>
                    <a:pt x="5" y="0"/>
                  </a:lnTo>
                  <a:cubicBezTo>
                    <a:pt x="4" y="1"/>
                    <a:pt x="4"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9"/>
            <p:cNvSpPr/>
            <p:nvPr/>
          </p:nvSpPr>
          <p:spPr>
            <a:xfrm>
              <a:off x="2278805" y="-822455"/>
              <a:ext cx="5400" cy="1800"/>
            </a:xfrm>
            <a:custGeom>
              <a:rect b="b" l="l" r="r" t="t"/>
              <a:pathLst>
                <a:path extrusionOk="0" h="5" w="15">
                  <a:moveTo>
                    <a:pt x="0" y="4"/>
                  </a:moveTo>
                  <a:lnTo>
                    <a:pt x="14" y="4"/>
                  </a:lnTo>
                  <a:cubicBezTo>
                    <a:pt x="13" y="3"/>
                    <a:pt x="12" y="2"/>
                    <a:pt x="11" y="1"/>
                  </a:cubicBezTo>
                  <a:cubicBezTo>
                    <a:pt x="10" y="1"/>
                    <a:pt x="8" y="0"/>
                    <a:pt x="7" y="0"/>
                  </a:cubicBezTo>
                  <a:cubicBezTo>
                    <a:pt x="5" y="0"/>
                    <a:pt x="4" y="0"/>
                    <a:pt x="2" y="1"/>
                  </a:cubicBezTo>
                  <a:cubicBezTo>
                    <a:pt x="1" y="1"/>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9"/>
            <p:cNvSpPr/>
            <p:nvPr/>
          </p:nvSpPr>
          <p:spPr>
            <a:xfrm>
              <a:off x="2292485" y="-822095"/>
              <a:ext cx="9360" cy="25560"/>
            </a:xfrm>
            <a:custGeom>
              <a:rect b="b" l="l" r="r" t="t"/>
              <a:pathLst>
                <a:path extrusionOk="0" h="71" w="26">
                  <a:moveTo>
                    <a:pt x="1" y="19"/>
                  </a:moveTo>
                  <a:cubicBezTo>
                    <a:pt x="1" y="34"/>
                    <a:pt x="2" y="49"/>
                    <a:pt x="4" y="64"/>
                  </a:cubicBezTo>
                  <a:cubicBezTo>
                    <a:pt x="5" y="64"/>
                    <a:pt x="5" y="65"/>
                    <a:pt x="5" y="66"/>
                  </a:cubicBezTo>
                  <a:cubicBezTo>
                    <a:pt x="6" y="67"/>
                    <a:pt x="6" y="68"/>
                    <a:pt x="8" y="69"/>
                  </a:cubicBezTo>
                  <a:cubicBezTo>
                    <a:pt x="10" y="70"/>
                    <a:pt x="11" y="70"/>
                    <a:pt x="13" y="70"/>
                  </a:cubicBezTo>
                  <a:cubicBezTo>
                    <a:pt x="14" y="70"/>
                    <a:pt x="16" y="70"/>
                    <a:pt x="17" y="69"/>
                  </a:cubicBezTo>
                  <a:cubicBezTo>
                    <a:pt x="18" y="68"/>
                    <a:pt x="20" y="67"/>
                    <a:pt x="20" y="66"/>
                  </a:cubicBezTo>
                  <a:cubicBezTo>
                    <a:pt x="21" y="65"/>
                    <a:pt x="21" y="64"/>
                    <a:pt x="21" y="64"/>
                  </a:cubicBezTo>
                  <a:cubicBezTo>
                    <a:pt x="24" y="48"/>
                    <a:pt x="25" y="33"/>
                    <a:pt x="25" y="17"/>
                  </a:cubicBezTo>
                  <a:lnTo>
                    <a:pt x="25" y="16"/>
                  </a:lnTo>
                  <a:cubicBezTo>
                    <a:pt x="25" y="10"/>
                    <a:pt x="25" y="5"/>
                    <a:pt x="25" y="0"/>
                  </a:cubicBezTo>
                  <a:lnTo>
                    <a:pt x="0" y="0"/>
                  </a:lnTo>
                  <a:cubicBezTo>
                    <a:pt x="1" y="7"/>
                    <a:pt x="1" y="13"/>
                    <a:pt x="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9"/>
            <p:cNvSpPr/>
            <p:nvPr/>
          </p:nvSpPr>
          <p:spPr>
            <a:xfrm>
              <a:off x="2292845" y="-822455"/>
              <a:ext cx="9000" cy="1080"/>
            </a:xfrm>
            <a:custGeom>
              <a:rect b="b" l="l" r="r" t="t"/>
              <a:pathLst>
                <a:path extrusionOk="0" h="3" w="25">
                  <a:moveTo>
                    <a:pt x="0" y="2"/>
                  </a:moveTo>
                  <a:lnTo>
                    <a:pt x="24" y="2"/>
                  </a:lnTo>
                  <a:lnTo>
                    <a:pt x="24" y="0"/>
                  </a:ln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9"/>
            <p:cNvSpPr/>
            <p:nvPr/>
          </p:nvSpPr>
          <p:spPr>
            <a:xfrm>
              <a:off x="2304365" y="-822455"/>
              <a:ext cx="10080" cy="47880"/>
            </a:xfrm>
            <a:custGeom>
              <a:rect b="b" l="l" r="r" t="t"/>
              <a:pathLst>
                <a:path extrusionOk="0" h="133" w="28">
                  <a:moveTo>
                    <a:pt x="2" y="1"/>
                  </a:moveTo>
                  <a:cubicBezTo>
                    <a:pt x="1" y="11"/>
                    <a:pt x="0" y="21"/>
                    <a:pt x="0" y="32"/>
                  </a:cubicBezTo>
                  <a:cubicBezTo>
                    <a:pt x="0" y="36"/>
                    <a:pt x="0" y="40"/>
                    <a:pt x="1" y="44"/>
                  </a:cubicBezTo>
                  <a:cubicBezTo>
                    <a:pt x="1" y="70"/>
                    <a:pt x="2" y="97"/>
                    <a:pt x="5" y="123"/>
                  </a:cubicBezTo>
                  <a:cubicBezTo>
                    <a:pt x="5" y="130"/>
                    <a:pt x="17" y="132"/>
                    <a:pt x="18" y="124"/>
                  </a:cubicBezTo>
                  <a:cubicBezTo>
                    <a:pt x="21" y="97"/>
                    <a:pt x="23" y="70"/>
                    <a:pt x="23" y="43"/>
                  </a:cubicBezTo>
                  <a:cubicBezTo>
                    <a:pt x="23" y="40"/>
                    <a:pt x="23" y="37"/>
                    <a:pt x="23" y="34"/>
                  </a:cubicBezTo>
                  <a:cubicBezTo>
                    <a:pt x="23" y="23"/>
                    <a:pt x="24" y="11"/>
                    <a:pt x="27" y="0"/>
                  </a:cubicBezTo>
                  <a:lnTo>
                    <a:pt x="2" y="0"/>
                  </a:ln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9"/>
            <p:cNvSpPr/>
            <p:nvPr/>
          </p:nvSpPr>
          <p:spPr>
            <a:xfrm>
              <a:off x="2305085" y="-822095"/>
              <a:ext cx="9360" cy="720"/>
            </a:xfrm>
            <a:custGeom>
              <a:rect b="b" l="l" r="r" t="t"/>
              <a:pathLst>
                <a:path extrusionOk="0" h="2" w="26">
                  <a:moveTo>
                    <a:pt x="16" y="0"/>
                  </a:moveTo>
                  <a:lnTo>
                    <a:pt x="25" y="0"/>
                  </a:lnTo>
                  <a:lnTo>
                    <a:pt x="25" y="0"/>
                  </a:lnTo>
                  <a:lnTo>
                    <a:pt x="0" y="0"/>
                  </a:lnTo>
                  <a:lnTo>
                    <a:pt x="0" y="1"/>
                  </a:lnTo>
                  <a:lnTo>
                    <a:pt x="16" y="0"/>
                  </a:lnTo>
                </a:path>
              </a:pathLst>
            </a:custGeom>
            <a:solidFill>
              <a:schemeClr val="dk1"/>
            </a:solidFill>
            <a:ln>
              <a:noFill/>
            </a:ln>
          </p:spPr>
        </p:sp>
        <p:sp>
          <p:nvSpPr>
            <p:cNvPr id="1196" name="Google Shape;1196;p29"/>
            <p:cNvSpPr/>
            <p:nvPr/>
          </p:nvSpPr>
          <p:spPr>
            <a:xfrm>
              <a:off x="2324165" y="-822455"/>
              <a:ext cx="10080" cy="25560"/>
            </a:xfrm>
            <a:custGeom>
              <a:rect b="b" l="l" r="r" t="t"/>
              <a:pathLst>
                <a:path extrusionOk="0" h="71" w="28">
                  <a:moveTo>
                    <a:pt x="1" y="0"/>
                  </a:moveTo>
                  <a:cubicBezTo>
                    <a:pt x="0" y="7"/>
                    <a:pt x="0" y="13"/>
                    <a:pt x="0" y="19"/>
                  </a:cubicBezTo>
                  <a:cubicBezTo>
                    <a:pt x="0" y="33"/>
                    <a:pt x="1" y="46"/>
                    <a:pt x="2" y="59"/>
                  </a:cubicBezTo>
                  <a:cubicBezTo>
                    <a:pt x="2" y="61"/>
                    <a:pt x="3" y="63"/>
                    <a:pt x="4" y="65"/>
                  </a:cubicBezTo>
                  <a:cubicBezTo>
                    <a:pt x="5" y="67"/>
                    <a:pt x="6" y="68"/>
                    <a:pt x="8" y="69"/>
                  </a:cubicBezTo>
                  <a:cubicBezTo>
                    <a:pt x="10" y="70"/>
                    <a:pt x="11" y="70"/>
                    <a:pt x="13" y="70"/>
                  </a:cubicBezTo>
                  <a:cubicBezTo>
                    <a:pt x="15" y="70"/>
                    <a:pt x="17" y="70"/>
                    <a:pt x="19" y="69"/>
                  </a:cubicBezTo>
                  <a:cubicBezTo>
                    <a:pt x="21" y="68"/>
                    <a:pt x="22" y="67"/>
                    <a:pt x="23" y="65"/>
                  </a:cubicBezTo>
                  <a:cubicBezTo>
                    <a:pt x="24" y="63"/>
                    <a:pt x="24" y="61"/>
                    <a:pt x="24" y="59"/>
                  </a:cubicBezTo>
                  <a:cubicBezTo>
                    <a:pt x="24" y="44"/>
                    <a:pt x="27" y="29"/>
                    <a:pt x="27" y="14"/>
                  </a:cubicBezTo>
                  <a:cubicBezTo>
                    <a:pt x="27" y="11"/>
                    <a:pt x="27" y="9"/>
                    <a:pt x="27" y="7"/>
                  </a:cubicBezTo>
                  <a:cubicBezTo>
                    <a:pt x="27" y="5"/>
                    <a:pt x="27" y="2"/>
                    <a:pt x="27" y="0"/>
                  </a:cubicBezTo>
                  <a:lnTo>
                    <a:pt x="21" y="0"/>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9"/>
            <p:cNvSpPr/>
            <p:nvPr/>
          </p:nvSpPr>
          <p:spPr>
            <a:xfrm>
              <a:off x="1453325" y="-857375"/>
              <a:ext cx="7560" cy="2160"/>
            </a:xfrm>
            <a:custGeom>
              <a:rect b="b" l="l" r="r" t="t"/>
              <a:pathLst>
                <a:path extrusionOk="0" h="6" w="21">
                  <a:moveTo>
                    <a:pt x="2" y="5"/>
                  </a:moveTo>
                  <a:lnTo>
                    <a:pt x="8" y="5"/>
                  </a:lnTo>
                  <a:cubicBezTo>
                    <a:pt x="11" y="5"/>
                    <a:pt x="14" y="4"/>
                    <a:pt x="16" y="3"/>
                  </a:cubicBezTo>
                  <a:cubicBezTo>
                    <a:pt x="18" y="2"/>
                    <a:pt x="19" y="1"/>
                    <a:pt x="20" y="0"/>
                  </a:cubicBezTo>
                  <a:cubicBezTo>
                    <a:pt x="13" y="0"/>
                    <a:pt x="7" y="2"/>
                    <a:pt x="0" y="5"/>
                  </a:cubicBezTo>
                  <a:lnTo>
                    <a:pt x="2"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9"/>
            <p:cNvSpPr/>
            <p:nvPr/>
          </p:nvSpPr>
          <p:spPr>
            <a:xfrm>
              <a:off x="1433525" y="-864575"/>
              <a:ext cx="10800" cy="10080"/>
            </a:xfrm>
            <a:custGeom>
              <a:rect b="b" l="l" r="r" t="t"/>
              <a:pathLst>
                <a:path extrusionOk="0" h="28" w="30">
                  <a:moveTo>
                    <a:pt x="29" y="8"/>
                  </a:moveTo>
                  <a:lnTo>
                    <a:pt x="29" y="6"/>
                  </a:lnTo>
                  <a:cubicBezTo>
                    <a:pt x="28" y="6"/>
                    <a:pt x="27" y="6"/>
                    <a:pt x="26" y="5"/>
                  </a:cubicBezTo>
                  <a:cubicBezTo>
                    <a:pt x="25" y="5"/>
                    <a:pt x="24" y="4"/>
                    <a:pt x="24" y="3"/>
                  </a:cubicBezTo>
                  <a:lnTo>
                    <a:pt x="0" y="0"/>
                  </a:lnTo>
                  <a:cubicBezTo>
                    <a:pt x="4" y="9"/>
                    <a:pt x="7" y="18"/>
                    <a:pt x="9" y="27"/>
                  </a:cubicBezTo>
                  <a:cubicBezTo>
                    <a:pt x="15" y="20"/>
                    <a:pt x="22" y="13"/>
                    <a:pt x="29"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9"/>
            <p:cNvSpPr/>
            <p:nvPr/>
          </p:nvSpPr>
          <p:spPr>
            <a:xfrm>
              <a:off x="1433525" y="-868535"/>
              <a:ext cx="9000" cy="5400"/>
            </a:xfrm>
            <a:custGeom>
              <a:rect b="b" l="l" r="r" t="t"/>
              <a:pathLst>
                <a:path extrusionOk="0" h="15" w="25">
                  <a:moveTo>
                    <a:pt x="24" y="14"/>
                  </a:moveTo>
                  <a:cubicBezTo>
                    <a:pt x="23" y="13"/>
                    <a:pt x="22" y="12"/>
                    <a:pt x="21" y="11"/>
                  </a:cubicBezTo>
                  <a:cubicBezTo>
                    <a:pt x="20" y="9"/>
                    <a:pt x="19" y="7"/>
                    <a:pt x="19" y="4"/>
                  </a:cubicBezTo>
                  <a:cubicBezTo>
                    <a:pt x="19" y="3"/>
                    <a:pt x="20" y="1"/>
                    <a:pt x="20" y="0"/>
                  </a:cubicBezTo>
                  <a:cubicBezTo>
                    <a:pt x="18" y="0"/>
                    <a:pt x="15" y="1"/>
                    <a:pt x="13" y="2"/>
                  </a:cubicBezTo>
                  <a:cubicBezTo>
                    <a:pt x="12" y="3"/>
                    <a:pt x="11" y="3"/>
                    <a:pt x="10" y="4"/>
                  </a:cubicBezTo>
                  <a:cubicBezTo>
                    <a:pt x="7" y="6"/>
                    <a:pt x="3" y="8"/>
                    <a:pt x="0" y="11"/>
                  </a:cubicBezTo>
                  <a:lnTo>
                    <a:pt x="2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9"/>
            <p:cNvSpPr/>
            <p:nvPr/>
          </p:nvSpPr>
          <p:spPr>
            <a:xfrm>
              <a:off x="1449725" y="-869615"/>
              <a:ext cx="9720" cy="3960"/>
            </a:xfrm>
            <a:custGeom>
              <a:rect b="b" l="l" r="r" t="t"/>
              <a:pathLst>
                <a:path extrusionOk="0" h="11" w="27">
                  <a:moveTo>
                    <a:pt x="3" y="10"/>
                  </a:moveTo>
                  <a:lnTo>
                    <a:pt x="8" y="8"/>
                  </a:lnTo>
                  <a:cubicBezTo>
                    <a:pt x="14" y="6"/>
                    <a:pt x="20" y="4"/>
                    <a:pt x="26" y="2"/>
                  </a:cubicBezTo>
                  <a:cubicBezTo>
                    <a:pt x="24" y="2"/>
                    <a:pt x="23" y="1"/>
                    <a:pt x="21" y="1"/>
                  </a:cubicBezTo>
                  <a:cubicBezTo>
                    <a:pt x="14" y="1"/>
                    <a:pt x="7" y="0"/>
                    <a:pt x="0" y="0"/>
                  </a:cubicBezTo>
                  <a:cubicBezTo>
                    <a:pt x="0" y="1"/>
                    <a:pt x="1" y="1"/>
                    <a:pt x="1" y="2"/>
                  </a:cubicBezTo>
                  <a:cubicBezTo>
                    <a:pt x="2" y="3"/>
                    <a:pt x="2" y="3"/>
                    <a:pt x="2" y="4"/>
                  </a:cubicBezTo>
                  <a:lnTo>
                    <a:pt x="3"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9"/>
            <p:cNvSpPr/>
            <p:nvPr/>
          </p:nvSpPr>
          <p:spPr>
            <a:xfrm>
              <a:off x="1428845" y="-864575"/>
              <a:ext cx="8280" cy="15840"/>
            </a:xfrm>
            <a:custGeom>
              <a:rect b="b" l="l" r="r" t="t"/>
              <a:pathLst>
                <a:path extrusionOk="0" h="44" w="23">
                  <a:moveTo>
                    <a:pt x="3" y="26"/>
                  </a:moveTo>
                  <a:cubicBezTo>
                    <a:pt x="4" y="32"/>
                    <a:pt x="5" y="37"/>
                    <a:pt x="6" y="43"/>
                  </a:cubicBezTo>
                  <a:cubicBezTo>
                    <a:pt x="12" y="37"/>
                    <a:pt x="17" y="32"/>
                    <a:pt x="22" y="27"/>
                  </a:cubicBezTo>
                  <a:cubicBezTo>
                    <a:pt x="20" y="18"/>
                    <a:pt x="17" y="9"/>
                    <a:pt x="14" y="0"/>
                  </a:cubicBezTo>
                  <a:cubicBezTo>
                    <a:pt x="9" y="4"/>
                    <a:pt x="5" y="8"/>
                    <a:pt x="0" y="11"/>
                  </a:cubicBezTo>
                  <a:cubicBezTo>
                    <a:pt x="1" y="16"/>
                    <a:pt x="2" y="21"/>
                    <a:pt x="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9"/>
            <p:cNvSpPr/>
            <p:nvPr/>
          </p:nvSpPr>
          <p:spPr>
            <a:xfrm>
              <a:off x="1442165" y="-863495"/>
              <a:ext cx="3600" cy="2160"/>
            </a:xfrm>
            <a:custGeom>
              <a:rect b="b" l="l" r="r" t="t"/>
              <a:pathLst>
                <a:path extrusionOk="0" h="6" w="10">
                  <a:moveTo>
                    <a:pt x="5" y="3"/>
                  </a:moveTo>
                  <a:lnTo>
                    <a:pt x="5" y="5"/>
                  </a:lnTo>
                  <a:lnTo>
                    <a:pt x="9" y="2"/>
                  </a:lnTo>
                  <a:lnTo>
                    <a:pt x="0" y="0"/>
                  </a:lnTo>
                  <a:cubicBezTo>
                    <a:pt x="1" y="1"/>
                    <a:pt x="2" y="1"/>
                    <a:pt x="3" y="2"/>
                  </a:cubicBezTo>
                  <a:cubicBezTo>
                    <a:pt x="4" y="3"/>
                    <a:pt x="4"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9"/>
            <p:cNvSpPr/>
            <p:nvPr/>
          </p:nvSpPr>
          <p:spPr>
            <a:xfrm>
              <a:off x="1440725" y="-869615"/>
              <a:ext cx="10440" cy="7200"/>
            </a:xfrm>
            <a:custGeom>
              <a:rect b="b" l="l" r="r" t="t"/>
              <a:pathLst>
                <a:path extrusionOk="0" h="20" w="29">
                  <a:moveTo>
                    <a:pt x="4" y="17"/>
                  </a:moveTo>
                  <a:lnTo>
                    <a:pt x="13" y="19"/>
                  </a:lnTo>
                  <a:cubicBezTo>
                    <a:pt x="15" y="17"/>
                    <a:pt x="17" y="16"/>
                    <a:pt x="18" y="15"/>
                  </a:cubicBezTo>
                  <a:cubicBezTo>
                    <a:pt x="22" y="14"/>
                    <a:pt x="25" y="12"/>
                    <a:pt x="28" y="10"/>
                  </a:cubicBezTo>
                  <a:lnTo>
                    <a:pt x="27" y="5"/>
                  </a:lnTo>
                  <a:cubicBezTo>
                    <a:pt x="27" y="4"/>
                    <a:pt x="27" y="3"/>
                    <a:pt x="26" y="2"/>
                  </a:cubicBezTo>
                  <a:cubicBezTo>
                    <a:pt x="26" y="2"/>
                    <a:pt x="25" y="1"/>
                    <a:pt x="25" y="0"/>
                  </a:cubicBezTo>
                  <a:cubicBezTo>
                    <a:pt x="24" y="0"/>
                    <a:pt x="23" y="0"/>
                    <a:pt x="22" y="0"/>
                  </a:cubicBezTo>
                  <a:cubicBezTo>
                    <a:pt x="15" y="0"/>
                    <a:pt x="7" y="1"/>
                    <a:pt x="0" y="3"/>
                  </a:cubicBezTo>
                  <a:cubicBezTo>
                    <a:pt x="0" y="5"/>
                    <a:pt x="0" y="6"/>
                    <a:pt x="0" y="8"/>
                  </a:cubicBezTo>
                  <a:cubicBezTo>
                    <a:pt x="0" y="10"/>
                    <a:pt x="0" y="12"/>
                    <a:pt x="1" y="14"/>
                  </a:cubicBezTo>
                  <a:cubicBezTo>
                    <a:pt x="2" y="15"/>
                    <a:pt x="3" y="17"/>
                    <a:pt x="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9"/>
            <p:cNvSpPr/>
            <p:nvPr/>
          </p:nvSpPr>
          <p:spPr>
            <a:xfrm>
              <a:off x="1422365" y="-858455"/>
              <a:ext cx="7200" cy="10080"/>
            </a:xfrm>
            <a:custGeom>
              <a:rect b="b" l="l" r="r" t="t"/>
              <a:pathLst>
                <a:path extrusionOk="0" h="28" w="20">
                  <a:moveTo>
                    <a:pt x="0" y="6"/>
                  </a:moveTo>
                  <a:cubicBezTo>
                    <a:pt x="2" y="12"/>
                    <a:pt x="5" y="18"/>
                    <a:pt x="7" y="25"/>
                  </a:cubicBezTo>
                  <a:cubicBezTo>
                    <a:pt x="10" y="26"/>
                    <a:pt x="14" y="27"/>
                    <a:pt x="17" y="27"/>
                  </a:cubicBezTo>
                  <a:cubicBezTo>
                    <a:pt x="18" y="27"/>
                    <a:pt x="18" y="27"/>
                    <a:pt x="19" y="27"/>
                  </a:cubicBezTo>
                  <a:cubicBezTo>
                    <a:pt x="15" y="18"/>
                    <a:pt x="12" y="8"/>
                    <a:pt x="8" y="0"/>
                  </a:cubicBezTo>
                  <a:cubicBezTo>
                    <a:pt x="7" y="0"/>
                    <a:pt x="6" y="0"/>
                    <a:pt x="6" y="0"/>
                  </a:cubicBezTo>
                  <a:cubicBezTo>
                    <a:pt x="4" y="2"/>
                    <a:pt x="2" y="4"/>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9"/>
            <p:cNvSpPr/>
            <p:nvPr/>
          </p:nvSpPr>
          <p:spPr>
            <a:xfrm>
              <a:off x="1422005" y="-856295"/>
              <a:ext cx="3240" cy="7200"/>
            </a:xfrm>
            <a:custGeom>
              <a:rect b="b" l="l" r="r" t="t"/>
              <a:pathLst>
                <a:path extrusionOk="0" h="20" w="9">
                  <a:moveTo>
                    <a:pt x="6" y="18"/>
                  </a:moveTo>
                  <a:lnTo>
                    <a:pt x="8" y="19"/>
                  </a:lnTo>
                  <a:cubicBezTo>
                    <a:pt x="6" y="12"/>
                    <a:pt x="4" y="7"/>
                    <a:pt x="1" y="0"/>
                  </a:cubicBezTo>
                  <a:cubicBezTo>
                    <a:pt x="0" y="2"/>
                    <a:pt x="0" y="4"/>
                    <a:pt x="0" y="7"/>
                  </a:cubicBezTo>
                  <a:cubicBezTo>
                    <a:pt x="0" y="9"/>
                    <a:pt x="0" y="11"/>
                    <a:pt x="2" y="13"/>
                  </a:cubicBezTo>
                  <a:cubicBezTo>
                    <a:pt x="3" y="15"/>
                    <a:pt x="4" y="16"/>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9"/>
            <p:cNvSpPr/>
            <p:nvPr/>
          </p:nvSpPr>
          <p:spPr>
            <a:xfrm>
              <a:off x="1425245" y="-860255"/>
              <a:ext cx="6120" cy="11880"/>
            </a:xfrm>
            <a:custGeom>
              <a:rect b="b" l="l" r="r" t="t"/>
              <a:pathLst>
                <a:path extrusionOk="0" h="33" w="17">
                  <a:moveTo>
                    <a:pt x="16" y="31"/>
                  </a:moveTo>
                  <a:cubicBezTo>
                    <a:pt x="15" y="26"/>
                    <a:pt x="15" y="20"/>
                    <a:pt x="13" y="14"/>
                  </a:cubicBezTo>
                  <a:cubicBezTo>
                    <a:pt x="11" y="8"/>
                    <a:pt x="10" y="5"/>
                    <a:pt x="9" y="0"/>
                  </a:cubicBezTo>
                  <a:cubicBezTo>
                    <a:pt x="8" y="0"/>
                    <a:pt x="7" y="1"/>
                    <a:pt x="6" y="2"/>
                  </a:cubicBezTo>
                  <a:cubicBezTo>
                    <a:pt x="4" y="3"/>
                    <a:pt x="2" y="4"/>
                    <a:pt x="0" y="4"/>
                  </a:cubicBezTo>
                  <a:cubicBezTo>
                    <a:pt x="4" y="13"/>
                    <a:pt x="8" y="22"/>
                    <a:pt x="11" y="32"/>
                  </a:cubicBezTo>
                  <a:lnTo>
                    <a:pt x="16"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9"/>
            <p:cNvSpPr/>
            <p:nvPr/>
          </p:nvSpPr>
          <p:spPr>
            <a:xfrm>
              <a:off x="2192045" y="-826055"/>
              <a:ext cx="13680" cy="3960"/>
            </a:xfrm>
            <a:custGeom>
              <a:rect b="b" l="l" r="r" t="t"/>
              <a:pathLst>
                <a:path extrusionOk="0" h="11" w="38">
                  <a:moveTo>
                    <a:pt x="2" y="10"/>
                  </a:moveTo>
                  <a:lnTo>
                    <a:pt x="35" y="10"/>
                  </a:lnTo>
                  <a:cubicBezTo>
                    <a:pt x="35" y="7"/>
                    <a:pt x="36" y="4"/>
                    <a:pt x="37" y="0"/>
                  </a:cubicBezTo>
                  <a:cubicBezTo>
                    <a:pt x="25" y="0"/>
                    <a:pt x="13" y="0"/>
                    <a:pt x="0" y="0"/>
                  </a:cubicBezTo>
                  <a:cubicBezTo>
                    <a:pt x="1" y="1"/>
                    <a:pt x="1" y="1"/>
                    <a:pt x="1" y="1"/>
                  </a:cubicBezTo>
                  <a:cubicBezTo>
                    <a:pt x="2" y="3"/>
                    <a:pt x="2" y="4"/>
                    <a:pt x="2" y="6"/>
                  </a:cubicBezTo>
                  <a:lnTo>
                    <a:pt x="2" y="7"/>
                  </a:lnTo>
                  <a:cubicBezTo>
                    <a:pt x="2" y="8"/>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9"/>
            <p:cNvSpPr/>
            <p:nvPr/>
          </p:nvSpPr>
          <p:spPr>
            <a:xfrm>
              <a:off x="2172245" y="-825695"/>
              <a:ext cx="14400" cy="3600"/>
            </a:xfrm>
            <a:custGeom>
              <a:rect b="b" l="l" r="r" t="t"/>
              <a:pathLst>
                <a:path extrusionOk="0" h="10" w="40">
                  <a:moveTo>
                    <a:pt x="35" y="9"/>
                  </a:moveTo>
                  <a:cubicBezTo>
                    <a:pt x="36" y="7"/>
                    <a:pt x="36" y="5"/>
                    <a:pt x="37" y="3"/>
                  </a:cubicBezTo>
                  <a:lnTo>
                    <a:pt x="37" y="2"/>
                  </a:lnTo>
                  <a:cubicBezTo>
                    <a:pt x="38" y="1"/>
                    <a:pt x="38" y="0"/>
                    <a:pt x="39" y="0"/>
                  </a:cubicBezTo>
                  <a:cubicBezTo>
                    <a:pt x="26" y="0"/>
                    <a:pt x="12" y="1"/>
                    <a:pt x="0" y="1"/>
                  </a:cubicBezTo>
                  <a:cubicBezTo>
                    <a:pt x="0" y="4"/>
                    <a:pt x="0" y="6"/>
                    <a:pt x="0" y="9"/>
                  </a:cubicBezTo>
                  <a:lnTo>
                    <a:pt x="3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9"/>
            <p:cNvSpPr/>
            <p:nvPr/>
          </p:nvSpPr>
          <p:spPr>
            <a:xfrm>
              <a:off x="2213285" y="-824975"/>
              <a:ext cx="10080" cy="2880"/>
            </a:xfrm>
            <a:custGeom>
              <a:rect b="b" l="l" r="r" t="t"/>
              <a:pathLst>
                <a:path extrusionOk="0" h="8" w="28">
                  <a:moveTo>
                    <a:pt x="27" y="7"/>
                  </a:moveTo>
                  <a:lnTo>
                    <a:pt x="27" y="5"/>
                  </a:lnTo>
                  <a:cubicBezTo>
                    <a:pt x="23" y="5"/>
                    <a:pt x="19" y="3"/>
                    <a:pt x="14" y="2"/>
                  </a:cubicBezTo>
                  <a:cubicBezTo>
                    <a:pt x="9" y="1"/>
                    <a:pt x="6" y="1"/>
                    <a:pt x="1" y="0"/>
                  </a:cubicBezTo>
                  <a:cubicBezTo>
                    <a:pt x="1" y="2"/>
                    <a:pt x="0" y="5"/>
                    <a:pt x="0" y="7"/>
                  </a:cubicBezTo>
                  <a:lnTo>
                    <a:pt x="27"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9"/>
            <p:cNvSpPr/>
            <p:nvPr/>
          </p:nvSpPr>
          <p:spPr>
            <a:xfrm>
              <a:off x="1838885" y="-839735"/>
              <a:ext cx="13320" cy="1800"/>
            </a:xfrm>
            <a:custGeom>
              <a:rect b="b" l="l" r="r" t="t"/>
              <a:pathLst>
                <a:path extrusionOk="0" h="5" w="37">
                  <a:moveTo>
                    <a:pt x="28" y="0"/>
                  </a:moveTo>
                  <a:cubicBezTo>
                    <a:pt x="19" y="0"/>
                    <a:pt x="9" y="0"/>
                    <a:pt x="0" y="0"/>
                  </a:cubicBezTo>
                  <a:cubicBezTo>
                    <a:pt x="9" y="1"/>
                    <a:pt x="18" y="2"/>
                    <a:pt x="27" y="3"/>
                  </a:cubicBezTo>
                  <a:cubicBezTo>
                    <a:pt x="36" y="4"/>
                    <a:pt x="28"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9"/>
            <p:cNvSpPr/>
            <p:nvPr/>
          </p:nvSpPr>
          <p:spPr>
            <a:xfrm>
              <a:off x="2153885" y="-826415"/>
              <a:ext cx="10800" cy="4320"/>
            </a:xfrm>
            <a:custGeom>
              <a:rect b="b" l="l" r="r" t="t"/>
              <a:pathLst>
                <a:path extrusionOk="0" h="12" w="30">
                  <a:moveTo>
                    <a:pt x="3" y="10"/>
                  </a:moveTo>
                  <a:lnTo>
                    <a:pt x="29" y="11"/>
                  </a:lnTo>
                  <a:cubicBezTo>
                    <a:pt x="29" y="9"/>
                    <a:pt x="29" y="7"/>
                    <a:pt x="29" y="6"/>
                  </a:cubicBezTo>
                  <a:cubicBezTo>
                    <a:pt x="29" y="4"/>
                    <a:pt x="29" y="4"/>
                    <a:pt x="29" y="2"/>
                  </a:cubicBezTo>
                  <a:cubicBezTo>
                    <a:pt x="19" y="2"/>
                    <a:pt x="10" y="1"/>
                    <a:pt x="0" y="0"/>
                  </a:cubicBezTo>
                  <a:cubicBezTo>
                    <a:pt x="1" y="0"/>
                    <a:pt x="1" y="1"/>
                    <a:pt x="2" y="3"/>
                  </a:cubicBezTo>
                  <a:cubicBezTo>
                    <a:pt x="2" y="4"/>
                    <a:pt x="4" y="6"/>
                    <a:pt x="4" y="8"/>
                  </a:cubicBezTo>
                  <a:cubicBezTo>
                    <a:pt x="4" y="8"/>
                    <a:pt x="3" y="9"/>
                    <a:pt x="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9"/>
            <p:cNvSpPr/>
            <p:nvPr/>
          </p:nvSpPr>
          <p:spPr>
            <a:xfrm>
              <a:off x="1895405" y="-836855"/>
              <a:ext cx="9360" cy="3600"/>
            </a:xfrm>
            <a:custGeom>
              <a:rect b="b" l="l" r="r" t="t"/>
              <a:pathLst>
                <a:path extrusionOk="0" h="10" w="26">
                  <a:moveTo>
                    <a:pt x="21" y="9"/>
                  </a:moveTo>
                  <a:cubicBezTo>
                    <a:pt x="22" y="6"/>
                    <a:pt x="23" y="3"/>
                    <a:pt x="24" y="1"/>
                  </a:cubicBezTo>
                  <a:lnTo>
                    <a:pt x="25" y="0"/>
                  </a:lnTo>
                  <a:lnTo>
                    <a:pt x="1" y="0"/>
                  </a:lnTo>
                  <a:cubicBezTo>
                    <a:pt x="1" y="3"/>
                    <a:pt x="1" y="5"/>
                    <a:pt x="0" y="7"/>
                  </a:cubicBezTo>
                  <a:lnTo>
                    <a:pt x="21"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9"/>
            <p:cNvSpPr/>
            <p:nvPr/>
          </p:nvSpPr>
          <p:spPr>
            <a:xfrm>
              <a:off x="1929245" y="-837575"/>
              <a:ext cx="12600" cy="5040"/>
            </a:xfrm>
            <a:custGeom>
              <a:rect b="b" l="l" r="r" t="t"/>
              <a:pathLst>
                <a:path extrusionOk="0" h="14" w="35">
                  <a:moveTo>
                    <a:pt x="0" y="13"/>
                  </a:moveTo>
                  <a:lnTo>
                    <a:pt x="34" y="13"/>
                  </a:lnTo>
                  <a:cubicBezTo>
                    <a:pt x="34" y="8"/>
                    <a:pt x="34" y="4"/>
                    <a:pt x="34" y="0"/>
                  </a:cubicBezTo>
                  <a:lnTo>
                    <a:pt x="1" y="0"/>
                  </a:lnTo>
                  <a:cubicBezTo>
                    <a:pt x="1" y="1"/>
                    <a:pt x="1" y="1"/>
                    <a:pt x="1" y="2"/>
                  </a:cubicBezTo>
                  <a:cubicBezTo>
                    <a:pt x="1" y="2"/>
                    <a:pt x="1" y="3"/>
                    <a:pt x="1" y="4"/>
                  </a:cubicBezTo>
                  <a:cubicBezTo>
                    <a:pt x="1" y="7"/>
                    <a:pt x="1" y="10"/>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9"/>
            <p:cNvSpPr/>
            <p:nvPr/>
          </p:nvSpPr>
          <p:spPr>
            <a:xfrm>
              <a:off x="2163605" y="-836855"/>
              <a:ext cx="48600" cy="2520"/>
            </a:xfrm>
            <a:custGeom>
              <a:rect b="b" l="l" r="r" t="t"/>
              <a:pathLst>
                <a:path extrusionOk="0" h="7" w="135">
                  <a:moveTo>
                    <a:pt x="134" y="4"/>
                  </a:moveTo>
                  <a:cubicBezTo>
                    <a:pt x="90" y="0"/>
                    <a:pt x="45" y="4"/>
                    <a:pt x="0" y="4"/>
                  </a:cubicBezTo>
                  <a:lnTo>
                    <a:pt x="6" y="4"/>
                  </a:lnTo>
                  <a:cubicBezTo>
                    <a:pt x="49" y="6"/>
                    <a:pt x="91" y="2"/>
                    <a:pt x="13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9"/>
            <p:cNvSpPr/>
            <p:nvPr/>
          </p:nvSpPr>
          <p:spPr>
            <a:xfrm>
              <a:off x="1909805" y="-837215"/>
              <a:ext cx="15120" cy="4680"/>
            </a:xfrm>
            <a:custGeom>
              <a:rect b="b" l="l" r="r" t="t"/>
              <a:pathLst>
                <a:path extrusionOk="0" h="13" w="42">
                  <a:moveTo>
                    <a:pt x="2" y="12"/>
                  </a:moveTo>
                  <a:lnTo>
                    <a:pt x="35" y="12"/>
                  </a:lnTo>
                  <a:cubicBezTo>
                    <a:pt x="36" y="9"/>
                    <a:pt x="37" y="6"/>
                    <a:pt x="39" y="4"/>
                  </a:cubicBezTo>
                  <a:cubicBezTo>
                    <a:pt x="39" y="2"/>
                    <a:pt x="40" y="1"/>
                    <a:pt x="41" y="0"/>
                  </a:cubicBezTo>
                  <a:lnTo>
                    <a:pt x="0" y="0"/>
                  </a:lnTo>
                  <a:cubicBezTo>
                    <a:pt x="1" y="2"/>
                    <a:pt x="2" y="5"/>
                    <a:pt x="2" y="8"/>
                  </a:cubicBezTo>
                  <a:cubicBezTo>
                    <a:pt x="2" y="9"/>
                    <a:pt x="2" y="10"/>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9"/>
            <p:cNvSpPr/>
            <p:nvPr/>
          </p:nvSpPr>
          <p:spPr>
            <a:xfrm>
              <a:off x="1470245" y="-859175"/>
              <a:ext cx="3600" cy="1800"/>
            </a:xfrm>
            <a:custGeom>
              <a:rect b="b" l="l" r="r" t="t"/>
              <a:pathLst>
                <a:path extrusionOk="0" h="5" w="10">
                  <a:moveTo>
                    <a:pt x="9" y="3"/>
                  </a:moveTo>
                  <a:cubicBezTo>
                    <a:pt x="8" y="2"/>
                    <a:pt x="8" y="2"/>
                    <a:pt x="8" y="1"/>
                  </a:cubicBezTo>
                  <a:lnTo>
                    <a:pt x="7" y="0"/>
                  </a:lnTo>
                  <a:lnTo>
                    <a:pt x="0" y="0"/>
                  </a:lnTo>
                  <a:cubicBezTo>
                    <a:pt x="0" y="1"/>
                    <a:pt x="0" y="3"/>
                    <a:pt x="0" y="4"/>
                  </a:cubicBezTo>
                  <a:lnTo>
                    <a:pt x="9"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9"/>
            <p:cNvSpPr/>
            <p:nvPr/>
          </p:nvSpPr>
          <p:spPr>
            <a:xfrm>
              <a:off x="1985045" y="-836135"/>
              <a:ext cx="8640" cy="5040"/>
            </a:xfrm>
            <a:custGeom>
              <a:rect b="b" l="l" r="r" t="t"/>
              <a:pathLst>
                <a:path extrusionOk="0" h="14" w="24">
                  <a:moveTo>
                    <a:pt x="0" y="12"/>
                  </a:moveTo>
                  <a:lnTo>
                    <a:pt x="23" y="13"/>
                  </a:lnTo>
                  <a:cubicBezTo>
                    <a:pt x="22" y="10"/>
                    <a:pt x="22" y="8"/>
                    <a:pt x="22" y="5"/>
                  </a:cubicBezTo>
                  <a:cubicBezTo>
                    <a:pt x="22" y="4"/>
                    <a:pt x="22" y="3"/>
                    <a:pt x="22" y="2"/>
                  </a:cubicBezTo>
                  <a:lnTo>
                    <a:pt x="0" y="0"/>
                  </a:lnTo>
                  <a:cubicBezTo>
                    <a:pt x="0" y="2"/>
                    <a:pt x="0" y="4"/>
                    <a:pt x="0" y="6"/>
                  </a:cubicBezTo>
                  <a:cubicBezTo>
                    <a:pt x="0"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9"/>
            <p:cNvSpPr/>
            <p:nvPr/>
          </p:nvSpPr>
          <p:spPr>
            <a:xfrm>
              <a:off x="1947605" y="-837215"/>
              <a:ext cx="12240" cy="5040"/>
            </a:xfrm>
            <a:custGeom>
              <a:rect b="b" l="l" r="r" t="t"/>
              <a:pathLst>
                <a:path extrusionOk="0" h="14" w="34">
                  <a:moveTo>
                    <a:pt x="33" y="13"/>
                  </a:moveTo>
                  <a:cubicBezTo>
                    <a:pt x="33" y="9"/>
                    <a:pt x="33" y="5"/>
                    <a:pt x="33" y="0"/>
                  </a:cubicBezTo>
                  <a:lnTo>
                    <a:pt x="0" y="0"/>
                  </a:lnTo>
                  <a:cubicBezTo>
                    <a:pt x="0" y="5"/>
                    <a:pt x="0" y="9"/>
                    <a:pt x="0" y="13"/>
                  </a:cubicBezTo>
                  <a:lnTo>
                    <a:pt x="33"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9"/>
            <p:cNvSpPr/>
            <p:nvPr/>
          </p:nvSpPr>
          <p:spPr>
            <a:xfrm>
              <a:off x="1734485" y="-846935"/>
              <a:ext cx="8640" cy="720"/>
            </a:xfrm>
            <a:custGeom>
              <a:rect b="b" l="l" r="r" t="t"/>
              <a:pathLst>
                <a:path extrusionOk="0" h="2" w="24">
                  <a:moveTo>
                    <a:pt x="23" y="1"/>
                  </a:moveTo>
                  <a:cubicBezTo>
                    <a:pt x="15" y="1"/>
                    <a:pt x="8" y="1"/>
                    <a:pt x="0" y="0"/>
                  </a:cubicBezTo>
                  <a:lnTo>
                    <a:pt x="0" y="1"/>
                  </a:lnTo>
                  <a:cubicBezTo>
                    <a:pt x="8" y="1"/>
                    <a:pt x="16" y="1"/>
                    <a:pt x="2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9"/>
            <p:cNvSpPr/>
            <p:nvPr/>
          </p:nvSpPr>
          <p:spPr>
            <a:xfrm>
              <a:off x="2048765" y="-831455"/>
              <a:ext cx="8640" cy="2520"/>
            </a:xfrm>
            <a:custGeom>
              <a:rect b="b" l="l" r="r" t="t"/>
              <a:pathLst>
                <a:path extrusionOk="0" h="7" w="24">
                  <a:moveTo>
                    <a:pt x="22" y="6"/>
                  </a:moveTo>
                  <a:cubicBezTo>
                    <a:pt x="22" y="5"/>
                    <a:pt x="22" y="3"/>
                    <a:pt x="23" y="2"/>
                  </a:cubicBezTo>
                  <a:lnTo>
                    <a:pt x="23" y="1"/>
                  </a:lnTo>
                  <a:lnTo>
                    <a:pt x="1" y="0"/>
                  </a:lnTo>
                  <a:lnTo>
                    <a:pt x="0" y="6"/>
                  </a:lnTo>
                  <a:lnTo>
                    <a:pt x="2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9"/>
            <p:cNvSpPr/>
            <p:nvPr/>
          </p:nvSpPr>
          <p:spPr>
            <a:xfrm>
              <a:off x="2063525" y="-830375"/>
              <a:ext cx="10440" cy="1800"/>
            </a:xfrm>
            <a:custGeom>
              <a:rect b="b" l="l" r="r" t="t"/>
              <a:pathLst>
                <a:path extrusionOk="0" h="5" w="29">
                  <a:moveTo>
                    <a:pt x="26" y="3"/>
                  </a:moveTo>
                  <a:lnTo>
                    <a:pt x="26" y="2"/>
                  </a:lnTo>
                  <a:cubicBezTo>
                    <a:pt x="26" y="2"/>
                    <a:pt x="26" y="1"/>
                    <a:pt x="28" y="0"/>
                  </a:cubicBezTo>
                  <a:lnTo>
                    <a:pt x="0" y="0"/>
                  </a:lnTo>
                  <a:cubicBezTo>
                    <a:pt x="0" y="1"/>
                    <a:pt x="1" y="3"/>
                    <a:pt x="1" y="4"/>
                  </a:cubicBezTo>
                  <a:lnTo>
                    <a:pt x="26"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9"/>
            <p:cNvSpPr/>
            <p:nvPr/>
          </p:nvSpPr>
          <p:spPr>
            <a:xfrm>
              <a:off x="1467365" y="-872495"/>
              <a:ext cx="652320" cy="33120"/>
            </a:xfrm>
            <a:custGeom>
              <a:rect b="b" l="l" r="r" t="t"/>
              <a:pathLst>
                <a:path extrusionOk="0" h="92" w="1812">
                  <a:moveTo>
                    <a:pt x="135" y="24"/>
                  </a:moveTo>
                  <a:cubicBezTo>
                    <a:pt x="160" y="27"/>
                    <a:pt x="186" y="30"/>
                    <a:pt x="211" y="32"/>
                  </a:cubicBezTo>
                  <a:lnTo>
                    <a:pt x="212" y="31"/>
                  </a:lnTo>
                  <a:cubicBezTo>
                    <a:pt x="214" y="30"/>
                    <a:pt x="216" y="29"/>
                    <a:pt x="219" y="29"/>
                  </a:cubicBezTo>
                  <a:cubicBezTo>
                    <a:pt x="221" y="29"/>
                    <a:pt x="223" y="29"/>
                    <a:pt x="225" y="31"/>
                  </a:cubicBezTo>
                  <a:cubicBezTo>
                    <a:pt x="226" y="31"/>
                    <a:pt x="227" y="32"/>
                    <a:pt x="227" y="33"/>
                  </a:cubicBezTo>
                  <a:lnTo>
                    <a:pt x="253" y="35"/>
                  </a:lnTo>
                  <a:cubicBezTo>
                    <a:pt x="254" y="33"/>
                    <a:pt x="255" y="32"/>
                    <a:pt x="256" y="32"/>
                  </a:cubicBezTo>
                  <a:cubicBezTo>
                    <a:pt x="258" y="31"/>
                    <a:pt x="260" y="30"/>
                    <a:pt x="262" y="30"/>
                  </a:cubicBezTo>
                  <a:cubicBezTo>
                    <a:pt x="264" y="30"/>
                    <a:pt x="265" y="31"/>
                    <a:pt x="267" y="32"/>
                  </a:cubicBezTo>
                  <a:cubicBezTo>
                    <a:pt x="268" y="32"/>
                    <a:pt x="268" y="32"/>
                    <a:pt x="269" y="33"/>
                  </a:cubicBezTo>
                  <a:cubicBezTo>
                    <a:pt x="270" y="33"/>
                    <a:pt x="271" y="34"/>
                    <a:pt x="271" y="35"/>
                  </a:cubicBezTo>
                  <a:cubicBezTo>
                    <a:pt x="285" y="35"/>
                    <a:pt x="299" y="35"/>
                    <a:pt x="313" y="35"/>
                  </a:cubicBezTo>
                  <a:cubicBezTo>
                    <a:pt x="400" y="33"/>
                    <a:pt x="487" y="44"/>
                    <a:pt x="573" y="43"/>
                  </a:cubicBezTo>
                  <a:cubicBezTo>
                    <a:pt x="621" y="43"/>
                    <a:pt x="670" y="40"/>
                    <a:pt x="719" y="40"/>
                  </a:cubicBezTo>
                  <a:cubicBezTo>
                    <a:pt x="721" y="39"/>
                    <a:pt x="722" y="39"/>
                    <a:pt x="724" y="39"/>
                  </a:cubicBezTo>
                  <a:cubicBezTo>
                    <a:pt x="725" y="39"/>
                    <a:pt x="727" y="39"/>
                    <a:pt x="728" y="40"/>
                  </a:cubicBezTo>
                  <a:cubicBezTo>
                    <a:pt x="741" y="40"/>
                    <a:pt x="753" y="40"/>
                    <a:pt x="766" y="41"/>
                  </a:cubicBezTo>
                  <a:cubicBezTo>
                    <a:pt x="766" y="41"/>
                    <a:pt x="766" y="40"/>
                    <a:pt x="766" y="39"/>
                  </a:cubicBezTo>
                  <a:cubicBezTo>
                    <a:pt x="767" y="28"/>
                    <a:pt x="784" y="29"/>
                    <a:pt x="786" y="39"/>
                  </a:cubicBezTo>
                  <a:lnTo>
                    <a:pt x="786" y="41"/>
                  </a:lnTo>
                  <a:cubicBezTo>
                    <a:pt x="797" y="42"/>
                    <a:pt x="809" y="44"/>
                    <a:pt x="820" y="46"/>
                  </a:cubicBezTo>
                  <a:cubicBezTo>
                    <a:pt x="887" y="54"/>
                    <a:pt x="954" y="59"/>
                    <a:pt x="1021" y="59"/>
                  </a:cubicBezTo>
                  <a:cubicBezTo>
                    <a:pt x="1026" y="59"/>
                    <a:pt x="1031" y="59"/>
                    <a:pt x="1037" y="59"/>
                  </a:cubicBezTo>
                  <a:cubicBezTo>
                    <a:pt x="1077" y="60"/>
                    <a:pt x="1118" y="68"/>
                    <a:pt x="1159" y="70"/>
                  </a:cubicBezTo>
                  <a:cubicBezTo>
                    <a:pt x="1213" y="73"/>
                    <a:pt x="1268" y="69"/>
                    <a:pt x="1322" y="69"/>
                  </a:cubicBezTo>
                  <a:cubicBezTo>
                    <a:pt x="1486" y="69"/>
                    <a:pt x="1647" y="91"/>
                    <a:pt x="1811" y="91"/>
                  </a:cubicBezTo>
                  <a:cubicBezTo>
                    <a:pt x="1705" y="79"/>
                    <a:pt x="1598" y="84"/>
                    <a:pt x="1491" y="73"/>
                  </a:cubicBezTo>
                  <a:cubicBezTo>
                    <a:pt x="1396" y="63"/>
                    <a:pt x="1300" y="69"/>
                    <a:pt x="1204" y="62"/>
                  </a:cubicBezTo>
                  <a:cubicBezTo>
                    <a:pt x="1148" y="58"/>
                    <a:pt x="1094" y="46"/>
                    <a:pt x="1038" y="43"/>
                  </a:cubicBezTo>
                  <a:cubicBezTo>
                    <a:pt x="996" y="40"/>
                    <a:pt x="940" y="45"/>
                    <a:pt x="899" y="35"/>
                  </a:cubicBezTo>
                  <a:cubicBezTo>
                    <a:pt x="823" y="17"/>
                    <a:pt x="735" y="21"/>
                    <a:pt x="657" y="21"/>
                  </a:cubicBezTo>
                  <a:cubicBezTo>
                    <a:pt x="556" y="21"/>
                    <a:pt x="458" y="18"/>
                    <a:pt x="358" y="8"/>
                  </a:cubicBezTo>
                  <a:cubicBezTo>
                    <a:pt x="269" y="0"/>
                    <a:pt x="186" y="5"/>
                    <a:pt x="98" y="5"/>
                  </a:cubicBezTo>
                  <a:cubicBezTo>
                    <a:pt x="67" y="5"/>
                    <a:pt x="33" y="2"/>
                    <a:pt x="0" y="5"/>
                  </a:cubicBezTo>
                  <a:cubicBezTo>
                    <a:pt x="43" y="10"/>
                    <a:pt x="85" y="16"/>
                    <a:pt x="128" y="21"/>
                  </a:cubicBezTo>
                  <a:cubicBezTo>
                    <a:pt x="130" y="21"/>
                    <a:pt x="132" y="22"/>
                    <a:pt x="133" y="23"/>
                  </a:cubicBezTo>
                  <a:cubicBezTo>
                    <a:pt x="134" y="23"/>
                    <a:pt x="134" y="24"/>
                    <a:pt x="135"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9"/>
            <p:cNvSpPr/>
            <p:nvPr/>
          </p:nvSpPr>
          <p:spPr>
            <a:xfrm>
              <a:off x="1437485" y="-855575"/>
              <a:ext cx="9000" cy="9720"/>
            </a:xfrm>
            <a:custGeom>
              <a:rect b="b" l="l" r="r" t="t"/>
              <a:pathLst>
                <a:path extrusionOk="0" h="27" w="25">
                  <a:moveTo>
                    <a:pt x="4" y="7"/>
                  </a:moveTo>
                  <a:lnTo>
                    <a:pt x="0" y="9"/>
                  </a:lnTo>
                  <a:cubicBezTo>
                    <a:pt x="2" y="15"/>
                    <a:pt x="3" y="20"/>
                    <a:pt x="4" y="26"/>
                  </a:cubicBezTo>
                  <a:cubicBezTo>
                    <a:pt x="11" y="21"/>
                    <a:pt x="17" y="17"/>
                    <a:pt x="24" y="12"/>
                  </a:cubicBezTo>
                  <a:lnTo>
                    <a:pt x="22" y="0"/>
                  </a:lnTo>
                  <a:cubicBezTo>
                    <a:pt x="17" y="1"/>
                    <a:pt x="12" y="2"/>
                    <a:pt x="7" y="5"/>
                  </a:cubicBezTo>
                  <a:cubicBezTo>
                    <a:pt x="6" y="5"/>
                    <a:pt x="5" y="6"/>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9"/>
            <p:cNvSpPr/>
            <p:nvPr/>
          </p:nvSpPr>
          <p:spPr>
            <a:xfrm>
              <a:off x="2001965" y="-835055"/>
              <a:ext cx="12960" cy="4680"/>
            </a:xfrm>
            <a:custGeom>
              <a:rect b="b" l="l" r="r" t="t"/>
              <a:pathLst>
                <a:path extrusionOk="0" h="13" w="36">
                  <a:moveTo>
                    <a:pt x="2" y="11"/>
                  </a:moveTo>
                  <a:lnTo>
                    <a:pt x="35" y="12"/>
                  </a:lnTo>
                  <a:cubicBezTo>
                    <a:pt x="35" y="11"/>
                    <a:pt x="35" y="9"/>
                    <a:pt x="35" y="8"/>
                  </a:cubicBezTo>
                  <a:cubicBezTo>
                    <a:pt x="35" y="6"/>
                    <a:pt x="35" y="4"/>
                    <a:pt x="35" y="3"/>
                  </a:cubicBezTo>
                  <a:lnTo>
                    <a:pt x="3" y="0"/>
                  </a:lnTo>
                  <a:cubicBezTo>
                    <a:pt x="3" y="3"/>
                    <a:pt x="2" y="5"/>
                    <a:pt x="1" y="7"/>
                  </a:cubicBezTo>
                  <a:cubicBezTo>
                    <a:pt x="1" y="7"/>
                    <a:pt x="1" y="8"/>
                    <a:pt x="0" y="8"/>
                  </a:cubicBezTo>
                  <a:lnTo>
                    <a:pt x="2"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9"/>
            <p:cNvSpPr/>
            <p:nvPr/>
          </p:nvSpPr>
          <p:spPr>
            <a:xfrm>
              <a:off x="1460885" y="-858455"/>
              <a:ext cx="1080" cy="1080"/>
            </a:xfrm>
            <a:custGeom>
              <a:rect b="b" l="l" r="r" t="t"/>
              <a:pathLst>
                <a:path extrusionOk="0" h="3" w="3">
                  <a:moveTo>
                    <a:pt x="0" y="2"/>
                  </a:moveTo>
                  <a:lnTo>
                    <a:pt x="2" y="2"/>
                  </a:lnTo>
                  <a:lnTo>
                    <a:pt x="2" y="0"/>
                  </a:lnTo>
                  <a:cubicBezTo>
                    <a:pt x="2"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9"/>
            <p:cNvSpPr/>
            <p:nvPr/>
          </p:nvSpPr>
          <p:spPr>
            <a:xfrm>
              <a:off x="2079005" y="-830375"/>
              <a:ext cx="12600" cy="1440"/>
            </a:xfrm>
            <a:custGeom>
              <a:rect b="b" l="l" r="r" t="t"/>
              <a:pathLst>
                <a:path extrusionOk="0" h="4" w="35">
                  <a:moveTo>
                    <a:pt x="1" y="3"/>
                  </a:moveTo>
                  <a:cubicBezTo>
                    <a:pt x="12" y="3"/>
                    <a:pt x="23" y="3"/>
                    <a:pt x="34" y="3"/>
                  </a:cubicBezTo>
                  <a:cubicBezTo>
                    <a:pt x="34" y="3"/>
                    <a:pt x="34" y="1"/>
                    <a:pt x="34" y="0"/>
                  </a:cubicBezTo>
                  <a:lnTo>
                    <a:pt x="0" y="0"/>
                  </a:lnTo>
                  <a:cubicBezTo>
                    <a:pt x="0" y="0"/>
                    <a:pt x="1" y="1"/>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9"/>
            <p:cNvSpPr/>
            <p:nvPr/>
          </p:nvSpPr>
          <p:spPr>
            <a:xfrm>
              <a:off x="2024645" y="-832895"/>
              <a:ext cx="16920" cy="3600"/>
            </a:xfrm>
            <a:custGeom>
              <a:rect b="b" l="l" r="r" t="t"/>
              <a:pathLst>
                <a:path extrusionOk="0" h="10" w="47">
                  <a:moveTo>
                    <a:pt x="1" y="8"/>
                  </a:moveTo>
                  <a:lnTo>
                    <a:pt x="28" y="9"/>
                  </a:lnTo>
                  <a:lnTo>
                    <a:pt x="44" y="9"/>
                  </a:lnTo>
                  <a:lnTo>
                    <a:pt x="46" y="2"/>
                  </a:lnTo>
                  <a:lnTo>
                    <a:pt x="0" y="0"/>
                  </a:lnTo>
                  <a:cubicBezTo>
                    <a:pt x="1" y="2"/>
                    <a:pt x="1" y="5"/>
                    <a:pt x="1" y="7"/>
                  </a:cubicBezTo>
                  <a:lnTo>
                    <a:pt x="1"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9"/>
            <p:cNvSpPr/>
            <p:nvPr/>
          </p:nvSpPr>
          <p:spPr>
            <a:xfrm>
              <a:off x="1967045" y="-836855"/>
              <a:ext cx="9720" cy="5040"/>
            </a:xfrm>
            <a:custGeom>
              <a:rect b="b" l="l" r="r" t="t"/>
              <a:pathLst>
                <a:path extrusionOk="0" h="14" w="27">
                  <a:moveTo>
                    <a:pt x="26" y="13"/>
                  </a:moveTo>
                  <a:cubicBezTo>
                    <a:pt x="26" y="11"/>
                    <a:pt x="26" y="9"/>
                    <a:pt x="26" y="7"/>
                  </a:cubicBezTo>
                  <a:cubicBezTo>
                    <a:pt x="26" y="5"/>
                    <a:pt x="26" y="3"/>
                    <a:pt x="26" y="1"/>
                  </a:cubicBezTo>
                  <a:lnTo>
                    <a:pt x="0" y="0"/>
                  </a:lnTo>
                  <a:cubicBezTo>
                    <a:pt x="0" y="4"/>
                    <a:pt x="0"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9"/>
            <p:cNvSpPr/>
            <p:nvPr/>
          </p:nvSpPr>
          <p:spPr>
            <a:xfrm>
              <a:off x="2098085" y="-829655"/>
              <a:ext cx="9360" cy="2520"/>
            </a:xfrm>
            <a:custGeom>
              <a:rect b="b" l="l" r="r" t="t"/>
              <a:pathLst>
                <a:path extrusionOk="0" h="7" w="26">
                  <a:moveTo>
                    <a:pt x="25" y="6"/>
                  </a:moveTo>
                  <a:cubicBezTo>
                    <a:pt x="25" y="4"/>
                    <a:pt x="25" y="2"/>
                    <a:pt x="25" y="0"/>
                  </a:cubicBezTo>
                  <a:lnTo>
                    <a:pt x="0" y="0"/>
                  </a:lnTo>
                  <a:lnTo>
                    <a:pt x="0" y="4"/>
                  </a:lnTo>
                  <a:lnTo>
                    <a:pt x="2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9"/>
            <p:cNvSpPr/>
            <p:nvPr/>
          </p:nvSpPr>
          <p:spPr>
            <a:xfrm>
              <a:off x="2115365" y="-829295"/>
              <a:ext cx="9720" cy="4320"/>
            </a:xfrm>
            <a:custGeom>
              <a:rect b="b" l="l" r="r" t="t"/>
              <a:pathLst>
                <a:path extrusionOk="0" h="12" w="27">
                  <a:moveTo>
                    <a:pt x="24" y="11"/>
                  </a:moveTo>
                  <a:cubicBezTo>
                    <a:pt x="24" y="7"/>
                    <a:pt x="25" y="4"/>
                    <a:pt x="26" y="0"/>
                  </a:cubicBezTo>
                  <a:lnTo>
                    <a:pt x="21" y="0"/>
                  </a:lnTo>
                  <a:lnTo>
                    <a:pt x="1" y="0"/>
                  </a:lnTo>
                  <a:lnTo>
                    <a:pt x="0" y="9"/>
                  </a:lnTo>
                  <a:lnTo>
                    <a:pt x="24"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9"/>
            <p:cNvSpPr/>
            <p:nvPr/>
          </p:nvSpPr>
          <p:spPr>
            <a:xfrm>
              <a:off x="1876325" y="-837215"/>
              <a:ext cx="10800" cy="2520"/>
            </a:xfrm>
            <a:custGeom>
              <a:rect b="b" l="l" r="r" t="t"/>
              <a:pathLst>
                <a:path extrusionOk="0" h="7" w="30">
                  <a:moveTo>
                    <a:pt x="4" y="4"/>
                  </a:moveTo>
                  <a:cubicBezTo>
                    <a:pt x="12" y="5"/>
                    <a:pt x="21" y="6"/>
                    <a:pt x="29" y="6"/>
                  </a:cubicBezTo>
                  <a:cubicBezTo>
                    <a:pt x="29" y="5"/>
                    <a:pt x="29" y="3"/>
                    <a:pt x="29" y="1"/>
                  </a:cubicBezTo>
                  <a:lnTo>
                    <a:pt x="0" y="0"/>
                  </a:lnTo>
                  <a:cubicBezTo>
                    <a:pt x="0" y="1"/>
                    <a:pt x="0" y="2"/>
                    <a:pt x="0" y="3"/>
                  </a:cubicBezTo>
                  <a:lnTo>
                    <a:pt x="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9"/>
            <p:cNvSpPr/>
            <p:nvPr/>
          </p:nvSpPr>
          <p:spPr>
            <a:xfrm>
              <a:off x="2131925" y="-828575"/>
              <a:ext cx="17640" cy="5760"/>
            </a:xfrm>
            <a:custGeom>
              <a:rect b="b" l="l" r="r" t="t"/>
              <a:pathLst>
                <a:path extrusionOk="0" h="16" w="49">
                  <a:moveTo>
                    <a:pt x="19" y="14"/>
                  </a:moveTo>
                  <a:cubicBezTo>
                    <a:pt x="27" y="14"/>
                    <a:pt x="35" y="14"/>
                    <a:pt x="43" y="15"/>
                  </a:cubicBezTo>
                  <a:cubicBezTo>
                    <a:pt x="43" y="14"/>
                    <a:pt x="43" y="12"/>
                    <a:pt x="43" y="11"/>
                  </a:cubicBezTo>
                  <a:cubicBezTo>
                    <a:pt x="44" y="10"/>
                    <a:pt x="45" y="9"/>
                    <a:pt x="45" y="8"/>
                  </a:cubicBezTo>
                  <a:cubicBezTo>
                    <a:pt x="46" y="6"/>
                    <a:pt x="47" y="5"/>
                    <a:pt x="48" y="4"/>
                  </a:cubicBezTo>
                  <a:cubicBezTo>
                    <a:pt x="33" y="3"/>
                    <a:pt x="19" y="1"/>
                    <a:pt x="4" y="0"/>
                  </a:cubicBezTo>
                  <a:cubicBezTo>
                    <a:pt x="2" y="4"/>
                    <a:pt x="1" y="8"/>
                    <a:pt x="0" y="12"/>
                  </a:cubicBezTo>
                  <a:lnTo>
                    <a:pt x="19"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9"/>
            <p:cNvSpPr/>
            <p:nvPr/>
          </p:nvSpPr>
          <p:spPr>
            <a:xfrm>
              <a:off x="1855445" y="-839015"/>
              <a:ext cx="10800" cy="2160"/>
            </a:xfrm>
            <a:custGeom>
              <a:rect b="b" l="l" r="r" t="t"/>
              <a:pathLst>
                <a:path extrusionOk="0" h="6" w="30">
                  <a:moveTo>
                    <a:pt x="29" y="5"/>
                  </a:moveTo>
                  <a:cubicBezTo>
                    <a:pt x="29" y="5"/>
                    <a:pt x="29" y="3"/>
                    <a:pt x="29" y="2"/>
                  </a:cubicBezTo>
                  <a:lnTo>
                    <a:pt x="15" y="1"/>
                  </a:lnTo>
                  <a:lnTo>
                    <a:pt x="0" y="0"/>
                  </a:lnTo>
                  <a:cubicBezTo>
                    <a:pt x="0" y="0"/>
                    <a:pt x="0" y="2"/>
                    <a:pt x="0" y="3"/>
                  </a:cubicBezTo>
                  <a:lnTo>
                    <a:pt x="2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9"/>
            <p:cNvSpPr/>
            <p:nvPr/>
          </p:nvSpPr>
          <p:spPr>
            <a:xfrm>
              <a:off x="1465925" y="-870695"/>
              <a:ext cx="48240" cy="13320"/>
            </a:xfrm>
            <a:custGeom>
              <a:rect b="b" l="l" r="r" t="t"/>
              <a:pathLst>
                <a:path extrusionOk="0" h="37" w="134">
                  <a:moveTo>
                    <a:pt x="2" y="4"/>
                  </a:moveTo>
                  <a:cubicBezTo>
                    <a:pt x="4" y="6"/>
                    <a:pt x="5" y="7"/>
                    <a:pt x="6" y="9"/>
                  </a:cubicBezTo>
                  <a:cubicBezTo>
                    <a:pt x="9" y="15"/>
                    <a:pt x="11" y="22"/>
                    <a:pt x="12" y="29"/>
                  </a:cubicBezTo>
                  <a:cubicBezTo>
                    <a:pt x="13" y="36"/>
                    <a:pt x="12" y="30"/>
                    <a:pt x="12" y="31"/>
                  </a:cubicBezTo>
                  <a:lnTo>
                    <a:pt x="19" y="31"/>
                  </a:lnTo>
                  <a:cubicBezTo>
                    <a:pt x="18" y="29"/>
                    <a:pt x="18" y="28"/>
                    <a:pt x="18" y="26"/>
                  </a:cubicBezTo>
                  <a:cubicBezTo>
                    <a:pt x="18" y="24"/>
                    <a:pt x="19" y="22"/>
                    <a:pt x="20" y="20"/>
                  </a:cubicBezTo>
                  <a:cubicBezTo>
                    <a:pt x="21" y="19"/>
                    <a:pt x="22" y="18"/>
                    <a:pt x="23" y="17"/>
                  </a:cubicBezTo>
                  <a:cubicBezTo>
                    <a:pt x="36" y="7"/>
                    <a:pt x="43" y="21"/>
                    <a:pt x="46" y="34"/>
                  </a:cubicBezTo>
                  <a:lnTo>
                    <a:pt x="60" y="34"/>
                  </a:lnTo>
                  <a:cubicBezTo>
                    <a:pt x="80" y="34"/>
                    <a:pt x="100" y="34"/>
                    <a:pt x="120" y="34"/>
                  </a:cubicBezTo>
                  <a:cubicBezTo>
                    <a:pt x="120" y="33"/>
                    <a:pt x="120" y="32"/>
                    <a:pt x="120" y="30"/>
                  </a:cubicBezTo>
                  <a:lnTo>
                    <a:pt x="120" y="29"/>
                  </a:lnTo>
                  <a:cubicBezTo>
                    <a:pt x="120" y="27"/>
                    <a:pt x="121" y="24"/>
                    <a:pt x="122" y="22"/>
                  </a:cubicBezTo>
                  <a:cubicBezTo>
                    <a:pt x="123" y="20"/>
                    <a:pt x="125" y="19"/>
                    <a:pt x="127" y="17"/>
                  </a:cubicBezTo>
                  <a:cubicBezTo>
                    <a:pt x="129" y="16"/>
                    <a:pt x="131" y="16"/>
                    <a:pt x="133" y="16"/>
                  </a:cubicBezTo>
                  <a:cubicBezTo>
                    <a:pt x="90" y="10"/>
                    <a:pt x="48" y="4"/>
                    <a:pt x="5" y="0"/>
                  </a:cubicBezTo>
                  <a:lnTo>
                    <a:pt x="0" y="0"/>
                  </a:lnTo>
                  <a:cubicBezTo>
                    <a:pt x="1" y="0"/>
                    <a:pt x="1" y="0"/>
                    <a:pt x="1" y="1"/>
                  </a:cubicBezTo>
                  <a:cubicBezTo>
                    <a:pt x="2" y="2"/>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9"/>
            <p:cNvSpPr/>
            <p:nvPr/>
          </p:nvSpPr>
          <p:spPr>
            <a:xfrm>
              <a:off x="1459085" y="-868895"/>
              <a:ext cx="1800" cy="720"/>
            </a:xfrm>
            <a:custGeom>
              <a:rect b="b" l="l" r="r" t="t"/>
              <a:pathLst>
                <a:path extrusionOk="0" h="2" w="5">
                  <a:moveTo>
                    <a:pt x="4" y="0"/>
                  </a:moveTo>
                  <a:lnTo>
                    <a:pt x="0" y="0"/>
                  </a:lnTo>
                  <a:lnTo>
                    <a:pt x="3" y="1"/>
                  </a:lnTo>
                  <a:lnTo>
                    <a:pt x="3" y="1"/>
                  </a:lnTo>
                  <a:lnTo>
                    <a:pt x="4" y="0"/>
                  </a:lnTo>
                </a:path>
              </a:pathLst>
            </a:custGeom>
            <a:solidFill>
              <a:schemeClr val="dk1"/>
            </a:solidFill>
            <a:ln>
              <a:noFill/>
            </a:ln>
          </p:spPr>
        </p:sp>
        <p:sp>
          <p:nvSpPr>
            <p:cNvPr id="1236" name="Google Shape;1236;p29"/>
            <p:cNvSpPr/>
            <p:nvPr/>
          </p:nvSpPr>
          <p:spPr>
            <a:xfrm>
              <a:off x="1515965" y="-864215"/>
              <a:ext cx="28080" cy="6840"/>
            </a:xfrm>
            <a:custGeom>
              <a:rect b="b" l="l" r="r" t="t"/>
              <a:pathLst>
                <a:path extrusionOk="0" h="19" w="78">
                  <a:moveTo>
                    <a:pt x="9" y="15"/>
                  </a:moveTo>
                  <a:cubicBezTo>
                    <a:pt x="9" y="15"/>
                    <a:pt x="9" y="17"/>
                    <a:pt x="9" y="18"/>
                  </a:cubicBezTo>
                  <a:lnTo>
                    <a:pt x="59" y="18"/>
                  </a:lnTo>
                  <a:lnTo>
                    <a:pt x="71" y="18"/>
                  </a:lnTo>
                  <a:cubicBezTo>
                    <a:pt x="71" y="16"/>
                    <a:pt x="72" y="14"/>
                    <a:pt x="73" y="13"/>
                  </a:cubicBezTo>
                  <a:cubicBezTo>
                    <a:pt x="74" y="11"/>
                    <a:pt x="75" y="9"/>
                    <a:pt x="77" y="8"/>
                  </a:cubicBezTo>
                  <a:cubicBezTo>
                    <a:pt x="51" y="6"/>
                    <a:pt x="26" y="3"/>
                    <a:pt x="0" y="0"/>
                  </a:cubicBezTo>
                  <a:cubicBezTo>
                    <a:pt x="1" y="1"/>
                    <a:pt x="2" y="1"/>
                    <a:pt x="2" y="1"/>
                  </a:cubicBezTo>
                  <a:cubicBezTo>
                    <a:pt x="4" y="2"/>
                    <a:pt x="6" y="4"/>
                    <a:pt x="7" y="6"/>
                  </a:cubicBezTo>
                  <a:cubicBezTo>
                    <a:pt x="8" y="8"/>
                    <a:pt x="9" y="11"/>
                    <a:pt x="9" y="13"/>
                  </a:cubicBezTo>
                  <a:cubicBezTo>
                    <a:pt x="9" y="14"/>
                    <a:pt x="9" y="14"/>
                    <a:pt x="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9"/>
            <p:cNvSpPr/>
            <p:nvPr/>
          </p:nvSpPr>
          <p:spPr>
            <a:xfrm>
              <a:off x="1750325" y="-857375"/>
              <a:ext cx="492480" cy="34560"/>
            </a:xfrm>
            <a:custGeom>
              <a:rect b="b" l="l" r="r" t="t"/>
              <a:pathLst>
                <a:path extrusionOk="0" h="96" w="1368">
                  <a:moveTo>
                    <a:pt x="373" y="29"/>
                  </a:moveTo>
                  <a:cubicBezTo>
                    <a:pt x="332" y="27"/>
                    <a:pt x="292" y="19"/>
                    <a:pt x="251" y="17"/>
                  </a:cubicBezTo>
                  <a:cubicBezTo>
                    <a:pt x="246" y="17"/>
                    <a:pt x="240" y="18"/>
                    <a:pt x="235" y="18"/>
                  </a:cubicBezTo>
                  <a:cubicBezTo>
                    <a:pt x="168" y="18"/>
                    <a:pt x="101" y="13"/>
                    <a:pt x="34" y="4"/>
                  </a:cubicBezTo>
                  <a:cubicBezTo>
                    <a:pt x="23" y="2"/>
                    <a:pt x="11" y="1"/>
                    <a:pt x="0" y="0"/>
                  </a:cubicBezTo>
                  <a:cubicBezTo>
                    <a:pt x="0" y="11"/>
                    <a:pt x="1" y="21"/>
                    <a:pt x="1" y="32"/>
                  </a:cubicBezTo>
                  <a:lnTo>
                    <a:pt x="4" y="32"/>
                  </a:lnTo>
                  <a:lnTo>
                    <a:pt x="25" y="33"/>
                  </a:lnTo>
                  <a:cubicBezTo>
                    <a:pt x="26" y="29"/>
                    <a:pt x="28" y="25"/>
                    <a:pt x="30" y="21"/>
                  </a:cubicBezTo>
                  <a:cubicBezTo>
                    <a:pt x="31" y="20"/>
                    <a:pt x="32" y="18"/>
                    <a:pt x="34" y="17"/>
                  </a:cubicBezTo>
                  <a:cubicBezTo>
                    <a:pt x="35" y="16"/>
                    <a:pt x="37" y="16"/>
                    <a:pt x="39" y="16"/>
                  </a:cubicBezTo>
                  <a:cubicBezTo>
                    <a:pt x="41" y="16"/>
                    <a:pt x="42" y="16"/>
                    <a:pt x="44" y="17"/>
                  </a:cubicBezTo>
                  <a:cubicBezTo>
                    <a:pt x="46" y="18"/>
                    <a:pt x="47" y="20"/>
                    <a:pt x="48" y="21"/>
                  </a:cubicBezTo>
                  <a:cubicBezTo>
                    <a:pt x="49" y="22"/>
                    <a:pt x="49" y="24"/>
                    <a:pt x="49" y="25"/>
                  </a:cubicBezTo>
                  <a:cubicBezTo>
                    <a:pt x="49" y="29"/>
                    <a:pt x="49" y="32"/>
                    <a:pt x="49" y="35"/>
                  </a:cubicBezTo>
                  <a:cubicBezTo>
                    <a:pt x="60" y="35"/>
                    <a:pt x="69" y="37"/>
                    <a:pt x="80" y="37"/>
                  </a:cubicBezTo>
                  <a:cubicBezTo>
                    <a:pt x="91" y="36"/>
                    <a:pt x="103" y="36"/>
                    <a:pt x="114" y="36"/>
                  </a:cubicBezTo>
                  <a:cubicBezTo>
                    <a:pt x="149" y="36"/>
                    <a:pt x="183" y="39"/>
                    <a:pt x="218" y="43"/>
                  </a:cubicBezTo>
                  <a:lnTo>
                    <a:pt x="223" y="43"/>
                  </a:lnTo>
                  <a:cubicBezTo>
                    <a:pt x="223" y="42"/>
                    <a:pt x="223" y="41"/>
                    <a:pt x="225" y="40"/>
                  </a:cubicBezTo>
                  <a:cubicBezTo>
                    <a:pt x="225" y="39"/>
                    <a:pt x="226" y="39"/>
                    <a:pt x="227" y="38"/>
                  </a:cubicBezTo>
                  <a:cubicBezTo>
                    <a:pt x="228" y="38"/>
                    <a:pt x="229" y="38"/>
                    <a:pt x="230" y="38"/>
                  </a:cubicBezTo>
                  <a:cubicBezTo>
                    <a:pt x="231" y="38"/>
                    <a:pt x="231" y="38"/>
                    <a:pt x="232" y="38"/>
                  </a:cubicBezTo>
                  <a:cubicBezTo>
                    <a:pt x="233" y="39"/>
                    <a:pt x="234" y="39"/>
                    <a:pt x="234" y="40"/>
                  </a:cubicBezTo>
                  <a:cubicBezTo>
                    <a:pt x="235" y="42"/>
                    <a:pt x="236" y="44"/>
                    <a:pt x="237" y="46"/>
                  </a:cubicBezTo>
                  <a:lnTo>
                    <a:pt x="245" y="47"/>
                  </a:lnTo>
                  <a:cubicBezTo>
                    <a:pt x="254" y="47"/>
                    <a:pt x="264" y="47"/>
                    <a:pt x="273" y="47"/>
                  </a:cubicBezTo>
                  <a:cubicBezTo>
                    <a:pt x="273" y="46"/>
                    <a:pt x="274" y="44"/>
                    <a:pt x="274" y="43"/>
                  </a:cubicBezTo>
                  <a:lnTo>
                    <a:pt x="274" y="42"/>
                  </a:lnTo>
                  <a:cubicBezTo>
                    <a:pt x="275" y="41"/>
                    <a:pt x="276" y="40"/>
                    <a:pt x="278" y="39"/>
                  </a:cubicBezTo>
                  <a:cubicBezTo>
                    <a:pt x="280" y="38"/>
                    <a:pt x="280" y="38"/>
                    <a:pt x="282" y="38"/>
                  </a:cubicBezTo>
                  <a:cubicBezTo>
                    <a:pt x="283" y="38"/>
                    <a:pt x="285" y="38"/>
                    <a:pt x="286" y="39"/>
                  </a:cubicBezTo>
                  <a:cubicBezTo>
                    <a:pt x="287" y="40"/>
                    <a:pt x="288" y="41"/>
                    <a:pt x="289" y="42"/>
                  </a:cubicBezTo>
                  <a:cubicBezTo>
                    <a:pt x="289" y="43"/>
                    <a:pt x="289" y="43"/>
                    <a:pt x="290" y="44"/>
                  </a:cubicBezTo>
                  <a:cubicBezTo>
                    <a:pt x="290" y="45"/>
                    <a:pt x="291" y="47"/>
                    <a:pt x="291" y="49"/>
                  </a:cubicBezTo>
                  <a:lnTo>
                    <a:pt x="306" y="50"/>
                  </a:lnTo>
                  <a:lnTo>
                    <a:pt x="320" y="51"/>
                  </a:lnTo>
                  <a:cubicBezTo>
                    <a:pt x="321" y="45"/>
                    <a:pt x="323" y="39"/>
                    <a:pt x="326" y="34"/>
                  </a:cubicBezTo>
                  <a:cubicBezTo>
                    <a:pt x="326" y="33"/>
                    <a:pt x="327" y="32"/>
                    <a:pt x="328" y="31"/>
                  </a:cubicBezTo>
                  <a:cubicBezTo>
                    <a:pt x="330" y="27"/>
                    <a:pt x="336" y="25"/>
                    <a:pt x="339" y="29"/>
                  </a:cubicBezTo>
                  <a:cubicBezTo>
                    <a:pt x="340" y="31"/>
                    <a:pt x="341" y="32"/>
                    <a:pt x="342" y="33"/>
                  </a:cubicBezTo>
                  <a:cubicBezTo>
                    <a:pt x="345" y="39"/>
                    <a:pt x="347" y="46"/>
                    <a:pt x="348" y="54"/>
                  </a:cubicBezTo>
                  <a:lnTo>
                    <a:pt x="378" y="55"/>
                  </a:lnTo>
                  <a:cubicBezTo>
                    <a:pt x="378" y="53"/>
                    <a:pt x="378" y="51"/>
                    <a:pt x="378" y="49"/>
                  </a:cubicBezTo>
                  <a:cubicBezTo>
                    <a:pt x="376" y="32"/>
                    <a:pt x="406" y="32"/>
                    <a:pt x="404" y="49"/>
                  </a:cubicBezTo>
                  <a:cubicBezTo>
                    <a:pt x="404" y="51"/>
                    <a:pt x="404" y="53"/>
                    <a:pt x="404" y="55"/>
                  </a:cubicBezTo>
                  <a:lnTo>
                    <a:pt x="428" y="55"/>
                  </a:lnTo>
                  <a:cubicBezTo>
                    <a:pt x="429" y="53"/>
                    <a:pt x="431" y="51"/>
                    <a:pt x="433" y="49"/>
                  </a:cubicBezTo>
                  <a:cubicBezTo>
                    <a:pt x="434" y="49"/>
                    <a:pt x="435" y="49"/>
                    <a:pt x="436" y="49"/>
                  </a:cubicBezTo>
                  <a:cubicBezTo>
                    <a:pt x="437" y="49"/>
                    <a:pt x="438" y="49"/>
                    <a:pt x="439" y="49"/>
                  </a:cubicBezTo>
                  <a:cubicBezTo>
                    <a:pt x="440" y="51"/>
                    <a:pt x="442" y="52"/>
                    <a:pt x="443" y="54"/>
                  </a:cubicBezTo>
                  <a:lnTo>
                    <a:pt x="484" y="54"/>
                  </a:lnTo>
                  <a:cubicBezTo>
                    <a:pt x="485" y="53"/>
                    <a:pt x="486" y="52"/>
                    <a:pt x="487" y="50"/>
                  </a:cubicBezTo>
                  <a:lnTo>
                    <a:pt x="488" y="49"/>
                  </a:lnTo>
                  <a:cubicBezTo>
                    <a:pt x="489" y="48"/>
                    <a:pt x="490" y="48"/>
                    <a:pt x="492" y="48"/>
                  </a:cubicBezTo>
                  <a:cubicBezTo>
                    <a:pt x="493" y="48"/>
                    <a:pt x="494" y="48"/>
                    <a:pt x="495" y="49"/>
                  </a:cubicBezTo>
                  <a:cubicBezTo>
                    <a:pt x="496" y="50"/>
                    <a:pt x="497" y="51"/>
                    <a:pt x="498" y="52"/>
                  </a:cubicBezTo>
                  <a:cubicBezTo>
                    <a:pt x="498" y="52"/>
                    <a:pt x="498" y="53"/>
                    <a:pt x="498" y="54"/>
                  </a:cubicBezTo>
                  <a:lnTo>
                    <a:pt x="531" y="54"/>
                  </a:lnTo>
                  <a:cubicBezTo>
                    <a:pt x="531" y="54"/>
                    <a:pt x="531" y="53"/>
                    <a:pt x="531" y="52"/>
                  </a:cubicBezTo>
                  <a:cubicBezTo>
                    <a:pt x="531" y="51"/>
                    <a:pt x="532" y="49"/>
                    <a:pt x="532" y="48"/>
                  </a:cubicBezTo>
                  <a:cubicBezTo>
                    <a:pt x="533" y="47"/>
                    <a:pt x="534" y="46"/>
                    <a:pt x="536" y="45"/>
                  </a:cubicBezTo>
                  <a:cubicBezTo>
                    <a:pt x="537" y="44"/>
                    <a:pt x="538" y="44"/>
                    <a:pt x="540" y="44"/>
                  </a:cubicBezTo>
                  <a:cubicBezTo>
                    <a:pt x="541" y="44"/>
                    <a:pt x="542" y="44"/>
                    <a:pt x="544" y="45"/>
                  </a:cubicBezTo>
                  <a:cubicBezTo>
                    <a:pt x="545" y="46"/>
                    <a:pt x="547" y="47"/>
                    <a:pt x="547" y="48"/>
                  </a:cubicBezTo>
                  <a:cubicBezTo>
                    <a:pt x="548" y="49"/>
                    <a:pt x="549" y="51"/>
                    <a:pt x="549" y="52"/>
                  </a:cubicBezTo>
                  <a:cubicBezTo>
                    <a:pt x="549" y="54"/>
                    <a:pt x="549" y="54"/>
                    <a:pt x="549" y="54"/>
                  </a:cubicBezTo>
                  <a:lnTo>
                    <a:pt x="582" y="54"/>
                  </a:lnTo>
                  <a:cubicBezTo>
                    <a:pt x="582" y="50"/>
                    <a:pt x="582" y="46"/>
                    <a:pt x="582" y="42"/>
                  </a:cubicBezTo>
                  <a:cubicBezTo>
                    <a:pt x="583" y="31"/>
                    <a:pt x="600" y="32"/>
                    <a:pt x="601" y="42"/>
                  </a:cubicBezTo>
                  <a:cubicBezTo>
                    <a:pt x="601" y="46"/>
                    <a:pt x="601" y="50"/>
                    <a:pt x="601" y="54"/>
                  </a:cubicBezTo>
                  <a:lnTo>
                    <a:pt x="627" y="55"/>
                  </a:lnTo>
                  <a:cubicBezTo>
                    <a:pt x="628" y="49"/>
                    <a:pt x="629" y="44"/>
                    <a:pt x="632" y="39"/>
                  </a:cubicBezTo>
                  <a:cubicBezTo>
                    <a:pt x="633" y="38"/>
                    <a:pt x="634" y="37"/>
                    <a:pt x="634" y="36"/>
                  </a:cubicBezTo>
                  <a:cubicBezTo>
                    <a:pt x="635" y="35"/>
                    <a:pt x="635" y="34"/>
                    <a:pt x="636" y="34"/>
                  </a:cubicBezTo>
                  <a:cubicBezTo>
                    <a:pt x="637" y="33"/>
                    <a:pt x="638" y="33"/>
                    <a:pt x="639" y="33"/>
                  </a:cubicBezTo>
                  <a:cubicBezTo>
                    <a:pt x="640" y="33"/>
                    <a:pt x="641" y="33"/>
                    <a:pt x="642" y="34"/>
                  </a:cubicBezTo>
                  <a:cubicBezTo>
                    <a:pt x="643" y="34"/>
                    <a:pt x="643" y="35"/>
                    <a:pt x="644" y="36"/>
                  </a:cubicBezTo>
                  <a:cubicBezTo>
                    <a:pt x="645" y="37"/>
                    <a:pt x="645" y="38"/>
                    <a:pt x="646" y="39"/>
                  </a:cubicBezTo>
                  <a:cubicBezTo>
                    <a:pt x="649" y="44"/>
                    <a:pt x="651" y="50"/>
                    <a:pt x="651" y="57"/>
                  </a:cubicBezTo>
                  <a:lnTo>
                    <a:pt x="673" y="58"/>
                  </a:lnTo>
                  <a:cubicBezTo>
                    <a:pt x="673" y="56"/>
                    <a:pt x="674" y="54"/>
                    <a:pt x="675" y="53"/>
                  </a:cubicBezTo>
                  <a:cubicBezTo>
                    <a:pt x="676" y="50"/>
                    <a:pt x="678" y="49"/>
                    <a:pt x="681" y="47"/>
                  </a:cubicBezTo>
                  <a:cubicBezTo>
                    <a:pt x="684" y="45"/>
                    <a:pt x="686" y="45"/>
                    <a:pt x="689" y="45"/>
                  </a:cubicBezTo>
                  <a:lnTo>
                    <a:pt x="690" y="45"/>
                  </a:lnTo>
                  <a:cubicBezTo>
                    <a:pt x="692" y="45"/>
                    <a:pt x="694" y="45"/>
                    <a:pt x="696" y="46"/>
                  </a:cubicBezTo>
                  <a:cubicBezTo>
                    <a:pt x="698" y="47"/>
                    <a:pt x="700" y="49"/>
                    <a:pt x="701" y="51"/>
                  </a:cubicBezTo>
                  <a:cubicBezTo>
                    <a:pt x="702" y="53"/>
                    <a:pt x="702" y="55"/>
                    <a:pt x="702" y="57"/>
                  </a:cubicBezTo>
                  <a:cubicBezTo>
                    <a:pt x="702" y="58"/>
                    <a:pt x="702" y="59"/>
                    <a:pt x="702" y="60"/>
                  </a:cubicBezTo>
                  <a:lnTo>
                    <a:pt x="734" y="62"/>
                  </a:lnTo>
                  <a:cubicBezTo>
                    <a:pt x="735" y="57"/>
                    <a:pt x="736" y="52"/>
                    <a:pt x="739" y="48"/>
                  </a:cubicBezTo>
                  <a:cubicBezTo>
                    <a:pt x="740" y="46"/>
                    <a:pt x="741" y="45"/>
                    <a:pt x="741" y="44"/>
                  </a:cubicBezTo>
                  <a:cubicBezTo>
                    <a:pt x="742" y="43"/>
                    <a:pt x="743" y="42"/>
                    <a:pt x="744" y="42"/>
                  </a:cubicBezTo>
                  <a:cubicBezTo>
                    <a:pt x="745" y="41"/>
                    <a:pt x="745" y="41"/>
                    <a:pt x="747" y="41"/>
                  </a:cubicBezTo>
                  <a:cubicBezTo>
                    <a:pt x="748" y="41"/>
                    <a:pt x="750" y="41"/>
                    <a:pt x="751" y="42"/>
                  </a:cubicBezTo>
                  <a:cubicBezTo>
                    <a:pt x="752" y="42"/>
                    <a:pt x="753" y="43"/>
                    <a:pt x="753" y="44"/>
                  </a:cubicBezTo>
                  <a:cubicBezTo>
                    <a:pt x="754" y="45"/>
                    <a:pt x="755" y="46"/>
                    <a:pt x="756" y="47"/>
                  </a:cubicBezTo>
                  <a:cubicBezTo>
                    <a:pt x="759" y="53"/>
                    <a:pt x="761" y="59"/>
                    <a:pt x="761" y="65"/>
                  </a:cubicBezTo>
                  <a:lnTo>
                    <a:pt x="807" y="69"/>
                  </a:lnTo>
                  <a:cubicBezTo>
                    <a:pt x="808" y="65"/>
                    <a:pt x="810" y="61"/>
                    <a:pt x="811" y="58"/>
                  </a:cubicBezTo>
                  <a:cubicBezTo>
                    <a:pt x="815" y="44"/>
                    <a:pt x="834" y="52"/>
                    <a:pt x="830" y="65"/>
                  </a:cubicBezTo>
                  <a:lnTo>
                    <a:pt x="829" y="70"/>
                  </a:lnTo>
                  <a:lnTo>
                    <a:pt x="851" y="72"/>
                  </a:lnTo>
                  <a:cubicBezTo>
                    <a:pt x="851" y="70"/>
                    <a:pt x="853" y="68"/>
                    <a:pt x="854" y="68"/>
                  </a:cubicBezTo>
                  <a:cubicBezTo>
                    <a:pt x="856" y="67"/>
                    <a:pt x="857" y="67"/>
                    <a:pt x="859" y="67"/>
                  </a:cubicBezTo>
                  <a:cubicBezTo>
                    <a:pt x="861" y="67"/>
                    <a:pt x="862" y="67"/>
                    <a:pt x="864" y="68"/>
                  </a:cubicBezTo>
                  <a:cubicBezTo>
                    <a:pt x="865" y="69"/>
                    <a:pt x="867" y="71"/>
                    <a:pt x="868" y="72"/>
                  </a:cubicBezTo>
                  <a:lnTo>
                    <a:pt x="896" y="72"/>
                  </a:lnTo>
                  <a:cubicBezTo>
                    <a:pt x="897" y="71"/>
                    <a:pt x="898" y="70"/>
                    <a:pt x="899" y="69"/>
                  </a:cubicBezTo>
                  <a:cubicBezTo>
                    <a:pt x="900" y="69"/>
                    <a:pt x="901" y="68"/>
                    <a:pt x="903" y="68"/>
                  </a:cubicBezTo>
                  <a:cubicBezTo>
                    <a:pt x="904" y="68"/>
                    <a:pt x="906" y="68"/>
                    <a:pt x="908" y="69"/>
                  </a:cubicBezTo>
                  <a:cubicBezTo>
                    <a:pt x="909" y="69"/>
                    <a:pt x="910" y="71"/>
                    <a:pt x="911" y="72"/>
                  </a:cubicBezTo>
                  <a:lnTo>
                    <a:pt x="945" y="72"/>
                  </a:lnTo>
                  <a:cubicBezTo>
                    <a:pt x="945" y="71"/>
                    <a:pt x="945" y="70"/>
                    <a:pt x="945" y="69"/>
                  </a:cubicBezTo>
                  <a:cubicBezTo>
                    <a:pt x="945" y="64"/>
                    <a:pt x="946" y="59"/>
                    <a:pt x="948" y="54"/>
                  </a:cubicBezTo>
                  <a:cubicBezTo>
                    <a:pt x="952" y="45"/>
                    <a:pt x="966" y="46"/>
                    <a:pt x="965" y="57"/>
                  </a:cubicBezTo>
                  <a:cubicBezTo>
                    <a:pt x="965" y="62"/>
                    <a:pt x="965" y="67"/>
                    <a:pt x="965" y="73"/>
                  </a:cubicBezTo>
                  <a:lnTo>
                    <a:pt x="991" y="73"/>
                  </a:lnTo>
                  <a:cubicBezTo>
                    <a:pt x="991" y="69"/>
                    <a:pt x="992" y="66"/>
                    <a:pt x="994" y="63"/>
                  </a:cubicBezTo>
                  <a:cubicBezTo>
                    <a:pt x="996" y="59"/>
                    <a:pt x="998" y="57"/>
                    <a:pt x="1002" y="55"/>
                  </a:cubicBezTo>
                  <a:cubicBezTo>
                    <a:pt x="1003" y="54"/>
                    <a:pt x="1004" y="53"/>
                    <a:pt x="1006" y="53"/>
                  </a:cubicBezTo>
                  <a:cubicBezTo>
                    <a:pt x="1007" y="53"/>
                    <a:pt x="1008" y="53"/>
                    <a:pt x="1008" y="53"/>
                  </a:cubicBezTo>
                  <a:cubicBezTo>
                    <a:pt x="1010" y="53"/>
                    <a:pt x="1011" y="53"/>
                    <a:pt x="1013" y="54"/>
                  </a:cubicBezTo>
                  <a:cubicBezTo>
                    <a:pt x="1014" y="55"/>
                    <a:pt x="1015" y="56"/>
                    <a:pt x="1016" y="57"/>
                  </a:cubicBezTo>
                  <a:cubicBezTo>
                    <a:pt x="1016" y="58"/>
                    <a:pt x="1017" y="60"/>
                    <a:pt x="1017" y="61"/>
                  </a:cubicBezTo>
                  <a:cubicBezTo>
                    <a:pt x="1017" y="62"/>
                    <a:pt x="1017" y="62"/>
                    <a:pt x="1017" y="62"/>
                  </a:cubicBezTo>
                  <a:lnTo>
                    <a:pt x="1015" y="74"/>
                  </a:lnTo>
                  <a:lnTo>
                    <a:pt x="1035" y="74"/>
                  </a:lnTo>
                  <a:lnTo>
                    <a:pt x="1040" y="74"/>
                  </a:lnTo>
                  <a:cubicBezTo>
                    <a:pt x="1040" y="71"/>
                    <a:pt x="1041" y="68"/>
                    <a:pt x="1043" y="66"/>
                  </a:cubicBezTo>
                  <a:cubicBezTo>
                    <a:pt x="1045" y="62"/>
                    <a:pt x="1049" y="58"/>
                    <a:pt x="1053" y="56"/>
                  </a:cubicBezTo>
                  <a:cubicBezTo>
                    <a:pt x="1054" y="55"/>
                    <a:pt x="1055" y="55"/>
                    <a:pt x="1056" y="54"/>
                  </a:cubicBezTo>
                  <a:cubicBezTo>
                    <a:pt x="1056" y="54"/>
                    <a:pt x="1057" y="54"/>
                    <a:pt x="1058" y="54"/>
                  </a:cubicBezTo>
                  <a:cubicBezTo>
                    <a:pt x="1059" y="54"/>
                    <a:pt x="1060" y="54"/>
                    <a:pt x="1061" y="55"/>
                  </a:cubicBezTo>
                  <a:cubicBezTo>
                    <a:pt x="1062" y="55"/>
                    <a:pt x="1062" y="56"/>
                    <a:pt x="1063" y="56"/>
                  </a:cubicBezTo>
                  <a:lnTo>
                    <a:pt x="1065" y="60"/>
                  </a:lnTo>
                  <a:cubicBezTo>
                    <a:pt x="1066" y="60"/>
                    <a:pt x="1066" y="60"/>
                    <a:pt x="1066" y="60"/>
                  </a:cubicBezTo>
                  <a:cubicBezTo>
                    <a:pt x="1067" y="62"/>
                    <a:pt x="1067" y="64"/>
                    <a:pt x="1067" y="66"/>
                  </a:cubicBezTo>
                  <a:cubicBezTo>
                    <a:pt x="1067" y="68"/>
                    <a:pt x="1067" y="69"/>
                    <a:pt x="1066" y="71"/>
                  </a:cubicBezTo>
                  <a:cubicBezTo>
                    <a:pt x="1066" y="72"/>
                    <a:pt x="1065" y="74"/>
                    <a:pt x="1065" y="76"/>
                  </a:cubicBezTo>
                  <a:cubicBezTo>
                    <a:pt x="1080" y="78"/>
                    <a:pt x="1095" y="80"/>
                    <a:pt x="1109" y="81"/>
                  </a:cubicBezTo>
                  <a:cubicBezTo>
                    <a:pt x="1111" y="81"/>
                    <a:pt x="1112" y="80"/>
                    <a:pt x="1114" y="80"/>
                  </a:cubicBezTo>
                  <a:cubicBezTo>
                    <a:pt x="1116" y="80"/>
                    <a:pt x="1117" y="81"/>
                    <a:pt x="1119" y="82"/>
                  </a:cubicBezTo>
                  <a:lnTo>
                    <a:pt x="1120" y="82"/>
                  </a:lnTo>
                  <a:cubicBezTo>
                    <a:pt x="1130" y="83"/>
                    <a:pt x="1140" y="84"/>
                    <a:pt x="1150" y="85"/>
                  </a:cubicBezTo>
                  <a:cubicBezTo>
                    <a:pt x="1150" y="84"/>
                    <a:pt x="1150" y="83"/>
                    <a:pt x="1150" y="82"/>
                  </a:cubicBezTo>
                  <a:cubicBezTo>
                    <a:pt x="1150" y="78"/>
                    <a:pt x="1151" y="74"/>
                    <a:pt x="1153" y="70"/>
                  </a:cubicBezTo>
                  <a:cubicBezTo>
                    <a:pt x="1155" y="67"/>
                    <a:pt x="1157" y="65"/>
                    <a:pt x="1159" y="63"/>
                  </a:cubicBezTo>
                  <a:cubicBezTo>
                    <a:pt x="1160" y="63"/>
                    <a:pt x="1160" y="62"/>
                    <a:pt x="1161" y="62"/>
                  </a:cubicBezTo>
                  <a:cubicBezTo>
                    <a:pt x="1162" y="61"/>
                    <a:pt x="1163" y="61"/>
                    <a:pt x="1165" y="61"/>
                  </a:cubicBezTo>
                  <a:cubicBezTo>
                    <a:pt x="1167" y="61"/>
                    <a:pt x="1168" y="61"/>
                    <a:pt x="1170" y="62"/>
                  </a:cubicBezTo>
                  <a:cubicBezTo>
                    <a:pt x="1171" y="63"/>
                    <a:pt x="1172" y="63"/>
                    <a:pt x="1173" y="65"/>
                  </a:cubicBezTo>
                  <a:cubicBezTo>
                    <a:pt x="1174" y="67"/>
                    <a:pt x="1174" y="68"/>
                    <a:pt x="1174" y="70"/>
                  </a:cubicBezTo>
                  <a:cubicBezTo>
                    <a:pt x="1174" y="71"/>
                    <a:pt x="1174" y="72"/>
                    <a:pt x="1174" y="73"/>
                  </a:cubicBezTo>
                  <a:cubicBezTo>
                    <a:pt x="1173" y="77"/>
                    <a:pt x="1172" y="81"/>
                    <a:pt x="1172" y="86"/>
                  </a:cubicBezTo>
                  <a:cubicBezTo>
                    <a:pt x="1184" y="86"/>
                    <a:pt x="1198" y="86"/>
                    <a:pt x="1211" y="84"/>
                  </a:cubicBezTo>
                  <a:cubicBezTo>
                    <a:pt x="1212" y="84"/>
                    <a:pt x="1213" y="83"/>
                    <a:pt x="1214" y="83"/>
                  </a:cubicBezTo>
                  <a:cubicBezTo>
                    <a:pt x="1215" y="82"/>
                    <a:pt x="1217" y="81"/>
                    <a:pt x="1219" y="81"/>
                  </a:cubicBezTo>
                  <a:cubicBezTo>
                    <a:pt x="1221" y="81"/>
                    <a:pt x="1223" y="82"/>
                    <a:pt x="1225" y="83"/>
                  </a:cubicBezTo>
                  <a:cubicBezTo>
                    <a:pt x="1226" y="83"/>
                    <a:pt x="1227" y="84"/>
                    <a:pt x="1227" y="84"/>
                  </a:cubicBezTo>
                  <a:cubicBezTo>
                    <a:pt x="1240" y="84"/>
                    <a:pt x="1252" y="84"/>
                    <a:pt x="1264" y="84"/>
                  </a:cubicBezTo>
                  <a:cubicBezTo>
                    <a:pt x="1266" y="81"/>
                    <a:pt x="1268" y="77"/>
                    <a:pt x="1270" y="73"/>
                  </a:cubicBezTo>
                  <a:cubicBezTo>
                    <a:pt x="1274" y="66"/>
                    <a:pt x="1288" y="67"/>
                    <a:pt x="1289" y="77"/>
                  </a:cubicBezTo>
                  <a:cubicBezTo>
                    <a:pt x="1290" y="78"/>
                    <a:pt x="1290" y="80"/>
                    <a:pt x="1290" y="82"/>
                  </a:cubicBezTo>
                  <a:cubicBezTo>
                    <a:pt x="1290" y="84"/>
                    <a:pt x="1290" y="85"/>
                    <a:pt x="1289" y="87"/>
                  </a:cubicBezTo>
                  <a:cubicBezTo>
                    <a:pt x="1294" y="87"/>
                    <a:pt x="1298" y="89"/>
                    <a:pt x="1302" y="90"/>
                  </a:cubicBezTo>
                  <a:cubicBezTo>
                    <a:pt x="1306" y="91"/>
                    <a:pt x="1311" y="91"/>
                    <a:pt x="1315" y="92"/>
                  </a:cubicBezTo>
                  <a:cubicBezTo>
                    <a:pt x="1317" y="85"/>
                    <a:pt x="1319" y="79"/>
                    <a:pt x="1321" y="72"/>
                  </a:cubicBezTo>
                  <a:cubicBezTo>
                    <a:pt x="1322" y="71"/>
                    <a:pt x="1322" y="70"/>
                    <a:pt x="1324" y="69"/>
                  </a:cubicBezTo>
                  <a:cubicBezTo>
                    <a:pt x="1326" y="68"/>
                    <a:pt x="1327" y="68"/>
                    <a:pt x="1329" y="68"/>
                  </a:cubicBezTo>
                  <a:cubicBezTo>
                    <a:pt x="1330" y="68"/>
                    <a:pt x="1332" y="68"/>
                    <a:pt x="1333" y="69"/>
                  </a:cubicBezTo>
                  <a:cubicBezTo>
                    <a:pt x="1334" y="70"/>
                    <a:pt x="1335" y="71"/>
                    <a:pt x="1336" y="72"/>
                  </a:cubicBezTo>
                  <a:cubicBezTo>
                    <a:pt x="1337" y="73"/>
                    <a:pt x="1337" y="75"/>
                    <a:pt x="1337" y="76"/>
                  </a:cubicBezTo>
                  <a:cubicBezTo>
                    <a:pt x="1337" y="82"/>
                    <a:pt x="1337" y="89"/>
                    <a:pt x="1336" y="95"/>
                  </a:cubicBezTo>
                  <a:lnTo>
                    <a:pt x="1353" y="95"/>
                  </a:lnTo>
                  <a:cubicBezTo>
                    <a:pt x="1367" y="95"/>
                    <a:pt x="1366" y="76"/>
                    <a:pt x="1355" y="73"/>
                  </a:cubicBezTo>
                  <a:cubicBezTo>
                    <a:pt x="1331" y="65"/>
                    <a:pt x="1308" y="61"/>
                    <a:pt x="1283" y="59"/>
                  </a:cubicBezTo>
                  <a:cubicBezTo>
                    <a:pt x="1241" y="57"/>
                    <a:pt x="1198" y="61"/>
                    <a:pt x="1155" y="59"/>
                  </a:cubicBezTo>
                  <a:lnTo>
                    <a:pt x="1149" y="59"/>
                  </a:lnTo>
                  <a:cubicBezTo>
                    <a:pt x="1146" y="59"/>
                    <a:pt x="1142" y="59"/>
                    <a:pt x="1139" y="59"/>
                  </a:cubicBezTo>
                  <a:cubicBezTo>
                    <a:pt x="1114" y="59"/>
                    <a:pt x="1090" y="57"/>
                    <a:pt x="1065" y="54"/>
                  </a:cubicBezTo>
                  <a:cubicBezTo>
                    <a:pt x="1053" y="51"/>
                    <a:pt x="1040" y="50"/>
                    <a:pt x="1026" y="48"/>
                  </a:cubicBezTo>
                  <a:cubicBezTo>
                    <a:pt x="863" y="48"/>
                    <a:pt x="701" y="25"/>
                    <a:pt x="537" y="26"/>
                  </a:cubicBezTo>
                  <a:cubicBezTo>
                    <a:pt x="482" y="28"/>
                    <a:pt x="427" y="32"/>
                    <a:pt x="373"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9"/>
            <p:cNvSpPr/>
            <p:nvPr/>
          </p:nvSpPr>
          <p:spPr>
            <a:xfrm>
              <a:off x="1729445" y="-858455"/>
              <a:ext cx="14040" cy="11880"/>
            </a:xfrm>
            <a:custGeom>
              <a:rect b="b" l="l" r="r" t="t"/>
              <a:pathLst>
                <a:path extrusionOk="0" h="33" w="39">
                  <a:moveTo>
                    <a:pt x="14" y="31"/>
                  </a:moveTo>
                  <a:cubicBezTo>
                    <a:pt x="22" y="31"/>
                    <a:pt x="29" y="31"/>
                    <a:pt x="37" y="32"/>
                  </a:cubicBezTo>
                  <a:cubicBezTo>
                    <a:pt x="37" y="22"/>
                    <a:pt x="37" y="13"/>
                    <a:pt x="38" y="2"/>
                  </a:cubicBezTo>
                  <a:cubicBezTo>
                    <a:pt x="26" y="2"/>
                    <a:pt x="13" y="1"/>
                    <a:pt x="0" y="0"/>
                  </a:cubicBezTo>
                  <a:cubicBezTo>
                    <a:pt x="1" y="1"/>
                    <a:pt x="1" y="1"/>
                    <a:pt x="1" y="1"/>
                  </a:cubicBezTo>
                  <a:cubicBezTo>
                    <a:pt x="2" y="2"/>
                    <a:pt x="4" y="3"/>
                    <a:pt x="4" y="4"/>
                  </a:cubicBezTo>
                  <a:lnTo>
                    <a:pt x="5" y="4"/>
                  </a:lnTo>
                  <a:cubicBezTo>
                    <a:pt x="9" y="13"/>
                    <a:pt x="13" y="22"/>
                    <a:pt x="1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9"/>
            <p:cNvSpPr/>
            <p:nvPr/>
          </p:nvSpPr>
          <p:spPr>
            <a:xfrm>
              <a:off x="1549805" y="-860615"/>
              <a:ext cx="9720" cy="4320"/>
            </a:xfrm>
            <a:custGeom>
              <a:rect b="b" l="l" r="r" t="t"/>
              <a:pathLst>
                <a:path extrusionOk="0" h="12" w="27">
                  <a:moveTo>
                    <a:pt x="2" y="9"/>
                  </a:moveTo>
                  <a:lnTo>
                    <a:pt x="21" y="11"/>
                  </a:lnTo>
                  <a:cubicBezTo>
                    <a:pt x="22" y="8"/>
                    <a:pt x="22" y="6"/>
                    <a:pt x="24" y="3"/>
                  </a:cubicBezTo>
                  <a:cubicBezTo>
                    <a:pt x="25" y="2"/>
                    <a:pt x="25" y="2"/>
                    <a:pt x="26" y="1"/>
                  </a:cubicBezTo>
                  <a:lnTo>
                    <a:pt x="0" y="0"/>
                  </a:lnTo>
                  <a:cubicBezTo>
                    <a:pt x="0" y="0"/>
                    <a:pt x="1" y="1"/>
                    <a:pt x="1" y="2"/>
                  </a:cubicBezTo>
                  <a:cubicBezTo>
                    <a:pt x="2" y="3"/>
                    <a:pt x="3" y="5"/>
                    <a:pt x="3" y="7"/>
                  </a:cubicBezTo>
                  <a:lnTo>
                    <a:pt x="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9"/>
            <p:cNvSpPr/>
            <p:nvPr/>
          </p:nvSpPr>
          <p:spPr>
            <a:xfrm>
              <a:off x="1564925" y="-860975"/>
              <a:ext cx="161280" cy="13320"/>
            </a:xfrm>
            <a:custGeom>
              <a:rect b="b" l="l" r="r" t="t"/>
              <a:pathLst>
                <a:path extrusionOk="0" h="37" w="448">
                  <a:moveTo>
                    <a:pt x="4" y="14"/>
                  </a:moveTo>
                  <a:lnTo>
                    <a:pt x="34" y="18"/>
                  </a:lnTo>
                  <a:cubicBezTo>
                    <a:pt x="34" y="17"/>
                    <a:pt x="35" y="16"/>
                    <a:pt x="35" y="15"/>
                  </a:cubicBezTo>
                  <a:cubicBezTo>
                    <a:pt x="36" y="14"/>
                    <a:pt x="37" y="12"/>
                    <a:pt x="38" y="11"/>
                  </a:cubicBezTo>
                  <a:cubicBezTo>
                    <a:pt x="38" y="11"/>
                    <a:pt x="39" y="11"/>
                    <a:pt x="40" y="10"/>
                  </a:cubicBezTo>
                  <a:cubicBezTo>
                    <a:pt x="41" y="9"/>
                    <a:pt x="42" y="8"/>
                    <a:pt x="44" y="8"/>
                  </a:cubicBezTo>
                  <a:cubicBezTo>
                    <a:pt x="46" y="8"/>
                    <a:pt x="47" y="9"/>
                    <a:pt x="49" y="10"/>
                  </a:cubicBezTo>
                  <a:lnTo>
                    <a:pt x="50" y="11"/>
                  </a:lnTo>
                  <a:cubicBezTo>
                    <a:pt x="51" y="12"/>
                    <a:pt x="51" y="12"/>
                    <a:pt x="52" y="13"/>
                  </a:cubicBezTo>
                  <a:cubicBezTo>
                    <a:pt x="53" y="15"/>
                    <a:pt x="54" y="17"/>
                    <a:pt x="54" y="19"/>
                  </a:cubicBezTo>
                  <a:lnTo>
                    <a:pt x="71" y="21"/>
                  </a:lnTo>
                  <a:cubicBezTo>
                    <a:pt x="71" y="19"/>
                    <a:pt x="71" y="17"/>
                    <a:pt x="71" y="14"/>
                  </a:cubicBezTo>
                  <a:cubicBezTo>
                    <a:pt x="71" y="13"/>
                    <a:pt x="71" y="12"/>
                    <a:pt x="72" y="11"/>
                  </a:cubicBezTo>
                  <a:cubicBezTo>
                    <a:pt x="73" y="10"/>
                    <a:pt x="73" y="9"/>
                    <a:pt x="75" y="8"/>
                  </a:cubicBezTo>
                  <a:cubicBezTo>
                    <a:pt x="77" y="7"/>
                    <a:pt x="78" y="7"/>
                    <a:pt x="80" y="7"/>
                  </a:cubicBezTo>
                  <a:cubicBezTo>
                    <a:pt x="81" y="7"/>
                    <a:pt x="83" y="7"/>
                    <a:pt x="84" y="8"/>
                  </a:cubicBezTo>
                  <a:cubicBezTo>
                    <a:pt x="85" y="9"/>
                    <a:pt x="87" y="10"/>
                    <a:pt x="87" y="11"/>
                  </a:cubicBezTo>
                  <a:cubicBezTo>
                    <a:pt x="88" y="12"/>
                    <a:pt x="88" y="13"/>
                    <a:pt x="88" y="14"/>
                  </a:cubicBezTo>
                  <a:cubicBezTo>
                    <a:pt x="88" y="17"/>
                    <a:pt x="88" y="20"/>
                    <a:pt x="88" y="23"/>
                  </a:cubicBezTo>
                  <a:lnTo>
                    <a:pt x="106" y="25"/>
                  </a:lnTo>
                  <a:cubicBezTo>
                    <a:pt x="106" y="24"/>
                    <a:pt x="106" y="22"/>
                    <a:pt x="106" y="20"/>
                  </a:cubicBezTo>
                  <a:cubicBezTo>
                    <a:pt x="106" y="18"/>
                    <a:pt x="106" y="17"/>
                    <a:pt x="107" y="15"/>
                  </a:cubicBezTo>
                  <a:cubicBezTo>
                    <a:pt x="108" y="14"/>
                    <a:pt x="109" y="12"/>
                    <a:pt x="111" y="11"/>
                  </a:cubicBezTo>
                  <a:cubicBezTo>
                    <a:pt x="113" y="10"/>
                    <a:pt x="114" y="10"/>
                    <a:pt x="116" y="10"/>
                  </a:cubicBezTo>
                  <a:cubicBezTo>
                    <a:pt x="117" y="10"/>
                    <a:pt x="119" y="10"/>
                    <a:pt x="121" y="11"/>
                  </a:cubicBezTo>
                  <a:cubicBezTo>
                    <a:pt x="123" y="12"/>
                    <a:pt x="123" y="14"/>
                    <a:pt x="124" y="15"/>
                  </a:cubicBezTo>
                  <a:cubicBezTo>
                    <a:pt x="125" y="17"/>
                    <a:pt x="126" y="18"/>
                    <a:pt x="126" y="20"/>
                  </a:cubicBezTo>
                  <a:cubicBezTo>
                    <a:pt x="126" y="22"/>
                    <a:pt x="126" y="24"/>
                    <a:pt x="126" y="27"/>
                  </a:cubicBezTo>
                  <a:cubicBezTo>
                    <a:pt x="141" y="28"/>
                    <a:pt x="158" y="29"/>
                    <a:pt x="174" y="29"/>
                  </a:cubicBezTo>
                  <a:cubicBezTo>
                    <a:pt x="174" y="28"/>
                    <a:pt x="174" y="26"/>
                    <a:pt x="174" y="25"/>
                  </a:cubicBezTo>
                  <a:cubicBezTo>
                    <a:pt x="174" y="24"/>
                    <a:pt x="174" y="24"/>
                    <a:pt x="174" y="23"/>
                  </a:cubicBezTo>
                  <a:cubicBezTo>
                    <a:pt x="175" y="21"/>
                    <a:pt x="176" y="20"/>
                    <a:pt x="178" y="19"/>
                  </a:cubicBezTo>
                  <a:cubicBezTo>
                    <a:pt x="180" y="18"/>
                    <a:pt x="181" y="18"/>
                    <a:pt x="183" y="18"/>
                  </a:cubicBezTo>
                  <a:cubicBezTo>
                    <a:pt x="184" y="18"/>
                    <a:pt x="186" y="18"/>
                    <a:pt x="188" y="19"/>
                  </a:cubicBezTo>
                  <a:cubicBezTo>
                    <a:pt x="190" y="20"/>
                    <a:pt x="191" y="21"/>
                    <a:pt x="192" y="23"/>
                  </a:cubicBezTo>
                  <a:cubicBezTo>
                    <a:pt x="193" y="24"/>
                    <a:pt x="193" y="24"/>
                    <a:pt x="193" y="25"/>
                  </a:cubicBezTo>
                  <a:cubicBezTo>
                    <a:pt x="193" y="27"/>
                    <a:pt x="193" y="28"/>
                    <a:pt x="193" y="30"/>
                  </a:cubicBezTo>
                  <a:lnTo>
                    <a:pt x="295" y="30"/>
                  </a:lnTo>
                  <a:cubicBezTo>
                    <a:pt x="297" y="29"/>
                    <a:pt x="298" y="29"/>
                    <a:pt x="300" y="29"/>
                  </a:cubicBezTo>
                  <a:cubicBezTo>
                    <a:pt x="301" y="29"/>
                    <a:pt x="303" y="29"/>
                    <a:pt x="304" y="30"/>
                  </a:cubicBezTo>
                  <a:lnTo>
                    <a:pt x="340" y="30"/>
                  </a:lnTo>
                  <a:cubicBezTo>
                    <a:pt x="341" y="29"/>
                    <a:pt x="341" y="28"/>
                    <a:pt x="342" y="27"/>
                  </a:cubicBezTo>
                  <a:cubicBezTo>
                    <a:pt x="342" y="27"/>
                    <a:pt x="342" y="26"/>
                    <a:pt x="343" y="26"/>
                  </a:cubicBezTo>
                  <a:cubicBezTo>
                    <a:pt x="343" y="25"/>
                    <a:pt x="344" y="25"/>
                    <a:pt x="345" y="24"/>
                  </a:cubicBezTo>
                  <a:cubicBezTo>
                    <a:pt x="346" y="23"/>
                    <a:pt x="347" y="23"/>
                    <a:pt x="348" y="23"/>
                  </a:cubicBezTo>
                  <a:cubicBezTo>
                    <a:pt x="349" y="23"/>
                    <a:pt x="350" y="23"/>
                    <a:pt x="351" y="24"/>
                  </a:cubicBezTo>
                  <a:cubicBezTo>
                    <a:pt x="352" y="25"/>
                    <a:pt x="352" y="25"/>
                    <a:pt x="353" y="26"/>
                  </a:cubicBezTo>
                  <a:cubicBezTo>
                    <a:pt x="354" y="27"/>
                    <a:pt x="354" y="29"/>
                    <a:pt x="355" y="30"/>
                  </a:cubicBezTo>
                  <a:cubicBezTo>
                    <a:pt x="365" y="30"/>
                    <a:pt x="374" y="31"/>
                    <a:pt x="385" y="32"/>
                  </a:cubicBezTo>
                  <a:cubicBezTo>
                    <a:pt x="385" y="29"/>
                    <a:pt x="385" y="27"/>
                    <a:pt x="387" y="24"/>
                  </a:cubicBezTo>
                  <a:cubicBezTo>
                    <a:pt x="387" y="23"/>
                    <a:pt x="387" y="22"/>
                    <a:pt x="388" y="21"/>
                  </a:cubicBezTo>
                  <a:cubicBezTo>
                    <a:pt x="388" y="20"/>
                    <a:pt x="390" y="19"/>
                    <a:pt x="391" y="18"/>
                  </a:cubicBezTo>
                  <a:cubicBezTo>
                    <a:pt x="392" y="17"/>
                    <a:pt x="394" y="17"/>
                    <a:pt x="396" y="17"/>
                  </a:cubicBezTo>
                  <a:cubicBezTo>
                    <a:pt x="397" y="17"/>
                    <a:pt x="398" y="17"/>
                    <a:pt x="400" y="18"/>
                  </a:cubicBezTo>
                  <a:cubicBezTo>
                    <a:pt x="401" y="19"/>
                    <a:pt x="403" y="20"/>
                    <a:pt x="404" y="21"/>
                  </a:cubicBezTo>
                  <a:cubicBezTo>
                    <a:pt x="404" y="22"/>
                    <a:pt x="405" y="23"/>
                    <a:pt x="405" y="24"/>
                  </a:cubicBezTo>
                  <a:cubicBezTo>
                    <a:pt x="405" y="28"/>
                    <a:pt x="406" y="31"/>
                    <a:pt x="406" y="35"/>
                  </a:cubicBezTo>
                  <a:lnTo>
                    <a:pt x="427" y="36"/>
                  </a:lnTo>
                  <a:lnTo>
                    <a:pt x="442" y="36"/>
                  </a:lnTo>
                  <a:cubicBezTo>
                    <a:pt x="441" y="32"/>
                    <a:pt x="441" y="28"/>
                    <a:pt x="441" y="24"/>
                  </a:cubicBezTo>
                  <a:cubicBezTo>
                    <a:pt x="441" y="20"/>
                    <a:pt x="441" y="16"/>
                    <a:pt x="442" y="12"/>
                  </a:cubicBezTo>
                  <a:cubicBezTo>
                    <a:pt x="442" y="11"/>
                    <a:pt x="442" y="11"/>
                    <a:pt x="443" y="10"/>
                  </a:cubicBezTo>
                  <a:cubicBezTo>
                    <a:pt x="445" y="8"/>
                    <a:pt x="445" y="7"/>
                    <a:pt x="446" y="6"/>
                  </a:cubicBezTo>
                  <a:lnTo>
                    <a:pt x="447" y="6"/>
                  </a:lnTo>
                  <a:cubicBezTo>
                    <a:pt x="399" y="6"/>
                    <a:pt x="349" y="9"/>
                    <a:pt x="302" y="10"/>
                  </a:cubicBezTo>
                  <a:cubicBezTo>
                    <a:pt x="215" y="10"/>
                    <a:pt x="129" y="0"/>
                    <a:pt x="41" y="1"/>
                  </a:cubicBezTo>
                  <a:cubicBezTo>
                    <a:pt x="27" y="1"/>
                    <a:pt x="13" y="1"/>
                    <a:pt x="0" y="1"/>
                  </a:cubicBezTo>
                  <a:cubicBezTo>
                    <a:pt x="0" y="2"/>
                    <a:pt x="1" y="3"/>
                    <a:pt x="2" y="4"/>
                  </a:cubicBezTo>
                  <a:cubicBezTo>
                    <a:pt x="3" y="6"/>
                    <a:pt x="3" y="8"/>
                    <a:pt x="3" y="10"/>
                  </a:cubicBezTo>
                  <a:lnTo>
                    <a:pt x="3" y="11"/>
                  </a:lnTo>
                  <a:lnTo>
                    <a:pt x="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9"/>
            <p:cNvSpPr/>
            <p:nvPr/>
          </p:nvSpPr>
          <p:spPr>
            <a:xfrm>
              <a:off x="1431365" y="-852335"/>
              <a:ext cx="7920" cy="9000"/>
            </a:xfrm>
            <a:custGeom>
              <a:rect b="b" l="l" r="r" t="t"/>
              <a:pathLst>
                <a:path extrusionOk="0" h="25" w="22">
                  <a:moveTo>
                    <a:pt x="2" y="23"/>
                  </a:moveTo>
                  <a:cubicBezTo>
                    <a:pt x="3" y="24"/>
                    <a:pt x="4" y="24"/>
                    <a:pt x="6" y="24"/>
                  </a:cubicBezTo>
                  <a:cubicBezTo>
                    <a:pt x="7" y="24"/>
                    <a:pt x="8" y="24"/>
                    <a:pt x="9" y="23"/>
                  </a:cubicBezTo>
                  <a:cubicBezTo>
                    <a:pt x="12" y="22"/>
                    <a:pt x="14" y="21"/>
                    <a:pt x="17" y="20"/>
                  </a:cubicBezTo>
                  <a:cubicBezTo>
                    <a:pt x="18" y="19"/>
                    <a:pt x="20" y="18"/>
                    <a:pt x="21" y="17"/>
                  </a:cubicBezTo>
                  <a:cubicBezTo>
                    <a:pt x="20" y="11"/>
                    <a:pt x="19" y="6"/>
                    <a:pt x="18" y="0"/>
                  </a:cubicBezTo>
                  <a:cubicBezTo>
                    <a:pt x="16" y="1"/>
                    <a:pt x="15" y="2"/>
                    <a:pt x="14" y="3"/>
                  </a:cubicBezTo>
                  <a:cubicBezTo>
                    <a:pt x="9" y="6"/>
                    <a:pt x="5" y="8"/>
                    <a:pt x="0" y="9"/>
                  </a:cubicBezTo>
                  <a:cubicBezTo>
                    <a:pt x="0" y="14"/>
                    <a:pt x="1" y="19"/>
                    <a:pt x="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9"/>
            <p:cNvSpPr/>
            <p:nvPr/>
          </p:nvSpPr>
          <p:spPr>
            <a:xfrm>
              <a:off x="1445045" y="-855575"/>
              <a:ext cx="8280" cy="4680"/>
            </a:xfrm>
            <a:custGeom>
              <a:rect b="b" l="l" r="r" t="t"/>
              <a:pathLst>
                <a:path extrusionOk="0" h="13" w="23">
                  <a:moveTo>
                    <a:pt x="0" y="0"/>
                  </a:moveTo>
                  <a:lnTo>
                    <a:pt x="2" y="12"/>
                  </a:lnTo>
                  <a:cubicBezTo>
                    <a:pt x="6" y="9"/>
                    <a:pt x="11" y="6"/>
                    <a:pt x="15" y="4"/>
                  </a:cubicBezTo>
                  <a:cubicBezTo>
                    <a:pt x="17" y="2"/>
                    <a:pt x="20" y="1"/>
                    <a:pt x="22" y="0"/>
                  </a:cubicBezTo>
                  <a:cubicBezTo>
                    <a:pt x="18" y="0"/>
                    <a:pt x="15" y="0"/>
                    <a:pt x="11" y="0"/>
                  </a:cubicBezTo>
                  <a:cubicBezTo>
                    <a:pt x="7" y="0"/>
                    <a:pt x="4"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9"/>
            <p:cNvSpPr/>
            <p:nvPr/>
          </p:nvSpPr>
          <p:spPr>
            <a:xfrm>
              <a:off x="1461245" y="-860615"/>
              <a:ext cx="9720" cy="3240"/>
            </a:xfrm>
            <a:custGeom>
              <a:rect b="b" l="l" r="r" t="t"/>
              <a:pathLst>
                <a:path extrusionOk="0" h="9" w="27">
                  <a:moveTo>
                    <a:pt x="0" y="6"/>
                  </a:moveTo>
                  <a:lnTo>
                    <a:pt x="0" y="8"/>
                  </a:lnTo>
                  <a:cubicBezTo>
                    <a:pt x="9" y="8"/>
                    <a:pt x="17" y="8"/>
                    <a:pt x="26" y="7"/>
                  </a:cubicBezTo>
                  <a:cubicBezTo>
                    <a:pt x="26" y="6"/>
                    <a:pt x="26" y="4"/>
                    <a:pt x="26" y="3"/>
                  </a:cubicBezTo>
                  <a:lnTo>
                    <a:pt x="3" y="0"/>
                  </a:lnTo>
                  <a:cubicBezTo>
                    <a:pt x="3" y="2"/>
                    <a:pt x="2" y="3"/>
                    <a:pt x="1"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9"/>
            <p:cNvSpPr/>
            <p:nvPr/>
          </p:nvSpPr>
          <p:spPr>
            <a:xfrm>
              <a:off x="1459805" y="-869975"/>
              <a:ext cx="10800" cy="10800"/>
            </a:xfrm>
            <a:custGeom>
              <a:rect b="b" l="l" r="r" t="t"/>
              <a:pathLst>
                <a:path extrusionOk="0" h="30" w="30">
                  <a:moveTo>
                    <a:pt x="6" y="26"/>
                  </a:moveTo>
                  <a:lnTo>
                    <a:pt x="29" y="29"/>
                  </a:lnTo>
                  <a:lnTo>
                    <a:pt x="29" y="27"/>
                  </a:lnTo>
                  <a:cubicBezTo>
                    <a:pt x="28" y="20"/>
                    <a:pt x="25" y="13"/>
                    <a:pt x="22" y="7"/>
                  </a:cubicBezTo>
                  <a:cubicBezTo>
                    <a:pt x="21" y="5"/>
                    <a:pt x="20" y="4"/>
                    <a:pt x="19" y="2"/>
                  </a:cubicBezTo>
                  <a:cubicBezTo>
                    <a:pt x="18" y="1"/>
                    <a:pt x="17" y="1"/>
                    <a:pt x="16" y="0"/>
                  </a:cubicBezTo>
                  <a:cubicBezTo>
                    <a:pt x="11" y="0"/>
                    <a:pt x="6" y="2"/>
                    <a:pt x="1" y="3"/>
                  </a:cubicBezTo>
                  <a:lnTo>
                    <a:pt x="0" y="4"/>
                  </a:lnTo>
                  <a:cubicBezTo>
                    <a:pt x="0" y="5"/>
                    <a:pt x="0" y="5"/>
                    <a:pt x="0" y="5"/>
                  </a:cubicBezTo>
                  <a:cubicBezTo>
                    <a:pt x="2" y="7"/>
                    <a:pt x="3" y="8"/>
                    <a:pt x="4" y="10"/>
                  </a:cubicBezTo>
                  <a:cubicBezTo>
                    <a:pt x="6" y="13"/>
                    <a:pt x="7" y="17"/>
                    <a:pt x="7" y="20"/>
                  </a:cubicBezTo>
                  <a:cubicBezTo>
                    <a:pt x="7" y="22"/>
                    <a:pt x="7" y="24"/>
                    <a:pt x="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9"/>
            <p:cNvSpPr/>
            <p:nvPr/>
          </p:nvSpPr>
          <p:spPr>
            <a:xfrm>
              <a:off x="1472765" y="-859175"/>
              <a:ext cx="7920" cy="1440"/>
            </a:xfrm>
            <a:custGeom>
              <a:rect b="b" l="l" r="r" t="t"/>
              <a:pathLst>
                <a:path extrusionOk="0" h="4" w="22">
                  <a:moveTo>
                    <a:pt x="21" y="3"/>
                  </a:moveTo>
                  <a:lnTo>
                    <a:pt x="0" y="0"/>
                  </a:lnTo>
                  <a:cubicBezTo>
                    <a:pt x="1" y="0"/>
                    <a:pt x="1" y="1"/>
                    <a:pt x="1" y="1"/>
                  </a:cubicBezTo>
                  <a:cubicBezTo>
                    <a:pt x="1" y="2"/>
                    <a:pt x="2" y="2"/>
                    <a:pt x="2"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9"/>
            <p:cNvSpPr/>
            <p:nvPr/>
          </p:nvSpPr>
          <p:spPr>
            <a:xfrm>
              <a:off x="1472405" y="-868175"/>
              <a:ext cx="10440" cy="10080"/>
            </a:xfrm>
            <a:custGeom>
              <a:rect b="b" l="l" r="r" t="t"/>
              <a:pathLst>
                <a:path extrusionOk="0" h="28" w="29">
                  <a:moveTo>
                    <a:pt x="28" y="27"/>
                  </a:moveTo>
                  <a:cubicBezTo>
                    <a:pt x="25" y="14"/>
                    <a:pt x="18" y="0"/>
                    <a:pt x="5" y="10"/>
                  </a:cubicBezTo>
                  <a:cubicBezTo>
                    <a:pt x="4" y="11"/>
                    <a:pt x="3" y="12"/>
                    <a:pt x="2" y="13"/>
                  </a:cubicBezTo>
                  <a:cubicBezTo>
                    <a:pt x="1" y="15"/>
                    <a:pt x="0" y="17"/>
                    <a:pt x="0" y="19"/>
                  </a:cubicBezTo>
                  <a:cubicBezTo>
                    <a:pt x="0" y="21"/>
                    <a:pt x="0" y="22"/>
                    <a:pt x="1" y="24"/>
                  </a:cubicBezTo>
                  <a:lnTo>
                    <a:pt x="22" y="27"/>
                  </a:lnTo>
                  <a:lnTo>
                    <a:pt x="28"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9"/>
            <p:cNvSpPr/>
            <p:nvPr/>
          </p:nvSpPr>
          <p:spPr>
            <a:xfrm>
              <a:off x="1513445" y="-864575"/>
              <a:ext cx="3240" cy="720"/>
            </a:xfrm>
            <a:custGeom>
              <a:rect b="b" l="l" r="r" t="t"/>
              <a:pathLst>
                <a:path extrusionOk="0" h="2" w="9">
                  <a:moveTo>
                    <a:pt x="0" y="1"/>
                  </a:moveTo>
                  <a:lnTo>
                    <a:pt x="8" y="1"/>
                  </a:lnTo>
                  <a:cubicBezTo>
                    <a:pt x="6" y="1"/>
                    <a:pt x="5" y="0"/>
                    <a:pt x="4" y="0"/>
                  </a:cubicBezTo>
                  <a:cubicBezTo>
                    <a:pt x="3" y="0"/>
                    <a:pt x="1"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9"/>
            <p:cNvSpPr/>
            <p:nvPr/>
          </p:nvSpPr>
          <p:spPr>
            <a:xfrm>
              <a:off x="1509125" y="-863855"/>
              <a:ext cx="10440" cy="6840"/>
            </a:xfrm>
            <a:custGeom>
              <a:rect b="b" l="l" r="r" t="t"/>
              <a:pathLst>
                <a:path extrusionOk="0" h="19" w="29">
                  <a:moveTo>
                    <a:pt x="28" y="14"/>
                  </a:moveTo>
                  <a:cubicBezTo>
                    <a:pt x="28" y="13"/>
                    <a:pt x="28" y="13"/>
                    <a:pt x="28" y="12"/>
                  </a:cubicBezTo>
                  <a:cubicBezTo>
                    <a:pt x="28" y="10"/>
                    <a:pt x="27" y="8"/>
                    <a:pt x="26" y="5"/>
                  </a:cubicBezTo>
                  <a:cubicBezTo>
                    <a:pt x="25" y="3"/>
                    <a:pt x="23" y="2"/>
                    <a:pt x="21" y="0"/>
                  </a:cubicBezTo>
                  <a:lnTo>
                    <a:pt x="20" y="0"/>
                  </a:lnTo>
                  <a:lnTo>
                    <a:pt x="12" y="0"/>
                  </a:lnTo>
                  <a:cubicBezTo>
                    <a:pt x="10" y="0"/>
                    <a:pt x="8" y="0"/>
                    <a:pt x="6" y="1"/>
                  </a:cubicBezTo>
                  <a:cubicBezTo>
                    <a:pt x="4" y="3"/>
                    <a:pt x="4" y="4"/>
                    <a:pt x="2" y="6"/>
                  </a:cubicBezTo>
                  <a:cubicBezTo>
                    <a:pt x="0" y="8"/>
                    <a:pt x="0" y="10"/>
                    <a:pt x="0" y="13"/>
                  </a:cubicBezTo>
                  <a:lnTo>
                    <a:pt x="0" y="14"/>
                  </a:lnTo>
                  <a:cubicBezTo>
                    <a:pt x="0" y="16"/>
                    <a:pt x="0" y="17"/>
                    <a:pt x="0" y="18"/>
                  </a:cubicBezTo>
                  <a:lnTo>
                    <a:pt x="27" y="18"/>
                  </a:lnTo>
                  <a:cubicBezTo>
                    <a:pt x="27" y="18"/>
                    <a:pt x="28" y="15"/>
                    <a:pt x="28"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9"/>
            <p:cNvSpPr/>
            <p:nvPr/>
          </p:nvSpPr>
          <p:spPr>
            <a:xfrm>
              <a:off x="1543685" y="-862415"/>
              <a:ext cx="6120" cy="1800"/>
            </a:xfrm>
            <a:custGeom>
              <a:rect b="b" l="l" r="r" t="t"/>
              <a:pathLst>
                <a:path extrusionOk="0" h="5" w="17">
                  <a:moveTo>
                    <a:pt x="0" y="3"/>
                  </a:moveTo>
                  <a:lnTo>
                    <a:pt x="16" y="4"/>
                  </a:lnTo>
                  <a:cubicBezTo>
                    <a:pt x="16" y="3"/>
                    <a:pt x="15" y="3"/>
                    <a:pt x="14" y="2"/>
                  </a:cubicBezTo>
                  <a:cubicBezTo>
                    <a:pt x="12" y="1"/>
                    <a:pt x="10" y="0"/>
                    <a:pt x="8" y="0"/>
                  </a:cubicBezTo>
                  <a:cubicBezTo>
                    <a:pt x="5" y="0"/>
                    <a:pt x="3" y="1"/>
                    <a:pt x="1" y="2"/>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9"/>
            <p:cNvSpPr/>
            <p:nvPr/>
          </p:nvSpPr>
          <p:spPr>
            <a:xfrm>
              <a:off x="1541525" y="-860975"/>
              <a:ext cx="9360" cy="3960"/>
            </a:xfrm>
            <a:custGeom>
              <a:rect b="b" l="l" r="r" t="t"/>
              <a:pathLst>
                <a:path extrusionOk="0" h="11" w="26">
                  <a:moveTo>
                    <a:pt x="0" y="9"/>
                  </a:moveTo>
                  <a:lnTo>
                    <a:pt x="25" y="10"/>
                  </a:lnTo>
                  <a:cubicBezTo>
                    <a:pt x="25" y="10"/>
                    <a:pt x="25" y="9"/>
                    <a:pt x="25" y="8"/>
                  </a:cubicBezTo>
                  <a:cubicBezTo>
                    <a:pt x="25" y="6"/>
                    <a:pt x="24" y="4"/>
                    <a:pt x="23" y="3"/>
                  </a:cubicBezTo>
                  <a:cubicBezTo>
                    <a:pt x="23" y="2"/>
                    <a:pt x="22" y="1"/>
                    <a:pt x="22" y="1"/>
                  </a:cubicBezTo>
                  <a:lnTo>
                    <a:pt x="6" y="0"/>
                  </a:lnTo>
                  <a:cubicBezTo>
                    <a:pt x="4" y="1"/>
                    <a:pt x="3" y="2"/>
                    <a:pt x="2" y="4"/>
                  </a:cubicBezTo>
                  <a:cubicBezTo>
                    <a:pt x="1" y="6"/>
                    <a:pt x="0" y="7"/>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9"/>
            <p:cNvSpPr/>
            <p:nvPr/>
          </p:nvSpPr>
          <p:spPr>
            <a:xfrm>
              <a:off x="1558805" y="-861695"/>
              <a:ext cx="6840" cy="1800"/>
            </a:xfrm>
            <a:custGeom>
              <a:rect b="b" l="l" r="r" t="t"/>
              <a:pathLst>
                <a:path extrusionOk="0" h="5" w="19">
                  <a:moveTo>
                    <a:pt x="15" y="3"/>
                  </a:moveTo>
                  <a:cubicBezTo>
                    <a:pt x="15" y="2"/>
                    <a:pt x="15" y="2"/>
                    <a:pt x="14" y="1"/>
                  </a:cubicBezTo>
                  <a:cubicBezTo>
                    <a:pt x="12" y="0"/>
                    <a:pt x="10" y="0"/>
                    <a:pt x="8" y="0"/>
                  </a:cubicBezTo>
                  <a:cubicBezTo>
                    <a:pt x="6" y="0"/>
                    <a:pt x="5" y="0"/>
                    <a:pt x="3" y="1"/>
                  </a:cubicBezTo>
                  <a:cubicBezTo>
                    <a:pt x="2" y="2"/>
                    <a:pt x="0" y="3"/>
                    <a:pt x="0" y="4"/>
                  </a:cubicBezTo>
                  <a:lnTo>
                    <a:pt x="18" y="4"/>
                  </a:lnTo>
                  <a:cubicBezTo>
                    <a:pt x="17" y="4"/>
                    <a:pt x="16" y="3"/>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9"/>
            <p:cNvSpPr/>
            <p:nvPr/>
          </p:nvSpPr>
          <p:spPr>
            <a:xfrm>
              <a:off x="1557005" y="-859895"/>
              <a:ext cx="9720" cy="4320"/>
            </a:xfrm>
            <a:custGeom>
              <a:rect b="b" l="l" r="r" t="t"/>
              <a:pathLst>
                <a:path extrusionOk="0" h="12" w="27">
                  <a:moveTo>
                    <a:pt x="26" y="11"/>
                  </a:moveTo>
                  <a:lnTo>
                    <a:pt x="26" y="9"/>
                  </a:lnTo>
                  <a:cubicBezTo>
                    <a:pt x="26" y="7"/>
                    <a:pt x="26" y="4"/>
                    <a:pt x="25" y="3"/>
                  </a:cubicBezTo>
                  <a:cubicBezTo>
                    <a:pt x="24" y="2"/>
                    <a:pt x="24" y="1"/>
                    <a:pt x="23" y="0"/>
                  </a:cubicBezTo>
                  <a:lnTo>
                    <a:pt x="5" y="0"/>
                  </a:lnTo>
                  <a:cubicBezTo>
                    <a:pt x="4" y="1"/>
                    <a:pt x="4" y="1"/>
                    <a:pt x="3" y="2"/>
                  </a:cubicBezTo>
                  <a:cubicBezTo>
                    <a:pt x="2" y="4"/>
                    <a:pt x="1" y="7"/>
                    <a:pt x="0" y="9"/>
                  </a:cubicBezTo>
                  <a:lnTo>
                    <a:pt x="26"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9"/>
            <p:cNvSpPr/>
            <p:nvPr/>
          </p:nvSpPr>
          <p:spPr>
            <a:xfrm>
              <a:off x="1577165" y="-857735"/>
              <a:ext cx="7200" cy="4680"/>
            </a:xfrm>
            <a:custGeom>
              <a:rect b="b" l="l" r="r" t="t"/>
              <a:pathLst>
                <a:path extrusionOk="0" h="13" w="20">
                  <a:moveTo>
                    <a:pt x="16" y="3"/>
                  </a:moveTo>
                  <a:cubicBezTo>
                    <a:pt x="16" y="2"/>
                    <a:pt x="16" y="1"/>
                    <a:pt x="15" y="1"/>
                  </a:cubicBezTo>
                  <a:cubicBezTo>
                    <a:pt x="13" y="0"/>
                    <a:pt x="12" y="0"/>
                    <a:pt x="10" y="0"/>
                  </a:cubicBezTo>
                  <a:cubicBezTo>
                    <a:pt x="8" y="0"/>
                    <a:pt x="7" y="1"/>
                    <a:pt x="6" y="1"/>
                  </a:cubicBezTo>
                  <a:cubicBezTo>
                    <a:pt x="5" y="2"/>
                    <a:pt x="4" y="2"/>
                    <a:pt x="4" y="3"/>
                  </a:cubicBezTo>
                  <a:cubicBezTo>
                    <a:pt x="3" y="4"/>
                    <a:pt x="2" y="5"/>
                    <a:pt x="1" y="7"/>
                  </a:cubicBezTo>
                  <a:cubicBezTo>
                    <a:pt x="1" y="8"/>
                    <a:pt x="0" y="8"/>
                    <a:pt x="0" y="9"/>
                  </a:cubicBezTo>
                  <a:lnTo>
                    <a:pt x="19" y="12"/>
                  </a:lnTo>
                  <a:cubicBezTo>
                    <a:pt x="19" y="9"/>
                    <a:pt x="18" y="6"/>
                    <a:pt x="1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9"/>
            <p:cNvSpPr/>
            <p:nvPr/>
          </p:nvSpPr>
          <p:spPr>
            <a:xfrm>
              <a:off x="1429925" y="-849095"/>
              <a:ext cx="2520" cy="5400"/>
            </a:xfrm>
            <a:custGeom>
              <a:rect b="b" l="l" r="r" t="t"/>
              <a:pathLst>
                <a:path extrusionOk="0" h="15" w="7">
                  <a:moveTo>
                    <a:pt x="3" y="1"/>
                  </a:moveTo>
                  <a:cubicBezTo>
                    <a:pt x="2" y="1"/>
                    <a:pt x="2" y="2"/>
                    <a:pt x="1" y="3"/>
                  </a:cubicBezTo>
                  <a:cubicBezTo>
                    <a:pt x="0" y="4"/>
                    <a:pt x="0" y="5"/>
                    <a:pt x="0" y="7"/>
                  </a:cubicBezTo>
                  <a:cubicBezTo>
                    <a:pt x="0" y="8"/>
                    <a:pt x="0" y="10"/>
                    <a:pt x="1" y="11"/>
                  </a:cubicBezTo>
                  <a:cubicBezTo>
                    <a:pt x="2" y="12"/>
                    <a:pt x="3" y="13"/>
                    <a:pt x="4" y="14"/>
                  </a:cubicBezTo>
                  <a:cubicBezTo>
                    <a:pt x="5" y="14"/>
                    <a:pt x="5" y="14"/>
                    <a:pt x="6" y="14"/>
                  </a:cubicBezTo>
                  <a:cubicBezTo>
                    <a:pt x="6" y="10"/>
                    <a:pt x="4" y="5"/>
                    <a:pt x="3"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9"/>
            <p:cNvSpPr/>
            <p:nvPr/>
          </p:nvSpPr>
          <p:spPr>
            <a:xfrm>
              <a:off x="1590485" y="-858095"/>
              <a:ext cx="6840" cy="6480"/>
            </a:xfrm>
            <a:custGeom>
              <a:rect b="b" l="l" r="r" t="t"/>
              <a:pathLst>
                <a:path extrusionOk="0" h="18" w="19">
                  <a:moveTo>
                    <a:pt x="18" y="8"/>
                  </a:moveTo>
                  <a:cubicBezTo>
                    <a:pt x="17" y="7"/>
                    <a:pt x="16" y="6"/>
                    <a:pt x="16" y="5"/>
                  </a:cubicBezTo>
                  <a:cubicBezTo>
                    <a:pt x="15" y="3"/>
                    <a:pt x="15" y="2"/>
                    <a:pt x="13" y="1"/>
                  </a:cubicBezTo>
                  <a:cubicBezTo>
                    <a:pt x="11" y="0"/>
                    <a:pt x="10" y="0"/>
                    <a:pt x="9" y="0"/>
                  </a:cubicBezTo>
                  <a:cubicBezTo>
                    <a:pt x="7" y="0"/>
                    <a:pt x="6" y="0"/>
                    <a:pt x="4" y="1"/>
                  </a:cubicBezTo>
                  <a:cubicBezTo>
                    <a:pt x="2" y="2"/>
                    <a:pt x="2" y="3"/>
                    <a:pt x="1" y="5"/>
                  </a:cubicBezTo>
                  <a:cubicBezTo>
                    <a:pt x="1" y="5"/>
                    <a:pt x="0" y="7"/>
                    <a:pt x="0" y="8"/>
                  </a:cubicBezTo>
                  <a:cubicBezTo>
                    <a:pt x="0" y="10"/>
                    <a:pt x="0" y="12"/>
                    <a:pt x="0" y="15"/>
                  </a:cubicBezTo>
                  <a:lnTo>
                    <a:pt x="18" y="17"/>
                  </a:lnTo>
                  <a:cubicBezTo>
                    <a:pt x="17" y="14"/>
                    <a:pt x="18" y="11"/>
                    <a:pt x="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9"/>
            <p:cNvSpPr/>
            <p:nvPr/>
          </p:nvSpPr>
          <p:spPr>
            <a:xfrm>
              <a:off x="1603085" y="-856655"/>
              <a:ext cx="7560" cy="6480"/>
            </a:xfrm>
            <a:custGeom>
              <a:rect b="b" l="l" r="r" t="t"/>
              <a:pathLst>
                <a:path extrusionOk="0" h="18" w="21">
                  <a:moveTo>
                    <a:pt x="19" y="9"/>
                  </a:moveTo>
                  <a:cubicBezTo>
                    <a:pt x="19" y="8"/>
                    <a:pt x="19" y="6"/>
                    <a:pt x="18" y="4"/>
                  </a:cubicBezTo>
                  <a:cubicBezTo>
                    <a:pt x="17" y="2"/>
                    <a:pt x="16" y="2"/>
                    <a:pt x="14" y="1"/>
                  </a:cubicBezTo>
                  <a:cubicBezTo>
                    <a:pt x="12" y="0"/>
                    <a:pt x="10" y="0"/>
                    <a:pt x="9" y="0"/>
                  </a:cubicBezTo>
                  <a:cubicBezTo>
                    <a:pt x="7" y="0"/>
                    <a:pt x="7" y="0"/>
                    <a:pt x="5" y="1"/>
                  </a:cubicBezTo>
                  <a:cubicBezTo>
                    <a:pt x="3" y="2"/>
                    <a:pt x="2" y="2"/>
                    <a:pt x="1" y="4"/>
                  </a:cubicBezTo>
                  <a:cubicBezTo>
                    <a:pt x="0" y="6"/>
                    <a:pt x="0" y="8"/>
                    <a:pt x="0" y="9"/>
                  </a:cubicBezTo>
                  <a:cubicBezTo>
                    <a:pt x="0" y="11"/>
                    <a:pt x="0" y="13"/>
                    <a:pt x="0" y="15"/>
                  </a:cubicBezTo>
                  <a:lnTo>
                    <a:pt x="19" y="17"/>
                  </a:lnTo>
                  <a:cubicBezTo>
                    <a:pt x="20" y="14"/>
                    <a:pt x="20" y="12"/>
                    <a:pt x="19"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9"/>
            <p:cNvSpPr/>
            <p:nvPr/>
          </p:nvSpPr>
          <p:spPr>
            <a:xfrm>
              <a:off x="1627925" y="-854135"/>
              <a:ext cx="7200" cy="5040"/>
            </a:xfrm>
            <a:custGeom>
              <a:rect b="b" l="l" r="r" t="t"/>
              <a:pathLst>
                <a:path extrusionOk="0" h="14" w="20">
                  <a:moveTo>
                    <a:pt x="19" y="13"/>
                  </a:moveTo>
                  <a:cubicBezTo>
                    <a:pt x="19" y="11"/>
                    <a:pt x="19" y="9"/>
                    <a:pt x="19" y="8"/>
                  </a:cubicBezTo>
                  <a:cubicBezTo>
                    <a:pt x="19" y="7"/>
                    <a:pt x="19" y="6"/>
                    <a:pt x="18" y="5"/>
                  </a:cubicBezTo>
                  <a:cubicBezTo>
                    <a:pt x="17" y="4"/>
                    <a:pt x="17" y="3"/>
                    <a:pt x="15" y="2"/>
                  </a:cubicBezTo>
                  <a:cubicBezTo>
                    <a:pt x="13" y="1"/>
                    <a:pt x="11" y="0"/>
                    <a:pt x="10" y="0"/>
                  </a:cubicBezTo>
                  <a:cubicBezTo>
                    <a:pt x="8" y="0"/>
                    <a:pt x="6" y="1"/>
                    <a:pt x="4" y="2"/>
                  </a:cubicBezTo>
                  <a:cubicBezTo>
                    <a:pt x="2" y="3"/>
                    <a:pt x="2" y="4"/>
                    <a:pt x="1" y="5"/>
                  </a:cubicBezTo>
                  <a:cubicBezTo>
                    <a:pt x="0" y="6"/>
                    <a:pt x="0" y="7"/>
                    <a:pt x="0" y="8"/>
                  </a:cubicBezTo>
                  <a:cubicBezTo>
                    <a:pt x="0" y="9"/>
                    <a:pt x="0" y="10"/>
                    <a:pt x="0" y="12"/>
                  </a:cubicBezTo>
                  <a:lnTo>
                    <a:pt x="9" y="12"/>
                  </a:lnTo>
                  <a:lnTo>
                    <a:pt x="19"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9"/>
            <p:cNvSpPr/>
            <p:nvPr/>
          </p:nvSpPr>
          <p:spPr>
            <a:xfrm>
              <a:off x="1671485" y="-849815"/>
              <a:ext cx="3600" cy="720"/>
            </a:xfrm>
            <a:custGeom>
              <a:rect b="b" l="l" r="r" t="t"/>
              <a:pathLst>
                <a:path extrusionOk="0" h="2" w="10">
                  <a:moveTo>
                    <a:pt x="0" y="1"/>
                  </a:moveTo>
                  <a:lnTo>
                    <a:pt x="9" y="1"/>
                  </a:lnTo>
                  <a:cubicBezTo>
                    <a:pt x="8" y="1"/>
                    <a:pt x="6" y="0"/>
                    <a:pt x="5" y="0"/>
                  </a:cubicBezTo>
                  <a:cubicBezTo>
                    <a:pt x="3" y="0"/>
                    <a:pt x="2"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9"/>
            <p:cNvSpPr/>
            <p:nvPr/>
          </p:nvSpPr>
          <p:spPr>
            <a:xfrm>
              <a:off x="1687685" y="-851615"/>
              <a:ext cx="5400" cy="2880"/>
            </a:xfrm>
            <a:custGeom>
              <a:rect b="b" l="l" r="r" t="t"/>
              <a:pathLst>
                <a:path extrusionOk="0" h="8" w="15">
                  <a:moveTo>
                    <a:pt x="14" y="7"/>
                  </a:moveTo>
                  <a:cubicBezTo>
                    <a:pt x="14" y="6"/>
                    <a:pt x="13" y="4"/>
                    <a:pt x="12" y="3"/>
                  </a:cubicBezTo>
                  <a:cubicBezTo>
                    <a:pt x="12" y="2"/>
                    <a:pt x="11" y="1"/>
                    <a:pt x="10" y="1"/>
                  </a:cubicBezTo>
                  <a:cubicBezTo>
                    <a:pt x="9" y="0"/>
                    <a:pt x="8" y="0"/>
                    <a:pt x="7" y="0"/>
                  </a:cubicBezTo>
                  <a:cubicBezTo>
                    <a:pt x="6" y="0"/>
                    <a:pt x="5" y="0"/>
                    <a:pt x="4" y="1"/>
                  </a:cubicBezTo>
                  <a:cubicBezTo>
                    <a:pt x="3" y="1"/>
                    <a:pt x="3" y="2"/>
                    <a:pt x="2" y="3"/>
                  </a:cubicBezTo>
                  <a:lnTo>
                    <a:pt x="1" y="4"/>
                  </a:lnTo>
                  <a:cubicBezTo>
                    <a:pt x="1" y="5"/>
                    <a:pt x="0" y="6"/>
                    <a:pt x="0" y="7"/>
                  </a:cubicBezTo>
                  <a:lnTo>
                    <a:pt x="2" y="7"/>
                  </a:lnTo>
                  <a:lnTo>
                    <a:pt x="14"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9"/>
            <p:cNvSpPr/>
            <p:nvPr/>
          </p:nvSpPr>
          <p:spPr>
            <a:xfrm>
              <a:off x="1703885" y="-854135"/>
              <a:ext cx="7920" cy="6480"/>
            </a:xfrm>
            <a:custGeom>
              <a:rect b="b" l="l" r="r" t="t"/>
              <a:pathLst>
                <a:path extrusionOk="0" h="18" w="22">
                  <a:moveTo>
                    <a:pt x="20" y="7"/>
                  </a:moveTo>
                  <a:cubicBezTo>
                    <a:pt x="20" y="6"/>
                    <a:pt x="19" y="5"/>
                    <a:pt x="19" y="5"/>
                  </a:cubicBezTo>
                  <a:cubicBezTo>
                    <a:pt x="18" y="3"/>
                    <a:pt x="17" y="2"/>
                    <a:pt x="15" y="1"/>
                  </a:cubicBezTo>
                  <a:cubicBezTo>
                    <a:pt x="13" y="0"/>
                    <a:pt x="12" y="0"/>
                    <a:pt x="11" y="0"/>
                  </a:cubicBezTo>
                  <a:cubicBezTo>
                    <a:pt x="9" y="0"/>
                    <a:pt x="7" y="0"/>
                    <a:pt x="6" y="1"/>
                  </a:cubicBezTo>
                  <a:cubicBezTo>
                    <a:pt x="5" y="2"/>
                    <a:pt x="4" y="3"/>
                    <a:pt x="3" y="5"/>
                  </a:cubicBezTo>
                  <a:cubicBezTo>
                    <a:pt x="3" y="6"/>
                    <a:pt x="2" y="6"/>
                    <a:pt x="2" y="7"/>
                  </a:cubicBezTo>
                  <a:cubicBezTo>
                    <a:pt x="2" y="10"/>
                    <a:pt x="2" y="13"/>
                    <a:pt x="0" y="15"/>
                  </a:cubicBezTo>
                  <a:lnTo>
                    <a:pt x="21" y="17"/>
                  </a:lnTo>
                  <a:cubicBezTo>
                    <a:pt x="21" y="14"/>
                    <a:pt x="20" y="11"/>
                    <a:pt x="2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9"/>
            <p:cNvSpPr/>
            <p:nvPr/>
          </p:nvSpPr>
          <p:spPr>
            <a:xfrm>
              <a:off x="1726565" y="-858455"/>
              <a:ext cx="3600" cy="720"/>
            </a:xfrm>
            <a:custGeom>
              <a:rect b="b" l="l" r="r" t="t"/>
              <a:pathLst>
                <a:path extrusionOk="0" h="2" w="10">
                  <a:moveTo>
                    <a:pt x="0" y="1"/>
                  </a:moveTo>
                  <a:lnTo>
                    <a:pt x="9" y="1"/>
                  </a:lnTo>
                  <a:cubicBezTo>
                    <a:pt x="7" y="0"/>
                    <a:pt x="5" y="0"/>
                    <a:pt x="4" y="0"/>
                  </a:cubicBezTo>
                  <a:cubicBezTo>
                    <a:pt x="2"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9"/>
            <p:cNvSpPr/>
            <p:nvPr/>
          </p:nvSpPr>
          <p:spPr>
            <a:xfrm>
              <a:off x="1724405" y="-847295"/>
              <a:ext cx="10440" cy="1080"/>
            </a:xfrm>
            <a:custGeom>
              <a:rect b="b" l="l" r="r" t="t"/>
              <a:pathLst>
                <a:path extrusionOk="0" h="3" w="29">
                  <a:moveTo>
                    <a:pt x="18" y="1"/>
                  </a:moveTo>
                  <a:lnTo>
                    <a:pt x="28" y="1"/>
                  </a:lnTo>
                  <a:lnTo>
                    <a:pt x="28" y="0"/>
                  </a:lnTo>
                  <a:cubicBezTo>
                    <a:pt x="22" y="0"/>
                    <a:pt x="17" y="0"/>
                    <a:pt x="11" y="0"/>
                  </a:cubicBezTo>
                  <a:lnTo>
                    <a:pt x="0" y="0"/>
                  </a:lnTo>
                  <a:cubicBezTo>
                    <a:pt x="6" y="1"/>
                    <a:pt x="12" y="2"/>
                    <a:pt x="1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9"/>
            <p:cNvSpPr/>
            <p:nvPr/>
          </p:nvSpPr>
          <p:spPr>
            <a:xfrm>
              <a:off x="1724045" y="-858095"/>
              <a:ext cx="10800" cy="11160"/>
            </a:xfrm>
            <a:custGeom>
              <a:rect b="b" l="l" r="r" t="t"/>
              <a:pathLst>
                <a:path extrusionOk="0" h="31" w="30">
                  <a:moveTo>
                    <a:pt x="1" y="6"/>
                  </a:moveTo>
                  <a:cubicBezTo>
                    <a:pt x="1" y="10"/>
                    <a:pt x="0" y="14"/>
                    <a:pt x="0" y="18"/>
                  </a:cubicBezTo>
                  <a:cubicBezTo>
                    <a:pt x="0" y="22"/>
                    <a:pt x="1" y="26"/>
                    <a:pt x="1" y="30"/>
                  </a:cubicBezTo>
                  <a:lnTo>
                    <a:pt x="11" y="30"/>
                  </a:lnTo>
                  <a:cubicBezTo>
                    <a:pt x="18" y="30"/>
                    <a:pt x="23" y="30"/>
                    <a:pt x="29" y="30"/>
                  </a:cubicBezTo>
                  <a:cubicBezTo>
                    <a:pt x="28" y="21"/>
                    <a:pt x="24" y="11"/>
                    <a:pt x="20" y="3"/>
                  </a:cubicBezTo>
                  <a:cubicBezTo>
                    <a:pt x="19" y="2"/>
                    <a:pt x="18" y="1"/>
                    <a:pt x="16" y="0"/>
                  </a:cubicBezTo>
                  <a:lnTo>
                    <a:pt x="7" y="0"/>
                  </a:lnTo>
                  <a:cubicBezTo>
                    <a:pt x="6" y="0"/>
                    <a:pt x="6" y="0"/>
                    <a:pt x="5" y="0"/>
                  </a:cubicBezTo>
                  <a:cubicBezTo>
                    <a:pt x="4" y="1"/>
                    <a:pt x="3" y="2"/>
                    <a:pt x="2" y="3"/>
                  </a:cubicBezTo>
                  <a:cubicBezTo>
                    <a:pt x="2" y="4"/>
                    <a:pt x="1"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9"/>
            <p:cNvSpPr/>
            <p:nvPr/>
          </p:nvSpPr>
          <p:spPr>
            <a:xfrm>
              <a:off x="1743125" y="-862775"/>
              <a:ext cx="7560" cy="6120"/>
            </a:xfrm>
            <a:custGeom>
              <a:rect b="b" l="l" r="r" t="t"/>
              <a:pathLst>
                <a:path extrusionOk="0" h="17" w="21">
                  <a:moveTo>
                    <a:pt x="20" y="13"/>
                  </a:moveTo>
                  <a:cubicBezTo>
                    <a:pt x="19" y="2"/>
                    <a:pt x="2" y="0"/>
                    <a:pt x="0" y="13"/>
                  </a:cubicBezTo>
                  <a:cubicBezTo>
                    <a:pt x="0" y="13"/>
                    <a:pt x="0" y="14"/>
                    <a:pt x="0" y="15"/>
                  </a:cubicBezTo>
                  <a:lnTo>
                    <a:pt x="20" y="16"/>
                  </a:ln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9"/>
            <p:cNvSpPr/>
            <p:nvPr/>
          </p:nvSpPr>
          <p:spPr>
            <a:xfrm>
              <a:off x="1742765" y="-846575"/>
              <a:ext cx="8280" cy="1080"/>
            </a:xfrm>
            <a:custGeom>
              <a:rect b="b" l="l" r="r" t="t"/>
              <a:pathLst>
                <a:path extrusionOk="0" h="3" w="23">
                  <a:moveTo>
                    <a:pt x="0" y="0"/>
                  </a:moveTo>
                  <a:lnTo>
                    <a:pt x="22" y="2"/>
                  </a:lnTo>
                  <a:lnTo>
                    <a:pt x="22" y="2"/>
                  </a:lnTo>
                  <a:lnTo>
                    <a:pt x="0" y="0"/>
                  </a:lnTo>
                </a:path>
              </a:pathLst>
            </a:custGeom>
            <a:solidFill>
              <a:schemeClr val="dk1"/>
            </a:solidFill>
            <a:ln>
              <a:noFill/>
            </a:ln>
          </p:spPr>
        </p:sp>
        <p:sp>
          <p:nvSpPr>
            <p:cNvPr id="1266" name="Google Shape;1266;p29"/>
            <p:cNvSpPr/>
            <p:nvPr/>
          </p:nvSpPr>
          <p:spPr>
            <a:xfrm>
              <a:off x="1742765" y="-857735"/>
              <a:ext cx="8640" cy="12240"/>
            </a:xfrm>
            <a:custGeom>
              <a:rect b="b" l="l" r="r" t="t"/>
              <a:pathLst>
                <a:path extrusionOk="0" h="34" w="24">
                  <a:moveTo>
                    <a:pt x="23" y="33"/>
                  </a:moveTo>
                  <a:cubicBezTo>
                    <a:pt x="23" y="22"/>
                    <a:pt x="23" y="12"/>
                    <a:pt x="21" y="1"/>
                  </a:cubicBezTo>
                  <a:lnTo>
                    <a:pt x="2" y="0"/>
                  </a:lnTo>
                  <a:cubicBezTo>
                    <a:pt x="1" y="10"/>
                    <a:pt x="0" y="19"/>
                    <a:pt x="0" y="30"/>
                  </a:cubicBezTo>
                  <a:lnTo>
                    <a:pt x="23"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9"/>
            <p:cNvSpPr/>
            <p:nvPr/>
          </p:nvSpPr>
          <p:spPr>
            <a:xfrm>
              <a:off x="1759325" y="-851615"/>
              <a:ext cx="9360" cy="7560"/>
            </a:xfrm>
            <a:custGeom>
              <a:rect b="b" l="l" r="r" t="t"/>
              <a:pathLst>
                <a:path extrusionOk="0" h="21" w="26">
                  <a:moveTo>
                    <a:pt x="24" y="10"/>
                  </a:moveTo>
                  <a:cubicBezTo>
                    <a:pt x="24" y="8"/>
                    <a:pt x="24" y="7"/>
                    <a:pt x="23" y="6"/>
                  </a:cubicBezTo>
                  <a:cubicBezTo>
                    <a:pt x="22" y="4"/>
                    <a:pt x="21" y="3"/>
                    <a:pt x="19" y="2"/>
                  </a:cubicBezTo>
                  <a:cubicBezTo>
                    <a:pt x="17" y="1"/>
                    <a:pt x="16" y="0"/>
                    <a:pt x="14" y="0"/>
                  </a:cubicBezTo>
                  <a:cubicBezTo>
                    <a:pt x="12" y="0"/>
                    <a:pt x="10" y="1"/>
                    <a:pt x="9" y="2"/>
                  </a:cubicBezTo>
                  <a:cubicBezTo>
                    <a:pt x="7" y="3"/>
                    <a:pt x="6" y="4"/>
                    <a:pt x="5" y="6"/>
                  </a:cubicBezTo>
                  <a:cubicBezTo>
                    <a:pt x="3" y="9"/>
                    <a:pt x="1" y="13"/>
                    <a:pt x="0" y="18"/>
                  </a:cubicBezTo>
                  <a:lnTo>
                    <a:pt x="24" y="20"/>
                  </a:lnTo>
                  <a:cubicBezTo>
                    <a:pt x="25" y="16"/>
                    <a:pt x="25" y="12"/>
                    <a:pt x="2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9"/>
            <p:cNvSpPr/>
            <p:nvPr/>
          </p:nvSpPr>
          <p:spPr>
            <a:xfrm>
              <a:off x="1831325" y="-843695"/>
              <a:ext cx="5040" cy="3240"/>
            </a:xfrm>
            <a:custGeom>
              <a:rect b="b" l="l" r="r" t="t"/>
              <a:pathLst>
                <a:path extrusionOk="0" h="9" w="14">
                  <a:moveTo>
                    <a:pt x="10" y="3"/>
                  </a:moveTo>
                  <a:cubicBezTo>
                    <a:pt x="10" y="2"/>
                    <a:pt x="9" y="1"/>
                    <a:pt x="9" y="1"/>
                  </a:cubicBezTo>
                  <a:cubicBezTo>
                    <a:pt x="8" y="1"/>
                    <a:pt x="7" y="0"/>
                    <a:pt x="6" y="0"/>
                  </a:cubicBezTo>
                  <a:cubicBezTo>
                    <a:pt x="5" y="0"/>
                    <a:pt x="4" y="1"/>
                    <a:pt x="3" y="1"/>
                  </a:cubicBezTo>
                  <a:cubicBezTo>
                    <a:pt x="2" y="1"/>
                    <a:pt x="2" y="2"/>
                    <a:pt x="1" y="3"/>
                  </a:cubicBezTo>
                  <a:cubicBezTo>
                    <a:pt x="1" y="4"/>
                    <a:pt x="0" y="5"/>
                    <a:pt x="0" y="6"/>
                  </a:cubicBezTo>
                  <a:lnTo>
                    <a:pt x="13" y="8"/>
                  </a:lnTo>
                  <a:cubicBezTo>
                    <a:pt x="12" y="6"/>
                    <a:pt x="11" y="5"/>
                    <a:pt x="1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9"/>
            <p:cNvSpPr/>
            <p:nvPr/>
          </p:nvSpPr>
          <p:spPr>
            <a:xfrm>
              <a:off x="1848965" y="-839735"/>
              <a:ext cx="6840" cy="1800"/>
            </a:xfrm>
            <a:custGeom>
              <a:rect b="b" l="l" r="r" t="t"/>
              <a:pathLst>
                <a:path extrusionOk="0" h="5" w="19">
                  <a:moveTo>
                    <a:pt x="18" y="4"/>
                  </a:moveTo>
                  <a:cubicBezTo>
                    <a:pt x="18" y="4"/>
                    <a:pt x="18" y="3"/>
                    <a:pt x="18" y="2"/>
                  </a:cubicBezTo>
                  <a:lnTo>
                    <a:pt x="0" y="0"/>
                  </a:lnTo>
                  <a:lnTo>
                    <a:pt x="0" y="2"/>
                  </a:lnTo>
                  <a:lnTo>
                    <a:pt x="18"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9"/>
            <p:cNvSpPr/>
            <p:nvPr/>
          </p:nvSpPr>
          <p:spPr>
            <a:xfrm>
              <a:off x="1848965" y="-842975"/>
              <a:ext cx="6840" cy="4320"/>
            </a:xfrm>
            <a:custGeom>
              <a:rect b="b" l="l" r="r" t="t"/>
              <a:pathLst>
                <a:path extrusionOk="0" h="12" w="19">
                  <a:moveTo>
                    <a:pt x="17" y="5"/>
                  </a:moveTo>
                  <a:cubicBezTo>
                    <a:pt x="17" y="5"/>
                    <a:pt x="16" y="5"/>
                    <a:pt x="16" y="4"/>
                  </a:cubicBezTo>
                  <a:cubicBezTo>
                    <a:pt x="16" y="3"/>
                    <a:pt x="14" y="2"/>
                    <a:pt x="13" y="1"/>
                  </a:cubicBezTo>
                  <a:cubicBezTo>
                    <a:pt x="12" y="0"/>
                    <a:pt x="10" y="0"/>
                    <a:pt x="9" y="0"/>
                  </a:cubicBezTo>
                  <a:cubicBezTo>
                    <a:pt x="7" y="0"/>
                    <a:pt x="7" y="0"/>
                    <a:pt x="5" y="1"/>
                  </a:cubicBezTo>
                  <a:cubicBezTo>
                    <a:pt x="3" y="2"/>
                    <a:pt x="2" y="3"/>
                    <a:pt x="2" y="4"/>
                  </a:cubicBezTo>
                  <a:lnTo>
                    <a:pt x="1" y="4"/>
                  </a:lnTo>
                  <a:cubicBezTo>
                    <a:pt x="1" y="6"/>
                    <a:pt x="0" y="7"/>
                    <a:pt x="0" y="9"/>
                  </a:cubicBezTo>
                  <a:lnTo>
                    <a:pt x="18" y="11"/>
                  </a:lnTo>
                  <a:cubicBezTo>
                    <a:pt x="18" y="9"/>
                    <a:pt x="17" y="7"/>
                    <a:pt x="1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9"/>
            <p:cNvSpPr/>
            <p:nvPr/>
          </p:nvSpPr>
          <p:spPr>
            <a:xfrm>
              <a:off x="1865885" y="-838295"/>
              <a:ext cx="10440" cy="2520"/>
            </a:xfrm>
            <a:custGeom>
              <a:rect b="b" l="l" r="r" t="t"/>
              <a:pathLst>
                <a:path extrusionOk="0" h="7" w="29">
                  <a:moveTo>
                    <a:pt x="28" y="6"/>
                  </a:moveTo>
                  <a:cubicBezTo>
                    <a:pt x="28" y="5"/>
                    <a:pt x="28" y="4"/>
                    <a:pt x="28" y="3"/>
                  </a:cubicBezTo>
                  <a:lnTo>
                    <a:pt x="0" y="0"/>
                  </a:lnTo>
                  <a:cubicBezTo>
                    <a:pt x="0" y="0"/>
                    <a:pt x="0" y="2"/>
                    <a:pt x="0" y="3"/>
                  </a:cubicBezTo>
                  <a:lnTo>
                    <a:pt x="2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9"/>
            <p:cNvSpPr/>
            <p:nvPr/>
          </p:nvSpPr>
          <p:spPr>
            <a:xfrm>
              <a:off x="1865885" y="-847655"/>
              <a:ext cx="10440" cy="10800"/>
            </a:xfrm>
            <a:custGeom>
              <a:rect b="b" l="l" r="r" t="t"/>
              <a:pathLst>
                <a:path extrusionOk="0" h="30" w="29">
                  <a:moveTo>
                    <a:pt x="20" y="4"/>
                  </a:moveTo>
                  <a:cubicBezTo>
                    <a:pt x="17" y="0"/>
                    <a:pt x="11" y="2"/>
                    <a:pt x="8" y="6"/>
                  </a:cubicBezTo>
                  <a:cubicBezTo>
                    <a:pt x="7" y="7"/>
                    <a:pt x="7" y="8"/>
                    <a:pt x="6" y="9"/>
                  </a:cubicBezTo>
                  <a:cubicBezTo>
                    <a:pt x="3" y="14"/>
                    <a:pt x="1" y="20"/>
                    <a:pt x="0" y="26"/>
                  </a:cubicBezTo>
                  <a:lnTo>
                    <a:pt x="28" y="29"/>
                  </a:lnTo>
                  <a:cubicBezTo>
                    <a:pt x="28" y="21"/>
                    <a:pt x="26" y="14"/>
                    <a:pt x="22" y="8"/>
                  </a:cubicBezTo>
                  <a:cubicBezTo>
                    <a:pt x="21" y="7"/>
                    <a:pt x="20" y="6"/>
                    <a:pt x="2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9"/>
            <p:cNvSpPr/>
            <p:nvPr/>
          </p:nvSpPr>
          <p:spPr>
            <a:xfrm>
              <a:off x="1902965" y="-836495"/>
              <a:ext cx="7920" cy="3960"/>
            </a:xfrm>
            <a:custGeom>
              <a:rect b="b" l="l" r="r" t="t"/>
              <a:pathLst>
                <a:path extrusionOk="0" h="11" w="22">
                  <a:moveTo>
                    <a:pt x="21" y="10"/>
                  </a:moveTo>
                  <a:cubicBezTo>
                    <a:pt x="21" y="9"/>
                    <a:pt x="21" y="8"/>
                    <a:pt x="21" y="8"/>
                  </a:cubicBezTo>
                  <a:cubicBezTo>
                    <a:pt x="21" y="5"/>
                    <a:pt x="20" y="2"/>
                    <a:pt x="19" y="0"/>
                  </a:cubicBezTo>
                  <a:lnTo>
                    <a:pt x="4" y="0"/>
                  </a:lnTo>
                  <a:cubicBezTo>
                    <a:pt x="3" y="0"/>
                    <a:pt x="3" y="0"/>
                    <a:pt x="3" y="1"/>
                  </a:cubicBezTo>
                  <a:cubicBezTo>
                    <a:pt x="2" y="3"/>
                    <a:pt x="1" y="6"/>
                    <a:pt x="0" y="9"/>
                  </a:cubicBezTo>
                  <a:lnTo>
                    <a:pt x="21"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9"/>
            <p:cNvSpPr/>
            <p:nvPr/>
          </p:nvSpPr>
          <p:spPr>
            <a:xfrm>
              <a:off x="1904405" y="-839015"/>
              <a:ext cx="5760" cy="2520"/>
            </a:xfrm>
            <a:custGeom>
              <a:rect b="b" l="l" r="r" t="t"/>
              <a:pathLst>
                <a:path extrusionOk="0" h="7" w="16">
                  <a:moveTo>
                    <a:pt x="11" y="1"/>
                  </a:moveTo>
                  <a:cubicBezTo>
                    <a:pt x="10" y="0"/>
                    <a:pt x="9" y="0"/>
                    <a:pt x="8" y="0"/>
                  </a:cubicBezTo>
                  <a:cubicBezTo>
                    <a:pt x="7" y="0"/>
                    <a:pt x="6" y="0"/>
                    <a:pt x="5" y="1"/>
                  </a:cubicBezTo>
                  <a:cubicBezTo>
                    <a:pt x="3" y="2"/>
                    <a:pt x="1" y="4"/>
                    <a:pt x="0" y="6"/>
                  </a:cubicBezTo>
                  <a:lnTo>
                    <a:pt x="15" y="6"/>
                  </a:lnTo>
                  <a:lnTo>
                    <a:pt x="15" y="5"/>
                  </a:lnTo>
                  <a:cubicBezTo>
                    <a:pt x="14" y="4"/>
                    <a:pt x="12" y="2"/>
                    <a:pt x="11"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9"/>
            <p:cNvSpPr/>
            <p:nvPr/>
          </p:nvSpPr>
          <p:spPr>
            <a:xfrm>
              <a:off x="1886765" y="-837215"/>
              <a:ext cx="9360" cy="3240"/>
            </a:xfrm>
            <a:custGeom>
              <a:rect b="b" l="l" r="r" t="t"/>
              <a:pathLst>
                <a:path extrusionOk="0" h="9" w="26">
                  <a:moveTo>
                    <a:pt x="13" y="8"/>
                  </a:moveTo>
                  <a:lnTo>
                    <a:pt x="15" y="8"/>
                  </a:lnTo>
                  <a:cubicBezTo>
                    <a:pt x="16" y="8"/>
                    <a:pt x="17" y="8"/>
                    <a:pt x="17" y="8"/>
                  </a:cubicBezTo>
                  <a:cubicBezTo>
                    <a:pt x="18" y="8"/>
                    <a:pt x="18" y="8"/>
                    <a:pt x="19" y="8"/>
                  </a:cubicBezTo>
                  <a:lnTo>
                    <a:pt x="24" y="8"/>
                  </a:lnTo>
                  <a:cubicBezTo>
                    <a:pt x="24" y="5"/>
                    <a:pt x="24" y="3"/>
                    <a:pt x="25" y="0"/>
                  </a:cubicBezTo>
                  <a:lnTo>
                    <a:pt x="0" y="0"/>
                  </a:lnTo>
                  <a:cubicBezTo>
                    <a:pt x="0" y="2"/>
                    <a:pt x="0" y="4"/>
                    <a:pt x="0" y="6"/>
                  </a:cubicBezTo>
                  <a:lnTo>
                    <a:pt x="1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9"/>
            <p:cNvSpPr/>
            <p:nvPr/>
          </p:nvSpPr>
          <p:spPr>
            <a:xfrm>
              <a:off x="1885685" y="-845135"/>
              <a:ext cx="11160" cy="8640"/>
            </a:xfrm>
            <a:custGeom>
              <a:rect b="b" l="l" r="r" t="t"/>
              <a:pathLst>
                <a:path extrusionOk="0" h="24" w="31">
                  <a:moveTo>
                    <a:pt x="28" y="23"/>
                  </a:moveTo>
                  <a:cubicBezTo>
                    <a:pt x="28" y="21"/>
                    <a:pt x="28" y="19"/>
                    <a:pt x="28" y="17"/>
                  </a:cubicBezTo>
                  <a:cubicBezTo>
                    <a:pt x="30" y="0"/>
                    <a:pt x="0" y="0"/>
                    <a:pt x="1" y="17"/>
                  </a:cubicBezTo>
                  <a:cubicBezTo>
                    <a:pt x="1" y="19"/>
                    <a:pt x="1" y="21"/>
                    <a:pt x="1" y="23"/>
                  </a:cubicBezTo>
                  <a:lnTo>
                    <a:pt x="2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9"/>
            <p:cNvSpPr/>
            <p:nvPr/>
          </p:nvSpPr>
          <p:spPr>
            <a:xfrm>
              <a:off x="1891445" y="-834695"/>
              <a:ext cx="2520" cy="360"/>
            </a:xfrm>
            <a:custGeom>
              <a:rect b="b" l="l" r="r" t="t"/>
              <a:pathLst>
                <a:path extrusionOk="0" h="1" w="7">
                  <a:moveTo>
                    <a:pt x="2" y="0"/>
                  </a:moveTo>
                  <a:lnTo>
                    <a:pt x="0" y="0"/>
                  </a:lnTo>
                  <a:lnTo>
                    <a:pt x="6" y="0"/>
                  </a:lnTo>
                  <a:cubicBezTo>
                    <a:pt x="5" y="0"/>
                    <a:pt x="5" y="0"/>
                    <a:pt x="4" y="0"/>
                  </a:cubicBezTo>
                  <a:cubicBezTo>
                    <a:pt x="4" y="0"/>
                    <a:pt x="3"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9"/>
            <p:cNvSpPr/>
            <p:nvPr/>
          </p:nvSpPr>
          <p:spPr>
            <a:xfrm>
              <a:off x="1922405" y="-837215"/>
              <a:ext cx="7920" cy="4680"/>
            </a:xfrm>
            <a:custGeom>
              <a:rect b="b" l="l" r="r" t="t"/>
              <a:pathLst>
                <a:path extrusionOk="0" h="13" w="22">
                  <a:moveTo>
                    <a:pt x="19" y="12"/>
                  </a:moveTo>
                  <a:cubicBezTo>
                    <a:pt x="19" y="9"/>
                    <a:pt x="19" y="6"/>
                    <a:pt x="21" y="3"/>
                  </a:cubicBezTo>
                  <a:lnTo>
                    <a:pt x="21" y="2"/>
                  </a:lnTo>
                  <a:cubicBezTo>
                    <a:pt x="21" y="1"/>
                    <a:pt x="21" y="0"/>
                    <a:pt x="21" y="0"/>
                  </a:cubicBezTo>
                  <a:lnTo>
                    <a:pt x="6" y="0"/>
                  </a:lnTo>
                  <a:cubicBezTo>
                    <a:pt x="5" y="1"/>
                    <a:pt x="5" y="2"/>
                    <a:pt x="4" y="3"/>
                  </a:cubicBezTo>
                  <a:cubicBezTo>
                    <a:pt x="3" y="6"/>
                    <a:pt x="1" y="9"/>
                    <a:pt x="0" y="11"/>
                  </a:cubicBezTo>
                  <a:lnTo>
                    <a:pt x="19"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9"/>
            <p:cNvSpPr/>
            <p:nvPr/>
          </p:nvSpPr>
          <p:spPr>
            <a:xfrm>
              <a:off x="1924565" y="-839375"/>
              <a:ext cx="5400" cy="2520"/>
            </a:xfrm>
            <a:custGeom>
              <a:rect b="b" l="l" r="r" t="t"/>
              <a:pathLst>
                <a:path extrusionOk="0" h="7" w="15">
                  <a:moveTo>
                    <a:pt x="3" y="2"/>
                  </a:moveTo>
                  <a:cubicBezTo>
                    <a:pt x="2" y="3"/>
                    <a:pt x="1" y="5"/>
                    <a:pt x="0" y="6"/>
                  </a:cubicBezTo>
                  <a:lnTo>
                    <a:pt x="14" y="6"/>
                  </a:lnTo>
                  <a:cubicBezTo>
                    <a:pt x="14" y="5"/>
                    <a:pt x="14" y="4"/>
                    <a:pt x="14" y="3"/>
                  </a:cubicBezTo>
                  <a:cubicBezTo>
                    <a:pt x="13" y="2"/>
                    <a:pt x="12" y="2"/>
                    <a:pt x="11" y="1"/>
                  </a:cubicBezTo>
                  <a:cubicBezTo>
                    <a:pt x="10" y="0"/>
                    <a:pt x="9" y="0"/>
                    <a:pt x="8" y="0"/>
                  </a:cubicBezTo>
                  <a:cubicBezTo>
                    <a:pt x="6" y="0"/>
                    <a:pt x="5" y="0"/>
                    <a:pt x="4" y="1"/>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9"/>
            <p:cNvSpPr/>
            <p:nvPr/>
          </p:nvSpPr>
          <p:spPr>
            <a:xfrm>
              <a:off x="1941845" y="-837575"/>
              <a:ext cx="6480" cy="5040"/>
            </a:xfrm>
            <a:custGeom>
              <a:rect b="b" l="l" r="r" t="t"/>
              <a:pathLst>
                <a:path extrusionOk="0" h="14" w="18">
                  <a:moveTo>
                    <a:pt x="17" y="13"/>
                  </a:moveTo>
                  <a:cubicBezTo>
                    <a:pt x="17" y="8"/>
                    <a:pt x="17" y="4"/>
                    <a:pt x="17" y="0"/>
                  </a:cubicBezTo>
                  <a:lnTo>
                    <a:pt x="0" y="0"/>
                  </a:lnTo>
                  <a:cubicBezTo>
                    <a:pt x="0" y="4"/>
                    <a:pt x="0" y="8"/>
                    <a:pt x="0" y="12"/>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9"/>
            <p:cNvSpPr/>
            <p:nvPr/>
          </p:nvSpPr>
          <p:spPr>
            <a:xfrm>
              <a:off x="1941485" y="-841175"/>
              <a:ext cx="6480" cy="4320"/>
            </a:xfrm>
            <a:custGeom>
              <a:rect b="b" l="l" r="r" t="t"/>
              <a:pathLst>
                <a:path extrusionOk="0" h="12" w="18">
                  <a:moveTo>
                    <a:pt x="17" y="11"/>
                  </a:moveTo>
                  <a:cubicBezTo>
                    <a:pt x="17" y="11"/>
                    <a:pt x="17" y="9"/>
                    <a:pt x="17" y="8"/>
                  </a:cubicBezTo>
                  <a:cubicBezTo>
                    <a:pt x="17" y="7"/>
                    <a:pt x="17" y="5"/>
                    <a:pt x="16" y="4"/>
                  </a:cubicBezTo>
                  <a:cubicBezTo>
                    <a:pt x="15" y="3"/>
                    <a:pt x="15" y="2"/>
                    <a:pt x="13" y="1"/>
                  </a:cubicBezTo>
                  <a:cubicBezTo>
                    <a:pt x="11" y="0"/>
                    <a:pt x="9" y="0"/>
                    <a:pt x="8" y="0"/>
                  </a:cubicBezTo>
                  <a:cubicBezTo>
                    <a:pt x="6" y="0"/>
                    <a:pt x="5" y="0"/>
                    <a:pt x="4" y="1"/>
                  </a:cubicBezTo>
                  <a:cubicBezTo>
                    <a:pt x="3" y="2"/>
                    <a:pt x="2" y="3"/>
                    <a:pt x="1" y="4"/>
                  </a:cubicBezTo>
                  <a:cubicBezTo>
                    <a:pt x="0" y="5"/>
                    <a:pt x="0" y="7"/>
                    <a:pt x="0" y="8"/>
                  </a:cubicBezTo>
                  <a:cubicBezTo>
                    <a:pt x="0" y="10"/>
                    <a:pt x="0" y="10"/>
                    <a:pt x="0" y="10"/>
                  </a:cubicBezTo>
                  <a:lnTo>
                    <a:pt x="17" y="10"/>
                  </a:lnTo>
                  <a:lnTo>
                    <a:pt x="1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9"/>
            <p:cNvSpPr/>
            <p:nvPr/>
          </p:nvSpPr>
          <p:spPr>
            <a:xfrm>
              <a:off x="1960205" y="-836855"/>
              <a:ext cx="7560" cy="5040"/>
            </a:xfrm>
            <a:custGeom>
              <a:rect b="b" l="l" r="r" t="t"/>
              <a:pathLst>
                <a:path extrusionOk="0" h="14" w="21">
                  <a:moveTo>
                    <a:pt x="20" y="13"/>
                  </a:moveTo>
                  <a:cubicBezTo>
                    <a:pt x="20" y="8"/>
                    <a:pt x="20" y="4"/>
                    <a:pt x="20" y="0"/>
                  </a:cubicBezTo>
                  <a:lnTo>
                    <a:pt x="0" y="0"/>
                  </a:lnTo>
                  <a:cubicBezTo>
                    <a:pt x="0" y="4"/>
                    <a:pt x="0" y="8"/>
                    <a:pt x="0" y="13"/>
                  </a:cubicBez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9"/>
            <p:cNvSpPr/>
            <p:nvPr/>
          </p:nvSpPr>
          <p:spPr>
            <a:xfrm>
              <a:off x="1959845" y="-845495"/>
              <a:ext cx="7560" cy="9000"/>
            </a:xfrm>
            <a:custGeom>
              <a:rect b="b" l="l" r="r" t="t"/>
              <a:pathLst>
                <a:path extrusionOk="0" h="25" w="21">
                  <a:moveTo>
                    <a:pt x="20" y="12"/>
                  </a:moveTo>
                  <a:cubicBezTo>
                    <a:pt x="19" y="1"/>
                    <a:pt x="2" y="0"/>
                    <a:pt x="0" y="12"/>
                  </a:cubicBezTo>
                  <a:cubicBezTo>
                    <a:pt x="0" y="16"/>
                    <a:pt x="0" y="20"/>
                    <a:pt x="0" y="24"/>
                  </a:cubicBezTo>
                  <a:lnTo>
                    <a:pt x="20" y="24"/>
                  </a:lnTo>
                  <a:cubicBezTo>
                    <a:pt x="20" y="20"/>
                    <a:pt x="20" y="16"/>
                    <a:pt x="2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9"/>
            <p:cNvSpPr/>
            <p:nvPr/>
          </p:nvSpPr>
          <p:spPr>
            <a:xfrm>
              <a:off x="1976405" y="-836855"/>
              <a:ext cx="9360" cy="5040"/>
            </a:xfrm>
            <a:custGeom>
              <a:rect b="b" l="l" r="r" t="t"/>
              <a:pathLst>
                <a:path extrusionOk="0" h="14" w="26">
                  <a:moveTo>
                    <a:pt x="0" y="13"/>
                  </a:moveTo>
                  <a:lnTo>
                    <a:pt x="24" y="13"/>
                  </a:lnTo>
                  <a:cubicBezTo>
                    <a:pt x="25" y="11"/>
                    <a:pt x="25" y="9"/>
                    <a:pt x="25" y="7"/>
                  </a:cubicBezTo>
                  <a:cubicBezTo>
                    <a:pt x="25" y="5"/>
                    <a:pt x="25" y="4"/>
                    <a:pt x="24" y="2"/>
                  </a:cubicBezTo>
                  <a:lnTo>
                    <a:pt x="0" y="0"/>
                  </a:lnTo>
                  <a:cubicBezTo>
                    <a:pt x="0" y="4"/>
                    <a:pt x="0" y="7"/>
                    <a:pt x="0" y="11"/>
                  </a:cubicBezTo>
                  <a:cubicBezTo>
                    <a:pt x="0" y="12"/>
                    <a:pt x="0" y="12"/>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9"/>
            <p:cNvSpPr/>
            <p:nvPr/>
          </p:nvSpPr>
          <p:spPr>
            <a:xfrm>
              <a:off x="1976405" y="-844415"/>
              <a:ext cx="9000" cy="8640"/>
            </a:xfrm>
            <a:custGeom>
              <a:rect b="b" l="l" r="r" t="t"/>
              <a:pathLst>
                <a:path extrusionOk="0" h="24" w="25">
                  <a:moveTo>
                    <a:pt x="17" y="2"/>
                  </a:moveTo>
                  <a:cubicBezTo>
                    <a:pt x="16" y="1"/>
                    <a:pt x="16" y="1"/>
                    <a:pt x="15" y="1"/>
                  </a:cubicBezTo>
                  <a:cubicBezTo>
                    <a:pt x="14" y="0"/>
                    <a:pt x="13" y="0"/>
                    <a:pt x="12" y="0"/>
                  </a:cubicBezTo>
                  <a:cubicBezTo>
                    <a:pt x="11" y="0"/>
                    <a:pt x="10" y="0"/>
                    <a:pt x="9" y="1"/>
                  </a:cubicBezTo>
                  <a:cubicBezTo>
                    <a:pt x="8" y="1"/>
                    <a:pt x="8" y="1"/>
                    <a:pt x="7" y="2"/>
                  </a:cubicBezTo>
                  <a:cubicBezTo>
                    <a:pt x="6" y="3"/>
                    <a:pt x="6" y="4"/>
                    <a:pt x="5" y="6"/>
                  </a:cubicBezTo>
                  <a:cubicBezTo>
                    <a:pt x="2" y="10"/>
                    <a:pt x="1" y="16"/>
                    <a:pt x="0" y="22"/>
                  </a:cubicBezTo>
                  <a:lnTo>
                    <a:pt x="24" y="23"/>
                  </a:lnTo>
                  <a:cubicBezTo>
                    <a:pt x="24" y="17"/>
                    <a:pt x="22" y="11"/>
                    <a:pt x="19" y="5"/>
                  </a:cubicBezTo>
                  <a:cubicBezTo>
                    <a:pt x="18" y="4"/>
                    <a:pt x="18" y="3"/>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9"/>
            <p:cNvSpPr/>
            <p:nvPr/>
          </p:nvSpPr>
          <p:spPr>
            <a:xfrm>
              <a:off x="2001605" y="-832175"/>
              <a:ext cx="1440" cy="1440"/>
            </a:xfrm>
            <a:custGeom>
              <a:rect b="b" l="l" r="r" t="t"/>
              <a:pathLst>
                <a:path extrusionOk="0" h="4" w="4">
                  <a:moveTo>
                    <a:pt x="0" y="3"/>
                  </a:moveTo>
                  <a:lnTo>
                    <a:pt x="3" y="3"/>
                  </a:lnTo>
                  <a:lnTo>
                    <a:pt x="2" y="0"/>
                  </a:lnTo>
                  <a:lnTo>
                    <a:pt x="2" y="1"/>
                  </a:lnTo>
                  <a:cubicBezTo>
                    <a:pt x="1" y="1"/>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9"/>
            <p:cNvSpPr/>
            <p:nvPr/>
          </p:nvSpPr>
          <p:spPr>
            <a:xfrm>
              <a:off x="2014925" y="-833975"/>
              <a:ext cx="10440" cy="4320"/>
            </a:xfrm>
            <a:custGeom>
              <a:rect b="b" l="l" r="r" t="t"/>
              <a:pathLst>
                <a:path extrusionOk="0" h="12" w="29">
                  <a:moveTo>
                    <a:pt x="28" y="11"/>
                  </a:moveTo>
                  <a:cubicBezTo>
                    <a:pt x="28" y="9"/>
                    <a:pt x="28" y="7"/>
                    <a:pt x="28" y="6"/>
                  </a:cubicBezTo>
                  <a:cubicBezTo>
                    <a:pt x="28" y="4"/>
                    <a:pt x="28" y="3"/>
                    <a:pt x="28" y="2"/>
                  </a:cubicBezTo>
                  <a:lnTo>
                    <a:pt x="0" y="0"/>
                  </a:lnTo>
                  <a:cubicBezTo>
                    <a:pt x="0" y="1"/>
                    <a:pt x="0" y="3"/>
                    <a:pt x="0" y="5"/>
                  </a:cubicBezTo>
                  <a:cubicBezTo>
                    <a:pt x="0" y="6"/>
                    <a:pt x="0" y="8"/>
                    <a:pt x="0" y="9"/>
                  </a:cubicBezTo>
                  <a:lnTo>
                    <a:pt x="28"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9"/>
            <p:cNvSpPr/>
            <p:nvPr/>
          </p:nvSpPr>
          <p:spPr>
            <a:xfrm>
              <a:off x="2014925" y="-841895"/>
              <a:ext cx="10080" cy="9000"/>
            </a:xfrm>
            <a:custGeom>
              <a:rect b="b" l="l" r="r" t="t"/>
              <a:pathLst>
                <a:path extrusionOk="0" h="25" w="28">
                  <a:moveTo>
                    <a:pt x="19" y="3"/>
                  </a:moveTo>
                  <a:cubicBezTo>
                    <a:pt x="19" y="2"/>
                    <a:pt x="18" y="1"/>
                    <a:pt x="17" y="1"/>
                  </a:cubicBezTo>
                  <a:cubicBezTo>
                    <a:pt x="16" y="0"/>
                    <a:pt x="14" y="0"/>
                    <a:pt x="13" y="0"/>
                  </a:cubicBezTo>
                  <a:cubicBezTo>
                    <a:pt x="11" y="0"/>
                    <a:pt x="11" y="0"/>
                    <a:pt x="10" y="1"/>
                  </a:cubicBezTo>
                  <a:cubicBezTo>
                    <a:pt x="9" y="1"/>
                    <a:pt x="8" y="2"/>
                    <a:pt x="7" y="3"/>
                  </a:cubicBezTo>
                  <a:cubicBezTo>
                    <a:pt x="7" y="4"/>
                    <a:pt x="6" y="5"/>
                    <a:pt x="5" y="7"/>
                  </a:cubicBezTo>
                  <a:cubicBezTo>
                    <a:pt x="2" y="11"/>
                    <a:pt x="1" y="16"/>
                    <a:pt x="0" y="21"/>
                  </a:cubicBezTo>
                  <a:lnTo>
                    <a:pt x="27" y="24"/>
                  </a:lnTo>
                  <a:cubicBezTo>
                    <a:pt x="27" y="18"/>
                    <a:pt x="25" y="12"/>
                    <a:pt x="22" y="7"/>
                  </a:cubicBezTo>
                  <a:cubicBezTo>
                    <a:pt x="21" y="5"/>
                    <a:pt x="20" y="4"/>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9"/>
            <p:cNvSpPr/>
            <p:nvPr/>
          </p:nvSpPr>
          <p:spPr>
            <a:xfrm>
              <a:off x="1992605" y="-835775"/>
              <a:ext cx="11160" cy="4680"/>
            </a:xfrm>
            <a:custGeom>
              <a:rect b="b" l="l" r="r" t="t"/>
              <a:pathLst>
                <a:path extrusionOk="0" h="13" w="31">
                  <a:moveTo>
                    <a:pt x="2" y="12"/>
                  </a:moveTo>
                  <a:lnTo>
                    <a:pt x="11" y="12"/>
                  </a:lnTo>
                  <a:cubicBezTo>
                    <a:pt x="11" y="10"/>
                    <a:pt x="12" y="10"/>
                    <a:pt x="12" y="9"/>
                  </a:cubicBezTo>
                  <a:cubicBezTo>
                    <a:pt x="13" y="8"/>
                    <a:pt x="14" y="7"/>
                    <a:pt x="14" y="6"/>
                  </a:cubicBezTo>
                  <a:cubicBezTo>
                    <a:pt x="15" y="5"/>
                    <a:pt x="15" y="5"/>
                    <a:pt x="16" y="5"/>
                  </a:cubicBezTo>
                  <a:cubicBezTo>
                    <a:pt x="17" y="4"/>
                    <a:pt x="18" y="4"/>
                    <a:pt x="19" y="4"/>
                  </a:cubicBezTo>
                  <a:cubicBezTo>
                    <a:pt x="20" y="4"/>
                    <a:pt x="22" y="4"/>
                    <a:pt x="23" y="5"/>
                  </a:cubicBezTo>
                  <a:cubicBezTo>
                    <a:pt x="23" y="5"/>
                    <a:pt x="24" y="5"/>
                    <a:pt x="24" y="6"/>
                  </a:cubicBezTo>
                  <a:cubicBezTo>
                    <a:pt x="25" y="7"/>
                    <a:pt x="26" y="8"/>
                    <a:pt x="27" y="9"/>
                  </a:cubicBezTo>
                  <a:lnTo>
                    <a:pt x="27" y="10"/>
                  </a:lnTo>
                  <a:cubicBezTo>
                    <a:pt x="27" y="9"/>
                    <a:pt x="28" y="9"/>
                    <a:pt x="28" y="8"/>
                  </a:cubicBezTo>
                  <a:cubicBezTo>
                    <a:pt x="29" y="6"/>
                    <a:pt x="30" y="4"/>
                    <a:pt x="30" y="2"/>
                  </a:cubicBezTo>
                  <a:lnTo>
                    <a:pt x="1" y="0"/>
                  </a:lnTo>
                  <a:cubicBezTo>
                    <a:pt x="1" y="1"/>
                    <a:pt x="0" y="3"/>
                    <a:pt x="0" y="4"/>
                  </a:cubicBezTo>
                  <a:cubicBezTo>
                    <a:pt x="0" y="7"/>
                    <a:pt x="1" y="9"/>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9"/>
            <p:cNvSpPr/>
            <p:nvPr/>
          </p:nvSpPr>
          <p:spPr>
            <a:xfrm>
              <a:off x="1992965" y="-840095"/>
              <a:ext cx="10800" cy="5760"/>
            </a:xfrm>
            <a:custGeom>
              <a:rect b="b" l="l" r="r" t="t"/>
              <a:pathLst>
                <a:path extrusionOk="0" h="16" w="30">
                  <a:moveTo>
                    <a:pt x="16" y="0"/>
                  </a:moveTo>
                  <a:cubicBezTo>
                    <a:pt x="13" y="0"/>
                    <a:pt x="11" y="1"/>
                    <a:pt x="8" y="2"/>
                  </a:cubicBezTo>
                  <a:cubicBezTo>
                    <a:pt x="5" y="3"/>
                    <a:pt x="3" y="6"/>
                    <a:pt x="2" y="8"/>
                  </a:cubicBezTo>
                  <a:cubicBezTo>
                    <a:pt x="1" y="10"/>
                    <a:pt x="0" y="11"/>
                    <a:pt x="0" y="13"/>
                  </a:cubicBezTo>
                  <a:lnTo>
                    <a:pt x="29" y="15"/>
                  </a:lnTo>
                  <a:cubicBezTo>
                    <a:pt x="29" y="14"/>
                    <a:pt x="29" y="14"/>
                    <a:pt x="29" y="13"/>
                  </a:cubicBezTo>
                  <a:cubicBezTo>
                    <a:pt x="29" y="10"/>
                    <a:pt x="29" y="8"/>
                    <a:pt x="28" y="6"/>
                  </a:cubicBezTo>
                  <a:cubicBezTo>
                    <a:pt x="27" y="4"/>
                    <a:pt x="25" y="4"/>
                    <a:pt x="23" y="2"/>
                  </a:cubicBezTo>
                  <a:cubicBezTo>
                    <a:pt x="21" y="0"/>
                    <a:pt x="19" y="0"/>
                    <a:pt x="17" y="0"/>
                  </a:cubicBezTo>
                  <a:cubicBezTo>
                    <a:pt x="16" y="0"/>
                    <a:pt x="16"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9"/>
            <p:cNvSpPr/>
            <p:nvPr/>
          </p:nvSpPr>
          <p:spPr>
            <a:xfrm>
              <a:off x="1996565" y="-834335"/>
              <a:ext cx="6120" cy="3240"/>
            </a:xfrm>
            <a:custGeom>
              <a:rect b="b" l="l" r="r" t="t"/>
              <a:pathLst>
                <a:path extrusionOk="0" h="9" w="17">
                  <a:moveTo>
                    <a:pt x="16" y="6"/>
                  </a:moveTo>
                  <a:cubicBezTo>
                    <a:pt x="15" y="5"/>
                    <a:pt x="14" y="4"/>
                    <a:pt x="13" y="3"/>
                  </a:cubicBezTo>
                  <a:cubicBezTo>
                    <a:pt x="13" y="2"/>
                    <a:pt x="13" y="2"/>
                    <a:pt x="12" y="1"/>
                  </a:cubicBezTo>
                  <a:cubicBezTo>
                    <a:pt x="11" y="0"/>
                    <a:pt x="9" y="0"/>
                    <a:pt x="8" y="0"/>
                  </a:cubicBezTo>
                  <a:cubicBezTo>
                    <a:pt x="7" y="0"/>
                    <a:pt x="6" y="1"/>
                    <a:pt x="5" y="1"/>
                  </a:cubicBezTo>
                  <a:cubicBezTo>
                    <a:pt x="4" y="2"/>
                    <a:pt x="4" y="2"/>
                    <a:pt x="3" y="3"/>
                  </a:cubicBezTo>
                  <a:cubicBezTo>
                    <a:pt x="3" y="3"/>
                    <a:pt x="2" y="4"/>
                    <a:pt x="1" y="5"/>
                  </a:cubicBezTo>
                  <a:cubicBezTo>
                    <a:pt x="1" y="6"/>
                    <a:pt x="0" y="7"/>
                    <a:pt x="0" y="8"/>
                  </a:cubicBezTo>
                  <a:lnTo>
                    <a:pt x="14" y="8"/>
                  </a:lnTo>
                  <a:cubicBezTo>
                    <a:pt x="15" y="8"/>
                    <a:pt x="15" y="7"/>
                    <a:pt x="1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9"/>
            <p:cNvSpPr/>
            <p:nvPr/>
          </p:nvSpPr>
          <p:spPr>
            <a:xfrm>
              <a:off x="2040485" y="-831815"/>
              <a:ext cx="9000" cy="2880"/>
            </a:xfrm>
            <a:custGeom>
              <a:rect b="b" l="l" r="r" t="t"/>
              <a:pathLst>
                <a:path extrusionOk="0" h="8" w="25">
                  <a:moveTo>
                    <a:pt x="23" y="7"/>
                  </a:moveTo>
                  <a:lnTo>
                    <a:pt x="24" y="1"/>
                  </a:lnTo>
                  <a:lnTo>
                    <a:pt x="17" y="1"/>
                  </a:lnTo>
                  <a:lnTo>
                    <a:pt x="2" y="0"/>
                  </a:lnTo>
                  <a:lnTo>
                    <a:pt x="0" y="7"/>
                  </a:lnTo>
                  <a:lnTo>
                    <a:pt x="23" y="7"/>
                  </a:lnTo>
                </a:path>
              </a:pathLst>
            </a:custGeom>
            <a:solidFill>
              <a:schemeClr val="dk1"/>
            </a:solidFill>
            <a:ln>
              <a:noFill/>
            </a:ln>
          </p:spPr>
        </p:sp>
        <p:sp>
          <p:nvSpPr>
            <p:cNvPr id="1293" name="Google Shape;1293;p29"/>
            <p:cNvSpPr/>
            <p:nvPr/>
          </p:nvSpPr>
          <p:spPr>
            <a:xfrm>
              <a:off x="2041565" y="-841175"/>
              <a:ext cx="10080" cy="9720"/>
            </a:xfrm>
            <a:custGeom>
              <a:rect b="b" l="l" r="r" t="t"/>
              <a:pathLst>
                <a:path extrusionOk="0" h="27" w="28">
                  <a:moveTo>
                    <a:pt x="21" y="26"/>
                  </a:moveTo>
                  <a:lnTo>
                    <a:pt x="23" y="21"/>
                  </a:lnTo>
                  <a:cubicBezTo>
                    <a:pt x="27" y="8"/>
                    <a:pt x="7" y="0"/>
                    <a:pt x="3" y="14"/>
                  </a:cubicBezTo>
                  <a:cubicBezTo>
                    <a:pt x="2" y="17"/>
                    <a:pt x="1" y="21"/>
                    <a:pt x="0" y="25"/>
                  </a:cubicBezTo>
                  <a:lnTo>
                    <a:pt x="15" y="26"/>
                  </a:lnTo>
                  <a:lnTo>
                    <a:pt x="21"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9"/>
            <p:cNvSpPr/>
            <p:nvPr/>
          </p:nvSpPr>
          <p:spPr>
            <a:xfrm>
              <a:off x="2056685" y="-831095"/>
              <a:ext cx="7560" cy="2160"/>
            </a:xfrm>
            <a:custGeom>
              <a:rect b="b" l="l" r="r" t="t"/>
              <a:pathLst>
                <a:path extrusionOk="0" h="6" w="21">
                  <a:moveTo>
                    <a:pt x="20" y="5"/>
                  </a:moveTo>
                  <a:cubicBezTo>
                    <a:pt x="20" y="4"/>
                    <a:pt x="19" y="3"/>
                    <a:pt x="19" y="1"/>
                  </a:cubicBezTo>
                  <a:lnTo>
                    <a:pt x="1" y="0"/>
                  </a:lnTo>
                  <a:cubicBezTo>
                    <a:pt x="1" y="1"/>
                    <a:pt x="1" y="1"/>
                    <a:pt x="1" y="1"/>
                  </a:cubicBezTo>
                  <a:cubicBezTo>
                    <a:pt x="0" y="2"/>
                    <a:pt x="0" y="4"/>
                    <a:pt x="0" y="5"/>
                  </a:cubicBezTo>
                  <a:lnTo>
                    <a:pt x="2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a:off x="2057045" y="-832535"/>
              <a:ext cx="6840" cy="2160"/>
            </a:xfrm>
            <a:custGeom>
              <a:rect b="b" l="l" r="r" t="t"/>
              <a:pathLst>
                <a:path extrusionOk="0" h="6" w="19">
                  <a:moveTo>
                    <a:pt x="0" y="4"/>
                  </a:moveTo>
                  <a:lnTo>
                    <a:pt x="18" y="5"/>
                  </a:lnTo>
                  <a:cubicBezTo>
                    <a:pt x="17" y="4"/>
                    <a:pt x="16" y="2"/>
                    <a:pt x="14" y="1"/>
                  </a:cubicBezTo>
                  <a:cubicBezTo>
                    <a:pt x="12" y="0"/>
                    <a:pt x="11" y="0"/>
                    <a:pt x="9" y="0"/>
                  </a:cubicBezTo>
                  <a:cubicBezTo>
                    <a:pt x="7"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9"/>
            <p:cNvSpPr/>
            <p:nvPr/>
          </p:nvSpPr>
          <p:spPr>
            <a:xfrm>
              <a:off x="2072885" y="-830015"/>
              <a:ext cx="6840" cy="1080"/>
            </a:xfrm>
            <a:custGeom>
              <a:rect b="b" l="l" r="r" t="t"/>
              <a:pathLst>
                <a:path extrusionOk="0" h="3" w="19">
                  <a:moveTo>
                    <a:pt x="0" y="2"/>
                  </a:moveTo>
                  <a:lnTo>
                    <a:pt x="18" y="2"/>
                  </a:lnTo>
                  <a:cubicBezTo>
                    <a:pt x="18" y="2"/>
                    <a:pt x="18" y="1"/>
                    <a:pt x="17" y="0"/>
                  </a:cubicBezTo>
                  <a:lnTo>
                    <a:pt x="2" y="0"/>
                  </a:lnTo>
                  <a:lnTo>
                    <a:pt x="1" y="2"/>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9"/>
            <p:cNvSpPr/>
            <p:nvPr/>
          </p:nvSpPr>
          <p:spPr>
            <a:xfrm>
              <a:off x="2073605" y="-831815"/>
              <a:ext cx="5760" cy="1800"/>
            </a:xfrm>
            <a:custGeom>
              <a:rect b="b" l="l" r="r" t="t"/>
              <a:pathLst>
                <a:path extrusionOk="0" h="5" w="16">
                  <a:moveTo>
                    <a:pt x="0" y="4"/>
                  </a:moveTo>
                  <a:lnTo>
                    <a:pt x="15" y="4"/>
                  </a:lnTo>
                  <a:cubicBezTo>
                    <a:pt x="14" y="3"/>
                    <a:pt x="13" y="2"/>
                    <a:pt x="11" y="1"/>
                  </a:cubicBezTo>
                  <a:cubicBezTo>
                    <a:pt x="10" y="1"/>
                    <a:pt x="8" y="0"/>
                    <a:pt x="7" y="0"/>
                  </a:cubicBezTo>
                  <a:cubicBezTo>
                    <a:pt x="5" y="0"/>
                    <a:pt x="4" y="1"/>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9"/>
            <p:cNvSpPr/>
            <p:nvPr/>
          </p:nvSpPr>
          <p:spPr>
            <a:xfrm>
              <a:off x="2090885" y="-829655"/>
              <a:ext cx="7560" cy="1800"/>
            </a:xfrm>
            <a:custGeom>
              <a:rect b="b" l="l" r="r" t="t"/>
              <a:pathLst>
                <a:path extrusionOk="0" h="5" w="21">
                  <a:moveTo>
                    <a:pt x="3" y="2"/>
                  </a:moveTo>
                  <a:lnTo>
                    <a:pt x="20" y="4"/>
                  </a:lnTo>
                  <a:lnTo>
                    <a:pt x="20" y="0"/>
                  </a:lnTo>
                  <a:lnTo>
                    <a:pt x="0" y="0"/>
                  </a:lnTo>
                  <a:cubicBezTo>
                    <a:pt x="0" y="0"/>
                    <a:pt x="0" y="1"/>
                    <a:pt x="0" y="2"/>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a:off x="2090885" y="-839735"/>
              <a:ext cx="7920" cy="10080"/>
            </a:xfrm>
            <a:custGeom>
              <a:rect b="b" l="l" r="r" t="t"/>
              <a:pathLst>
                <a:path extrusionOk="0" h="28" w="22">
                  <a:moveTo>
                    <a:pt x="21" y="12"/>
                  </a:moveTo>
                  <a:cubicBezTo>
                    <a:pt x="21" y="1"/>
                    <a:pt x="7" y="0"/>
                    <a:pt x="3" y="9"/>
                  </a:cubicBezTo>
                  <a:cubicBezTo>
                    <a:pt x="1" y="14"/>
                    <a:pt x="0" y="19"/>
                    <a:pt x="0" y="24"/>
                  </a:cubicBezTo>
                  <a:cubicBezTo>
                    <a:pt x="0" y="25"/>
                    <a:pt x="0" y="26"/>
                    <a:pt x="1" y="27"/>
                  </a:cubicBezTo>
                  <a:lnTo>
                    <a:pt x="20" y="27"/>
                  </a:lnTo>
                  <a:cubicBezTo>
                    <a:pt x="20" y="22"/>
                    <a:pt x="21" y="17"/>
                    <a:pt x="2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a:off x="2107445" y="-829295"/>
              <a:ext cx="9000" cy="3600"/>
            </a:xfrm>
            <a:custGeom>
              <a:rect b="b" l="l" r="r" t="t"/>
              <a:pathLst>
                <a:path extrusionOk="0" h="10" w="25">
                  <a:moveTo>
                    <a:pt x="23" y="9"/>
                  </a:moveTo>
                  <a:lnTo>
                    <a:pt x="24" y="0"/>
                  </a:lnTo>
                  <a:lnTo>
                    <a:pt x="0" y="0"/>
                  </a:lnTo>
                  <a:cubicBezTo>
                    <a:pt x="0" y="2"/>
                    <a:pt x="0" y="5"/>
                    <a:pt x="0" y="6"/>
                  </a:cubicBezTo>
                  <a:lnTo>
                    <a:pt x="23"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9"/>
            <p:cNvSpPr/>
            <p:nvPr/>
          </p:nvSpPr>
          <p:spPr>
            <a:xfrm>
              <a:off x="2107445" y="-837215"/>
              <a:ext cx="9720" cy="7560"/>
            </a:xfrm>
            <a:custGeom>
              <a:rect b="b" l="l" r="r" t="t"/>
              <a:pathLst>
                <a:path extrusionOk="0" h="21" w="27">
                  <a:moveTo>
                    <a:pt x="26" y="10"/>
                  </a:moveTo>
                  <a:cubicBezTo>
                    <a:pt x="26" y="9"/>
                    <a:pt x="26" y="9"/>
                    <a:pt x="26" y="8"/>
                  </a:cubicBezTo>
                  <a:cubicBezTo>
                    <a:pt x="26" y="7"/>
                    <a:pt x="26" y="5"/>
                    <a:pt x="25" y="4"/>
                  </a:cubicBezTo>
                  <a:cubicBezTo>
                    <a:pt x="24" y="3"/>
                    <a:pt x="24" y="2"/>
                    <a:pt x="22" y="1"/>
                  </a:cubicBezTo>
                  <a:cubicBezTo>
                    <a:pt x="20" y="0"/>
                    <a:pt x="19" y="0"/>
                    <a:pt x="17" y="0"/>
                  </a:cubicBezTo>
                  <a:cubicBezTo>
                    <a:pt x="17" y="0"/>
                    <a:pt x="16" y="0"/>
                    <a:pt x="15" y="0"/>
                  </a:cubicBezTo>
                  <a:cubicBezTo>
                    <a:pt x="13" y="1"/>
                    <a:pt x="12" y="1"/>
                    <a:pt x="11" y="2"/>
                  </a:cubicBezTo>
                  <a:cubicBezTo>
                    <a:pt x="7" y="4"/>
                    <a:pt x="5" y="7"/>
                    <a:pt x="3" y="10"/>
                  </a:cubicBezTo>
                  <a:cubicBezTo>
                    <a:pt x="1" y="13"/>
                    <a:pt x="0" y="16"/>
                    <a:pt x="0" y="20"/>
                  </a:cubicBezTo>
                  <a:lnTo>
                    <a:pt x="24" y="20"/>
                  </a:lnTo>
                  <a:lnTo>
                    <a:pt x="26"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9"/>
            <p:cNvSpPr/>
            <p:nvPr/>
          </p:nvSpPr>
          <p:spPr>
            <a:xfrm>
              <a:off x="2124005" y="-829295"/>
              <a:ext cx="10080" cy="5400"/>
            </a:xfrm>
            <a:custGeom>
              <a:rect b="b" l="l" r="r" t="t"/>
              <a:pathLst>
                <a:path extrusionOk="0" h="15" w="28">
                  <a:moveTo>
                    <a:pt x="23" y="14"/>
                  </a:moveTo>
                  <a:cubicBezTo>
                    <a:pt x="24" y="10"/>
                    <a:pt x="25" y="6"/>
                    <a:pt x="27" y="2"/>
                  </a:cubicBezTo>
                  <a:cubicBezTo>
                    <a:pt x="19" y="1"/>
                    <a:pt x="10" y="0"/>
                    <a:pt x="2" y="0"/>
                  </a:cubicBezTo>
                  <a:cubicBezTo>
                    <a:pt x="1" y="4"/>
                    <a:pt x="0" y="7"/>
                    <a:pt x="0" y="11"/>
                  </a:cubicBezTo>
                  <a:lnTo>
                    <a:pt x="23"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9"/>
            <p:cNvSpPr/>
            <p:nvPr/>
          </p:nvSpPr>
          <p:spPr>
            <a:xfrm>
              <a:off x="2124725" y="-836855"/>
              <a:ext cx="10080" cy="8280"/>
            </a:xfrm>
            <a:custGeom>
              <a:rect b="b" l="l" r="r" t="t"/>
              <a:pathLst>
                <a:path extrusionOk="0" h="23" w="28">
                  <a:moveTo>
                    <a:pt x="26" y="17"/>
                  </a:moveTo>
                  <a:cubicBezTo>
                    <a:pt x="27" y="15"/>
                    <a:pt x="27" y="14"/>
                    <a:pt x="27" y="12"/>
                  </a:cubicBezTo>
                  <a:cubicBezTo>
                    <a:pt x="27" y="10"/>
                    <a:pt x="27" y="8"/>
                    <a:pt x="26" y="7"/>
                  </a:cubicBezTo>
                  <a:cubicBezTo>
                    <a:pt x="26" y="6"/>
                    <a:pt x="26" y="6"/>
                    <a:pt x="25" y="6"/>
                  </a:cubicBezTo>
                  <a:lnTo>
                    <a:pt x="23" y="2"/>
                  </a:lnTo>
                  <a:cubicBezTo>
                    <a:pt x="22" y="2"/>
                    <a:pt x="22" y="1"/>
                    <a:pt x="21" y="1"/>
                  </a:cubicBezTo>
                  <a:cubicBezTo>
                    <a:pt x="20" y="1"/>
                    <a:pt x="19" y="0"/>
                    <a:pt x="18" y="0"/>
                  </a:cubicBezTo>
                  <a:cubicBezTo>
                    <a:pt x="17" y="0"/>
                    <a:pt x="16" y="0"/>
                    <a:pt x="16" y="1"/>
                  </a:cubicBezTo>
                  <a:cubicBezTo>
                    <a:pt x="15" y="1"/>
                    <a:pt x="14" y="1"/>
                    <a:pt x="13" y="2"/>
                  </a:cubicBezTo>
                  <a:cubicBezTo>
                    <a:pt x="9" y="4"/>
                    <a:pt x="5" y="8"/>
                    <a:pt x="3" y="12"/>
                  </a:cubicBezTo>
                  <a:cubicBezTo>
                    <a:pt x="1" y="15"/>
                    <a:pt x="0" y="17"/>
                    <a:pt x="0" y="20"/>
                  </a:cubicBezTo>
                  <a:cubicBezTo>
                    <a:pt x="8" y="20"/>
                    <a:pt x="17" y="21"/>
                    <a:pt x="25" y="22"/>
                  </a:cubicBezTo>
                  <a:cubicBezTo>
                    <a:pt x="25" y="21"/>
                    <a:pt x="26" y="19"/>
                    <a:pt x="26"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9"/>
            <p:cNvSpPr/>
            <p:nvPr/>
          </p:nvSpPr>
          <p:spPr>
            <a:xfrm>
              <a:off x="2148125" y="-827135"/>
              <a:ext cx="7200" cy="4320"/>
            </a:xfrm>
            <a:custGeom>
              <a:rect b="b" l="l" r="r" t="t"/>
              <a:pathLst>
                <a:path extrusionOk="0" h="12" w="20">
                  <a:moveTo>
                    <a:pt x="0" y="7"/>
                  </a:moveTo>
                  <a:cubicBezTo>
                    <a:pt x="0" y="8"/>
                    <a:pt x="0" y="10"/>
                    <a:pt x="0" y="11"/>
                  </a:cubicBezTo>
                  <a:lnTo>
                    <a:pt x="19" y="11"/>
                  </a:lnTo>
                  <a:cubicBezTo>
                    <a:pt x="19" y="10"/>
                    <a:pt x="19" y="10"/>
                    <a:pt x="19" y="9"/>
                  </a:cubicBezTo>
                  <a:cubicBezTo>
                    <a:pt x="19" y="7"/>
                    <a:pt x="19" y="5"/>
                    <a:pt x="18" y="4"/>
                  </a:cubicBezTo>
                  <a:cubicBezTo>
                    <a:pt x="17" y="3"/>
                    <a:pt x="16" y="2"/>
                    <a:pt x="15" y="1"/>
                  </a:cubicBezTo>
                  <a:lnTo>
                    <a:pt x="4" y="0"/>
                  </a:lnTo>
                  <a:cubicBezTo>
                    <a:pt x="3" y="0"/>
                    <a:pt x="2" y="2"/>
                    <a:pt x="1" y="3"/>
                  </a:cubicBezTo>
                  <a:cubicBezTo>
                    <a:pt x="0" y="4"/>
                    <a:pt x="0" y="5"/>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9"/>
            <p:cNvSpPr/>
            <p:nvPr/>
          </p:nvSpPr>
          <p:spPr>
            <a:xfrm>
              <a:off x="2149565" y="-827135"/>
              <a:ext cx="4320" cy="1080"/>
            </a:xfrm>
            <a:custGeom>
              <a:rect b="b" l="l" r="r" t="t"/>
              <a:pathLst>
                <a:path extrusionOk="0" h="3" w="12">
                  <a:moveTo>
                    <a:pt x="0" y="0"/>
                  </a:moveTo>
                  <a:lnTo>
                    <a:pt x="11" y="2"/>
                  </a:lnTo>
                  <a:cubicBezTo>
                    <a:pt x="11" y="1"/>
                    <a:pt x="10" y="1"/>
                    <a:pt x="10" y="1"/>
                  </a:cubicBezTo>
                  <a:cubicBezTo>
                    <a:pt x="8" y="0"/>
                    <a:pt x="7"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9"/>
            <p:cNvSpPr/>
            <p:nvPr/>
          </p:nvSpPr>
          <p:spPr>
            <a:xfrm>
              <a:off x="2163965" y="-825695"/>
              <a:ext cx="7920" cy="3600"/>
            </a:xfrm>
            <a:custGeom>
              <a:rect b="b" l="l" r="r" t="t"/>
              <a:pathLst>
                <a:path extrusionOk="0" h="10" w="22">
                  <a:moveTo>
                    <a:pt x="1" y="9"/>
                  </a:moveTo>
                  <a:lnTo>
                    <a:pt x="21" y="9"/>
                  </a:lnTo>
                  <a:cubicBezTo>
                    <a:pt x="21" y="6"/>
                    <a:pt x="21" y="4"/>
                    <a:pt x="21" y="1"/>
                  </a:cubicBezTo>
                  <a:cubicBezTo>
                    <a:pt x="14" y="1"/>
                    <a:pt x="7" y="1"/>
                    <a:pt x="0" y="0"/>
                  </a:cubicBezTo>
                  <a:cubicBezTo>
                    <a:pt x="0" y="3"/>
                    <a:pt x="1" y="6"/>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9"/>
            <p:cNvSpPr/>
            <p:nvPr/>
          </p:nvSpPr>
          <p:spPr>
            <a:xfrm>
              <a:off x="2164325" y="-834335"/>
              <a:ext cx="9000" cy="9360"/>
            </a:xfrm>
            <a:custGeom>
              <a:rect b="b" l="l" r="r" t="t"/>
              <a:pathLst>
                <a:path extrusionOk="0" h="26" w="25">
                  <a:moveTo>
                    <a:pt x="22" y="25"/>
                  </a:moveTo>
                  <a:cubicBezTo>
                    <a:pt x="22" y="21"/>
                    <a:pt x="23" y="16"/>
                    <a:pt x="24" y="12"/>
                  </a:cubicBezTo>
                  <a:cubicBezTo>
                    <a:pt x="24" y="11"/>
                    <a:pt x="24" y="10"/>
                    <a:pt x="24" y="9"/>
                  </a:cubicBezTo>
                  <a:cubicBezTo>
                    <a:pt x="24" y="8"/>
                    <a:pt x="24" y="7"/>
                    <a:pt x="23" y="5"/>
                  </a:cubicBezTo>
                  <a:cubicBezTo>
                    <a:pt x="22" y="3"/>
                    <a:pt x="22" y="2"/>
                    <a:pt x="20" y="1"/>
                  </a:cubicBezTo>
                  <a:cubicBezTo>
                    <a:pt x="18" y="0"/>
                    <a:pt x="17" y="0"/>
                    <a:pt x="15" y="0"/>
                  </a:cubicBezTo>
                  <a:cubicBezTo>
                    <a:pt x="13" y="0"/>
                    <a:pt x="12" y="1"/>
                    <a:pt x="11" y="1"/>
                  </a:cubicBezTo>
                  <a:cubicBezTo>
                    <a:pt x="10" y="2"/>
                    <a:pt x="10" y="2"/>
                    <a:pt x="9" y="2"/>
                  </a:cubicBezTo>
                  <a:cubicBezTo>
                    <a:pt x="7" y="4"/>
                    <a:pt x="5" y="7"/>
                    <a:pt x="3" y="9"/>
                  </a:cubicBezTo>
                  <a:cubicBezTo>
                    <a:pt x="1" y="13"/>
                    <a:pt x="0" y="17"/>
                    <a:pt x="0" y="22"/>
                  </a:cubicBezTo>
                  <a:cubicBezTo>
                    <a:pt x="0" y="22"/>
                    <a:pt x="0" y="23"/>
                    <a:pt x="0" y="24"/>
                  </a:cubicBezTo>
                  <a:cubicBezTo>
                    <a:pt x="7" y="24"/>
                    <a:pt x="14" y="25"/>
                    <a:pt x="21" y="25"/>
                  </a:cubicBezTo>
                  <a:lnTo>
                    <a:pt x="22"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9"/>
            <p:cNvSpPr/>
            <p:nvPr/>
          </p:nvSpPr>
          <p:spPr>
            <a:xfrm>
              <a:off x="2184845" y="-826055"/>
              <a:ext cx="8280" cy="3960"/>
            </a:xfrm>
            <a:custGeom>
              <a:rect b="b" l="l" r="r" t="t"/>
              <a:pathLst>
                <a:path extrusionOk="0" h="11" w="23">
                  <a:moveTo>
                    <a:pt x="2" y="4"/>
                  </a:moveTo>
                  <a:cubicBezTo>
                    <a:pt x="1" y="6"/>
                    <a:pt x="1" y="8"/>
                    <a:pt x="0" y="10"/>
                  </a:cubicBezTo>
                  <a:lnTo>
                    <a:pt x="22" y="10"/>
                  </a:lnTo>
                  <a:cubicBezTo>
                    <a:pt x="22" y="9"/>
                    <a:pt x="22" y="8"/>
                    <a:pt x="22" y="7"/>
                  </a:cubicBezTo>
                  <a:lnTo>
                    <a:pt x="22" y="6"/>
                  </a:lnTo>
                  <a:cubicBezTo>
                    <a:pt x="22" y="4"/>
                    <a:pt x="22" y="3"/>
                    <a:pt x="21" y="1"/>
                  </a:cubicBezTo>
                  <a:cubicBezTo>
                    <a:pt x="21" y="0"/>
                    <a:pt x="20" y="1"/>
                    <a:pt x="20" y="0"/>
                  </a:cubicBezTo>
                  <a:lnTo>
                    <a:pt x="4" y="0"/>
                  </a:lnTo>
                  <a:cubicBezTo>
                    <a:pt x="3" y="1"/>
                    <a:pt x="3" y="1"/>
                    <a:pt x="3" y="2"/>
                  </a:cubicBezTo>
                  <a:cubicBezTo>
                    <a:pt x="2" y="3"/>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9"/>
            <p:cNvSpPr/>
            <p:nvPr/>
          </p:nvSpPr>
          <p:spPr>
            <a:xfrm>
              <a:off x="2186285" y="-827135"/>
              <a:ext cx="6120" cy="1440"/>
            </a:xfrm>
            <a:custGeom>
              <a:rect b="b" l="l" r="r" t="t"/>
              <a:pathLst>
                <a:path extrusionOk="0" h="4" w="17">
                  <a:moveTo>
                    <a:pt x="0" y="3"/>
                  </a:moveTo>
                  <a:lnTo>
                    <a:pt x="16" y="3"/>
                  </a:lnTo>
                  <a:cubicBezTo>
                    <a:pt x="15" y="3"/>
                    <a:pt x="15" y="2"/>
                    <a:pt x="14" y="1"/>
                  </a:cubicBezTo>
                  <a:cubicBezTo>
                    <a:pt x="12" y="0"/>
                    <a:pt x="10" y="0"/>
                    <a:pt x="8" y="0"/>
                  </a:cubicBezTo>
                  <a:cubicBezTo>
                    <a:pt x="6" y="0"/>
                    <a:pt x="4" y="0"/>
                    <a:pt x="2" y="1"/>
                  </a:cubicBezTo>
                  <a:cubicBezTo>
                    <a:pt x="1" y="2"/>
                    <a:pt x="1"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9"/>
            <p:cNvSpPr/>
            <p:nvPr/>
          </p:nvSpPr>
          <p:spPr>
            <a:xfrm>
              <a:off x="2204285" y="-826055"/>
              <a:ext cx="10080" cy="3960"/>
            </a:xfrm>
            <a:custGeom>
              <a:rect b="b" l="l" r="r" t="t"/>
              <a:pathLst>
                <a:path extrusionOk="0" h="11" w="28">
                  <a:moveTo>
                    <a:pt x="25" y="10"/>
                  </a:moveTo>
                  <a:cubicBezTo>
                    <a:pt x="25" y="8"/>
                    <a:pt x="26" y="5"/>
                    <a:pt x="27" y="3"/>
                  </a:cubicBezTo>
                  <a:cubicBezTo>
                    <a:pt x="19" y="2"/>
                    <a:pt x="11" y="1"/>
                    <a:pt x="3" y="0"/>
                  </a:cubicBezTo>
                  <a:cubicBezTo>
                    <a:pt x="2" y="4"/>
                    <a:pt x="1" y="7"/>
                    <a:pt x="0" y="10"/>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9"/>
            <p:cNvSpPr/>
            <p:nvPr/>
          </p:nvSpPr>
          <p:spPr>
            <a:xfrm>
              <a:off x="2205365" y="-832535"/>
              <a:ext cx="9360" cy="7920"/>
            </a:xfrm>
            <a:custGeom>
              <a:rect b="b" l="l" r="r" t="t"/>
              <a:pathLst>
                <a:path extrusionOk="0" h="22" w="26">
                  <a:moveTo>
                    <a:pt x="25" y="10"/>
                  </a:moveTo>
                  <a:cubicBezTo>
                    <a:pt x="25" y="1"/>
                    <a:pt x="10" y="0"/>
                    <a:pt x="5" y="7"/>
                  </a:cubicBezTo>
                  <a:cubicBezTo>
                    <a:pt x="3" y="11"/>
                    <a:pt x="1" y="14"/>
                    <a:pt x="0" y="18"/>
                  </a:cubicBezTo>
                  <a:cubicBezTo>
                    <a:pt x="8" y="19"/>
                    <a:pt x="15" y="20"/>
                    <a:pt x="23" y="21"/>
                  </a:cubicBezTo>
                  <a:cubicBezTo>
                    <a:pt x="24" y="18"/>
                    <a:pt x="25" y="14"/>
                    <a:pt x="25" y="11"/>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9"/>
            <p:cNvSpPr/>
            <p:nvPr/>
          </p:nvSpPr>
          <p:spPr>
            <a:xfrm>
              <a:off x="2223365" y="-823175"/>
              <a:ext cx="4680" cy="1080"/>
            </a:xfrm>
            <a:custGeom>
              <a:rect b="b" l="l" r="r" t="t"/>
              <a:pathLst>
                <a:path extrusionOk="0" h="3" w="13">
                  <a:moveTo>
                    <a:pt x="12" y="2"/>
                  </a:moveTo>
                  <a:lnTo>
                    <a:pt x="0" y="0"/>
                  </a:lnTo>
                  <a:lnTo>
                    <a:pt x="0" y="2"/>
                  </a:lnTo>
                  <a:lnTo>
                    <a:pt x="12" y="2"/>
                  </a:lnTo>
                </a:path>
              </a:pathLst>
            </a:custGeom>
            <a:solidFill>
              <a:schemeClr val="dk1"/>
            </a:solidFill>
            <a:ln>
              <a:noFill/>
            </a:ln>
          </p:spPr>
        </p:sp>
        <p:sp>
          <p:nvSpPr>
            <p:cNvPr id="1313" name="Google Shape;1313;p29"/>
            <p:cNvSpPr/>
            <p:nvPr/>
          </p:nvSpPr>
          <p:spPr>
            <a:xfrm>
              <a:off x="2223365" y="-832175"/>
              <a:ext cx="8280" cy="10080"/>
            </a:xfrm>
            <a:custGeom>
              <a:rect b="b" l="l" r="r" t="t"/>
              <a:pathLst>
                <a:path extrusionOk="0" h="28" w="23">
                  <a:moveTo>
                    <a:pt x="20" y="27"/>
                  </a:moveTo>
                  <a:cubicBezTo>
                    <a:pt x="20" y="21"/>
                    <a:pt x="21" y="14"/>
                    <a:pt x="22" y="8"/>
                  </a:cubicBezTo>
                  <a:cubicBezTo>
                    <a:pt x="22" y="6"/>
                    <a:pt x="21" y="5"/>
                    <a:pt x="21" y="4"/>
                  </a:cubicBezTo>
                  <a:cubicBezTo>
                    <a:pt x="20" y="3"/>
                    <a:pt x="19" y="2"/>
                    <a:pt x="17" y="1"/>
                  </a:cubicBezTo>
                  <a:cubicBezTo>
                    <a:pt x="15" y="0"/>
                    <a:pt x="14" y="0"/>
                    <a:pt x="13" y="0"/>
                  </a:cubicBezTo>
                  <a:cubicBezTo>
                    <a:pt x="11" y="0"/>
                    <a:pt x="10" y="0"/>
                    <a:pt x="9" y="1"/>
                  </a:cubicBezTo>
                  <a:cubicBezTo>
                    <a:pt x="8" y="2"/>
                    <a:pt x="7" y="3"/>
                    <a:pt x="6" y="4"/>
                  </a:cubicBezTo>
                  <a:cubicBezTo>
                    <a:pt x="3" y="11"/>
                    <a:pt x="1" y="17"/>
                    <a:pt x="0" y="24"/>
                  </a:cubicBezTo>
                  <a:lnTo>
                    <a:pt x="12" y="26"/>
                  </a:lnTo>
                  <a:lnTo>
                    <a:pt x="20"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9"/>
            <p:cNvSpPr/>
            <p:nvPr/>
          </p:nvSpPr>
          <p:spPr>
            <a:xfrm>
              <a:off x="1450805" y="-861335"/>
              <a:ext cx="10080" cy="6840"/>
            </a:xfrm>
            <a:custGeom>
              <a:rect b="b" l="l" r="r" t="t"/>
              <a:pathLst>
                <a:path extrusionOk="0" h="19" w="28">
                  <a:moveTo>
                    <a:pt x="7" y="16"/>
                  </a:moveTo>
                  <a:cubicBezTo>
                    <a:pt x="13" y="13"/>
                    <a:pt x="20" y="11"/>
                    <a:pt x="27" y="11"/>
                  </a:cubicBezTo>
                  <a:cubicBezTo>
                    <a:pt x="27" y="8"/>
                    <a:pt x="27" y="6"/>
                    <a:pt x="25" y="4"/>
                  </a:cubicBezTo>
                  <a:lnTo>
                    <a:pt x="0" y="0"/>
                  </a:lnTo>
                  <a:lnTo>
                    <a:pt x="4" y="18"/>
                  </a:lnTo>
                  <a:lnTo>
                    <a:pt x="7"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9"/>
            <p:cNvSpPr/>
            <p:nvPr/>
          </p:nvSpPr>
          <p:spPr>
            <a:xfrm>
              <a:off x="1436765" y="-862055"/>
              <a:ext cx="8640" cy="10440"/>
            </a:xfrm>
            <a:custGeom>
              <a:rect b="b" l="l" r="r" t="t"/>
              <a:pathLst>
                <a:path extrusionOk="0" h="29" w="24">
                  <a:moveTo>
                    <a:pt x="6" y="25"/>
                  </a:moveTo>
                  <a:cubicBezTo>
                    <a:pt x="7" y="24"/>
                    <a:pt x="9" y="23"/>
                    <a:pt x="10" y="22"/>
                  </a:cubicBezTo>
                  <a:cubicBezTo>
                    <a:pt x="14" y="20"/>
                    <a:pt x="18" y="19"/>
                    <a:pt x="23" y="18"/>
                  </a:cubicBezTo>
                  <a:cubicBezTo>
                    <a:pt x="21" y="10"/>
                    <a:pt x="20" y="3"/>
                    <a:pt x="20" y="0"/>
                  </a:cubicBezTo>
                  <a:cubicBezTo>
                    <a:pt x="13" y="6"/>
                    <a:pt x="6" y="13"/>
                    <a:pt x="0" y="20"/>
                  </a:cubicBezTo>
                  <a:lnTo>
                    <a:pt x="3" y="28"/>
                  </a:lnTo>
                  <a:lnTo>
                    <a:pt x="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9"/>
            <p:cNvSpPr/>
            <p:nvPr/>
          </p:nvSpPr>
          <p:spPr>
            <a:xfrm>
              <a:off x="1450805" y="-868535"/>
              <a:ext cx="10440" cy="7920"/>
            </a:xfrm>
            <a:custGeom>
              <a:rect b="b" l="l" r="r" t="t"/>
              <a:pathLst>
                <a:path extrusionOk="0" h="22" w="29">
                  <a:moveTo>
                    <a:pt x="0" y="7"/>
                  </a:moveTo>
                  <a:lnTo>
                    <a:pt x="2" y="18"/>
                  </a:lnTo>
                  <a:lnTo>
                    <a:pt x="28" y="21"/>
                  </a:lnTo>
                  <a:cubicBezTo>
                    <a:pt x="28" y="18"/>
                    <a:pt x="26" y="15"/>
                    <a:pt x="25" y="12"/>
                  </a:cubicBezTo>
                  <a:cubicBezTo>
                    <a:pt x="24" y="10"/>
                    <a:pt x="24" y="7"/>
                    <a:pt x="24" y="6"/>
                  </a:cubicBezTo>
                  <a:cubicBezTo>
                    <a:pt x="24" y="4"/>
                    <a:pt x="24" y="3"/>
                    <a:pt x="25" y="1"/>
                  </a:cubicBezTo>
                  <a:lnTo>
                    <a:pt x="23" y="0"/>
                  </a:lnTo>
                  <a:cubicBezTo>
                    <a:pt x="17" y="2"/>
                    <a:pt x="11" y="4"/>
                    <a:pt x="6"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9"/>
            <p:cNvSpPr/>
            <p:nvPr/>
          </p:nvSpPr>
          <p:spPr>
            <a:xfrm>
              <a:off x="1431005" y="-854855"/>
              <a:ext cx="6840" cy="6120"/>
            </a:xfrm>
            <a:custGeom>
              <a:rect b="b" l="l" r="r" t="t"/>
              <a:pathLst>
                <a:path extrusionOk="0" h="17" w="19">
                  <a:moveTo>
                    <a:pt x="16" y="0"/>
                  </a:moveTo>
                  <a:cubicBezTo>
                    <a:pt x="11" y="5"/>
                    <a:pt x="7" y="10"/>
                    <a:pt x="0" y="16"/>
                  </a:cubicBezTo>
                  <a:cubicBezTo>
                    <a:pt x="5" y="15"/>
                    <a:pt x="10" y="13"/>
                    <a:pt x="14" y="10"/>
                  </a:cubicBezTo>
                  <a:cubicBezTo>
                    <a:pt x="16" y="9"/>
                    <a:pt x="17" y="8"/>
                    <a:pt x="18" y="7"/>
                  </a:cubicBezTo>
                  <a:lnTo>
                    <a:pt x="1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9"/>
            <p:cNvSpPr/>
            <p:nvPr/>
          </p:nvSpPr>
          <p:spPr>
            <a:xfrm>
              <a:off x="1443965" y="-862775"/>
              <a:ext cx="9720" cy="7560"/>
            </a:xfrm>
            <a:custGeom>
              <a:rect b="b" l="l" r="r" t="t"/>
              <a:pathLst>
                <a:path extrusionOk="0" h="21" w="27">
                  <a:moveTo>
                    <a:pt x="3" y="20"/>
                  </a:moveTo>
                  <a:cubicBezTo>
                    <a:pt x="7" y="20"/>
                    <a:pt x="10" y="20"/>
                    <a:pt x="14" y="20"/>
                  </a:cubicBezTo>
                  <a:cubicBezTo>
                    <a:pt x="17" y="20"/>
                    <a:pt x="22" y="20"/>
                    <a:pt x="26" y="20"/>
                  </a:cubicBezTo>
                  <a:lnTo>
                    <a:pt x="22" y="2"/>
                  </a:lnTo>
                  <a:lnTo>
                    <a:pt x="4" y="0"/>
                  </a:lnTo>
                  <a:lnTo>
                    <a:pt x="0" y="3"/>
                  </a:lnTo>
                  <a:cubicBezTo>
                    <a:pt x="0" y="5"/>
                    <a:pt x="1" y="12"/>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9"/>
            <p:cNvSpPr/>
            <p:nvPr/>
          </p:nvSpPr>
          <p:spPr>
            <a:xfrm>
              <a:off x="1445405" y="-866015"/>
              <a:ext cx="6480" cy="4320"/>
            </a:xfrm>
            <a:custGeom>
              <a:rect b="b" l="l" r="r" t="t"/>
              <a:pathLst>
                <a:path extrusionOk="0" h="12" w="18">
                  <a:moveTo>
                    <a:pt x="15" y="0"/>
                  </a:moveTo>
                  <a:cubicBezTo>
                    <a:pt x="12" y="2"/>
                    <a:pt x="9" y="3"/>
                    <a:pt x="5" y="5"/>
                  </a:cubicBezTo>
                  <a:cubicBezTo>
                    <a:pt x="4" y="6"/>
                    <a:pt x="2" y="7"/>
                    <a:pt x="0" y="8"/>
                  </a:cubicBezTo>
                  <a:lnTo>
                    <a:pt x="17" y="11"/>
                  </a:ln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9"/>
            <p:cNvSpPr/>
            <p:nvPr/>
          </p:nvSpPr>
          <p:spPr>
            <a:xfrm>
              <a:off x="1460885" y="-860615"/>
              <a:ext cx="1800" cy="2880"/>
            </a:xfrm>
            <a:custGeom>
              <a:rect b="b" l="l" r="r" t="t"/>
              <a:pathLst>
                <a:path extrusionOk="0" h="8" w="5">
                  <a:moveTo>
                    <a:pt x="4" y="0"/>
                  </a:moveTo>
                  <a:lnTo>
                    <a:pt x="0" y="0"/>
                  </a:lnTo>
                  <a:cubicBezTo>
                    <a:pt x="0" y="2"/>
                    <a:pt x="1" y="4"/>
                    <a:pt x="1" y="7"/>
                  </a:cubicBezTo>
                  <a:cubicBezTo>
                    <a:pt x="1" y="6"/>
                    <a:pt x="1" y="6"/>
                    <a:pt x="2" y="6"/>
                  </a:cubicBezTo>
                  <a:cubicBezTo>
                    <a:pt x="3" y="4"/>
                    <a:pt x="4"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9"/>
            <p:cNvSpPr/>
            <p:nvPr/>
          </p:nvSpPr>
          <p:spPr>
            <a:xfrm>
              <a:off x="1459445" y="-868535"/>
              <a:ext cx="3600" cy="7560"/>
            </a:xfrm>
            <a:custGeom>
              <a:rect b="b" l="l" r="r" t="t"/>
              <a:pathLst>
                <a:path extrusionOk="0" h="21" w="10">
                  <a:moveTo>
                    <a:pt x="2" y="0"/>
                  </a:moveTo>
                  <a:cubicBezTo>
                    <a:pt x="1" y="2"/>
                    <a:pt x="0" y="4"/>
                    <a:pt x="0" y="6"/>
                  </a:cubicBezTo>
                  <a:cubicBezTo>
                    <a:pt x="0" y="7"/>
                    <a:pt x="1" y="9"/>
                    <a:pt x="2" y="11"/>
                  </a:cubicBezTo>
                  <a:cubicBezTo>
                    <a:pt x="3" y="14"/>
                    <a:pt x="4" y="17"/>
                    <a:pt x="4" y="20"/>
                  </a:cubicBezTo>
                  <a:lnTo>
                    <a:pt x="9" y="20"/>
                  </a:lnTo>
                  <a:cubicBezTo>
                    <a:pt x="9" y="19"/>
                    <a:pt x="9" y="17"/>
                    <a:pt x="9" y="16"/>
                  </a:cubicBezTo>
                  <a:cubicBezTo>
                    <a:pt x="9" y="12"/>
                    <a:pt x="9" y="9"/>
                    <a:pt x="7" y="6"/>
                  </a:cubicBezTo>
                  <a:cubicBezTo>
                    <a:pt x="6" y="4"/>
                    <a:pt x="4" y="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9"/>
            <p:cNvSpPr/>
            <p:nvPr/>
          </p:nvSpPr>
          <p:spPr>
            <a:xfrm>
              <a:off x="2410925" y="-822095"/>
              <a:ext cx="16200" cy="4320"/>
            </a:xfrm>
            <a:custGeom>
              <a:rect b="b" l="l" r="r" t="t"/>
              <a:pathLst>
                <a:path extrusionOk="0" h="12" w="45">
                  <a:moveTo>
                    <a:pt x="9" y="0"/>
                  </a:moveTo>
                  <a:lnTo>
                    <a:pt x="0" y="0"/>
                  </a:lnTo>
                  <a:cubicBezTo>
                    <a:pt x="1" y="1"/>
                    <a:pt x="1" y="2"/>
                    <a:pt x="2" y="3"/>
                  </a:cubicBezTo>
                  <a:cubicBezTo>
                    <a:pt x="3" y="4"/>
                    <a:pt x="3" y="5"/>
                    <a:pt x="3" y="6"/>
                  </a:cubicBezTo>
                  <a:cubicBezTo>
                    <a:pt x="3" y="7"/>
                    <a:pt x="3" y="8"/>
                    <a:pt x="3" y="9"/>
                  </a:cubicBezTo>
                  <a:cubicBezTo>
                    <a:pt x="16" y="9"/>
                    <a:pt x="30" y="10"/>
                    <a:pt x="42" y="11"/>
                  </a:cubicBezTo>
                  <a:cubicBezTo>
                    <a:pt x="42" y="7"/>
                    <a:pt x="43" y="4"/>
                    <a:pt x="44" y="0"/>
                  </a:cubicBezTo>
                  <a:cubicBezTo>
                    <a:pt x="33" y="1"/>
                    <a:pt x="21" y="1"/>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9"/>
            <p:cNvSpPr/>
            <p:nvPr/>
          </p:nvSpPr>
          <p:spPr>
            <a:xfrm>
              <a:off x="2453045" y="-824255"/>
              <a:ext cx="11520" cy="5400"/>
            </a:xfrm>
            <a:custGeom>
              <a:rect b="b" l="l" r="r" t="t"/>
              <a:pathLst>
                <a:path extrusionOk="0" h="15" w="32">
                  <a:moveTo>
                    <a:pt x="0" y="2"/>
                  </a:moveTo>
                  <a:cubicBezTo>
                    <a:pt x="0" y="6"/>
                    <a:pt x="0" y="10"/>
                    <a:pt x="0" y="14"/>
                  </a:cubicBezTo>
                  <a:cubicBezTo>
                    <a:pt x="10" y="12"/>
                    <a:pt x="20" y="11"/>
                    <a:pt x="30" y="9"/>
                  </a:cubicBezTo>
                  <a:cubicBezTo>
                    <a:pt x="30" y="6"/>
                    <a:pt x="30" y="3"/>
                    <a:pt x="3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9"/>
            <p:cNvSpPr/>
            <p:nvPr/>
          </p:nvSpPr>
          <p:spPr>
            <a:xfrm>
              <a:off x="2432885" y="-822815"/>
              <a:ext cx="11520" cy="5040"/>
            </a:xfrm>
            <a:custGeom>
              <a:rect b="b" l="l" r="r" t="t"/>
              <a:pathLst>
                <a:path extrusionOk="0" h="14" w="32">
                  <a:moveTo>
                    <a:pt x="31" y="0"/>
                  </a:moveTo>
                  <a:lnTo>
                    <a:pt x="1" y="2"/>
                  </a:lnTo>
                  <a:cubicBezTo>
                    <a:pt x="1" y="6"/>
                    <a:pt x="1" y="10"/>
                    <a:pt x="0" y="13"/>
                  </a:cubicBezTo>
                  <a:cubicBezTo>
                    <a:pt x="11" y="13"/>
                    <a:pt x="21" y="13"/>
                    <a:pt x="31" y="13"/>
                  </a:cubicBezTo>
                  <a:cubicBezTo>
                    <a:pt x="31" y="8"/>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9"/>
            <p:cNvSpPr/>
            <p:nvPr/>
          </p:nvSpPr>
          <p:spPr>
            <a:xfrm>
              <a:off x="2371325" y="-822455"/>
              <a:ext cx="11160" cy="2520"/>
            </a:xfrm>
            <a:custGeom>
              <a:rect b="b" l="l" r="r" t="t"/>
              <a:pathLst>
                <a:path extrusionOk="0" h="7" w="31">
                  <a:moveTo>
                    <a:pt x="0" y="0"/>
                  </a:moveTo>
                  <a:cubicBezTo>
                    <a:pt x="0" y="2"/>
                    <a:pt x="0" y="4"/>
                    <a:pt x="0" y="6"/>
                  </a:cubicBezTo>
                  <a:lnTo>
                    <a:pt x="29" y="6"/>
                  </a:lnTo>
                  <a:cubicBezTo>
                    <a:pt x="29" y="4"/>
                    <a:pt x="29" y="2"/>
                    <a:pt x="30"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9"/>
            <p:cNvSpPr/>
            <p:nvPr/>
          </p:nvSpPr>
          <p:spPr>
            <a:xfrm>
              <a:off x="2390765" y="-822455"/>
              <a:ext cx="16560" cy="3240"/>
            </a:xfrm>
            <a:custGeom>
              <a:rect b="b" l="l" r="r" t="t"/>
              <a:pathLst>
                <a:path extrusionOk="0" h="9" w="46">
                  <a:moveTo>
                    <a:pt x="45" y="1"/>
                  </a:moveTo>
                  <a:lnTo>
                    <a:pt x="0" y="0"/>
                  </a:lnTo>
                  <a:lnTo>
                    <a:pt x="0" y="3"/>
                  </a:lnTo>
                  <a:cubicBezTo>
                    <a:pt x="0" y="4"/>
                    <a:pt x="0" y="5"/>
                    <a:pt x="0" y="6"/>
                  </a:cubicBezTo>
                  <a:lnTo>
                    <a:pt x="4" y="6"/>
                  </a:lnTo>
                  <a:cubicBezTo>
                    <a:pt x="16" y="6"/>
                    <a:pt x="28" y="7"/>
                    <a:pt x="41" y="8"/>
                  </a:cubicBezTo>
                  <a:cubicBezTo>
                    <a:pt x="41" y="8"/>
                    <a:pt x="41" y="6"/>
                    <a:pt x="41" y="5"/>
                  </a:cubicBezTo>
                  <a:lnTo>
                    <a:pt x="42" y="4"/>
                  </a:lnTo>
                  <a:cubicBezTo>
                    <a:pt x="43" y="3"/>
                    <a:pt x="43" y="2"/>
                    <a:pt x="4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9"/>
            <p:cNvSpPr/>
            <p:nvPr/>
          </p:nvSpPr>
          <p:spPr>
            <a:xfrm>
              <a:off x="2473565" y="-825335"/>
              <a:ext cx="12600" cy="3960"/>
            </a:xfrm>
            <a:custGeom>
              <a:rect b="b" l="l" r="r" t="t"/>
              <a:pathLst>
                <a:path extrusionOk="0" h="11" w="35">
                  <a:moveTo>
                    <a:pt x="2" y="1"/>
                  </a:moveTo>
                  <a:lnTo>
                    <a:pt x="0" y="10"/>
                  </a:lnTo>
                  <a:cubicBezTo>
                    <a:pt x="11" y="10"/>
                    <a:pt x="21" y="9"/>
                    <a:pt x="32" y="8"/>
                  </a:cubicBezTo>
                  <a:lnTo>
                    <a:pt x="34" y="0"/>
                  </a:lnTo>
                  <a:cubicBezTo>
                    <a:pt x="23" y="0"/>
                    <a:pt x="12" y="0"/>
                    <a:pt x="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9"/>
            <p:cNvSpPr/>
            <p:nvPr/>
          </p:nvSpPr>
          <p:spPr>
            <a:xfrm>
              <a:off x="3027605" y="-851975"/>
              <a:ext cx="6840" cy="3240"/>
            </a:xfrm>
            <a:custGeom>
              <a:rect b="b" l="l" r="r" t="t"/>
              <a:pathLst>
                <a:path extrusionOk="0" h="9" w="19">
                  <a:moveTo>
                    <a:pt x="4" y="0"/>
                  </a:moveTo>
                  <a:cubicBezTo>
                    <a:pt x="4" y="1"/>
                    <a:pt x="3" y="1"/>
                    <a:pt x="3" y="2"/>
                  </a:cubicBezTo>
                  <a:cubicBezTo>
                    <a:pt x="2" y="3"/>
                    <a:pt x="1" y="4"/>
                    <a:pt x="0" y="5"/>
                  </a:cubicBezTo>
                  <a:lnTo>
                    <a:pt x="1" y="5"/>
                  </a:lnTo>
                  <a:cubicBezTo>
                    <a:pt x="7" y="5"/>
                    <a:pt x="12" y="6"/>
                    <a:pt x="18" y="8"/>
                  </a:cubicBezTo>
                  <a:lnTo>
                    <a:pt x="18" y="3"/>
                  </a:lnTo>
                  <a:cubicBezTo>
                    <a:pt x="13" y="2"/>
                    <a:pt x="9" y="1"/>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9"/>
            <p:cNvSpPr/>
            <p:nvPr/>
          </p:nvSpPr>
          <p:spPr>
            <a:xfrm>
              <a:off x="2296445" y="-840815"/>
              <a:ext cx="234000" cy="11520"/>
            </a:xfrm>
            <a:custGeom>
              <a:rect b="b" l="l" r="r" t="t"/>
              <a:pathLst>
                <a:path extrusionOk="0" h="32" w="650">
                  <a:moveTo>
                    <a:pt x="49" y="25"/>
                  </a:moveTo>
                  <a:lnTo>
                    <a:pt x="66" y="25"/>
                  </a:lnTo>
                  <a:cubicBezTo>
                    <a:pt x="147" y="25"/>
                    <a:pt x="229" y="23"/>
                    <a:pt x="310" y="26"/>
                  </a:cubicBezTo>
                  <a:cubicBezTo>
                    <a:pt x="322" y="27"/>
                    <a:pt x="335" y="27"/>
                    <a:pt x="347" y="27"/>
                  </a:cubicBezTo>
                  <a:cubicBezTo>
                    <a:pt x="369" y="27"/>
                    <a:pt x="391" y="26"/>
                    <a:pt x="413" y="25"/>
                  </a:cubicBezTo>
                  <a:cubicBezTo>
                    <a:pt x="435" y="23"/>
                    <a:pt x="413" y="24"/>
                    <a:pt x="413" y="23"/>
                  </a:cubicBezTo>
                  <a:cubicBezTo>
                    <a:pt x="413" y="23"/>
                    <a:pt x="413" y="22"/>
                    <a:pt x="414" y="22"/>
                  </a:cubicBezTo>
                  <a:cubicBezTo>
                    <a:pt x="416" y="20"/>
                    <a:pt x="416" y="18"/>
                    <a:pt x="418" y="17"/>
                  </a:cubicBezTo>
                  <a:cubicBezTo>
                    <a:pt x="420" y="16"/>
                    <a:pt x="421" y="15"/>
                    <a:pt x="424" y="15"/>
                  </a:cubicBezTo>
                  <a:cubicBezTo>
                    <a:pt x="426" y="15"/>
                    <a:pt x="429" y="16"/>
                    <a:pt x="431" y="17"/>
                  </a:cubicBezTo>
                  <a:lnTo>
                    <a:pt x="433" y="19"/>
                  </a:lnTo>
                  <a:cubicBezTo>
                    <a:pt x="434" y="20"/>
                    <a:pt x="435" y="21"/>
                    <a:pt x="436" y="22"/>
                  </a:cubicBezTo>
                  <a:lnTo>
                    <a:pt x="436" y="23"/>
                  </a:lnTo>
                  <a:lnTo>
                    <a:pt x="461" y="20"/>
                  </a:lnTo>
                  <a:lnTo>
                    <a:pt x="472" y="20"/>
                  </a:lnTo>
                  <a:cubicBezTo>
                    <a:pt x="472" y="19"/>
                    <a:pt x="474" y="17"/>
                    <a:pt x="474" y="15"/>
                  </a:cubicBezTo>
                  <a:cubicBezTo>
                    <a:pt x="475" y="14"/>
                    <a:pt x="476" y="12"/>
                    <a:pt x="478" y="11"/>
                  </a:cubicBezTo>
                  <a:cubicBezTo>
                    <a:pt x="479" y="10"/>
                    <a:pt x="482" y="10"/>
                    <a:pt x="484" y="10"/>
                  </a:cubicBezTo>
                  <a:cubicBezTo>
                    <a:pt x="486" y="10"/>
                    <a:pt x="488" y="10"/>
                    <a:pt x="490" y="11"/>
                  </a:cubicBezTo>
                  <a:cubicBezTo>
                    <a:pt x="492" y="12"/>
                    <a:pt x="493" y="13"/>
                    <a:pt x="494" y="15"/>
                  </a:cubicBezTo>
                  <a:cubicBezTo>
                    <a:pt x="495" y="16"/>
                    <a:pt x="496" y="19"/>
                    <a:pt x="496" y="20"/>
                  </a:cubicBezTo>
                  <a:lnTo>
                    <a:pt x="532" y="22"/>
                  </a:lnTo>
                  <a:cubicBezTo>
                    <a:pt x="533" y="21"/>
                    <a:pt x="534" y="20"/>
                    <a:pt x="535" y="20"/>
                  </a:cubicBezTo>
                  <a:cubicBezTo>
                    <a:pt x="536" y="19"/>
                    <a:pt x="538" y="18"/>
                    <a:pt x="540" y="18"/>
                  </a:cubicBezTo>
                  <a:cubicBezTo>
                    <a:pt x="542" y="18"/>
                    <a:pt x="544" y="19"/>
                    <a:pt x="545" y="20"/>
                  </a:cubicBezTo>
                  <a:cubicBezTo>
                    <a:pt x="546" y="20"/>
                    <a:pt x="547" y="21"/>
                    <a:pt x="547" y="22"/>
                  </a:cubicBezTo>
                  <a:cubicBezTo>
                    <a:pt x="560" y="22"/>
                    <a:pt x="572" y="20"/>
                    <a:pt x="585" y="17"/>
                  </a:cubicBezTo>
                  <a:cubicBezTo>
                    <a:pt x="606" y="11"/>
                    <a:pt x="627" y="8"/>
                    <a:pt x="649" y="8"/>
                  </a:cubicBezTo>
                  <a:lnTo>
                    <a:pt x="567" y="8"/>
                  </a:lnTo>
                  <a:cubicBezTo>
                    <a:pt x="531" y="8"/>
                    <a:pt x="484" y="0"/>
                    <a:pt x="449" y="8"/>
                  </a:cubicBezTo>
                  <a:cubicBezTo>
                    <a:pt x="347" y="31"/>
                    <a:pt x="236" y="6"/>
                    <a:pt x="133" y="14"/>
                  </a:cubicBezTo>
                  <a:cubicBezTo>
                    <a:pt x="89" y="17"/>
                    <a:pt x="45" y="22"/>
                    <a:pt x="0" y="26"/>
                  </a:cubicBezTo>
                  <a:lnTo>
                    <a:pt x="35" y="26"/>
                  </a:lnTo>
                  <a:lnTo>
                    <a:pt x="35" y="25"/>
                  </a:lnTo>
                  <a:cubicBezTo>
                    <a:pt x="36" y="24"/>
                    <a:pt x="37" y="23"/>
                    <a:pt x="38" y="22"/>
                  </a:cubicBezTo>
                  <a:cubicBezTo>
                    <a:pt x="39" y="21"/>
                    <a:pt x="40" y="21"/>
                    <a:pt x="42" y="21"/>
                  </a:cubicBezTo>
                  <a:cubicBezTo>
                    <a:pt x="43" y="21"/>
                    <a:pt x="45" y="21"/>
                    <a:pt x="46" y="22"/>
                  </a:cubicBezTo>
                  <a:cubicBezTo>
                    <a:pt x="47" y="23"/>
                    <a:pt x="48" y="24"/>
                    <a:pt x="49"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9"/>
            <p:cNvSpPr/>
            <p:nvPr/>
          </p:nvSpPr>
          <p:spPr>
            <a:xfrm>
              <a:off x="2539445" y="-837935"/>
              <a:ext cx="129240" cy="2160"/>
            </a:xfrm>
            <a:custGeom>
              <a:rect b="b" l="l" r="r" t="t"/>
              <a:pathLst>
                <a:path extrusionOk="0" h="6" w="359">
                  <a:moveTo>
                    <a:pt x="358" y="4"/>
                  </a:moveTo>
                  <a:cubicBezTo>
                    <a:pt x="263" y="3"/>
                    <a:pt x="167" y="0"/>
                    <a:pt x="72" y="0"/>
                  </a:cubicBezTo>
                  <a:lnTo>
                    <a:pt x="0" y="0"/>
                  </a:lnTo>
                  <a:cubicBezTo>
                    <a:pt x="38" y="1"/>
                    <a:pt x="76" y="5"/>
                    <a:pt x="110" y="5"/>
                  </a:cubicBezTo>
                  <a:cubicBezTo>
                    <a:pt x="192" y="5"/>
                    <a:pt x="275" y="4"/>
                    <a:pt x="35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9"/>
            <p:cNvSpPr/>
            <p:nvPr/>
          </p:nvSpPr>
          <p:spPr>
            <a:xfrm>
              <a:off x="2962445" y="-845855"/>
              <a:ext cx="32040" cy="10080"/>
            </a:xfrm>
            <a:custGeom>
              <a:rect b="b" l="l" r="r" t="t"/>
              <a:pathLst>
                <a:path extrusionOk="0" h="28" w="89">
                  <a:moveTo>
                    <a:pt x="32" y="22"/>
                  </a:moveTo>
                  <a:cubicBezTo>
                    <a:pt x="33" y="21"/>
                    <a:pt x="34" y="20"/>
                    <a:pt x="36" y="19"/>
                  </a:cubicBezTo>
                  <a:cubicBezTo>
                    <a:pt x="38" y="18"/>
                    <a:pt x="40" y="17"/>
                    <a:pt x="42" y="17"/>
                  </a:cubicBezTo>
                  <a:cubicBezTo>
                    <a:pt x="44" y="17"/>
                    <a:pt x="47" y="18"/>
                    <a:pt x="48" y="19"/>
                  </a:cubicBezTo>
                  <a:lnTo>
                    <a:pt x="69" y="14"/>
                  </a:lnTo>
                  <a:cubicBezTo>
                    <a:pt x="74" y="13"/>
                    <a:pt x="80" y="11"/>
                    <a:pt x="86" y="10"/>
                  </a:cubicBezTo>
                  <a:cubicBezTo>
                    <a:pt x="86" y="6"/>
                    <a:pt x="87" y="3"/>
                    <a:pt x="88" y="0"/>
                  </a:cubicBezTo>
                  <a:cubicBezTo>
                    <a:pt x="59" y="4"/>
                    <a:pt x="29" y="8"/>
                    <a:pt x="0" y="12"/>
                  </a:cubicBezTo>
                  <a:cubicBezTo>
                    <a:pt x="2" y="17"/>
                    <a:pt x="3" y="22"/>
                    <a:pt x="4" y="27"/>
                  </a:cubicBezTo>
                  <a:lnTo>
                    <a:pt x="32"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9"/>
            <p:cNvSpPr/>
            <p:nvPr/>
          </p:nvSpPr>
          <p:spPr>
            <a:xfrm>
              <a:off x="2764805" y="-847295"/>
              <a:ext cx="142920" cy="11160"/>
            </a:xfrm>
            <a:custGeom>
              <a:rect b="b" l="l" r="r" t="t"/>
              <a:pathLst>
                <a:path extrusionOk="0" h="31" w="397">
                  <a:moveTo>
                    <a:pt x="159" y="21"/>
                  </a:moveTo>
                  <a:cubicBezTo>
                    <a:pt x="206" y="23"/>
                    <a:pt x="249" y="14"/>
                    <a:pt x="295" y="13"/>
                  </a:cubicBezTo>
                  <a:cubicBezTo>
                    <a:pt x="329" y="11"/>
                    <a:pt x="363" y="7"/>
                    <a:pt x="396" y="0"/>
                  </a:cubicBezTo>
                  <a:cubicBezTo>
                    <a:pt x="383" y="0"/>
                    <a:pt x="370" y="1"/>
                    <a:pt x="357" y="1"/>
                  </a:cubicBezTo>
                  <a:cubicBezTo>
                    <a:pt x="260" y="3"/>
                    <a:pt x="159" y="17"/>
                    <a:pt x="62" y="26"/>
                  </a:cubicBezTo>
                  <a:cubicBezTo>
                    <a:pt x="41" y="28"/>
                    <a:pt x="21" y="29"/>
                    <a:pt x="0" y="30"/>
                  </a:cubicBezTo>
                  <a:lnTo>
                    <a:pt x="29" y="30"/>
                  </a:lnTo>
                  <a:cubicBezTo>
                    <a:pt x="73" y="30"/>
                    <a:pt x="116" y="20"/>
                    <a:pt x="15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9"/>
            <p:cNvSpPr/>
            <p:nvPr/>
          </p:nvSpPr>
          <p:spPr>
            <a:xfrm>
              <a:off x="2943005" y="-867815"/>
              <a:ext cx="82440" cy="17640"/>
            </a:xfrm>
            <a:custGeom>
              <a:rect b="b" l="l" r="r" t="t"/>
              <a:pathLst>
                <a:path extrusionOk="0" h="49" w="229">
                  <a:moveTo>
                    <a:pt x="214" y="22"/>
                  </a:moveTo>
                  <a:cubicBezTo>
                    <a:pt x="214" y="22"/>
                    <a:pt x="215" y="22"/>
                    <a:pt x="216" y="22"/>
                  </a:cubicBezTo>
                  <a:cubicBezTo>
                    <a:pt x="217" y="22"/>
                    <a:pt x="217" y="22"/>
                    <a:pt x="218" y="22"/>
                  </a:cubicBezTo>
                  <a:cubicBezTo>
                    <a:pt x="219" y="20"/>
                    <a:pt x="219" y="19"/>
                    <a:pt x="220" y="18"/>
                  </a:cubicBezTo>
                  <a:lnTo>
                    <a:pt x="215" y="19"/>
                  </a:lnTo>
                  <a:cubicBezTo>
                    <a:pt x="209" y="19"/>
                    <a:pt x="208" y="11"/>
                    <a:pt x="213" y="9"/>
                  </a:cubicBezTo>
                  <a:cubicBezTo>
                    <a:pt x="216" y="8"/>
                    <a:pt x="218" y="8"/>
                    <a:pt x="221" y="6"/>
                  </a:cubicBezTo>
                  <a:cubicBezTo>
                    <a:pt x="223" y="5"/>
                    <a:pt x="226" y="2"/>
                    <a:pt x="228" y="0"/>
                  </a:cubicBezTo>
                  <a:cubicBezTo>
                    <a:pt x="192" y="4"/>
                    <a:pt x="157" y="11"/>
                    <a:pt x="123" y="22"/>
                  </a:cubicBezTo>
                  <a:cubicBezTo>
                    <a:pt x="82" y="31"/>
                    <a:pt x="41" y="39"/>
                    <a:pt x="0" y="46"/>
                  </a:cubicBezTo>
                  <a:lnTo>
                    <a:pt x="10" y="46"/>
                  </a:lnTo>
                  <a:cubicBezTo>
                    <a:pt x="79" y="48"/>
                    <a:pt x="146" y="25"/>
                    <a:pt x="21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9"/>
            <p:cNvSpPr/>
            <p:nvPr/>
          </p:nvSpPr>
          <p:spPr>
            <a:xfrm>
              <a:off x="2846165" y="-833255"/>
              <a:ext cx="39600" cy="9360"/>
            </a:xfrm>
            <a:custGeom>
              <a:rect b="b" l="l" r="r" t="t"/>
              <a:pathLst>
                <a:path extrusionOk="0" h="26" w="110">
                  <a:moveTo>
                    <a:pt x="0" y="25"/>
                  </a:moveTo>
                  <a:cubicBezTo>
                    <a:pt x="11" y="25"/>
                    <a:pt x="22" y="24"/>
                    <a:pt x="32" y="23"/>
                  </a:cubicBezTo>
                  <a:cubicBezTo>
                    <a:pt x="33" y="21"/>
                    <a:pt x="34" y="19"/>
                    <a:pt x="35" y="17"/>
                  </a:cubicBezTo>
                  <a:cubicBezTo>
                    <a:pt x="36" y="16"/>
                    <a:pt x="37" y="14"/>
                    <a:pt x="39" y="13"/>
                  </a:cubicBezTo>
                  <a:cubicBezTo>
                    <a:pt x="46" y="3"/>
                    <a:pt x="62" y="13"/>
                    <a:pt x="58" y="22"/>
                  </a:cubicBezTo>
                  <a:cubicBezTo>
                    <a:pt x="74" y="22"/>
                    <a:pt x="90" y="20"/>
                    <a:pt x="106" y="19"/>
                  </a:cubicBezTo>
                  <a:cubicBezTo>
                    <a:pt x="106" y="13"/>
                    <a:pt x="108" y="6"/>
                    <a:pt x="109" y="0"/>
                  </a:cubicBezTo>
                  <a:cubicBezTo>
                    <a:pt x="91" y="2"/>
                    <a:pt x="73" y="3"/>
                    <a:pt x="55" y="3"/>
                  </a:cubicBezTo>
                  <a:cubicBezTo>
                    <a:pt x="37" y="5"/>
                    <a:pt x="18" y="8"/>
                    <a:pt x="0" y="11"/>
                  </a:cubicBezTo>
                  <a:cubicBezTo>
                    <a:pt x="1" y="14"/>
                    <a:pt x="1" y="16"/>
                    <a:pt x="1" y="19"/>
                  </a:cubicBezTo>
                  <a:cubicBezTo>
                    <a:pt x="1" y="21"/>
                    <a:pt x="1" y="2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9"/>
            <p:cNvSpPr/>
            <p:nvPr/>
          </p:nvSpPr>
          <p:spPr>
            <a:xfrm>
              <a:off x="2819165" y="-829295"/>
              <a:ext cx="21240" cy="7200"/>
            </a:xfrm>
            <a:custGeom>
              <a:rect b="b" l="l" r="r" t="t"/>
              <a:pathLst>
                <a:path extrusionOk="0" h="20" w="59">
                  <a:moveTo>
                    <a:pt x="53" y="16"/>
                  </a:moveTo>
                  <a:cubicBezTo>
                    <a:pt x="54" y="11"/>
                    <a:pt x="56" y="6"/>
                    <a:pt x="58" y="1"/>
                  </a:cubicBezTo>
                  <a:cubicBezTo>
                    <a:pt x="38" y="1"/>
                    <a:pt x="19" y="0"/>
                    <a:pt x="0" y="0"/>
                  </a:cubicBezTo>
                  <a:cubicBezTo>
                    <a:pt x="1" y="1"/>
                    <a:pt x="1" y="1"/>
                    <a:pt x="2" y="2"/>
                  </a:cubicBezTo>
                  <a:cubicBezTo>
                    <a:pt x="5" y="8"/>
                    <a:pt x="7" y="13"/>
                    <a:pt x="8" y="19"/>
                  </a:cubicBezTo>
                  <a:lnTo>
                    <a:pt x="53"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9"/>
            <p:cNvSpPr/>
            <p:nvPr/>
          </p:nvSpPr>
          <p:spPr>
            <a:xfrm>
              <a:off x="2640245" y="-828215"/>
              <a:ext cx="41040" cy="10440"/>
            </a:xfrm>
            <a:custGeom>
              <a:rect b="b" l="l" r="r" t="t"/>
              <a:pathLst>
                <a:path extrusionOk="0" h="29" w="114">
                  <a:moveTo>
                    <a:pt x="1" y="28"/>
                  </a:moveTo>
                  <a:lnTo>
                    <a:pt x="49" y="28"/>
                  </a:lnTo>
                  <a:cubicBezTo>
                    <a:pt x="50" y="24"/>
                    <a:pt x="51" y="21"/>
                    <a:pt x="53" y="17"/>
                  </a:cubicBezTo>
                  <a:cubicBezTo>
                    <a:pt x="54" y="16"/>
                    <a:pt x="54" y="16"/>
                    <a:pt x="55" y="15"/>
                  </a:cubicBezTo>
                  <a:cubicBezTo>
                    <a:pt x="57" y="12"/>
                    <a:pt x="62" y="13"/>
                    <a:pt x="64" y="16"/>
                  </a:cubicBezTo>
                  <a:cubicBezTo>
                    <a:pt x="64" y="16"/>
                    <a:pt x="65" y="17"/>
                    <a:pt x="65" y="18"/>
                  </a:cubicBezTo>
                  <a:cubicBezTo>
                    <a:pt x="67" y="21"/>
                    <a:pt x="68" y="24"/>
                    <a:pt x="68" y="28"/>
                  </a:cubicBezTo>
                  <a:lnTo>
                    <a:pt x="101" y="28"/>
                  </a:lnTo>
                  <a:lnTo>
                    <a:pt x="107" y="28"/>
                  </a:lnTo>
                  <a:cubicBezTo>
                    <a:pt x="108" y="19"/>
                    <a:pt x="109" y="11"/>
                    <a:pt x="112" y="2"/>
                  </a:cubicBezTo>
                  <a:cubicBezTo>
                    <a:pt x="112" y="2"/>
                    <a:pt x="111" y="2"/>
                    <a:pt x="112" y="1"/>
                  </a:cubicBezTo>
                  <a:cubicBezTo>
                    <a:pt x="113" y="0"/>
                    <a:pt x="113" y="0"/>
                    <a:pt x="113" y="0"/>
                  </a:cubicBezTo>
                  <a:lnTo>
                    <a:pt x="93" y="0"/>
                  </a:lnTo>
                  <a:lnTo>
                    <a:pt x="0" y="0"/>
                  </a:lnTo>
                  <a:cubicBezTo>
                    <a:pt x="1" y="5"/>
                    <a:pt x="2" y="11"/>
                    <a:pt x="2" y="16"/>
                  </a:cubicBezTo>
                  <a:cubicBezTo>
                    <a:pt x="2" y="20"/>
                    <a:pt x="1"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9"/>
            <p:cNvSpPr/>
            <p:nvPr/>
          </p:nvSpPr>
          <p:spPr>
            <a:xfrm>
              <a:off x="2577605" y="-828575"/>
              <a:ext cx="38520" cy="9360"/>
            </a:xfrm>
            <a:custGeom>
              <a:rect b="b" l="l" r="r" t="t"/>
              <a:pathLst>
                <a:path extrusionOk="0" h="26" w="107">
                  <a:moveTo>
                    <a:pt x="3" y="12"/>
                  </a:moveTo>
                  <a:cubicBezTo>
                    <a:pt x="2" y="16"/>
                    <a:pt x="1" y="20"/>
                    <a:pt x="0" y="25"/>
                  </a:cubicBezTo>
                  <a:lnTo>
                    <a:pt x="34" y="25"/>
                  </a:lnTo>
                  <a:cubicBezTo>
                    <a:pt x="35" y="21"/>
                    <a:pt x="36" y="17"/>
                    <a:pt x="38" y="14"/>
                  </a:cubicBezTo>
                  <a:cubicBezTo>
                    <a:pt x="39" y="12"/>
                    <a:pt x="41" y="10"/>
                    <a:pt x="43" y="8"/>
                  </a:cubicBezTo>
                  <a:lnTo>
                    <a:pt x="44" y="7"/>
                  </a:lnTo>
                  <a:cubicBezTo>
                    <a:pt x="45" y="6"/>
                    <a:pt x="47" y="6"/>
                    <a:pt x="49" y="6"/>
                  </a:cubicBezTo>
                  <a:cubicBezTo>
                    <a:pt x="50" y="6"/>
                    <a:pt x="51" y="6"/>
                    <a:pt x="53" y="7"/>
                  </a:cubicBezTo>
                  <a:cubicBezTo>
                    <a:pt x="55" y="8"/>
                    <a:pt x="56" y="9"/>
                    <a:pt x="57" y="10"/>
                  </a:cubicBezTo>
                  <a:cubicBezTo>
                    <a:pt x="57" y="11"/>
                    <a:pt x="57" y="11"/>
                    <a:pt x="57" y="11"/>
                  </a:cubicBezTo>
                  <a:cubicBezTo>
                    <a:pt x="58" y="16"/>
                    <a:pt x="59" y="21"/>
                    <a:pt x="59" y="25"/>
                  </a:cubicBezTo>
                  <a:lnTo>
                    <a:pt x="91" y="25"/>
                  </a:lnTo>
                  <a:cubicBezTo>
                    <a:pt x="91" y="14"/>
                    <a:pt x="93" y="3"/>
                    <a:pt x="106" y="0"/>
                  </a:cubicBezTo>
                  <a:lnTo>
                    <a:pt x="5" y="0"/>
                  </a:lnTo>
                  <a:lnTo>
                    <a:pt x="3" y="0"/>
                  </a:lnTo>
                  <a:cubicBezTo>
                    <a:pt x="4" y="2"/>
                    <a:pt x="4" y="4"/>
                    <a:pt x="4" y="6"/>
                  </a:cubicBezTo>
                  <a:cubicBezTo>
                    <a:pt x="4" y="8"/>
                    <a:pt x="4" y="10"/>
                    <a:pt x="3"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9"/>
            <p:cNvSpPr/>
            <p:nvPr/>
          </p:nvSpPr>
          <p:spPr>
            <a:xfrm>
              <a:off x="2617565" y="-828575"/>
              <a:ext cx="16560" cy="10080"/>
            </a:xfrm>
            <a:custGeom>
              <a:rect b="b" l="l" r="r" t="t"/>
              <a:pathLst>
                <a:path extrusionOk="0" h="28" w="46">
                  <a:moveTo>
                    <a:pt x="4" y="7"/>
                  </a:moveTo>
                  <a:cubicBezTo>
                    <a:pt x="4" y="14"/>
                    <a:pt x="4" y="21"/>
                    <a:pt x="5" y="27"/>
                  </a:cubicBezTo>
                  <a:lnTo>
                    <a:pt x="41" y="27"/>
                  </a:lnTo>
                  <a:cubicBezTo>
                    <a:pt x="41" y="26"/>
                    <a:pt x="41" y="25"/>
                    <a:pt x="41" y="23"/>
                  </a:cubicBezTo>
                  <a:cubicBezTo>
                    <a:pt x="41" y="16"/>
                    <a:pt x="42" y="8"/>
                    <a:pt x="45" y="0"/>
                  </a:cubicBezTo>
                  <a:lnTo>
                    <a:pt x="0" y="0"/>
                  </a:lnTo>
                  <a:cubicBezTo>
                    <a:pt x="0" y="0"/>
                    <a:pt x="0" y="1"/>
                    <a:pt x="1" y="1"/>
                  </a:cubicBezTo>
                  <a:cubicBezTo>
                    <a:pt x="2" y="1"/>
                    <a:pt x="2" y="2"/>
                    <a:pt x="3" y="3"/>
                  </a:cubicBezTo>
                  <a:cubicBezTo>
                    <a:pt x="4" y="4"/>
                    <a:pt x="4" y="5"/>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9"/>
            <p:cNvSpPr/>
            <p:nvPr/>
          </p:nvSpPr>
          <p:spPr>
            <a:xfrm>
              <a:off x="2949125" y="-841175"/>
              <a:ext cx="9000" cy="8640"/>
            </a:xfrm>
            <a:custGeom>
              <a:rect b="b" l="l" r="r" t="t"/>
              <a:pathLst>
                <a:path extrusionOk="0" h="24" w="25">
                  <a:moveTo>
                    <a:pt x="0" y="23"/>
                  </a:moveTo>
                  <a:lnTo>
                    <a:pt x="19" y="18"/>
                  </a:lnTo>
                  <a:cubicBezTo>
                    <a:pt x="20" y="12"/>
                    <a:pt x="22" y="6"/>
                    <a:pt x="24" y="0"/>
                  </a:cubicBezTo>
                  <a:lnTo>
                    <a:pt x="1" y="2"/>
                  </a:lnTo>
                  <a:cubicBezTo>
                    <a:pt x="1" y="9"/>
                    <a:pt x="1" y="16"/>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9"/>
            <p:cNvSpPr/>
            <p:nvPr/>
          </p:nvSpPr>
          <p:spPr>
            <a:xfrm>
              <a:off x="2917805" y="-839375"/>
              <a:ext cx="23760" cy="10440"/>
            </a:xfrm>
            <a:custGeom>
              <a:rect b="b" l="l" r="r" t="t"/>
              <a:pathLst>
                <a:path extrusionOk="0" h="29" w="66">
                  <a:moveTo>
                    <a:pt x="1" y="28"/>
                  </a:moveTo>
                  <a:cubicBezTo>
                    <a:pt x="21" y="27"/>
                    <a:pt x="42" y="26"/>
                    <a:pt x="62" y="23"/>
                  </a:cubicBezTo>
                  <a:cubicBezTo>
                    <a:pt x="63" y="15"/>
                    <a:pt x="64" y="8"/>
                    <a:pt x="65" y="0"/>
                  </a:cubicBezTo>
                  <a:cubicBezTo>
                    <a:pt x="43" y="2"/>
                    <a:pt x="21" y="5"/>
                    <a:pt x="0" y="8"/>
                  </a:cubicBezTo>
                  <a:lnTo>
                    <a:pt x="1" y="9"/>
                  </a:lnTo>
                  <a:cubicBezTo>
                    <a:pt x="3" y="11"/>
                    <a:pt x="3" y="14"/>
                    <a:pt x="3" y="16"/>
                  </a:cubicBezTo>
                  <a:lnTo>
                    <a:pt x="3" y="17"/>
                  </a:lnTo>
                  <a:cubicBezTo>
                    <a:pt x="2" y="21"/>
                    <a:pt x="2"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9"/>
            <p:cNvSpPr/>
            <p:nvPr/>
          </p:nvSpPr>
          <p:spPr>
            <a:xfrm>
              <a:off x="2893325" y="-835775"/>
              <a:ext cx="17280" cy="9000"/>
            </a:xfrm>
            <a:custGeom>
              <a:rect b="b" l="l" r="r" t="t"/>
              <a:pathLst>
                <a:path extrusionOk="0" h="25" w="48">
                  <a:moveTo>
                    <a:pt x="0" y="24"/>
                  </a:moveTo>
                  <a:lnTo>
                    <a:pt x="41" y="20"/>
                  </a:lnTo>
                  <a:lnTo>
                    <a:pt x="43" y="20"/>
                  </a:lnTo>
                  <a:cubicBezTo>
                    <a:pt x="44" y="14"/>
                    <a:pt x="44" y="8"/>
                    <a:pt x="46" y="3"/>
                  </a:cubicBezTo>
                  <a:cubicBezTo>
                    <a:pt x="46" y="2"/>
                    <a:pt x="46" y="1"/>
                    <a:pt x="47" y="0"/>
                  </a:cubicBezTo>
                  <a:cubicBezTo>
                    <a:pt x="31" y="2"/>
                    <a:pt x="16" y="4"/>
                    <a:pt x="1" y="5"/>
                  </a:cubicBezTo>
                  <a:cubicBezTo>
                    <a:pt x="1" y="6"/>
                    <a:pt x="1" y="6"/>
                    <a:pt x="1" y="7"/>
                  </a:cubicBezTo>
                  <a:lnTo>
                    <a:pt x="1" y="8"/>
                  </a:lnTo>
                  <a:cubicBezTo>
                    <a:pt x="1" y="13"/>
                    <a:pt x="0" y="18"/>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9"/>
            <p:cNvSpPr/>
            <p:nvPr/>
          </p:nvSpPr>
          <p:spPr>
            <a:xfrm>
              <a:off x="2687045" y="-829295"/>
              <a:ext cx="128880" cy="12600"/>
            </a:xfrm>
            <a:custGeom>
              <a:rect b="b" l="l" r="r" t="t"/>
              <a:pathLst>
                <a:path extrusionOk="0" h="35" w="358">
                  <a:moveTo>
                    <a:pt x="2" y="20"/>
                  </a:moveTo>
                  <a:cubicBezTo>
                    <a:pt x="1" y="24"/>
                    <a:pt x="0" y="28"/>
                    <a:pt x="0" y="32"/>
                  </a:cubicBezTo>
                  <a:lnTo>
                    <a:pt x="0" y="33"/>
                  </a:lnTo>
                  <a:lnTo>
                    <a:pt x="29" y="33"/>
                  </a:lnTo>
                  <a:cubicBezTo>
                    <a:pt x="30" y="29"/>
                    <a:pt x="32" y="25"/>
                    <a:pt x="34" y="21"/>
                  </a:cubicBezTo>
                  <a:cubicBezTo>
                    <a:pt x="36" y="18"/>
                    <a:pt x="37" y="15"/>
                    <a:pt x="39" y="13"/>
                  </a:cubicBezTo>
                  <a:cubicBezTo>
                    <a:pt x="40" y="13"/>
                    <a:pt x="40" y="13"/>
                    <a:pt x="40" y="13"/>
                  </a:cubicBezTo>
                  <a:cubicBezTo>
                    <a:pt x="41" y="12"/>
                    <a:pt x="42" y="12"/>
                    <a:pt x="44" y="12"/>
                  </a:cubicBezTo>
                  <a:cubicBezTo>
                    <a:pt x="45" y="12"/>
                    <a:pt x="47" y="12"/>
                    <a:pt x="48" y="13"/>
                  </a:cubicBezTo>
                  <a:lnTo>
                    <a:pt x="49" y="13"/>
                  </a:lnTo>
                  <a:cubicBezTo>
                    <a:pt x="51" y="15"/>
                    <a:pt x="53" y="17"/>
                    <a:pt x="54" y="19"/>
                  </a:cubicBezTo>
                  <a:cubicBezTo>
                    <a:pt x="56" y="22"/>
                    <a:pt x="57" y="25"/>
                    <a:pt x="57" y="29"/>
                  </a:cubicBezTo>
                  <a:cubicBezTo>
                    <a:pt x="57" y="31"/>
                    <a:pt x="56" y="33"/>
                    <a:pt x="56" y="34"/>
                  </a:cubicBezTo>
                  <a:lnTo>
                    <a:pt x="97" y="34"/>
                  </a:lnTo>
                  <a:cubicBezTo>
                    <a:pt x="98" y="30"/>
                    <a:pt x="100" y="25"/>
                    <a:pt x="102" y="21"/>
                  </a:cubicBezTo>
                  <a:cubicBezTo>
                    <a:pt x="104" y="18"/>
                    <a:pt x="105" y="16"/>
                    <a:pt x="107" y="13"/>
                  </a:cubicBezTo>
                  <a:cubicBezTo>
                    <a:pt x="108" y="13"/>
                    <a:pt x="108" y="12"/>
                    <a:pt x="109" y="12"/>
                  </a:cubicBezTo>
                  <a:cubicBezTo>
                    <a:pt x="110" y="12"/>
                    <a:pt x="110" y="11"/>
                    <a:pt x="112" y="11"/>
                  </a:cubicBezTo>
                  <a:cubicBezTo>
                    <a:pt x="113" y="11"/>
                    <a:pt x="115" y="12"/>
                    <a:pt x="116" y="12"/>
                  </a:cubicBezTo>
                  <a:cubicBezTo>
                    <a:pt x="117" y="12"/>
                    <a:pt x="117" y="13"/>
                    <a:pt x="118" y="13"/>
                  </a:cubicBezTo>
                  <a:cubicBezTo>
                    <a:pt x="119" y="15"/>
                    <a:pt x="119" y="16"/>
                    <a:pt x="120" y="17"/>
                  </a:cubicBezTo>
                  <a:cubicBezTo>
                    <a:pt x="122" y="21"/>
                    <a:pt x="124" y="25"/>
                    <a:pt x="124" y="30"/>
                  </a:cubicBezTo>
                  <a:cubicBezTo>
                    <a:pt x="124" y="31"/>
                    <a:pt x="124" y="33"/>
                    <a:pt x="123" y="34"/>
                  </a:cubicBezTo>
                  <a:lnTo>
                    <a:pt x="163" y="34"/>
                  </a:lnTo>
                  <a:cubicBezTo>
                    <a:pt x="164" y="31"/>
                    <a:pt x="167" y="28"/>
                    <a:pt x="169" y="24"/>
                  </a:cubicBezTo>
                  <a:cubicBezTo>
                    <a:pt x="170" y="23"/>
                    <a:pt x="171" y="22"/>
                    <a:pt x="173" y="21"/>
                  </a:cubicBezTo>
                  <a:cubicBezTo>
                    <a:pt x="174" y="20"/>
                    <a:pt x="176" y="19"/>
                    <a:pt x="178" y="19"/>
                  </a:cubicBezTo>
                  <a:cubicBezTo>
                    <a:pt x="180" y="19"/>
                    <a:pt x="181" y="20"/>
                    <a:pt x="183" y="21"/>
                  </a:cubicBezTo>
                  <a:cubicBezTo>
                    <a:pt x="185" y="22"/>
                    <a:pt x="186" y="23"/>
                    <a:pt x="187" y="25"/>
                  </a:cubicBezTo>
                  <a:cubicBezTo>
                    <a:pt x="188" y="27"/>
                    <a:pt x="188" y="28"/>
                    <a:pt x="188" y="30"/>
                  </a:cubicBezTo>
                  <a:lnTo>
                    <a:pt x="188" y="31"/>
                  </a:lnTo>
                  <a:lnTo>
                    <a:pt x="188" y="33"/>
                  </a:lnTo>
                  <a:cubicBezTo>
                    <a:pt x="199" y="33"/>
                    <a:pt x="209" y="33"/>
                    <a:pt x="220" y="33"/>
                  </a:cubicBezTo>
                  <a:lnTo>
                    <a:pt x="228" y="33"/>
                  </a:lnTo>
                  <a:cubicBezTo>
                    <a:pt x="229" y="32"/>
                    <a:pt x="229" y="32"/>
                    <a:pt x="230" y="31"/>
                  </a:cubicBezTo>
                  <a:cubicBezTo>
                    <a:pt x="231" y="28"/>
                    <a:pt x="234" y="25"/>
                    <a:pt x="237" y="23"/>
                  </a:cubicBezTo>
                  <a:cubicBezTo>
                    <a:pt x="237" y="23"/>
                    <a:pt x="238" y="23"/>
                    <a:pt x="239" y="22"/>
                  </a:cubicBezTo>
                  <a:cubicBezTo>
                    <a:pt x="240" y="22"/>
                    <a:pt x="241" y="21"/>
                    <a:pt x="242" y="21"/>
                  </a:cubicBezTo>
                  <a:cubicBezTo>
                    <a:pt x="244" y="21"/>
                    <a:pt x="245" y="21"/>
                    <a:pt x="246" y="22"/>
                  </a:cubicBezTo>
                  <a:cubicBezTo>
                    <a:pt x="247" y="23"/>
                    <a:pt x="248" y="24"/>
                    <a:pt x="249" y="25"/>
                  </a:cubicBezTo>
                  <a:cubicBezTo>
                    <a:pt x="249" y="26"/>
                    <a:pt x="249" y="26"/>
                    <a:pt x="249" y="26"/>
                  </a:cubicBezTo>
                  <a:cubicBezTo>
                    <a:pt x="250" y="28"/>
                    <a:pt x="250" y="30"/>
                    <a:pt x="251" y="32"/>
                  </a:cubicBezTo>
                  <a:lnTo>
                    <a:pt x="290" y="29"/>
                  </a:lnTo>
                  <a:cubicBezTo>
                    <a:pt x="291" y="25"/>
                    <a:pt x="292" y="21"/>
                    <a:pt x="294" y="17"/>
                  </a:cubicBezTo>
                  <a:cubicBezTo>
                    <a:pt x="300" y="7"/>
                    <a:pt x="318" y="15"/>
                    <a:pt x="316" y="26"/>
                  </a:cubicBezTo>
                  <a:lnTo>
                    <a:pt x="351" y="22"/>
                  </a:lnTo>
                  <a:lnTo>
                    <a:pt x="351" y="21"/>
                  </a:lnTo>
                  <a:cubicBezTo>
                    <a:pt x="351" y="14"/>
                    <a:pt x="353" y="8"/>
                    <a:pt x="356" y="2"/>
                  </a:cubicBezTo>
                  <a:cubicBezTo>
                    <a:pt x="357" y="1"/>
                    <a:pt x="357" y="1"/>
                    <a:pt x="357" y="0"/>
                  </a:cubicBezTo>
                  <a:cubicBezTo>
                    <a:pt x="320" y="2"/>
                    <a:pt x="285" y="7"/>
                    <a:pt x="247" y="7"/>
                  </a:cubicBezTo>
                  <a:cubicBezTo>
                    <a:pt x="168" y="5"/>
                    <a:pt x="88" y="5"/>
                    <a:pt x="8" y="5"/>
                  </a:cubicBezTo>
                  <a:cubicBezTo>
                    <a:pt x="9" y="6"/>
                    <a:pt x="10" y="8"/>
                    <a:pt x="10" y="10"/>
                  </a:cubicBezTo>
                  <a:cubicBezTo>
                    <a:pt x="10" y="12"/>
                    <a:pt x="9" y="13"/>
                    <a:pt x="8" y="15"/>
                  </a:cubicBezTo>
                  <a:cubicBezTo>
                    <a:pt x="7" y="17"/>
                    <a:pt x="6" y="17"/>
                    <a:pt x="4" y="19"/>
                  </a:cubicBezTo>
                  <a:cubicBezTo>
                    <a:pt x="3" y="20"/>
                    <a:pt x="3" y="20"/>
                    <a:pt x="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9"/>
            <p:cNvSpPr/>
            <p:nvPr/>
          </p:nvSpPr>
          <p:spPr>
            <a:xfrm>
              <a:off x="2333525" y="-822815"/>
              <a:ext cx="14760" cy="1440"/>
            </a:xfrm>
            <a:custGeom>
              <a:rect b="b" l="l" r="r" t="t"/>
              <a:pathLst>
                <a:path extrusionOk="0" h="4" w="41">
                  <a:moveTo>
                    <a:pt x="0" y="1"/>
                  </a:moveTo>
                  <a:cubicBezTo>
                    <a:pt x="10" y="1"/>
                    <a:pt x="20" y="1"/>
                    <a:pt x="29" y="3"/>
                  </a:cubicBezTo>
                  <a:lnTo>
                    <a:pt x="38" y="3"/>
                  </a:lnTo>
                  <a:lnTo>
                    <a:pt x="38" y="2"/>
                  </a:lnTo>
                  <a:cubicBezTo>
                    <a:pt x="39" y="1"/>
                    <a:pt x="39" y="1"/>
                    <a:pt x="40"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9"/>
            <p:cNvSpPr/>
            <p:nvPr/>
          </p:nvSpPr>
          <p:spPr>
            <a:xfrm>
              <a:off x="3029045" y="-867455"/>
              <a:ext cx="20880" cy="11880"/>
            </a:xfrm>
            <a:custGeom>
              <a:rect b="b" l="l" r="r" t="t"/>
              <a:pathLst>
                <a:path extrusionOk="0" h="33" w="58">
                  <a:moveTo>
                    <a:pt x="39" y="21"/>
                  </a:moveTo>
                  <a:cubicBezTo>
                    <a:pt x="41" y="22"/>
                    <a:pt x="43" y="23"/>
                    <a:pt x="45" y="25"/>
                  </a:cubicBezTo>
                  <a:cubicBezTo>
                    <a:pt x="49" y="27"/>
                    <a:pt x="53" y="29"/>
                    <a:pt x="57" y="32"/>
                  </a:cubicBezTo>
                  <a:cubicBezTo>
                    <a:pt x="51" y="23"/>
                    <a:pt x="42" y="14"/>
                    <a:pt x="32" y="9"/>
                  </a:cubicBezTo>
                  <a:cubicBezTo>
                    <a:pt x="25" y="5"/>
                    <a:pt x="18" y="2"/>
                    <a:pt x="10" y="0"/>
                  </a:cubicBezTo>
                  <a:cubicBezTo>
                    <a:pt x="7" y="3"/>
                    <a:pt x="3" y="6"/>
                    <a:pt x="0" y="8"/>
                  </a:cubicBezTo>
                  <a:cubicBezTo>
                    <a:pt x="6" y="9"/>
                    <a:pt x="12" y="11"/>
                    <a:pt x="18" y="12"/>
                  </a:cubicBezTo>
                  <a:cubicBezTo>
                    <a:pt x="20" y="11"/>
                    <a:pt x="22" y="10"/>
                    <a:pt x="25" y="10"/>
                  </a:cubicBezTo>
                  <a:cubicBezTo>
                    <a:pt x="27" y="10"/>
                    <a:pt x="29" y="11"/>
                    <a:pt x="32" y="12"/>
                  </a:cubicBezTo>
                  <a:cubicBezTo>
                    <a:pt x="35" y="13"/>
                    <a:pt x="37" y="14"/>
                    <a:pt x="38" y="17"/>
                  </a:cubicBezTo>
                  <a:cubicBezTo>
                    <a:pt x="39" y="19"/>
                    <a:pt x="39" y="20"/>
                    <a:pt x="3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9"/>
            <p:cNvSpPr/>
            <p:nvPr/>
          </p:nvSpPr>
          <p:spPr>
            <a:xfrm>
              <a:off x="3002045" y="-848015"/>
              <a:ext cx="11160" cy="3240"/>
            </a:xfrm>
            <a:custGeom>
              <a:rect b="b" l="l" r="r" t="t"/>
              <a:pathLst>
                <a:path extrusionOk="0" h="9" w="31">
                  <a:moveTo>
                    <a:pt x="0" y="8"/>
                  </a:moveTo>
                  <a:cubicBezTo>
                    <a:pt x="9" y="5"/>
                    <a:pt x="19" y="2"/>
                    <a:pt x="30" y="0"/>
                  </a:cubicBezTo>
                  <a:lnTo>
                    <a:pt x="1" y="3"/>
                  </a:lnTo>
                  <a:lnTo>
                    <a:pt x="1" y="4"/>
                  </a:lnTo>
                  <a:cubicBezTo>
                    <a:pt x="1" y="5"/>
                    <a:pt x="0" y="7"/>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9"/>
            <p:cNvSpPr/>
            <p:nvPr/>
          </p:nvSpPr>
          <p:spPr>
            <a:xfrm>
              <a:off x="2352605" y="-822815"/>
              <a:ext cx="12240" cy="2520"/>
            </a:xfrm>
            <a:custGeom>
              <a:rect b="b" l="l" r="r" t="t"/>
              <a:pathLst>
                <a:path extrusionOk="0" h="7" w="34">
                  <a:moveTo>
                    <a:pt x="0" y="1"/>
                  </a:moveTo>
                  <a:cubicBezTo>
                    <a:pt x="2" y="2"/>
                    <a:pt x="3" y="3"/>
                    <a:pt x="4" y="5"/>
                  </a:cubicBezTo>
                  <a:lnTo>
                    <a:pt x="4" y="6"/>
                  </a:lnTo>
                  <a:lnTo>
                    <a:pt x="32" y="6"/>
                  </a:lnTo>
                  <a:cubicBezTo>
                    <a:pt x="32" y="4"/>
                    <a:pt x="32" y="2"/>
                    <a:pt x="3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9"/>
            <p:cNvSpPr/>
            <p:nvPr/>
          </p:nvSpPr>
          <p:spPr>
            <a:xfrm>
              <a:off x="2506685" y="-827855"/>
              <a:ext cx="14040" cy="6480"/>
            </a:xfrm>
            <a:custGeom>
              <a:rect b="b" l="l" r="r" t="t"/>
              <a:pathLst>
                <a:path extrusionOk="0" h="18" w="39">
                  <a:moveTo>
                    <a:pt x="36" y="17"/>
                  </a:moveTo>
                  <a:cubicBezTo>
                    <a:pt x="36" y="11"/>
                    <a:pt x="36" y="6"/>
                    <a:pt x="38" y="0"/>
                  </a:cubicBezTo>
                  <a:lnTo>
                    <a:pt x="0" y="4"/>
                  </a:lnTo>
                  <a:cubicBezTo>
                    <a:pt x="1" y="8"/>
                    <a:pt x="1" y="12"/>
                    <a:pt x="2" y="16"/>
                  </a:cubicBezTo>
                  <a:lnTo>
                    <a:pt x="36"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9"/>
            <p:cNvSpPr/>
            <p:nvPr/>
          </p:nvSpPr>
          <p:spPr>
            <a:xfrm>
              <a:off x="2526845" y="-828575"/>
              <a:ext cx="44640" cy="8640"/>
            </a:xfrm>
            <a:custGeom>
              <a:rect b="b" l="l" r="r" t="t"/>
              <a:pathLst>
                <a:path extrusionOk="0" h="24" w="124">
                  <a:moveTo>
                    <a:pt x="0" y="20"/>
                  </a:moveTo>
                  <a:lnTo>
                    <a:pt x="47" y="22"/>
                  </a:lnTo>
                  <a:cubicBezTo>
                    <a:pt x="47" y="19"/>
                    <a:pt x="48" y="15"/>
                    <a:pt x="50" y="12"/>
                  </a:cubicBezTo>
                  <a:cubicBezTo>
                    <a:pt x="51" y="9"/>
                    <a:pt x="54" y="6"/>
                    <a:pt x="57" y="4"/>
                  </a:cubicBezTo>
                  <a:cubicBezTo>
                    <a:pt x="58" y="4"/>
                    <a:pt x="59" y="4"/>
                    <a:pt x="60" y="4"/>
                  </a:cubicBezTo>
                  <a:cubicBezTo>
                    <a:pt x="62" y="4"/>
                    <a:pt x="63" y="4"/>
                    <a:pt x="64" y="5"/>
                  </a:cubicBezTo>
                  <a:cubicBezTo>
                    <a:pt x="65" y="5"/>
                    <a:pt x="65" y="5"/>
                    <a:pt x="66" y="6"/>
                  </a:cubicBezTo>
                  <a:cubicBezTo>
                    <a:pt x="66" y="7"/>
                    <a:pt x="67" y="8"/>
                    <a:pt x="68" y="9"/>
                  </a:cubicBezTo>
                  <a:cubicBezTo>
                    <a:pt x="69" y="12"/>
                    <a:pt x="70" y="15"/>
                    <a:pt x="70" y="18"/>
                  </a:cubicBezTo>
                  <a:cubicBezTo>
                    <a:pt x="70" y="20"/>
                    <a:pt x="70" y="22"/>
                    <a:pt x="70" y="23"/>
                  </a:cubicBezTo>
                  <a:lnTo>
                    <a:pt x="106" y="23"/>
                  </a:lnTo>
                  <a:lnTo>
                    <a:pt x="115" y="23"/>
                  </a:lnTo>
                  <a:cubicBezTo>
                    <a:pt x="115" y="17"/>
                    <a:pt x="117" y="10"/>
                    <a:pt x="120" y="4"/>
                  </a:cubicBezTo>
                  <a:cubicBezTo>
                    <a:pt x="121" y="3"/>
                    <a:pt x="122" y="1"/>
                    <a:pt x="123" y="0"/>
                  </a:cubicBezTo>
                  <a:lnTo>
                    <a:pt x="12" y="0"/>
                  </a:lnTo>
                  <a:lnTo>
                    <a:pt x="2" y="0"/>
                  </a:lnTo>
                  <a:cubicBezTo>
                    <a:pt x="2" y="7"/>
                    <a:pt x="1" y="14"/>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9"/>
            <p:cNvSpPr/>
            <p:nvPr/>
          </p:nvSpPr>
          <p:spPr>
            <a:xfrm>
              <a:off x="2494805" y="-825695"/>
              <a:ext cx="3600" cy="3600"/>
            </a:xfrm>
            <a:custGeom>
              <a:rect b="b" l="l" r="r" t="t"/>
              <a:pathLst>
                <a:path extrusionOk="0" h="10" w="10">
                  <a:moveTo>
                    <a:pt x="8" y="9"/>
                  </a:moveTo>
                  <a:cubicBezTo>
                    <a:pt x="8" y="6"/>
                    <a:pt x="9" y="3"/>
                    <a:pt x="9" y="0"/>
                  </a:cubicBezTo>
                  <a:lnTo>
                    <a:pt x="2" y="0"/>
                  </a:lnTo>
                  <a:cubicBezTo>
                    <a:pt x="2" y="3"/>
                    <a:pt x="1" y="6"/>
                    <a:pt x="0" y="9"/>
                  </a:cubicBezTo>
                  <a:lnTo>
                    <a:pt x="8"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9"/>
            <p:cNvSpPr/>
            <p:nvPr/>
          </p:nvSpPr>
          <p:spPr>
            <a:xfrm>
              <a:off x="3017885" y="-868175"/>
              <a:ext cx="15120" cy="7560"/>
            </a:xfrm>
            <a:custGeom>
              <a:rect b="b" l="l" r="r" t="t"/>
              <a:pathLst>
                <a:path extrusionOk="0" h="21" w="42">
                  <a:moveTo>
                    <a:pt x="8" y="19"/>
                  </a:moveTo>
                  <a:lnTo>
                    <a:pt x="12" y="18"/>
                  </a:lnTo>
                  <a:cubicBezTo>
                    <a:pt x="13" y="17"/>
                    <a:pt x="13" y="17"/>
                    <a:pt x="13" y="16"/>
                  </a:cubicBezTo>
                  <a:cubicBezTo>
                    <a:pt x="14" y="14"/>
                    <a:pt x="16" y="12"/>
                    <a:pt x="19" y="11"/>
                  </a:cubicBezTo>
                  <a:cubicBezTo>
                    <a:pt x="21" y="10"/>
                    <a:pt x="24" y="9"/>
                    <a:pt x="26" y="9"/>
                  </a:cubicBezTo>
                  <a:cubicBezTo>
                    <a:pt x="27" y="9"/>
                    <a:pt x="29" y="9"/>
                    <a:pt x="30" y="9"/>
                  </a:cubicBezTo>
                  <a:lnTo>
                    <a:pt x="31" y="9"/>
                  </a:lnTo>
                  <a:cubicBezTo>
                    <a:pt x="34" y="7"/>
                    <a:pt x="38" y="5"/>
                    <a:pt x="41" y="2"/>
                  </a:cubicBezTo>
                  <a:cubicBezTo>
                    <a:pt x="35" y="1"/>
                    <a:pt x="28" y="0"/>
                    <a:pt x="22" y="0"/>
                  </a:cubicBezTo>
                  <a:lnTo>
                    <a:pt x="21" y="0"/>
                  </a:lnTo>
                  <a:cubicBezTo>
                    <a:pt x="19" y="2"/>
                    <a:pt x="16" y="5"/>
                    <a:pt x="14" y="6"/>
                  </a:cubicBezTo>
                  <a:cubicBezTo>
                    <a:pt x="11" y="8"/>
                    <a:pt x="9" y="8"/>
                    <a:pt x="6" y="9"/>
                  </a:cubicBezTo>
                  <a:cubicBezTo>
                    <a:pt x="0" y="11"/>
                    <a:pt x="1" y="20"/>
                    <a:pt x="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9"/>
            <p:cNvSpPr/>
            <p:nvPr/>
          </p:nvSpPr>
          <p:spPr>
            <a:xfrm>
              <a:off x="3043085" y="-859535"/>
              <a:ext cx="7560" cy="11520"/>
            </a:xfrm>
            <a:custGeom>
              <a:rect b="b" l="l" r="r" t="t"/>
              <a:pathLst>
                <a:path extrusionOk="0" h="32" w="21">
                  <a:moveTo>
                    <a:pt x="1" y="28"/>
                  </a:moveTo>
                  <a:cubicBezTo>
                    <a:pt x="3" y="27"/>
                    <a:pt x="5" y="27"/>
                    <a:pt x="7" y="27"/>
                  </a:cubicBezTo>
                  <a:cubicBezTo>
                    <a:pt x="9" y="27"/>
                    <a:pt x="12" y="28"/>
                    <a:pt x="15" y="29"/>
                  </a:cubicBezTo>
                  <a:cubicBezTo>
                    <a:pt x="16" y="30"/>
                    <a:pt x="16" y="30"/>
                    <a:pt x="17" y="31"/>
                  </a:cubicBezTo>
                  <a:cubicBezTo>
                    <a:pt x="17" y="30"/>
                    <a:pt x="18" y="30"/>
                    <a:pt x="18" y="30"/>
                  </a:cubicBezTo>
                  <a:cubicBezTo>
                    <a:pt x="19" y="27"/>
                    <a:pt x="20" y="24"/>
                    <a:pt x="20" y="21"/>
                  </a:cubicBezTo>
                  <a:cubicBezTo>
                    <a:pt x="20" y="18"/>
                    <a:pt x="19" y="15"/>
                    <a:pt x="18" y="13"/>
                  </a:cubicBezTo>
                  <a:cubicBezTo>
                    <a:pt x="18" y="12"/>
                    <a:pt x="17" y="12"/>
                    <a:pt x="17" y="11"/>
                  </a:cubicBezTo>
                  <a:cubicBezTo>
                    <a:pt x="13" y="8"/>
                    <a:pt x="9" y="6"/>
                    <a:pt x="5" y="4"/>
                  </a:cubicBezTo>
                  <a:cubicBezTo>
                    <a:pt x="3" y="2"/>
                    <a:pt x="2" y="1"/>
                    <a:pt x="0" y="0"/>
                  </a:cubicBezTo>
                  <a:cubicBezTo>
                    <a:pt x="0" y="1"/>
                    <a:pt x="0" y="1"/>
                    <a:pt x="0" y="2"/>
                  </a:cubicBezTo>
                  <a:lnTo>
                    <a:pt x="0" y="3"/>
                  </a:lnTo>
                  <a:cubicBezTo>
                    <a:pt x="0" y="11"/>
                    <a:pt x="1" y="19"/>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9"/>
            <p:cNvSpPr/>
            <p:nvPr/>
          </p:nvSpPr>
          <p:spPr>
            <a:xfrm>
              <a:off x="3022205" y="-864575"/>
              <a:ext cx="13680" cy="14040"/>
            </a:xfrm>
            <a:custGeom>
              <a:rect b="b" l="l" r="r" t="t"/>
              <a:pathLst>
                <a:path extrusionOk="0" h="39" w="38">
                  <a:moveTo>
                    <a:pt x="19" y="35"/>
                  </a:moveTo>
                  <a:cubicBezTo>
                    <a:pt x="23" y="36"/>
                    <a:pt x="28" y="37"/>
                    <a:pt x="32" y="38"/>
                  </a:cubicBezTo>
                  <a:cubicBezTo>
                    <a:pt x="32" y="32"/>
                    <a:pt x="32" y="26"/>
                    <a:pt x="32" y="20"/>
                  </a:cubicBezTo>
                  <a:cubicBezTo>
                    <a:pt x="32" y="19"/>
                    <a:pt x="32" y="18"/>
                    <a:pt x="32" y="17"/>
                  </a:cubicBezTo>
                  <a:cubicBezTo>
                    <a:pt x="32" y="16"/>
                    <a:pt x="32" y="15"/>
                    <a:pt x="32" y="14"/>
                  </a:cubicBezTo>
                  <a:cubicBezTo>
                    <a:pt x="32" y="12"/>
                    <a:pt x="33" y="10"/>
                    <a:pt x="34" y="8"/>
                  </a:cubicBezTo>
                  <a:cubicBezTo>
                    <a:pt x="35" y="7"/>
                    <a:pt x="36" y="5"/>
                    <a:pt x="37" y="4"/>
                  </a:cubicBezTo>
                  <a:cubicBezTo>
                    <a:pt x="32" y="3"/>
                    <a:pt x="26" y="1"/>
                    <a:pt x="20" y="0"/>
                  </a:cubicBezTo>
                  <a:cubicBezTo>
                    <a:pt x="19" y="1"/>
                    <a:pt x="18" y="1"/>
                    <a:pt x="17" y="2"/>
                  </a:cubicBezTo>
                  <a:cubicBezTo>
                    <a:pt x="12" y="5"/>
                    <a:pt x="7" y="7"/>
                    <a:pt x="1" y="8"/>
                  </a:cubicBezTo>
                  <a:cubicBezTo>
                    <a:pt x="1" y="10"/>
                    <a:pt x="0" y="11"/>
                    <a:pt x="0" y="12"/>
                  </a:cubicBezTo>
                  <a:lnTo>
                    <a:pt x="5" y="12"/>
                  </a:lnTo>
                  <a:cubicBezTo>
                    <a:pt x="7" y="13"/>
                    <a:pt x="10" y="13"/>
                    <a:pt x="12" y="15"/>
                  </a:cubicBezTo>
                  <a:cubicBezTo>
                    <a:pt x="14" y="16"/>
                    <a:pt x="16" y="18"/>
                    <a:pt x="18" y="21"/>
                  </a:cubicBezTo>
                  <a:cubicBezTo>
                    <a:pt x="20" y="24"/>
                    <a:pt x="20" y="26"/>
                    <a:pt x="20" y="29"/>
                  </a:cubicBezTo>
                  <a:cubicBezTo>
                    <a:pt x="20" y="31"/>
                    <a:pt x="20" y="33"/>
                    <a:pt x="19"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9"/>
            <p:cNvSpPr/>
            <p:nvPr/>
          </p:nvSpPr>
          <p:spPr>
            <a:xfrm>
              <a:off x="3022205" y="-864935"/>
              <a:ext cx="7200" cy="3600"/>
            </a:xfrm>
            <a:custGeom>
              <a:rect b="b" l="l" r="r" t="t"/>
              <a:pathLst>
                <a:path extrusionOk="0" h="10" w="20">
                  <a:moveTo>
                    <a:pt x="18" y="0"/>
                  </a:moveTo>
                  <a:cubicBezTo>
                    <a:pt x="17" y="0"/>
                    <a:pt x="15" y="0"/>
                    <a:pt x="14" y="0"/>
                  </a:cubicBezTo>
                  <a:cubicBezTo>
                    <a:pt x="12" y="0"/>
                    <a:pt x="10" y="1"/>
                    <a:pt x="7" y="2"/>
                  </a:cubicBezTo>
                  <a:cubicBezTo>
                    <a:pt x="4" y="3"/>
                    <a:pt x="2" y="5"/>
                    <a:pt x="1" y="7"/>
                  </a:cubicBezTo>
                  <a:cubicBezTo>
                    <a:pt x="1" y="8"/>
                    <a:pt x="1" y="8"/>
                    <a:pt x="0" y="9"/>
                  </a:cubicBezTo>
                  <a:cubicBezTo>
                    <a:pt x="6" y="7"/>
                    <a:pt x="11" y="5"/>
                    <a:pt x="16" y="2"/>
                  </a:cubicBezTo>
                  <a:cubicBezTo>
                    <a:pt x="17" y="2"/>
                    <a:pt x="18" y="1"/>
                    <a:pt x="19" y="0"/>
                  </a:cubicBezTo>
                  <a:lnTo>
                    <a:pt x="1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9"/>
            <p:cNvSpPr/>
            <p:nvPr/>
          </p:nvSpPr>
          <p:spPr>
            <a:xfrm>
              <a:off x="2474285" y="-833975"/>
              <a:ext cx="14400" cy="9360"/>
            </a:xfrm>
            <a:custGeom>
              <a:rect b="b" l="l" r="r" t="t"/>
              <a:pathLst>
                <a:path extrusionOk="0" h="26" w="40">
                  <a:moveTo>
                    <a:pt x="0" y="25"/>
                  </a:moveTo>
                  <a:cubicBezTo>
                    <a:pt x="10" y="25"/>
                    <a:pt x="21" y="25"/>
                    <a:pt x="32" y="24"/>
                  </a:cubicBezTo>
                  <a:cubicBezTo>
                    <a:pt x="33" y="18"/>
                    <a:pt x="34" y="13"/>
                    <a:pt x="35" y="7"/>
                  </a:cubicBezTo>
                  <a:cubicBezTo>
                    <a:pt x="35" y="7"/>
                    <a:pt x="36" y="6"/>
                    <a:pt x="36" y="5"/>
                  </a:cubicBezTo>
                  <a:cubicBezTo>
                    <a:pt x="37" y="4"/>
                    <a:pt x="38" y="2"/>
                    <a:pt x="39" y="2"/>
                  </a:cubicBezTo>
                  <a:lnTo>
                    <a:pt x="2" y="0"/>
                  </a:lnTo>
                  <a:cubicBezTo>
                    <a:pt x="2" y="9"/>
                    <a:pt x="1" y="17"/>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9"/>
            <p:cNvSpPr/>
            <p:nvPr/>
          </p:nvSpPr>
          <p:spPr>
            <a:xfrm>
              <a:off x="2313365" y="-832895"/>
              <a:ext cx="131400" cy="10800"/>
            </a:xfrm>
            <a:custGeom>
              <a:rect b="b" l="l" r="r" t="t"/>
              <a:pathLst>
                <a:path extrusionOk="0" h="30" w="365">
                  <a:moveTo>
                    <a:pt x="2" y="27"/>
                  </a:moveTo>
                  <a:lnTo>
                    <a:pt x="31" y="27"/>
                  </a:lnTo>
                  <a:lnTo>
                    <a:pt x="31" y="25"/>
                  </a:lnTo>
                  <a:cubicBezTo>
                    <a:pt x="31" y="23"/>
                    <a:pt x="32" y="22"/>
                    <a:pt x="33" y="20"/>
                  </a:cubicBezTo>
                  <a:cubicBezTo>
                    <a:pt x="34" y="19"/>
                    <a:pt x="35" y="18"/>
                    <a:pt x="37" y="16"/>
                  </a:cubicBezTo>
                  <a:cubicBezTo>
                    <a:pt x="39" y="15"/>
                    <a:pt x="41" y="14"/>
                    <a:pt x="43" y="14"/>
                  </a:cubicBezTo>
                  <a:cubicBezTo>
                    <a:pt x="45" y="14"/>
                    <a:pt x="46" y="14"/>
                    <a:pt x="48" y="15"/>
                  </a:cubicBezTo>
                  <a:cubicBezTo>
                    <a:pt x="49" y="16"/>
                    <a:pt x="49" y="15"/>
                    <a:pt x="51" y="16"/>
                  </a:cubicBezTo>
                  <a:cubicBezTo>
                    <a:pt x="53" y="17"/>
                    <a:pt x="53" y="18"/>
                    <a:pt x="54" y="20"/>
                  </a:cubicBezTo>
                  <a:lnTo>
                    <a:pt x="54" y="21"/>
                  </a:lnTo>
                  <a:cubicBezTo>
                    <a:pt x="55" y="23"/>
                    <a:pt x="55" y="25"/>
                    <a:pt x="55" y="26"/>
                  </a:cubicBezTo>
                  <a:lnTo>
                    <a:pt x="95" y="26"/>
                  </a:lnTo>
                  <a:cubicBezTo>
                    <a:pt x="95" y="26"/>
                    <a:pt x="95" y="27"/>
                    <a:pt x="96" y="26"/>
                  </a:cubicBezTo>
                  <a:cubicBezTo>
                    <a:pt x="97" y="26"/>
                    <a:pt x="99" y="24"/>
                    <a:pt x="101" y="24"/>
                  </a:cubicBezTo>
                  <a:cubicBezTo>
                    <a:pt x="103" y="24"/>
                    <a:pt x="105" y="25"/>
                    <a:pt x="107" y="26"/>
                  </a:cubicBezTo>
                  <a:lnTo>
                    <a:pt x="108" y="26"/>
                  </a:lnTo>
                  <a:lnTo>
                    <a:pt x="141" y="26"/>
                  </a:lnTo>
                  <a:cubicBezTo>
                    <a:pt x="141" y="25"/>
                    <a:pt x="141" y="24"/>
                    <a:pt x="141" y="23"/>
                  </a:cubicBezTo>
                  <a:cubicBezTo>
                    <a:pt x="143" y="13"/>
                    <a:pt x="156" y="16"/>
                    <a:pt x="159" y="24"/>
                  </a:cubicBezTo>
                  <a:lnTo>
                    <a:pt x="159" y="26"/>
                  </a:lnTo>
                  <a:lnTo>
                    <a:pt x="190" y="26"/>
                  </a:lnTo>
                  <a:cubicBezTo>
                    <a:pt x="193" y="13"/>
                    <a:pt x="198" y="4"/>
                    <a:pt x="207" y="7"/>
                  </a:cubicBezTo>
                  <a:cubicBezTo>
                    <a:pt x="208" y="7"/>
                    <a:pt x="208" y="8"/>
                    <a:pt x="209" y="8"/>
                  </a:cubicBezTo>
                  <a:cubicBezTo>
                    <a:pt x="210" y="9"/>
                    <a:pt x="211" y="10"/>
                    <a:pt x="212" y="11"/>
                  </a:cubicBezTo>
                  <a:cubicBezTo>
                    <a:pt x="213" y="12"/>
                    <a:pt x="213" y="14"/>
                    <a:pt x="213" y="15"/>
                  </a:cubicBezTo>
                  <a:cubicBezTo>
                    <a:pt x="213" y="17"/>
                    <a:pt x="213" y="19"/>
                    <a:pt x="212" y="20"/>
                  </a:cubicBezTo>
                  <a:cubicBezTo>
                    <a:pt x="213" y="18"/>
                    <a:pt x="212" y="24"/>
                    <a:pt x="212" y="28"/>
                  </a:cubicBezTo>
                  <a:lnTo>
                    <a:pt x="257" y="29"/>
                  </a:lnTo>
                  <a:lnTo>
                    <a:pt x="258" y="28"/>
                  </a:lnTo>
                  <a:cubicBezTo>
                    <a:pt x="259" y="28"/>
                    <a:pt x="261" y="27"/>
                    <a:pt x="263" y="27"/>
                  </a:cubicBezTo>
                  <a:cubicBezTo>
                    <a:pt x="264" y="27"/>
                    <a:pt x="266" y="28"/>
                    <a:pt x="268" y="28"/>
                  </a:cubicBezTo>
                  <a:lnTo>
                    <a:pt x="268" y="29"/>
                  </a:lnTo>
                  <a:lnTo>
                    <a:pt x="277" y="29"/>
                  </a:lnTo>
                  <a:cubicBezTo>
                    <a:pt x="289" y="29"/>
                    <a:pt x="301" y="29"/>
                    <a:pt x="313" y="29"/>
                  </a:cubicBezTo>
                  <a:cubicBezTo>
                    <a:pt x="313" y="26"/>
                    <a:pt x="313" y="24"/>
                    <a:pt x="314" y="22"/>
                  </a:cubicBezTo>
                  <a:cubicBezTo>
                    <a:pt x="316" y="13"/>
                    <a:pt x="331" y="13"/>
                    <a:pt x="331" y="23"/>
                  </a:cubicBezTo>
                  <a:cubicBezTo>
                    <a:pt x="331" y="25"/>
                    <a:pt x="331" y="26"/>
                    <a:pt x="331" y="28"/>
                  </a:cubicBezTo>
                  <a:lnTo>
                    <a:pt x="361" y="26"/>
                  </a:lnTo>
                  <a:lnTo>
                    <a:pt x="361" y="25"/>
                  </a:lnTo>
                  <a:cubicBezTo>
                    <a:pt x="361" y="17"/>
                    <a:pt x="362" y="9"/>
                    <a:pt x="364" y="1"/>
                  </a:cubicBezTo>
                  <a:cubicBezTo>
                    <a:pt x="342" y="3"/>
                    <a:pt x="320" y="3"/>
                    <a:pt x="298" y="3"/>
                  </a:cubicBezTo>
                  <a:cubicBezTo>
                    <a:pt x="286" y="3"/>
                    <a:pt x="274" y="3"/>
                    <a:pt x="261" y="3"/>
                  </a:cubicBezTo>
                  <a:cubicBezTo>
                    <a:pt x="180" y="0"/>
                    <a:pt x="98" y="1"/>
                    <a:pt x="17" y="1"/>
                  </a:cubicBezTo>
                  <a:lnTo>
                    <a:pt x="0" y="1"/>
                  </a:lnTo>
                  <a:cubicBezTo>
                    <a:pt x="0" y="1"/>
                    <a:pt x="1" y="1"/>
                    <a:pt x="1" y="2"/>
                  </a:cubicBezTo>
                  <a:cubicBezTo>
                    <a:pt x="1" y="3"/>
                    <a:pt x="2" y="4"/>
                    <a:pt x="2" y="5"/>
                  </a:cubicBezTo>
                  <a:cubicBezTo>
                    <a:pt x="3" y="9"/>
                    <a:pt x="4" y="13"/>
                    <a:pt x="4" y="16"/>
                  </a:cubicBezTo>
                  <a:cubicBezTo>
                    <a:pt x="4" y="20"/>
                    <a:pt x="3" y="24"/>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9"/>
            <p:cNvSpPr/>
            <p:nvPr/>
          </p:nvSpPr>
          <p:spPr>
            <a:xfrm>
              <a:off x="2453405" y="-833615"/>
              <a:ext cx="14040" cy="10440"/>
            </a:xfrm>
            <a:custGeom>
              <a:rect b="b" l="l" r="r" t="t"/>
              <a:pathLst>
                <a:path extrusionOk="0" h="29" w="39">
                  <a:moveTo>
                    <a:pt x="0" y="15"/>
                  </a:moveTo>
                  <a:cubicBezTo>
                    <a:pt x="0" y="19"/>
                    <a:pt x="0" y="24"/>
                    <a:pt x="0" y="28"/>
                  </a:cubicBezTo>
                  <a:lnTo>
                    <a:pt x="31" y="26"/>
                  </a:lnTo>
                  <a:cubicBezTo>
                    <a:pt x="32" y="17"/>
                    <a:pt x="34" y="8"/>
                    <a:pt x="38" y="0"/>
                  </a:cubicBezTo>
                  <a:lnTo>
                    <a:pt x="26" y="0"/>
                  </a:lnTo>
                  <a:lnTo>
                    <a:pt x="1" y="2"/>
                  </a:lnTo>
                  <a:cubicBezTo>
                    <a:pt x="2" y="4"/>
                    <a:pt x="3" y="6"/>
                    <a:pt x="3" y="7"/>
                  </a:cubicBezTo>
                  <a:cubicBezTo>
                    <a:pt x="3" y="9"/>
                    <a:pt x="2" y="12"/>
                    <a:pt x="1" y="13"/>
                  </a:cubicBezTo>
                  <a:cubicBezTo>
                    <a:pt x="1" y="14"/>
                    <a:pt x="0" y="14"/>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9"/>
            <p:cNvSpPr/>
            <p:nvPr/>
          </p:nvSpPr>
          <p:spPr>
            <a:xfrm>
              <a:off x="2493725" y="-860615"/>
              <a:ext cx="527040" cy="35640"/>
            </a:xfrm>
            <a:custGeom>
              <a:rect b="b" l="l" r="r" t="t"/>
              <a:pathLst>
                <a:path extrusionOk="0" h="99" w="1464">
                  <a:moveTo>
                    <a:pt x="0" y="77"/>
                  </a:moveTo>
                  <a:cubicBezTo>
                    <a:pt x="1" y="78"/>
                    <a:pt x="1" y="79"/>
                    <a:pt x="2" y="80"/>
                  </a:cubicBezTo>
                  <a:cubicBezTo>
                    <a:pt x="4" y="83"/>
                    <a:pt x="5" y="88"/>
                    <a:pt x="5" y="93"/>
                  </a:cubicBezTo>
                  <a:cubicBezTo>
                    <a:pt x="5" y="94"/>
                    <a:pt x="5" y="96"/>
                    <a:pt x="5" y="98"/>
                  </a:cubicBezTo>
                  <a:lnTo>
                    <a:pt x="12" y="98"/>
                  </a:lnTo>
                  <a:cubicBezTo>
                    <a:pt x="13" y="94"/>
                    <a:pt x="15" y="90"/>
                    <a:pt x="17" y="86"/>
                  </a:cubicBezTo>
                  <a:cubicBezTo>
                    <a:pt x="21" y="80"/>
                    <a:pt x="30" y="83"/>
                    <a:pt x="33" y="89"/>
                  </a:cubicBezTo>
                  <a:cubicBezTo>
                    <a:pt x="34" y="91"/>
                    <a:pt x="35" y="93"/>
                    <a:pt x="36" y="96"/>
                  </a:cubicBezTo>
                  <a:lnTo>
                    <a:pt x="74" y="92"/>
                  </a:lnTo>
                  <a:cubicBezTo>
                    <a:pt x="74" y="89"/>
                    <a:pt x="75" y="85"/>
                    <a:pt x="76" y="81"/>
                  </a:cubicBezTo>
                  <a:cubicBezTo>
                    <a:pt x="78" y="72"/>
                    <a:pt x="93" y="74"/>
                    <a:pt x="94" y="83"/>
                  </a:cubicBezTo>
                  <a:cubicBezTo>
                    <a:pt x="94" y="84"/>
                    <a:pt x="94" y="85"/>
                    <a:pt x="94" y="87"/>
                  </a:cubicBezTo>
                  <a:cubicBezTo>
                    <a:pt x="94" y="88"/>
                    <a:pt x="94" y="90"/>
                    <a:pt x="94" y="91"/>
                  </a:cubicBezTo>
                  <a:lnTo>
                    <a:pt x="104" y="91"/>
                  </a:lnTo>
                  <a:lnTo>
                    <a:pt x="215" y="91"/>
                  </a:lnTo>
                  <a:cubicBezTo>
                    <a:pt x="217" y="88"/>
                    <a:pt x="220" y="86"/>
                    <a:pt x="223" y="84"/>
                  </a:cubicBezTo>
                  <a:cubicBezTo>
                    <a:pt x="224" y="84"/>
                    <a:pt x="226" y="83"/>
                    <a:pt x="227" y="82"/>
                  </a:cubicBezTo>
                  <a:cubicBezTo>
                    <a:pt x="228" y="82"/>
                    <a:pt x="228" y="82"/>
                    <a:pt x="229" y="82"/>
                  </a:cubicBezTo>
                  <a:cubicBezTo>
                    <a:pt x="230" y="82"/>
                    <a:pt x="232" y="82"/>
                    <a:pt x="233" y="83"/>
                  </a:cubicBezTo>
                  <a:cubicBezTo>
                    <a:pt x="234" y="84"/>
                    <a:pt x="235" y="85"/>
                    <a:pt x="235" y="86"/>
                  </a:cubicBezTo>
                  <a:lnTo>
                    <a:pt x="236" y="87"/>
                  </a:lnTo>
                  <a:lnTo>
                    <a:pt x="236" y="91"/>
                  </a:lnTo>
                  <a:lnTo>
                    <a:pt x="237" y="91"/>
                  </a:lnTo>
                  <a:lnTo>
                    <a:pt x="338" y="91"/>
                  </a:lnTo>
                  <a:lnTo>
                    <a:pt x="340" y="91"/>
                  </a:lnTo>
                  <a:lnTo>
                    <a:pt x="341" y="91"/>
                  </a:lnTo>
                  <a:cubicBezTo>
                    <a:pt x="342" y="91"/>
                    <a:pt x="342" y="91"/>
                    <a:pt x="343" y="91"/>
                  </a:cubicBezTo>
                  <a:lnTo>
                    <a:pt x="388" y="91"/>
                  </a:lnTo>
                  <a:cubicBezTo>
                    <a:pt x="389" y="89"/>
                    <a:pt x="390" y="87"/>
                    <a:pt x="391" y="85"/>
                  </a:cubicBezTo>
                  <a:cubicBezTo>
                    <a:pt x="392" y="84"/>
                    <a:pt x="392" y="83"/>
                    <a:pt x="393" y="82"/>
                  </a:cubicBezTo>
                  <a:cubicBezTo>
                    <a:pt x="393" y="81"/>
                    <a:pt x="394" y="81"/>
                    <a:pt x="395" y="80"/>
                  </a:cubicBezTo>
                  <a:cubicBezTo>
                    <a:pt x="395" y="80"/>
                    <a:pt x="396" y="80"/>
                    <a:pt x="397" y="80"/>
                  </a:cubicBezTo>
                  <a:cubicBezTo>
                    <a:pt x="398" y="80"/>
                    <a:pt x="399" y="79"/>
                    <a:pt x="400" y="80"/>
                  </a:cubicBezTo>
                  <a:cubicBezTo>
                    <a:pt x="401" y="81"/>
                    <a:pt x="401" y="81"/>
                    <a:pt x="401" y="82"/>
                  </a:cubicBezTo>
                  <a:cubicBezTo>
                    <a:pt x="402" y="82"/>
                    <a:pt x="402" y="83"/>
                    <a:pt x="403" y="84"/>
                  </a:cubicBezTo>
                  <a:cubicBezTo>
                    <a:pt x="404" y="86"/>
                    <a:pt x="405" y="88"/>
                    <a:pt x="406" y="91"/>
                  </a:cubicBezTo>
                  <a:lnTo>
                    <a:pt x="499" y="91"/>
                  </a:lnTo>
                  <a:lnTo>
                    <a:pt x="519" y="91"/>
                  </a:lnTo>
                  <a:cubicBezTo>
                    <a:pt x="520" y="89"/>
                    <a:pt x="521" y="88"/>
                    <a:pt x="523" y="87"/>
                  </a:cubicBezTo>
                  <a:cubicBezTo>
                    <a:pt x="525" y="86"/>
                    <a:pt x="527" y="85"/>
                    <a:pt x="529" y="85"/>
                  </a:cubicBezTo>
                  <a:cubicBezTo>
                    <a:pt x="530" y="85"/>
                    <a:pt x="530" y="85"/>
                    <a:pt x="531" y="85"/>
                  </a:cubicBezTo>
                  <a:lnTo>
                    <a:pt x="535" y="85"/>
                  </a:lnTo>
                  <a:cubicBezTo>
                    <a:pt x="536" y="85"/>
                    <a:pt x="537" y="86"/>
                    <a:pt x="538" y="86"/>
                  </a:cubicBezTo>
                  <a:cubicBezTo>
                    <a:pt x="540" y="87"/>
                    <a:pt x="541" y="88"/>
                    <a:pt x="542" y="90"/>
                  </a:cubicBezTo>
                  <a:cubicBezTo>
                    <a:pt x="621" y="90"/>
                    <a:pt x="701" y="90"/>
                    <a:pt x="781" y="92"/>
                  </a:cubicBezTo>
                  <a:cubicBezTo>
                    <a:pt x="818" y="92"/>
                    <a:pt x="854" y="87"/>
                    <a:pt x="891" y="85"/>
                  </a:cubicBezTo>
                  <a:cubicBezTo>
                    <a:pt x="892" y="85"/>
                    <a:pt x="892" y="84"/>
                    <a:pt x="893" y="84"/>
                  </a:cubicBezTo>
                  <a:cubicBezTo>
                    <a:pt x="894" y="83"/>
                    <a:pt x="896" y="83"/>
                    <a:pt x="897" y="83"/>
                  </a:cubicBezTo>
                  <a:cubicBezTo>
                    <a:pt x="898" y="83"/>
                    <a:pt x="900" y="83"/>
                    <a:pt x="901" y="84"/>
                  </a:cubicBezTo>
                  <a:cubicBezTo>
                    <a:pt x="902" y="84"/>
                    <a:pt x="903" y="85"/>
                    <a:pt x="903" y="85"/>
                  </a:cubicBezTo>
                  <a:cubicBezTo>
                    <a:pt x="923" y="85"/>
                    <a:pt x="941" y="87"/>
                    <a:pt x="961" y="87"/>
                  </a:cubicBezTo>
                  <a:lnTo>
                    <a:pt x="962" y="83"/>
                  </a:lnTo>
                  <a:cubicBezTo>
                    <a:pt x="962" y="83"/>
                    <a:pt x="961" y="83"/>
                    <a:pt x="962" y="82"/>
                  </a:cubicBezTo>
                  <a:cubicBezTo>
                    <a:pt x="963" y="81"/>
                    <a:pt x="963" y="80"/>
                    <a:pt x="965" y="79"/>
                  </a:cubicBezTo>
                  <a:cubicBezTo>
                    <a:pt x="967" y="78"/>
                    <a:pt x="968" y="78"/>
                    <a:pt x="970" y="78"/>
                  </a:cubicBezTo>
                  <a:cubicBezTo>
                    <a:pt x="971" y="78"/>
                    <a:pt x="972" y="78"/>
                    <a:pt x="974" y="79"/>
                  </a:cubicBezTo>
                  <a:cubicBezTo>
                    <a:pt x="976" y="80"/>
                    <a:pt x="976" y="81"/>
                    <a:pt x="977" y="82"/>
                  </a:cubicBezTo>
                  <a:cubicBezTo>
                    <a:pt x="977" y="83"/>
                    <a:pt x="977" y="83"/>
                    <a:pt x="977" y="83"/>
                  </a:cubicBezTo>
                  <a:cubicBezTo>
                    <a:pt x="977" y="84"/>
                    <a:pt x="977" y="84"/>
                    <a:pt x="977" y="84"/>
                  </a:cubicBezTo>
                  <a:cubicBezTo>
                    <a:pt x="977" y="85"/>
                    <a:pt x="977" y="85"/>
                    <a:pt x="977" y="85"/>
                  </a:cubicBezTo>
                  <a:cubicBezTo>
                    <a:pt x="995" y="82"/>
                    <a:pt x="1014" y="79"/>
                    <a:pt x="1033" y="77"/>
                  </a:cubicBezTo>
                  <a:cubicBezTo>
                    <a:pt x="1051" y="77"/>
                    <a:pt x="1069" y="77"/>
                    <a:pt x="1087" y="74"/>
                  </a:cubicBezTo>
                  <a:lnTo>
                    <a:pt x="1087" y="73"/>
                  </a:lnTo>
                  <a:cubicBezTo>
                    <a:pt x="1087" y="72"/>
                    <a:pt x="1087" y="72"/>
                    <a:pt x="1088" y="71"/>
                  </a:cubicBezTo>
                  <a:cubicBezTo>
                    <a:pt x="1089" y="69"/>
                    <a:pt x="1090" y="68"/>
                    <a:pt x="1092" y="67"/>
                  </a:cubicBezTo>
                  <a:cubicBezTo>
                    <a:pt x="1094" y="66"/>
                    <a:pt x="1096" y="65"/>
                    <a:pt x="1098" y="65"/>
                  </a:cubicBezTo>
                  <a:cubicBezTo>
                    <a:pt x="1100" y="65"/>
                    <a:pt x="1102" y="66"/>
                    <a:pt x="1104" y="67"/>
                  </a:cubicBezTo>
                  <a:cubicBezTo>
                    <a:pt x="1105" y="68"/>
                    <a:pt x="1107" y="69"/>
                    <a:pt x="1108" y="71"/>
                  </a:cubicBezTo>
                  <a:cubicBezTo>
                    <a:pt x="1108" y="72"/>
                    <a:pt x="1109" y="72"/>
                    <a:pt x="1109" y="73"/>
                  </a:cubicBezTo>
                  <a:cubicBezTo>
                    <a:pt x="1124" y="72"/>
                    <a:pt x="1139" y="70"/>
                    <a:pt x="1155" y="68"/>
                  </a:cubicBezTo>
                  <a:lnTo>
                    <a:pt x="1155" y="67"/>
                  </a:lnTo>
                  <a:cubicBezTo>
                    <a:pt x="1156" y="65"/>
                    <a:pt x="1158" y="63"/>
                    <a:pt x="1160" y="62"/>
                  </a:cubicBezTo>
                  <a:cubicBezTo>
                    <a:pt x="1162" y="61"/>
                    <a:pt x="1164" y="61"/>
                    <a:pt x="1166" y="61"/>
                  </a:cubicBezTo>
                  <a:cubicBezTo>
                    <a:pt x="1168" y="61"/>
                    <a:pt x="1170" y="61"/>
                    <a:pt x="1172" y="62"/>
                  </a:cubicBezTo>
                  <a:cubicBezTo>
                    <a:pt x="1173" y="63"/>
                    <a:pt x="1175" y="64"/>
                    <a:pt x="1176" y="66"/>
                  </a:cubicBezTo>
                  <a:cubicBezTo>
                    <a:pt x="1197" y="63"/>
                    <a:pt x="1219" y="60"/>
                    <a:pt x="1241" y="58"/>
                  </a:cubicBezTo>
                  <a:cubicBezTo>
                    <a:pt x="1241" y="53"/>
                    <a:pt x="1242" y="48"/>
                    <a:pt x="1242" y="43"/>
                  </a:cubicBezTo>
                  <a:cubicBezTo>
                    <a:pt x="1242" y="42"/>
                    <a:pt x="1242" y="42"/>
                    <a:pt x="1242" y="42"/>
                  </a:cubicBezTo>
                  <a:cubicBezTo>
                    <a:pt x="1242" y="40"/>
                    <a:pt x="1243" y="38"/>
                    <a:pt x="1244" y="36"/>
                  </a:cubicBezTo>
                  <a:cubicBezTo>
                    <a:pt x="1245" y="34"/>
                    <a:pt x="1246" y="33"/>
                    <a:pt x="1248" y="32"/>
                  </a:cubicBezTo>
                  <a:cubicBezTo>
                    <a:pt x="1250" y="31"/>
                    <a:pt x="1252" y="31"/>
                    <a:pt x="1254" y="31"/>
                  </a:cubicBezTo>
                  <a:cubicBezTo>
                    <a:pt x="1255" y="31"/>
                    <a:pt x="1257" y="31"/>
                    <a:pt x="1259" y="32"/>
                  </a:cubicBezTo>
                  <a:cubicBezTo>
                    <a:pt x="1261" y="33"/>
                    <a:pt x="1262" y="35"/>
                    <a:pt x="1263" y="36"/>
                  </a:cubicBezTo>
                  <a:cubicBezTo>
                    <a:pt x="1264" y="38"/>
                    <a:pt x="1265" y="39"/>
                    <a:pt x="1265" y="41"/>
                  </a:cubicBezTo>
                  <a:cubicBezTo>
                    <a:pt x="1265" y="44"/>
                    <a:pt x="1265" y="45"/>
                    <a:pt x="1265" y="48"/>
                  </a:cubicBezTo>
                  <a:cubicBezTo>
                    <a:pt x="1265" y="50"/>
                    <a:pt x="1265" y="53"/>
                    <a:pt x="1265" y="56"/>
                  </a:cubicBezTo>
                  <a:lnTo>
                    <a:pt x="1288" y="53"/>
                  </a:lnTo>
                  <a:cubicBezTo>
                    <a:pt x="1288" y="52"/>
                    <a:pt x="1288" y="51"/>
                    <a:pt x="1289" y="50"/>
                  </a:cubicBezTo>
                  <a:cubicBezTo>
                    <a:pt x="1289" y="49"/>
                    <a:pt x="1290" y="48"/>
                    <a:pt x="1291" y="48"/>
                  </a:cubicBezTo>
                  <a:cubicBezTo>
                    <a:pt x="1292" y="47"/>
                    <a:pt x="1293" y="47"/>
                    <a:pt x="1294" y="47"/>
                  </a:cubicBezTo>
                  <a:cubicBezTo>
                    <a:pt x="1295" y="47"/>
                    <a:pt x="1296" y="47"/>
                    <a:pt x="1297" y="48"/>
                  </a:cubicBezTo>
                  <a:cubicBezTo>
                    <a:pt x="1298" y="48"/>
                    <a:pt x="1298" y="49"/>
                    <a:pt x="1299" y="50"/>
                  </a:cubicBezTo>
                  <a:lnTo>
                    <a:pt x="1299" y="52"/>
                  </a:lnTo>
                  <a:cubicBezTo>
                    <a:pt x="1328" y="48"/>
                    <a:pt x="1358" y="43"/>
                    <a:pt x="1387" y="40"/>
                  </a:cubicBezTo>
                  <a:cubicBezTo>
                    <a:pt x="1388" y="38"/>
                    <a:pt x="1388" y="37"/>
                    <a:pt x="1389" y="35"/>
                  </a:cubicBezTo>
                  <a:cubicBezTo>
                    <a:pt x="1391" y="33"/>
                    <a:pt x="1393" y="31"/>
                    <a:pt x="1395" y="29"/>
                  </a:cubicBezTo>
                  <a:cubicBezTo>
                    <a:pt x="1396" y="28"/>
                    <a:pt x="1397" y="28"/>
                    <a:pt x="1398" y="28"/>
                  </a:cubicBezTo>
                  <a:cubicBezTo>
                    <a:pt x="1399" y="28"/>
                    <a:pt x="1400" y="28"/>
                    <a:pt x="1401" y="28"/>
                  </a:cubicBezTo>
                  <a:cubicBezTo>
                    <a:pt x="1402" y="28"/>
                    <a:pt x="1404" y="28"/>
                    <a:pt x="1406" y="29"/>
                  </a:cubicBezTo>
                  <a:cubicBezTo>
                    <a:pt x="1407" y="30"/>
                    <a:pt x="1408" y="31"/>
                    <a:pt x="1409" y="33"/>
                  </a:cubicBezTo>
                  <a:cubicBezTo>
                    <a:pt x="1410" y="34"/>
                    <a:pt x="1411" y="35"/>
                    <a:pt x="1411" y="37"/>
                  </a:cubicBezTo>
                  <a:lnTo>
                    <a:pt x="1440" y="34"/>
                  </a:lnTo>
                  <a:lnTo>
                    <a:pt x="1447" y="33"/>
                  </a:lnTo>
                  <a:cubicBezTo>
                    <a:pt x="1447" y="27"/>
                    <a:pt x="1447" y="21"/>
                    <a:pt x="1447" y="15"/>
                  </a:cubicBezTo>
                  <a:cubicBezTo>
                    <a:pt x="1447" y="9"/>
                    <a:pt x="1457" y="2"/>
                    <a:pt x="1463" y="6"/>
                  </a:cubicBezTo>
                  <a:cubicBezTo>
                    <a:pt x="1463" y="5"/>
                    <a:pt x="1463" y="4"/>
                    <a:pt x="1463" y="3"/>
                  </a:cubicBezTo>
                  <a:cubicBezTo>
                    <a:pt x="1463" y="2"/>
                    <a:pt x="1463" y="1"/>
                    <a:pt x="1463" y="0"/>
                  </a:cubicBezTo>
                  <a:cubicBezTo>
                    <a:pt x="1462" y="0"/>
                    <a:pt x="1461" y="0"/>
                    <a:pt x="1461" y="0"/>
                  </a:cubicBezTo>
                  <a:cubicBezTo>
                    <a:pt x="1460" y="0"/>
                    <a:pt x="1459" y="0"/>
                    <a:pt x="1458" y="0"/>
                  </a:cubicBezTo>
                  <a:cubicBezTo>
                    <a:pt x="1391" y="4"/>
                    <a:pt x="1324" y="27"/>
                    <a:pt x="1256" y="24"/>
                  </a:cubicBezTo>
                  <a:lnTo>
                    <a:pt x="1246" y="24"/>
                  </a:lnTo>
                  <a:cubicBezTo>
                    <a:pt x="1213" y="29"/>
                    <a:pt x="1180" y="33"/>
                    <a:pt x="1146" y="35"/>
                  </a:cubicBezTo>
                  <a:cubicBezTo>
                    <a:pt x="1113" y="42"/>
                    <a:pt x="1079" y="47"/>
                    <a:pt x="1045" y="48"/>
                  </a:cubicBezTo>
                  <a:cubicBezTo>
                    <a:pt x="999" y="48"/>
                    <a:pt x="956" y="58"/>
                    <a:pt x="909" y="57"/>
                  </a:cubicBezTo>
                  <a:cubicBezTo>
                    <a:pt x="866" y="56"/>
                    <a:pt x="823" y="66"/>
                    <a:pt x="780" y="65"/>
                  </a:cubicBezTo>
                  <a:lnTo>
                    <a:pt x="754" y="65"/>
                  </a:lnTo>
                  <a:cubicBezTo>
                    <a:pt x="681" y="69"/>
                    <a:pt x="609" y="67"/>
                    <a:pt x="534" y="67"/>
                  </a:cubicBezTo>
                  <a:lnTo>
                    <a:pt x="486" y="67"/>
                  </a:lnTo>
                  <a:cubicBezTo>
                    <a:pt x="403" y="67"/>
                    <a:pt x="320" y="67"/>
                    <a:pt x="237" y="67"/>
                  </a:cubicBezTo>
                  <a:cubicBezTo>
                    <a:pt x="203" y="67"/>
                    <a:pt x="165" y="63"/>
                    <a:pt x="128" y="62"/>
                  </a:cubicBezTo>
                  <a:lnTo>
                    <a:pt x="102" y="62"/>
                  </a:lnTo>
                  <a:cubicBezTo>
                    <a:pt x="80" y="62"/>
                    <a:pt x="58" y="64"/>
                    <a:pt x="37" y="70"/>
                  </a:cubicBezTo>
                  <a:cubicBezTo>
                    <a:pt x="25" y="74"/>
                    <a:pt x="13" y="76"/>
                    <a:pt x="0"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9"/>
            <p:cNvSpPr/>
            <p:nvPr/>
          </p:nvSpPr>
          <p:spPr>
            <a:xfrm>
              <a:off x="2243165" y="-831815"/>
              <a:ext cx="66240" cy="10080"/>
            </a:xfrm>
            <a:custGeom>
              <a:rect b="b" l="l" r="r" t="t"/>
              <a:pathLst>
                <a:path extrusionOk="0" h="28" w="184">
                  <a:moveTo>
                    <a:pt x="6" y="5"/>
                  </a:moveTo>
                  <a:lnTo>
                    <a:pt x="5" y="5"/>
                  </a:lnTo>
                  <a:cubicBezTo>
                    <a:pt x="5" y="5"/>
                    <a:pt x="4" y="5"/>
                    <a:pt x="3" y="6"/>
                  </a:cubicBezTo>
                  <a:cubicBezTo>
                    <a:pt x="2" y="7"/>
                    <a:pt x="2" y="7"/>
                    <a:pt x="1" y="8"/>
                  </a:cubicBezTo>
                  <a:cubicBezTo>
                    <a:pt x="0" y="9"/>
                    <a:pt x="0" y="10"/>
                    <a:pt x="0" y="11"/>
                  </a:cubicBezTo>
                  <a:cubicBezTo>
                    <a:pt x="0" y="12"/>
                    <a:pt x="0" y="13"/>
                    <a:pt x="1" y="14"/>
                  </a:cubicBezTo>
                  <a:lnTo>
                    <a:pt x="1" y="15"/>
                  </a:lnTo>
                  <a:cubicBezTo>
                    <a:pt x="2" y="13"/>
                    <a:pt x="4" y="12"/>
                    <a:pt x="5" y="11"/>
                  </a:cubicBezTo>
                  <a:cubicBezTo>
                    <a:pt x="7" y="10"/>
                    <a:pt x="9" y="10"/>
                    <a:pt x="11" y="10"/>
                  </a:cubicBezTo>
                  <a:cubicBezTo>
                    <a:pt x="13" y="10"/>
                    <a:pt x="15" y="10"/>
                    <a:pt x="17" y="11"/>
                  </a:cubicBezTo>
                  <a:cubicBezTo>
                    <a:pt x="19" y="12"/>
                    <a:pt x="21" y="14"/>
                    <a:pt x="22" y="16"/>
                  </a:cubicBezTo>
                  <a:cubicBezTo>
                    <a:pt x="23" y="18"/>
                    <a:pt x="23" y="20"/>
                    <a:pt x="23" y="22"/>
                  </a:cubicBezTo>
                  <a:cubicBezTo>
                    <a:pt x="32" y="24"/>
                    <a:pt x="41" y="25"/>
                    <a:pt x="51" y="25"/>
                  </a:cubicBezTo>
                  <a:cubicBezTo>
                    <a:pt x="51" y="25"/>
                    <a:pt x="52" y="24"/>
                    <a:pt x="53" y="23"/>
                  </a:cubicBezTo>
                  <a:cubicBezTo>
                    <a:pt x="53" y="23"/>
                    <a:pt x="53" y="22"/>
                    <a:pt x="54" y="22"/>
                  </a:cubicBezTo>
                  <a:cubicBezTo>
                    <a:pt x="55" y="21"/>
                    <a:pt x="55" y="21"/>
                    <a:pt x="57" y="21"/>
                  </a:cubicBezTo>
                  <a:cubicBezTo>
                    <a:pt x="58" y="21"/>
                    <a:pt x="60" y="21"/>
                    <a:pt x="61" y="22"/>
                  </a:cubicBezTo>
                  <a:lnTo>
                    <a:pt x="62" y="23"/>
                  </a:lnTo>
                  <a:cubicBezTo>
                    <a:pt x="63" y="24"/>
                    <a:pt x="64" y="25"/>
                    <a:pt x="65" y="26"/>
                  </a:cubicBezTo>
                  <a:cubicBezTo>
                    <a:pt x="87" y="26"/>
                    <a:pt x="109" y="25"/>
                    <a:pt x="131" y="26"/>
                  </a:cubicBezTo>
                  <a:lnTo>
                    <a:pt x="138" y="26"/>
                  </a:lnTo>
                  <a:cubicBezTo>
                    <a:pt x="138" y="20"/>
                    <a:pt x="139" y="14"/>
                    <a:pt x="141" y="8"/>
                  </a:cubicBezTo>
                  <a:cubicBezTo>
                    <a:pt x="145" y="0"/>
                    <a:pt x="157" y="3"/>
                    <a:pt x="160" y="10"/>
                  </a:cubicBezTo>
                  <a:cubicBezTo>
                    <a:pt x="162" y="15"/>
                    <a:pt x="163" y="21"/>
                    <a:pt x="163" y="26"/>
                  </a:cubicBezTo>
                  <a:cubicBezTo>
                    <a:pt x="163" y="27"/>
                    <a:pt x="163" y="27"/>
                    <a:pt x="163" y="27"/>
                  </a:cubicBezTo>
                  <a:lnTo>
                    <a:pt x="173" y="27"/>
                  </a:lnTo>
                  <a:cubicBezTo>
                    <a:pt x="174" y="18"/>
                    <a:pt x="178" y="10"/>
                    <a:pt x="182" y="3"/>
                  </a:cubicBezTo>
                  <a:cubicBezTo>
                    <a:pt x="182" y="2"/>
                    <a:pt x="183" y="1"/>
                    <a:pt x="183" y="1"/>
                  </a:cubicBezTo>
                  <a:lnTo>
                    <a:pt x="149" y="1"/>
                  </a:lnTo>
                  <a:cubicBezTo>
                    <a:pt x="113" y="4"/>
                    <a:pt x="77" y="6"/>
                    <a:pt x="40" y="6"/>
                  </a:cubicBezTo>
                  <a:cubicBezTo>
                    <a:pt x="29" y="6"/>
                    <a:pt x="17" y="6"/>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9"/>
            <p:cNvSpPr/>
            <p:nvPr/>
          </p:nvSpPr>
          <p:spPr>
            <a:xfrm>
              <a:off x="3023285" y="-854135"/>
              <a:ext cx="6120" cy="4680"/>
            </a:xfrm>
            <a:custGeom>
              <a:rect b="b" l="l" r="r" t="t"/>
              <a:pathLst>
                <a:path extrusionOk="0" h="13" w="17">
                  <a:moveTo>
                    <a:pt x="16" y="6"/>
                  </a:moveTo>
                  <a:lnTo>
                    <a:pt x="9" y="5"/>
                  </a:lnTo>
                  <a:cubicBezTo>
                    <a:pt x="7" y="4"/>
                    <a:pt x="5" y="4"/>
                    <a:pt x="3" y="3"/>
                  </a:cubicBezTo>
                  <a:cubicBezTo>
                    <a:pt x="2" y="2"/>
                    <a:pt x="1" y="1"/>
                    <a:pt x="0" y="0"/>
                  </a:cubicBezTo>
                  <a:cubicBezTo>
                    <a:pt x="0" y="4"/>
                    <a:pt x="0" y="8"/>
                    <a:pt x="0" y="12"/>
                  </a:cubicBezTo>
                  <a:cubicBezTo>
                    <a:pt x="2" y="12"/>
                    <a:pt x="3" y="12"/>
                    <a:pt x="5" y="12"/>
                  </a:cubicBezTo>
                  <a:cubicBezTo>
                    <a:pt x="7" y="12"/>
                    <a:pt x="9" y="12"/>
                    <a:pt x="11" y="12"/>
                  </a:cubicBezTo>
                  <a:cubicBezTo>
                    <a:pt x="13" y="11"/>
                    <a:pt x="14" y="9"/>
                    <a:pt x="15" y="7"/>
                  </a:cubicBezTo>
                  <a:lnTo>
                    <a:pt x="16"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9"/>
            <p:cNvSpPr/>
            <p:nvPr/>
          </p:nvSpPr>
          <p:spPr>
            <a:xfrm>
              <a:off x="3021485" y="-860255"/>
              <a:ext cx="8280" cy="8640"/>
            </a:xfrm>
            <a:custGeom>
              <a:rect b="b" l="l" r="r" t="t"/>
              <a:pathLst>
                <a:path extrusionOk="0" h="24" w="23">
                  <a:moveTo>
                    <a:pt x="5" y="12"/>
                  </a:moveTo>
                  <a:cubicBezTo>
                    <a:pt x="5" y="14"/>
                    <a:pt x="5" y="15"/>
                    <a:pt x="5" y="17"/>
                  </a:cubicBezTo>
                  <a:cubicBezTo>
                    <a:pt x="6" y="18"/>
                    <a:pt x="7" y="19"/>
                    <a:pt x="8" y="20"/>
                  </a:cubicBezTo>
                  <a:cubicBezTo>
                    <a:pt x="10" y="21"/>
                    <a:pt x="12" y="21"/>
                    <a:pt x="14" y="22"/>
                  </a:cubicBezTo>
                  <a:lnTo>
                    <a:pt x="20" y="23"/>
                  </a:lnTo>
                  <a:cubicBezTo>
                    <a:pt x="21" y="21"/>
                    <a:pt x="22" y="19"/>
                    <a:pt x="22" y="17"/>
                  </a:cubicBezTo>
                  <a:cubicBezTo>
                    <a:pt x="22" y="14"/>
                    <a:pt x="21" y="12"/>
                    <a:pt x="19" y="9"/>
                  </a:cubicBezTo>
                  <a:cubicBezTo>
                    <a:pt x="17" y="6"/>
                    <a:pt x="16" y="4"/>
                    <a:pt x="14" y="3"/>
                  </a:cubicBezTo>
                  <a:cubicBezTo>
                    <a:pt x="11" y="1"/>
                    <a:pt x="8" y="1"/>
                    <a:pt x="6" y="0"/>
                  </a:cubicBezTo>
                  <a:lnTo>
                    <a:pt x="0" y="0"/>
                  </a:lnTo>
                  <a:cubicBezTo>
                    <a:pt x="0" y="1"/>
                    <a:pt x="0" y="2"/>
                    <a:pt x="0" y="3"/>
                  </a:cubicBezTo>
                  <a:cubicBezTo>
                    <a:pt x="0" y="4"/>
                    <a:pt x="0" y="5"/>
                    <a:pt x="0" y="6"/>
                  </a:cubicBezTo>
                  <a:lnTo>
                    <a:pt x="1" y="6"/>
                  </a:lnTo>
                  <a:cubicBezTo>
                    <a:pt x="2" y="6"/>
                    <a:pt x="2" y="7"/>
                    <a:pt x="3" y="9"/>
                  </a:cubicBezTo>
                  <a:cubicBezTo>
                    <a:pt x="3" y="10"/>
                    <a:pt x="5" y="11"/>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9"/>
            <p:cNvSpPr/>
            <p:nvPr/>
          </p:nvSpPr>
          <p:spPr>
            <a:xfrm>
              <a:off x="2243885" y="-828575"/>
              <a:ext cx="8280" cy="5040"/>
            </a:xfrm>
            <a:custGeom>
              <a:rect b="b" l="l" r="r" t="t"/>
              <a:pathLst>
                <a:path extrusionOk="0" h="14" w="23">
                  <a:moveTo>
                    <a:pt x="22" y="13"/>
                  </a:moveTo>
                  <a:lnTo>
                    <a:pt x="22" y="12"/>
                  </a:lnTo>
                  <a:cubicBezTo>
                    <a:pt x="22" y="10"/>
                    <a:pt x="22" y="8"/>
                    <a:pt x="21" y="6"/>
                  </a:cubicBezTo>
                  <a:cubicBezTo>
                    <a:pt x="20" y="4"/>
                    <a:pt x="18" y="3"/>
                    <a:pt x="16" y="2"/>
                  </a:cubicBezTo>
                  <a:cubicBezTo>
                    <a:pt x="14" y="1"/>
                    <a:pt x="12" y="0"/>
                    <a:pt x="10" y="0"/>
                  </a:cubicBezTo>
                  <a:cubicBezTo>
                    <a:pt x="8" y="0"/>
                    <a:pt x="6" y="1"/>
                    <a:pt x="4" y="2"/>
                  </a:cubicBezTo>
                  <a:cubicBezTo>
                    <a:pt x="3" y="3"/>
                    <a:pt x="1" y="4"/>
                    <a:pt x="0" y="5"/>
                  </a:cubicBezTo>
                  <a:cubicBezTo>
                    <a:pt x="1" y="6"/>
                    <a:pt x="2" y="7"/>
                    <a:pt x="2" y="7"/>
                  </a:cubicBezTo>
                  <a:cubicBezTo>
                    <a:pt x="3" y="7"/>
                    <a:pt x="3" y="7"/>
                    <a:pt x="3" y="7"/>
                  </a:cubicBezTo>
                  <a:cubicBezTo>
                    <a:pt x="9" y="10"/>
                    <a:pt x="16" y="11"/>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9"/>
            <p:cNvSpPr/>
            <p:nvPr/>
          </p:nvSpPr>
          <p:spPr>
            <a:xfrm>
              <a:off x="2261525" y="-824615"/>
              <a:ext cx="5400" cy="2160"/>
            </a:xfrm>
            <a:custGeom>
              <a:rect b="b" l="l" r="r" t="t"/>
              <a:pathLst>
                <a:path extrusionOk="0" h="6" w="15">
                  <a:moveTo>
                    <a:pt x="11" y="2"/>
                  </a:moveTo>
                  <a:lnTo>
                    <a:pt x="10" y="1"/>
                  </a:lnTo>
                  <a:cubicBezTo>
                    <a:pt x="9" y="0"/>
                    <a:pt x="7" y="0"/>
                    <a:pt x="6" y="0"/>
                  </a:cubicBezTo>
                  <a:cubicBezTo>
                    <a:pt x="4" y="0"/>
                    <a:pt x="4" y="1"/>
                    <a:pt x="3" y="1"/>
                  </a:cubicBezTo>
                  <a:cubicBezTo>
                    <a:pt x="2" y="2"/>
                    <a:pt x="2" y="2"/>
                    <a:pt x="2" y="2"/>
                  </a:cubicBezTo>
                  <a:cubicBezTo>
                    <a:pt x="1" y="3"/>
                    <a:pt x="0" y="4"/>
                    <a:pt x="0" y="5"/>
                  </a:cubicBezTo>
                  <a:lnTo>
                    <a:pt x="14" y="5"/>
                  </a:lnTo>
                  <a:cubicBezTo>
                    <a:pt x="13" y="4"/>
                    <a:pt x="12" y="3"/>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9"/>
            <p:cNvSpPr/>
            <p:nvPr/>
          </p:nvSpPr>
          <p:spPr>
            <a:xfrm>
              <a:off x="2292845" y="-832535"/>
              <a:ext cx="9000" cy="10080"/>
            </a:xfrm>
            <a:custGeom>
              <a:rect b="b" l="l" r="r" t="t"/>
              <a:pathLst>
                <a:path extrusionOk="0" h="28" w="25">
                  <a:moveTo>
                    <a:pt x="22" y="11"/>
                  </a:moveTo>
                  <a:cubicBezTo>
                    <a:pt x="19" y="4"/>
                    <a:pt x="7" y="0"/>
                    <a:pt x="3" y="9"/>
                  </a:cubicBezTo>
                  <a:cubicBezTo>
                    <a:pt x="1" y="15"/>
                    <a:pt x="0" y="21"/>
                    <a:pt x="0" y="27"/>
                  </a:cubicBezTo>
                  <a:lnTo>
                    <a:pt x="24" y="27"/>
                  </a:lnTo>
                  <a:cubicBezTo>
                    <a:pt x="24" y="22"/>
                    <a:pt x="24" y="16"/>
                    <a:pt x="2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9"/>
            <p:cNvSpPr/>
            <p:nvPr/>
          </p:nvSpPr>
          <p:spPr>
            <a:xfrm>
              <a:off x="2309045" y="-833255"/>
              <a:ext cx="5400" cy="1800"/>
            </a:xfrm>
            <a:custGeom>
              <a:rect b="b" l="l" r="r" t="t"/>
              <a:pathLst>
                <a:path extrusionOk="0" h="5" w="15">
                  <a:moveTo>
                    <a:pt x="0" y="4"/>
                  </a:moveTo>
                  <a:lnTo>
                    <a:pt x="14" y="4"/>
                  </a:lnTo>
                  <a:cubicBezTo>
                    <a:pt x="13" y="2"/>
                    <a:pt x="12" y="1"/>
                    <a:pt x="11" y="1"/>
                  </a:cubicBezTo>
                  <a:cubicBezTo>
                    <a:pt x="10" y="0"/>
                    <a:pt x="8" y="0"/>
                    <a:pt x="7" y="0"/>
                  </a:cubicBezTo>
                  <a:cubicBezTo>
                    <a:pt x="5" y="0"/>
                    <a:pt x="4" y="0"/>
                    <a:pt x="3" y="1"/>
                  </a:cubicBezTo>
                  <a:cubicBezTo>
                    <a:pt x="2" y="1"/>
                    <a:pt x="1"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9"/>
            <p:cNvSpPr/>
            <p:nvPr/>
          </p:nvSpPr>
          <p:spPr>
            <a:xfrm>
              <a:off x="2305445" y="-831815"/>
              <a:ext cx="10080" cy="9720"/>
            </a:xfrm>
            <a:custGeom>
              <a:rect b="b" l="l" r="r" t="t"/>
              <a:pathLst>
                <a:path extrusionOk="0" h="27" w="28">
                  <a:moveTo>
                    <a:pt x="24" y="25"/>
                  </a:moveTo>
                  <a:cubicBezTo>
                    <a:pt x="26" y="21"/>
                    <a:pt x="27" y="16"/>
                    <a:pt x="27" y="11"/>
                  </a:cubicBezTo>
                  <a:cubicBezTo>
                    <a:pt x="27" y="9"/>
                    <a:pt x="27" y="6"/>
                    <a:pt x="26" y="4"/>
                  </a:cubicBezTo>
                  <a:cubicBezTo>
                    <a:pt x="26" y="3"/>
                    <a:pt x="26" y="2"/>
                    <a:pt x="25" y="1"/>
                  </a:cubicBezTo>
                  <a:cubicBezTo>
                    <a:pt x="25" y="0"/>
                    <a:pt x="25" y="0"/>
                    <a:pt x="24" y="0"/>
                  </a:cubicBezTo>
                  <a:lnTo>
                    <a:pt x="10" y="0"/>
                  </a:lnTo>
                  <a:cubicBezTo>
                    <a:pt x="9" y="0"/>
                    <a:pt x="9" y="1"/>
                    <a:pt x="9" y="2"/>
                  </a:cubicBezTo>
                  <a:cubicBezTo>
                    <a:pt x="4" y="9"/>
                    <a:pt x="1" y="17"/>
                    <a:pt x="0" y="26"/>
                  </a:cubicBezTo>
                  <a:lnTo>
                    <a:pt x="24"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9"/>
            <p:cNvSpPr/>
            <p:nvPr/>
          </p:nvSpPr>
          <p:spPr>
            <a:xfrm>
              <a:off x="2324885" y="-826775"/>
              <a:ext cx="9000" cy="5040"/>
            </a:xfrm>
            <a:custGeom>
              <a:rect b="b" l="l" r="r" t="t"/>
              <a:pathLst>
                <a:path extrusionOk="0" h="14" w="25">
                  <a:moveTo>
                    <a:pt x="24" y="12"/>
                  </a:moveTo>
                  <a:cubicBezTo>
                    <a:pt x="24" y="10"/>
                    <a:pt x="24" y="9"/>
                    <a:pt x="23" y="7"/>
                  </a:cubicBezTo>
                  <a:lnTo>
                    <a:pt x="23" y="6"/>
                  </a:lnTo>
                  <a:lnTo>
                    <a:pt x="23" y="5"/>
                  </a:lnTo>
                  <a:cubicBezTo>
                    <a:pt x="22" y="4"/>
                    <a:pt x="21" y="3"/>
                    <a:pt x="20" y="2"/>
                  </a:cubicBezTo>
                  <a:cubicBezTo>
                    <a:pt x="18" y="1"/>
                    <a:pt x="17" y="0"/>
                    <a:pt x="17" y="1"/>
                  </a:cubicBezTo>
                  <a:cubicBezTo>
                    <a:pt x="15" y="0"/>
                    <a:pt x="14" y="0"/>
                    <a:pt x="12" y="0"/>
                  </a:cubicBezTo>
                  <a:cubicBezTo>
                    <a:pt x="10" y="0"/>
                    <a:pt x="8" y="0"/>
                    <a:pt x="6" y="1"/>
                  </a:cubicBezTo>
                  <a:cubicBezTo>
                    <a:pt x="4" y="2"/>
                    <a:pt x="3" y="4"/>
                    <a:pt x="2" y="6"/>
                  </a:cubicBezTo>
                  <a:cubicBezTo>
                    <a:pt x="1" y="7"/>
                    <a:pt x="0" y="9"/>
                    <a:pt x="0" y="10"/>
                  </a:cubicBezTo>
                  <a:cubicBezTo>
                    <a:pt x="0" y="12"/>
                    <a:pt x="0" y="12"/>
                    <a:pt x="0" y="13"/>
                  </a:cubicBezTo>
                  <a:lnTo>
                    <a:pt x="20" y="13"/>
                  </a:lnTo>
                  <a:lnTo>
                    <a:pt x="24"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9"/>
            <p:cNvSpPr/>
            <p:nvPr/>
          </p:nvSpPr>
          <p:spPr>
            <a:xfrm>
              <a:off x="2345405" y="-773855"/>
              <a:ext cx="10440" cy="19440"/>
            </a:xfrm>
            <a:custGeom>
              <a:rect b="b" l="l" r="r" t="t"/>
              <a:pathLst>
                <a:path extrusionOk="0" h="54" w="29">
                  <a:moveTo>
                    <a:pt x="1" y="38"/>
                  </a:moveTo>
                  <a:cubicBezTo>
                    <a:pt x="1" y="40"/>
                    <a:pt x="2" y="42"/>
                    <a:pt x="3" y="44"/>
                  </a:cubicBezTo>
                  <a:cubicBezTo>
                    <a:pt x="4" y="47"/>
                    <a:pt x="7" y="48"/>
                    <a:pt x="9" y="50"/>
                  </a:cubicBezTo>
                  <a:cubicBezTo>
                    <a:pt x="10" y="50"/>
                    <a:pt x="10" y="51"/>
                    <a:pt x="10" y="51"/>
                  </a:cubicBezTo>
                  <a:cubicBezTo>
                    <a:pt x="10" y="53"/>
                    <a:pt x="19" y="51"/>
                    <a:pt x="20" y="51"/>
                  </a:cubicBezTo>
                  <a:cubicBezTo>
                    <a:pt x="21" y="51"/>
                    <a:pt x="21" y="50"/>
                    <a:pt x="22" y="50"/>
                  </a:cubicBezTo>
                  <a:cubicBezTo>
                    <a:pt x="23" y="49"/>
                    <a:pt x="24" y="48"/>
                    <a:pt x="25" y="47"/>
                  </a:cubicBezTo>
                  <a:cubicBezTo>
                    <a:pt x="26" y="47"/>
                    <a:pt x="26" y="46"/>
                    <a:pt x="27" y="45"/>
                  </a:cubicBezTo>
                  <a:cubicBezTo>
                    <a:pt x="28" y="43"/>
                    <a:pt x="28" y="41"/>
                    <a:pt x="28" y="39"/>
                  </a:cubicBezTo>
                  <a:cubicBezTo>
                    <a:pt x="28" y="37"/>
                    <a:pt x="28" y="36"/>
                    <a:pt x="28" y="35"/>
                  </a:cubicBezTo>
                  <a:cubicBezTo>
                    <a:pt x="26" y="30"/>
                    <a:pt x="26" y="26"/>
                    <a:pt x="25" y="21"/>
                  </a:cubicBezTo>
                  <a:cubicBezTo>
                    <a:pt x="23" y="13"/>
                    <a:pt x="15" y="0"/>
                    <a:pt x="7" y="10"/>
                  </a:cubicBezTo>
                  <a:cubicBezTo>
                    <a:pt x="6" y="11"/>
                    <a:pt x="5" y="12"/>
                    <a:pt x="4" y="14"/>
                  </a:cubicBezTo>
                  <a:cubicBezTo>
                    <a:pt x="2" y="18"/>
                    <a:pt x="0" y="24"/>
                    <a:pt x="0" y="29"/>
                  </a:cubicBezTo>
                  <a:cubicBezTo>
                    <a:pt x="0" y="30"/>
                    <a:pt x="0" y="31"/>
                    <a:pt x="0" y="31"/>
                  </a:cubicBezTo>
                  <a:cubicBezTo>
                    <a:pt x="0" y="32"/>
                    <a:pt x="0" y="33"/>
                    <a:pt x="0" y="33"/>
                  </a:cubicBezTo>
                  <a:cubicBezTo>
                    <a:pt x="0" y="35"/>
                    <a:pt x="0" y="37"/>
                    <a:pt x="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9"/>
            <p:cNvSpPr/>
            <p:nvPr/>
          </p:nvSpPr>
          <p:spPr>
            <a:xfrm>
              <a:off x="2346845" y="-821375"/>
              <a:ext cx="7920" cy="34920"/>
            </a:xfrm>
            <a:custGeom>
              <a:rect b="b" l="l" r="r" t="t"/>
              <a:pathLst>
                <a:path extrusionOk="0" h="97" w="22">
                  <a:moveTo>
                    <a:pt x="0" y="4"/>
                  </a:moveTo>
                  <a:cubicBezTo>
                    <a:pt x="0" y="9"/>
                    <a:pt x="0" y="14"/>
                    <a:pt x="0" y="18"/>
                  </a:cubicBezTo>
                  <a:cubicBezTo>
                    <a:pt x="0" y="43"/>
                    <a:pt x="2" y="68"/>
                    <a:pt x="7" y="93"/>
                  </a:cubicBezTo>
                  <a:cubicBezTo>
                    <a:pt x="7" y="94"/>
                    <a:pt x="7" y="94"/>
                    <a:pt x="8" y="95"/>
                  </a:cubicBezTo>
                  <a:cubicBezTo>
                    <a:pt x="9" y="96"/>
                    <a:pt x="9" y="95"/>
                    <a:pt x="10" y="95"/>
                  </a:cubicBezTo>
                  <a:cubicBezTo>
                    <a:pt x="11" y="95"/>
                    <a:pt x="11" y="96"/>
                    <a:pt x="12" y="95"/>
                  </a:cubicBezTo>
                  <a:cubicBezTo>
                    <a:pt x="13" y="94"/>
                    <a:pt x="13" y="94"/>
                    <a:pt x="13" y="93"/>
                  </a:cubicBezTo>
                  <a:cubicBezTo>
                    <a:pt x="19" y="67"/>
                    <a:pt x="21" y="41"/>
                    <a:pt x="21" y="14"/>
                  </a:cubicBezTo>
                  <a:cubicBezTo>
                    <a:pt x="21" y="12"/>
                    <a:pt x="21" y="9"/>
                    <a:pt x="21" y="6"/>
                  </a:cubicBezTo>
                  <a:cubicBezTo>
                    <a:pt x="21" y="5"/>
                    <a:pt x="21" y="5"/>
                    <a:pt x="21" y="4"/>
                  </a:cubicBezTo>
                  <a:cubicBezTo>
                    <a:pt x="21" y="3"/>
                    <a:pt x="21" y="3"/>
                    <a:pt x="21" y="2"/>
                  </a:cubicBezTo>
                  <a:lnTo>
                    <a:pt x="1" y="0"/>
                  </a:lnTo>
                  <a:cubicBezTo>
                    <a:pt x="1" y="1"/>
                    <a:pt x="1" y="1"/>
                    <a:pt x="1"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9"/>
            <p:cNvSpPr/>
            <p:nvPr/>
          </p:nvSpPr>
          <p:spPr>
            <a:xfrm>
              <a:off x="2347205" y="-822455"/>
              <a:ext cx="7200" cy="2160"/>
            </a:xfrm>
            <a:custGeom>
              <a:rect b="b" l="l" r="r" t="t"/>
              <a:pathLst>
                <a:path extrusionOk="0" h="6" w="20">
                  <a:moveTo>
                    <a:pt x="15" y="0"/>
                  </a:moveTo>
                  <a:lnTo>
                    <a:pt x="2" y="0"/>
                  </a:lnTo>
                  <a:cubicBezTo>
                    <a:pt x="1" y="0"/>
                    <a:pt x="1" y="1"/>
                    <a:pt x="0" y="2"/>
                  </a:cubicBezTo>
                  <a:lnTo>
                    <a:pt x="0" y="3"/>
                  </a:lnTo>
                  <a:lnTo>
                    <a:pt x="19" y="5"/>
                  </a:lnTo>
                  <a:cubicBezTo>
                    <a:pt x="19" y="4"/>
                    <a:pt x="19" y="4"/>
                    <a:pt x="19" y="4"/>
                  </a:cubicBezTo>
                  <a:cubicBezTo>
                    <a:pt x="18" y="2"/>
                    <a:pt x="17"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9"/>
            <p:cNvSpPr/>
            <p:nvPr/>
          </p:nvSpPr>
          <p:spPr>
            <a:xfrm>
              <a:off x="2347925" y="-823175"/>
              <a:ext cx="5040" cy="1080"/>
            </a:xfrm>
            <a:custGeom>
              <a:rect b="b" l="l" r="r" t="t"/>
              <a:pathLst>
                <a:path extrusionOk="0" h="3" w="14">
                  <a:moveTo>
                    <a:pt x="0" y="2"/>
                  </a:moveTo>
                  <a:lnTo>
                    <a:pt x="13" y="2"/>
                  </a:lnTo>
                  <a:lnTo>
                    <a:pt x="12" y="2"/>
                  </a:lnTo>
                  <a:cubicBezTo>
                    <a:pt x="11" y="1"/>
                    <a:pt x="9" y="0"/>
                    <a:pt x="7"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9"/>
            <p:cNvSpPr/>
            <p:nvPr/>
          </p:nvSpPr>
          <p:spPr>
            <a:xfrm>
              <a:off x="2363765" y="-820655"/>
              <a:ext cx="8640" cy="42840"/>
            </a:xfrm>
            <a:custGeom>
              <a:rect b="b" l="l" r="r" t="t"/>
              <a:pathLst>
                <a:path extrusionOk="0" h="119" w="24">
                  <a:moveTo>
                    <a:pt x="1" y="1"/>
                  </a:moveTo>
                  <a:cubicBezTo>
                    <a:pt x="0" y="11"/>
                    <a:pt x="0" y="21"/>
                    <a:pt x="0" y="32"/>
                  </a:cubicBezTo>
                  <a:cubicBezTo>
                    <a:pt x="0" y="58"/>
                    <a:pt x="3" y="85"/>
                    <a:pt x="10" y="111"/>
                  </a:cubicBezTo>
                  <a:cubicBezTo>
                    <a:pt x="11" y="116"/>
                    <a:pt x="20" y="118"/>
                    <a:pt x="21" y="111"/>
                  </a:cubicBezTo>
                  <a:cubicBezTo>
                    <a:pt x="22" y="95"/>
                    <a:pt x="23" y="80"/>
                    <a:pt x="23" y="64"/>
                  </a:cubicBezTo>
                  <a:cubicBezTo>
                    <a:pt x="23" y="58"/>
                    <a:pt x="23" y="52"/>
                    <a:pt x="23" y="46"/>
                  </a:cubicBezTo>
                  <a:cubicBezTo>
                    <a:pt x="23" y="39"/>
                    <a:pt x="23" y="30"/>
                    <a:pt x="23" y="23"/>
                  </a:cubicBezTo>
                  <a:cubicBezTo>
                    <a:pt x="23" y="15"/>
                    <a:pt x="23" y="8"/>
                    <a:pt x="23"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9"/>
            <p:cNvSpPr/>
            <p:nvPr/>
          </p:nvSpPr>
          <p:spPr>
            <a:xfrm>
              <a:off x="2364125" y="-822815"/>
              <a:ext cx="7920" cy="2880"/>
            </a:xfrm>
            <a:custGeom>
              <a:rect b="b" l="l" r="r" t="t"/>
              <a:pathLst>
                <a:path extrusionOk="0" h="8" w="22">
                  <a:moveTo>
                    <a:pt x="1" y="1"/>
                  </a:moveTo>
                  <a:cubicBezTo>
                    <a:pt x="1" y="3"/>
                    <a:pt x="1" y="5"/>
                    <a:pt x="0" y="7"/>
                  </a:cubicBezTo>
                  <a:lnTo>
                    <a:pt x="21" y="7"/>
                  </a:lnTo>
                  <a:cubicBezTo>
                    <a:pt x="21" y="5"/>
                    <a:pt x="21" y="2"/>
                    <a:pt x="21"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9"/>
            <p:cNvSpPr/>
            <p:nvPr/>
          </p:nvSpPr>
          <p:spPr>
            <a:xfrm>
              <a:off x="2364845" y="-827855"/>
              <a:ext cx="7560" cy="5400"/>
            </a:xfrm>
            <a:custGeom>
              <a:rect b="b" l="l" r="r" t="t"/>
              <a:pathLst>
                <a:path extrusionOk="0" h="15" w="21">
                  <a:moveTo>
                    <a:pt x="18" y="11"/>
                  </a:moveTo>
                  <a:cubicBezTo>
                    <a:pt x="16" y="3"/>
                    <a:pt x="3" y="0"/>
                    <a:pt x="0" y="10"/>
                  </a:cubicBezTo>
                  <a:cubicBezTo>
                    <a:pt x="0" y="11"/>
                    <a:pt x="0" y="12"/>
                    <a:pt x="0" y="14"/>
                  </a:cubicBezTo>
                  <a:lnTo>
                    <a:pt x="20" y="14"/>
                  </a:lnTo>
                  <a:cubicBezTo>
                    <a:pt x="20" y="14"/>
                    <a:pt x="18" y="12"/>
                    <a:pt x="18"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9"/>
            <p:cNvSpPr/>
            <p:nvPr/>
          </p:nvSpPr>
          <p:spPr>
            <a:xfrm>
              <a:off x="2381405" y="-820295"/>
              <a:ext cx="9360" cy="41400"/>
            </a:xfrm>
            <a:custGeom>
              <a:rect b="b" l="l" r="r" t="t"/>
              <a:pathLst>
                <a:path extrusionOk="0" h="115" w="26">
                  <a:moveTo>
                    <a:pt x="5" y="105"/>
                  </a:moveTo>
                  <a:cubicBezTo>
                    <a:pt x="5" y="106"/>
                    <a:pt x="6" y="108"/>
                    <a:pt x="6" y="109"/>
                  </a:cubicBezTo>
                  <a:cubicBezTo>
                    <a:pt x="7" y="111"/>
                    <a:pt x="8" y="112"/>
                    <a:pt x="10" y="113"/>
                  </a:cubicBezTo>
                  <a:cubicBezTo>
                    <a:pt x="12" y="114"/>
                    <a:pt x="13" y="114"/>
                    <a:pt x="15" y="114"/>
                  </a:cubicBezTo>
                  <a:cubicBezTo>
                    <a:pt x="16" y="114"/>
                    <a:pt x="17" y="114"/>
                    <a:pt x="19" y="113"/>
                  </a:cubicBezTo>
                  <a:cubicBezTo>
                    <a:pt x="21" y="112"/>
                    <a:pt x="22" y="111"/>
                    <a:pt x="23" y="109"/>
                  </a:cubicBezTo>
                  <a:cubicBezTo>
                    <a:pt x="24" y="102"/>
                    <a:pt x="25" y="95"/>
                    <a:pt x="25" y="89"/>
                  </a:cubicBezTo>
                  <a:cubicBezTo>
                    <a:pt x="25" y="82"/>
                    <a:pt x="24" y="76"/>
                    <a:pt x="23" y="70"/>
                  </a:cubicBezTo>
                  <a:cubicBezTo>
                    <a:pt x="23" y="52"/>
                    <a:pt x="23" y="35"/>
                    <a:pt x="23" y="18"/>
                  </a:cubicBezTo>
                  <a:cubicBezTo>
                    <a:pt x="23" y="12"/>
                    <a:pt x="23" y="6"/>
                    <a:pt x="23" y="0"/>
                  </a:cubicBezTo>
                  <a:lnTo>
                    <a:pt x="0" y="0"/>
                  </a:lnTo>
                  <a:cubicBezTo>
                    <a:pt x="0" y="6"/>
                    <a:pt x="0" y="13"/>
                    <a:pt x="0" y="19"/>
                  </a:cubicBezTo>
                  <a:cubicBezTo>
                    <a:pt x="0" y="48"/>
                    <a:pt x="2" y="76"/>
                    <a:pt x="5"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9"/>
            <p:cNvSpPr/>
            <p:nvPr/>
          </p:nvSpPr>
          <p:spPr>
            <a:xfrm>
              <a:off x="2382125" y="-822455"/>
              <a:ext cx="9000" cy="2520"/>
            </a:xfrm>
            <a:custGeom>
              <a:rect b="b" l="l" r="r" t="t"/>
              <a:pathLst>
                <a:path extrusionOk="0" h="7" w="25">
                  <a:moveTo>
                    <a:pt x="24" y="0"/>
                  </a:moveTo>
                  <a:lnTo>
                    <a:pt x="1" y="0"/>
                  </a:lnTo>
                  <a:cubicBezTo>
                    <a:pt x="1" y="2"/>
                    <a:pt x="1" y="4"/>
                    <a:pt x="0" y="6"/>
                  </a:cubicBezTo>
                  <a:lnTo>
                    <a:pt x="23" y="6"/>
                  </a:lnTo>
                  <a:cubicBezTo>
                    <a:pt x="23" y="5"/>
                    <a:pt x="23" y="4"/>
                    <a:pt x="23" y="3"/>
                  </a:cubicBezTo>
                  <a:lnTo>
                    <a:pt x="2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9"/>
            <p:cNvSpPr/>
            <p:nvPr/>
          </p:nvSpPr>
          <p:spPr>
            <a:xfrm>
              <a:off x="2382485" y="-831095"/>
              <a:ext cx="9000" cy="8640"/>
            </a:xfrm>
            <a:custGeom>
              <a:rect b="b" l="l" r="r" t="t"/>
              <a:pathLst>
                <a:path extrusionOk="0" h="24" w="25">
                  <a:moveTo>
                    <a:pt x="23" y="23"/>
                  </a:moveTo>
                  <a:cubicBezTo>
                    <a:pt x="23" y="19"/>
                    <a:pt x="24" y="13"/>
                    <a:pt x="23" y="15"/>
                  </a:cubicBezTo>
                  <a:cubicBezTo>
                    <a:pt x="24" y="14"/>
                    <a:pt x="24" y="13"/>
                    <a:pt x="24" y="11"/>
                  </a:cubicBezTo>
                  <a:cubicBezTo>
                    <a:pt x="24" y="10"/>
                    <a:pt x="24" y="7"/>
                    <a:pt x="23" y="6"/>
                  </a:cubicBezTo>
                  <a:cubicBezTo>
                    <a:pt x="22" y="5"/>
                    <a:pt x="21" y="5"/>
                    <a:pt x="19" y="3"/>
                  </a:cubicBezTo>
                  <a:cubicBezTo>
                    <a:pt x="18" y="3"/>
                    <a:pt x="18" y="2"/>
                    <a:pt x="18" y="2"/>
                  </a:cubicBezTo>
                  <a:cubicBezTo>
                    <a:pt x="8" y="0"/>
                    <a:pt x="3" y="9"/>
                    <a:pt x="0" y="22"/>
                  </a:cubicBezTo>
                  <a:lnTo>
                    <a:pt x="23"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9"/>
            <p:cNvSpPr/>
            <p:nvPr/>
          </p:nvSpPr>
          <p:spPr>
            <a:xfrm>
              <a:off x="2403365" y="-819215"/>
              <a:ext cx="9360" cy="37440"/>
            </a:xfrm>
            <a:custGeom>
              <a:rect b="b" l="l" r="r" t="t"/>
              <a:pathLst>
                <a:path extrusionOk="0" h="104" w="26">
                  <a:moveTo>
                    <a:pt x="4" y="96"/>
                  </a:moveTo>
                  <a:cubicBezTo>
                    <a:pt x="4" y="103"/>
                    <a:pt x="15" y="102"/>
                    <a:pt x="16" y="96"/>
                  </a:cubicBezTo>
                  <a:cubicBezTo>
                    <a:pt x="18" y="76"/>
                    <a:pt x="19" y="58"/>
                    <a:pt x="19" y="39"/>
                  </a:cubicBezTo>
                  <a:cubicBezTo>
                    <a:pt x="19" y="25"/>
                    <a:pt x="25" y="15"/>
                    <a:pt x="24" y="1"/>
                  </a:cubicBezTo>
                  <a:lnTo>
                    <a:pt x="6" y="0"/>
                  </a:lnTo>
                  <a:cubicBezTo>
                    <a:pt x="2" y="17"/>
                    <a:pt x="0" y="35"/>
                    <a:pt x="0" y="53"/>
                  </a:cubicBezTo>
                  <a:cubicBezTo>
                    <a:pt x="0" y="68"/>
                    <a:pt x="1" y="82"/>
                    <a:pt x="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9"/>
            <p:cNvSpPr/>
            <p:nvPr/>
          </p:nvSpPr>
          <p:spPr>
            <a:xfrm>
              <a:off x="2405525" y="-822095"/>
              <a:ext cx="7200" cy="3600"/>
            </a:xfrm>
            <a:custGeom>
              <a:rect b="b" l="l" r="r" t="t"/>
              <a:pathLst>
                <a:path extrusionOk="0" h="10" w="20">
                  <a:moveTo>
                    <a:pt x="15" y="0"/>
                  </a:moveTo>
                  <a:lnTo>
                    <a:pt x="4" y="0"/>
                  </a:lnTo>
                  <a:cubicBezTo>
                    <a:pt x="3" y="1"/>
                    <a:pt x="2" y="2"/>
                    <a:pt x="1" y="3"/>
                  </a:cubicBezTo>
                  <a:cubicBezTo>
                    <a:pt x="1" y="3"/>
                    <a:pt x="0" y="4"/>
                    <a:pt x="0" y="5"/>
                  </a:cubicBezTo>
                  <a:lnTo>
                    <a:pt x="0" y="7"/>
                  </a:lnTo>
                  <a:lnTo>
                    <a:pt x="19" y="9"/>
                  </a:lnTo>
                  <a:cubicBezTo>
                    <a:pt x="19" y="9"/>
                    <a:pt x="19" y="7"/>
                    <a:pt x="19" y="6"/>
                  </a:cubicBezTo>
                  <a:cubicBezTo>
                    <a:pt x="19" y="5"/>
                    <a:pt x="18" y="4"/>
                    <a:pt x="18" y="3"/>
                  </a:cubicBezTo>
                  <a:cubicBezTo>
                    <a:pt x="17" y="2"/>
                    <a:pt x="16"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9"/>
            <p:cNvSpPr/>
            <p:nvPr/>
          </p:nvSpPr>
          <p:spPr>
            <a:xfrm>
              <a:off x="2406965" y="-822815"/>
              <a:ext cx="4320" cy="1080"/>
            </a:xfrm>
            <a:custGeom>
              <a:rect b="b" l="l" r="r" t="t"/>
              <a:pathLst>
                <a:path extrusionOk="0" h="3" w="12">
                  <a:moveTo>
                    <a:pt x="0" y="2"/>
                  </a:moveTo>
                  <a:lnTo>
                    <a:pt x="11" y="2"/>
                  </a:lnTo>
                  <a:lnTo>
                    <a:pt x="10" y="2"/>
                  </a:lnTo>
                  <a:cubicBezTo>
                    <a:pt x="9" y="1"/>
                    <a:pt x="7" y="0"/>
                    <a:pt x="5" y="0"/>
                  </a:cubicBezTo>
                  <a:cubicBezTo>
                    <a:pt x="3"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9"/>
            <p:cNvSpPr/>
            <p:nvPr/>
          </p:nvSpPr>
          <p:spPr>
            <a:xfrm>
              <a:off x="2422805" y="-818135"/>
              <a:ext cx="10080" cy="26280"/>
            </a:xfrm>
            <a:custGeom>
              <a:rect b="b" l="l" r="r" t="t"/>
              <a:pathLst>
                <a:path extrusionOk="0" h="73" w="28">
                  <a:moveTo>
                    <a:pt x="9" y="0"/>
                  </a:moveTo>
                  <a:cubicBezTo>
                    <a:pt x="9" y="21"/>
                    <a:pt x="6" y="42"/>
                    <a:pt x="2" y="63"/>
                  </a:cubicBezTo>
                  <a:cubicBezTo>
                    <a:pt x="0" y="69"/>
                    <a:pt x="9" y="72"/>
                    <a:pt x="12" y="67"/>
                  </a:cubicBezTo>
                  <a:cubicBezTo>
                    <a:pt x="18" y="54"/>
                    <a:pt x="22" y="41"/>
                    <a:pt x="24" y="27"/>
                  </a:cubicBezTo>
                  <a:cubicBezTo>
                    <a:pt x="24" y="18"/>
                    <a:pt x="26" y="9"/>
                    <a:pt x="27"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9"/>
            <p:cNvSpPr/>
            <p:nvPr/>
          </p:nvSpPr>
          <p:spPr>
            <a:xfrm>
              <a:off x="2426405" y="-822455"/>
              <a:ext cx="7200" cy="4680"/>
            </a:xfrm>
            <a:custGeom>
              <a:rect b="b" l="l" r="r" t="t"/>
              <a:pathLst>
                <a:path extrusionOk="0" h="13" w="20">
                  <a:moveTo>
                    <a:pt x="1" y="1"/>
                  </a:moveTo>
                  <a:cubicBezTo>
                    <a:pt x="1" y="5"/>
                    <a:pt x="1" y="8"/>
                    <a:pt x="0" y="12"/>
                  </a:cubicBezTo>
                  <a:lnTo>
                    <a:pt x="18" y="12"/>
                  </a:lnTo>
                  <a:cubicBezTo>
                    <a:pt x="18" y="8"/>
                    <a:pt x="18" y="4"/>
                    <a:pt x="19"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9"/>
            <p:cNvSpPr/>
            <p:nvPr/>
          </p:nvSpPr>
          <p:spPr>
            <a:xfrm>
              <a:off x="2426765" y="-827495"/>
              <a:ext cx="7200" cy="6120"/>
            </a:xfrm>
            <a:custGeom>
              <a:rect b="b" l="l" r="r" t="t"/>
              <a:pathLst>
                <a:path extrusionOk="0" h="17" w="20">
                  <a:moveTo>
                    <a:pt x="19" y="10"/>
                  </a:moveTo>
                  <a:cubicBezTo>
                    <a:pt x="19" y="0"/>
                    <a:pt x="4" y="0"/>
                    <a:pt x="2" y="9"/>
                  </a:cubicBezTo>
                  <a:cubicBezTo>
                    <a:pt x="2" y="11"/>
                    <a:pt x="1" y="13"/>
                    <a:pt x="0" y="16"/>
                  </a:cubicBezTo>
                  <a:lnTo>
                    <a:pt x="18" y="16"/>
                  </a:lnTo>
                  <a:cubicBezTo>
                    <a:pt x="18" y="13"/>
                    <a:pt x="19" y="12"/>
                    <a:pt x="1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9"/>
            <p:cNvSpPr/>
            <p:nvPr/>
          </p:nvSpPr>
          <p:spPr>
            <a:xfrm>
              <a:off x="2444045" y="-819215"/>
              <a:ext cx="9360" cy="40680"/>
            </a:xfrm>
            <a:custGeom>
              <a:rect b="b" l="l" r="r" t="t"/>
              <a:pathLst>
                <a:path extrusionOk="0" h="113" w="26">
                  <a:moveTo>
                    <a:pt x="1" y="23"/>
                  </a:moveTo>
                  <a:cubicBezTo>
                    <a:pt x="1" y="50"/>
                    <a:pt x="4" y="77"/>
                    <a:pt x="7" y="105"/>
                  </a:cubicBezTo>
                  <a:cubicBezTo>
                    <a:pt x="7" y="112"/>
                    <a:pt x="19" y="111"/>
                    <a:pt x="19" y="105"/>
                  </a:cubicBezTo>
                  <a:cubicBezTo>
                    <a:pt x="21" y="81"/>
                    <a:pt x="24" y="57"/>
                    <a:pt x="25" y="33"/>
                  </a:cubicBezTo>
                  <a:cubicBezTo>
                    <a:pt x="25" y="22"/>
                    <a:pt x="25" y="11"/>
                    <a:pt x="25" y="0"/>
                  </a:cubicBezTo>
                  <a:cubicBezTo>
                    <a:pt x="17" y="1"/>
                    <a:pt x="9" y="2"/>
                    <a:pt x="0" y="3"/>
                  </a:cubicBezTo>
                  <a:cubicBezTo>
                    <a:pt x="1" y="9"/>
                    <a:pt x="1" y="16"/>
                    <a:pt x="1"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9"/>
            <p:cNvSpPr/>
            <p:nvPr/>
          </p:nvSpPr>
          <p:spPr>
            <a:xfrm>
              <a:off x="2445125" y="-835415"/>
              <a:ext cx="9000" cy="3960"/>
            </a:xfrm>
            <a:custGeom>
              <a:rect b="b" l="l" r="r" t="t"/>
              <a:pathLst>
                <a:path extrusionOk="0" h="11" w="25">
                  <a:moveTo>
                    <a:pt x="21" y="4"/>
                  </a:moveTo>
                  <a:lnTo>
                    <a:pt x="19" y="2"/>
                  </a:lnTo>
                  <a:cubicBezTo>
                    <a:pt x="18" y="2"/>
                    <a:pt x="18" y="2"/>
                    <a:pt x="18" y="2"/>
                  </a:cubicBezTo>
                  <a:cubicBezTo>
                    <a:pt x="16" y="1"/>
                    <a:pt x="14" y="0"/>
                    <a:pt x="12" y="0"/>
                  </a:cubicBezTo>
                  <a:cubicBezTo>
                    <a:pt x="10" y="0"/>
                    <a:pt x="8" y="1"/>
                    <a:pt x="6" y="2"/>
                  </a:cubicBezTo>
                  <a:cubicBezTo>
                    <a:pt x="4" y="3"/>
                    <a:pt x="2" y="5"/>
                    <a:pt x="1" y="7"/>
                  </a:cubicBezTo>
                  <a:lnTo>
                    <a:pt x="0" y="8"/>
                  </a:lnTo>
                  <a:cubicBezTo>
                    <a:pt x="0" y="9"/>
                    <a:pt x="0" y="9"/>
                    <a:pt x="0" y="10"/>
                  </a:cubicBezTo>
                  <a:lnTo>
                    <a:pt x="24" y="8"/>
                  </a:lnTo>
                  <a:cubicBezTo>
                    <a:pt x="23" y="6"/>
                    <a:pt x="22" y="5"/>
                    <a:pt x="2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9"/>
            <p:cNvSpPr/>
            <p:nvPr/>
          </p:nvSpPr>
          <p:spPr>
            <a:xfrm>
              <a:off x="2444045" y="-823535"/>
              <a:ext cx="9360" cy="5400"/>
            </a:xfrm>
            <a:custGeom>
              <a:rect b="b" l="l" r="r" t="t"/>
              <a:pathLst>
                <a:path extrusionOk="0" h="15" w="26">
                  <a:moveTo>
                    <a:pt x="0" y="2"/>
                  </a:moveTo>
                  <a:cubicBezTo>
                    <a:pt x="0" y="6"/>
                    <a:pt x="0" y="10"/>
                    <a:pt x="0" y="14"/>
                  </a:cubicBezTo>
                  <a:cubicBezTo>
                    <a:pt x="9" y="14"/>
                    <a:pt x="17" y="13"/>
                    <a:pt x="25" y="12"/>
                  </a:cubicBezTo>
                  <a:cubicBezTo>
                    <a:pt x="25" y="8"/>
                    <a:pt x="25" y="4"/>
                    <a:pt x="25"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9"/>
            <p:cNvSpPr/>
            <p:nvPr/>
          </p:nvSpPr>
          <p:spPr>
            <a:xfrm>
              <a:off x="2443685" y="-832535"/>
              <a:ext cx="10440" cy="10080"/>
            </a:xfrm>
            <a:custGeom>
              <a:rect b="b" l="l" r="r" t="t"/>
              <a:pathLst>
                <a:path extrusionOk="0" h="28" w="29">
                  <a:moveTo>
                    <a:pt x="26" y="25"/>
                  </a:moveTo>
                  <a:cubicBezTo>
                    <a:pt x="26" y="21"/>
                    <a:pt x="26" y="16"/>
                    <a:pt x="26" y="12"/>
                  </a:cubicBezTo>
                  <a:cubicBezTo>
                    <a:pt x="27" y="10"/>
                    <a:pt x="28" y="8"/>
                    <a:pt x="28" y="6"/>
                  </a:cubicBezTo>
                  <a:cubicBezTo>
                    <a:pt x="28" y="4"/>
                    <a:pt x="27" y="2"/>
                    <a:pt x="26" y="0"/>
                  </a:cubicBezTo>
                  <a:lnTo>
                    <a:pt x="3" y="2"/>
                  </a:lnTo>
                  <a:cubicBezTo>
                    <a:pt x="1" y="9"/>
                    <a:pt x="0" y="17"/>
                    <a:pt x="0" y="25"/>
                  </a:cubicBezTo>
                  <a:cubicBezTo>
                    <a:pt x="0" y="26"/>
                    <a:pt x="0" y="27"/>
                    <a:pt x="0" y="27"/>
                  </a:cubicBezTo>
                  <a:lnTo>
                    <a:pt x="2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9"/>
            <p:cNvSpPr/>
            <p:nvPr/>
          </p:nvSpPr>
          <p:spPr>
            <a:xfrm>
              <a:off x="2463485" y="-821735"/>
              <a:ext cx="10440" cy="24120"/>
            </a:xfrm>
            <a:custGeom>
              <a:rect b="b" l="l" r="r" t="t"/>
              <a:pathLst>
                <a:path extrusionOk="0" h="67" w="29">
                  <a:moveTo>
                    <a:pt x="1" y="56"/>
                  </a:moveTo>
                  <a:cubicBezTo>
                    <a:pt x="1" y="57"/>
                    <a:pt x="1" y="59"/>
                    <a:pt x="2" y="60"/>
                  </a:cubicBezTo>
                  <a:cubicBezTo>
                    <a:pt x="3" y="62"/>
                    <a:pt x="4" y="63"/>
                    <a:pt x="6" y="64"/>
                  </a:cubicBezTo>
                  <a:cubicBezTo>
                    <a:pt x="8" y="65"/>
                    <a:pt x="9" y="66"/>
                    <a:pt x="11" y="66"/>
                  </a:cubicBezTo>
                  <a:cubicBezTo>
                    <a:pt x="12" y="66"/>
                    <a:pt x="15" y="65"/>
                    <a:pt x="17" y="64"/>
                  </a:cubicBezTo>
                  <a:cubicBezTo>
                    <a:pt x="19" y="63"/>
                    <a:pt x="20" y="62"/>
                    <a:pt x="21" y="60"/>
                  </a:cubicBezTo>
                  <a:cubicBezTo>
                    <a:pt x="22" y="59"/>
                    <a:pt x="22" y="57"/>
                    <a:pt x="22" y="56"/>
                  </a:cubicBezTo>
                  <a:cubicBezTo>
                    <a:pt x="22" y="40"/>
                    <a:pt x="25" y="23"/>
                    <a:pt x="27" y="7"/>
                  </a:cubicBezTo>
                  <a:cubicBezTo>
                    <a:pt x="27" y="4"/>
                    <a:pt x="27" y="2"/>
                    <a:pt x="28" y="0"/>
                  </a:cubicBezTo>
                  <a:cubicBezTo>
                    <a:pt x="19" y="0"/>
                    <a:pt x="10" y="1"/>
                    <a:pt x="1" y="2"/>
                  </a:cubicBezTo>
                  <a:cubicBezTo>
                    <a:pt x="0" y="13"/>
                    <a:pt x="0" y="23"/>
                    <a:pt x="0" y="34"/>
                  </a:cubicBezTo>
                  <a:cubicBezTo>
                    <a:pt x="0" y="41"/>
                    <a:pt x="0" y="49"/>
                    <a:pt x="1"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9"/>
            <p:cNvSpPr/>
            <p:nvPr/>
          </p:nvSpPr>
          <p:spPr>
            <a:xfrm>
              <a:off x="2466725" y="-837575"/>
              <a:ext cx="8640" cy="3960"/>
            </a:xfrm>
            <a:custGeom>
              <a:rect b="b" l="l" r="r" t="t"/>
              <a:pathLst>
                <a:path extrusionOk="0" h="11" w="24">
                  <a:moveTo>
                    <a:pt x="23" y="10"/>
                  </a:moveTo>
                  <a:cubicBezTo>
                    <a:pt x="23" y="9"/>
                    <a:pt x="23" y="7"/>
                    <a:pt x="22" y="5"/>
                  </a:cubicBezTo>
                  <a:cubicBezTo>
                    <a:pt x="21" y="4"/>
                    <a:pt x="19" y="2"/>
                    <a:pt x="17" y="1"/>
                  </a:cubicBezTo>
                  <a:cubicBezTo>
                    <a:pt x="15" y="0"/>
                    <a:pt x="14" y="0"/>
                    <a:pt x="12" y="0"/>
                  </a:cubicBezTo>
                  <a:cubicBezTo>
                    <a:pt x="10" y="0"/>
                    <a:pt x="8" y="0"/>
                    <a:pt x="6" y="1"/>
                  </a:cubicBezTo>
                  <a:cubicBezTo>
                    <a:pt x="4" y="2"/>
                    <a:pt x="3" y="4"/>
                    <a:pt x="2" y="5"/>
                  </a:cubicBezTo>
                  <a:lnTo>
                    <a:pt x="2" y="6"/>
                  </a:lnTo>
                  <a:cubicBezTo>
                    <a:pt x="2" y="7"/>
                    <a:pt x="0" y="9"/>
                    <a:pt x="0" y="10"/>
                  </a:cubicBezTo>
                  <a:cubicBezTo>
                    <a:pt x="7" y="10"/>
                    <a:pt x="15" y="10"/>
                    <a:pt x="2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9"/>
            <p:cNvSpPr/>
            <p:nvPr/>
          </p:nvSpPr>
          <p:spPr>
            <a:xfrm>
              <a:off x="2463845" y="-824975"/>
              <a:ext cx="10800" cy="4320"/>
            </a:xfrm>
            <a:custGeom>
              <a:rect b="b" l="l" r="r" t="t"/>
              <a:pathLst>
                <a:path extrusionOk="0" h="12" w="30">
                  <a:moveTo>
                    <a:pt x="1" y="2"/>
                  </a:moveTo>
                  <a:cubicBezTo>
                    <a:pt x="1" y="5"/>
                    <a:pt x="1" y="8"/>
                    <a:pt x="0" y="11"/>
                  </a:cubicBezTo>
                  <a:cubicBezTo>
                    <a:pt x="9" y="10"/>
                    <a:pt x="18" y="10"/>
                    <a:pt x="27" y="9"/>
                  </a:cubicBezTo>
                  <a:lnTo>
                    <a:pt x="29" y="0"/>
                  </a:ln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9"/>
            <p:cNvSpPr/>
            <p:nvPr/>
          </p:nvSpPr>
          <p:spPr>
            <a:xfrm>
              <a:off x="2464205" y="-836495"/>
              <a:ext cx="11160" cy="12600"/>
            </a:xfrm>
            <a:custGeom>
              <a:rect b="b" l="l" r="r" t="t"/>
              <a:pathLst>
                <a:path extrusionOk="0" h="35" w="31">
                  <a:moveTo>
                    <a:pt x="28" y="32"/>
                  </a:moveTo>
                  <a:cubicBezTo>
                    <a:pt x="29" y="24"/>
                    <a:pt x="30" y="16"/>
                    <a:pt x="30" y="8"/>
                  </a:cubicBezTo>
                  <a:cubicBezTo>
                    <a:pt x="30" y="0"/>
                    <a:pt x="30" y="8"/>
                    <a:pt x="30" y="8"/>
                  </a:cubicBezTo>
                  <a:cubicBezTo>
                    <a:pt x="23" y="8"/>
                    <a:pt x="15" y="8"/>
                    <a:pt x="7" y="8"/>
                  </a:cubicBezTo>
                  <a:cubicBezTo>
                    <a:pt x="4" y="16"/>
                    <a:pt x="2" y="25"/>
                    <a:pt x="0" y="34"/>
                  </a:cubicBezTo>
                  <a:lnTo>
                    <a:pt x="28"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9"/>
            <p:cNvSpPr/>
            <p:nvPr/>
          </p:nvSpPr>
          <p:spPr>
            <a:xfrm>
              <a:off x="2482565" y="-822455"/>
              <a:ext cx="12600" cy="31320"/>
            </a:xfrm>
            <a:custGeom>
              <a:rect b="b" l="l" r="r" t="t"/>
              <a:pathLst>
                <a:path extrusionOk="0" h="87" w="35">
                  <a:moveTo>
                    <a:pt x="7" y="0"/>
                  </a:moveTo>
                  <a:cubicBezTo>
                    <a:pt x="7" y="5"/>
                    <a:pt x="5" y="9"/>
                    <a:pt x="4" y="13"/>
                  </a:cubicBezTo>
                  <a:cubicBezTo>
                    <a:pt x="2" y="25"/>
                    <a:pt x="0" y="38"/>
                    <a:pt x="0" y="51"/>
                  </a:cubicBezTo>
                  <a:cubicBezTo>
                    <a:pt x="0" y="59"/>
                    <a:pt x="1" y="67"/>
                    <a:pt x="2" y="75"/>
                  </a:cubicBezTo>
                  <a:cubicBezTo>
                    <a:pt x="3" y="86"/>
                    <a:pt x="18" y="82"/>
                    <a:pt x="19" y="73"/>
                  </a:cubicBezTo>
                  <a:cubicBezTo>
                    <a:pt x="23" y="50"/>
                    <a:pt x="27" y="28"/>
                    <a:pt x="33" y="5"/>
                  </a:cubicBezTo>
                  <a:lnTo>
                    <a:pt x="34" y="0"/>
                  </a:ln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9"/>
            <p:cNvSpPr/>
            <p:nvPr/>
          </p:nvSpPr>
          <p:spPr>
            <a:xfrm>
              <a:off x="2485085" y="-825695"/>
              <a:ext cx="10440" cy="3600"/>
            </a:xfrm>
            <a:custGeom>
              <a:rect b="b" l="l" r="r" t="t"/>
              <a:pathLst>
                <a:path extrusionOk="0" h="10" w="29">
                  <a:moveTo>
                    <a:pt x="1" y="1"/>
                  </a:moveTo>
                  <a:lnTo>
                    <a:pt x="0" y="9"/>
                  </a:lnTo>
                  <a:lnTo>
                    <a:pt x="27" y="9"/>
                  </a:lnTo>
                  <a:cubicBezTo>
                    <a:pt x="28" y="6"/>
                    <a:pt x="28" y="3"/>
                    <a:pt x="28" y="0"/>
                  </a:cubicBezTo>
                  <a:lnTo>
                    <a:pt x="19" y="0"/>
                  </a:ln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9"/>
            <p:cNvSpPr/>
            <p:nvPr/>
          </p:nvSpPr>
          <p:spPr>
            <a:xfrm>
              <a:off x="2488325" y="-834335"/>
              <a:ext cx="5760" cy="1800"/>
            </a:xfrm>
            <a:custGeom>
              <a:rect b="b" l="l" r="r" t="t"/>
              <a:pathLst>
                <a:path extrusionOk="0" h="5" w="16">
                  <a:moveTo>
                    <a:pt x="15" y="4"/>
                  </a:moveTo>
                  <a:cubicBezTo>
                    <a:pt x="14" y="3"/>
                    <a:pt x="13" y="2"/>
                    <a:pt x="12" y="2"/>
                  </a:cubicBezTo>
                  <a:cubicBezTo>
                    <a:pt x="11" y="1"/>
                    <a:pt x="10" y="0"/>
                    <a:pt x="8" y="0"/>
                  </a:cubicBezTo>
                  <a:cubicBezTo>
                    <a:pt x="6" y="0"/>
                    <a:pt x="4" y="1"/>
                    <a:pt x="2" y="2"/>
                  </a:cubicBezTo>
                  <a:cubicBezTo>
                    <a:pt x="1" y="2"/>
                    <a:pt x="1" y="3"/>
                    <a:pt x="0" y="4"/>
                  </a:cubicBezTo>
                  <a:lnTo>
                    <a:pt x="15"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9"/>
            <p:cNvSpPr/>
            <p:nvPr/>
          </p:nvSpPr>
          <p:spPr>
            <a:xfrm>
              <a:off x="2485445" y="-833255"/>
              <a:ext cx="10440" cy="8280"/>
            </a:xfrm>
            <a:custGeom>
              <a:rect b="b" l="l" r="r" t="t"/>
              <a:pathLst>
                <a:path extrusionOk="0" h="23" w="29">
                  <a:moveTo>
                    <a:pt x="0" y="22"/>
                  </a:moveTo>
                  <a:lnTo>
                    <a:pt x="18" y="22"/>
                  </a:lnTo>
                  <a:lnTo>
                    <a:pt x="27" y="22"/>
                  </a:lnTo>
                  <a:cubicBezTo>
                    <a:pt x="28" y="20"/>
                    <a:pt x="28" y="18"/>
                    <a:pt x="28" y="16"/>
                  </a:cubicBezTo>
                  <a:cubicBezTo>
                    <a:pt x="28" y="12"/>
                    <a:pt x="27" y="7"/>
                    <a:pt x="24" y="3"/>
                  </a:cubicBezTo>
                  <a:cubicBezTo>
                    <a:pt x="23" y="2"/>
                    <a:pt x="23" y="1"/>
                    <a:pt x="22" y="0"/>
                  </a:cubicBezTo>
                  <a:lnTo>
                    <a:pt x="7" y="0"/>
                  </a:lnTo>
                  <a:cubicBezTo>
                    <a:pt x="6" y="1"/>
                    <a:pt x="6" y="2"/>
                    <a:pt x="5" y="4"/>
                  </a:cubicBezTo>
                  <a:cubicBezTo>
                    <a:pt x="5" y="5"/>
                    <a:pt x="4" y="5"/>
                    <a:pt x="3" y="6"/>
                  </a:cubicBezTo>
                  <a:cubicBezTo>
                    <a:pt x="3" y="11"/>
                    <a:pt x="2"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9"/>
            <p:cNvSpPr/>
            <p:nvPr/>
          </p:nvSpPr>
          <p:spPr>
            <a:xfrm>
              <a:off x="2497325" y="-822095"/>
              <a:ext cx="10440" cy="32760"/>
            </a:xfrm>
            <a:custGeom>
              <a:rect b="b" l="l" r="r" t="t"/>
              <a:pathLst>
                <a:path extrusionOk="0" h="91" w="29">
                  <a:moveTo>
                    <a:pt x="1" y="35"/>
                  </a:moveTo>
                  <a:cubicBezTo>
                    <a:pt x="1" y="51"/>
                    <a:pt x="4" y="68"/>
                    <a:pt x="10" y="83"/>
                  </a:cubicBezTo>
                  <a:cubicBezTo>
                    <a:pt x="10" y="84"/>
                    <a:pt x="10" y="85"/>
                    <a:pt x="11" y="86"/>
                  </a:cubicBezTo>
                  <a:cubicBezTo>
                    <a:pt x="12" y="87"/>
                    <a:pt x="13" y="88"/>
                    <a:pt x="14" y="89"/>
                  </a:cubicBezTo>
                  <a:cubicBezTo>
                    <a:pt x="15" y="90"/>
                    <a:pt x="16" y="90"/>
                    <a:pt x="18" y="90"/>
                  </a:cubicBezTo>
                  <a:cubicBezTo>
                    <a:pt x="19" y="90"/>
                    <a:pt x="20" y="90"/>
                    <a:pt x="22" y="89"/>
                  </a:cubicBezTo>
                  <a:cubicBezTo>
                    <a:pt x="24" y="88"/>
                    <a:pt x="24" y="87"/>
                    <a:pt x="25" y="86"/>
                  </a:cubicBezTo>
                  <a:lnTo>
                    <a:pt x="25" y="85"/>
                  </a:lnTo>
                  <a:cubicBezTo>
                    <a:pt x="27" y="77"/>
                    <a:pt x="28" y="69"/>
                    <a:pt x="28" y="60"/>
                  </a:cubicBezTo>
                  <a:cubicBezTo>
                    <a:pt x="28" y="53"/>
                    <a:pt x="27" y="46"/>
                    <a:pt x="26" y="39"/>
                  </a:cubicBezTo>
                  <a:cubicBezTo>
                    <a:pt x="26" y="27"/>
                    <a:pt x="28" y="13"/>
                    <a:pt x="27" y="0"/>
                  </a:cubicBezTo>
                  <a:lnTo>
                    <a:pt x="1" y="0"/>
                  </a:lnTo>
                  <a:cubicBezTo>
                    <a:pt x="0" y="6"/>
                    <a:pt x="0" y="11"/>
                    <a:pt x="0" y="17"/>
                  </a:cubicBezTo>
                  <a:cubicBezTo>
                    <a:pt x="0" y="23"/>
                    <a:pt x="0" y="29"/>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9"/>
            <p:cNvSpPr/>
            <p:nvPr/>
          </p:nvSpPr>
          <p:spPr>
            <a:xfrm>
              <a:off x="2497685" y="-826415"/>
              <a:ext cx="9720" cy="4680"/>
            </a:xfrm>
            <a:custGeom>
              <a:rect b="b" l="l" r="r" t="t"/>
              <a:pathLst>
                <a:path extrusionOk="0" h="13" w="27">
                  <a:moveTo>
                    <a:pt x="26" y="12"/>
                  </a:moveTo>
                  <a:cubicBezTo>
                    <a:pt x="26" y="8"/>
                    <a:pt x="26" y="4"/>
                    <a:pt x="25" y="0"/>
                  </a:cubicBezTo>
                  <a:cubicBezTo>
                    <a:pt x="17" y="0"/>
                    <a:pt x="9" y="1"/>
                    <a:pt x="1" y="2"/>
                  </a:cubicBezTo>
                  <a:cubicBezTo>
                    <a:pt x="1" y="5"/>
                    <a:pt x="0" y="8"/>
                    <a:pt x="0" y="11"/>
                  </a:cubicBezTo>
                  <a:lnTo>
                    <a:pt x="26"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9"/>
            <p:cNvSpPr/>
            <p:nvPr/>
          </p:nvSpPr>
          <p:spPr>
            <a:xfrm>
              <a:off x="2498045" y="-832535"/>
              <a:ext cx="9000" cy="7200"/>
            </a:xfrm>
            <a:custGeom>
              <a:rect b="b" l="l" r="r" t="t"/>
              <a:pathLst>
                <a:path extrusionOk="0" h="20" w="25">
                  <a:moveTo>
                    <a:pt x="21" y="9"/>
                  </a:moveTo>
                  <a:cubicBezTo>
                    <a:pt x="18" y="4"/>
                    <a:pt x="9" y="0"/>
                    <a:pt x="5" y="7"/>
                  </a:cubicBezTo>
                  <a:cubicBezTo>
                    <a:pt x="3" y="11"/>
                    <a:pt x="1" y="15"/>
                    <a:pt x="0" y="19"/>
                  </a:cubicBezTo>
                  <a:cubicBezTo>
                    <a:pt x="8" y="19"/>
                    <a:pt x="16" y="19"/>
                    <a:pt x="24" y="17"/>
                  </a:cubicBezTo>
                  <a:cubicBezTo>
                    <a:pt x="23" y="14"/>
                    <a:pt x="22" y="12"/>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9"/>
            <p:cNvSpPr/>
            <p:nvPr/>
          </p:nvSpPr>
          <p:spPr>
            <a:xfrm>
              <a:off x="2519285" y="-821015"/>
              <a:ext cx="8280" cy="40680"/>
            </a:xfrm>
            <a:custGeom>
              <a:rect b="b" l="l" r="r" t="t"/>
              <a:pathLst>
                <a:path extrusionOk="0" h="113" w="23">
                  <a:moveTo>
                    <a:pt x="5" y="107"/>
                  </a:moveTo>
                  <a:cubicBezTo>
                    <a:pt x="5" y="112"/>
                    <a:pt x="13" y="111"/>
                    <a:pt x="13" y="107"/>
                  </a:cubicBezTo>
                  <a:cubicBezTo>
                    <a:pt x="16" y="78"/>
                    <a:pt x="18" y="51"/>
                    <a:pt x="19" y="22"/>
                  </a:cubicBezTo>
                  <a:cubicBezTo>
                    <a:pt x="19" y="15"/>
                    <a:pt x="21" y="7"/>
                    <a:pt x="22" y="0"/>
                  </a:cubicBezTo>
                  <a:lnTo>
                    <a:pt x="1" y="0"/>
                  </a:lnTo>
                  <a:cubicBezTo>
                    <a:pt x="0" y="10"/>
                    <a:pt x="0" y="21"/>
                    <a:pt x="0" y="31"/>
                  </a:cubicBezTo>
                  <a:cubicBezTo>
                    <a:pt x="0" y="56"/>
                    <a:pt x="2" y="82"/>
                    <a:pt x="5"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9"/>
            <p:cNvSpPr/>
            <p:nvPr/>
          </p:nvSpPr>
          <p:spPr>
            <a:xfrm>
              <a:off x="2519645" y="-828215"/>
              <a:ext cx="8280" cy="7200"/>
            </a:xfrm>
            <a:custGeom>
              <a:rect b="b" l="l" r="r" t="t"/>
              <a:pathLst>
                <a:path extrusionOk="0" h="20" w="23">
                  <a:moveTo>
                    <a:pt x="20" y="19"/>
                  </a:moveTo>
                  <a:cubicBezTo>
                    <a:pt x="21" y="13"/>
                    <a:pt x="22" y="6"/>
                    <a:pt x="22" y="0"/>
                  </a:cubicBezTo>
                  <a:cubicBezTo>
                    <a:pt x="15" y="0"/>
                    <a:pt x="8" y="0"/>
                    <a:pt x="2" y="1"/>
                  </a:cubicBezTo>
                  <a:cubicBezTo>
                    <a:pt x="1" y="6"/>
                    <a:pt x="0" y="12"/>
                    <a:pt x="0" y="18"/>
                  </a:cubicBezTo>
                  <a:lnTo>
                    <a:pt x="2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9"/>
            <p:cNvSpPr/>
            <p:nvPr/>
          </p:nvSpPr>
          <p:spPr>
            <a:xfrm>
              <a:off x="2520365" y="-835055"/>
              <a:ext cx="7560" cy="7560"/>
            </a:xfrm>
            <a:custGeom>
              <a:rect b="b" l="l" r="r" t="t"/>
              <a:pathLst>
                <a:path extrusionOk="0" h="21" w="21">
                  <a:moveTo>
                    <a:pt x="19" y="11"/>
                  </a:moveTo>
                  <a:cubicBezTo>
                    <a:pt x="18" y="2"/>
                    <a:pt x="4" y="0"/>
                    <a:pt x="2" y="9"/>
                  </a:cubicBezTo>
                  <a:cubicBezTo>
                    <a:pt x="2" y="13"/>
                    <a:pt x="0" y="16"/>
                    <a:pt x="0" y="20"/>
                  </a:cubicBezTo>
                  <a:cubicBezTo>
                    <a:pt x="6" y="20"/>
                    <a:pt x="13" y="20"/>
                    <a:pt x="19" y="19"/>
                  </a:cubicBezTo>
                  <a:cubicBezTo>
                    <a:pt x="20" y="18"/>
                    <a:pt x="20" y="16"/>
                    <a:pt x="20" y="15"/>
                  </a:cubicBezTo>
                  <a:cubicBezTo>
                    <a:pt x="20" y="14"/>
                    <a:pt x="20" y="12"/>
                    <a:pt x="19"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9"/>
            <p:cNvSpPr/>
            <p:nvPr/>
          </p:nvSpPr>
          <p:spPr>
            <a:xfrm>
              <a:off x="2543405" y="-820655"/>
              <a:ext cx="9000" cy="27360"/>
            </a:xfrm>
            <a:custGeom>
              <a:rect b="b" l="l" r="r" t="t"/>
              <a:pathLst>
                <a:path extrusionOk="0" h="76" w="25">
                  <a:moveTo>
                    <a:pt x="0" y="17"/>
                  </a:moveTo>
                  <a:cubicBezTo>
                    <a:pt x="0" y="35"/>
                    <a:pt x="0" y="52"/>
                    <a:pt x="0" y="70"/>
                  </a:cubicBezTo>
                  <a:cubicBezTo>
                    <a:pt x="0" y="70"/>
                    <a:pt x="0" y="71"/>
                    <a:pt x="1" y="72"/>
                  </a:cubicBezTo>
                  <a:cubicBezTo>
                    <a:pt x="1" y="73"/>
                    <a:pt x="2" y="73"/>
                    <a:pt x="3" y="74"/>
                  </a:cubicBezTo>
                  <a:cubicBezTo>
                    <a:pt x="4" y="75"/>
                    <a:pt x="5" y="75"/>
                    <a:pt x="6" y="75"/>
                  </a:cubicBezTo>
                  <a:cubicBezTo>
                    <a:pt x="7" y="75"/>
                    <a:pt x="9" y="75"/>
                    <a:pt x="10" y="74"/>
                  </a:cubicBezTo>
                  <a:cubicBezTo>
                    <a:pt x="11" y="73"/>
                    <a:pt x="12" y="73"/>
                    <a:pt x="12" y="72"/>
                  </a:cubicBezTo>
                  <a:cubicBezTo>
                    <a:pt x="12" y="71"/>
                    <a:pt x="13" y="70"/>
                    <a:pt x="13" y="70"/>
                  </a:cubicBezTo>
                  <a:cubicBezTo>
                    <a:pt x="15" y="52"/>
                    <a:pt x="20" y="36"/>
                    <a:pt x="21" y="18"/>
                  </a:cubicBezTo>
                  <a:cubicBezTo>
                    <a:pt x="21" y="12"/>
                    <a:pt x="23" y="7"/>
                    <a:pt x="24" y="1"/>
                  </a:cubicBezTo>
                  <a:lnTo>
                    <a:pt x="1" y="0"/>
                  </a:lnTo>
                  <a:cubicBezTo>
                    <a:pt x="0" y="5"/>
                    <a:pt x="0" y="9"/>
                    <a:pt x="0" y="14"/>
                  </a:cubicBezTo>
                  <a:cubicBezTo>
                    <a:pt x="0" y="15"/>
                    <a:pt x="0" y="16"/>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9"/>
            <p:cNvSpPr/>
            <p:nvPr/>
          </p:nvSpPr>
          <p:spPr>
            <a:xfrm>
              <a:off x="2543765" y="-827135"/>
              <a:ext cx="9000" cy="7200"/>
            </a:xfrm>
            <a:custGeom>
              <a:rect b="b" l="l" r="r" t="t"/>
              <a:pathLst>
                <a:path extrusionOk="0" h="20" w="25">
                  <a:moveTo>
                    <a:pt x="19" y="2"/>
                  </a:moveTo>
                  <a:cubicBezTo>
                    <a:pt x="18" y="1"/>
                    <a:pt x="18" y="1"/>
                    <a:pt x="17" y="1"/>
                  </a:cubicBezTo>
                  <a:cubicBezTo>
                    <a:pt x="16" y="0"/>
                    <a:pt x="15" y="0"/>
                    <a:pt x="14" y="0"/>
                  </a:cubicBezTo>
                  <a:cubicBezTo>
                    <a:pt x="12" y="0"/>
                    <a:pt x="11" y="0"/>
                    <a:pt x="10" y="0"/>
                  </a:cubicBezTo>
                  <a:cubicBezTo>
                    <a:pt x="7" y="2"/>
                    <a:pt x="5" y="5"/>
                    <a:pt x="3" y="8"/>
                  </a:cubicBezTo>
                  <a:cubicBezTo>
                    <a:pt x="1" y="11"/>
                    <a:pt x="0" y="15"/>
                    <a:pt x="0" y="18"/>
                  </a:cubicBezTo>
                  <a:lnTo>
                    <a:pt x="23" y="19"/>
                  </a:lnTo>
                  <a:cubicBezTo>
                    <a:pt x="23" y="18"/>
                    <a:pt x="24" y="16"/>
                    <a:pt x="24" y="15"/>
                  </a:cubicBezTo>
                  <a:cubicBezTo>
                    <a:pt x="24" y="11"/>
                    <a:pt x="23" y="8"/>
                    <a:pt x="21" y="5"/>
                  </a:cubicBezTo>
                  <a:cubicBezTo>
                    <a:pt x="20" y="4"/>
                    <a:pt x="20" y="3"/>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9"/>
            <p:cNvSpPr/>
            <p:nvPr/>
          </p:nvSpPr>
          <p:spPr>
            <a:xfrm>
              <a:off x="2568245" y="-819575"/>
              <a:ext cx="12240" cy="48600"/>
            </a:xfrm>
            <a:custGeom>
              <a:rect b="b" l="l" r="r" t="t"/>
              <a:pathLst>
                <a:path extrusionOk="0" h="135" w="34">
                  <a:moveTo>
                    <a:pt x="2" y="50"/>
                  </a:moveTo>
                  <a:cubicBezTo>
                    <a:pt x="2" y="68"/>
                    <a:pt x="7" y="83"/>
                    <a:pt x="7" y="100"/>
                  </a:cubicBezTo>
                  <a:cubicBezTo>
                    <a:pt x="7" y="101"/>
                    <a:pt x="7" y="103"/>
                    <a:pt x="7" y="104"/>
                  </a:cubicBezTo>
                  <a:cubicBezTo>
                    <a:pt x="7" y="110"/>
                    <a:pt x="9" y="117"/>
                    <a:pt x="12" y="122"/>
                  </a:cubicBezTo>
                  <a:cubicBezTo>
                    <a:pt x="13" y="124"/>
                    <a:pt x="14" y="126"/>
                    <a:pt x="16" y="128"/>
                  </a:cubicBezTo>
                  <a:cubicBezTo>
                    <a:pt x="21" y="134"/>
                    <a:pt x="33" y="128"/>
                    <a:pt x="28" y="119"/>
                  </a:cubicBezTo>
                  <a:cubicBezTo>
                    <a:pt x="23" y="110"/>
                    <a:pt x="28" y="93"/>
                    <a:pt x="28" y="84"/>
                  </a:cubicBezTo>
                  <a:cubicBezTo>
                    <a:pt x="27" y="76"/>
                    <a:pt x="26" y="66"/>
                    <a:pt x="26" y="57"/>
                  </a:cubicBezTo>
                  <a:cubicBezTo>
                    <a:pt x="26" y="56"/>
                    <a:pt x="26" y="54"/>
                    <a:pt x="26" y="52"/>
                  </a:cubicBezTo>
                  <a:cubicBezTo>
                    <a:pt x="26" y="43"/>
                    <a:pt x="25" y="35"/>
                    <a:pt x="25" y="26"/>
                  </a:cubicBezTo>
                  <a:cubicBezTo>
                    <a:pt x="25" y="17"/>
                    <a:pt x="26" y="8"/>
                    <a:pt x="26" y="0"/>
                  </a:cubicBezTo>
                  <a:lnTo>
                    <a:pt x="0" y="0"/>
                  </a:lnTo>
                  <a:cubicBezTo>
                    <a:pt x="0" y="3"/>
                    <a:pt x="0" y="6"/>
                    <a:pt x="0" y="10"/>
                  </a:cubicBezTo>
                  <a:cubicBezTo>
                    <a:pt x="0" y="23"/>
                    <a:pt x="0" y="37"/>
                    <a:pt x="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9"/>
            <p:cNvSpPr/>
            <p:nvPr/>
          </p:nvSpPr>
          <p:spPr>
            <a:xfrm>
              <a:off x="2568245" y="-828215"/>
              <a:ext cx="11160" cy="9000"/>
            </a:xfrm>
            <a:custGeom>
              <a:rect b="b" l="l" r="r" t="t"/>
              <a:pathLst>
                <a:path extrusionOk="0" h="25" w="31">
                  <a:moveTo>
                    <a:pt x="26" y="24"/>
                  </a:moveTo>
                  <a:cubicBezTo>
                    <a:pt x="26" y="19"/>
                    <a:pt x="28" y="15"/>
                    <a:pt x="29" y="11"/>
                  </a:cubicBezTo>
                  <a:cubicBezTo>
                    <a:pt x="30" y="9"/>
                    <a:pt x="30" y="6"/>
                    <a:pt x="30" y="5"/>
                  </a:cubicBezTo>
                  <a:cubicBezTo>
                    <a:pt x="30" y="3"/>
                    <a:pt x="30" y="2"/>
                    <a:pt x="29" y="0"/>
                  </a:cubicBezTo>
                  <a:lnTo>
                    <a:pt x="8" y="0"/>
                  </a:lnTo>
                  <a:cubicBezTo>
                    <a:pt x="7" y="1"/>
                    <a:pt x="6" y="3"/>
                    <a:pt x="5" y="4"/>
                  </a:cubicBezTo>
                  <a:cubicBezTo>
                    <a:pt x="2" y="10"/>
                    <a:pt x="0" y="17"/>
                    <a:pt x="0" y="23"/>
                  </a:cubicBezTo>
                  <a:lnTo>
                    <a:pt x="26"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9"/>
            <p:cNvSpPr/>
            <p:nvPr/>
          </p:nvSpPr>
          <p:spPr>
            <a:xfrm>
              <a:off x="2571125" y="-831455"/>
              <a:ext cx="7920" cy="3600"/>
            </a:xfrm>
            <a:custGeom>
              <a:rect b="b" l="l" r="r" t="t"/>
              <a:pathLst>
                <a:path extrusionOk="0" h="10" w="22">
                  <a:moveTo>
                    <a:pt x="21" y="5"/>
                  </a:moveTo>
                  <a:cubicBezTo>
                    <a:pt x="20" y="4"/>
                    <a:pt x="20" y="4"/>
                    <a:pt x="20" y="4"/>
                  </a:cubicBezTo>
                  <a:cubicBezTo>
                    <a:pt x="19" y="2"/>
                    <a:pt x="18" y="2"/>
                    <a:pt x="17" y="1"/>
                  </a:cubicBezTo>
                  <a:cubicBezTo>
                    <a:pt x="16" y="0"/>
                    <a:pt x="15" y="0"/>
                    <a:pt x="14" y="0"/>
                  </a:cubicBezTo>
                  <a:cubicBezTo>
                    <a:pt x="13" y="0"/>
                    <a:pt x="12" y="0"/>
                    <a:pt x="12" y="0"/>
                  </a:cubicBezTo>
                  <a:cubicBezTo>
                    <a:pt x="10" y="1"/>
                    <a:pt x="9" y="1"/>
                    <a:pt x="8" y="2"/>
                  </a:cubicBezTo>
                  <a:cubicBezTo>
                    <a:pt x="5" y="4"/>
                    <a:pt x="2" y="6"/>
                    <a:pt x="0" y="9"/>
                  </a:cubicBezTo>
                  <a:lnTo>
                    <a:pt x="21" y="9"/>
                  </a:ln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9"/>
            <p:cNvSpPr/>
            <p:nvPr/>
          </p:nvSpPr>
          <p:spPr>
            <a:xfrm>
              <a:off x="2590205" y="-818855"/>
              <a:ext cx="9360" cy="38880"/>
            </a:xfrm>
            <a:custGeom>
              <a:rect b="b" l="l" r="r" t="t"/>
              <a:pathLst>
                <a:path extrusionOk="0" h="108" w="26">
                  <a:moveTo>
                    <a:pt x="1" y="28"/>
                  </a:moveTo>
                  <a:cubicBezTo>
                    <a:pt x="2" y="52"/>
                    <a:pt x="3" y="75"/>
                    <a:pt x="5" y="98"/>
                  </a:cubicBezTo>
                  <a:cubicBezTo>
                    <a:pt x="5" y="107"/>
                    <a:pt x="19" y="106"/>
                    <a:pt x="20" y="98"/>
                  </a:cubicBezTo>
                  <a:cubicBezTo>
                    <a:pt x="23" y="75"/>
                    <a:pt x="25" y="52"/>
                    <a:pt x="25" y="29"/>
                  </a:cubicBezTo>
                  <a:lnTo>
                    <a:pt x="25" y="28"/>
                  </a:lnTo>
                  <a:cubicBezTo>
                    <a:pt x="25" y="19"/>
                    <a:pt x="25" y="8"/>
                    <a:pt x="25" y="0"/>
                  </a:cubicBezTo>
                  <a:lnTo>
                    <a:pt x="0" y="0"/>
                  </a:lnTo>
                  <a:cubicBezTo>
                    <a:pt x="0" y="3"/>
                    <a:pt x="0" y="6"/>
                    <a:pt x="0" y="10"/>
                  </a:cubicBezTo>
                  <a:cubicBezTo>
                    <a:pt x="0" y="16"/>
                    <a:pt x="0" y="22"/>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9"/>
            <p:cNvSpPr/>
            <p:nvPr/>
          </p:nvSpPr>
          <p:spPr>
            <a:xfrm>
              <a:off x="2590205" y="-826415"/>
              <a:ext cx="9000" cy="7200"/>
            </a:xfrm>
            <a:custGeom>
              <a:rect b="b" l="l" r="r" t="t"/>
              <a:pathLst>
                <a:path extrusionOk="0" h="20" w="25">
                  <a:moveTo>
                    <a:pt x="8" y="2"/>
                  </a:moveTo>
                  <a:cubicBezTo>
                    <a:pt x="6" y="4"/>
                    <a:pt x="5" y="6"/>
                    <a:pt x="3" y="8"/>
                  </a:cubicBezTo>
                  <a:cubicBezTo>
                    <a:pt x="1" y="12"/>
                    <a:pt x="0" y="15"/>
                    <a:pt x="0" y="19"/>
                  </a:cubicBezTo>
                  <a:lnTo>
                    <a:pt x="24" y="19"/>
                  </a:lnTo>
                  <a:cubicBezTo>
                    <a:pt x="24" y="15"/>
                    <a:pt x="24" y="10"/>
                    <a:pt x="22" y="5"/>
                  </a:cubicBezTo>
                  <a:cubicBezTo>
                    <a:pt x="21" y="3"/>
                    <a:pt x="21" y="2"/>
                    <a:pt x="19" y="1"/>
                  </a:cubicBezTo>
                  <a:cubicBezTo>
                    <a:pt x="17" y="0"/>
                    <a:pt x="16" y="0"/>
                    <a:pt x="14" y="0"/>
                  </a:cubicBezTo>
                  <a:cubicBezTo>
                    <a:pt x="12" y="0"/>
                    <a:pt x="11" y="0"/>
                    <a:pt x="9" y="1"/>
                  </a:cubicBezTo>
                  <a:cubicBezTo>
                    <a:pt x="8" y="1"/>
                    <a:pt x="8" y="2"/>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9"/>
            <p:cNvSpPr/>
            <p:nvPr/>
          </p:nvSpPr>
          <p:spPr>
            <a:xfrm>
              <a:off x="2609645" y="-818855"/>
              <a:ext cx="10440" cy="42840"/>
            </a:xfrm>
            <a:custGeom>
              <a:rect b="b" l="l" r="r" t="t"/>
              <a:pathLst>
                <a:path extrusionOk="0" h="119" w="29">
                  <a:moveTo>
                    <a:pt x="3" y="20"/>
                  </a:moveTo>
                  <a:cubicBezTo>
                    <a:pt x="3" y="50"/>
                    <a:pt x="0" y="80"/>
                    <a:pt x="0" y="110"/>
                  </a:cubicBezTo>
                  <a:cubicBezTo>
                    <a:pt x="0" y="118"/>
                    <a:pt x="12" y="117"/>
                    <a:pt x="13" y="110"/>
                  </a:cubicBezTo>
                  <a:cubicBezTo>
                    <a:pt x="21" y="87"/>
                    <a:pt x="26" y="62"/>
                    <a:pt x="28" y="38"/>
                  </a:cubicBezTo>
                  <a:cubicBezTo>
                    <a:pt x="28" y="25"/>
                    <a:pt x="28" y="13"/>
                    <a:pt x="27" y="0"/>
                  </a:cubicBezTo>
                  <a:lnTo>
                    <a:pt x="2" y="0"/>
                  </a:lnTo>
                  <a:cubicBezTo>
                    <a:pt x="2" y="6"/>
                    <a:pt x="3" y="13"/>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9"/>
            <p:cNvSpPr/>
            <p:nvPr/>
          </p:nvSpPr>
          <p:spPr>
            <a:xfrm>
              <a:off x="2610365" y="-827855"/>
              <a:ext cx="9360" cy="9360"/>
            </a:xfrm>
            <a:custGeom>
              <a:rect b="b" l="l" r="r" t="t"/>
              <a:pathLst>
                <a:path extrusionOk="0" h="26" w="26">
                  <a:moveTo>
                    <a:pt x="0" y="25"/>
                  </a:moveTo>
                  <a:lnTo>
                    <a:pt x="25" y="25"/>
                  </a:lnTo>
                  <a:cubicBezTo>
                    <a:pt x="25" y="18"/>
                    <a:pt x="25" y="11"/>
                    <a:pt x="24" y="5"/>
                  </a:cubicBezTo>
                  <a:cubicBezTo>
                    <a:pt x="24" y="4"/>
                    <a:pt x="23" y="3"/>
                    <a:pt x="23" y="3"/>
                  </a:cubicBezTo>
                  <a:cubicBezTo>
                    <a:pt x="22" y="2"/>
                    <a:pt x="21" y="1"/>
                    <a:pt x="20" y="0"/>
                  </a:cubicBezTo>
                  <a:lnTo>
                    <a:pt x="19" y="0"/>
                  </a:lnTo>
                  <a:lnTo>
                    <a:pt x="15" y="0"/>
                  </a:lnTo>
                  <a:cubicBezTo>
                    <a:pt x="2" y="2"/>
                    <a:pt x="0" y="1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9"/>
            <p:cNvSpPr/>
            <p:nvPr/>
          </p:nvSpPr>
          <p:spPr>
            <a:xfrm>
              <a:off x="2615765" y="-828215"/>
              <a:ext cx="2160" cy="360"/>
            </a:xfrm>
            <a:custGeom>
              <a:rect b="b" l="l" r="r" t="t"/>
              <a:pathLst>
                <a:path extrusionOk="0" h="1" w="6">
                  <a:moveTo>
                    <a:pt x="2" y="0"/>
                  </a:moveTo>
                  <a:lnTo>
                    <a:pt x="0" y="0"/>
                  </a:lnTo>
                  <a:lnTo>
                    <a:pt x="5" y="0"/>
                  </a:lnTo>
                  <a:cubicBezTo>
                    <a:pt x="4" y="0"/>
                    <a:pt x="4" y="0"/>
                    <a:pt x="3" y="0"/>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9"/>
            <p:cNvSpPr/>
            <p:nvPr/>
          </p:nvSpPr>
          <p:spPr>
            <a:xfrm>
              <a:off x="2631605" y="-817775"/>
              <a:ext cx="8640" cy="30960"/>
            </a:xfrm>
            <a:custGeom>
              <a:rect b="b" l="l" r="r" t="t"/>
              <a:pathLst>
                <a:path extrusionOk="0" h="86" w="24">
                  <a:moveTo>
                    <a:pt x="2" y="15"/>
                  </a:moveTo>
                  <a:cubicBezTo>
                    <a:pt x="1" y="25"/>
                    <a:pt x="1" y="35"/>
                    <a:pt x="1" y="45"/>
                  </a:cubicBezTo>
                  <a:cubicBezTo>
                    <a:pt x="1" y="56"/>
                    <a:pt x="1" y="66"/>
                    <a:pt x="2" y="76"/>
                  </a:cubicBezTo>
                  <a:cubicBezTo>
                    <a:pt x="2" y="85"/>
                    <a:pt x="16" y="83"/>
                    <a:pt x="17" y="76"/>
                  </a:cubicBezTo>
                  <a:cubicBezTo>
                    <a:pt x="19" y="54"/>
                    <a:pt x="22" y="32"/>
                    <a:pt x="23" y="9"/>
                  </a:cubicBezTo>
                  <a:cubicBezTo>
                    <a:pt x="23" y="6"/>
                    <a:pt x="23" y="3"/>
                    <a:pt x="23" y="0"/>
                  </a:cubicBezTo>
                  <a:lnTo>
                    <a:pt x="0" y="0"/>
                  </a:lnTo>
                  <a:cubicBezTo>
                    <a:pt x="2" y="4"/>
                    <a:pt x="2" y="10"/>
                    <a:pt x="2"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9"/>
            <p:cNvSpPr/>
            <p:nvPr/>
          </p:nvSpPr>
          <p:spPr>
            <a:xfrm>
              <a:off x="2632325" y="-828215"/>
              <a:ext cx="9000" cy="10080"/>
            </a:xfrm>
            <a:custGeom>
              <a:rect b="b" l="l" r="r" t="t"/>
              <a:pathLst>
                <a:path extrusionOk="0" h="28" w="25">
                  <a:moveTo>
                    <a:pt x="0" y="27"/>
                  </a:moveTo>
                  <a:lnTo>
                    <a:pt x="23" y="27"/>
                  </a:lnTo>
                  <a:cubicBezTo>
                    <a:pt x="23" y="24"/>
                    <a:pt x="24" y="20"/>
                    <a:pt x="24" y="17"/>
                  </a:cubicBezTo>
                  <a:cubicBezTo>
                    <a:pt x="24" y="11"/>
                    <a:pt x="23" y="6"/>
                    <a:pt x="21" y="0"/>
                  </a:cubicBezTo>
                  <a:lnTo>
                    <a:pt x="4" y="0"/>
                  </a:lnTo>
                  <a:cubicBezTo>
                    <a:pt x="1" y="8"/>
                    <a:pt x="0" y="16"/>
                    <a:pt x="0" y="24"/>
                  </a:cubicBezTo>
                  <a:cubicBezTo>
                    <a:pt x="0" y="25"/>
                    <a:pt x="0" y="26"/>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9"/>
            <p:cNvSpPr/>
            <p:nvPr/>
          </p:nvSpPr>
          <p:spPr>
            <a:xfrm>
              <a:off x="2633765" y="-831815"/>
              <a:ext cx="6480" cy="4320"/>
            </a:xfrm>
            <a:custGeom>
              <a:rect b="b" l="l" r="r" t="t"/>
              <a:pathLst>
                <a:path extrusionOk="0" h="12" w="18">
                  <a:moveTo>
                    <a:pt x="13" y="2"/>
                  </a:moveTo>
                  <a:cubicBezTo>
                    <a:pt x="13" y="1"/>
                    <a:pt x="12" y="2"/>
                    <a:pt x="11" y="1"/>
                  </a:cubicBezTo>
                  <a:cubicBezTo>
                    <a:pt x="10" y="0"/>
                    <a:pt x="10" y="0"/>
                    <a:pt x="9" y="0"/>
                  </a:cubicBezTo>
                  <a:cubicBezTo>
                    <a:pt x="8" y="0"/>
                    <a:pt x="7" y="0"/>
                    <a:pt x="6" y="1"/>
                  </a:cubicBezTo>
                  <a:cubicBezTo>
                    <a:pt x="5" y="1"/>
                    <a:pt x="5" y="1"/>
                    <a:pt x="5" y="2"/>
                  </a:cubicBezTo>
                  <a:cubicBezTo>
                    <a:pt x="4" y="3"/>
                    <a:pt x="3" y="4"/>
                    <a:pt x="2" y="5"/>
                  </a:cubicBezTo>
                  <a:cubicBezTo>
                    <a:pt x="1" y="7"/>
                    <a:pt x="0" y="9"/>
                    <a:pt x="0" y="11"/>
                  </a:cubicBezTo>
                  <a:lnTo>
                    <a:pt x="17" y="11"/>
                  </a:lnTo>
                  <a:cubicBezTo>
                    <a:pt x="17" y="9"/>
                    <a:pt x="16" y="6"/>
                    <a:pt x="14" y="4"/>
                  </a:cubicBezTo>
                  <a:cubicBezTo>
                    <a:pt x="13" y="3"/>
                    <a:pt x="13"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9"/>
            <p:cNvSpPr/>
            <p:nvPr/>
          </p:nvSpPr>
          <p:spPr>
            <a:xfrm>
              <a:off x="2657525" y="-817775"/>
              <a:ext cx="7200" cy="23760"/>
            </a:xfrm>
            <a:custGeom>
              <a:rect b="b" l="l" r="r" t="t"/>
              <a:pathLst>
                <a:path extrusionOk="0" h="66" w="20">
                  <a:moveTo>
                    <a:pt x="0" y="21"/>
                  </a:moveTo>
                  <a:cubicBezTo>
                    <a:pt x="0" y="32"/>
                    <a:pt x="1" y="43"/>
                    <a:pt x="2" y="54"/>
                  </a:cubicBezTo>
                  <a:cubicBezTo>
                    <a:pt x="3" y="65"/>
                    <a:pt x="16" y="65"/>
                    <a:pt x="17" y="55"/>
                  </a:cubicBezTo>
                  <a:cubicBezTo>
                    <a:pt x="17" y="42"/>
                    <a:pt x="19" y="28"/>
                    <a:pt x="19" y="14"/>
                  </a:cubicBezTo>
                  <a:cubicBezTo>
                    <a:pt x="19" y="9"/>
                    <a:pt x="19" y="5"/>
                    <a:pt x="19" y="0"/>
                  </a:cubicBezTo>
                  <a:lnTo>
                    <a:pt x="1" y="0"/>
                  </a:lnTo>
                  <a:cubicBezTo>
                    <a:pt x="0" y="4"/>
                    <a:pt x="0" y="9"/>
                    <a:pt x="0" y="13"/>
                  </a:cubicBezTo>
                  <a:cubicBezTo>
                    <a:pt x="0" y="16"/>
                    <a:pt x="0" y="18"/>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9"/>
            <p:cNvSpPr/>
            <p:nvPr/>
          </p:nvSpPr>
          <p:spPr>
            <a:xfrm>
              <a:off x="2657525" y="-823895"/>
              <a:ext cx="7200" cy="6480"/>
            </a:xfrm>
            <a:custGeom>
              <a:rect b="b" l="l" r="r" t="t"/>
              <a:pathLst>
                <a:path extrusionOk="0" h="18" w="20">
                  <a:moveTo>
                    <a:pt x="6" y="3"/>
                  </a:moveTo>
                  <a:cubicBezTo>
                    <a:pt x="5" y="4"/>
                    <a:pt x="5" y="4"/>
                    <a:pt x="4" y="6"/>
                  </a:cubicBezTo>
                  <a:cubicBezTo>
                    <a:pt x="2" y="8"/>
                    <a:pt x="1" y="13"/>
                    <a:pt x="0" y="17"/>
                  </a:cubicBezTo>
                  <a:lnTo>
                    <a:pt x="19" y="17"/>
                  </a:lnTo>
                  <a:cubicBezTo>
                    <a:pt x="19" y="13"/>
                    <a:pt x="18" y="10"/>
                    <a:pt x="16" y="6"/>
                  </a:cubicBezTo>
                  <a:cubicBezTo>
                    <a:pt x="16" y="6"/>
                    <a:pt x="15" y="5"/>
                    <a:pt x="15" y="4"/>
                  </a:cubicBezTo>
                  <a:cubicBezTo>
                    <a:pt x="13" y="2"/>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9"/>
            <p:cNvSpPr/>
            <p:nvPr/>
          </p:nvSpPr>
          <p:spPr>
            <a:xfrm>
              <a:off x="2675525" y="-817415"/>
              <a:ext cx="11880" cy="56880"/>
            </a:xfrm>
            <a:custGeom>
              <a:rect b="b" l="l" r="r" t="t"/>
              <a:pathLst>
                <a:path extrusionOk="0" h="158" w="33">
                  <a:moveTo>
                    <a:pt x="2" y="42"/>
                  </a:moveTo>
                  <a:cubicBezTo>
                    <a:pt x="1" y="56"/>
                    <a:pt x="0" y="71"/>
                    <a:pt x="0" y="85"/>
                  </a:cubicBezTo>
                  <a:cubicBezTo>
                    <a:pt x="0" y="104"/>
                    <a:pt x="1" y="122"/>
                    <a:pt x="4" y="140"/>
                  </a:cubicBezTo>
                  <a:cubicBezTo>
                    <a:pt x="2" y="151"/>
                    <a:pt x="24" y="157"/>
                    <a:pt x="26" y="142"/>
                  </a:cubicBezTo>
                  <a:cubicBezTo>
                    <a:pt x="28" y="109"/>
                    <a:pt x="22" y="72"/>
                    <a:pt x="29" y="39"/>
                  </a:cubicBezTo>
                  <a:cubicBezTo>
                    <a:pt x="31" y="34"/>
                    <a:pt x="31" y="13"/>
                    <a:pt x="32" y="0"/>
                  </a:cubicBezTo>
                  <a:lnTo>
                    <a:pt x="7" y="0"/>
                  </a:lnTo>
                  <a:cubicBezTo>
                    <a:pt x="6" y="14"/>
                    <a:pt x="5" y="28"/>
                    <a:pt x="2"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9"/>
            <p:cNvSpPr/>
            <p:nvPr/>
          </p:nvSpPr>
          <p:spPr>
            <a:xfrm>
              <a:off x="2678405" y="-827855"/>
              <a:ext cx="11520" cy="10440"/>
            </a:xfrm>
            <a:custGeom>
              <a:rect b="b" l="l" r="r" t="t"/>
              <a:pathLst>
                <a:path extrusionOk="0" h="29" w="32">
                  <a:moveTo>
                    <a:pt x="0" y="28"/>
                  </a:moveTo>
                  <a:lnTo>
                    <a:pt x="24" y="28"/>
                  </a:lnTo>
                  <a:lnTo>
                    <a:pt x="24" y="27"/>
                  </a:lnTo>
                  <a:cubicBezTo>
                    <a:pt x="24" y="23"/>
                    <a:pt x="25" y="19"/>
                    <a:pt x="26" y="16"/>
                  </a:cubicBezTo>
                  <a:cubicBezTo>
                    <a:pt x="28" y="15"/>
                    <a:pt x="29" y="13"/>
                    <a:pt x="30" y="12"/>
                  </a:cubicBezTo>
                  <a:cubicBezTo>
                    <a:pt x="31" y="10"/>
                    <a:pt x="31" y="9"/>
                    <a:pt x="31" y="7"/>
                  </a:cubicBezTo>
                  <a:cubicBezTo>
                    <a:pt x="31" y="5"/>
                    <a:pt x="31" y="3"/>
                    <a:pt x="30" y="1"/>
                  </a:cubicBezTo>
                  <a:cubicBezTo>
                    <a:pt x="30" y="1"/>
                    <a:pt x="29" y="1"/>
                    <a:pt x="29" y="0"/>
                  </a:cubicBezTo>
                  <a:lnTo>
                    <a:pt x="6" y="0"/>
                  </a:lnTo>
                  <a:lnTo>
                    <a:pt x="6" y="1"/>
                  </a:lnTo>
                  <a:cubicBezTo>
                    <a:pt x="5" y="1"/>
                    <a:pt x="5" y="2"/>
                    <a:pt x="5" y="2"/>
                  </a:cubicBezTo>
                  <a:cubicBezTo>
                    <a:pt x="2" y="11"/>
                    <a:pt x="1" y="19"/>
                    <a:pt x="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9"/>
            <p:cNvSpPr/>
            <p:nvPr/>
          </p:nvSpPr>
          <p:spPr>
            <a:xfrm>
              <a:off x="2680565" y="-829295"/>
              <a:ext cx="8640" cy="2160"/>
            </a:xfrm>
            <a:custGeom>
              <a:rect b="b" l="l" r="r" t="t"/>
              <a:pathLst>
                <a:path extrusionOk="0" h="6" w="24">
                  <a:moveTo>
                    <a:pt x="16" y="0"/>
                  </a:moveTo>
                  <a:lnTo>
                    <a:pt x="12" y="0"/>
                  </a:lnTo>
                  <a:lnTo>
                    <a:pt x="11" y="0"/>
                  </a:lnTo>
                  <a:cubicBezTo>
                    <a:pt x="9" y="0"/>
                    <a:pt x="6" y="0"/>
                    <a:pt x="5" y="1"/>
                  </a:cubicBezTo>
                  <a:cubicBezTo>
                    <a:pt x="3" y="2"/>
                    <a:pt x="1" y="4"/>
                    <a:pt x="0" y="5"/>
                  </a:cubicBezTo>
                  <a:lnTo>
                    <a:pt x="23" y="5"/>
                  </a:lnTo>
                  <a:cubicBezTo>
                    <a:pt x="22" y="3"/>
                    <a:pt x="21" y="2"/>
                    <a:pt x="19" y="1"/>
                  </a:cubicBezTo>
                  <a:cubicBezTo>
                    <a:pt x="18" y="0"/>
                    <a:pt x="17"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9"/>
            <p:cNvSpPr/>
            <p:nvPr/>
          </p:nvSpPr>
          <p:spPr>
            <a:xfrm>
              <a:off x="2697125" y="-816695"/>
              <a:ext cx="10440" cy="36000"/>
            </a:xfrm>
            <a:custGeom>
              <a:rect b="b" l="l" r="r" t="t"/>
              <a:pathLst>
                <a:path extrusionOk="0" h="100" w="29">
                  <a:moveTo>
                    <a:pt x="0" y="20"/>
                  </a:moveTo>
                  <a:cubicBezTo>
                    <a:pt x="0" y="44"/>
                    <a:pt x="1" y="67"/>
                    <a:pt x="4" y="90"/>
                  </a:cubicBezTo>
                  <a:cubicBezTo>
                    <a:pt x="5" y="99"/>
                    <a:pt x="18" y="97"/>
                    <a:pt x="19" y="90"/>
                  </a:cubicBezTo>
                  <a:cubicBezTo>
                    <a:pt x="22" y="67"/>
                    <a:pt x="23" y="45"/>
                    <a:pt x="24" y="23"/>
                  </a:cubicBezTo>
                  <a:cubicBezTo>
                    <a:pt x="25" y="15"/>
                    <a:pt x="26" y="7"/>
                    <a:pt x="28" y="0"/>
                  </a:cubicBezTo>
                  <a:lnTo>
                    <a:pt x="1" y="0"/>
                  </a:lnTo>
                  <a:cubicBezTo>
                    <a:pt x="0" y="6"/>
                    <a:pt x="0" y="12"/>
                    <a:pt x="0" y="19"/>
                  </a:cubicBezTo>
                  <a:lnTo>
                    <a:pt x="0"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9"/>
            <p:cNvSpPr/>
            <p:nvPr/>
          </p:nvSpPr>
          <p:spPr>
            <a:xfrm>
              <a:off x="2697485" y="-825335"/>
              <a:ext cx="10080" cy="7920"/>
            </a:xfrm>
            <a:custGeom>
              <a:rect b="b" l="l" r="r" t="t"/>
              <a:pathLst>
                <a:path extrusionOk="0" h="22" w="28">
                  <a:moveTo>
                    <a:pt x="20" y="2"/>
                  </a:moveTo>
                  <a:lnTo>
                    <a:pt x="19" y="1"/>
                  </a:lnTo>
                  <a:cubicBezTo>
                    <a:pt x="18" y="0"/>
                    <a:pt x="16" y="0"/>
                    <a:pt x="15" y="0"/>
                  </a:cubicBezTo>
                  <a:cubicBezTo>
                    <a:pt x="14" y="0"/>
                    <a:pt x="12" y="0"/>
                    <a:pt x="11" y="1"/>
                  </a:cubicBezTo>
                  <a:lnTo>
                    <a:pt x="10" y="2"/>
                  </a:lnTo>
                  <a:cubicBezTo>
                    <a:pt x="8" y="4"/>
                    <a:pt x="6" y="6"/>
                    <a:pt x="4" y="9"/>
                  </a:cubicBezTo>
                  <a:cubicBezTo>
                    <a:pt x="2" y="13"/>
                    <a:pt x="1" y="17"/>
                    <a:pt x="0" y="21"/>
                  </a:cubicBezTo>
                  <a:lnTo>
                    <a:pt x="26" y="21"/>
                  </a:lnTo>
                  <a:cubicBezTo>
                    <a:pt x="27" y="20"/>
                    <a:pt x="27" y="18"/>
                    <a:pt x="27" y="17"/>
                  </a:cubicBezTo>
                  <a:cubicBezTo>
                    <a:pt x="27" y="14"/>
                    <a:pt x="26" y="10"/>
                    <a:pt x="24" y="7"/>
                  </a:cubicBezTo>
                  <a:cubicBezTo>
                    <a:pt x="23" y="5"/>
                    <a:pt x="22" y="3"/>
                    <a:pt x="2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9"/>
            <p:cNvSpPr/>
            <p:nvPr/>
          </p:nvSpPr>
          <p:spPr>
            <a:xfrm>
              <a:off x="2720165" y="-816695"/>
              <a:ext cx="11160" cy="32040"/>
            </a:xfrm>
            <a:custGeom>
              <a:rect b="b" l="l" r="r" t="t"/>
              <a:pathLst>
                <a:path extrusionOk="0" h="89" w="31">
                  <a:moveTo>
                    <a:pt x="0" y="27"/>
                  </a:moveTo>
                  <a:cubicBezTo>
                    <a:pt x="0" y="34"/>
                    <a:pt x="0" y="41"/>
                    <a:pt x="0" y="48"/>
                  </a:cubicBezTo>
                  <a:cubicBezTo>
                    <a:pt x="0" y="59"/>
                    <a:pt x="0" y="70"/>
                    <a:pt x="1" y="80"/>
                  </a:cubicBezTo>
                  <a:cubicBezTo>
                    <a:pt x="2" y="81"/>
                    <a:pt x="2" y="82"/>
                    <a:pt x="2" y="83"/>
                  </a:cubicBezTo>
                  <a:cubicBezTo>
                    <a:pt x="3" y="84"/>
                    <a:pt x="4" y="85"/>
                    <a:pt x="6" y="86"/>
                  </a:cubicBezTo>
                  <a:cubicBezTo>
                    <a:pt x="8" y="87"/>
                    <a:pt x="9" y="88"/>
                    <a:pt x="11" y="88"/>
                  </a:cubicBezTo>
                  <a:cubicBezTo>
                    <a:pt x="13" y="88"/>
                    <a:pt x="14" y="87"/>
                    <a:pt x="16" y="86"/>
                  </a:cubicBezTo>
                  <a:cubicBezTo>
                    <a:pt x="18" y="85"/>
                    <a:pt x="19" y="84"/>
                    <a:pt x="20" y="83"/>
                  </a:cubicBezTo>
                  <a:cubicBezTo>
                    <a:pt x="21" y="82"/>
                    <a:pt x="21" y="81"/>
                    <a:pt x="21" y="80"/>
                  </a:cubicBezTo>
                  <a:cubicBezTo>
                    <a:pt x="21" y="61"/>
                    <a:pt x="23" y="42"/>
                    <a:pt x="26" y="24"/>
                  </a:cubicBezTo>
                  <a:cubicBezTo>
                    <a:pt x="27" y="16"/>
                    <a:pt x="30" y="8"/>
                    <a:pt x="30" y="0"/>
                  </a:cubicBezTo>
                  <a:lnTo>
                    <a:pt x="4" y="0"/>
                  </a:lnTo>
                  <a:cubicBezTo>
                    <a:pt x="2" y="9"/>
                    <a:pt x="1" y="18"/>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9"/>
            <p:cNvSpPr/>
            <p:nvPr/>
          </p:nvSpPr>
          <p:spPr>
            <a:xfrm>
              <a:off x="2721965" y="-824975"/>
              <a:ext cx="10080" cy="8640"/>
            </a:xfrm>
            <a:custGeom>
              <a:rect b="b" l="l" r="r" t="t"/>
              <a:pathLst>
                <a:path extrusionOk="0" h="24" w="28">
                  <a:moveTo>
                    <a:pt x="21" y="2"/>
                  </a:moveTo>
                  <a:cubicBezTo>
                    <a:pt x="20" y="2"/>
                    <a:pt x="20" y="1"/>
                    <a:pt x="19" y="1"/>
                  </a:cubicBezTo>
                  <a:cubicBezTo>
                    <a:pt x="18" y="0"/>
                    <a:pt x="16" y="0"/>
                    <a:pt x="15" y="0"/>
                  </a:cubicBezTo>
                  <a:cubicBezTo>
                    <a:pt x="13" y="0"/>
                    <a:pt x="13" y="0"/>
                    <a:pt x="12" y="1"/>
                  </a:cubicBezTo>
                  <a:cubicBezTo>
                    <a:pt x="11" y="1"/>
                    <a:pt x="11" y="2"/>
                    <a:pt x="10" y="2"/>
                  </a:cubicBezTo>
                  <a:cubicBezTo>
                    <a:pt x="8" y="5"/>
                    <a:pt x="7" y="7"/>
                    <a:pt x="5" y="10"/>
                  </a:cubicBezTo>
                  <a:cubicBezTo>
                    <a:pt x="3" y="14"/>
                    <a:pt x="1" y="19"/>
                    <a:pt x="0" y="23"/>
                  </a:cubicBezTo>
                  <a:lnTo>
                    <a:pt x="26" y="23"/>
                  </a:lnTo>
                  <a:cubicBezTo>
                    <a:pt x="27" y="22"/>
                    <a:pt x="27" y="20"/>
                    <a:pt x="27" y="19"/>
                  </a:cubicBezTo>
                  <a:cubicBezTo>
                    <a:pt x="27" y="14"/>
                    <a:pt x="25" y="10"/>
                    <a:pt x="23" y="6"/>
                  </a:cubicBezTo>
                  <a:cubicBezTo>
                    <a:pt x="22" y="5"/>
                    <a:pt x="22" y="4"/>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9"/>
            <p:cNvSpPr/>
            <p:nvPr/>
          </p:nvSpPr>
          <p:spPr>
            <a:xfrm>
              <a:off x="2742125" y="-816695"/>
              <a:ext cx="12240" cy="25200"/>
            </a:xfrm>
            <a:custGeom>
              <a:rect b="b" l="l" r="r" t="t"/>
              <a:pathLst>
                <a:path extrusionOk="0" h="70" w="34">
                  <a:moveTo>
                    <a:pt x="7" y="5"/>
                  </a:moveTo>
                  <a:cubicBezTo>
                    <a:pt x="5" y="11"/>
                    <a:pt x="4" y="16"/>
                    <a:pt x="3" y="22"/>
                  </a:cubicBezTo>
                  <a:cubicBezTo>
                    <a:pt x="1" y="31"/>
                    <a:pt x="0" y="40"/>
                    <a:pt x="0" y="49"/>
                  </a:cubicBezTo>
                  <a:cubicBezTo>
                    <a:pt x="0" y="53"/>
                    <a:pt x="0" y="57"/>
                    <a:pt x="1" y="61"/>
                  </a:cubicBezTo>
                  <a:cubicBezTo>
                    <a:pt x="1" y="62"/>
                    <a:pt x="1" y="63"/>
                    <a:pt x="2" y="64"/>
                  </a:cubicBezTo>
                  <a:cubicBezTo>
                    <a:pt x="3" y="65"/>
                    <a:pt x="4" y="66"/>
                    <a:pt x="6" y="67"/>
                  </a:cubicBezTo>
                  <a:cubicBezTo>
                    <a:pt x="8" y="68"/>
                    <a:pt x="9" y="69"/>
                    <a:pt x="11" y="69"/>
                  </a:cubicBezTo>
                  <a:cubicBezTo>
                    <a:pt x="12" y="69"/>
                    <a:pt x="14" y="68"/>
                    <a:pt x="16" y="67"/>
                  </a:cubicBezTo>
                  <a:cubicBezTo>
                    <a:pt x="18" y="66"/>
                    <a:pt x="19" y="65"/>
                    <a:pt x="19" y="64"/>
                  </a:cubicBezTo>
                  <a:cubicBezTo>
                    <a:pt x="20" y="63"/>
                    <a:pt x="20" y="62"/>
                    <a:pt x="20" y="61"/>
                  </a:cubicBezTo>
                  <a:cubicBezTo>
                    <a:pt x="21" y="50"/>
                    <a:pt x="22" y="39"/>
                    <a:pt x="25" y="28"/>
                  </a:cubicBezTo>
                  <a:cubicBezTo>
                    <a:pt x="27" y="19"/>
                    <a:pt x="31" y="9"/>
                    <a:pt x="33" y="0"/>
                  </a:cubicBezTo>
                  <a:lnTo>
                    <a:pt x="8" y="0"/>
                  </a:lnTo>
                  <a:cubicBezTo>
                    <a:pt x="7" y="1"/>
                    <a:pt x="7" y="3"/>
                    <a:pt x="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9"/>
            <p:cNvSpPr/>
            <p:nvPr/>
          </p:nvSpPr>
          <p:spPr>
            <a:xfrm>
              <a:off x="2745365" y="-821375"/>
              <a:ext cx="9360" cy="5040"/>
            </a:xfrm>
            <a:custGeom>
              <a:rect b="b" l="l" r="r" t="t"/>
              <a:pathLst>
                <a:path extrusionOk="0" h="14" w="26">
                  <a:moveTo>
                    <a:pt x="6" y="4"/>
                  </a:moveTo>
                  <a:cubicBezTo>
                    <a:pt x="4" y="7"/>
                    <a:pt x="2" y="10"/>
                    <a:pt x="0" y="13"/>
                  </a:cubicBezTo>
                  <a:lnTo>
                    <a:pt x="25" y="13"/>
                  </a:lnTo>
                  <a:cubicBezTo>
                    <a:pt x="25" y="13"/>
                    <a:pt x="25" y="12"/>
                    <a:pt x="25" y="11"/>
                  </a:cubicBezTo>
                  <a:lnTo>
                    <a:pt x="25" y="10"/>
                  </a:lnTo>
                  <a:cubicBezTo>
                    <a:pt x="25" y="9"/>
                    <a:pt x="24" y="7"/>
                    <a:pt x="23" y="5"/>
                  </a:cubicBezTo>
                  <a:cubicBezTo>
                    <a:pt x="22" y="3"/>
                    <a:pt x="21" y="2"/>
                    <a:pt x="19" y="1"/>
                  </a:cubicBezTo>
                  <a:cubicBezTo>
                    <a:pt x="17" y="0"/>
                    <a:pt x="16" y="0"/>
                    <a:pt x="14" y="0"/>
                  </a:cubicBezTo>
                  <a:cubicBezTo>
                    <a:pt x="12" y="0"/>
                    <a:pt x="10" y="0"/>
                    <a:pt x="9" y="1"/>
                  </a:cubicBezTo>
                  <a:cubicBezTo>
                    <a:pt x="8" y="2"/>
                    <a:pt x="7" y="3"/>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9"/>
            <p:cNvSpPr/>
            <p:nvPr/>
          </p:nvSpPr>
          <p:spPr>
            <a:xfrm>
              <a:off x="2765885" y="-817775"/>
              <a:ext cx="11520" cy="52200"/>
            </a:xfrm>
            <a:custGeom>
              <a:rect b="b" l="l" r="r" t="t"/>
              <a:pathLst>
                <a:path extrusionOk="0" h="145" w="32">
                  <a:moveTo>
                    <a:pt x="4" y="41"/>
                  </a:moveTo>
                  <a:cubicBezTo>
                    <a:pt x="3" y="52"/>
                    <a:pt x="2" y="63"/>
                    <a:pt x="2" y="74"/>
                  </a:cubicBezTo>
                  <a:cubicBezTo>
                    <a:pt x="2" y="79"/>
                    <a:pt x="2" y="83"/>
                    <a:pt x="2" y="87"/>
                  </a:cubicBezTo>
                  <a:cubicBezTo>
                    <a:pt x="2" y="103"/>
                    <a:pt x="0" y="118"/>
                    <a:pt x="1" y="133"/>
                  </a:cubicBezTo>
                  <a:cubicBezTo>
                    <a:pt x="1" y="142"/>
                    <a:pt x="17" y="144"/>
                    <a:pt x="17" y="134"/>
                  </a:cubicBezTo>
                  <a:cubicBezTo>
                    <a:pt x="19" y="121"/>
                    <a:pt x="24" y="108"/>
                    <a:pt x="25" y="95"/>
                  </a:cubicBezTo>
                  <a:cubicBezTo>
                    <a:pt x="25" y="93"/>
                    <a:pt x="25" y="92"/>
                    <a:pt x="25" y="90"/>
                  </a:cubicBezTo>
                  <a:cubicBezTo>
                    <a:pt x="25" y="78"/>
                    <a:pt x="25" y="65"/>
                    <a:pt x="27" y="53"/>
                  </a:cubicBezTo>
                  <a:cubicBezTo>
                    <a:pt x="30" y="42"/>
                    <a:pt x="31" y="31"/>
                    <a:pt x="31" y="20"/>
                  </a:cubicBezTo>
                  <a:cubicBezTo>
                    <a:pt x="31" y="13"/>
                    <a:pt x="31" y="6"/>
                    <a:pt x="30" y="0"/>
                  </a:cubicBezTo>
                  <a:lnTo>
                    <a:pt x="8" y="1"/>
                  </a:lnTo>
                  <a:cubicBezTo>
                    <a:pt x="5" y="13"/>
                    <a:pt x="4" y="24"/>
                    <a:pt x="4" y="36"/>
                  </a:cubicBezTo>
                  <a:cubicBezTo>
                    <a:pt x="4" y="37"/>
                    <a:pt x="4" y="39"/>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9"/>
            <p:cNvSpPr/>
            <p:nvPr/>
          </p:nvSpPr>
          <p:spPr>
            <a:xfrm>
              <a:off x="2768765" y="-821735"/>
              <a:ext cx="8280" cy="4680"/>
            </a:xfrm>
            <a:custGeom>
              <a:rect b="b" l="l" r="r" t="t"/>
              <a:pathLst>
                <a:path extrusionOk="0" h="13" w="23">
                  <a:moveTo>
                    <a:pt x="10" y="1"/>
                  </a:moveTo>
                  <a:cubicBezTo>
                    <a:pt x="9" y="1"/>
                    <a:pt x="9" y="2"/>
                    <a:pt x="8" y="2"/>
                  </a:cubicBezTo>
                  <a:cubicBezTo>
                    <a:pt x="5" y="4"/>
                    <a:pt x="3" y="6"/>
                    <a:pt x="1" y="9"/>
                  </a:cubicBezTo>
                  <a:cubicBezTo>
                    <a:pt x="0" y="10"/>
                    <a:pt x="0" y="11"/>
                    <a:pt x="0" y="12"/>
                  </a:cubicBezTo>
                  <a:lnTo>
                    <a:pt x="22" y="10"/>
                  </a:lnTo>
                  <a:cubicBezTo>
                    <a:pt x="21" y="8"/>
                    <a:pt x="21" y="7"/>
                    <a:pt x="20" y="5"/>
                  </a:cubicBezTo>
                  <a:lnTo>
                    <a:pt x="20" y="4"/>
                  </a:lnTo>
                  <a:cubicBezTo>
                    <a:pt x="19" y="3"/>
                    <a:pt x="18" y="2"/>
                    <a:pt x="17" y="1"/>
                  </a:cubicBezTo>
                  <a:cubicBezTo>
                    <a:pt x="16" y="0"/>
                    <a:pt x="15" y="0"/>
                    <a:pt x="14" y="0"/>
                  </a:cubicBezTo>
                  <a:cubicBezTo>
                    <a:pt x="12" y="0"/>
                    <a:pt x="11" y="0"/>
                    <a:pt x="1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9"/>
            <p:cNvSpPr/>
            <p:nvPr/>
          </p:nvSpPr>
          <p:spPr>
            <a:xfrm>
              <a:off x="2790005" y="-819575"/>
              <a:ext cx="10080" cy="33840"/>
            </a:xfrm>
            <a:custGeom>
              <a:rect b="b" l="l" r="r" t="t"/>
              <a:pathLst>
                <a:path extrusionOk="0" h="94" w="28">
                  <a:moveTo>
                    <a:pt x="1" y="29"/>
                  </a:moveTo>
                  <a:cubicBezTo>
                    <a:pt x="3" y="45"/>
                    <a:pt x="3" y="61"/>
                    <a:pt x="4" y="77"/>
                  </a:cubicBezTo>
                  <a:cubicBezTo>
                    <a:pt x="5" y="93"/>
                    <a:pt x="24" y="92"/>
                    <a:pt x="25" y="78"/>
                  </a:cubicBezTo>
                  <a:cubicBezTo>
                    <a:pt x="26" y="65"/>
                    <a:pt x="27" y="51"/>
                    <a:pt x="27" y="38"/>
                  </a:cubicBezTo>
                  <a:cubicBezTo>
                    <a:pt x="27" y="36"/>
                    <a:pt x="27" y="34"/>
                    <a:pt x="27" y="31"/>
                  </a:cubicBezTo>
                  <a:cubicBezTo>
                    <a:pt x="26" y="26"/>
                    <a:pt x="26" y="21"/>
                    <a:pt x="26" y="16"/>
                  </a:cubicBezTo>
                  <a:cubicBezTo>
                    <a:pt x="26" y="10"/>
                    <a:pt x="26" y="5"/>
                    <a:pt x="27" y="0"/>
                  </a:cubicBezTo>
                  <a:lnTo>
                    <a:pt x="1" y="2"/>
                  </a:lnTo>
                  <a:cubicBezTo>
                    <a:pt x="0" y="6"/>
                    <a:pt x="0" y="10"/>
                    <a:pt x="0" y="14"/>
                  </a:cubicBezTo>
                  <a:cubicBezTo>
                    <a:pt x="0" y="19"/>
                    <a:pt x="0" y="24"/>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9"/>
            <p:cNvSpPr/>
            <p:nvPr/>
          </p:nvSpPr>
          <p:spPr>
            <a:xfrm>
              <a:off x="2790365" y="-827135"/>
              <a:ext cx="10440" cy="8280"/>
            </a:xfrm>
            <a:custGeom>
              <a:rect b="b" l="l" r="r" t="t"/>
              <a:pathLst>
                <a:path extrusionOk="0" h="23" w="29">
                  <a:moveTo>
                    <a:pt x="5" y="11"/>
                  </a:moveTo>
                  <a:cubicBezTo>
                    <a:pt x="3" y="15"/>
                    <a:pt x="1" y="18"/>
                    <a:pt x="0" y="22"/>
                  </a:cubicBezTo>
                  <a:lnTo>
                    <a:pt x="27" y="20"/>
                  </a:lnTo>
                  <a:cubicBezTo>
                    <a:pt x="28" y="8"/>
                    <a:pt x="11" y="0"/>
                    <a:pt x="5"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9"/>
            <p:cNvSpPr/>
            <p:nvPr/>
          </p:nvSpPr>
          <p:spPr>
            <a:xfrm>
              <a:off x="2811245" y="-822455"/>
              <a:ext cx="13320" cy="37800"/>
            </a:xfrm>
            <a:custGeom>
              <a:rect b="b" l="l" r="r" t="t"/>
              <a:pathLst>
                <a:path extrusionOk="0" h="105" w="37">
                  <a:moveTo>
                    <a:pt x="4" y="30"/>
                  </a:moveTo>
                  <a:cubicBezTo>
                    <a:pt x="4" y="51"/>
                    <a:pt x="0" y="70"/>
                    <a:pt x="1" y="91"/>
                  </a:cubicBezTo>
                  <a:cubicBezTo>
                    <a:pt x="1" y="104"/>
                    <a:pt x="22" y="104"/>
                    <a:pt x="23" y="91"/>
                  </a:cubicBezTo>
                  <a:cubicBezTo>
                    <a:pt x="24" y="66"/>
                    <a:pt x="36" y="29"/>
                    <a:pt x="30" y="0"/>
                  </a:cubicBezTo>
                  <a:lnTo>
                    <a:pt x="4" y="3"/>
                  </a:lnTo>
                  <a:cubicBezTo>
                    <a:pt x="4" y="12"/>
                    <a:pt x="5" y="21"/>
                    <a:pt x="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9"/>
            <p:cNvSpPr/>
            <p:nvPr/>
          </p:nvSpPr>
          <p:spPr>
            <a:xfrm>
              <a:off x="2812685" y="-829295"/>
              <a:ext cx="9720" cy="8280"/>
            </a:xfrm>
            <a:custGeom>
              <a:rect b="b" l="l" r="r" t="t"/>
              <a:pathLst>
                <a:path extrusionOk="0" h="23" w="27">
                  <a:moveTo>
                    <a:pt x="0" y="22"/>
                  </a:moveTo>
                  <a:lnTo>
                    <a:pt x="26" y="20"/>
                  </a:lnTo>
                  <a:cubicBezTo>
                    <a:pt x="25" y="14"/>
                    <a:pt x="23" y="8"/>
                    <a:pt x="20" y="2"/>
                  </a:cubicBezTo>
                  <a:cubicBezTo>
                    <a:pt x="20" y="2"/>
                    <a:pt x="19" y="1"/>
                    <a:pt x="19" y="0"/>
                  </a:cubicBezTo>
                  <a:lnTo>
                    <a:pt x="6" y="0"/>
                  </a:lnTo>
                  <a:cubicBezTo>
                    <a:pt x="6" y="1"/>
                    <a:pt x="5" y="1"/>
                    <a:pt x="5" y="2"/>
                  </a:cubicBezTo>
                  <a:cubicBezTo>
                    <a:pt x="2" y="8"/>
                    <a:pt x="0" y="14"/>
                    <a:pt x="0" y="21"/>
                  </a:cubicBezTo>
                  <a:cubicBezTo>
                    <a:pt x="0" y="22"/>
                    <a:pt x="0" y="22"/>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9"/>
            <p:cNvSpPr/>
            <p:nvPr/>
          </p:nvSpPr>
          <p:spPr>
            <a:xfrm>
              <a:off x="2814845" y="-830375"/>
              <a:ext cx="4680" cy="1440"/>
            </a:xfrm>
            <a:custGeom>
              <a:rect b="b" l="l" r="r" t="t"/>
              <a:pathLst>
                <a:path extrusionOk="0" h="4" w="13">
                  <a:moveTo>
                    <a:pt x="12" y="3"/>
                  </a:moveTo>
                  <a:cubicBezTo>
                    <a:pt x="12" y="2"/>
                    <a:pt x="11" y="1"/>
                    <a:pt x="10" y="1"/>
                  </a:cubicBezTo>
                  <a:cubicBezTo>
                    <a:pt x="9" y="0"/>
                    <a:pt x="7" y="0"/>
                    <a:pt x="6" y="0"/>
                  </a:cubicBezTo>
                  <a:cubicBezTo>
                    <a:pt x="4" y="0"/>
                    <a:pt x="3" y="0"/>
                    <a:pt x="2" y="1"/>
                  </a:cubicBezTo>
                  <a:cubicBezTo>
                    <a:pt x="1" y="1"/>
                    <a:pt x="1" y="2"/>
                    <a:pt x="0" y="3"/>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9"/>
            <p:cNvSpPr/>
            <p:nvPr/>
          </p:nvSpPr>
          <p:spPr>
            <a:xfrm>
              <a:off x="2835005" y="-824615"/>
              <a:ext cx="11880" cy="39600"/>
            </a:xfrm>
            <a:custGeom>
              <a:rect b="b" l="l" r="r" t="t"/>
              <a:pathLst>
                <a:path extrusionOk="0" h="110" w="33">
                  <a:moveTo>
                    <a:pt x="1" y="95"/>
                  </a:moveTo>
                  <a:cubicBezTo>
                    <a:pt x="1" y="106"/>
                    <a:pt x="19" y="109"/>
                    <a:pt x="19" y="96"/>
                  </a:cubicBezTo>
                  <a:cubicBezTo>
                    <a:pt x="19" y="70"/>
                    <a:pt x="22" y="45"/>
                    <a:pt x="27" y="19"/>
                  </a:cubicBezTo>
                  <a:cubicBezTo>
                    <a:pt x="28" y="12"/>
                    <a:pt x="31" y="6"/>
                    <a:pt x="32" y="0"/>
                  </a:cubicBezTo>
                  <a:lnTo>
                    <a:pt x="9" y="1"/>
                  </a:lnTo>
                  <a:cubicBezTo>
                    <a:pt x="3" y="25"/>
                    <a:pt x="0" y="50"/>
                    <a:pt x="0" y="75"/>
                  </a:cubicBezTo>
                  <a:cubicBezTo>
                    <a:pt x="0" y="82"/>
                    <a:pt x="0" y="88"/>
                    <a:pt x="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9"/>
            <p:cNvSpPr/>
            <p:nvPr/>
          </p:nvSpPr>
          <p:spPr>
            <a:xfrm>
              <a:off x="2838245" y="-829295"/>
              <a:ext cx="8640" cy="5760"/>
            </a:xfrm>
            <a:custGeom>
              <a:rect b="b" l="l" r="r" t="t"/>
              <a:pathLst>
                <a:path extrusionOk="0" h="16" w="24">
                  <a:moveTo>
                    <a:pt x="22" y="14"/>
                  </a:moveTo>
                  <a:cubicBezTo>
                    <a:pt x="23" y="12"/>
                    <a:pt x="23" y="9"/>
                    <a:pt x="23" y="7"/>
                  </a:cubicBezTo>
                  <a:cubicBezTo>
                    <a:pt x="23" y="4"/>
                    <a:pt x="23" y="3"/>
                    <a:pt x="22" y="0"/>
                  </a:cubicBezTo>
                  <a:lnTo>
                    <a:pt x="17" y="0"/>
                  </a:lnTo>
                  <a:lnTo>
                    <a:pt x="5" y="0"/>
                  </a:lnTo>
                  <a:cubicBezTo>
                    <a:pt x="3" y="5"/>
                    <a:pt x="1" y="10"/>
                    <a:pt x="0" y="15"/>
                  </a:cubicBezTo>
                  <a:lnTo>
                    <a:pt x="22"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9"/>
            <p:cNvSpPr/>
            <p:nvPr/>
          </p:nvSpPr>
          <p:spPr>
            <a:xfrm>
              <a:off x="2840405" y="-831815"/>
              <a:ext cx="6120" cy="3600"/>
            </a:xfrm>
            <a:custGeom>
              <a:rect b="b" l="l" r="r" t="t"/>
              <a:pathLst>
                <a:path extrusionOk="0" h="10" w="17">
                  <a:moveTo>
                    <a:pt x="16" y="7"/>
                  </a:moveTo>
                  <a:lnTo>
                    <a:pt x="16" y="6"/>
                  </a:lnTo>
                  <a:lnTo>
                    <a:pt x="16" y="5"/>
                  </a:lnTo>
                  <a:lnTo>
                    <a:pt x="16" y="4"/>
                  </a:lnTo>
                  <a:cubicBezTo>
                    <a:pt x="15" y="3"/>
                    <a:pt x="15" y="2"/>
                    <a:pt x="13" y="1"/>
                  </a:cubicBezTo>
                  <a:cubicBezTo>
                    <a:pt x="11" y="0"/>
                    <a:pt x="9" y="0"/>
                    <a:pt x="8" y="0"/>
                  </a:cubicBezTo>
                  <a:cubicBezTo>
                    <a:pt x="6" y="0"/>
                    <a:pt x="6" y="0"/>
                    <a:pt x="4" y="1"/>
                  </a:cubicBezTo>
                  <a:cubicBezTo>
                    <a:pt x="2" y="2"/>
                    <a:pt x="2" y="3"/>
                    <a:pt x="1" y="4"/>
                  </a:cubicBezTo>
                  <a:cubicBezTo>
                    <a:pt x="1" y="5"/>
                    <a:pt x="1" y="5"/>
                    <a:pt x="1" y="5"/>
                  </a:cubicBezTo>
                  <a:lnTo>
                    <a:pt x="0" y="9"/>
                  </a:lnTo>
                  <a:lnTo>
                    <a:pt x="12" y="9"/>
                  </a:lnTo>
                  <a:lnTo>
                    <a:pt x="16"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9"/>
            <p:cNvSpPr/>
            <p:nvPr/>
          </p:nvSpPr>
          <p:spPr>
            <a:xfrm>
              <a:off x="2856605" y="-824975"/>
              <a:ext cx="11160" cy="24840"/>
            </a:xfrm>
            <a:custGeom>
              <a:rect b="b" l="l" r="r" t="t"/>
              <a:pathLst>
                <a:path extrusionOk="0" h="69" w="31">
                  <a:moveTo>
                    <a:pt x="4" y="0"/>
                  </a:moveTo>
                  <a:cubicBezTo>
                    <a:pt x="2" y="11"/>
                    <a:pt x="0" y="22"/>
                    <a:pt x="0" y="33"/>
                  </a:cubicBezTo>
                  <a:cubicBezTo>
                    <a:pt x="0" y="43"/>
                    <a:pt x="1" y="52"/>
                    <a:pt x="3" y="62"/>
                  </a:cubicBezTo>
                  <a:cubicBezTo>
                    <a:pt x="3" y="63"/>
                    <a:pt x="4" y="63"/>
                    <a:pt x="4" y="64"/>
                  </a:cubicBezTo>
                  <a:cubicBezTo>
                    <a:pt x="5" y="65"/>
                    <a:pt x="6" y="66"/>
                    <a:pt x="7" y="67"/>
                  </a:cubicBezTo>
                  <a:cubicBezTo>
                    <a:pt x="8" y="68"/>
                    <a:pt x="8" y="68"/>
                    <a:pt x="10" y="68"/>
                  </a:cubicBezTo>
                  <a:cubicBezTo>
                    <a:pt x="11" y="68"/>
                    <a:pt x="13" y="68"/>
                    <a:pt x="14" y="67"/>
                  </a:cubicBezTo>
                  <a:cubicBezTo>
                    <a:pt x="15" y="66"/>
                    <a:pt x="16" y="65"/>
                    <a:pt x="17" y="64"/>
                  </a:cubicBezTo>
                  <a:cubicBezTo>
                    <a:pt x="17" y="63"/>
                    <a:pt x="17" y="63"/>
                    <a:pt x="18" y="62"/>
                  </a:cubicBezTo>
                  <a:cubicBezTo>
                    <a:pt x="18" y="60"/>
                    <a:pt x="18" y="59"/>
                    <a:pt x="18" y="57"/>
                  </a:cubicBezTo>
                  <a:cubicBezTo>
                    <a:pt x="18" y="46"/>
                    <a:pt x="19" y="34"/>
                    <a:pt x="21" y="22"/>
                  </a:cubicBezTo>
                  <a:cubicBezTo>
                    <a:pt x="22" y="18"/>
                    <a:pt x="23" y="14"/>
                    <a:pt x="24" y="10"/>
                  </a:cubicBezTo>
                  <a:cubicBezTo>
                    <a:pt x="25" y="8"/>
                    <a:pt x="25" y="7"/>
                    <a:pt x="26" y="5"/>
                  </a:cubicBezTo>
                  <a:cubicBezTo>
                    <a:pt x="26" y="4"/>
                    <a:pt x="27" y="3"/>
                    <a:pt x="28" y="3"/>
                  </a:cubicBezTo>
                  <a:cubicBezTo>
                    <a:pt x="28" y="2"/>
                    <a:pt x="28" y="3"/>
                    <a:pt x="29" y="2"/>
                  </a:cubicBezTo>
                  <a:cubicBezTo>
                    <a:pt x="30" y="1"/>
                    <a:pt x="29" y="0"/>
                    <a:pt x="29" y="0"/>
                  </a:cubicBezTo>
                  <a:lnTo>
                    <a:pt x="10"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9"/>
            <p:cNvSpPr/>
            <p:nvPr/>
          </p:nvSpPr>
          <p:spPr>
            <a:xfrm>
              <a:off x="2858045" y="-832535"/>
              <a:ext cx="10800" cy="7560"/>
            </a:xfrm>
            <a:custGeom>
              <a:rect b="b" l="l" r="r" t="t"/>
              <a:pathLst>
                <a:path extrusionOk="0" h="21" w="30">
                  <a:moveTo>
                    <a:pt x="6" y="10"/>
                  </a:moveTo>
                  <a:cubicBezTo>
                    <a:pt x="5" y="11"/>
                    <a:pt x="4" y="13"/>
                    <a:pt x="3" y="14"/>
                  </a:cubicBezTo>
                  <a:cubicBezTo>
                    <a:pt x="2" y="16"/>
                    <a:pt x="1" y="18"/>
                    <a:pt x="0" y="20"/>
                  </a:cubicBezTo>
                  <a:lnTo>
                    <a:pt x="7" y="20"/>
                  </a:lnTo>
                  <a:lnTo>
                    <a:pt x="26" y="19"/>
                  </a:lnTo>
                  <a:cubicBezTo>
                    <a:pt x="29" y="9"/>
                    <a:pt x="14" y="0"/>
                    <a:pt x="6"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9"/>
            <p:cNvSpPr/>
            <p:nvPr/>
          </p:nvSpPr>
          <p:spPr>
            <a:xfrm>
              <a:off x="2882165" y="-827495"/>
              <a:ext cx="11160" cy="45720"/>
            </a:xfrm>
            <a:custGeom>
              <a:rect b="b" l="l" r="r" t="t"/>
              <a:pathLst>
                <a:path extrusionOk="0" h="127" w="31">
                  <a:moveTo>
                    <a:pt x="0" y="118"/>
                  </a:moveTo>
                  <a:cubicBezTo>
                    <a:pt x="0" y="125"/>
                    <a:pt x="13" y="126"/>
                    <a:pt x="14" y="118"/>
                  </a:cubicBezTo>
                  <a:cubicBezTo>
                    <a:pt x="18" y="78"/>
                    <a:pt x="26" y="39"/>
                    <a:pt x="30" y="0"/>
                  </a:cubicBezTo>
                  <a:lnTo>
                    <a:pt x="6" y="2"/>
                  </a:lnTo>
                  <a:cubicBezTo>
                    <a:pt x="2" y="31"/>
                    <a:pt x="0" y="60"/>
                    <a:pt x="0" y="89"/>
                  </a:cubicBezTo>
                  <a:cubicBezTo>
                    <a:pt x="0" y="99"/>
                    <a:pt x="0" y="108"/>
                    <a:pt x="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9"/>
            <p:cNvSpPr/>
            <p:nvPr/>
          </p:nvSpPr>
          <p:spPr>
            <a:xfrm>
              <a:off x="2884685" y="-833975"/>
              <a:ext cx="9360" cy="7920"/>
            </a:xfrm>
            <a:custGeom>
              <a:rect b="b" l="l" r="r" t="t"/>
              <a:pathLst>
                <a:path extrusionOk="0" h="22" w="26">
                  <a:moveTo>
                    <a:pt x="24" y="19"/>
                  </a:moveTo>
                  <a:cubicBezTo>
                    <a:pt x="24" y="13"/>
                    <a:pt x="25" y="8"/>
                    <a:pt x="25" y="3"/>
                  </a:cubicBezTo>
                  <a:cubicBezTo>
                    <a:pt x="25" y="2"/>
                    <a:pt x="25" y="2"/>
                    <a:pt x="25" y="1"/>
                  </a:cubicBezTo>
                  <a:lnTo>
                    <a:pt x="25" y="0"/>
                  </a:lnTo>
                  <a:lnTo>
                    <a:pt x="3" y="2"/>
                  </a:lnTo>
                  <a:cubicBezTo>
                    <a:pt x="2" y="8"/>
                    <a:pt x="1" y="15"/>
                    <a:pt x="0" y="21"/>
                  </a:cubicBezTo>
                  <a:lnTo>
                    <a:pt x="24"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9"/>
            <p:cNvSpPr/>
            <p:nvPr/>
          </p:nvSpPr>
          <p:spPr>
            <a:xfrm>
              <a:off x="2885765" y="-836855"/>
              <a:ext cx="8280" cy="4320"/>
            </a:xfrm>
            <a:custGeom>
              <a:rect b="b" l="l" r="r" t="t"/>
              <a:pathLst>
                <a:path extrusionOk="0" h="12" w="23">
                  <a:moveTo>
                    <a:pt x="0" y="9"/>
                  </a:moveTo>
                  <a:lnTo>
                    <a:pt x="0" y="11"/>
                  </a:lnTo>
                  <a:lnTo>
                    <a:pt x="22" y="9"/>
                  </a:lnTo>
                  <a:cubicBezTo>
                    <a:pt x="22" y="8"/>
                    <a:pt x="21" y="7"/>
                    <a:pt x="21" y="6"/>
                  </a:cubicBezTo>
                  <a:cubicBezTo>
                    <a:pt x="20" y="4"/>
                    <a:pt x="19" y="3"/>
                    <a:pt x="17" y="2"/>
                  </a:cubicBezTo>
                  <a:cubicBezTo>
                    <a:pt x="15" y="1"/>
                    <a:pt x="13" y="0"/>
                    <a:pt x="11" y="0"/>
                  </a:cubicBezTo>
                  <a:cubicBezTo>
                    <a:pt x="9" y="0"/>
                    <a:pt x="7" y="1"/>
                    <a:pt x="5" y="2"/>
                  </a:cubicBezTo>
                  <a:cubicBezTo>
                    <a:pt x="3" y="3"/>
                    <a:pt x="2" y="4"/>
                    <a:pt x="1" y="6"/>
                  </a:cubicBezTo>
                  <a:cubicBezTo>
                    <a:pt x="0" y="7"/>
                    <a:pt x="0" y="8"/>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9"/>
            <p:cNvSpPr/>
            <p:nvPr/>
          </p:nvSpPr>
          <p:spPr>
            <a:xfrm>
              <a:off x="2907365" y="-829295"/>
              <a:ext cx="11520" cy="33120"/>
            </a:xfrm>
            <a:custGeom>
              <a:rect b="b" l="l" r="r" t="t"/>
              <a:pathLst>
                <a:path extrusionOk="0" h="92" w="32">
                  <a:moveTo>
                    <a:pt x="2" y="40"/>
                  </a:moveTo>
                  <a:cubicBezTo>
                    <a:pt x="1" y="47"/>
                    <a:pt x="0" y="53"/>
                    <a:pt x="0" y="60"/>
                  </a:cubicBezTo>
                  <a:cubicBezTo>
                    <a:pt x="0" y="67"/>
                    <a:pt x="1" y="73"/>
                    <a:pt x="2" y="80"/>
                  </a:cubicBezTo>
                  <a:cubicBezTo>
                    <a:pt x="3" y="88"/>
                    <a:pt x="17" y="91"/>
                    <a:pt x="18" y="80"/>
                  </a:cubicBezTo>
                  <a:cubicBezTo>
                    <a:pt x="21" y="53"/>
                    <a:pt x="28" y="27"/>
                    <a:pt x="31" y="0"/>
                  </a:cubicBezTo>
                  <a:lnTo>
                    <a:pt x="4" y="1"/>
                  </a:lnTo>
                  <a:cubicBezTo>
                    <a:pt x="3" y="15"/>
                    <a:pt x="4" y="28"/>
                    <a:pt x="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9"/>
            <p:cNvSpPr/>
            <p:nvPr/>
          </p:nvSpPr>
          <p:spPr>
            <a:xfrm>
              <a:off x="2908805" y="-836495"/>
              <a:ext cx="10440" cy="8280"/>
            </a:xfrm>
            <a:custGeom>
              <a:rect b="b" l="l" r="r" t="t"/>
              <a:pathLst>
                <a:path extrusionOk="0" h="23" w="29">
                  <a:moveTo>
                    <a:pt x="0" y="22"/>
                  </a:moveTo>
                  <a:lnTo>
                    <a:pt x="26" y="20"/>
                  </a:lnTo>
                  <a:cubicBezTo>
                    <a:pt x="26" y="16"/>
                    <a:pt x="26" y="13"/>
                    <a:pt x="27" y="9"/>
                  </a:cubicBezTo>
                  <a:lnTo>
                    <a:pt x="27" y="8"/>
                  </a:lnTo>
                  <a:cubicBezTo>
                    <a:pt x="27" y="6"/>
                    <a:pt x="28" y="3"/>
                    <a:pt x="26" y="1"/>
                  </a:cubicBezTo>
                  <a:cubicBezTo>
                    <a:pt x="25" y="0"/>
                    <a:pt x="25" y="0"/>
                    <a:pt x="24" y="0"/>
                  </a:cubicBezTo>
                  <a:lnTo>
                    <a:pt x="3" y="2"/>
                  </a:lnTo>
                  <a:cubicBezTo>
                    <a:pt x="3" y="3"/>
                    <a:pt x="2" y="4"/>
                    <a:pt x="2" y="5"/>
                  </a:cubicBezTo>
                  <a:cubicBezTo>
                    <a:pt x="1" y="10"/>
                    <a:pt x="0"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9"/>
            <p:cNvSpPr/>
            <p:nvPr/>
          </p:nvSpPr>
          <p:spPr>
            <a:xfrm>
              <a:off x="2909885" y="-838295"/>
              <a:ext cx="7920" cy="2880"/>
            </a:xfrm>
            <a:custGeom>
              <a:rect b="b" l="l" r="r" t="t"/>
              <a:pathLst>
                <a:path extrusionOk="0" h="8" w="22">
                  <a:moveTo>
                    <a:pt x="0" y="7"/>
                  </a:moveTo>
                  <a:lnTo>
                    <a:pt x="21" y="5"/>
                  </a:lnTo>
                  <a:cubicBezTo>
                    <a:pt x="20" y="3"/>
                    <a:pt x="19" y="2"/>
                    <a:pt x="17" y="1"/>
                  </a:cubicBezTo>
                  <a:cubicBezTo>
                    <a:pt x="15" y="0"/>
                    <a:pt x="13" y="0"/>
                    <a:pt x="11" y="0"/>
                  </a:cubicBezTo>
                  <a:cubicBezTo>
                    <a:pt x="9" y="0"/>
                    <a:pt x="7" y="0"/>
                    <a:pt x="5" y="1"/>
                  </a:cubicBezTo>
                  <a:cubicBezTo>
                    <a:pt x="3" y="2"/>
                    <a:pt x="3" y="4"/>
                    <a:pt x="1" y="6"/>
                  </a:cubicBezTo>
                  <a:cubicBezTo>
                    <a:pt x="0" y="7"/>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9"/>
            <p:cNvSpPr/>
            <p:nvPr/>
          </p:nvSpPr>
          <p:spPr>
            <a:xfrm>
              <a:off x="2935085" y="-832895"/>
              <a:ext cx="14400" cy="37800"/>
            </a:xfrm>
            <a:custGeom>
              <a:rect b="b" l="l" r="r" t="t"/>
              <a:pathLst>
                <a:path extrusionOk="0" h="105" w="40">
                  <a:moveTo>
                    <a:pt x="14" y="5"/>
                  </a:moveTo>
                  <a:cubicBezTo>
                    <a:pt x="6" y="35"/>
                    <a:pt x="1" y="66"/>
                    <a:pt x="0" y="97"/>
                  </a:cubicBezTo>
                  <a:cubicBezTo>
                    <a:pt x="1" y="98"/>
                    <a:pt x="1" y="99"/>
                    <a:pt x="1" y="100"/>
                  </a:cubicBezTo>
                  <a:cubicBezTo>
                    <a:pt x="2" y="101"/>
                    <a:pt x="3" y="102"/>
                    <a:pt x="5" y="103"/>
                  </a:cubicBezTo>
                  <a:cubicBezTo>
                    <a:pt x="7" y="104"/>
                    <a:pt x="7" y="104"/>
                    <a:pt x="9" y="104"/>
                  </a:cubicBezTo>
                  <a:cubicBezTo>
                    <a:pt x="10" y="104"/>
                    <a:pt x="12" y="104"/>
                    <a:pt x="14" y="103"/>
                  </a:cubicBezTo>
                  <a:cubicBezTo>
                    <a:pt x="16" y="102"/>
                    <a:pt x="16" y="101"/>
                    <a:pt x="17" y="100"/>
                  </a:cubicBezTo>
                  <a:cubicBezTo>
                    <a:pt x="17" y="99"/>
                    <a:pt x="18" y="98"/>
                    <a:pt x="18" y="97"/>
                  </a:cubicBezTo>
                  <a:cubicBezTo>
                    <a:pt x="19" y="64"/>
                    <a:pt x="33" y="32"/>
                    <a:pt x="39" y="0"/>
                  </a:cubicBezTo>
                  <a:lnTo>
                    <a:pt x="34" y="1"/>
                  </a:lnTo>
                  <a:cubicBezTo>
                    <a:pt x="28" y="3"/>
                    <a:pt x="21" y="4"/>
                    <a:pt x="1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9"/>
            <p:cNvSpPr/>
            <p:nvPr/>
          </p:nvSpPr>
          <p:spPr>
            <a:xfrm>
              <a:off x="2940125" y="-839735"/>
              <a:ext cx="10080" cy="9000"/>
            </a:xfrm>
            <a:custGeom>
              <a:rect b="b" l="l" r="r" t="t"/>
              <a:pathLst>
                <a:path extrusionOk="0" h="25" w="28">
                  <a:moveTo>
                    <a:pt x="20" y="20"/>
                  </a:moveTo>
                  <a:lnTo>
                    <a:pt x="25" y="19"/>
                  </a:lnTo>
                  <a:cubicBezTo>
                    <a:pt x="26" y="13"/>
                    <a:pt x="27" y="6"/>
                    <a:pt x="27" y="0"/>
                  </a:cubicBezTo>
                  <a:lnTo>
                    <a:pt x="20" y="0"/>
                  </a:lnTo>
                  <a:lnTo>
                    <a:pt x="3" y="1"/>
                  </a:lnTo>
                  <a:cubicBezTo>
                    <a:pt x="3" y="9"/>
                    <a:pt x="1" y="16"/>
                    <a:pt x="0" y="24"/>
                  </a:cubicBezTo>
                  <a:cubicBezTo>
                    <a:pt x="6" y="23"/>
                    <a:pt x="13" y="22"/>
                    <a:pt x="2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9"/>
            <p:cNvSpPr/>
            <p:nvPr/>
          </p:nvSpPr>
          <p:spPr>
            <a:xfrm>
              <a:off x="2941205" y="-849095"/>
              <a:ext cx="9000" cy="10080"/>
            </a:xfrm>
            <a:custGeom>
              <a:rect b="b" l="l" r="r" t="t"/>
              <a:pathLst>
                <a:path extrusionOk="0" h="28" w="25">
                  <a:moveTo>
                    <a:pt x="24" y="25"/>
                  </a:moveTo>
                  <a:cubicBezTo>
                    <a:pt x="24" y="22"/>
                    <a:pt x="24" y="20"/>
                    <a:pt x="24" y="18"/>
                  </a:cubicBezTo>
                  <a:cubicBezTo>
                    <a:pt x="24" y="15"/>
                    <a:pt x="24" y="13"/>
                    <a:pt x="24" y="10"/>
                  </a:cubicBezTo>
                  <a:cubicBezTo>
                    <a:pt x="24" y="9"/>
                    <a:pt x="23" y="7"/>
                    <a:pt x="22" y="6"/>
                  </a:cubicBezTo>
                  <a:cubicBezTo>
                    <a:pt x="21" y="4"/>
                    <a:pt x="20" y="2"/>
                    <a:pt x="18" y="1"/>
                  </a:cubicBezTo>
                  <a:cubicBezTo>
                    <a:pt x="16" y="0"/>
                    <a:pt x="15" y="0"/>
                    <a:pt x="13" y="0"/>
                  </a:cubicBezTo>
                  <a:cubicBezTo>
                    <a:pt x="11" y="0"/>
                    <a:pt x="9" y="0"/>
                    <a:pt x="7" y="1"/>
                  </a:cubicBezTo>
                  <a:cubicBezTo>
                    <a:pt x="5" y="2"/>
                    <a:pt x="4" y="4"/>
                    <a:pt x="3" y="6"/>
                  </a:cubicBezTo>
                  <a:cubicBezTo>
                    <a:pt x="2" y="8"/>
                    <a:pt x="1" y="9"/>
                    <a:pt x="1" y="11"/>
                  </a:cubicBezTo>
                  <a:lnTo>
                    <a:pt x="1" y="12"/>
                  </a:lnTo>
                  <a:cubicBezTo>
                    <a:pt x="1" y="17"/>
                    <a:pt x="1" y="22"/>
                    <a:pt x="0" y="27"/>
                  </a:cubicBezTo>
                  <a:lnTo>
                    <a:pt x="18"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9"/>
            <p:cNvSpPr/>
            <p:nvPr/>
          </p:nvSpPr>
          <p:spPr>
            <a:xfrm>
              <a:off x="2955965" y="-836135"/>
              <a:ext cx="9360" cy="34200"/>
            </a:xfrm>
            <a:custGeom>
              <a:rect b="b" l="l" r="r" t="t"/>
              <a:pathLst>
                <a:path extrusionOk="0" h="95" w="26">
                  <a:moveTo>
                    <a:pt x="2" y="83"/>
                  </a:moveTo>
                  <a:cubicBezTo>
                    <a:pt x="2" y="94"/>
                    <a:pt x="21" y="94"/>
                    <a:pt x="22" y="83"/>
                  </a:cubicBezTo>
                  <a:cubicBezTo>
                    <a:pt x="24" y="67"/>
                    <a:pt x="25" y="51"/>
                    <a:pt x="25" y="36"/>
                  </a:cubicBezTo>
                  <a:cubicBezTo>
                    <a:pt x="25" y="24"/>
                    <a:pt x="24" y="12"/>
                    <a:pt x="23" y="0"/>
                  </a:cubicBezTo>
                  <a:lnTo>
                    <a:pt x="1" y="4"/>
                  </a:lnTo>
                  <a:cubicBezTo>
                    <a:pt x="0" y="16"/>
                    <a:pt x="0" y="28"/>
                    <a:pt x="0" y="39"/>
                  </a:cubicBezTo>
                  <a:cubicBezTo>
                    <a:pt x="0" y="54"/>
                    <a:pt x="0" y="69"/>
                    <a:pt x="2"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9"/>
            <p:cNvSpPr/>
            <p:nvPr/>
          </p:nvSpPr>
          <p:spPr>
            <a:xfrm>
              <a:off x="2956325" y="-841535"/>
              <a:ext cx="7920" cy="7560"/>
            </a:xfrm>
            <a:custGeom>
              <a:rect b="b" l="l" r="r" t="t"/>
              <a:pathLst>
                <a:path extrusionOk="0" h="21" w="22">
                  <a:moveTo>
                    <a:pt x="21" y="15"/>
                  </a:moveTo>
                  <a:cubicBezTo>
                    <a:pt x="20" y="10"/>
                    <a:pt x="19" y="5"/>
                    <a:pt x="17" y="0"/>
                  </a:cubicBezTo>
                  <a:lnTo>
                    <a:pt x="5" y="1"/>
                  </a:lnTo>
                  <a:cubicBezTo>
                    <a:pt x="2" y="7"/>
                    <a:pt x="1" y="13"/>
                    <a:pt x="0" y="20"/>
                  </a:cubicBezTo>
                  <a:lnTo>
                    <a:pt x="2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9"/>
            <p:cNvSpPr/>
            <p:nvPr/>
          </p:nvSpPr>
          <p:spPr>
            <a:xfrm>
              <a:off x="2957765" y="-843335"/>
              <a:ext cx="4680" cy="2520"/>
            </a:xfrm>
            <a:custGeom>
              <a:rect b="b" l="l" r="r" t="t"/>
              <a:pathLst>
                <a:path extrusionOk="0" h="7" w="13">
                  <a:moveTo>
                    <a:pt x="12" y="3"/>
                  </a:moveTo>
                  <a:cubicBezTo>
                    <a:pt x="11" y="2"/>
                    <a:pt x="11" y="1"/>
                    <a:pt x="10" y="1"/>
                  </a:cubicBezTo>
                  <a:cubicBezTo>
                    <a:pt x="9" y="0"/>
                    <a:pt x="8" y="0"/>
                    <a:pt x="7" y="0"/>
                  </a:cubicBezTo>
                  <a:cubicBezTo>
                    <a:pt x="6" y="0"/>
                    <a:pt x="5" y="0"/>
                    <a:pt x="4" y="1"/>
                  </a:cubicBezTo>
                  <a:cubicBezTo>
                    <a:pt x="3" y="1"/>
                    <a:pt x="2" y="2"/>
                    <a:pt x="2" y="3"/>
                  </a:cubicBezTo>
                  <a:cubicBezTo>
                    <a:pt x="2" y="4"/>
                    <a:pt x="2" y="5"/>
                    <a:pt x="0" y="6"/>
                  </a:cubicBezTo>
                  <a:lnTo>
                    <a:pt x="12" y="5"/>
                  </a:ln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9"/>
            <p:cNvSpPr/>
            <p:nvPr/>
          </p:nvSpPr>
          <p:spPr>
            <a:xfrm>
              <a:off x="2963885" y="-839015"/>
              <a:ext cx="19080" cy="64440"/>
            </a:xfrm>
            <a:custGeom>
              <a:rect b="b" l="l" r="r" t="t"/>
              <a:pathLst>
                <a:path extrusionOk="0" h="179" w="53">
                  <a:moveTo>
                    <a:pt x="25" y="9"/>
                  </a:moveTo>
                  <a:lnTo>
                    <a:pt x="25" y="11"/>
                  </a:lnTo>
                  <a:cubicBezTo>
                    <a:pt x="24" y="12"/>
                    <a:pt x="24" y="13"/>
                    <a:pt x="24" y="14"/>
                  </a:cubicBezTo>
                  <a:cubicBezTo>
                    <a:pt x="24" y="15"/>
                    <a:pt x="24" y="17"/>
                    <a:pt x="25" y="18"/>
                  </a:cubicBezTo>
                  <a:cubicBezTo>
                    <a:pt x="27" y="48"/>
                    <a:pt x="11" y="77"/>
                    <a:pt x="5" y="106"/>
                  </a:cubicBezTo>
                  <a:cubicBezTo>
                    <a:pt x="2" y="122"/>
                    <a:pt x="0" y="140"/>
                    <a:pt x="0" y="157"/>
                  </a:cubicBezTo>
                  <a:cubicBezTo>
                    <a:pt x="0" y="160"/>
                    <a:pt x="0" y="164"/>
                    <a:pt x="0" y="168"/>
                  </a:cubicBezTo>
                  <a:cubicBezTo>
                    <a:pt x="0" y="176"/>
                    <a:pt x="13" y="178"/>
                    <a:pt x="17" y="172"/>
                  </a:cubicBezTo>
                  <a:cubicBezTo>
                    <a:pt x="19" y="170"/>
                    <a:pt x="21" y="168"/>
                    <a:pt x="22" y="166"/>
                  </a:cubicBezTo>
                  <a:cubicBezTo>
                    <a:pt x="25" y="160"/>
                    <a:pt x="27" y="153"/>
                    <a:pt x="27" y="146"/>
                  </a:cubicBezTo>
                  <a:cubicBezTo>
                    <a:pt x="28" y="125"/>
                    <a:pt x="33" y="104"/>
                    <a:pt x="41" y="84"/>
                  </a:cubicBezTo>
                  <a:cubicBezTo>
                    <a:pt x="48" y="68"/>
                    <a:pt x="52" y="51"/>
                    <a:pt x="52" y="33"/>
                  </a:cubicBezTo>
                  <a:cubicBezTo>
                    <a:pt x="52" y="24"/>
                    <a:pt x="51" y="15"/>
                    <a:pt x="49" y="6"/>
                  </a:cubicBezTo>
                  <a:cubicBezTo>
                    <a:pt x="49" y="5"/>
                    <a:pt x="48" y="4"/>
                    <a:pt x="48" y="3"/>
                  </a:cubicBezTo>
                  <a:cubicBezTo>
                    <a:pt x="47" y="2"/>
                    <a:pt x="46" y="1"/>
                    <a:pt x="45" y="0"/>
                  </a:cubicBezTo>
                  <a:lnTo>
                    <a:pt x="29" y="3"/>
                  </a:lnTo>
                  <a:cubicBezTo>
                    <a:pt x="28" y="4"/>
                    <a:pt x="27" y="5"/>
                    <a:pt x="26" y="6"/>
                  </a:cubicBezTo>
                  <a:cubicBezTo>
                    <a:pt x="25" y="7"/>
                    <a:pt x="25" y="8"/>
                    <a:pt x="25"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9"/>
            <p:cNvSpPr/>
            <p:nvPr/>
          </p:nvSpPr>
          <p:spPr>
            <a:xfrm>
              <a:off x="2973965" y="-839735"/>
              <a:ext cx="6120" cy="2160"/>
            </a:xfrm>
            <a:custGeom>
              <a:rect b="b" l="l" r="r" t="t"/>
              <a:pathLst>
                <a:path extrusionOk="0" h="6" w="17">
                  <a:moveTo>
                    <a:pt x="0" y="5"/>
                  </a:moveTo>
                  <a:lnTo>
                    <a:pt x="16" y="2"/>
                  </a:lnTo>
                  <a:cubicBezTo>
                    <a:pt x="15" y="1"/>
                    <a:pt x="12" y="0"/>
                    <a:pt x="10" y="0"/>
                  </a:cubicBezTo>
                  <a:cubicBezTo>
                    <a:pt x="8" y="0"/>
                    <a:pt x="6" y="1"/>
                    <a:pt x="4" y="2"/>
                  </a:cubicBezTo>
                  <a:cubicBezTo>
                    <a:pt x="2" y="3"/>
                    <a:pt x="1"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9"/>
            <p:cNvSpPr/>
            <p:nvPr/>
          </p:nvSpPr>
          <p:spPr>
            <a:xfrm>
              <a:off x="2993045" y="-845135"/>
              <a:ext cx="9720" cy="63000"/>
            </a:xfrm>
            <a:custGeom>
              <a:rect b="b" l="l" r="r" t="t"/>
              <a:pathLst>
                <a:path extrusionOk="0" h="175" w="27">
                  <a:moveTo>
                    <a:pt x="2" y="45"/>
                  </a:moveTo>
                  <a:cubicBezTo>
                    <a:pt x="3" y="86"/>
                    <a:pt x="2" y="127"/>
                    <a:pt x="3" y="168"/>
                  </a:cubicBezTo>
                  <a:cubicBezTo>
                    <a:pt x="3" y="169"/>
                    <a:pt x="3" y="170"/>
                    <a:pt x="4" y="171"/>
                  </a:cubicBezTo>
                  <a:cubicBezTo>
                    <a:pt x="4" y="171"/>
                    <a:pt x="5" y="172"/>
                    <a:pt x="6" y="173"/>
                  </a:cubicBezTo>
                  <a:cubicBezTo>
                    <a:pt x="7" y="174"/>
                    <a:pt x="8" y="173"/>
                    <a:pt x="9" y="173"/>
                  </a:cubicBezTo>
                  <a:cubicBezTo>
                    <a:pt x="10" y="173"/>
                    <a:pt x="11" y="173"/>
                    <a:pt x="11" y="173"/>
                  </a:cubicBezTo>
                  <a:cubicBezTo>
                    <a:pt x="12" y="172"/>
                    <a:pt x="13" y="172"/>
                    <a:pt x="14" y="171"/>
                  </a:cubicBezTo>
                  <a:cubicBezTo>
                    <a:pt x="15" y="170"/>
                    <a:pt x="14" y="169"/>
                    <a:pt x="14" y="168"/>
                  </a:cubicBezTo>
                  <a:cubicBezTo>
                    <a:pt x="16" y="135"/>
                    <a:pt x="22" y="104"/>
                    <a:pt x="22" y="71"/>
                  </a:cubicBezTo>
                  <a:cubicBezTo>
                    <a:pt x="22" y="53"/>
                    <a:pt x="22" y="36"/>
                    <a:pt x="22" y="18"/>
                  </a:cubicBezTo>
                  <a:cubicBezTo>
                    <a:pt x="22" y="14"/>
                    <a:pt x="26" y="2"/>
                    <a:pt x="21" y="4"/>
                  </a:cubicBezTo>
                  <a:lnTo>
                    <a:pt x="22" y="4"/>
                  </a:lnTo>
                  <a:cubicBezTo>
                    <a:pt x="23" y="3"/>
                    <a:pt x="24" y="2"/>
                    <a:pt x="25" y="1"/>
                  </a:cubicBezTo>
                  <a:lnTo>
                    <a:pt x="25" y="0"/>
                  </a:lnTo>
                  <a:lnTo>
                    <a:pt x="1" y="7"/>
                  </a:lnTo>
                  <a:cubicBezTo>
                    <a:pt x="0" y="12"/>
                    <a:pt x="0" y="16"/>
                    <a:pt x="0" y="20"/>
                  </a:cubicBezTo>
                  <a:cubicBezTo>
                    <a:pt x="0" y="28"/>
                    <a:pt x="1" y="36"/>
                    <a:pt x="2"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9"/>
            <p:cNvSpPr/>
            <p:nvPr/>
          </p:nvSpPr>
          <p:spPr>
            <a:xfrm>
              <a:off x="2993045" y="-846935"/>
              <a:ext cx="9720" cy="5040"/>
            </a:xfrm>
            <a:custGeom>
              <a:rect b="b" l="l" r="r" t="t"/>
              <a:pathLst>
                <a:path extrusionOk="0" h="14" w="27">
                  <a:moveTo>
                    <a:pt x="25" y="5"/>
                  </a:moveTo>
                  <a:cubicBezTo>
                    <a:pt x="25" y="4"/>
                    <a:pt x="26" y="2"/>
                    <a:pt x="26" y="0"/>
                  </a:cubicBezTo>
                  <a:lnTo>
                    <a:pt x="3" y="3"/>
                  </a:lnTo>
                  <a:cubicBezTo>
                    <a:pt x="1" y="6"/>
                    <a:pt x="1" y="10"/>
                    <a:pt x="0" y="13"/>
                  </a:cubicBezTo>
                  <a:lnTo>
                    <a:pt x="25"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9"/>
            <p:cNvSpPr/>
            <p:nvPr/>
          </p:nvSpPr>
          <p:spPr>
            <a:xfrm>
              <a:off x="2994125" y="-850175"/>
              <a:ext cx="8640" cy="4680"/>
            </a:xfrm>
            <a:custGeom>
              <a:rect b="b" l="l" r="r" t="t"/>
              <a:pathLst>
                <a:path extrusionOk="0" h="13" w="24">
                  <a:moveTo>
                    <a:pt x="11" y="0"/>
                  </a:moveTo>
                  <a:cubicBezTo>
                    <a:pt x="10" y="0"/>
                    <a:pt x="9" y="1"/>
                    <a:pt x="8" y="1"/>
                  </a:cubicBezTo>
                  <a:cubicBezTo>
                    <a:pt x="5" y="3"/>
                    <a:pt x="3" y="5"/>
                    <a:pt x="2" y="7"/>
                  </a:cubicBezTo>
                  <a:cubicBezTo>
                    <a:pt x="1" y="9"/>
                    <a:pt x="1" y="10"/>
                    <a:pt x="0" y="12"/>
                  </a:cubicBezTo>
                  <a:lnTo>
                    <a:pt x="23" y="9"/>
                  </a:lnTo>
                  <a:cubicBezTo>
                    <a:pt x="23" y="7"/>
                    <a:pt x="23" y="6"/>
                    <a:pt x="22" y="5"/>
                  </a:cubicBezTo>
                  <a:cubicBezTo>
                    <a:pt x="21" y="3"/>
                    <a:pt x="20" y="2"/>
                    <a:pt x="18" y="1"/>
                  </a:cubicBezTo>
                  <a:cubicBezTo>
                    <a:pt x="16" y="0"/>
                    <a:pt x="15" y="0"/>
                    <a:pt x="13" y="0"/>
                  </a:cubicBezTo>
                  <a:cubicBezTo>
                    <a:pt x="12" y="0"/>
                    <a:pt x="11"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9"/>
            <p:cNvSpPr/>
            <p:nvPr/>
          </p:nvSpPr>
          <p:spPr>
            <a:xfrm>
              <a:off x="3014285" y="-848375"/>
              <a:ext cx="10080" cy="63000"/>
            </a:xfrm>
            <a:custGeom>
              <a:rect b="b" l="l" r="r" t="t"/>
              <a:pathLst>
                <a:path extrusionOk="0" h="175" w="28">
                  <a:moveTo>
                    <a:pt x="0" y="165"/>
                  </a:moveTo>
                  <a:cubicBezTo>
                    <a:pt x="0" y="171"/>
                    <a:pt x="10" y="174"/>
                    <a:pt x="11" y="167"/>
                  </a:cubicBezTo>
                  <a:cubicBezTo>
                    <a:pt x="22" y="122"/>
                    <a:pt x="27" y="77"/>
                    <a:pt x="27" y="31"/>
                  </a:cubicBezTo>
                  <a:cubicBezTo>
                    <a:pt x="27" y="20"/>
                    <a:pt x="26" y="10"/>
                    <a:pt x="26" y="0"/>
                  </a:cubicBezTo>
                  <a:lnTo>
                    <a:pt x="3" y="1"/>
                  </a:lnTo>
                  <a:cubicBezTo>
                    <a:pt x="1" y="55"/>
                    <a:pt x="7" y="110"/>
                    <a:pt x="0"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9"/>
            <p:cNvSpPr/>
            <p:nvPr/>
          </p:nvSpPr>
          <p:spPr>
            <a:xfrm>
              <a:off x="3015725" y="-849815"/>
              <a:ext cx="8280" cy="1800"/>
            </a:xfrm>
            <a:custGeom>
              <a:rect b="b" l="l" r="r" t="t"/>
              <a:pathLst>
                <a:path extrusionOk="0" h="5" w="23">
                  <a:moveTo>
                    <a:pt x="22" y="4"/>
                  </a:moveTo>
                  <a:cubicBezTo>
                    <a:pt x="22" y="2"/>
                    <a:pt x="22" y="1"/>
                    <a:pt x="22" y="0"/>
                  </a:cubicBezTo>
                  <a:cubicBezTo>
                    <a:pt x="14" y="1"/>
                    <a:pt x="7" y="2"/>
                    <a:pt x="0" y="4"/>
                  </a:cubicBezTo>
                  <a:lnTo>
                    <a:pt x="22"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9"/>
            <p:cNvSpPr/>
            <p:nvPr/>
          </p:nvSpPr>
          <p:spPr>
            <a:xfrm>
              <a:off x="3015725" y="-859535"/>
              <a:ext cx="8280" cy="11520"/>
            </a:xfrm>
            <a:custGeom>
              <a:rect b="b" l="l" r="r" t="t"/>
              <a:pathLst>
                <a:path extrusionOk="0" h="32" w="23">
                  <a:moveTo>
                    <a:pt x="21" y="15"/>
                  </a:moveTo>
                  <a:cubicBezTo>
                    <a:pt x="20" y="14"/>
                    <a:pt x="19" y="12"/>
                    <a:pt x="18" y="11"/>
                  </a:cubicBezTo>
                  <a:cubicBezTo>
                    <a:pt x="17" y="9"/>
                    <a:pt x="16" y="6"/>
                    <a:pt x="16" y="3"/>
                  </a:cubicBezTo>
                  <a:cubicBezTo>
                    <a:pt x="10" y="0"/>
                    <a:pt x="0" y="5"/>
                    <a:pt x="0" y="13"/>
                  </a:cubicBezTo>
                  <a:cubicBezTo>
                    <a:pt x="1" y="21"/>
                    <a:pt x="0" y="25"/>
                    <a:pt x="0" y="31"/>
                  </a:cubicBezTo>
                  <a:cubicBezTo>
                    <a:pt x="7" y="29"/>
                    <a:pt x="14" y="28"/>
                    <a:pt x="22" y="27"/>
                  </a:cubicBezTo>
                  <a:cubicBezTo>
                    <a:pt x="21" y="23"/>
                    <a:pt x="21" y="19"/>
                    <a:pt x="2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9"/>
            <p:cNvSpPr/>
            <p:nvPr/>
          </p:nvSpPr>
          <p:spPr>
            <a:xfrm>
              <a:off x="3021485" y="-858095"/>
              <a:ext cx="2160" cy="4320"/>
            </a:xfrm>
            <a:custGeom>
              <a:rect b="b" l="l" r="r" t="t"/>
              <a:pathLst>
                <a:path extrusionOk="0" h="12" w="6">
                  <a:moveTo>
                    <a:pt x="5" y="6"/>
                  </a:moveTo>
                  <a:cubicBezTo>
                    <a:pt x="5" y="5"/>
                    <a:pt x="4" y="4"/>
                    <a:pt x="3" y="3"/>
                  </a:cubicBezTo>
                  <a:cubicBezTo>
                    <a:pt x="3" y="2"/>
                    <a:pt x="2" y="1"/>
                    <a:pt x="1" y="0"/>
                  </a:cubicBezTo>
                  <a:cubicBezTo>
                    <a:pt x="0" y="0"/>
                    <a:pt x="0" y="0"/>
                    <a:pt x="0" y="0"/>
                  </a:cubicBezTo>
                  <a:cubicBezTo>
                    <a:pt x="0" y="2"/>
                    <a:pt x="1" y="5"/>
                    <a:pt x="2" y="7"/>
                  </a:cubicBezTo>
                  <a:cubicBezTo>
                    <a:pt x="3" y="9"/>
                    <a:pt x="4" y="10"/>
                    <a:pt x="5" y="11"/>
                  </a:cubicBezTo>
                  <a:cubicBezTo>
                    <a:pt x="5" y="9"/>
                    <a:pt x="5" y="8"/>
                    <a:pt x="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9"/>
            <p:cNvSpPr/>
            <p:nvPr/>
          </p:nvSpPr>
          <p:spPr>
            <a:xfrm>
              <a:off x="3034085" y="-849095"/>
              <a:ext cx="10440" cy="64440"/>
            </a:xfrm>
            <a:custGeom>
              <a:rect b="b" l="l" r="r" t="t"/>
              <a:pathLst>
                <a:path extrusionOk="0" h="179" w="29">
                  <a:moveTo>
                    <a:pt x="19" y="10"/>
                  </a:moveTo>
                  <a:cubicBezTo>
                    <a:pt x="16" y="10"/>
                    <a:pt x="14" y="9"/>
                    <a:pt x="12" y="8"/>
                  </a:cubicBezTo>
                  <a:cubicBezTo>
                    <a:pt x="11" y="7"/>
                    <a:pt x="10" y="6"/>
                    <a:pt x="9" y="5"/>
                  </a:cubicBezTo>
                  <a:cubicBezTo>
                    <a:pt x="8" y="4"/>
                    <a:pt x="6" y="3"/>
                    <a:pt x="5" y="2"/>
                  </a:cubicBezTo>
                  <a:cubicBezTo>
                    <a:pt x="3" y="1"/>
                    <a:pt x="2" y="1"/>
                    <a:pt x="0" y="0"/>
                  </a:cubicBezTo>
                  <a:cubicBezTo>
                    <a:pt x="3" y="57"/>
                    <a:pt x="10" y="113"/>
                    <a:pt x="8" y="171"/>
                  </a:cubicBezTo>
                  <a:cubicBezTo>
                    <a:pt x="8" y="172"/>
                    <a:pt x="9" y="173"/>
                    <a:pt x="9" y="174"/>
                  </a:cubicBezTo>
                  <a:cubicBezTo>
                    <a:pt x="10" y="176"/>
                    <a:pt x="10" y="176"/>
                    <a:pt x="12" y="177"/>
                  </a:cubicBezTo>
                  <a:cubicBezTo>
                    <a:pt x="14" y="178"/>
                    <a:pt x="14" y="178"/>
                    <a:pt x="16" y="178"/>
                  </a:cubicBezTo>
                  <a:cubicBezTo>
                    <a:pt x="17" y="178"/>
                    <a:pt x="18" y="178"/>
                    <a:pt x="20" y="177"/>
                  </a:cubicBezTo>
                  <a:cubicBezTo>
                    <a:pt x="22" y="176"/>
                    <a:pt x="21" y="176"/>
                    <a:pt x="22" y="174"/>
                  </a:cubicBezTo>
                  <a:cubicBezTo>
                    <a:pt x="22" y="173"/>
                    <a:pt x="23" y="173"/>
                    <a:pt x="23" y="172"/>
                  </a:cubicBezTo>
                  <a:cubicBezTo>
                    <a:pt x="27" y="138"/>
                    <a:pt x="28" y="104"/>
                    <a:pt x="28" y="70"/>
                  </a:cubicBezTo>
                  <a:cubicBezTo>
                    <a:pt x="28" y="54"/>
                    <a:pt x="28" y="39"/>
                    <a:pt x="27" y="23"/>
                  </a:cubicBezTo>
                  <a:lnTo>
                    <a:pt x="20" y="11"/>
                  </a:lnTo>
                  <a:lnTo>
                    <a:pt x="19"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9"/>
            <p:cNvSpPr/>
            <p:nvPr/>
          </p:nvSpPr>
          <p:spPr>
            <a:xfrm>
              <a:off x="3033725" y="-850895"/>
              <a:ext cx="7560" cy="5760"/>
            </a:xfrm>
            <a:custGeom>
              <a:rect b="b" l="l" r="r" t="t"/>
              <a:pathLst>
                <a:path extrusionOk="0" h="16" w="21">
                  <a:moveTo>
                    <a:pt x="20" y="15"/>
                  </a:moveTo>
                  <a:cubicBezTo>
                    <a:pt x="19" y="15"/>
                    <a:pt x="19" y="15"/>
                    <a:pt x="19" y="15"/>
                  </a:cubicBezTo>
                  <a:cubicBezTo>
                    <a:pt x="19" y="14"/>
                    <a:pt x="18" y="13"/>
                    <a:pt x="18" y="12"/>
                  </a:cubicBezTo>
                  <a:cubicBezTo>
                    <a:pt x="18" y="10"/>
                    <a:pt x="19" y="9"/>
                    <a:pt x="19" y="8"/>
                  </a:cubicBezTo>
                  <a:lnTo>
                    <a:pt x="20" y="8"/>
                  </a:lnTo>
                  <a:cubicBezTo>
                    <a:pt x="13" y="5"/>
                    <a:pt x="7" y="2"/>
                    <a:pt x="0" y="0"/>
                  </a:cubicBezTo>
                  <a:lnTo>
                    <a:pt x="0" y="5"/>
                  </a:lnTo>
                  <a:cubicBezTo>
                    <a:pt x="1" y="6"/>
                    <a:pt x="3" y="6"/>
                    <a:pt x="4" y="7"/>
                  </a:cubicBezTo>
                  <a:cubicBezTo>
                    <a:pt x="6" y="8"/>
                    <a:pt x="7" y="9"/>
                    <a:pt x="9" y="10"/>
                  </a:cubicBezTo>
                  <a:cubicBezTo>
                    <a:pt x="10" y="11"/>
                    <a:pt x="11" y="12"/>
                    <a:pt x="12" y="13"/>
                  </a:cubicBezTo>
                  <a:cubicBezTo>
                    <a:pt x="14" y="14"/>
                    <a:pt x="17" y="15"/>
                    <a:pt x="2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9"/>
            <p:cNvSpPr/>
            <p:nvPr/>
          </p:nvSpPr>
          <p:spPr>
            <a:xfrm>
              <a:off x="3035165" y="-863855"/>
              <a:ext cx="8280" cy="4320"/>
            </a:xfrm>
            <a:custGeom>
              <a:rect b="b" l="l" r="r" t="t"/>
              <a:pathLst>
                <a:path extrusionOk="0" h="12" w="23">
                  <a:moveTo>
                    <a:pt x="0" y="2"/>
                  </a:moveTo>
                  <a:cubicBezTo>
                    <a:pt x="8" y="5"/>
                    <a:pt x="15" y="8"/>
                    <a:pt x="22" y="11"/>
                  </a:cubicBezTo>
                  <a:cubicBezTo>
                    <a:pt x="22" y="10"/>
                    <a:pt x="21" y="9"/>
                    <a:pt x="20" y="7"/>
                  </a:cubicBezTo>
                  <a:cubicBezTo>
                    <a:pt x="19" y="5"/>
                    <a:pt x="17" y="3"/>
                    <a:pt x="15" y="2"/>
                  </a:cubicBezTo>
                  <a:cubicBezTo>
                    <a:pt x="13" y="1"/>
                    <a:pt x="10" y="0"/>
                    <a:pt x="8"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9"/>
            <p:cNvSpPr/>
            <p:nvPr/>
          </p:nvSpPr>
          <p:spPr>
            <a:xfrm>
              <a:off x="3034085" y="-863135"/>
              <a:ext cx="9720" cy="15480"/>
            </a:xfrm>
            <a:custGeom>
              <a:rect b="b" l="l" r="r" t="t"/>
              <a:pathLst>
                <a:path extrusionOk="0" h="43" w="27">
                  <a:moveTo>
                    <a:pt x="20" y="41"/>
                  </a:moveTo>
                  <a:lnTo>
                    <a:pt x="21" y="40"/>
                  </a:lnTo>
                  <a:cubicBezTo>
                    <a:pt x="23" y="39"/>
                    <a:pt x="24" y="39"/>
                    <a:pt x="26" y="38"/>
                  </a:cubicBezTo>
                  <a:cubicBezTo>
                    <a:pt x="26" y="29"/>
                    <a:pt x="26" y="21"/>
                    <a:pt x="26" y="12"/>
                  </a:cubicBezTo>
                  <a:lnTo>
                    <a:pt x="26" y="11"/>
                  </a:lnTo>
                  <a:cubicBezTo>
                    <a:pt x="26" y="10"/>
                    <a:pt x="26" y="10"/>
                    <a:pt x="26" y="9"/>
                  </a:cubicBezTo>
                  <a:cubicBezTo>
                    <a:pt x="19" y="6"/>
                    <a:pt x="12" y="3"/>
                    <a:pt x="5" y="0"/>
                  </a:cubicBezTo>
                  <a:cubicBezTo>
                    <a:pt x="3" y="1"/>
                    <a:pt x="2" y="2"/>
                    <a:pt x="1" y="4"/>
                  </a:cubicBezTo>
                  <a:cubicBezTo>
                    <a:pt x="0" y="6"/>
                    <a:pt x="0" y="8"/>
                    <a:pt x="0" y="10"/>
                  </a:cubicBezTo>
                  <a:cubicBezTo>
                    <a:pt x="0" y="11"/>
                    <a:pt x="0" y="12"/>
                    <a:pt x="0" y="13"/>
                  </a:cubicBezTo>
                  <a:cubicBezTo>
                    <a:pt x="0" y="14"/>
                    <a:pt x="0" y="15"/>
                    <a:pt x="0" y="16"/>
                  </a:cubicBezTo>
                  <a:cubicBezTo>
                    <a:pt x="0" y="22"/>
                    <a:pt x="0" y="28"/>
                    <a:pt x="0" y="34"/>
                  </a:cubicBezTo>
                  <a:cubicBezTo>
                    <a:pt x="6" y="36"/>
                    <a:pt x="13" y="39"/>
                    <a:pt x="19" y="42"/>
                  </a:cubicBezTo>
                  <a:lnTo>
                    <a:pt x="20"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9"/>
            <p:cNvSpPr/>
            <p:nvPr/>
          </p:nvSpPr>
          <p:spPr>
            <a:xfrm>
              <a:off x="3043445" y="-845495"/>
              <a:ext cx="17640" cy="37440"/>
            </a:xfrm>
            <a:custGeom>
              <a:rect b="b" l="l" r="r" t="t"/>
              <a:pathLst>
                <a:path extrusionOk="0" h="104" w="49">
                  <a:moveTo>
                    <a:pt x="4" y="0"/>
                  </a:moveTo>
                  <a:lnTo>
                    <a:pt x="0" y="0"/>
                  </a:lnTo>
                  <a:lnTo>
                    <a:pt x="0" y="13"/>
                  </a:lnTo>
                  <a:cubicBezTo>
                    <a:pt x="4" y="18"/>
                    <a:pt x="8" y="24"/>
                    <a:pt x="11" y="30"/>
                  </a:cubicBezTo>
                  <a:cubicBezTo>
                    <a:pt x="23" y="50"/>
                    <a:pt x="31" y="72"/>
                    <a:pt x="34" y="94"/>
                  </a:cubicBezTo>
                  <a:cubicBezTo>
                    <a:pt x="35" y="96"/>
                    <a:pt x="35" y="97"/>
                    <a:pt x="36" y="99"/>
                  </a:cubicBezTo>
                  <a:cubicBezTo>
                    <a:pt x="37" y="100"/>
                    <a:pt x="37" y="101"/>
                    <a:pt x="39" y="102"/>
                  </a:cubicBezTo>
                  <a:cubicBezTo>
                    <a:pt x="41" y="103"/>
                    <a:pt x="42" y="103"/>
                    <a:pt x="44" y="103"/>
                  </a:cubicBezTo>
                  <a:cubicBezTo>
                    <a:pt x="45" y="103"/>
                    <a:pt x="47" y="103"/>
                    <a:pt x="48" y="102"/>
                  </a:cubicBezTo>
                  <a:cubicBezTo>
                    <a:pt x="48" y="60"/>
                    <a:pt x="35" y="2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9"/>
            <p:cNvSpPr/>
            <p:nvPr/>
          </p:nvSpPr>
          <p:spPr>
            <a:xfrm>
              <a:off x="3044885" y="-848375"/>
              <a:ext cx="19080" cy="40320"/>
            </a:xfrm>
            <a:custGeom>
              <a:rect b="b" l="l" r="r" t="t"/>
              <a:pathLst>
                <a:path extrusionOk="0" h="112" w="53">
                  <a:moveTo>
                    <a:pt x="52" y="100"/>
                  </a:moveTo>
                  <a:cubicBezTo>
                    <a:pt x="52" y="75"/>
                    <a:pt x="45" y="50"/>
                    <a:pt x="33" y="28"/>
                  </a:cubicBezTo>
                  <a:cubicBezTo>
                    <a:pt x="31" y="26"/>
                    <a:pt x="30" y="23"/>
                    <a:pt x="29" y="21"/>
                  </a:cubicBezTo>
                  <a:cubicBezTo>
                    <a:pt x="28" y="21"/>
                    <a:pt x="28" y="20"/>
                    <a:pt x="28" y="20"/>
                  </a:cubicBezTo>
                  <a:cubicBezTo>
                    <a:pt x="24" y="12"/>
                    <a:pt x="18" y="6"/>
                    <a:pt x="12" y="0"/>
                  </a:cubicBezTo>
                  <a:cubicBezTo>
                    <a:pt x="10" y="2"/>
                    <a:pt x="8" y="4"/>
                    <a:pt x="5" y="6"/>
                  </a:cubicBezTo>
                  <a:cubicBezTo>
                    <a:pt x="4" y="7"/>
                    <a:pt x="2" y="7"/>
                    <a:pt x="0" y="8"/>
                  </a:cubicBezTo>
                  <a:cubicBezTo>
                    <a:pt x="31" y="30"/>
                    <a:pt x="44" y="67"/>
                    <a:pt x="44" y="111"/>
                  </a:cubicBezTo>
                  <a:cubicBezTo>
                    <a:pt x="45" y="111"/>
                    <a:pt x="46" y="111"/>
                    <a:pt x="47" y="110"/>
                  </a:cubicBezTo>
                  <a:cubicBezTo>
                    <a:pt x="48" y="109"/>
                    <a:pt x="50" y="108"/>
                    <a:pt x="51" y="106"/>
                  </a:cubicBezTo>
                  <a:cubicBezTo>
                    <a:pt x="52" y="104"/>
                    <a:pt x="52" y="102"/>
                    <a:pt x="52"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9"/>
            <p:cNvSpPr/>
            <p:nvPr/>
          </p:nvSpPr>
          <p:spPr>
            <a:xfrm>
              <a:off x="3043445" y="-846215"/>
              <a:ext cx="1800" cy="1080"/>
            </a:xfrm>
            <a:custGeom>
              <a:rect b="b" l="l" r="r" t="t"/>
              <a:pathLst>
                <a:path extrusionOk="0" h="3" w="5">
                  <a:moveTo>
                    <a:pt x="0" y="2"/>
                  </a:moveTo>
                  <a:lnTo>
                    <a:pt x="4" y="2"/>
                  </a:lnTo>
                  <a:lnTo>
                    <a:pt x="0" y="0"/>
                  </a:lnTo>
                  <a:lnTo>
                    <a:pt x="0" y="2"/>
                  </a:lnTo>
                </a:path>
              </a:pathLst>
            </a:custGeom>
            <a:solidFill>
              <a:schemeClr val="dk1"/>
            </a:solidFill>
            <a:ln>
              <a:noFill/>
            </a:ln>
          </p:spPr>
        </p:sp>
        <p:sp>
          <p:nvSpPr>
            <p:cNvPr id="1465" name="Google Shape;1465;p29"/>
            <p:cNvSpPr/>
            <p:nvPr/>
          </p:nvSpPr>
          <p:spPr>
            <a:xfrm>
              <a:off x="3043445" y="-849815"/>
              <a:ext cx="6120" cy="4680"/>
            </a:xfrm>
            <a:custGeom>
              <a:rect b="b" l="l" r="r" t="t"/>
              <a:pathLst>
                <a:path extrusionOk="0" h="13" w="17">
                  <a:moveTo>
                    <a:pt x="0" y="1"/>
                  </a:moveTo>
                  <a:cubicBezTo>
                    <a:pt x="0" y="4"/>
                    <a:pt x="0" y="7"/>
                    <a:pt x="0" y="9"/>
                  </a:cubicBezTo>
                  <a:lnTo>
                    <a:pt x="4" y="12"/>
                  </a:lnTo>
                  <a:cubicBezTo>
                    <a:pt x="6" y="11"/>
                    <a:pt x="8" y="11"/>
                    <a:pt x="9" y="10"/>
                  </a:cubicBezTo>
                  <a:cubicBezTo>
                    <a:pt x="12" y="8"/>
                    <a:pt x="14" y="6"/>
                    <a:pt x="16" y="4"/>
                  </a:cubicBezTo>
                  <a:cubicBezTo>
                    <a:pt x="15" y="3"/>
                    <a:pt x="15" y="3"/>
                    <a:pt x="14" y="2"/>
                  </a:cubicBezTo>
                  <a:cubicBezTo>
                    <a:pt x="11" y="0"/>
                    <a:pt x="8" y="0"/>
                    <a:pt x="5" y="0"/>
                  </a:cubicBezTo>
                  <a:cubicBezTo>
                    <a:pt x="4" y="0"/>
                    <a:pt x="2"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9"/>
            <p:cNvSpPr/>
            <p:nvPr/>
          </p:nvSpPr>
          <p:spPr>
            <a:xfrm>
              <a:off x="3040925" y="-845495"/>
              <a:ext cx="2880" cy="5040"/>
            </a:xfrm>
            <a:custGeom>
              <a:rect b="b" l="l" r="r" t="t"/>
              <a:pathLst>
                <a:path extrusionOk="0" h="14" w="8">
                  <a:moveTo>
                    <a:pt x="0" y="0"/>
                  </a:moveTo>
                  <a:lnTo>
                    <a:pt x="7" y="13"/>
                  </a:lnTo>
                  <a:lnTo>
                    <a:pt x="7" y="0"/>
                  </a:lnTo>
                  <a:cubicBezTo>
                    <a:pt x="6" y="0"/>
                    <a:pt x="4"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9"/>
            <p:cNvSpPr/>
            <p:nvPr/>
          </p:nvSpPr>
          <p:spPr>
            <a:xfrm>
              <a:off x="3040565" y="-848015"/>
              <a:ext cx="3600" cy="2880"/>
            </a:xfrm>
            <a:custGeom>
              <a:rect b="b" l="l" r="r" t="t"/>
              <a:pathLst>
                <a:path extrusionOk="0" h="8" w="10">
                  <a:moveTo>
                    <a:pt x="1" y="0"/>
                  </a:moveTo>
                  <a:cubicBezTo>
                    <a:pt x="0" y="1"/>
                    <a:pt x="0" y="1"/>
                    <a:pt x="0" y="3"/>
                  </a:cubicBezTo>
                  <a:cubicBezTo>
                    <a:pt x="0" y="4"/>
                    <a:pt x="0" y="6"/>
                    <a:pt x="1" y="7"/>
                  </a:cubicBezTo>
                  <a:cubicBezTo>
                    <a:pt x="2" y="7"/>
                    <a:pt x="4" y="7"/>
                    <a:pt x="5" y="7"/>
                  </a:cubicBezTo>
                  <a:cubicBezTo>
                    <a:pt x="6" y="7"/>
                    <a:pt x="7" y="7"/>
                    <a:pt x="9" y="7"/>
                  </a:cubicBezTo>
                  <a:lnTo>
                    <a:pt x="9" y="4"/>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9"/>
            <p:cNvSpPr/>
            <p:nvPr/>
          </p:nvSpPr>
          <p:spPr>
            <a:xfrm>
              <a:off x="3040925" y="-849455"/>
              <a:ext cx="2880" cy="3600"/>
            </a:xfrm>
            <a:custGeom>
              <a:rect b="b" l="l" r="r" t="t"/>
              <a:pathLst>
                <a:path extrusionOk="0" h="10" w="8">
                  <a:moveTo>
                    <a:pt x="7" y="0"/>
                  </a:moveTo>
                  <a:cubicBezTo>
                    <a:pt x="5" y="1"/>
                    <a:pt x="4" y="1"/>
                    <a:pt x="2" y="2"/>
                  </a:cubicBezTo>
                  <a:lnTo>
                    <a:pt x="1" y="3"/>
                  </a:lnTo>
                  <a:lnTo>
                    <a:pt x="0" y="4"/>
                  </a:lnTo>
                  <a:lnTo>
                    <a:pt x="7" y="9"/>
                  </a:lnTo>
                  <a:cubicBezTo>
                    <a:pt x="7" y="6"/>
                    <a:pt x="7" y="3"/>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9"/>
            <p:cNvSpPr/>
            <p:nvPr/>
          </p:nvSpPr>
          <p:spPr>
            <a:xfrm>
              <a:off x="3326045" y="-625175"/>
              <a:ext cx="10440" cy="21240"/>
            </a:xfrm>
            <a:custGeom>
              <a:rect b="b" l="l" r="r" t="t"/>
              <a:pathLst>
                <a:path extrusionOk="0" h="59" w="29">
                  <a:moveTo>
                    <a:pt x="24" y="27"/>
                  </a:moveTo>
                  <a:cubicBezTo>
                    <a:pt x="24" y="18"/>
                    <a:pt x="28" y="10"/>
                    <a:pt x="21" y="2"/>
                  </a:cubicBezTo>
                  <a:lnTo>
                    <a:pt x="20" y="1"/>
                  </a:lnTo>
                  <a:cubicBezTo>
                    <a:pt x="19" y="0"/>
                    <a:pt x="17" y="0"/>
                    <a:pt x="16" y="0"/>
                  </a:cubicBezTo>
                  <a:cubicBezTo>
                    <a:pt x="15" y="0"/>
                    <a:pt x="14" y="1"/>
                    <a:pt x="13" y="1"/>
                  </a:cubicBezTo>
                  <a:cubicBezTo>
                    <a:pt x="12" y="2"/>
                    <a:pt x="12" y="2"/>
                    <a:pt x="11" y="2"/>
                  </a:cubicBezTo>
                  <a:cubicBezTo>
                    <a:pt x="9" y="5"/>
                    <a:pt x="7" y="7"/>
                    <a:pt x="5" y="10"/>
                  </a:cubicBezTo>
                  <a:cubicBezTo>
                    <a:pt x="2" y="15"/>
                    <a:pt x="1" y="21"/>
                    <a:pt x="0" y="27"/>
                  </a:cubicBezTo>
                  <a:cubicBezTo>
                    <a:pt x="0" y="33"/>
                    <a:pt x="0" y="38"/>
                    <a:pt x="0" y="44"/>
                  </a:cubicBezTo>
                  <a:cubicBezTo>
                    <a:pt x="5" y="47"/>
                    <a:pt x="9" y="50"/>
                    <a:pt x="14" y="53"/>
                  </a:cubicBezTo>
                  <a:cubicBezTo>
                    <a:pt x="17" y="55"/>
                    <a:pt x="20" y="56"/>
                    <a:pt x="23" y="58"/>
                  </a:cubicBezTo>
                  <a:cubicBezTo>
                    <a:pt x="24" y="48"/>
                    <a:pt x="24" y="38"/>
                    <a:pt x="24"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9"/>
            <p:cNvSpPr/>
            <p:nvPr/>
          </p:nvSpPr>
          <p:spPr>
            <a:xfrm>
              <a:off x="3339365" y="-590975"/>
              <a:ext cx="1800" cy="1080"/>
            </a:xfrm>
            <a:custGeom>
              <a:rect b="b" l="l" r="r" t="t"/>
              <a:pathLst>
                <a:path extrusionOk="0" h="3" w="5">
                  <a:moveTo>
                    <a:pt x="4" y="2"/>
                  </a:moveTo>
                  <a:lnTo>
                    <a:pt x="0" y="0"/>
                  </a:lnTo>
                  <a:cubicBezTo>
                    <a:pt x="0" y="0"/>
                    <a:pt x="1" y="0"/>
                    <a:pt x="2" y="1"/>
                  </a:cubicBezTo>
                  <a:cubicBezTo>
                    <a:pt x="3" y="2"/>
                    <a:pt x="3"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9"/>
            <p:cNvSpPr/>
            <p:nvPr/>
          </p:nvSpPr>
          <p:spPr>
            <a:xfrm>
              <a:off x="3337205" y="-623015"/>
              <a:ext cx="9360" cy="25200"/>
            </a:xfrm>
            <a:custGeom>
              <a:rect b="b" l="l" r="r" t="t"/>
              <a:pathLst>
                <a:path extrusionOk="0" h="70" w="26">
                  <a:moveTo>
                    <a:pt x="24" y="35"/>
                  </a:moveTo>
                  <a:cubicBezTo>
                    <a:pt x="24" y="31"/>
                    <a:pt x="22" y="16"/>
                    <a:pt x="22" y="10"/>
                  </a:cubicBezTo>
                  <a:cubicBezTo>
                    <a:pt x="16" y="6"/>
                    <a:pt x="11" y="3"/>
                    <a:pt x="5" y="0"/>
                  </a:cubicBezTo>
                  <a:cubicBezTo>
                    <a:pt x="2" y="8"/>
                    <a:pt x="0" y="16"/>
                    <a:pt x="0" y="24"/>
                  </a:cubicBezTo>
                  <a:cubicBezTo>
                    <a:pt x="0" y="28"/>
                    <a:pt x="0" y="31"/>
                    <a:pt x="1" y="35"/>
                  </a:cubicBezTo>
                  <a:cubicBezTo>
                    <a:pt x="1" y="42"/>
                    <a:pt x="2" y="49"/>
                    <a:pt x="2" y="57"/>
                  </a:cubicBezTo>
                  <a:cubicBezTo>
                    <a:pt x="7" y="59"/>
                    <a:pt x="12" y="61"/>
                    <a:pt x="16" y="64"/>
                  </a:cubicBezTo>
                  <a:cubicBezTo>
                    <a:pt x="20" y="67"/>
                    <a:pt x="21" y="67"/>
                    <a:pt x="24" y="69"/>
                  </a:cubicBezTo>
                  <a:cubicBezTo>
                    <a:pt x="24" y="62"/>
                    <a:pt x="25" y="55"/>
                    <a:pt x="25" y="49"/>
                  </a:cubicBezTo>
                  <a:cubicBezTo>
                    <a:pt x="25" y="44"/>
                    <a:pt x="25" y="40"/>
                    <a:pt x="2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9"/>
            <p:cNvSpPr/>
            <p:nvPr/>
          </p:nvSpPr>
          <p:spPr>
            <a:xfrm>
              <a:off x="3339365" y="-625535"/>
              <a:ext cx="7200" cy="6120"/>
            </a:xfrm>
            <a:custGeom>
              <a:rect b="b" l="l" r="r" t="t"/>
              <a:pathLst>
                <a:path extrusionOk="0" h="17" w="20">
                  <a:moveTo>
                    <a:pt x="17" y="13"/>
                  </a:moveTo>
                  <a:lnTo>
                    <a:pt x="18" y="12"/>
                  </a:lnTo>
                  <a:cubicBezTo>
                    <a:pt x="18" y="11"/>
                    <a:pt x="18" y="10"/>
                    <a:pt x="18" y="9"/>
                  </a:cubicBezTo>
                  <a:cubicBezTo>
                    <a:pt x="18" y="8"/>
                    <a:pt x="19" y="6"/>
                    <a:pt x="18" y="5"/>
                  </a:cubicBezTo>
                  <a:cubicBezTo>
                    <a:pt x="17" y="4"/>
                    <a:pt x="17" y="5"/>
                    <a:pt x="17" y="4"/>
                  </a:cubicBezTo>
                  <a:lnTo>
                    <a:pt x="14" y="2"/>
                  </a:lnTo>
                  <a:lnTo>
                    <a:pt x="13" y="2"/>
                  </a:lnTo>
                  <a:cubicBezTo>
                    <a:pt x="11" y="1"/>
                    <a:pt x="9" y="0"/>
                    <a:pt x="8" y="0"/>
                  </a:cubicBezTo>
                  <a:cubicBezTo>
                    <a:pt x="6" y="0"/>
                    <a:pt x="5" y="1"/>
                    <a:pt x="4" y="2"/>
                  </a:cubicBezTo>
                  <a:lnTo>
                    <a:pt x="3" y="2"/>
                  </a:lnTo>
                  <a:cubicBezTo>
                    <a:pt x="2" y="3"/>
                    <a:pt x="2" y="4"/>
                    <a:pt x="1" y="5"/>
                  </a:cubicBezTo>
                  <a:cubicBezTo>
                    <a:pt x="1" y="6"/>
                    <a:pt x="0" y="6"/>
                    <a:pt x="0" y="7"/>
                  </a:cubicBezTo>
                  <a:cubicBezTo>
                    <a:pt x="6" y="10"/>
                    <a:pt x="11" y="13"/>
                    <a:pt x="17" y="16"/>
                  </a:cubicBezTo>
                  <a:cubicBezTo>
                    <a:pt x="17" y="16"/>
                    <a:pt x="17" y="15"/>
                    <a:pt x="17" y="14"/>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9"/>
            <p:cNvSpPr/>
            <p:nvPr/>
          </p:nvSpPr>
          <p:spPr>
            <a:xfrm>
              <a:off x="3357725" y="-581615"/>
              <a:ext cx="1800" cy="720"/>
            </a:xfrm>
            <a:custGeom>
              <a:rect b="b" l="l" r="r" t="t"/>
              <a:pathLst>
                <a:path extrusionOk="0" h="2" w="5">
                  <a:moveTo>
                    <a:pt x="4" y="1"/>
                  </a:moveTo>
                  <a:lnTo>
                    <a:pt x="0" y="0"/>
                  </a:lnTo>
                  <a:cubicBezTo>
                    <a:pt x="1" y="1"/>
                    <a:pt x="2"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9"/>
            <p:cNvSpPr/>
            <p:nvPr/>
          </p:nvSpPr>
          <p:spPr>
            <a:xfrm>
              <a:off x="3355565" y="-612575"/>
              <a:ext cx="10800" cy="20880"/>
            </a:xfrm>
            <a:custGeom>
              <a:rect b="b" l="l" r="r" t="t"/>
              <a:pathLst>
                <a:path extrusionOk="0" h="58" w="30">
                  <a:moveTo>
                    <a:pt x="17" y="53"/>
                  </a:moveTo>
                  <a:cubicBezTo>
                    <a:pt x="18" y="53"/>
                    <a:pt x="19" y="52"/>
                    <a:pt x="20" y="52"/>
                  </a:cubicBezTo>
                  <a:cubicBezTo>
                    <a:pt x="21" y="52"/>
                    <a:pt x="22" y="53"/>
                    <a:pt x="23" y="53"/>
                  </a:cubicBezTo>
                  <a:cubicBezTo>
                    <a:pt x="24" y="44"/>
                    <a:pt x="25" y="36"/>
                    <a:pt x="26" y="27"/>
                  </a:cubicBezTo>
                  <a:cubicBezTo>
                    <a:pt x="26" y="18"/>
                    <a:pt x="29" y="13"/>
                    <a:pt x="29" y="7"/>
                  </a:cubicBezTo>
                  <a:cubicBezTo>
                    <a:pt x="22" y="5"/>
                    <a:pt x="16" y="3"/>
                    <a:pt x="10" y="0"/>
                  </a:cubicBezTo>
                  <a:cubicBezTo>
                    <a:pt x="9" y="2"/>
                    <a:pt x="8" y="3"/>
                    <a:pt x="7" y="4"/>
                  </a:cubicBezTo>
                  <a:cubicBezTo>
                    <a:pt x="4" y="11"/>
                    <a:pt x="2" y="18"/>
                    <a:pt x="2" y="25"/>
                  </a:cubicBezTo>
                  <a:lnTo>
                    <a:pt x="2" y="26"/>
                  </a:lnTo>
                  <a:cubicBezTo>
                    <a:pt x="2" y="27"/>
                    <a:pt x="2" y="28"/>
                    <a:pt x="2" y="29"/>
                  </a:cubicBezTo>
                  <a:cubicBezTo>
                    <a:pt x="2" y="37"/>
                    <a:pt x="1" y="45"/>
                    <a:pt x="0" y="53"/>
                  </a:cubicBezTo>
                  <a:lnTo>
                    <a:pt x="14" y="57"/>
                  </a:lnTo>
                  <a:cubicBezTo>
                    <a:pt x="14" y="56"/>
                    <a:pt x="14" y="56"/>
                    <a:pt x="14" y="56"/>
                  </a:cubicBezTo>
                  <a:cubicBezTo>
                    <a:pt x="15" y="54"/>
                    <a:pt x="16" y="54"/>
                    <a:pt x="17"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9"/>
            <p:cNvSpPr/>
            <p:nvPr/>
          </p:nvSpPr>
          <p:spPr>
            <a:xfrm>
              <a:off x="3360605" y="-593855"/>
              <a:ext cx="3600" cy="1800"/>
            </a:xfrm>
            <a:custGeom>
              <a:rect b="b" l="l" r="r" t="t"/>
              <a:pathLst>
                <a:path extrusionOk="0" h="5" w="10">
                  <a:moveTo>
                    <a:pt x="9" y="0"/>
                  </a:moveTo>
                  <a:cubicBezTo>
                    <a:pt x="8" y="0"/>
                    <a:pt x="7" y="0"/>
                    <a:pt x="6" y="0"/>
                  </a:cubicBezTo>
                  <a:cubicBezTo>
                    <a:pt x="5" y="0"/>
                    <a:pt x="4" y="0"/>
                    <a:pt x="3" y="0"/>
                  </a:cubicBezTo>
                  <a:lnTo>
                    <a:pt x="2" y="1"/>
                  </a:lnTo>
                  <a:cubicBezTo>
                    <a:pt x="1" y="2"/>
                    <a:pt x="0" y="2"/>
                    <a:pt x="0" y="2"/>
                  </a:cubicBezTo>
                  <a:lnTo>
                    <a:pt x="9" y="4"/>
                  </a:lnTo>
                  <a:cubicBezTo>
                    <a:pt x="9" y="4"/>
                    <a:pt x="9" y="2"/>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9"/>
            <p:cNvSpPr/>
            <p:nvPr/>
          </p:nvSpPr>
          <p:spPr>
            <a:xfrm>
              <a:off x="3359165" y="-614735"/>
              <a:ext cx="7200" cy="4680"/>
            </a:xfrm>
            <a:custGeom>
              <a:rect b="b" l="l" r="r" t="t"/>
              <a:pathLst>
                <a:path extrusionOk="0" h="13" w="20">
                  <a:moveTo>
                    <a:pt x="14" y="2"/>
                  </a:moveTo>
                  <a:cubicBezTo>
                    <a:pt x="14" y="1"/>
                    <a:pt x="13" y="1"/>
                    <a:pt x="13" y="1"/>
                  </a:cubicBezTo>
                  <a:cubicBezTo>
                    <a:pt x="11" y="0"/>
                    <a:pt x="10" y="0"/>
                    <a:pt x="9" y="0"/>
                  </a:cubicBezTo>
                  <a:cubicBezTo>
                    <a:pt x="7" y="0"/>
                    <a:pt x="6" y="0"/>
                    <a:pt x="5" y="1"/>
                  </a:cubicBezTo>
                  <a:cubicBezTo>
                    <a:pt x="4" y="1"/>
                    <a:pt x="4" y="1"/>
                    <a:pt x="3" y="2"/>
                  </a:cubicBezTo>
                  <a:cubicBezTo>
                    <a:pt x="2" y="3"/>
                    <a:pt x="1" y="4"/>
                    <a:pt x="0" y="5"/>
                  </a:cubicBezTo>
                  <a:cubicBezTo>
                    <a:pt x="6" y="8"/>
                    <a:pt x="12" y="10"/>
                    <a:pt x="19" y="12"/>
                  </a:cubicBezTo>
                  <a:cubicBezTo>
                    <a:pt x="19" y="10"/>
                    <a:pt x="18" y="7"/>
                    <a:pt x="17" y="5"/>
                  </a:cubicBezTo>
                  <a:cubicBezTo>
                    <a:pt x="16" y="4"/>
                    <a:pt x="15" y="3"/>
                    <a:pt x="1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9"/>
            <p:cNvSpPr/>
            <p:nvPr/>
          </p:nvSpPr>
          <p:spPr>
            <a:xfrm>
              <a:off x="3370685" y="-608255"/>
              <a:ext cx="10440" cy="19080"/>
            </a:xfrm>
            <a:custGeom>
              <a:rect b="b" l="l" r="r" t="t"/>
              <a:pathLst>
                <a:path extrusionOk="0" h="53" w="29">
                  <a:moveTo>
                    <a:pt x="28" y="5"/>
                  </a:moveTo>
                  <a:lnTo>
                    <a:pt x="26" y="5"/>
                  </a:lnTo>
                  <a:cubicBezTo>
                    <a:pt x="19" y="4"/>
                    <a:pt x="12" y="2"/>
                    <a:pt x="6" y="0"/>
                  </a:cubicBezTo>
                  <a:cubicBezTo>
                    <a:pt x="2" y="11"/>
                    <a:pt x="0" y="22"/>
                    <a:pt x="0" y="34"/>
                  </a:cubicBezTo>
                  <a:cubicBezTo>
                    <a:pt x="0" y="39"/>
                    <a:pt x="0" y="43"/>
                    <a:pt x="1" y="48"/>
                  </a:cubicBezTo>
                  <a:lnTo>
                    <a:pt x="5" y="50"/>
                  </a:lnTo>
                  <a:lnTo>
                    <a:pt x="25" y="52"/>
                  </a:lnTo>
                  <a:cubicBezTo>
                    <a:pt x="25" y="45"/>
                    <a:pt x="26" y="38"/>
                    <a:pt x="27" y="31"/>
                  </a:cubicBezTo>
                  <a:cubicBezTo>
                    <a:pt x="28" y="25"/>
                    <a:pt x="28" y="20"/>
                    <a:pt x="28" y="14"/>
                  </a:cubicBezTo>
                  <a:cubicBezTo>
                    <a:pt x="28" y="11"/>
                    <a:pt x="28" y="8"/>
                    <a:pt x="28"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9"/>
            <p:cNvSpPr/>
            <p:nvPr/>
          </p:nvSpPr>
          <p:spPr>
            <a:xfrm>
              <a:off x="3370685" y="-590975"/>
              <a:ext cx="1800" cy="720"/>
            </a:xfrm>
            <a:custGeom>
              <a:rect b="b" l="l" r="r" t="t"/>
              <a:pathLst>
                <a:path extrusionOk="0" h="2" w="5">
                  <a:moveTo>
                    <a:pt x="4" y="1"/>
                  </a:moveTo>
                  <a:lnTo>
                    <a:pt x="0" y="0"/>
                  </a:lnTo>
                  <a:lnTo>
                    <a:pt x="0" y="0"/>
                  </a:lnTo>
                  <a:lnTo>
                    <a:pt x="4" y="1"/>
                  </a:lnTo>
                </a:path>
              </a:pathLst>
            </a:custGeom>
            <a:solidFill>
              <a:schemeClr val="dk1"/>
            </a:solidFill>
            <a:ln>
              <a:noFill/>
            </a:ln>
          </p:spPr>
        </p:sp>
        <p:sp>
          <p:nvSpPr>
            <p:cNvPr id="1479" name="Google Shape;1479;p29"/>
            <p:cNvSpPr/>
            <p:nvPr/>
          </p:nvSpPr>
          <p:spPr>
            <a:xfrm>
              <a:off x="3372485" y="-611855"/>
              <a:ext cx="8640" cy="5760"/>
            </a:xfrm>
            <a:custGeom>
              <a:rect b="b" l="l" r="r" t="t"/>
              <a:pathLst>
                <a:path extrusionOk="0" h="16" w="24">
                  <a:moveTo>
                    <a:pt x="23" y="15"/>
                  </a:moveTo>
                  <a:cubicBezTo>
                    <a:pt x="22" y="12"/>
                    <a:pt x="22" y="9"/>
                    <a:pt x="20" y="6"/>
                  </a:cubicBezTo>
                  <a:cubicBezTo>
                    <a:pt x="19" y="5"/>
                    <a:pt x="18" y="4"/>
                    <a:pt x="18" y="3"/>
                  </a:cubicBezTo>
                  <a:cubicBezTo>
                    <a:pt x="17" y="2"/>
                    <a:pt x="16" y="1"/>
                    <a:pt x="15" y="1"/>
                  </a:cubicBezTo>
                  <a:cubicBezTo>
                    <a:pt x="14" y="0"/>
                    <a:pt x="12" y="0"/>
                    <a:pt x="11" y="0"/>
                  </a:cubicBezTo>
                  <a:cubicBezTo>
                    <a:pt x="9" y="0"/>
                    <a:pt x="9" y="0"/>
                    <a:pt x="8" y="1"/>
                  </a:cubicBezTo>
                  <a:cubicBezTo>
                    <a:pt x="7" y="1"/>
                    <a:pt x="7" y="1"/>
                    <a:pt x="7" y="2"/>
                  </a:cubicBezTo>
                  <a:cubicBezTo>
                    <a:pt x="4" y="4"/>
                    <a:pt x="3" y="6"/>
                    <a:pt x="1" y="9"/>
                  </a:cubicBezTo>
                  <a:lnTo>
                    <a:pt x="0" y="10"/>
                  </a:lnTo>
                  <a:cubicBezTo>
                    <a:pt x="7" y="11"/>
                    <a:pt x="14" y="13"/>
                    <a:pt x="20" y="14"/>
                  </a:cubicBezTo>
                  <a:lnTo>
                    <a:pt x="23"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9"/>
            <p:cNvSpPr/>
            <p:nvPr/>
          </p:nvSpPr>
          <p:spPr>
            <a:xfrm>
              <a:off x="3387245" y="-605375"/>
              <a:ext cx="10800" cy="16560"/>
            </a:xfrm>
            <a:custGeom>
              <a:rect b="b" l="l" r="r" t="t"/>
              <a:pathLst>
                <a:path extrusionOk="0" h="46" w="30">
                  <a:moveTo>
                    <a:pt x="29" y="2"/>
                  </a:moveTo>
                  <a:cubicBezTo>
                    <a:pt x="21" y="2"/>
                    <a:pt x="13" y="0"/>
                    <a:pt x="5" y="0"/>
                  </a:cubicBezTo>
                  <a:cubicBezTo>
                    <a:pt x="2" y="6"/>
                    <a:pt x="0" y="14"/>
                    <a:pt x="0" y="21"/>
                  </a:cubicBezTo>
                  <a:cubicBezTo>
                    <a:pt x="0" y="22"/>
                    <a:pt x="0" y="23"/>
                    <a:pt x="0" y="24"/>
                  </a:cubicBezTo>
                  <a:cubicBezTo>
                    <a:pt x="0" y="31"/>
                    <a:pt x="0" y="38"/>
                    <a:pt x="0" y="44"/>
                  </a:cubicBezTo>
                  <a:lnTo>
                    <a:pt x="16" y="45"/>
                  </a:lnTo>
                  <a:lnTo>
                    <a:pt x="27" y="45"/>
                  </a:lnTo>
                  <a:cubicBezTo>
                    <a:pt x="27" y="42"/>
                    <a:pt x="27" y="38"/>
                    <a:pt x="27" y="35"/>
                  </a:cubicBezTo>
                  <a:cubicBezTo>
                    <a:pt x="28" y="27"/>
                    <a:pt x="29" y="19"/>
                    <a:pt x="29" y="11"/>
                  </a:cubicBezTo>
                  <a:cubicBezTo>
                    <a:pt x="29" y="8"/>
                    <a:pt x="29" y="5"/>
                    <a:pt x="2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9"/>
            <p:cNvSpPr/>
            <p:nvPr/>
          </p:nvSpPr>
          <p:spPr>
            <a:xfrm>
              <a:off x="3389045" y="-609335"/>
              <a:ext cx="8640" cy="5040"/>
            </a:xfrm>
            <a:custGeom>
              <a:rect b="b" l="l" r="r" t="t"/>
              <a:pathLst>
                <a:path extrusionOk="0" h="14" w="24">
                  <a:moveTo>
                    <a:pt x="21" y="5"/>
                  </a:moveTo>
                  <a:cubicBezTo>
                    <a:pt x="19" y="3"/>
                    <a:pt x="16" y="0"/>
                    <a:pt x="12" y="1"/>
                  </a:cubicBezTo>
                  <a:cubicBezTo>
                    <a:pt x="10" y="1"/>
                    <a:pt x="9" y="2"/>
                    <a:pt x="7" y="3"/>
                  </a:cubicBezTo>
                  <a:cubicBezTo>
                    <a:pt x="4" y="4"/>
                    <a:pt x="2" y="7"/>
                    <a:pt x="0" y="10"/>
                  </a:cubicBezTo>
                  <a:lnTo>
                    <a:pt x="0" y="11"/>
                  </a:lnTo>
                  <a:cubicBezTo>
                    <a:pt x="8" y="11"/>
                    <a:pt x="16" y="12"/>
                    <a:pt x="23" y="13"/>
                  </a:cubicBezTo>
                  <a:cubicBezTo>
                    <a:pt x="23" y="10"/>
                    <a:pt x="22" y="8"/>
                    <a:pt x="21" y="6"/>
                  </a:cubicBez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9"/>
            <p:cNvSpPr/>
            <p:nvPr/>
          </p:nvSpPr>
          <p:spPr>
            <a:xfrm>
              <a:off x="3405965" y="-602855"/>
              <a:ext cx="11520" cy="15120"/>
            </a:xfrm>
            <a:custGeom>
              <a:rect b="b" l="l" r="r" t="t"/>
              <a:pathLst>
                <a:path extrusionOk="0" h="42" w="32">
                  <a:moveTo>
                    <a:pt x="28" y="3"/>
                  </a:moveTo>
                  <a:cubicBezTo>
                    <a:pt x="28" y="2"/>
                    <a:pt x="27" y="1"/>
                    <a:pt x="26" y="0"/>
                  </a:cubicBezTo>
                  <a:cubicBezTo>
                    <a:pt x="25" y="0"/>
                    <a:pt x="24" y="0"/>
                    <a:pt x="23" y="0"/>
                  </a:cubicBezTo>
                  <a:cubicBezTo>
                    <a:pt x="22" y="0"/>
                    <a:pt x="21" y="0"/>
                    <a:pt x="20" y="0"/>
                  </a:cubicBezTo>
                  <a:cubicBezTo>
                    <a:pt x="6" y="5"/>
                    <a:pt x="0" y="23"/>
                    <a:pt x="0" y="39"/>
                  </a:cubicBezTo>
                  <a:lnTo>
                    <a:pt x="27" y="41"/>
                  </a:lnTo>
                  <a:cubicBezTo>
                    <a:pt x="27" y="37"/>
                    <a:pt x="28" y="32"/>
                    <a:pt x="29" y="27"/>
                  </a:cubicBezTo>
                  <a:cubicBezTo>
                    <a:pt x="30" y="24"/>
                    <a:pt x="31" y="20"/>
                    <a:pt x="31" y="16"/>
                  </a:cubicBezTo>
                  <a:cubicBezTo>
                    <a:pt x="31" y="12"/>
                    <a:pt x="30" y="7"/>
                    <a:pt x="2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9"/>
            <p:cNvSpPr/>
            <p:nvPr/>
          </p:nvSpPr>
          <p:spPr>
            <a:xfrm>
              <a:off x="3424685" y="-603215"/>
              <a:ext cx="6840" cy="16920"/>
            </a:xfrm>
            <a:custGeom>
              <a:rect b="b" l="l" r="r" t="t"/>
              <a:pathLst>
                <a:path extrusionOk="0" h="47" w="19">
                  <a:moveTo>
                    <a:pt x="15" y="2"/>
                  </a:moveTo>
                  <a:cubicBezTo>
                    <a:pt x="15" y="1"/>
                    <a:pt x="14" y="1"/>
                    <a:pt x="13" y="0"/>
                  </a:cubicBezTo>
                  <a:cubicBezTo>
                    <a:pt x="13" y="0"/>
                    <a:pt x="12" y="0"/>
                    <a:pt x="11" y="0"/>
                  </a:cubicBezTo>
                  <a:cubicBezTo>
                    <a:pt x="10" y="0"/>
                    <a:pt x="9" y="0"/>
                    <a:pt x="9" y="0"/>
                  </a:cubicBezTo>
                  <a:cubicBezTo>
                    <a:pt x="8" y="1"/>
                    <a:pt x="7" y="1"/>
                    <a:pt x="7" y="2"/>
                  </a:cubicBezTo>
                  <a:cubicBezTo>
                    <a:pt x="3" y="10"/>
                    <a:pt x="1" y="19"/>
                    <a:pt x="0" y="28"/>
                  </a:cubicBezTo>
                  <a:cubicBezTo>
                    <a:pt x="0" y="31"/>
                    <a:pt x="0" y="34"/>
                    <a:pt x="0" y="37"/>
                  </a:cubicBezTo>
                  <a:cubicBezTo>
                    <a:pt x="0" y="40"/>
                    <a:pt x="0" y="43"/>
                    <a:pt x="0" y="46"/>
                  </a:cubicBezTo>
                  <a:lnTo>
                    <a:pt x="14" y="46"/>
                  </a:lnTo>
                  <a:cubicBezTo>
                    <a:pt x="14" y="37"/>
                    <a:pt x="15" y="28"/>
                    <a:pt x="16" y="20"/>
                  </a:cubicBezTo>
                  <a:cubicBezTo>
                    <a:pt x="17" y="18"/>
                    <a:pt x="18" y="15"/>
                    <a:pt x="18" y="13"/>
                  </a:cubicBezTo>
                  <a:cubicBezTo>
                    <a:pt x="18" y="9"/>
                    <a:pt x="17" y="5"/>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9"/>
            <p:cNvSpPr/>
            <p:nvPr/>
          </p:nvSpPr>
          <p:spPr>
            <a:xfrm>
              <a:off x="3437645" y="-606095"/>
              <a:ext cx="10080" cy="19800"/>
            </a:xfrm>
            <a:custGeom>
              <a:rect b="b" l="l" r="r" t="t"/>
              <a:pathLst>
                <a:path extrusionOk="0" h="55" w="28">
                  <a:moveTo>
                    <a:pt x="25" y="26"/>
                  </a:moveTo>
                  <a:cubicBezTo>
                    <a:pt x="23" y="17"/>
                    <a:pt x="23" y="8"/>
                    <a:pt x="20" y="0"/>
                  </a:cubicBezTo>
                  <a:lnTo>
                    <a:pt x="1" y="1"/>
                  </a:lnTo>
                  <a:cubicBezTo>
                    <a:pt x="0" y="6"/>
                    <a:pt x="0" y="10"/>
                    <a:pt x="0" y="14"/>
                  </a:cubicBezTo>
                  <a:cubicBezTo>
                    <a:pt x="0" y="20"/>
                    <a:pt x="1" y="27"/>
                    <a:pt x="3" y="33"/>
                  </a:cubicBezTo>
                  <a:cubicBezTo>
                    <a:pt x="4" y="40"/>
                    <a:pt x="4" y="47"/>
                    <a:pt x="4" y="54"/>
                  </a:cubicBezTo>
                  <a:lnTo>
                    <a:pt x="27" y="54"/>
                  </a:lnTo>
                  <a:cubicBezTo>
                    <a:pt x="27" y="52"/>
                    <a:pt x="27" y="49"/>
                    <a:pt x="27" y="46"/>
                  </a:cubicBezTo>
                  <a:cubicBezTo>
                    <a:pt x="27" y="39"/>
                    <a:pt x="26" y="33"/>
                    <a:pt x="2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9"/>
            <p:cNvSpPr/>
            <p:nvPr/>
          </p:nvSpPr>
          <p:spPr>
            <a:xfrm>
              <a:off x="3438005" y="-609695"/>
              <a:ext cx="7200" cy="4680"/>
            </a:xfrm>
            <a:custGeom>
              <a:rect b="b" l="l" r="r" t="t"/>
              <a:pathLst>
                <a:path extrusionOk="0" h="13" w="20">
                  <a:moveTo>
                    <a:pt x="15" y="2"/>
                  </a:moveTo>
                  <a:cubicBezTo>
                    <a:pt x="14" y="2"/>
                    <a:pt x="14" y="1"/>
                    <a:pt x="13" y="1"/>
                  </a:cubicBezTo>
                  <a:cubicBezTo>
                    <a:pt x="12" y="1"/>
                    <a:pt x="11" y="0"/>
                    <a:pt x="10" y="0"/>
                  </a:cubicBezTo>
                  <a:cubicBezTo>
                    <a:pt x="9" y="0"/>
                    <a:pt x="8" y="1"/>
                    <a:pt x="7" y="1"/>
                  </a:cubicBezTo>
                  <a:lnTo>
                    <a:pt x="6" y="2"/>
                  </a:lnTo>
                  <a:cubicBezTo>
                    <a:pt x="5" y="4"/>
                    <a:pt x="4" y="5"/>
                    <a:pt x="3" y="7"/>
                  </a:cubicBezTo>
                  <a:cubicBezTo>
                    <a:pt x="2" y="8"/>
                    <a:pt x="1" y="10"/>
                    <a:pt x="0" y="12"/>
                  </a:cubicBezTo>
                  <a:lnTo>
                    <a:pt x="19" y="10"/>
                  </a:lnTo>
                  <a:cubicBezTo>
                    <a:pt x="18" y="8"/>
                    <a:pt x="17" y="6"/>
                    <a:pt x="16" y="5"/>
                  </a:cubicBezTo>
                  <a:cubicBezTo>
                    <a:pt x="16" y="4"/>
                    <a:pt x="15"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9"/>
            <p:cNvSpPr/>
            <p:nvPr/>
          </p:nvSpPr>
          <p:spPr>
            <a:xfrm>
              <a:off x="3451685" y="-607535"/>
              <a:ext cx="9000" cy="20880"/>
            </a:xfrm>
            <a:custGeom>
              <a:rect b="b" l="l" r="r" t="t"/>
              <a:pathLst>
                <a:path extrusionOk="0" h="58" w="25">
                  <a:moveTo>
                    <a:pt x="24" y="24"/>
                  </a:moveTo>
                  <a:cubicBezTo>
                    <a:pt x="24" y="22"/>
                    <a:pt x="24" y="20"/>
                    <a:pt x="24" y="18"/>
                  </a:cubicBezTo>
                  <a:cubicBezTo>
                    <a:pt x="24" y="12"/>
                    <a:pt x="23" y="6"/>
                    <a:pt x="22" y="0"/>
                  </a:cubicBezTo>
                  <a:lnTo>
                    <a:pt x="2" y="2"/>
                  </a:lnTo>
                  <a:cubicBezTo>
                    <a:pt x="1" y="8"/>
                    <a:pt x="0" y="15"/>
                    <a:pt x="0" y="21"/>
                  </a:cubicBezTo>
                  <a:cubicBezTo>
                    <a:pt x="0" y="24"/>
                    <a:pt x="0" y="27"/>
                    <a:pt x="1" y="30"/>
                  </a:cubicBezTo>
                  <a:cubicBezTo>
                    <a:pt x="1" y="39"/>
                    <a:pt x="1" y="48"/>
                    <a:pt x="2" y="57"/>
                  </a:cubicBezTo>
                  <a:cubicBezTo>
                    <a:pt x="9" y="57"/>
                    <a:pt x="16" y="56"/>
                    <a:pt x="22" y="55"/>
                  </a:cubicBezTo>
                  <a:cubicBezTo>
                    <a:pt x="23" y="45"/>
                    <a:pt x="24" y="34"/>
                    <a:pt x="24"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9"/>
            <p:cNvSpPr/>
            <p:nvPr/>
          </p:nvSpPr>
          <p:spPr>
            <a:xfrm>
              <a:off x="3452405" y="-611495"/>
              <a:ext cx="7560" cy="5040"/>
            </a:xfrm>
            <a:custGeom>
              <a:rect b="b" l="l" r="r" t="t"/>
              <a:pathLst>
                <a:path extrusionOk="0" h="14" w="21">
                  <a:moveTo>
                    <a:pt x="15" y="2"/>
                  </a:moveTo>
                  <a:cubicBezTo>
                    <a:pt x="15" y="2"/>
                    <a:pt x="15" y="1"/>
                    <a:pt x="14" y="1"/>
                  </a:cubicBezTo>
                  <a:cubicBezTo>
                    <a:pt x="12" y="0"/>
                    <a:pt x="11" y="0"/>
                    <a:pt x="10" y="0"/>
                  </a:cubicBezTo>
                  <a:cubicBezTo>
                    <a:pt x="9" y="0"/>
                    <a:pt x="8" y="1"/>
                    <a:pt x="7" y="1"/>
                  </a:cubicBezTo>
                  <a:cubicBezTo>
                    <a:pt x="6" y="2"/>
                    <a:pt x="6" y="2"/>
                    <a:pt x="5" y="2"/>
                  </a:cubicBezTo>
                  <a:cubicBezTo>
                    <a:pt x="4" y="3"/>
                    <a:pt x="4" y="4"/>
                    <a:pt x="3" y="6"/>
                  </a:cubicBezTo>
                  <a:cubicBezTo>
                    <a:pt x="2" y="8"/>
                    <a:pt x="1" y="10"/>
                    <a:pt x="0" y="13"/>
                  </a:cubicBezTo>
                  <a:lnTo>
                    <a:pt x="20" y="11"/>
                  </a:lnTo>
                  <a:cubicBezTo>
                    <a:pt x="19" y="9"/>
                    <a:pt x="18" y="7"/>
                    <a:pt x="17" y="6"/>
                  </a:cubicBezTo>
                  <a:cubicBezTo>
                    <a:pt x="17" y="5"/>
                    <a:pt x="16"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9"/>
            <p:cNvSpPr/>
            <p:nvPr/>
          </p:nvSpPr>
          <p:spPr>
            <a:xfrm>
              <a:off x="3467885" y="-606455"/>
              <a:ext cx="7560" cy="15840"/>
            </a:xfrm>
            <a:custGeom>
              <a:rect b="b" l="l" r="r" t="t"/>
              <a:pathLst>
                <a:path extrusionOk="0" h="44" w="21">
                  <a:moveTo>
                    <a:pt x="1" y="13"/>
                  </a:moveTo>
                  <a:cubicBezTo>
                    <a:pt x="2" y="15"/>
                    <a:pt x="2" y="18"/>
                    <a:pt x="2" y="21"/>
                  </a:cubicBezTo>
                  <a:cubicBezTo>
                    <a:pt x="2" y="23"/>
                    <a:pt x="2" y="26"/>
                    <a:pt x="1" y="29"/>
                  </a:cubicBezTo>
                  <a:cubicBezTo>
                    <a:pt x="1" y="41"/>
                    <a:pt x="20" y="43"/>
                    <a:pt x="20" y="31"/>
                  </a:cubicBezTo>
                  <a:cubicBezTo>
                    <a:pt x="20" y="26"/>
                    <a:pt x="20" y="22"/>
                    <a:pt x="20" y="17"/>
                  </a:cubicBezTo>
                  <a:cubicBezTo>
                    <a:pt x="13" y="11"/>
                    <a:pt x="6" y="6"/>
                    <a:pt x="0" y="0"/>
                  </a:cubicBezTo>
                  <a:cubicBezTo>
                    <a:pt x="0" y="1"/>
                    <a:pt x="0" y="3"/>
                    <a:pt x="0" y="4"/>
                  </a:cubicBezTo>
                  <a:cubicBezTo>
                    <a:pt x="0" y="7"/>
                    <a:pt x="0" y="1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9"/>
            <p:cNvSpPr/>
            <p:nvPr/>
          </p:nvSpPr>
          <p:spPr>
            <a:xfrm>
              <a:off x="3468245" y="-608975"/>
              <a:ext cx="7200" cy="9000"/>
            </a:xfrm>
            <a:custGeom>
              <a:rect b="b" l="l" r="r" t="t"/>
              <a:pathLst>
                <a:path extrusionOk="0" h="25" w="20">
                  <a:moveTo>
                    <a:pt x="0" y="7"/>
                  </a:moveTo>
                  <a:cubicBezTo>
                    <a:pt x="6" y="13"/>
                    <a:pt x="13" y="19"/>
                    <a:pt x="19" y="24"/>
                  </a:cubicBezTo>
                  <a:cubicBezTo>
                    <a:pt x="19" y="24"/>
                    <a:pt x="19" y="23"/>
                    <a:pt x="19" y="22"/>
                  </a:cubicBezTo>
                  <a:lnTo>
                    <a:pt x="19" y="21"/>
                  </a:lnTo>
                  <a:cubicBezTo>
                    <a:pt x="18" y="16"/>
                    <a:pt x="17" y="11"/>
                    <a:pt x="14" y="7"/>
                  </a:cubicBezTo>
                  <a:cubicBezTo>
                    <a:pt x="13" y="5"/>
                    <a:pt x="11" y="3"/>
                    <a:pt x="10" y="1"/>
                  </a:cubicBezTo>
                  <a:cubicBezTo>
                    <a:pt x="9" y="1"/>
                    <a:pt x="9" y="0"/>
                    <a:pt x="9" y="0"/>
                  </a:cubicBezTo>
                  <a:cubicBezTo>
                    <a:pt x="8" y="0"/>
                    <a:pt x="7" y="0"/>
                    <a:pt x="6" y="0"/>
                  </a:cubicBezTo>
                  <a:cubicBezTo>
                    <a:pt x="6" y="0"/>
                    <a:pt x="5" y="0"/>
                    <a:pt x="4" y="0"/>
                  </a:cubicBezTo>
                  <a:lnTo>
                    <a:pt x="3" y="1"/>
                  </a:lnTo>
                  <a:cubicBezTo>
                    <a:pt x="2" y="2"/>
                    <a:pt x="2" y="2"/>
                    <a:pt x="1" y="3"/>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9"/>
            <p:cNvSpPr/>
            <p:nvPr/>
          </p:nvSpPr>
          <p:spPr>
            <a:xfrm>
              <a:off x="3340805" y="-598535"/>
              <a:ext cx="17640" cy="17280"/>
            </a:xfrm>
            <a:custGeom>
              <a:rect b="b" l="l" r="r" t="t"/>
              <a:pathLst>
                <a:path extrusionOk="0" h="48" w="49">
                  <a:moveTo>
                    <a:pt x="40" y="37"/>
                  </a:moveTo>
                  <a:cubicBezTo>
                    <a:pt x="40" y="36"/>
                    <a:pt x="40" y="34"/>
                    <a:pt x="40" y="33"/>
                  </a:cubicBezTo>
                  <a:cubicBezTo>
                    <a:pt x="40" y="26"/>
                    <a:pt x="41" y="19"/>
                    <a:pt x="42" y="12"/>
                  </a:cubicBezTo>
                  <a:cubicBezTo>
                    <a:pt x="32" y="9"/>
                    <a:pt x="23" y="5"/>
                    <a:pt x="14" y="0"/>
                  </a:cubicBezTo>
                  <a:cubicBezTo>
                    <a:pt x="14" y="5"/>
                    <a:pt x="14" y="9"/>
                    <a:pt x="14" y="14"/>
                  </a:cubicBezTo>
                  <a:cubicBezTo>
                    <a:pt x="14" y="16"/>
                    <a:pt x="14" y="17"/>
                    <a:pt x="13" y="19"/>
                  </a:cubicBezTo>
                  <a:cubicBezTo>
                    <a:pt x="12" y="21"/>
                    <a:pt x="11" y="21"/>
                    <a:pt x="9" y="22"/>
                  </a:cubicBezTo>
                  <a:cubicBezTo>
                    <a:pt x="7" y="23"/>
                    <a:pt x="6" y="24"/>
                    <a:pt x="5" y="24"/>
                  </a:cubicBezTo>
                  <a:cubicBezTo>
                    <a:pt x="3" y="24"/>
                    <a:pt x="2" y="23"/>
                    <a:pt x="0" y="23"/>
                  </a:cubicBezTo>
                  <a:lnTo>
                    <a:pt x="8" y="28"/>
                  </a:lnTo>
                  <a:cubicBezTo>
                    <a:pt x="12" y="30"/>
                    <a:pt x="16" y="33"/>
                    <a:pt x="20" y="35"/>
                  </a:cubicBezTo>
                  <a:cubicBezTo>
                    <a:pt x="29" y="40"/>
                    <a:pt x="38" y="44"/>
                    <a:pt x="48" y="47"/>
                  </a:cubicBezTo>
                  <a:cubicBezTo>
                    <a:pt x="47" y="47"/>
                    <a:pt x="46" y="47"/>
                    <a:pt x="46" y="47"/>
                  </a:cubicBezTo>
                  <a:cubicBezTo>
                    <a:pt x="44" y="46"/>
                    <a:pt x="43" y="45"/>
                    <a:pt x="42" y="43"/>
                  </a:cubicBezTo>
                  <a:cubicBezTo>
                    <a:pt x="41" y="41"/>
                    <a:pt x="40" y="39"/>
                    <a:pt x="4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9"/>
            <p:cNvSpPr/>
            <p:nvPr/>
          </p:nvSpPr>
          <p:spPr>
            <a:xfrm>
              <a:off x="3360605" y="-590255"/>
              <a:ext cx="130680" cy="22320"/>
            </a:xfrm>
            <a:custGeom>
              <a:rect b="b" l="l" r="r" t="t"/>
              <a:pathLst>
                <a:path extrusionOk="0" h="62" w="363">
                  <a:moveTo>
                    <a:pt x="262" y="29"/>
                  </a:moveTo>
                  <a:cubicBezTo>
                    <a:pt x="261" y="29"/>
                    <a:pt x="260" y="29"/>
                    <a:pt x="259" y="28"/>
                  </a:cubicBezTo>
                  <a:lnTo>
                    <a:pt x="258" y="28"/>
                  </a:lnTo>
                  <a:lnTo>
                    <a:pt x="257" y="27"/>
                  </a:lnTo>
                  <a:cubicBezTo>
                    <a:pt x="257" y="26"/>
                    <a:pt x="257" y="26"/>
                    <a:pt x="257" y="26"/>
                  </a:cubicBezTo>
                  <a:cubicBezTo>
                    <a:pt x="257" y="25"/>
                    <a:pt x="256" y="25"/>
                    <a:pt x="256" y="24"/>
                  </a:cubicBezTo>
                  <a:cubicBezTo>
                    <a:pt x="256" y="23"/>
                    <a:pt x="257" y="23"/>
                    <a:pt x="257" y="22"/>
                  </a:cubicBezTo>
                  <a:lnTo>
                    <a:pt x="257" y="9"/>
                  </a:lnTo>
                  <a:lnTo>
                    <a:pt x="243" y="9"/>
                  </a:lnTo>
                  <a:cubicBezTo>
                    <a:pt x="242" y="18"/>
                    <a:pt x="241" y="26"/>
                    <a:pt x="239" y="34"/>
                  </a:cubicBezTo>
                  <a:cubicBezTo>
                    <a:pt x="239" y="35"/>
                    <a:pt x="239" y="35"/>
                    <a:pt x="238" y="36"/>
                  </a:cubicBezTo>
                  <a:cubicBezTo>
                    <a:pt x="238" y="37"/>
                    <a:pt x="236" y="38"/>
                    <a:pt x="235" y="39"/>
                  </a:cubicBezTo>
                  <a:cubicBezTo>
                    <a:pt x="234" y="40"/>
                    <a:pt x="232" y="40"/>
                    <a:pt x="231" y="40"/>
                  </a:cubicBezTo>
                  <a:cubicBezTo>
                    <a:pt x="229" y="40"/>
                    <a:pt x="228" y="40"/>
                    <a:pt x="226" y="39"/>
                  </a:cubicBezTo>
                  <a:cubicBezTo>
                    <a:pt x="224" y="38"/>
                    <a:pt x="224" y="37"/>
                    <a:pt x="223" y="36"/>
                  </a:cubicBezTo>
                  <a:cubicBezTo>
                    <a:pt x="223" y="35"/>
                    <a:pt x="222" y="35"/>
                    <a:pt x="222" y="34"/>
                  </a:cubicBezTo>
                  <a:cubicBezTo>
                    <a:pt x="221" y="26"/>
                    <a:pt x="220" y="18"/>
                    <a:pt x="220" y="10"/>
                  </a:cubicBezTo>
                  <a:lnTo>
                    <a:pt x="193" y="10"/>
                  </a:lnTo>
                  <a:cubicBezTo>
                    <a:pt x="193" y="15"/>
                    <a:pt x="193" y="19"/>
                    <a:pt x="193" y="25"/>
                  </a:cubicBezTo>
                  <a:cubicBezTo>
                    <a:pt x="193" y="33"/>
                    <a:pt x="181" y="31"/>
                    <a:pt x="181" y="23"/>
                  </a:cubicBezTo>
                  <a:cubicBezTo>
                    <a:pt x="181" y="19"/>
                    <a:pt x="181" y="14"/>
                    <a:pt x="181" y="9"/>
                  </a:cubicBezTo>
                  <a:lnTo>
                    <a:pt x="157" y="8"/>
                  </a:lnTo>
                  <a:cubicBezTo>
                    <a:pt x="157" y="12"/>
                    <a:pt x="157" y="17"/>
                    <a:pt x="156" y="21"/>
                  </a:cubicBezTo>
                  <a:lnTo>
                    <a:pt x="180" y="26"/>
                  </a:lnTo>
                  <a:cubicBezTo>
                    <a:pt x="181" y="26"/>
                    <a:pt x="181" y="26"/>
                    <a:pt x="181" y="27"/>
                  </a:cubicBezTo>
                  <a:cubicBezTo>
                    <a:pt x="181" y="28"/>
                    <a:pt x="181" y="28"/>
                    <a:pt x="181" y="28"/>
                  </a:cubicBezTo>
                  <a:cubicBezTo>
                    <a:pt x="181" y="29"/>
                    <a:pt x="181" y="29"/>
                    <a:pt x="180" y="29"/>
                  </a:cubicBezTo>
                  <a:cubicBezTo>
                    <a:pt x="173" y="30"/>
                    <a:pt x="163" y="33"/>
                    <a:pt x="153" y="34"/>
                  </a:cubicBezTo>
                  <a:lnTo>
                    <a:pt x="153" y="35"/>
                  </a:lnTo>
                  <a:cubicBezTo>
                    <a:pt x="151" y="46"/>
                    <a:pt x="138" y="43"/>
                    <a:pt x="134" y="35"/>
                  </a:cubicBezTo>
                  <a:cubicBezTo>
                    <a:pt x="133" y="35"/>
                    <a:pt x="133" y="35"/>
                    <a:pt x="132" y="35"/>
                  </a:cubicBezTo>
                  <a:cubicBezTo>
                    <a:pt x="126" y="35"/>
                    <a:pt x="121" y="34"/>
                    <a:pt x="116" y="31"/>
                  </a:cubicBezTo>
                  <a:cubicBezTo>
                    <a:pt x="113" y="29"/>
                    <a:pt x="110" y="27"/>
                    <a:pt x="108" y="25"/>
                  </a:cubicBezTo>
                  <a:cubicBezTo>
                    <a:pt x="108" y="24"/>
                    <a:pt x="107" y="23"/>
                    <a:pt x="107" y="22"/>
                  </a:cubicBezTo>
                  <a:cubicBezTo>
                    <a:pt x="107" y="22"/>
                    <a:pt x="108" y="21"/>
                    <a:pt x="108" y="20"/>
                  </a:cubicBezTo>
                  <a:cubicBezTo>
                    <a:pt x="109" y="19"/>
                    <a:pt x="110" y="18"/>
                    <a:pt x="112" y="17"/>
                  </a:cubicBezTo>
                  <a:cubicBezTo>
                    <a:pt x="115" y="15"/>
                    <a:pt x="119" y="14"/>
                    <a:pt x="123" y="14"/>
                  </a:cubicBezTo>
                  <a:cubicBezTo>
                    <a:pt x="125" y="14"/>
                    <a:pt x="128" y="15"/>
                    <a:pt x="130" y="16"/>
                  </a:cubicBezTo>
                  <a:cubicBezTo>
                    <a:pt x="130" y="12"/>
                    <a:pt x="130" y="9"/>
                    <a:pt x="130" y="6"/>
                  </a:cubicBezTo>
                  <a:lnTo>
                    <a:pt x="104" y="4"/>
                  </a:lnTo>
                  <a:cubicBezTo>
                    <a:pt x="104" y="11"/>
                    <a:pt x="103" y="19"/>
                    <a:pt x="101" y="27"/>
                  </a:cubicBezTo>
                  <a:cubicBezTo>
                    <a:pt x="99" y="38"/>
                    <a:pt x="82" y="35"/>
                    <a:pt x="81" y="25"/>
                  </a:cubicBezTo>
                  <a:cubicBezTo>
                    <a:pt x="79" y="17"/>
                    <a:pt x="78" y="10"/>
                    <a:pt x="78" y="2"/>
                  </a:cubicBezTo>
                  <a:lnTo>
                    <a:pt x="54" y="0"/>
                  </a:lnTo>
                  <a:cubicBezTo>
                    <a:pt x="54" y="3"/>
                    <a:pt x="54" y="4"/>
                    <a:pt x="54" y="7"/>
                  </a:cubicBezTo>
                  <a:lnTo>
                    <a:pt x="57" y="7"/>
                  </a:lnTo>
                  <a:lnTo>
                    <a:pt x="58" y="7"/>
                  </a:lnTo>
                  <a:cubicBezTo>
                    <a:pt x="59" y="7"/>
                    <a:pt x="59" y="7"/>
                    <a:pt x="60" y="8"/>
                  </a:cubicBezTo>
                  <a:cubicBezTo>
                    <a:pt x="61" y="9"/>
                    <a:pt x="60" y="10"/>
                    <a:pt x="60" y="10"/>
                  </a:cubicBezTo>
                  <a:cubicBezTo>
                    <a:pt x="60" y="11"/>
                    <a:pt x="61" y="11"/>
                    <a:pt x="60" y="12"/>
                  </a:cubicBezTo>
                  <a:cubicBezTo>
                    <a:pt x="59" y="13"/>
                    <a:pt x="59" y="12"/>
                    <a:pt x="58" y="13"/>
                  </a:cubicBezTo>
                  <a:cubicBezTo>
                    <a:pt x="57" y="14"/>
                    <a:pt x="57" y="14"/>
                    <a:pt x="57" y="14"/>
                  </a:cubicBezTo>
                  <a:lnTo>
                    <a:pt x="54" y="14"/>
                  </a:lnTo>
                  <a:cubicBezTo>
                    <a:pt x="54" y="16"/>
                    <a:pt x="54" y="17"/>
                    <a:pt x="54" y="19"/>
                  </a:cubicBezTo>
                  <a:cubicBezTo>
                    <a:pt x="54" y="21"/>
                    <a:pt x="53" y="22"/>
                    <a:pt x="52" y="24"/>
                  </a:cubicBezTo>
                  <a:cubicBezTo>
                    <a:pt x="51" y="26"/>
                    <a:pt x="51" y="27"/>
                    <a:pt x="49" y="28"/>
                  </a:cubicBezTo>
                  <a:cubicBezTo>
                    <a:pt x="47" y="29"/>
                    <a:pt x="46" y="29"/>
                    <a:pt x="44" y="29"/>
                  </a:cubicBezTo>
                  <a:cubicBezTo>
                    <a:pt x="42" y="29"/>
                    <a:pt x="41" y="29"/>
                    <a:pt x="39" y="28"/>
                  </a:cubicBezTo>
                  <a:cubicBezTo>
                    <a:pt x="37" y="27"/>
                    <a:pt x="36" y="26"/>
                    <a:pt x="35" y="24"/>
                  </a:cubicBezTo>
                  <a:cubicBezTo>
                    <a:pt x="34" y="22"/>
                    <a:pt x="34" y="21"/>
                    <a:pt x="34" y="19"/>
                  </a:cubicBezTo>
                  <a:lnTo>
                    <a:pt x="34" y="16"/>
                  </a:lnTo>
                  <a:lnTo>
                    <a:pt x="24" y="17"/>
                  </a:lnTo>
                  <a:cubicBezTo>
                    <a:pt x="23" y="17"/>
                    <a:pt x="23" y="17"/>
                    <a:pt x="22" y="17"/>
                  </a:cubicBezTo>
                  <a:cubicBezTo>
                    <a:pt x="19" y="17"/>
                    <a:pt x="16" y="16"/>
                    <a:pt x="13" y="15"/>
                  </a:cubicBezTo>
                  <a:cubicBezTo>
                    <a:pt x="12" y="14"/>
                    <a:pt x="11" y="14"/>
                    <a:pt x="10" y="13"/>
                  </a:cubicBezTo>
                  <a:cubicBezTo>
                    <a:pt x="10" y="12"/>
                    <a:pt x="10" y="14"/>
                    <a:pt x="10" y="15"/>
                  </a:cubicBezTo>
                  <a:cubicBezTo>
                    <a:pt x="10" y="16"/>
                    <a:pt x="10" y="18"/>
                    <a:pt x="9" y="20"/>
                  </a:cubicBezTo>
                  <a:cubicBezTo>
                    <a:pt x="8" y="22"/>
                    <a:pt x="8" y="22"/>
                    <a:pt x="6" y="23"/>
                  </a:cubicBezTo>
                  <a:cubicBezTo>
                    <a:pt x="4" y="24"/>
                    <a:pt x="3" y="24"/>
                    <a:pt x="1" y="24"/>
                  </a:cubicBezTo>
                  <a:lnTo>
                    <a:pt x="0" y="24"/>
                  </a:lnTo>
                  <a:cubicBezTo>
                    <a:pt x="36" y="32"/>
                    <a:pt x="73" y="37"/>
                    <a:pt x="111" y="41"/>
                  </a:cubicBezTo>
                  <a:cubicBezTo>
                    <a:pt x="153" y="48"/>
                    <a:pt x="318" y="61"/>
                    <a:pt x="362" y="12"/>
                  </a:cubicBezTo>
                  <a:cubicBezTo>
                    <a:pt x="352" y="17"/>
                    <a:pt x="342" y="21"/>
                    <a:pt x="332" y="24"/>
                  </a:cubicBezTo>
                  <a:cubicBezTo>
                    <a:pt x="308" y="30"/>
                    <a:pt x="282" y="38"/>
                    <a:pt x="26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9"/>
            <p:cNvSpPr/>
            <p:nvPr/>
          </p:nvSpPr>
          <p:spPr>
            <a:xfrm>
              <a:off x="3318125" y="-615095"/>
              <a:ext cx="8280" cy="7560"/>
            </a:xfrm>
            <a:custGeom>
              <a:rect b="b" l="l" r="r" t="t"/>
              <a:pathLst>
                <a:path extrusionOk="0" h="21" w="23">
                  <a:moveTo>
                    <a:pt x="22" y="16"/>
                  </a:moveTo>
                  <a:cubicBezTo>
                    <a:pt x="19" y="13"/>
                    <a:pt x="16" y="10"/>
                    <a:pt x="14" y="7"/>
                  </a:cubicBezTo>
                  <a:cubicBezTo>
                    <a:pt x="14" y="6"/>
                    <a:pt x="13" y="5"/>
                    <a:pt x="13" y="4"/>
                  </a:cubicBezTo>
                  <a:cubicBezTo>
                    <a:pt x="13" y="4"/>
                    <a:pt x="12" y="4"/>
                    <a:pt x="12" y="3"/>
                  </a:cubicBezTo>
                  <a:cubicBezTo>
                    <a:pt x="12" y="2"/>
                    <a:pt x="11" y="2"/>
                    <a:pt x="10" y="1"/>
                  </a:cubicBezTo>
                  <a:cubicBezTo>
                    <a:pt x="9" y="0"/>
                    <a:pt x="8" y="0"/>
                    <a:pt x="6" y="0"/>
                  </a:cubicBezTo>
                  <a:cubicBezTo>
                    <a:pt x="5" y="0"/>
                    <a:pt x="4" y="0"/>
                    <a:pt x="3" y="1"/>
                  </a:cubicBezTo>
                  <a:cubicBezTo>
                    <a:pt x="2" y="2"/>
                    <a:pt x="1" y="2"/>
                    <a:pt x="0" y="3"/>
                  </a:cubicBezTo>
                  <a:cubicBezTo>
                    <a:pt x="0" y="4"/>
                    <a:pt x="0" y="4"/>
                    <a:pt x="0" y="4"/>
                  </a:cubicBezTo>
                  <a:cubicBezTo>
                    <a:pt x="7" y="10"/>
                    <a:pt x="15" y="15"/>
                    <a:pt x="22" y="20"/>
                  </a:cubicBezTo>
                  <a:cubicBezTo>
                    <a:pt x="22" y="19"/>
                    <a:pt x="22" y="17"/>
                    <a:pt x="22"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9"/>
            <p:cNvSpPr/>
            <p:nvPr/>
          </p:nvSpPr>
          <p:spPr>
            <a:xfrm>
              <a:off x="3459605" y="-595655"/>
              <a:ext cx="25920" cy="10440"/>
            </a:xfrm>
            <a:custGeom>
              <a:rect b="b" l="l" r="r" t="t"/>
              <a:pathLst>
                <a:path extrusionOk="0" h="29" w="72">
                  <a:moveTo>
                    <a:pt x="58" y="0"/>
                  </a:moveTo>
                  <a:cubicBezTo>
                    <a:pt x="54" y="3"/>
                    <a:pt x="50" y="6"/>
                    <a:pt x="45" y="9"/>
                  </a:cubicBezTo>
                  <a:cubicBezTo>
                    <a:pt x="32" y="17"/>
                    <a:pt x="16" y="21"/>
                    <a:pt x="0" y="22"/>
                  </a:cubicBezTo>
                  <a:lnTo>
                    <a:pt x="0" y="28"/>
                  </a:lnTo>
                  <a:cubicBezTo>
                    <a:pt x="14" y="25"/>
                    <a:pt x="29" y="23"/>
                    <a:pt x="43" y="23"/>
                  </a:cubicBezTo>
                  <a:cubicBezTo>
                    <a:pt x="53" y="22"/>
                    <a:pt x="62" y="20"/>
                    <a:pt x="71" y="17"/>
                  </a:cubicBezTo>
                  <a:cubicBezTo>
                    <a:pt x="70" y="16"/>
                    <a:pt x="69" y="16"/>
                    <a:pt x="69" y="15"/>
                  </a:cubicBezTo>
                  <a:lnTo>
                    <a:pt x="69" y="14"/>
                  </a:lnTo>
                  <a:cubicBezTo>
                    <a:pt x="68" y="14"/>
                    <a:pt x="68" y="13"/>
                    <a:pt x="68" y="13"/>
                  </a:cubicBezTo>
                  <a:cubicBezTo>
                    <a:pt x="65" y="8"/>
                    <a:pt x="62" y="4"/>
                    <a:pt x="5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9"/>
            <p:cNvSpPr/>
            <p:nvPr/>
          </p:nvSpPr>
          <p:spPr>
            <a:xfrm>
              <a:off x="3485525" y="-603575"/>
              <a:ext cx="6840" cy="8640"/>
            </a:xfrm>
            <a:custGeom>
              <a:rect b="b" l="l" r="r" t="t"/>
              <a:pathLst>
                <a:path extrusionOk="0" h="24" w="19">
                  <a:moveTo>
                    <a:pt x="0" y="2"/>
                  </a:moveTo>
                  <a:cubicBezTo>
                    <a:pt x="1" y="3"/>
                    <a:pt x="2" y="4"/>
                    <a:pt x="2" y="5"/>
                  </a:cubicBezTo>
                  <a:cubicBezTo>
                    <a:pt x="6" y="11"/>
                    <a:pt x="8" y="17"/>
                    <a:pt x="9" y="23"/>
                  </a:cubicBezTo>
                  <a:cubicBezTo>
                    <a:pt x="11" y="22"/>
                    <a:pt x="12" y="20"/>
                    <a:pt x="13" y="18"/>
                  </a:cubicBezTo>
                  <a:cubicBezTo>
                    <a:pt x="15" y="14"/>
                    <a:pt x="17" y="10"/>
                    <a:pt x="18" y="6"/>
                  </a:cubicBezTo>
                  <a:cubicBezTo>
                    <a:pt x="17" y="5"/>
                    <a:pt x="15" y="3"/>
                    <a:pt x="13" y="2"/>
                  </a:cubicBezTo>
                  <a:cubicBezTo>
                    <a:pt x="11" y="1"/>
                    <a:pt x="9" y="0"/>
                    <a:pt x="6" y="0"/>
                  </a:cubicBezTo>
                  <a:cubicBezTo>
                    <a:pt x="4"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9"/>
            <p:cNvSpPr/>
            <p:nvPr/>
          </p:nvSpPr>
          <p:spPr>
            <a:xfrm>
              <a:off x="3318845" y="-606815"/>
              <a:ext cx="20880" cy="16200"/>
            </a:xfrm>
            <a:custGeom>
              <a:rect b="b" l="l" r="r" t="t"/>
              <a:pathLst>
                <a:path extrusionOk="0" h="45" w="58">
                  <a:moveTo>
                    <a:pt x="53" y="22"/>
                  </a:moveTo>
                  <a:cubicBezTo>
                    <a:pt x="49" y="21"/>
                    <a:pt x="44" y="19"/>
                    <a:pt x="39" y="18"/>
                  </a:cubicBezTo>
                  <a:cubicBezTo>
                    <a:pt x="39" y="19"/>
                    <a:pt x="38" y="20"/>
                    <a:pt x="36" y="21"/>
                  </a:cubicBezTo>
                  <a:cubicBezTo>
                    <a:pt x="35" y="21"/>
                    <a:pt x="33" y="22"/>
                    <a:pt x="32" y="22"/>
                  </a:cubicBezTo>
                  <a:cubicBezTo>
                    <a:pt x="30" y="22"/>
                    <a:pt x="29" y="22"/>
                    <a:pt x="27" y="21"/>
                  </a:cubicBezTo>
                  <a:cubicBezTo>
                    <a:pt x="25" y="20"/>
                    <a:pt x="25" y="19"/>
                    <a:pt x="24" y="17"/>
                  </a:cubicBezTo>
                  <a:lnTo>
                    <a:pt x="23" y="16"/>
                  </a:lnTo>
                  <a:cubicBezTo>
                    <a:pt x="23" y="15"/>
                    <a:pt x="23" y="13"/>
                    <a:pt x="22" y="11"/>
                  </a:cubicBezTo>
                  <a:cubicBezTo>
                    <a:pt x="15" y="8"/>
                    <a:pt x="7" y="4"/>
                    <a:pt x="0" y="0"/>
                  </a:cubicBezTo>
                  <a:cubicBezTo>
                    <a:pt x="10" y="18"/>
                    <a:pt x="37" y="33"/>
                    <a:pt x="57" y="44"/>
                  </a:cubicBezTo>
                  <a:cubicBezTo>
                    <a:pt x="56" y="43"/>
                    <a:pt x="55" y="42"/>
                    <a:pt x="55" y="41"/>
                  </a:cubicBezTo>
                  <a:cubicBezTo>
                    <a:pt x="54" y="40"/>
                    <a:pt x="53" y="38"/>
                    <a:pt x="53" y="36"/>
                  </a:cubicBezTo>
                  <a:cubicBezTo>
                    <a:pt x="53" y="31"/>
                    <a:pt x="53" y="27"/>
                    <a:pt x="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9"/>
            <p:cNvSpPr/>
            <p:nvPr/>
          </p:nvSpPr>
          <p:spPr>
            <a:xfrm>
              <a:off x="3333965" y="-604295"/>
              <a:ext cx="4320" cy="3240"/>
            </a:xfrm>
            <a:custGeom>
              <a:rect b="b" l="l" r="r" t="t"/>
              <a:pathLst>
                <a:path extrusionOk="0" h="9" w="12">
                  <a:moveTo>
                    <a:pt x="0" y="3"/>
                  </a:moveTo>
                  <a:lnTo>
                    <a:pt x="11" y="8"/>
                  </a:lnTo>
                  <a:cubicBezTo>
                    <a:pt x="11" y="7"/>
                    <a:pt x="11" y="6"/>
                    <a:pt x="11" y="5"/>
                  </a:cubicBezTo>
                  <a:lnTo>
                    <a:pt x="1" y="0"/>
                  </a:lnTo>
                  <a:cubicBezTo>
                    <a:pt x="1" y="0"/>
                    <a:pt x="0"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9"/>
            <p:cNvSpPr/>
            <p:nvPr/>
          </p:nvSpPr>
          <p:spPr>
            <a:xfrm>
              <a:off x="3452765" y="-581255"/>
              <a:ext cx="1440" cy="1440"/>
            </a:xfrm>
            <a:custGeom>
              <a:rect b="b" l="l" r="r" t="t"/>
              <a:pathLst>
                <a:path extrusionOk="0" h="4" w="4">
                  <a:moveTo>
                    <a:pt x="2" y="3"/>
                  </a:moveTo>
                  <a:cubicBezTo>
                    <a:pt x="2" y="2"/>
                    <a:pt x="1" y="1"/>
                    <a:pt x="0" y="0"/>
                  </a:cubicBezTo>
                  <a:cubicBezTo>
                    <a:pt x="0" y="1"/>
                    <a:pt x="0" y="0"/>
                    <a:pt x="1" y="1"/>
                  </a:cubicBezTo>
                  <a:cubicBezTo>
                    <a:pt x="2" y="2"/>
                    <a:pt x="1" y="1"/>
                    <a:pt x="2" y="2"/>
                  </a:cubicBezTo>
                  <a:cubicBezTo>
                    <a:pt x="3" y="3"/>
                    <a:pt x="2"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9"/>
            <p:cNvSpPr/>
            <p:nvPr/>
          </p:nvSpPr>
          <p:spPr>
            <a:xfrm>
              <a:off x="3455285" y="-589535"/>
              <a:ext cx="36720" cy="12960"/>
            </a:xfrm>
            <a:custGeom>
              <a:rect b="b" l="l" r="r" t="t"/>
              <a:pathLst>
                <a:path extrusionOk="0" h="36" w="102">
                  <a:moveTo>
                    <a:pt x="90" y="0"/>
                  </a:moveTo>
                  <a:cubicBezTo>
                    <a:pt x="89" y="0"/>
                    <a:pt x="88" y="1"/>
                    <a:pt x="87" y="1"/>
                  </a:cubicBezTo>
                  <a:cubicBezTo>
                    <a:pt x="85" y="1"/>
                    <a:pt x="84" y="0"/>
                    <a:pt x="83" y="0"/>
                  </a:cubicBezTo>
                  <a:cubicBezTo>
                    <a:pt x="74" y="2"/>
                    <a:pt x="64" y="4"/>
                    <a:pt x="55" y="5"/>
                  </a:cubicBezTo>
                  <a:cubicBezTo>
                    <a:pt x="40" y="6"/>
                    <a:pt x="26" y="7"/>
                    <a:pt x="12" y="11"/>
                  </a:cubicBezTo>
                  <a:cubicBezTo>
                    <a:pt x="12" y="13"/>
                    <a:pt x="12" y="16"/>
                    <a:pt x="12" y="19"/>
                  </a:cubicBezTo>
                  <a:cubicBezTo>
                    <a:pt x="12" y="20"/>
                    <a:pt x="11" y="21"/>
                    <a:pt x="11" y="22"/>
                  </a:cubicBezTo>
                  <a:cubicBezTo>
                    <a:pt x="10" y="24"/>
                    <a:pt x="9" y="25"/>
                    <a:pt x="7" y="26"/>
                  </a:cubicBezTo>
                  <a:cubicBezTo>
                    <a:pt x="5" y="27"/>
                    <a:pt x="4" y="27"/>
                    <a:pt x="2" y="27"/>
                  </a:cubicBezTo>
                  <a:cubicBezTo>
                    <a:pt x="2" y="27"/>
                    <a:pt x="1" y="27"/>
                    <a:pt x="0" y="27"/>
                  </a:cubicBezTo>
                  <a:cubicBezTo>
                    <a:pt x="20" y="35"/>
                    <a:pt x="46" y="27"/>
                    <a:pt x="65" y="23"/>
                  </a:cubicBezTo>
                  <a:cubicBezTo>
                    <a:pt x="76" y="19"/>
                    <a:pt x="86" y="15"/>
                    <a:pt x="95" y="10"/>
                  </a:cubicBezTo>
                  <a:cubicBezTo>
                    <a:pt x="97" y="8"/>
                    <a:pt x="99" y="6"/>
                    <a:pt x="101" y="3"/>
                  </a:cubicBezTo>
                  <a:cubicBezTo>
                    <a:pt x="100" y="3"/>
                    <a:pt x="99" y="3"/>
                    <a:pt x="98" y="3"/>
                  </a:cubicBezTo>
                  <a:cubicBezTo>
                    <a:pt x="97" y="3"/>
                    <a:pt x="95" y="3"/>
                    <a:pt x="93" y="2"/>
                  </a:cubicBezTo>
                  <a:cubicBezTo>
                    <a:pt x="92" y="1"/>
                    <a:pt x="91" y="0"/>
                    <a:pt x="9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9"/>
            <p:cNvSpPr/>
            <p:nvPr/>
          </p:nvSpPr>
          <p:spPr>
            <a:xfrm>
              <a:off x="3414965" y="-582695"/>
              <a:ext cx="10080" cy="5400"/>
            </a:xfrm>
            <a:custGeom>
              <a:rect b="b" l="l" r="r" t="t"/>
              <a:pathLst>
                <a:path extrusionOk="0" h="15" w="28">
                  <a:moveTo>
                    <a:pt x="26" y="8"/>
                  </a:moveTo>
                  <a:cubicBezTo>
                    <a:pt x="27" y="8"/>
                    <a:pt x="27" y="8"/>
                    <a:pt x="27" y="8"/>
                  </a:cubicBezTo>
                  <a:cubicBezTo>
                    <a:pt x="27" y="7"/>
                    <a:pt x="27" y="7"/>
                    <a:pt x="27" y="7"/>
                  </a:cubicBezTo>
                  <a:cubicBezTo>
                    <a:pt x="27" y="6"/>
                    <a:pt x="27" y="6"/>
                    <a:pt x="27" y="6"/>
                  </a:cubicBezTo>
                  <a:cubicBezTo>
                    <a:pt x="27" y="6"/>
                    <a:pt x="27" y="5"/>
                    <a:pt x="26" y="5"/>
                  </a:cubicBezTo>
                  <a:lnTo>
                    <a:pt x="2" y="0"/>
                  </a:lnTo>
                  <a:cubicBezTo>
                    <a:pt x="1" y="5"/>
                    <a:pt x="1" y="9"/>
                    <a:pt x="0" y="14"/>
                  </a:cubicBezTo>
                  <a:cubicBezTo>
                    <a:pt x="9" y="12"/>
                    <a:pt x="19" y="10"/>
                    <a:pt x="2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9"/>
            <p:cNvSpPr/>
            <p:nvPr/>
          </p:nvSpPr>
          <p:spPr>
            <a:xfrm>
              <a:off x="3398405" y="-584855"/>
              <a:ext cx="9720" cy="7920"/>
            </a:xfrm>
            <a:custGeom>
              <a:rect b="b" l="l" r="r" t="t"/>
              <a:pathLst>
                <a:path extrusionOk="0" h="22" w="27">
                  <a:moveTo>
                    <a:pt x="22" y="1"/>
                  </a:moveTo>
                  <a:cubicBezTo>
                    <a:pt x="20" y="1"/>
                    <a:pt x="18" y="0"/>
                    <a:pt x="15" y="0"/>
                  </a:cubicBezTo>
                  <a:cubicBezTo>
                    <a:pt x="11" y="0"/>
                    <a:pt x="8" y="1"/>
                    <a:pt x="4" y="3"/>
                  </a:cubicBezTo>
                  <a:cubicBezTo>
                    <a:pt x="3" y="4"/>
                    <a:pt x="2" y="5"/>
                    <a:pt x="1" y="6"/>
                  </a:cubicBezTo>
                  <a:lnTo>
                    <a:pt x="0" y="6"/>
                  </a:lnTo>
                  <a:cubicBezTo>
                    <a:pt x="0" y="7"/>
                    <a:pt x="0" y="8"/>
                    <a:pt x="0" y="8"/>
                  </a:cubicBezTo>
                  <a:cubicBezTo>
                    <a:pt x="0" y="9"/>
                    <a:pt x="0" y="10"/>
                    <a:pt x="0" y="10"/>
                  </a:cubicBezTo>
                  <a:lnTo>
                    <a:pt x="1" y="11"/>
                  </a:lnTo>
                  <a:cubicBezTo>
                    <a:pt x="3" y="13"/>
                    <a:pt x="5" y="15"/>
                    <a:pt x="8" y="17"/>
                  </a:cubicBezTo>
                  <a:cubicBezTo>
                    <a:pt x="13" y="20"/>
                    <a:pt x="19" y="21"/>
                    <a:pt x="25" y="21"/>
                  </a:cubicBezTo>
                  <a:lnTo>
                    <a:pt x="26" y="21"/>
                  </a:lnTo>
                  <a:cubicBezTo>
                    <a:pt x="26" y="20"/>
                    <a:pt x="25" y="20"/>
                    <a:pt x="25" y="19"/>
                  </a:cubicBezTo>
                  <a:cubicBezTo>
                    <a:pt x="24" y="13"/>
                    <a:pt x="23" y="7"/>
                    <a:pt x="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9"/>
            <p:cNvSpPr/>
            <p:nvPr/>
          </p:nvSpPr>
          <p:spPr>
            <a:xfrm>
              <a:off x="3378965" y="-587735"/>
              <a:ext cx="2160" cy="3240"/>
            </a:xfrm>
            <a:custGeom>
              <a:rect b="b" l="l" r="r" t="t"/>
              <a:pathLst>
                <a:path extrusionOk="0" h="9" w="6">
                  <a:moveTo>
                    <a:pt x="2" y="7"/>
                  </a:moveTo>
                  <a:cubicBezTo>
                    <a:pt x="3" y="7"/>
                    <a:pt x="3" y="7"/>
                    <a:pt x="4" y="6"/>
                  </a:cubicBezTo>
                  <a:cubicBezTo>
                    <a:pt x="4" y="6"/>
                    <a:pt x="5" y="6"/>
                    <a:pt x="5" y="5"/>
                  </a:cubicBezTo>
                  <a:cubicBezTo>
                    <a:pt x="5" y="5"/>
                    <a:pt x="5" y="4"/>
                    <a:pt x="5" y="3"/>
                  </a:cubicBezTo>
                  <a:lnTo>
                    <a:pt x="5" y="2"/>
                  </a:lnTo>
                  <a:cubicBezTo>
                    <a:pt x="5" y="1"/>
                    <a:pt x="5" y="1"/>
                    <a:pt x="4" y="0"/>
                  </a:cubicBezTo>
                  <a:cubicBezTo>
                    <a:pt x="3" y="0"/>
                    <a:pt x="3" y="0"/>
                    <a:pt x="2" y="0"/>
                  </a:cubicBezTo>
                  <a:lnTo>
                    <a:pt x="0" y="0"/>
                  </a:lnTo>
                  <a:cubicBezTo>
                    <a:pt x="0" y="2"/>
                    <a:pt x="0" y="5"/>
                    <a:pt x="0" y="8"/>
                  </a:cubicBezTo>
                  <a:lnTo>
                    <a:pt x="2"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9"/>
            <p:cNvSpPr/>
            <p:nvPr/>
          </p:nvSpPr>
          <p:spPr>
            <a:xfrm>
              <a:off x="3363125" y="-592055"/>
              <a:ext cx="8640" cy="9000"/>
            </a:xfrm>
            <a:custGeom>
              <a:rect b="b" l="l" r="r" t="t"/>
              <a:pathLst>
                <a:path extrusionOk="0" h="25" w="24">
                  <a:moveTo>
                    <a:pt x="2" y="0"/>
                  </a:moveTo>
                  <a:cubicBezTo>
                    <a:pt x="2" y="6"/>
                    <a:pt x="0" y="13"/>
                    <a:pt x="0" y="20"/>
                  </a:cubicBezTo>
                  <a:cubicBezTo>
                    <a:pt x="1" y="20"/>
                    <a:pt x="2" y="21"/>
                    <a:pt x="3" y="22"/>
                  </a:cubicBezTo>
                  <a:cubicBezTo>
                    <a:pt x="5" y="23"/>
                    <a:pt x="8" y="24"/>
                    <a:pt x="11" y="24"/>
                  </a:cubicBezTo>
                  <a:cubicBezTo>
                    <a:pt x="12" y="24"/>
                    <a:pt x="13" y="24"/>
                    <a:pt x="13" y="24"/>
                  </a:cubicBezTo>
                  <a:lnTo>
                    <a:pt x="23" y="22"/>
                  </a:lnTo>
                  <a:cubicBezTo>
                    <a:pt x="23" y="17"/>
                    <a:pt x="22" y="10"/>
                    <a:pt x="21" y="3"/>
                  </a:cubicBezTo>
                  <a:cubicBezTo>
                    <a:pt x="15" y="2"/>
                    <a:pt x="8"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9"/>
            <p:cNvSpPr/>
            <p:nvPr/>
          </p:nvSpPr>
          <p:spPr>
            <a:xfrm>
              <a:off x="3317765" y="-613655"/>
              <a:ext cx="9360" cy="11160"/>
            </a:xfrm>
            <a:custGeom>
              <a:rect b="b" l="l" r="r" t="t"/>
              <a:pathLst>
                <a:path extrusionOk="0" h="31" w="26">
                  <a:moveTo>
                    <a:pt x="23" y="16"/>
                  </a:moveTo>
                  <a:cubicBezTo>
                    <a:pt x="16" y="11"/>
                    <a:pt x="8" y="6"/>
                    <a:pt x="1" y="0"/>
                  </a:cubicBezTo>
                  <a:cubicBezTo>
                    <a:pt x="1" y="0"/>
                    <a:pt x="2" y="0"/>
                    <a:pt x="1" y="1"/>
                  </a:cubicBezTo>
                  <a:cubicBezTo>
                    <a:pt x="0" y="2"/>
                    <a:pt x="0" y="2"/>
                    <a:pt x="0" y="3"/>
                  </a:cubicBezTo>
                  <a:cubicBezTo>
                    <a:pt x="0" y="4"/>
                    <a:pt x="0" y="4"/>
                    <a:pt x="0" y="5"/>
                  </a:cubicBezTo>
                  <a:cubicBezTo>
                    <a:pt x="0" y="10"/>
                    <a:pt x="1" y="15"/>
                    <a:pt x="3" y="19"/>
                  </a:cubicBezTo>
                  <a:cubicBezTo>
                    <a:pt x="10" y="23"/>
                    <a:pt x="18" y="27"/>
                    <a:pt x="25" y="30"/>
                  </a:cubicBezTo>
                  <a:cubicBezTo>
                    <a:pt x="24" y="25"/>
                    <a:pt x="24" y="21"/>
                    <a:pt x="2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9"/>
            <p:cNvSpPr/>
            <p:nvPr/>
          </p:nvSpPr>
          <p:spPr>
            <a:xfrm>
              <a:off x="3332885" y="-603215"/>
              <a:ext cx="5400" cy="4680"/>
            </a:xfrm>
            <a:custGeom>
              <a:rect b="b" l="l" r="r" t="t"/>
              <a:pathLst>
                <a:path extrusionOk="0" h="13" w="15">
                  <a:moveTo>
                    <a:pt x="2" y="6"/>
                  </a:moveTo>
                  <a:cubicBezTo>
                    <a:pt x="2" y="6"/>
                    <a:pt x="2" y="7"/>
                    <a:pt x="0" y="8"/>
                  </a:cubicBezTo>
                  <a:cubicBezTo>
                    <a:pt x="5" y="9"/>
                    <a:pt x="10" y="11"/>
                    <a:pt x="14" y="12"/>
                  </a:cubicBezTo>
                  <a:cubicBezTo>
                    <a:pt x="14" y="9"/>
                    <a:pt x="14" y="7"/>
                    <a:pt x="14" y="5"/>
                  </a:cubicBezTo>
                  <a:lnTo>
                    <a:pt x="3" y="0"/>
                  </a:lnTo>
                  <a:cubicBezTo>
                    <a:pt x="3" y="2"/>
                    <a:pt x="2"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9"/>
            <p:cNvSpPr/>
            <p:nvPr/>
          </p:nvSpPr>
          <p:spPr>
            <a:xfrm>
              <a:off x="3488405" y="-601055"/>
              <a:ext cx="5400" cy="11160"/>
            </a:xfrm>
            <a:custGeom>
              <a:rect b="b" l="l" r="r" t="t"/>
              <a:pathLst>
                <a:path extrusionOk="0" h="31" w="15">
                  <a:moveTo>
                    <a:pt x="2" y="26"/>
                  </a:moveTo>
                  <a:cubicBezTo>
                    <a:pt x="2" y="27"/>
                    <a:pt x="1" y="28"/>
                    <a:pt x="1" y="29"/>
                  </a:cubicBezTo>
                  <a:lnTo>
                    <a:pt x="0" y="30"/>
                  </a:lnTo>
                  <a:cubicBezTo>
                    <a:pt x="2" y="30"/>
                    <a:pt x="4" y="30"/>
                    <a:pt x="6" y="30"/>
                  </a:cubicBezTo>
                  <a:cubicBezTo>
                    <a:pt x="7" y="30"/>
                    <a:pt x="9" y="30"/>
                    <a:pt x="11" y="30"/>
                  </a:cubicBezTo>
                  <a:cubicBezTo>
                    <a:pt x="13" y="25"/>
                    <a:pt x="14" y="21"/>
                    <a:pt x="14" y="16"/>
                  </a:cubicBezTo>
                  <a:cubicBezTo>
                    <a:pt x="14" y="13"/>
                    <a:pt x="13" y="10"/>
                    <a:pt x="13" y="7"/>
                  </a:cubicBezTo>
                  <a:cubicBezTo>
                    <a:pt x="12" y="5"/>
                    <a:pt x="12" y="3"/>
                    <a:pt x="11" y="2"/>
                  </a:cubicBezTo>
                  <a:cubicBezTo>
                    <a:pt x="11" y="1"/>
                    <a:pt x="10" y="1"/>
                    <a:pt x="10" y="0"/>
                  </a:cubicBezTo>
                  <a:cubicBezTo>
                    <a:pt x="9" y="4"/>
                    <a:pt x="7" y="8"/>
                    <a:pt x="5" y="12"/>
                  </a:cubicBezTo>
                  <a:cubicBezTo>
                    <a:pt x="4" y="14"/>
                    <a:pt x="3" y="15"/>
                    <a:pt x="1" y="17"/>
                  </a:cubicBezTo>
                  <a:cubicBezTo>
                    <a:pt x="2" y="19"/>
                    <a:pt x="2" y="22"/>
                    <a:pt x="2" y="24"/>
                  </a:cubicBezTo>
                  <a:cubicBezTo>
                    <a:pt x="2" y="25"/>
                    <a:pt x="2" y="25"/>
                    <a:pt x="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9"/>
            <p:cNvSpPr/>
            <p:nvPr/>
          </p:nvSpPr>
          <p:spPr>
            <a:xfrm>
              <a:off x="3487685" y="-590615"/>
              <a:ext cx="5040" cy="2880"/>
            </a:xfrm>
            <a:custGeom>
              <a:rect b="b" l="l" r="r" t="t"/>
              <a:pathLst>
                <a:path extrusionOk="0" h="8" w="14">
                  <a:moveTo>
                    <a:pt x="0" y="3"/>
                  </a:moveTo>
                  <a:cubicBezTo>
                    <a:pt x="1" y="4"/>
                    <a:pt x="2" y="4"/>
                    <a:pt x="3" y="5"/>
                  </a:cubicBezTo>
                  <a:cubicBezTo>
                    <a:pt x="5" y="6"/>
                    <a:pt x="7" y="7"/>
                    <a:pt x="9" y="7"/>
                  </a:cubicBezTo>
                  <a:cubicBezTo>
                    <a:pt x="9" y="7"/>
                    <a:pt x="10" y="7"/>
                    <a:pt x="10" y="6"/>
                  </a:cubicBezTo>
                  <a:cubicBezTo>
                    <a:pt x="11" y="4"/>
                    <a:pt x="12" y="2"/>
                    <a:pt x="13" y="0"/>
                  </a:cubicBezTo>
                  <a:cubicBezTo>
                    <a:pt x="11" y="0"/>
                    <a:pt x="9" y="0"/>
                    <a:pt x="8" y="0"/>
                  </a:cubicBezTo>
                  <a:cubicBezTo>
                    <a:pt x="6" y="0"/>
                    <a:pt x="4" y="0"/>
                    <a:pt x="2" y="0"/>
                  </a:cubicBezTo>
                  <a:cubicBezTo>
                    <a:pt x="2" y="0"/>
                    <a:pt x="3" y="0"/>
                    <a:pt x="2" y="1"/>
                  </a:cubicBezTo>
                  <a:cubicBezTo>
                    <a:pt x="1" y="2"/>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9"/>
            <p:cNvSpPr/>
            <p:nvPr/>
          </p:nvSpPr>
          <p:spPr>
            <a:xfrm>
              <a:off x="3480485" y="-602855"/>
              <a:ext cx="8640" cy="13680"/>
            </a:xfrm>
            <a:custGeom>
              <a:rect b="b" l="l" r="r" t="t"/>
              <a:pathLst>
                <a:path extrusionOk="0" h="38" w="24">
                  <a:moveTo>
                    <a:pt x="19" y="34"/>
                  </a:moveTo>
                  <a:cubicBezTo>
                    <a:pt x="18" y="34"/>
                    <a:pt x="18" y="34"/>
                    <a:pt x="17" y="34"/>
                  </a:cubicBezTo>
                  <a:cubicBezTo>
                    <a:pt x="16" y="34"/>
                    <a:pt x="16" y="35"/>
                    <a:pt x="15" y="34"/>
                  </a:cubicBezTo>
                  <a:cubicBezTo>
                    <a:pt x="14" y="33"/>
                    <a:pt x="14" y="33"/>
                    <a:pt x="14" y="32"/>
                  </a:cubicBezTo>
                  <a:lnTo>
                    <a:pt x="13" y="31"/>
                  </a:lnTo>
                  <a:cubicBezTo>
                    <a:pt x="13" y="28"/>
                    <a:pt x="17" y="27"/>
                    <a:pt x="19" y="29"/>
                  </a:cubicBezTo>
                  <a:cubicBezTo>
                    <a:pt x="19" y="28"/>
                    <a:pt x="19" y="27"/>
                    <a:pt x="20" y="26"/>
                  </a:cubicBezTo>
                  <a:cubicBezTo>
                    <a:pt x="20" y="25"/>
                    <a:pt x="21" y="24"/>
                    <a:pt x="22" y="24"/>
                  </a:cubicBezTo>
                  <a:lnTo>
                    <a:pt x="23" y="21"/>
                  </a:lnTo>
                  <a:cubicBezTo>
                    <a:pt x="22" y="15"/>
                    <a:pt x="20" y="9"/>
                    <a:pt x="16" y="3"/>
                  </a:cubicBezTo>
                  <a:cubicBezTo>
                    <a:pt x="16" y="2"/>
                    <a:pt x="15" y="1"/>
                    <a:pt x="14" y="0"/>
                  </a:cubicBezTo>
                  <a:lnTo>
                    <a:pt x="13" y="0"/>
                  </a:lnTo>
                  <a:cubicBezTo>
                    <a:pt x="11" y="1"/>
                    <a:pt x="9" y="3"/>
                    <a:pt x="8" y="5"/>
                  </a:cubicBezTo>
                  <a:cubicBezTo>
                    <a:pt x="7" y="6"/>
                    <a:pt x="7" y="8"/>
                    <a:pt x="6" y="9"/>
                  </a:cubicBezTo>
                  <a:cubicBezTo>
                    <a:pt x="6" y="11"/>
                    <a:pt x="5" y="13"/>
                    <a:pt x="4" y="15"/>
                  </a:cubicBezTo>
                  <a:cubicBezTo>
                    <a:pt x="3" y="17"/>
                    <a:pt x="2" y="19"/>
                    <a:pt x="0" y="20"/>
                  </a:cubicBezTo>
                  <a:cubicBezTo>
                    <a:pt x="3" y="24"/>
                    <a:pt x="6" y="27"/>
                    <a:pt x="8" y="31"/>
                  </a:cubicBezTo>
                  <a:cubicBezTo>
                    <a:pt x="9" y="32"/>
                    <a:pt x="10" y="34"/>
                    <a:pt x="10" y="35"/>
                  </a:cubicBezTo>
                  <a:cubicBezTo>
                    <a:pt x="11" y="36"/>
                    <a:pt x="12" y="37"/>
                    <a:pt x="13" y="37"/>
                  </a:cubicBezTo>
                  <a:lnTo>
                    <a:pt x="20" y="36"/>
                  </a:lnTo>
                  <a:cubicBezTo>
                    <a:pt x="19" y="35"/>
                    <a:pt x="19" y="34"/>
                    <a:pt x="1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9"/>
            <p:cNvSpPr/>
            <p:nvPr/>
          </p:nvSpPr>
          <p:spPr>
            <a:xfrm>
              <a:off x="3485165" y="-589535"/>
              <a:ext cx="2880" cy="720"/>
            </a:xfrm>
            <a:custGeom>
              <a:rect b="b" l="l" r="r" t="t"/>
              <a:pathLst>
                <a:path extrusionOk="0" h="2" w="8">
                  <a:moveTo>
                    <a:pt x="0" y="0"/>
                  </a:moveTo>
                  <a:cubicBezTo>
                    <a:pt x="1" y="1"/>
                    <a:pt x="2" y="1"/>
                    <a:pt x="4" y="1"/>
                  </a:cubicBezTo>
                  <a:cubicBezTo>
                    <a:pt x="5" y="1"/>
                    <a:pt x="6" y="1"/>
                    <a:pt x="7"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9"/>
            <p:cNvSpPr/>
            <p:nvPr/>
          </p:nvSpPr>
          <p:spPr>
            <a:xfrm>
              <a:off x="3487325" y="-594935"/>
              <a:ext cx="2160" cy="5400"/>
            </a:xfrm>
            <a:custGeom>
              <a:rect b="b" l="l" r="r" t="t"/>
              <a:pathLst>
                <a:path extrusionOk="0" h="15" w="6">
                  <a:moveTo>
                    <a:pt x="0" y="7"/>
                  </a:moveTo>
                  <a:lnTo>
                    <a:pt x="0" y="8"/>
                  </a:lnTo>
                  <a:cubicBezTo>
                    <a:pt x="1" y="8"/>
                    <a:pt x="1" y="9"/>
                    <a:pt x="1" y="10"/>
                  </a:cubicBezTo>
                  <a:cubicBezTo>
                    <a:pt x="1" y="10"/>
                    <a:pt x="1" y="11"/>
                    <a:pt x="0" y="11"/>
                  </a:cubicBezTo>
                  <a:lnTo>
                    <a:pt x="0" y="12"/>
                  </a:lnTo>
                  <a:cubicBezTo>
                    <a:pt x="0" y="13"/>
                    <a:pt x="0" y="13"/>
                    <a:pt x="0" y="14"/>
                  </a:cubicBezTo>
                  <a:lnTo>
                    <a:pt x="1" y="14"/>
                  </a:lnTo>
                  <a:lnTo>
                    <a:pt x="3" y="14"/>
                  </a:lnTo>
                  <a:lnTo>
                    <a:pt x="4" y="13"/>
                  </a:lnTo>
                  <a:cubicBezTo>
                    <a:pt x="4" y="12"/>
                    <a:pt x="5" y="11"/>
                    <a:pt x="5" y="10"/>
                  </a:cubicBezTo>
                  <a:cubicBezTo>
                    <a:pt x="5" y="8"/>
                    <a:pt x="5" y="6"/>
                    <a:pt x="5" y="5"/>
                  </a:cubicBezTo>
                  <a:cubicBezTo>
                    <a:pt x="5" y="3"/>
                    <a:pt x="5" y="2"/>
                    <a:pt x="5" y="0"/>
                  </a:cubicBezTo>
                  <a:lnTo>
                    <a:pt x="3" y="3"/>
                  </a:lnTo>
                  <a:cubicBezTo>
                    <a:pt x="2" y="3"/>
                    <a:pt x="1" y="4"/>
                    <a:pt x="0"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9"/>
            <p:cNvSpPr/>
            <p:nvPr/>
          </p:nvSpPr>
          <p:spPr>
            <a:xfrm>
              <a:off x="3487685" y="-590255"/>
              <a:ext cx="1080" cy="360"/>
            </a:xfrm>
            <a:custGeom>
              <a:rect b="b" l="l" r="r" t="t"/>
              <a:pathLst>
                <a:path extrusionOk="0" h="1" w="3">
                  <a:moveTo>
                    <a:pt x="2" y="0"/>
                  </a:moveTo>
                  <a:lnTo>
                    <a:pt x="0" y="0"/>
                  </a:lnTo>
                  <a:lnTo>
                    <a:pt x="0" y="0"/>
                  </a:lnTo>
                  <a:lnTo>
                    <a:pt x="0" y="0"/>
                  </a:lnTo>
                  <a:lnTo>
                    <a:pt x="1" y="0"/>
                  </a:lnTo>
                  <a:lnTo>
                    <a:pt x="2" y="0"/>
                  </a:lnTo>
                </a:path>
              </a:pathLst>
            </a:custGeom>
            <a:solidFill>
              <a:schemeClr val="dk1"/>
            </a:solidFill>
            <a:ln>
              <a:noFill/>
            </a:ln>
          </p:spPr>
        </p:sp>
        <p:sp>
          <p:nvSpPr>
            <p:cNvPr id="1511" name="Google Shape;1511;p29"/>
            <p:cNvSpPr/>
            <p:nvPr/>
          </p:nvSpPr>
          <p:spPr>
            <a:xfrm>
              <a:off x="3485165" y="-592775"/>
              <a:ext cx="2520" cy="2520"/>
            </a:xfrm>
            <a:custGeom>
              <a:rect b="b" l="l" r="r" t="t"/>
              <a:pathLst>
                <a:path extrusionOk="0" h="7" w="7">
                  <a:moveTo>
                    <a:pt x="6" y="1"/>
                  </a:moveTo>
                  <a:cubicBezTo>
                    <a:pt x="4" y="0"/>
                    <a:pt x="0" y="0"/>
                    <a:pt x="0" y="3"/>
                  </a:cubicBezTo>
                  <a:cubicBezTo>
                    <a:pt x="0" y="4"/>
                    <a:pt x="1" y="4"/>
                    <a:pt x="1" y="5"/>
                  </a:cubicBezTo>
                  <a:lnTo>
                    <a:pt x="2" y="6"/>
                  </a:lnTo>
                  <a:cubicBezTo>
                    <a:pt x="3" y="6"/>
                    <a:pt x="3" y="6"/>
                    <a:pt x="4" y="6"/>
                  </a:cubicBezTo>
                  <a:cubicBezTo>
                    <a:pt x="5" y="6"/>
                    <a:pt x="5" y="6"/>
                    <a:pt x="6" y="6"/>
                  </a:cubicBezTo>
                  <a:cubicBezTo>
                    <a:pt x="5" y="5"/>
                    <a:pt x="5" y="4"/>
                    <a:pt x="5" y="3"/>
                  </a:cubicBezTo>
                  <a:cubicBezTo>
                    <a:pt x="5" y="2"/>
                    <a:pt x="5" y="2"/>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9"/>
            <p:cNvSpPr/>
            <p:nvPr/>
          </p:nvSpPr>
          <p:spPr>
            <a:xfrm>
              <a:off x="3486965" y="-592415"/>
              <a:ext cx="1080" cy="2160"/>
            </a:xfrm>
            <a:custGeom>
              <a:rect b="b" l="l" r="r" t="t"/>
              <a:pathLst>
                <a:path extrusionOk="0" h="6" w="3">
                  <a:moveTo>
                    <a:pt x="2" y="2"/>
                  </a:moveTo>
                  <a:lnTo>
                    <a:pt x="1" y="1"/>
                  </a:lnTo>
                  <a:cubicBezTo>
                    <a:pt x="0" y="0"/>
                    <a:pt x="1" y="0"/>
                    <a:pt x="1" y="0"/>
                  </a:cubicBezTo>
                  <a:cubicBezTo>
                    <a:pt x="0" y="0"/>
                    <a:pt x="0" y="1"/>
                    <a:pt x="0" y="2"/>
                  </a:cubicBezTo>
                  <a:cubicBezTo>
                    <a:pt x="0" y="3"/>
                    <a:pt x="0" y="4"/>
                    <a:pt x="1" y="5"/>
                  </a:cubicBezTo>
                  <a:cubicBezTo>
                    <a:pt x="1" y="4"/>
                    <a:pt x="1" y="4"/>
                    <a:pt x="1" y="4"/>
                  </a:cubicBezTo>
                  <a:cubicBezTo>
                    <a:pt x="2" y="3"/>
                    <a:pt x="2" y="3"/>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9"/>
            <p:cNvSpPr/>
            <p:nvPr/>
          </p:nvSpPr>
          <p:spPr>
            <a:xfrm>
              <a:off x="3327125" y="-602855"/>
              <a:ext cx="6480" cy="4320"/>
            </a:xfrm>
            <a:custGeom>
              <a:rect b="b" l="l" r="r" t="t"/>
              <a:pathLst>
                <a:path extrusionOk="0" h="12" w="18">
                  <a:moveTo>
                    <a:pt x="1" y="5"/>
                  </a:moveTo>
                  <a:cubicBezTo>
                    <a:pt x="1" y="5"/>
                    <a:pt x="2" y="5"/>
                    <a:pt x="2" y="6"/>
                  </a:cubicBezTo>
                  <a:cubicBezTo>
                    <a:pt x="3" y="8"/>
                    <a:pt x="4" y="9"/>
                    <a:pt x="5" y="10"/>
                  </a:cubicBezTo>
                  <a:cubicBezTo>
                    <a:pt x="6" y="11"/>
                    <a:pt x="8" y="11"/>
                    <a:pt x="10" y="11"/>
                  </a:cubicBezTo>
                  <a:cubicBezTo>
                    <a:pt x="11" y="11"/>
                    <a:pt x="13" y="10"/>
                    <a:pt x="14" y="10"/>
                  </a:cubicBezTo>
                  <a:cubicBezTo>
                    <a:pt x="15" y="9"/>
                    <a:pt x="16" y="8"/>
                    <a:pt x="17" y="7"/>
                  </a:cubicBezTo>
                  <a:cubicBezTo>
                    <a:pt x="12" y="5"/>
                    <a:pt x="6" y="3"/>
                    <a:pt x="0" y="0"/>
                  </a:cubicBezTo>
                  <a:cubicBezTo>
                    <a:pt x="0" y="2"/>
                    <a:pt x="0" y="4"/>
                    <a:pt x="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9"/>
            <p:cNvSpPr/>
            <p:nvPr/>
          </p:nvSpPr>
          <p:spPr>
            <a:xfrm>
              <a:off x="3326045" y="-609335"/>
              <a:ext cx="8640" cy="6120"/>
            </a:xfrm>
            <a:custGeom>
              <a:rect b="b" l="l" r="r" t="t"/>
              <a:pathLst>
                <a:path extrusionOk="0" h="17" w="24">
                  <a:moveTo>
                    <a:pt x="23" y="14"/>
                  </a:moveTo>
                  <a:cubicBezTo>
                    <a:pt x="20" y="12"/>
                    <a:pt x="17" y="11"/>
                    <a:pt x="14" y="9"/>
                  </a:cubicBezTo>
                  <a:cubicBezTo>
                    <a:pt x="9" y="6"/>
                    <a:pt x="5" y="3"/>
                    <a:pt x="0" y="0"/>
                  </a:cubicBezTo>
                  <a:cubicBezTo>
                    <a:pt x="0" y="1"/>
                    <a:pt x="0" y="2"/>
                    <a:pt x="0" y="4"/>
                  </a:cubicBezTo>
                  <a:cubicBezTo>
                    <a:pt x="7" y="8"/>
                    <a:pt x="15" y="13"/>
                    <a:pt x="22" y="16"/>
                  </a:cubicBezTo>
                  <a:cubicBezTo>
                    <a:pt x="22" y="16"/>
                    <a:pt x="23" y="15"/>
                    <a:pt x="23"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9"/>
            <p:cNvSpPr/>
            <p:nvPr/>
          </p:nvSpPr>
          <p:spPr>
            <a:xfrm>
              <a:off x="3326045" y="-607895"/>
              <a:ext cx="9360" cy="8640"/>
            </a:xfrm>
            <a:custGeom>
              <a:rect b="b" l="l" r="r" t="t"/>
              <a:pathLst>
                <a:path extrusionOk="0" h="24" w="26">
                  <a:moveTo>
                    <a:pt x="22" y="13"/>
                  </a:moveTo>
                  <a:cubicBezTo>
                    <a:pt x="15" y="9"/>
                    <a:pt x="8" y="5"/>
                    <a:pt x="0" y="0"/>
                  </a:cubicBezTo>
                  <a:cubicBezTo>
                    <a:pt x="1" y="5"/>
                    <a:pt x="1" y="10"/>
                    <a:pt x="2" y="14"/>
                  </a:cubicBezTo>
                  <a:cubicBezTo>
                    <a:pt x="8" y="17"/>
                    <a:pt x="13" y="19"/>
                    <a:pt x="19" y="21"/>
                  </a:cubicBezTo>
                  <a:cubicBezTo>
                    <a:pt x="25" y="23"/>
                    <a:pt x="21" y="20"/>
                    <a:pt x="21" y="19"/>
                  </a:cubicBezTo>
                  <a:cubicBezTo>
                    <a:pt x="21" y="17"/>
                    <a:pt x="22" y="15"/>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9"/>
            <p:cNvSpPr/>
            <p:nvPr/>
          </p:nvSpPr>
          <p:spPr>
            <a:xfrm>
              <a:off x="3337925" y="-602495"/>
              <a:ext cx="8280" cy="13320"/>
            </a:xfrm>
            <a:custGeom>
              <a:rect b="b" l="l" r="r" t="t"/>
              <a:pathLst>
                <a:path extrusionOk="0" h="37" w="23">
                  <a:moveTo>
                    <a:pt x="22" y="26"/>
                  </a:moveTo>
                  <a:cubicBezTo>
                    <a:pt x="22" y="21"/>
                    <a:pt x="22" y="16"/>
                    <a:pt x="22" y="12"/>
                  </a:cubicBezTo>
                  <a:cubicBezTo>
                    <a:pt x="19" y="10"/>
                    <a:pt x="16" y="10"/>
                    <a:pt x="14" y="8"/>
                  </a:cubicBezTo>
                  <a:cubicBezTo>
                    <a:pt x="12" y="6"/>
                    <a:pt x="5" y="3"/>
                    <a:pt x="0" y="0"/>
                  </a:cubicBezTo>
                  <a:cubicBezTo>
                    <a:pt x="0" y="1"/>
                    <a:pt x="0" y="2"/>
                    <a:pt x="0" y="3"/>
                  </a:cubicBezTo>
                  <a:lnTo>
                    <a:pt x="8" y="7"/>
                  </a:lnTo>
                  <a:lnTo>
                    <a:pt x="8" y="8"/>
                  </a:lnTo>
                  <a:cubicBezTo>
                    <a:pt x="9" y="8"/>
                    <a:pt x="9" y="9"/>
                    <a:pt x="9" y="9"/>
                  </a:cubicBezTo>
                  <a:lnTo>
                    <a:pt x="8" y="10"/>
                  </a:lnTo>
                  <a:cubicBezTo>
                    <a:pt x="7" y="11"/>
                    <a:pt x="8" y="11"/>
                    <a:pt x="7" y="11"/>
                  </a:cubicBezTo>
                  <a:lnTo>
                    <a:pt x="6" y="11"/>
                  </a:lnTo>
                  <a:lnTo>
                    <a:pt x="0" y="10"/>
                  </a:lnTo>
                  <a:cubicBezTo>
                    <a:pt x="0" y="15"/>
                    <a:pt x="0" y="20"/>
                    <a:pt x="0" y="24"/>
                  </a:cubicBezTo>
                  <a:cubicBezTo>
                    <a:pt x="0" y="26"/>
                    <a:pt x="0" y="28"/>
                    <a:pt x="1" y="30"/>
                  </a:cubicBezTo>
                  <a:cubicBezTo>
                    <a:pt x="1" y="31"/>
                    <a:pt x="2" y="31"/>
                    <a:pt x="3" y="32"/>
                  </a:cubicBezTo>
                  <a:lnTo>
                    <a:pt x="7" y="35"/>
                  </a:lnTo>
                  <a:cubicBezTo>
                    <a:pt x="9" y="36"/>
                    <a:pt x="10" y="36"/>
                    <a:pt x="12" y="36"/>
                  </a:cubicBezTo>
                  <a:cubicBezTo>
                    <a:pt x="14" y="36"/>
                    <a:pt x="15" y="36"/>
                    <a:pt x="17" y="35"/>
                  </a:cubicBezTo>
                  <a:cubicBezTo>
                    <a:pt x="19" y="34"/>
                    <a:pt x="19" y="33"/>
                    <a:pt x="20" y="31"/>
                  </a:cubicBezTo>
                  <a:cubicBezTo>
                    <a:pt x="21" y="29"/>
                    <a:pt x="22" y="28"/>
                    <a:pt x="2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9"/>
            <p:cNvSpPr/>
            <p:nvPr/>
          </p:nvSpPr>
          <p:spPr>
            <a:xfrm>
              <a:off x="3337925" y="-601415"/>
              <a:ext cx="3600" cy="3240"/>
            </a:xfrm>
            <a:custGeom>
              <a:rect b="b" l="l" r="r" t="t"/>
              <a:pathLst>
                <a:path extrusionOk="0" h="9" w="10">
                  <a:moveTo>
                    <a:pt x="7" y="8"/>
                  </a:moveTo>
                  <a:lnTo>
                    <a:pt x="8" y="8"/>
                  </a:lnTo>
                  <a:lnTo>
                    <a:pt x="9" y="7"/>
                  </a:lnTo>
                  <a:lnTo>
                    <a:pt x="9" y="6"/>
                  </a:lnTo>
                  <a:cubicBezTo>
                    <a:pt x="9" y="5"/>
                    <a:pt x="9" y="5"/>
                    <a:pt x="9" y="5"/>
                  </a:cubicBezTo>
                  <a:cubicBezTo>
                    <a:pt x="9" y="4"/>
                    <a:pt x="8" y="4"/>
                    <a:pt x="8" y="4"/>
                  </a:cubicBezTo>
                  <a:lnTo>
                    <a:pt x="0" y="0"/>
                  </a:lnTo>
                  <a:cubicBezTo>
                    <a:pt x="0" y="2"/>
                    <a:pt x="0" y="4"/>
                    <a:pt x="0" y="7"/>
                  </a:cubicBezTo>
                  <a:lnTo>
                    <a:pt x="7"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9"/>
            <p:cNvSpPr/>
            <p:nvPr/>
          </p:nvSpPr>
          <p:spPr>
            <a:xfrm>
              <a:off x="3355205" y="-593855"/>
              <a:ext cx="7920" cy="12960"/>
            </a:xfrm>
            <a:custGeom>
              <a:rect b="b" l="l" r="r" t="t"/>
              <a:pathLst>
                <a:path extrusionOk="0" h="36" w="22">
                  <a:moveTo>
                    <a:pt x="21" y="26"/>
                  </a:moveTo>
                  <a:cubicBezTo>
                    <a:pt x="21" y="26"/>
                    <a:pt x="21" y="25"/>
                    <a:pt x="21" y="24"/>
                  </a:cubicBezTo>
                  <a:cubicBezTo>
                    <a:pt x="18" y="22"/>
                    <a:pt x="16" y="19"/>
                    <a:pt x="14" y="16"/>
                  </a:cubicBezTo>
                  <a:cubicBezTo>
                    <a:pt x="13" y="15"/>
                    <a:pt x="13" y="14"/>
                    <a:pt x="13" y="13"/>
                  </a:cubicBezTo>
                  <a:cubicBezTo>
                    <a:pt x="12" y="12"/>
                    <a:pt x="12" y="11"/>
                    <a:pt x="12" y="10"/>
                  </a:cubicBezTo>
                  <a:cubicBezTo>
                    <a:pt x="12" y="8"/>
                    <a:pt x="12" y="6"/>
                    <a:pt x="13" y="5"/>
                  </a:cubicBezTo>
                  <a:cubicBezTo>
                    <a:pt x="14" y="4"/>
                    <a:pt x="14" y="4"/>
                    <a:pt x="14" y="3"/>
                  </a:cubicBezTo>
                  <a:lnTo>
                    <a:pt x="1" y="0"/>
                  </a:lnTo>
                  <a:cubicBezTo>
                    <a:pt x="0" y="7"/>
                    <a:pt x="0" y="14"/>
                    <a:pt x="0" y="21"/>
                  </a:cubicBezTo>
                  <a:cubicBezTo>
                    <a:pt x="0" y="22"/>
                    <a:pt x="0" y="23"/>
                    <a:pt x="0" y="25"/>
                  </a:cubicBezTo>
                  <a:cubicBezTo>
                    <a:pt x="0" y="26"/>
                    <a:pt x="1" y="28"/>
                    <a:pt x="2" y="30"/>
                  </a:cubicBezTo>
                  <a:cubicBezTo>
                    <a:pt x="3" y="31"/>
                    <a:pt x="4" y="33"/>
                    <a:pt x="6" y="34"/>
                  </a:cubicBezTo>
                  <a:lnTo>
                    <a:pt x="11" y="35"/>
                  </a:lnTo>
                  <a:lnTo>
                    <a:pt x="12" y="35"/>
                  </a:lnTo>
                  <a:cubicBezTo>
                    <a:pt x="14" y="35"/>
                    <a:pt x="15" y="35"/>
                    <a:pt x="17" y="34"/>
                  </a:cubicBezTo>
                  <a:cubicBezTo>
                    <a:pt x="19" y="33"/>
                    <a:pt x="19" y="33"/>
                    <a:pt x="20" y="31"/>
                  </a:cubicBezTo>
                  <a:cubicBezTo>
                    <a:pt x="21" y="29"/>
                    <a:pt x="21" y="28"/>
                    <a:pt x="2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9"/>
            <p:cNvSpPr/>
            <p:nvPr/>
          </p:nvSpPr>
          <p:spPr>
            <a:xfrm>
              <a:off x="3359525" y="-592415"/>
              <a:ext cx="4320" cy="7920"/>
            </a:xfrm>
            <a:custGeom>
              <a:rect b="b" l="l" r="r" t="t"/>
              <a:pathLst>
                <a:path extrusionOk="0" h="22" w="12">
                  <a:moveTo>
                    <a:pt x="3" y="0"/>
                  </a:moveTo>
                  <a:cubicBezTo>
                    <a:pt x="2" y="1"/>
                    <a:pt x="2" y="1"/>
                    <a:pt x="2" y="2"/>
                  </a:cubicBezTo>
                  <a:cubicBezTo>
                    <a:pt x="1" y="3"/>
                    <a:pt x="0" y="5"/>
                    <a:pt x="0" y="7"/>
                  </a:cubicBezTo>
                  <a:cubicBezTo>
                    <a:pt x="0" y="8"/>
                    <a:pt x="0" y="9"/>
                    <a:pt x="1" y="10"/>
                  </a:cubicBezTo>
                  <a:cubicBezTo>
                    <a:pt x="1" y="11"/>
                    <a:pt x="2" y="12"/>
                    <a:pt x="2" y="12"/>
                  </a:cubicBezTo>
                  <a:cubicBezTo>
                    <a:pt x="4" y="16"/>
                    <a:pt x="7" y="19"/>
                    <a:pt x="10" y="21"/>
                  </a:cubicBezTo>
                  <a:cubicBezTo>
                    <a:pt x="10" y="15"/>
                    <a:pt x="11" y="8"/>
                    <a:pt x="11"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9"/>
            <p:cNvSpPr/>
            <p:nvPr/>
          </p:nvSpPr>
          <p:spPr>
            <a:xfrm>
              <a:off x="3371765" y="-590615"/>
              <a:ext cx="7560" cy="3240"/>
            </a:xfrm>
            <a:custGeom>
              <a:rect b="b" l="l" r="r" t="t"/>
              <a:pathLst>
                <a:path extrusionOk="0" h="9" w="21">
                  <a:moveTo>
                    <a:pt x="6" y="2"/>
                  </a:moveTo>
                  <a:cubicBezTo>
                    <a:pt x="7" y="2"/>
                    <a:pt x="6" y="2"/>
                    <a:pt x="7" y="3"/>
                  </a:cubicBezTo>
                  <a:cubicBezTo>
                    <a:pt x="11" y="6"/>
                    <a:pt x="15" y="7"/>
                    <a:pt x="20" y="8"/>
                  </a:cubicBezTo>
                  <a:cubicBezTo>
                    <a:pt x="20" y="6"/>
                    <a:pt x="20" y="4"/>
                    <a:pt x="20" y="2"/>
                  </a:cubicBezTo>
                  <a:lnTo>
                    <a:pt x="0" y="0"/>
                  </a:lnTo>
                  <a:lnTo>
                    <a:pt x="6"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9"/>
            <p:cNvSpPr/>
            <p:nvPr/>
          </p:nvSpPr>
          <p:spPr>
            <a:xfrm>
              <a:off x="3371765" y="-584855"/>
              <a:ext cx="7200" cy="5760"/>
            </a:xfrm>
            <a:custGeom>
              <a:rect b="b" l="l" r="r" t="t"/>
              <a:pathLst>
                <a:path extrusionOk="0" h="16" w="20">
                  <a:moveTo>
                    <a:pt x="0" y="6"/>
                  </a:moveTo>
                  <a:cubicBezTo>
                    <a:pt x="0" y="7"/>
                    <a:pt x="0" y="9"/>
                    <a:pt x="1" y="11"/>
                  </a:cubicBezTo>
                  <a:cubicBezTo>
                    <a:pt x="2" y="13"/>
                    <a:pt x="3" y="13"/>
                    <a:pt x="5" y="14"/>
                  </a:cubicBezTo>
                  <a:cubicBezTo>
                    <a:pt x="7" y="15"/>
                    <a:pt x="8" y="15"/>
                    <a:pt x="10" y="15"/>
                  </a:cubicBezTo>
                  <a:cubicBezTo>
                    <a:pt x="11" y="15"/>
                    <a:pt x="12" y="15"/>
                    <a:pt x="14" y="14"/>
                  </a:cubicBezTo>
                  <a:cubicBezTo>
                    <a:pt x="16" y="13"/>
                    <a:pt x="17" y="13"/>
                    <a:pt x="18" y="11"/>
                  </a:cubicBezTo>
                  <a:cubicBezTo>
                    <a:pt x="19" y="9"/>
                    <a:pt x="19" y="7"/>
                    <a:pt x="19" y="6"/>
                  </a:cubicBezTo>
                  <a:cubicBezTo>
                    <a:pt x="19" y="4"/>
                    <a:pt x="19" y="2"/>
                    <a:pt x="19" y="0"/>
                  </a:cubicBezTo>
                  <a:lnTo>
                    <a:pt x="0" y="2"/>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9"/>
            <p:cNvSpPr/>
            <p:nvPr/>
          </p:nvSpPr>
          <p:spPr>
            <a:xfrm>
              <a:off x="3370685" y="-590615"/>
              <a:ext cx="8280" cy="7560"/>
            </a:xfrm>
            <a:custGeom>
              <a:rect b="b" l="l" r="r" t="t"/>
              <a:pathLst>
                <a:path extrusionOk="0" h="21" w="23">
                  <a:moveTo>
                    <a:pt x="4" y="0"/>
                  </a:moveTo>
                  <a:lnTo>
                    <a:pt x="0" y="0"/>
                  </a:lnTo>
                  <a:cubicBezTo>
                    <a:pt x="0" y="7"/>
                    <a:pt x="2" y="13"/>
                    <a:pt x="2" y="20"/>
                  </a:cubicBezTo>
                  <a:lnTo>
                    <a:pt x="22" y="18"/>
                  </a:lnTo>
                  <a:cubicBezTo>
                    <a:pt x="22" y="15"/>
                    <a:pt x="22" y="12"/>
                    <a:pt x="22" y="10"/>
                  </a:cubicBezTo>
                  <a:cubicBezTo>
                    <a:pt x="18" y="8"/>
                    <a:pt x="14" y="6"/>
                    <a:pt x="10" y="4"/>
                  </a:cubicBezTo>
                  <a:cubicBezTo>
                    <a:pt x="9" y="4"/>
                    <a:pt x="9" y="4"/>
                    <a:pt x="8"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9"/>
            <p:cNvSpPr/>
            <p:nvPr/>
          </p:nvSpPr>
          <p:spPr>
            <a:xfrm>
              <a:off x="3387605" y="-589175"/>
              <a:ext cx="9720" cy="13320"/>
            </a:xfrm>
            <a:custGeom>
              <a:rect b="b" l="l" r="r" t="t"/>
              <a:pathLst>
                <a:path extrusionOk="0" h="37" w="27">
                  <a:moveTo>
                    <a:pt x="0" y="0"/>
                  </a:moveTo>
                  <a:cubicBezTo>
                    <a:pt x="0" y="7"/>
                    <a:pt x="1" y="15"/>
                    <a:pt x="3" y="23"/>
                  </a:cubicBezTo>
                  <a:cubicBezTo>
                    <a:pt x="5" y="32"/>
                    <a:pt x="21" y="36"/>
                    <a:pt x="23" y="24"/>
                  </a:cubicBezTo>
                  <a:cubicBezTo>
                    <a:pt x="25" y="17"/>
                    <a:pt x="26" y="9"/>
                    <a:pt x="26" y="1"/>
                  </a:cubicBezTo>
                  <a:lnTo>
                    <a:pt x="16" y="1"/>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9"/>
            <p:cNvSpPr/>
            <p:nvPr/>
          </p:nvSpPr>
          <p:spPr>
            <a:xfrm>
              <a:off x="3407765" y="-577655"/>
              <a:ext cx="7200" cy="4320"/>
            </a:xfrm>
            <a:custGeom>
              <a:rect b="b" l="l" r="r" t="t"/>
              <a:pathLst>
                <a:path extrusionOk="0" h="12" w="20">
                  <a:moveTo>
                    <a:pt x="19" y="1"/>
                  </a:moveTo>
                  <a:lnTo>
                    <a:pt x="19" y="0"/>
                  </a:lnTo>
                  <a:cubicBezTo>
                    <a:pt x="13" y="1"/>
                    <a:pt x="7" y="1"/>
                    <a:pt x="1" y="1"/>
                  </a:cubicBezTo>
                  <a:lnTo>
                    <a:pt x="0" y="1"/>
                  </a:lnTo>
                  <a:cubicBezTo>
                    <a:pt x="4" y="9"/>
                    <a:pt x="17" y="11"/>
                    <a:pt x="1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9"/>
            <p:cNvSpPr/>
            <p:nvPr/>
          </p:nvSpPr>
          <p:spPr>
            <a:xfrm>
              <a:off x="3406325" y="-588095"/>
              <a:ext cx="10080" cy="6120"/>
            </a:xfrm>
            <a:custGeom>
              <a:rect b="b" l="l" r="r" t="t"/>
              <a:pathLst>
                <a:path extrusionOk="0" h="17" w="28">
                  <a:moveTo>
                    <a:pt x="0" y="10"/>
                  </a:moveTo>
                  <a:lnTo>
                    <a:pt x="11" y="13"/>
                  </a:lnTo>
                  <a:lnTo>
                    <a:pt x="26" y="16"/>
                  </a:lnTo>
                  <a:cubicBezTo>
                    <a:pt x="26" y="11"/>
                    <a:pt x="26" y="7"/>
                    <a:pt x="27" y="2"/>
                  </a:cubicBezTo>
                  <a:lnTo>
                    <a:pt x="0" y="0"/>
                  </a:lnTo>
                  <a:cubicBezTo>
                    <a:pt x="0" y="4"/>
                    <a:pt x="0"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9"/>
            <p:cNvSpPr/>
            <p:nvPr/>
          </p:nvSpPr>
          <p:spPr>
            <a:xfrm>
              <a:off x="3406325" y="-584495"/>
              <a:ext cx="9360" cy="7560"/>
            </a:xfrm>
            <a:custGeom>
              <a:rect b="b" l="l" r="r" t="t"/>
              <a:pathLst>
                <a:path extrusionOk="0" h="21" w="26">
                  <a:moveTo>
                    <a:pt x="0" y="0"/>
                  </a:moveTo>
                  <a:cubicBezTo>
                    <a:pt x="1" y="6"/>
                    <a:pt x="1" y="12"/>
                    <a:pt x="3" y="18"/>
                  </a:cubicBezTo>
                  <a:cubicBezTo>
                    <a:pt x="3" y="19"/>
                    <a:pt x="3" y="19"/>
                    <a:pt x="4" y="20"/>
                  </a:cubicBezTo>
                  <a:lnTo>
                    <a:pt x="5" y="20"/>
                  </a:lnTo>
                  <a:cubicBezTo>
                    <a:pt x="11" y="20"/>
                    <a:pt x="17" y="20"/>
                    <a:pt x="23" y="19"/>
                  </a:cubicBezTo>
                  <a:cubicBezTo>
                    <a:pt x="24" y="14"/>
                    <a:pt x="25" y="10"/>
                    <a:pt x="25" y="5"/>
                  </a:cubicBezTo>
                  <a:lnTo>
                    <a:pt x="10" y="2"/>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9"/>
            <p:cNvSpPr/>
            <p:nvPr/>
          </p:nvSpPr>
          <p:spPr>
            <a:xfrm>
              <a:off x="3424325" y="-586655"/>
              <a:ext cx="5400" cy="8640"/>
            </a:xfrm>
            <a:custGeom>
              <a:rect b="b" l="l" r="r" t="t"/>
              <a:pathLst>
                <a:path extrusionOk="0" h="24" w="15">
                  <a:moveTo>
                    <a:pt x="1" y="14"/>
                  </a:moveTo>
                  <a:cubicBezTo>
                    <a:pt x="1" y="21"/>
                    <a:pt x="14" y="23"/>
                    <a:pt x="14" y="15"/>
                  </a:cubicBezTo>
                  <a:cubicBezTo>
                    <a:pt x="14" y="10"/>
                    <a:pt x="14" y="5"/>
                    <a:pt x="14" y="0"/>
                  </a:cubicBezTo>
                  <a:lnTo>
                    <a:pt x="0" y="0"/>
                  </a:lnTo>
                  <a:cubicBezTo>
                    <a:pt x="1" y="4"/>
                    <a:pt x="1" y="9"/>
                    <a:pt x="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9"/>
            <p:cNvSpPr/>
            <p:nvPr/>
          </p:nvSpPr>
          <p:spPr>
            <a:xfrm>
              <a:off x="3439085" y="-586655"/>
              <a:ext cx="8640" cy="11520"/>
            </a:xfrm>
            <a:custGeom>
              <a:rect b="b" l="l" r="r" t="t"/>
              <a:pathLst>
                <a:path extrusionOk="0" h="32" w="24">
                  <a:moveTo>
                    <a:pt x="2" y="25"/>
                  </a:moveTo>
                  <a:lnTo>
                    <a:pt x="3" y="26"/>
                  </a:lnTo>
                  <a:cubicBezTo>
                    <a:pt x="4" y="28"/>
                    <a:pt x="4" y="29"/>
                    <a:pt x="6" y="30"/>
                  </a:cubicBezTo>
                  <a:cubicBezTo>
                    <a:pt x="8" y="31"/>
                    <a:pt x="9" y="31"/>
                    <a:pt x="11" y="31"/>
                  </a:cubicBezTo>
                  <a:cubicBezTo>
                    <a:pt x="12" y="31"/>
                    <a:pt x="14" y="31"/>
                    <a:pt x="15" y="30"/>
                  </a:cubicBezTo>
                  <a:cubicBezTo>
                    <a:pt x="16" y="29"/>
                    <a:pt x="17" y="28"/>
                    <a:pt x="18" y="26"/>
                  </a:cubicBezTo>
                  <a:cubicBezTo>
                    <a:pt x="18" y="25"/>
                    <a:pt x="19" y="25"/>
                    <a:pt x="19" y="25"/>
                  </a:cubicBezTo>
                  <a:cubicBezTo>
                    <a:pt x="21" y="16"/>
                    <a:pt x="22" y="8"/>
                    <a:pt x="23" y="0"/>
                  </a:cubicBezTo>
                  <a:lnTo>
                    <a:pt x="0" y="0"/>
                  </a:lnTo>
                  <a:cubicBezTo>
                    <a:pt x="0" y="9"/>
                    <a:pt x="1" y="17"/>
                    <a:pt x="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9"/>
            <p:cNvSpPr/>
            <p:nvPr/>
          </p:nvSpPr>
          <p:spPr>
            <a:xfrm>
              <a:off x="3453485" y="-580175"/>
              <a:ext cx="1800" cy="720"/>
            </a:xfrm>
            <a:custGeom>
              <a:rect b="b" l="l" r="r" t="t"/>
              <a:pathLst>
                <a:path extrusionOk="0" h="2" w="5">
                  <a:moveTo>
                    <a:pt x="4" y="1"/>
                  </a:moveTo>
                  <a:lnTo>
                    <a:pt x="0" y="0"/>
                  </a:lnTo>
                  <a:cubicBezTo>
                    <a:pt x="1" y="0"/>
                    <a:pt x="1" y="0"/>
                    <a:pt x="1" y="0"/>
                  </a:cubicBezTo>
                  <a:cubicBezTo>
                    <a:pt x="2" y="1"/>
                    <a:pt x="3"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9"/>
            <p:cNvSpPr/>
            <p:nvPr/>
          </p:nvSpPr>
          <p:spPr>
            <a:xfrm>
              <a:off x="3452045" y="-587735"/>
              <a:ext cx="7200" cy="6840"/>
            </a:xfrm>
            <a:custGeom>
              <a:rect b="b" l="l" r="r" t="t"/>
              <a:pathLst>
                <a:path extrusionOk="0" h="19" w="20">
                  <a:moveTo>
                    <a:pt x="1" y="2"/>
                  </a:moveTo>
                  <a:lnTo>
                    <a:pt x="1" y="15"/>
                  </a:lnTo>
                  <a:cubicBezTo>
                    <a:pt x="1" y="16"/>
                    <a:pt x="0" y="16"/>
                    <a:pt x="0" y="17"/>
                  </a:cubicBezTo>
                  <a:lnTo>
                    <a:pt x="1" y="18"/>
                  </a:lnTo>
                  <a:lnTo>
                    <a:pt x="1" y="17"/>
                  </a:lnTo>
                  <a:cubicBezTo>
                    <a:pt x="1" y="16"/>
                    <a:pt x="0" y="15"/>
                    <a:pt x="1" y="14"/>
                  </a:cubicBezTo>
                  <a:cubicBezTo>
                    <a:pt x="2" y="13"/>
                    <a:pt x="2" y="13"/>
                    <a:pt x="3" y="12"/>
                  </a:cubicBezTo>
                  <a:lnTo>
                    <a:pt x="4" y="12"/>
                  </a:lnTo>
                  <a:cubicBezTo>
                    <a:pt x="9" y="9"/>
                    <a:pt x="14" y="7"/>
                    <a:pt x="19" y="6"/>
                  </a:cubicBezTo>
                  <a:lnTo>
                    <a:pt x="19" y="0"/>
                  </a:lnTo>
                  <a:cubicBezTo>
                    <a:pt x="14" y="1"/>
                    <a:pt x="8" y="1"/>
                    <a:pt x="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9"/>
            <p:cNvSpPr/>
            <p:nvPr/>
          </p:nvSpPr>
          <p:spPr>
            <a:xfrm>
              <a:off x="3452765" y="-585575"/>
              <a:ext cx="6840" cy="6480"/>
            </a:xfrm>
            <a:custGeom>
              <a:rect b="b" l="l" r="r" t="t"/>
              <a:pathLst>
                <a:path extrusionOk="0" h="18" w="19">
                  <a:moveTo>
                    <a:pt x="1" y="12"/>
                  </a:moveTo>
                  <a:lnTo>
                    <a:pt x="1" y="13"/>
                  </a:lnTo>
                  <a:cubicBezTo>
                    <a:pt x="1" y="14"/>
                    <a:pt x="2" y="14"/>
                    <a:pt x="3" y="15"/>
                  </a:cubicBezTo>
                  <a:lnTo>
                    <a:pt x="6" y="16"/>
                  </a:lnTo>
                  <a:cubicBezTo>
                    <a:pt x="7" y="16"/>
                    <a:pt x="8" y="17"/>
                    <a:pt x="9" y="17"/>
                  </a:cubicBezTo>
                  <a:cubicBezTo>
                    <a:pt x="10" y="17"/>
                    <a:pt x="11" y="16"/>
                    <a:pt x="13" y="15"/>
                  </a:cubicBezTo>
                  <a:cubicBezTo>
                    <a:pt x="15" y="14"/>
                    <a:pt x="16" y="13"/>
                    <a:pt x="17" y="12"/>
                  </a:cubicBezTo>
                  <a:cubicBezTo>
                    <a:pt x="18" y="11"/>
                    <a:pt x="18" y="10"/>
                    <a:pt x="18" y="8"/>
                  </a:cubicBezTo>
                  <a:cubicBezTo>
                    <a:pt x="18" y="6"/>
                    <a:pt x="18" y="3"/>
                    <a:pt x="18" y="0"/>
                  </a:cubicBezTo>
                  <a:cubicBezTo>
                    <a:pt x="13" y="1"/>
                    <a:pt x="8" y="3"/>
                    <a:pt x="3" y="6"/>
                  </a:cubicBezTo>
                  <a:cubicBezTo>
                    <a:pt x="2" y="7"/>
                    <a:pt x="2" y="7"/>
                    <a:pt x="1" y="8"/>
                  </a:cubicBezTo>
                  <a:cubicBezTo>
                    <a:pt x="1" y="9"/>
                    <a:pt x="0" y="10"/>
                    <a:pt x="0" y="11"/>
                  </a:cubicBezTo>
                  <a:cubicBezTo>
                    <a:pt x="0" y="11"/>
                    <a:pt x="0" y="12"/>
                    <a:pt x="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9"/>
            <p:cNvSpPr/>
            <p:nvPr/>
          </p:nvSpPr>
          <p:spPr>
            <a:xfrm>
              <a:off x="3031205" y="-878255"/>
              <a:ext cx="2880" cy="4320"/>
            </a:xfrm>
            <a:custGeom>
              <a:rect b="b" l="l" r="r" t="t"/>
              <a:pathLst>
                <a:path extrusionOk="0" h="12" w="8">
                  <a:moveTo>
                    <a:pt x="0" y="11"/>
                  </a:moveTo>
                  <a:cubicBezTo>
                    <a:pt x="2" y="7"/>
                    <a:pt x="5" y="3"/>
                    <a:pt x="7" y="0"/>
                  </a:cubicBezTo>
                  <a:cubicBezTo>
                    <a:pt x="6" y="0"/>
                    <a:pt x="6" y="0"/>
                    <a:pt x="5" y="0"/>
                  </a:cubicBezTo>
                  <a:cubicBezTo>
                    <a:pt x="4" y="1"/>
                    <a:pt x="2" y="4"/>
                    <a:pt x="1" y="5"/>
                  </a:cubicBezTo>
                  <a:cubicBezTo>
                    <a:pt x="0" y="7"/>
                    <a:pt x="0" y="8"/>
                    <a:pt x="0" y="10"/>
                  </a:cubicBezTo>
                  <a:lnTo>
                    <a:pt x="0"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9"/>
            <p:cNvSpPr/>
            <p:nvPr/>
          </p:nvSpPr>
          <p:spPr>
            <a:xfrm>
              <a:off x="3035165" y="-878615"/>
              <a:ext cx="32400" cy="17640"/>
            </a:xfrm>
            <a:custGeom>
              <a:rect b="b" l="l" r="r" t="t"/>
              <a:pathLst>
                <a:path extrusionOk="0" h="49" w="90">
                  <a:moveTo>
                    <a:pt x="87" y="38"/>
                  </a:moveTo>
                  <a:cubicBezTo>
                    <a:pt x="87" y="37"/>
                    <a:pt x="87" y="37"/>
                    <a:pt x="88" y="36"/>
                  </a:cubicBezTo>
                  <a:cubicBezTo>
                    <a:pt x="88" y="35"/>
                    <a:pt x="89" y="34"/>
                    <a:pt x="89" y="33"/>
                  </a:cubicBezTo>
                  <a:cubicBezTo>
                    <a:pt x="89" y="32"/>
                    <a:pt x="89" y="30"/>
                    <a:pt x="88" y="29"/>
                  </a:cubicBezTo>
                  <a:cubicBezTo>
                    <a:pt x="87" y="28"/>
                    <a:pt x="87" y="28"/>
                    <a:pt x="87" y="28"/>
                  </a:cubicBezTo>
                  <a:cubicBezTo>
                    <a:pt x="82" y="24"/>
                    <a:pt x="77" y="21"/>
                    <a:pt x="72" y="18"/>
                  </a:cubicBezTo>
                  <a:cubicBezTo>
                    <a:pt x="62" y="12"/>
                    <a:pt x="51" y="8"/>
                    <a:pt x="40" y="5"/>
                  </a:cubicBezTo>
                  <a:cubicBezTo>
                    <a:pt x="34" y="3"/>
                    <a:pt x="28" y="2"/>
                    <a:pt x="23" y="0"/>
                  </a:cubicBezTo>
                  <a:cubicBezTo>
                    <a:pt x="16" y="9"/>
                    <a:pt x="8" y="17"/>
                    <a:pt x="0" y="25"/>
                  </a:cubicBezTo>
                  <a:cubicBezTo>
                    <a:pt x="17" y="27"/>
                    <a:pt x="33" y="37"/>
                    <a:pt x="50" y="39"/>
                  </a:cubicBezTo>
                  <a:cubicBezTo>
                    <a:pt x="62" y="40"/>
                    <a:pt x="76" y="48"/>
                    <a:pt x="8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9"/>
            <p:cNvSpPr/>
            <p:nvPr/>
          </p:nvSpPr>
          <p:spPr>
            <a:xfrm>
              <a:off x="3031205" y="-878975"/>
              <a:ext cx="12240" cy="9720"/>
            </a:xfrm>
            <a:custGeom>
              <a:rect b="b" l="l" r="r" t="t"/>
              <a:pathLst>
                <a:path extrusionOk="0" h="27" w="34">
                  <a:moveTo>
                    <a:pt x="10" y="26"/>
                  </a:moveTo>
                  <a:lnTo>
                    <a:pt x="11" y="26"/>
                  </a:lnTo>
                  <a:cubicBezTo>
                    <a:pt x="19" y="18"/>
                    <a:pt x="26" y="10"/>
                    <a:pt x="33" y="1"/>
                  </a:cubicBezTo>
                  <a:cubicBezTo>
                    <a:pt x="29" y="0"/>
                    <a:pt x="25" y="0"/>
                    <a:pt x="21" y="0"/>
                  </a:cubicBezTo>
                  <a:cubicBezTo>
                    <a:pt x="16" y="0"/>
                    <a:pt x="12" y="0"/>
                    <a:pt x="8" y="1"/>
                  </a:cubicBezTo>
                  <a:lnTo>
                    <a:pt x="7" y="1"/>
                  </a:lnTo>
                  <a:cubicBezTo>
                    <a:pt x="5" y="5"/>
                    <a:pt x="2" y="9"/>
                    <a:pt x="0" y="12"/>
                  </a:cubicBezTo>
                  <a:cubicBezTo>
                    <a:pt x="0" y="13"/>
                    <a:pt x="0" y="14"/>
                    <a:pt x="0" y="14"/>
                  </a:cubicBezTo>
                  <a:cubicBezTo>
                    <a:pt x="0" y="16"/>
                    <a:pt x="0" y="18"/>
                    <a:pt x="1" y="20"/>
                  </a:cubicBezTo>
                  <a:cubicBezTo>
                    <a:pt x="2" y="22"/>
                    <a:pt x="4" y="24"/>
                    <a:pt x="6" y="25"/>
                  </a:cubicBezTo>
                  <a:cubicBezTo>
                    <a:pt x="7" y="25"/>
                    <a:pt x="8" y="26"/>
                    <a:pt x="1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9"/>
            <p:cNvSpPr/>
            <p:nvPr/>
          </p:nvSpPr>
          <p:spPr>
            <a:xfrm>
              <a:off x="3093125" y="-843695"/>
              <a:ext cx="12960" cy="12960"/>
            </a:xfrm>
            <a:custGeom>
              <a:rect b="b" l="l" r="r" t="t"/>
              <a:pathLst>
                <a:path extrusionOk="0" h="36" w="36">
                  <a:moveTo>
                    <a:pt x="26" y="33"/>
                  </a:moveTo>
                  <a:cubicBezTo>
                    <a:pt x="29" y="35"/>
                    <a:pt x="35" y="31"/>
                    <a:pt x="32" y="27"/>
                  </a:cubicBezTo>
                  <a:cubicBezTo>
                    <a:pt x="28" y="20"/>
                    <a:pt x="21" y="14"/>
                    <a:pt x="14" y="9"/>
                  </a:cubicBezTo>
                  <a:cubicBezTo>
                    <a:pt x="13" y="9"/>
                    <a:pt x="13" y="9"/>
                    <a:pt x="13" y="9"/>
                  </a:cubicBezTo>
                  <a:cubicBezTo>
                    <a:pt x="9" y="6"/>
                    <a:pt x="5" y="3"/>
                    <a:pt x="2" y="0"/>
                  </a:cubicBezTo>
                  <a:cubicBezTo>
                    <a:pt x="2" y="5"/>
                    <a:pt x="1" y="11"/>
                    <a:pt x="0" y="16"/>
                  </a:cubicBezTo>
                  <a:cubicBezTo>
                    <a:pt x="7" y="21"/>
                    <a:pt x="13" y="26"/>
                    <a:pt x="20" y="30"/>
                  </a:cubicBezTo>
                  <a:cubicBezTo>
                    <a:pt x="22" y="31"/>
                    <a:pt x="24" y="32"/>
                    <a:pt x="26"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9"/>
            <p:cNvSpPr/>
            <p:nvPr/>
          </p:nvSpPr>
          <p:spPr>
            <a:xfrm>
              <a:off x="3073685" y="-858455"/>
              <a:ext cx="10080" cy="8640"/>
            </a:xfrm>
            <a:custGeom>
              <a:rect b="b" l="l" r="r" t="t"/>
              <a:pathLst>
                <a:path extrusionOk="0" h="24" w="28">
                  <a:moveTo>
                    <a:pt x="27" y="11"/>
                  </a:moveTo>
                  <a:cubicBezTo>
                    <a:pt x="23" y="7"/>
                    <a:pt x="19" y="5"/>
                    <a:pt x="13" y="2"/>
                  </a:cubicBezTo>
                  <a:cubicBezTo>
                    <a:pt x="8" y="0"/>
                    <a:pt x="0" y="9"/>
                    <a:pt x="8" y="14"/>
                  </a:cubicBezTo>
                  <a:cubicBezTo>
                    <a:pt x="9" y="14"/>
                    <a:pt x="10" y="15"/>
                    <a:pt x="11" y="16"/>
                  </a:cubicBezTo>
                  <a:cubicBezTo>
                    <a:pt x="15" y="18"/>
                    <a:pt x="19" y="20"/>
                    <a:pt x="22" y="23"/>
                  </a:cubicBezTo>
                  <a:cubicBezTo>
                    <a:pt x="22" y="22"/>
                    <a:pt x="22" y="22"/>
                    <a:pt x="22" y="22"/>
                  </a:cubicBezTo>
                  <a:cubicBezTo>
                    <a:pt x="22" y="19"/>
                    <a:pt x="23" y="17"/>
                    <a:pt x="24" y="14"/>
                  </a:cubicBezTo>
                  <a:cubicBezTo>
                    <a:pt x="25" y="13"/>
                    <a:pt x="26" y="12"/>
                    <a:pt x="27"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9"/>
            <p:cNvSpPr/>
            <p:nvPr/>
          </p:nvSpPr>
          <p:spPr>
            <a:xfrm>
              <a:off x="3081605" y="-854135"/>
              <a:ext cx="7200" cy="9720"/>
            </a:xfrm>
            <a:custGeom>
              <a:rect b="b" l="l" r="r" t="t"/>
              <a:pathLst>
                <a:path extrusionOk="0" h="27" w="20">
                  <a:moveTo>
                    <a:pt x="9" y="20"/>
                  </a:moveTo>
                  <a:lnTo>
                    <a:pt x="14" y="26"/>
                  </a:lnTo>
                  <a:cubicBezTo>
                    <a:pt x="13" y="26"/>
                    <a:pt x="13" y="25"/>
                    <a:pt x="13" y="24"/>
                  </a:cubicBezTo>
                  <a:cubicBezTo>
                    <a:pt x="13" y="21"/>
                    <a:pt x="14" y="18"/>
                    <a:pt x="16" y="16"/>
                  </a:cubicBezTo>
                  <a:cubicBezTo>
                    <a:pt x="17" y="15"/>
                    <a:pt x="18" y="13"/>
                    <a:pt x="19" y="12"/>
                  </a:cubicBezTo>
                  <a:cubicBezTo>
                    <a:pt x="15" y="8"/>
                    <a:pt x="10" y="4"/>
                    <a:pt x="5" y="0"/>
                  </a:cubicBezTo>
                  <a:cubicBezTo>
                    <a:pt x="4" y="1"/>
                    <a:pt x="3" y="3"/>
                    <a:pt x="2" y="4"/>
                  </a:cubicBezTo>
                  <a:cubicBezTo>
                    <a:pt x="1" y="6"/>
                    <a:pt x="0" y="9"/>
                    <a:pt x="0" y="11"/>
                  </a:cubicBezTo>
                  <a:cubicBezTo>
                    <a:pt x="0" y="12"/>
                    <a:pt x="0" y="12"/>
                    <a:pt x="0" y="12"/>
                  </a:cubicBezTo>
                  <a:cubicBezTo>
                    <a:pt x="4" y="14"/>
                    <a:pt x="7" y="17"/>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9"/>
            <p:cNvSpPr/>
            <p:nvPr/>
          </p:nvSpPr>
          <p:spPr>
            <a:xfrm>
              <a:off x="3088085" y="-846215"/>
              <a:ext cx="6120" cy="8640"/>
            </a:xfrm>
            <a:custGeom>
              <a:rect b="b" l="l" r="r" t="t"/>
              <a:pathLst>
                <a:path extrusionOk="0" h="24" w="17">
                  <a:moveTo>
                    <a:pt x="10" y="0"/>
                  </a:moveTo>
                  <a:cubicBezTo>
                    <a:pt x="8" y="3"/>
                    <a:pt x="5" y="6"/>
                    <a:pt x="2" y="9"/>
                  </a:cubicBezTo>
                  <a:lnTo>
                    <a:pt x="1" y="9"/>
                  </a:lnTo>
                  <a:lnTo>
                    <a:pt x="0" y="9"/>
                  </a:lnTo>
                  <a:cubicBezTo>
                    <a:pt x="1" y="10"/>
                    <a:pt x="2" y="12"/>
                    <a:pt x="4" y="13"/>
                  </a:cubicBezTo>
                  <a:cubicBezTo>
                    <a:pt x="7" y="17"/>
                    <a:pt x="11" y="20"/>
                    <a:pt x="15" y="23"/>
                  </a:cubicBezTo>
                  <a:cubicBezTo>
                    <a:pt x="16" y="17"/>
                    <a:pt x="16" y="11"/>
                    <a:pt x="16" y="6"/>
                  </a:cubicBezTo>
                  <a:cubicBezTo>
                    <a:pt x="14" y="5"/>
                    <a:pt x="12" y="2"/>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9"/>
            <p:cNvSpPr/>
            <p:nvPr/>
          </p:nvSpPr>
          <p:spPr>
            <a:xfrm>
              <a:off x="3086645" y="-849815"/>
              <a:ext cx="5400" cy="7560"/>
            </a:xfrm>
            <a:custGeom>
              <a:rect b="b" l="l" r="r" t="t"/>
              <a:pathLst>
                <a:path extrusionOk="0" h="21" w="15">
                  <a:moveTo>
                    <a:pt x="7" y="19"/>
                  </a:moveTo>
                  <a:cubicBezTo>
                    <a:pt x="10" y="16"/>
                    <a:pt x="12" y="13"/>
                    <a:pt x="14" y="10"/>
                  </a:cubicBezTo>
                  <a:cubicBezTo>
                    <a:pt x="13" y="8"/>
                    <a:pt x="11" y="6"/>
                    <a:pt x="9" y="4"/>
                  </a:cubicBezTo>
                  <a:cubicBezTo>
                    <a:pt x="7" y="2"/>
                    <a:pt x="6" y="2"/>
                    <a:pt x="5" y="0"/>
                  </a:cubicBezTo>
                  <a:cubicBezTo>
                    <a:pt x="4" y="1"/>
                    <a:pt x="3" y="3"/>
                    <a:pt x="2" y="4"/>
                  </a:cubicBezTo>
                  <a:cubicBezTo>
                    <a:pt x="0" y="7"/>
                    <a:pt x="0" y="9"/>
                    <a:pt x="0" y="12"/>
                  </a:cubicBezTo>
                  <a:cubicBezTo>
                    <a:pt x="0" y="13"/>
                    <a:pt x="0" y="14"/>
                    <a:pt x="0" y="15"/>
                  </a:cubicBezTo>
                  <a:lnTo>
                    <a:pt x="4" y="20"/>
                  </a:lnTo>
                  <a:cubicBezTo>
                    <a:pt x="5" y="20"/>
                    <a:pt x="6" y="20"/>
                    <a:pt x="6" y="19"/>
                  </a:cubicBezTo>
                  <a:lnTo>
                    <a:pt x="7"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9"/>
            <p:cNvSpPr/>
            <p:nvPr/>
          </p:nvSpPr>
          <p:spPr>
            <a:xfrm>
              <a:off x="3049565" y="-890495"/>
              <a:ext cx="57600" cy="34920"/>
            </a:xfrm>
            <a:custGeom>
              <a:rect b="b" l="l" r="r" t="t"/>
              <a:pathLst>
                <a:path extrusionOk="0" h="97" w="160">
                  <a:moveTo>
                    <a:pt x="158" y="88"/>
                  </a:moveTo>
                  <a:cubicBezTo>
                    <a:pt x="139" y="63"/>
                    <a:pt x="116" y="43"/>
                    <a:pt x="90" y="27"/>
                  </a:cubicBezTo>
                  <a:cubicBezTo>
                    <a:pt x="86" y="24"/>
                    <a:pt x="81" y="21"/>
                    <a:pt x="77" y="19"/>
                  </a:cubicBezTo>
                  <a:cubicBezTo>
                    <a:pt x="57" y="7"/>
                    <a:pt x="33" y="0"/>
                    <a:pt x="9" y="0"/>
                  </a:cubicBezTo>
                  <a:lnTo>
                    <a:pt x="0" y="12"/>
                  </a:lnTo>
                  <a:cubicBezTo>
                    <a:pt x="61" y="20"/>
                    <a:pt x="99" y="68"/>
                    <a:pt x="151" y="95"/>
                  </a:cubicBezTo>
                  <a:cubicBezTo>
                    <a:pt x="152" y="96"/>
                    <a:pt x="153" y="96"/>
                    <a:pt x="153" y="96"/>
                  </a:cubicBezTo>
                  <a:cubicBezTo>
                    <a:pt x="154" y="96"/>
                    <a:pt x="155" y="96"/>
                    <a:pt x="156" y="95"/>
                  </a:cubicBezTo>
                  <a:cubicBezTo>
                    <a:pt x="157" y="94"/>
                    <a:pt x="157" y="94"/>
                    <a:pt x="158" y="93"/>
                  </a:cubicBezTo>
                  <a:cubicBezTo>
                    <a:pt x="159" y="92"/>
                    <a:pt x="159" y="91"/>
                    <a:pt x="159" y="90"/>
                  </a:cubicBezTo>
                  <a:cubicBezTo>
                    <a:pt x="159" y="90"/>
                    <a:pt x="158" y="89"/>
                    <a:pt x="158"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9"/>
            <p:cNvSpPr/>
            <p:nvPr/>
          </p:nvSpPr>
          <p:spPr>
            <a:xfrm>
              <a:off x="3046685" y="-890495"/>
              <a:ext cx="6840" cy="4680"/>
            </a:xfrm>
            <a:custGeom>
              <a:rect b="b" l="l" r="r" t="t"/>
              <a:pathLst>
                <a:path extrusionOk="0" h="13" w="19">
                  <a:moveTo>
                    <a:pt x="6" y="0"/>
                  </a:moveTo>
                  <a:cubicBezTo>
                    <a:pt x="5" y="0"/>
                    <a:pt x="4" y="0"/>
                    <a:pt x="3" y="1"/>
                  </a:cubicBezTo>
                  <a:cubicBezTo>
                    <a:pt x="2" y="2"/>
                    <a:pt x="2" y="2"/>
                    <a:pt x="1" y="3"/>
                  </a:cubicBezTo>
                  <a:cubicBezTo>
                    <a:pt x="0" y="4"/>
                    <a:pt x="0" y="5"/>
                    <a:pt x="0" y="6"/>
                  </a:cubicBezTo>
                  <a:cubicBezTo>
                    <a:pt x="0" y="7"/>
                    <a:pt x="0" y="7"/>
                    <a:pt x="1" y="8"/>
                  </a:cubicBezTo>
                  <a:cubicBezTo>
                    <a:pt x="2" y="9"/>
                    <a:pt x="2" y="10"/>
                    <a:pt x="3" y="11"/>
                  </a:cubicBezTo>
                  <a:cubicBezTo>
                    <a:pt x="4" y="12"/>
                    <a:pt x="5" y="11"/>
                    <a:pt x="6" y="11"/>
                  </a:cubicBezTo>
                  <a:lnTo>
                    <a:pt x="8" y="11"/>
                  </a:lnTo>
                  <a:lnTo>
                    <a:pt x="18" y="0"/>
                  </a:lnTo>
                  <a:cubicBezTo>
                    <a:pt x="13" y="0"/>
                    <a:pt x="9"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9"/>
            <p:cNvSpPr/>
            <p:nvPr/>
          </p:nvSpPr>
          <p:spPr>
            <a:xfrm>
              <a:off x="3115085" y="-872135"/>
              <a:ext cx="6120" cy="6480"/>
            </a:xfrm>
            <a:custGeom>
              <a:rect b="b" l="l" r="r" t="t"/>
              <a:pathLst>
                <a:path extrusionOk="0" h="18" w="17">
                  <a:moveTo>
                    <a:pt x="5" y="14"/>
                  </a:moveTo>
                  <a:cubicBezTo>
                    <a:pt x="10" y="17"/>
                    <a:pt x="16" y="10"/>
                    <a:pt x="14" y="5"/>
                  </a:cubicBezTo>
                  <a:cubicBezTo>
                    <a:pt x="14" y="4"/>
                    <a:pt x="12" y="2"/>
                    <a:pt x="11" y="0"/>
                  </a:cubicBezTo>
                  <a:lnTo>
                    <a:pt x="0" y="10"/>
                  </a:lnTo>
                  <a:lnTo>
                    <a:pt x="5"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9"/>
            <p:cNvSpPr/>
            <p:nvPr/>
          </p:nvSpPr>
          <p:spPr>
            <a:xfrm>
              <a:off x="3062165" y="-903455"/>
              <a:ext cx="52200" cy="30960"/>
            </a:xfrm>
            <a:custGeom>
              <a:rect b="b" l="l" r="r" t="t"/>
              <a:pathLst>
                <a:path extrusionOk="0" h="86" w="145">
                  <a:moveTo>
                    <a:pt x="10" y="20"/>
                  </a:moveTo>
                  <a:cubicBezTo>
                    <a:pt x="33" y="24"/>
                    <a:pt x="55" y="33"/>
                    <a:pt x="75" y="44"/>
                  </a:cubicBezTo>
                  <a:cubicBezTo>
                    <a:pt x="81" y="48"/>
                    <a:pt x="87" y="51"/>
                    <a:pt x="92" y="55"/>
                  </a:cubicBezTo>
                  <a:cubicBezTo>
                    <a:pt x="105" y="64"/>
                    <a:pt x="118" y="74"/>
                    <a:pt x="130" y="85"/>
                  </a:cubicBezTo>
                  <a:cubicBezTo>
                    <a:pt x="132" y="81"/>
                    <a:pt x="135" y="78"/>
                    <a:pt x="139" y="75"/>
                  </a:cubicBezTo>
                  <a:lnTo>
                    <a:pt x="144" y="69"/>
                  </a:lnTo>
                  <a:cubicBezTo>
                    <a:pt x="130" y="52"/>
                    <a:pt x="112" y="37"/>
                    <a:pt x="92" y="25"/>
                  </a:cubicBezTo>
                  <a:cubicBezTo>
                    <a:pt x="68" y="11"/>
                    <a:pt x="42" y="3"/>
                    <a:pt x="14" y="0"/>
                  </a:cubicBezTo>
                  <a:lnTo>
                    <a:pt x="0" y="11"/>
                  </a:lnTo>
                  <a:cubicBezTo>
                    <a:pt x="0" y="12"/>
                    <a:pt x="1" y="14"/>
                    <a:pt x="1" y="15"/>
                  </a:cubicBezTo>
                  <a:cubicBezTo>
                    <a:pt x="2" y="17"/>
                    <a:pt x="4" y="18"/>
                    <a:pt x="5" y="19"/>
                  </a:cubicBezTo>
                  <a:cubicBezTo>
                    <a:pt x="7" y="20"/>
                    <a:pt x="8" y="20"/>
                    <a:pt x="1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9"/>
            <p:cNvSpPr/>
            <p:nvPr/>
          </p:nvSpPr>
          <p:spPr>
            <a:xfrm>
              <a:off x="3062525" y="-903815"/>
              <a:ext cx="5400" cy="4680"/>
            </a:xfrm>
            <a:custGeom>
              <a:rect b="b" l="l" r="r" t="t"/>
              <a:pathLst>
                <a:path extrusionOk="0" h="13" w="15">
                  <a:moveTo>
                    <a:pt x="10" y="0"/>
                  </a:moveTo>
                  <a:lnTo>
                    <a:pt x="9" y="0"/>
                  </a:lnTo>
                  <a:cubicBezTo>
                    <a:pt x="8" y="0"/>
                    <a:pt x="7" y="0"/>
                    <a:pt x="5" y="1"/>
                  </a:cubicBezTo>
                  <a:cubicBezTo>
                    <a:pt x="3" y="2"/>
                    <a:pt x="2" y="3"/>
                    <a:pt x="1" y="5"/>
                  </a:cubicBezTo>
                  <a:cubicBezTo>
                    <a:pt x="0" y="7"/>
                    <a:pt x="0" y="8"/>
                    <a:pt x="0" y="9"/>
                  </a:cubicBezTo>
                  <a:cubicBezTo>
                    <a:pt x="0" y="10"/>
                    <a:pt x="0" y="11"/>
                    <a:pt x="0" y="12"/>
                  </a:cubicBezTo>
                  <a:lnTo>
                    <a:pt x="14" y="1"/>
                  </a:ln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9"/>
            <p:cNvSpPr/>
            <p:nvPr/>
          </p:nvSpPr>
          <p:spPr>
            <a:xfrm>
              <a:off x="3109325" y="-878615"/>
              <a:ext cx="10080" cy="10440"/>
            </a:xfrm>
            <a:custGeom>
              <a:rect b="b" l="l" r="r" t="t"/>
              <a:pathLst>
                <a:path extrusionOk="0" h="29" w="28">
                  <a:moveTo>
                    <a:pt x="9" y="6"/>
                  </a:moveTo>
                  <a:cubicBezTo>
                    <a:pt x="5" y="9"/>
                    <a:pt x="2" y="12"/>
                    <a:pt x="0" y="16"/>
                  </a:cubicBezTo>
                  <a:cubicBezTo>
                    <a:pt x="5" y="20"/>
                    <a:pt x="11" y="25"/>
                    <a:pt x="17" y="28"/>
                  </a:cubicBezTo>
                  <a:lnTo>
                    <a:pt x="27" y="18"/>
                  </a:lnTo>
                  <a:cubicBezTo>
                    <a:pt x="27" y="18"/>
                    <a:pt x="26" y="18"/>
                    <a:pt x="26" y="17"/>
                  </a:cubicBezTo>
                  <a:cubicBezTo>
                    <a:pt x="23" y="11"/>
                    <a:pt x="19" y="6"/>
                    <a:pt x="15" y="0"/>
                  </a:cubicBezTo>
                  <a:lnTo>
                    <a:pt x="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9"/>
            <p:cNvSpPr/>
            <p:nvPr/>
          </p:nvSpPr>
          <p:spPr>
            <a:xfrm>
              <a:off x="3078365" y="-916055"/>
              <a:ext cx="53280" cy="30960"/>
            </a:xfrm>
            <a:custGeom>
              <a:rect b="b" l="l" r="r" t="t"/>
              <a:pathLst>
                <a:path extrusionOk="0" h="86" w="148">
                  <a:moveTo>
                    <a:pt x="6" y="19"/>
                  </a:moveTo>
                  <a:cubicBezTo>
                    <a:pt x="34" y="23"/>
                    <a:pt x="61" y="32"/>
                    <a:pt x="86" y="46"/>
                  </a:cubicBezTo>
                  <a:cubicBezTo>
                    <a:pt x="86" y="46"/>
                    <a:pt x="87" y="46"/>
                    <a:pt x="87" y="47"/>
                  </a:cubicBezTo>
                  <a:cubicBezTo>
                    <a:pt x="105" y="59"/>
                    <a:pt x="122" y="72"/>
                    <a:pt x="140" y="85"/>
                  </a:cubicBezTo>
                  <a:cubicBezTo>
                    <a:pt x="140" y="85"/>
                    <a:pt x="141" y="85"/>
                    <a:pt x="142" y="85"/>
                  </a:cubicBezTo>
                  <a:cubicBezTo>
                    <a:pt x="143" y="85"/>
                    <a:pt x="144" y="85"/>
                    <a:pt x="144" y="85"/>
                  </a:cubicBezTo>
                  <a:cubicBezTo>
                    <a:pt x="145" y="84"/>
                    <a:pt x="146" y="84"/>
                    <a:pt x="146" y="83"/>
                  </a:cubicBezTo>
                  <a:cubicBezTo>
                    <a:pt x="146" y="82"/>
                    <a:pt x="147" y="81"/>
                    <a:pt x="147" y="80"/>
                  </a:cubicBezTo>
                  <a:cubicBezTo>
                    <a:pt x="147" y="79"/>
                    <a:pt x="146" y="79"/>
                    <a:pt x="146" y="78"/>
                  </a:cubicBezTo>
                  <a:cubicBezTo>
                    <a:pt x="114" y="31"/>
                    <a:pt x="72" y="0"/>
                    <a:pt x="14" y="4"/>
                  </a:cubicBezTo>
                  <a:lnTo>
                    <a:pt x="0" y="13"/>
                  </a:lnTo>
                  <a:cubicBezTo>
                    <a:pt x="0" y="14"/>
                    <a:pt x="0" y="15"/>
                    <a:pt x="0" y="15"/>
                  </a:cubicBezTo>
                  <a:cubicBezTo>
                    <a:pt x="1" y="17"/>
                    <a:pt x="2" y="19"/>
                    <a:pt x="3" y="19"/>
                  </a:cubicBezTo>
                  <a:cubicBezTo>
                    <a:pt x="4" y="20"/>
                    <a:pt x="5" y="19"/>
                    <a:pt x="6"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9"/>
            <p:cNvSpPr/>
            <p:nvPr/>
          </p:nvSpPr>
          <p:spPr>
            <a:xfrm>
              <a:off x="3077645" y="-914255"/>
              <a:ext cx="5760" cy="3600"/>
            </a:xfrm>
            <a:custGeom>
              <a:rect b="b" l="l" r="r" t="t"/>
              <a:pathLst>
                <a:path extrusionOk="0" h="10" w="16">
                  <a:moveTo>
                    <a:pt x="6" y="0"/>
                  </a:moveTo>
                  <a:cubicBezTo>
                    <a:pt x="5" y="0"/>
                    <a:pt x="4" y="1"/>
                    <a:pt x="3" y="1"/>
                  </a:cubicBezTo>
                  <a:cubicBezTo>
                    <a:pt x="2" y="2"/>
                    <a:pt x="2" y="2"/>
                    <a:pt x="1" y="3"/>
                  </a:cubicBezTo>
                  <a:cubicBezTo>
                    <a:pt x="0" y="4"/>
                    <a:pt x="0" y="5"/>
                    <a:pt x="0" y="7"/>
                  </a:cubicBezTo>
                  <a:cubicBezTo>
                    <a:pt x="0" y="7"/>
                    <a:pt x="0" y="8"/>
                    <a:pt x="1" y="9"/>
                  </a:cubicBezTo>
                  <a:lnTo>
                    <a:pt x="15" y="0"/>
                  </a:lnTo>
                  <a:cubicBezTo>
                    <a:pt x="13" y="0"/>
                    <a:pt x="10"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9"/>
            <p:cNvSpPr/>
            <p:nvPr/>
          </p:nvSpPr>
          <p:spPr>
            <a:xfrm>
              <a:off x="3092765" y="-930095"/>
              <a:ext cx="3960" cy="2160"/>
            </a:xfrm>
            <a:custGeom>
              <a:rect b="b" l="l" r="r" t="t"/>
              <a:pathLst>
                <a:path extrusionOk="0" h="6" w="11">
                  <a:moveTo>
                    <a:pt x="4" y="1"/>
                  </a:moveTo>
                  <a:lnTo>
                    <a:pt x="3" y="2"/>
                  </a:lnTo>
                  <a:cubicBezTo>
                    <a:pt x="2" y="2"/>
                    <a:pt x="1" y="3"/>
                    <a:pt x="1" y="4"/>
                  </a:cubicBezTo>
                  <a:cubicBezTo>
                    <a:pt x="1" y="4"/>
                    <a:pt x="1" y="5"/>
                    <a:pt x="0" y="5"/>
                  </a:cubicBezTo>
                  <a:lnTo>
                    <a:pt x="10" y="0"/>
                  </a:lnTo>
                  <a:lnTo>
                    <a:pt x="4"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9"/>
            <p:cNvSpPr/>
            <p:nvPr/>
          </p:nvSpPr>
          <p:spPr>
            <a:xfrm>
              <a:off x="3099245" y="-929735"/>
              <a:ext cx="52560" cy="30960"/>
            </a:xfrm>
            <a:custGeom>
              <a:rect b="b" l="l" r="r" t="t"/>
              <a:pathLst>
                <a:path extrusionOk="0" h="86" w="146">
                  <a:moveTo>
                    <a:pt x="82" y="59"/>
                  </a:moveTo>
                  <a:cubicBezTo>
                    <a:pt x="90" y="63"/>
                    <a:pt x="97" y="66"/>
                    <a:pt x="104" y="70"/>
                  </a:cubicBezTo>
                  <a:cubicBezTo>
                    <a:pt x="108" y="73"/>
                    <a:pt x="112" y="75"/>
                    <a:pt x="116" y="77"/>
                  </a:cubicBezTo>
                  <a:cubicBezTo>
                    <a:pt x="118" y="80"/>
                    <a:pt x="121" y="82"/>
                    <a:pt x="125" y="85"/>
                  </a:cubicBezTo>
                  <a:cubicBezTo>
                    <a:pt x="128" y="82"/>
                    <a:pt x="131" y="79"/>
                    <a:pt x="135" y="77"/>
                  </a:cubicBezTo>
                  <a:cubicBezTo>
                    <a:pt x="138" y="75"/>
                    <a:pt x="142" y="74"/>
                    <a:pt x="145" y="72"/>
                  </a:cubicBezTo>
                  <a:cubicBezTo>
                    <a:pt x="135" y="63"/>
                    <a:pt x="131" y="53"/>
                    <a:pt x="118" y="46"/>
                  </a:cubicBezTo>
                  <a:cubicBezTo>
                    <a:pt x="98" y="36"/>
                    <a:pt x="78" y="22"/>
                    <a:pt x="59" y="11"/>
                  </a:cubicBezTo>
                  <a:lnTo>
                    <a:pt x="58" y="11"/>
                  </a:lnTo>
                  <a:cubicBezTo>
                    <a:pt x="51" y="7"/>
                    <a:pt x="43" y="3"/>
                    <a:pt x="35" y="0"/>
                  </a:cubicBezTo>
                  <a:cubicBezTo>
                    <a:pt x="24" y="6"/>
                    <a:pt x="12" y="12"/>
                    <a:pt x="0" y="18"/>
                  </a:cubicBezTo>
                  <a:cubicBezTo>
                    <a:pt x="16" y="21"/>
                    <a:pt x="30" y="27"/>
                    <a:pt x="44" y="35"/>
                  </a:cubicBezTo>
                  <a:cubicBezTo>
                    <a:pt x="57" y="43"/>
                    <a:pt x="69" y="52"/>
                    <a:pt x="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9"/>
            <p:cNvSpPr/>
            <p:nvPr/>
          </p:nvSpPr>
          <p:spPr>
            <a:xfrm>
              <a:off x="3092765" y="-931535"/>
              <a:ext cx="19440" cy="8280"/>
            </a:xfrm>
            <a:custGeom>
              <a:rect b="b" l="l" r="r" t="t"/>
              <a:pathLst>
                <a:path extrusionOk="0" h="23" w="54">
                  <a:moveTo>
                    <a:pt x="5" y="18"/>
                  </a:moveTo>
                  <a:lnTo>
                    <a:pt x="19" y="22"/>
                  </a:lnTo>
                  <a:cubicBezTo>
                    <a:pt x="30" y="16"/>
                    <a:pt x="42" y="10"/>
                    <a:pt x="53" y="5"/>
                  </a:cubicBezTo>
                  <a:cubicBezTo>
                    <a:pt x="46" y="2"/>
                    <a:pt x="38" y="0"/>
                    <a:pt x="29" y="0"/>
                  </a:cubicBezTo>
                  <a:cubicBezTo>
                    <a:pt x="23" y="0"/>
                    <a:pt x="16" y="1"/>
                    <a:pt x="10" y="3"/>
                  </a:cubicBezTo>
                  <a:lnTo>
                    <a:pt x="0" y="8"/>
                  </a:lnTo>
                  <a:cubicBezTo>
                    <a:pt x="0" y="9"/>
                    <a:pt x="0" y="10"/>
                    <a:pt x="0" y="11"/>
                  </a:cubicBezTo>
                  <a:cubicBezTo>
                    <a:pt x="0" y="12"/>
                    <a:pt x="0" y="13"/>
                    <a:pt x="1" y="15"/>
                  </a:cubicBezTo>
                  <a:cubicBezTo>
                    <a:pt x="2" y="17"/>
                    <a:pt x="3" y="16"/>
                    <a:pt x="4" y="17"/>
                  </a:cubicBezTo>
                  <a:cubicBezTo>
                    <a:pt x="5" y="18"/>
                    <a:pt x="5" y="18"/>
                    <a:pt x="5"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9"/>
            <p:cNvSpPr/>
            <p:nvPr/>
          </p:nvSpPr>
          <p:spPr>
            <a:xfrm>
              <a:off x="3143885" y="-903455"/>
              <a:ext cx="9360" cy="6120"/>
            </a:xfrm>
            <a:custGeom>
              <a:rect b="b" l="l" r="r" t="t"/>
              <a:pathLst>
                <a:path extrusionOk="0" h="17" w="26">
                  <a:moveTo>
                    <a:pt x="17" y="15"/>
                  </a:moveTo>
                  <a:cubicBezTo>
                    <a:pt x="18" y="15"/>
                    <a:pt x="20" y="15"/>
                    <a:pt x="21" y="14"/>
                  </a:cubicBezTo>
                  <a:cubicBezTo>
                    <a:pt x="22" y="14"/>
                    <a:pt x="23" y="13"/>
                    <a:pt x="24" y="11"/>
                  </a:cubicBezTo>
                  <a:cubicBezTo>
                    <a:pt x="25" y="9"/>
                    <a:pt x="25" y="8"/>
                    <a:pt x="25" y="7"/>
                  </a:cubicBezTo>
                  <a:cubicBezTo>
                    <a:pt x="25" y="5"/>
                    <a:pt x="25" y="4"/>
                    <a:pt x="24" y="3"/>
                  </a:cubicBezTo>
                  <a:cubicBezTo>
                    <a:pt x="23" y="2"/>
                    <a:pt x="23" y="1"/>
                    <a:pt x="22" y="1"/>
                  </a:cubicBezTo>
                  <a:lnTo>
                    <a:pt x="21" y="0"/>
                  </a:lnTo>
                  <a:cubicBezTo>
                    <a:pt x="18" y="1"/>
                    <a:pt x="14" y="3"/>
                    <a:pt x="11" y="5"/>
                  </a:cubicBezTo>
                  <a:cubicBezTo>
                    <a:pt x="7" y="7"/>
                    <a:pt x="4" y="9"/>
                    <a:pt x="0" y="12"/>
                  </a:cubicBezTo>
                  <a:cubicBezTo>
                    <a:pt x="1" y="12"/>
                    <a:pt x="2" y="13"/>
                    <a:pt x="2" y="13"/>
                  </a:cubicBezTo>
                  <a:cubicBezTo>
                    <a:pt x="6" y="15"/>
                    <a:pt x="9" y="16"/>
                    <a:pt x="13" y="16"/>
                  </a:cubicBezTo>
                  <a:cubicBezTo>
                    <a:pt x="14" y="16"/>
                    <a:pt x="16" y="16"/>
                    <a:pt x="17"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9"/>
            <p:cNvSpPr/>
            <p:nvPr/>
          </p:nvSpPr>
          <p:spPr>
            <a:xfrm>
              <a:off x="3166925" y="-900575"/>
              <a:ext cx="1080" cy="720"/>
            </a:xfrm>
            <a:custGeom>
              <a:rect b="b" l="l" r="r" t="t"/>
              <a:pathLst>
                <a:path extrusionOk="0" h="2" w="3">
                  <a:moveTo>
                    <a:pt x="2" y="0"/>
                  </a:moveTo>
                  <a:lnTo>
                    <a:pt x="0" y="1"/>
                  </a:lnTo>
                  <a:lnTo>
                    <a:pt x="1" y="1"/>
                  </a:lnTo>
                  <a:cubicBezTo>
                    <a:pt x="1" y="1"/>
                    <a:pt x="1"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9"/>
            <p:cNvSpPr/>
            <p:nvPr/>
          </p:nvSpPr>
          <p:spPr>
            <a:xfrm>
              <a:off x="3121925" y="-939455"/>
              <a:ext cx="42840" cy="33840"/>
            </a:xfrm>
            <a:custGeom>
              <a:rect b="b" l="l" r="r" t="t"/>
              <a:pathLst>
                <a:path extrusionOk="0" h="94" w="119">
                  <a:moveTo>
                    <a:pt x="97" y="93"/>
                  </a:moveTo>
                  <a:cubicBezTo>
                    <a:pt x="101" y="91"/>
                    <a:pt x="104" y="90"/>
                    <a:pt x="108" y="88"/>
                  </a:cubicBezTo>
                  <a:lnTo>
                    <a:pt x="118" y="82"/>
                  </a:lnTo>
                  <a:cubicBezTo>
                    <a:pt x="98" y="49"/>
                    <a:pt x="68" y="10"/>
                    <a:pt x="32" y="0"/>
                  </a:cubicBezTo>
                  <a:lnTo>
                    <a:pt x="26" y="2"/>
                  </a:lnTo>
                  <a:lnTo>
                    <a:pt x="0" y="14"/>
                  </a:lnTo>
                  <a:cubicBezTo>
                    <a:pt x="9" y="16"/>
                    <a:pt x="18" y="20"/>
                    <a:pt x="26" y="25"/>
                  </a:cubicBezTo>
                  <a:cubicBezTo>
                    <a:pt x="38" y="32"/>
                    <a:pt x="49" y="41"/>
                    <a:pt x="57" y="51"/>
                  </a:cubicBezTo>
                  <a:cubicBezTo>
                    <a:pt x="70" y="65"/>
                    <a:pt x="83" y="79"/>
                    <a:pt x="97"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9"/>
            <p:cNvSpPr/>
            <p:nvPr/>
          </p:nvSpPr>
          <p:spPr>
            <a:xfrm>
              <a:off x="3117965" y="-940175"/>
              <a:ext cx="15840" cy="6480"/>
            </a:xfrm>
            <a:custGeom>
              <a:rect b="b" l="l" r="r" t="t"/>
              <a:pathLst>
                <a:path extrusionOk="0" h="18" w="44">
                  <a:moveTo>
                    <a:pt x="43" y="3"/>
                  </a:moveTo>
                  <a:cubicBezTo>
                    <a:pt x="37" y="1"/>
                    <a:pt x="31" y="0"/>
                    <a:pt x="25" y="0"/>
                  </a:cubicBezTo>
                  <a:cubicBezTo>
                    <a:pt x="19" y="0"/>
                    <a:pt x="12" y="1"/>
                    <a:pt x="7" y="3"/>
                  </a:cubicBezTo>
                  <a:cubicBezTo>
                    <a:pt x="0" y="5"/>
                    <a:pt x="2" y="14"/>
                    <a:pt x="8" y="15"/>
                  </a:cubicBezTo>
                  <a:lnTo>
                    <a:pt x="12" y="17"/>
                  </a:lnTo>
                  <a:lnTo>
                    <a:pt x="37" y="5"/>
                  </a:lnTo>
                  <a:lnTo>
                    <a:pt x="43"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9"/>
            <p:cNvSpPr/>
            <p:nvPr/>
          </p:nvSpPr>
          <p:spPr>
            <a:xfrm>
              <a:off x="3156845" y="-909935"/>
              <a:ext cx="11880" cy="10440"/>
            </a:xfrm>
            <a:custGeom>
              <a:rect b="b" l="l" r="r" t="t"/>
              <a:pathLst>
                <a:path extrusionOk="0" h="29" w="33">
                  <a:moveTo>
                    <a:pt x="31" y="17"/>
                  </a:moveTo>
                  <a:cubicBezTo>
                    <a:pt x="28" y="12"/>
                    <a:pt x="25" y="6"/>
                    <a:pt x="21" y="0"/>
                  </a:cubicBezTo>
                  <a:lnTo>
                    <a:pt x="11" y="5"/>
                  </a:lnTo>
                  <a:cubicBezTo>
                    <a:pt x="7" y="7"/>
                    <a:pt x="4" y="9"/>
                    <a:pt x="0" y="10"/>
                  </a:cubicBezTo>
                  <a:cubicBezTo>
                    <a:pt x="7" y="17"/>
                    <a:pt x="14" y="22"/>
                    <a:pt x="21" y="27"/>
                  </a:cubicBezTo>
                  <a:cubicBezTo>
                    <a:pt x="22" y="27"/>
                    <a:pt x="22" y="28"/>
                    <a:pt x="24" y="28"/>
                  </a:cubicBezTo>
                  <a:cubicBezTo>
                    <a:pt x="25" y="28"/>
                    <a:pt x="27" y="27"/>
                    <a:pt x="28" y="27"/>
                  </a:cubicBezTo>
                  <a:lnTo>
                    <a:pt x="30" y="25"/>
                  </a:lnTo>
                  <a:lnTo>
                    <a:pt x="31" y="24"/>
                  </a:lnTo>
                  <a:cubicBezTo>
                    <a:pt x="32" y="23"/>
                    <a:pt x="32" y="22"/>
                    <a:pt x="32" y="20"/>
                  </a:cubicBezTo>
                  <a:cubicBezTo>
                    <a:pt x="32" y="19"/>
                    <a:pt x="32" y="18"/>
                    <a:pt x="3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9"/>
            <p:cNvSpPr/>
            <p:nvPr/>
          </p:nvSpPr>
          <p:spPr>
            <a:xfrm>
              <a:off x="3186005" y="-913535"/>
              <a:ext cx="11520" cy="8640"/>
            </a:xfrm>
            <a:custGeom>
              <a:rect b="b" l="l" r="r" t="t"/>
              <a:pathLst>
                <a:path extrusionOk="0" h="24" w="32">
                  <a:moveTo>
                    <a:pt x="18" y="20"/>
                  </a:moveTo>
                  <a:cubicBezTo>
                    <a:pt x="25" y="23"/>
                    <a:pt x="31" y="14"/>
                    <a:pt x="28" y="7"/>
                  </a:cubicBezTo>
                  <a:lnTo>
                    <a:pt x="24" y="0"/>
                  </a:lnTo>
                  <a:lnTo>
                    <a:pt x="0" y="9"/>
                  </a:lnTo>
                  <a:cubicBezTo>
                    <a:pt x="3" y="12"/>
                    <a:pt x="6" y="14"/>
                    <a:pt x="9" y="16"/>
                  </a:cubicBezTo>
                  <a:cubicBezTo>
                    <a:pt x="12" y="17"/>
                    <a:pt x="15" y="19"/>
                    <a:pt x="18"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9"/>
            <p:cNvSpPr/>
            <p:nvPr/>
          </p:nvSpPr>
          <p:spPr>
            <a:xfrm>
              <a:off x="3140645" y="-948095"/>
              <a:ext cx="49320" cy="31680"/>
            </a:xfrm>
            <a:custGeom>
              <a:rect b="b" l="l" r="r" t="t"/>
              <a:pathLst>
                <a:path extrusionOk="0" h="88" w="137">
                  <a:moveTo>
                    <a:pt x="72" y="61"/>
                  </a:moveTo>
                  <a:cubicBezTo>
                    <a:pt x="84" y="69"/>
                    <a:pt x="95" y="77"/>
                    <a:pt x="105" y="87"/>
                  </a:cubicBezTo>
                  <a:lnTo>
                    <a:pt x="136" y="73"/>
                  </a:lnTo>
                  <a:cubicBezTo>
                    <a:pt x="133" y="68"/>
                    <a:pt x="130" y="64"/>
                    <a:pt x="126" y="59"/>
                  </a:cubicBezTo>
                  <a:cubicBezTo>
                    <a:pt x="114" y="47"/>
                    <a:pt x="96" y="42"/>
                    <a:pt x="84" y="30"/>
                  </a:cubicBezTo>
                  <a:cubicBezTo>
                    <a:pt x="77" y="22"/>
                    <a:pt x="69" y="15"/>
                    <a:pt x="60" y="10"/>
                  </a:cubicBezTo>
                  <a:cubicBezTo>
                    <a:pt x="52" y="6"/>
                    <a:pt x="44" y="2"/>
                    <a:pt x="36" y="0"/>
                  </a:cubicBezTo>
                  <a:cubicBezTo>
                    <a:pt x="24" y="5"/>
                    <a:pt x="12" y="10"/>
                    <a:pt x="0" y="15"/>
                  </a:cubicBezTo>
                  <a:cubicBezTo>
                    <a:pt x="11" y="19"/>
                    <a:pt x="23" y="23"/>
                    <a:pt x="33" y="30"/>
                  </a:cubicBezTo>
                  <a:cubicBezTo>
                    <a:pt x="37" y="32"/>
                    <a:pt x="41" y="35"/>
                    <a:pt x="45" y="37"/>
                  </a:cubicBezTo>
                  <a:cubicBezTo>
                    <a:pt x="54" y="46"/>
                    <a:pt x="63" y="54"/>
                    <a:pt x="72"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9"/>
            <p:cNvSpPr/>
            <p:nvPr/>
          </p:nvSpPr>
          <p:spPr>
            <a:xfrm>
              <a:off x="3138485" y="-949175"/>
              <a:ext cx="15840" cy="6840"/>
            </a:xfrm>
            <a:custGeom>
              <a:rect b="b" l="l" r="r" t="t"/>
              <a:pathLst>
                <a:path extrusionOk="0" h="19" w="44">
                  <a:moveTo>
                    <a:pt x="6" y="1"/>
                  </a:moveTo>
                  <a:cubicBezTo>
                    <a:pt x="6" y="1"/>
                    <a:pt x="5" y="1"/>
                    <a:pt x="4" y="1"/>
                  </a:cubicBezTo>
                  <a:cubicBezTo>
                    <a:pt x="3" y="2"/>
                    <a:pt x="2" y="3"/>
                    <a:pt x="1" y="5"/>
                  </a:cubicBezTo>
                  <a:cubicBezTo>
                    <a:pt x="0" y="7"/>
                    <a:pt x="0" y="7"/>
                    <a:pt x="0" y="9"/>
                  </a:cubicBezTo>
                  <a:cubicBezTo>
                    <a:pt x="0" y="10"/>
                    <a:pt x="0" y="12"/>
                    <a:pt x="1" y="14"/>
                  </a:cubicBezTo>
                  <a:cubicBezTo>
                    <a:pt x="2" y="16"/>
                    <a:pt x="3" y="16"/>
                    <a:pt x="4" y="17"/>
                  </a:cubicBezTo>
                  <a:cubicBezTo>
                    <a:pt x="5" y="18"/>
                    <a:pt x="6" y="18"/>
                    <a:pt x="6" y="18"/>
                  </a:cubicBezTo>
                  <a:cubicBezTo>
                    <a:pt x="18" y="13"/>
                    <a:pt x="30" y="8"/>
                    <a:pt x="43" y="3"/>
                  </a:cubicBezTo>
                  <a:cubicBezTo>
                    <a:pt x="35" y="1"/>
                    <a:pt x="27" y="0"/>
                    <a:pt x="19" y="0"/>
                  </a:cubicBezTo>
                  <a:cubicBezTo>
                    <a:pt x="15" y="0"/>
                    <a:pt x="10" y="0"/>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9"/>
            <p:cNvSpPr/>
            <p:nvPr/>
          </p:nvSpPr>
          <p:spPr>
            <a:xfrm>
              <a:off x="3178445" y="-921815"/>
              <a:ext cx="16560" cy="11880"/>
            </a:xfrm>
            <a:custGeom>
              <a:rect b="b" l="l" r="r" t="t"/>
              <a:pathLst>
                <a:path extrusionOk="0" h="33" w="46">
                  <a:moveTo>
                    <a:pt x="0" y="14"/>
                  </a:moveTo>
                  <a:cubicBezTo>
                    <a:pt x="7" y="21"/>
                    <a:pt x="14" y="27"/>
                    <a:pt x="21" y="32"/>
                  </a:cubicBezTo>
                  <a:lnTo>
                    <a:pt x="45" y="22"/>
                  </a:lnTo>
                  <a:cubicBezTo>
                    <a:pt x="44" y="20"/>
                    <a:pt x="42" y="17"/>
                    <a:pt x="40" y="14"/>
                  </a:cubicBezTo>
                  <a:cubicBezTo>
                    <a:pt x="38" y="9"/>
                    <a:pt x="35" y="4"/>
                    <a:pt x="32" y="0"/>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9"/>
            <p:cNvSpPr/>
            <p:nvPr/>
          </p:nvSpPr>
          <p:spPr>
            <a:xfrm>
              <a:off x="3164045" y="-955295"/>
              <a:ext cx="45000" cy="29160"/>
            </a:xfrm>
            <a:custGeom>
              <a:rect b="b" l="l" r="r" t="t"/>
              <a:pathLst>
                <a:path extrusionOk="0" h="81" w="125">
                  <a:moveTo>
                    <a:pt x="61" y="51"/>
                  </a:moveTo>
                  <a:cubicBezTo>
                    <a:pt x="74" y="60"/>
                    <a:pt x="86" y="70"/>
                    <a:pt x="99" y="80"/>
                  </a:cubicBezTo>
                  <a:lnTo>
                    <a:pt x="116" y="72"/>
                  </a:lnTo>
                  <a:lnTo>
                    <a:pt x="124" y="69"/>
                  </a:lnTo>
                  <a:cubicBezTo>
                    <a:pt x="111" y="54"/>
                    <a:pt x="97" y="42"/>
                    <a:pt x="80" y="32"/>
                  </a:cubicBezTo>
                  <a:cubicBezTo>
                    <a:pt x="66" y="21"/>
                    <a:pt x="51" y="12"/>
                    <a:pt x="36" y="3"/>
                  </a:cubicBezTo>
                  <a:cubicBezTo>
                    <a:pt x="34" y="2"/>
                    <a:pt x="32" y="1"/>
                    <a:pt x="30" y="0"/>
                  </a:cubicBezTo>
                  <a:cubicBezTo>
                    <a:pt x="20" y="3"/>
                    <a:pt x="11" y="7"/>
                    <a:pt x="0" y="10"/>
                  </a:cubicBezTo>
                  <a:cubicBezTo>
                    <a:pt x="6" y="13"/>
                    <a:pt x="12" y="16"/>
                    <a:pt x="17" y="19"/>
                  </a:cubicBezTo>
                  <a:cubicBezTo>
                    <a:pt x="33" y="28"/>
                    <a:pt x="47" y="39"/>
                    <a:pt x="6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9"/>
            <p:cNvSpPr/>
            <p:nvPr/>
          </p:nvSpPr>
          <p:spPr>
            <a:xfrm>
              <a:off x="3208685" y="-922895"/>
              <a:ext cx="4680" cy="3600"/>
            </a:xfrm>
            <a:custGeom>
              <a:rect b="b" l="l" r="r" t="t"/>
              <a:pathLst>
                <a:path extrusionOk="0" h="10" w="13">
                  <a:moveTo>
                    <a:pt x="2" y="8"/>
                  </a:moveTo>
                  <a:cubicBezTo>
                    <a:pt x="3" y="8"/>
                    <a:pt x="4" y="9"/>
                    <a:pt x="5" y="9"/>
                  </a:cubicBezTo>
                  <a:cubicBezTo>
                    <a:pt x="6" y="9"/>
                    <a:pt x="8" y="9"/>
                    <a:pt x="9" y="8"/>
                  </a:cubicBezTo>
                  <a:cubicBezTo>
                    <a:pt x="10" y="7"/>
                    <a:pt x="10" y="6"/>
                    <a:pt x="11" y="5"/>
                  </a:cubicBezTo>
                  <a:cubicBezTo>
                    <a:pt x="12" y="4"/>
                    <a:pt x="12" y="3"/>
                    <a:pt x="12" y="2"/>
                  </a:cubicBezTo>
                  <a:cubicBezTo>
                    <a:pt x="12" y="1"/>
                    <a:pt x="12" y="0"/>
                    <a:pt x="12" y="0"/>
                  </a:cubicBezTo>
                  <a:lnTo>
                    <a:pt x="0" y="6"/>
                  </a:lnTo>
                  <a:lnTo>
                    <a:pt x="2"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9"/>
            <p:cNvSpPr/>
            <p:nvPr/>
          </p:nvSpPr>
          <p:spPr>
            <a:xfrm>
              <a:off x="3162245" y="-957455"/>
              <a:ext cx="13320" cy="6120"/>
            </a:xfrm>
            <a:custGeom>
              <a:rect b="b" l="l" r="r" t="t"/>
              <a:pathLst>
                <a:path extrusionOk="0" h="17" w="37">
                  <a:moveTo>
                    <a:pt x="7" y="0"/>
                  </a:moveTo>
                  <a:cubicBezTo>
                    <a:pt x="6" y="0"/>
                    <a:pt x="5" y="1"/>
                    <a:pt x="4" y="1"/>
                  </a:cubicBezTo>
                  <a:cubicBezTo>
                    <a:pt x="3" y="2"/>
                    <a:pt x="2" y="2"/>
                    <a:pt x="1" y="4"/>
                  </a:cubicBezTo>
                  <a:cubicBezTo>
                    <a:pt x="0" y="6"/>
                    <a:pt x="0" y="7"/>
                    <a:pt x="0" y="9"/>
                  </a:cubicBezTo>
                  <a:cubicBezTo>
                    <a:pt x="0" y="10"/>
                    <a:pt x="0" y="11"/>
                    <a:pt x="1" y="13"/>
                  </a:cubicBezTo>
                  <a:cubicBezTo>
                    <a:pt x="2" y="15"/>
                    <a:pt x="3" y="15"/>
                    <a:pt x="4" y="16"/>
                  </a:cubicBezTo>
                  <a:lnTo>
                    <a:pt x="5" y="16"/>
                  </a:lnTo>
                  <a:cubicBezTo>
                    <a:pt x="15" y="13"/>
                    <a:pt x="25" y="9"/>
                    <a:pt x="36" y="6"/>
                  </a:cubicBezTo>
                  <a:cubicBezTo>
                    <a:pt x="28" y="2"/>
                    <a:pt x="21" y="0"/>
                    <a:pt x="13" y="0"/>
                  </a:cubicBezTo>
                  <a:cubicBezTo>
                    <a:pt x="11" y="0"/>
                    <a:pt x="9"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9"/>
            <p:cNvSpPr/>
            <p:nvPr/>
          </p:nvSpPr>
          <p:spPr>
            <a:xfrm>
              <a:off x="3199325" y="-930455"/>
              <a:ext cx="14040" cy="10440"/>
            </a:xfrm>
            <a:custGeom>
              <a:rect b="b" l="l" r="r" t="t"/>
              <a:pathLst>
                <a:path extrusionOk="0" h="29" w="39">
                  <a:moveTo>
                    <a:pt x="25" y="0"/>
                  </a:moveTo>
                  <a:lnTo>
                    <a:pt x="18" y="3"/>
                  </a:lnTo>
                  <a:lnTo>
                    <a:pt x="0" y="12"/>
                  </a:lnTo>
                  <a:cubicBezTo>
                    <a:pt x="5" y="16"/>
                    <a:pt x="10" y="20"/>
                    <a:pt x="16" y="23"/>
                  </a:cubicBezTo>
                  <a:cubicBezTo>
                    <a:pt x="20" y="25"/>
                    <a:pt x="23" y="26"/>
                    <a:pt x="26" y="28"/>
                  </a:cubicBezTo>
                  <a:lnTo>
                    <a:pt x="38" y="21"/>
                  </a:lnTo>
                  <a:lnTo>
                    <a:pt x="38" y="20"/>
                  </a:lnTo>
                  <a:lnTo>
                    <a:pt x="38" y="19"/>
                  </a:lnTo>
                  <a:cubicBezTo>
                    <a:pt x="37" y="17"/>
                    <a:pt x="36" y="15"/>
                    <a:pt x="35" y="13"/>
                  </a:cubicBezTo>
                  <a:cubicBezTo>
                    <a:pt x="32" y="9"/>
                    <a:pt x="29" y="4"/>
                    <a:pt x="2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9"/>
            <p:cNvSpPr/>
            <p:nvPr/>
          </p:nvSpPr>
          <p:spPr>
            <a:xfrm>
              <a:off x="3184565" y="-962495"/>
              <a:ext cx="42120" cy="27360"/>
            </a:xfrm>
            <a:custGeom>
              <a:rect b="b" l="l" r="r" t="t"/>
              <a:pathLst>
                <a:path extrusionOk="0" h="76" w="117">
                  <a:moveTo>
                    <a:pt x="63" y="47"/>
                  </a:moveTo>
                  <a:cubicBezTo>
                    <a:pt x="75" y="55"/>
                    <a:pt x="87" y="64"/>
                    <a:pt x="98" y="75"/>
                  </a:cubicBezTo>
                  <a:lnTo>
                    <a:pt x="116" y="67"/>
                  </a:lnTo>
                  <a:cubicBezTo>
                    <a:pt x="115" y="65"/>
                    <a:pt x="114" y="62"/>
                    <a:pt x="112" y="59"/>
                  </a:cubicBezTo>
                  <a:cubicBezTo>
                    <a:pt x="109" y="53"/>
                    <a:pt x="105" y="48"/>
                    <a:pt x="100" y="43"/>
                  </a:cubicBezTo>
                  <a:cubicBezTo>
                    <a:pt x="87" y="32"/>
                    <a:pt x="72" y="24"/>
                    <a:pt x="60" y="13"/>
                  </a:cubicBezTo>
                  <a:cubicBezTo>
                    <a:pt x="55" y="8"/>
                    <a:pt x="49" y="4"/>
                    <a:pt x="43" y="0"/>
                  </a:cubicBezTo>
                  <a:cubicBezTo>
                    <a:pt x="28" y="4"/>
                    <a:pt x="14" y="7"/>
                    <a:pt x="0" y="12"/>
                  </a:cubicBezTo>
                  <a:cubicBezTo>
                    <a:pt x="11" y="14"/>
                    <a:pt x="21" y="17"/>
                    <a:pt x="31" y="23"/>
                  </a:cubicBezTo>
                  <a:cubicBezTo>
                    <a:pt x="34" y="25"/>
                    <a:pt x="37" y="27"/>
                    <a:pt x="40" y="29"/>
                  </a:cubicBezTo>
                  <a:cubicBezTo>
                    <a:pt x="48" y="35"/>
                    <a:pt x="55" y="41"/>
                    <a:pt x="63"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9"/>
            <p:cNvSpPr/>
            <p:nvPr/>
          </p:nvSpPr>
          <p:spPr>
            <a:xfrm>
              <a:off x="3183125" y="-965375"/>
              <a:ext cx="7200" cy="2160"/>
            </a:xfrm>
            <a:custGeom>
              <a:rect b="b" l="l" r="r" t="t"/>
              <a:pathLst>
                <a:path extrusionOk="0" h="6" w="20">
                  <a:moveTo>
                    <a:pt x="2" y="3"/>
                  </a:moveTo>
                  <a:cubicBezTo>
                    <a:pt x="1" y="4"/>
                    <a:pt x="0" y="4"/>
                    <a:pt x="0" y="5"/>
                  </a:cubicBezTo>
                  <a:lnTo>
                    <a:pt x="19" y="0"/>
                  </a:lnTo>
                  <a:cubicBezTo>
                    <a:pt x="14" y="0"/>
                    <a:pt x="8"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9"/>
            <p:cNvSpPr/>
            <p:nvPr/>
          </p:nvSpPr>
          <p:spPr>
            <a:xfrm>
              <a:off x="3226325" y="-931175"/>
              <a:ext cx="4320" cy="2880"/>
            </a:xfrm>
            <a:custGeom>
              <a:rect b="b" l="l" r="r" t="t"/>
              <a:pathLst>
                <a:path extrusionOk="0" h="8" w="12">
                  <a:moveTo>
                    <a:pt x="2" y="6"/>
                  </a:moveTo>
                  <a:cubicBezTo>
                    <a:pt x="3" y="6"/>
                    <a:pt x="4" y="7"/>
                    <a:pt x="5" y="7"/>
                  </a:cubicBezTo>
                  <a:cubicBezTo>
                    <a:pt x="6" y="7"/>
                    <a:pt x="7" y="7"/>
                    <a:pt x="8" y="6"/>
                  </a:cubicBezTo>
                  <a:cubicBezTo>
                    <a:pt x="9" y="5"/>
                    <a:pt x="9" y="5"/>
                    <a:pt x="10" y="4"/>
                  </a:cubicBezTo>
                  <a:cubicBezTo>
                    <a:pt x="11" y="3"/>
                    <a:pt x="11" y="2"/>
                    <a:pt x="11" y="1"/>
                  </a:cubicBezTo>
                  <a:cubicBezTo>
                    <a:pt x="11" y="0"/>
                    <a:pt x="10" y="0"/>
                    <a:pt x="10" y="0"/>
                  </a:cubicBezTo>
                  <a:lnTo>
                    <a:pt x="0" y="5"/>
                  </a:lnTo>
                  <a:lnTo>
                    <a:pt x="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9"/>
            <p:cNvSpPr/>
            <p:nvPr/>
          </p:nvSpPr>
          <p:spPr>
            <a:xfrm>
              <a:off x="3182045" y="-965735"/>
              <a:ext cx="18000" cy="7560"/>
            </a:xfrm>
            <a:custGeom>
              <a:rect b="b" l="l" r="r" t="t"/>
              <a:pathLst>
                <a:path extrusionOk="0" h="21" w="50">
                  <a:moveTo>
                    <a:pt x="6" y="20"/>
                  </a:moveTo>
                  <a:lnTo>
                    <a:pt x="7" y="20"/>
                  </a:lnTo>
                  <a:cubicBezTo>
                    <a:pt x="21" y="16"/>
                    <a:pt x="35" y="12"/>
                    <a:pt x="49" y="8"/>
                  </a:cubicBezTo>
                  <a:cubicBezTo>
                    <a:pt x="49" y="8"/>
                    <a:pt x="48" y="8"/>
                    <a:pt x="47" y="7"/>
                  </a:cubicBezTo>
                  <a:cubicBezTo>
                    <a:pt x="40" y="3"/>
                    <a:pt x="32" y="1"/>
                    <a:pt x="23" y="0"/>
                  </a:cubicBezTo>
                  <a:lnTo>
                    <a:pt x="3" y="5"/>
                  </a:lnTo>
                  <a:cubicBezTo>
                    <a:pt x="2" y="6"/>
                    <a:pt x="2" y="7"/>
                    <a:pt x="1" y="8"/>
                  </a:cubicBezTo>
                  <a:cubicBezTo>
                    <a:pt x="0" y="9"/>
                    <a:pt x="0" y="10"/>
                    <a:pt x="0" y="12"/>
                  </a:cubicBezTo>
                  <a:cubicBezTo>
                    <a:pt x="0" y="13"/>
                    <a:pt x="0" y="14"/>
                    <a:pt x="1" y="16"/>
                  </a:cubicBezTo>
                  <a:cubicBezTo>
                    <a:pt x="2" y="18"/>
                    <a:pt x="3" y="19"/>
                    <a:pt x="4" y="19"/>
                  </a:cubicBezTo>
                  <a:cubicBezTo>
                    <a:pt x="5" y="20"/>
                    <a:pt x="5" y="20"/>
                    <a:pt x="6"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9"/>
            <p:cNvSpPr/>
            <p:nvPr/>
          </p:nvSpPr>
          <p:spPr>
            <a:xfrm>
              <a:off x="3219845" y="-938375"/>
              <a:ext cx="10800" cy="9360"/>
            </a:xfrm>
            <a:custGeom>
              <a:rect b="b" l="l" r="r" t="t"/>
              <a:pathLst>
                <a:path extrusionOk="0" h="26" w="30">
                  <a:moveTo>
                    <a:pt x="19" y="0"/>
                  </a:moveTo>
                  <a:lnTo>
                    <a:pt x="0" y="7"/>
                  </a:lnTo>
                  <a:lnTo>
                    <a:pt x="3" y="10"/>
                  </a:lnTo>
                  <a:cubicBezTo>
                    <a:pt x="7" y="16"/>
                    <a:pt x="12" y="21"/>
                    <a:pt x="18" y="25"/>
                  </a:cubicBezTo>
                  <a:lnTo>
                    <a:pt x="28" y="20"/>
                  </a:lnTo>
                  <a:cubicBezTo>
                    <a:pt x="29" y="20"/>
                    <a:pt x="29" y="19"/>
                    <a:pt x="29" y="19"/>
                  </a:cubicBezTo>
                  <a:cubicBezTo>
                    <a:pt x="29" y="18"/>
                    <a:pt x="29" y="18"/>
                    <a:pt x="28" y="18"/>
                  </a:cubicBezTo>
                  <a:cubicBezTo>
                    <a:pt x="27" y="16"/>
                    <a:pt x="26" y="14"/>
                    <a:pt x="25" y="13"/>
                  </a:cubicBezTo>
                  <a:cubicBezTo>
                    <a:pt x="23" y="9"/>
                    <a:pt x="21" y="4"/>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9"/>
            <p:cNvSpPr/>
            <p:nvPr/>
          </p:nvSpPr>
          <p:spPr>
            <a:xfrm>
              <a:off x="3242525" y="-937655"/>
              <a:ext cx="6120" cy="2880"/>
            </a:xfrm>
            <a:custGeom>
              <a:rect b="b" l="l" r="r" t="t"/>
              <a:pathLst>
                <a:path extrusionOk="0" h="8" w="17">
                  <a:moveTo>
                    <a:pt x="7" y="7"/>
                  </a:moveTo>
                  <a:lnTo>
                    <a:pt x="8" y="7"/>
                  </a:lnTo>
                  <a:cubicBezTo>
                    <a:pt x="9" y="7"/>
                    <a:pt x="11" y="7"/>
                    <a:pt x="12" y="6"/>
                  </a:cubicBezTo>
                  <a:cubicBezTo>
                    <a:pt x="13" y="5"/>
                    <a:pt x="14" y="4"/>
                    <a:pt x="15" y="3"/>
                  </a:cubicBezTo>
                  <a:cubicBezTo>
                    <a:pt x="16" y="2"/>
                    <a:pt x="16" y="1"/>
                    <a:pt x="16" y="0"/>
                  </a:cubicBezTo>
                  <a:lnTo>
                    <a:pt x="0" y="5"/>
                  </a:lnTo>
                  <a:cubicBezTo>
                    <a:pt x="2" y="6"/>
                    <a:pt x="4" y="7"/>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9"/>
            <p:cNvSpPr/>
            <p:nvPr/>
          </p:nvSpPr>
          <p:spPr>
            <a:xfrm>
              <a:off x="3211205" y="-968255"/>
              <a:ext cx="35640" cy="26640"/>
            </a:xfrm>
            <a:custGeom>
              <a:rect b="b" l="l" r="r" t="t"/>
              <a:pathLst>
                <a:path extrusionOk="0" h="74" w="99">
                  <a:moveTo>
                    <a:pt x="5" y="12"/>
                  </a:moveTo>
                  <a:cubicBezTo>
                    <a:pt x="28" y="18"/>
                    <a:pt x="41" y="44"/>
                    <a:pt x="60" y="58"/>
                  </a:cubicBezTo>
                  <a:cubicBezTo>
                    <a:pt x="64" y="62"/>
                    <a:pt x="68" y="67"/>
                    <a:pt x="71" y="72"/>
                  </a:cubicBezTo>
                  <a:lnTo>
                    <a:pt x="71" y="73"/>
                  </a:lnTo>
                  <a:lnTo>
                    <a:pt x="86" y="68"/>
                  </a:lnTo>
                  <a:cubicBezTo>
                    <a:pt x="90" y="66"/>
                    <a:pt x="94" y="65"/>
                    <a:pt x="98" y="64"/>
                  </a:cubicBezTo>
                  <a:cubicBezTo>
                    <a:pt x="96" y="60"/>
                    <a:pt x="94" y="56"/>
                    <a:pt x="93" y="53"/>
                  </a:cubicBezTo>
                  <a:cubicBezTo>
                    <a:pt x="86" y="39"/>
                    <a:pt x="73" y="36"/>
                    <a:pt x="64" y="24"/>
                  </a:cubicBezTo>
                  <a:cubicBezTo>
                    <a:pt x="58" y="15"/>
                    <a:pt x="50" y="7"/>
                    <a:pt x="40" y="1"/>
                  </a:cubicBezTo>
                  <a:cubicBezTo>
                    <a:pt x="39" y="1"/>
                    <a:pt x="38" y="0"/>
                    <a:pt x="37" y="0"/>
                  </a:cubicBezTo>
                  <a:cubicBezTo>
                    <a:pt x="25" y="2"/>
                    <a:pt x="12" y="5"/>
                    <a:pt x="0" y="8"/>
                  </a:cubicBezTo>
                  <a:cubicBezTo>
                    <a:pt x="0" y="9"/>
                    <a:pt x="1" y="10"/>
                    <a:pt x="3" y="11"/>
                  </a:cubicBezTo>
                  <a:cubicBezTo>
                    <a:pt x="3" y="11"/>
                    <a:pt x="4" y="12"/>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9"/>
            <p:cNvSpPr/>
            <p:nvPr/>
          </p:nvSpPr>
          <p:spPr>
            <a:xfrm>
              <a:off x="3210485" y="-970415"/>
              <a:ext cx="14400" cy="5400"/>
            </a:xfrm>
            <a:custGeom>
              <a:rect b="b" l="l" r="r" t="t"/>
              <a:pathLst>
                <a:path extrusionOk="0" h="15" w="40">
                  <a:moveTo>
                    <a:pt x="7" y="0"/>
                  </a:moveTo>
                  <a:cubicBezTo>
                    <a:pt x="7" y="1"/>
                    <a:pt x="6" y="1"/>
                    <a:pt x="5" y="1"/>
                  </a:cubicBezTo>
                  <a:cubicBezTo>
                    <a:pt x="4" y="2"/>
                    <a:pt x="3" y="3"/>
                    <a:pt x="2" y="5"/>
                  </a:cubicBezTo>
                  <a:cubicBezTo>
                    <a:pt x="1" y="7"/>
                    <a:pt x="0" y="8"/>
                    <a:pt x="0" y="9"/>
                  </a:cubicBezTo>
                  <a:cubicBezTo>
                    <a:pt x="0" y="11"/>
                    <a:pt x="1" y="12"/>
                    <a:pt x="2" y="14"/>
                  </a:cubicBezTo>
                  <a:cubicBezTo>
                    <a:pt x="14" y="11"/>
                    <a:pt x="27" y="8"/>
                    <a:pt x="39" y="6"/>
                  </a:cubicBezTo>
                  <a:cubicBezTo>
                    <a:pt x="32" y="2"/>
                    <a:pt x="24" y="0"/>
                    <a:pt x="16" y="0"/>
                  </a:cubicBezTo>
                  <a:cubicBezTo>
                    <a:pt x="13" y="0"/>
                    <a:pt x="10"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9"/>
            <p:cNvSpPr/>
            <p:nvPr/>
          </p:nvSpPr>
          <p:spPr>
            <a:xfrm>
              <a:off x="3236765" y="-945215"/>
              <a:ext cx="11880" cy="9720"/>
            </a:xfrm>
            <a:custGeom>
              <a:rect b="b" l="l" r="r" t="t"/>
              <a:pathLst>
                <a:path extrusionOk="0" h="27" w="33">
                  <a:moveTo>
                    <a:pt x="27" y="0"/>
                  </a:moveTo>
                  <a:cubicBezTo>
                    <a:pt x="23" y="2"/>
                    <a:pt x="19" y="2"/>
                    <a:pt x="15" y="4"/>
                  </a:cubicBezTo>
                  <a:lnTo>
                    <a:pt x="0" y="9"/>
                  </a:lnTo>
                  <a:cubicBezTo>
                    <a:pt x="1" y="10"/>
                    <a:pt x="1" y="10"/>
                    <a:pt x="2" y="11"/>
                  </a:cubicBezTo>
                  <a:cubicBezTo>
                    <a:pt x="5" y="17"/>
                    <a:pt x="10" y="22"/>
                    <a:pt x="16" y="26"/>
                  </a:cubicBezTo>
                  <a:lnTo>
                    <a:pt x="32" y="21"/>
                  </a:lnTo>
                  <a:cubicBezTo>
                    <a:pt x="32" y="20"/>
                    <a:pt x="32" y="20"/>
                    <a:pt x="32" y="20"/>
                  </a:cubicBezTo>
                  <a:lnTo>
                    <a:pt x="32" y="19"/>
                  </a:lnTo>
                  <a:cubicBezTo>
                    <a:pt x="31" y="13"/>
                    <a:pt x="29" y="6"/>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9"/>
            <p:cNvSpPr/>
            <p:nvPr/>
          </p:nvSpPr>
          <p:spPr>
            <a:xfrm>
              <a:off x="3233885" y="-972215"/>
              <a:ext cx="36000" cy="24480"/>
            </a:xfrm>
            <a:custGeom>
              <a:rect b="b" l="l" r="r" t="t"/>
              <a:pathLst>
                <a:path extrusionOk="0" h="68" w="100">
                  <a:moveTo>
                    <a:pt x="55" y="57"/>
                  </a:moveTo>
                  <a:lnTo>
                    <a:pt x="65" y="67"/>
                  </a:lnTo>
                  <a:lnTo>
                    <a:pt x="76" y="65"/>
                  </a:lnTo>
                  <a:cubicBezTo>
                    <a:pt x="81" y="64"/>
                    <a:pt x="86" y="63"/>
                    <a:pt x="91" y="63"/>
                  </a:cubicBezTo>
                  <a:cubicBezTo>
                    <a:pt x="94" y="63"/>
                    <a:pt x="97" y="63"/>
                    <a:pt x="99" y="64"/>
                  </a:cubicBezTo>
                  <a:cubicBezTo>
                    <a:pt x="91" y="52"/>
                    <a:pt x="82" y="41"/>
                    <a:pt x="72" y="31"/>
                  </a:cubicBezTo>
                  <a:cubicBezTo>
                    <a:pt x="62" y="18"/>
                    <a:pt x="50" y="8"/>
                    <a:pt x="36" y="0"/>
                  </a:cubicBezTo>
                  <a:cubicBezTo>
                    <a:pt x="24" y="1"/>
                    <a:pt x="12" y="3"/>
                    <a:pt x="0" y="6"/>
                  </a:cubicBezTo>
                  <a:cubicBezTo>
                    <a:pt x="0" y="6"/>
                    <a:pt x="1" y="7"/>
                    <a:pt x="2" y="7"/>
                  </a:cubicBezTo>
                  <a:cubicBezTo>
                    <a:pt x="23" y="20"/>
                    <a:pt x="41" y="37"/>
                    <a:pt x="55"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9"/>
            <p:cNvSpPr/>
            <p:nvPr/>
          </p:nvSpPr>
          <p:spPr>
            <a:xfrm>
              <a:off x="3262325" y="-944495"/>
              <a:ext cx="14040" cy="11520"/>
            </a:xfrm>
            <a:custGeom>
              <a:rect b="b" l="l" r="r" t="t"/>
              <a:pathLst>
                <a:path extrusionOk="0" h="32" w="39">
                  <a:moveTo>
                    <a:pt x="2" y="10"/>
                  </a:moveTo>
                  <a:cubicBezTo>
                    <a:pt x="8" y="18"/>
                    <a:pt x="17" y="21"/>
                    <a:pt x="23" y="29"/>
                  </a:cubicBezTo>
                  <a:cubicBezTo>
                    <a:pt x="24" y="29"/>
                    <a:pt x="24" y="30"/>
                    <a:pt x="25" y="30"/>
                  </a:cubicBezTo>
                  <a:cubicBezTo>
                    <a:pt x="26" y="31"/>
                    <a:pt x="27" y="31"/>
                    <a:pt x="29" y="31"/>
                  </a:cubicBezTo>
                  <a:cubicBezTo>
                    <a:pt x="30" y="31"/>
                    <a:pt x="32" y="31"/>
                    <a:pt x="34" y="30"/>
                  </a:cubicBezTo>
                  <a:cubicBezTo>
                    <a:pt x="36" y="29"/>
                    <a:pt x="36" y="28"/>
                    <a:pt x="37" y="27"/>
                  </a:cubicBezTo>
                  <a:cubicBezTo>
                    <a:pt x="37" y="26"/>
                    <a:pt x="38" y="25"/>
                    <a:pt x="38" y="25"/>
                  </a:cubicBezTo>
                  <a:cubicBezTo>
                    <a:pt x="38" y="23"/>
                    <a:pt x="38" y="21"/>
                    <a:pt x="38" y="19"/>
                  </a:cubicBezTo>
                  <a:cubicBezTo>
                    <a:pt x="38" y="15"/>
                    <a:pt x="37" y="10"/>
                    <a:pt x="35" y="6"/>
                  </a:cubicBezTo>
                  <a:cubicBezTo>
                    <a:pt x="34" y="4"/>
                    <a:pt x="32" y="2"/>
                    <a:pt x="30" y="0"/>
                  </a:cubicBezTo>
                  <a:cubicBezTo>
                    <a:pt x="21" y="3"/>
                    <a:pt x="11" y="5"/>
                    <a:pt x="0" y="7"/>
                  </a:cubicBezTo>
                  <a:lnTo>
                    <a:pt x="2"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9"/>
            <p:cNvSpPr/>
            <p:nvPr/>
          </p:nvSpPr>
          <p:spPr>
            <a:xfrm>
              <a:off x="3233525" y="-974015"/>
              <a:ext cx="13680" cy="4320"/>
            </a:xfrm>
            <a:custGeom>
              <a:rect b="b" l="l" r="r" t="t"/>
              <a:pathLst>
                <a:path extrusionOk="0" h="12" w="38">
                  <a:moveTo>
                    <a:pt x="4" y="2"/>
                  </a:moveTo>
                  <a:lnTo>
                    <a:pt x="3" y="3"/>
                  </a:lnTo>
                  <a:cubicBezTo>
                    <a:pt x="2" y="4"/>
                    <a:pt x="2" y="4"/>
                    <a:pt x="1" y="5"/>
                  </a:cubicBezTo>
                  <a:cubicBezTo>
                    <a:pt x="0" y="6"/>
                    <a:pt x="0" y="7"/>
                    <a:pt x="0" y="8"/>
                  </a:cubicBezTo>
                  <a:cubicBezTo>
                    <a:pt x="0" y="9"/>
                    <a:pt x="0" y="10"/>
                    <a:pt x="1" y="11"/>
                  </a:cubicBezTo>
                  <a:cubicBezTo>
                    <a:pt x="13" y="8"/>
                    <a:pt x="25" y="6"/>
                    <a:pt x="37" y="5"/>
                  </a:cubicBezTo>
                  <a:cubicBezTo>
                    <a:pt x="32" y="1"/>
                    <a:pt x="25" y="0"/>
                    <a:pt x="18" y="0"/>
                  </a:cubicBezTo>
                  <a:cubicBezTo>
                    <a:pt x="13" y="0"/>
                    <a:pt x="9" y="0"/>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9"/>
            <p:cNvSpPr/>
            <p:nvPr/>
          </p:nvSpPr>
          <p:spPr>
            <a:xfrm>
              <a:off x="3257285" y="-949535"/>
              <a:ext cx="16200" cy="7920"/>
            </a:xfrm>
            <a:custGeom>
              <a:rect b="b" l="l" r="r" t="t"/>
              <a:pathLst>
                <a:path extrusionOk="0" h="22" w="45">
                  <a:moveTo>
                    <a:pt x="11" y="2"/>
                  </a:moveTo>
                  <a:lnTo>
                    <a:pt x="0" y="4"/>
                  </a:lnTo>
                  <a:lnTo>
                    <a:pt x="14" y="21"/>
                  </a:lnTo>
                  <a:cubicBezTo>
                    <a:pt x="25" y="19"/>
                    <a:pt x="35" y="17"/>
                    <a:pt x="44" y="14"/>
                  </a:cubicBezTo>
                  <a:lnTo>
                    <a:pt x="39" y="8"/>
                  </a:lnTo>
                  <a:lnTo>
                    <a:pt x="34" y="1"/>
                  </a:lnTo>
                  <a:cubicBezTo>
                    <a:pt x="32" y="0"/>
                    <a:pt x="29" y="0"/>
                    <a:pt x="26" y="0"/>
                  </a:cubicBezTo>
                  <a:cubicBezTo>
                    <a:pt x="21" y="0"/>
                    <a:pt x="16" y="1"/>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9"/>
            <p:cNvSpPr/>
            <p:nvPr/>
          </p:nvSpPr>
          <p:spPr>
            <a:xfrm>
              <a:off x="3263045" y="-975095"/>
              <a:ext cx="36360" cy="37440"/>
            </a:xfrm>
            <a:custGeom>
              <a:rect b="b" l="l" r="r" t="t"/>
              <a:pathLst>
                <a:path extrusionOk="0" h="104" w="101">
                  <a:moveTo>
                    <a:pt x="6" y="18"/>
                  </a:moveTo>
                  <a:cubicBezTo>
                    <a:pt x="10" y="20"/>
                    <a:pt x="14" y="21"/>
                    <a:pt x="19" y="22"/>
                  </a:cubicBezTo>
                  <a:cubicBezTo>
                    <a:pt x="21" y="25"/>
                    <a:pt x="24" y="28"/>
                    <a:pt x="27" y="31"/>
                  </a:cubicBezTo>
                  <a:cubicBezTo>
                    <a:pt x="35" y="38"/>
                    <a:pt x="43" y="45"/>
                    <a:pt x="50" y="53"/>
                  </a:cubicBezTo>
                  <a:cubicBezTo>
                    <a:pt x="56" y="60"/>
                    <a:pt x="60" y="69"/>
                    <a:pt x="66" y="76"/>
                  </a:cubicBezTo>
                  <a:cubicBezTo>
                    <a:pt x="74" y="83"/>
                    <a:pt x="80" y="90"/>
                    <a:pt x="85" y="99"/>
                  </a:cubicBezTo>
                  <a:lnTo>
                    <a:pt x="86" y="99"/>
                  </a:lnTo>
                  <a:cubicBezTo>
                    <a:pt x="86" y="100"/>
                    <a:pt x="86" y="100"/>
                    <a:pt x="86" y="100"/>
                  </a:cubicBezTo>
                  <a:cubicBezTo>
                    <a:pt x="86" y="101"/>
                    <a:pt x="87" y="101"/>
                    <a:pt x="89" y="102"/>
                  </a:cubicBezTo>
                  <a:cubicBezTo>
                    <a:pt x="91" y="103"/>
                    <a:pt x="90" y="103"/>
                    <a:pt x="92" y="103"/>
                  </a:cubicBezTo>
                  <a:cubicBezTo>
                    <a:pt x="93" y="103"/>
                    <a:pt x="95" y="103"/>
                    <a:pt x="96" y="102"/>
                  </a:cubicBezTo>
                  <a:cubicBezTo>
                    <a:pt x="97" y="101"/>
                    <a:pt x="98" y="101"/>
                    <a:pt x="99" y="100"/>
                  </a:cubicBezTo>
                  <a:cubicBezTo>
                    <a:pt x="99" y="99"/>
                    <a:pt x="99" y="99"/>
                    <a:pt x="99" y="98"/>
                  </a:cubicBezTo>
                  <a:cubicBezTo>
                    <a:pt x="100" y="96"/>
                    <a:pt x="100" y="94"/>
                    <a:pt x="100" y="92"/>
                  </a:cubicBezTo>
                  <a:cubicBezTo>
                    <a:pt x="100" y="85"/>
                    <a:pt x="98" y="78"/>
                    <a:pt x="95" y="73"/>
                  </a:cubicBezTo>
                  <a:cubicBezTo>
                    <a:pt x="94" y="71"/>
                    <a:pt x="92" y="69"/>
                    <a:pt x="91" y="67"/>
                  </a:cubicBezTo>
                  <a:cubicBezTo>
                    <a:pt x="91" y="67"/>
                    <a:pt x="90" y="66"/>
                    <a:pt x="90" y="65"/>
                  </a:cubicBezTo>
                  <a:cubicBezTo>
                    <a:pt x="83" y="53"/>
                    <a:pt x="74" y="41"/>
                    <a:pt x="65" y="30"/>
                  </a:cubicBezTo>
                  <a:cubicBezTo>
                    <a:pt x="59" y="24"/>
                    <a:pt x="53" y="18"/>
                    <a:pt x="46" y="13"/>
                  </a:cubicBezTo>
                  <a:cubicBezTo>
                    <a:pt x="42" y="10"/>
                    <a:pt x="38" y="5"/>
                    <a:pt x="34" y="2"/>
                  </a:cubicBezTo>
                  <a:cubicBezTo>
                    <a:pt x="31" y="1"/>
                    <a:pt x="29" y="0"/>
                    <a:pt x="26" y="0"/>
                  </a:cubicBezTo>
                  <a:lnTo>
                    <a:pt x="17" y="0"/>
                  </a:lnTo>
                  <a:cubicBezTo>
                    <a:pt x="13" y="1"/>
                    <a:pt x="9" y="2"/>
                    <a:pt x="5" y="4"/>
                  </a:cubicBezTo>
                  <a:lnTo>
                    <a:pt x="4" y="4"/>
                  </a:lnTo>
                  <a:cubicBezTo>
                    <a:pt x="3" y="5"/>
                    <a:pt x="2" y="6"/>
                    <a:pt x="1" y="7"/>
                  </a:cubicBezTo>
                  <a:cubicBezTo>
                    <a:pt x="0" y="8"/>
                    <a:pt x="0" y="10"/>
                    <a:pt x="0" y="11"/>
                  </a:cubicBezTo>
                  <a:cubicBezTo>
                    <a:pt x="0" y="12"/>
                    <a:pt x="0" y="13"/>
                    <a:pt x="1" y="15"/>
                  </a:cubicBezTo>
                  <a:cubicBezTo>
                    <a:pt x="2" y="17"/>
                    <a:pt x="3" y="17"/>
                    <a:pt x="4" y="17"/>
                  </a:cubicBezTo>
                  <a:cubicBezTo>
                    <a:pt x="5" y="18"/>
                    <a:pt x="5" y="18"/>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9"/>
            <p:cNvSpPr/>
            <p:nvPr/>
          </p:nvSpPr>
          <p:spPr>
            <a:xfrm>
              <a:off x="3268805" y="-975095"/>
              <a:ext cx="3600" cy="360"/>
            </a:xfrm>
            <a:custGeom>
              <a:rect b="b" l="l" r="r" t="t"/>
              <a:pathLst>
                <a:path extrusionOk="0" h="1" w="10">
                  <a:moveTo>
                    <a:pt x="0" y="0"/>
                  </a:moveTo>
                  <a:lnTo>
                    <a:pt x="9" y="0"/>
                  </a:lnTo>
                  <a:cubicBezTo>
                    <a:pt x="8" y="0"/>
                    <a:pt x="6"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9"/>
            <p:cNvSpPr/>
            <p:nvPr/>
          </p:nvSpPr>
          <p:spPr>
            <a:xfrm>
              <a:off x="3294365" y="-976895"/>
              <a:ext cx="25200" cy="20880"/>
            </a:xfrm>
            <a:custGeom>
              <a:rect b="b" l="l" r="r" t="t"/>
              <a:pathLst>
                <a:path extrusionOk="0" h="58" w="70">
                  <a:moveTo>
                    <a:pt x="18" y="19"/>
                  </a:moveTo>
                  <a:cubicBezTo>
                    <a:pt x="22" y="24"/>
                    <a:pt x="27" y="29"/>
                    <a:pt x="32" y="34"/>
                  </a:cubicBezTo>
                  <a:cubicBezTo>
                    <a:pt x="38" y="43"/>
                    <a:pt x="45" y="50"/>
                    <a:pt x="53" y="57"/>
                  </a:cubicBezTo>
                  <a:lnTo>
                    <a:pt x="68" y="55"/>
                  </a:lnTo>
                  <a:cubicBezTo>
                    <a:pt x="69" y="54"/>
                    <a:pt x="69" y="53"/>
                    <a:pt x="69" y="52"/>
                  </a:cubicBezTo>
                  <a:cubicBezTo>
                    <a:pt x="69" y="51"/>
                    <a:pt x="69" y="50"/>
                    <a:pt x="68" y="50"/>
                  </a:cubicBezTo>
                  <a:cubicBezTo>
                    <a:pt x="67" y="42"/>
                    <a:pt x="64" y="34"/>
                    <a:pt x="60" y="27"/>
                  </a:cubicBezTo>
                  <a:cubicBezTo>
                    <a:pt x="59" y="24"/>
                    <a:pt x="57" y="22"/>
                    <a:pt x="55" y="19"/>
                  </a:cubicBezTo>
                  <a:cubicBezTo>
                    <a:pt x="49" y="12"/>
                    <a:pt x="42" y="6"/>
                    <a:pt x="36" y="0"/>
                  </a:cubicBezTo>
                  <a:lnTo>
                    <a:pt x="24" y="0"/>
                  </a:lnTo>
                  <a:cubicBezTo>
                    <a:pt x="16" y="0"/>
                    <a:pt x="8" y="0"/>
                    <a:pt x="0" y="0"/>
                  </a:cubicBezTo>
                  <a:cubicBezTo>
                    <a:pt x="7" y="5"/>
                    <a:pt x="12" y="12"/>
                    <a:pt x="1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9"/>
            <p:cNvSpPr/>
            <p:nvPr/>
          </p:nvSpPr>
          <p:spPr>
            <a:xfrm>
              <a:off x="3288605" y="-984095"/>
              <a:ext cx="18360" cy="7920"/>
            </a:xfrm>
            <a:custGeom>
              <a:rect b="b" l="l" r="r" t="t"/>
              <a:pathLst>
                <a:path extrusionOk="0" h="22" w="51">
                  <a:moveTo>
                    <a:pt x="50" y="19"/>
                  </a:moveTo>
                  <a:cubicBezTo>
                    <a:pt x="46" y="14"/>
                    <a:pt x="41" y="10"/>
                    <a:pt x="36" y="7"/>
                  </a:cubicBezTo>
                  <a:cubicBezTo>
                    <a:pt x="27" y="2"/>
                    <a:pt x="18" y="0"/>
                    <a:pt x="8" y="0"/>
                  </a:cubicBezTo>
                  <a:cubicBezTo>
                    <a:pt x="7" y="0"/>
                    <a:pt x="6" y="0"/>
                    <a:pt x="5" y="1"/>
                  </a:cubicBezTo>
                  <a:cubicBezTo>
                    <a:pt x="4" y="2"/>
                    <a:pt x="2" y="2"/>
                    <a:pt x="1" y="4"/>
                  </a:cubicBezTo>
                  <a:cubicBezTo>
                    <a:pt x="0" y="6"/>
                    <a:pt x="0" y="7"/>
                    <a:pt x="0" y="9"/>
                  </a:cubicBezTo>
                  <a:cubicBezTo>
                    <a:pt x="0" y="11"/>
                    <a:pt x="0" y="12"/>
                    <a:pt x="1" y="14"/>
                  </a:cubicBezTo>
                  <a:cubicBezTo>
                    <a:pt x="2" y="16"/>
                    <a:pt x="4" y="16"/>
                    <a:pt x="5" y="17"/>
                  </a:cubicBezTo>
                  <a:cubicBezTo>
                    <a:pt x="6" y="18"/>
                    <a:pt x="7" y="18"/>
                    <a:pt x="8" y="18"/>
                  </a:cubicBezTo>
                  <a:cubicBezTo>
                    <a:pt x="9" y="18"/>
                    <a:pt x="11" y="19"/>
                    <a:pt x="12" y="20"/>
                  </a:cubicBezTo>
                  <a:cubicBezTo>
                    <a:pt x="13" y="20"/>
                    <a:pt x="14" y="21"/>
                    <a:pt x="14" y="21"/>
                  </a:cubicBezTo>
                  <a:cubicBezTo>
                    <a:pt x="22" y="21"/>
                    <a:pt x="30" y="21"/>
                    <a:pt x="38" y="21"/>
                  </a:cubicBezTo>
                  <a:lnTo>
                    <a:pt x="5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9"/>
            <p:cNvSpPr/>
            <p:nvPr/>
          </p:nvSpPr>
          <p:spPr>
            <a:xfrm>
              <a:off x="3313445" y="-957095"/>
              <a:ext cx="5760" cy="2520"/>
            </a:xfrm>
            <a:custGeom>
              <a:rect b="b" l="l" r="r" t="t"/>
              <a:pathLst>
                <a:path extrusionOk="0" h="7" w="16">
                  <a:moveTo>
                    <a:pt x="15" y="0"/>
                  </a:moveTo>
                  <a:lnTo>
                    <a:pt x="0" y="2"/>
                  </a:lnTo>
                  <a:cubicBezTo>
                    <a:pt x="1" y="3"/>
                    <a:pt x="2" y="4"/>
                    <a:pt x="3" y="4"/>
                  </a:cubicBezTo>
                  <a:cubicBezTo>
                    <a:pt x="4" y="5"/>
                    <a:pt x="5" y="5"/>
                    <a:pt x="5" y="5"/>
                  </a:cubicBezTo>
                  <a:cubicBezTo>
                    <a:pt x="6" y="6"/>
                    <a:pt x="7" y="6"/>
                    <a:pt x="8" y="6"/>
                  </a:cubicBezTo>
                  <a:cubicBezTo>
                    <a:pt x="9" y="6"/>
                    <a:pt x="11" y="6"/>
                    <a:pt x="12" y="5"/>
                  </a:cubicBezTo>
                  <a:cubicBezTo>
                    <a:pt x="13" y="4"/>
                    <a:pt x="14" y="4"/>
                    <a:pt x="15" y="2"/>
                  </a:cubicBezTo>
                  <a:cubicBezTo>
                    <a:pt x="15" y="2"/>
                    <a:pt x="15"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9"/>
            <p:cNvSpPr/>
            <p:nvPr/>
          </p:nvSpPr>
          <p:spPr>
            <a:xfrm>
              <a:off x="3310925" y="-979415"/>
              <a:ext cx="29160" cy="21240"/>
            </a:xfrm>
            <a:custGeom>
              <a:rect b="b" l="l" r="r" t="t"/>
              <a:pathLst>
                <a:path extrusionOk="0" h="59" w="81">
                  <a:moveTo>
                    <a:pt x="45" y="49"/>
                  </a:moveTo>
                  <a:cubicBezTo>
                    <a:pt x="47" y="52"/>
                    <a:pt x="49" y="55"/>
                    <a:pt x="51" y="58"/>
                  </a:cubicBezTo>
                  <a:cubicBezTo>
                    <a:pt x="60" y="57"/>
                    <a:pt x="68" y="55"/>
                    <a:pt x="76" y="53"/>
                  </a:cubicBezTo>
                  <a:lnTo>
                    <a:pt x="80" y="53"/>
                  </a:lnTo>
                  <a:cubicBezTo>
                    <a:pt x="73" y="43"/>
                    <a:pt x="66" y="33"/>
                    <a:pt x="59" y="22"/>
                  </a:cubicBezTo>
                  <a:cubicBezTo>
                    <a:pt x="54" y="14"/>
                    <a:pt x="48" y="7"/>
                    <a:pt x="41" y="0"/>
                  </a:cubicBezTo>
                  <a:cubicBezTo>
                    <a:pt x="30" y="2"/>
                    <a:pt x="14" y="4"/>
                    <a:pt x="0" y="6"/>
                  </a:cubicBezTo>
                  <a:cubicBezTo>
                    <a:pt x="4" y="7"/>
                    <a:pt x="8" y="9"/>
                    <a:pt x="12" y="11"/>
                  </a:cubicBezTo>
                  <a:cubicBezTo>
                    <a:pt x="16" y="14"/>
                    <a:pt x="21" y="17"/>
                    <a:pt x="24" y="21"/>
                  </a:cubicBezTo>
                  <a:cubicBezTo>
                    <a:pt x="32" y="29"/>
                    <a:pt x="37" y="40"/>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9"/>
            <p:cNvSpPr/>
            <p:nvPr/>
          </p:nvSpPr>
          <p:spPr>
            <a:xfrm>
              <a:off x="3335405" y="-953495"/>
              <a:ext cx="13320" cy="13320"/>
            </a:xfrm>
            <a:custGeom>
              <a:rect b="b" l="l" r="r" t="t"/>
              <a:pathLst>
                <a:path extrusionOk="0" h="37" w="37">
                  <a:moveTo>
                    <a:pt x="0" y="7"/>
                  </a:moveTo>
                  <a:cubicBezTo>
                    <a:pt x="8" y="14"/>
                    <a:pt x="15" y="21"/>
                    <a:pt x="21" y="29"/>
                  </a:cubicBezTo>
                  <a:cubicBezTo>
                    <a:pt x="25" y="36"/>
                    <a:pt x="34" y="31"/>
                    <a:pt x="35" y="25"/>
                  </a:cubicBezTo>
                  <a:cubicBezTo>
                    <a:pt x="35" y="24"/>
                    <a:pt x="36" y="22"/>
                    <a:pt x="36" y="20"/>
                  </a:cubicBezTo>
                  <a:cubicBezTo>
                    <a:pt x="36" y="15"/>
                    <a:pt x="35" y="10"/>
                    <a:pt x="32" y="5"/>
                  </a:cubicBezTo>
                  <a:cubicBezTo>
                    <a:pt x="31" y="3"/>
                    <a:pt x="29" y="1"/>
                    <a:pt x="28" y="0"/>
                  </a:cubicBezTo>
                  <a:cubicBezTo>
                    <a:pt x="19" y="2"/>
                    <a:pt x="11" y="4"/>
                    <a:pt x="3" y="7"/>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9"/>
            <p:cNvSpPr/>
            <p:nvPr/>
          </p:nvSpPr>
          <p:spPr>
            <a:xfrm>
              <a:off x="3306245" y="-984815"/>
              <a:ext cx="19800" cy="7560"/>
            </a:xfrm>
            <a:custGeom>
              <a:rect b="b" l="l" r="r" t="t"/>
              <a:pathLst>
                <a:path extrusionOk="0" h="21" w="55">
                  <a:moveTo>
                    <a:pt x="10" y="2"/>
                  </a:moveTo>
                  <a:cubicBezTo>
                    <a:pt x="4" y="4"/>
                    <a:pt x="0" y="14"/>
                    <a:pt x="8" y="18"/>
                  </a:cubicBezTo>
                  <a:lnTo>
                    <a:pt x="13" y="20"/>
                  </a:lnTo>
                  <a:cubicBezTo>
                    <a:pt x="27" y="19"/>
                    <a:pt x="42" y="16"/>
                    <a:pt x="54" y="14"/>
                  </a:cubicBezTo>
                  <a:cubicBezTo>
                    <a:pt x="51" y="11"/>
                    <a:pt x="49" y="7"/>
                    <a:pt x="44" y="5"/>
                  </a:cubicBezTo>
                  <a:cubicBezTo>
                    <a:pt x="38" y="1"/>
                    <a:pt x="30" y="0"/>
                    <a:pt x="23" y="0"/>
                  </a:cubicBezTo>
                  <a:cubicBezTo>
                    <a:pt x="19" y="0"/>
                    <a:pt x="14" y="1"/>
                    <a:pt x="1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9"/>
            <p:cNvSpPr/>
            <p:nvPr/>
          </p:nvSpPr>
          <p:spPr>
            <a:xfrm>
              <a:off x="3329285" y="-960335"/>
              <a:ext cx="16560" cy="9720"/>
            </a:xfrm>
            <a:custGeom>
              <a:rect b="b" l="l" r="r" t="t"/>
              <a:pathLst>
                <a:path extrusionOk="0" h="27" w="46">
                  <a:moveTo>
                    <a:pt x="29" y="0"/>
                  </a:moveTo>
                  <a:lnTo>
                    <a:pt x="25" y="0"/>
                  </a:lnTo>
                  <a:cubicBezTo>
                    <a:pt x="17" y="2"/>
                    <a:pt x="9" y="4"/>
                    <a:pt x="0" y="5"/>
                  </a:cubicBezTo>
                  <a:cubicBezTo>
                    <a:pt x="4" y="11"/>
                    <a:pt x="8" y="16"/>
                    <a:pt x="13" y="22"/>
                  </a:cubicBezTo>
                  <a:lnTo>
                    <a:pt x="17" y="26"/>
                  </a:lnTo>
                  <a:lnTo>
                    <a:pt x="20" y="26"/>
                  </a:lnTo>
                  <a:cubicBezTo>
                    <a:pt x="28" y="23"/>
                    <a:pt x="36" y="21"/>
                    <a:pt x="45" y="19"/>
                  </a:cubicBezTo>
                  <a:cubicBezTo>
                    <a:pt x="42" y="15"/>
                    <a:pt x="38" y="11"/>
                    <a:pt x="35" y="8"/>
                  </a:cubicBezTo>
                  <a:lnTo>
                    <a:pt x="2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9"/>
            <p:cNvSpPr/>
            <p:nvPr/>
          </p:nvSpPr>
          <p:spPr>
            <a:xfrm>
              <a:off x="3332525" y="-980855"/>
              <a:ext cx="27720" cy="19080"/>
            </a:xfrm>
            <a:custGeom>
              <a:rect b="b" l="l" r="r" t="t"/>
              <a:pathLst>
                <a:path extrusionOk="0" h="53" w="77">
                  <a:moveTo>
                    <a:pt x="6" y="12"/>
                  </a:moveTo>
                  <a:cubicBezTo>
                    <a:pt x="6" y="13"/>
                    <a:pt x="7" y="13"/>
                    <a:pt x="7" y="13"/>
                  </a:cubicBezTo>
                  <a:cubicBezTo>
                    <a:pt x="22" y="21"/>
                    <a:pt x="34" y="32"/>
                    <a:pt x="42" y="47"/>
                  </a:cubicBezTo>
                  <a:cubicBezTo>
                    <a:pt x="43" y="49"/>
                    <a:pt x="43" y="50"/>
                    <a:pt x="44" y="52"/>
                  </a:cubicBezTo>
                  <a:cubicBezTo>
                    <a:pt x="54" y="50"/>
                    <a:pt x="65" y="49"/>
                    <a:pt x="76" y="48"/>
                  </a:cubicBezTo>
                  <a:cubicBezTo>
                    <a:pt x="73" y="43"/>
                    <a:pt x="70" y="38"/>
                    <a:pt x="66" y="34"/>
                  </a:cubicBezTo>
                  <a:cubicBezTo>
                    <a:pt x="56" y="20"/>
                    <a:pt x="43" y="9"/>
                    <a:pt x="29" y="0"/>
                  </a:cubicBezTo>
                  <a:cubicBezTo>
                    <a:pt x="19" y="0"/>
                    <a:pt x="9" y="0"/>
                    <a:pt x="0" y="1"/>
                  </a:cubicBezTo>
                  <a:cubicBezTo>
                    <a:pt x="0" y="2"/>
                    <a:pt x="0" y="3"/>
                    <a:pt x="0" y="3"/>
                  </a:cubicBezTo>
                  <a:cubicBezTo>
                    <a:pt x="0" y="5"/>
                    <a:pt x="0" y="6"/>
                    <a:pt x="1" y="8"/>
                  </a:cubicBezTo>
                  <a:cubicBezTo>
                    <a:pt x="2" y="10"/>
                    <a:pt x="3" y="11"/>
                    <a:pt x="4" y="12"/>
                  </a:cubicBezTo>
                  <a:cubicBezTo>
                    <a:pt x="5" y="12"/>
                    <a:pt x="5" y="12"/>
                    <a:pt x="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9"/>
            <p:cNvSpPr/>
            <p:nvPr/>
          </p:nvSpPr>
          <p:spPr>
            <a:xfrm>
              <a:off x="3352685" y="-957815"/>
              <a:ext cx="18360" cy="21600"/>
            </a:xfrm>
            <a:custGeom>
              <a:rect b="b" l="l" r="r" t="t"/>
              <a:pathLst>
                <a:path extrusionOk="0" h="60" w="51">
                  <a:moveTo>
                    <a:pt x="21" y="37"/>
                  </a:moveTo>
                  <a:cubicBezTo>
                    <a:pt x="27" y="42"/>
                    <a:pt x="33" y="48"/>
                    <a:pt x="37" y="55"/>
                  </a:cubicBezTo>
                  <a:lnTo>
                    <a:pt x="38" y="56"/>
                  </a:lnTo>
                  <a:cubicBezTo>
                    <a:pt x="38" y="57"/>
                    <a:pt x="39" y="57"/>
                    <a:pt x="40" y="58"/>
                  </a:cubicBezTo>
                  <a:cubicBezTo>
                    <a:pt x="41" y="59"/>
                    <a:pt x="42" y="59"/>
                    <a:pt x="43" y="59"/>
                  </a:cubicBezTo>
                  <a:cubicBezTo>
                    <a:pt x="44" y="59"/>
                    <a:pt x="46" y="59"/>
                    <a:pt x="47" y="58"/>
                  </a:cubicBezTo>
                  <a:cubicBezTo>
                    <a:pt x="48" y="57"/>
                    <a:pt x="48" y="57"/>
                    <a:pt x="49" y="56"/>
                  </a:cubicBezTo>
                  <a:cubicBezTo>
                    <a:pt x="49" y="55"/>
                    <a:pt x="50" y="54"/>
                    <a:pt x="50" y="54"/>
                  </a:cubicBezTo>
                  <a:lnTo>
                    <a:pt x="50" y="53"/>
                  </a:lnTo>
                  <a:cubicBezTo>
                    <a:pt x="50" y="42"/>
                    <a:pt x="47" y="31"/>
                    <a:pt x="41" y="22"/>
                  </a:cubicBezTo>
                  <a:cubicBezTo>
                    <a:pt x="40" y="20"/>
                    <a:pt x="39" y="19"/>
                    <a:pt x="38" y="17"/>
                  </a:cubicBezTo>
                  <a:lnTo>
                    <a:pt x="30" y="0"/>
                  </a:lnTo>
                  <a:lnTo>
                    <a:pt x="0" y="6"/>
                  </a:lnTo>
                  <a:cubicBezTo>
                    <a:pt x="1" y="9"/>
                    <a:pt x="2" y="12"/>
                    <a:pt x="4" y="14"/>
                  </a:cubicBezTo>
                  <a:cubicBezTo>
                    <a:pt x="9" y="22"/>
                    <a:pt x="14" y="30"/>
                    <a:pt x="2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9"/>
            <p:cNvSpPr/>
            <p:nvPr/>
          </p:nvSpPr>
          <p:spPr>
            <a:xfrm>
              <a:off x="3332885" y="-982655"/>
              <a:ext cx="10800" cy="2520"/>
            </a:xfrm>
            <a:custGeom>
              <a:rect b="b" l="l" r="r" t="t"/>
              <a:pathLst>
                <a:path extrusionOk="0" h="7" w="30">
                  <a:moveTo>
                    <a:pt x="5" y="1"/>
                  </a:moveTo>
                  <a:cubicBezTo>
                    <a:pt x="4" y="1"/>
                    <a:pt x="4" y="1"/>
                    <a:pt x="3" y="2"/>
                  </a:cubicBezTo>
                  <a:cubicBezTo>
                    <a:pt x="2" y="3"/>
                    <a:pt x="1" y="3"/>
                    <a:pt x="0" y="4"/>
                  </a:cubicBezTo>
                  <a:cubicBezTo>
                    <a:pt x="0" y="5"/>
                    <a:pt x="0" y="5"/>
                    <a:pt x="0" y="6"/>
                  </a:cubicBezTo>
                  <a:cubicBezTo>
                    <a:pt x="9" y="5"/>
                    <a:pt x="19" y="5"/>
                    <a:pt x="29" y="4"/>
                  </a:cubicBezTo>
                  <a:cubicBezTo>
                    <a:pt x="24" y="2"/>
                    <a:pt x="18" y="0"/>
                    <a:pt x="12" y="0"/>
                  </a:cubicBezTo>
                  <a:cubicBezTo>
                    <a:pt x="10" y="0"/>
                    <a:pt x="7" y="0"/>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9"/>
            <p:cNvSpPr/>
            <p:nvPr/>
          </p:nvSpPr>
          <p:spPr>
            <a:xfrm>
              <a:off x="3348365" y="-963935"/>
              <a:ext cx="15480" cy="9000"/>
            </a:xfrm>
            <a:custGeom>
              <a:rect b="b" l="l" r="r" t="t"/>
              <a:pathLst>
                <a:path extrusionOk="0" h="25" w="43">
                  <a:moveTo>
                    <a:pt x="0" y="4"/>
                  </a:moveTo>
                  <a:cubicBezTo>
                    <a:pt x="5" y="11"/>
                    <a:pt x="9" y="18"/>
                    <a:pt x="12" y="24"/>
                  </a:cubicBezTo>
                  <a:lnTo>
                    <a:pt x="42" y="17"/>
                  </a:lnTo>
                  <a:cubicBezTo>
                    <a:pt x="39" y="11"/>
                    <a:pt x="35" y="6"/>
                    <a:pt x="32" y="0"/>
                  </a:cubicBezTo>
                  <a:cubicBezTo>
                    <a:pt x="21" y="1"/>
                    <a:pt x="10"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9"/>
            <p:cNvSpPr/>
            <p:nvPr/>
          </p:nvSpPr>
          <p:spPr>
            <a:xfrm>
              <a:off x="3363485" y="-984455"/>
              <a:ext cx="31320" cy="31320"/>
            </a:xfrm>
            <a:custGeom>
              <a:rect b="b" l="l" r="r" t="t"/>
              <a:pathLst>
                <a:path extrusionOk="0" h="87" w="87">
                  <a:moveTo>
                    <a:pt x="27" y="29"/>
                  </a:moveTo>
                  <a:cubicBezTo>
                    <a:pt x="34" y="38"/>
                    <a:pt x="41" y="46"/>
                    <a:pt x="47" y="55"/>
                  </a:cubicBezTo>
                  <a:lnTo>
                    <a:pt x="55" y="55"/>
                  </a:lnTo>
                  <a:cubicBezTo>
                    <a:pt x="59" y="55"/>
                    <a:pt x="59" y="61"/>
                    <a:pt x="55" y="62"/>
                  </a:cubicBezTo>
                  <a:lnTo>
                    <a:pt x="52" y="62"/>
                  </a:lnTo>
                  <a:cubicBezTo>
                    <a:pt x="52" y="64"/>
                    <a:pt x="53" y="66"/>
                    <a:pt x="54" y="68"/>
                  </a:cubicBezTo>
                  <a:cubicBezTo>
                    <a:pt x="58" y="74"/>
                    <a:pt x="64" y="80"/>
                    <a:pt x="71" y="84"/>
                  </a:cubicBezTo>
                  <a:cubicBezTo>
                    <a:pt x="72" y="84"/>
                    <a:pt x="73" y="85"/>
                    <a:pt x="74" y="86"/>
                  </a:cubicBezTo>
                  <a:cubicBezTo>
                    <a:pt x="75" y="86"/>
                    <a:pt x="76" y="86"/>
                    <a:pt x="78" y="86"/>
                  </a:cubicBezTo>
                  <a:cubicBezTo>
                    <a:pt x="79" y="86"/>
                    <a:pt x="81" y="86"/>
                    <a:pt x="82" y="85"/>
                  </a:cubicBezTo>
                  <a:cubicBezTo>
                    <a:pt x="83" y="84"/>
                    <a:pt x="84" y="84"/>
                    <a:pt x="85" y="82"/>
                  </a:cubicBezTo>
                  <a:cubicBezTo>
                    <a:pt x="86" y="80"/>
                    <a:pt x="86" y="79"/>
                    <a:pt x="86" y="78"/>
                  </a:cubicBezTo>
                  <a:cubicBezTo>
                    <a:pt x="86" y="77"/>
                    <a:pt x="86" y="75"/>
                    <a:pt x="85" y="74"/>
                  </a:cubicBezTo>
                  <a:cubicBezTo>
                    <a:pt x="80" y="64"/>
                    <a:pt x="78" y="53"/>
                    <a:pt x="72" y="44"/>
                  </a:cubicBezTo>
                  <a:cubicBezTo>
                    <a:pt x="64" y="32"/>
                    <a:pt x="55" y="21"/>
                    <a:pt x="46" y="12"/>
                  </a:cubicBezTo>
                  <a:cubicBezTo>
                    <a:pt x="42" y="7"/>
                    <a:pt x="38" y="4"/>
                    <a:pt x="33" y="0"/>
                  </a:cubicBezTo>
                  <a:cubicBezTo>
                    <a:pt x="22" y="0"/>
                    <a:pt x="11" y="1"/>
                    <a:pt x="0" y="3"/>
                  </a:cubicBezTo>
                  <a:cubicBezTo>
                    <a:pt x="11" y="9"/>
                    <a:pt x="20" y="18"/>
                    <a:pt x="2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9"/>
            <p:cNvSpPr/>
            <p:nvPr/>
          </p:nvSpPr>
          <p:spPr>
            <a:xfrm>
              <a:off x="3362045" y="-987695"/>
              <a:ext cx="14040" cy="5040"/>
            </a:xfrm>
            <a:custGeom>
              <a:rect b="b" l="l" r="r" t="t"/>
              <a:pathLst>
                <a:path extrusionOk="0" h="14" w="39">
                  <a:moveTo>
                    <a:pt x="5" y="1"/>
                  </a:moveTo>
                  <a:cubicBezTo>
                    <a:pt x="4" y="1"/>
                    <a:pt x="4" y="2"/>
                    <a:pt x="4" y="2"/>
                  </a:cubicBezTo>
                  <a:cubicBezTo>
                    <a:pt x="3" y="2"/>
                    <a:pt x="2" y="3"/>
                    <a:pt x="1" y="4"/>
                  </a:cubicBezTo>
                  <a:cubicBezTo>
                    <a:pt x="0" y="5"/>
                    <a:pt x="0" y="6"/>
                    <a:pt x="0" y="7"/>
                  </a:cubicBezTo>
                  <a:cubicBezTo>
                    <a:pt x="0" y="8"/>
                    <a:pt x="0" y="9"/>
                    <a:pt x="1" y="10"/>
                  </a:cubicBezTo>
                  <a:cubicBezTo>
                    <a:pt x="2" y="11"/>
                    <a:pt x="3" y="11"/>
                    <a:pt x="4" y="12"/>
                  </a:cubicBezTo>
                  <a:cubicBezTo>
                    <a:pt x="5" y="13"/>
                    <a:pt x="4" y="13"/>
                    <a:pt x="5" y="13"/>
                  </a:cubicBezTo>
                  <a:cubicBezTo>
                    <a:pt x="16" y="11"/>
                    <a:pt x="27" y="10"/>
                    <a:pt x="38" y="10"/>
                  </a:cubicBezTo>
                  <a:cubicBezTo>
                    <a:pt x="36" y="8"/>
                    <a:pt x="34" y="6"/>
                    <a:pt x="31" y="5"/>
                  </a:cubicBezTo>
                  <a:cubicBezTo>
                    <a:pt x="26" y="2"/>
                    <a:pt x="20" y="0"/>
                    <a:pt x="14" y="0"/>
                  </a:cubicBezTo>
                  <a:cubicBezTo>
                    <a:pt x="11" y="0"/>
                    <a:pt x="8" y="1"/>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9"/>
            <p:cNvSpPr/>
            <p:nvPr/>
          </p:nvSpPr>
          <p:spPr>
            <a:xfrm>
              <a:off x="3380405" y="-964655"/>
              <a:ext cx="4680" cy="3240"/>
            </a:xfrm>
            <a:custGeom>
              <a:rect b="b" l="l" r="r" t="t"/>
              <a:pathLst>
                <a:path extrusionOk="0" h="9" w="13">
                  <a:moveTo>
                    <a:pt x="9" y="0"/>
                  </a:moveTo>
                  <a:lnTo>
                    <a:pt x="0" y="0"/>
                  </a:lnTo>
                  <a:lnTo>
                    <a:pt x="2" y="3"/>
                  </a:lnTo>
                  <a:lnTo>
                    <a:pt x="5" y="8"/>
                  </a:lnTo>
                  <a:lnTo>
                    <a:pt x="9" y="8"/>
                  </a:lnTo>
                  <a:cubicBezTo>
                    <a:pt x="12" y="6"/>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9"/>
            <p:cNvSpPr/>
            <p:nvPr/>
          </p:nvSpPr>
          <p:spPr>
            <a:xfrm>
              <a:off x="3388325" y="-985175"/>
              <a:ext cx="42480" cy="42120"/>
            </a:xfrm>
            <a:custGeom>
              <a:rect b="b" l="l" r="r" t="t"/>
              <a:pathLst>
                <a:path extrusionOk="0" h="117" w="118">
                  <a:moveTo>
                    <a:pt x="64" y="72"/>
                  </a:moveTo>
                  <a:cubicBezTo>
                    <a:pt x="73" y="82"/>
                    <a:pt x="80" y="92"/>
                    <a:pt x="89" y="103"/>
                  </a:cubicBezTo>
                  <a:cubicBezTo>
                    <a:pt x="91" y="107"/>
                    <a:pt x="94" y="110"/>
                    <a:pt x="98" y="113"/>
                  </a:cubicBezTo>
                  <a:cubicBezTo>
                    <a:pt x="102" y="115"/>
                    <a:pt x="106" y="116"/>
                    <a:pt x="109" y="116"/>
                  </a:cubicBezTo>
                  <a:cubicBezTo>
                    <a:pt x="115" y="116"/>
                    <a:pt x="117" y="110"/>
                    <a:pt x="115" y="106"/>
                  </a:cubicBezTo>
                  <a:cubicBezTo>
                    <a:pt x="109" y="97"/>
                    <a:pt x="107" y="87"/>
                    <a:pt x="102" y="78"/>
                  </a:cubicBezTo>
                  <a:cubicBezTo>
                    <a:pt x="94" y="68"/>
                    <a:pt x="86" y="58"/>
                    <a:pt x="76" y="50"/>
                  </a:cubicBezTo>
                  <a:cubicBezTo>
                    <a:pt x="59" y="32"/>
                    <a:pt x="41" y="16"/>
                    <a:pt x="22" y="0"/>
                  </a:cubicBezTo>
                  <a:cubicBezTo>
                    <a:pt x="15" y="1"/>
                    <a:pt x="7" y="2"/>
                    <a:pt x="0" y="2"/>
                  </a:cubicBezTo>
                  <a:cubicBezTo>
                    <a:pt x="0" y="3"/>
                    <a:pt x="0" y="4"/>
                    <a:pt x="1" y="5"/>
                  </a:cubicBezTo>
                  <a:lnTo>
                    <a:pt x="2" y="6"/>
                  </a:lnTo>
                  <a:cubicBezTo>
                    <a:pt x="22" y="29"/>
                    <a:pt x="44" y="50"/>
                    <a:pt x="6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9"/>
            <p:cNvSpPr/>
            <p:nvPr/>
          </p:nvSpPr>
          <p:spPr>
            <a:xfrm>
              <a:off x="3388325" y="-989855"/>
              <a:ext cx="8640" cy="5760"/>
            </a:xfrm>
            <a:custGeom>
              <a:rect b="b" l="l" r="r" t="t"/>
              <a:pathLst>
                <a:path extrusionOk="0" h="16" w="24">
                  <a:moveTo>
                    <a:pt x="15" y="6"/>
                  </a:moveTo>
                  <a:cubicBezTo>
                    <a:pt x="9" y="0"/>
                    <a:pt x="0" y="8"/>
                    <a:pt x="0" y="15"/>
                  </a:cubicBezTo>
                  <a:cubicBezTo>
                    <a:pt x="8" y="15"/>
                    <a:pt x="15" y="14"/>
                    <a:pt x="23" y="13"/>
                  </a:cubicBezTo>
                  <a:lnTo>
                    <a:pt x="1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9"/>
            <p:cNvSpPr/>
            <p:nvPr/>
          </p:nvSpPr>
          <p:spPr>
            <a:xfrm>
              <a:off x="3413525" y="-989495"/>
              <a:ext cx="28800" cy="35280"/>
            </a:xfrm>
            <a:custGeom>
              <a:rect b="b" l="l" r="r" t="t"/>
              <a:pathLst>
                <a:path extrusionOk="0" h="98" w="80">
                  <a:moveTo>
                    <a:pt x="9" y="20"/>
                  </a:moveTo>
                  <a:cubicBezTo>
                    <a:pt x="20" y="22"/>
                    <a:pt x="22" y="25"/>
                    <a:pt x="27" y="35"/>
                  </a:cubicBezTo>
                  <a:cubicBezTo>
                    <a:pt x="32" y="44"/>
                    <a:pt x="34" y="49"/>
                    <a:pt x="37" y="55"/>
                  </a:cubicBezTo>
                  <a:cubicBezTo>
                    <a:pt x="45" y="56"/>
                    <a:pt x="51" y="58"/>
                    <a:pt x="58" y="60"/>
                  </a:cubicBezTo>
                  <a:cubicBezTo>
                    <a:pt x="63" y="62"/>
                    <a:pt x="61" y="68"/>
                    <a:pt x="58" y="69"/>
                  </a:cubicBezTo>
                  <a:lnTo>
                    <a:pt x="47" y="73"/>
                  </a:lnTo>
                  <a:cubicBezTo>
                    <a:pt x="48" y="74"/>
                    <a:pt x="49" y="76"/>
                    <a:pt x="50" y="77"/>
                  </a:cubicBezTo>
                  <a:cubicBezTo>
                    <a:pt x="54" y="85"/>
                    <a:pt x="60" y="91"/>
                    <a:pt x="67" y="96"/>
                  </a:cubicBezTo>
                  <a:lnTo>
                    <a:pt x="68" y="96"/>
                  </a:lnTo>
                  <a:cubicBezTo>
                    <a:pt x="69" y="97"/>
                    <a:pt x="69" y="97"/>
                    <a:pt x="71" y="97"/>
                  </a:cubicBezTo>
                  <a:cubicBezTo>
                    <a:pt x="72" y="97"/>
                    <a:pt x="74" y="97"/>
                    <a:pt x="75" y="96"/>
                  </a:cubicBezTo>
                  <a:cubicBezTo>
                    <a:pt x="76" y="95"/>
                    <a:pt x="77" y="94"/>
                    <a:pt x="78" y="93"/>
                  </a:cubicBezTo>
                  <a:cubicBezTo>
                    <a:pt x="79" y="92"/>
                    <a:pt x="79" y="91"/>
                    <a:pt x="79" y="89"/>
                  </a:cubicBezTo>
                  <a:cubicBezTo>
                    <a:pt x="79" y="88"/>
                    <a:pt x="79" y="87"/>
                    <a:pt x="78" y="86"/>
                  </a:cubicBezTo>
                  <a:cubicBezTo>
                    <a:pt x="75" y="76"/>
                    <a:pt x="74" y="65"/>
                    <a:pt x="70" y="56"/>
                  </a:cubicBezTo>
                  <a:cubicBezTo>
                    <a:pt x="65" y="44"/>
                    <a:pt x="59" y="32"/>
                    <a:pt x="52" y="21"/>
                  </a:cubicBezTo>
                  <a:cubicBezTo>
                    <a:pt x="52" y="20"/>
                    <a:pt x="52" y="20"/>
                    <a:pt x="52" y="20"/>
                  </a:cubicBezTo>
                  <a:cubicBezTo>
                    <a:pt x="52" y="20"/>
                    <a:pt x="52" y="19"/>
                    <a:pt x="51" y="19"/>
                  </a:cubicBezTo>
                  <a:cubicBezTo>
                    <a:pt x="47" y="12"/>
                    <a:pt x="42" y="6"/>
                    <a:pt x="36" y="0"/>
                  </a:cubicBezTo>
                  <a:lnTo>
                    <a:pt x="2" y="4"/>
                  </a:lnTo>
                  <a:cubicBezTo>
                    <a:pt x="1" y="6"/>
                    <a:pt x="0" y="8"/>
                    <a:pt x="0" y="9"/>
                  </a:cubicBezTo>
                  <a:cubicBezTo>
                    <a:pt x="0" y="11"/>
                    <a:pt x="1" y="13"/>
                    <a:pt x="2" y="15"/>
                  </a:cubicBezTo>
                  <a:cubicBezTo>
                    <a:pt x="3" y="17"/>
                    <a:pt x="4" y="18"/>
                    <a:pt x="6" y="19"/>
                  </a:cubicBezTo>
                  <a:cubicBezTo>
                    <a:pt x="7" y="20"/>
                    <a:pt x="8" y="20"/>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9"/>
            <p:cNvSpPr/>
            <p:nvPr/>
          </p:nvSpPr>
          <p:spPr>
            <a:xfrm>
              <a:off x="3413885" y="-992375"/>
              <a:ext cx="12960" cy="4320"/>
            </a:xfrm>
            <a:custGeom>
              <a:rect b="b" l="l" r="r" t="t"/>
              <a:pathLst>
                <a:path extrusionOk="0" h="12" w="36">
                  <a:moveTo>
                    <a:pt x="34" y="6"/>
                  </a:moveTo>
                  <a:cubicBezTo>
                    <a:pt x="26" y="0"/>
                    <a:pt x="16" y="3"/>
                    <a:pt x="7" y="6"/>
                  </a:cubicBezTo>
                  <a:cubicBezTo>
                    <a:pt x="6" y="6"/>
                    <a:pt x="6" y="7"/>
                    <a:pt x="5" y="7"/>
                  </a:cubicBezTo>
                  <a:cubicBezTo>
                    <a:pt x="3" y="9"/>
                    <a:pt x="2" y="9"/>
                    <a:pt x="1" y="10"/>
                  </a:cubicBezTo>
                  <a:cubicBezTo>
                    <a:pt x="1" y="11"/>
                    <a:pt x="1" y="11"/>
                    <a:pt x="0" y="11"/>
                  </a:cubicBezTo>
                  <a:lnTo>
                    <a:pt x="35" y="8"/>
                  </a:lnTo>
                  <a:lnTo>
                    <a:pt x="34"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9"/>
            <p:cNvSpPr/>
            <p:nvPr/>
          </p:nvSpPr>
          <p:spPr>
            <a:xfrm>
              <a:off x="3426845" y="-969335"/>
              <a:ext cx="9720" cy="6480"/>
            </a:xfrm>
            <a:custGeom>
              <a:rect b="b" l="l" r="r" t="t"/>
              <a:pathLst>
                <a:path extrusionOk="0" h="18" w="27">
                  <a:moveTo>
                    <a:pt x="21" y="5"/>
                  </a:moveTo>
                  <a:cubicBezTo>
                    <a:pt x="14" y="2"/>
                    <a:pt x="8" y="1"/>
                    <a:pt x="0" y="0"/>
                  </a:cubicBezTo>
                  <a:lnTo>
                    <a:pt x="0" y="1"/>
                  </a:lnTo>
                  <a:lnTo>
                    <a:pt x="9" y="17"/>
                  </a:lnTo>
                  <a:lnTo>
                    <a:pt x="20" y="14"/>
                  </a:lnTo>
                  <a:cubicBezTo>
                    <a:pt x="24" y="12"/>
                    <a:pt x="26" y="6"/>
                    <a:pt x="2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9"/>
            <p:cNvSpPr/>
            <p:nvPr/>
          </p:nvSpPr>
          <p:spPr>
            <a:xfrm>
              <a:off x="3439445" y="-992015"/>
              <a:ext cx="24480" cy="38520"/>
            </a:xfrm>
            <a:custGeom>
              <a:rect b="b" l="l" r="r" t="t"/>
              <a:pathLst>
                <a:path extrusionOk="0" h="107" w="68">
                  <a:moveTo>
                    <a:pt x="22" y="38"/>
                  </a:moveTo>
                  <a:cubicBezTo>
                    <a:pt x="23" y="40"/>
                    <a:pt x="24" y="42"/>
                    <a:pt x="25" y="44"/>
                  </a:cubicBezTo>
                  <a:cubicBezTo>
                    <a:pt x="29" y="50"/>
                    <a:pt x="32" y="57"/>
                    <a:pt x="34" y="64"/>
                  </a:cubicBezTo>
                  <a:cubicBezTo>
                    <a:pt x="36" y="71"/>
                    <a:pt x="39" y="78"/>
                    <a:pt x="42" y="84"/>
                  </a:cubicBezTo>
                  <a:cubicBezTo>
                    <a:pt x="46" y="91"/>
                    <a:pt x="51" y="97"/>
                    <a:pt x="56" y="102"/>
                  </a:cubicBezTo>
                  <a:cubicBezTo>
                    <a:pt x="62" y="106"/>
                    <a:pt x="67" y="99"/>
                    <a:pt x="65" y="94"/>
                  </a:cubicBezTo>
                  <a:cubicBezTo>
                    <a:pt x="60" y="82"/>
                    <a:pt x="63" y="68"/>
                    <a:pt x="59" y="56"/>
                  </a:cubicBezTo>
                  <a:cubicBezTo>
                    <a:pt x="57" y="49"/>
                    <a:pt x="54" y="42"/>
                    <a:pt x="50" y="36"/>
                  </a:cubicBezTo>
                  <a:lnTo>
                    <a:pt x="50" y="35"/>
                  </a:lnTo>
                  <a:cubicBezTo>
                    <a:pt x="42" y="23"/>
                    <a:pt x="34" y="11"/>
                    <a:pt x="26" y="0"/>
                  </a:cubicBezTo>
                  <a:lnTo>
                    <a:pt x="0" y="3"/>
                  </a:lnTo>
                  <a:cubicBezTo>
                    <a:pt x="5" y="10"/>
                    <a:pt x="10" y="17"/>
                    <a:pt x="15" y="25"/>
                  </a:cubicBezTo>
                  <a:cubicBezTo>
                    <a:pt x="17" y="29"/>
                    <a:pt x="20" y="34"/>
                    <a:pt x="22"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9"/>
            <p:cNvSpPr/>
            <p:nvPr/>
          </p:nvSpPr>
          <p:spPr>
            <a:xfrm>
              <a:off x="3438365" y="-997055"/>
              <a:ext cx="10440" cy="6480"/>
            </a:xfrm>
            <a:custGeom>
              <a:rect b="b" l="l" r="r" t="t"/>
              <a:pathLst>
                <a:path extrusionOk="0" h="18" w="29">
                  <a:moveTo>
                    <a:pt x="18" y="3"/>
                  </a:moveTo>
                  <a:cubicBezTo>
                    <a:pt x="17" y="3"/>
                    <a:pt x="17" y="2"/>
                    <a:pt x="16" y="1"/>
                  </a:cubicBezTo>
                  <a:cubicBezTo>
                    <a:pt x="14" y="0"/>
                    <a:pt x="12" y="0"/>
                    <a:pt x="11" y="0"/>
                  </a:cubicBezTo>
                  <a:cubicBezTo>
                    <a:pt x="9" y="0"/>
                    <a:pt x="7" y="0"/>
                    <a:pt x="5" y="1"/>
                  </a:cubicBezTo>
                  <a:cubicBezTo>
                    <a:pt x="3" y="2"/>
                    <a:pt x="3" y="3"/>
                    <a:pt x="2" y="5"/>
                  </a:cubicBezTo>
                  <a:cubicBezTo>
                    <a:pt x="1" y="7"/>
                    <a:pt x="0" y="8"/>
                    <a:pt x="0" y="10"/>
                  </a:cubicBezTo>
                  <a:cubicBezTo>
                    <a:pt x="0" y="12"/>
                    <a:pt x="1" y="14"/>
                    <a:pt x="2" y="15"/>
                  </a:cubicBezTo>
                  <a:cubicBezTo>
                    <a:pt x="2" y="16"/>
                    <a:pt x="2" y="16"/>
                    <a:pt x="3" y="17"/>
                  </a:cubicBezTo>
                  <a:lnTo>
                    <a:pt x="28" y="14"/>
                  </a:lnTo>
                  <a:cubicBezTo>
                    <a:pt x="25" y="10"/>
                    <a:pt x="22" y="7"/>
                    <a:pt x="1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9"/>
            <p:cNvSpPr/>
            <p:nvPr/>
          </p:nvSpPr>
          <p:spPr>
            <a:xfrm>
              <a:off x="3461045" y="-1002095"/>
              <a:ext cx="7920" cy="2160"/>
            </a:xfrm>
            <a:custGeom>
              <a:rect b="b" l="l" r="r" t="t"/>
              <a:pathLst>
                <a:path extrusionOk="0" h="6" w="22">
                  <a:moveTo>
                    <a:pt x="9" y="0"/>
                  </a:moveTo>
                  <a:lnTo>
                    <a:pt x="8" y="0"/>
                  </a:lnTo>
                  <a:cubicBezTo>
                    <a:pt x="7" y="0"/>
                    <a:pt x="6" y="0"/>
                    <a:pt x="4" y="1"/>
                  </a:cubicBezTo>
                  <a:cubicBezTo>
                    <a:pt x="2" y="2"/>
                    <a:pt x="1" y="3"/>
                    <a:pt x="0" y="4"/>
                  </a:cubicBezTo>
                  <a:cubicBezTo>
                    <a:pt x="0" y="5"/>
                    <a:pt x="0" y="5"/>
                    <a:pt x="0" y="5"/>
                  </a:cubicBezTo>
                  <a:lnTo>
                    <a:pt x="21" y="5"/>
                  </a:lnTo>
                  <a:cubicBezTo>
                    <a:pt x="20" y="4"/>
                    <a:pt x="19" y="3"/>
                    <a:pt x="18" y="3"/>
                  </a:cubicBezTo>
                  <a:cubicBezTo>
                    <a:pt x="15" y="1"/>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9"/>
            <p:cNvSpPr/>
            <p:nvPr/>
          </p:nvSpPr>
          <p:spPr>
            <a:xfrm>
              <a:off x="3463925" y="-993455"/>
              <a:ext cx="15840" cy="24840"/>
            </a:xfrm>
            <a:custGeom>
              <a:rect b="b" l="l" r="r" t="t"/>
              <a:pathLst>
                <a:path extrusionOk="0" h="69" w="44">
                  <a:moveTo>
                    <a:pt x="23" y="64"/>
                  </a:moveTo>
                  <a:cubicBezTo>
                    <a:pt x="30" y="65"/>
                    <a:pt x="37" y="66"/>
                    <a:pt x="43" y="68"/>
                  </a:cubicBezTo>
                  <a:cubicBezTo>
                    <a:pt x="43" y="67"/>
                    <a:pt x="43" y="67"/>
                    <a:pt x="43" y="66"/>
                  </a:cubicBezTo>
                  <a:cubicBezTo>
                    <a:pt x="43" y="65"/>
                    <a:pt x="43" y="64"/>
                    <a:pt x="43" y="63"/>
                  </a:cubicBezTo>
                  <a:cubicBezTo>
                    <a:pt x="40" y="54"/>
                    <a:pt x="43" y="44"/>
                    <a:pt x="41" y="35"/>
                  </a:cubicBezTo>
                  <a:cubicBezTo>
                    <a:pt x="39" y="26"/>
                    <a:pt x="35" y="17"/>
                    <a:pt x="31" y="8"/>
                  </a:cubicBezTo>
                  <a:lnTo>
                    <a:pt x="27" y="0"/>
                  </a:lnTo>
                  <a:lnTo>
                    <a:pt x="0" y="0"/>
                  </a:lnTo>
                  <a:cubicBezTo>
                    <a:pt x="6" y="12"/>
                    <a:pt x="10" y="24"/>
                    <a:pt x="13" y="37"/>
                  </a:cubicBezTo>
                  <a:cubicBezTo>
                    <a:pt x="16" y="46"/>
                    <a:pt x="19" y="55"/>
                    <a:pt x="23"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9"/>
            <p:cNvSpPr/>
            <p:nvPr/>
          </p:nvSpPr>
          <p:spPr>
            <a:xfrm>
              <a:off x="3460685" y="-1000295"/>
              <a:ext cx="13320" cy="7560"/>
            </a:xfrm>
            <a:custGeom>
              <a:rect b="b" l="l" r="r" t="t"/>
              <a:pathLst>
                <a:path extrusionOk="0" h="21" w="37">
                  <a:moveTo>
                    <a:pt x="2" y="10"/>
                  </a:moveTo>
                  <a:cubicBezTo>
                    <a:pt x="5" y="12"/>
                    <a:pt x="7" y="14"/>
                    <a:pt x="8" y="17"/>
                  </a:cubicBezTo>
                  <a:cubicBezTo>
                    <a:pt x="9" y="18"/>
                    <a:pt x="9" y="19"/>
                    <a:pt x="10" y="20"/>
                  </a:cubicBezTo>
                  <a:lnTo>
                    <a:pt x="36" y="20"/>
                  </a:lnTo>
                  <a:cubicBezTo>
                    <a:pt x="36" y="18"/>
                    <a:pt x="35" y="16"/>
                    <a:pt x="34" y="14"/>
                  </a:cubicBezTo>
                  <a:cubicBezTo>
                    <a:pt x="31" y="9"/>
                    <a:pt x="27" y="4"/>
                    <a:pt x="22" y="0"/>
                  </a:cubicBezTo>
                  <a:lnTo>
                    <a:pt x="1" y="0"/>
                  </a:lnTo>
                  <a:cubicBezTo>
                    <a:pt x="0" y="1"/>
                    <a:pt x="0" y="3"/>
                    <a:pt x="0" y="4"/>
                  </a:cubicBezTo>
                  <a:cubicBezTo>
                    <a:pt x="0" y="5"/>
                    <a:pt x="0" y="7"/>
                    <a:pt x="1" y="8"/>
                  </a:cubicBezTo>
                  <a:cubicBezTo>
                    <a:pt x="1" y="9"/>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9"/>
            <p:cNvSpPr/>
            <p:nvPr/>
          </p:nvSpPr>
          <p:spPr>
            <a:xfrm>
              <a:off x="3472205" y="-970415"/>
              <a:ext cx="7560" cy="3600"/>
            </a:xfrm>
            <a:custGeom>
              <a:rect b="b" l="l" r="r" t="t"/>
              <a:pathLst>
                <a:path extrusionOk="0" h="10" w="21">
                  <a:moveTo>
                    <a:pt x="0" y="0"/>
                  </a:moveTo>
                  <a:cubicBezTo>
                    <a:pt x="2" y="3"/>
                    <a:pt x="5" y="5"/>
                    <a:pt x="7" y="7"/>
                  </a:cubicBezTo>
                  <a:cubicBezTo>
                    <a:pt x="8" y="8"/>
                    <a:pt x="10" y="8"/>
                    <a:pt x="11" y="8"/>
                  </a:cubicBezTo>
                  <a:cubicBezTo>
                    <a:pt x="11" y="8"/>
                    <a:pt x="12" y="9"/>
                    <a:pt x="13" y="9"/>
                  </a:cubicBezTo>
                  <a:cubicBezTo>
                    <a:pt x="14" y="9"/>
                    <a:pt x="15" y="9"/>
                    <a:pt x="17" y="8"/>
                  </a:cubicBezTo>
                  <a:cubicBezTo>
                    <a:pt x="19" y="7"/>
                    <a:pt x="19" y="6"/>
                    <a:pt x="19" y="5"/>
                  </a:cubicBezTo>
                  <a:cubicBezTo>
                    <a:pt x="19" y="5"/>
                    <a:pt x="19" y="4"/>
                    <a:pt x="20" y="4"/>
                  </a:cubicBezTo>
                  <a:cubicBezTo>
                    <a:pt x="13" y="2"/>
                    <a:pt x="7"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9"/>
            <p:cNvSpPr/>
            <p:nvPr/>
          </p:nvSpPr>
          <p:spPr>
            <a:xfrm>
              <a:off x="3483365" y="-993455"/>
              <a:ext cx="24480" cy="37800"/>
            </a:xfrm>
            <a:custGeom>
              <a:rect b="b" l="l" r="r" t="t"/>
              <a:pathLst>
                <a:path extrusionOk="0" h="105" w="68">
                  <a:moveTo>
                    <a:pt x="38" y="71"/>
                  </a:moveTo>
                  <a:cubicBezTo>
                    <a:pt x="41" y="83"/>
                    <a:pt x="43" y="93"/>
                    <a:pt x="54" y="100"/>
                  </a:cubicBezTo>
                  <a:cubicBezTo>
                    <a:pt x="61" y="104"/>
                    <a:pt x="67" y="96"/>
                    <a:pt x="64" y="90"/>
                  </a:cubicBezTo>
                  <a:cubicBezTo>
                    <a:pt x="63" y="85"/>
                    <a:pt x="62" y="81"/>
                    <a:pt x="61" y="76"/>
                  </a:cubicBezTo>
                  <a:cubicBezTo>
                    <a:pt x="60" y="75"/>
                    <a:pt x="59" y="75"/>
                    <a:pt x="58" y="74"/>
                  </a:cubicBezTo>
                  <a:cubicBezTo>
                    <a:pt x="56" y="73"/>
                    <a:pt x="55" y="72"/>
                    <a:pt x="54" y="70"/>
                  </a:cubicBezTo>
                  <a:cubicBezTo>
                    <a:pt x="53" y="68"/>
                    <a:pt x="52" y="66"/>
                    <a:pt x="52" y="64"/>
                  </a:cubicBezTo>
                  <a:cubicBezTo>
                    <a:pt x="52" y="62"/>
                    <a:pt x="53" y="60"/>
                    <a:pt x="54" y="58"/>
                  </a:cubicBezTo>
                  <a:cubicBezTo>
                    <a:pt x="54" y="57"/>
                    <a:pt x="54" y="57"/>
                    <a:pt x="55" y="56"/>
                  </a:cubicBezTo>
                  <a:cubicBezTo>
                    <a:pt x="54" y="53"/>
                    <a:pt x="52" y="50"/>
                    <a:pt x="51" y="48"/>
                  </a:cubicBezTo>
                  <a:cubicBezTo>
                    <a:pt x="49" y="46"/>
                    <a:pt x="48" y="44"/>
                    <a:pt x="47" y="42"/>
                  </a:cubicBezTo>
                  <a:cubicBezTo>
                    <a:pt x="38" y="28"/>
                    <a:pt x="30" y="13"/>
                    <a:pt x="21" y="0"/>
                  </a:cubicBezTo>
                  <a:lnTo>
                    <a:pt x="0" y="0"/>
                  </a:lnTo>
                  <a:cubicBezTo>
                    <a:pt x="1" y="1"/>
                    <a:pt x="2" y="3"/>
                    <a:pt x="3" y="5"/>
                  </a:cubicBezTo>
                  <a:cubicBezTo>
                    <a:pt x="7" y="12"/>
                    <a:pt x="11" y="20"/>
                    <a:pt x="15" y="28"/>
                  </a:cubicBezTo>
                  <a:cubicBezTo>
                    <a:pt x="18" y="33"/>
                    <a:pt x="20" y="37"/>
                    <a:pt x="23" y="42"/>
                  </a:cubicBezTo>
                  <a:cubicBezTo>
                    <a:pt x="28" y="51"/>
                    <a:pt x="34" y="61"/>
                    <a:pt x="38"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9"/>
            <p:cNvSpPr/>
            <p:nvPr/>
          </p:nvSpPr>
          <p:spPr>
            <a:xfrm>
              <a:off x="3483365" y="-1000655"/>
              <a:ext cx="2160" cy="360"/>
            </a:xfrm>
            <a:custGeom>
              <a:rect b="b" l="l" r="r" t="t"/>
              <a:pathLst>
                <a:path extrusionOk="0" h="1" w="6">
                  <a:moveTo>
                    <a:pt x="0" y="0"/>
                  </a:moveTo>
                  <a:lnTo>
                    <a:pt x="5" y="0"/>
                  </a:lnTo>
                  <a:cubicBezTo>
                    <a:pt x="4" y="0"/>
                    <a:pt x="3"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9"/>
            <p:cNvSpPr/>
            <p:nvPr/>
          </p:nvSpPr>
          <p:spPr>
            <a:xfrm>
              <a:off x="3502085" y="-973295"/>
              <a:ext cx="3600" cy="7560"/>
            </a:xfrm>
            <a:custGeom>
              <a:rect b="b" l="l" r="r" t="t"/>
              <a:pathLst>
                <a:path extrusionOk="0" h="21" w="10">
                  <a:moveTo>
                    <a:pt x="3" y="0"/>
                  </a:moveTo>
                  <a:cubicBezTo>
                    <a:pt x="2" y="1"/>
                    <a:pt x="2" y="1"/>
                    <a:pt x="2" y="2"/>
                  </a:cubicBezTo>
                  <a:cubicBezTo>
                    <a:pt x="1" y="4"/>
                    <a:pt x="0" y="6"/>
                    <a:pt x="0" y="8"/>
                  </a:cubicBezTo>
                  <a:cubicBezTo>
                    <a:pt x="0" y="10"/>
                    <a:pt x="1" y="12"/>
                    <a:pt x="2" y="14"/>
                  </a:cubicBezTo>
                  <a:cubicBezTo>
                    <a:pt x="3" y="16"/>
                    <a:pt x="4" y="17"/>
                    <a:pt x="6" y="18"/>
                  </a:cubicBezTo>
                  <a:cubicBezTo>
                    <a:pt x="7" y="19"/>
                    <a:pt x="8" y="19"/>
                    <a:pt x="9" y="20"/>
                  </a:cubicBezTo>
                  <a:cubicBezTo>
                    <a:pt x="9" y="17"/>
                    <a:pt x="8" y="14"/>
                    <a:pt x="8" y="12"/>
                  </a:cubicBezTo>
                  <a:cubicBezTo>
                    <a:pt x="7" y="8"/>
                    <a:pt x="5" y="4"/>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9"/>
            <p:cNvSpPr/>
            <p:nvPr/>
          </p:nvSpPr>
          <p:spPr>
            <a:xfrm>
              <a:off x="3481205" y="-1000655"/>
              <a:ext cx="10080" cy="7560"/>
            </a:xfrm>
            <a:custGeom>
              <a:rect b="b" l="l" r="r" t="t"/>
              <a:pathLst>
                <a:path extrusionOk="0" h="21" w="28">
                  <a:moveTo>
                    <a:pt x="2" y="15"/>
                  </a:moveTo>
                  <a:cubicBezTo>
                    <a:pt x="3" y="17"/>
                    <a:pt x="4" y="18"/>
                    <a:pt x="5" y="20"/>
                  </a:cubicBezTo>
                  <a:lnTo>
                    <a:pt x="27" y="20"/>
                  </a:lnTo>
                  <a:cubicBezTo>
                    <a:pt x="23" y="14"/>
                    <a:pt x="19" y="8"/>
                    <a:pt x="15" y="3"/>
                  </a:cubicBezTo>
                  <a:cubicBezTo>
                    <a:pt x="14" y="2"/>
                    <a:pt x="13" y="1"/>
                    <a:pt x="12" y="1"/>
                  </a:cubicBezTo>
                  <a:lnTo>
                    <a:pt x="11" y="0"/>
                  </a:lnTo>
                  <a:lnTo>
                    <a:pt x="6" y="0"/>
                  </a:lnTo>
                  <a:cubicBezTo>
                    <a:pt x="5" y="0"/>
                    <a:pt x="5" y="1"/>
                    <a:pt x="5" y="1"/>
                  </a:cubicBezTo>
                  <a:cubicBezTo>
                    <a:pt x="3" y="2"/>
                    <a:pt x="2" y="2"/>
                    <a:pt x="1" y="4"/>
                  </a:cubicBezTo>
                  <a:cubicBezTo>
                    <a:pt x="0" y="6"/>
                    <a:pt x="0" y="7"/>
                    <a:pt x="0" y="9"/>
                  </a:cubicBezTo>
                  <a:cubicBezTo>
                    <a:pt x="0" y="10"/>
                    <a:pt x="0" y="13"/>
                    <a:pt x="1" y="14"/>
                  </a:cubicBezTo>
                  <a:lnTo>
                    <a:pt x="2"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9"/>
            <p:cNvSpPr/>
            <p:nvPr/>
          </p:nvSpPr>
          <p:spPr>
            <a:xfrm>
              <a:off x="3514685" y="-966815"/>
              <a:ext cx="10080" cy="6120"/>
            </a:xfrm>
            <a:custGeom>
              <a:rect b="b" l="l" r="r" t="t"/>
              <a:pathLst>
                <a:path extrusionOk="0" h="17" w="28">
                  <a:moveTo>
                    <a:pt x="16" y="15"/>
                  </a:moveTo>
                  <a:cubicBezTo>
                    <a:pt x="17" y="16"/>
                    <a:pt x="18" y="16"/>
                    <a:pt x="19" y="16"/>
                  </a:cubicBezTo>
                  <a:cubicBezTo>
                    <a:pt x="21" y="16"/>
                    <a:pt x="22" y="16"/>
                    <a:pt x="23" y="15"/>
                  </a:cubicBezTo>
                  <a:cubicBezTo>
                    <a:pt x="24" y="14"/>
                    <a:pt x="25" y="13"/>
                    <a:pt x="26" y="12"/>
                  </a:cubicBezTo>
                  <a:cubicBezTo>
                    <a:pt x="27" y="11"/>
                    <a:pt x="27" y="9"/>
                    <a:pt x="27" y="8"/>
                  </a:cubicBezTo>
                  <a:cubicBezTo>
                    <a:pt x="27" y="7"/>
                    <a:pt x="27" y="6"/>
                    <a:pt x="27" y="5"/>
                  </a:cubicBezTo>
                  <a:lnTo>
                    <a:pt x="25" y="0"/>
                  </a:lnTo>
                  <a:lnTo>
                    <a:pt x="0" y="1"/>
                  </a:lnTo>
                  <a:cubicBezTo>
                    <a:pt x="3" y="6"/>
                    <a:pt x="8" y="11"/>
                    <a:pt x="13" y="14"/>
                  </a:cubicBezTo>
                  <a:cubicBezTo>
                    <a:pt x="14" y="14"/>
                    <a:pt x="15" y="15"/>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9"/>
            <p:cNvSpPr/>
            <p:nvPr/>
          </p:nvSpPr>
          <p:spPr>
            <a:xfrm>
              <a:off x="3501725" y="-993455"/>
              <a:ext cx="19440" cy="19440"/>
            </a:xfrm>
            <a:custGeom>
              <a:rect b="b" l="l" r="r" t="t"/>
              <a:pathLst>
                <a:path extrusionOk="0" h="54" w="54">
                  <a:moveTo>
                    <a:pt x="8" y="9"/>
                  </a:moveTo>
                  <a:cubicBezTo>
                    <a:pt x="10" y="14"/>
                    <a:pt x="11" y="18"/>
                    <a:pt x="13" y="22"/>
                  </a:cubicBezTo>
                  <a:cubicBezTo>
                    <a:pt x="17" y="33"/>
                    <a:pt x="21" y="42"/>
                    <a:pt x="25" y="53"/>
                  </a:cubicBezTo>
                  <a:cubicBezTo>
                    <a:pt x="34" y="53"/>
                    <a:pt x="44" y="51"/>
                    <a:pt x="53" y="51"/>
                  </a:cubicBezTo>
                  <a:cubicBezTo>
                    <a:pt x="50" y="42"/>
                    <a:pt x="47" y="33"/>
                    <a:pt x="43" y="25"/>
                  </a:cubicBezTo>
                  <a:cubicBezTo>
                    <a:pt x="39" y="17"/>
                    <a:pt x="35" y="9"/>
                    <a:pt x="30" y="1"/>
                  </a:cubicBezTo>
                  <a:lnTo>
                    <a:pt x="30" y="0"/>
                  </a:lnTo>
                  <a:lnTo>
                    <a:pt x="0" y="0"/>
                  </a:lnTo>
                  <a:cubicBezTo>
                    <a:pt x="2" y="3"/>
                    <a:pt x="5" y="3"/>
                    <a:pt x="8"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9"/>
            <p:cNvSpPr/>
            <p:nvPr/>
          </p:nvSpPr>
          <p:spPr>
            <a:xfrm>
              <a:off x="3499565" y="-1000655"/>
              <a:ext cx="13320" cy="7560"/>
            </a:xfrm>
            <a:custGeom>
              <a:rect b="b" l="l" r="r" t="t"/>
              <a:pathLst>
                <a:path extrusionOk="0" h="21" w="37">
                  <a:moveTo>
                    <a:pt x="29" y="10"/>
                  </a:moveTo>
                  <a:cubicBezTo>
                    <a:pt x="27" y="9"/>
                    <a:pt x="16" y="2"/>
                    <a:pt x="16" y="4"/>
                  </a:cubicBezTo>
                  <a:cubicBezTo>
                    <a:pt x="15" y="0"/>
                    <a:pt x="0" y="10"/>
                    <a:pt x="5" y="18"/>
                  </a:cubicBezTo>
                  <a:lnTo>
                    <a:pt x="6" y="20"/>
                  </a:lnTo>
                  <a:lnTo>
                    <a:pt x="36" y="20"/>
                  </a:lnTo>
                  <a:cubicBezTo>
                    <a:pt x="33" y="17"/>
                    <a:pt x="31" y="13"/>
                    <a:pt x="2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9"/>
            <p:cNvSpPr/>
            <p:nvPr/>
          </p:nvSpPr>
          <p:spPr>
            <a:xfrm>
              <a:off x="3511085" y="-975455"/>
              <a:ext cx="12960" cy="9360"/>
            </a:xfrm>
            <a:custGeom>
              <a:rect b="b" l="l" r="r" t="t"/>
              <a:pathLst>
                <a:path extrusionOk="0" h="26" w="36">
                  <a:moveTo>
                    <a:pt x="0" y="2"/>
                  </a:moveTo>
                  <a:lnTo>
                    <a:pt x="3" y="11"/>
                  </a:lnTo>
                  <a:cubicBezTo>
                    <a:pt x="5" y="15"/>
                    <a:pt x="7" y="19"/>
                    <a:pt x="9" y="23"/>
                  </a:cubicBezTo>
                  <a:cubicBezTo>
                    <a:pt x="9" y="24"/>
                    <a:pt x="10" y="24"/>
                    <a:pt x="10" y="25"/>
                  </a:cubicBezTo>
                  <a:lnTo>
                    <a:pt x="35" y="24"/>
                  </a:lnTo>
                  <a:cubicBezTo>
                    <a:pt x="32" y="16"/>
                    <a:pt x="30" y="8"/>
                    <a:pt x="27" y="0"/>
                  </a:cubicBezTo>
                  <a:cubicBezTo>
                    <a:pt x="18" y="2"/>
                    <a:pt x="9" y="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9"/>
            <p:cNvSpPr/>
            <p:nvPr/>
          </p:nvSpPr>
          <p:spPr>
            <a:xfrm>
              <a:off x="3532685" y="-968615"/>
              <a:ext cx="16560" cy="24480"/>
            </a:xfrm>
            <a:custGeom>
              <a:rect b="b" l="l" r="r" t="t"/>
              <a:pathLst>
                <a:path extrusionOk="0" h="68" w="46">
                  <a:moveTo>
                    <a:pt x="7" y="17"/>
                  </a:moveTo>
                  <a:cubicBezTo>
                    <a:pt x="13" y="32"/>
                    <a:pt x="20" y="54"/>
                    <a:pt x="34" y="63"/>
                  </a:cubicBezTo>
                  <a:cubicBezTo>
                    <a:pt x="40" y="67"/>
                    <a:pt x="45" y="60"/>
                    <a:pt x="43" y="55"/>
                  </a:cubicBezTo>
                  <a:cubicBezTo>
                    <a:pt x="42" y="44"/>
                    <a:pt x="39" y="32"/>
                    <a:pt x="36" y="21"/>
                  </a:cubicBezTo>
                  <a:lnTo>
                    <a:pt x="27" y="0"/>
                  </a:lnTo>
                  <a:lnTo>
                    <a:pt x="0" y="3"/>
                  </a:lnTo>
                  <a:lnTo>
                    <a:pt x="7"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9"/>
            <p:cNvSpPr/>
            <p:nvPr/>
          </p:nvSpPr>
          <p:spPr>
            <a:xfrm>
              <a:off x="3523325" y="-993095"/>
              <a:ext cx="15840" cy="17280"/>
            </a:xfrm>
            <a:custGeom>
              <a:rect b="b" l="l" r="r" t="t"/>
              <a:pathLst>
                <a:path extrusionOk="0" h="48" w="44">
                  <a:moveTo>
                    <a:pt x="1" y="9"/>
                  </a:moveTo>
                  <a:cubicBezTo>
                    <a:pt x="7" y="19"/>
                    <a:pt x="11" y="29"/>
                    <a:pt x="13" y="40"/>
                  </a:cubicBezTo>
                  <a:cubicBezTo>
                    <a:pt x="13" y="42"/>
                    <a:pt x="15" y="45"/>
                    <a:pt x="16" y="47"/>
                  </a:cubicBezTo>
                  <a:cubicBezTo>
                    <a:pt x="25" y="47"/>
                    <a:pt x="34" y="46"/>
                    <a:pt x="43" y="46"/>
                  </a:cubicBezTo>
                  <a:cubicBezTo>
                    <a:pt x="40" y="39"/>
                    <a:pt x="37" y="33"/>
                    <a:pt x="34" y="27"/>
                  </a:cubicBezTo>
                  <a:cubicBezTo>
                    <a:pt x="28" y="18"/>
                    <a:pt x="22" y="9"/>
                    <a:pt x="15" y="1"/>
                  </a:cubicBezTo>
                  <a:cubicBezTo>
                    <a:pt x="11" y="1"/>
                    <a:pt x="7" y="1"/>
                    <a:pt x="2" y="0"/>
                  </a:cubicBezTo>
                  <a:lnTo>
                    <a:pt x="1" y="1"/>
                  </a:lnTo>
                  <a:cubicBezTo>
                    <a:pt x="0" y="2"/>
                    <a:pt x="0" y="4"/>
                    <a:pt x="0" y="5"/>
                  </a:cubicBezTo>
                  <a:cubicBezTo>
                    <a:pt x="0" y="6"/>
                    <a:pt x="0" y="8"/>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9"/>
            <p:cNvSpPr/>
            <p:nvPr/>
          </p:nvSpPr>
          <p:spPr>
            <a:xfrm>
              <a:off x="3529085" y="-976895"/>
              <a:ext cx="13680" cy="9720"/>
            </a:xfrm>
            <a:custGeom>
              <a:rect b="b" l="l" r="r" t="t"/>
              <a:pathLst>
                <a:path extrusionOk="0" h="27" w="38">
                  <a:moveTo>
                    <a:pt x="27" y="0"/>
                  </a:moveTo>
                  <a:cubicBezTo>
                    <a:pt x="18" y="0"/>
                    <a:pt x="9" y="1"/>
                    <a:pt x="0" y="2"/>
                  </a:cubicBezTo>
                  <a:cubicBezTo>
                    <a:pt x="3" y="10"/>
                    <a:pt x="6" y="18"/>
                    <a:pt x="10" y="26"/>
                  </a:cubicBezTo>
                  <a:lnTo>
                    <a:pt x="37" y="23"/>
                  </a:lnTo>
                  <a:cubicBezTo>
                    <a:pt x="34" y="18"/>
                    <a:pt x="32" y="13"/>
                    <a:pt x="30" y="7"/>
                  </a:cubicBezTo>
                  <a:lnTo>
                    <a:pt x="2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9"/>
            <p:cNvSpPr/>
            <p:nvPr/>
          </p:nvSpPr>
          <p:spPr>
            <a:xfrm>
              <a:off x="3524045" y="-994175"/>
              <a:ext cx="5040" cy="1800"/>
            </a:xfrm>
            <a:custGeom>
              <a:rect b="b" l="l" r="r" t="t"/>
              <a:pathLst>
                <a:path extrusionOk="0" h="5" w="14">
                  <a:moveTo>
                    <a:pt x="12" y="3"/>
                  </a:moveTo>
                  <a:cubicBezTo>
                    <a:pt x="11" y="2"/>
                    <a:pt x="11" y="2"/>
                    <a:pt x="10" y="1"/>
                  </a:cubicBezTo>
                  <a:cubicBezTo>
                    <a:pt x="9" y="1"/>
                    <a:pt x="7" y="0"/>
                    <a:pt x="6" y="0"/>
                  </a:cubicBezTo>
                  <a:cubicBezTo>
                    <a:pt x="4" y="0"/>
                    <a:pt x="3" y="1"/>
                    <a:pt x="2" y="1"/>
                  </a:cubicBezTo>
                  <a:cubicBezTo>
                    <a:pt x="1" y="2"/>
                    <a:pt x="1" y="2"/>
                    <a:pt x="0" y="3"/>
                  </a:cubicBezTo>
                  <a:cubicBezTo>
                    <a:pt x="4" y="3"/>
                    <a:pt x="8" y="3"/>
                    <a:pt x="13" y="4"/>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9"/>
            <p:cNvSpPr/>
            <p:nvPr/>
          </p:nvSpPr>
          <p:spPr>
            <a:xfrm>
              <a:off x="3540245" y="-988775"/>
              <a:ext cx="13320" cy="12960"/>
            </a:xfrm>
            <a:custGeom>
              <a:rect b="b" l="l" r="r" t="t"/>
              <a:pathLst>
                <a:path extrusionOk="0" h="36" w="37">
                  <a:moveTo>
                    <a:pt x="0" y="7"/>
                  </a:moveTo>
                  <a:cubicBezTo>
                    <a:pt x="3" y="16"/>
                    <a:pt x="5" y="24"/>
                    <a:pt x="7" y="33"/>
                  </a:cubicBezTo>
                  <a:cubicBezTo>
                    <a:pt x="12" y="33"/>
                    <a:pt x="18" y="33"/>
                    <a:pt x="23" y="33"/>
                  </a:cubicBezTo>
                  <a:cubicBezTo>
                    <a:pt x="36" y="35"/>
                    <a:pt x="9" y="6"/>
                    <a:pt x="15" y="14"/>
                  </a:cubicBezTo>
                  <a:cubicBezTo>
                    <a:pt x="11" y="8"/>
                    <a:pt x="6" y="4"/>
                    <a:pt x="1" y="0"/>
                  </a:cubicBezTo>
                  <a:lnTo>
                    <a:pt x="1" y="1"/>
                  </a:lnTo>
                  <a:cubicBezTo>
                    <a:pt x="0" y="2"/>
                    <a:pt x="0" y="3"/>
                    <a:pt x="0" y="4"/>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9"/>
            <p:cNvSpPr/>
            <p:nvPr/>
          </p:nvSpPr>
          <p:spPr>
            <a:xfrm>
              <a:off x="3546725" y="-969695"/>
              <a:ext cx="11520" cy="15480"/>
            </a:xfrm>
            <a:custGeom>
              <a:rect b="b" l="l" r="r" t="t"/>
              <a:pathLst>
                <a:path extrusionOk="0" h="43" w="32">
                  <a:moveTo>
                    <a:pt x="1" y="6"/>
                  </a:moveTo>
                  <a:cubicBezTo>
                    <a:pt x="1" y="13"/>
                    <a:pt x="3" y="19"/>
                    <a:pt x="6" y="24"/>
                  </a:cubicBezTo>
                  <a:cubicBezTo>
                    <a:pt x="10" y="30"/>
                    <a:pt x="15" y="35"/>
                    <a:pt x="20" y="39"/>
                  </a:cubicBezTo>
                  <a:cubicBezTo>
                    <a:pt x="25" y="42"/>
                    <a:pt x="31" y="36"/>
                    <a:pt x="29" y="31"/>
                  </a:cubicBezTo>
                  <a:cubicBezTo>
                    <a:pt x="25" y="21"/>
                    <a:pt x="23" y="10"/>
                    <a:pt x="23" y="0"/>
                  </a:cubicBezTo>
                  <a:lnTo>
                    <a:pt x="0" y="3"/>
                  </a:lnTo>
                  <a:cubicBezTo>
                    <a:pt x="0" y="4"/>
                    <a:pt x="0"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9"/>
            <p:cNvSpPr/>
            <p:nvPr/>
          </p:nvSpPr>
          <p:spPr>
            <a:xfrm>
              <a:off x="3540245" y="-989135"/>
              <a:ext cx="14760" cy="20880"/>
            </a:xfrm>
            <a:custGeom>
              <a:rect b="b" l="l" r="r" t="t"/>
              <a:pathLst>
                <a:path extrusionOk="0" h="58" w="41">
                  <a:moveTo>
                    <a:pt x="15" y="15"/>
                  </a:moveTo>
                  <a:cubicBezTo>
                    <a:pt x="9" y="8"/>
                    <a:pt x="36" y="37"/>
                    <a:pt x="23" y="35"/>
                  </a:cubicBezTo>
                  <a:cubicBezTo>
                    <a:pt x="18" y="35"/>
                    <a:pt x="12" y="35"/>
                    <a:pt x="7" y="35"/>
                  </a:cubicBezTo>
                  <a:lnTo>
                    <a:pt x="7" y="37"/>
                  </a:lnTo>
                  <a:cubicBezTo>
                    <a:pt x="9" y="44"/>
                    <a:pt x="14" y="49"/>
                    <a:pt x="17" y="57"/>
                  </a:cubicBezTo>
                  <a:lnTo>
                    <a:pt x="40" y="54"/>
                  </a:lnTo>
                  <a:cubicBezTo>
                    <a:pt x="39" y="50"/>
                    <a:pt x="38" y="47"/>
                    <a:pt x="36" y="43"/>
                  </a:cubicBezTo>
                  <a:cubicBezTo>
                    <a:pt x="32" y="36"/>
                    <a:pt x="26" y="31"/>
                    <a:pt x="25" y="23"/>
                  </a:cubicBezTo>
                  <a:cubicBezTo>
                    <a:pt x="23" y="18"/>
                    <a:pt x="21" y="12"/>
                    <a:pt x="18" y="7"/>
                  </a:cubicBezTo>
                  <a:cubicBezTo>
                    <a:pt x="17" y="6"/>
                    <a:pt x="17" y="5"/>
                    <a:pt x="16" y="4"/>
                  </a:cubicBezTo>
                  <a:cubicBezTo>
                    <a:pt x="15" y="3"/>
                    <a:pt x="14" y="2"/>
                    <a:pt x="13" y="1"/>
                  </a:cubicBezTo>
                  <a:cubicBezTo>
                    <a:pt x="11" y="0"/>
                    <a:pt x="9" y="0"/>
                    <a:pt x="8" y="0"/>
                  </a:cubicBezTo>
                  <a:cubicBezTo>
                    <a:pt x="6" y="0"/>
                    <a:pt x="5" y="0"/>
                    <a:pt x="4" y="1"/>
                  </a:cubicBezTo>
                  <a:cubicBezTo>
                    <a:pt x="2" y="2"/>
                    <a:pt x="1" y="3"/>
                    <a:pt x="0" y="4"/>
                  </a:cubicBezTo>
                  <a:cubicBezTo>
                    <a:pt x="1" y="4"/>
                    <a:pt x="1" y="4"/>
                    <a:pt x="1" y="4"/>
                  </a:cubicBezTo>
                  <a:cubicBezTo>
                    <a:pt x="6" y="7"/>
                    <a:pt x="11" y="11"/>
                    <a:pt x="1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9"/>
            <p:cNvSpPr/>
            <p:nvPr/>
          </p:nvSpPr>
          <p:spPr>
            <a:xfrm>
              <a:off x="2405885" y="-715535"/>
              <a:ext cx="71640" cy="14400"/>
            </a:xfrm>
            <a:custGeom>
              <a:rect b="b" l="l" r="r" t="t"/>
              <a:pathLst>
                <a:path extrusionOk="0" h="40" w="199">
                  <a:moveTo>
                    <a:pt x="4" y="25"/>
                  </a:moveTo>
                  <a:cubicBezTo>
                    <a:pt x="64" y="30"/>
                    <a:pt x="135" y="39"/>
                    <a:pt x="194" y="25"/>
                  </a:cubicBezTo>
                  <a:cubicBezTo>
                    <a:pt x="194" y="24"/>
                    <a:pt x="195" y="24"/>
                    <a:pt x="195" y="24"/>
                  </a:cubicBezTo>
                  <a:cubicBezTo>
                    <a:pt x="196" y="24"/>
                    <a:pt x="196" y="23"/>
                    <a:pt x="197" y="22"/>
                  </a:cubicBezTo>
                  <a:cubicBezTo>
                    <a:pt x="197" y="22"/>
                    <a:pt x="197" y="21"/>
                    <a:pt x="197" y="20"/>
                  </a:cubicBezTo>
                  <a:cubicBezTo>
                    <a:pt x="197" y="20"/>
                    <a:pt x="198" y="19"/>
                    <a:pt x="197" y="18"/>
                  </a:cubicBezTo>
                  <a:cubicBezTo>
                    <a:pt x="197" y="17"/>
                    <a:pt x="196" y="18"/>
                    <a:pt x="195" y="17"/>
                  </a:cubicBezTo>
                  <a:lnTo>
                    <a:pt x="194" y="16"/>
                  </a:lnTo>
                  <a:cubicBezTo>
                    <a:pt x="136" y="0"/>
                    <a:pt x="63" y="8"/>
                    <a:pt x="4" y="14"/>
                  </a:cubicBezTo>
                  <a:cubicBezTo>
                    <a:pt x="3" y="14"/>
                    <a:pt x="3" y="14"/>
                    <a:pt x="3" y="14"/>
                  </a:cubicBezTo>
                  <a:cubicBezTo>
                    <a:pt x="2" y="15"/>
                    <a:pt x="1" y="15"/>
                    <a:pt x="0" y="16"/>
                  </a:cubicBezTo>
                  <a:cubicBezTo>
                    <a:pt x="0" y="17"/>
                    <a:pt x="0" y="18"/>
                    <a:pt x="0" y="19"/>
                  </a:cubicBezTo>
                  <a:cubicBezTo>
                    <a:pt x="0" y="20"/>
                    <a:pt x="0" y="21"/>
                    <a:pt x="0" y="22"/>
                  </a:cubicBezTo>
                  <a:cubicBezTo>
                    <a:pt x="1" y="23"/>
                    <a:pt x="2" y="23"/>
                    <a:pt x="3" y="24"/>
                  </a:cubicBezTo>
                  <a:lnTo>
                    <a:pt x="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9"/>
            <p:cNvSpPr/>
            <p:nvPr/>
          </p:nvSpPr>
          <p:spPr>
            <a:xfrm>
              <a:off x="2526485" y="-728495"/>
              <a:ext cx="510120" cy="21600"/>
            </a:xfrm>
            <a:custGeom>
              <a:rect b="b" l="l" r="r" t="t"/>
              <a:pathLst>
                <a:path extrusionOk="0" h="60" w="1417">
                  <a:moveTo>
                    <a:pt x="1044" y="37"/>
                  </a:moveTo>
                  <a:cubicBezTo>
                    <a:pt x="1095" y="39"/>
                    <a:pt x="1147" y="37"/>
                    <a:pt x="1199" y="38"/>
                  </a:cubicBezTo>
                  <a:cubicBezTo>
                    <a:pt x="1234" y="40"/>
                    <a:pt x="1269" y="45"/>
                    <a:pt x="1303" y="53"/>
                  </a:cubicBezTo>
                  <a:cubicBezTo>
                    <a:pt x="1309" y="55"/>
                    <a:pt x="1326" y="56"/>
                    <a:pt x="1342" y="58"/>
                  </a:cubicBezTo>
                  <a:cubicBezTo>
                    <a:pt x="1342" y="57"/>
                    <a:pt x="1342" y="57"/>
                    <a:pt x="1342" y="56"/>
                  </a:cubicBezTo>
                  <a:cubicBezTo>
                    <a:pt x="1342" y="54"/>
                    <a:pt x="1343" y="52"/>
                    <a:pt x="1344" y="50"/>
                  </a:cubicBezTo>
                  <a:cubicBezTo>
                    <a:pt x="1345" y="48"/>
                    <a:pt x="1346" y="46"/>
                    <a:pt x="1348" y="45"/>
                  </a:cubicBezTo>
                  <a:cubicBezTo>
                    <a:pt x="1355" y="42"/>
                    <a:pt x="1361" y="39"/>
                    <a:pt x="1367" y="35"/>
                  </a:cubicBezTo>
                  <a:cubicBezTo>
                    <a:pt x="1384" y="25"/>
                    <a:pt x="1401" y="14"/>
                    <a:pt x="1416" y="0"/>
                  </a:cubicBezTo>
                  <a:cubicBezTo>
                    <a:pt x="1414" y="0"/>
                    <a:pt x="1412" y="0"/>
                    <a:pt x="1410" y="0"/>
                  </a:cubicBezTo>
                  <a:cubicBezTo>
                    <a:pt x="1407" y="0"/>
                    <a:pt x="1404" y="0"/>
                    <a:pt x="1401" y="2"/>
                  </a:cubicBezTo>
                  <a:lnTo>
                    <a:pt x="1400" y="3"/>
                  </a:lnTo>
                  <a:cubicBezTo>
                    <a:pt x="1347" y="39"/>
                    <a:pt x="1262" y="12"/>
                    <a:pt x="1203" y="14"/>
                  </a:cubicBezTo>
                  <a:cubicBezTo>
                    <a:pt x="1151" y="16"/>
                    <a:pt x="1099" y="11"/>
                    <a:pt x="1046" y="12"/>
                  </a:cubicBezTo>
                  <a:cubicBezTo>
                    <a:pt x="925" y="13"/>
                    <a:pt x="801" y="5"/>
                    <a:pt x="680" y="13"/>
                  </a:cubicBezTo>
                  <a:cubicBezTo>
                    <a:pt x="454" y="27"/>
                    <a:pt x="228" y="38"/>
                    <a:pt x="1" y="48"/>
                  </a:cubicBezTo>
                  <a:cubicBezTo>
                    <a:pt x="0" y="48"/>
                    <a:pt x="0" y="51"/>
                    <a:pt x="1" y="51"/>
                  </a:cubicBezTo>
                  <a:cubicBezTo>
                    <a:pt x="72" y="56"/>
                    <a:pt x="143" y="59"/>
                    <a:pt x="214" y="59"/>
                  </a:cubicBezTo>
                  <a:cubicBezTo>
                    <a:pt x="263" y="59"/>
                    <a:pt x="311" y="58"/>
                    <a:pt x="359" y="55"/>
                  </a:cubicBezTo>
                  <a:cubicBezTo>
                    <a:pt x="494" y="46"/>
                    <a:pt x="628" y="37"/>
                    <a:pt x="763" y="38"/>
                  </a:cubicBezTo>
                  <a:cubicBezTo>
                    <a:pt x="815" y="38"/>
                    <a:pt x="867" y="40"/>
                    <a:pt x="919" y="42"/>
                  </a:cubicBezTo>
                  <a:cubicBezTo>
                    <a:pt x="925" y="42"/>
                    <a:pt x="931" y="40"/>
                    <a:pt x="938" y="39"/>
                  </a:cubicBezTo>
                  <a:cubicBezTo>
                    <a:pt x="958" y="36"/>
                    <a:pt x="979" y="34"/>
                    <a:pt x="999" y="34"/>
                  </a:cubicBezTo>
                  <a:cubicBezTo>
                    <a:pt x="1014" y="34"/>
                    <a:pt x="1029" y="35"/>
                    <a:pt x="1044"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9"/>
            <p:cNvSpPr/>
            <p:nvPr/>
          </p:nvSpPr>
          <p:spPr>
            <a:xfrm>
              <a:off x="2857325" y="-715895"/>
              <a:ext cx="153000" cy="10800"/>
            </a:xfrm>
            <a:custGeom>
              <a:rect b="b" l="l" r="r" t="t"/>
              <a:pathLst>
                <a:path extrusionOk="0" h="30" w="425">
                  <a:moveTo>
                    <a:pt x="384" y="19"/>
                  </a:moveTo>
                  <a:cubicBezTo>
                    <a:pt x="350" y="10"/>
                    <a:pt x="315" y="5"/>
                    <a:pt x="280" y="3"/>
                  </a:cubicBezTo>
                  <a:cubicBezTo>
                    <a:pt x="228" y="2"/>
                    <a:pt x="176" y="3"/>
                    <a:pt x="125" y="2"/>
                  </a:cubicBezTo>
                  <a:cubicBezTo>
                    <a:pt x="110" y="0"/>
                    <a:pt x="96" y="0"/>
                    <a:pt x="81" y="0"/>
                  </a:cubicBezTo>
                  <a:cubicBezTo>
                    <a:pt x="61" y="0"/>
                    <a:pt x="40" y="1"/>
                    <a:pt x="20" y="4"/>
                  </a:cubicBezTo>
                  <a:cubicBezTo>
                    <a:pt x="14" y="5"/>
                    <a:pt x="7" y="6"/>
                    <a:pt x="0" y="7"/>
                  </a:cubicBezTo>
                  <a:cubicBezTo>
                    <a:pt x="79" y="10"/>
                    <a:pt x="158" y="13"/>
                    <a:pt x="236" y="14"/>
                  </a:cubicBezTo>
                  <a:cubicBezTo>
                    <a:pt x="292" y="14"/>
                    <a:pt x="362" y="29"/>
                    <a:pt x="424" y="23"/>
                  </a:cubicBezTo>
                  <a:cubicBezTo>
                    <a:pt x="407" y="21"/>
                    <a:pt x="390" y="20"/>
                    <a:pt x="38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9"/>
            <p:cNvSpPr/>
            <p:nvPr/>
          </p:nvSpPr>
          <p:spPr>
            <a:xfrm>
              <a:off x="2779925" y="-738215"/>
              <a:ext cx="263160" cy="13680"/>
            </a:xfrm>
            <a:custGeom>
              <a:rect b="b" l="l" r="r" t="t"/>
              <a:pathLst>
                <a:path extrusionOk="0" h="38" w="731">
                  <a:moveTo>
                    <a:pt x="722" y="17"/>
                  </a:moveTo>
                  <a:cubicBezTo>
                    <a:pt x="725" y="11"/>
                    <a:pt x="728" y="6"/>
                    <a:pt x="730" y="0"/>
                  </a:cubicBezTo>
                  <a:cubicBezTo>
                    <a:pt x="720" y="0"/>
                    <a:pt x="709" y="0"/>
                    <a:pt x="698" y="0"/>
                  </a:cubicBezTo>
                  <a:cubicBezTo>
                    <a:pt x="687" y="0"/>
                    <a:pt x="677" y="0"/>
                    <a:pt x="666" y="0"/>
                  </a:cubicBezTo>
                  <a:cubicBezTo>
                    <a:pt x="631" y="6"/>
                    <a:pt x="595" y="10"/>
                    <a:pt x="560" y="10"/>
                  </a:cubicBezTo>
                  <a:cubicBezTo>
                    <a:pt x="504" y="9"/>
                    <a:pt x="447" y="10"/>
                    <a:pt x="391" y="11"/>
                  </a:cubicBezTo>
                  <a:cubicBezTo>
                    <a:pt x="263" y="15"/>
                    <a:pt x="133" y="5"/>
                    <a:pt x="5" y="14"/>
                  </a:cubicBezTo>
                  <a:cubicBezTo>
                    <a:pt x="4" y="14"/>
                    <a:pt x="4" y="14"/>
                    <a:pt x="3" y="15"/>
                  </a:cubicBezTo>
                  <a:cubicBezTo>
                    <a:pt x="2" y="16"/>
                    <a:pt x="2" y="16"/>
                    <a:pt x="1" y="17"/>
                  </a:cubicBezTo>
                  <a:cubicBezTo>
                    <a:pt x="0" y="18"/>
                    <a:pt x="0" y="18"/>
                    <a:pt x="0" y="19"/>
                  </a:cubicBezTo>
                  <a:cubicBezTo>
                    <a:pt x="0" y="20"/>
                    <a:pt x="0" y="21"/>
                    <a:pt x="1" y="22"/>
                  </a:cubicBezTo>
                  <a:cubicBezTo>
                    <a:pt x="2" y="23"/>
                    <a:pt x="2" y="23"/>
                    <a:pt x="3" y="24"/>
                  </a:cubicBezTo>
                  <a:cubicBezTo>
                    <a:pt x="4" y="25"/>
                    <a:pt x="4" y="25"/>
                    <a:pt x="5" y="25"/>
                  </a:cubicBezTo>
                  <a:cubicBezTo>
                    <a:pt x="139" y="36"/>
                    <a:pt x="275" y="29"/>
                    <a:pt x="409" y="32"/>
                  </a:cubicBezTo>
                  <a:cubicBezTo>
                    <a:pt x="450" y="35"/>
                    <a:pt x="490" y="37"/>
                    <a:pt x="531" y="37"/>
                  </a:cubicBezTo>
                  <a:cubicBezTo>
                    <a:pt x="554" y="37"/>
                    <a:pt x="578" y="36"/>
                    <a:pt x="602" y="35"/>
                  </a:cubicBezTo>
                  <a:cubicBezTo>
                    <a:pt x="640" y="32"/>
                    <a:pt x="678" y="27"/>
                    <a:pt x="716" y="23"/>
                  </a:cubicBezTo>
                  <a:cubicBezTo>
                    <a:pt x="718" y="21"/>
                    <a:pt x="720" y="19"/>
                    <a:pt x="722"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9"/>
            <p:cNvSpPr/>
            <p:nvPr/>
          </p:nvSpPr>
          <p:spPr>
            <a:xfrm>
              <a:off x="3039845" y="-738215"/>
              <a:ext cx="4320" cy="6480"/>
            </a:xfrm>
            <a:custGeom>
              <a:rect b="b" l="l" r="r" t="t"/>
              <a:pathLst>
                <a:path extrusionOk="0" h="18" w="12">
                  <a:moveTo>
                    <a:pt x="8" y="0"/>
                  </a:moveTo>
                  <a:cubicBezTo>
                    <a:pt x="6" y="6"/>
                    <a:pt x="3" y="11"/>
                    <a:pt x="0" y="17"/>
                  </a:cubicBezTo>
                  <a:cubicBezTo>
                    <a:pt x="3" y="13"/>
                    <a:pt x="6" y="9"/>
                    <a:pt x="8" y="5"/>
                  </a:cubicBezTo>
                  <a:cubicBezTo>
                    <a:pt x="9" y="3"/>
                    <a:pt x="10" y="2"/>
                    <a:pt x="11" y="0"/>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9"/>
            <p:cNvSpPr/>
            <p:nvPr/>
          </p:nvSpPr>
          <p:spPr>
            <a:xfrm>
              <a:off x="2935085" y="-752615"/>
              <a:ext cx="114480" cy="14760"/>
            </a:xfrm>
            <a:custGeom>
              <a:rect b="b" l="l" r="r" t="t"/>
              <a:pathLst>
                <a:path extrusionOk="0" h="41" w="318">
                  <a:moveTo>
                    <a:pt x="317" y="0"/>
                  </a:moveTo>
                  <a:cubicBezTo>
                    <a:pt x="222" y="30"/>
                    <a:pt x="105" y="15"/>
                    <a:pt x="7" y="16"/>
                  </a:cubicBezTo>
                  <a:cubicBezTo>
                    <a:pt x="0" y="16"/>
                    <a:pt x="0" y="28"/>
                    <a:pt x="7" y="29"/>
                  </a:cubicBezTo>
                  <a:cubicBezTo>
                    <a:pt x="66" y="36"/>
                    <a:pt x="125" y="40"/>
                    <a:pt x="185" y="40"/>
                  </a:cubicBezTo>
                  <a:cubicBezTo>
                    <a:pt x="189" y="40"/>
                    <a:pt x="193" y="40"/>
                    <a:pt x="197" y="40"/>
                  </a:cubicBezTo>
                  <a:cubicBezTo>
                    <a:pt x="209" y="40"/>
                    <a:pt x="222" y="40"/>
                    <a:pt x="235" y="40"/>
                  </a:cubicBezTo>
                  <a:cubicBezTo>
                    <a:pt x="258" y="37"/>
                    <a:pt x="281" y="33"/>
                    <a:pt x="304" y="31"/>
                  </a:cubicBezTo>
                  <a:cubicBezTo>
                    <a:pt x="308" y="21"/>
                    <a:pt x="312" y="11"/>
                    <a:pt x="31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9"/>
            <p:cNvSpPr/>
            <p:nvPr/>
          </p:nvSpPr>
          <p:spPr>
            <a:xfrm>
              <a:off x="3036245" y="-729935"/>
              <a:ext cx="2520" cy="2520"/>
            </a:xfrm>
            <a:custGeom>
              <a:rect b="b" l="l" r="r" t="t"/>
              <a:pathLst>
                <a:path extrusionOk="0" h="7" w="7">
                  <a:moveTo>
                    <a:pt x="6" y="0"/>
                  </a:moveTo>
                  <a:lnTo>
                    <a:pt x="4" y="0"/>
                  </a:lnTo>
                  <a:lnTo>
                    <a:pt x="0" y="4"/>
                  </a:lnTo>
                  <a:lnTo>
                    <a:pt x="3" y="6"/>
                  </a:lnTo>
                  <a:lnTo>
                    <a:pt x="6" y="0"/>
                  </a:lnTo>
                </a:path>
              </a:pathLst>
            </a:custGeom>
            <a:solidFill>
              <a:schemeClr val="dk1"/>
            </a:solidFill>
            <a:ln>
              <a:noFill/>
            </a:ln>
          </p:spPr>
        </p:sp>
        <p:sp>
          <p:nvSpPr>
            <p:cNvPr id="1626" name="Google Shape;1626;p29"/>
            <p:cNvSpPr/>
            <p:nvPr/>
          </p:nvSpPr>
          <p:spPr>
            <a:xfrm>
              <a:off x="3009965" y="-710135"/>
              <a:ext cx="14040" cy="5400"/>
            </a:xfrm>
            <a:custGeom>
              <a:rect b="b" l="l" r="r" t="t"/>
              <a:pathLst>
                <a:path extrusionOk="0" h="15" w="39">
                  <a:moveTo>
                    <a:pt x="38" y="0"/>
                  </a:moveTo>
                  <a:cubicBezTo>
                    <a:pt x="26" y="3"/>
                    <a:pt x="13" y="6"/>
                    <a:pt x="0" y="7"/>
                  </a:cubicBezTo>
                  <a:cubicBezTo>
                    <a:pt x="11" y="8"/>
                    <a:pt x="22" y="10"/>
                    <a:pt x="32" y="14"/>
                  </a:cubicBezTo>
                  <a:cubicBezTo>
                    <a:pt x="33" y="13"/>
                    <a:pt x="33" y="12"/>
                    <a:pt x="34" y="11"/>
                  </a:cubicBezTo>
                  <a:lnTo>
                    <a:pt x="34" y="10"/>
                  </a:lnTo>
                  <a:lnTo>
                    <a:pt x="34" y="9"/>
                  </a:lnTo>
                  <a:cubicBezTo>
                    <a:pt x="34" y="7"/>
                    <a:pt x="35" y="5"/>
                    <a:pt x="36" y="3"/>
                  </a:cubicBezTo>
                  <a:cubicBezTo>
                    <a:pt x="36" y="2"/>
                    <a:pt x="37" y="1"/>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9"/>
            <p:cNvSpPr/>
            <p:nvPr/>
          </p:nvSpPr>
          <p:spPr>
            <a:xfrm>
              <a:off x="3032285" y="-743975"/>
              <a:ext cx="26640" cy="38160"/>
            </a:xfrm>
            <a:custGeom>
              <a:rect b="b" l="l" r="r" t="t"/>
              <a:pathLst>
                <a:path extrusionOk="0" h="106" w="74">
                  <a:moveTo>
                    <a:pt x="73" y="0"/>
                  </a:moveTo>
                  <a:cubicBezTo>
                    <a:pt x="71" y="4"/>
                    <a:pt x="69" y="8"/>
                    <a:pt x="67" y="12"/>
                  </a:cubicBezTo>
                  <a:cubicBezTo>
                    <a:pt x="72" y="20"/>
                    <a:pt x="69" y="34"/>
                    <a:pt x="58" y="35"/>
                  </a:cubicBezTo>
                  <a:lnTo>
                    <a:pt x="50" y="35"/>
                  </a:lnTo>
                  <a:cubicBezTo>
                    <a:pt x="36" y="55"/>
                    <a:pt x="26" y="74"/>
                    <a:pt x="11" y="93"/>
                  </a:cubicBezTo>
                  <a:cubicBezTo>
                    <a:pt x="10" y="94"/>
                    <a:pt x="9" y="94"/>
                    <a:pt x="7" y="95"/>
                  </a:cubicBezTo>
                  <a:cubicBezTo>
                    <a:pt x="4" y="96"/>
                    <a:pt x="3" y="97"/>
                    <a:pt x="0" y="98"/>
                  </a:cubicBezTo>
                  <a:lnTo>
                    <a:pt x="4" y="102"/>
                  </a:lnTo>
                  <a:lnTo>
                    <a:pt x="13" y="105"/>
                  </a:lnTo>
                  <a:cubicBezTo>
                    <a:pt x="30" y="93"/>
                    <a:pt x="44" y="78"/>
                    <a:pt x="55" y="60"/>
                  </a:cubicBezTo>
                  <a:cubicBezTo>
                    <a:pt x="65" y="42"/>
                    <a:pt x="71" y="21"/>
                    <a:pt x="7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9"/>
            <p:cNvSpPr/>
            <p:nvPr/>
          </p:nvSpPr>
          <p:spPr>
            <a:xfrm>
              <a:off x="3021485" y="-706535"/>
              <a:ext cx="2160" cy="2880"/>
            </a:xfrm>
            <a:custGeom>
              <a:rect b="b" l="l" r="r" t="t"/>
              <a:pathLst>
                <a:path extrusionOk="0" h="8" w="6">
                  <a:moveTo>
                    <a:pt x="5" y="7"/>
                  </a:moveTo>
                  <a:cubicBezTo>
                    <a:pt x="4" y="7"/>
                    <a:pt x="4" y="6"/>
                    <a:pt x="4" y="6"/>
                  </a:cubicBezTo>
                  <a:cubicBezTo>
                    <a:pt x="3" y="4"/>
                    <a:pt x="2" y="2"/>
                    <a:pt x="2" y="0"/>
                  </a:cubicBezTo>
                  <a:cubicBezTo>
                    <a:pt x="1" y="2"/>
                    <a:pt x="0" y="3"/>
                    <a:pt x="0" y="4"/>
                  </a:cubicBezTo>
                  <a:cubicBezTo>
                    <a:pt x="1" y="4"/>
                    <a:pt x="1" y="5"/>
                    <a:pt x="1" y="5"/>
                  </a:cubicBezTo>
                  <a:cubicBezTo>
                    <a:pt x="3" y="6"/>
                    <a:pt x="4" y="6"/>
                    <a:pt x="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9"/>
            <p:cNvSpPr/>
            <p:nvPr/>
          </p:nvSpPr>
          <p:spPr>
            <a:xfrm>
              <a:off x="3033365" y="-706895"/>
              <a:ext cx="3960" cy="2520"/>
            </a:xfrm>
            <a:custGeom>
              <a:rect b="b" l="l" r="r" t="t"/>
              <a:pathLst>
                <a:path extrusionOk="0" h="7" w="11">
                  <a:moveTo>
                    <a:pt x="2" y="2"/>
                  </a:moveTo>
                  <a:cubicBezTo>
                    <a:pt x="2" y="2"/>
                    <a:pt x="3" y="2"/>
                    <a:pt x="3" y="3"/>
                  </a:cubicBezTo>
                  <a:cubicBezTo>
                    <a:pt x="4" y="4"/>
                    <a:pt x="4" y="5"/>
                    <a:pt x="4" y="6"/>
                  </a:cubicBezTo>
                  <a:lnTo>
                    <a:pt x="10" y="3"/>
                  </a:lnTo>
                  <a:lnTo>
                    <a:pt x="0" y="0"/>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9"/>
            <p:cNvSpPr/>
            <p:nvPr/>
          </p:nvSpPr>
          <p:spPr>
            <a:xfrm>
              <a:off x="3044525" y="-752975"/>
              <a:ext cx="14760" cy="13680"/>
            </a:xfrm>
            <a:custGeom>
              <a:rect b="b" l="l" r="r" t="t"/>
              <a:pathLst>
                <a:path extrusionOk="0" h="38" w="41">
                  <a:moveTo>
                    <a:pt x="22" y="30"/>
                  </a:moveTo>
                  <a:lnTo>
                    <a:pt x="23" y="30"/>
                  </a:lnTo>
                  <a:cubicBezTo>
                    <a:pt x="25" y="30"/>
                    <a:pt x="27" y="31"/>
                    <a:pt x="29" y="32"/>
                  </a:cubicBezTo>
                  <a:cubicBezTo>
                    <a:pt x="31" y="33"/>
                    <a:pt x="32" y="34"/>
                    <a:pt x="33" y="36"/>
                  </a:cubicBezTo>
                  <a:lnTo>
                    <a:pt x="34" y="37"/>
                  </a:lnTo>
                  <a:cubicBezTo>
                    <a:pt x="36" y="33"/>
                    <a:pt x="38" y="29"/>
                    <a:pt x="40" y="25"/>
                  </a:cubicBezTo>
                  <a:cubicBezTo>
                    <a:pt x="40" y="24"/>
                    <a:pt x="40" y="22"/>
                    <a:pt x="40" y="21"/>
                  </a:cubicBezTo>
                  <a:cubicBezTo>
                    <a:pt x="40" y="19"/>
                    <a:pt x="40" y="18"/>
                    <a:pt x="40" y="16"/>
                  </a:cubicBezTo>
                  <a:cubicBezTo>
                    <a:pt x="39" y="14"/>
                    <a:pt x="38" y="12"/>
                    <a:pt x="37" y="10"/>
                  </a:cubicBezTo>
                  <a:cubicBezTo>
                    <a:pt x="36" y="7"/>
                    <a:pt x="33" y="4"/>
                    <a:pt x="30" y="2"/>
                  </a:cubicBezTo>
                  <a:cubicBezTo>
                    <a:pt x="27" y="0"/>
                    <a:pt x="24" y="0"/>
                    <a:pt x="20" y="0"/>
                  </a:cubicBezTo>
                  <a:cubicBezTo>
                    <a:pt x="18" y="0"/>
                    <a:pt x="16" y="0"/>
                    <a:pt x="15" y="1"/>
                  </a:cubicBezTo>
                  <a:lnTo>
                    <a:pt x="13" y="1"/>
                  </a:lnTo>
                  <a:cubicBezTo>
                    <a:pt x="9" y="11"/>
                    <a:pt x="4" y="21"/>
                    <a:pt x="0" y="31"/>
                  </a:cubicBezTo>
                  <a:cubicBezTo>
                    <a:pt x="7" y="31"/>
                    <a:pt x="15" y="30"/>
                    <a:pt x="22"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9"/>
            <p:cNvSpPr/>
            <p:nvPr/>
          </p:nvSpPr>
          <p:spPr>
            <a:xfrm>
              <a:off x="3028325" y="-731015"/>
              <a:ext cx="22320" cy="22680"/>
            </a:xfrm>
            <a:custGeom>
              <a:rect b="b" l="l" r="r" t="t"/>
              <a:pathLst>
                <a:path extrusionOk="0" h="63" w="62">
                  <a:moveTo>
                    <a:pt x="25" y="9"/>
                  </a:moveTo>
                  <a:cubicBezTo>
                    <a:pt x="26" y="9"/>
                    <a:pt x="27" y="9"/>
                    <a:pt x="28" y="10"/>
                  </a:cubicBezTo>
                  <a:cubicBezTo>
                    <a:pt x="30" y="12"/>
                    <a:pt x="32" y="13"/>
                    <a:pt x="34" y="16"/>
                  </a:cubicBezTo>
                  <a:cubicBezTo>
                    <a:pt x="36" y="19"/>
                    <a:pt x="36" y="21"/>
                    <a:pt x="36" y="24"/>
                  </a:cubicBezTo>
                  <a:cubicBezTo>
                    <a:pt x="36" y="26"/>
                    <a:pt x="35" y="30"/>
                    <a:pt x="34" y="33"/>
                  </a:cubicBezTo>
                  <a:cubicBezTo>
                    <a:pt x="33" y="35"/>
                    <a:pt x="31" y="36"/>
                    <a:pt x="29" y="38"/>
                  </a:cubicBezTo>
                  <a:cubicBezTo>
                    <a:pt x="26" y="40"/>
                    <a:pt x="23" y="42"/>
                    <a:pt x="20" y="44"/>
                  </a:cubicBezTo>
                  <a:cubicBezTo>
                    <a:pt x="13" y="48"/>
                    <a:pt x="7" y="51"/>
                    <a:pt x="0" y="53"/>
                  </a:cubicBezTo>
                  <a:cubicBezTo>
                    <a:pt x="1" y="54"/>
                    <a:pt x="3" y="54"/>
                    <a:pt x="4" y="55"/>
                  </a:cubicBezTo>
                  <a:cubicBezTo>
                    <a:pt x="5" y="56"/>
                    <a:pt x="7" y="57"/>
                    <a:pt x="8" y="58"/>
                  </a:cubicBezTo>
                  <a:lnTo>
                    <a:pt x="11" y="62"/>
                  </a:lnTo>
                  <a:cubicBezTo>
                    <a:pt x="13" y="62"/>
                    <a:pt x="16" y="61"/>
                    <a:pt x="18" y="60"/>
                  </a:cubicBezTo>
                  <a:cubicBezTo>
                    <a:pt x="19" y="59"/>
                    <a:pt x="20" y="58"/>
                    <a:pt x="21" y="57"/>
                  </a:cubicBezTo>
                  <a:cubicBezTo>
                    <a:pt x="37" y="40"/>
                    <a:pt x="48" y="18"/>
                    <a:pt x="61" y="0"/>
                  </a:cubicBezTo>
                  <a:lnTo>
                    <a:pt x="27" y="3"/>
                  </a:lnTo>
                  <a:lnTo>
                    <a:pt x="2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9"/>
            <p:cNvSpPr/>
            <p:nvPr/>
          </p:nvSpPr>
          <p:spPr>
            <a:xfrm>
              <a:off x="3021845" y="-711215"/>
              <a:ext cx="4680" cy="5400"/>
            </a:xfrm>
            <a:custGeom>
              <a:rect b="b" l="l" r="r" t="t"/>
              <a:pathLst>
                <a:path extrusionOk="0" h="15" w="13">
                  <a:moveTo>
                    <a:pt x="12" y="2"/>
                  </a:moveTo>
                  <a:lnTo>
                    <a:pt x="12" y="0"/>
                  </a:lnTo>
                  <a:lnTo>
                    <a:pt x="4" y="3"/>
                  </a:lnTo>
                  <a:cubicBezTo>
                    <a:pt x="3" y="4"/>
                    <a:pt x="3" y="5"/>
                    <a:pt x="2" y="6"/>
                  </a:cubicBezTo>
                  <a:cubicBezTo>
                    <a:pt x="1" y="8"/>
                    <a:pt x="0" y="10"/>
                    <a:pt x="0" y="12"/>
                  </a:cubicBezTo>
                  <a:cubicBezTo>
                    <a:pt x="0" y="13"/>
                    <a:pt x="0" y="13"/>
                    <a:pt x="0" y="14"/>
                  </a:cubicBezTo>
                  <a:lnTo>
                    <a:pt x="0" y="13"/>
                  </a:lnTo>
                  <a:cubicBezTo>
                    <a:pt x="1" y="12"/>
                    <a:pt x="2" y="11"/>
                    <a:pt x="4" y="10"/>
                  </a:cubicBezTo>
                  <a:cubicBezTo>
                    <a:pt x="6" y="9"/>
                    <a:pt x="8" y="8"/>
                    <a:pt x="9" y="8"/>
                  </a:cubicBezTo>
                  <a:cubicBezTo>
                    <a:pt x="10" y="8"/>
                    <a:pt x="10" y="8"/>
                    <a:pt x="10" y="8"/>
                  </a:cubicBezTo>
                  <a:lnTo>
                    <a:pt x="10" y="7"/>
                  </a:lnTo>
                  <a:cubicBezTo>
                    <a:pt x="10" y="6"/>
                    <a:pt x="10" y="6"/>
                    <a:pt x="10" y="5"/>
                  </a:cubicBezTo>
                  <a:cubicBezTo>
                    <a:pt x="10" y="4"/>
                    <a:pt x="10" y="4"/>
                    <a:pt x="11" y="3"/>
                  </a:cubicBezTo>
                  <a:cubicBezTo>
                    <a:pt x="12" y="2"/>
                    <a:pt x="11" y="2"/>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9"/>
            <p:cNvSpPr/>
            <p:nvPr/>
          </p:nvSpPr>
          <p:spPr>
            <a:xfrm>
              <a:off x="3009965" y="-707615"/>
              <a:ext cx="13320" cy="6480"/>
            </a:xfrm>
            <a:custGeom>
              <a:rect b="b" l="l" r="r" t="t"/>
              <a:pathLst>
                <a:path extrusionOk="0" h="18" w="37">
                  <a:moveTo>
                    <a:pt x="33" y="7"/>
                  </a:moveTo>
                  <a:cubicBezTo>
                    <a:pt x="22" y="3"/>
                    <a:pt x="11" y="1"/>
                    <a:pt x="0" y="0"/>
                  </a:cubicBezTo>
                  <a:cubicBezTo>
                    <a:pt x="0" y="2"/>
                    <a:pt x="1" y="4"/>
                    <a:pt x="2" y="6"/>
                  </a:cubicBezTo>
                  <a:cubicBezTo>
                    <a:pt x="3" y="7"/>
                    <a:pt x="5" y="9"/>
                    <a:pt x="6" y="10"/>
                  </a:cubicBezTo>
                  <a:cubicBezTo>
                    <a:pt x="15" y="15"/>
                    <a:pt x="25" y="17"/>
                    <a:pt x="34" y="17"/>
                  </a:cubicBezTo>
                  <a:cubicBezTo>
                    <a:pt x="35" y="17"/>
                    <a:pt x="35" y="17"/>
                    <a:pt x="36" y="17"/>
                  </a:cubicBezTo>
                  <a:cubicBezTo>
                    <a:pt x="35" y="16"/>
                    <a:pt x="35" y="16"/>
                    <a:pt x="34" y="15"/>
                  </a:cubicBezTo>
                  <a:cubicBezTo>
                    <a:pt x="33" y="13"/>
                    <a:pt x="33" y="11"/>
                    <a:pt x="33" y="9"/>
                  </a:cubicBezTo>
                  <a:cubicBezTo>
                    <a:pt x="33" y="8"/>
                    <a:pt x="33" y="8"/>
                    <a:pt x="3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9"/>
            <p:cNvSpPr/>
            <p:nvPr/>
          </p:nvSpPr>
          <p:spPr>
            <a:xfrm>
              <a:off x="3029045" y="-708695"/>
              <a:ext cx="4680" cy="2160"/>
            </a:xfrm>
            <a:custGeom>
              <a:rect b="b" l="l" r="r" t="t"/>
              <a:pathLst>
                <a:path extrusionOk="0" h="6" w="13">
                  <a:moveTo>
                    <a:pt x="12" y="5"/>
                  </a:moveTo>
                  <a:lnTo>
                    <a:pt x="9" y="0"/>
                  </a:lnTo>
                  <a:cubicBezTo>
                    <a:pt x="6" y="1"/>
                    <a:pt x="3" y="1"/>
                    <a:pt x="0" y="2"/>
                  </a:cubicBezTo>
                  <a:cubicBezTo>
                    <a:pt x="4" y="3"/>
                    <a:pt x="8" y="3"/>
                    <a:pt x="1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9"/>
            <p:cNvSpPr/>
            <p:nvPr/>
          </p:nvSpPr>
          <p:spPr>
            <a:xfrm>
              <a:off x="3021845" y="-707975"/>
              <a:ext cx="13680" cy="7200"/>
            </a:xfrm>
            <a:custGeom>
              <a:rect b="b" l="l" r="r" t="t"/>
              <a:pathLst>
                <a:path extrusionOk="0" h="20" w="38">
                  <a:moveTo>
                    <a:pt x="32" y="3"/>
                  </a:moveTo>
                  <a:cubicBezTo>
                    <a:pt x="28" y="1"/>
                    <a:pt x="24" y="1"/>
                    <a:pt x="20" y="0"/>
                  </a:cubicBezTo>
                  <a:cubicBezTo>
                    <a:pt x="19" y="0"/>
                    <a:pt x="18" y="1"/>
                    <a:pt x="17" y="1"/>
                  </a:cubicBezTo>
                  <a:lnTo>
                    <a:pt x="16" y="2"/>
                  </a:lnTo>
                  <a:cubicBezTo>
                    <a:pt x="16" y="2"/>
                    <a:pt x="15" y="2"/>
                    <a:pt x="14" y="2"/>
                  </a:cubicBezTo>
                  <a:lnTo>
                    <a:pt x="13" y="2"/>
                  </a:lnTo>
                  <a:lnTo>
                    <a:pt x="12" y="1"/>
                  </a:lnTo>
                  <a:lnTo>
                    <a:pt x="12" y="0"/>
                  </a:lnTo>
                  <a:lnTo>
                    <a:pt x="11" y="0"/>
                  </a:lnTo>
                  <a:cubicBezTo>
                    <a:pt x="9" y="0"/>
                    <a:pt x="8" y="0"/>
                    <a:pt x="6" y="1"/>
                  </a:cubicBezTo>
                  <a:cubicBezTo>
                    <a:pt x="4" y="2"/>
                    <a:pt x="3" y="4"/>
                    <a:pt x="2" y="5"/>
                  </a:cubicBezTo>
                  <a:cubicBezTo>
                    <a:pt x="2" y="7"/>
                    <a:pt x="3" y="9"/>
                    <a:pt x="4" y="11"/>
                  </a:cubicBezTo>
                  <a:cubicBezTo>
                    <a:pt x="4" y="12"/>
                    <a:pt x="4" y="12"/>
                    <a:pt x="5" y="13"/>
                  </a:cubicBezTo>
                  <a:cubicBezTo>
                    <a:pt x="4" y="12"/>
                    <a:pt x="3" y="11"/>
                    <a:pt x="2" y="10"/>
                  </a:cubicBezTo>
                  <a:cubicBezTo>
                    <a:pt x="1" y="10"/>
                    <a:pt x="1" y="10"/>
                    <a:pt x="0" y="10"/>
                  </a:cubicBezTo>
                  <a:lnTo>
                    <a:pt x="0" y="11"/>
                  </a:lnTo>
                  <a:cubicBezTo>
                    <a:pt x="0" y="14"/>
                    <a:pt x="1" y="16"/>
                    <a:pt x="2" y="18"/>
                  </a:cubicBezTo>
                  <a:lnTo>
                    <a:pt x="3" y="19"/>
                  </a:lnTo>
                  <a:cubicBezTo>
                    <a:pt x="15" y="19"/>
                    <a:pt x="27" y="16"/>
                    <a:pt x="37" y="10"/>
                  </a:cubicBezTo>
                  <a:cubicBezTo>
                    <a:pt x="37" y="9"/>
                    <a:pt x="36" y="8"/>
                    <a:pt x="36" y="7"/>
                  </a:cubicBezTo>
                  <a:lnTo>
                    <a:pt x="35" y="6"/>
                  </a:lnTo>
                  <a:lnTo>
                    <a:pt x="3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9"/>
            <p:cNvSpPr/>
            <p:nvPr/>
          </p:nvSpPr>
          <p:spPr>
            <a:xfrm>
              <a:off x="3026165" y="-711935"/>
              <a:ext cx="6840" cy="3960"/>
            </a:xfrm>
            <a:custGeom>
              <a:rect b="b" l="l" r="r" t="t"/>
              <a:pathLst>
                <a:path extrusionOk="0" h="11" w="19">
                  <a:moveTo>
                    <a:pt x="6" y="0"/>
                  </a:moveTo>
                  <a:lnTo>
                    <a:pt x="1" y="2"/>
                  </a:lnTo>
                  <a:lnTo>
                    <a:pt x="1" y="3"/>
                  </a:lnTo>
                  <a:cubicBezTo>
                    <a:pt x="0" y="4"/>
                    <a:pt x="0" y="5"/>
                    <a:pt x="0" y="6"/>
                  </a:cubicBezTo>
                  <a:cubicBezTo>
                    <a:pt x="0" y="7"/>
                    <a:pt x="0" y="8"/>
                    <a:pt x="1" y="8"/>
                  </a:cubicBezTo>
                  <a:lnTo>
                    <a:pt x="1" y="10"/>
                  </a:lnTo>
                  <a:lnTo>
                    <a:pt x="9" y="10"/>
                  </a:lnTo>
                  <a:cubicBezTo>
                    <a:pt x="12" y="9"/>
                    <a:pt x="15" y="9"/>
                    <a:pt x="18" y="8"/>
                  </a:cubicBezTo>
                  <a:lnTo>
                    <a:pt x="15" y="4"/>
                  </a:lnTo>
                  <a:cubicBezTo>
                    <a:pt x="14" y="3"/>
                    <a:pt x="13" y="3"/>
                    <a:pt x="12" y="2"/>
                  </a:cubicBezTo>
                  <a:cubicBezTo>
                    <a:pt x="10" y="1"/>
                    <a:pt x="8"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9"/>
            <p:cNvSpPr/>
            <p:nvPr/>
          </p:nvSpPr>
          <p:spPr>
            <a:xfrm>
              <a:off x="3026165" y="-708335"/>
              <a:ext cx="3240" cy="1080"/>
            </a:xfrm>
            <a:custGeom>
              <a:rect b="b" l="l" r="r" t="t"/>
              <a:pathLst>
                <a:path extrusionOk="0" h="3" w="9">
                  <a:moveTo>
                    <a:pt x="0" y="1"/>
                  </a:moveTo>
                  <a:cubicBezTo>
                    <a:pt x="0" y="2"/>
                    <a:pt x="1" y="2"/>
                    <a:pt x="1" y="2"/>
                  </a:cubicBezTo>
                  <a:lnTo>
                    <a:pt x="2" y="2"/>
                  </a:lnTo>
                  <a:cubicBezTo>
                    <a:pt x="3" y="2"/>
                    <a:pt x="4" y="2"/>
                    <a:pt x="4" y="2"/>
                  </a:cubicBezTo>
                  <a:cubicBezTo>
                    <a:pt x="4" y="2"/>
                    <a:pt x="5" y="2"/>
                    <a:pt x="5" y="1"/>
                  </a:cubicBezTo>
                  <a:cubicBezTo>
                    <a:pt x="6" y="1"/>
                    <a:pt x="7" y="0"/>
                    <a:pt x="8"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9"/>
            <p:cNvSpPr/>
            <p:nvPr/>
          </p:nvSpPr>
          <p:spPr>
            <a:xfrm>
              <a:off x="3009605" y="-728495"/>
              <a:ext cx="28080" cy="21240"/>
            </a:xfrm>
            <a:custGeom>
              <a:rect b="b" l="l" r="r" t="t"/>
              <a:pathLst>
                <a:path extrusionOk="0" h="59" w="78">
                  <a:moveTo>
                    <a:pt x="1" y="58"/>
                  </a:moveTo>
                  <a:cubicBezTo>
                    <a:pt x="13" y="57"/>
                    <a:pt x="26" y="54"/>
                    <a:pt x="39" y="51"/>
                  </a:cubicBezTo>
                  <a:cubicBezTo>
                    <a:pt x="40" y="50"/>
                    <a:pt x="41" y="49"/>
                    <a:pt x="42" y="48"/>
                  </a:cubicBezTo>
                  <a:cubicBezTo>
                    <a:pt x="44" y="47"/>
                    <a:pt x="46" y="46"/>
                    <a:pt x="48" y="46"/>
                  </a:cubicBezTo>
                  <a:cubicBezTo>
                    <a:pt x="57" y="34"/>
                    <a:pt x="65" y="22"/>
                    <a:pt x="73" y="9"/>
                  </a:cubicBezTo>
                  <a:cubicBezTo>
                    <a:pt x="74" y="6"/>
                    <a:pt x="75" y="4"/>
                    <a:pt x="77" y="2"/>
                  </a:cubicBezTo>
                  <a:lnTo>
                    <a:pt x="73" y="0"/>
                  </a:lnTo>
                  <a:cubicBezTo>
                    <a:pt x="58" y="14"/>
                    <a:pt x="42" y="25"/>
                    <a:pt x="25" y="35"/>
                  </a:cubicBezTo>
                  <a:cubicBezTo>
                    <a:pt x="19" y="39"/>
                    <a:pt x="13" y="42"/>
                    <a:pt x="6" y="45"/>
                  </a:cubicBezTo>
                  <a:cubicBezTo>
                    <a:pt x="4" y="46"/>
                    <a:pt x="3" y="48"/>
                    <a:pt x="2" y="49"/>
                  </a:cubicBezTo>
                  <a:cubicBezTo>
                    <a:pt x="1" y="51"/>
                    <a:pt x="0" y="54"/>
                    <a:pt x="0" y="56"/>
                  </a:cubicBezTo>
                  <a:cubicBezTo>
                    <a:pt x="0" y="56"/>
                    <a:pt x="0" y="57"/>
                    <a:pt x="1"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9"/>
            <p:cNvSpPr/>
            <p:nvPr/>
          </p:nvSpPr>
          <p:spPr>
            <a:xfrm>
              <a:off x="3026885" y="-727775"/>
              <a:ext cx="15120" cy="16200"/>
            </a:xfrm>
            <a:custGeom>
              <a:rect b="b" l="l" r="r" t="t"/>
              <a:pathLst>
                <a:path extrusionOk="0" h="45" w="42">
                  <a:moveTo>
                    <a:pt x="4" y="44"/>
                  </a:moveTo>
                  <a:cubicBezTo>
                    <a:pt x="11" y="42"/>
                    <a:pt x="18" y="39"/>
                    <a:pt x="24" y="35"/>
                  </a:cubicBezTo>
                  <a:cubicBezTo>
                    <a:pt x="27" y="33"/>
                    <a:pt x="30" y="31"/>
                    <a:pt x="34" y="29"/>
                  </a:cubicBezTo>
                  <a:cubicBezTo>
                    <a:pt x="36" y="27"/>
                    <a:pt x="37" y="26"/>
                    <a:pt x="38" y="24"/>
                  </a:cubicBezTo>
                  <a:cubicBezTo>
                    <a:pt x="40" y="21"/>
                    <a:pt x="41" y="17"/>
                    <a:pt x="41" y="15"/>
                  </a:cubicBezTo>
                  <a:cubicBezTo>
                    <a:pt x="41" y="12"/>
                    <a:pt x="40" y="10"/>
                    <a:pt x="38" y="7"/>
                  </a:cubicBezTo>
                  <a:cubicBezTo>
                    <a:pt x="36" y="4"/>
                    <a:pt x="35" y="3"/>
                    <a:pt x="32" y="1"/>
                  </a:cubicBezTo>
                  <a:cubicBezTo>
                    <a:pt x="31" y="1"/>
                    <a:pt x="30" y="0"/>
                    <a:pt x="29" y="0"/>
                  </a:cubicBezTo>
                  <a:cubicBezTo>
                    <a:pt x="28" y="2"/>
                    <a:pt x="27" y="4"/>
                    <a:pt x="25" y="7"/>
                  </a:cubicBezTo>
                  <a:cubicBezTo>
                    <a:pt x="18" y="20"/>
                    <a:pt x="9" y="32"/>
                    <a:pt x="0" y="44"/>
                  </a:cubicBezTo>
                  <a:cubicBezTo>
                    <a:pt x="1" y="44"/>
                    <a:pt x="1" y="44"/>
                    <a:pt x="2" y="44"/>
                  </a:cubicBezTo>
                  <a:cubicBezTo>
                    <a:pt x="2" y="44"/>
                    <a:pt x="3" y="44"/>
                    <a:pt x="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9"/>
            <p:cNvSpPr/>
            <p:nvPr/>
          </p:nvSpPr>
          <p:spPr>
            <a:xfrm>
              <a:off x="3023645" y="-711935"/>
              <a:ext cx="3600" cy="2160"/>
            </a:xfrm>
            <a:custGeom>
              <a:rect b="b" l="l" r="r" t="t"/>
              <a:pathLst>
                <a:path extrusionOk="0" h="6" w="10">
                  <a:moveTo>
                    <a:pt x="9" y="0"/>
                  </a:moveTo>
                  <a:cubicBezTo>
                    <a:pt x="7" y="0"/>
                    <a:pt x="5" y="1"/>
                    <a:pt x="3" y="2"/>
                  </a:cubicBezTo>
                  <a:cubicBezTo>
                    <a:pt x="2" y="3"/>
                    <a:pt x="1" y="4"/>
                    <a:pt x="0" y="5"/>
                  </a:cubicBezTo>
                  <a:lnTo>
                    <a:pt x="8" y="2"/>
                  </a:ln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9"/>
            <p:cNvSpPr/>
            <p:nvPr/>
          </p:nvSpPr>
          <p:spPr>
            <a:xfrm>
              <a:off x="3026525" y="-711935"/>
              <a:ext cx="2160" cy="1080"/>
            </a:xfrm>
            <a:custGeom>
              <a:rect b="b" l="l" r="r" t="t"/>
              <a:pathLst>
                <a:path extrusionOk="0" h="3" w="6">
                  <a:moveTo>
                    <a:pt x="5" y="0"/>
                  </a:moveTo>
                  <a:cubicBezTo>
                    <a:pt x="5" y="0"/>
                    <a:pt x="4" y="0"/>
                    <a:pt x="3" y="0"/>
                  </a:cubicBezTo>
                  <a:cubicBezTo>
                    <a:pt x="3" y="0"/>
                    <a:pt x="2" y="0"/>
                    <a:pt x="1" y="0"/>
                  </a:cubicBezTo>
                  <a:lnTo>
                    <a:pt x="0" y="2"/>
                  </a:ln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9"/>
            <p:cNvSpPr/>
            <p:nvPr/>
          </p:nvSpPr>
          <p:spPr>
            <a:xfrm>
              <a:off x="3019685" y="-741455"/>
              <a:ext cx="25200" cy="3960"/>
            </a:xfrm>
            <a:custGeom>
              <a:rect b="b" l="l" r="r" t="t"/>
              <a:pathLst>
                <a:path extrusionOk="0" h="11" w="70">
                  <a:moveTo>
                    <a:pt x="64" y="9"/>
                  </a:moveTo>
                  <a:lnTo>
                    <a:pt x="69" y="0"/>
                  </a:lnTo>
                  <a:cubicBezTo>
                    <a:pt x="46" y="2"/>
                    <a:pt x="23" y="6"/>
                    <a:pt x="0" y="9"/>
                  </a:cubicBezTo>
                  <a:cubicBezTo>
                    <a:pt x="9" y="10"/>
                    <a:pt x="18" y="10"/>
                    <a:pt x="26" y="10"/>
                  </a:cubicBezTo>
                  <a:cubicBezTo>
                    <a:pt x="39" y="10"/>
                    <a:pt x="52" y="9"/>
                    <a:pt x="6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9"/>
            <p:cNvSpPr/>
            <p:nvPr/>
          </p:nvSpPr>
          <p:spPr>
            <a:xfrm>
              <a:off x="3050645" y="-739295"/>
              <a:ext cx="7920" cy="8640"/>
            </a:xfrm>
            <a:custGeom>
              <a:rect b="b" l="l" r="r" t="t"/>
              <a:pathLst>
                <a:path extrusionOk="0" h="24" w="22">
                  <a:moveTo>
                    <a:pt x="0" y="23"/>
                  </a:moveTo>
                  <a:lnTo>
                    <a:pt x="7" y="23"/>
                  </a:lnTo>
                  <a:cubicBezTo>
                    <a:pt x="19" y="22"/>
                    <a:pt x="21" y="8"/>
                    <a:pt x="16" y="0"/>
                  </a:cubicBezTo>
                  <a:lnTo>
                    <a:pt x="16" y="1"/>
                  </a:lnTo>
                  <a:cubicBezTo>
                    <a:pt x="12" y="7"/>
                    <a:pt x="8" y="13"/>
                    <a:pt x="3" y="19"/>
                  </a:cubicBezTo>
                  <a:lnTo>
                    <a:pt x="0"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9"/>
            <p:cNvSpPr/>
            <p:nvPr/>
          </p:nvSpPr>
          <p:spPr>
            <a:xfrm>
              <a:off x="3037685" y="-732095"/>
              <a:ext cx="2520" cy="2880"/>
            </a:xfrm>
            <a:custGeom>
              <a:rect b="b" l="l" r="r" t="t"/>
              <a:pathLst>
                <a:path extrusionOk="0" h="8" w="7">
                  <a:moveTo>
                    <a:pt x="6" y="0"/>
                  </a:moveTo>
                  <a:cubicBezTo>
                    <a:pt x="4" y="2"/>
                    <a:pt x="2" y="4"/>
                    <a:pt x="0" y="7"/>
                  </a:cubicBezTo>
                  <a:lnTo>
                    <a:pt x="2" y="7"/>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9"/>
            <p:cNvSpPr/>
            <p:nvPr/>
          </p:nvSpPr>
          <p:spPr>
            <a:xfrm>
              <a:off x="3038405" y="-742175"/>
              <a:ext cx="18720" cy="12960"/>
            </a:xfrm>
            <a:custGeom>
              <a:rect b="b" l="l" r="r" t="t"/>
              <a:pathLst>
                <a:path extrusionOk="0" h="36" w="52">
                  <a:moveTo>
                    <a:pt x="39" y="0"/>
                  </a:moveTo>
                  <a:cubicBezTo>
                    <a:pt x="31" y="0"/>
                    <a:pt x="24" y="0"/>
                    <a:pt x="17" y="2"/>
                  </a:cubicBezTo>
                  <a:lnTo>
                    <a:pt x="12" y="11"/>
                  </a:lnTo>
                  <a:lnTo>
                    <a:pt x="15" y="11"/>
                  </a:lnTo>
                  <a:cubicBezTo>
                    <a:pt x="14" y="13"/>
                    <a:pt x="13" y="15"/>
                    <a:pt x="12" y="17"/>
                  </a:cubicBezTo>
                  <a:cubicBezTo>
                    <a:pt x="10" y="21"/>
                    <a:pt x="7" y="25"/>
                    <a:pt x="4" y="28"/>
                  </a:cubicBezTo>
                  <a:lnTo>
                    <a:pt x="0" y="35"/>
                  </a:lnTo>
                  <a:lnTo>
                    <a:pt x="34" y="31"/>
                  </a:lnTo>
                  <a:lnTo>
                    <a:pt x="38" y="26"/>
                  </a:lnTo>
                  <a:cubicBezTo>
                    <a:pt x="42" y="20"/>
                    <a:pt x="46" y="14"/>
                    <a:pt x="50" y="7"/>
                  </a:cubicBezTo>
                  <a:cubicBezTo>
                    <a:pt x="50" y="7"/>
                    <a:pt x="51" y="7"/>
                    <a:pt x="51" y="6"/>
                  </a:cubicBezTo>
                  <a:cubicBezTo>
                    <a:pt x="50" y="4"/>
                    <a:pt x="48" y="3"/>
                    <a:pt x="46" y="2"/>
                  </a:cubicBezTo>
                  <a:cubicBezTo>
                    <a:pt x="44" y="1"/>
                    <a:pt x="42" y="0"/>
                    <a:pt x="40" y="0"/>
                  </a:cubicBezTo>
                  <a:lnTo>
                    <a:pt x="3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9" name="Shape 1649"/>
        <p:cNvGrpSpPr/>
        <p:nvPr/>
      </p:nvGrpSpPr>
      <p:grpSpPr>
        <a:xfrm>
          <a:off x="0" y="0"/>
          <a:ext cx="0" cy="0"/>
          <a:chOff x="0" y="0"/>
          <a:chExt cx="0" cy="0"/>
        </a:xfrm>
      </p:grpSpPr>
      <p:sp>
        <p:nvSpPr>
          <p:cNvPr id="1650" name="Google Shape;1650;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1651" name="Google Shape;1651;p30"/>
          <p:cNvSpPr txBox="1"/>
          <p:nvPr>
            <p:ph idx="2" type="title"/>
          </p:nvPr>
        </p:nvSpPr>
        <p:spPr>
          <a:xfrm>
            <a:off x="832800" y="1500847"/>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652" name="Google Shape;1652;p30"/>
          <p:cNvSpPr txBox="1"/>
          <p:nvPr>
            <p:ph idx="3" type="title"/>
          </p:nvPr>
        </p:nvSpPr>
        <p:spPr>
          <a:xfrm>
            <a:off x="832800" y="3208753"/>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653" name="Google Shape;1653;p30"/>
          <p:cNvSpPr txBox="1"/>
          <p:nvPr>
            <p:ph idx="4" type="title"/>
          </p:nvPr>
        </p:nvSpPr>
        <p:spPr>
          <a:xfrm>
            <a:off x="2880000" y="1500847"/>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654" name="Google Shape;1654;p30"/>
          <p:cNvSpPr txBox="1"/>
          <p:nvPr>
            <p:ph idx="5" type="title"/>
          </p:nvPr>
        </p:nvSpPr>
        <p:spPr>
          <a:xfrm>
            <a:off x="2880000" y="3208753"/>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655" name="Google Shape;1655;p30"/>
          <p:cNvSpPr txBox="1"/>
          <p:nvPr>
            <p:ph idx="6" type="title"/>
          </p:nvPr>
        </p:nvSpPr>
        <p:spPr>
          <a:xfrm>
            <a:off x="4927200" y="1500847"/>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656" name="Google Shape;1656;p30"/>
          <p:cNvSpPr txBox="1"/>
          <p:nvPr>
            <p:ph idx="7" type="title"/>
          </p:nvPr>
        </p:nvSpPr>
        <p:spPr>
          <a:xfrm>
            <a:off x="4927200" y="3208753"/>
            <a:ext cx="73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657" name="Google Shape;1657;p30"/>
          <p:cNvSpPr txBox="1"/>
          <p:nvPr>
            <p:ph idx="1" type="subTitle"/>
          </p:nvPr>
        </p:nvSpPr>
        <p:spPr>
          <a:xfrm>
            <a:off x="756600" y="2180300"/>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1658" name="Google Shape;1658;p30"/>
          <p:cNvSpPr txBox="1"/>
          <p:nvPr>
            <p:ph idx="8" type="subTitle"/>
          </p:nvPr>
        </p:nvSpPr>
        <p:spPr>
          <a:xfrm>
            <a:off x="2803800" y="2180300"/>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659" name="Google Shape;1659;p30"/>
          <p:cNvSpPr txBox="1"/>
          <p:nvPr>
            <p:ph idx="9" type="subTitle"/>
          </p:nvPr>
        </p:nvSpPr>
        <p:spPr>
          <a:xfrm>
            <a:off x="4851000" y="2180300"/>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1660" name="Google Shape;1660;p30"/>
          <p:cNvSpPr txBox="1"/>
          <p:nvPr>
            <p:ph idx="13" type="subTitle"/>
          </p:nvPr>
        </p:nvSpPr>
        <p:spPr>
          <a:xfrm>
            <a:off x="756600" y="3854225"/>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1661" name="Google Shape;1661;p30"/>
          <p:cNvSpPr txBox="1"/>
          <p:nvPr>
            <p:ph idx="14" type="subTitle"/>
          </p:nvPr>
        </p:nvSpPr>
        <p:spPr>
          <a:xfrm>
            <a:off x="2803800" y="3854225"/>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1662" name="Google Shape;1662;p30"/>
          <p:cNvSpPr txBox="1"/>
          <p:nvPr>
            <p:ph idx="15" type="subTitle"/>
          </p:nvPr>
        </p:nvSpPr>
        <p:spPr>
          <a:xfrm>
            <a:off x="4851000" y="3854225"/>
            <a:ext cx="1894800" cy="7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grpSp>
        <p:nvGrpSpPr>
          <p:cNvPr id="1663" name="Google Shape;1663;p30"/>
          <p:cNvGrpSpPr/>
          <p:nvPr/>
        </p:nvGrpSpPr>
        <p:grpSpPr>
          <a:xfrm>
            <a:off x="7089321" y="1457937"/>
            <a:ext cx="4567728" cy="4066565"/>
            <a:chOff x="6414942" y="857677"/>
            <a:chExt cx="5241827" cy="4666703"/>
          </a:xfrm>
        </p:grpSpPr>
        <p:grpSp>
          <p:nvGrpSpPr>
            <p:cNvPr id="1664" name="Google Shape;1664;p30"/>
            <p:cNvGrpSpPr/>
            <p:nvPr/>
          </p:nvGrpSpPr>
          <p:grpSpPr>
            <a:xfrm>
              <a:off x="6974410" y="857677"/>
              <a:ext cx="4682360" cy="4666703"/>
              <a:chOff x="6974410" y="857677"/>
              <a:chExt cx="4682360" cy="4666703"/>
            </a:xfrm>
          </p:grpSpPr>
          <p:sp>
            <p:nvSpPr>
              <p:cNvPr id="1665" name="Google Shape;1665;p30"/>
              <p:cNvSpPr/>
              <p:nvPr/>
            </p:nvSpPr>
            <p:spPr>
              <a:xfrm rot="-755222">
                <a:off x="7352663" y="1238531"/>
                <a:ext cx="3925853" cy="3904996"/>
              </a:xfrm>
              <a:custGeom>
                <a:rect b="b" l="l" r="r" t="t"/>
                <a:pathLst>
                  <a:path extrusionOk="0" h="4727" w="4752">
                    <a:moveTo>
                      <a:pt x="926" y="106"/>
                    </a:moveTo>
                    <a:cubicBezTo>
                      <a:pt x="927" y="97"/>
                      <a:pt x="931" y="88"/>
                      <a:pt x="935" y="80"/>
                    </a:cubicBezTo>
                    <a:cubicBezTo>
                      <a:pt x="940" y="72"/>
                      <a:pt x="945" y="65"/>
                      <a:pt x="952" y="60"/>
                    </a:cubicBezTo>
                    <a:cubicBezTo>
                      <a:pt x="974" y="36"/>
                      <a:pt x="995" y="41"/>
                      <a:pt x="1003" y="74"/>
                    </a:cubicBezTo>
                    <a:cubicBezTo>
                      <a:pt x="1005" y="85"/>
                      <a:pt x="1007" y="97"/>
                      <a:pt x="1007" y="109"/>
                    </a:cubicBezTo>
                    <a:cubicBezTo>
                      <a:pt x="1007" y="114"/>
                      <a:pt x="1006" y="118"/>
                      <a:pt x="1006" y="123"/>
                    </a:cubicBezTo>
                    <a:cubicBezTo>
                      <a:pt x="1006" y="141"/>
                      <a:pt x="1003" y="160"/>
                      <a:pt x="1001" y="178"/>
                    </a:cubicBezTo>
                    <a:cubicBezTo>
                      <a:pt x="999" y="197"/>
                      <a:pt x="1008" y="204"/>
                      <a:pt x="1028" y="204"/>
                    </a:cubicBezTo>
                    <a:cubicBezTo>
                      <a:pt x="1052" y="203"/>
                      <a:pt x="1075" y="197"/>
                      <a:pt x="1096" y="186"/>
                    </a:cubicBezTo>
                    <a:cubicBezTo>
                      <a:pt x="1130" y="170"/>
                      <a:pt x="1142" y="177"/>
                      <a:pt x="1149" y="212"/>
                    </a:cubicBezTo>
                    <a:cubicBezTo>
                      <a:pt x="1151" y="225"/>
                      <a:pt x="1152" y="238"/>
                      <a:pt x="1152" y="250"/>
                    </a:cubicBezTo>
                    <a:cubicBezTo>
                      <a:pt x="1152" y="267"/>
                      <a:pt x="1151" y="283"/>
                      <a:pt x="1147" y="300"/>
                    </a:cubicBezTo>
                    <a:cubicBezTo>
                      <a:pt x="1143" y="323"/>
                      <a:pt x="1149" y="335"/>
                      <a:pt x="1174" y="336"/>
                    </a:cubicBezTo>
                    <a:cubicBezTo>
                      <a:pt x="1215" y="338"/>
                      <a:pt x="1257" y="347"/>
                      <a:pt x="1299" y="331"/>
                    </a:cubicBezTo>
                    <a:cubicBezTo>
                      <a:pt x="1328" y="320"/>
                      <a:pt x="1338" y="327"/>
                      <a:pt x="1347" y="358"/>
                    </a:cubicBezTo>
                    <a:cubicBezTo>
                      <a:pt x="1353" y="379"/>
                      <a:pt x="1357" y="401"/>
                      <a:pt x="1357" y="423"/>
                    </a:cubicBezTo>
                    <a:cubicBezTo>
                      <a:pt x="1356" y="436"/>
                      <a:pt x="1356" y="450"/>
                      <a:pt x="1356" y="463"/>
                    </a:cubicBezTo>
                    <a:cubicBezTo>
                      <a:pt x="1356" y="503"/>
                      <a:pt x="1359" y="542"/>
                      <a:pt x="1367" y="581"/>
                    </a:cubicBezTo>
                    <a:cubicBezTo>
                      <a:pt x="1377" y="622"/>
                      <a:pt x="1354" y="652"/>
                      <a:pt x="1319" y="672"/>
                    </a:cubicBezTo>
                    <a:cubicBezTo>
                      <a:pt x="1301" y="681"/>
                      <a:pt x="1282" y="689"/>
                      <a:pt x="1263" y="696"/>
                    </a:cubicBezTo>
                    <a:cubicBezTo>
                      <a:pt x="1406" y="770"/>
                      <a:pt x="1513" y="884"/>
                      <a:pt x="1643" y="966"/>
                    </a:cubicBezTo>
                    <a:cubicBezTo>
                      <a:pt x="1717" y="1018"/>
                      <a:pt x="1786" y="1076"/>
                      <a:pt x="1850" y="1139"/>
                    </a:cubicBezTo>
                    <a:cubicBezTo>
                      <a:pt x="1896" y="1181"/>
                      <a:pt x="1944" y="1220"/>
                      <a:pt x="1996" y="1255"/>
                    </a:cubicBezTo>
                    <a:cubicBezTo>
                      <a:pt x="2106" y="1328"/>
                      <a:pt x="2211" y="1409"/>
                      <a:pt x="2317" y="1487"/>
                    </a:cubicBezTo>
                    <a:cubicBezTo>
                      <a:pt x="2372" y="1528"/>
                      <a:pt x="2422" y="1574"/>
                      <a:pt x="2467" y="1625"/>
                    </a:cubicBezTo>
                    <a:cubicBezTo>
                      <a:pt x="2539" y="1704"/>
                      <a:pt x="2612" y="1781"/>
                      <a:pt x="2685" y="1859"/>
                    </a:cubicBezTo>
                    <a:cubicBezTo>
                      <a:pt x="2727" y="1904"/>
                      <a:pt x="2776" y="1943"/>
                      <a:pt x="2829" y="1974"/>
                    </a:cubicBezTo>
                    <a:cubicBezTo>
                      <a:pt x="2838" y="1979"/>
                      <a:pt x="2846" y="1983"/>
                      <a:pt x="2855" y="1988"/>
                    </a:cubicBezTo>
                    <a:cubicBezTo>
                      <a:pt x="2869" y="1995"/>
                      <a:pt x="2883" y="2003"/>
                      <a:pt x="2897" y="2011"/>
                    </a:cubicBezTo>
                    <a:cubicBezTo>
                      <a:pt x="2921" y="2025"/>
                      <a:pt x="2945" y="2040"/>
                      <a:pt x="2968" y="2055"/>
                    </a:cubicBezTo>
                    <a:cubicBezTo>
                      <a:pt x="2974" y="2060"/>
                      <a:pt x="2978" y="2063"/>
                      <a:pt x="2985" y="2067"/>
                    </a:cubicBezTo>
                    <a:cubicBezTo>
                      <a:pt x="3010" y="2081"/>
                      <a:pt x="3039" y="2089"/>
                      <a:pt x="3068" y="2089"/>
                    </a:cubicBezTo>
                    <a:cubicBezTo>
                      <a:pt x="3086" y="2089"/>
                      <a:pt x="3104" y="2086"/>
                      <a:pt x="3121" y="2080"/>
                    </a:cubicBezTo>
                    <a:cubicBezTo>
                      <a:pt x="3172" y="2069"/>
                      <a:pt x="3222" y="2061"/>
                      <a:pt x="3274" y="2058"/>
                    </a:cubicBezTo>
                    <a:cubicBezTo>
                      <a:pt x="3395" y="2040"/>
                      <a:pt x="3516" y="2016"/>
                      <a:pt x="3639" y="2009"/>
                    </a:cubicBezTo>
                    <a:cubicBezTo>
                      <a:pt x="3669" y="2007"/>
                      <a:pt x="3700" y="2006"/>
                      <a:pt x="3730" y="2006"/>
                    </a:cubicBezTo>
                    <a:cubicBezTo>
                      <a:pt x="3889" y="2006"/>
                      <a:pt x="4047" y="2030"/>
                      <a:pt x="4198" y="2077"/>
                    </a:cubicBezTo>
                    <a:cubicBezTo>
                      <a:pt x="4314" y="2112"/>
                      <a:pt x="4429" y="2151"/>
                      <a:pt x="4542" y="2189"/>
                    </a:cubicBezTo>
                    <a:cubicBezTo>
                      <a:pt x="4547" y="2190"/>
                      <a:pt x="4551" y="2191"/>
                      <a:pt x="4555" y="2193"/>
                    </a:cubicBezTo>
                    <a:cubicBezTo>
                      <a:pt x="4562" y="2197"/>
                      <a:pt x="4566" y="2202"/>
                      <a:pt x="4570" y="2208"/>
                    </a:cubicBezTo>
                    <a:cubicBezTo>
                      <a:pt x="4571" y="2211"/>
                      <a:pt x="4573" y="2214"/>
                      <a:pt x="4574" y="2218"/>
                    </a:cubicBezTo>
                    <a:cubicBezTo>
                      <a:pt x="4488" y="2228"/>
                      <a:pt x="4406" y="2218"/>
                      <a:pt x="4323" y="2214"/>
                    </a:cubicBezTo>
                    <a:cubicBezTo>
                      <a:pt x="4326" y="2217"/>
                      <a:pt x="4329" y="2222"/>
                      <a:pt x="4331" y="2223"/>
                    </a:cubicBezTo>
                    <a:cubicBezTo>
                      <a:pt x="4401" y="2241"/>
                      <a:pt x="4452" y="2293"/>
                      <a:pt x="4516" y="2320"/>
                    </a:cubicBezTo>
                    <a:cubicBezTo>
                      <a:pt x="4580" y="2347"/>
                      <a:pt x="4641" y="2383"/>
                      <a:pt x="4702" y="2416"/>
                    </a:cubicBezTo>
                    <a:cubicBezTo>
                      <a:pt x="4705" y="2418"/>
                      <a:pt x="4708" y="2419"/>
                      <a:pt x="4711" y="2421"/>
                    </a:cubicBezTo>
                    <a:cubicBezTo>
                      <a:pt x="4717" y="2425"/>
                      <a:pt x="4724" y="2429"/>
                      <a:pt x="4730" y="2433"/>
                    </a:cubicBezTo>
                    <a:cubicBezTo>
                      <a:pt x="4732" y="2435"/>
                      <a:pt x="4733" y="2437"/>
                      <a:pt x="4735" y="2439"/>
                    </a:cubicBezTo>
                    <a:cubicBezTo>
                      <a:pt x="4736" y="2441"/>
                      <a:pt x="4737" y="2444"/>
                      <a:pt x="4737" y="2447"/>
                    </a:cubicBezTo>
                    <a:cubicBezTo>
                      <a:pt x="4737" y="2449"/>
                      <a:pt x="4737" y="2451"/>
                      <a:pt x="4736" y="2452"/>
                    </a:cubicBezTo>
                    <a:cubicBezTo>
                      <a:pt x="4734" y="2462"/>
                      <a:pt x="4726" y="2462"/>
                      <a:pt x="4719" y="2462"/>
                    </a:cubicBezTo>
                    <a:cubicBezTo>
                      <a:pt x="4682" y="2462"/>
                      <a:pt x="4646" y="2456"/>
                      <a:pt x="4610" y="2446"/>
                    </a:cubicBezTo>
                    <a:cubicBezTo>
                      <a:pt x="4597" y="2442"/>
                      <a:pt x="4584" y="2439"/>
                      <a:pt x="4570" y="2439"/>
                    </a:cubicBezTo>
                    <a:cubicBezTo>
                      <a:pt x="4564" y="2439"/>
                      <a:pt x="4558" y="2440"/>
                      <a:pt x="4552" y="2441"/>
                    </a:cubicBezTo>
                    <a:cubicBezTo>
                      <a:pt x="4588" y="2472"/>
                      <a:pt x="4622" y="2499"/>
                      <a:pt x="4654" y="2529"/>
                    </a:cubicBezTo>
                    <a:cubicBezTo>
                      <a:pt x="4685" y="2558"/>
                      <a:pt x="4725" y="2572"/>
                      <a:pt x="4751" y="2613"/>
                    </a:cubicBezTo>
                    <a:cubicBezTo>
                      <a:pt x="4696" y="2612"/>
                      <a:pt x="4652" y="2582"/>
                      <a:pt x="4596" y="2581"/>
                    </a:cubicBezTo>
                    <a:cubicBezTo>
                      <a:pt x="4638" y="2638"/>
                      <a:pt x="4698" y="2673"/>
                      <a:pt x="4732" y="2731"/>
                    </a:cubicBezTo>
                    <a:cubicBezTo>
                      <a:pt x="4668" y="2728"/>
                      <a:pt x="4624" y="2685"/>
                      <a:pt x="4560" y="2652"/>
                    </a:cubicBezTo>
                    <a:cubicBezTo>
                      <a:pt x="4587" y="2699"/>
                      <a:pt x="4609" y="2734"/>
                      <a:pt x="4629" y="2770"/>
                    </a:cubicBezTo>
                    <a:cubicBezTo>
                      <a:pt x="4657" y="2820"/>
                      <a:pt x="4685" y="2870"/>
                      <a:pt x="4711" y="2920"/>
                    </a:cubicBezTo>
                    <a:cubicBezTo>
                      <a:pt x="4717" y="2932"/>
                      <a:pt x="4733" y="2946"/>
                      <a:pt x="4716" y="2959"/>
                    </a:cubicBezTo>
                    <a:cubicBezTo>
                      <a:pt x="4698" y="2971"/>
                      <a:pt x="4689" y="2953"/>
                      <a:pt x="4678" y="2945"/>
                    </a:cubicBezTo>
                    <a:cubicBezTo>
                      <a:pt x="4642" y="2916"/>
                      <a:pt x="4610" y="2883"/>
                      <a:pt x="4581" y="2848"/>
                    </a:cubicBezTo>
                    <a:cubicBezTo>
                      <a:pt x="4574" y="2836"/>
                      <a:pt x="4564" y="2826"/>
                      <a:pt x="4552" y="2819"/>
                    </a:cubicBezTo>
                    <a:cubicBezTo>
                      <a:pt x="4551" y="2819"/>
                      <a:pt x="4551" y="2818"/>
                      <a:pt x="4550" y="2818"/>
                    </a:cubicBezTo>
                    <a:cubicBezTo>
                      <a:pt x="4574" y="2910"/>
                      <a:pt x="4624" y="2989"/>
                      <a:pt x="4651" y="3082"/>
                    </a:cubicBezTo>
                    <a:cubicBezTo>
                      <a:pt x="4603" y="3072"/>
                      <a:pt x="4588" y="3035"/>
                      <a:pt x="4563" y="3011"/>
                    </a:cubicBezTo>
                    <a:cubicBezTo>
                      <a:pt x="4538" y="2987"/>
                      <a:pt x="4514" y="2958"/>
                      <a:pt x="4489" y="2929"/>
                    </a:cubicBezTo>
                    <a:cubicBezTo>
                      <a:pt x="4477" y="2944"/>
                      <a:pt x="4486" y="2956"/>
                      <a:pt x="4489" y="2966"/>
                    </a:cubicBezTo>
                    <a:cubicBezTo>
                      <a:pt x="4527" y="3094"/>
                      <a:pt x="4557" y="3224"/>
                      <a:pt x="4578" y="3356"/>
                    </a:cubicBezTo>
                    <a:cubicBezTo>
                      <a:pt x="4581" y="3371"/>
                      <a:pt x="4590" y="3393"/>
                      <a:pt x="4569" y="3400"/>
                    </a:cubicBezTo>
                    <a:cubicBezTo>
                      <a:pt x="4548" y="3406"/>
                      <a:pt x="4543" y="3384"/>
                      <a:pt x="4534" y="3371"/>
                    </a:cubicBezTo>
                    <a:cubicBezTo>
                      <a:pt x="4501" y="3309"/>
                      <a:pt x="4472" y="3246"/>
                      <a:pt x="4448" y="3180"/>
                    </a:cubicBezTo>
                    <a:cubicBezTo>
                      <a:pt x="4444" y="3166"/>
                      <a:pt x="4439" y="3152"/>
                      <a:pt x="4432" y="3140"/>
                    </a:cubicBezTo>
                    <a:cubicBezTo>
                      <a:pt x="4427" y="3132"/>
                      <a:pt x="4423" y="3126"/>
                      <a:pt x="4417" y="3119"/>
                    </a:cubicBezTo>
                    <a:cubicBezTo>
                      <a:pt x="4424" y="3209"/>
                      <a:pt x="4457" y="3291"/>
                      <a:pt x="4464" y="3385"/>
                    </a:cubicBezTo>
                    <a:cubicBezTo>
                      <a:pt x="4417" y="3362"/>
                      <a:pt x="4417" y="3315"/>
                      <a:pt x="4382" y="3285"/>
                    </a:cubicBezTo>
                    <a:cubicBezTo>
                      <a:pt x="4393" y="3338"/>
                      <a:pt x="4404" y="3385"/>
                      <a:pt x="4412" y="3431"/>
                    </a:cubicBezTo>
                    <a:cubicBezTo>
                      <a:pt x="4416" y="3457"/>
                      <a:pt x="4418" y="3482"/>
                      <a:pt x="4419" y="3508"/>
                    </a:cubicBezTo>
                    <a:cubicBezTo>
                      <a:pt x="4419" y="3520"/>
                      <a:pt x="4423" y="3536"/>
                      <a:pt x="4408" y="3541"/>
                    </a:cubicBezTo>
                    <a:cubicBezTo>
                      <a:pt x="4392" y="3546"/>
                      <a:pt x="4386" y="3531"/>
                      <a:pt x="4381" y="3520"/>
                    </a:cubicBezTo>
                    <a:cubicBezTo>
                      <a:pt x="4371" y="3499"/>
                      <a:pt x="4361" y="3477"/>
                      <a:pt x="4351" y="3455"/>
                    </a:cubicBezTo>
                    <a:cubicBezTo>
                      <a:pt x="4346" y="3444"/>
                      <a:pt x="4346" y="3431"/>
                      <a:pt x="4331" y="3422"/>
                    </a:cubicBezTo>
                    <a:cubicBezTo>
                      <a:pt x="4324" y="3469"/>
                      <a:pt x="4341" y="3513"/>
                      <a:pt x="4339" y="3558"/>
                    </a:cubicBezTo>
                    <a:cubicBezTo>
                      <a:pt x="4336" y="3603"/>
                      <a:pt x="4363" y="3647"/>
                      <a:pt x="4330" y="3699"/>
                    </a:cubicBezTo>
                    <a:cubicBezTo>
                      <a:pt x="4265" y="3579"/>
                      <a:pt x="4256" y="3452"/>
                      <a:pt x="4222" y="3332"/>
                    </a:cubicBezTo>
                    <a:cubicBezTo>
                      <a:pt x="4233" y="3478"/>
                      <a:pt x="4198" y="3618"/>
                      <a:pt x="4176" y="3768"/>
                    </a:cubicBezTo>
                    <a:cubicBezTo>
                      <a:pt x="4129" y="3727"/>
                      <a:pt x="4123" y="3673"/>
                      <a:pt x="4094" y="3618"/>
                    </a:cubicBezTo>
                    <a:cubicBezTo>
                      <a:pt x="4084" y="3729"/>
                      <a:pt x="4094" y="3830"/>
                      <a:pt x="4061" y="3925"/>
                    </a:cubicBezTo>
                    <a:cubicBezTo>
                      <a:pt x="4023" y="3802"/>
                      <a:pt x="4001" y="3674"/>
                      <a:pt x="3996" y="3545"/>
                    </a:cubicBezTo>
                    <a:cubicBezTo>
                      <a:pt x="3976" y="3545"/>
                      <a:pt x="3976" y="3561"/>
                      <a:pt x="3971" y="3571"/>
                    </a:cubicBezTo>
                    <a:cubicBezTo>
                      <a:pt x="3955" y="3602"/>
                      <a:pt x="3939" y="3633"/>
                      <a:pt x="3925" y="3665"/>
                    </a:cubicBezTo>
                    <a:cubicBezTo>
                      <a:pt x="3917" y="3683"/>
                      <a:pt x="3908" y="3701"/>
                      <a:pt x="3899" y="3718"/>
                    </a:cubicBezTo>
                    <a:cubicBezTo>
                      <a:pt x="3866" y="3774"/>
                      <a:pt x="3824" y="3824"/>
                      <a:pt x="3774" y="3865"/>
                    </a:cubicBezTo>
                    <a:cubicBezTo>
                      <a:pt x="3725" y="3907"/>
                      <a:pt x="3683" y="3956"/>
                      <a:pt x="3651" y="4013"/>
                    </a:cubicBezTo>
                    <a:cubicBezTo>
                      <a:pt x="3645" y="4022"/>
                      <a:pt x="3641" y="4032"/>
                      <a:pt x="3636" y="4042"/>
                    </a:cubicBezTo>
                    <a:cubicBezTo>
                      <a:pt x="3639" y="4060"/>
                      <a:pt x="3658" y="4058"/>
                      <a:pt x="3669" y="4068"/>
                    </a:cubicBezTo>
                    <a:cubicBezTo>
                      <a:pt x="3692" y="4091"/>
                      <a:pt x="3695" y="4114"/>
                      <a:pt x="3667" y="4131"/>
                    </a:cubicBezTo>
                    <a:cubicBezTo>
                      <a:pt x="3648" y="4144"/>
                      <a:pt x="3658" y="4149"/>
                      <a:pt x="3660" y="4164"/>
                    </a:cubicBezTo>
                    <a:cubicBezTo>
                      <a:pt x="3670" y="4233"/>
                      <a:pt x="3723" y="4280"/>
                      <a:pt x="3743" y="4343"/>
                    </a:cubicBezTo>
                    <a:cubicBezTo>
                      <a:pt x="3744" y="4346"/>
                      <a:pt x="3744" y="4349"/>
                      <a:pt x="3746" y="4352"/>
                    </a:cubicBezTo>
                    <a:cubicBezTo>
                      <a:pt x="3748" y="4356"/>
                      <a:pt x="3752" y="4359"/>
                      <a:pt x="3757" y="4362"/>
                    </a:cubicBezTo>
                    <a:cubicBezTo>
                      <a:pt x="3761" y="4364"/>
                      <a:pt x="3767" y="4366"/>
                      <a:pt x="3772" y="4366"/>
                    </a:cubicBezTo>
                    <a:cubicBezTo>
                      <a:pt x="3773" y="4366"/>
                      <a:pt x="3774" y="4366"/>
                      <a:pt x="3775" y="4366"/>
                    </a:cubicBezTo>
                    <a:lnTo>
                      <a:pt x="3776" y="4366"/>
                    </a:lnTo>
                    <a:cubicBezTo>
                      <a:pt x="3785" y="4366"/>
                      <a:pt x="3794" y="4368"/>
                      <a:pt x="3802" y="4373"/>
                    </a:cubicBezTo>
                    <a:cubicBezTo>
                      <a:pt x="3809" y="4377"/>
                      <a:pt x="3815" y="4384"/>
                      <a:pt x="3820" y="4392"/>
                    </a:cubicBezTo>
                    <a:cubicBezTo>
                      <a:pt x="3822" y="4397"/>
                      <a:pt x="3825" y="4402"/>
                      <a:pt x="3826" y="4408"/>
                    </a:cubicBezTo>
                    <a:cubicBezTo>
                      <a:pt x="3832" y="4432"/>
                      <a:pt x="3835" y="4457"/>
                      <a:pt x="3835" y="4481"/>
                    </a:cubicBezTo>
                    <a:cubicBezTo>
                      <a:pt x="3835" y="4499"/>
                      <a:pt x="3833" y="4516"/>
                      <a:pt x="3830" y="4534"/>
                    </a:cubicBezTo>
                    <a:cubicBezTo>
                      <a:pt x="3830" y="4536"/>
                      <a:pt x="3828" y="4539"/>
                      <a:pt x="3828" y="4541"/>
                    </a:cubicBezTo>
                    <a:cubicBezTo>
                      <a:pt x="3826" y="4544"/>
                      <a:pt x="3824" y="4546"/>
                      <a:pt x="3822" y="4548"/>
                    </a:cubicBezTo>
                    <a:cubicBezTo>
                      <a:pt x="3820" y="4549"/>
                      <a:pt x="3819" y="4549"/>
                      <a:pt x="3817" y="4549"/>
                    </a:cubicBezTo>
                    <a:cubicBezTo>
                      <a:pt x="3809" y="4551"/>
                      <a:pt x="3807" y="4543"/>
                      <a:pt x="3802" y="4538"/>
                    </a:cubicBezTo>
                    <a:cubicBezTo>
                      <a:pt x="3773" y="4511"/>
                      <a:pt x="3761" y="4473"/>
                      <a:pt x="3735" y="4443"/>
                    </a:cubicBezTo>
                    <a:cubicBezTo>
                      <a:pt x="3683" y="4380"/>
                      <a:pt x="3608" y="4344"/>
                      <a:pt x="3540" y="4302"/>
                    </a:cubicBezTo>
                    <a:cubicBezTo>
                      <a:pt x="3524" y="4295"/>
                      <a:pt x="3506" y="4291"/>
                      <a:pt x="3488" y="4291"/>
                    </a:cubicBezTo>
                    <a:cubicBezTo>
                      <a:pt x="3466" y="4291"/>
                      <a:pt x="3443" y="4296"/>
                      <a:pt x="3424" y="4308"/>
                    </a:cubicBezTo>
                    <a:cubicBezTo>
                      <a:pt x="3412" y="4314"/>
                      <a:pt x="3403" y="4323"/>
                      <a:pt x="3394" y="4332"/>
                    </a:cubicBezTo>
                    <a:cubicBezTo>
                      <a:pt x="3329" y="4417"/>
                      <a:pt x="3271" y="4506"/>
                      <a:pt x="3276" y="4620"/>
                    </a:cubicBezTo>
                    <a:cubicBezTo>
                      <a:pt x="3278" y="4657"/>
                      <a:pt x="3249" y="4683"/>
                      <a:pt x="3243" y="4726"/>
                    </a:cubicBezTo>
                    <a:cubicBezTo>
                      <a:pt x="3235" y="4715"/>
                      <a:pt x="3227" y="4702"/>
                      <a:pt x="3220" y="4690"/>
                    </a:cubicBezTo>
                    <a:cubicBezTo>
                      <a:pt x="3198" y="4652"/>
                      <a:pt x="3182" y="4611"/>
                      <a:pt x="3174" y="4567"/>
                    </a:cubicBezTo>
                    <a:cubicBezTo>
                      <a:pt x="3173" y="4564"/>
                      <a:pt x="3173" y="4560"/>
                      <a:pt x="3173" y="4556"/>
                    </a:cubicBezTo>
                    <a:cubicBezTo>
                      <a:pt x="3173" y="4548"/>
                      <a:pt x="3175" y="4540"/>
                      <a:pt x="3179" y="4533"/>
                    </a:cubicBezTo>
                    <a:cubicBezTo>
                      <a:pt x="3180" y="4530"/>
                      <a:pt x="3182" y="4528"/>
                      <a:pt x="3184" y="4526"/>
                    </a:cubicBezTo>
                    <a:cubicBezTo>
                      <a:pt x="3215" y="4495"/>
                      <a:pt x="3208" y="4458"/>
                      <a:pt x="3203" y="4422"/>
                    </a:cubicBezTo>
                    <a:cubicBezTo>
                      <a:pt x="3201" y="4407"/>
                      <a:pt x="3200" y="4392"/>
                      <a:pt x="3200" y="4376"/>
                    </a:cubicBezTo>
                    <a:cubicBezTo>
                      <a:pt x="3200" y="4368"/>
                      <a:pt x="3201" y="4360"/>
                      <a:pt x="3201" y="4351"/>
                    </a:cubicBezTo>
                    <a:cubicBezTo>
                      <a:pt x="3195" y="4349"/>
                      <a:pt x="3188" y="4347"/>
                      <a:pt x="3181" y="4347"/>
                    </a:cubicBezTo>
                    <a:cubicBezTo>
                      <a:pt x="3172" y="4347"/>
                      <a:pt x="3163" y="4350"/>
                      <a:pt x="3155" y="4355"/>
                    </a:cubicBezTo>
                    <a:cubicBezTo>
                      <a:pt x="3150" y="4358"/>
                      <a:pt x="3145" y="4361"/>
                      <a:pt x="3141" y="4366"/>
                    </a:cubicBezTo>
                    <a:cubicBezTo>
                      <a:pt x="3095" y="4405"/>
                      <a:pt x="3054" y="4449"/>
                      <a:pt x="3018" y="4498"/>
                    </a:cubicBezTo>
                    <a:cubicBezTo>
                      <a:pt x="2994" y="4532"/>
                      <a:pt x="2981" y="4574"/>
                      <a:pt x="2949" y="4604"/>
                    </a:cubicBezTo>
                    <a:cubicBezTo>
                      <a:pt x="2947" y="4607"/>
                      <a:pt x="2944" y="4610"/>
                      <a:pt x="2942" y="4614"/>
                    </a:cubicBezTo>
                    <a:cubicBezTo>
                      <a:pt x="2937" y="4623"/>
                      <a:pt x="2934" y="4633"/>
                      <a:pt x="2934" y="4644"/>
                    </a:cubicBezTo>
                    <a:cubicBezTo>
                      <a:pt x="2934" y="4647"/>
                      <a:pt x="2935" y="4650"/>
                      <a:pt x="2935" y="4653"/>
                    </a:cubicBezTo>
                    <a:cubicBezTo>
                      <a:pt x="2915" y="4650"/>
                      <a:pt x="2909" y="4641"/>
                      <a:pt x="2909" y="4627"/>
                    </a:cubicBezTo>
                    <a:cubicBezTo>
                      <a:pt x="2909" y="4579"/>
                      <a:pt x="2906" y="4531"/>
                      <a:pt x="2935" y="4489"/>
                    </a:cubicBezTo>
                    <a:cubicBezTo>
                      <a:pt x="2936" y="4487"/>
                      <a:pt x="2937" y="4486"/>
                      <a:pt x="2938" y="4484"/>
                    </a:cubicBezTo>
                    <a:cubicBezTo>
                      <a:pt x="2945" y="4473"/>
                      <a:pt x="2949" y="4461"/>
                      <a:pt x="2953" y="4449"/>
                    </a:cubicBezTo>
                    <a:cubicBezTo>
                      <a:pt x="2959" y="4424"/>
                      <a:pt x="2969" y="4399"/>
                      <a:pt x="2982" y="4377"/>
                    </a:cubicBezTo>
                    <a:cubicBezTo>
                      <a:pt x="3000" y="4345"/>
                      <a:pt x="3024" y="4317"/>
                      <a:pt x="3053" y="4295"/>
                    </a:cubicBezTo>
                    <a:cubicBezTo>
                      <a:pt x="3061" y="4289"/>
                      <a:pt x="3071" y="4284"/>
                      <a:pt x="3070" y="4274"/>
                    </a:cubicBezTo>
                    <a:cubicBezTo>
                      <a:pt x="3066" y="4193"/>
                      <a:pt x="3119" y="4135"/>
                      <a:pt x="3152" y="4069"/>
                    </a:cubicBezTo>
                    <a:cubicBezTo>
                      <a:pt x="3158" y="4056"/>
                      <a:pt x="3170" y="4046"/>
                      <a:pt x="3170" y="4029"/>
                    </a:cubicBezTo>
                    <a:cubicBezTo>
                      <a:pt x="3137" y="4006"/>
                      <a:pt x="3105" y="4000"/>
                      <a:pt x="3073" y="4032"/>
                    </a:cubicBezTo>
                    <a:cubicBezTo>
                      <a:pt x="3022" y="4084"/>
                      <a:pt x="2955" y="4103"/>
                      <a:pt x="2888" y="4124"/>
                    </a:cubicBezTo>
                    <a:cubicBezTo>
                      <a:pt x="2859" y="4132"/>
                      <a:pt x="2825" y="4126"/>
                      <a:pt x="2803" y="4155"/>
                    </a:cubicBezTo>
                    <a:cubicBezTo>
                      <a:pt x="2798" y="4161"/>
                      <a:pt x="2792" y="4156"/>
                      <a:pt x="2787" y="4149"/>
                    </a:cubicBezTo>
                    <a:cubicBezTo>
                      <a:pt x="2772" y="4132"/>
                      <a:pt x="2754" y="4140"/>
                      <a:pt x="2737" y="4147"/>
                    </a:cubicBezTo>
                    <a:cubicBezTo>
                      <a:pt x="2735" y="4147"/>
                      <a:pt x="2734" y="4148"/>
                      <a:pt x="2733" y="4149"/>
                    </a:cubicBezTo>
                    <a:cubicBezTo>
                      <a:pt x="2730" y="4150"/>
                      <a:pt x="2727" y="4153"/>
                      <a:pt x="2726" y="4156"/>
                    </a:cubicBezTo>
                    <a:cubicBezTo>
                      <a:pt x="2724" y="4159"/>
                      <a:pt x="2723" y="4162"/>
                      <a:pt x="2723" y="4165"/>
                    </a:cubicBezTo>
                    <a:cubicBezTo>
                      <a:pt x="2723" y="4168"/>
                      <a:pt x="2724" y="4171"/>
                      <a:pt x="2725" y="4173"/>
                    </a:cubicBezTo>
                    <a:cubicBezTo>
                      <a:pt x="2729" y="4189"/>
                      <a:pt x="2733" y="4205"/>
                      <a:pt x="2736" y="4221"/>
                    </a:cubicBezTo>
                    <a:cubicBezTo>
                      <a:pt x="2746" y="4272"/>
                      <a:pt x="2724" y="4305"/>
                      <a:pt x="2671" y="4322"/>
                    </a:cubicBezTo>
                    <a:cubicBezTo>
                      <a:pt x="2659" y="4309"/>
                      <a:pt x="2669" y="4295"/>
                      <a:pt x="2669" y="4280"/>
                    </a:cubicBezTo>
                    <a:cubicBezTo>
                      <a:pt x="2669" y="4261"/>
                      <a:pt x="2664" y="4243"/>
                      <a:pt x="2642" y="4237"/>
                    </a:cubicBezTo>
                    <a:cubicBezTo>
                      <a:pt x="2637" y="4235"/>
                      <a:pt x="2633" y="4234"/>
                      <a:pt x="2628" y="4234"/>
                    </a:cubicBezTo>
                    <a:cubicBezTo>
                      <a:pt x="2621" y="4234"/>
                      <a:pt x="2614" y="4236"/>
                      <a:pt x="2608" y="4239"/>
                    </a:cubicBezTo>
                    <a:cubicBezTo>
                      <a:pt x="2602" y="4242"/>
                      <a:pt x="2598" y="4247"/>
                      <a:pt x="2594" y="4253"/>
                    </a:cubicBezTo>
                    <a:cubicBezTo>
                      <a:pt x="2576" y="4280"/>
                      <a:pt x="2556" y="4306"/>
                      <a:pt x="2538" y="4335"/>
                    </a:cubicBezTo>
                    <a:cubicBezTo>
                      <a:pt x="2501" y="4389"/>
                      <a:pt x="2462" y="4443"/>
                      <a:pt x="2421" y="4493"/>
                    </a:cubicBezTo>
                    <a:cubicBezTo>
                      <a:pt x="2387" y="4536"/>
                      <a:pt x="2359" y="4581"/>
                      <a:pt x="2378" y="4639"/>
                    </a:cubicBezTo>
                    <a:cubicBezTo>
                      <a:pt x="2379" y="4645"/>
                      <a:pt x="2380" y="4650"/>
                      <a:pt x="2380" y="4656"/>
                    </a:cubicBezTo>
                    <a:cubicBezTo>
                      <a:pt x="2380" y="4661"/>
                      <a:pt x="2379" y="4667"/>
                      <a:pt x="2378" y="4672"/>
                    </a:cubicBezTo>
                    <a:cubicBezTo>
                      <a:pt x="2376" y="4686"/>
                      <a:pt x="2377" y="4705"/>
                      <a:pt x="2359" y="4708"/>
                    </a:cubicBezTo>
                    <a:cubicBezTo>
                      <a:pt x="2340" y="4711"/>
                      <a:pt x="2333" y="4697"/>
                      <a:pt x="2325" y="4685"/>
                    </a:cubicBezTo>
                    <a:cubicBezTo>
                      <a:pt x="2323" y="4683"/>
                      <a:pt x="2322" y="4680"/>
                      <a:pt x="2321" y="4678"/>
                    </a:cubicBezTo>
                    <a:cubicBezTo>
                      <a:pt x="2303" y="4648"/>
                      <a:pt x="2294" y="4615"/>
                      <a:pt x="2294" y="4580"/>
                    </a:cubicBezTo>
                    <a:cubicBezTo>
                      <a:pt x="2294" y="4562"/>
                      <a:pt x="2297" y="4544"/>
                      <a:pt x="2302" y="4526"/>
                    </a:cubicBezTo>
                    <a:cubicBezTo>
                      <a:pt x="2305" y="4517"/>
                      <a:pt x="2314" y="4509"/>
                      <a:pt x="2313" y="4501"/>
                    </a:cubicBezTo>
                    <a:cubicBezTo>
                      <a:pt x="2305" y="4438"/>
                      <a:pt x="2331" y="4383"/>
                      <a:pt x="2355" y="4323"/>
                    </a:cubicBezTo>
                    <a:cubicBezTo>
                      <a:pt x="2327" y="4337"/>
                      <a:pt x="2298" y="4350"/>
                      <a:pt x="2270" y="4364"/>
                    </a:cubicBezTo>
                    <a:cubicBezTo>
                      <a:pt x="2212" y="4397"/>
                      <a:pt x="2150" y="4421"/>
                      <a:pt x="2085" y="4435"/>
                    </a:cubicBezTo>
                    <a:cubicBezTo>
                      <a:pt x="2068" y="4438"/>
                      <a:pt x="2052" y="4444"/>
                      <a:pt x="2038" y="4453"/>
                    </a:cubicBezTo>
                    <a:cubicBezTo>
                      <a:pt x="2015" y="4466"/>
                      <a:pt x="1996" y="4485"/>
                      <a:pt x="1983" y="4508"/>
                    </a:cubicBezTo>
                    <a:cubicBezTo>
                      <a:pt x="1980" y="4513"/>
                      <a:pt x="1977" y="4519"/>
                      <a:pt x="1974" y="4524"/>
                    </a:cubicBezTo>
                    <a:cubicBezTo>
                      <a:pt x="1951" y="4575"/>
                      <a:pt x="1916" y="4621"/>
                      <a:pt x="1888" y="4674"/>
                    </a:cubicBezTo>
                    <a:cubicBezTo>
                      <a:pt x="1877" y="4643"/>
                      <a:pt x="1862" y="4612"/>
                      <a:pt x="1855" y="4580"/>
                    </a:cubicBezTo>
                    <a:cubicBezTo>
                      <a:pt x="1851" y="4569"/>
                      <a:pt x="1849" y="4558"/>
                      <a:pt x="1849" y="4546"/>
                    </a:cubicBezTo>
                    <a:cubicBezTo>
                      <a:pt x="1849" y="4529"/>
                      <a:pt x="1853" y="4512"/>
                      <a:pt x="1862" y="4497"/>
                    </a:cubicBezTo>
                    <a:cubicBezTo>
                      <a:pt x="1868" y="4486"/>
                      <a:pt x="1876" y="4477"/>
                      <a:pt x="1885" y="4469"/>
                    </a:cubicBezTo>
                    <a:cubicBezTo>
                      <a:pt x="1932" y="4435"/>
                      <a:pt x="1950" y="4382"/>
                      <a:pt x="1991" y="4338"/>
                    </a:cubicBezTo>
                    <a:cubicBezTo>
                      <a:pt x="1910" y="4340"/>
                      <a:pt x="1859" y="4383"/>
                      <a:pt x="1825" y="4449"/>
                    </a:cubicBezTo>
                    <a:cubicBezTo>
                      <a:pt x="1823" y="4446"/>
                      <a:pt x="1821" y="4442"/>
                      <a:pt x="1819" y="4439"/>
                    </a:cubicBezTo>
                    <a:cubicBezTo>
                      <a:pt x="1811" y="4425"/>
                      <a:pt x="1807" y="4410"/>
                      <a:pt x="1806" y="4394"/>
                    </a:cubicBezTo>
                    <a:cubicBezTo>
                      <a:pt x="1805" y="4387"/>
                      <a:pt x="1804" y="4381"/>
                      <a:pt x="1804" y="4374"/>
                    </a:cubicBezTo>
                    <a:cubicBezTo>
                      <a:pt x="1804" y="4359"/>
                      <a:pt x="1808" y="4344"/>
                      <a:pt x="1816" y="4331"/>
                    </a:cubicBezTo>
                    <a:cubicBezTo>
                      <a:pt x="1823" y="4318"/>
                      <a:pt x="1834" y="4306"/>
                      <a:pt x="1847" y="4299"/>
                    </a:cubicBezTo>
                    <a:cubicBezTo>
                      <a:pt x="1858" y="4292"/>
                      <a:pt x="1871" y="4289"/>
                      <a:pt x="1884" y="4288"/>
                    </a:cubicBezTo>
                    <a:cubicBezTo>
                      <a:pt x="1897" y="4288"/>
                      <a:pt x="1909" y="4284"/>
                      <a:pt x="1920" y="4278"/>
                    </a:cubicBezTo>
                    <a:cubicBezTo>
                      <a:pt x="1927" y="4273"/>
                      <a:pt x="1934" y="4268"/>
                      <a:pt x="1939" y="4262"/>
                    </a:cubicBezTo>
                    <a:cubicBezTo>
                      <a:pt x="1951" y="4251"/>
                      <a:pt x="1964" y="4241"/>
                      <a:pt x="1978" y="4233"/>
                    </a:cubicBezTo>
                    <a:cubicBezTo>
                      <a:pt x="2010" y="4214"/>
                      <a:pt x="2047" y="4204"/>
                      <a:pt x="2084" y="4204"/>
                    </a:cubicBezTo>
                    <a:cubicBezTo>
                      <a:pt x="2127" y="4201"/>
                      <a:pt x="2164" y="4197"/>
                      <a:pt x="2189" y="4152"/>
                    </a:cubicBezTo>
                    <a:cubicBezTo>
                      <a:pt x="2214" y="4106"/>
                      <a:pt x="2259" y="4083"/>
                      <a:pt x="2303" y="4059"/>
                    </a:cubicBezTo>
                    <a:cubicBezTo>
                      <a:pt x="2316" y="4051"/>
                      <a:pt x="2334" y="4049"/>
                      <a:pt x="2343" y="4032"/>
                    </a:cubicBezTo>
                    <a:cubicBezTo>
                      <a:pt x="2341" y="4030"/>
                      <a:pt x="2340" y="4027"/>
                      <a:pt x="2340" y="4027"/>
                    </a:cubicBezTo>
                    <a:cubicBezTo>
                      <a:pt x="2228" y="4038"/>
                      <a:pt x="2122" y="4003"/>
                      <a:pt x="2013" y="3989"/>
                    </a:cubicBezTo>
                    <a:cubicBezTo>
                      <a:pt x="1965" y="3983"/>
                      <a:pt x="1918" y="3982"/>
                      <a:pt x="1870" y="3980"/>
                    </a:cubicBezTo>
                    <a:cubicBezTo>
                      <a:pt x="1835" y="3978"/>
                      <a:pt x="1801" y="3980"/>
                      <a:pt x="1778" y="3945"/>
                    </a:cubicBezTo>
                    <a:cubicBezTo>
                      <a:pt x="1771" y="3935"/>
                      <a:pt x="1751" y="3932"/>
                      <a:pt x="1738" y="3927"/>
                    </a:cubicBezTo>
                    <a:cubicBezTo>
                      <a:pt x="1650" y="3896"/>
                      <a:pt x="1562" y="3865"/>
                      <a:pt x="1474" y="3836"/>
                    </a:cubicBezTo>
                    <a:cubicBezTo>
                      <a:pt x="1452" y="3829"/>
                      <a:pt x="1430" y="3820"/>
                      <a:pt x="1410" y="3808"/>
                    </a:cubicBezTo>
                    <a:cubicBezTo>
                      <a:pt x="1375" y="3788"/>
                      <a:pt x="1344" y="3760"/>
                      <a:pt x="1319" y="3727"/>
                    </a:cubicBezTo>
                    <a:cubicBezTo>
                      <a:pt x="1232" y="3611"/>
                      <a:pt x="1152" y="3490"/>
                      <a:pt x="1079" y="3364"/>
                    </a:cubicBezTo>
                    <a:cubicBezTo>
                      <a:pt x="1032" y="3283"/>
                      <a:pt x="989" y="3201"/>
                      <a:pt x="949" y="3117"/>
                    </a:cubicBezTo>
                    <a:cubicBezTo>
                      <a:pt x="903" y="3020"/>
                      <a:pt x="876" y="2916"/>
                      <a:pt x="868" y="2810"/>
                    </a:cubicBezTo>
                    <a:cubicBezTo>
                      <a:pt x="858" y="2672"/>
                      <a:pt x="824" y="2538"/>
                      <a:pt x="802" y="2402"/>
                    </a:cubicBezTo>
                    <a:cubicBezTo>
                      <a:pt x="795" y="2359"/>
                      <a:pt x="788" y="2315"/>
                      <a:pt x="783" y="2272"/>
                    </a:cubicBezTo>
                    <a:cubicBezTo>
                      <a:pt x="773" y="2192"/>
                      <a:pt x="751" y="2114"/>
                      <a:pt x="717" y="2040"/>
                    </a:cubicBezTo>
                    <a:cubicBezTo>
                      <a:pt x="675" y="1946"/>
                      <a:pt x="653" y="1844"/>
                      <a:pt x="653" y="1742"/>
                    </a:cubicBezTo>
                    <a:cubicBezTo>
                      <a:pt x="653" y="1716"/>
                      <a:pt x="654" y="1690"/>
                      <a:pt x="657" y="1664"/>
                    </a:cubicBezTo>
                    <a:cubicBezTo>
                      <a:pt x="662" y="1567"/>
                      <a:pt x="674" y="1471"/>
                      <a:pt x="692" y="1375"/>
                    </a:cubicBezTo>
                    <a:cubicBezTo>
                      <a:pt x="696" y="1359"/>
                      <a:pt x="698" y="1342"/>
                      <a:pt x="698" y="1326"/>
                    </a:cubicBezTo>
                    <a:cubicBezTo>
                      <a:pt x="698" y="1310"/>
                      <a:pt x="696" y="1294"/>
                      <a:pt x="692" y="1278"/>
                    </a:cubicBezTo>
                    <a:cubicBezTo>
                      <a:pt x="655" y="1302"/>
                      <a:pt x="622" y="1331"/>
                      <a:pt x="593" y="1364"/>
                    </a:cubicBezTo>
                    <a:cubicBezTo>
                      <a:pt x="586" y="1372"/>
                      <a:pt x="578" y="1380"/>
                      <a:pt x="568" y="1386"/>
                    </a:cubicBezTo>
                    <a:cubicBezTo>
                      <a:pt x="554" y="1393"/>
                      <a:pt x="539" y="1398"/>
                      <a:pt x="523" y="1398"/>
                    </a:cubicBezTo>
                    <a:cubicBezTo>
                      <a:pt x="514" y="1398"/>
                      <a:pt x="504" y="1396"/>
                      <a:pt x="496" y="1393"/>
                    </a:cubicBezTo>
                    <a:cubicBezTo>
                      <a:pt x="451" y="1381"/>
                      <a:pt x="408" y="1367"/>
                      <a:pt x="363" y="1352"/>
                    </a:cubicBezTo>
                    <a:cubicBezTo>
                      <a:pt x="351" y="1348"/>
                      <a:pt x="339" y="1343"/>
                      <a:pt x="327" y="1336"/>
                    </a:cubicBezTo>
                    <a:cubicBezTo>
                      <a:pt x="295" y="1318"/>
                      <a:pt x="268" y="1290"/>
                      <a:pt x="249" y="1257"/>
                    </a:cubicBezTo>
                    <a:cubicBezTo>
                      <a:pt x="248" y="1255"/>
                      <a:pt x="246" y="1253"/>
                      <a:pt x="245" y="1250"/>
                    </a:cubicBezTo>
                    <a:cubicBezTo>
                      <a:pt x="244" y="1248"/>
                      <a:pt x="243" y="1246"/>
                      <a:pt x="241" y="1244"/>
                    </a:cubicBezTo>
                    <a:cubicBezTo>
                      <a:pt x="219" y="1205"/>
                      <a:pt x="207" y="1162"/>
                      <a:pt x="207" y="1117"/>
                    </a:cubicBezTo>
                    <a:cubicBezTo>
                      <a:pt x="207" y="1073"/>
                      <a:pt x="219" y="1029"/>
                      <a:pt x="241" y="990"/>
                    </a:cubicBezTo>
                    <a:cubicBezTo>
                      <a:pt x="249" y="977"/>
                      <a:pt x="257" y="965"/>
                      <a:pt x="267" y="953"/>
                    </a:cubicBezTo>
                    <a:cubicBezTo>
                      <a:pt x="284" y="932"/>
                      <a:pt x="303" y="912"/>
                      <a:pt x="325" y="887"/>
                    </a:cubicBezTo>
                    <a:cubicBezTo>
                      <a:pt x="237" y="858"/>
                      <a:pt x="155" y="828"/>
                      <a:pt x="70" y="808"/>
                    </a:cubicBezTo>
                    <a:cubicBezTo>
                      <a:pt x="54" y="804"/>
                      <a:pt x="38" y="801"/>
                      <a:pt x="21" y="798"/>
                    </a:cubicBezTo>
                    <a:cubicBezTo>
                      <a:pt x="12" y="797"/>
                      <a:pt x="2" y="794"/>
                      <a:pt x="0" y="784"/>
                    </a:cubicBezTo>
                    <a:lnTo>
                      <a:pt x="0" y="775"/>
                    </a:lnTo>
                    <a:cubicBezTo>
                      <a:pt x="0" y="774"/>
                      <a:pt x="1" y="773"/>
                      <a:pt x="2" y="771"/>
                    </a:cubicBezTo>
                    <a:cubicBezTo>
                      <a:pt x="4" y="768"/>
                      <a:pt x="6" y="765"/>
                      <a:pt x="9" y="763"/>
                    </a:cubicBezTo>
                    <a:cubicBezTo>
                      <a:pt x="10" y="763"/>
                      <a:pt x="11" y="762"/>
                      <a:pt x="12" y="762"/>
                    </a:cubicBezTo>
                    <a:cubicBezTo>
                      <a:pt x="57" y="735"/>
                      <a:pt x="100" y="709"/>
                      <a:pt x="146" y="686"/>
                    </a:cubicBezTo>
                    <a:cubicBezTo>
                      <a:pt x="183" y="668"/>
                      <a:pt x="225" y="682"/>
                      <a:pt x="269" y="672"/>
                    </a:cubicBezTo>
                    <a:cubicBezTo>
                      <a:pt x="221" y="590"/>
                      <a:pt x="225" y="502"/>
                      <a:pt x="244" y="413"/>
                    </a:cubicBezTo>
                    <a:cubicBezTo>
                      <a:pt x="250" y="384"/>
                      <a:pt x="249" y="348"/>
                      <a:pt x="291" y="342"/>
                    </a:cubicBezTo>
                    <a:cubicBezTo>
                      <a:pt x="301" y="340"/>
                      <a:pt x="301" y="327"/>
                      <a:pt x="304" y="319"/>
                    </a:cubicBezTo>
                    <a:cubicBezTo>
                      <a:pt x="311" y="303"/>
                      <a:pt x="316" y="288"/>
                      <a:pt x="322" y="273"/>
                    </a:cubicBezTo>
                    <a:cubicBezTo>
                      <a:pt x="340" y="234"/>
                      <a:pt x="342" y="234"/>
                      <a:pt x="386" y="258"/>
                    </a:cubicBezTo>
                    <a:cubicBezTo>
                      <a:pt x="394" y="242"/>
                      <a:pt x="402" y="226"/>
                      <a:pt x="411" y="211"/>
                    </a:cubicBezTo>
                    <a:cubicBezTo>
                      <a:pt x="432" y="174"/>
                      <a:pt x="456" y="139"/>
                      <a:pt x="481" y="105"/>
                    </a:cubicBezTo>
                    <a:cubicBezTo>
                      <a:pt x="499" y="82"/>
                      <a:pt x="518" y="60"/>
                      <a:pt x="539" y="39"/>
                    </a:cubicBezTo>
                    <a:cubicBezTo>
                      <a:pt x="565" y="13"/>
                      <a:pt x="584" y="20"/>
                      <a:pt x="592" y="56"/>
                    </a:cubicBezTo>
                    <a:cubicBezTo>
                      <a:pt x="595" y="73"/>
                      <a:pt x="597" y="89"/>
                      <a:pt x="598" y="105"/>
                    </a:cubicBezTo>
                    <a:cubicBezTo>
                      <a:pt x="598" y="140"/>
                      <a:pt x="607" y="175"/>
                      <a:pt x="622" y="206"/>
                    </a:cubicBezTo>
                    <a:cubicBezTo>
                      <a:pt x="644" y="204"/>
                      <a:pt x="646" y="185"/>
                      <a:pt x="654" y="172"/>
                    </a:cubicBezTo>
                    <a:cubicBezTo>
                      <a:pt x="655" y="171"/>
                      <a:pt x="655" y="170"/>
                      <a:pt x="656" y="169"/>
                    </a:cubicBezTo>
                    <a:cubicBezTo>
                      <a:pt x="679" y="128"/>
                      <a:pt x="708" y="91"/>
                      <a:pt x="741" y="57"/>
                    </a:cubicBezTo>
                    <a:cubicBezTo>
                      <a:pt x="754" y="45"/>
                      <a:pt x="768" y="34"/>
                      <a:pt x="783" y="25"/>
                    </a:cubicBezTo>
                    <a:cubicBezTo>
                      <a:pt x="792" y="20"/>
                      <a:pt x="800" y="16"/>
                      <a:pt x="810" y="12"/>
                    </a:cubicBezTo>
                    <a:cubicBezTo>
                      <a:pt x="821" y="8"/>
                      <a:pt x="834" y="0"/>
                      <a:pt x="846" y="9"/>
                    </a:cubicBezTo>
                    <a:cubicBezTo>
                      <a:pt x="857" y="18"/>
                      <a:pt x="853" y="33"/>
                      <a:pt x="849" y="45"/>
                    </a:cubicBezTo>
                    <a:cubicBezTo>
                      <a:pt x="838" y="79"/>
                      <a:pt x="832" y="114"/>
                      <a:pt x="832" y="150"/>
                    </a:cubicBezTo>
                    <a:cubicBezTo>
                      <a:pt x="832" y="154"/>
                      <a:pt x="832" y="159"/>
                      <a:pt x="833" y="163"/>
                    </a:cubicBezTo>
                    <a:cubicBezTo>
                      <a:pt x="834" y="169"/>
                      <a:pt x="836" y="175"/>
                      <a:pt x="838" y="180"/>
                    </a:cubicBezTo>
                    <a:cubicBezTo>
                      <a:pt x="880" y="166"/>
                      <a:pt x="896" y="124"/>
                      <a:pt x="930" y="104"/>
                    </a:cubicBezTo>
                    <a:cubicBezTo>
                      <a:pt x="927" y="112"/>
                      <a:pt x="923" y="120"/>
                      <a:pt x="918" y="128"/>
                    </a:cubicBezTo>
                    <a:cubicBezTo>
                      <a:pt x="906" y="150"/>
                      <a:pt x="888" y="169"/>
                      <a:pt x="868" y="183"/>
                    </a:cubicBezTo>
                    <a:cubicBezTo>
                      <a:pt x="851" y="198"/>
                      <a:pt x="833" y="209"/>
                      <a:pt x="848" y="236"/>
                    </a:cubicBezTo>
                    <a:cubicBezTo>
                      <a:pt x="851" y="241"/>
                      <a:pt x="841" y="247"/>
                      <a:pt x="833" y="245"/>
                    </a:cubicBezTo>
                    <a:cubicBezTo>
                      <a:pt x="827" y="240"/>
                      <a:pt x="829" y="221"/>
                      <a:pt x="812" y="234"/>
                    </a:cubicBezTo>
                    <a:cubicBezTo>
                      <a:pt x="805" y="240"/>
                      <a:pt x="798" y="251"/>
                      <a:pt x="786" y="247"/>
                    </a:cubicBezTo>
                    <a:cubicBezTo>
                      <a:pt x="789" y="229"/>
                      <a:pt x="810" y="225"/>
                      <a:pt x="818" y="209"/>
                    </a:cubicBezTo>
                    <a:cubicBezTo>
                      <a:pt x="778" y="180"/>
                      <a:pt x="797" y="142"/>
                      <a:pt x="803" y="105"/>
                    </a:cubicBezTo>
                    <a:cubicBezTo>
                      <a:pt x="806" y="84"/>
                      <a:pt x="822" y="64"/>
                      <a:pt x="814" y="36"/>
                    </a:cubicBezTo>
                    <a:cubicBezTo>
                      <a:pt x="812" y="38"/>
                      <a:pt x="809" y="39"/>
                      <a:pt x="807" y="40"/>
                    </a:cubicBezTo>
                    <a:cubicBezTo>
                      <a:pt x="766" y="64"/>
                      <a:pt x="732" y="97"/>
                      <a:pt x="709" y="138"/>
                    </a:cubicBezTo>
                    <a:cubicBezTo>
                      <a:pt x="703" y="149"/>
                      <a:pt x="697" y="161"/>
                      <a:pt x="692" y="173"/>
                    </a:cubicBezTo>
                    <a:cubicBezTo>
                      <a:pt x="708" y="162"/>
                      <a:pt x="722" y="150"/>
                      <a:pt x="736" y="137"/>
                    </a:cubicBezTo>
                    <a:cubicBezTo>
                      <a:pt x="737" y="136"/>
                      <a:pt x="738" y="135"/>
                      <a:pt x="740" y="134"/>
                    </a:cubicBezTo>
                    <a:cubicBezTo>
                      <a:pt x="742" y="133"/>
                      <a:pt x="744" y="132"/>
                      <a:pt x="746" y="132"/>
                    </a:cubicBezTo>
                    <a:cubicBezTo>
                      <a:pt x="748" y="132"/>
                      <a:pt x="750" y="133"/>
                      <a:pt x="752" y="134"/>
                    </a:cubicBezTo>
                    <a:cubicBezTo>
                      <a:pt x="753" y="135"/>
                      <a:pt x="754" y="136"/>
                      <a:pt x="755" y="137"/>
                    </a:cubicBezTo>
                    <a:cubicBezTo>
                      <a:pt x="761" y="144"/>
                      <a:pt x="755" y="150"/>
                      <a:pt x="750" y="155"/>
                    </a:cubicBezTo>
                    <a:cubicBezTo>
                      <a:pt x="692" y="210"/>
                      <a:pt x="633" y="264"/>
                      <a:pt x="599" y="339"/>
                    </a:cubicBezTo>
                    <a:cubicBezTo>
                      <a:pt x="598" y="342"/>
                      <a:pt x="595" y="345"/>
                      <a:pt x="593" y="348"/>
                    </a:cubicBezTo>
                    <a:cubicBezTo>
                      <a:pt x="593" y="326"/>
                      <a:pt x="611" y="307"/>
                      <a:pt x="608" y="282"/>
                    </a:cubicBezTo>
                    <a:cubicBezTo>
                      <a:pt x="597" y="285"/>
                      <a:pt x="586" y="289"/>
                      <a:pt x="576" y="295"/>
                    </a:cubicBezTo>
                    <a:cubicBezTo>
                      <a:pt x="559" y="305"/>
                      <a:pt x="544" y="318"/>
                      <a:pt x="534" y="335"/>
                    </a:cubicBezTo>
                    <a:cubicBezTo>
                      <a:pt x="524" y="326"/>
                      <a:pt x="510" y="315"/>
                      <a:pt x="504" y="335"/>
                    </a:cubicBezTo>
                    <a:cubicBezTo>
                      <a:pt x="487" y="376"/>
                      <a:pt x="477" y="419"/>
                      <a:pt x="472" y="463"/>
                    </a:cubicBezTo>
                    <a:cubicBezTo>
                      <a:pt x="480" y="451"/>
                      <a:pt x="484" y="437"/>
                      <a:pt x="491" y="424"/>
                    </a:cubicBezTo>
                    <a:cubicBezTo>
                      <a:pt x="498" y="411"/>
                      <a:pt x="497" y="395"/>
                      <a:pt x="513" y="389"/>
                    </a:cubicBezTo>
                    <a:cubicBezTo>
                      <a:pt x="516" y="411"/>
                      <a:pt x="502" y="430"/>
                      <a:pt x="497" y="451"/>
                    </a:cubicBezTo>
                    <a:cubicBezTo>
                      <a:pt x="494" y="464"/>
                      <a:pt x="479" y="482"/>
                      <a:pt x="497" y="489"/>
                    </a:cubicBezTo>
                    <a:cubicBezTo>
                      <a:pt x="514" y="497"/>
                      <a:pt x="524" y="475"/>
                      <a:pt x="530" y="462"/>
                    </a:cubicBezTo>
                    <a:cubicBezTo>
                      <a:pt x="536" y="453"/>
                      <a:pt x="539" y="442"/>
                      <a:pt x="544" y="433"/>
                    </a:cubicBezTo>
                    <a:cubicBezTo>
                      <a:pt x="551" y="416"/>
                      <a:pt x="558" y="400"/>
                      <a:pt x="567" y="385"/>
                    </a:cubicBezTo>
                    <a:cubicBezTo>
                      <a:pt x="576" y="371"/>
                      <a:pt x="585" y="357"/>
                      <a:pt x="595" y="344"/>
                    </a:cubicBezTo>
                    <a:lnTo>
                      <a:pt x="579" y="405"/>
                    </a:lnTo>
                    <a:cubicBezTo>
                      <a:pt x="618" y="369"/>
                      <a:pt x="634" y="317"/>
                      <a:pt x="672" y="280"/>
                    </a:cubicBezTo>
                    <a:cubicBezTo>
                      <a:pt x="651" y="336"/>
                      <a:pt x="613" y="386"/>
                      <a:pt x="592" y="446"/>
                    </a:cubicBezTo>
                    <a:cubicBezTo>
                      <a:pt x="626" y="440"/>
                      <a:pt x="637" y="418"/>
                      <a:pt x="652" y="400"/>
                    </a:cubicBezTo>
                    <a:cubicBezTo>
                      <a:pt x="695" y="347"/>
                      <a:pt x="730" y="285"/>
                      <a:pt x="787" y="244"/>
                    </a:cubicBezTo>
                    <a:cubicBezTo>
                      <a:pt x="776" y="284"/>
                      <a:pt x="739" y="306"/>
                      <a:pt x="719" y="340"/>
                    </a:cubicBezTo>
                    <a:cubicBezTo>
                      <a:pt x="704" y="358"/>
                      <a:pt x="691" y="377"/>
                      <a:pt x="679" y="398"/>
                    </a:cubicBezTo>
                    <a:cubicBezTo>
                      <a:pt x="676" y="402"/>
                      <a:pt x="673" y="407"/>
                      <a:pt x="671" y="412"/>
                    </a:cubicBezTo>
                    <a:cubicBezTo>
                      <a:pt x="702" y="408"/>
                      <a:pt x="707" y="386"/>
                      <a:pt x="720" y="372"/>
                    </a:cubicBezTo>
                    <a:cubicBezTo>
                      <a:pt x="758" y="329"/>
                      <a:pt x="783" y="275"/>
                      <a:pt x="834" y="243"/>
                    </a:cubicBezTo>
                    <a:cubicBezTo>
                      <a:pt x="815" y="285"/>
                      <a:pt x="779" y="314"/>
                      <a:pt x="755" y="352"/>
                    </a:cubicBezTo>
                    <a:cubicBezTo>
                      <a:pt x="746" y="366"/>
                      <a:pt x="731" y="378"/>
                      <a:pt x="730" y="396"/>
                    </a:cubicBezTo>
                    <a:cubicBezTo>
                      <a:pt x="767" y="402"/>
                      <a:pt x="770" y="359"/>
                      <a:pt x="798" y="356"/>
                    </a:cubicBezTo>
                    <a:cubicBezTo>
                      <a:pt x="802" y="377"/>
                      <a:pt x="773" y="384"/>
                      <a:pt x="775" y="406"/>
                    </a:cubicBezTo>
                    <a:cubicBezTo>
                      <a:pt x="791" y="409"/>
                      <a:pt x="794" y="384"/>
                      <a:pt x="810" y="389"/>
                    </a:cubicBezTo>
                    <a:cubicBezTo>
                      <a:pt x="807" y="409"/>
                      <a:pt x="810" y="420"/>
                      <a:pt x="831" y="404"/>
                    </a:cubicBezTo>
                    <a:cubicBezTo>
                      <a:pt x="834" y="402"/>
                      <a:pt x="838" y="401"/>
                      <a:pt x="841" y="401"/>
                    </a:cubicBezTo>
                    <a:cubicBezTo>
                      <a:pt x="851" y="403"/>
                      <a:pt x="860" y="407"/>
                      <a:pt x="869" y="397"/>
                    </a:cubicBezTo>
                    <a:cubicBezTo>
                      <a:pt x="890" y="376"/>
                      <a:pt x="913" y="356"/>
                      <a:pt x="935" y="336"/>
                    </a:cubicBezTo>
                    <a:cubicBezTo>
                      <a:pt x="945" y="339"/>
                      <a:pt x="951" y="319"/>
                      <a:pt x="965" y="332"/>
                    </a:cubicBezTo>
                    <a:lnTo>
                      <a:pt x="876" y="413"/>
                    </a:lnTo>
                    <a:cubicBezTo>
                      <a:pt x="872" y="416"/>
                      <a:pt x="868" y="419"/>
                      <a:pt x="864" y="422"/>
                    </a:cubicBezTo>
                    <a:cubicBezTo>
                      <a:pt x="855" y="427"/>
                      <a:pt x="845" y="431"/>
                      <a:pt x="835" y="434"/>
                    </a:cubicBezTo>
                    <a:cubicBezTo>
                      <a:pt x="790" y="452"/>
                      <a:pt x="739" y="446"/>
                      <a:pt x="696" y="471"/>
                    </a:cubicBezTo>
                    <a:cubicBezTo>
                      <a:pt x="675" y="484"/>
                      <a:pt x="682" y="457"/>
                      <a:pt x="673" y="452"/>
                    </a:cubicBezTo>
                    <a:cubicBezTo>
                      <a:pt x="697" y="462"/>
                      <a:pt x="707" y="445"/>
                      <a:pt x="726" y="426"/>
                    </a:cubicBezTo>
                    <a:cubicBezTo>
                      <a:pt x="715" y="427"/>
                      <a:pt x="704" y="431"/>
                      <a:pt x="695" y="436"/>
                    </a:cubicBezTo>
                    <a:cubicBezTo>
                      <a:pt x="688" y="440"/>
                      <a:pt x="681" y="446"/>
                      <a:pt x="675" y="452"/>
                    </a:cubicBezTo>
                    <a:lnTo>
                      <a:pt x="608" y="507"/>
                    </a:lnTo>
                    <a:cubicBezTo>
                      <a:pt x="595" y="488"/>
                      <a:pt x="623" y="483"/>
                      <a:pt x="615" y="462"/>
                    </a:cubicBezTo>
                    <a:cubicBezTo>
                      <a:pt x="545" y="496"/>
                      <a:pt x="503" y="557"/>
                      <a:pt x="458" y="616"/>
                    </a:cubicBezTo>
                    <a:cubicBezTo>
                      <a:pt x="460" y="582"/>
                      <a:pt x="489" y="559"/>
                      <a:pt x="496" y="516"/>
                    </a:cubicBezTo>
                    <a:cubicBezTo>
                      <a:pt x="420" y="607"/>
                      <a:pt x="398" y="682"/>
                      <a:pt x="419" y="763"/>
                    </a:cubicBezTo>
                    <a:cubicBezTo>
                      <a:pt x="433" y="758"/>
                      <a:pt x="435" y="744"/>
                      <a:pt x="442" y="734"/>
                    </a:cubicBezTo>
                    <a:cubicBezTo>
                      <a:pt x="454" y="716"/>
                      <a:pt x="469" y="700"/>
                      <a:pt x="487" y="686"/>
                    </a:cubicBezTo>
                    <a:cubicBezTo>
                      <a:pt x="559" y="624"/>
                      <a:pt x="720" y="653"/>
                      <a:pt x="743" y="752"/>
                    </a:cubicBezTo>
                    <a:cubicBezTo>
                      <a:pt x="746" y="767"/>
                      <a:pt x="760" y="769"/>
                      <a:pt x="771" y="774"/>
                    </a:cubicBezTo>
                    <a:cubicBezTo>
                      <a:pt x="813" y="793"/>
                      <a:pt x="855" y="812"/>
                      <a:pt x="897" y="830"/>
                    </a:cubicBezTo>
                    <a:cubicBezTo>
                      <a:pt x="901" y="832"/>
                      <a:pt x="906" y="835"/>
                      <a:pt x="910" y="837"/>
                    </a:cubicBezTo>
                    <a:cubicBezTo>
                      <a:pt x="923" y="845"/>
                      <a:pt x="933" y="855"/>
                      <a:pt x="941" y="868"/>
                    </a:cubicBezTo>
                    <a:cubicBezTo>
                      <a:pt x="948" y="881"/>
                      <a:pt x="953" y="896"/>
                      <a:pt x="953" y="910"/>
                    </a:cubicBezTo>
                    <a:cubicBezTo>
                      <a:pt x="953" y="914"/>
                      <a:pt x="953" y="918"/>
                      <a:pt x="952" y="922"/>
                    </a:cubicBezTo>
                    <a:cubicBezTo>
                      <a:pt x="946" y="1000"/>
                      <a:pt x="923" y="1075"/>
                      <a:pt x="884" y="1143"/>
                    </a:cubicBezTo>
                    <a:cubicBezTo>
                      <a:pt x="876" y="1158"/>
                      <a:pt x="866" y="1172"/>
                      <a:pt x="856" y="1187"/>
                    </a:cubicBezTo>
                    <a:cubicBezTo>
                      <a:pt x="847" y="1199"/>
                      <a:pt x="836" y="1210"/>
                      <a:pt x="823" y="1217"/>
                    </a:cubicBezTo>
                    <a:cubicBezTo>
                      <a:pt x="809" y="1225"/>
                      <a:pt x="793" y="1230"/>
                      <a:pt x="776" y="1231"/>
                    </a:cubicBezTo>
                    <a:cubicBezTo>
                      <a:pt x="724" y="1235"/>
                      <a:pt x="712" y="1247"/>
                      <a:pt x="728" y="1297"/>
                    </a:cubicBezTo>
                    <a:cubicBezTo>
                      <a:pt x="731" y="1315"/>
                      <a:pt x="733" y="1332"/>
                      <a:pt x="733" y="1350"/>
                    </a:cubicBezTo>
                    <a:cubicBezTo>
                      <a:pt x="733" y="1352"/>
                      <a:pt x="733" y="1355"/>
                      <a:pt x="733" y="1357"/>
                    </a:cubicBezTo>
                    <a:cubicBezTo>
                      <a:pt x="750" y="1335"/>
                      <a:pt x="748" y="1310"/>
                      <a:pt x="775" y="1292"/>
                    </a:cubicBezTo>
                    <a:cubicBezTo>
                      <a:pt x="751" y="1360"/>
                      <a:pt x="737" y="1430"/>
                      <a:pt x="733" y="1502"/>
                    </a:cubicBezTo>
                    <a:cubicBezTo>
                      <a:pt x="731" y="1529"/>
                      <a:pt x="730" y="1556"/>
                      <a:pt x="730" y="1584"/>
                    </a:cubicBezTo>
                    <a:cubicBezTo>
                      <a:pt x="730" y="1699"/>
                      <a:pt x="746" y="1814"/>
                      <a:pt x="777" y="1925"/>
                    </a:cubicBezTo>
                    <a:cubicBezTo>
                      <a:pt x="782" y="1945"/>
                      <a:pt x="783" y="1969"/>
                      <a:pt x="806" y="1981"/>
                    </a:cubicBezTo>
                    <a:lnTo>
                      <a:pt x="815" y="2018"/>
                    </a:lnTo>
                    <a:cubicBezTo>
                      <a:pt x="815" y="2019"/>
                      <a:pt x="815" y="2020"/>
                      <a:pt x="815" y="2021"/>
                    </a:cubicBezTo>
                    <a:cubicBezTo>
                      <a:pt x="815" y="2026"/>
                      <a:pt x="814" y="2031"/>
                      <a:pt x="811" y="2036"/>
                    </a:cubicBezTo>
                    <a:cubicBezTo>
                      <a:pt x="810" y="2038"/>
                      <a:pt x="809" y="2039"/>
                      <a:pt x="808" y="2041"/>
                    </a:cubicBezTo>
                    <a:cubicBezTo>
                      <a:pt x="798" y="2037"/>
                      <a:pt x="797" y="2027"/>
                      <a:pt x="794" y="2018"/>
                    </a:cubicBezTo>
                    <a:cubicBezTo>
                      <a:pt x="750" y="1896"/>
                      <a:pt x="725" y="1768"/>
                      <a:pt x="719" y="1639"/>
                    </a:cubicBezTo>
                    <a:cubicBezTo>
                      <a:pt x="719" y="1586"/>
                      <a:pt x="719" y="1533"/>
                      <a:pt x="719" y="1480"/>
                    </a:cubicBezTo>
                    <a:cubicBezTo>
                      <a:pt x="694" y="1534"/>
                      <a:pt x="699" y="1592"/>
                      <a:pt x="695" y="1648"/>
                    </a:cubicBezTo>
                    <a:cubicBezTo>
                      <a:pt x="689" y="1738"/>
                      <a:pt x="679" y="1825"/>
                      <a:pt x="722" y="1915"/>
                    </a:cubicBezTo>
                    <a:cubicBezTo>
                      <a:pt x="768" y="2013"/>
                      <a:pt x="805" y="2114"/>
                      <a:pt x="858" y="2209"/>
                    </a:cubicBezTo>
                    <a:cubicBezTo>
                      <a:pt x="875" y="2240"/>
                      <a:pt x="901" y="2268"/>
                      <a:pt x="911" y="2304"/>
                    </a:cubicBezTo>
                    <a:lnTo>
                      <a:pt x="908" y="2307"/>
                    </a:lnTo>
                    <a:cubicBezTo>
                      <a:pt x="850" y="2240"/>
                      <a:pt x="819" y="2157"/>
                      <a:pt x="769" y="2084"/>
                    </a:cubicBezTo>
                    <a:cubicBezTo>
                      <a:pt x="803" y="2180"/>
                      <a:pt x="808" y="2281"/>
                      <a:pt x="827" y="2379"/>
                    </a:cubicBezTo>
                    <a:cubicBezTo>
                      <a:pt x="853" y="2520"/>
                      <a:pt x="891" y="2658"/>
                      <a:pt x="905" y="2801"/>
                    </a:cubicBezTo>
                    <a:cubicBezTo>
                      <a:pt x="917" y="2918"/>
                      <a:pt x="951" y="3031"/>
                      <a:pt x="1003" y="3136"/>
                    </a:cubicBezTo>
                    <a:cubicBezTo>
                      <a:pt x="1069" y="3276"/>
                      <a:pt x="1148" y="3408"/>
                      <a:pt x="1225" y="3541"/>
                    </a:cubicBezTo>
                    <a:cubicBezTo>
                      <a:pt x="1226" y="3543"/>
                      <a:pt x="1228" y="3546"/>
                      <a:pt x="1229" y="3548"/>
                    </a:cubicBezTo>
                    <a:cubicBezTo>
                      <a:pt x="1234" y="3557"/>
                      <a:pt x="1241" y="3564"/>
                      <a:pt x="1250" y="3570"/>
                    </a:cubicBezTo>
                    <a:lnTo>
                      <a:pt x="1250" y="3568"/>
                    </a:lnTo>
                    <a:cubicBezTo>
                      <a:pt x="1313" y="3683"/>
                      <a:pt x="1385" y="3782"/>
                      <a:pt x="1525" y="3818"/>
                    </a:cubicBezTo>
                    <a:cubicBezTo>
                      <a:pt x="1627" y="3845"/>
                      <a:pt x="1724" y="3891"/>
                      <a:pt x="1824" y="3929"/>
                    </a:cubicBezTo>
                    <a:cubicBezTo>
                      <a:pt x="1847" y="3938"/>
                      <a:pt x="1865" y="3956"/>
                      <a:pt x="1894" y="3956"/>
                    </a:cubicBezTo>
                    <a:cubicBezTo>
                      <a:pt x="1901" y="3955"/>
                      <a:pt x="1908" y="3955"/>
                      <a:pt x="1915" y="3955"/>
                    </a:cubicBezTo>
                    <a:cubicBezTo>
                      <a:pt x="2015" y="3955"/>
                      <a:pt x="2114" y="3965"/>
                      <a:pt x="2211" y="3985"/>
                    </a:cubicBezTo>
                    <a:cubicBezTo>
                      <a:pt x="2234" y="3989"/>
                      <a:pt x="2257" y="3991"/>
                      <a:pt x="2280" y="3991"/>
                    </a:cubicBezTo>
                    <a:cubicBezTo>
                      <a:pt x="2283" y="3991"/>
                      <a:pt x="2285" y="3991"/>
                      <a:pt x="2288" y="3991"/>
                    </a:cubicBezTo>
                    <a:cubicBezTo>
                      <a:pt x="2299" y="3990"/>
                      <a:pt x="2311" y="3990"/>
                      <a:pt x="2323" y="3990"/>
                    </a:cubicBezTo>
                    <a:cubicBezTo>
                      <a:pt x="2355" y="3990"/>
                      <a:pt x="2388" y="3994"/>
                      <a:pt x="2420" y="4001"/>
                    </a:cubicBezTo>
                    <a:cubicBezTo>
                      <a:pt x="2429" y="4003"/>
                      <a:pt x="2439" y="4005"/>
                      <a:pt x="2449" y="4005"/>
                    </a:cubicBezTo>
                    <a:cubicBezTo>
                      <a:pt x="2463" y="4005"/>
                      <a:pt x="2477" y="4002"/>
                      <a:pt x="2490" y="3996"/>
                    </a:cubicBezTo>
                    <a:cubicBezTo>
                      <a:pt x="2347" y="3953"/>
                      <a:pt x="2199" y="3958"/>
                      <a:pt x="2075" y="3886"/>
                    </a:cubicBezTo>
                    <a:cubicBezTo>
                      <a:pt x="2151" y="3903"/>
                      <a:pt x="2225" y="3935"/>
                      <a:pt x="2305" y="3939"/>
                    </a:cubicBezTo>
                    <a:cubicBezTo>
                      <a:pt x="2305" y="3924"/>
                      <a:pt x="2295" y="3925"/>
                      <a:pt x="2289" y="3923"/>
                    </a:cubicBezTo>
                    <a:lnTo>
                      <a:pt x="2081" y="3853"/>
                    </a:lnTo>
                    <a:cubicBezTo>
                      <a:pt x="2072" y="3850"/>
                      <a:pt x="2062" y="3845"/>
                      <a:pt x="2054" y="3850"/>
                    </a:cubicBezTo>
                    <a:cubicBezTo>
                      <a:pt x="2021" y="3871"/>
                      <a:pt x="1986" y="3853"/>
                      <a:pt x="1956" y="3845"/>
                    </a:cubicBezTo>
                    <a:cubicBezTo>
                      <a:pt x="1890" y="3828"/>
                      <a:pt x="1827" y="3801"/>
                      <a:pt x="1768" y="3768"/>
                    </a:cubicBezTo>
                    <a:cubicBezTo>
                      <a:pt x="1760" y="3763"/>
                      <a:pt x="1753" y="3760"/>
                      <a:pt x="1746" y="3755"/>
                    </a:cubicBezTo>
                    <a:cubicBezTo>
                      <a:pt x="1731" y="3746"/>
                      <a:pt x="1714" y="3738"/>
                      <a:pt x="1712" y="3710"/>
                    </a:cubicBezTo>
                    <a:cubicBezTo>
                      <a:pt x="1734" y="3720"/>
                      <a:pt x="1752" y="3737"/>
                      <a:pt x="1773" y="3718"/>
                    </a:cubicBezTo>
                    <a:cubicBezTo>
                      <a:pt x="1778" y="3714"/>
                      <a:pt x="1795" y="3721"/>
                      <a:pt x="1789" y="3732"/>
                    </a:cubicBezTo>
                    <a:cubicBezTo>
                      <a:pt x="1772" y="3759"/>
                      <a:pt x="1796" y="3763"/>
                      <a:pt x="1810" y="3771"/>
                    </a:cubicBezTo>
                    <a:cubicBezTo>
                      <a:pt x="1824" y="3779"/>
                      <a:pt x="1847" y="3799"/>
                      <a:pt x="1859" y="3790"/>
                    </a:cubicBezTo>
                    <a:cubicBezTo>
                      <a:pt x="1883" y="3771"/>
                      <a:pt x="1895" y="3790"/>
                      <a:pt x="1912" y="3798"/>
                    </a:cubicBezTo>
                    <a:cubicBezTo>
                      <a:pt x="1938" y="3809"/>
                      <a:pt x="1961" y="3830"/>
                      <a:pt x="1995" y="3830"/>
                    </a:cubicBezTo>
                    <a:cubicBezTo>
                      <a:pt x="1985" y="3809"/>
                      <a:pt x="1957" y="3815"/>
                      <a:pt x="1955" y="3785"/>
                    </a:cubicBezTo>
                    <a:cubicBezTo>
                      <a:pt x="2016" y="3811"/>
                      <a:pt x="2072" y="3844"/>
                      <a:pt x="2133" y="3857"/>
                    </a:cubicBezTo>
                    <a:cubicBezTo>
                      <a:pt x="2194" y="3869"/>
                      <a:pt x="2253" y="3902"/>
                      <a:pt x="2318" y="3912"/>
                    </a:cubicBezTo>
                    <a:cubicBezTo>
                      <a:pt x="2298" y="3899"/>
                      <a:pt x="2277" y="3888"/>
                      <a:pt x="2257" y="3876"/>
                    </a:cubicBezTo>
                    <a:cubicBezTo>
                      <a:pt x="2236" y="3864"/>
                      <a:pt x="2212" y="3856"/>
                      <a:pt x="2202" y="3831"/>
                    </a:cubicBezTo>
                    <a:cubicBezTo>
                      <a:pt x="2241" y="3845"/>
                      <a:pt x="2272" y="3875"/>
                      <a:pt x="2312" y="3884"/>
                    </a:cubicBezTo>
                    <a:cubicBezTo>
                      <a:pt x="2323" y="3867"/>
                      <a:pt x="2296" y="3863"/>
                      <a:pt x="2304" y="3849"/>
                    </a:cubicBezTo>
                    <a:cubicBezTo>
                      <a:pt x="2348" y="3863"/>
                      <a:pt x="2396" y="3867"/>
                      <a:pt x="2438" y="3888"/>
                    </a:cubicBezTo>
                    <a:cubicBezTo>
                      <a:pt x="2477" y="3904"/>
                      <a:pt x="2518" y="3914"/>
                      <a:pt x="2560" y="3917"/>
                    </a:cubicBezTo>
                    <a:lnTo>
                      <a:pt x="2680" y="3929"/>
                    </a:lnTo>
                    <a:cubicBezTo>
                      <a:pt x="2695" y="3930"/>
                      <a:pt x="2712" y="3929"/>
                      <a:pt x="2719" y="3945"/>
                    </a:cubicBezTo>
                    <a:cubicBezTo>
                      <a:pt x="2727" y="3966"/>
                      <a:pt x="2737" y="3962"/>
                      <a:pt x="2751" y="3950"/>
                    </a:cubicBezTo>
                    <a:cubicBezTo>
                      <a:pt x="2764" y="3937"/>
                      <a:pt x="2775" y="3933"/>
                      <a:pt x="2781" y="3957"/>
                    </a:cubicBezTo>
                    <a:cubicBezTo>
                      <a:pt x="2784" y="3967"/>
                      <a:pt x="2794" y="3968"/>
                      <a:pt x="2804" y="3969"/>
                    </a:cubicBezTo>
                    <a:lnTo>
                      <a:pt x="2912" y="3982"/>
                    </a:lnTo>
                    <a:cubicBezTo>
                      <a:pt x="2852" y="3951"/>
                      <a:pt x="2788" y="3929"/>
                      <a:pt x="2722" y="3916"/>
                    </a:cubicBezTo>
                    <a:cubicBezTo>
                      <a:pt x="2634" y="3899"/>
                      <a:pt x="2544" y="3886"/>
                      <a:pt x="2457" y="3862"/>
                    </a:cubicBezTo>
                    <a:cubicBezTo>
                      <a:pt x="2428" y="3855"/>
                      <a:pt x="2400" y="3845"/>
                      <a:pt x="2374" y="3830"/>
                    </a:cubicBezTo>
                    <a:cubicBezTo>
                      <a:pt x="2355" y="3819"/>
                      <a:pt x="2338" y="3806"/>
                      <a:pt x="2322" y="3791"/>
                    </a:cubicBezTo>
                    <a:cubicBezTo>
                      <a:pt x="2306" y="3774"/>
                      <a:pt x="2283" y="3779"/>
                      <a:pt x="2269" y="3768"/>
                    </a:cubicBezTo>
                    <a:cubicBezTo>
                      <a:pt x="2254" y="3756"/>
                      <a:pt x="2274" y="3734"/>
                      <a:pt x="2261" y="3713"/>
                    </a:cubicBezTo>
                    <a:cubicBezTo>
                      <a:pt x="2169" y="3565"/>
                      <a:pt x="2082" y="3414"/>
                      <a:pt x="1976" y="3275"/>
                    </a:cubicBezTo>
                    <a:cubicBezTo>
                      <a:pt x="1970" y="3268"/>
                      <a:pt x="1964" y="3259"/>
                      <a:pt x="1959" y="3251"/>
                    </a:cubicBezTo>
                    <a:cubicBezTo>
                      <a:pt x="1957" y="3248"/>
                      <a:pt x="1956" y="3246"/>
                      <a:pt x="1955" y="3243"/>
                    </a:cubicBezTo>
                    <a:cubicBezTo>
                      <a:pt x="1949" y="3231"/>
                      <a:pt x="1949" y="3218"/>
                      <a:pt x="1966" y="3212"/>
                    </a:cubicBezTo>
                    <a:cubicBezTo>
                      <a:pt x="1983" y="3206"/>
                      <a:pt x="1994" y="3190"/>
                      <a:pt x="2010" y="3207"/>
                    </a:cubicBezTo>
                    <a:cubicBezTo>
                      <a:pt x="2022" y="3220"/>
                      <a:pt x="2015" y="3232"/>
                      <a:pt x="2004" y="3240"/>
                    </a:cubicBezTo>
                    <a:cubicBezTo>
                      <a:pt x="1986" y="3253"/>
                      <a:pt x="1999" y="3262"/>
                      <a:pt x="2007" y="3271"/>
                    </a:cubicBezTo>
                    <a:cubicBezTo>
                      <a:pt x="2100" y="3385"/>
                      <a:pt x="2183" y="3506"/>
                      <a:pt x="2257" y="3633"/>
                    </a:cubicBezTo>
                    <a:cubicBezTo>
                      <a:pt x="2258" y="3636"/>
                      <a:pt x="2260" y="3639"/>
                      <a:pt x="2262" y="3643"/>
                    </a:cubicBezTo>
                    <a:cubicBezTo>
                      <a:pt x="2264" y="3647"/>
                      <a:pt x="2267" y="3651"/>
                      <a:pt x="2269" y="3655"/>
                    </a:cubicBezTo>
                    <a:cubicBezTo>
                      <a:pt x="2304" y="3716"/>
                      <a:pt x="2355" y="3765"/>
                      <a:pt x="2416" y="3801"/>
                    </a:cubicBezTo>
                    <a:cubicBezTo>
                      <a:pt x="2454" y="3823"/>
                      <a:pt x="2496" y="3839"/>
                      <a:pt x="2540" y="3848"/>
                    </a:cubicBezTo>
                    <a:cubicBezTo>
                      <a:pt x="2554" y="3851"/>
                      <a:pt x="2568" y="3856"/>
                      <a:pt x="2582" y="3859"/>
                    </a:cubicBezTo>
                    <a:cubicBezTo>
                      <a:pt x="2696" y="3879"/>
                      <a:pt x="2808" y="3908"/>
                      <a:pt x="2918" y="3944"/>
                    </a:cubicBezTo>
                    <a:cubicBezTo>
                      <a:pt x="2923" y="3948"/>
                      <a:pt x="2930" y="3949"/>
                      <a:pt x="2937" y="3949"/>
                    </a:cubicBezTo>
                    <a:cubicBezTo>
                      <a:pt x="2943" y="3949"/>
                      <a:pt x="2950" y="3948"/>
                      <a:pt x="2955" y="3944"/>
                    </a:cubicBezTo>
                    <a:cubicBezTo>
                      <a:pt x="2918" y="3920"/>
                      <a:pt x="2866" y="3918"/>
                      <a:pt x="2844" y="3872"/>
                    </a:cubicBezTo>
                    <a:cubicBezTo>
                      <a:pt x="2842" y="3867"/>
                      <a:pt x="2831" y="3866"/>
                      <a:pt x="2825" y="3865"/>
                    </a:cubicBezTo>
                    <a:cubicBezTo>
                      <a:pt x="2755" y="3857"/>
                      <a:pt x="2687" y="3836"/>
                      <a:pt x="2624" y="3805"/>
                    </a:cubicBezTo>
                    <a:cubicBezTo>
                      <a:pt x="2615" y="3800"/>
                      <a:pt x="2604" y="3789"/>
                      <a:pt x="2595" y="3799"/>
                    </a:cubicBezTo>
                    <a:cubicBezTo>
                      <a:pt x="2577" y="3818"/>
                      <a:pt x="2565" y="3801"/>
                      <a:pt x="2552" y="3794"/>
                    </a:cubicBezTo>
                    <a:cubicBezTo>
                      <a:pt x="2526" y="3777"/>
                      <a:pt x="2499" y="3758"/>
                      <a:pt x="2471" y="3739"/>
                    </a:cubicBezTo>
                    <a:cubicBezTo>
                      <a:pt x="2467" y="3767"/>
                      <a:pt x="2498" y="3774"/>
                      <a:pt x="2500" y="3801"/>
                    </a:cubicBezTo>
                    <a:lnTo>
                      <a:pt x="2430" y="3738"/>
                    </a:lnTo>
                    <a:cubicBezTo>
                      <a:pt x="2428" y="3734"/>
                      <a:pt x="2426" y="3730"/>
                      <a:pt x="2424" y="3726"/>
                    </a:cubicBezTo>
                    <a:cubicBezTo>
                      <a:pt x="2414" y="3710"/>
                      <a:pt x="2401" y="3696"/>
                      <a:pt x="2384" y="3687"/>
                    </a:cubicBezTo>
                    <a:cubicBezTo>
                      <a:pt x="2381" y="3685"/>
                      <a:pt x="2378" y="3683"/>
                      <a:pt x="2375" y="3682"/>
                    </a:cubicBezTo>
                    <a:cubicBezTo>
                      <a:pt x="2377" y="3688"/>
                      <a:pt x="2379" y="3694"/>
                      <a:pt x="2383" y="3700"/>
                    </a:cubicBezTo>
                    <a:cubicBezTo>
                      <a:pt x="2392" y="3717"/>
                      <a:pt x="2408" y="3732"/>
                      <a:pt x="2425" y="3742"/>
                    </a:cubicBezTo>
                    <a:cubicBezTo>
                      <a:pt x="2413" y="3756"/>
                      <a:pt x="2404" y="3746"/>
                      <a:pt x="2394" y="3738"/>
                    </a:cubicBezTo>
                    <a:cubicBezTo>
                      <a:pt x="2364" y="3714"/>
                      <a:pt x="2349" y="3676"/>
                      <a:pt x="2317" y="3653"/>
                    </a:cubicBezTo>
                    <a:lnTo>
                      <a:pt x="2319" y="3654"/>
                    </a:lnTo>
                    <a:cubicBezTo>
                      <a:pt x="2320" y="3636"/>
                      <a:pt x="2305" y="3624"/>
                      <a:pt x="2301" y="3609"/>
                    </a:cubicBezTo>
                    <a:cubicBezTo>
                      <a:pt x="2296" y="3593"/>
                      <a:pt x="2273" y="3581"/>
                      <a:pt x="2312" y="3571"/>
                    </a:cubicBezTo>
                    <a:cubicBezTo>
                      <a:pt x="2336" y="3565"/>
                      <a:pt x="2331" y="3482"/>
                      <a:pt x="2310" y="3450"/>
                    </a:cubicBezTo>
                    <a:lnTo>
                      <a:pt x="2289" y="3538"/>
                    </a:lnTo>
                    <a:cubicBezTo>
                      <a:pt x="2289" y="3536"/>
                      <a:pt x="2289" y="3534"/>
                      <a:pt x="2289" y="3531"/>
                    </a:cubicBezTo>
                    <a:cubicBezTo>
                      <a:pt x="2289" y="3495"/>
                      <a:pt x="2293" y="3460"/>
                      <a:pt x="2302" y="3425"/>
                    </a:cubicBezTo>
                    <a:cubicBezTo>
                      <a:pt x="2308" y="3393"/>
                      <a:pt x="2307" y="3359"/>
                      <a:pt x="2328" y="3332"/>
                    </a:cubicBezTo>
                    <a:cubicBezTo>
                      <a:pt x="2328" y="3334"/>
                      <a:pt x="2328" y="3336"/>
                      <a:pt x="2328" y="3338"/>
                    </a:cubicBezTo>
                    <a:cubicBezTo>
                      <a:pt x="2328" y="3356"/>
                      <a:pt x="2325" y="3374"/>
                      <a:pt x="2320" y="3391"/>
                    </a:cubicBezTo>
                    <a:cubicBezTo>
                      <a:pt x="2313" y="3412"/>
                      <a:pt x="2326" y="3419"/>
                      <a:pt x="2344" y="3422"/>
                    </a:cubicBezTo>
                    <a:cubicBezTo>
                      <a:pt x="2356" y="3375"/>
                      <a:pt x="2366" y="3332"/>
                      <a:pt x="2377" y="3289"/>
                    </a:cubicBezTo>
                    <a:cubicBezTo>
                      <a:pt x="2383" y="3263"/>
                      <a:pt x="2370" y="3257"/>
                      <a:pt x="2348" y="3258"/>
                    </a:cubicBezTo>
                    <a:cubicBezTo>
                      <a:pt x="2289" y="3231"/>
                      <a:pt x="2232" y="3194"/>
                      <a:pt x="2170" y="3178"/>
                    </a:cubicBezTo>
                    <a:cubicBezTo>
                      <a:pt x="2131" y="3168"/>
                      <a:pt x="2093" y="3153"/>
                      <a:pt x="2058" y="3133"/>
                    </a:cubicBezTo>
                    <a:cubicBezTo>
                      <a:pt x="2040" y="3122"/>
                      <a:pt x="2023" y="3110"/>
                      <a:pt x="2006" y="3097"/>
                    </a:cubicBezTo>
                    <a:cubicBezTo>
                      <a:pt x="2006" y="3088"/>
                      <a:pt x="2003" y="3079"/>
                      <a:pt x="1999" y="3072"/>
                    </a:cubicBezTo>
                    <a:cubicBezTo>
                      <a:pt x="1996" y="3068"/>
                      <a:pt x="1994" y="3064"/>
                      <a:pt x="1990" y="3060"/>
                    </a:cubicBezTo>
                    <a:cubicBezTo>
                      <a:pt x="1976" y="3045"/>
                      <a:pt x="1959" y="3032"/>
                      <a:pt x="1941" y="3021"/>
                    </a:cubicBezTo>
                    <a:lnTo>
                      <a:pt x="1935" y="3017"/>
                    </a:lnTo>
                    <a:cubicBezTo>
                      <a:pt x="1926" y="3004"/>
                      <a:pt x="1914" y="2992"/>
                      <a:pt x="1901" y="2982"/>
                    </a:cubicBezTo>
                    <a:cubicBezTo>
                      <a:pt x="1858" y="2944"/>
                      <a:pt x="1820" y="2902"/>
                      <a:pt x="1786" y="2856"/>
                    </a:cubicBezTo>
                    <a:cubicBezTo>
                      <a:pt x="1779" y="2847"/>
                      <a:pt x="1767" y="2837"/>
                      <a:pt x="1779" y="2821"/>
                    </a:cubicBezTo>
                    <a:cubicBezTo>
                      <a:pt x="1881" y="2943"/>
                      <a:pt x="2003" y="3045"/>
                      <a:pt x="2140" y="3125"/>
                    </a:cubicBezTo>
                    <a:cubicBezTo>
                      <a:pt x="2144" y="3127"/>
                      <a:pt x="2149" y="3130"/>
                      <a:pt x="2153" y="3132"/>
                    </a:cubicBezTo>
                    <a:cubicBezTo>
                      <a:pt x="2158" y="3136"/>
                      <a:pt x="2164" y="3140"/>
                      <a:pt x="2169" y="3143"/>
                    </a:cubicBezTo>
                    <a:cubicBezTo>
                      <a:pt x="2190" y="3155"/>
                      <a:pt x="2214" y="3162"/>
                      <a:pt x="2238" y="3162"/>
                    </a:cubicBezTo>
                    <a:cubicBezTo>
                      <a:pt x="2239" y="3162"/>
                      <a:pt x="2239" y="3162"/>
                      <a:pt x="2240" y="3162"/>
                    </a:cubicBezTo>
                    <a:cubicBezTo>
                      <a:pt x="2242" y="3161"/>
                      <a:pt x="2243" y="3161"/>
                      <a:pt x="2245" y="3161"/>
                    </a:cubicBezTo>
                    <a:cubicBezTo>
                      <a:pt x="2254" y="3161"/>
                      <a:pt x="2263" y="3163"/>
                      <a:pt x="2271" y="3168"/>
                    </a:cubicBezTo>
                    <a:cubicBezTo>
                      <a:pt x="2279" y="3172"/>
                      <a:pt x="2285" y="3179"/>
                      <a:pt x="2290" y="3186"/>
                    </a:cubicBezTo>
                    <a:cubicBezTo>
                      <a:pt x="2294" y="3194"/>
                      <a:pt x="2298" y="3202"/>
                      <a:pt x="2306" y="3205"/>
                    </a:cubicBezTo>
                    <a:cubicBezTo>
                      <a:pt x="2358" y="3229"/>
                      <a:pt x="2411" y="3248"/>
                      <a:pt x="2465" y="3264"/>
                    </a:cubicBezTo>
                    <a:cubicBezTo>
                      <a:pt x="2465" y="3263"/>
                      <a:pt x="2465" y="3263"/>
                      <a:pt x="2465" y="3262"/>
                    </a:cubicBezTo>
                    <a:cubicBezTo>
                      <a:pt x="2465" y="3252"/>
                      <a:pt x="2463" y="3242"/>
                      <a:pt x="2458" y="3234"/>
                    </a:cubicBezTo>
                    <a:cubicBezTo>
                      <a:pt x="2453" y="3225"/>
                      <a:pt x="2445" y="3218"/>
                      <a:pt x="2437" y="3213"/>
                    </a:cubicBezTo>
                    <a:cubicBezTo>
                      <a:pt x="2434" y="3211"/>
                      <a:pt x="2432" y="3210"/>
                      <a:pt x="2429" y="3209"/>
                    </a:cubicBezTo>
                    <a:cubicBezTo>
                      <a:pt x="2387" y="3183"/>
                      <a:pt x="2344" y="3159"/>
                      <a:pt x="2303" y="3132"/>
                    </a:cubicBezTo>
                    <a:cubicBezTo>
                      <a:pt x="2241" y="3095"/>
                      <a:pt x="2184" y="3052"/>
                      <a:pt x="2132" y="3003"/>
                    </a:cubicBezTo>
                    <a:cubicBezTo>
                      <a:pt x="2123" y="2991"/>
                      <a:pt x="2114" y="2980"/>
                      <a:pt x="2107" y="2967"/>
                    </a:cubicBezTo>
                    <a:cubicBezTo>
                      <a:pt x="2100" y="2955"/>
                      <a:pt x="2095" y="2943"/>
                      <a:pt x="2090" y="2931"/>
                    </a:cubicBezTo>
                    <a:cubicBezTo>
                      <a:pt x="2132" y="2968"/>
                      <a:pt x="2169" y="3007"/>
                      <a:pt x="2211" y="3044"/>
                    </a:cubicBezTo>
                    <a:cubicBezTo>
                      <a:pt x="2231" y="3066"/>
                      <a:pt x="2255" y="3084"/>
                      <a:pt x="2281" y="3099"/>
                    </a:cubicBezTo>
                    <a:cubicBezTo>
                      <a:pt x="2296" y="3108"/>
                      <a:pt x="2312" y="3116"/>
                      <a:pt x="2328" y="3122"/>
                    </a:cubicBezTo>
                    <a:cubicBezTo>
                      <a:pt x="2341" y="3126"/>
                      <a:pt x="2354" y="3131"/>
                      <a:pt x="2367" y="3138"/>
                    </a:cubicBezTo>
                    <a:cubicBezTo>
                      <a:pt x="2377" y="3144"/>
                      <a:pt x="2387" y="3152"/>
                      <a:pt x="2397" y="3160"/>
                    </a:cubicBezTo>
                    <a:cubicBezTo>
                      <a:pt x="2427" y="3183"/>
                      <a:pt x="2458" y="3204"/>
                      <a:pt x="2491" y="3223"/>
                    </a:cubicBezTo>
                    <a:cubicBezTo>
                      <a:pt x="2524" y="3242"/>
                      <a:pt x="2558" y="3259"/>
                      <a:pt x="2593" y="3273"/>
                    </a:cubicBezTo>
                    <a:cubicBezTo>
                      <a:pt x="2569" y="3252"/>
                      <a:pt x="2544" y="3232"/>
                      <a:pt x="2518" y="3213"/>
                    </a:cubicBezTo>
                    <a:cubicBezTo>
                      <a:pt x="2497" y="3200"/>
                      <a:pt x="2479" y="3183"/>
                      <a:pt x="2467" y="3161"/>
                    </a:cubicBezTo>
                    <a:cubicBezTo>
                      <a:pt x="2462" y="3152"/>
                      <a:pt x="2457" y="3142"/>
                      <a:pt x="2454" y="3132"/>
                    </a:cubicBezTo>
                    <a:cubicBezTo>
                      <a:pt x="2532" y="3200"/>
                      <a:pt x="2617" y="3260"/>
                      <a:pt x="2706" y="3311"/>
                    </a:cubicBezTo>
                    <a:cubicBezTo>
                      <a:pt x="2732" y="3326"/>
                      <a:pt x="2759" y="3341"/>
                      <a:pt x="2785" y="3354"/>
                    </a:cubicBezTo>
                    <a:cubicBezTo>
                      <a:pt x="2779" y="3333"/>
                      <a:pt x="2755" y="3319"/>
                      <a:pt x="2773" y="3294"/>
                    </a:cubicBezTo>
                    <a:cubicBezTo>
                      <a:pt x="2797" y="3301"/>
                      <a:pt x="2811" y="3320"/>
                      <a:pt x="2829" y="3336"/>
                    </a:cubicBezTo>
                    <a:cubicBezTo>
                      <a:pt x="2816" y="3375"/>
                      <a:pt x="2854" y="3383"/>
                      <a:pt x="2872" y="3400"/>
                    </a:cubicBezTo>
                    <a:cubicBezTo>
                      <a:pt x="2904" y="3425"/>
                      <a:pt x="2937" y="3448"/>
                      <a:pt x="2972" y="3468"/>
                    </a:cubicBezTo>
                    <a:cubicBezTo>
                      <a:pt x="2983" y="3474"/>
                      <a:pt x="2993" y="3480"/>
                      <a:pt x="3004" y="3486"/>
                    </a:cubicBezTo>
                    <a:cubicBezTo>
                      <a:pt x="3052" y="3486"/>
                      <a:pt x="3071" y="3528"/>
                      <a:pt x="3101" y="3555"/>
                    </a:cubicBezTo>
                    <a:cubicBezTo>
                      <a:pt x="3087" y="3582"/>
                      <a:pt x="3112" y="3584"/>
                      <a:pt x="3123" y="3594"/>
                    </a:cubicBezTo>
                    <a:cubicBezTo>
                      <a:pt x="3178" y="3644"/>
                      <a:pt x="3253" y="3665"/>
                      <a:pt x="3300" y="3725"/>
                    </a:cubicBezTo>
                    <a:cubicBezTo>
                      <a:pt x="3310" y="3737"/>
                      <a:pt x="3327" y="3742"/>
                      <a:pt x="3341" y="3751"/>
                    </a:cubicBezTo>
                    <a:cubicBezTo>
                      <a:pt x="3342" y="3752"/>
                      <a:pt x="3342" y="3753"/>
                      <a:pt x="3344" y="3755"/>
                    </a:cubicBezTo>
                    <a:cubicBezTo>
                      <a:pt x="3344" y="3756"/>
                      <a:pt x="3345" y="3758"/>
                      <a:pt x="3345" y="3760"/>
                    </a:cubicBezTo>
                    <a:cubicBezTo>
                      <a:pt x="3345" y="3762"/>
                      <a:pt x="3344" y="3764"/>
                      <a:pt x="3344" y="3765"/>
                    </a:cubicBezTo>
                    <a:cubicBezTo>
                      <a:pt x="3343" y="3766"/>
                      <a:pt x="3344" y="3766"/>
                      <a:pt x="3344" y="3766"/>
                    </a:cubicBezTo>
                    <a:cubicBezTo>
                      <a:pt x="3340" y="3772"/>
                      <a:pt x="3335" y="3770"/>
                      <a:pt x="3330" y="3767"/>
                    </a:cubicBezTo>
                    <a:cubicBezTo>
                      <a:pt x="3329" y="3767"/>
                      <a:pt x="3328" y="3766"/>
                      <a:pt x="3328" y="3766"/>
                    </a:cubicBezTo>
                    <a:cubicBezTo>
                      <a:pt x="3324" y="3764"/>
                      <a:pt x="3319" y="3763"/>
                      <a:pt x="3315" y="3763"/>
                    </a:cubicBezTo>
                    <a:cubicBezTo>
                      <a:pt x="3313" y="3763"/>
                      <a:pt x="3311" y="3763"/>
                      <a:pt x="3309" y="3763"/>
                    </a:cubicBezTo>
                    <a:cubicBezTo>
                      <a:pt x="3307" y="3746"/>
                      <a:pt x="3291" y="3742"/>
                      <a:pt x="3280" y="3734"/>
                    </a:cubicBezTo>
                    <a:cubicBezTo>
                      <a:pt x="3160" y="3641"/>
                      <a:pt x="3035" y="3553"/>
                      <a:pt x="2914" y="3462"/>
                    </a:cubicBezTo>
                    <a:cubicBezTo>
                      <a:pt x="2893" y="3446"/>
                      <a:pt x="2870" y="3431"/>
                      <a:pt x="2847" y="3418"/>
                    </a:cubicBezTo>
                    <a:cubicBezTo>
                      <a:pt x="2774" y="3375"/>
                      <a:pt x="2694" y="3348"/>
                      <a:pt x="2611" y="3335"/>
                    </a:cubicBezTo>
                    <a:lnTo>
                      <a:pt x="2611" y="3336"/>
                    </a:lnTo>
                    <a:cubicBezTo>
                      <a:pt x="2618" y="3348"/>
                      <a:pt x="2629" y="3359"/>
                      <a:pt x="2642" y="3367"/>
                    </a:cubicBezTo>
                    <a:cubicBezTo>
                      <a:pt x="2644" y="3368"/>
                      <a:pt x="2646" y="3369"/>
                      <a:pt x="2649" y="3370"/>
                    </a:cubicBezTo>
                    <a:cubicBezTo>
                      <a:pt x="2776" y="3455"/>
                      <a:pt x="2904" y="3541"/>
                      <a:pt x="3032" y="3626"/>
                    </a:cubicBezTo>
                    <a:cubicBezTo>
                      <a:pt x="3062" y="3645"/>
                      <a:pt x="3091" y="3664"/>
                      <a:pt x="3122" y="3682"/>
                    </a:cubicBezTo>
                    <a:cubicBezTo>
                      <a:pt x="3158" y="3702"/>
                      <a:pt x="3195" y="3722"/>
                      <a:pt x="3233" y="3740"/>
                    </a:cubicBezTo>
                    <a:cubicBezTo>
                      <a:pt x="3235" y="3742"/>
                      <a:pt x="3238" y="3743"/>
                      <a:pt x="3241" y="3745"/>
                    </a:cubicBezTo>
                    <a:cubicBezTo>
                      <a:pt x="3261" y="3757"/>
                      <a:pt x="3284" y="3763"/>
                      <a:pt x="3307" y="3763"/>
                    </a:cubicBezTo>
                    <a:cubicBezTo>
                      <a:pt x="3308" y="3763"/>
                      <a:pt x="3309" y="3763"/>
                      <a:pt x="3310" y="3763"/>
                    </a:cubicBezTo>
                    <a:cubicBezTo>
                      <a:pt x="3310" y="3776"/>
                      <a:pt x="3308" y="3789"/>
                      <a:pt x="3289" y="3783"/>
                    </a:cubicBezTo>
                    <a:cubicBezTo>
                      <a:pt x="3258" y="3773"/>
                      <a:pt x="3228" y="3762"/>
                      <a:pt x="3198" y="3750"/>
                    </a:cubicBezTo>
                    <a:cubicBezTo>
                      <a:pt x="3180" y="3744"/>
                      <a:pt x="3166" y="3726"/>
                      <a:pt x="3145" y="3732"/>
                    </a:cubicBezTo>
                    <a:cubicBezTo>
                      <a:pt x="3137" y="3721"/>
                      <a:pt x="3127" y="3711"/>
                      <a:pt x="3116" y="3705"/>
                    </a:cubicBezTo>
                    <a:cubicBezTo>
                      <a:pt x="3108" y="3700"/>
                      <a:pt x="3100" y="3698"/>
                      <a:pt x="3092" y="3695"/>
                    </a:cubicBezTo>
                    <a:cubicBezTo>
                      <a:pt x="3077" y="3684"/>
                      <a:pt x="3060" y="3673"/>
                      <a:pt x="3044" y="3664"/>
                    </a:cubicBezTo>
                    <a:cubicBezTo>
                      <a:pt x="3024" y="3652"/>
                      <a:pt x="3005" y="3643"/>
                      <a:pt x="2984" y="3634"/>
                    </a:cubicBezTo>
                    <a:cubicBezTo>
                      <a:pt x="2971" y="3672"/>
                      <a:pt x="2962" y="3710"/>
                      <a:pt x="2958" y="3750"/>
                    </a:cubicBezTo>
                    <a:cubicBezTo>
                      <a:pt x="2955" y="3773"/>
                      <a:pt x="2973" y="3778"/>
                      <a:pt x="2988" y="3782"/>
                    </a:cubicBezTo>
                    <a:cubicBezTo>
                      <a:pt x="3007" y="3787"/>
                      <a:pt x="3007" y="3767"/>
                      <a:pt x="3009" y="3757"/>
                    </a:cubicBezTo>
                    <a:cubicBezTo>
                      <a:pt x="3015" y="3732"/>
                      <a:pt x="3011" y="3705"/>
                      <a:pt x="3032" y="3685"/>
                    </a:cubicBezTo>
                    <a:cubicBezTo>
                      <a:pt x="3032" y="3712"/>
                      <a:pt x="3026" y="3736"/>
                      <a:pt x="3023" y="3761"/>
                    </a:cubicBezTo>
                    <a:cubicBezTo>
                      <a:pt x="3021" y="3775"/>
                      <a:pt x="3011" y="3798"/>
                      <a:pt x="3036" y="3800"/>
                    </a:cubicBezTo>
                    <a:cubicBezTo>
                      <a:pt x="3058" y="3803"/>
                      <a:pt x="3053" y="3781"/>
                      <a:pt x="3056" y="3768"/>
                    </a:cubicBezTo>
                    <a:cubicBezTo>
                      <a:pt x="3059" y="3750"/>
                      <a:pt x="3063" y="3732"/>
                      <a:pt x="3066" y="3715"/>
                    </a:cubicBezTo>
                    <a:cubicBezTo>
                      <a:pt x="3069" y="3698"/>
                      <a:pt x="3080" y="3696"/>
                      <a:pt x="3092" y="3695"/>
                    </a:cubicBezTo>
                    <a:cubicBezTo>
                      <a:pt x="3076" y="3728"/>
                      <a:pt x="3067" y="3764"/>
                      <a:pt x="3066" y="3801"/>
                    </a:cubicBezTo>
                    <a:cubicBezTo>
                      <a:pt x="3066" y="3814"/>
                      <a:pt x="3072" y="3822"/>
                      <a:pt x="3087" y="3812"/>
                    </a:cubicBezTo>
                    <a:cubicBezTo>
                      <a:pt x="3095" y="3806"/>
                      <a:pt x="3101" y="3799"/>
                      <a:pt x="3107" y="3790"/>
                    </a:cubicBezTo>
                    <a:cubicBezTo>
                      <a:pt x="3110" y="3784"/>
                      <a:pt x="3113" y="3776"/>
                      <a:pt x="3115" y="3769"/>
                    </a:cubicBezTo>
                    <a:cubicBezTo>
                      <a:pt x="3118" y="3755"/>
                      <a:pt x="3115" y="3728"/>
                      <a:pt x="3144" y="3732"/>
                    </a:cubicBezTo>
                    <a:cubicBezTo>
                      <a:pt x="3139" y="3747"/>
                      <a:pt x="3134" y="3763"/>
                      <a:pt x="3129" y="3779"/>
                    </a:cubicBezTo>
                    <a:cubicBezTo>
                      <a:pt x="3119" y="3818"/>
                      <a:pt x="3119" y="3818"/>
                      <a:pt x="3161" y="3837"/>
                    </a:cubicBezTo>
                    <a:cubicBezTo>
                      <a:pt x="3180" y="3818"/>
                      <a:pt x="3170" y="3784"/>
                      <a:pt x="3201" y="3762"/>
                    </a:cubicBezTo>
                    <a:lnTo>
                      <a:pt x="3182" y="3832"/>
                    </a:lnTo>
                    <a:cubicBezTo>
                      <a:pt x="3177" y="3852"/>
                      <a:pt x="3191" y="3853"/>
                      <a:pt x="3204" y="3855"/>
                    </a:cubicBezTo>
                    <a:cubicBezTo>
                      <a:pt x="3225" y="3857"/>
                      <a:pt x="3219" y="3847"/>
                      <a:pt x="3211" y="3837"/>
                    </a:cubicBezTo>
                    <a:cubicBezTo>
                      <a:pt x="3203" y="3826"/>
                      <a:pt x="3207" y="3821"/>
                      <a:pt x="3217" y="3825"/>
                    </a:cubicBezTo>
                    <a:cubicBezTo>
                      <a:pt x="3226" y="3828"/>
                      <a:pt x="3236" y="3811"/>
                      <a:pt x="3239" y="3821"/>
                    </a:cubicBezTo>
                    <a:cubicBezTo>
                      <a:pt x="3240" y="3825"/>
                      <a:pt x="3241" y="3828"/>
                      <a:pt x="3243" y="3831"/>
                    </a:cubicBezTo>
                    <a:cubicBezTo>
                      <a:pt x="3246" y="3837"/>
                      <a:pt x="3252" y="3842"/>
                      <a:pt x="3259" y="3846"/>
                    </a:cubicBezTo>
                    <a:cubicBezTo>
                      <a:pt x="3265" y="3850"/>
                      <a:pt x="3272" y="3852"/>
                      <a:pt x="3280" y="3852"/>
                    </a:cubicBezTo>
                    <a:lnTo>
                      <a:pt x="3281" y="3852"/>
                    </a:lnTo>
                    <a:cubicBezTo>
                      <a:pt x="3310" y="3853"/>
                      <a:pt x="3287" y="3816"/>
                      <a:pt x="3319" y="3804"/>
                    </a:cubicBezTo>
                    <a:cubicBezTo>
                      <a:pt x="3291" y="3853"/>
                      <a:pt x="3316" y="3875"/>
                      <a:pt x="3355" y="3888"/>
                    </a:cubicBezTo>
                    <a:cubicBezTo>
                      <a:pt x="3338" y="3906"/>
                      <a:pt x="3319" y="3870"/>
                      <a:pt x="3306" y="3895"/>
                    </a:cubicBezTo>
                    <a:cubicBezTo>
                      <a:pt x="3314" y="3916"/>
                      <a:pt x="3346" y="3900"/>
                      <a:pt x="3350" y="3921"/>
                    </a:cubicBezTo>
                    <a:cubicBezTo>
                      <a:pt x="3355" y="3948"/>
                      <a:pt x="3368" y="3941"/>
                      <a:pt x="3385" y="3937"/>
                    </a:cubicBezTo>
                    <a:cubicBezTo>
                      <a:pt x="3402" y="3933"/>
                      <a:pt x="3426" y="3914"/>
                      <a:pt x="3449" y="3931"/>
                    </a:cubicBezTo>
                    <a:cubicBezTo>
                      <a:pt x="3444" y="3954"/>
                      <a:pt x="3419" y="3960"/>
                      <a:pt x="3416" y="3982"/>
                    </a:cubicBezTo>
                    <a:cubicBezTo>
                      <a:pt x="3421" y="3983"/>
                      <a:pt x="3426" y="3984"/>
                      <a:pt x="3430" y="3984"/>
                    </a:cubicBezTo>
                    <a:cubicBezTo>
                      <a:pt x="3439" y="3984"/>
                      <a:pt x="3448" y="3982"/>
                      <a:pt x="3455" y="3977"/>
                    </a:cubicBezTo>
                    <a:cubicBezTo>
                      <a:pt x="3458" y="3975"/>
                      <a:pt x="3461" y="3973"/>
                      <a:pt x="3464" y="3971"/>
                    </a:cubicBezTo>
                    <a:cubicBezTo>
                      <a:pt x="3510" y="3928"/>
                      <a:pt x="3566" y="3899"/>
                      <a:pt x="3611" y="3857"/>
                    </a:cubicBezTo>
                    <a:cubicBezTo>
                      <a:pt x="3615" y="3854"/>
                      <a:pt x="3618" y="3851"/>
                      <a:pt x="3620" y="3848"/>
                    </a:cubicBezTo>
                    <a:cubicBezTo>
                      <a:pt x="3622" y="3843"/>
                      <a:pt x="3624" y="3838"/>
                      <a:pt x="3624" y="3833"/>
                    </a:cubicBezTo>
                    <a:cubicBezTo>
                      <a:pt x="3624" y="3832"/>
                      <a:pt x="3623" y="3830"/>
                      <a:pt x="3623" y="3828"/>
                    </a:cubicBezTo>
                    <a:cubicBezTo>
                      <a:pt x="3594" y="3837"/>
                      <a:pt x="3594" y="3837"/>
                      <a:pt x="3589" y="3802"/>
                    </a:cubicBezTo>
                    <a:lnTo>
                      <a:pt x="3574" y="3803"/>
                    </a:lnTo>
                    <a:lnTo>
                      <a:pt x="3572" y="3783"/>
                    </a:lnTo>
                    <a:cubicBezTo>
                      <a:pt x="3593" y="3767"/>
                      <a:pt x="3610" y="3747"/>
                      <a:pt x="3624" y="3724"/>
                    </a:cubicBezTo>
                    <a:cubicBezTo>
                      <a:pt x="3628" y="3716"/>
                      <a:pt x="3632" y="3707"/>
                      <a:pt x="3636" y="3699"/>
                    </a:cubicBezTo>
                    <a:cubicBezTo>
                      <a:pt x="3647" y="3675"/>
                      <a:pt x="3650" y="3646"/>
                      <a:pt x="3675" y="3631"/>
                    </a:cubicBezTo>
                    <a:cubicBezTo>
                      <a:pt x="3666" y="3685"/>
                      <a:pt x="3633" y="3731"/>
                      <a:pt x="3613" y="3791"/>
                    </a:cubicBezTo>
                    <a:cubicBezTo>
                      <a:pt x="3616" y="3790"/>
                      <a:pt x="3620" y="3788"/>
                      <a:pt x="3623" y="3786"/>
                    </a:cubicBezTo>
                    <a:cubicBezTo>
                      <a:pt x="3641" y="3776"/>
                      <a:pt x="3655" y="3761"/>
                      <a:pt x="3666" y="3744"/>
                    </a:cubicBezTo>
                    <a:cubicBezTo>
                      <a:pt x="3669" y="3736"/>
                      <a:pt x="3673" y="3728"/>
                      <a:pt x="3678" y="3720"/>
                    </a:cubicBezTo>
                    <a:cubicBezTo>
                      <a:pt x="3684" y="3709"/>
                      <a:pt x="3691" y="3699"/>
                      <a:pt x="3699" y="3689"/>
                    </a:cubicBezTo>
                    <a:cubicBezTo>
                      <a:pt x="3695" y="3699"/>
                      <a:pt x="3690" y="3712"/>
                      <a:pt x="3708" y="3707"/>
                    </a:cubicBezTo>
                    <a:cubicBezTo>
                      <a:pt x="3709" y="3706"/>
                      <a:pt x="3710" y="3706"/>
                      <a:pt x="3710" y="3706"/>
                    </a:cubicBezTo>
                    <a:cubicBezTo>
                      <a:pt x="3714" y="3703"/>
                      <a:pt x="3718" y="3700"/>
                      <a:pt x="3720" y="3696"/>
                    </a:cubicBezTo>
                    <a:cubicBezTo>
                      <a:pt x="3722" y="3692"/>
                      <a:pt x="3724" y="3687"/>
                      <a:pt x="3724" y="3683"/>
                    </a:cubicBezTo>
                    <a:cubicBezTo>
                      <a:pt x="3724" y="3679"/>
                      <a:pt x="3723" y="3676"/>
                      <a:pt x="3722" y="3673"/>
                    </a:cubicBezTo>
                    <a:cubicBezTo>
                      <a:pt x="3718" y="3673"/>
                      <a:pt x="3714" y="3674"/>
                      <a:pt x="3711" y="3676"/>
                    </a:cubicBezTo>
                    <a:cubicBezTo>
                      <a:pt x="3706" y="3679"/>
                      <a:pt x="3702" y="3683"/>
                      <a:pt x="3700" y="3687"/>
                    </a:cubicBezTo>
                    <a:cubicBezTo>
                      <a:pt x="3698" y="3689"/>
                      <a:pt x="3698" y="3690"/>
                      <a:pt x="3698" y="3692"/>
                    </a:cubicBezTo>
                    <a:cubicBezTo>
                      <a:pt x="3704" y="3669"/>
                      <a:pt x="3712" y="3647"/>
                      <a:pt x="3722" y="3625"/>
                    </a:cubicBezTo>
                    <a:cubicBezTo>
                      <a:pt x="3757" y="3546"/>
                      <a:pt x="3799" y="3469"/>
                      <a:pt x="3842" y="3392"/>
                    </a:cubicBezTo>
                    <a:cubicBezTo>
                      <a:pt x="3858" y="3364"/>
                      <a:pt x="3867" y="3331"/>
                      <a:pt x="3867" y="3299"/>
                    </a:cubicBezTo>
                    <a:cubicBezTo>
                      <a:pt x="3867" y="3291"/>
                      <a:pt x="3866" y="3283"/>
                      <a:pt x="3865" y="3275"/>
                    </a:cubicBezTo>
                    <a:cubicBezTo>
                      <a:pt x="3855" y="3283"/>
                      <a:pt x="3846" y="3293"/>
                      <a:pt x="3840" y="3304"/>
                    </a:cubicBezTo>
                    <a:cubicBezTo>
                      <a:pt x="3836" y="3310"/>
                      <a:pt x="3834" y="3316"/>
                      <a:pt x="3832" y="3323"/>
                    </a:cubicBezTo>
                    <a:cubicBezTo>
                      <a:pt x="3788" y="3409"/>
                      <a:pt x="3747" y="3497"/>
                      <a:pt x="3703" y="3583"/>
                    </a:cubicBezTo>
                    <a:cubicBezTo>
                      <a:pt x="3694" y="3600"/>
                      <a:pt x="3691" y="3622"/>
                      <a:pt x="3673" y="3633"/>
                    </a:cubicBezTo>
                    <a:cubicBezTo>
                      <a:pt x="3668" y="3613"/>
                      <a:pt x="3682" y="3598"/>
                      <a:pt x="3689" y="3582"/>
                    </a:cubicBezTo>
                    <a:cubicBezTo>
                      <a:pt x="3731" y="3494"/>
                      <a:pt x="3774" y="3406"/>
                      <a:pt x="3816" y="3318"/>
                    </a:cubicBezTo>
                    <a:cubicBezTo>
                      <a:pt x="3818" y="3316"/>
                      <a:pt x="3819" y="3314"/>
                      <a:pt x="3820" y="3312"/>
                    </a:cubicBezTo>
                    <a:cubicBezTo>
                      <a:pt x="3826" y="3301"/>
                      <a:pt x="3830" y="3289"/>
                      <a:pt x="3832" y="3277"/>
                    </a:cubicBezTo>
                    <a:cubicBezTo>
                      <a:pt x="3803" y="3301"/>
                      <a:pt x="3802" y="3342"/>
                      <a:pt x="3770" y="3360"/>
                    </a:cubicBezTo>
                    <a:cubicBezTo>
                      <a:pt x="3770" y="3356"/>
                      <a:pt x="3770" y="3352"/>
                      <a:pt x="3770" y="3349"/>
                    </a:cubicBezTo>
                    <a:cubicBezTo>
                      <a:pt x="3801" y="3292"/>
                      <a:pt x="3831" y="3235"/>
                      <a:pt x="3862" y="3178"/>
                    </a:cubicBezTo>
                    <a:cubicBezTo>
                      <a:pt x="3864" y="3175"/>
                      <a:pt x="3867" y="3173"/>
                      <a:pt x="3869" y="3171"/>
                    </a:cubicBezTo>
                    <a:cubicBezTo>
                      <a:pt x="3896" y="3197"/>
                      <a:pt x="3903" y="3148"/>
                      <a:pt x="3925" y="3155"/>
                    </a:cubicBezTo>
                    <a:cubicBezTo>
                      <a:pt x="3895" y="3199"/>
                      <a:pt x="3864" y="3244"/>
                      <a:pt x="3884" y="3303"/>
                    </a:cubicBezTo>
                    <a:cubicBezTo>
                      <a:pt x="3901" y="3298"/>
                      <a:pt x="3899" y="3275"/>
                      <a:pt x="3917" y="3277"/>
                    </a:cubicBezTo>
                    <a:cubicBezTo>
                      <a:pt x="3924" y="3318"/>
                      <a:pt x="3885" y="3362"/>
                      <a:pt x="3926" y="3404"/>
                    </a:cubicBezTo>
                    <a:cubicBezTo>
                      <a:pt x="3952" y="3353"/>
                      <a:pt x="3979" y="3305"/>
                      <a:pt x="3954" y="3245"/>
                    </a:cubicBezTo>
                    <a:cubicBezTo>
                      <a:pt x="3942" y="3216"/>
                      <a:pt x="3951" y="3180"/>
                      <a:pt x="3923" y="3156"/>
                    </a:cubicBezTo>
                    <a:cubicBezTo>
                      <a:pt x="3933" y="3098"/>
                      <a:pt x="3890" y="3062"/>
                      <a:pt x="3864" y="3013"/>
                    </a:cubicBezTo>
                    <a:cubicBezTo>
                      <a:pt x="3852" y="3028"/>
                      <a:pt x="3841" y="3043"/>
                      <a:pt x="3832" y="3060"/>
                    </a:cubicBezTo>
                    <a:cubicBezTo>
                      <a:pt x="3817" y="3085"/>
                      <a:pt x="3806" y="3113"/>
                      <a:pt x="3797" y="3141"/>
                    </a:cubicBezTo>
                    <a:lnTo>
                      <a:pt x="3754" y="3228"/>
                    </a:lnTo>
                    <a:cubicBezTo>
                      <a:pt x="3748" y="3238"/>
                      <a:pt x="3743" y="3247"/>
                      <a:pt x="3737" y="3257"/>
                    </a:cubicBezTo>
                    <a:cubicBezTo>
                      <a:pt x="3699" y="3322"/>
                      <a:pt x="3666" y="3390"/>
                      <a:pt x="3636" y="3460"/>
                    </a:cubicBezTo>
                    <a:cubicBezTo>
                      <a:pt x="3627" y="3479"/>
                      <a:pt x="3625" y="3502"/>
                      <a:pt x="3605" y="3515"/>
                    </a:cubicBezTo>
                    <a:cubicBezTo>
                      <a:pt x="3605" y="3514"/>
                      <a:pt x="3604" y="3514"/>
                      <a:pt x="3604" y="3513"/>
                    </a:cubicBezTo>
                    <a:cubicBezTo>
                      <a:pt x="3604" y="3499"/>
                      <a:pt x="3608" y="3485"/>
                      <a:pt x="3615" y="3472"/>
                    </a:cubicBezTo>
                    <a:cubicBezTo>
                      <a:pt x="3616" y="3471"/>
                      <a:pt x="3617" y="3470"/>
                      <a:pt x="3618" y="3468"/>
                    </a:cubicBezTo>
                    <a:cubicBezTo>
                      <a:pt x="3681" y="3324"/>
                      <a:pt x="3748" y="3182"/>
                      <a:pt x="3823" y="3044"/>
                    </a:cubicBezTo>
                    <a:cubicBezTo>
                      <a:pt x="3850" y="2997"/>
                      <a:pt x="3848" y="2991"/>
                      <a:pt x="3817" y="2943"/>
                    </a:cubicBezTo>
                    <a:cubicBezTo>
                      <a:pt x="3807" y="2954"/>
                      <a:pt x="3819" y="2977"/>
                      <a:pt x="3811" y="2978"/>
                    </a:cubicBezTo>
                    <a:cubicBezTo>
                      <a:pt x="3773" y="2981"/>
                      <a:pt x="3775" y="3016"/>
                      <a:pt x="3765" y="3036"/>
                    </a:cubicBezTo>
                    <a:cubicBezTo>
                      <a:pt x="3687" y="3187"/>
                      <a:pt x="3622" y="3345"/>
                      <a:pt x="3553" y="3501"/>
                    </a:cubicBezTo>
                    <a:cubicBezTo>
                      <a:pt x="3546" y="3517"/>
                      <a:pt x="3546" y="3537"/>
                      <a:pt x="3526" y="3545"/>
                    </a:cubicBezTo>
                    <a:cubicBezTo>
                      <a:pt x="3539" y="3498"/>
                      <a:pt x="3553" y="3451"/>
                      <a:pt x="3562" y="3403"/>
                    </a:cubicBezTo>
                    <a:cubicBezTo>
                      <a:pt x="3568" y="3379"/>
                      <a:pt x="3576" y="3356"/>
                      <a:pt x="3589" y="3335"/>
                    </a:cubicBezTo>
                    <a:cubicBezTo>
                      <a:pt x="3595" y="3324"/>
                      <a:pt x="3603" y="3313"/>
                      <a:pt x="3611" y="3303"/>
                    </a:cubicBezTo>
                    <a:lnTo>
                      <a:pt x="3625" y="3288"/>
                    </a:lnTo>
                    <a:cubicBezTo>
                      <a:pt x="3629" y="3284"/>
                      <a:pt x="3632" y="3279"/>
                      <a:pt x="3635" y="3274"/>
                    </a:cubicBezTo>
                    <a:cubicBezTo>
                      <a:pt x="3643" y="3259"/>
                      <a:pt x="3648" y="3242"/>
                      <a:pt x="3648" y="3225"/>
                    </a:cubicBezTo>
                    <a:lnTo>
                      <a:pt x="3647" y="3227"/>
                    </a:lnTo>
                    <a:cubicBezTo>
                      <a:pt x="3650" y="3226"/>
                      <a:pt x="3654" y="3225"/>
                      <a:pt x="3656" y="3223"/>
                    </a:cubicBezTo>
                    <a:cubicBezTo>
                      <a:pt x="3695" y="3141"/>
                      <a:pt x="3733" y="3059"/>
                      <a:pt x="3774" y="2978"/>
                    </a:cubicBezTo>
                    <a:cubicBezTo>
                      <a:pt x="3786" y="2953"/>
                      <a:pt x="3774" y="2941"/>
                      <a:pt x="3757" y="2929"/>
                    </a:cubicBezTo>
                    <a:cubicBezTo>
                      <a:pt x="3753" y="2919"/>
                      <a:pt x="3762" y="2907"/>
                      <a:pt x="3748" y="2897"/>
                    </a:cubicBezTo>
                    <a:cubicBezTo>
                      <a:pt x="3709" y="2950"/>
                      <a:pt x="3689" y="3013"/>
                      <a:pt x="3653" y="3069"/>
                    </a:cubicBezTo>
                    <a:cubicBezTo>
                      <a:pt x="3643" y="3055"/>
                      <a:pt x="3653" y="3046"/>
                      <a:pt x="3657" y="3037"/>
                    </a:cubicBezTo>
                    <a:cubicBezTo>
                      <a:pt x="3678" y="2995"/>
                      <a:pt x="3696" y="2953"/>
                      <a:pt x="3719" y="2914"/>
                    </a:cubicBezTo>
                    <a:cubicBezTo>
                      <a:pt x="3722" y="2911"/>
                      <a:pt x="3724" y="2908"/>
                      <a:pt x="3726" y="2905"/>
                    </a:cubicBezTo>
                    <a:cubicBezTo>
                      <a:pt x="3732" y="2893"/>
                      <a:pt x="3736" y="2881"/>
                      <a:pt x="3736" y="2868"/>
                    </a:cubicBezTo>
                    <a:cubicBezTo>
                      <a:pt x="3736" y="2855"/>
                      <a:pt x="3731" y="2842"/>
                      <a:pt x="3726" y="2831"/>
                    </a:cubicBezTo>
                    <a:cubicBezTo>
                      <a:pt x="3721" y="2823"/>
                      <a:pt x="3716" y="2816"/>
                      <a:pt x="3709" y="2811"/>
                    </a:cubicBezTo>
                    <a:cubicBezTo>
                      <a:pt x="3692" y="2823"/>
                      <a:pt x="3688" y="2845"/>
                      <a:pt x="3679" y="2862"/>
                    </a:cubicBezTo>
                    <a:cubicBezTo>
                      <a:pt x="3650" y="2913"/>
                      <a:pt x="3638" y="2971"/>
                      <a:pt x="3603" y="3019"/>
                    </a:cubicBezTo>
                    <a:cubicBezTo>
                      <a:pt x="3598" y="2997"/>
                      <a:pt x="3611" y="2980"/>
                      <a:pt x="3619" y="2962"/>
                    </a:cubicBezTo>
                    <a:cubicBezTo>
                      <a:pt x="3642" y="2909"/>
                      <a:pt x="3667" y="2856"/>
                      <a:pt x="3690" y="2803"/>
                    </a:cubicBezTo>
                    <a:cubicBezTo>
                      <a:pt x="3696" y="2791"/>
                      <a:pt x="3704" y="2777"/>
                      <a:pt x="3683" y="2768"/>
                    </a:cubicBezTo>
                    <a:cubicBezTo>
                      <a:pt x="3682" y="2770"/>
                      <a:pt x="3681" y="2772"/>
                      <a:pt x="3680" y="2774"/>
                    </a:cubicBezTo>
                    <a:cubicBezTo>
                      <a:pt x="3667" y="2796"/>
                      <a:pt x="3657" y="2819"/>
                      <a:pt x="3648" y="2843"/>
                    </a:cubicBezTo>
                    <a:cubicBezTo>
                      <a:pt x="3628" y="2889"/>
                      <a:pt x="3617" y="2939"/>
                      <a:pt x="3591" y="2983"/>
                    </a:cubicBezTo>
                    <a:cubicBezTo>
                      <a:pt x="3591" y="2983"/>
                      <a:pt x="3591" y="2982"/>
                      <a:pt x="3591" y="2981"/>
                    </a:cubicBezTo>
                    <a:cubicBezTo>
                      <a:pt x="3591" y="2960"/>
                      <a:pt x="3596" y="2939"/>
                      <a:pt x="3605" y="2920"/>
                    </a:cubicBezTo>
                    <a:cubicBezTo>
                      <a:pt x="3625" y="2869"/>
                      <a:pt x="3645" y="2818"/>
                      <a:pt x="3666" y="2767"/>
                    </a:cubicBezTo>
                    <a:cubicBezTo>
                      <a:pt x="3673" y="2748"/>
                      <a:pt x="3678" y="2730"/>
                      <a:pt x="3655" y="2716"/>
                    </a:cubicBezTo>
                    <a:cubicBezTo>
                      <a:pt x="3629" y="2757"/>
                      <a:pt x="3623" y="2804"/>
                      <a:pt x="3596" y="2841"/>
                    </a:cubicBezTo>
                    <a:cubicBezTo>
                      <a:pt x="3602" y="2810"/>
                      <a:pt x="3615" y="2782"/>
                      <a:pt x="3622" y="2753"/>
                    </a:cubicBezTo>
                    <a:cubicBezTo>
                      <a:pt x="3629" y="2723"/>
                      <a:pt x="3660" y="2700"/>
                      <a:pt x="3631" y="2671"/>
                    </a:cubicBezTo>
                    <a:cubicBezTo>
                      <a:pt x="3607" y="2681"/>
                      <a:pt x="3617" y="2712"/>
                      <a:pt x="3591" y="2722"/>
                    </a:cubicBezTo>
                    <a:cubicBezTo>
                      <a:pt x="3599" y="2689"/>
                      <a:pt x="3611" y="2658"/>
                      <a:pt x="3628" y="2629"/>
                    </a:cubicBezTo>
                    <a:cubicBezTo>
                      <a:pt x="3629" y="2627"/>
                      <a:pt x="3630" y="2626"/>
                      <a:pt x="3630" y="2625"/>
                    </a:cubicBezTo>
                    <a:cubicBezTo>
                      <a:pt x="3638" y="2641"/>
                      <a:pt x="3632" y="2662"/>
                      <a:pt x="3654" y="2665"/>
                    </a:cubicBezTo>
                    <a:cubicBezTo>
                      <a:pt x="3671" y="2659"/>
                      <a:pt x="3667" y="2633"/>
                      <a:pt x="3688" y="2629"/>
                    </a:cubicBezTo>
                    <a:cubicBezTo>
                      <a:pt x="3688" y="2658"/>
                      <a:pt x="3647" y="2682"/>
                      <a:pt x="3683" y="2714"/>
                    </a:cubicBezTo>
                    <a:cubicBezTo>
                      <a:pt x="3702" y="2698"/>
                      <a:pt x="3702" y="2672"/>
                      <a:pt x="3721" y="2658"/>
                    </a:cubicBezTo>
                    <a:cubicBezTo>
                      <a:pt x="3729" y="2679"/>
                      <a:pt x="3712" y="2691"/>
                      <a:pt x="3707" y="2708"/>
                    </a:cubicBezTo>
                    <a:cubicBezTo>
                      <a:pt x="3702" y="2724"/>
                      <a:pt x="3684" y="2740"/>
                      <a:pt x="3709" y="2758"/>
                    </a:cubicBezTo>
                    <a:cubicBezTo>
                      <a:pt x="3727" y="2728"/>
                      <a:pt x="3757" y="2698"/>
                      <a:pt x="3758" y="2667"/>
                    </a:cubicBezTo>
                    <a:cubicBezTo>
                      <a:pt x="3758" y="2644"/>
                      <a:pt x="3725" y="2618"/>
                      <a:pt x="3706" y="2594"/>
                    </a:cubicBezTo>
                    <a:cubicBezTo>
                      <a:pt x="3692" y="2577"/>
                      <a:pt x="3677" y="2561"/>
                      <a:pt x="3661" y="2545"/>
                    </a:cubicBezTo>
                    <a:cubicBezTo>
                      <a:pt x="3644" y="2523"/>
                      <a:pt x="3623" y="2504"/>
                      <a:pt x="3599" y="2489"/>
                    </a:cubicBezTo>
                    <a:cubicBezTo>
                      <a:pt x="3578" y="2508"/>
                      <a:pt x="3583" y="2540"/>
                      <a:pt x="3556" y="2551"/>
                    </a:cubicBezTo>
                    <a:cubicBezTo>
                      <a:pt x="3559" y="2521"/>
                      <a:pt x="3585" y="2498"/>
                      <a:pt x="3581" y="2457"/>
                    </a:cubicBezTo>
                    <a:lnTo>
                      <a:pt x="3549" y="2490"/>
                    </a:lnTo>
                    <a:cubicBezTo>
                      <a:pt x="3566" y="2433"/>
                      <a:pt x="3564" y="2427"/>
                      <a:pt x="3503" y="2388"/>
                    </a:cubicBezTo>
                    <a:cubicBezTo>
                      <a:pt x="3496" y="2372"/>
                      <a:pt x="3487" y="2362"/>
                      <a:pt x="3475" y="2383"/>
                    </a:cubicBezTo>
                    <a:cubicBezTo>
                      <a:pt x="3467" y="2407"/>
                      <a:pt x="3458" y="2430"/>
                      <a:pt x="3447" y="2452"/>
                    </a:cubicBezTo>
                    <a:cubicBezTo>
                      <a:pt x="3447" y="2427"/>
                      <a:pt x="3452" y="2402"/>
                      <a:pt x="3461" y="2378"/>
                    </a:cubicBezTo>
                    <a:cubicBezTo>
                      <a:pt x="3464" y="2365"/>
                      <a:pt x="3467" y="2355"/>
                      <a:pt x="3455" y="2343"/>
                    </a:cubicBezTo>
                    <a:cubicBezTo>
                      <a:pt x="3437" y="2327"/>
                      <a:pt x="3417" y="2313"/>
                      <a:pt x="3396" y="2301"/>
                    </a:cubicBezTo>
                    <a:cubicBezTo>
                      <a:pt x="3353" y="2276"/>
                      <a:pt x="3304" y="2260"/>
                      <a:pt x="3254" y="2255"/>
                    </a:cubicBezTo>
                    <a:lnTo>
                      <a:pt x="3338" y="2354"/>
                    </a:lnTo>
                    <a:lnTo>
                      <a:pt x="3358" y="2290"/>
                    </a:lnTo>
                    <a:cubicBezTo>
                      <a:pt x="3361" y="2298"/>
                      <a:pt x="3363" y="2305"/>
                      <a:pt x="3363" y="2313"/>
                    </a:cubicBezTo>
                    <a:cubicBezTo>
                      <a:pt x="3363" y="2321"/>
                      <a:pt x="3361" y="2329"/>
                      <a:pt x="3358" y="2336"/>
                    </a:cubicBezTo>
                    <a:cubicBezTo>
                      <a:pt x="3348" y="2382"/>
                      <a:pt x="3350" y="2386"/>
                      <a:pt x="3392" y="2415"/>
                    </a:cubicBezTo>
                    <a:cubicBezTo>
                      <a:pt x="3391" y="2417"/>
                      <a:pt x="3391" y="2419"/>
                      <a:pt x="3391" y="2421"/>
                    </a:cubicBezTo>
                    <a:cubicBezTo>
                      <a:pt x="3391" y="2423"/>
                      <a:pt x="3390" y="2425"/>
                      <a:pt x="3392" y="2427"/>
                    </a:cubicBezTo>
                    <a:cubicBezTo>
                      <a:pt x="3392" y="2428"/>
                      <a:pt x="3394" y="2429"/>
                      <a:pt x="3395" y="2430"/>
                    </a:cubicBezTo>
                    <a:cubicBezTo>
                      <a:pt x="3403" y="2437"/>
                      <a:pt x="3408" y="2433"/>
                      <a:pt x="3410" y="2425"/>
                    </a:cubicBezTo>
                    <a:cubicBezTo>
                      <a:pt x="3416" y="2398"/>
                      <a:pt x="3422" y="2373"/>
                      <a:pt x="3428" y="2348"/>
                    </a:cubicBezTo>
                    <a:cubicBezTo>
                      <a:pt x="3430" y="2356"/>
                      <a:pt x="3431" y="2365"/>
                      <a:pt x="3431" y="2374"/>
                    </a:cubicBezTo>
                    <a:cubicBezTo>
                      <a:pt x="3431" y="2384"/>
                      <a:pt x="3429" y="2395"/>
                      <a:pt x="3426" y="2406"/>
                    </a:cubicBezTo>
                    <a:cubicBezTo>
                      <a:pt x="3422" y="2422"/>
                      <a:pt x="3419" y="2438"/>
                      <a:pt x="3418" y="2454"/>
                    </a:cubicBezTo>
                    <a:cubicBezTo>
                      <a:pt x="3418" y="2471"/>
                      <a:pt x="3428" y="2481"/>
                      <a:pt x="3448" y="2474"/>
                    </a:cubicBezTo>
                    <a:cubicBezTo>
                      <a:pt x="3448" y="2487"/>
                      <a:pt x="3440" y="2506"/>
                      <a:pt x="3467" y="2503"/>
                    </a:cubicBezTo>
                    <a:cubicBezTo>
                      <a:pt x="3465" y="2512"/>
                      <a:pt x="3464" y="2521"/>
                      <a:pt x="3464" y="2530"/>
                    </a:cubicBezTo>
                    <a:cubicBezTo>
                      <a:pt x="3464" y="2548"/>
                      <a:pt x="3468" y="2565"/>
                      <a:pt x="3475" y="2581"/>
                    </a:cubicBezTo>
                    <a:cubicBezTo>
                      <a:pt x="3479" y="2594"/>
                      <a:pt x="3491" y="2613"/>
                      <a:pt x="3464" y="2619"/>
                    </a:cubicBezTo>
                    <a:lnTo>
                      <a:pt x="3457" y="2597"/>
                    </a:lnTo>
                    <a:cubicBezTo>
                      <a:pt x="3450" y="2575"/>
                      <a:pt x="3441" y="2553"/>
                      <a:pt x="3431" y="2532"/>
                    </a:cubicBezTo>
                    <a:cubicBezTo>
                      <a:pt x="3374" y="2436"/>
                      <a:pt x="3295" y="2355"/>
                      <a:pt x="3201" y="2295"/>
                    </a:cubicBezTo>
                    <a:cubicBezTo>
                      <a:pt x="3180" y="2251"/>
                      <a:pt x="3138" y="2289"/>
                      <a:pt x="3111" y="2269"/>
                    </a:cubicBezTo>
                    <a:cubicBezTo>
                      <a:pt x="3108" y="2283"/>
                      <a:pt x="3125" y="2287"/>
                      <a:pt x="3123" y="2299"/>
                    </a:cubicBezTo>
                    <a:lnTo>
                      <a:pt x="3124" y="2299"/>
                    </a:lnTo>
                    <a:cubicBezTo>
                      <a:pt x="3097" y="2298"/>
                      <a:pt x="3086" y="2273"/>
                      <a:pt x="3069" y="2259"/>
                    </a:cubicBezTo>
                    <a:cubicBezTo>
                      <a:pt x="3056" y="2248"/>
                      <a:pt x="3048" y="2229"/>
                      <a:pt x="3020" y="2232"/>
                    </a:cubicBezTo>
                    <a:lnTo>
                      <a:pt x="3082" y="2302"/>
                    </a:lnTo>
                    <a:cubicBezTo>
                      <a:pt x="3018" y="2266"/>
                      <a:pt x="2983" y="2197"/>
                      <a:pt x="2907" y="2169"/>
                    </a:cubicBezTo>
                    <a:cubicBezTo>
                      <a:pt x="2915" y="2202"/>
                      <a:pt x="2951" y="2210"/>
                      <a:pt x="2950" y="2243"/>
                    </a:cubicBezTo>
                    <a:cubicBezTo>
                      <a:pt x="2890" y="2156"/>
                      <a:pt x="2799" y="2104"/>
                      <a:pt x="2724" y="2034"/>
                    </a:cubicBezTo>
                    <a:cubicBezTo>
                      <a:pt x="2714" y="2022"/>
                      <a:pt x="2702" y="2012"/>
                      <a:pt x="2688" y="2004"/>
                    </a:cubicBezTo>
                    <a:cubicBezTo>
                      <a:pt x="2683" y="2001"/>
                      <a:pt x="2678" y="1998"/>
                      <a:pt x="2672" y="1996"/>
                    </a:cubicBezTo>
                    <a:cubicBezTo>
                      <a:pt x="2684" y="2031"/>
                      <a:pt x="2718" y="2045"/>
                      <a:pt x="2723" y="2077"/>
                    </a:cubicBezTo>
                    <a:cubicBezTo>
                      <a:pt x="2673" y="2047"/>
                      <a:pt x="2644" y="1998"/>
                      <a:pt x="2611" y="1952"/>
                    </a:cubicBezTo>
                    <a:cubicBezTo>
                      <a:pt x="2593" y="1925"/>
                      <a:pt x="2572" y="1900"/>
                      <a:pt x="2549" y="1878"/>
                    </a:cubicBezTo>
                    <a:cubicBezTo>
                      <a:pt x="2521" y="1851"/>
                      <a:pt x="2487" y="1830"/>
                      <a:pt x="2458" y="1806"/>
                    </a:cubicBezTo>
                    <a:cubicBezTo>
                      <a:pt x="2408" y="1765"/>
                      <a:pt x="2365" y="1716"/>
                      <a:pt x="2330" y="1662"/>
                    </a:cubicBezTo>
                    <a:cubicBezTo>
                      <a:pt x="2345" y="1657"/>
                      <a:pt x="2352" y="1668"/>
                      <a:pt x="2360" y="1674"/>
                    </a:cubicBezTo>
                    <a:cubicBezTo>
                      <a:pt x="2424" y="1723"/>
                      <a:pt x="2484" y="1777"/>
                      <a:pt x="2540" y="1835"/>
                    </a:cubicBezTo>
                    <a:cubicBezTo>
                      <a:pt x="2623" y="1921"/>
                      <a:pt x="2711" y="1999"/>
                      <a:pt x="2848" y="2017"/>
                    </a:cubicBezTo>
                    <a:cubicBezTo>
                      <a:pt x="2835" y="2010"/>
                      <a:pt x="2822" y="2003"/>
                      <a:pt x="2810" y="1996"/>
                    </a:cubicBezTo>
                    <a:cubicBezTo>
                      <a:pt x="2766" y="1970"/>
                      <a:pt x="2726" y="1940"/>
                      <a:pt x="2689" y="1905"/>
                    </a:cubicBezTo>
                    <a:cubicBezTo>
                      <a:pt x="2612" y="1824"/>
                      <a:pt x="2533" y="1745"/>
                      <a:pt x="2457" y="1662"/>
                    </a:cubicBezTo>
                    <a:cubicBezTo>
                      <a:pt x="2401" y="1602"/>
                      <a:pt x="2340" y="1545"/>
                      <a:pt x="2275" y="1494"/>
                    </a:cubicBezTo>
                    <a:cubicBezTo>
                      <a:pt x="2137" y="1385"/>
                      <a:pt x="1988" y="1290"/>
                      <a:pt x="1855" y="1174"/>
                    </a:cubicBezTo>
                    <a:cubicBezTo>
                      <a:pt x="1759" y="1086"/>
                      <a:pt x="1656" y="1006"/>
                      <a:pt x="1546" y="936"/>
                    </a:cubicBezTo>
                    <a:cubicBezTo>
                      <a:pt x="1521" y="921"/>
                      <a:pt x="1499" y="901"/>
                      <a:pt x="1476" y="883"/>
                    </a:cubicBezTo>
                    <a:cubicBezTo>
                      <a:pt x="1399" y="827"/>
                      <a:pt x="1335" y="751"/>
                      <a:pt x="1233" y="734"/>
                    </a:cubicBezTo>
                    <a:cubicBezTo>
                      <a:pt x="1197" y="728"/>
                      <a:pt x="1166" y="705"/>
                      <a:pt x="1129" y="695"/>
                    </a:cubicBezTo>
                    <a:cubicBezTo>
                      <a:pt x="1092" y="685"/>
                      <a:pt x="1069" y="648"/>
                      <a:pt x="1041" y="622"/>
                    </a:cubicBezTo>
                    <a:cubicBezTo>
                      <a:pt x="1034" y="616"/>
                      <a:pt x="1020" y="611"/>
                      <a:pt x="1030" y="596"/>
                    </a:cubicBezTo>
                    <a:cubicBezTo>
                      <a:pt x="1066" y="601"/>
                      <a:pt x="1092" y="625"/>
                      <a:pt x="1124" y="641"/>
                    </a:cubicBezTo>
                    <a:cubicBezTo>
                      <a:pt x="1121" y="635"/>
                      <a:pt x="1118" y="629"/>
                      <a:pt x="1115" y="623"/>
                    </a:cubicBezTo>
                    <a:cubicBezTo>
                      <a:pt x="1105" y="606"/>
                      <a:pt x="1090" y="591"/>
                      <a:pt x="1073" y="581"/>
                    </a:cubicBezTo>
                    <a:cubicBezTo>
                      <a:pt x="1024" y="550"/>
                      <a:pt x="981" y="508"/>
                      <a:pt x="924" y="492"/>
                    </a:cubicBezTo>
                    <a:cubicBezTo>
                      <a:pt x="899" y="485"/>
                      <a:pt x="900" y="465"/>
                      <a:pt x="913" y="454"/>
                    </a:cubicBezTo>
                    <a:cubicBezTo>
                      <a:pt x="937" y="432"/>
                      <a:pt x="963" y="413"/>
                      <a:pt x="991" y="396"/>
                    </a:cubicBezTo>
                    <a:cubicBezTo>
                      <a:pt x="1009" y="386"/>
                      <a:pt x="1027" y="378"/>
                      <a:pt x="1046" y="370"/>
                    </a:cubicBezTo>
                    <a:cubicBezTo>
                      <a:pt x="1027" y="387"/>
                      <a:pt x="1007" y="403"/>
                      <a:pt x="986" y="417"/>
                    </a:cubicBezTo>
                    <a:cubicBezTo>
                      <a:pt x="962" y="433"/>
                      <a:pt x="941" y="453"/>
                      <a:pt x="926" y="477"/>
                    </a:cubicBezTo>
                    <a:cubicBezTo>
                      <a:pt x="967" y="479"/>
                      <a:pt x="982" y="446"/>
                      <a:pt x="1007" y="431"/>
                    </a:cubicBezTo>
                    <a:cubicBezTo>
                      <a:pt x="1032" y="416"/>
                      <a:pt x="1052" y="391"/>
                      <a:pt x="1088" y="378"/>
                    </a:cubicBezTo>
                    <a:cubicBezTo>
                      <a:pt x="1065" y="415"/>
                      <a:pt x="1025" y="425"/>
                      <a:pt x="1009" y="467"/>
                    </a:cubicBezTo>
                    <a:cubicBezTo>
                      <a:pt x="1051" y="451"/>
                      <a:pt x="1073" y="420"/>
                      <a:pt x="1110" y="412"/>
                    </a:cubicBezTo>
                    <a:cubicBezTo>
                      <a:pt x="1087" y="436"/>
                      <a:pt x="1061" y="454"/>
                      <a:pt x="1037" y="475"/>
                    </a:cubicBezTo>
                    <a:cubicBezTo>
                      <a:pt x="1027" y="484"/>
                      <a:pt x="996" y="489"/>
                      <a:pt x="1013" y="509"/>
                    </a:cubicBezTo>
                    <a:cubicBezTo>
                      <a:pt x="1030" y="529"/>
                      <a:pt x="1038" y="499"/>
                      <a:pt x="1051" y="492"/>
                    </a:cubicBezTo>
                    <a:cubicBezTo>
                      <a:pt x="1072" y="480"/>
                      <a:pt x="1084" y="452"/>
                      <a:pt x="1121" y="445"/>
                    </a:cubicBezTo>
                    <a:lnTo>
                      <a:pt x="1036" y="534"/>
                    </a:lnTo>
                    <a:cubicBezTo>
                      <a:pt x="1101" y="520"/>
                      <a:pt x="1124" y="466"/>
                      <a:pt x="1172" y="445"/>
                    </a:cubicBezTo>
                    <a:cubicBezTo>
                      <a:pt x="1174" y="463"/>
                      <a:pt x="1158" y="467"/>
                      <a:pt x="1153" y="477"/>
                    </a:cubicBezTo>
                    <a:cubicBezTo>
                      <a:pt x="1139" y="510"/>
                      <a:pt x="1172" y="477"/>
                      <a:pt x="1172" y="497"/>
                    </a:cubicBezTo>
                    <a:cubicBezTo>
                      <a:pt x="1161" y="508"/>
                      <a:pt x="1148" y="522"/>
                      <a:pt x="1134" y="535"/>
                    </a:cubicBezTo>
                    <a:cubicBezTo>
                      <a:pt x="1128" y="542"/>
                      <a:pt x="1119" y="548"/>
                      <a:pt x="1110" y="541"/>
                    </a:cubicBezTo>
                    <a:cubicBezTo>
                      <a:pt x="1095" y="528"/>
                      <a:pt x="1086" y="538"/>
                      <a:pt x="1081" y="549"/>
                    </a:cubicBezTo>
                    <a:cubicBezTo>
                      <a:pt x="1076" y="561"/>
                      <a:pt x="1090" y="567"/>
                      <a:pt x="1098" y="573"/>
                    </a:cubicBezTo>
                    <a:cubicBezTo>
                      <a:pt x="1116" y="585"/>
                      <a:pt x="1129" y="576"/>
                      <a:pt x="1142" y="564"/>
                    </a:cubicBezTo>
                    <a:cubicBezTo>
                      <a:pt x="1167" y="541"/>
                      <a:pt x="1192" y="518"/>
                      <a:pt x="1217" y="495"/>
                    </a:cubicBezTo>
                    <a:cubicBezTo>
                      <a:pt x="1209" y="533"/>
                      <a:pt x="1175" y="551"/>
                      <a:pt x="1157" y="581"/>
                    </a:cubicBezTo>
                    <a:cubicBezTo>
                      <a:pt x="1177" y="590"/>
                      <a:pt x="1183" y="561"/>
                      <a:pt x="1202" y="569"/>
                    </a:cubicBezTo>
                    <a:cubicBezTo>
                      <a:pt x="1202" y="590"/>
                      <a:pt x="1171" y="593"/>
                      <a:pt x="1171" y="622"/>
                    </a:cubicBezTo>
                    <a:cubicBezTo>
                      <a:pt x="1209" y="607"/>
                      <a:pt x="1231" y="574"/>
                      <a:pt x="1267" y="558"/>
                    </a:cubicBezTo>
                    <a:cubicBezTo>
                      <a:pt x="1263" y="577"/>
                      <a:pt x="1256" y="596"/>
                      <a:pt x="1246" y="613"/>
                    </a:cubicBezTo>
                    <a:cubicBezTo>
                      <a:pt x="1240" y="623"/>
                      <a:pt x="1234" y="632"/>
                      <a:pt x="1226" y="641"/>
                    </a:cubicBezTo>
                    <a:cubicBezTo>
                      <a:pt x="1244" y="654"/>
                      <a:pt x="1258" y="655"/>
                      <a:pt x="1268" y="641"/>
                    </a:cubicBezTo>
                    <a:cubicBezTo>
                      <a:pt x="1274" y="634"/>
                      <a:pt x="1280" y="626"/>
                      <a:pt x="1284" y="618"/>
                    </a:cubicBezTo>
                    <a:cubicBezTo>
                      <a:pt x="1295" y="599"/>
                      <a:pt x="1302" y="578"/>
                      <a:pt x="1303" y="556"/>
                    </a:cubicBezTo>
                    <a:cubicBezTo>
                      <a:pt x="1303" y="523"/>
                      <a:pt x="1303" y="490"/>
                      <a:pt x="1303" y="457"/>
                    </a:cubicBezTo>
                    <a:cubicBezTo>
                      <a:pt x="1315" y="454"/>
                      <a:pt x="1330" y="457"/>
                      <a:pt x="1331" y="439"/>
                    </a:cubicBezTo>
                    <a:cubicBezTo>
                      <a:pt x="1332" y="436"/>
                      <a:pt x="1332" y="433"/>
                      <a:pt x="1332" y="430"/>
                    </a:cubicBezTo>
                    <a:cubicBezTo>
                      <a:pt x="1332" y="407"/>
                      <a:pt x="1329" y="385"/>
                      <a:pt x="1322" y="363"/>
                    </a:cubicBezTo>
                    <a:cubicBezTo>
                      <a:pt x="1320" y="353"/>
                      <a:pt x="1311" y="350"/>
                      <a:pt x="1301" y="354"/>
                    </a:cubicBezTo>
                    <a:cubicBezTo>
                      <a:pt x="1291" y="358"/>
                      <a:pt x="1280" y="361"/>
                      <a:pt x="1269" y="363"/>
                    </a:cubicBezTo>
                    <a:cubicBezTo>
                      <a:pt x="1201" y="369"/>
                      <a:pt x="1131" y="383"/>
                      <a:pt x="1077" y="322"/>
                    </a:cubicBezTo>
                    <a:cubicBezTo>
                      <a:pt x="1087" y="322"/>
                      <a:pt x="1100" y="329"/>
                      <a:pt x="1105" y="315"/>
                    </a:cubicBezTo>
                    <a:cubicBezTo>
                      <a:pt x="1116" y="291"/>
                      <a:pt x="1121" y="266"/>
                      <a:pt x="1121" y="239"/>
                    </a:cubicBezTo>
                    <a:cubicBezTo>
                      <a:pt x="1121" y="225"/>
                      <a:pt x="1120" y="211"/>
                      <a:pt x="1116" y="197"/>
                    </a:cubicBezTo>
                    <a:lnTo>
                      <a:pt x="1037" y="233"/>
                    </a:lnTo>
                    <a:cubicBezTo>
                      <a:pt x="1052" y="261"/>
                      <a:pt x="1064" y="290"/>
                      <a:pt x="1072" y="320"/>
                    </a:cubicBezTo>
                    <a:cubicBezTo>
                      <a:pt x="1063" y="314"/>
                      <a:pt x="1055" y="306"/>
                      <a:pt x="1050" y="297"/>
                    </a:cubicBezTo>
                    <a:cubicBezTo>
                      <a:pt x="1045" y="289"/>
                      <a:pt x="1042" y="280"/>
                      <a:pt x="1042" y="271"/>
                    </a:cubicBezTo>
                    <a:cubicBezTo>
                      <a:pt x="1039" y="258"/>
                      <a:pt x="987" y="280"/>
                      <a:pt x="1023" y="244"/>
                    </a:cubicBezTo>
                    <a:cubicBezTo>
                      <a:pt x="1025" y="243"/>
                      <a:pt x="1017" y="238"/>
                      <a:pt x="1012" y="236"/>
                    </a:cubicBezTo>
                    <a:cubicBezTo>
                      <a:pt x="955" y="218"/>
                      <a:pt x="954" y="216"/>
                      <a:pt x="966" y="157"/>
                    </a:cubicBezTo>
                    <a:cubicBezTo>
                      <a:pt x="971" y="139"/>
                      <a:pt x="973" y="121"/>
                      <a:pt x="973" y="102"/>
                    </a:cubicBezTo>
                    <a:cubicBezTo>
                      <a:pt x="973" y="93"/>
                      <a:pt x="972" y="84"/>
                      <a:pt x="971" y="75"/>
                    </a:cubicBezTo>
                    <a:cubicBezTo>
                      <a:pt x="949" y="79"/>
                      <a:pt x="946" y="105"/>
                      <a:pt x="926" y="106"/>
                    </a:cubicBezTo>
                    <a:moveTo>
                      <a:pt x="3286" y="4335"/>
                    </a:moveTo>
                    <a:cubicBezTo>
                      <a:pt x="3293" y="4334"/>
                      <a:pt x="3300" y="4331"/>
                      <a:pt x="3306" y="4328"/>
                    </a:cubicBezTo>
                    <a:cubicBezTo>
                      <a:pt x="3315" y="4322"/>
                      <a:pt x="3323" y="4315"/>
                      <a:pt x="3328" y="4307"/>
                    </a:cubicBezTo>
                    <a:cubicBezTo>
                      <a:pt x="3329" y="4305"/>
                      <a:pt x="3329" y="4304"/>
                      <a:pt x="3330" y="4302"/>
                    </a:cubicBezTo>
                    <a:cubicBezTo>
                      <a:pt x="3346" y="4296"/>
                      <a:pt x="3362" y="4289"/>
                      <a:pt x="3377" y="4280"/>
                    </a:cubicBezTo>
                    <a:cubicBezTo>
                      <a:pt x="3405" y="4264"/>
                      <a:pt x="3430" y="4244"/>
                      <a:pt x="3451" y="4219"/>
                    </a:cubicBezTo>
                    <a:cubicBezTo>
                      <a:pt x="3414" y="4237"/>
                      <a:pt x="3386" y="4254"/>
                      <a:pt x="3356" y="4265"/>
                    </a:cubicBezTo>
                    <a:cubicBezTo>
                      <a:pt x="3353" y="4266"/>
                      <a:pt x="3351" y="4266"/>
                      <a:pt x="3348" y="4268"/>
                    </a:cubicBezTo>
                    <a:cubicBezTo>
                      <a:pt x="3342" y="4270"/>
                      <a:pt x="3338" y="4275"/>
                      <a:pt x="3335" y="4281"/>
                    </a:cubicBezTo>
                    <a:cubicBezTo>
                      <a:pt x="3332" y="4286"/>
                      <a:pt x="3330" y="4293"/>
                      <a:pt x="3330" y="4299"/>
                    </a:cubicBezTo>
                    <a:cubicBezTo>
                      <a:pt x="3330" y="4301"/>
                      <a:pt x="3331" y="4302"/>
                      <a:pt x="3331" y="4303"/>
                    </a:cubicBezTo>
                    <a:cubicBezTo>
                      <a:pt x="3323" y="4304"/>
                      <a:pt x="3316" y="4306"/>
                      <a:pt x="3310" y="4310"/>
                    </a:cubicBezTo>
                    <a:cubicBezTo>
                      <a:pt x="3302" y="4315"/>
                      <a:pt x="3295" y="4321"/>
                      <a:pt x="3291" y="4329"/>
                    </a:cubicBezTo>
                    <a:cubicBezTo>
                      <a:pt x="3289" y="4332"/>
                      <a:pt x="3288" y="4334"/>
                      <a:pt x="3287" y="4337"/>
                    </a:cubicBezTo>
                    <a:cubicBezTo>
                      <a:pt x="3266" y="4334"/>
                      <a:pt x="3256" y="4347"/>
                      <a:pt x="3248" y="4363"/>
                    </a:cubicBezTo>
                    <a:cubicBezTo>
                      <a:pt x="3264" y="4359"/>
                      <a:pt x="3280" y="4354"/>
                      <a:pt x="3286" y="4335"/>
                    </a:cubicBezTo>
                    <a:moveTo>
                      <a:pt x="2719" y="3830"/>
                    </a:moveTo>
                    <a:cubicBezTo>
                      <a:pt x="2729" y="3820"/>
                      <a:pt x="2743" y="3835"/>
                      <a:pt x="2754" y="3825"/>
                    </a:cubicBezTo>
                    <a:cubicBezTo>
                      <a:pt x="2761" y="3820"/>
                      <a:pt x="2769" y="3814"/>
                      <a:pt x="2766" y="3804"/>
                    </a:cubicBezTo>
                    <a:lnTo>
                      <a:pt x="2766" y="3803"/>
                    </a:lnTo>
                    <a:cubicBezTo>
                      <a:pt x="2764" y="3800"/>
                      <a:pt x="2761" y="3796"/>
                      <a:pt x="2758" y="3795"/>
                    </a:cubicBezTo>
                    <a:cubicBezTo>
                      <a:pt x="2757" y="3794"/>
                      <a:pt x="2756" y="3794"/>
                      <a:pt x="2755" y="3794"/>
                    </a:cubicBezTo>
                    <a:cubicBezTo>
                      <a:pt x="2752" y="3792"/>
                      <a:pt x="2749" y="3792"/>
                      <a:pt x="2747" y="3792"/>
                    </a:cubicBezTo>
                    <a:cubicBezTo>
                      <a:pt x="2744" y="3792"/>
                      <a:pt x="2742" y="3792"/>
                      <a:pt x="2740" y="3794"/>
                    </a:cubicBezTo>
                    <a:cubicBezTo>
                      <a:pt x="2737" y="3795"/>
                      <a:pt x="2736" y="3796"/>
                      <a:pt x="2735" y="3799"/>
                    </a:cubicBezTo>
                    <a:cubicBezTo>
                      <a:pt x="2734" y="3800"/>
                      <a:pt x="2734" y="3801"/>
                      <a:pt x="2734" y="3802"/>
                    </a:cubicBezTo>
                    <a:cubicBezTo>
                      <a:pt x="2730" y="3812"/>
                      <a:pt x="2724" y="3821"/>
                      <a:pt x="2719" y="3831"/>
                    </a:cubicBezTo>
                    <a:cubicBezTo>
                      <a:pt x="2719" y="3810"/>
                      <a:pt x="2738" y="3785"/>
                      <a:pt x="2707" y="3770"/>
                    </a:cubicBezTo>
                    <a:cubicBezTo>
                      <a:pt x="2698" y="3766"/>
                      <a:pt x="2688" y="3758"/>
                      <a:pt x="2681" y="3772"/>
                    </a:cubicBezTo>
                    <a:cubicBezTo>
                      <a:pt x="2674" y="3786"/>
                      <a:pt x="2670" y="3794"/>
                      <a:pt x="2685" y="3804"/>
                    </a:cubicBezTo>
                    <a:cubicBezTo>
                      <a:pt x="2699" y="3813"/>
                      <a:pt x="2717" y="3809"/>
                      <a:pt x="2719" y="3830"/>
                    </a:cubicBezTo>
                    <a:moveTo>
                      <a:pt x="2409" y="4398"/>
                    </a:moveTo>
                    <a:cubicBezTo>
                      <a:pt x="2398" y="4406"/>
                      <a:pt x="2409" y="4367"/>
                      <a:pt x="2392" y="4389"/>
                    </a:cubicBezTo>
                    <a:cubicBezTo>
                      <a:pt x="2389" y="4393"/>
                      <a:pt x="2386" y="4397"/>
                      <a:pt x="2384" y="4401"/>
                    </a:cubicBezTo>
                    <a:cubicBezTo>
                      <a:pt x="2379" y="4410"/>
                      <a:pt x="2376" y="4420"/>
                      <a:pt x="2376" y="4430"/>
                    </a:cubicBezTo>
                    <a:lnTo>
                      <a:pt x="2376" y="4431"/>
                    </a:lnTo>
                    <a:cubicBezTo>
                      <a:pt x="2394" y="4424"/>
                      <a:pt x="2391" y="4399"/>
                      <a:pt x="2411" y="4396"/>
                    </a:cubicBezTo>
                    <a:cubicBezTo>
                      <a:pt x="2409" y="4415"/>
                      <a:pt x="2393" y="4431"/>
                      <a:pt x="2396" y="4453"/>
                    </a:cubicBezTo>
                    <a:cubicBezTo>
                      <a:pt x="2398" y="4452"/>
                      <a:pt x="2400" y="4450"/>
                      <a:pt x="2401" y="4450"/>
                    </a:cubicBezTo>
                    <a:cubicBezTo>
                      <a:pt x="2409" y="4445"/>
                      <a:pt x="2415" y="4439"/>
                      <a:pt x="2420" y="4431"/>
                    </a:cubicBezTo>
                    <a:lnTo>
                      <a:pt x="2421" y="4430"/>
                    </a:lnTo>
                    <a:cubicBezTo>
                      <a:pt x="2445" y="4401"/>
                      <a:pt x="2465" y="4369"/>
                      <a:pt x="2485" y="4337"/>
                    </a:cubicBezTo>
                    <a:cubicBezTo>
                      <a:pt x="2487" y="4332"/>
                      <a:pt x="2490" y="4329"/>
                      <a:pt x="2492" y="4324"/>
                    </a:cubicBezTo>
                    <a:cubicBezTo>
                      <a:pt x="2493" y="4324"/>
                      <a:pt x="2494" y="4323"/>
                      <a:pt x="2496" y="4323"/>
                    </a:cubicBezTo>
                    <a:cubicBezTo>
                      <a:pt x="2515" y="4311"/>
                      <a:pt x="2531" y="4295"/>
                      <a:pt x="2542" y="4276"/>
                    </a:cubicBezTo>
                    <a:cubicBezTo>
                      <a:pt x="2547" y="4268"/>
                      <a:pt x="2550" y="4260"/>
                      <a:pt x="2553" y="4251"/>
                    </a:cubicBezTo>
                    <a:cubicBezTo>
                      <a:pt x="2571" y="4209"/>
                      <a:pt x="2588" y="4165"/>
                      <a:pt x="2603" y="4122"/>
                    </a:cubicBezTo>
                    <a:cubicBezTo>
                      <a:pt x="2606" y="4113"/>
                      <a:pt x="2618" y="4102"/>
                      <a:pt x="2603" y="4089"/>
                    </a:cubicBezTo>
                    <a:cubicBezTo>
                      <a:pt x="2561" y="4165"/>
                      <a:pt x="2524" y="4243"/>
                      <a:pt x="2493" y="4324"/>
                    </a:cubicBezTo>
                    <a:cubicBezTo>
                      <a:pt x="2492" y="4324"/>
                      <a:pt x="2490" y="4324"/>
                      <a:pt x="2488" y="4324"/>
                    </a:cubicBezTo>
                    <a:cubicBezTo>
                      <a:pt x="2477" y="4324"/>
                      <a:pt x="2465" y="4327"/>
                      <a:pt x="2455" y="4333"/>
                    </a:cubicBezTo>
                    <a:cubicBezTo>
                      <a:pt x="2445" y="4338"/>
                      <a:pt x="2437" y="4347"/>
                      <a:pt x="2431" y="4357"/>
                    </a:cubicBezTo>
                    <a:cubicBezTo>
                      <a:pt x="2428" y="4362"/>
                      <a:pt x="2426" y="4367"/>
                      <a:pt x="2425" y="4373"/>
                    </a:cubicBezTo>
                    <a:cubicBezTo>
                      <a:pt x="2423" y="4376"/>
                      <a:pt x="2422" y="4379"/>
                      <a:pt x="2420" y="4382"/>
                    </a:cubicBezTo>
                    <a:cubicBezTo>
                      <a:pt x="2417" y="4388"/>
                      <a:pt x="2413" y="4393"/>
                      <a:pt x="2409" y="4398"/>
                    </a:cubicBezTo>
                    <a:moveTo>
                      <a:pt x="3069" y="3908"/>
                    </a:moveTo>
                    <a:cubicBezTo>
                      <a:pt x="3058" y="3925"/>
                      <a:pt x="3054" y="3954"/>
                      <a:pt x="3024" y="3928"/>
                    </a:cubicBezTo>
                    <a:cubicBezTo>
                      <a:pt x="3023" y="3927"/>
                      <a:pt x="3021" y="3926"/>
                      <a:pt x="3020" y="3925"/>
                    </a:cubicBezTo>
                    <a:cubicBezTo>
                      <a:pt x="3012" y="3920"/>
                      <a:pt x="3003" y="3917"/>
                      <a:pt x="2994" y="3915"/>
                    </a:cubicBezTo>
                    <a:cubicBezTo>
                      <a:pt x="2958" y="3900"/>
                      <a:pt x="2921" y="3890"/>
                      <a:pt x="2882" y="3886"/>
                    </a:cubicBezTo>
                    <a:cubicBezTo>
                      <a:pt x="2948" y="3926"/>
                      <a:pt x="3044" y="3958"/>
                      <a:pt x="3092" y="3956"/>
                    </a:cubicBezTo>
                    <a:cubicBezTo>
                      <a:pt x="3092" y="3945"/>
                      <a:pt x="3089" y="3935"/>
                      <a:pt x="3083" y="3925"/>
                    </a:cubicBezTo>
                    <a:cubicBezTo>
                      <a:pt x="3079" y="3918"/>
                      <a:pt x="3073" y="3912"/>
                      <a:pt x="3067" y="3907"/>
                    </a:cubicBezTo>
                    <a:cubicBezTo>
                      <a:pt x="3075" y="3902"/>
                      <a:pt x="3089" y="3911"/>
                      <a:pt x="3093" y="3897"/>
                    </a:cubicBezTo>
                    <a:cubicBezTo>
                      <a:pt x="3085" y="3884"/>
                      <a:pt x="3071" y="3873"/>
                      <a:pt x="3059" y="3882"/>
                    </a:cubicBezTo>
                    <a:cubicBezTo>
                      <a:pt x="3047" y="3890"/>
                      <a:pt x="3069" y="3898"/>
                      <a:pt x="3069" y="3908"/>
                    </a:cubicBezTo>
                    <a:moveTo>
                      <a:pt x="2234" y="4286"/>
                    </a:moveTo>
                    <a:lnTo>
                      <a:pt x="2109" y="4322"/>
                    </a:lnTo>
                    <a:cubicBezTo>
                      <a:pt x="2093" y="4327"/>
                      <a:pt x="2078" y="4332"/>
                      <a:pt x="2063" y="4341"/>
                    </a:cubicBezTo>
                    <a:cubicBezTo>
                      <a:pt x="2044" y="4351"/>
                      <a:pt x="2028" y="4366"/>
                      <a:pt x="2014" y="4383"/>
                    </a:cubicBezTo>
                    <a:cubicBezTo>
                      <a:pt x="2020" y="4383"/>
                      <a:pt x="2024" y="4385"/>
                      <a:pt x="2027" y="4384"/>
                    </a:cubicBezTo>
                    <a:cubicBezTo>
                      <a:pt x="2091" y="4360"/>
                      <a:pt x="2152" y="4325"/>
                      <a:pt x="2218" y="4305"/>
                    </a:cubicBezTo>
                    <a:cubicBezTo>
                      <a:pt x="2229" y="4302"/>
                      <a:pt x="2229" y="4292"/>
                      <a:pt x="2234" y="4284"/>
                    </a:cubicBezTo>
                    <a:cubicBezTo>
                      <a:pt x="2275" y="4298"/>
                      <a:pt x="2302" y="4268"/>
                      <a:pt x="2336" y="4255"/>
                    </a:cubicBezTo>
                    <a:cubicBezTo>
                      <a:pt x="2327" y="4238"/>
                      <a:pt x="2317" y="4236"/>
                      <a:pt x="2304" y="4245"/>
                    </a:cubicBezTo>
                    <a:cubicBezTo>
                      <a:pt x="2281" y="4260"/>
                      <a:pt x="2257" y="4271"/>
                      <a:pt x="2234" y="4286"/>
                    </a:cubicBezTo>
                    <a:moveTo>
                      <a:pt x="3794" y="3585"/>
                    </a:moveTo>
                    <a:cubicBezTo>
                      <a:pt x="3790" y="3567"/>
                      <a:pt x="3805" y="3554"/>
                      <a:pt x="3808" y="3539"/>
                    </a:cubicBezTo>
                    <a:cubicBezTo>
                      <a:pt x="3811" y="3523"/>
                      <a:pt x="3820" y="3510"/>
                      <a:pt x="3806" y="3496"/>
                    </a:cubicBezTo>
                    <a:cubicBezTo>
                      <a:pt x="3800" y="3503"/>
                      <a:pt x="3795" y="3510"/>
                      <a:pt x="3791" y="3518"/>
                    </a:cubicBezTo>
                    <a:cubicBezTo>
                      <a:pt x="3768" y="3556"/>
                      <a:pt x="3757" y="3600"/>
                      <a:pt x="3756" y="3645"/>
                    </a:cubicBezTo>
                    <a:cubicBezTo>
                      <a:pt x="3776" y="3629"/>
                      <a:pt x="3772" y="3596"/>
                      <a:pt x="3796" y="3583"/>
                    </a:cubicBezTo>
                    <a:cubicBezTo>
                      <a:pt x="3769" y="3646"/>
                      <a:pt x="3759" y="3717"/>
                      <a:pt x="3721" y="3777"/>
                    </a:cubicBezTo>
                    <a:cubicBezTo>
                      <a:pt x="3734" y="3761"/>
                      <a:pt x="3760" y="3763"/>
                      <a:pt x="3769" y="3739"/>
                    </a:cubicBezTo>
                    <a:cubicBezTo>
                      <a:pt x="3779" y="3711"/>
                      <a:pt x="3797" y="3684"/>
                      <a:pt x="3806" y="3655"/>
                    </a:cubicBezTo>
                    <a:cubicBezTo>
                      <a:pt x="3810" y="3646"/>
                      <a:pt x="3812" y="3637"/>
                      <a:pt x="3812" y="3628"/>
                    </a:cubicBezTo>
                    <a:cubicBezTo>
                      <a:pt x="3812" y="3617"/>
                      <a:pt x="3808" y="3605"/>
                      <a:pt x="3803" y="3596"/>
                    </a:cubicBezTo>
                    <a:cubicBezTo>
                      <a:pt x="3800" y="3591"/>
                      <a:pt x="3798" y="3587"/>
                      <a:pt x="3794" y="3583"/>
                    </a:cubicBezTo>
                    <a:lnTo>
                      <a:pt x="3794" y="3585"/>
                    </a:lnTo>
                    <a:moveTo>
                      <a:pt x="2439" y="4061"/>
                    </a:moveTo>
                    <a:cubicBezTo>
                      <a:pt x="2450" y="4065"/>
                      <a:pt x="2470" y="4068"/>
                      <a:pt x="2449" y="4084"/>
                    </a:cubicBezTo>
                    <a:cubicBezTo>
                      <a:pt x="2424" y="4103"/>
                      <a:pt x="2404" y="4127"/>
                      <a:pt x="2388" y="4154"/>
                    </a:cubicBezTo>
                    <a:cubicBezTo>
                      <a:pt x="2403" y="4162"/>
                      <a:pt x="2414" y="4165"/>
                      <a:pt x="2424" y="4158"/>
                    </a:cubicBezTo>
                    <a:cubicBezTo>
                      <a:pt x="2462" y="4133"/>
                      <a:pt x="2475" y="4088"/>
                      <a:pt x="2503" y="4055"/>
                    </a:cubicBezTo>
                    <a:cubicBezTo>
                      <a:pt x="2504" y="4053"/>
                      <a:pt x="2505" y="4051"/>
                      <a:pt x="2505" y="4049"/>
                    </a:cubicBezTo>
                    <a:cubicBezTo>
                      <a:pt x="2505" y="4046"/>
                      <a:pt x="2504" y="4044"/>
                      <a:pt x="2503" y="4042"/>
                    </a:cubicBezTo>
                    <a:cubicBezTo>
                      <a:pt x="2502" y="4040"/>
                      <a:pt x="2500" y="4038"/>
                      <a:pt x="2498" y="4037"/>
                    </a:cubicBezTo>
                    <a:cubicBezTo>
                      <a:pt x="2496" y="4036"/>
                      <a:pt x="2494" y="4035"/>
                      <a:pt x="2492" y="4035"/>
                    </a:cubicBezTo>
                    <a:cubicBezTo>
                      <a:pt x="2471" y="4037"/>
                      <a:pt x="2447" y="4030"/>
                      <a:pt x="2436" y="4057"/>
                    </a:cubicBezTo>
                    <a:cubicBezTo>
                      <a:pt x="2372" y="4084"/>
                      <a:pt x="2341" y="4121"/>
                      <a:pt x="2341" y="4177"/>
                    </a:cubicBezTo>
                    <a:lnTo>
                      <a:pt x="2439" y="4061"/>
                    </a:lnTo>
                    <a:moveTo>
                      <a:pt x="3153" y="3972"/>
                    </a:moveTo>
                    <a:cubicBezTo>
                      <a:pt x="3151" y="3911"/>
                      <a:pt x="3151" y="3911"/>
                      <a:pt x="3114" y="3902"/>
                    </a:cubicBezTo>
                    <a:cubicBezTo>
                      <a:pt x="3102" y="3966"/>
                      <a:pt x="3104" y="3969"/>
                      <a:pt x="3155" y="3971"/>
                    </a:cubicBezTo>
                    <a:lnTo>
                      <a:pt x="3181" y="4001"/>
                    </a:lnTo>
                    <a:cubicBezTo>
                      <a:pt x="3201" y="3998"/>
                      <a:pt x="3194" y="3967"/>
                      <a:pt x="3221" y="3972"/>
                    </a:cubicBezTo>
                    <a:cubicBezTo>
                      <a:pt x="3231" y="3986"/>
                      <a:pt x="3219" y="4008"/>
                      <a:pt x="3229" y="4023"/>
                    </a:cubicBezTo>
                    <a:cubicBezTo>
                      <a:pt x="3284" y="4014"/>
                      <a:pt x="3294" y="3963"/>
                      <a:pt x="3325" y="3930"/>
                    </a:cubicBezTo>
                    <a:cubicBezTo>
                      <a:pt x="3303" y="3937"/>
                      <a:pt x="3281" y="3942"/>
                      <a:pt x="3258" y="3944"/>
                    </a:cubicBezTo>
                    <a:cubicBezTo>
                      <a:pt x="3223" y="3954"/>
                      <a:pt x="3185" y="3952"/>
                      <a:pt x="3153" y="3972"/>
                    </a:cubicBezTo>
                    <a:moveTo>
                      <a:pt x="2566" y="3977"/>
                    </a:moveTo>
                    <a:cubicBezTo>
                      <a:pt x="2579" y="3979"/>
                      <a:pt x="2591" y="3980"/>
                      <a:pt x="2604" y="3982"/>
                    </a:cubicBezTo>
                    <a:cubicBezTo>
                      <a:pt x="2616" y="3983"/>
                      <a:pt x="2623" y="3983"/>
                      <a:pt x="2624" y="3971"/>
                    </a:cubicBezTo>
                    <a:cubicBezTo>
                      <a:pt x="2625" y="3958"/>
                      <a:pt x="2624" y="3950"/>
                      <a:pt x="2609" y="3948"/>
                    </a:cubicBezTo>
                    <a:cubicBezTo>
                      <a:pt x="2536" y="3938"/>
                      <a:pt x="2464" y="3927"/>
                      <a:pt x="2390" y="3916"/>
                    </a:cubicBezTo>
                    <a:cubicBezTo>
                      <a:pt x="2390" y="3932"/>
                      <a:pt x="2396" y="3939"/>
                      <a:pt x="2410" y="3938"/>
                    </a:cubicBezTo>
                    <a:cubicBezTo>
                      <a:pt x="2412" y="3938"/>
                      <a:pt x="2415" y="3938"/>
                      <a:pt x="2417" y="3938"/>
                    </a:cubicBezTo>
                    <a:cubicBezTo>
                      <a:pt x="2429" y="3938"/>
                      <a:pt x="2440" y="3941"/>
                      <a:pt x="2450" y="3946"/>
                    </a:cubicBezTo>
                    <a:cubicBezTo>
                      <a:pt x="2454" y="3948"/>
                      <a:pt x="2457" y="3951"/>
                      <a:pt x="2460" y="3954"/>
                    </a:cubicBezTo>
                    <a:cubicBezTo>
                      <a:pt x="2455" y="3954"/>
                      <a:pt x="2448" y="3954"/>
                      <a:pt x="2445" y="3957"/>
                    </a:cubicBezTo>
                    <a:cubicBezTo>
                      <a:pt x="2441" y="3960"/>
                      <a:pt x="2441" y="3970"/>
                      <a:pt x="2449" y="3972"/>
                    </a:cubicBezTo>
                    <a:cubicBezTo>
                      <a:pt x="2482" y="3981"/>
                      <a:pt x="2515" y="3989"/>
                      <a:pt x="2553" y="3998"/>
                    </a:cubicBezTo>
                    <a:cubicBezTo>
                      <a:pt x="2542" y="4000"/>
                      <a:pt x="2532" y="4002"/>
                      <a:pt x="2522" y="4006"/>
                    </a:cubicBezTo>
                    <a:cubicBezTo>
                      <a:pt x="2516" y="4009"/>
                      <a:pt x="2512" y="4019"/>
                      <a:pt x="2522" y="4022"/>
                    </a:cubicBezTo>
                    <a:cubicBezTo>
                      <a:pt x="2526" y="4023"/>
                      <a:pt x="2530" y="4024"/>
                      <a:pt x="2535" y="4024"/>
                    </a:cubicBezTo>
                    <a:cubicBezTo>
                      <a:pt x="2546" y="4024"/>
                      <a:pt x="2556" y="4021"/>
                      <a:pt x="2566" y="4015"/>
                    </a:cubicBezTo>
                    <a:cubicBezTo>
                      <a:pt x="2570" y="4013"/>
                      <a:pt x="2573" y="4010"/>
                      <a:pt x="2576" y="4007"/>
                    </a:cubicBezTo>
                    <a:cubicBezTo>
                      <a:pt x="2589" y="3999"/>
                      <a:pt x="2566" y="3989"/>
                      <a:pt x="2566" y="3977"/>
                    </a:cubicBezTo>
                    <a:moveTo>
                      <a:pt x="4119" y="3260"/>
                    </a:moveTo>
                    <a:cubicBezTo>
                      <a:pt x="4121" y="3253"/>
                      <a:pt x="4123" y="3245"/>
                      <a:pt x="4123" y="3237"/>
                    </a:cubicBezTo>
                    <a:cubicBezTo>
                      <a:pt x="4123" y="3226"/>
                      <a:pt x="4120" y="3215"/>
                      <a:pt x="4115" y="3205"/>
                    </a:cubicBezTo>
                    <a:cubicBezTo>
                      <a:pt x="4113" y="3212"/>
                      <a:pt x="4112" y="3219"/>
                      <a:pt x="4112" y="3226"/>
                    </a:cubicBezTo>
                    <a:cubicBezTo>
                      <a:pt x="4112" y="3237"/>
                      <a:pt x="4115" y="3249"/>
                      <a:pt x="4119" y="3260"/>
                    </a:cubicBezTo>
                    <a:lnTo>
                      <a:pt x="4172" y="3583"/>
                    </a:lnTo>
                    <a:cubicBezTo>
                      <a:pt x="4186" y="3533"/>
                      <a:pt x="4193" y="3482"/>
                      <a:pt x="4193" y="3430"/>
                    </a:cubicBezTo>
                    <a:cubicBezTo>
                      <a:pt x="4193" y="3383"/>
                      <a:pt x="4187" y="3336"/>
                      <a:pt x="4176" y="3290"/>
                    </a:cubicBezTo>
                    <a:cubicBezTo>
                      <a:pt x="4153" y="3346"/>
                      <a:pt x="4193" y="3401"/>
                      <a:pt x="4178" y="3457"/>
                    </a:cubicBezTo>
                    <a:cubicBezTo>
                      <a:pt x="4159" y="3451"/>
                      <a:pt x="4160" y="3435"/>
                      <a:pt x="4157" y="3422"/>
                    </a:cubicBezTo>
                    <a:cubicBezTo>
                      <a:pt x="4149" y="3375"/>
                      <a:pt x="4142" y="3328"/>
                      <a:pt x="4134" y="3281"/>
                    </a:cubicBezTo>
                    <a:cubicBezTo>
                      <a:pt x="4132" y="3271"/>
                      <a:pt x="4130" y="3263"/>
                      <a:pt x="4119" y="3260"/>
                    </a:cubicBezTo>
                    <a:moveTo>
                      <a:pt x="2446" y="3280"/>
                    </a:moveTo>
                    <a:cubicBezTo>
                      <a:pt x="2429" y="3287"/>
                      <a:pt x="2415" y="3268"/>
                      <a:pt x="2397" y="3276"/>
                    </a:cubicBezTo>
                    <a:cubicBezTo>
                      <a:pt x="2378" y="3335"/>
                      <a:pt x="2363" y="3395"/>
                      <a:pt x="2351" y="3455"/>
                    </a:cubicBezTo>
                    <a:cubicBezTo>
                      <a:pt x="2348" y="3469"/>
                      <a:pt x="2345" y="3485"/>
                      <a:pt x="2366" y="3492"/>
                    </a:cubicBezTo>
                    <a:cubicBezTo>
                      <a:pt x="2378" y="3438"/>
                      <a:pt x="2393" y="3385"/>
                      <a:pt x="2411" y="3333"/>
                    </a:cubicBezTo>
                    <a:cubicBezTo>
                      <a:pt x="2420" y="3313"/>
                      <a:pt x="2424" y="3290"/>
                      <a:pt x="2446" y="3278"/>
                    </a:cubicBezTo>
                    <a:cubicBezTo>
                      <a:pt x="2439" y="3298"/>
                      <a:pt x="2433" y="3317"/>
                      <a:pt x="2426" y="3336"/>
                    </a:cubicBezTo>
                    <a:cubicBezTo>
                      <a:pt x="2407" y="3389"/>
                      <a:pt x="2392" y="3444"/>
                      <a:pt x="2381" y="3500"/>
                    </a:cubicBezTo>
                    <a:cubicBezTo>
                      <a:pt x="2378" y="3518"/>
                      <a:pt x="2371" y="3536"/>
                      <a:pt x="2393" y="3546"/>
                    </a:cubicBezTo>
                    <a:cubicBezTo>
                      <a:pt x="2405" y="3542"/>
                      <a:pt x="2404" y="3531"/>
                      <a:pt x="2407" y="3523"/>
                    </a:cubicBezTo>
                    <a:cubicBezTo>
                      <a:pt x="2428" y="3461"/>
                      <a:pt x="2446" y="3397"/>
                      <a:pt x="2471" y="3336"/>
                    </a:cubicBezTo>
                    <a:cubicBezTo>
                      <a:pt x="2485" y="3303"/>
                      <a:pt x="2469" y="3292"/>
                      <a:pt x="2446" y="3280"/>
                    </a:cubicBezTo>
                    <a:moveTo>
                      <a:pt x="2652" y="4056"/>
                    </a:moveTo>
                    <a:cubicBezTo>
                      <a:pt x="2697" y="4052"/>
                      <a:pt x="2733" y="4027"/>
                      <a:pt x="2786" y="4008"/>
                    </a:cubicBezTo>
                    <a:cubicBezTo>
                      <a:pt x="2692" y="3994"/>
                      <a:pt x="2619" y="4022"/>
                      <a:pt x="2548" y="4048"/>
                    </a:cubicBezTo>
                    <a:cubicBezTo>
                      <a:pt x="2542" y="4048"/>
                      <a:pt x="2537" y="4049"/>
                      <a:pt x="2532" y="4051"/>
                    </a:cubicBezTo>
                    <a:cubicBezTo>
                      <a:pt x="2525" y="4054"/>
                      <a:pt x="2513" y="4057"/>
                      <a:pt x="2523" y="4068"/>
                    </a:cubicBezTo>
                    <a:cubicBezTo>
                      <a:pt x="2528" y="4075"/>
                      <a:pt x="2534" y="4069"/>
                      <a:pt x="2540" y="4064"/>
                    </a:cubicBezTo>
                    <a:cubicBezTo>
                      <a:pt x="2545" y="4058"/>
                      <a:pt x="2550" y="4054"/>
                      <a:pt x="2546" y="4047"/>
                    </a:cubicBezTo>
                    <a:cubicBezTo>
                      <a:pt x="2558" y="4057"/>
                      <a:pt x="2582" y="4059"/>
                      <a:pt x="2560" y="4086"/>
                    </a:cubicBezTo>
                    <a:cubicBezTo>
                      <a:pt x="2519" y="4136"/>
                      <a:pt x="2503" y="4199"/>
                      <a:pt x="2476" y="4257"/>
                    </a:cubicBezTo>
                    <a:cubicBezTo>
                      <a:pt x="2472" y="4268"/>
                      <a:pt x="2471" y="4280"/>
                      <a:pt x="2471" y="4291"/>
                    </a:cubicBezTo>
                    <a:cubicBezTo>
                      <a:pt x="2471" y="4297"/>
                      <a:pt x="2471" y="4304"/>
                      <a:pt x="2472" y="4310"/>
                    </a:cubicBezTo>
                    <a:cubicBezTo>
                      <a:pt x="2479" y="4303"/>
                      <a:pt x="2484" y="4295"/>
                      <a:pt x="2489" y="4287"/>
                    </a:cubicBezTo>
                    <a:cubicBezTo>
                      <a:pt x="2496" y="4275"/>
                      <a:pt x="2501" y="4261"/>
                      <a:pt x="2504" y="4247"/>
                    </a:cubicBezTo>
                    <a:cubicBezTo>
                      <a:pt x="2519" y="4202"/>
                      <a:pt x="2538" y="4160"/>
                      <a:pt x="2561" y="4120"/>
                    </a:cubicBezTo>
                    <a:cubicBezTo>
                      <a:pt x="2569" y="4106"/>
                      <a:pt x="2577" y="4093"/>
                      <a:pt x="2586" y="4080"/>
                    </a:cubicBezTo>
                    <a:cubicBezTo>
                      <a:pt x="2587" y="4079"/>
                      <a:pt x="2587" y="4077"/>
                      <a:pt x="2588" y="4076"/>
                    </a:cubicBezTo>
                    <a:cubicBezTo>
                      <a:pt x="2596" y="4063"/>
                      <a:pt x="2607" y="4051"/>
                      <a:pt x="2620" y="4044"/>
                    </a:cubicBezTo>
                    <a:cubicBezTo>
                      <a:pt x="2623" y="4042"/>
                      <a:pt x="2626" y="4041"/>
                      <a:pt x="2628" y="4040"/>
                    </a:cubicBezTo>
                    <a:cubicBezTo>
                      <a:pt x="2643" y="4034"/>
                      <a:pt x="2653" y="4038"/>
                      <a:pt x="2655" y="4056"/>
                    </a:cubicBezTo>
                    <a:lnTo>
                      <a:pt x="2614" y="4177"/>
                    </a:lnTo>
                    <a:cubicBezTo>
                      <a:pt x="2662" y="4148"/>
                      <a:pt x="2680" y="4108"/>
                      <a:pt x="2709" y="4074"/>
                    </a:cubicBezTo>
                    <a:cubicBezTo>
                      <a:pt x="2672" y="4076"/>
                      <a:pt x="2672" y="4076"/>
                      <a:pt x="2652" y="4056"/>
                    </a:cubicBezTo>
                    <a:moveTo>
                      <a:pt x="2737" y="3755"/>
                    </a:moveTo>
                    <a:cubicBezTo>
                      <a:pt x="2742" y="3768"/>
                      <a:pt x="2749" y="3778"/>
                      <a:pt x="2764" y="3776"/>
                    </a:cubicBezTo>
                    <a:cubicBezTo>
                      <a:pt x="2765" y="3776"/>
                      <a:pt x="2767" y="3775"/>
                      <a:pt x="2768" y="3775"/>
                    </a:cubicBezTo>
                    <a:cubicBezTo>
                      <a:pt x="2771" y="3773"/>
                      <a:pt x="2773" y="3771"/>
                      <a:pt x="2774" y="3769"/>
                    </a:cubicBezTo>
                    <a:cubicBezTo>
                      <a:pt x="2775" y="3767"/>
                      <a:pt x="2776" y="3764"/>
                      <a:pt x="2776" y="3761"/>
                    </a:cubicBezTo>
                    <a:cubicBezTo>
                      <a:pt x="2776" y="3703"/>
                      <a:pt x="2803" y="3651"/>
                      <a:pt x="2812" y="3595"/>
                    </a:cubicBezTo>
                    <a:cubicBezTo>
                      <a:pt x="2813" y="3586"/>
                      <a:pt x="2816" y="3577"/>
                      <a:pt x="2821" y="3568"/>
                    </a:cubicBezTo>
                    <a:cubicBezTo>
                      <a:pt x="2826" y="3557"/>
                      <a:pt x="2836" y="3549"/>
                      <a:pt x="2847" y="3543"/>
                    </a:cubicBezTo>
                    <a:cubicBezTo>
                      <a:pt x="2833" y="3586"/>
                      <a:pt x="2820" y="3629"/>
                      <a:pt x="2806" y="3672"/>
                    </a:cubicBezTo>
                    <a:cubicBezTo>
                      <a:pt x="2802" y="3688"/>
                      <a:pt x="2799" y="3704"/>
                      <a:pt x="2797" y="3720"/>
                    </a:cubicBezTo>
                    <a:cubicBezTo>
                      <a:pt x="2797" y="3721"/>
                      <a:pt x="2797" y="3722"/>
                      <a:pt x="2797" y="3723"/>
                    </a:cubicBezTo>
                    <a:cubicBezTo>
                      <a:pt x="2797" y="3728"/>
                      <a:pt x="2797" y="3732"/>
                      <a:pt x="2800" y="3736"/>
                    </a:cubicBezTo>
                    <a:cubicBezTo>
                      <a:pt x="2802" y="3740"/>
                      <a:pt x="2806" y="3744"/>
                      <a:pt x="2810" y="3746"/>
                    </a:cubicBezTo>
                    <a:cubicBezTo>
                      <a:pt x="2814" y="3748"/>
                      <a:pt x="2819" y="3750"/>
                      <a:pt x="2823" y="3750"/>
                    </a:cubicBezTo>
                    <a:lnTo>
                      <a:pt x="2824" y="3750"/>
                    </a:lnTo>
                    <a:cubicBezTo>
                      <a:pt x="2839" y="3750"/>
                      <a:pt x="2835" y="3735"/>
                      <a:pt x="2838" y="3725"/>
                    </a:cubicBezTo>
                    <a:cubicBezTo>
                      <a:pt x="2849" y="3680"/>
                      <a:pt x="2856" y="3632"/>
                      <a:pt x="2871" y="3588"/>
                    </a:cubicBezTo>
                    <a:cubicBezTo>
                      <a:pt x="2880" y="3559"/>
                      <a:pt x="2874" y="3548"/>
                      <a:pt x="2846" y="3544"/>
                    </a:cubicBezTo>
                    <a:cubicBezTo>
                      <a:pt x="2831" y="3514"/>
                      <a:pt x="2793" y="3511"/>
                      <a:pt x="2777" y="3482"/>
                    </a:cubicBezTo>
                    <a:cubicBezTo>
                      <a:pt x="2763" y="3487"/>
                      <a:pt x="2755" y="3470"/>
                      <a:pt x="2741" y="3472"/>
                    </a:cubicBezTo>
                    <a:cubicBezTo>
                      <a:pt x="2700" y="3550"/>
                      <a:pt x="2662" y="3686"/>
                      <a:pt x="2671" y="3723"/>
                    </a:cubicBezTo>
                    <a:cubicBezTo>
                      <a:pt x="2680" y="3716"/>
                      <a:pt x="2680" y="3707"/>
                      <a:pt x="2682" y="3699"/>
                    </a:cubicBezTo>
                    <a:cubicBezTo>
                      <a:pt x="2695" y="3640"/>
                      <a:pt x="2713" y="3582"/>
                      <a:pt x="2735" y="3526"/>
                    </a:cubicBezTo>
                    <a:cubicBezTo>
                      <a:pt x="2743" y="3505"/>
                      <a:pt x="2751" y="3485"/>
                      <a:pt x="2777" y="3482"/>
                    </a:cubicBezTo>
                    <a:cubicBezTo>
                      <a:pt x="2732" y="3547"/>
                      <a:pt x="2718" y="3625"/>
                      <a:pt x="2696" y="3699"/>
                    </a:cubicBezTo>
                    <a:cubicBezTo>
                      <a:pt x="2682" y="3740"/>
                      <a:pt x="2689" y="3747"/>
                      <a:pt x="2738" y="3754"/>
                    </a:cubicBezTo>
                    <a:lnTo>
                      <a:pt x="2737" y="3755"/>
                    </a:lnTo>
                    <a:moveTo>
                      <a:pt x="3812" y="3717"/>
                    </a:moveTo>
                    <a:lnTo>
                      <a:pt x="3815" y="3720"/>
                    </a:lnTo>
                    <a:cubicBezTo>
                      <a:pt x="3812" y="3729"/>
                      <a:pt x="3808" y="3738"/>
                      <a:pt x="3804" y="3746"/>
                    </a:cubicBezTo>
                    <a:cubicBezTo>
                      <a:pt x="3795" y="3760"/>
                      <a:pt x="3785" y="3772"/>
                      <a:pt x="3772" y="3781"/>
                    </a:cubicBezTo>
                    <a:cubicBezTo>
                      <a:pt x="3732" y="3811"/>
                      <a:pt x="3695" y="3845"/>
                      <a:pt x="3662" y="3883"/>
                    </a:cubicBezTo>
                    <a:cubicBezTo>
                      <a:pt x="3645" y="3905"/>
                      <a:pt x="3628" y="3925"/>
                      <a:pt x="3611" y="3945"/>
                    </a:cubicBezTo>
                    <a:cubicBezTo>
                      <a:pt x="3598" y="3945"/>
                      <a:pt x="3594" y="3935"/>
                      <a:pt x="3585" y="3931"/>
                    </a:cubicBezTo>
                    <a:cubicBezTo>
                      <a:pt x="3579" y="3928"/>
                      <a:pt x="3573" y="3926"/>
                      <a:pt x="3567" y="3926"/>
                    </a:cubicBezTo>
                    <a:cubicBezTo>
                      <a:pt x="3560" y="3926"/>
                      <a:pt x="3553" y="3928"/>
                      <a:pt x="3547" y="3932"/>
                    </a:cubicBezTo>
                    <a:cubicBezTo>
                      <a:pt x="3541" y="3935"/>
                      <a:pt x="3535" y="3940"/>
                      <a:pt x="3532" y="3946"/>
                    </a:cubicBezTo>
                    <a:cubicBezTo>
                      <a:pt x="3530" y="3948"/>
                      <a:pt x="3530" y="3950"/>
                      <a:pt x="3530" y="3951"/>
                    </a:cubicBezTo>
                    <a:cubicBezTo>
                      <a:pt x="3528" y="3960"/>
                      <a:pt x="3527" y="3970"/>
                      <a:pt x="3527" y="3979"/>
                    </a:cubicBezTo>
                    <a:cubicBezTo>
                      <a:pt x="3527" y="4008"/>
                      <a:pt x="3534" y="4036"/>
                      <a:pt x="3549" y="4062"/>
                    </a:cubicBezTo>
                    <a:cubicBezTo>
                      <a:pt x="3551" y="4066"/>
                      <a:pt x="3555" y="4070"/>
                      <a:pt x="3558" y="4074"/>
                    </a:cubicBezTo>
                    <a:cubicBezTo>
                      <a:pt x="3561" y="4024"/>
                      <a:pt x="3561" y="4024"/>
                      <a:pt x="3600" y="4043"/>
                    </a:cubicBezTo>
                    <a:cubicBezTo>
                      <a:pt x="3609" y="4021"/>
                      <a:pt x="3619" y="3999"/>
                      <a:pt x="3631" y="3979"/>
                    </a:cubicBezTo>
                    <a:cubicBezTo>
                      <a:pt x="3663" y="3923"/>
                      <a:pt x="3707" y="3875"/>
                      <a:pt x="3759" y="3836"/>
                    </a:cubicBezTo>
                    <a:cubicBezTo>
                      <a:pt x="3807" y="3805"/>
                      <a:pt x="3847" y="3763"/>
                      <a:pt x="3876" y="3713"/>
                    </a:cubicBezTo>
                    <a:cubicBezTo>
                      <a:pt x="3877" y="3712"/>
                      <a:pt x="3878" y="3711"/>
                      <a:pt x="3878" y="3709"/>
                    </a:cubicBezTo>
                    <a:cubicBezTo>
                      <a:pt x="3908" y="3647"/>
                      <a:pt x="3936" y="3583"/>
                      <a:pt x="3964" y="3519"/>
                    </a:cubicBezTo>
                    <a:cubicBezTo>
                      <a:pt x="3976" y="3490"/>
                      <a:pt x="3981" y="3459"/>
                      <a:pt x="3981" y="3428"/>
                    </a:cubicBezTo>
                    <a:cubicBezTo>
                      <a:pt x="3981" y="3407"/>
                      <a:pt x="3979" y="3386"/>
                      <a:pt x="3973" y="3366"/>
                    </a:cubicBezTo>
                    <a:cubicBezTo>
                      <a:pt x="3956" y="3392"/>
                      <a:pt x="3926" y="3412"/>
                      <a:pt x="3943" y="3450"/>
                    </a:cubicBezTo>
                    <a:cubicBezTo>
                      <a:pt x="3946" y="3455"/>
                      <a:pt x="3941" y="3464"/>
                      <a:pt x="3938" y="3471"/>
                    </a:cubicBezTo>
                    <a:cubicBezTo>
                      <a:pt x="3917" y="3515"/>
                      <a:pt x="3899" y="3561"/>
                      <a:pt x="3884" y="3609"/>
                    </a:cubicBezTo>
                    <a:cubicBezTo>
                      <a:pt x="3881" y="3617"/>
                      <a:pt x="3880" y="3631"/>
                      <a:pt x="3870" y="3631"/>
                    </a:cubicBezTo>
                    <a:cubicBezTo>
                      <a:pt x="3817" y="3625"/>
                      <a:pt x="3822" y="3674"/>
                      <a:pt x="3804" y="3701"/>
                    </a:cubicBezTo>
                    <a:cubicBezTo>
                      <a:pt x="3798" y="3709"/>
                      <a:pt x="3806" y="3714"/>
                      <a:pt x="3813" y="3717"/>
                    </a:cubicBezTo>
                    <a:lnTo>
                      <a:pt x="3812" y="3717"/>
                    </a:lnTo>
                    <a:moveTo>
                      <a:pt x="2540" y="3610"/>
                    </a:moveTo>
                    <a:cubicBezTo>
                      <a:pt x="2538" y="3660"/>
                      <a:pt x="2538" y="3660"/>
                      <a:pt x="2569" y="3677"/>
                    </a:cubicBezTo>
                    <a:cubicBezTo>
                      <a:pt x="2593" y="3595"/>
                      <a:pt x="2610" y="3510"/>
                      <a:pt x="2651" y="3432"/>
                    </a:cubicBezTo>
                    <a:cubicBezTo>
                      <a:pt x="2651" y="3434"/>
                      <a:pt x="2651" y="3436"/>
                      <a:pt x="2651" y="3438"/>
                    </a:cubicBezTo>
                    <a:cubicBezTo>
                      <a:pt x="2651" y="3450"/>
                      <a:pt x="2649" y="3462"/>
                      <a:pt x="2644" y="3473"/>
                    </a:cubicBezTo>
                    <a:cubicBezTo>
                      <a:pt x="2625" y="3536"/>
                      <a:pt x="2606" y="3599"/>
                      <a:pt x="2587" y="3662"/>
                    </a:cubicBezTo>
                    <a:cubicBezTo>
                      <a:pt x="2584" y="3670"/>
                      <a:pt x="2582" y="3678"/>
                      <a:pt x="2582" y="3686"/>
                    </a:cubicBezTo>
                    <a:cubicBezTo>
                      <a:pt x="2582" y="3693"/>
                      <a:pt x="2583" y="3699"/>
                      <a:pt x="2585" y="3705"/>
                    </a:cubicBezTo>
                    <a:cubicBezTo>
                      <a:pt x="2586" y="3706"/>
                      <a:pt x="2586" y="3708"/>
                      <a:pt x="2587" y="3709"/>
                    </a:cubicBezTo>
                    <a:cubicBezTo>
                      <a:pt x="2589" y="3711"/>
                      <a:pt x="2591" y="3713"/>
                      <a:pt x="2594" y="3715"/>
                    </a:cubicBezTo>
                    <a:cubicBezTo>
                      <a:pt x="2596" y="3716"/>
                      <a:pt x="2599" y="3718"/>
                      <a:pt x="2602" y="3718"/>
                    </a:cubicBezTo>
                    <a:cubicBezTo>
                      <a:pt x="2614" y="3718"/>
                      <a:pt x="2607" y="3708"/>
                      <a:pt x="2609" y="3702"/>
                    </a:cubicBezTo>
                    <a:cubicBezTo>
                      <a:pt x="2626" y="3637"/>
                      <a:pt x="2643" y="3572"/>
                      <a:pt x="2662" y="3508"/>
                    </a:cubicBezTo>
                    <a:cubicBezTo>
                      <a:pt x="2663" y="3499"/>
                      <a:pt x="2665" y="3491"/>
                      <a:pt x="2670" y="3484"/>
                    </a:cubicBezTo>
                    <a:cubicBezTo>
                      <a:pt x="2675" y="3474"/>
                      <a:pt x="2683" y="3467"/>
                      <a:pt x="2692" y="3461"/>
                    </a:cubicBezTo>
                    <a:lnTo>
                      <a:pt x="2693" y="3461"/>
                    </a:lnTo>
                    <a:cubicBezTo>
                      <a:pt x="2679" y="3507"/>
                      <a:pt x="2663" y="3545"/>
                      <a:pt x="2655" y="3586"/>
                    </a:cubicBezTo>
                    <a:cubicBezTo>
                      <a:pt x="2646" y="3626"/>
                      <a:pt x="2621" y="3663"/>
                      <a:pt x="2640" y="3716"/>
                    </a:cubicBezTo>
                    <a:cubicBezTo>
                      <a:pt x="2671" y="3626"/>
                      <a:pt x="2687" y="3545"/>
                      <a:pt x="2719" y="3471"/>
                    </a:cubicBezTo>
                    <a:cubicBezTo>
                      <a:pt x="2721" y="3468"/>
                      <a:pt x="2721" y="3465"/>
                      <a:pt x="2721" y="3461"/>
                    </a:cubicBezTo>
                    <a:cubicBezTo>
                      <a:pt x="2721" y="3458"/>
                      <a:pt x="2720" y="3454"/>
                      <a:pt x="2719" y="3451"/>
                    </a:cubicBezTo>
                    <a:cubicBezTo>
                      <a:pt x="2717" y="3448"/>
                      <a:pt x="2713" y="3446"/>
                      <a:pt x="2711" y="3444"/>
                    </a:cubicBezTo>
                    <a:cubicBezTo>
                      <a:pt x="2710" y="3443"/>
                      <a:pt x="2710" y="3443"/>
                      <a:pt x="2710" y="3443"/>
                    </a:cubicBezTo>
                    <a:lnTo>
                      <a:pt x="2582" y="3354"/>
                    </a:lnTo>
                    <a:cubicBezTo>
                      <a:pt x="2543" y="3442"/>
                      <a:pt x="2514" y="3535"/>
                      <a:pt x="2495" y="3629"/>
                    </a:cubicBezTo>
                    <a:cubicBezTo>
                      <a:pt x="2495" y="3631"/>
                      <a:pt x="2495" y="3633"/>
                      <a:pt x="2495" y="3634"/>
                    </a:cubicBezTo>
                    <a:cubicBezTo>
                      <a:pt x="2495" y="3639"/>
                      <a:pt x="2496" y="3642"/>
                      <a:pt x="2498" y="3646"/>
                    </a:cubicBezTo>
                    <a:cubicBezTo>
                      <a:pt x="2500" y="3649"/>
                      <a:pt x="2503" y="3653"/>
                      <a:pt x="2507" y="3655"/>
                    </a:cubicBezTo>
                    <a:cubicBezTo>
                      <a:pt x="2507" y="3655"/>
                      <a:pt x="2507" y="3656"/>
                      <a:pt x="2508" y="3656"/>
                    </a:cubicBezTo>
                    <a:cubicBezTo>
                      <a:pt x="2535" y="3652"/>
                      <a:pt x="2515" y="3618"/>
                      <a:pt x="2540" y="3610"/>
                    </a:cubicBezTo>
                    <a:moveTo>
                      <a:pt x="3630" y="2187"/>
                    </a:moveTo>
                    <a:cubicBezTo>
                      <a:pt x="3592" y="2167"/>
                      <a:pt x="3550" y="2156"/>
                      <a:pt x="3507" y="2153"/>
                    </a:cubicBezTo>
                    <a:cubicBezTo>
                      <a:pt x="3553" y="2197"/>
                      <a:pt x="3676" y="2278"/>
                      <a:pt x="3712" y="2287"/>
                    </a:cubicBezTo>
                    <a:lnTo>
                      <a:pt x="3665" y="2245"/>
                    </a:lnTo>
                    <a:cubicBezTo>
                      <a:pt x="3650" y="2232"/>
                      <a:pt x="3635" y="2218"/>
                      <a:pt x="3620" y="2204"/>
                    </a:cubicBezTo>
                    <a:cubicBezTo>
                      <a:pt x="3609" y="2191"/>
                      <a:pt x="3617" y="2185"/>
                      <a:pt x="3631" y="2185"/>
                    </a:cubicBezTo>
                    <a:cubicBezTo>
                      <a:pt x="3649" y="2214"/>
                      <a:pt x="3680" y="2229"/>
                      <a:pt x="3703" y="2252"/>
                    </a:cubicBezTo>
                    <a:cubicBezTo>
                      <a:pt x="3726" y="2275"/>
                      <a:pt x="3751" y="2296"/>
                      <a:pt x="3779" y="2322"/>
                    </a:cubicBezTo>
                    <a:cubicBezTo>
                      <a:pt x="3780" y="2320"/>
                      <a:pt x="3780" y="2317"/>
                      <a:pt x="3780" y="2315"/>
                    </a:cubicBezTo>
                    <a:cubicBezTo>
                      <a:pt x="3780" y="2309"/>
                      <a:pt x="3779" y="2303"/>
                      <a:pt x="3776" y="2298"/>
                    </a:cubicBezTo>
                    <a:cubicBezTo>
                      <a:pt x="3774" y="2295"/>
                      <a:pt x="3771" y="2292"/>
                      <a:pt x="3769" y="2290"/>
                    </a:cubicBezTo>
                    <a:cubicBezTo>
                      <a:pt x="3763" y="2282"/>
                      <a:pt x="3758" y="2274"/>
                      <a:pt x="3769" y="2266"/>
                    </a:cubicBezTo>
                    <a:cubicBezTo>
                      <a:pt x="3828" y="2305"/>
                      <a:pt x="4005" y="2559"/>
                      <a:pt x="4028" y="2646"/>
                    </a:cubicBezTo>
                    <a:cubicBezTo>
                      <a:pt x="3988" y="2586"/>
                      <a:pt x="3956" y="2533"/>
                      <a:pt x="3920" y="2484"/>
                    </a:cubicBezTo>
                    <a:cubicBezTo>
                      <a:pt x="3881" y="2436"/>
                      <a:pt x="3834" y="2393"/>
                      <a:pt x="3782" y="2359"/>
                    </a:cubicBezTo>
                    <a:cubicBezTo>
                      <a:pt x="3863" y="2444"/>
                      <a:pt x="3934" y="2539"/>
                      <a:pt x="3993" y="2641"/>
                    </a:cubicBezTo>
                    <a:cubicBezTo>
                      <a:pt x="4046" y="2733"/>
                      <a:pt x="4089" y="2831"/>
                      <a:pt x="4122" y="2933"/>
                    </a:cubicBezTo>
                    <a:cubicBezTo>
                      <a:pt x="4116" y="2890"/>
                      <a:pt x="4106" y="2850"/>
                      <a:pt x="4097" y="2809"/>
                    </a:cubicBezTo>
                    <a:cubicBezTo>
                      <a:pt x="4092" y="2795"/>
                      <a:pt x="4090" y="2780"/>
                      <a:pt x="4090" y="2766"/>
                    </a:cubicBezTo>
                    <a:cubicBezTo>
                      <a:pt x="4090" y="2757"/>
                      <a:pt x="4091" y="2749"/>
                      <a:pt x="4092" y="2740"/>
                    </a:cubicBezTo>
                    <a:cubicBezTo>
                      <a:pt x="4095" y="2728"/>
                      <a:pt x="4097" y="2715"/>
                      <a:pt x="4097" y="2702"/>
                    </a:cubicBezTo>
                    <a:cubicBezTo>
                      <a:pt x="4097" y="2676"/>
                      <a:pt x="4090" y="2649"/>
                      <a:pt x="4078" y="2626"/>
                    </a:cubicBezTo>
                    <a:cubicBezTo>
                      <a:pt x="4036" y="2541"/>
                      <a:pt x="3975" y="2469"/>
                      <a:pt x="3928" y="2388"/>
                    </a:cubicBezTo>
                    <a:cubicBezTo>
                      <a:pt x="3890" y="2327"/>
                      <a:pt x="3838" y="2277"/>
                      <a:pt x="3776" y="2242"/>
                    </a:cubicBezTo>
                    <a:cubicBezTo>
                      <a:pt x="3762" y="2234"/>
                      <a:pt x="3749" y="2227"/>
                      <a:pt x="3734" y="2220"/>
                    </a:cubicBezTo>
                    <a:cubicBezTo>
                      <a:pt x="3732" y="2219"/>
                      <a:pt x="3729" y="2217"/>
                      <a:pt x="3726" y="2216"/>
                    </a:cubicBezTo>
                    <a:cubicBezTo>
                      <a:pt x="3697" y="2198"/>
                      <a:pt x="3663" y="2189"/>
                      <a:pt x="3629" y="2187"/>
                    </a:cubicBezTo>
                    <a:lnTo>
                      <a:pt x="3630" y="2187"/>
                    </a:lnTo>
                    <a:moveTo>
                      <a:pt x="4166" y="2564"/>
                    </a:moveTo>
                    <a:cubicBezTo>
                      <a:pt x="4171" y="2546"/>
                      <a:pt x="4163" y="2533"/>
                      <a:pt x="4147" y="2514"/>
                    </a:cubicBezTo>
                    <a:cubicBezTo>
                      <a:pt x="4149" y="2527"/>
                      <a:pt x="4153" y="2539"/>
                      <a:pt x="4160" y="2551"/>
                    </a:cubicBezTo>
                    <a:cubicBezTo>
                      <a:pt x="4162" y="2555"/>
                      <a:pt x="4165" y="2559"/>
                      <a:pt x="4167" y="2563"/>
                    </a:cubicBezTo>
                    <a:cubicBezTo>
                      <a:pt x="4170" y="2584"/>
                      <a:pt x="4175" y="2606"/>
                      <a:pt x="4185" y="2626"/>
                    </a:cubicBezTo>
                    <a:cubicBezTo>
                      <a:pt x="4234" y="2760"/>
                      <a:pt x="4276" y="2897"/>
                      <a:pt x="4311" y="3035"/>
                    </a:cubicBezTo>
                    <a:cubicBezTo>
                      <a:pt x="4329" y="3121"/>
                      <a:pt x="4383" y="3186"/>
                      <a:pt x="4417" y="3263"/>
                    </a:cubicBezTo>
                    <a:cubicBezTo>
                      <a:pt x="4406" y="3188"/>
                      <a:pt x="4390" y="3115"/>
                      <a:pt x="4377" y="3041"/>
                    </a:cubicBezTo>
                    <a:cubicBezTo>
                      <a:pt x="4353" y="2900"/>
                      <a:pt x="4317" y="2761"/>
                      <a:pt x="4269" y="2627"/>
                    </a:cubicBezTo>
                    <a:cubicBezTo>
                      <a:pt x="4255" y="2592"/>
                      <a:pt x="4238" y="2558"/>
                      <a:pt x="4220" y="2526"/>
                    </a:cubicBezTo>
                    <a:cubicBezTo>
                      <a:pt x="4166" y="2434"/>
                      <a:pt x="4095" y="2354"/>
                      <a:pt x="4008" y="2293"/>
                    </a:cubicBezTo>
                    <a:cubicBezTo>
                      <a:pt x="4002" y="2288"/>
                      <a:pt x="3996" y="2280"/>
                      <a:pt x="3984" y="2284"/>
                    </a:cubicBezTo>
                    <a:lnTo>
                      <a:pt x="4152" y="2618"/>
                    </a:lnTo>
                    <a:cubicBezTo>
                      <a:pt x="4143" y="2581"/>
                      <a:pt x="4132" y="2545"/>
                      <a:pt x="4118" y="2510"/>
                    </a:cubicBezTo>
                    <a:cubicBezTo>
                      <a:pt x="4106" y="2474"/>
                      <a:pt x="4079" y="2443"/>
                      <a:pt x="4078" y="2400"/>
                    </a:cubicBezTo>
                    <a:cubicBezTo>
                      <a:pt x="4079" y="2400"/>
                      <a:pt x="4080" y="2401"/>
                      <a:pt x="4082" y="2402"/>
                    </a:cubicBezTo>
                    <a:cubicBezTo>
                      <a:pt x="4089" y="2407"/>
                      <a:pt x="4097" y="2413"/>
                      <a:pt x="4102" y="2421"/>
                    </a:cubicBezTo>
                    <a:cubicBezTo>
                      <a:pt x="4104" y="2426"/>
                      <a:pt x="4106" y="2431"/>
                      <a:pt x="4107" y="2436"/>
                    </a:cubicBezTo>
                    <a:cubicBezTo>
                      <a:pt x="4116" y="2455"/>
                      <a:pt x="4136" y="2438"/>
                      <a:pt x="4145" y="2452"/>
                    </a:cubicBezTo>
                    <a:cubicBezTo>
                      <a:pt x="4151" y="2461"/>
                      <a:pt x="4159" y="2469"/>
                      <a:pt x="4164" y="2478"/>
                    </a:cubicBezTo>
                    <a:cubicBezTo>
                      <a:pt x="4174" y="2496"/>
                      <a:pt x="4183" y="2514"/>
                      <a:pt x="4190" y="2533"/>
                    </a:cubicBezTo>
                    <a:cubicBezTo>
                      <a:pt x="4247" y="2678"/>
                      <a:pt x="4294" y="2827"/>
                      <a:pt x="4331" y="2978"/>
                    </a:cubicBezTo>
                    <a:cubicBezTo>
                      <a:pt x="4335" y="2995"/>
                      <a:pt x="4346" y="3012"/>
                      <a:pt x="4335" y="3034"/>
                    </a:cubicBezTo>
                    <a:cubicBezTo>
                      <a:pt x="4332" y="3030"/>
                      <a:pt x="4329" y="3026"/>
                      <a:pt x="4327" y="3021"/>
                    </a:cubicBezTo>
                    <a:cubicBezTo>
                      <a:pt x="4319" y="3008"/>
                      <a:pt x="4315" y="2994"/>
                      <a:pt x="4313" y="2979"/>
                    </a:cubicBezTo>
                    <a:cubicBezTo>
                      <a:pt x="4280" y="2853"/>
                      <a:pt x="4239" y="2729"/>
                      <a:pt x="4192" y="2608"/>
                    </a:cubicBezTo>
                    <a:cubicBezTo>
                      <a:pt x="4185" y="2593"/>
                      <a:pt x="4186" y="2572"/>
                      <a:pt x="4165" y="2564"/>
                    </a:cubicBezTo>
                    <a:lnTo>
                      <a:pt x="4166" y="2564"/>
                    </a:lnTo>
                    <a:moveTo>
                      <a:pt x="630" y="686"/>
                    </a:moveTo>
                    <a:cubicBezTo>
                      <a:pt x="647" y="707"/>
                      <a:pt x="662" y="728"/>
                      <a:pt x="677" y="750"/>
                    </a:cubicBezTo>
                    <a:cubicBezTo>
                      <a:pt x="678" y="752"/>
                      <a:pt x="679" y="754"/>
                      <a:pt x="680" y="755"/>
                    </a:cubicBezTo>
                    <a:cubicBezTo>
                      <a:pt x="686" y="766"/>
                      <a:pt x="689" y="777"/>
                      <a:pt x="689" y="789"/>
                    </a:cubicBezTo>
                    <a:cubicBezTo>
                      <a:pt x="689" y="801"/>
                      <a:pt x="685" y="813"/>
                      <a:pt x="680" y="823"/>
                    </a:cubicBezTo>
                    <a:cubicBezTo>
                      <a:pt x="674" y="834"/>
                      <a:pt x="666" y="841"/>
                      <a:pt x="656" y="847"/>
                    </a:cubicBezTo>
                    <a:cubicBezTo>
                      <a:pt x="646" y="853"/>
                      <a:pt x="635" y="856"/>
                      <a:pt x="624" y="856"/>
                    </a:cubicBezTo>
                    <a:cubicBezTo>
                      <a:pt x="561" y="863"/>
                      <a:pt x="519" y="806"/>
                      <a:pt x="535" y="739"/>
                    </a:cubicBezTo>
                    <a:cubicBezTo>
                      <a:pt x="539" y="728"/>
                      <a:pt x="542" y="719"/>
                      <a:pt x="548" y="709"/>
                    </a:cubicBezTo>
                    <a:cubicBezTo>
                      <a:pt x="554" y="698"/>
                      <a:pt x="563" y="687"/>
                      <a:pt x="572" y="678"/>
                    </a:cubicBezTo>
                    <a:cubicBezTo>
                      <a:pt x="499" y="688"/>
                      <a:pt x="476" y="710"/>
                      <a:pt x="460" y="767"/>
                    </a:cubicBezTo>
                    <a:cubicBezTo>
                      <a:pt x="459" y="774"/>
                      <a:pt x="457" y="780"/>
                      <a:pt x="453" y="787"/>
                    </a:cubicBezTo>
                    <a:cubicBezTo>
                      <a:pt x="448" y="796"/>
                      <a:pt x="440" y="803"/>
                      <a:pt x="431" y="808"/>
                    </a:cubicBezTo>
                    <a:cubicBezTo>
                      <a:pt x="429" y="809"/>
                      <a:pt x="427" y="810"/>
                      <a:pt x="425" y="811"/>
                    </a:cubicBezTo>
                    <a:cubicBezTo>
                      <a:pt x="407" y="816"/>
                      <a:pt x="396" y="799"/>
                      <a:pt x="385" y="787"/>
                    </a:cubicBezTo>
                    <a:cubicBezTo>
                      <a:pt x="374" y="775"/>
                      <a:pt x="366" y="761"/>
                      <a:pt x="355" y="748"/>
                    </a:cubicBezTo>
                    <a:cubicBezTo>
                      <a:pt x="346" y="736"/>
                      <a:pt x="334" y="725"/>
                      <a:pt x="321" y="718"/>
                    </a:cubicBezTo>
                    <a:cubicBezTo>
                      <a:pt x="304" y="708"/>
                      <a:pt x="285" y="703"/>
                      <a:pt x="265" y="703"/>
                    </a:cubicBezTo>
                    <a:cubicBezTo>
                      <a:pt x="266" y="707"/>
                      <a:pt x="267" y="710"/>
                      <a:pt x="269" y="714"/>
                    </a:cubicBezTo>
                    <a:cubicBezTo>
                      <a:pt x="271" y="717"/>
                      <a:pt x="273" y="720"/>
                      <a:pt x="276" y="722"/>
                    </a:cubicBezTo>
                    <a:cubicBezTo>
                      <a:pt x="309" y="752"/>
                      <a:pt x="343" y="781"/>
                      <a:pt x="375" y="811"/>
                    </a:cubicBezTo>
                    <a:cubicBezTo>
                      <a:pt x="407" y="842"/>
                      <a:pt x="409" y="863"/>
                      <a:pt x="375" y="897"/>
                    </a:cubicBezTo>
                    <a:cubicBezTo>
                      <a:pt x="348" y="922"/>
                      <a:pt x="322" y="948"/>
                      <a:pt x="298" y="976"/>
                    </a:cubicBezTo>
                    <a:cubicBezTo>
                      <a:pt x="289" y="987"/>
                      <a:pt x="280" y="999"/>
                      <a:pt x="273" y="1011"/>
                    </a:cubicBezTo>
                    <a:cubicBezTo>
                      <a:pt x="253" y="1044"/>
                      <a:pt x="244" y="1081"/>
                      <a:pt x="244" y="1119"/>
                    </a:cubicBezTo>
                    <a:cubicBezTo>
                      <a:pt x="244" y="1136"/>
                      <a:pt x="246" y="1152"/>
                      <a:pt x="250" y="1168"/>
                    </a:cubicBezTo>
                    <a:cubicBezTo>
                      <a:pt x="257" y="1150"/>
                      <a:pt x="262" y="1131"/>
                      <a:pt x="265" y="1111"/>
                    </a:cubicBezTo>
                    <a:cubicBezTo>
                      <a:pt x="269" y="1082"/>
                      <a:pt x="276" y="1054"/>
                      <a:pt x="285" y="1026"/>
                    </a:cubicBezTo>
                    <a:cubicBezTo>
                      <a:pt x="291" y="1011"/>
                      <a:pt x="298" y="988"/>
                      <a:pt x="312" y="988"/>
                    </a:cubicBezTo>
                    <a:cubicBezTo>
                      <a:pt x="344" y="987"/>
                      <a:pt x="353" y="961"/>
                      <a:pt x="371" y="944"/>
                    </a:cubicBezTo>
                    <a:cubicBezTo>
                      <a:pt x="380" y="936"/>
                      <a:pt x="387" y="921"/>
                      <a:pt x="407" y="926"/>
                    </a:cubicBezTo>
                    <a:cubicBezTo>
                      <a:pt x="395" y="938"/>
                      <a:pt x="387" y="947"/>
                      <a:pt x="377" y="956"/>
                    </a:cubicBezTo>
                    <a:cubicBezTo>
                      <a:pt x="357" y="974"/>
                      <a:pt x="388" y="977"/>
                      <a:pt x="387" y="989"/>
                    </a:cubicBezTo>
                    <a:cubicBezTo>
                      <a:pt x="386" y="996"/>
                      <a:pt x="385" y="1003"/>
                      <a:pt x="382" y="1010"/>
                    </a:cubicBezTo>
                    <a:cubicBezTo>
                      <a:pt x="363" y="1075"/>
                      <a:pt x="353" y="1142"/>
                      <a:pt x="351" y="1210"/>
                    </a:cubicBezTo>
                    <a:cubicBezTo>
                      <a:pt x="351" y="1212"/>
                      <a:pt x="351" y="1213"/>
                      <a:pt x="351" y="1215"/>
                    </a:cubicBezTo>
                    <a:cubicBezTo>
                      <a:pt x="351" y="1224"/>
                      <a:pt x="349" y="1233"/>
                      <a:pt x="344" y="1241"/>
                    </a:cubicBezTo>
                    <a:cubicBezTo>
                      <a:pt x="342" y="1245"/>
                      <a:pt x="339" y="1249"/>
                      <a:pt x="336" y="1252"/>
                    </a:cubicBezTo>
                    <a:lnTo>
                      <a:pt x="351" y="1067"/>
                    </a:lnTo>
                    <a:cubicBezTo>
                      <a:pt x="346" y="1069"/>
                      <a:pt x="342" y="1073"/>
                      <a:pt x="340" y="1078"/>
                    </a:cubicBezTo>
                    <a:cubicBezTo>
                      <a:pt x="338" y="1081"/>
                      <a:pt x="337" y="1083"/>
                      <a:pt x="337" y="1086"/>
                    </a:cubicBezTo>
                    <a:cubicBezTo>
                      <a:pt x="324" y="1136"/>
                      <a:pt x="313" y="1185"/>
                      <a:pt x="301" y="1235"/>
                    </a:cubicBezTo>
                    <a:cubicBezTo>
                      <a:pt x="290" y="1279"/>
                      <a:pt x="294" y="1291"/>
                      <a:pt x="335" y="1316"/>
                    </a:cubicBezTo>
                    <a:cubicBezTo>
                      <a:pt x="386" y="1345"/>
                      <a:pt x="441" y="1367"/>
                      <a:pt x="498" y="1380"/>
                    </a:cubicBezTo>
                    <a:cubicBezTo>
                      <a:pt x="503" y="1382"/>
                      <a:pt x="509" y="1383"/>
                      <a:pt x="514" y="1383"/>
                    </a:cubicBezTo>
                    <a:cubicBezTo>
                      <a:pt x="524" y="1383"/>
                      <a:pt x="534" y="1380"/>
                      <a:pt x="542" y="1375"/>
                    </a:cubicBezTo>
                    <a:cubicBezTo>
                      <a:pt x="549" y="1371"/>
                      <a:pt x="556" y="1365"/>
                      <a:pt x="560" y="1358"/>
                    </a:cubicBezTo>
                    <a:cubicBezTo>
                      <a:pt x="594" y="1319"/>
                      <a:pt x="631" y="1284"/>
                      <a:pt x="666" y="1247"/>
                    </a:cubicBezTo>
                    <a:cubicBezTo>
                      <a:pt x="677" y="1236"/>
                      <a:pt x="690" y="1227"/>
                      <a:pt x="703" y="1219"/>
                    </a:cubicBezTo>
                    <a:cubicBezTo>
                      <a:pt x="720" y="1209"/>
                      <a:pt x="738" y="1202"/>
                      <a:pt x="757" y="1198"/>
                    </a:cubicBezTo>
                    <a:cubicBezTo>
                      <a:pt x="823" y="1184"/>
                      <a:pt x="849" y="1152"/>
                      <a:pt x="849" y="1085"/>
                    </a:cubicBezTo>
                    <a:cubicBezTo>
                      <a:pt x="849" y="1052"/>
                      <a:pt x="849" y="1019"/>
                      <a:pt x="849" y="986"/>
                    </a:cubicBezTo>
                    <a:cubicBezTo>
                      <a:pt x="849" y="977"/>
                      <a:pt x="849" y="966"/>
                      <a:pt x="862" y="966"/>
                    </a:cubicBezTo>
                    <a:cubicBezTo>
                      <a:pt x="875" y="967"/>
                      <a:pt x="878" y="979"/>
                      <a:pt x="877" y="990"/>
                    </a:cubicBezTo>
                    <a:cubicBezTo>
                      <a:pt x="874" y="1001"/>
                      <a:pt x="873" y="1011"/>
                      <a:pt x="873" y="1022"/>
                    </a:cubicBezTo>
                    <a:cubicBezTo>
                      <a:pt x="873" y="1033"/>
                      <a:pt x="874" y="1044"/>
                      <a:pt x="877" y="1055"/>
                    </a:cubicBezTo>
                    <a:cubicBezTo>
                      <a:pt x="880" y="1051"/>
                      <a:pt x="883" y="1047"/>
                      <a:pt x="885" y="1043"/>
                    </a:cubicBezTo>
                    <a:cubicBezTo>
                      <a:pt x="886" y="1041"/>
                      <a:pt x="887" y="1040"/>
                      <a:pt x="887" y="1039"/>
                    </a:cubicBezTo>
                    <a:cubicBezTo>
                      <a:pt x="895" y="1016"/>
                      <a:pt x="903" y="993"/>
                      <a:pt x="908" y="970"/>
                    </a:cubicBezTo>
                    <a:cubicBezTo>
                      <a:pt x="926" y="897"/>
                      <a:pt x="917" y="883"/>
                      <a:pt x="851" y="849"/>
                    </a:cubicBezTo>
                    <a:cubicBezTo>
                      <a:pt x="850" y="848"/>
                      <a:pt x="848" y="848"/>
                      <a:pt x="847" y="847"/>
                    </a:cubicBezTo>
                    <a:cubicBezTo>
                      <a:pt x="841" y="843"/>
                      <a:pt x="834" y="842"/>
                      <a:pt x="828" y="842"/>
                    </a:cubicBezTo>
                    <a:cubicBezTo>
                      <a:pt x="821" y="842"/>
                      <a:pt x="815" y="844"/>
                      <a:pt x="810" y="847"/>
                    </a:cubicBezTo>
                    <a:cubicBezTo>
                      <a:pt x="804" y="851"/>
                      <a:pt x="799" y="855"/>
                      <a:pt x="796" y="860"/>
                    </a:cubicBezTo>
                    <a:cubicBezTo>
                      <a:pt x="795" y="861"/>
                      <a:pt x="795" y="862"/>
                      <a:pt x="795" y="862"/>
                    </a:cubicBezTo>
                    <a:cubicBezTo>
                      <a:pt x="805" y="836"/>
                      <a:pt x="803" y="821"/>
                      <a:pt x="778" y="812"/>
                    </a:cubicBezTo>
                    <a:cubicBezTo>
                      <a:pt x="769" y="809"/>
                      <a:pt x="761" y="805"/>
                      <a:pt x="753" y="800"/>
                    </a:cubicBezTo>
                    <a:cubicBezTo>
                      <a:pt x="747" y="796"/>
                      <a:pt x="741" y="792"/>
                      <a:pt x="735" y="788"/>
                    </a:cubicBezTo>
                    <a:cubicBezTo>
                      <a:pt x="733" y="787"/>
                      <a:pt x="731" y="786"/>
                      <a:pt x="729" y="785"/>
                    </a:cubicBezTo>
                    <a:cubicBezTo>
                      <a:pt x="721" y="780"/>
                      <a:pt x="714" y="773"/>
                      <a:pt x="709" y="765"/>
                    </a:cubicBezTo>
                    <a:cubicBezTo>
                      <a:pt x="705" y="758"/>
                      <a:pt x="703" y="751"/>
                      <a:pt x="702" y="744"/>
                    </a:cubicBezTo>
                    <a:cubicBezTo>
                      <a:pt x="701" y="715"/>
                      <a:pt x="674" y="693"/>
                      <a:pt x="630" y="686"/>
                    </a:cubicBezTo>
                    <a:moveTo>
                      <a:pt x="370" y="415"/>
                    </a:moveTo>
                    <a:cubicBezTo>
                      <a:pt x="370" y="424"/>
                      <a:pt x="370" y="432"/>
                      <a:pt x="370" y="441"/>
                    </a:cubicBezTo>
                    <a:cubicBezTo>
                      <a:pt x="370" y="492"/>
                      <a:pt x="375" y="543"/>
                      <a:pt x="386" y="594"/>
                    </a:cubicBezTo>
                    <a:cubicBezTo>
                      <a:pt x="388" y="553"/>
                      <a:pt x="387" y="514"/>
                      <a:pt x="388" y="473"/>
                    </a:cubicBezTo>
                    <a:cubicBezTo>
                      <a:pt x="390" y="391"/>
                      <a:pt x="391" y="391"/>
                      <a:pt x="411" y="365"/>
                    </a:cubicBezTo>
                    <a:cubicBezTo>
                      <a:pt x="419" y="370"/>
                      <a:pt x="415" y="378"/>
                      <a:pt x="418" y="391"/>
                    </a:cubicBezTo>
                    <a:cubicBezTo>
                      <a:pt x="438" y="340"/>
                      <a:pt x="446" y="290"/>
                      <a:pt x="474" y="247"/>
                    </a:cubicBezTo>
                    <a:cubicBezTo>
                      <a:pt x="478" y="238"/>
                      <a:pt x="483" y="229"/>
                      <a:pt x="488" y="221"/>
                    </a:cubicBezTo>
                    <a:cubicBezTo>
                      <a:pt x="491" y="215"/>
                      <a:pt x="495" y="210"/>
                      <a:pt x="498" y="204"/>
                    </a:cubicBezTo>
                    <a:cubicBezTo>
                      <a:pt x="513" y="187"/>
                      <a:pt x="520" y="222"/>
                      <a:pt x="535" y="209"/>
                    </a:cubicBezTo>
                    <a:cubicBezTo>
                      <a:pt x="539" y="206"/>
                      <a:pt x="544" y="202"/>
                      <a:pt x="547" y="209"/>
                    </a:cubicBezTo>
                    <a:cubicBezTo>
                      <a:pt x="533" y="238"/>
                      <a:pt x="523" y="269"/>
                      <a:pt x="518" y="300"/>
                    </a:cubicBezTo>
                    <a:cubicBezTo>
                      <a:pt x="521" y="302"/>
                      <a:pt x="524" y="303"/>
                      <a:pt x="528" y="303"/>
                    </a:cubicBezTo>
                    <a:cubicBezTo>
                      <a:pt x="531" y="303"/>
                      <a:pt x="534" y="302"/>
                      <a:pt x="537" y="300"/>
                    </a:cubicBezTo>
                    <a:cubicBezTo>
                      <a:pt x="540" y="298"/>
                      <a:pt x="542" y="296"/>
                      <a:pt x="544" y="293"/>
                    </a:cubicBezTo>
                    <a:cubicBezTo>
                      <a:pt x="544" y="293"/>
                      <a:pt x="544" y="292"/>
                      <a:pt x="545" y="292"/>
                    </a:cubicBezTo>
                    <a:cubicBezTo>
                      <a:pt x="556" y="276"/>
                      <a:pt x="558" y="253"/>
                      <a:pt x="592" y="265"/>
                    </a:cubicBezTo>
                    <a:cubicBezTo>
                      <a:pt x="611" y="273"/>
                      <a:pt x="625" y="239"/>
                      <a:pt x="610" y="216"/>
                    </a:cubicBezTo>
                    <a:cubicBezTo>
                      <a:pt x="609" y="214"/>
                      <a:pt x="608" y="213"/>
                      <a:pt x="607" y="211"/>
                    </a:cubicBezTo>
                    <a:cubicBezTo>
                      <a:pt x="591" y="184"/>
                      <a:pt x="581" y="155"/>
                      <a:pt x="577" y="124"/>
                    </a:cubicBezTo>
                    <a:cubicBezTo>
                      <a:pt x="573" y="104"/>
                      <a:pt x="569" y="83"/>
                      <a:pt x="564" y="59"/>
                    </a:cubicBezTo>
                    <a:cubicBezTo>
                      <a:pt x="546" y="72"/>
                      <a:pt x="530" y="88"/>
                      <a:pt x="518" y="107"/>
                    </a:cubicBezTo>
                    <a:cubicBezTo>
                      <a:pt x="496" y="136"/>
                      <a:pt x="475" y="167"/>
                      <a:pt x="457" y="199"/>
                    </a:cubicBezTo>
                    <a:cubicBezTo>
                      <a:pt x="440" y="228"/>
                      <a:pt x="425" y="257"/>
                      <a:pt x="412" y="287"/>
                    </a:cubicBezTo>
                    <a:cubicBezTo>
                      <a:pt x="404" y="305"/>
                      <a:pt x="399" y="329"/>
                      <a:pt x="375" y="330"/>
                    </a:cubicBezTo>
                    <a:cubicBezTo>
                      <a:pt x="351" y="331"/>
                      <a:pt x="356" y="304"/>
                      <a:pt x="345" y="289"/>
                    </a:cubicBezTo>
                    <a:cubicBezTo>
                      <a:pt x="342" y="285"/>
                      <a:pt x="339" y="285"/>
                      <a:pt x="335" y="289"/>
                    </a:cubicBezTo>
                    <a:cubicBezTo>
                      <a:pt x="324" y="311"/>
                      <a:pt x="317" y="334"/>
                      <a:pt x="315" y="359"/>
                    </a:cubicBezTo>
                    <a:cubicBezTo>
                      <a:pt x="328" y="354"/>
                      <a:pt x="329" y="339"/>
                      <a:pt x="343" y="337"/>
                    </a:cubicBezTo>
                    <a:cubicBezTo>
                      <a:pt x="345" y="358"/>
                      <a:pt x="330" y="374"/>
                      <a:pt x="323" y="391"/>
                    </a:cubicBezTo>
                    <a:cubicBezTo>
                      <a:pt x="318" y="403"/>
                      <a:pt x="308" y="418"/>
                      <a:pt x="320" y="427"/>
                    </a:cubicBezTo>
                    <a:cubicBezTo>
                      <a:pt x="342" y="444"/>
                      <a:pt x="334" y="467"/>
                      <a:pt x="336" y="488"/>
                    </a:cubicBezTo>
                    <a:cubicBezTo>
                      <a:pt x="344" y="562"/>
                      <a:pt x="351" y="636"/>
                      <a:pt x="385" y="705"/>
                    </a:cubicBezTo>
                    <a:cubicBezTo>
                      <a:pt x="373" y="610"/>
                      <a:pt x="342" y="514"/>
                      <a:pt x="370" y="415"/>
                    </a:cubicBezTo>
                    <a:moveTo>
                      <a:pt x="3966" y="3182"/>
                    </a:moveTo>
                    <a:cubicBezTo>
                      <a:pt x="3973" y="3023"/>
                      <a:pt x="3891" y="2810"/>
                      <a:pt x="3773" y="2681"/>
                    </a:cubicBezTo>
                    <a:cubicBezTo>
                      <a:pt x="3766" y="2691"/>
                      <a:pt x="3758" y="2701"/>
                      <a:pt x="3753" y="2711"/>
                    </a:cubicBezTo>
                    <a:cubicBezTo>
                      <a:pt x="3742" y="2729"/>
                      <a:pt x="3734" y="2748"/>
                      <a:pt x="3726" y="2767"/>
                    </a:cubicBezTo>
                    <a:cubicBezTo>
                      <a:pt x="3725" y="2772"/>
                      <a:pt x="3724" y="2777"/>
                      <a:pt x="3724" y="2782"/>
                    </a:cubicBezTo>
                    <a:cubicBezTo>
                      <a:pt x="3724" y="2792"/>
                      <a:pt x="3726" y="2801"/>
                      <a:pt x="3731" y="2809"/>
                    </a:cubicBezTo>
                    <a:cubicBezTo>
                      <a:pt x="3735" y="2817"/>
                      <a:pt x="3743" y="2823"/>
                      <a:pt x="3751" y="2828"/>
                    </a:cubicBezTo>
                    <a:cubicBezTo>
                      <a:pt x="3754" y="2830"/>
                      <a:pt x="3758" y="2832"/>
                      <a:pt x="3761" y="2833"/>
                    </a:cubicBezTo>
                    <a:cubicBezTo>
                      <a:pt x="3771" y="2836"/>
                      <a:pt x="3770" y="2839"/>
                      <a:pt x="3771" y="2845"/>
                    </a:cubicBezTo>
                    <a:cubicBezTo>
                      <a:pt x="3771" y="2851"/>
                      <a:pt x="3756" y="2863"/>
                      <a:pt x="3774" y="2874"/>
                    </a:cubicBezTo>
                    <a:cubicBezTo>
                      <a:pt x="3792" y="2855"/>
                      <a:pt x="3796" y="2824"/>
                      <a:pt x="3824" y="2804"/>
                    </a:cubicBezTo>
                    <a:cubicBezTo>
                      <a:pt x="3818" y="2830"/>
                      <a:pt x="3808" y="2850"/>
                      <a:pt x="3821" y="2869"/>
                    </a:cubicBezTo>
                    <a:cubicBezTo>
                      <a:pt x="3823" y="2873"/>
                      <a:pt x="3826" y="2877"/>
                      <a:pt x="3828" y="2881"/>
                    </a:cubicBezTo>
                    <a:cubicBezTo>
                      <a:pt x="3853" y="2924"/>
                      <a:pt x="3873" y="2969"/>
                      <a:pt x="3890" y="3016"/>
                    </a:cubicBezTo>
                    <a:cubicBezTo>
                      <a:pt x="3892" y="3021"/>
                      <a:pt x="3890" y="3028"/>
                      <a:pt x="3900" y="3031"/>
                    </a:cubicBezTo>
                    <a:cubicBezTo>
                      <a:pt x="3924" y="3039"/>
                      <a:pt x="3924" y="3039"/>
                      <a:pt x="3926" y="3048"/>
                    </a:cubicBezTo>
                    <a:cubicBezTo>
                      <a:pt x="3930" y="3094"/>
                      <a:pt x="3943" y="3140"/>
                      <a:pt x="3965" y="3182"/>
                    </a:cubicBezTo>
                    <a:lnTo>
                      <a:pt x="3966" y="3182"/>
                    </a:lnTo>
                    <a:moveTo>
                      <a:pt x="4142" y="3197"/>
                    </a:moveTo>
                    <a:cubicBezTo>
                      <a:pt x="4149" y="2985"/>
                      <a:pt x="3932" y="2518"/>
                      <a:pt x="3773" y="2403"/>
                    </a:cubicBezTo>
                    <a:cubicBezTo>
                      <a:pt x="3767" y="2426"/>
                      <a:pt x="3784" y="2438"/>
                      <a:pt x="3795" y="2451"/>
                    </a:cubicBezTo>
                    <a:cubicBezTo>
                      <a:pt x="3934" y="2629"/>
                      <a:pt x="4006" y="2842"/>
                      <a:pt x="4099" y="3044"/>
                    </a:cubicBezTo>
                    <a:cubicBezTo>
                      <a:pt x="4117" y="3094"/>
                      <a:pt x="4131" y="3145"/>
                      <a:pt x="4141" y="3197"/>
                    </a:cubicBezTo>
                    <a:lnTo>
                      <a:pt x="4142" y="3197"/>
                    </a:lnTo>
                    <a:moveTo>
                      <a:pt x="4266" y="2412"/>
                    </a:moveTo>
                    <a:cubicBezTo>
                      <a:pt x="4473" y="2767"/>
                      <a:pt x="4493" y="2809"/>
                      <a:pt x="4494" y="2862"/>
                    </a:cubicBezTo>
                    <a:cubicBezTo>
                      <a:pt x="4478" y="2851"/>
                      <a:pt x="4473" y="2832"/>
                      <a:pt x="4462" y="2818"/>
                    </a:cubicBezTo>
                    <a:cubicBezTo>
                      <a:pt x="4451" y="2804"/>
                      <a:pt x="4443" y="2786"/>
                      <a:pt x="4426" y="2778"/>
                    </a:cubicBezTo>
                    <a:cubicBezTo>
                      <a:pt x="4455" y="2873"/>
                      <a:pt x="4530" y="2932"/>
                      <a:pt x="4592" y="3002"/>
                    </a:cubicBezTo>
                    <a:cubicBezTo>
                      <a:pt x="4556" y="2820"/>
                      <a:pt x="4392" y="2522"/>
                      <a:pt x="4265" y="2412"/>
                    </a:cubicBezTo>
                    <a:lnTo>
                      <a:pt x="4266" y="2412"/>
                    </a:lnTo>
                    <a:moveTo>
                      <a:pt x="2480" y="3668"/>
                    </a:moveTo>
                    <a:cubicBezTo>
                      <a:pt x="2461" y="3626"/>
                      <a:pt x="2490" y="3606"/>
                      <a:pt x="2497" y="3577"/>
                    </a:cubicBezTo>
                    <a:cubicBezTo>
                      <a:pt x="2510" y="3511"/>
                      <a:pt x="2529" y="3446"/>
                      <a:pt x="2554" y="3384"/>
                    </a:cubicBezTo>
                    <a:cubicBezTo>
                      <a:pt x="2572" y="3343"/>
                      <a:pt x="2566" y="3331"/>
                      <a:pt x="2528" y="3312"/>
                    </a:cubicBezTo>
                    <a:cubicBezTo>
                      <a:pt x="2510" y="3303"/>
                      <a:pt x="2499" y="3304"/>
                      <a:pt x="2490" y="3326"/>
                    </a:cubicBezTo>
                    <a:cubicBezTo>
                      <a:pt x="2460" y="3401"/>
                      <a:pt x="2434" y="3477"/>
                      <a:pt x="2412" y="3554"/>
                    </a:cubicBezTo>
                    <a:cubicBezTo>
                      <a:pt x="2407" y="3572"/>
                      <a:pt x="2404" y="3591"/>
                      <a:pt x="2423" y="3596"/>
                    </a:cubicBezTo>
                    <a:cubicBezTo>
                      <a:pt x="2441" y="3601"/>
                      <a:pt x="2432" y="3572"/>
                      <a:pt x="2444" y="3565"/>
                    </a:cubicBezTo>
                    <a:cubicBezTo>
                      <a:pt x="2446" y="3635"/>
                      <a:pt x="2446" y="3635"/>
                      <a:pt x="2480" y="3668"/>
                    </a:cubicBezTo>
                    <a:moveTo>
                      <a:pt x="3509" y="2264"/>
                    </a:moveTo>
                    <a:cubicBezTo>
                      <a:pt x="3515" y="2286"/>
                      <a:pt x="3538" y="2281"/>
                      <a:pt x="3538" y="2296"/>
                    </a:cubicBezTo>
                    <a:cubicBezTo>
                      <a:pt x="3536" y="2322"/>
                      <a:pt x="3557" y="2329"/>
                      <a:pt x="3572" y="2341"/>
                    </a:cubicBezTo>
                    <a:cubicBezTo>
                      <a:pt x="3692" y="2431"/>
                      <a:pt x="3797" y="2541"/>
                      <a:pt x="3882" y="2665"/>
                    </a:cubicBezTo>
                    <a:cubicBezTo>
                      <a:pt x="3893" y="2680"/>
                      <a:pt x="3905" y="2695"/>
                      <a:pt x="3917" y="2711"/>
                    </a:cubicBezTo>
                    <a:cubicBezTo>
                      <a:pt x="3917" y="2711"/>
                      <a:pt x="3917" y="2710"/>
                      <a:pt x="3918" y="2709"/>
                    </a:cubicBezTo>
                    <a:cubicBezTo>
                      <a:pt x="3918" y="2707"/>
                      <a:pt x="3920" y="2704"/>
                      <a:pt x="3920" y="2702"/>
                    </a:cubicBezTo>
                    <a:cubicBezTo>
                      <a:pt x="3920" y="2699"/>
                      <a:pt x="3918" y="2698"/>
                      <a:pt x="3918" y="2696"/>
                    </a:cubicBezTo>
                    <a:cubicBezTo>
                      <a:pt x="3917" y="2695"/>
                      <a:pt x="3917" y="2694"/>
                      <a:pt x="3917" y="2694"/>
                    </a:cubicBezTo>
                    <a:cubicBezTo>
                      <a:pt x="3903" y="2667"/>
                      <a:pt x="3889" y="2641"/>
                      <a:pt x="3874" y="2615"/>
                    </a:cubicBezTo>
                    <a:cubicBezTo>
                      <a:pt x="3828" y="2536"/>
                      <a:pt x="3777" y="2461"/>
                      <a:pt x="3720" y="2390"/>
                    </a:cubicBezTo>
                    <a:cubicBezTo>
                      <a:pt x="3712" y="2380"/>
                      <a:pt x="3702" y="2371"/>
                      <a:pt x="3692" y="2364"/>
                    </a:cubicBezTo>
                    <a:cubicBezTo>
                      <a:pt x="3673" y="2352"/>
                      <a:pt x="3654" y="2341"/>
                      <a:pt x="3636" y="2330"/>
                    </a:cubicBezTo>
                    <a:cubicBezTo>
                      <a:pt x="3594" y="2306"/>
                      <a:pt x="3552" y="2284"/>
                      <a:pt x="3509" y="2264"/>
                    </a:cubicBezTo>
                    <a:moveTo>
                      <a:pt x="2748" y="2007"/>
                    </a:moveTo>
                    <a:cubicBezTo>
                      <a:pt x="2754" y="2019"/>
                      <a:pt x="2755" y="2023"/>
                      <a:pt x="2757" y="2024"/>
                    </a:cubicBezTo>
                    <a:cubicBezTo>
                      <a:pt x="2836" y="2095"/>
                      <a:pt x="2927" y="2144"/>
                      <a:pt x="3019" y="2195"/>
                    </a:cubicBezTo>
                    <a:cubicBezTo>
                      <a:pt x="3026" y="2199"/>
                      <a:pt x="3035" y="2201"/>
                      <a:pt x="3044" y="2201"/>
                    </a:cubicBezTo>
                    <a:cubicBezTo>
                      <a:pt x="3046" y="2201"/>
                      <a:pt x="3048" y="2201"/>
                      <a:pt x="3050" y="2201"/>
                    </a:cubicBezTo>
                    <a:cubicBezTo>
                      <a:pt x="3088" y="2193"/>
                      <a:pt x="3116" y="2214"/>
                      <a:pt x="3147" y="2229"/>
                    </a:cubicBezTo>
                    <a:cubicBezTo>
                      <a:pt x="3151" y="2233"/>
                      <a:pt x="3155" y="2236"/>
                      <a:pt x="3160" y="2239"/>
                    </a:cubicBezTo>
                    <a:cubicBezTo>
                      <a:pt x="3174" y="2247"/>
                      <a:pt x="3189" y="2251"/>
                      <a:pt x="3205" y="2251"/>
                    </a:cubicBezTo>
                    <a:cubicBezTo>
                      <a:pt x="3061" y="2144"/>
                      <a:pt x="2908" y="2079"/>
                      <a:pt x="2748" y="2007"/>
                    </a:cubicBezTo>
                    <a:moveTo>
                      <a:pt x="2728" y="4093"/>
                    </a:moveTo>
                    <a:cubicBezTo>
                      <a:pt x="2751" y="4090"/>
                      <a:pt x="2776" y="4062"/>
                      <a:pt x="2785" y="4073"/>
                    </a:cubicBezTo>
                    <a:cubicBezTo>
                      <a:pt x="2813" y="4111"/>
                      <a:pt x="2834" y="4075"/>
                      <a:pt x="2858" y="4073"/>
                    </a:cubicBezTo>
                    <a:cubicBezTo>
                      <a:pt x="2881" y="4071"/>
                      <a:pt x="2908" y="4051"/>
                      <a:pt x="2940" y="4049"/>
                    </a:cubicBezTo>
                    <a:cubicBezTo>
                      <a:pt x="2929" y="4075"/>
                      <a:pt x="2902" y="4072"/>
                      <a:pt x="2889" y="4095"/>
                    </a:cubicBezTo>
                    <a:cubicBezTo>
                      <a:pt x="2952" y="4077"/>
                      <a:pt x="3018" y="4075"/>
                      <a:pt x="3054" y="4006"/>
                    </a:cubicBezTo>
                    <a:cubicBezTo>
                      <a:pt x="3008" y="3993"/>
                      <a:pt x="2965" y="3985"/>
                      <a:pt x="2921" y="4015"/>
                    </a:cubicBezTo>
                    <a:cubicBezTo>
                      <a:pt x="2918" y="4017"/>
                      <a:pt x="2914" y="4020"/>
                      <a:pt x="2910" y="4022"/>
                    </a:cubicBezTo>
                    <a:cubicBezTo>
                      <a:pt x="2903" y="4026"/>
                      <a:pt x="2895" y="4029"/>
                      <a:pt x="2887" y="4031"/>
                    </a:cubicBezTo>
                    <a:cubicBezTo>
                      <a:pt x="2869" y="4033"/>
                      <a:pt x="2844" y="4077"/>
                      <a:pt x="2830" y="4025"/>
                    </a:cubicBezTo>
                    <a:cubicBezTo>
                      <a:pt x="2828" y="4020"/>
                      <a:pt x="2821" y="4024"/>
                      <a:pt x="2816" y="4025"/>
                    </a:cubicBezTo>
                    <a:cubicBezTo>
                      <a:pt x="2789" y="4035"/>
                      <a:pt x="2763" y="4044"/>
                      <a:pt x="2739" y="4053"/>
                    </a:cubicBezTo>
                    <a:cubicBezTo>
                      <a:pt x="2722" y="4059"/>
                      <a:pt x="2725" y="4075"/>
                      <a:pt x="2728" y="4093"/>
                    </a:cubicBezTo>
                    <a:moveTo>
                      <a:pt x="363" y="834"/>
                    </a:moveTo>
                    <a:lnTo>
                      <a:pt x="236" y="707"/>
                    </a:lnTo>
                    <a:cubicBezTo>
                      <a:pt x="234" y="706"/>
                      <a:pt x="232" y="705"/>
                      <a:pt x="230" y="703"/>
                    </a:cubicBezTo>
                    <a:cubicBezTo>
                      <a:pt x="226" y="701"/>
                      <a:pt x="220" y="699"/>
                      <a:pt x="215" y="699"/>
                    </a:cubicBezTo>
                    <a:cubicBezTo>
                      <a:pt x="214" y="699"/>
                      <a:pt x="213" y="699"/>
                      <a:pt x="212" y="699"/>
                    </a:cubicBezTo>
                    <a:cubicBezTo>
                      <a:pt x="211" y="699"/>
                      <a:pt x="210" y="699"/>
                      <a:pt x="210" y="699"/>
                    </a:cubicBezTo>
                    <a:cubicBezTo>
                      <a:pt x="184" y="699"/>
                      <a:pt x="158" y="705"/>
                      <a:pt x="135" y="719"/>
                    </a:cubicBezTo>
                    <a:cubicBezTo>
                      <a:pt x="123" y="726"/>
                      <a:pt x="111" y="736"/>
                      <a:pt x="101" y="746"/>
                    </a:cubicBezTo>
                    <a:cubicBezTo>
                      <a:pt x="183" y="777"/>
                      <a:pt x="253" y="818"/>
                      <a:pt x="334" y="835"/>
                    </a:cubicBezTo>
                    <a:cubicBezTo>
                      <a:pt x="341" y="838"/>
                      <a:pt x="349" y="844"/>
                      <a:pt x="363" y="834"/>
                    </a:cubicBezTo>
                    <a:moveTo>
                      <a:pt x="2932" y="3801"/>
                    </a:moveTo>
                    <a:cubicBezTo>
                      <a:pt x="2940" y="3757"/>
                      <a:pt x="2947" y="3717"/>
                      <a:pt x="2954" y="3678"/>
                    </a:cubicBezTo>
                    <a:cubicBezTo>
                      <a:pt x="2966" y="3614"/>
                      <a:pt x="2967" y="3614"/>
                      <a:pt x="2911" y="3581"/>
                    </a:cubicBezTo>
                    <a:cubicBezTo>
                      <a:pt x="2905" y="3578"/>
                      <a:pt x="2900" y="3576"/>
                      <a:pt x="2894" y="3575"/>
                    </a:cubicBezTo>
                    <a:cubicBezTo>
                      <a:pt x="2872" y="3630"/>
                      <a:pt x="2856" y="3688"/>
                      <a:pt x="2847" y="3748"/>
                    </a:cubicBezTo>
                    <a:cubicBezTo>
                      <a:pt x="2847" y="3749"/>
                      <a:pt x="2847" y="3751"/>
                      <a:pt x="2847" y="3753"/>
                    </a:cubicBezTo>
                    <a:cubicBezTo>
                      <a:pt x="2847" y="3756"/>
                      <a:pt x="2847" y="3760"/>
                      <a:pt x="2849" y="3763"/>
                    </a:cubicBezTo>
                    <a:cubicBezTo>
                      <a:pt x="2849" y="3764"/>
                      <a:pt x="2849" y="3764"/>
                      <a:pt x="2849" y="3764"/>
                    </a:cubicBezTo>
                    <a:cubicBezTo>
                      <a:pt x="2851" y="3767"/>
                      <a:pt x="2853" y="3769"/>
                      <a:pt x="2856" y="3771"/>
                    </a:cubicBezTo>
                    <a:cubicBezTo>
                      <a:pt x="2859" y="3772"/>
                      <a:pt x="2862" y="3773"/>
                      <a:pt x="2865" y="3773"/>
                    </a:cubicBezTo>
                    <a:cubicBezTo>
                      <a:pt x="2866" y="3773"/>
                      <a:pt x="2866" y="3773"/>
                      <a:pt x="2867" y="3773"/>
                    </a:cubicBezTo>
                    <a:cubicBezTo>
                      <a:pt x="2875" y="3773"/>
                      <a:pt x="2876" y="3768"/>
                      <a:pt x="2878" y="3763"/>
                    </a:cubicBezTo>
                    <a:cubicBezTo>
                      <a:pt x="2880" y="3754"/>
                      <a:pt x="2880" y="3745"/>
                      <a:pt x="2883" y="3736"/>
                    </a:cubicBezTo>
                    <a:cubicBezTo>
                      <a:pt x="2894" y="3699"/>
                      <a:pt x="2893" y="3657"/>
                      <a:pt x="2916" y="3621"/>
                    </a:cubicBezTo>
                    <a:cubicBezTo>
                      <a:pt x="2926" y="3633"/>
                      <a:pt x="2921" y="3643"/>
                      <a:pt x="2918" y="3653"/>
                    </a:cubicBezTo>
                    <a:cubicBezTo>
                      <a:pt x="2910" y="3685"/>
                      <a:pt x="2901" y="3717"/>
                      <a:pt x="2894" y="3749"/>
                    </a:cubicBezTo>
                    <a:cubicBezTo>
                      <a:pt x="2887" y="3786"/>
                      <a:pt x="2887" y="3786"/>
                      <a:pt x="2932" y="3801"/>
                    </a:cubicBezTo>
                    <a:moveTo>
                      <a:pt x="4043" y="3094"/>
                    </a:moveTo>
                    <a:cubicBezTo>
                      <a:pt x="4037" y="3189"/>
                      <a:pt x="4094" y="3538"/>
                      <a:pt x="4125" y="3575"/>
                    </a:cubicBezTo>
                    <a:cubicBezTo>
                      <a:pt x="4101" y="3406"/>
                      <a:pt x="4092" y="3247"/>
                      <a:pt x="4043" y="3094"/>
                    </a:cubicBezTo>
                    <a:moveTo>
                      <a:pt x="4160" y="2390"/>
                    </a:moveTo>
                    <a:cubicBezTo>
                      <a:pt x="4161" y="2385"/>
                      <a:pt x="4161" y="2380"/>
                      <a:pt x="4161" y="2375"/>
                    </a:cubicBezTo>
                    <a:cubicBezTo>
                      <a:pt x="4161" y="2354"/>
                      <a:pt x="4155" y="2333"/>
                      <a:pt x="4145" y="2314"/>
                    </a:cubicBezTo>
                    <a:cubicBezTo>
                      <a:pt x="4136" y="2299"/>
                      <a:pt x="4123" y="2285"/>
                      <a:pt x="4108" y="2275"/>
                    </a:cubicBezTo>
                    <a:cubicBezTo>
                      <a:pt x="4093" y="2263"/>
                      <a:pt x="4076" y="2252"/>
                      <a:pt x="4059" y="2242"/>
                    </a:cubicBezTo>
                    <a:cubicBezTo>
                      <a:pt x="4041" y="2232"/>
                      <a:pt x="4023" y="2223"/>
                      <a:pt x="4004" y="2215"/>
                    </a:cubicBezTo>
                    <a:cubicBezTo>
                      <a:pt x="3959" y="2192"/>
                      <a:pt x="3910" y="2176"/>
                      <a:pt x="3860" y="2169"/>
                    </a:cubicBezTo>
                    <a:cubicBezTo>
                      <a:pt x="3879" y="2179"/>
                      <a:pt x="3897" y="2189"/>
                      <a:pt x="3915" y="2199"/>
                    </a:cubicBezTo>
                    <a:cubicBezTo>
                      <a:pt x="3951" y="2220"/>
                      <a:pt x="3985" y="2241"/>
                      <a:pt x="4019" y="2265"/>
                    </a:cubicBezTo>
                    <a:cubicBezTo>
                      <a:pt x="4069" y="2302"/>
                      <a:pt x="4116" y="2344"/>
                      <a:pt x="4160" y="2390"/>
                    </a:cubicBezTo>
                    <a:moveTo>
                      <a:pt x="3929" y="2279"/>
                    </a:moveTo>
                    <a:cubicBezTo>
                      <a:pt x="4043" y="2464"/>
                      <a:pt x="4116" y="2664"/>
                      <a:pt x="4213" y="2851"/>
                    </a:cubicBezTo>
                    <a:cubicBezTo>
                      <a:pt x="4204" y="2818"/>
                      <a:pt x="4193" y="2785"/>
                      <a:pt x="4180" y="2754"/>
                    </a:cubicBezTo>
                    <a:cubicBezTo>
                      <a:pt x="4123" y="2608"/>
                      <a:pt x="4057" y="2467"/>
                      <a:pt x="3982" y="2330"/>
                    </a:cubicBezTo>
                    <a:cubicBezTo>
                      <a:pt x="3970" y="2312"/>
                      <a:pt x="3962" y="2287"/>
                      <a:pt x="3928" y="2279"/>
                    </a:cubicBezTo>
                    <a:lnTo>
                      <a:pt x="3929" y="2279"/>
                    </a:lnTo>
                    <a:moveTo>
                      <a:pt x="4431" y="2532"/>
                    </a:moveTo>
                    <a:cubicBezTo>
                      <a:pt x="4464" y="2649"/>
                      <a:pt x="4606" y="2857"/>
                      <a:pt x="4675" y="2899"/>
                    </a:cubicBezTo>
                    <a:cubicBezTo>
                      <a:pt x="4673" y="2888"/>
                      <a:pt x="4670" y="2878"/>
                      <a:pt x="4665" y="2869"/>
                    </a:cubicBezTo>
                    <a:cubicBezTo>
                      <a:pt x="4663" y="2866"/>
                      <a:pt x="4662" y="2865"/>
                      <a:pt x="4661" y="2863"/>
                    </a:cubicBezTo>
                    <a:cubicBezTo>
                      <a:pt x="4632" y="2795"/>
                      <a:pt x="4579" y="2744"/>
                      <a:pt x="4537" y="2685"/>
                    </a:cubicBezTo>
                    <a:cubicBezTo>
                      <a:pt x="4499" y="2635"/>
                      <a:pt x="4465" y="2583"/>
                      <a:pt x="4430" y="2532"/>
                    </a:cubicBezTo>
                    <a:lnTo>
                      <a:pt x="4431" y="2532"/>
                    </a:lnTo>
                    <a:moveTo>
                      <a:pt x="4258" y="3127"/>
                    </a:moveTo>
                    <a:lnTo>
                      <a:pt x="4247" y="3130"/>
                    </a:lnTo>
                    <a:cubicBezTo>
                      <a:pt x="4247" y="3142"/>
                      <a:pt x="4249" y="3156"/>
                      <a:pt x="4251" y="3167"/>
                    </a:cubicBezTo>
                    <a:cubicBezTo>
                      <a:pt x="4264" y="3252"/>
                      <a:pt x="4277" y="3337"/>
                      <a:pt x="4299" y="3420"/>
                    </a:cubicBezTo>
                    <a:cubicBezTo>
                      <a:pt x="4303" y="3436"/>
                      <a:pt x="4315" y="3460"/>
                      <a:pt x="4284" y="3468"/>
                    </a:cubicBezTo>
                    <a:cubicBezTo>
                      <a:pt x="4282" y="3468"/>
                      <a:pt x="4280" y="3478"/>
                      <a:pt x="4282" y="3483"/>
                    </a:cubicBezTo>
                    <a:cubicBezTo>
                      <a:pt x="4296" y="3533"/>
                      <a:pt x="4303" y="3586"/>
                      <a:pt x="4330" y="3632"/>
                    </a:cubicBezTo>
                    <a:cubicBezTo>
                      <a:pt x="4308" y="3463"/>
                      <a:pt x="4305" y="3292"/>
                      <a:pt x="4256" y="3127"/>
                    </a:cubicBezTo>
                    <a:lnTo>
                      <a:pt x="4258" y="3127"/>
                    </a:lnTo>
                    <a:moveTo>
                      <a:pt x="3088" y="4267"/>
                    </a:moveTo>
                    <a:cubicBezTo>
                      <a:pt x="3107" y="4261"/>
                      <a:pt x="3125" y="4253"/>
                      <a:pt x="3142" y="4243"/>
                    </a:cubicBezTo>
                    <a:cubicBezTo>
                      <a:pt x="3153" y="4236"/>
                      <a:pt x="3164" y="4229"/>
                      <a:pt x="3175" y="4221"/>
                    </a:cubicBezTo>
                    <a:cubicBezTo>
                      <a:pt x="3185" y="4213"/>
                      <a:pt x="3198" y="4199"/>
                      <a:pt x="3192" y="4189"/>
                    </a:cubicBezTo>
                    <a:cubicBezTo>
                      <a:pt x="3165" y="4151"/>
                      <a:pt x="3196" y="4124"/>
                      <a:pt x="3207" y="4093"/>
                    </a:cubicBezTo>
                    <a:cubicBezTo>
                      <a:pt x="3210" y="4085"/>
                      <a:pt x="3215" y="4077"/>
                      <a:pt x="3219" y="4069"/>
                    </a:cubicBezTo>
                    <a:cubicBezTo>
                      <a:pt x="3222" y="4061"/>
                      <a:pt x="3223" y="4058"/>
                      <a:pt x="3217" y="4054"/>
                    </a:cubicBezTo>
                    <a:lnTo>
                      <a:pt x="3216" y="4054"/>
                    </a:lnTo>
                    <a:cubicBezTo>
                      <a:pt x="3214" y="4053"/>
                      <a:pt x="3211" y="4052"/>
                      <a:pt x="3209" y="4052"/>
                    </a:cubicBezTo>
                    <a:cubicBezTo>
                      <a:pt x="3206" y="4052"/>
                      <a:pt x="3205" y="4053"/>
                      <a:pt x="3203" y="4054"/>
                    </a:cubicBezTo>
                    <a:cubicBezTo>
                      <a:pt x="3201" y="4055"/>
                      <a:pt x="3199" y="4056"/>
                      <a:pt x="3198" y="4058"/>
                    </a:cubicBezTo>
                    <a:cubicBezTo>
                      <a:pt x="3195" y="4062"/>
                      <a:pt x="3191" y="4067"/>
                      <a:pt x="3189" y="4071"/>
                    </a:cubicBezTo>
                    <a:cubicBezTo>
                      <a:pt x="3188" y="4072"/>
                      <a:pt x="3188" y="4073"/>
                      <a:pt x="3187" y="4073"/>
                    </a:cubicBezTo>
                    <a:cubicBezTo>
                      <a:pt x="3167" y="4109"/>
                      <a:pt x="3144" y="4143"/>
                      <a:pt x="3118" y="4175"/>
                    </a:cubicBezTo>
                    <a:cubicBezTo>
                      <a:pt x="3112" y="4181"/>
                      <a:pt x="3107" y="4188"/>
                      <a:pt x="3103" y="4195"/>
                    </a:cubicBezTo>
                    <a:cubicBezTo>
                      <a:pt x="3092" y="4214"/>
                      <a:pt x="3086" y="4236"/>
                      <a:pt x="3086" y="4258"/>
                    </a:cubicBezTo>
                    <a:cubicBezTo>
                      <a:pt x="3086" y="4261"/>
                      <a:pt x="3087" y="4264"/>
                      <a:pt x="3087" y="4267"/>
                    </a:cubicBezTo>
                    <a:lnTo>
                      <a:pt x="3088" y="4267"/>
                    </a:lnTo>
                    <a:moveTo>
                      <a:pt x="3314" y="4208"/>
                    </a:moveTo>
                    <a:cubicBezTo>
                      <a:pt x="3334" y="4232"/>
                      <a:pt x="3354" y="4218"/>
                      <a:pt x="3370" y="4211"/>
                    </a:cubicBezTo>
                    <a:cubicBezTo>
                      <a:pt x="3409" y="4194"/>
                      <a:pt x="3447" y="4175"/>
                      <a:pt x="3483" y="4155"/>
                    </a:cubicBezTo>
                    <a:cubicBezTo>
                      <a:pt x="3505" y="4144"/>
                      <a:pt x="3539" y="4152"/>
                      <a:pt x="3548" y="4123"/>
                    </a:cubicBezTo>
                    <a:cubicBezTo>
                      <a:pt x="3556" y="4094"/>
                      <a:pt x="3522" y="4082"/>
                      <a:pt x="3516" y="4057"/>
                    </a:cubicBezTo>
                    <a:cubicBezTo>
                      <a:pt x="3516" y="4053"/>
                      <a:pt x="3509" y="4050"/>
                      <a:pt x="3502" y="4054"/>
                    </a:cubicBezTo>
                    <a:cubicBezTo>
                      <a:pt x="3501" y="4059"/>
                      <a:pt x="3500" y="4063"/>
                      <a:pt x="3500" y="4068"/>
                    </a:cubicBezTo>
                    <a:cubicBezTo>
                      <a:pt x="3500" y="4079"/>
                      <a:pt x="3502" y="4089"/>
                      <a:pt x="3508" y="4099"/>
                    </a:cubicBezTo>
                    <a:cubicBezTo>
                      <a:pt x="3509" y="4101"/>
                      <a:pt x="3511" y="4103"/>
                      <a:pt x="3512" y="4105"/>
                    </a:cubicBezTo>
                    <a:cubicBezTo>
                      <a:pt x="3518" y="4113"/>
                      <a:pt x="3525" y="4119"/>
                      <a:pt x="3515" y="4126"/>
                    </a:cubicBezTo>
                    <a:cubicBezTo>
                      <a:pt x="3505" y="4132"/>
                      <a:pt x="3495" y="4125"/>
                      <a:pt x="3489" y="4114"/>
                    </a:cubicBezTo>
                    <a:cubicBezTo>
                      <a:pt x="3479" y="4093"/>
                      <a:pt x="3486" y="4066"/>
                      <a:pt x="3467" y="4044"/>
                    </a:cubicBezTo>
                    <a:cubicBezTo>
                      <a:pt x="3461" y="4069"/>
                      <a:pt x="3446" y="4094"/>
                      <a:pt x="3457" y="4114"/>
                    </a:cubicBezTo>
                    <a:cubicBezTo>
                      <a:pt x="3474" y="4144"/>
                      <a:pt x="3465" y="4149"/>
                      <a:pt x="3437" y="4156"/>
                    </a:cubicBezTo>
                    <a:cubicBezTo>
                      <a:pt x="3403" y="4161"/>
                      <a:pt x="3369" y="4172"/>
                      <a:pt x="3340" y="4190"/>
                    </a:cubicBezTo>
                    <a:cubicBezTo>
                      <a:pt x="3330" y="4195"/>
                      <a:pt x="3322" y="4201"/>
                      <a:pt x="3313" y="4208"/>
                    </a:cubicBezTo>
                    <a:lnTo>
                      <a:pt x="3314" y="4208"/>
                    </a:lnTo>
                    <a:moveTo>
                      <a:pt x="4291" y="3101"/>
                    </a:moveTo>
                    <a:cubicBezTo>
                      <a:pt x="4308" y="3236"/>
                      <a:pt x="4342" y="3367"/>
                      <a:pt x="4392" y="3493"/>
                    </a:cubicBezTo>
                    <a:cubicBezTo>
                      <a:pt x="4396" y="3484"/>
                      <a:pt x="4398" y="3474"/>
                      <a:pt x="4398" y="3464"/>
                    </a:cubicBezTo>
                    <a:cubicBezTo>
                      <a:pt x="4398" y="3458"/>
                      <a:pt x="4397" y="3452"/>
                      <a:pt x="4396" y="3446"/>
                    </a:cubicBezTo>
                    <a:cubicBezTo>
                      <a:pt x="4384" y="3390"/>
                      <a:pt x="4369" y="3335"/>
                      <a:pt x="4350" y="3282"/>
                    </a:cubicBezTo>
                    <a:cubicBezTo>
                      <a:pt x="4340" y="3253"/>
                      <a:pt x="4333" y="3223"/>
                      <a:pt x="4330" y="3192"/>
                    </a:cubicBezTo>
                    <a:cubicBezTo>
                      <a:pt x="4330" y="3191"/>
                      <a:pt x="4330" y="3190"/>
                      <a:pt x="4330" y="3189"/>
                    </a:cubicBezTo>
                    <a:cubicBezTo>
                      <a:pt x="4330" y="3169"/>
                      <a:pt x="4325" y="3149"/>
                      <a:pt x="4315" y="3132"/>
                    </a:cubicBezTo>
                    <a:cubicBezTo>
                      <a:pt x="4308" y="3120"/>
                      <a:pt x="4299" y="3110"/>
                      <a:pt x="4289" y="3101"/>
                    </a:cubicBezTo>
                    <a:lnTo>
                      <a:pt x="4291" y="3101"/>
                    </a:lnTo>
                    <a:moveTo>
                      <a:pt x="4441" y="2393"/>
                    </a:moveTo>
                    <a:lnTo>
                      <a:pt x="4433" y="2403"/>
                    </a:lnTo>
                    <a:lnTo>
                      <a:pt x="4471" y="2442"/>
                    </a:lnTo>
                    <a:cubicBezTo>
                      <a:pt x="4484" y="2455"/>
                      <a:pt x="4497" y="2468"/>
                      <a:pt x="4508" y="2482"/>
                    </a:cubicBezTo>
                    <a:cubicBezTo>
                      <a:pt x="4556" y="2547"/>
                      <a:pt x="4583" y="2562"/>
                      <a:pt x="4667" y="2565"/>
                    </a:cubicBezTo>
                    <a:cubicBezTo>
                      <a:pt x="4590" y="2506"/>
                      <a:pt x="4524" y="2439"/>
                      <a:pt x="4441" y="2393"/>
                    </a:cubicBezTo>
                    <a:moveTo>
                      <a:pt x="501" y="238"/>
                    </a:moveTo>
                    <a:cubicBezTo>
                      <a:pt x="449" y="343"/>
                      <a:pt x="410" y="455"/>
                      <a:pt x="413" y="577"/>
                    </a:cubicBezTo>
                    <a:cubicBezTo>
                      <a:pt x="443" y="464"/>
                      <a:pt x="491" y="356"/>
                      <a:pt x="501" y="238"/>
                    </a:cubicBezTo>
                    <a:moveTo>
                      <a:pt x="3392" y="4007"/>
                    </a:moveTo>
                    <a:cubicBezTo>
                      <a:pt x="3399" y="4043"/>
                      <a:pt x="3373" y="4075"/>
                      <a:pt x="3390" y="4106"/>
                    </a:cubicBezTo>
                    <a:cubicBezTo>
                      <a:pt x="3405" y="4118"/>
                      <a:pt x="3410" y="4086"/>
                      <a:pt x="3423" y="4102"/>
                    </a:cubicBezTo>
                    <a:cubicBezTo>
                      <a:pt x="3406" y="4135"/>
                      <a:pt x="3361" y="4129"/>
                      <a:pt x="3338" y="4161"/>
                    </a:cubicBezTo>
                    <a:cubicBezTo>
                      <a:pt x="3374" y="4166"/>
                      <a:pt x="3399" y="4149"/>
                      <a:pt x="3425" y="4141"/>
                    </a:cubicBezTo>
                    <a:cubicBezTo>
                      <a:pt x="3435" y="4138"/>
                      <a:pt x="3437" y="4128"/>
                      <a:pt x="3437" y="4118"/>
                    </a:cubicBezTo>
                    <a:cubicBezTo>
                      <a:pt x="3437" y="4079"/>
                      <a:pt x="3441" y="4039"/>
                      <a:pt x="3449" y="4001"/>
                    </a:cubicBezTo>
                    <a:lnTo>
                      <a:pt x="3392" y="4007"/>
                    </a:lnTo>
                    <a:moveTo>
                      <a:pt x="4229" y="2313"/>
                    </a:moveTo>
                    <a:cubicBezTo>
                      <a:pt x="4228" y="2315"/>
                      <a:pt x="4228" y="2317"/>
                      <a:pt x="4228" y="2318"/>
                    </a:cubicBezTo>
                    <a:cubicBezTo>
                      <a:pt x="4228" y="2321"/>
                      <a:pt x="4228" y="2323"/>
                      <a:pt x="4230" y="2325"/>
                    </a:cubicBezTo>
                    <a:cubicBezTo>
                      <a:pt x="4230" y="2326"/>
                      <a:pt x="4232" y="2328"/>
                      <a:pt x="4233" y="2329"/>
                    </a:cubicBezTo>
                    <a:cubicBezTo>
                      <a:pt x="4302" y="2386"/>
                      <a:pt x="4374" y="2439"/>
                      <a:pt x="4449" y="2487"/>
                    </a:cubicBezTo>
                    <a:cubicBezTo>
                      <a:pt x="4451" y="2489"/>
                      <a:pt x="4452" y="2491"/>
                      <a:pt x="4456" y="2493"/>
                    </a:cubicBezTo>
                    <a:cubicBezTo>
                      <a:pt x="4459" y="2495"/>
                      <a:pt x="4464" y="2496"/>
                      <a:pt x="4468" y="2497"/>
                    </a:cubicBezTo>
                    <a:cubicBezTo>
                      <a:pt x="4469" y="2498"/>
                      <a:pt x="4470" y="2498"/>
                      <a:pt x="4471" y="2498"/>
                    </a:cubicBezTo>
                    <a:cubicBezTo>
                      <a:pt x="4473" y="2498"/>
                      <a:pt x="4475" y="2497"/>
                      <a:pt x="4477" y="2496"/>
                    </a:cubicBezTo>
                    <a:cubicBezTo>
                      <a:pt x="4479" y="2495"/>
                      <a:pt x="4480" y="2494"/>
                      <a:pt x="4481" y="2492"/>
                    </a:cubicBezTo>
                    <a:cubicBezTo>
                      <a:pt x="4482" y="2490"/>
                      <a:pt x="4483" y="2488"/>
                      <a:pt x="4483" y="2486"/>
                    </a:cubicBezTo>
                    <a:cubicBezTo>
                      <a:pt x="4483" y="2484"/>
                      <a:pt x="4483" y="2482"/>
                      <a:pt x="4482" y="2481"/>
                    </a:cubicBezTo>
                    <a:cubicBezTo>
                      <a:pt x="4481" y="2477"/>
                      <a:pt x="4479" y="2474"/>
                      <a:pt x="4478" y="2471"/>
                    </a:cubicBezTo>
                    <a:cubicBezTo>
                      <a:pt x="4474" y="2465"/>
                      <a:pt x="4468" y="2459"/>
                      <a:pt x="4462" y="2456"/>
                    </a:cubicBezTo>
                    <a:cubicBezTo>
                      <a:pt x="4458" y="2454"/>
                      <a:pt x="4455" y="2452"/>
                      <a:pt x="4452" y="2451"/>
                    </a:cubicBezTo>
                    <a:cubicBezTo>
                      <a:pt x="4438" y="2449"/>
                      <a:pt x="4426" y="2444"/>
                      <a:pt x="4414" y="2437"/>
                    </a:cubicBezTo>
                    <a:cubicBezTo>
                      <a:pt x="4405" y="2432"/>
                      <a:pt x="4397" y="2426"/>
                      <a:pt x="4390" y="2419"/>
                    </a:cubicBezTo>
                    <a:cubicBezTo>
                      <a:pt x="4348" y="2390"/>
                      <a:pt x="4307" y="2359"/>
                      <a:pt x="4265" y="2330"/>
                    </a:cubicBezTo>
                    <a:cubicBezTo>
                      <a:pt x="4255" y="2324"/>
                      <a:pt x="4245" y="2310"/>
                      <a:pt x="4229" y="2313"/>
                    </a:cubicBezTo>
                    <a:moveTo>
                      <a:pt x="4192" y="3126"/>
                    </a:moveTo>
                    <a:cubicBezTo>
                      <a:pt x="4192" y="3114"/>
                      <a:pt x="4192" y="3102"/>
                      <a:pt x="4192" y="3090"/>
                    </a:cubicBezTo>
                    <a:cubicBezTo>
                      <a:pt x="4192" y="3021"/>
                      <a:pt x="4183" y="2952"/>
                      <a:pt x="4165" y="2885"/>
                    </a:cubicBezTo>
                    <a:cubicBezTo>
                      <a:pt x="4163" y="2878"/>
                      <a:pt x="4160" y="2871"/>
                      <a:pt x="4157" y="2865"/>
                    </a:cubicBezTo>
                    <a:cubicBezTo>
                      <a:pt x="4150" y="2854"/>
                      <a:pt x="4141" y="2845"/>
                      <a:pt x="4130" y="2838"/>
                    </a:cubicBezTo>
                    <a:cubicBezTo>
                      <a:pt x="4153" y="2934"/>
                      <a:pt x="4161" y="3032"/>
                      <a:pt x="4191" y="3126"/>
                    </a:cubicBezTo>
                    <a:lnTo>
                      <a:pt x="4192" y="3126"/>
                    </a:lnTo>
                    <a:moveTo>
                      <a:pt x="3086" y="2123"/>
                    </a:moveTo>
                    <a:cubicBezTo>
                      <a:pt x="3130" y="2166"/>
                      <a:pt x="3259" y="2225"/>
                      <a:pt x="3316" y="2227"/>
                    </a:cubicBezTo>
                    <a:cubicBezTo>
                      <a:pt x="3265" y="2197"/>
                      <a:pt x="3216" y="2169"/>
                      <a:pt x="3170" y="2138"/>
                    </a:cubicBezTo>
                    <a:cubicBezTo>
                      <a:pt x="3168" y="2137"/>
                      <a:pt x="3167" y="2136"/>
                      <a:pt x="3165" y="2136"/>
                    </a:cubicBezTo>
                    <a:cubicBezTo>
                      <a:pt x="3148" y="2126"/>
                      <a:pt x="3129" y="2121"/>
                      <a:pt x="3109" y="2121"/>
                    </a:cubicBezTo>
                    <a:cubicBezTo>
                      <a:pt x="3102" y="2121"/>
                      <a:pt x="3094" y="2121"/>
                      <a:pt x="3086" y="2123"/>
                    </a:cubicBezTo>
                    <a:moveTo>
                      <a:pt x="4233" y="2446"/>
                    </a:moveTo>
                    <a:lnTo>
                      <a:pt x="4225" y="2451"/>
                    </a:lnTo>
                    <a:cubicBezTo>
                      <a:pt x="4252" y="2510"/>
                      <a:pt x="4281" y="2569"/>
                      <a:pt x="4308" y="2628"/>
                    </a:cubicBezTo>
                    <a:cubicBezTo>
                      <a:pt x="4321" y="2657"/>
                      <a:pt x="4337" y="2684"/>
                      <a:pt x="4378" y="2685"/>
                    </a:cubicBezTo>
                    <a:lnTo>
                      <a:pt x="4233" y="2446"/>
                    </a:lnTo>
                    <a:moveTo>
                      <a:pt x="4449" y="2358"/>
                    </a:moveTo>
                    <a:cubicBezTo>
                      <a:pt x="4510" y="2407"/>
                      <a:pt x="4584" y="2415"/>
                      <a:pt x="4658" y="2427"/>
                    </a:cubicBezTo>
                    <a:cubicBezTo>
                      <a:pt x="4639" y="2412"/>
                      <a:pt x="4618" y="2399"/>
                      <a:pt x="4598" y="2387"/>
                    </a:cubicBezTo>
                    <a:cubicBezTo>
                      <a:pt x="4575" y="2374"/>
                      <a:pt x="4553" y="2363"/>
                      <a:pt x="4529" y="2354"/>
                    </a:cubicBezTo>
                    <a:cubicBezTo>
                      <a:pt x="4520" y="2365"/>
                      <a:pt x="4541" y="2376"/>
                      <a:pt x="4525" y="2383"/>
                    </a:cubicBezTo>
                    <a:cubicBezTo>
                      <a:pt x="4497" y="2379"/>
                      <a:pt x="4477" y="2356"/>
                      <a:pt x="4448" y="2359"/>
                    </a:cubicBezTo>
                    <a:lnTo>
                      <a:pt x="4449" y="2358"/>
                    </a:lnTo>
                    <a:moveTo>
                      <a:pt x="3576" y="2243"/>
                    </a:moveTo>
                    <a:lnTo>
                      <a:pt x="3582" y="2233"/>
                    </a:lnTo>
                    <a:cubicBezTo>
                      <a:pt x="3551" y="2213"/>
                      <a:pt x="3519" y="2195"/>
                      <a:pt x="3490" y="2173"/>
                    </a:cubicBezTo>
                    <a:cubicBezTo>
                      <a:pt x="3443" y="2138"/>
                      <a:pt x="3434" y="2134"/>
                      <a:pt x="3374" y="2141"/>
                    </a:cubicBezTo>
                    <a:lnTo>
                      <a:pt x="3576" y="2243"/>
                    </a:lnTo>
                    <a:moveTo>
                      <a:pt x="2828" y="3834"/>
                    </a:moveTo>
                    <a:cubicBezTo>
                      <a:pt x="2825" y="3825"/>
                      <a:pt x="2824" y="3816"/>
                      <a:pt x="2819" y="3813"/>
                    </a:cubicBezTo>
                    <a:cubicBezTo>
                      <a:pt x="2808" y="3806"/>
                      <a:pt x="2792" y="3801"/>
                      <a:pt x="2784" y="3813"/>
                    </a:cubicBezTo>
                    <a:cubicBezTo>
                      <a:pt x="2776" y="3824"/>
                      <a:pt x="2792" y="3833"/>
                      <a:pt x="2802" y="3839"/>
                    </a:cubicBezTo>
                    <a:cubicBezTo>
                      <a:pt x="2837" y="3859"/>
                      <a:pt x="2880" y="3847"/>
                      <a:pt x="2914" y="3870"/>
                    </a:cubicBezTo>
                    <a:cubicBezTo>
                      <a:pt x="2916" y="3870"/>
                      <a:pt x="2923" y="3866"/>
                      <a:pt x="2926" y="3862"/>
                    </a:cubicBezTo>
                    <a:cubicBezTo>
                      <a:pt x="2927" y="3862"/>
                      <a:pt x="2927" y="3862"/>
                      <a:pt x="2927" y="3862"/>
                    </a:cubicBezTo>
                    <a:cubicBezTo>
                      <a:pt x="2928" y="3860"/>
                      <a:pt x="2928" y="3858"/>
                      <a:pt x="2928" y="3857"/>
                    </a:cubicBezTo>
                    <a:cubicBezTo>
                      <a:pt x="2928" y="3855"/>
                      <a:pt x="2928" y="3853"/>
                      <a:pt x="2927" y="3852"/>
                    </a:cubicBezTo>
                    <a:cubicBezTo>
                      <a:pt x="2925" y="3850"/>
                      <a:pt x="2925" y="3849"/>
                      <a:pt x="2924" y="3848"/>
                    </a:cubicBezTo>
                    <a:cubicBezTo>
                      <a:pt x="2917" y="3843"/>
                      <a:pt x="2908" y="3833"/>
                      <a:pt x="2901" y="3834"/>
                    </a:cubicBezTo>
                    <a:cubicBezTo>
                      <a:pt x="2872" y="3839"/>
                      <a:pt x="2865" y="3816"/>
                      <a:pt x="2852" y="3800"/>
                    </a:cubicBezTo>
                    <a:cubicBezTo>
                      <a:pt x="2851" y="3798"/>
                      <a:pt x="2846" y="3799"/>
                      <a:pt x="2842" y="3798"/>
                    </a:cubicBezTo>
                    <a:cubicBezTo>
                      <a:pt x="2831" y="3805"/>
                      <a:pt x="2838" y="3818"/>
                      <a:pt x="2828" y="3834"/>
                    </a:cubicBezTo>
                    <a:moveTo>
                      <a:pt x="3265" y="4198"/>
                    </a:moveTo>
                    <a:cubicBezTo>
                      <a:pt x="3256" y="4196"/>
                      <a:pt x="3247" y="4190"/>
                      <a:pt x="3243" y="4193"/>
                    </a:cubicBezTo>
                    <a:cubicBezTo>
                      <a:pt x="3213" y="4214"/>
                      <a:pt x="3187" y="4238"/>
                      <a:pt x="3163" y="4265"/>
                    </a:cubicBezTo>
                    <a:cubicBezTo>
                      <a:pt x="3160" y="4268"/>
                      <a:pt x="3163" y="4279"/>
                      <a:pt x="3167" y="4285"/>
                    </a:cubicBezTo>
                    <a:cubicBezTo>
                      <a:pt x="3170" y="4290"/>
                      <a:pt x="3179" y="4290"/>
                      <a:pt x="3185" y="4285"/>
                    </a:cubicBezTo>
                    <a:cubicBezTo>
                      <a:pt x="3203" y="4276"/>
                      <a:pt x="3220" y="4266"/>
                      <a:pt x="3238" y="4256"/>
                    </a:cubicBezTo>
                    <a:cubicBezTo>
                      <a:pt x="3255" y="4246"/>
                      <a:pt x="3252" y="4248"/>
                      <a:pt x="3238" y="4230"/>
                    </a:cubicBezTo>
                    <a:cubicBezTo>
                      <a:pt x="3234" y="4225"/>
                      <a:pt x="3234" y="4220"/>
                      <a:pt x="3240" y="4217"/>
                    </a:cubicBezTo>
                    <a:cubicBezTo>
                      <a:pt x="3243" y="4216"/>
                      <a:pt x="3246" y="4214"/>
                      <a:pt x="3249" y="4213"/>
                    </a:cubicBezTo>
                    <a:cubicBezTo>
                      <a:pt x="3256" y="4209"/>
                      <a:pt x="3261" y="4204"/>
                      <a:pt x="3265" y="4198"/>
                    </a:cubicBezTo>
                    <a:moveTo>
                      <a:pt x="349" y="703"/>
                    </a:moveTo>
                    <a:cubicBezTo>
                      <a:pt x="339" y="642"/>
                      <a:pt x="326" y="582"/>
                      <a:pt x="310" y="522"/>
                    </a:cubicBezTo>
                    <a:cubicBezTo>
                      <a:pt x="304" y="587"/>
                      <a:pt x="303" y="650"/>
                      <a:pt x="349" y="703"/>
                    </a:cubicBezTo>
                    <a:moveTo>
                      <a:pt x="3282" y="4449"/>
                    </a:moveTo>
                    <a:cubicBezTo>
                      <a:pt x="3284" y="4446"/>
                      <a:pt x="3286" y="4442"/>
                      <a:pt x="3288" y="4438"/>
                    </a:cubicBezTo>
                    <a:cubicBezTo>
                      <a:pt x="3314" y="4393"/>
                      <a:pt x="3345" y="4350"/>
                      <a:pt x="3379" y="4311"/>
                    </a:cubicBezTo>
                    <a:cubicBezTo>
                      <a:pt x="3299" y="4333"/>
                      <a:pt x="3286" y="4388"/>
                      <a:pt x="3282" y="4449"/>
                    </a:cubicBezTo>
                    <a:moveTo>
                      <a:pt x="3325" y="4010"/>
                    </a:moveTo>
                    <a:lnTo>
                      <a:pt x="3315" y="4003"/>
                    </a:lnTo>
                    <a:cubicBezTo>
                      <a:pt x="3297" y="4019"/>
                      <a:pt x="3278" y="4034"/>
                      <a:pt x="3260" y="4051"/>
                    </a:cubicBezTo>
                    <a:cubicBezTo>
                      <a:pt x="3259" y="4052"/>
                      <a:pt x="3258" y="4053"/>
                      <a:pt x="3257" y="4055"/>
                    </a:cubicBezTo>
                    <a:cubicBezTo>
                      <a:pt x="3256" y="4058"/>
                      <a:pt x="3255" y="4061"/>
                      <a:pt x="3254" y="4064"/>
                    </a:cubicBezTo>
                    <a:cubicBezTo>
                      <a:pt x="3290" y="4087"/>
                      <a:pt x="3245" y="4111"/>
                      <a:pt x="3254" y="4138"/>
                    </a:cubicBezTo>
                    <a:cubicBezTo>
                      <a:pt x="3302" y="4105"/>
                      <a:pt x="3291" y="4045"/>
                      <a:pt x="3325" y="4010"/>
                    </a:cubicBezTo>
                    <a:moveTo>
                      <a:pt x="3298" y="2177"/>
                    </a:moveTo>
                    <a:cubicBezTo>
                      <a:pt x="3301" y="2178"/>
                      <a:pt x="3303" y="2180"/>
                      <a:pt x="3305" y="2181"/>
                    </a:cubicBezTo>
                    <a:cubicBezTo>
                      <a:pt x="3358" y="2212"/>
                      <a:pt x="3414" y="2238"/>
                      <a:pt x="3472" y="2258"/>
                    </a:cubicBezTo>
                    <a:cubicBezTo>
                      <a:pt x="3449" y="2226"/>
                      <a:pt x="3383" y="2194"/>
                      <a:pt x="3297" y="2177"/>
                    </a:cubicBezTo>
                    <a:lnTo>
                      <a:pt x="3298" y="2177"/>
                    </a:lnTo>
                    <a:moveTo>
                      <a:pt x="4471" y="2538"/>
                    </a:moveTo>
                    <a:cubicBezTo>
                      <a:pt x="4513" y="2580"/>
                      <a:pt x="4560" y="2616"/>
                      <a:pt x="4611" y="2646"/>
                    </a:cubicBezTo>
                    <a:cubicBezTo>
                      <a:pt x="4613" y="2647"/>
                      <a:pt x="4614" y="2648"/>
                      <a:pt x="4615" y="2648"/>
                    </a:cubicBezTo>
                    <a:cubicBezTo>
                      <a:pt x="4557" y="2569"/>
                      <a:pt x="4534" y="2551"/>
                      <a:pt x="4471" y="2538"/>
                    </a:cubicBezTo>
                    <a:moveTo>
                      <a:pt x="3935" y="2842"/>
                    </a:moveTo>
                    <a:lnTo>
                      <a:pt x="3949" y="2837"/>
                    </a:lnTo>
                    <a:cubicBezTo>
                      <a:pt x="3934" y="2777"/>
                      <a:pt x="3894" y="2731"/>
                      <a:pt x="3850" y="2687"/>
                    </a:cubicBezTo>
                    <a:lnTo>
                      <a:pt x="3935" y="2842"/>
                    </a:lnTo>
                    <a:moveTo>
                      <a:pt x="4374" y="2184"/>
                    </a:moveTo>
                    <a:cubicBezTo>
                      <a:pt x="4302" y="2160"/>
                      <a:pt x="4228" y="2146"/>
                      <a:pt x="4152" y="2141"/>
                    </a:cubicBezTo>
                    <a:cubicBezTo>
                      <a:pt x="4224" y="2166"/>
                      <a:pt x="4299" y="2180"/>
                      <a:pt x="4374" y="2184"/>
                    </a:cubicBezTo>
                    <a:moveTo>
                      <a:pt x="570" y="770"/>
                    </a:moveTo>
                    <a:cubicBezTo>
                      <a:pt x="569" y="774"/>
                      <a:pt x="569" y="777"/>
                      <a:pt x="569" y="781"/>
                    </a:cubicBezTo>
                    <a:cubicBezTo>
                      <a:pt x="569" y="790"/>
                      <a:pt x="570" y="799"/>
                      <a:pt x="575" y="806"/>
                    </a:cubicBezTo>
                    <a:cubicBezTo>
                      <a:pt x="579" y="814"/>
                      <a:pt x="586" y="819"/>
                      <a:pt x="593" y="823"/>
                    </a:cubicBezTo>
                    <a:cubicBezTo>
                      <a:pt x="597" y="826"/>
                      <a:pt x="601" y="827"/>
                      <a:pt x="605" y="828"/>
                    </a:cubicBezTo>
                    <a:cubicBezTo>
                      <a:pt x="610" y="830"/>
                      <a:pt x="615" y="831"/>
                      <a:pt x="620" y="831"/>
                    </a:cubicBezTo>
                    <a:cubicBezTo>
                      <a:pt x="628" y="831"/>
                      <a:pt x="636" y="829"/>
                      <a:pt x="643" y="825"/>
                    </a:cubicBezTo>
                    <a:cubicBezTo>
                      <a:pt x="649" y="821"/>
                      <a:pt x="654" y="817"/>
                      <a:pt x="658" y="811"/>
                    </a:cubicBezTo>
                    <a:cubicBezTo>
                      <a:pt x="659" y="810"/>
                      <a:pt x="660" y="808"/>
                      <a:pt x="661" y="807"/>
                    </a:cubicBezTo>
                    <a:cubicBezTo>
                      <a:pt x="664" y="801"/>
                      <a:pt x="666" y="793"/>
                      <a:pt x="666" y="786"/>
                    </a:cubicBezTo>
                    <a:cubicBezTo>
                      <a:pt x="666" y="779"/>
                      <a:pt x="664" y="772"/>
                      <a:pt x="661" y="766"/>
                    </a:cubicBezTo>
                    <a:cubicBezTo>
                      <a:pt x="657" y="760"/>
                      <a:pt x="652" y="755"/>
                      <a:pt x="647" y="752"/>
                    </a:cubicBezTo>
                    <a:cubicBezTo>
                      <a:pt x="637" y="772"/>
                      <a:pt x="644" y="805"/>
                      <a:pt x="616" y="809"/>
                    </a:cubicBezTo>
                    <a:cubicBezTo>
                      <a:pt x="587" y="814"/>
                      <a:pt x="587" y="783"/>
                      <a:pt x="570" y="770"/>
                    </a:cubicBezTo>
                    <a:moveTo>
                      <a:pt x="4485" y="3197"/>
                    </a:moveTo>
                    <a:cubicBezTo>
                      <a:pt x="4507" y="3242"/>
                      <a:pt x="4517" y="3285"/>
                      <a:pt x="4549" y="3324"/>
                    </a:cubicBezTo>
                    <a:cubicBezTo>
                      <a:pt x="4532" y="3203"/>
                      <a:pt x="4532" y="3203"/>
                      <a:pt x="4486" y="3197"/>
                    </a:cubicBezTo>
                    <a:lnTo>
                      <a:pt x="4485" y="3197"/>
                    </a:lnTo>
                    <a:moveTo>
                      <a:pt x="1926" y="4304"/>
                    </a:moveTo>
                    <a:cubicBezTo>
                      <a:pt x="1983" y="4321"/>
                      <a:pt x="2020" y="4298"/>
                      <a:pt x="2071" y="4280"/>
                    </a:cubicBezTo>
                    <a:cubicBezTo>
                      <a:pt x="2012" y="4256"/>
                      <a:pt x="1975" y="4284"/>
                      <a:pt x="1926" y="4304"/>
                    </a:cubicBezTo>
                    <a:moveTo>
                      <a:pt x="3994" y="3008"/>
                    </a:moveTo>
                    <a:cubicBezTo>
                      <a:pt x="4033" y="2978"/>
                      <a:pt x="4028" y="2944"/>
                      <a:pt x="3980" y="2889"/>
                    </a:cubicBezTo>
                    <a:cubicBezTo>
                      <a:pt x="3982" y="2929"/>
                      <a:pt x="3986" y="2969"/>
                      <a:pt x="3995" y="3008"/>
                    </a:cubicBezTo>
                    <a:lnTo>
                      <a:pt x="3994" y="3008"/>
                    </a:lnTo>
                    <a:moveTo>
                      <a:pt x="4484" y="3048"/>
                    </a:moveTo>
                    <a:cubicBezTo>
                      <a:pt x="4473" y="2984"/>
                      <a:pt x="4453" y="2923"/>
                      <a:pt x="4422" y="2866"/>
                    </a:cubicBezTo>
                    <a:cubicBezTo>
                      <a:pt x="4431" y="2930"/>
                      <a:pt x="4452" y="2992"/>
                      <a:pt x="4484" y="3048"/>
                    </a:cubicBezTo>
                    <a:moveTo>
                      <a:pt x="3588" y="4271"/>
                    </a:moveTo>
                    <a:cubicBezTo>
                      <a:pt x="3573" y="4259"/>
                      <a:pt x="3591" y="4240"/>
                      <a:pt x="3581" y="4229"/>
                    </a:cubicBezTo>
                    <a:cubicBezTo>
                      <a:pt x="3537" y="4241"/>
                      <a:pt x="3490" y="4234"/>
                      <a:pt x="3456" y="4270"/>
                    </a:cubicBezTo>
                    <a:cubicBezTo>
                      <a:pt x="3500" y="4250"/>
                      <a:pt x="3542" y="4260"/>
                      <a:pt x="3588" y="4271"/>
                    </a:cubicBezTo>
                    <a:moveTo>
                      <a:pt x="2344" y="3514"/>
                    </a:moveTo>
                    <a:cubicBezTo>
                      <a:pt x="2309" y="3611"/>
                      <a:pt x="2320" y="3631"/>
                      <a:pt x="2368" y="3664"/>
                    </a:cubicBezTo>
                    <a:cubicBezTo>
                      <a:pt x="2318" y="3622"/>
                      <a:pt x="2374" y="3567"/>
                      <a:pt x="2345" y="3513"/>
                    </a:cubicBezTo>
                    <a:lnTo>
                      <a:pt x="2344" y="3514"/>
                    </a:lnTo>
                    <a:moveTo>
                      <a:pt x="2212" y="4365"/>
                    </a:moveTo>
                    <a:cubicBezTo>
                      <a:pt x="2262" y="4341"/>
                      <a:pt x="2320" y="4332"/>
                      <a:pt x="2363" y="4279"/>
                    </a:cubicBezTo>
                    <a:cubicBezTo>
                      <a:pt x="2296" y="4292"/>
                      <a:pt x="2257" y="4336"/>
                      <a:pt x="2212" y="4365"/>
                    </a:cubicBezTo>
                    <a:moveTo>
                      <a:pt x="4064" y="3697"/>
                    </a:moveTo>
                    <a:cubicBezTo>
                      <a:pt x="4065" y="3635"/>
                      <a:pt x="4090" y="3575"/>
                      <a:pt x="4060" y="3516"/>
                    </a:cubicBezTo>
                    <a:cubicBezTo>
                      <a:pt x="4057" y="3540"/>
                      <a:pt x="4056" y="3565"/>
                      <a:pt x="4056" y="3590"/>
                    </a:cubicBezTo>
                    <a:cubicBezTo>
                      <a:pt x="4056" y="3626"/>
                      <a:pt x="4058" y="3661"/>
                      <a:pt x="4064" y="3696"/>
                    </a:cubicBezTo>
                    <a:lnTo>
                      <a:pt x="4064" y="3697"/>
                    </a:lnTo>
                    <a:moveTo>
                      <a:pt x="3915" y="2151"/>
                    </a:moveTo>
                    <a:cubicBezTo>
                      <a:pt x="3939" y="2160"/>
                      <a:pt x="3963" y="2170"/>
                      <a:pt x="3987" y="2176"/>
                    </a:cubicBezTo>
                    <a:cubicBezTo>
                      <a:pt x="4011" y="2182"/>
                      <a:pt x="4032" y="2208"/>
                      <a:pt x="4072" y="2190"/>
                    </a:cubicBezTo>
                    <a:cubicBezTo>
                      <a:pt x="4024" y="2165"/>
                      <a:pt x="3971" y="2151"/>
                      <a:pt x="3917" y="2151"/>
                    </a:cubicBezTo>
                    <a:cubicBezTo>
                      <a:pt x="3916" y="2151"/>
                      <a:pt x="3916" y="2151"/>
                      <a:pt x="3915" y="2151"/>
                    </a:cubicBezTo>
                    <a:moveTo>
                      <a:pt x="3272" y="3909"/>
                    </a:moveTo>
                    <a:cubicBezTo>
                      <a:pt x="3240" y="3897"/>
                      <a:pt x="3208" y="3886"/>
                      <a:pt x="3175" y="3877"/>
                    </a:cubicBezTo>
                    <a:cubicBezTo>
                      <a:pt x="3194" y="3891"/>
                      <a:pt x="3189" y="3921"/>
                      <a:pt x="3210" y="3927"/>
                    </a:cubicBezTo>
                    <a:cubicBezTo>
                      <a:pt x="3214" y="3927"/>
                      <a:pt x="3218" y="3928"/>
                      <a:pt x="3222" y="3928"/>
                    </a:cubicBezTo>
                    <a:cubicBezTo>
                      <a:pt x="3236" y="3928"/>
                      <a:pt x="3250" y="3924"/>
                      <a:pt x="3263" y="3917"/>
                    </a:cubicBezTo>
                    <a:cubicBezTo>
                      <a:pt x="3266" y="3915"/>
                      <a:pt x="3270" y="3912"/>
                      <a:pt x="3273" y="3909"/>
                    </a:cubicBezTo>
                    <a:lnTo>
                      <a:pt x="3272" y="3909"/>
                    </a:lnTo>
                    <a:moveTo>
                      <a:pt x="3804" y="2223"/>
                    </a:moveTo>
                    <a:lnTo>
                      <a:pt x="3916" y="2325"/>
                    </a:lnTo>
                    <a:cubicBezTo>
                      <a:pt x="3898" y="2277"/>
                      <a:pt x="3873" y="2234"/>
                      <a:pt x="3805" y="2223"/>
                    </a:cubicBezTo>
                    <a:lnTo>
                      <a:pt x="3804" y="2223"/>
                    </a:lnTo>
                    <a:moveTo>
                      <a:pt x="3372" y="2174"/>
                    </a:moveTo>
                    <a:cubicBezTo>
                      <a:pt x="3363" y="2166"/>
                      <a:pt x="3354" y="2159"/>
                      <a:pt x="3343" y="2153"/>
                    </a:cubicBezTo>
                    <a:cubicBezTo>
                      <a:pt x="3320" y="2140"/>
                      <a:pt x="3295" y="2132"/>
                      <a:pt x="3268" y="2130"/>
                    </a:cubicBezTo>
                    <a:cubicBezTo>
                      <a:pt x="3255" y="2130"/>
                      <a:pt x="3230" y="2124"/>
                      <a:pt x="3231" y="2139"/>
                    </a:cubicBezTo>
                    <a:cubicBezTo>
                      <a:pt x="3231" y="2164"/>
                      <a:pt x="3252" y="2145"/>
                      <a:pt x="3264" y="2145"/>
                    </a:cubicBezTo>
                    <a:cubicBezTo>
                      <a:pt x="3273" y="2146"/>
                      <a:pt x="3282" y="2149"/>
                      <a:pt x="3290" y="2152"/>
                    </a:cubicBezTo>
                    <a:lnTo>
                      <a:pt x="3372" y="2174"/>
                    </a:lnTo>
                    <a:moveTo>
                      <a:pt x="3613" y="2415"/>
                    </a:moveTo>
                    <a:cubicBezTo>
                      <a:pt x="3643" y="2474"/>
                      <a:pt x="3660" y="2493"/>
                      <a:pt x="3698" y="2515"/>
                    </a:cubicBezTo>
                    <a:cubicBezTo>
                      <a:pt x="3694" y="2504"/>
                      <a:pt x="3689" y="2494"/>
                      <a:pt x="3684" y="2484"/>
                    </a:cubicBezTo>
                    <a:cubicBezTo>
                      <a:pt x="3668" y="2456"/>
                      <a:pt x="3644" y="2433"/>
                      <a:pt x="3617" y="2417"/>
                    </a:cubicBezTo>
                    <a:cubicBezTo>
                      <a:pt x="3615" y="2416"/>
                      <a:pt x="3615" y="2416"/>
                      <a:pt x="3614" y="2415"/>
                    </a:cubicBezTo>
                    <a:lnTo>
                      <a:pt x="3613" y="2415"/>
                    </a:lnTo>
                    <a:moveTo>
                      <a:pt x="4347" y="2754"/>
                    </a:moveTo>
                    <a:cubicBezTo>
                      <a:pt x="4361" y="2832"/>
                      <a:pt x="4361" y="2832"/>
                      <a:pt x="4406" y="2828"/>
                    </a:cubicBezTo>
                    <a:cubicBezTo>
                      <a:pt x="4390" y="2801"/>
                      <a:pt x="4370" y="2776"/>
                      <a:pt x="4348" y="2754"/>
                    </a:cubicBezTo>
                    <a:lnTo>
                      <a:pt x="4347" y="2754"/>
                    </a:lnTo>
                    <a:moveTo>
                      <a:pt x="4040" y="3754"/>
                    </a:moveTo>
                    <a:cubicBezTo>
                      <a:pt x="4049" y="3701"/>
                      <a:pt x="4025" y="3648"/>
                      <a:pt x="4028" y="3595"/>
                    </a:cubicBezTo>
                    <a:cubicBezTo>
                      <a:pt x="4018" y="3648"/>
                      <a:pt x="4034" y="3700"/>
                      <a:pt x="4042" y="3754"/>
                    </a:cubicBezTo>
                    <a:lnTo>
                      <a:pt x="4040" y="3754"/>
                    </a:lnTo>
                    <a:moveTo>
                      <a:pt x="3670" y="4289"/>
                    </a:moveTo>
                    <a:cubicBezTo>
                      <a:pt x="3668" y="4286"/>
                      <a:pt x="3666" y="4282"/>
                      <a:pt x="3664" y="4278"/>
                    </a:cubicBezTo>
                    <a:cubicBezTo>
                      <a:pt x="3656" y="4265"/>
                      <a:pt x="3646" y="4253"/>
                      <a:pt x="3633" y="4243"/>
                    </a:cubicBezTo>
                    <a:cubicBezTo>
                      <a:pt x="3629" y="4239"/>
                      <a:pt x="3624" y="4235"/>
                      <a:pt x="3619" y="4238"/>
                    </a:cubicBezTo>
                    <a:cubicBezTo>
                      <a:pt x="3613" y="4241"/>
                      <a:pt x="3614" y="4246"/>
                      <a:pt x="3614" y="4252"/>
                    </a:cubicBezTo>
                    <a:cubicBezTo>
                      <a:pt x="3617" y="4284"/>
                      <a:pt x="3621" y="4287"/>
                      <a:pt x="3671" y="4290"/>
                    </a:cubicBezTo>
                    <a:lnTo>
                      <a:pt x="3670" y="4289"/>
                    </a:lnTo>
                    <a:moveTo>
                      <a:pt x="3242" y="4485"/>
                    </a:moveTo>
                    <a:cubicBezTo>
                      <a:pt x="3248" y="4467"/>
                      <a:pt x="3252" y="4448"/>
                      <a:pt x="3252" y="4429"/>
                    </a:cubicBezTo>
                    <a:cubicBezTo>
                      <a:pt x="3252" y="4416"/>
                      <a:pt x="3250" y="4403"/>
                      <a:pt x="3247" y="4390"/>
                    </a:cubicBezTo>
                    <a:cubicBezTo>
                      <a:pt x="3229" y="4432"/>
                      <a:pt x="3229" y="4436"/>
                      <a:pt x="3244" y="4485"/>
                    </a:cubicBezTo>
                    <a:lnTo>
                      <a:pt x="3242" y="4485"/>
                    </a:lnTo>
                    <a:moveTo>
                      <a:pt x="3651" y="3817"/>
                    </a:moveTo>
                    <a:cubicBezTo>
                      <a:pt x="3672" y="3800"/>
                      <a:pt x="3689" y="3779"/>
                      <a:pt x="3703" y="3756"/>
                    </a:cubicBezTo>
                    <a:cubicBezTo>
                      <a:pt x="3707" y="3748"/>
                      <a:pt x="3711" y="3740"/>
                      <a:pt x="3715" y="3732"/>
                    </a:cubicBezTo>
                    <a:cubicBezTo>
                      <a:pt x="3690" y="3758"/>
                      <a:pt x="3655" y="3774"/>
                      <a:pt x="3653" y="3818"/>
                    </a:cubicBezTo>
                    <a:lnTo>
                      <a:pt x="3651" y="3817"/>
                    </a:lnTo>
                    <a:moveTo>
                      <a:pt x="2298" y="4214"/>
                    </a:moveTo>
                    <a:cubicBezTo>
                      <a:pt x="2295" y="4214"/>
                      <a:pt x="2293" y="4214"/>
                      <a:pt x="2291" y="4214"/>
                    </a:cubicBezTo>
                    <a:cubicBezTo>
                      <a:pt x="2272" y="4214"/>
                      <a:pt x="2253" y="4219"/>
                      <a:pt x="2237" y="4228"/>
                    </a:cubicBezTo>
                    <a:cubicBezTo>
                      <a:pt x="2223" y="4236"/>
                      <a:pt x="2211" y="4247"/>
                      <a:pt x="2202" y="4261"/>
                    </a:cubicBezTo>
                    <a:cubicBezTo>
                      <a:pt x="2225" y="4256"/>
                      <a:pt x="2248" y="4248"/>
                      <a:pt x="2269" y="4236"/>
                    </a:cubicBezTo>
                    <a:cubicBezTo>
                      <a:pt x="2279" y="4230"/>
                      <a:pt x="2290" y="4223"/>
                      <a:pt x="2299" y="4215"/>
                    </a:cubicBezTo>
                    <a:lnTo>
                      <a:pt x="2298" y="4214"/>
                    </a:lnTo>
                    <a:moveTo>
                      <a:pt x="2407" y="3676"/>
                    </a:moveTo>
                    <a:cubicBezTo>
                      <a:pt x="2434" y="3651"/>
                      <a:pt x="2428" y="3631"/>
                      <a:pt x="2402" y="3609"/>
                    </a:cubicBezTo>
                    <a:cubicBezTo>
                      <a:pt x="2388" y="3634"/>
                      <a:pt x="2381" y="3656"/>
                      <a:pt x="2407" y="3676"/>
                    </a:cubicBezTo>
                    <a:moveTo>
                      <a:pt x="3724" y="4374"/>
                    </a:moveTo>
                    <a:cubicBezTo>
                      <a:pt x="3703" y="4311"/>
                      <a:pt x="3700" y="4310"/>
                      <a:pt x="3657" y="4325"/>
                    </a:cubicBezTo>
                    <a:cubicBezTo>
                      <a:pt x="3676" y="4343"/>
                      <a:pt x="3696" y="4358"/>
                      <a:pt x="3719" y="4371"/>
                    </a:cubicBezTo>
                    <a:cubicBezTo>
                      <a:pt x="3720" y="4372"/>
                      <a:pt x="3722" y="4373"/>
                      <a:pt x="3724" y="4374"/>
                    </a:cubicBezTo>
                    <a:moveTo>
                      <a:pt x="2484" y="3716"/>
                    </a:moveTo>
                    <a:cubicBezTo>
                      <a:pt x="2485" y="3719"/>
                      <a:pt x="2486" y="3722"/>
                      <a:pt x="2488" y="3725"/>
                    </a:cubicBezTo>
                    <a:cubicBezTo>
                      <a:pt x="2493" y="3733"/>
                      <a:pt x="2500" y="3741"/>
                      <a:pt x="2509" y="3746"/>
                    </a:cubicBezTo>
                    <a:lnTo>
                      <a:pt x="2510" y="3746"/>
                    </a:lnTo>
                    <a:cubicBezTo>
                      <a:pt x="2520" y="3754"/>
                      <a:pt x="2527" y="3766"/>
                      <a:pt x="2542" y="3765"/>
                    </a:cubicBezTo>
                    <a:cubicBezTo>
                      <a:pt x="2542" y="3736"/>
                      <a:pt x="2540" y="3734"/>
                      <a:pt x="2508" y="3727"/>
                    </a:cubicBezTo>
                    <a:cubicBezTo>
                      <a:pt x="2501" y="3725"/>
                      <a:pt x="2497" y="3714"/>
                      <a:pt x="2484" y="3716"/>
                    </a:cubicBezTo>
                    <a:moveTo>
                      <a:pt x="3838" y="3508"/>
                    </a:moveTo>
                    <a:cubicBezTo>
                      <a:pt x="3830" y="3524"/>
                      <a:pt x="3826" y="3542"/>
                      <a:pt x="3826" y="3560"/>
                    </a:cubicBezTo>
                    <a:cubicBezTo>
                      <a:pt x="3826" y="3572"/>
                      <a:pt x="3828" y="3583"/>
                      <a:pt x="3831" y="3594"/>
                    </a:cubicBezTo>
                    <a:cubicBezTo>
                      <a:pt x="3845" y="3568"/>
                      <a:pt x="3880" y="3545"/>
                      <a:pt x="3838" y="3508"/>
                    </a:cubicBezTo>
                    <a:moveTo>
                      <a:pt x="3718" y="2049"/>
                    </a:moveTo>
                    <a:cubicBezTo>
                      <a:pt x="3758" y="2051"/>
                      <a:pt x="3801" y="2060"/>
                      <a:pt x="3843" y="2049"/>
                    </a:cubicBezTo>
                    <a:lnTo>
                      <a:pt x="3718" y="2049"/>
                    </a:lnTo>
                    <a:moveTo>
                      <a:pt x="4294" y="2319"/>
                    </a:moveTo>
                    <a:cubicBezTo>
                      <a:pt x="4279" y="2286"/>
                      <a:pt x="4247" y="2277"/>
                      <a:pt x="4216" y="2269"/>
                    </a:cubicBezTo>
                    <a:cubicBezTo>
                      <a:pt x="4228" y="2282"/>
                      <a:pt x="4242" y="2294"/>
                      <a:pt x="4257" y="2302"/>
                    </a:cubicBezTo>
                    <a:cubicBezTo>
                      <a:pt x="4269" y="2309"/>
                      <a:pt x="4281" y="2315"/>
                      <a:pt x="4294" y="2318"/>
                    </a:cubicBezTo>
                    <a:lnTo>
                      <a:pt x="4294" y="2319"/>
                    </a:lnTo>
                    <a:moveTo>
                      <a:pt x="3571" y="4198"/>
                    </a:moveTo>
                    <a:cubicBezTo>
                      <a:pt x="3570" y="4197"/>
                      <a:pt x="3568" y="4196"/>
                      <a:pt x="3566" y="4195"/>
                    </a:cubicBezTo>
                    <a:cubicBezTo>
                      <a:pt x="3557" y="4189"/>
                      <a:pt x="3546" y="4187"/>
                      <a:pt x="3535" y="4187"/>
                    </a:cubicBezTo>
                    <a:cubicBezTo>
                      <a:pt x="3524" y="4187"/>
                      <a:pt x="3513" y="4189"/>
                      <a:pt x="3503" y="4195"/>
                    </a:cubicBezTo>
                    <a:cubicBezTo>
                      <a:pt x="3503" y="4195"/>
                      <a:pt x="3502" y="4196"/>
                      <a:pt x="3501" y="4196"/>
                    </a:cubicBezTo>
                    <a:cubicBezTo>
                      <a:pt x="3525" y="4203"/>
                      <a:pt x="3542" y="4241"/>
                      <a:pt x="3571" y="4198"/>
                    </a:cubicBezTo>
                    <a:moveTo>
                      <a:pt x="1958" y="4487"/>
                    </a:moveTo>
                    <a:cubicBezTo>
                      <a:pt x="1973" y="4470"/>
                      <a:pt x="1993" y="4457"/>
                      <a:pt x="1984" y="4429"/>
                    </a:cubicBezTo>
                    <a:cubicBezTo>
                      <a:pt x="1983" y="4428"/>
                      <a:pt x="1983" y="4427"/>
                      <a:pt x="1982" y="4427"/>
                    </a:cubicBezTo>
                    <a:cubicBezTo>
                      <a:pt x="1980" y="4426"/>
                      <a:pt x="1979" y="4425"/>
                      <a:pt x="1977" y="4425"/>
                    </a:cubicBezTo>
                    <a:cubicBezTo>
                      <a:pt x="1976" y="4425"/>
                      <a:pt x="1976" y="4425"/>
                      <a:pt x="1975" y="4425"/>
                    </a:cubicBezTo>
                    <a:cubicBezTo>
                      <a:pt x="1952" y="4437"/>
                      <a:pt x="1949" y="4458"/>
                      <a:pt x="1951" y="4480"/>
                    </a:cubicBezTo>
                    <a:cubicBezTo>
                      <a:pt x="1950" y="4481"/>
                      <a:pt x="1952" y="4483"/>
                      <a:pt x="1958" y="4487"/>
                    </a:cubicBezTo>
                    <a:moveTo>
                      <a:pt x="261" y="484"/>
                    </a:moveTo>
                    <a:cubicBezTo>
                      <a:pt x="272" y="449"/>
                      <a:pt x="279" y="413"/>
                      <a:pt x="280" y="376"/>
                    </a:cubicBezTo>
                    <a:cubicBezTo>
                      <a:pt x="277" y="379"/>
                      <a:pt x="275" y="383"/>
                      <a:pt x="272" y="387"/>
                    </a:cubicBezTo>
                    <a:cubicBezTo>
                      <a:pt x="261" y="406"/>
                      <a:pt x="256" y="428"/>
                      <a:pt x="256" y="450"/>
                    </a:cubicBezTo>
                    <a:cubicBezTo>
                      <a:pt x="256" y="461"/>
                      <a:pt x="257" y="473"/>
                      <a:pt x="261" y="484"/>
                    </a:cubicBezTo>
                    <a:moveTo>
                      <a:pt x="1294" y="636"/>
                    </a:moveTo>
                    <a:cubicBezTo>
                      <a:pt x="1339" y="622"/>
                      <a:pt x="1341" y="620"/>
                      <a:pt x="1329" y="563"/>
                    </a:cubicBezTo>
                    <a:lnTo>
                      <a:pt x="1294" y="636"/>
                    </a:lnTo>
                    <a:moveTo>
                      <a:pt x="4005" y="3136"/>
                    </a:moveTo>
                    <a:cubicBezTo>
                      <a:pt x="4018" y="3077"/>
                      <a:pt x="4017" y="3064"/>
                      <a:pt x="3995" y="3031"/>
                    </a:cubicBezTo>
                    <a:lnTo>
                      <a:pt x="4005" y="3136"/>
                    </a:lnTo>
                    <a:moveTo>
                      <a:pt x="3073" y="4341"/>
                    </a:moveTo>
                    <a:cubicBezTo>
                      <a:pt x="3055" y="4352"/>
                      <a:pt x="3041" y="4367"/>
                      <a:pt x="3030" y="4386"/>
                    </a:cubicBezTo>
                    <a:cubicBezTo>
                      <a:pt x="3025" y="4394"/>
                      <a:pt x="3022" y="4402"/>
                      <a:pt x="3019" y="4411"/>
                    </a:cubicBezTo>
                    <a:cubicBezTo>
                      <a:pt x="3037" y="4398"/>
                      <a:pt x="3052" y="4381"/>
                      <a:pt x="3063" y="4362"/>
                    </a:cubicBezTo>
                    <a:cubicBezTo>
                      <a:pt x="3067" y="4355"/>
                      <a:pt x="3070" y="4348"/>
                      <a:pt x="3073" y="4341"/>
                    </a:cubicBezTo>
                    <a:moveTo>
                      <a:pt x="298" y="659"/>
                    </a:moveTo>
                    <a:cubicBezTo>
                      <a:pt x="300" y="653"/>
                      <a:pt x="301" y="646"/>
                      <a:pt x="301" y="640"/>
                    </a:cubicBezTo>
                    <a:cubicBezTo>
                      <a:pt x="301" y="629"/>
                      <a:pt x="298" y="618"/>
                      <a:pt x="292" y="608"/>
                    </a:cubicBezTo>
                    <a:cubicBezTo>
                      <a:pt x="292" y="607"/>
                      <a:pt x="292" y="607"/>
                      <a:pt x="292" y="607"/>
                    </a:cubicBezTo>
                    <a:cubicBezTo>
                      <a:pt x="291" y="607"/>
                      <a:pt x="291" y="606"/>
                      <a:pt x="291" y="605"/>
                    </a:cubicBezTo>
                    <a:cubicBezTo>
                      <a:pt x="290" y="603"/>
                      <a:pt x="288" y="602"/>
                      <a:pt x="286" y="600"/>
                    </a:cubicBezTo>
                    <a:cubicBezTo>
                      <a:pt x="284" y="599"/>
                      <a:pt x="281" y="599"/>
                      <a:pt x="279" y="599"/>
                    </a:cubicBezTo>
                    <a:cubicBezTo>
                      <a:pt x="277" y="599"/>
                      <a:pt x="275" y="599"/>
                      <a:pt x="274" y="600"/>
                    </a:cubicBezTo>
                    <a:cubicBezTo>
                      <a:pt x="273" y="600"/>
                      <a:pt x="273" y="600"/>
                      <a:pt x="273" y="600"/>
                    </a:cubicBezTo>
                    <a:cubicBezTo>
                      <a:pt x="271" y="601"/>
                      <a:pt x="269" y="603"/>
                      <a:pt x="268" y="605"/>
                    </a:cubicBezTo>
                    <a:cubicBezTo>
                      <a:pt x="267" y="607"/>
                      <a:pt x="266" y="609"/>
                      <a:pt x="266" y="611"/>
                    </a:cubicBezTo>
                    <a:cubicBezTo>
                      <a:pt x="266" y="613"/>
                      <a:pt x="267" y="616"/>
                      <a:pt x="268" y="617"/>
                    </a:cubicBezTo>
                    <a:cubicBezTo>
                      <a:pt x="274" y="634"/>
                      <a:pt x="277" y="652"/>
                      <a:pt x="298" y="659"/>
                    </a:cubicBezTo>
                    <a:moveTo>
                      <a:pt x="3759" y="2169"/>
                    </a:moveTo>
                    <a:cubicBezTo>
                      <a:pt x="3762" y="2171"/>
                      <a:pt x="3766" y="2173"/>
                      <a:pt x="3769" y="2175"/>
                    </a:cubicBezTo>
                    <a:cubicBezTo>
                      <a:pt x="3797" y="2192"/>
                      <a:pt x="3828" y="2203"/>
                      <a:pt x="3861" y="2209"/>
                    </a:cubicBezTo>
                    <a:cubicBezTo>
                      <a:pt x="3856" y="2205"/>
                      <a:pt x="3851" y="2202"/>
                      <a:pt x="3846" y="2199"/>
                    </a:cubicBezTo>
                    <a:cubicBezTo>
                      <a:pt x="3819" y="2184"/>
                      <a:pt x="3790" y="2174"/>
                      <a:pt x="3759" y="2169"/>
                    </a:cubicBezTo>
                    <a:moveTo>
                      <a:pt x="2424" y="4186"/>
                    </a:moveTo>
                    <a:cubicBezTo>
                      <a:pt x="2396" y="4203"/>
                      <a:pt x="2375" y="4213"/>
                      <a:pt x="2390" y="4248"/>
                    </a:cubicBezTo>
                    <a:cubicBezTo>
                      <a:pt x="2399" y="4241"/>
                      <a:pt x="2405" y="4232"/>
                      <a:pt x="2411" y="4222"/>
                    </a:cubicBezTo>
                    <a:cubicBezTo>
                      <a:pt x="2417" y="4211"/>
                      <a:pt x="2422" y="4199"/>
                      <a:pt x="2424" y="4186"/>
                    </a:cubicBezTo>
                    <a:moveTo>
                      <a:pt x="3460" y="2305"/>
                    </a:moveTo>
                    <a:lnTo>
                      <a:pt x="3524" y="2347"/>
                    </a:lnTo>
                    <a:cubicBezTo>
                      <a:pt x="3523" y="2345"/>
                      <a:pt x="3521" y="2342"/>
                      <a:pt x="3520" y="2340"/>
                    </a:cubicBezTo>
                    <a:cubicBezTo>
                      <a:pt x="3514" y="2329"/>
                      <a:pt x="3505" y="2320"/>
                      <a:pt x="3495" y="2314"/>
                    </a:cubicBezTo>
                    <a:cubicBezTo>
                      <a:pt x="3484" y="2308"/>
                      <a:pt x="3472" y="2305"/>
                      <a:pt x="3460" y="2305"/>
                    </a:cubicBezTo>
                    <a:moveTo>
                      <a:pt x="3766" y="2128"/>
                    </a:moveTo>
                    <a:lnTo>
                      <a:pt x="3765" y="2128"/>
                    </a:lnTo>
                    <a:cubicBezTo>
                      <a:pt x="3748" y="2118"/>
                      <a:pt x="3728" y="2112"/>
                      <a:pt x="3708" y="2112"/>
                    </a:cubicBezTo>
                    <a:cubicBezTo>
                      <a:pt x="3698" y="2112"/>
                      <a:pt x="3689" y="2113"/>
                      <a:pt x="3680" y="2116"/>
                    </a:cubicBezTo>
                    <a:cubicBezTo>
                      <a:pt x="3700" y="2125"/>
                      <a:pt x="3721" y="2130"/>
                      <a:pt x="3743" y="2130"/>
                    </a:cubicBezTo>
                    <a:cubicBezTo>
                      <a:pt x="3750" y="2130"/>
                      <a:pt x="3758" y="2129"/>
                      <a:pt x="3766" y="2128"/>
                    </a:cubicBezTo>
                    <a:moveTo>
                      <a:pt x="2367" y="3636"/>
                    </a:moveTo>
                    <a:cubicBezTo>
                      <a:pt x="2387" y="3593"/>
                      <a:pt x="2387" y="3593"/>
                      <a:pt x="2369" y="3571"/>
                    </a:cubicBezTo>
                    <a:cubicBezTo>
                      <a:pt x="2364" y="3581"/>
                      <a:pt x="2361" y="3593"/>
                      <a:pt x="2361" y="3605"/>
                    </a:cubicBezTo>
                    <a:cubicBezTo>
                      <a:pt x="2361" y="3616"/>
                      <a:pt x="2363" y="3626"/>
                      <a:pt x="2367" y="3636"/>
                    </a:cubicBezTo>
                    <a:moveTo>
                      <a:pt x="1902" y="4540"/>
                    </a:moveTo>
                    <a:cubicBezTo>
                      <a:pt x="1897" y="4561"/>
                      <a:pt x="1887" y="4580"/>
                      <a:pt x="1902" y="4602"/>
                    </a:cubicBezTo>
                    <a:cubicBezTo>
                      <a:pt x="1907" y="4598"/>
                      <a:pt x="1911" y="4594"/>
                      <a:pt x="1914" y="4589"/>
                    </a:cubicBezTo>
                    <a:cubicBezTo>
                      <a:pt x="1917" y="4584"/>
                      <a:pt x="1919" y="4577"/>
                      <a:pt x="1919" y="4571"/>
                    </a:cubicBezTo>
                    <a:cubicBezTo>
                      <a:pt x="1919" y="4564"/>
                      <a:pt x="1917" y="4558"/>
                      <a:pt x="1914" y="4552"/>
                    </a:cubicBezTo>
                    <a:cubicBezTo>
                      <a:pt x="1911" y="4547"/>
                      <a:pt x="1907" y="4543"/>
                      <a:pt x="1902" y="4540"/>
                    </a:cubicBezTo>
                    <a:moveTo>
                      <a:pt x="3958" y="2910"/>
                    </a:moveTo>
                    <a:cubicBezTo>
                      <a:pt x="3958" y="2896"/>
                      <a:pt x="3956" y="2883"/>
                      <a:pt x="3955" y="2868"/>
                    </a:cubicBezTo>
                    <a:cubicBezTo>
                      <a:pt x="3955" y="2867"/>
                      <a:pt x="3954" y="2866"/>
                      <a:pt x="3954" y="2865"/>
                    </a:cubicBezTo>
                    <a:cubicBezTo>
                      <a:pt x="3953" y="2864"/>
                      <a:pt x="3951" y="2863"/>
                      <a:pt x="3950" y="2862"/>
                    </a:cubicBezTo>
                    <a:cubicBezTo>
                      <a:pt x="3948" y="2861"/>
                      <a:pt x="3948" y="2861"/>
                      <a:pt x="3946" y="2861"/>
                    </a:cubicBezTo>
                    <a:cubicBezTo>
                      <a:pt x="3945" y="2861"/>
                      <a:pt x="3944" y="2861"/>
                      <a:pt x="3943" y="2861"/>
                    </a:cubicBezTo>
                    <a:cubicBezTo>
                      <a:pt x="3938" y="2861"/>
                      <a:pt x="3934" y="2865"/>
                      <a:pt x="3935" y="2872"/>
                    </a:cubicBezTo>
                    <a:cubicBezTo>
                      <a:pt x="3936" y="2879"/>
                      <a:pt x="3938" y="2886"/>
                      <a:pt x="3942" y="2892"/>
                    </a:cubicBezTo>
                    <a:cubicBezTo>
                      <a:pt x="3946" y="2899"/>
                      <a:pt x="3951" y="2905"/>
                      <a:pt x="3958" y="2910"/>
                    </a:cubicBezTo>
                    <a:moveTo>
                      <a:pt x="3099" y="3852"/>
                    </a:moveTo>
                    <a:cubicBezTo>
                      <a:pt x="3099" y="3845"/>
                      <a:pt x="3091" y="3840"/>
                      <a:pt x="3079" y="3839"/>
                    </a:cubicBezTo>
                    <a:cubicBezTo>
                      <a:pt x="3067" y="3837"/>
                      <a:pt x="3058" y="3835"/>
                      <a:pt x="3059" y="3849"/>
                    </a:cubicBezTo>
                    <a:cubicBezTo>
                      <a:pt x="3059" y="3862"/>
                      <a:pt x="3072" y="3866"/>
                      <a:pt x="3082" y="3870"/>
                    </a:cubicBezTo>
                    <a:cubicBezTo>
                      <a:pt x="3092" y="3873"/>
                      <a:pt x="3095" y="3869"/>
                      <a:pt x="3099" y="3852"/>
                    </a:cubicBezTo>
                    <a:moveTo>
                      <a:pt x="2244" y="4176"/>
                    </a:moveTo>
                    <a:cubicBezTo>
                      <a:pt x="2279" y="4171"/>
                      <a:pt x="2279" y="4171"/>
                      <a:pt x="2303" y="4135"/>
                    </a:cubicBezTo>
                    <a:cubicBezTo>
                      <a:pt x="2296" y="4138"/>
                      <a:pt x="2288" y="4141"/>
                      <a:pt x="2282" y="4145"/>
                    </a:cubicBezTo>
                    <a:cubicBezTo>
                      <a:pt x="2267" y="4153"/>
                      <a:pt x="2255" y="4164"/>
                      <a:pt x="2244" y="4176"/>
                    </a:cubicBezTo>
                    <a:moveTo>
                      <a:pt x="2948" y="3834"/>
                    </a:moveTo>
                    <a:cubicBezTo>
                      <a:pt x="2979" y="3861"/>
                      <a:pt x="2980" y="3863"/>
                      <a:pt x="2989" y="3854"/>
                    </a:cubicBezTo>
                    <a:cubicBezTo>
                      <a:pt x="2990" y="3854"/>
                      <a:pt x="2990" y="3853"/>
                      <a:pt x="2991" y="3852"/>
                    </a:cubicBezTo>
                    <a:cubicBezTo>
                      <a:pt x="2992" y="3850"/>
                      <a:pt x="2992" y="3848"/>
                      <a:pt x="2992" y="3846"/>
                    </a:cubicBezTo>
                    <a:cubicBezTo>
                      <a:pt x="2992" y="3846"/>
                      <a:pt x="2992" y="3845"/>
                      <a:pt x="2992" y="3844"/>
                    </a:cubicBezTo>
                    <a:cubicBezTo>
                      <a:pt x="2982" y="3824"/>
                      <a:pt x="2965" y="3827"/>
                      <a:pt x="2948" y="3834"/>
                    </a:cubicBezTo>
                    <a:moveTo>
                      <a:pt x="2451" y="4220"/>
                    </a:moveTo>
                    <a:cubicBezTo>
                      <a:pt x="2458" y="4215"/>
                      <a:pt x="2464" y="4208"/>
                      <a:pt x="2469" y="4200"/>
                    </a:cubicBezTo>
                    <a:cubicBezTo>
                      <a:pt x="2475" y="4190"/>
                      <a:pt x="2478" y="4179"/>
                      <a:pt x="2478" y="4168"/>
                    </a:cubicBezTo>
                    <a:cubicBezTo>
                      <a:pt x="2478" y="4167"/>
                      <a:pt x="2478" y="4166"/>
                      <a:pt x="2478" y="4165"/>
                    </a:cubicBezTo>
                    <a:cubicBezTo>
                      <a:pt x="2470" y="4170"/>
                      <a:pt x="2463" y="4176"/>
                      <a:pt x="2459" y="4184"/>
                    </a:cubicBezTo>
                    <a:cubicBezTo>
                      <a:pt x="2453" y="4193"/>
                      <a:pt x="2451" y="4204"/>
                      <a:pt x="2451" y="4215"/>
                    </a:cubicBezTo>
                    <a:cubicBezTo>
                      <a:pt x="2451" y="4217"/>
                      <a:pt x="2451" y="4218"/>
                      <a:pt x="2451" y="4220"/>
                    </a:cubicBezTo>
                    <a:moveTo>
                      <a:pt x="2823" y="3784"/>
                    </a:moveTo>
                    <a:cubicBezTo>
                      <a:pt x="2823" y="3783"/>
                      <a:pt x="2821" y="3782"/>
                      <a:pt x="2821" y="3781"/>
                    </a:cubicBezTo>
                    <a:cubicBezTo>
                      <a:pt x="2818" y="3776"/>
                      <a:pt x="2814" y="3771"/>
                      <a:pt x="2810" y="3769"/>
                    </a:cubicBezTo>
                    <a:cubicBezTo>
                      <a:pt x="2807" y="3767"/>
                      <a:pt x="2805" y="3767"/>
                      <a:pt x="2802" y="3766"/>
                    </a:cubicBezTo>
                    <a:cubicBezTo>
                      <a:pt x="2793" y="3762"/>
                      <a:pt x="2789" y="3769"/>
                      <a:pt x="2789" y="3777"/>
                    </a:cubicBezTo>
                    <a:cubicBezTo>
                      <a:pt x="2789" y="3790"/>
                      <a:pt x="2799" y="3793"/>
                      <a:pt x="2811" y="3795"/>
                    </a:cubicBezTo>
                    <a:cubicBezTo>
                      <a:pt x="2817" y="3795"/>
                      <a:pt x="2820" y="3793"/>
                      <a:pt x="2823" y="3784"/>
                    </a:cubicBezTo>
                    <a:moveTo>
                      <a:pt x="2946" y="3797"/>
                    </a:moveTo>
                    <a:cubicBezTo>
                      <a:pt x="2949" y="3803"/>
                      <a:pt x="2953" y="3807"/>
                      <a:pt x="2959" y="3811"/>
                    </a:cubicBezTo>
                    <a:cubicBezTo>
                      <a:pt x="2964" y="3814"/>
                      <a:pt x="2971" y="3816"/>
                      <a:pt x="2978" y="3816"/>
                    </a:cubicBezTo>
                    <a:cubicBezTo>
                      <a:pt x="2983" y="3816"/>
                      <a:pt x="2988" y="3815"/>
                      <a:pt x="2993" y="3812"/>
                    </a:cubicBezTo>
                    <a:cubicBezTo>
                      <a:pt x="2977" y="3801"/>
                      <a:pt x="2968" y="3789"/>
                      <a:pt x="2946" y="3797"/>
                    </a:cubicBezTo>
                    <a:moveTo>
                      <a:pt x="2991" y="3886"/>
                    </a:moveTo>
                    <a:cubicBezTo>
                      <a:pt x="2976" y="3871"/>
                      <a:pt x="2964" y="3859"/>
                      <a:pt x="2948" y="3865"/>
                    </a:cubicBezTo>
                    <a:cubicBezTo>
                      <a:pt x="2947" y="3866"/>
                      <a:pt x="2946" y="3867"/>
                      <a:pt x="2945" y="3868"/>
                    </a:cubicBezTo>
                    <a:cubicBezTo>
                      <a:pt x="2944" y="3869"/>
                      <a:pt x="2944" y="3871"/>
                      <a:pt x="2944" y="3873"/>
                    </a:cubicBezTo>
                    <a:lnTo>
                      <a:pt x="2944" y="3874"/>
                    </a:lnTo>
                    <a:cubicBezTo>
                      <a:pt x="2953" y="3889"/>
                      <a:pt x="2966" y="3896"/>
                      <a:pt x="2989" y="3886"/>
                    </a:cubicBezTo>
                    <a:lnTo>
                      <a:pt x="2991" y="3886"/>
                    </a:lnTo>
                    <a:moveTo>
                      <a:pt x="286" y="559"/>
                    </a:moveTo>
                    <a:lnTo>
                      <a:pt x="286" y="496"/>
                    </a:lnTo>
                    <a:cubicBezTo>
                      <a:pt x="283" y="506"/>
                      <a:pt x="282" y="518"/>
                      <a:pt x="282" y="528"/>
                    </a:cubicBezTo>
                    <a:cubicBezTo>
                      <a:pt x="282" y="539"/>
                      <a:pt x="283" y="549"/>
                      <a:pt x="286" y="559"/>
                    </a:cubicBezTo>
                    <a:moveTo>
                      <a:pt x="2146" y="4263"/>
                    </a:moveTo>
                    <a:cubicBezTo>
                      <a:pt x="2110" y="4263"/>
                      <a:pt x="2110" y="4263"/>
                      <a:pt x="2085" y="4281"/>
                    </a:cubicBezTo>
                    <a:lnTo>
                      <a:pt x="2146" y="4263"/>
                    </a:lnTo>
                    <a:moveTo>
                      <a:pt x="2128" y="4384"/>
                    </a:moveTo>
                    <a:cubicBezTo>
                      <a:pt x="2122" y="4382"/>
                      <a:pt x="2115" y="4381"/>
                      <a:pt x="2109" y="4381"/>
                    </a:cubicBezTo>
                    <a:cubicBezTo>
                      <a:pt x="2099" y="4381"/>
                      <a:pt x="2089" y="4384"/>
                      <a:pt x="2080" y="4389"/>
                    </a:cubicBezTo>
                    <a:cubicBezTo>
                      <a:pt x="2075" y="4392"/>
                      <a:pt x="2071" y="4395"/>
                      <a:pt x="2067" y="4399"/>
                    </a:cubicBezTo>
                    <a:cubicBezTo>
                      <a:pt x="2073" y="4401"/>
                      <a:pt x="2079" y="4403"/>
                      <a:pt x="2085" y="4403"/>
                    </a:cubicBezTo>
                    <a:cubicBezTo>
                      <a:pt x="2095" y="4403"/>
                      <a:pt x="2105" y="4400"/>
                      <a:pt x="2114" y="4395"/>
                    </a:cubicBezTo>
                    <a:cubicBezTo>
                      <a:pt x="2119" y="4392"/>
                      <a:pt x="2124" y="4388"/>
                      <a:pt x="2128" y="4384"/>
                    </a:cubicBezTo>
                    <a:moveTo>
                      <a:pt x="3691" y="2148"/>
                    </a:moveTo>
                    <a:cubicBezTo>
                      <a:pt x="3675" y="2144"/>
                      <a:pt x="3661" y="2134"/>
                      <a:pt x="3650" y="2153"/>
                    </a:cubicBezTo>
                    <a:cubicBezTo>
                      <a:pt x="3663" y="2155"/>
                      <a:pt x="3674" y="2164"/>
                      <a:pt x="3691" y="2147"/>
                    </a:cubicBezTo>
                    <a:lnTo>
                      <a:pt x="3691" y="2148"/>
                    </a:lnTo>
                    <a:moveTo>
                      <a:pt x="3841" y="3466"/>
                    </a:moveTo>
                    <a:cubicBezTo>
                      <a:pt x="3851" y="3456"/>
                      <a:pt x="3863" y="3447"/>
                      <a:pt x="3853" y="3430"/>
                    </a:cubicBezTo>
                    <a:cubicBezTo>
                      <a:pt x="3852" y="3428"/>
                      <a:pt x="3845" y="3425"/>
                      <a:pt x="3844" y="3426"/>
                    </a:cubicBezTo>
                    <a:cubicBezTo>
                      <a:pt x="3843" y="3428"/>
                      <a:pt x="3842" y="3429"/>
                      <a:pt x="3841" y="3431"/>
                    </a:cubicBezTo>
                    <a:cubicBezTo>
                      <a:pt x="3838" y="3437"/>
                      <a:pt x="3836" y="3444"/>
                      <a:pt x="3836" y="3450"/>
                    </a:cubicBezTo>
                    <a:cubicBezTo>
                      <a:pt x="3836" y="3454"/>
                      <a:pt x="3836" y="3457"/>
                      <a:pt x="3837" y="3461"/>
                    </a:cubicBezTo>
                    <a:cubicBezTo>
                      <a:pt x="3838" y="3462"/>
                      <a:pt x="3839" y="3463"/>
                      <a:pt x="3841" y="3465"/>
                    </a:cubicBezTo>
                    <a:lnTo>
                      <a:pt x="3841" y="3466"/>
                    </a:lnTo>
                    <a:moveTo>
                      <a:pt x="3039" y="3876"/>
                    </a:moveTo>
                    <a:cubicBezTo>
                      <a:pt x="3039" y="3865"/>
                      <a:pt x="3030" y="3863"/>
                      <a:pt x="3023" y="3859"/>
                    </a:cubicBezTo>
                    <a:cubicBezTo>
                      <a:pt x="3015" y="3855"/>
                      <a:pt x="3011" y="3856"/>
                      <a:pt x="3010" y="3862"/>
                    </a:cubicBezTo>
                    <a:cubicBezTo>
                      <a:pt x="3006" y="3876"/>
                      <a:pt x="3018" y="3879"/>
                      <a:pt x="3027" y="3882"/>
                    </a:cubicBezTo>
                    <a:cubicBezTo>
                      <a:pt x="3028" y="3883"/>
                      <a:pt x="3029" y="3883"/>
                      <a:pt x="3030" y="3883"/>
                    </a:cubicBezTo>
                    <a:cubicBezTo>
                      <a:pt x="3032" y="3883"/>
                      <a:pt x="3034" y="3881"/>
                      <a:pt x="3035" y="3881"/>
                    </a:cubicBezTo>
                    <a:cubicBezTo>
                      <a:pt x="3036" y="3880"/>
                      <a:pt x="3038" y="3879"/>
                      <a:pt x="3039" y="3878"/>
                    </a:cubicBezTo>
                    <a:cubicBezTo>
                      <a:pt x="3039" y="3877"/>
                      <a:pt x="3039" y="3877"/>
                      <a:pt x="3039" y="3876"/>
                    </a:cubicBezTo>
                    <a:moveTo>
                      <a:pt x="3581" y="2274"/>
                    </a:moveTo>
                    <a:cubicBezTo>
                      <a:pt x="3590" y="2283"/>
                      <a:pt x="3600" y="2292"/>
                      <a:pt x="3611" y="2298"/>
                    </a:cubicBezTo>
                    <a:cubicBezTo>
                      <a:pt x="3621" y="2304"/>
                      <a:pt x="3631" y="2308"/>
                      <a:pt x="3642" y="2311"/>
                    </a:cubicBezTo>
                    <a:cubicBezTo>
                      <a:pt x="3634" y="2301"/>
                      <a:pt x="3623" y="2293"/>
                      <a:pt x="3612" y="2286"/>
                    </a:cubicBezTo>
                    <a:cubicBezTo>
                      <a:pt x="3603" y="2280"/>
                      <a:pt x="3592" y="2276"/>
                      <a:pt x="3582" y="2274"/>
                    </a:cubicBezTo>
                    <a:lnTo>
                      <a:pt x="3581" y="2274"/>
                    </a:lnTo>
                    <a:moveTo>
                      <a:pt x="4150" y="3613"/>
                    </a:moveTo>
                    <a:cubicBezTo>
                      <a:pt x="4147" y="3634"/>
                      <a:pt x="4143" y="3646"/>
                      <a:pt x="4152" y="3658"/>
                    </a:cubicBezTo>
                    <a:cubicBezTo>
                      <a:pt x="4159" y="3645"/>
                      <a:pt x="4156" y="3633"/>
                      <a:pt x="4150" y="3613"/>
                    </a:cubicBezTo>
                    <a:moveTo>
                      <a:pt x="2471" y="3700"/>
                    </a:moveTo>
                    <a:cubicBezTo>
                      <a:pt x="2469" y="3695"/>
                      <a:pt x="2467" y="3690"/>
                      <a:pt x="2465" y="3686"/>
                    </a:cubicBezTo>
                    <a:cubicBezTo>
                      <a:pt x="2458" y="3674"/>
                      <a:pt x="2448" y="3664"/>
                      <a:pt x="2436" y="3657"/>
                    </a:cubicBezTo>
                    <a:cubicBezTo>
                      <a:pt x="2435" y="3657"/>
                      <a:pt x="2434" y="3656"/>
                      <a:pt x="2434" y="3656"/>
                    </a:cubicBezTo>
                    <a:cubicBezTo>
                      <a:pt x="2434" y="3664"/>
                      <a:pt x="2436" y="3671"/>
                      <a:pt x="2440" y="3678"/>
                    </a:cubicBezTo>
                    <a:cubicBezTo>
                      <a:pt x="2444" y="3685"/>
                      <a:pt x="2449" y="3691"/>
                      <a:pt x="2456" y="3695"/>
                    </a:cubicBezTo>
                    <a:cubicBezTo>
                      <a:pt x="2461" y="3697"/>
                      <a:pt x="2466" y="3699"/>
                      <a:pt x="2471" y="3700"/>
                    </a:cubicBezTo>
                    <a:moveTo>
                      <a:pt x="4021" y="3498"/>
                    </a:moveTo>
                    <a:cubicBezTo>
                      <a:pt x="4018" y="3505"/>
                      <a:pt x="4017" y="3512"/>
                      <a:pt x="4017" y="3519"/>
                    </a:cubicBezTo>
                    <a:cubicBezTo>
                      <a:pt x="4017" y="3526"/>
                      <a:pt x="4018" y="3533"/>
                      <a:pt x="4021" y="3539"/>
                    </a:cubicBezTo>
                    <a:lnTo>
                      <a:pt x="4021" y="3498"/>
                    </a:lnTo>
                    <a:moveTo>
                      <a:pt x="2579" y="3295"/>
                    </a:moveTo>
                    <a:cubicBezTo>
                      <a:pt x="2563" y="3284"/>
                      <a:pt x="2552" y="3271"/>
                      <a:pt x="2534" y="3282"/>
                    </a:cubicBezTo>
                    <a:cubicBezTo>
                      <a:pt x="2537" y="3286"/>
                      <a:pt x="2540" y="3289"/>
                      <a:pt x="2545" y="3292"/>
                    </a:cubicBezTo>
                    <a:cubicBezTo>
                      <a:pt x="2551" y="3295"/>
                      <a:pt x="2558" y="3297"/>
                      <a:pt x="2566" y="3297"/>
                    </a:cubicBezTo>
                    <a:cubicBezTo>
                      <a:pt x="2570" y="3297"/>
                      <a:pt x="2574" y="3296"/>
                      <a:pt x="2579" y="3295"/>
                    </a:cubicBezTo>
                    <a:moveTo>
                      <a:pt x="4043" y="3302"/>
                    </a:moveTo>
                    <a:lnTo>
                      <a:pt x="4038" y="3302"/>
                    </a:lnTo>
                    <a:cubicBezTo>
                      <a:pt x="4038" y="3306"/>
                      <a:pt x="4037" y="3310"/>
                      <a:pt x="4037" y="3315"/>
                    </a:cubicBezTo>
                    <a:cubicBezTo>
                      <a:pt x="4037" y="3319"/>
                      <a:pt x="4038" y="3324"/>
                      <a:pt x="4038" y="3328"/>
                    </a:cubicBezTo>
                    <a:cubicBezTo>
                      <a:pt x="4038" y="3334"/>
                      <a:pt x="4044" y="3334"/>
                      <a:pt x="4044" y="3328"/>
                    </a:cubicBezTo>
                    <a:cubicBezTo>
                      <a:pt x="4044" y="3326"/>
                      <a:pt x="4044" y="3325"/>
                      <a:pt x="4044" y="3323"/>
                    </a:cubicBezTo>
                    <a:cubicBezTo>
                      <a:pt x="4044" y="3316"/>
                      <a:pt x="4044" y="3308"/>
                      <a:pt x="4043" y="3301"/>
                    </a:cubicBezTo>
                    <a:lnTo>
                      <a:pt x="4043" y="3302"/>
                    </a:lnTo>
                    <a:moveTo>
                      <a:pt x="4099" y="2103"/>
                    </a:moveTo>
                    <a:cubicBezTo>
                      <a:pt x="4107" y="2111"/>
                      <a:pt x="4117" y="2105"/>
                      <a:pt x="4126" y="2105"/>
                    </a:cubicBezTo>
                    <a:cubicBezTo>
                      <a:pt x="4121" y="2103"/>
                      <a:pt x="4115" y="2102"/>
                      <a:pt x="4110" y="2102"/>
                    </a:cubicBezTo>
                    <a:cubicBezTo>
                      <a:pt x="4106" y="2102"/>
                      <a:pt x="4103" y="2102"/>
                      <a:pt x="4099" y="2103"/>
                    </a:cubicBezTo>
                    <a:moveTo>
                      <a:pt x="3041" y="3835"/>
                    </a:moveTo>
                    <a:cubicBezTo>
                      <a:pt x="3041" y="3825"/>
                      <a:pt x="3031" y="3822"/>
                      <a:pt x="3023" y="3820"/>
                    </a:cubicBezTo>
                    <a:cubicBezTo>
                      <a:pt x="3015" y="3818"/>
                      <a:pt x="3013" y="3822"/>
                      <a:pt x="3013" y="3828"/>
                    </a:cubicBezTo>
                    <a:cubicBezTo>
                      <a:pt x="3013" y="3839"/>
                      <a:pt x="3023" y="3841"/>
                      <a:pt x="3031" y="3843"/>
                    </a:cubicBezTo>
                    <a:cubicBezTo>
                      <a:pt x="3039" y="3845"/>
                      <a:pt x="3040" y="3841"/>
                      <a:pt x="3042" y="3835"/>
                    </a:cubicBezTo>
                    <a:lnTo>
                      <a:pt x="3041" y="3835"/>
                    </a:lnTo>
                    <a:moveTo>
                      <a:pt x="3261" y="3862"/>
                    </a:moveTo>
                    <a:cubicBezTo>
                      <a:pt x="3256" y="3863"/>
                      <a:pt x="3251" y="3865"/>
                      <a:pt x="3252" y="3872"/>
                    </a:cubicBezTo>
                    <a:cubicBezTo>
                      <a:pt x="3255" y="3885"/>
                      <a:pt x="3267" y="3886"/>
                      <a:pt x="3276" y="3888"/>
                    </a:cubicBezTo>
                    <a:cubicBezTo>
                      <a:pt x="3277" y="3888"/>
                      <a:pt x="3277" y="3888"/>
                      <a:pt x="3278" y="3888"/>
                    </a:cubicBezTo>
                    <a:cubicBezTo>
                      <a:pt x="3279" y="3888"/>
                      <a:pt x="3279" y="3887"/>
                      <a:pt x="3281" y="3887"/>
                    </a:cubicBezTo>
                    <a:cubicBezTo>
                      <a:pt x="3282" y="3886"/>
                      <a:pt x="3283" y="3886"/>
                      <a:pt x="3284" y="3885"/>
                    </a:cubicBezTo>
                    <a:cubicBezTo>
                      <a:pt x="3285" y="3884"/>
                      <a:pt x="3285" y="3882"/>
                      <a:pt x="3285" y="3881"/>
                    </a:cubicBezTo>
                    <a:cubicBezTo>
                      <a:pt x="3285" y="3880"/>
                      <a:pt x="3285" y="3879"/>
                      <a:pt x="3285" y="3879"/>
                    </a:cubicBezTo>
                    <a:cubicBezTo>
                      <a:pt x="3282" y="3867"/>
                      <a:pt x="3272" y="3864"/>
                      <a:pt x="3262" y="3862"/>
                    </a:cubicBezTo>
                    <a:lnTo>
                      <a:pt x="3261" y="3862"/>
                    </a:lnTo>
                    <a:moveTo>
                      <a:pt x="3797" y="2873"/>
                    </a:moveTo>
                    <a:cubicBezTo>
                      <a:pt x="3796" y="2874"/>
                      <a:pt x="3795" y="2875"/>
                      <a:pt x="3795" y="2876"/>
                    </a:cubicBezTo>
                    <a:cubicBezTo>
                      <a:pt x="3794" y="2877"/>
                      <a:pt x="3794" y="2878"/>
                      <a:pt x="3793" y="2879"/>
                    </a:cubicBezTo>
                    <a:cubicBezTo>
                      <a:pt x="3792" y="2882"/>
                      <a:pt x="3791" y="2886"/>
                      <a:pt x="3791" y="2889"/>
                    </a:cubicBezTo>
                    <a:cubicBezTo>
                      <a:pt x="3791" y="2895"/>
                      <a:pt x="3793" y="2901"/>
                      <a:pt x="3796" y="2905"/>
                    </a:cubicBezTo>
                    <a:cubicBezTo>
                      <a:pt x="3796" y="2908"/>
                      <a:pt x="3803" y="2910"/>
                      <a:pt x="3804" y="2909"/>
                    </a:cubicBezTo>
                    <a:cubicBezTo>
                      <a:pt x="3815" y="2903"/>
                      <a:pt x="3811" y="2894"/>
                      <a:pt x="3806" y="2886"/>
                    </a:cubicBezTo>
                    <a:cubicBezTo>
                      <a:pt x="3804" y="2881"/>
                      <a:pt x="3801" y="2877"/>
                      <a:pt x="3797" y="2873"/>
                    </a:cubicBezTo>
                    <a:moveTo>
                      <a:pt x="3403" y="3958"/>
                    </a:moveTo>
                    <a:cubicBezTo>
                      <a:pt x="3401" y="3956"/>
                      <a:pt x="3399" y="3952"/>
                      <a:pt x="3397" y="3953"/>
                    </a:cubicBezTo>
                    <a:cubicBezTo>
                      <a:pt x="3392" y="3953"/>
                      <a:pt x="3388" y="3954"/>
                      <a:pt x="3385" y="3956"/>
                    </a:cubicBezTo>
                    <a:cubicBezTo>
                      <a:pt x="3381" y="3959"/>
                      <a:pt x="3377" y="3962"/>
                      <a:pt x="3375" y="3966"/>
                    </a:cubicBezTo>
                    <a:cubicBezTo>
                      <a:pt x="3376" y="3967"/>
                      <a:pt x="3377" y="3968"/>
                      <a:pt x="3379" y="3969"/>
                    </a:cubicBezTo>
                    <a:cubicBezTo>
                      <a:pt x="3380" y="3969"/>
                      <a:pt x="3381" y="3970"/>
                      <a:pt x="3383" y="3971"/>
                    </a:cubicBezTo>
                    <a:cubicBezTo>
                      <a:pt x="3384" y="3971"/>
                      <a:pt x="3385" y="3971"/>
                      <a:pt x="3386" y="3971"/>
                    </a:cubicBezTo>
                    <a:cubicBezTo>
                      <a:pt x="3389" y="3971"/>
                      <a:pt x="3392" y="3969"/>
                      <a:pt x="3395" y="3968"/>
                    </a:cubicBezTo>
                    <a:cubicBezTo>
                      <a:pt x="3397" y="3966"/>
                      <a:pt x="3400" y="3964"/>
                      <a:pt x="3402" y="3962"/>
                    </a:cubicBezTo>
                    <a:cubicBezTo>
                      <a:pt x="3402" y="3961"/>
                      <a:pt x="3403" y="3959"/>
                      <a:pt x="3404" y="3958"/>
                    </a:cubicBezTo>
                    <a:lnTo>
                      <a:pt x="3403" y="3958"/>
                    </a:lnTo>
                    <a:moveTo>
                      <a:pt x="3740" y="2374"/>
                    </a:moveTo>
                    <a:cubicBezTo>
                      <a:pt x="3743" y="2372"/>
                      <a:pt x="3748" y="2370"/>
                      <a:pt x="3748" y="2369"/>
                    </a:cubicBezTo>
                    <a:cubicBezTo>
                      <a:pt x="3748" y="2367"/>
                      <a:pt x="3747" y="2365"/>
                      <a:pt x="3746" y="2363"/>
                    </a:cubicBezTo>
                    <a:cubicBezTo>
                      <a:pt x="3744" y="2360"/>
                      <a:pt x="3741" y="2356"/>
                      <a:pt x="3739" y="2355"/>
                    </a:cubicBezTo>
                    <a:cubicBezTo>
                      <a:pt x="3737" y="2354"/>
                      <a:pt x="3736" y="2354"/>
                      <a:pt x="3734" y="2354"/>
                    </a:cubicBezTo>
                    <a:cubicBezTo>
                      <a:pt x="3729" y="2352"/>
                      <a:pt x="3722" y="2354"/>
                      <a:pt x="3724" y="2360"/>
                    </a:cubicBezTo>
                    <a:cubicBezTo>
                      <a:pt x="3724" y="2362"/>
                      <a:pt x="3725" y="2363"/>
                      <a:pt x="3726" y="2365"/>
                    </a:cubicBezTo>
                    <a:cubicBezTo>
                      <a:pt x="3727" y="2367"/>
                      <a:pt x="3730" y="2370"/>
                      <a:pt x="3732" y="2371"/>
                    </a:cubicBezTo>
                    <a:cubicBezTo>
                      <a:pt x="3735" y="2373"/>
                      <a:pt x="3738" y="2374"/>
                      <a:pt x="3740" y="2374"/>
                    </a:cubicBezTo>
                    <a:moveTo>
                      <a:pt x="313" y="463"/>
                    </a:moveTo>
                    <a:cubicBezTo>
                      <a:pt x="311" y="459"/>
                      <a:pt x="309" y="452"/>
                      <a:pt x="307" y="452"/>
                    </a:cubicBezTo>
                    <a:cubicBezTo>
                      <a:pt x="298" y="452"/>
                      <a:pt x="295" y="459"/>
                      <a:pt x="293" y="466"/>
                    </a:cubicBezTo>
                    <a:cubicBezTo>
                      <a:pt x="293" y="467"/>
                      <a:pt x="293" y="468"/>
                      <a:pt x="293" y="469"/>
                    </a:cubicBezTo>
                    <a:cubicBezTo>
                      <a:pt x="293" y="471"/>
                      <a:pt x="293" y="472"/>
                      <a:pt x="294" y="473"/>
                    </a:cubicBezTo>
                    <a:cubicBezTo>
                      <a:pt x="295" y="475"/>
                      <a:pt x="296" y="476"/>
                      <a:pt x="297" y="477"/>
                    </a:cubicBezTo>
                    <a:cubicBezTo>
                      <a:pt x="298" y="478"/>
                      <a:pt x="299" y="478"/>
                      <a:pt x="300" y="478"/>
                    </a:cubicBezTo>
                    <a:cubicBezTo>
                      <a:pt x="309" y="479"/>
                      <a:pt x="311" y="471"/>
                      <a:pt x="313" y="463"/>
                    </a:cubicBezTo>
                    <a:moveTo>
                      <a:pt x="3140" y="3874"/>
                    </a:moveTo>
                    <a:cubicBezTo>
                      <a:pt x="3149" y="3870"/>
                      <a:pt x="3155" y="3868"/>
                      <a:pt x="3155" y="3867"/>
                    </a:cubicBezTo>
                    <a:cubicBezTo>
                      <a:pt x="3155" y="3861"/>
                      <a:pt x="3148" y="3859"/>
                      <a:pt x="3143" y="3858"/>
                    </a:cubicBezTo>
                    <a:cubicBezTo>
                      <a:pt x="3138" y="3856"/>
                      <a:pt x="3133" y="3853"/>
                      <a:pt x="3134" y="3862"/>
                    </a:cubicBezTo>
                    <a:cubicBezTo>
                      <a:pt x="3135" y="3865"/>
                      <a:pt x="3135" y="3868"/>
                      <a:pt x="3138" y="3872"/>
                    </a:cubicBezTo>
                    <a:cubicBezTo>
                      <a:pt x="3138" y="3873"/>
                      <a:pt x="3139" y="3873"/>
                      <a:pt x="3140" y="38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0"/>
              <p:cNvSpPr/>
              <p:nvPr/>
            </p:nvSpPr>
            <p:spPr>
              <a:xfrm rot="-755222">
                <a:off x="8380074" y="3122447"/>
                <a:ext cx="690659" cy="810409"/>
              </a:xfrm>
              <a:custGeom>
                <a:rect b="b" l="l" r="r" t="t"/>
                <a:pathLst>
                  <a:path extrusionOk="0" h="981" w="836">
                    <a:moveTo>
                      <a:pt x="835" y="980"/>
                    </a:moveTo>
                    <a:cubicBezTo>
                      <a:pt x="812" y="969"/>
                      <a:pt x="789" y="960"/>
                      <a:pt x="765" y="954"/>
                    </a:cubicBezTo>
                    <a:cubicBezTo>
                      <a:pt x="738" y="946"/>
                      <a:pt x="713" y="935"/>
                      <a:pt x="689" y="921"/>
                    </a:cubicBezTo>
                    <a:cubicBezTo>
                      <a:pt x="671" y="911"/>
                      <a:pt x="654" y="899"/>
                      <a:pt x="639" y="886"/>
                    </a:cubicBezTo>
                    <a:cubicBezTo>
                      <a:pt x="494" y="781"/>
                      <a:pt x="372" y="646"/>
                      <a:pt x="282" y="490"/>
                    </a:cubicBezTo>
                    <a:cubicBezTo>
                      <a:pt x="279" y="484"/>
                      <a:pt x="276" y="479"/>
                      <a:pt x="273" y="473"/>
                    </a:cubicBezTo>
                    <a:cubicBezTo>
                      <a:pt x="237" y="407"/>
                      <a:pt x="203" y="341"/>
                      <a:pt x="167" y="274"/>
                    </a:cubicBezTo>
                    <a:cubicBezTo>
                      <a:pt x="163" y="266"/>
                      <a:pt x="158" y="258"/>
                      <a:pt x="154" y="250"/>
                    </a:cubicBezTo>
                    <a:cubicBezTo>
                      <a:pt x="131" y="210"/>
                      <a:pt x="104" y="172"/>
                      <a:pt x="75" y="136"/>
                    </a:cubicBezTo>
                    <a:cubicBezTo>
                      <a:pt x="75" y="176"/>
                      <a:pt x="103" y="200"/>
                      <a:pt x="104" y="232"/>
                    </a:cubicBezTo>
                    <a:cubicBezTo>
                      <a:pt x="97" y="221"/>
                      <a:pt x="90" y="210"/>
                      <a:pt x="84" y="199"/>
                    </a:cubicBezTo>
                    <a:cubicBezTo>
                      <a:pt x="48" y="137"/>
                      <a:pt x="20" y="70"/>
                      <a:pt x="0" y="1"/>
                    </a:cubicBezTo>
                    <a:cubicBezTo>
                      <a:pt x="3" y="0"/>
                      <a:pt x="4" y="0"/>
                      <a:pt x="7" y="0"/>
                    </a:cubicBezTo>
                    <a:cubicBezTo>
                      <a:pt x="9" y="0"/>
                      <a:pt x="12" y="0"/>
                      <a:pt x="14" y="1"/>
                    </a:cubicBezTo>
                    <a:cubicBezTo>
                      <a:pt x="20" y="19"/>
                      <a:pt x="27" y="36"/>
                      <a:pt x="37" y="53"/>
                    </a:cubicBezTo>
                    <a:cubicBezTo>
                      <a:pt x="49" y="74"/>
                      <a:pt x="65" y="94"/>
                      <a:pt x="83" y="110"/>
                    </a:cubicBezTo>
                    <a:cubicBezTo>
                      <a:pt x="124" y="158"/>
                      <a:pt x="160" y="208"/>
                      <a:pt x="191" y="262"/>
                    </a:cubicBezTo>
                    <a:cubicBezTo>
                      <a:pt x="200" y="278"/>
                      <a:pt x="209" y="295"/>
                      <a:pt x="217" y="311"/>
                    </a:cubicBezTo>
                    <a:cubicBezTo>
                      <a:pt x="244" y="359"/>
                      <a:pt x="270" y="408"/>
                      <a:pt x="295" y="457"/>
                    </a:cubicBezTo>
                    <a:cubicBezTo>
                      <a:pt x="300" y="466"/>
                      <a:pt x="305" y="476"/>
                      <a:pt x="311" y="485"/>
                    </a:cubicBezTo>
                    <a:cubicBezTo>
                      <a:pt x="394" y="629"/>
                      <a:pt x="503" y="755"/>
                      <a:pt x="634" y="857"/>
                    </a:cubicBezTo>
                    <a:cubicBezTo>
                      <a:pt x="646" y="868"/>
                      <a:pt x="659" y="878"/>
                      <a:pt x="673" y="886"/>
                    </a:cubicBezTo>
                    <a:cubicBezTo>
                      <a:pt x="688" y="895"/>
                      <a:pt x="705" y="902"/>
                      <a:pt x="722" y="906"/>
                    </a:cubicBezTo>
                    <a:cubicBezTo>
                      <a:pt x="668" y="847"/>
                      <a:pt x="606" y="795"/>
                      <a:pt x="553" y="736"/>
                    </a:cubicBezTo>
                    <a:cubicBezTo>
                      <a:pt x="499" y="676"/>
                      <a:pt x="465" y="602"/>
                      <a:pt x="405" y="546"/>
                    </a:cubicBezTo>
                    <a:cubicBezTo>
                      <a:pt x="409" y="544"/>
                      <a:pt x="414" y="542"/>
                      <a:pt x="420" y="542"/>
                    </a:cubicBezTo>
                    <a:cubicBezTo>
                      <a:pt x="426" y="542"/>
                      <a:pt x="432" y="544"/>
                      <a:pt x="437" y="547"/>
                    </a:cubicBezTo>
                    <a:cubicBezTo>
                      <a:pt x="442" y="550"/>
                      <a:pt x="446" y="554"/>
                      <a:pt x="449" y="560"/>
                    </a:cubicBezTo>
                    <a:cubicBezTo>
                      <a:pt x="450" y="561"/>
                      <a:pt x="451" y="563"/>
                      <a:pt x="452" y="566"/>
                    </a:cubicBezTo>
                    <a:cubicBezTo>
                      <a:pt x="525" y="689"/>
                      <a:pt x="620" y="797"/>
                      <a:pt x="733" y="886"/>
                    </a:cubicBezTo>
                    <a:cubicBezTo>
                      <a:pt x="736" y="889"/>
                      <a:pt x="739" y="892"/>
                      <a:pt x="742" y="894"/>
                    </a:cubicBezTo>
                    <a:cubicBezTo>
                      <a:pt x="748" y="897"/>
                      <a:pt x="755" y="899"/>
                      <a:pt x="762" y="899"/>
                    </a:cubicBezTo>
                    <a:lnTo>
                      <a:pt x="768" y="903"/>
                    </a:lnTo>
                    <a:cubicBezTo>
                      <a:pt x="769" y="907"/>
                      <a:pt x="771" y="911"/>
                      <a:pt x="773" y="915"/>
                    </a:cubicBezTo>
                    <a:cubicBezTo>
                      <a:pt x="778" y="924"/>
                      <a:pt x="785" y="931"/>
                      <a:pt x="793" y="935"/>
                    </a:cubicBezTo>
                    <a:cubicBezTo>
                      <a:pt x="801" y="940"/>
                      <a:pt x="809" y="942"/>
                      <a:pt x="817" y="943"/>
                    </a:cubicBezTo>
                    <a:cubicBezTo>
                      <a:pt x="821" y="946"/>
                      <a:pt x="825" y="950"/>
                      <a:pt x="828" y="955"/>
                    </a:cubicBezTo>
                    <a:cubicBezTo>
                      <a:pt x="832" y="963"/>
                      <a:pt x="834" y="971"/>
                      <a:pt x="835" y="9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0"/>
              <p:cNvSpPr/>
              <p:nvPr/>
            </p:nvSpPr>
            <p:spPr>
              <a:xfrm rot="-755222">
                <a:off x="10083243" y="2997986"/>
                <a:ext cx="259410" cy="629492"/>
              </a:xfrm>
              <a:custGeom>
                <a:rect b="b" l="l" r="r" t="t"/>
                <a:pathLst>
                  <a:path extrusionOk="0" h="762" w="314">
                    <a:moveTo>
                      <a:pt x="250" y="272"/>
                    </a:moveTo>
                    <a:cubicBezTo>
                      <a:pt x="230" y="314"/>
                      <a:pt x="249" y="352"/>
                      <a:pt x="261" y="393"/>
                    </a:cubicBezTo>
                    <a:cubicBezTo>
                      <a:pt x="287" y="374"/>
                      <a:pt x="280" y="338"/>
                      <a:pt x="303" y="320"/>
                    </a:cubicBezTo>
                    <a:lnTo>
                      <a:pt x="313" y="322"/>
                    </a:lnTo>
                    <a:lnTo>
                      <a:pt x="303" y="379"/>
                    </a:lnTo>
                    <a:cubicBezTo>
                      <a:pt x="297" y="382"/>
                      <a:pt x="288" y="384"/>
                      <a:pt x="285" y="389"/>
                    </a:cubicBezTo>
                    <a:cubicBezTo>
                      <a:pt x="257" y="440"/>
                      <a:pt x="235" y="492"/>
                      <a:pt x="260" y="552"/>
                    </a:cubicBezTo>
                    <a:cubicBezTo>
                      <a:pt x="280" y="601"/>
                      <a:pt x="292" y="653"/>
                      <a:pt x="293" y="706"/>
                    </a:cubicBezTo>
                    <a:cubicBezTo>
                      <a:pt x="294" y="711"/>
                      <a:pt x="294" y="715"/>
                      <a:pt x="294" y="720"/>
                    </a:cubicBezTo>
                    <a:cubicBezTo>
                      <a:pt x="294" y="734"/>
                      <a:pt x="291" y="748"/>
                      <a:pt x="286" y="761"/>
                    </a:cubicBezTo>
                    <a:cubicBezTo>
                      <a:pt x="272" y="761"/>
                      <a:pt x="273" y="755"/>
                      <a:pt x="273" y="750"/>
                    </a:cubicBezTo>
                    <a:cubicBezTo>
                      <a:pt x="277" y="634"/>
                      <a:pt x="236" y="531"/>
                      <a:pt x="177" y="434"/>
                    </a:cubicBezTo>
                    <a:cubicBezTo>
                      <a:pt x="127" y="351"/>
                      <a:pt x="72" y="271"/>
                      <a:pt x="12" y="195"/>
                    </a:cubicBezTo>
                    <a:cubicBezTo>
                      <a:pt x="9" y="192"/>
                      <a:pt x="7" y="189"/>
                      <a:pt x="5" y="186"/>
                    </a:cubicBezTo>
                    <a:cubicBezTo>
                      <a:pt x="1" y="180"/>
                      <a:pt x="0" y="173"/>
                      <a:pt x="0" y="166"/>
                    </a:cubicBezTo>
                    <a:cubicBezTo>
                      <a:pt x="0" y="159"/>
                      <a:pt x="2" y="154"/>
                      <a:pt x="5" y="147"/>
                    </a:cubicBezTo>
                    <a:cubicBezTo>
                      <a:pt x="8" y="143"/>
                      <a:pt x="11" y="138"/>
                      <a:pt x="15" y="135"/>
                    </a:cubicBezTo>
                    <a:cubicBezTo>
                      <a:pt x="76" y="204"/>
                      <a:pt x="130" y="279"/>
                      <a:pt x="176" y="359"/>
                    </a:cubicBezTo>
                    <a:cubicBezTo>
                      <a:pt x="179" y="363"/>
                      <a:pt x="181" y="367"/>
                      <a:pt x="183" y="371"/>
                    </a:cubicBezTo>
                    <a:cubicBezTo>
                      <a:pt x="180" y="412"/>
                      <a:pt x="204" y="441"/>
                      <a:pt x="227" y="471"/>
                    </a:cubicBezTo>
                    <a:cubicBezTo>
                      <a:pt x="245" y="464"/>
                      <a:pt x="239" y="449"/>
                      <a:pt x="238" y="437"/>
                    </a:cubicBezTo>
                    <a:cubicBezTo>
                      <a:pt x="239" y="436"/>
                      <a:pt x="239" y="434"/>
                      <a:pt x="239" y="432"/>
                    </a:cubicBezTo>
                    <a:cubicBezTo>
                      <a:pt x="239" y="379"/>
                      <a:pt x="224" y="326"/>
                      <a:pt x="198" y="280"/>
                    </a:cubicBezTo>
                    <a:cubicBezTo>
                      <a:pt x="191" y="268"/>
                      <a:pt x="184" y="258"/>
                      <a:pt x="176" y="247"/>
                    </a:cubicBezTo>
                    <a:cubicBezTo>
                      <a:pt x="117" y="180"/>
                      <a:pt x="90" y="92"/>
                      <a:pt x="23" y="31"/>
                    </a:cubicBezTo>
                    <a:lnTo>
                      <a:pt x="23" y="27"/>
                    </a:lnTo>
                    <a:cubicBezTo>
                      <a:pt x="30" y="0"/>
                      <a:pt x="41" y="18"/>
                      <a:pt x="47" y="27"/>
                    </a:cubicBezTo>
                    <a:cubicBezTo>
                      <a:pt x="90" y="83"/>
                      <a:pt x="132" y="141"/>
                      <a:pt x="175" y="198"/>
                    </a:cubicBezTo>
                    <a:cubicBezTo>
                      <a:pt x="185" y="211"/>
                      <a:pt x="190" y="228"/>
                      <a:pt x="207" y="234"/>
                    </a:cubicBezTo>
                    <a:lnTo>
                      <a:pt x="214" y="255"/>
                    </a:lnTo>
                    <a:cubicBezTo>
                      <a:pt x="226" y="289"/>
                      <a:pt x="226" y="289"/>
                      <a:pt x="25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0"/>
              <p:cNvSpPr/>
              <p:nvPr/>
            </p:nvSpPr>
            <p:spPr>
              <a:xfrm rot="-755222">
                <a:off x="10411908" y="3855599"/>
                <a:ext cx="221408" cy="346138"/>
              </a:xfrm>
              <a:custGeom>
                <a:rect b="b" l="l" r="r" t="t"/>
                <a:pathLst>
                  <a:path extrusionOk="0" h="419" w="268">
                    <a:moveTo>
                      <a:pt x="105" y="256"/>
                    </a:moveTo>
                    <a:cubicBezTo>
                      <a:pt x="106" y="264"/>
                      <a:pt x="100" y="274"/>
                      <a:pt x="108" y="284"/>
                    </a:cubicBezTo>
                    <a:cubicBezTo>
                      <a:pt x="114" y="276"/>
                      <a:pt x="120" y="267"/>
                      <a:pt x="126" y="258"/>
                    </a:cubicBezTo>
                    <a:cubicBezTo>
                      <a:pt x="131" y="249"/>
                      <a:pt x="136" y="239"/>
                      <a:pt x="139" y="229"/>
                    </a:cubicBezTo>
                    <a:cubicBezTo>
                      <a:pt x="169" y="170"/>
                      <a:pt x="199" y="111"/>
                      <a:pt x="229" y="52"/>
                    </a:cubicBezTo>
                    <a:cubicBezTo>
                      <a:pt x="231" y="47"/>
                      <a:pt x="234" y="42"/>
                      <a:pt x="237" y="37"/>
                    </a:cubicBezTo>
                    <a:cubicBezTo>
                      <a:pt x="245" y="23"/>
                      <a:pt x="255" y="10"/>
                      <a:pt x="267" y="0"/>
                    </a:cubicBezTo>
                    <a:cubicBezTo>
                      <a:pt x="253" y="35"/>
                      <a:pt x="237" y="70"/>
                      <a:pt x="218" y="103"/>
                    </a:cubicBezTo>
                    <a:cubicBezTo>
                      <a:pt x="217" y="104"/>
                      <a:pt x="216" y="106"/>
                      <a:pt x="215" y="107"/>
                    </a:cubicBezTo>
                    <a:cubicBezTo>
                      <a:pt x="178" y="174"/>
                      <a:pt x="148" y="245"/>
                      <a:pt x="125" y="319"/>
                    </a:cubicBezTo>
                    <a:lnTo>
                      <a:pt x="127" y="338"/>
                    </a:lnTo>
                    <a:cubicBezTo>
                      <a:pt x="126" y="341"/>
                      <a:pt x="124" y="344"/>
                      <a:pt x="123" y="346"/>
                    </a:cubicBezTo>
                    <a:cubicBezTo>
                      <a:pt x="113" y="363"/>
                      <a:pt x="101" y="377"/>
                      <a:pt x="86" y="389"/>
                    </a:cubicBezTo>
                    <a:cubicBezTo>
                      <a:pt x="77" y="399"/>
                      <a:pt x="66" y="413"/>
                      <a:pt x="50" y="395"/>
                    </a:cubicBezTo>
                    <a:cubicBezTo>
                      <a:pt x="41" y="385"/>
                      <a:pt x="34" y="395"/>
                      <a:pt x="28" y="401"/>
                    </a:cubicBezTo>
                    <a:cubicBezTo>
                      <a:pt x="21" y="407"/>
                      <a:pt x="14" y="418"/>
                      <a:pt x="2" y="418"/>
                    </a:cubicBezTo>
                    <a:cubicBezTo>
                      <a:pt x="0" y="353"/>
                      <a:pt x="0" y="353"/>
                      <a:pt x="49" y="312"/>
                    </a:cubicBezTo>
                    <a:cubicBezTo>
                      <a:pt x="51" y="322"/>
                      <a:pt x="43" y="334"/>
                      <a:pt x="54" y="343"/>
                    </a:cubicBezTo>
                    <a:cubicBezTo>
                      <a:pt x="80" y="319"/>
                      <a:pt x="76" y="277"/>
                      <a:pt x="105"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0"/>
              <p:cNvSpPr/>
              <p:nvPr/>
            </p:nvSpPr>
            <p:spPr>
              <a:xfrm rot="-755222">
                <a:off x="10504894" y="3508481"/>
                <a:ext cx="172665" cy="346964"/>
              </a:xfrm>
              <a:custGeom>
                <a:rect b="b" l="l" r="r" t="t"/>
                <a:pathLst>
                  <a:path extrusionOk="0" h="420" w="209">
                    <a:moveTo>
                      <a:pt x="0" y="419"/>
                    </a:moveTo>
                    <a:cubicBezTo>
                      <a:pt x="3" y="379"/>
                      <a:pt x="26" y="347"/>
                      <a:pt x="40" y="313"/>
                    </a:cubicBezTo>
                    <a:cubicBezTo>
                      <a:pt x="61" y="260"/>
                      <a:pt x="83" y="207"/>
                      <a:pt x="104" y="156"/>
                    </a:cubicBezTo>
                    <a:lnTo>
                      <a:pt x="148" y="68"/>
                    </a:lnTo>
                    <a:cubicBezTo>
                      <a:pt x="166" y="47"/>
                      <a:pt x="182" y="24"/>
                      <a:pt x="195" y="0"/>
                    </a:cubicBezTo>
                    <a:cubicBezTo>
                      <a:pt x="208" y="6"/>
                      <a:pt x="205" y="12"/>
                      <a:pt x="202" y="16"/>
                    </a:cubicBezTo>
                    <a:cubicBezTo>
                      <a:pt x="135" y="137"/>
                      <a:pt x="75" y="262"/>
                      <a:pt x="21" y="390"/>
                    </a:cubicBezTo>
                    <a:cubicBezTo>
                      <a:pt x="16" y="400"/>
                      <a:pt x="14" y="414"/>
                      <a:pt x="0"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0"/>
              <p:cNvSpPr/>
              <p:nvPr/>
            </p:nvSpPr>
            <p:spPr>
              <a:xfrm rot="-755222">
                <a:off x="7910879" y="2944647"/>
                <a:ext cx="60309" cy="262701"/>
              </a:xfrm>
              <a:custGeom>
                <a:rect b="b" l="l" r="r" t="t"/>
                <a:pathLst>
                  <a:path extrusionOk="0" h="318" w="73">
                    <a:moveTo>
                      <a:pt x="58" y="278"/>
                    </a:moveTo>
                    <a:cubicBezTo>
                      <a:pt x="38" y="218"/>
                      <a:pt x="24" y="156"/>
                      <a:pt x="16" y="93"/>
                    </a:cubicBezTo>
                    <a:cubicBezTo>
                      <a:pt x="12" y="63"/>
                      <a:pt x="0" y="33"/>
                      <a:pt x="11" y="0"/>
                    </a:cubicBezTo>
                    <a:cubicBezTo>
                      <a:pt x="33" y="35"/>
                      <a:pt x="25" y="75"/>
                      <a:pt x="32" y="112"/>
                    </a:cubicBezTo>
                    <a:cubicBezTo>
                      <a:pt x="43" y="177"/>
                      <a:pt x="66" y="239"/>
                      <a:pt x="72" y="305"/>
                    </a:cubicBezTo>
                    <a:lnTo>
                      <a:pt x="67" y="317"/>
                    </a:lnTo>
                    <a:lnTo>
                      <a:pt x="58" y="2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0"/>
              <p:cNvSpPr/>
              <p:nvPr/>
            </p:nvSpPr>
            <p:spPr>
              <a:xfrm rot="-755222">
                <a:off x="7999836" y="3181235"/>
                <a:ext cx="53700" cy="132177"/>
              </a:xfrm>
              <a:custGeom>
                <a:rect b="b" l="l" r="r" t="t"/>
                <a:pathLst>
                  <a:path extrusionOk="0" h="160" w="65">
                    <a:moveTo>
                      <a:pt x="7" y="12"/>
                    </a:moveTo>
                    <a:lnTo>
                      <a:pt x="13" y="0"/>
                    </a:lnTo>
                    <a:cubicBezTo>
                      <a:pt x="40" y="49"/>
                      <a:pt x="45" y="106"/>
                      <a:pt x="64" y="159"/>
                    </a:cubicBezTo>
                    <a:cubicBezTo>
                      <a:pt x="46" y="115"/>
                      <a:pt x="19" y="77"/>
                      <a:pt x="0" y="36"/>
                    </a:cubicBezTo>
                    <a:cubicBezTo>
                      <a:pt x="1" y="34"/>
                      <a:pt x="3" y="32"/>
                      <a:pt x="4" y="31"/>
                    </a:cubicBezTo>
                    <a:cubicBezTo>
                      <a:pt x="6" y="26"/>
                      <a:pt x="8" y="21"/>
                      <a:pt x="8" y="16"/>
                    </a:cubicBezTo>
                    <a:cubicBezTo>
                      <a:pt x="8" y="15"/>
                      <a:pt x="8" y="13"/>
                      <a:pt x="7"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0"/>
              <p:cNvSpPr/>
              <p:nvPr/>
            </p:nvSpPr>
            <p:spPr>
              <a:xfrm rot="-755222">
                <a:off x="10462233" y="3600716"/>
                <a:ext cx="51221" cy="119785"/>
              </a:xfrm>
              <a:custGeom>
                <a:rect b="b" l="l" r="r" t="t"/>
                <a:pathLst>
                  <a:path extrusionOk="0" h="145" w="62">
                    <a:moveTo>
                      <a:pt x="55" y="0"/>
                    </a:moveTo>
                    <a:cubicBezTo>
                      <a:pt x="61" y="25"/>
                      <a:pt x="36" y="44"/>
                      <a:pt x="42" y="69"/>
                    </a:cubicBezTo>
                    <a:lnTo>
                      <a:pt x="44" y="67"/>
                    </a:lnTo>
                    <a:cubicBezTo>
                      <a:pt x="38" y="72"/>
                      <a:pt x="34" y="78"/>
                      <a:pt x="30" y="84"/>
                    </a:cubicBezTo>
                    <a:cubicBezTo>
                      <a:pt x="24" y="95"/>
                      <a:pt x="20" y="107"/>
                      <a:pt x="20" y="119"/>
                    </a:cubicBezTo>
                    <a:cubicBezTo>
                      <a:pt x="20" y="122"/>
                      <a:pt x="20" y="126"/>
                      <a:pt x="21" y="129"/>
                    </a:cubicBezTo>
                    <a:lnTo>
                      <a:pt x="7" y="144"/>
                    </a:lnTo>
                    <a:cubicBezTo>
                      <a:pt x="5" y="140"/>
                      <a:pt x="0" y="134"/>
                      <a:pt x="1" y="131"/>
                    </a:cubicBezTo>
                    <a:cubicBezTo>
                      <a:pt x="16" y="86"/>
                      <a:pt x="26" y="39"/>
                      <a:pt x="5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0"/>
              <p:cNvSpPr/>
              <p:nvPr/>
            </p:nvSpPr>
            <p:spPr>
              <a:xfrm rot="-755222">
                <a:off x="10214667" y="3389640"/>
                <a:ext cx="200754" cy="741842"/>
              </a:xfrm>
              <a:custGeom>
                <a:rect b="b" l="l" r="r" t="t"/>
                <a:pathLst>
                  <a:path extrusionOk="0" h="898" w="243">
                    <a:moveTo>
                      <a:pt x="0" y="494"/>
                    </a:moveTo>
                    <a:cubicBezTo>
                      <a:pt x="39" y="518"/>
                      <a:pt x="50" y="560"/>
                      <a:pt x="66" y="598"/>
                    </a:cubicBezTo>
                    <a:cubicBezTo>
                      <a:pt x="87" y="647"/>
                      <a:pt x="102" y="698"/>
                      <a:pt x="111" y="750"/>
                    </a:cubicBezTo>
                    <a:cubicBezTo>
                      <a:pt x="114" y="771"/>
                      <a:pt x="120" y="791"/>
                      <a:pt x="128" y="810"/>
                    </a:cubicBezTo>
                    <a:cubicBezTo>
                      <a:pt x="147" y="773"/>
                      <a:pt x="157" y="733"/>
                      <a:pt x="157" y="691"/>
                    </a:cubicBezTo>
                    <a:cubicBezTo>
                      <a:pt x="157" y="685"/>
                      <a:pt x="158" y="678"/>
                      <a:pt x="158" y="671"/>
                    </a:cubicBezTo>
                    <a:cubicBezTo>
                      <a:pt x="158" y="586"/>
                      <a:pt x="148" y="501"/>
                      <a:pt x="128" y="419"/>
                    </a:cubicBezTo>
                    <a:cubicBezTo>
                      <a:pt x="115" y="368"/>
                      <a:pt x="107" y="315"/>
                      <a:pt x="105" y="262"/>
                    </a:cubicBezTo>
                    <a:cubicBezTo>
                      <a:pt x="139" y="359"/>
                      <a:pt x="164" y="458"/>
                      <a:pt x="181" y="559"/>
                    </a:cubicBezTo>
                    <a:cubicBezTo>
                      <a:pt x="226" y="506"/>
                      <a:pt x="221" y="304"/>
                      <a:pt x="169" y="181"/>
                    </a:cubicBezTo>
                    <a:cubicBezTo>
                      <a:pt x="166" y="220"/>
                      <a:pt x="182" y="252"/>
                      <a:pt x="182" y="285"/>
                    </a:cubicBezTo>
                    <a:cubicBezTo>
                      <a:pt x="158" y="243"/>
                      <a:pt x="145" y="195"/>
                      <a:pt x="145" y="146"/>
                    </a:cubicBezTo>
                    <a:cubicBezTo>
                      <a:pt x="145" y="145"/>
                      <a:pt x="145" y="144"/>
                      <a:pt x="145" y="143"/>
                    </a:cubicBezTo>
                    <a:cubicBezTo>
                      <a:pt x="144" y="103"/>
                      <a:pt x="133" y="64"/>
                      <a:pt x="114" y="30"/>
                    </a:cubicBezTo>
                    <a:cubicBezTo>
                      <a:pt x="109" y="21"/>
                      <a:pt x="104" y="12"/>
                      <a:pt x="98" y="0"/>
                    </a:cubicBezTo>
                    <a:cubicBezTo>
                      <a:pt x="103" y="0"/>
                      <a:pt x="108" y="2"/>
                      <a:pt x="112" y="4"/>
                    </a:cubicBezTo>
                    <a:cubicBezTo>
                      <a:pt x="118" y="8"/>
                      <a:pt x="123" y="12"/>
                      <a:pt x="126" y="18"/>
                    </a:cubicBezTo>
                    <a:cubicBezTo>
                      <a:pt x="127" y="20"/>
                      <a:pt x="128" y="23"/>
                      <a:pt x="129" y="26"/>
                    </a:cubicBezTo>
                    <a:cubicBezTo>
                      <a:pt x="194" y="158"/>
                      <a:pt x="242" y="293"/>
                      <a:pt x="235" y="442"/>
                    </a:cubicBezTo>
                    <a:cubicBezTo>
                      <a:pt x="235" y="444"/>
                      <a:pt x="235" y="446"/>
                      <a:pt x="235" y="448"/>
                    </a:cubicBezTo>
                    <a:cubicBezTo>
                      <a:pt x="235" y="502"/>
                      <a:pt x="221" y="555"/>
                      <a:pt x="194" y="601"/>
                    </a:cubicBezTo>
                    <a:cubicBezTo>
                      <a:pt x="193" y="602"/>
                      <a:pt x="193" y="603"/>
                      <a:pt x="192" y="604"/>
                    </a:cubicBezTo>
                    <a:cubicBezTo>
                      <a:pt x="188" y="614"/>
                      <a:pt x="185" y="624"/>
                      <a:pt x="185" y="635"/>
                    </a:cubicBezTo>
                    <a:cubicBezTo>
                      <a:pt x="185" y="639"/>
                      <a:pt x="186" y="643"/>
                      <a:pt x="186" y="647"/>
                    </a:cubicBezTo>
                    <a:cubicBezTo>
                      <a:pt x="186" y="689"/>
                      <a:pt x="180" y="731"/>
                      <a:pt x="168" y="772"/>
                    </a:cubicBezTo>
                    <a:cubicBezTo>
                      <a:pt x="165" y="782"/>
                      <a:pt x="164" y="796"/>
                      <a:pt x="157" y="802"/>
                    </a:cubicBezTo>
                    <a:cubicBezTo>
                      <a:pt x="148" y="812"/>
                      <a:pt x="140" y="822"/>
                      <a:pt x="134" y="833"/>
                    </a:cubicBezTo>
                    <a:cubicBezTo>
                      <a:pt x="122" y="853"/>
                      <a:pt x="115" y="874"/>
                      <a:pt x="112" y="897"/>
                    </a:cubicBezTo>
                    <a:cubicBezTo>
                      <a:pt x="94" y="853"/>
                      <a:pt x="105" y="805"/>
                      <a:pt x="94" y="761"/>
                    </a:cubicBezTo>
                    <a:cubicBezTo>
                      <a:pt x="82" y="716"/>
                      <a:pt x="70" y="669"/>
                      <a:pt x="57" y="623"/>
                    </a:cubicBezTo>
                    <a:cubicBezTo>
                      <a:pt x="43" y="577"/>
                      <a:pt x="14" y="539"/>
                      <a:pt x="1" y="493"/>
                    </a:cubicBezTo>
                    <a:lnTo>
                      <a:pt x="0" y="4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0"/>
              <p:cNvSpPr/>
              <p:nvPr/>
            </p:nvSpPr>
            <p:spPr>
              <a:xfrm rot="-755222">
                <a:off x="8208272" y="2838460"/>
                <a:ext cx="395725" cy="554316"/>
              </a:xfrm>
              <a:custGeom>
                <a:rect b="b" l="l" r="r" t="t"/>
                <a:pathLst>
                  <a:path extrusionOk="0" h="671" w="479">
                    <a:moveTo>
                      <a:pt x="406" y="655"/>
                    </a:moveTo>
                    <a:cubicBezTo>
                      <a:pt x="380" y="635"/>
                      <a:pt x="358" y="610"/>
                      <a:pt x="341" y="582"/>
                    </a:cubicBezTo>
                    <a:cubicBezTo>
                      <a:pt x="225" y="433"/>
                      <a:pt x="116" y="280"/>
                      <a:pt x="39" y="106"/>
                    </a:cubicBezTo>
                    <a:cubicBezTo>
                      <a:pt x="22" y="72"/>
                      <a:pt x="9" y="37"/>
                      <a:pt x="0" y="0"/>
                    </a:cubicBezTo>
                    <a:cubicBezTo>
                      <a:pt x="30" y="24"/>
                      <a:pt x="55" y="52"/>
                      <a:pt x="74" y="85"/>
                    </a:cubicBezTo>
                    <a:cubicBezTo>
                      <a:pt x="76" y="88"/>
                      <a:pt x="78" y="92"/>
                      <a:pt x="80" y="96"/>
                    </a:cubicBezTo>
                    <a:cubicBezTo>
                      <a:pt x="184" y="296"/>
                      <a:pt x="305" y="485"/>
                      <a:pt x="468" y="645"/>
                    </a:cubicBezTo>
                    <a:cubicBezTo>
                      <a:pt x="471" y="649"/>
                      <a:pt x="475" y="653"/>
                      <a:pt x="478" y="658"/>
                    </a:cubicBezTo>
                    <a:cubicBezTo>
                      <a:pt x="464" y="670"/>
                      <a:pt x="458" y="656"/>
                      <a:pt x="451" y="650"/>
                    </a:cubicBezTo>
                    <a:cubicBezTo>
                      <a:pt x="408" y="609"/>
                      <a:pt x="368" y="567"/>
                      <a:pt x="331" y="521"/>
                    </a:cubicBezTo>
                    <a:cubicBezTo>
                      <a:pt x="321" y="509"/>
                      <a:pt x="315" y="492"/>
                      <a:pt x="297" y="489"/>
                    </a:cubicBezTo>
                    <a:cubicBezTo>
                      <a:pt x="296" y="482"/>
                      <a:pt x="295" y="475"/>
                      <a:pt x="291" y="469"/>
                    </a:cubicBezTo>
                    <a:cubicBezTo>
                      <a:pt x="288" y="463"/>
                      <a:pt x="283" y="459"/>
                      <a:pt x="276" y="455"/>
                    </a:cubicBezTo>
                    <a:cubicBezTo>
                      <a:pt x="274" y="454"/>
                      <a:pt x="270" y="452"/>
                      <a:pt x="267" y="451"/>
                    </a:cubicBezTo>
                    <a:cubicBezTo>
                      <a:pt x="277" y="467"/>
                      <a:pt x="281" y="483"/>
                      <a:pt x="299" y="488"/>
                    </a:cubicBezTo>
                    <a:cubicBezTo>
                      <a:pt x="306" y="521"/>
                      <a:pt x="333" y="541"/>
                      <a:pt x="351" y="569"/>
                    </a:cubicBezTo>
                    <a:cubicBezTo>
                      <a:pt x="373" y="595"/>
                      <a:pt x="393" y="622"/>
                      <a:pt x="411" y="651"/>
                    </a:cubicBezTo>
                    <a:lnTo>
                      <a:pt x="406" y="6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0"/>
              <p:cNvSpPr/>
              <p:nvPr/>
            </p:nvSpPr>
            <p:spPr>
              <a:xfrm rot="-755222">
                <a:off x="8041997" y="2936450"/>
                <a:ext cx="211494" cy="527055"/>
              </a:xfrm>
              <a:custGeom>
                <a:rect b="b" l="l" r="r" t="t"/>
                <a:pathLst>
                  <a:path extrusionOk="0" h="638" w="256">
                    <a:moveTo>
                      <a:pt x="125" y="344"/>
                    </a:moveTo>
                    <a:cubicBezTo>
                      <a:pt x="106" y="253"/>
                      <a:pt x="75" y="163"/>
                      <a:pt x="69" y="69"/>
                    </a:cubicBezTo>
                    <a:cubicBezTo>
                      <a:pt x="115" y="263"/>
                      <a:pt x="177" y="453"/>
                      <a:pt x="255" y="637"/>
                    </a:cubicBezTo>
                    <a:cubicBezTo>
                      <a:pt x="167" y="532"/>
                      <a:pt x="0" y="116"/>
                      <a:pt x="0" y="0"/>
                    </a:cubicBezTo>
                    <a:cubicBezTo>
                      <a:pt x="39" y="117"/>
                      <a:pt x="71" y="234"/>
                      <a:pt x="12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0"/>
              <p:cNvSpPr/>
              <p:nvPr/>
            </p:nvSpPr>
            <p:spPr>
              <a:xfrm rot="-755222">
                <a:off x="8005975" y="2394202"/>
                <a:ext cx="140445" cy="424618"/>
              </a:xfrm>
              <a:custGeom>
                <a:rect b="b" l="l" r="r" t="t"/>
                <a:pathLst>
                  <a:path extrusionOk="0" h="514" w="170">
                    <a:moveTo>
                      <a:pt x="7" y="0"/>
                    </a:moveTo>
                    <a:cubicBezTo>
                      <a:pt x="25" y="132"/>
                      <a:pt x="87" y="247"/>
                      <a:pt x="141" y="364"/>
                    </a:cubicBezTo>
                    <a:cubicBezTo>
                      <a:pt x="127" y="347"/>
                      <a:pt x="114" y="329"/>
                      <a:pt x="103" y="310"/>
                    </a:cubicBezTo>
                    <a:cubicBezTo>
                      <a:pt x="94" y="295"/>
                      <a:pt x="87" y="279"/>
                      <a:pt x="80" y="262"/>
                    </a:cubicBezTo>
                    <a:cubicBezTo>
                      <a:pt x="63" y="227"/>
                      <a:pt x="48" y="191"/>
                      <a:pt x="27" y="157"/>
                    </a:cubicBezTo>
                    <a:cubicBezTo>
                      <a:pt x="49" y="283"/>
                      <a:pt x="104" y="397"/>
                      <a:pt x="169" y="513"/>
                    </a:cubicBezTo>
                    <a:cubicBezTo>
                      <a:pt x="166" y="512"/>
                      <a:pt x="162" y="510"/>
                      <a:pt x="159" y="508"/>
                    </a:cubicBezTo>
                    <a:cubicBezTo>
                      <a:pt x="151" y="504"/>
                      <a:pt x="144" y="497"/>
                      <a:pt x="139" y="488"/>
                    </a:cubicBezTo>
                    <a:cubicBezTo>
                      <a:pt x="137" y="485"/>
                      <a:pt x="136" y="482"/>
                      <a:pt x="135" y="479"/>
                    </a:cubicBezTo>
                    <a:cubicBezTo>
                      <a:pt x="132" y="474"/>
                      <a:pt x="129" y="469"/>
                      <a:pt x="126" y="464"/>
                    </a:cubicBezTo>
                    <a:cubicBezTo>
                      <a:pt x="73" y="372"/>
                      <a:pt x="33" y="273"/>
                      <a:pt x="7" y="170"/>
                    </a:cubicBezTo>
                    <a:cubicBezTo>
                      <a:pt x="2" y="158"/>
                      <a:pt x="0" y="146"/>
                      <a:pt x="0" y="133"/>
                    </a:cubicBezTo>
                    <a:cubicBezTo>
                      <a:pt x="0" y="120"/>
                      <a:pt x="2" y="107"/>
                      <a:pt x="7" y="95"/>
                    </a:cubicBezTo>
                    <a:cubicBezTo>
                      <a:pt x="13" y="84"/>
                      <a:pt x="7" y="74"/>
                      <a:pt x="5" y="64"/>
                    </a:cubicBezTo>
                    <a:cubicBezTo>
                      <a:pt x="3" y="55"/>
                      <a:pt x="1" y="45"/>
                      <a:pt x="1" y="35"/>
                    </a:cubicBezTo>
                    <a:cubicBezTo>
                      <a:pt x="1" y="23"/>
                      <a:pt x="3" y="1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0"/>
              <p:cNvSpPr/>
              <p:nvPr/>
            </p:nvSpPr>
            <p:spPr>
              <a:xfrm rot="-755222">
                <a:off x="8233389" y="2956788"/>
                <a:ext cx="310631" cy="498967"/>
              </a:xfrm>
              <a:custGeom>
                <a:rect b="b" l="l" r="r" t="t"/>
                <a:pathLst>
                  <a:path extrusionOk="0" h="604" w="376">
                    <a:moveTo>
                      <a:pt x="0" y="0"/>
                    </a:moveTo>
                    <a:cubicBezTo>
                      <a:pt x="36" y="85"/>
                      <a:pt x="77" y="168"/>
                      <a:pt x="124" y="249"/>
                    </a:cubicBezTo>
                    <a:cubicBezTo>
                      <a:pt x="196" y="374"/>
                      <a:pt x="281" y="493"/>
                      <a:pt x="375" y="603"/>
                    </a:cubicBezTo>
                    <a:cubicBezTo>
                      <a:pt x="288" y="570"/>
                      <a:pt x="14" y="1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0"/>
              <p:cNvSpPr/>
              <p:nvPr/>
            </p:nvSpPr>
            <p:spPr>
              <a:xfrm rot="-755222">
                <a:off x="8303028" y="2701579"/>
                <a:ext cx="321371" cy="380834"/>
              </a:xfrm>
              <a:custGeom>
                <a:rect b="b" l="l" r="r" t="t"/>
                <a:pathLst>
                  <a:path extrusionOk="0" h="461" w="389">
                    <a:moveTo>
                      <a:pt x="0" y="0"/>
                    </a:moveTo>
                    <a:cubicBezTo>
                      <a:pt x="109" y="169"/>
                      <a:pt x="240" y="324"/>
                      <a:pt x="388" y="460"/>
                    </a:cubicBezTo>
                    <a:cubicBezTo>
                      <a:pt x="285" y="414"/>
                      <a:pt x="16" y="9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0"/>
              <p:cNvSpPr/>
              <p:nvPr/>
            </p:nvSpPr>
            <p:spPr>
              <a:xfrm rot="-755222">
                <a:off x="8302232" y="2641799"/>
                <a:ext cx="399855" cy="416357"/>
              </a:xfrm>
              <a:custGeom>
                <a:rect b="b" l="l" r="r" t="t"/>
                <a:pathLst>
                  <a:path extrusionOk="0" h="504" w="484">
                    <a:moveTo>
                      <a:pt x="483" y="503"/>
                    </a:moveTo>
                    <a:cubicBezTo>
                      <a:pt x="442" y="461"/>
                      <a:pt x="404" y="423"/>
                      <a:pt x="365" y="384"/>
                    </a:cubicBezTo>
                    <a:cubicBezTo>
                      <a:pt x="268" y="282"/>
                      <a:pt x="171" y="179"/>
                      <a:pt x="76" y="75"/>
                    </a:cubicBezTo>
                    <a:cubicBezTo>
                      <a:pt x="59" y="61"/>
                      <a:pt x="41" y="48"/>
                      <a:pt x="23" y="36"/>
                    </a:cubicBezTo>
                    <a:cubicBezTo>
                      <a:pt x="16" y="31"/>
                      <a:pt x="0" y="24"/>
                      <a:pt x="13" y="12"/>
                    </a:cubicBezTo>
                    <a:cubicBezTo>
                      <a:pt x="25" y="0"/>
                      <a:pt x="31" y="0"/>
                      <a:pt x="44" y="14"/>
                    </a:cubicBezTo>
                    <a:cubicBezTo>
                      <a:pt x="111" y="90"/>
                      <a:pt x="181" y="163"/>
                      <a:pt x="249" y="237"/>
                    </a:cubicBezTo>
                    <a:lnTo>
                      <a:pt x="470" y="475"/>
                    </a:lnTo>
                    <a:cubicBezTo>
                      <a:pt x="474" y="477"/>
                      <a:pt x="478" y="481"/>
                      <a:pt x="480" y="485"/>
                    </a:cubicBezTo>
                    <a:cubicBezTo>
                      <a:pt x="482" y="489"/>
                      <a:pt x="483" y="493"/>
                      <a:pt x="483" y="498"/>
                    </a:cubicBezTo>
                    <a:cubicBezTo>
                      <a:pt x="483" y="500"/>
                      <a:pt x="483" y="501"/>
                      <a:pt x="483"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0"/>
              <p:cNvSpPr/>
              <p:nvPr/>
            </p:nvSpPr>
            <p:spPr>
              <a:xfrm rot="-755222">
                <a:off x="9060684" y="3383623"/>
                <a:ext cx="393246" cy="457662"/>
              </a:xfrm>
              <a:custGeom>
                <a:rect b="b" l="l" r="r" t="t"/>
                <a:pathLst>
                  <a:path extrusionOk="0" h="554" w="476">
                    <a:moveTo>
                      <a:pt x="0" y="0"/>
                    </a:moveTo>
                    <a:cubicBezTo>
                      <a:pt x="65" y="104"/>
                      <a:pt x="139" y="201"/>
                      <a:pt x="221" y="291"/>
                    </a:cubicBezTo>
                    <a:cubicBezTo>
                      <a:pt x="303" y="381"/>
                      <a:pt x="391" y="465"/>
                      <a:pt x="475" y="553"/>
                    </a:cubicBezTo>
                    <a:cubicBezTo>
                      <a:pt x="291" y="390"/>
                      <a:pt x="112" y="2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0"/>
              <p:cNvSpPr/>
              <p:nvPr/>
            </p:nvSpPr>
            <p:spPr>
              <a:xfrm rot="-755222">
                <a:off x="8137320" y="2985806"/>
                <a:ext cx="146228" cy="447749"/>
              </a:xfrm>
              <a:custGeom>
                <a:rect b="b" l="l" r="r" t="t"/>
                <a:pathLst>
                  <a:path extrusionOk="0" h="542" w="177">
                    <a:moveTo>
                      <a:pt x="0" y="0"/>
                    </a:moveTo>
                    <a:cubicBezTo>
                      <a:pt x="55" y="181"/>
                      <a:pt x="108" y="364"/>
                      <a:pt x="176" y="541"/>
                    </a:cubicBezTo>
                    <a:cubicBezTo>
                      <a:pt x="94" y="369"/>
                      <a:pt x="34" y="18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0"/>
              <p:cNvSpPr/>
              <p:nvPr/>
            </p:nvSpPr>
            <p:spPr>
              <a:xfrm rot="-755222">
                <a:off x="9405177" y="3075615"/>
                <a:ext cx="241235" cy="384965"/>
              </a:xfrm>
              <a:custGeom>
                <a:rect b="b" l="l" r="r" t="t"/>
                <a:pathLst>
                  <a:path extrusionOk="0" h="466" w="292">
                    <a:moveTo>
                      <a:pt x="282" y="465"/>
                    </a:moveTo>
                    <a:cubicBezTo>
                      <a:pt x="182" y="314"/>
                      <a:pt x="98" y="155"/>
                      <a:pt x="0" y="0"/>
                    </a:cubicBezTo>
                    <a:cubicBezTo>
                      <a:pt x="22" y="0"/>
                      <a:pt x="27" y="12"/>
                      <a:pt x="33" y="22"/>
                    </a:cubicBezTo>
                    <a:cubicBezTo>
                      <a:pt x="59" y="62"/>
                      <a:pt x="82" y="103"/>
                      <a:pt x="107" y="144"/>
                    </a:cubicBezTo>
                    <a:cubicBezTo>
                      <a:pt x="161" y="237"/>
                      <a:pt x="216" y="330"/>
                      <a:pt x="270" y="424"/>
                    </a:cubicBezTo>
                    <a:cubicBezTo>
                      <a:pt x="276" y="435"/>
                      <a:pt x="291" y="445"/>
                      <a:pt x="282" y="4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0"/>
              <p:cNvSpPr/>
              <p:nvPr/>
            </p:nvSpPr>
            <p:spPr>
              <a:xfrm rot="-755222">
                <a:off x="7880180" y="2644961"/>
                <a:ext cx="48743" cy="285006"/>
              </a:xfrm>
              <a:custGeom>
                <a:rect b="b" l="l" r="r" t="t"/>
                <a:pathLst>
                  <a:path extrusionOk="0" h="345" w="59">
                    <a:moveTo>
                      <a:pt x="58" y="302"/>
                    </a:moveTo>
                    <a:cubicBezTo>
                      <a:pt x="32" y="280"/>
                      <a:pt x="37" y="247"/>
                      <a:pt x="34" y="218"/>
                    </a:cubicBezTo>
                    <a:cubicBezTo>
                      <a:pt x="28" y="173"/>
                      <a:pt x="17" y="129"/>
                      <a:pt x="11" y="83"/>
                    </a:cubicBezTo>
                    <a:lnTo>
                      <a:pt x="11" y="344"/>
                    </a:lnTo>
                    <a:cubicBezTo>
                      <a:pt x="4" y="287"/>
                      <a:pt x="0" y="230"/>
                      <a:pt x="0" y="172"/>
                    </a:cubicBezTo>
                    <a:cubicBezTo>
                      <a:pt x="0" y="115"/>
                      <a:pt x="4" y="57"/>
                      <a:pt x="11" y="0"/>
                    </a:cubicBezTo>
                    <a:cubicBezTo>
                      <a:pt x="20" y="13"/>
                      <a:pt x="41" y="5"/>
                      <a:pt x="38" y="27"/>
                    </a:cubicBezTo>
                    <a:cubicBezTo>
                      <a:pt x="25" y="104"/>
                      <a:pt x="42" y="179"/>
                      <a:pt x="51" y="255"/>
                    </a:cubicBezTo>
                    <a:cubicBezTo>
                      <a:pt x="53" y="272"/>
                      <a:pt x="54" y="288"/>
                      <a:pt x="56" y="305"/>
                    </a:cubicBezTo>
                    <a:lnTo>
                      <a:pt x="58" y="3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0"/>
              <p:cNvSpPr/>
              <p:nvPr/>
            </p:nvSpPr>
            <p:spPr>
              <a:xfrm rot="-755222">
                <a:off x="8382398" y="2620450"/>
                <a:ext cx="276759" cy="326311"/>
              </a:xfrm>
              <a:custGeom>
                <a:rect b="b" l="l" r="r" t="t"/>
                <a:pathLst>
                  <a:path extrusionOk="0" h="395" w="335">
                    <a:moveTo>
                      <a:pt x="334" y="392"/>
                    </a:moveTo>
                    <a:cubicBezTo>
                      <a:pt x="313" y="389"/>
                      <a:pt x="306" y="370"/>
                      <a:pt x="295" y="357"/>
                    </a:cubicBezTo>
                    <a:cubicBezTo>
                      <a:pt x="198" y="242"/>
                      <a:pt x="107" y="123"/>
                      <a:pt x="4" y="13"/>
                    </a:cubicBezTo>
                    <a:cubicBezTo>
                      <a:pt x="2" y="11"/>
                      <a:pt x="2" y="7"/>
                      <a:pt x="0" y="0"/>
                    </a:cubicBezTo>
                    <a:cubicBezTo>
                      <a:pt x="17" y="1"/>
                      <a:pt x="26" y="14"/>
                      <a:pt x="34" y="23"/>
                    </a:cubicBezTo>
                    <a:cubicBezTo>
                      <a:pt x="140" y="136"/>
                      <a:pt x="231" y="261"/>
                      <a:pt x="329" y="379"/>
                    </a:cubicBezTo>
                    <a:cubicBezTo>
                      <a:pt x="332" y="382"/>
                      <a:pt x="331" y="389"/>
                      <a:pt x="332" y="394"/>
                    </a:cubicBezTo>
                    <a:lnTo>
                      <a:pt x="334" y="3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0"/>
              <p:cNvSpPr/>
              <p:nvPr/>
            </p:nvSpPr>
            <p:spPr>
              <a:xfrm rot="-755222">
                <a:off x="10253055" y="3685209"/>
                <a:ext cx="80136" cy="219744"/>
              </a:xfrm>
              <a:custGeom>
                <a:rect b="b" l="l" r="r" t="t"/>
                <a:pathLst>
                  <a:path extrusionOk="0" h="266" w="97">
                    <a:moveTo>
                      <a:pt x="0" y="0"/>
                    </a:moveTo>
                    <a:cubicBezTo>
                      <a:pt x="43" y="2"/>
                      <a:pt x="48" y="40"/>
                      <a:pt x="56" y="64"/>
                    </a:cubicBezTo>
                    <a:cubicBezTo>
                      <a:pt x="72" y="121"/>
                      <a:pt x="86" y="179"/>
                      <a:pt x="96" y="238"/>
                    </a:cubicBezTo>
                    <a:cubicBezTo>
                      <a:pt x="95" y="247"/>
                      <a:pt x="94" y="256"/>
                      <a:pt x="91" y="265"/>
                    </a:cubicBezTo>
                    <a:cubicBezTo>
                      <a:pt x="67" y="235"/>
                      <a:pt x="72" y="194"/>
                      <a:pt x="51" y="173"/>
                    </a:cubicBezTo>
                    <a:cubicBezTo>
                      <a:pt x="24" y="147"/>
                      <a:pt x="42" y="119"/>
                      <a:pt x="30" y="94"/>
                    </a:cubicBezTo>
                    <a:cubicBezTo>
                      <a:pt x="18" y="63"/>
                      <a:pt x="8"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0"/>
              <p:cNvSpPr/>
              <p:nvPr/>
            </p:nvSpPr>
            <p:spPr>
              <a:xfrm rot="-755222">
                <a:off x="8302608" y="2785366"/>
                <a:ext cx="256106" cy="330442"/>
              </a:xfrm>
              <a:custGeom>
                <a:rect b="b" l="l" r="r" t="t"/>
                <a:pathLst>
                  <a:path extrusionOk="0" h="400" w="310">
                    <a:moveTo>
                      <a:pt x="305" y="399"/>
                    </a:moveTo>
                    <a:cubicBezTo>
                      <a:pt x="279" y="382"/>
                      <a:pt x="257" y="360"/>
                      <a:pt x="240" y="334"/>
                    </a:cubicBezTo>
                    <a:cubicBezTo>
                      <a:pt x="162" y="247"/>
                      <a:pt x="90" y="154"/>
                      <a:pt x="26" y="55"/>
                    </a:cubicBezTo>
                    <a:cubicBezTo>
                      <a:pt x="22" y="50"/>
                      <a:pt x="18" y="44"/>
                      <a:pt x="15" y="39"/>
                    </a:cubicBezTo>
                    <a:cubicBezTo>
                      <a:pt x="8" y="27"/>
                      <a:pt x="3" y="15"/>
                      <a:pt x="0" y="2"/>
                    </a:cubicBezTo>
                    <a:cubicBezTo>
                      <a:pt x="14" y="0"/>
                      <a:pt x="17" y="11"/>
                      <a:pt x="21" y="17"/>
                    </a:cubicBezTo>
                    <a:cubicBezTo>
                      <a:pt x="102" y="142"/>
                      <a:pt x="193" y="259"/>
                      <a:pt x="292" y="369"/>
                    </a:cubicBezTo>
                    <a:cubicBezTo>
                      <a:pt x="300" y="377"/>
                      <a:pt x="309" y="384"/>
                      <a:pt x="309" y="396"/>
                    </a:cubicBezTo>
                    <a:lnTo>
                      <a:pt x="305" y="3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0"/>
              <p:cNvSpPr/>
              <p:nvPr/>
            </p:nvSpPr>
            <p:spPr>
              <a:xfrm rot="-755222">
                <a:off x="8045259" y="3063371"/>
                <a:ext cx="183405" cy="396530"/>
              </a:xfrm>
              <a:custGeom>
                <a:rect b="b" l="l" r="r" t="t"/>
                <a:pathLst>
                  <a:path extrusionOk="0" h="480" w="222">
                    <a:moveTo>
                      <a:pt x="218" y="478"/>
                    </a:moveTo>
                    <a:cubicBezTo>
                      <a:pt x="215" y="478"/>
                      <a:pt x="210" y="476"/>
                      <a:pt x="209" y="474"/>
                    </a:cubicBezTo>
                    <a:cubicBezTo>
                      <a:pt x="127" y="331"/>
                      <a:pt x="50" y="186"/>
                      <a:pt x="3" y="27"/>
                    </a:cubicBezTo>
                    <a:cubicBezTo>
                      <a:pt x="1" y="22"/>
                      <a:pt x="0" y="16"/>
                      <a:pt x="0" y="11"/>
                    </a:cubicBezTo>
                    <a:cubicBezTo>
                      <a:pt x="0" y="7"/>
                      <a:pt x="0" y="4"/>
                      <a:pt x="1" y="0"/>
                    </a:cubicBezTo>
                    <a:cubicBezTo>
                      <a:pt x="11" y="0"/>
                      <a:pt x="13" y="7"/>
                      <a:pt x="15" y="13"/>
                    </a:cubicBezTo>
                    <a:cubicBezTo>
                      <a:pt x="57" y="160"/>
                      <a:pt x="127" y="295"/>
                      <a:pt x="198" y="429"/>
                    </a:cubicBezTo>
                    <a:cubicBezTo>
                      <a:pt x="206" y="445"/>
                      <a:pt x="221" y="458"/>
                      <a:pt x="217" y="479"/>
                    </a:cubicBezTo>
                    <a:lnTo>
                      <a:pt x="218" y="4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0"/>
              <p:cNvSpPr/>
              <p:nvPr/>
            </p:nvSpPr>
            <p:spPr>
              <a:xfrm rot="-755222">
                <a:off x="8502007" y="2245017"/>
                <a:ext cx="243714" cy="233788"/>
              </a:xfrm>
              <a:custGeom>
                <a:rect b="b" l="l" r="r" t="t"/>
                <a:pathLst>
                  <a:path extrusionOk="0" h="283" w="295">
                    <a:moveTo>
                      <a:pt x="0" y="0"/>
                    </a:moveTo>
                    <a:cubicBezTo>
                      <a:pt x="69" y="16"/>
                      <a:pt x="243" y="181"/>
                      <a:pt x="294" y="282"/>
                    </a:cubicBezTo>
                    <a:cubicBezTo>
                      <a:pt x="206" y="178"/>
                      <a:pt x="107" y="8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0"/>
              <p:cNvSpPr/>
              <p:nvPr/>
            </p:nvSpPr>
            <p:spPr>
              <a:xfrm rot="-755222">
                <a:off x="8635100" y="4324916"/>
                <a:ext cx="259410" cy="191656"/>
              </a:xfrm>
              <a:custGeom>
                <a:rect b="b" l="l" r="r" t="t"/>
                <a:pathLst>
                  <a:path extrusionOk="0" h="232" w="314">
                    <a:moveTo>
                      <a:pt x="313" y="229"/>
                    </a:moveTo>
                    <a:cubicBezTo>
                      <a:pt x="285" y="229"/>
                      <a:pt x="269" y="208"/>
                      <a:pt x="248" y="196"/>
                    </a:cubicBezTo>
                    <a:cubicBezTo>
                      <a:pt x="231" y="186"/>
                      <a:pt x="216" y="178"/>
                      <a:pt x="201" y="196"/>
                    </a:cubicBezTo>
                    <a:cubicBezTo>
                      <a:pt x="163" y="182"/>
                      <a:pt x="138" y="149"/>
                      <a:pt x="109" y="123"/>
                    </a:cubicBezTo>
                    <a:cubicBezTo>
                      <a:pt x="71" y="89"/>
                      <a:pt x="37" y="52"/>
                      <a:pt x="0" y="17"/>
                    </a:cubicBezTo>
                    <a:lnTo>
                      <a:pt x="0" y="18"/>
                    </a:lnTo>
                    <a:cubicBezTo>
                      <a:pt x="7" y="0"/>
                      <a:pt x="16" y="9"/>
                      <a:pt x="24" y="17"/>
                    </a:cubicBezTo>
                    <a:cubicBezTo>
                      <a:pt x="61" y="54"/>
                      <a:pt x="98" y="92"/>
                      <a:pt x="135" y="130"/>
                    </a:cubicBezTo>
                    <a:cubicBezTo>
                      <a:pt x="145" y="140"/>
                      <a:pt x="156" y="149"/>
                      <a:pt x="167" y="159"/>
                    </a:cubicBezTo>
                    <a:cubicBezTo>
                      <a:pt x="178" y="169"/>
                      <a:pt x="182" y="170"/>
                      <a:pt x="194" y="153"/>
                    </a:cubicBezTo>
                    <a:cubicBezTo>
                      <a:pt x="205" y="137"/>
                      <a:pt x="224" y="140"/>
                      <a:pt x="235" y="165"/>
                    </a:cubicBezTo>
                    <a:cubicBezTo>
                      <a:pt x="240" y="176"/>
                      <a:pt x="250" y="180"/>
                      <a:pt x="258" y="187"/>
                    </a:cubicBezTo>
                    <a:cubicBezTo>
                      <a:pt x="275" y="203"/>
                      <a:pt x="301" y="207"/>
                      <a:pt x="311" y="231"/>
                    </a:cubicBezTo>
                    <a:lnTo>
                      <a:pt x="313" y="2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0"/>
              <p:cNvSpPr/>
              <p:nvPr/>
            </p:nvSpPr>
            <p:spPr>
              <a:xfrm rot="-755222">
                <a:off x="8202745" y="3060241"/>
                <a:ext cx="146228" cy="323833"/>
              </a:xfrm>
              <a:custGeom>
                <a:rect b="b" l="l" r="r" t="t"/>
                <a:pathLst>
                  <a:path extrusionOk="0" h="392" w="177">
                    <a:moveTo>
                      <a:pt x="172" y="391"/>
                    </a:moveTo>
                    <a:cubicBezTo>
                      <a:pt x="155" y="366"/>
                      <a:pt x="139" y="341"/>
                      <a:pt x="123" y="315"/>
                    </a:cubicBezTo>
                    <a:cubicBezTo>
                      <a:pt x="70" y="222"/>
                      <a:pt x="29" y="123"/>
                      <a:pt x="3" y="19"/>
                    </a:cubicBezTo>
                    <a:cubicBezTo>
                      <a:pt x="1" y="11"/>
                      <a:pt x="0" y="5"/>
                      <a:pt x="7" y="0"/>
                    </a:cubicBezTo>
                    <a:cubicBezTo>
                      <a:pt x="8" y="0"/>
                      <a:pt x="8" y="0"/>
                      <a:pt x="8" y="0"/>
                    </a:cubicBezTo>
                    <a:cubicBezTo>
                      <a:pt x="10" y="0"/>
                      <a:pt x="12" y="0"/>
                      <a:pt x="13" y="1"/>
                    </a:cubicBezTo>
                    <a:cubicBezTo>
                      <a:pt x="15" y="2"/>
                      <a:pt x="16" y="3"/>
                      <a:pt x="17" y="5"/>
                    </a:cubicBezTo>
                    <a:cubicBezTo>
                      <a:pt x="18" y="6"/>
                      <a:pt x="18" y="8"/>
                      <a:pt x="18" y="9"/>
                    </a:cubicBezTo>
                    <a:cubicBezTo>
                      <a:pt x="45" y="131"/>
                      <a:pt x="101" y="239"/>
                      <a:pt x="159" y="348"/>
                    </a:cubicBezTo>
                    <a:cubicBezTo>
                      <a:pt x="161" y="351"/>
                      <a:pt x="163" y="354"/>
                      <a:pt x="165" y="357"/>
                    </a:cubicBezTo>
                    <a:cubicBezTo>
                      <a:pt x="171" y="366"/>
                      <a:pt x="174" y="377"/>
                      <a:pt x="176" y="388"/>
                    </a:cubicBezTo>
                    <a:lnTo>
                      <a:pt x="172" y="3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0"/>
              <p:cNvSpPr/>
              <p:nvPr/>
            </p:nvSpPr>
            <p:spPr>
              <a:xfrm rot="-755222">
                <a:off x="8265615" y="2813518"/>
                <a:ext cx="210668" cy="296572"/>
              </a:xfrm>
              <a:custGeom>
                <a:rect b="b" l="l" r="r" t="t"/>
                <a:pathLst>
                  <a:path extrusionOk="0" h="359" w="255">
                    <a:moveTo>
                      <a:pt x="254" y="358"/>
                    </a:moveTo>
                    <a:cubicBezTo>
                      <a:pt x="253" y="358"/>
                      <a:pt x="253" y="358"/>
                      <a:pt x="252" y="358"/>
                    </a:cubicBezTo>
                    <a:cubicBezTo>
                      <a:pt x="249" y="358"/>
                      <a:pt x="245" y="358"/>
                      <a:pt x="242" y="356"/>
                    </a:cubicBezTo>
                    <a:cubicBezTo>
                      <a:pt x="240" y="354"/>
                      <a:pt x="237" y="352"/>
                      <a:pt x="236" y="349"/>
                    </a:cubicBezTo>
                    <a:cubicBezTo>
                      <a:pt x="153" y="258"/>
                      <a:pt x="80" y="159"/>
                      <a:pt x="18" y="53"/>
                    </a:cubicBezTo>
                    <a:cubicBezTo>
                      <a:pt x="11" y="40"/>
                      <a:pt x="5" y="26"/>
                      <a:pt x="0" y="13"/>
                    </a:cubicBezTo>
                    <a:cubicBezTo>
                      <a:pt x="0" y="10"/>
                      <a:pt x="0" y="6"/>
                      <a:pt x="1" y="0"/>
                    </a:cubicBezTo>
                    <a:cubicBezTo>
                      <a:pt x="14" y="5"/>
                      <a:pt x="17" y="18"/>
                      <a:pt x="22" y="26"/>
                    </a:cubicBezTo>
                    <a:cubicBezTo>
                      <a:pt x="23" y="28"/>
                      <a:pt x="25" y="31"/>
                      <a:pt x="26" y="33"/>
                    </a:cubicBezTo>
                    <a:cubicBezTo>
                      <a:pt x="82" y="129"/>
                      <a:pt x="146" y="221"/>
                      <a:pt x="217" y="305"/>
                    </a:cubicBezTo>
                    <a:cubicBezTo>
                      <a:pt x="231" y="322"/>
                      <a:pt x="251" y="334"/>
                      <a:pt x="253" y="358"/>
                    </a:cubicBezTo>
                    <a:lnTo>
                      <a:pt x="254" y="3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0"/>
              <p:cNvSpPr/>
              <p:nvPr/>
            </p:nvSpPr>
            <p:spPr>
              <a:xfrm rot="-755222">
                <a:off x="7649393" y="2038951"/>
                <a:ext cx="194145" cy="171830"/>
              </a:xfrm>
              <a:custGeom>
                <a:rect b="b" l="l" r="r" t="t"/>
                <a:pathLst>
                  <a:path extrusionOk="0" h="208" w="235">
                    <a:moveTo>
                      <a:pt x="2" y="0"/>
                    </a:moveTo>
                    <a:cubicBezTo>
                      <a:pt x="47" y="34"/>
                      <a:pt x="73" y="78"/>
                      <a:pt x="112" y="106"/>
                    </a:cubicBezTo>
                    <a:cubicBezTo>
                      <a:pt x="138" y="128"/>
                      <a:pt x="166" y="147"/>
                      <a:pt x="196" y="164"/>
                    </a:cubicBezTo>
                    <a:cubicBezTo>
                      <a:pt x="208" y="171"/>
                      <a:pt x="221" y="178"/>
                      <a:pt x="234" y="184"/>
                    </a:cubicBezTo>
                    <a:cubicBezTo>
                      <a:pt x="225" y="207"/>
                      <a:pt x="202" y="167"/>
                      <a:pt x="195" y="198"/>
                    </a:cubicBezTo>
                    <a:cubicBezTo>
                      <a:pt x="193" y="207"/>
                      <a:pt x="182" y="200"/>
                      <a:pt x="177" y="195"/>
                    </a:cubicBezTo>
                    <a:cubicBezTo>
                      <a:pt x="119" y="138"/>
                      <a:pt x="56" y="85"/>
                      <a:pt x="2" y="22"/>
                    </a:cubicBezTo>
                    <a:cubicBezTo>
                      <a:pt x="0" y="20"/>
                      <a:pt x="2" y="1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0"/>
              <p:cNvSpPr/>
              <p:nvPr/>
            </p:nvSpPr>
            <p:spPr>
              <a:xfrm rot="-755222">
                <a:off x="9359377" y="3131702"/>
                <a:ext cx="174317" cy="271788"/>
              </a:xfrm>
              <a:custGeom>
                <a:rect b="b" l="l" r="r" t="t"/>
                <a:pathLst>
                  <a:path extrusionOk="0" h="329" w="211">
                    <a:moveTo>
                      <a:pt x="207" y="328"/>
                    </a:moveTo>
                    <a:cubicBezTo>
                      <a:pt x="191" y="322"/>
                      <a:pt x="188" y="306"/>
                      <a:pt x="181" y="294"/>
                    </a:cubicBezTo>
                    <a:cubicBezTo>
                      <a:pt x="178" y="290"/>
                      <a:pt x="176" y="286"/>
                      <a:pt x="173" y="282"/>
                    </a:cubicBezTo>
                    <a:cubicBezTo>
                      <a:pt x="121" y="190"/>
                      <a:pt x="63" y="102"/>
                      <a:pt x="1" y="17"/>
                    </a:cubicBezTo>
                    <a:cubicBezTo>
                      <a:pt x="0" y="15"/>
                      <a:pt x="1" y="10"/>
                      <a:pt x="1" y="7"/>
                    </a:cubicBezTo>
                    <a:cubicBezTo>
                      <a:pt x="7" y="0"/>
                      <a:pt x="12" y="5"/>
                      <a:pt x="15" y="7"/>
                    </a:cubicBezTo>
                    <a:cubicBezTo>
                      <a:pt x="63" y="69"/>
                      <a:pt x="107" y="134"/>
                      <a:pt x="145" y="201"/>
                    </a:cubicBezTo>
                    <a:cubicBezTo>
                      <a:pt x="169" y="241"/>
                      <a:pt x="190" y="283"/>
                      <a:pt x="210" y="324"/>
                    </a:cubicBezTo>
                    <a:lnTo>
                      <a:pt x="207" y="3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0"/>
              <p:cNvSpPr/>
              <p:nvPr/>
            </p:nvSpPr>
            <p:spPr>
              <a:xfrm rot="-755222">
                <a:off x="9644023" y="3507587"/>
                <a:ext cx="206537" cy="231309"/>
              </a:xfrm>
              <a:custGeom>
                <a:rect b="b" l="l" r="r" t="t"/>
                <a:pathLst>
                  <a:path extrusionOk="0" h="280" w="250">
                    <a:moveTo>
                      <a:pt x="249" y="279"/>
                    </a:moveTo>
                    <a:cubicBezTo>
                      <a:pt x="164" y="182"/>
                      <a:pt x="75" y="98"/>
                      <a:pt x="0" y="0"/>
                    </a:cubicBezTo>
                    <a:cubicBezTo>
                      <a:pt x="46" y="24"/>
                      <a:pt x="235" y="237"/>
                      <a:pt x="249" y="2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0"/>
              <p:cNvSpPr/>
              <p:nvPr/>
            </p:nvSpPr>
            <p:spPr>
              <a:xfrm rot="-755222">
                <a:off x="9622727" y="3531019"/>
                <a:ext cx="198275" cy="229657"/>
              </a:xfrm>
              <a:custGeom>
                <a:rect b="b" l="l" r="r" t="t"/>
                <a:pathLst>
                  <a:path extrusionOk="0" h="278" w="240">
                    <a:moveTo>
                      <a:pt x="34" y="0"/>
                    </a:moveTo>
                    <a:cubicBezTo>
                      <a:pt x="33" y="4"/>
                      <a:pt x="33" y="8"/>
                      <a:pt x="33" y="12"/>
                    </a:cubicBezTo>
                    <a:cubicBezTo>
                      <a:pt x="33" y="29"/>
                      <a:pt x="38" y="45"/>
                      <a:pt x="46" y="59"/>
                    </a:cubicBezTo>
                    <a:cubicBezTo>
                      <a:pt x="51" y="68"/>
                      <a:pt x="58" y="76"/>
                      <a:pt x="66" y="83"/>
                    </a:cubicBezTo>
                    <a:cubicBezTo>
                      <a:pt x="109" y="135"/>
                      <a:pt x="155" y="185"/>
                      <a:pt x="203" y="232"/>
                    </a:cubicBezTo>
                    <a:cubicBezTo>
                      <a:pt x="215" y="244"/>
                      <a:pt x="227" y="257"/>
                      <a:pt x="239" y="271"/>
                    </a:cubicBezTo>
                    <a:cubicBezTo>
                      <a:pt x="227" y="277"/>
                      <a:pt x="222" y="271"/>
                      <a:pt x="217" y="266"/>
                    </a:cubicBezTo>
                    <a:cubicBezTo>
                      <a:pt x="149" y="202"/>
                      <a:pt x="85" y="134"/>
                      <a:pt x="27" y="61"/>
                    </a:cubicBezTo>
                    <a:cubicBezTo>
                      <a:pt x="13" y="43"/>
                      <a:pt x="0" y="26"/>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0"/>
              <p:cNvSpPr/>
              <p:nvPr/>
            </p:nvSpPr>
            <p:spPr>
              <a:xfrm rot="-755222">
                <a:off x="8768161" y="2501607"/>
                <a:ext cx="172665" cy="232135"/>
              </a:xfrm>
              <a:custGeom>
                <a:rect b="b" l="l" r="r" t="t"/>
                <a:pathLst>
                  <a:path extrusionOk="0" h="281" w="209">
                    <a:moveTo>
                      <a:pt x="207" y="279"/>
                    </a:moveTo>
                    <a:cubicBezTo>
                      <a:pt x="203" y="277"/>
                      <a:pt x="196" y="276"/>
                      <a:pt x="194" y="273"/>
                    </a:cubicBezTo>
                    <a:cubicBezTo>
                      <a:pt x="129" y="185"/>
                      <a:pt x="64" y="96"/>
                      <a:pt x="0" y="8"/>
                    </a:cubicBezTo>
                    <a:cubicBezTo>
                      <a:pt x="16" y="0"/>
                      <a:pt x="21" y="12"/>
                      <a:pt x="27" y="20"/>
                    </a:cubicBezTo>
                    <a:cubicBezTo>
                      <a:pt x="91" y="99"/>
                      <a:pt x="148" y="185"/>
                      <a:pt x="206" y="270"/>
                    </a:cubicBezTo>
                    <a:cubicBezTo>
                      <a:pt x="208" y="272"/>
                      <a:pt x="206" y="277"/>
                      <a:pt x="206" y="280"/>
                    </a:cubicBezTo>
                    <a:lnTo>
                      <a:pt x="207" y="2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0"/>
              <p:cNvSpPr/>
              <p:nvPr/>
            </p:nvSpPr>
            <p:spPr>
              <a:xfrm rot="-755222">
                <a:off x="9655427" y="3603257"/>
                <a:ext cx="211494" cy="209831"/>
              </a:xfrm>
              <a:custGeom>
                <a:rect b="b" l="l" r="r" t="t"/>
                <a:pathLst>
                  <a:path extrusionOk="0" h="254" w="256">
                    <a:moveTo>
                      <a:pt x="0" y="0"/>
                    </a:moveTo>
                    <a:cubicBezTo>
                      <a:pt x="81" y="84"/>
                      <a:pt x="161" y="171"/>
                      <a:pt x="255" y="253"/>
                    </a:cubicBezTo>
                    <a:cubicBezTo>
                      <a:pt x="205" y="236"/>
                      <a:pt x="55" y="8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0"/>
              <p:cNvSpPr/>
              <p:nvPr/>
            </p:nvSpPr>
            <p:spPr>
              <a:xfrm rot="-755222">
                <a:off x="9344743" y="4058738"/>
                <a:ext cx="161099" cy="244527"/>
              </a:xfrm>
              <a:custGeom>
                <a:rect b="b" l="l" r="r" t="t"/>
                <a:pathLst>
                  <a:path extrusionOk="0" h="296" w="195">
                    <a:moveTo>
                      <a:pt x="170" y="239"/>
                    </a:moveTo>
                    <a:cubicBezTo>
                      <a:pt x="165" y="262"/>
                      <a:pt x="194" y="272"/>
                      <a:pt x="191" y="294"/>
                    </a:cubicBezTo>
                    <a:cubicBezTo>
                      <a:pt x="182" y="295"/>
                      <a:pt x="178" y="290"/>
                      <a:pt x="173" y="284"/>
                    </a:cubicBezTo>
                    <a:cubicBezTo>
                      <a:pt x="120" y="211"/>
                      <a:pt x="70" y="134"/>
                      <a:pt x="25" y="56"/>
                    </a:cubicBezTo>
                    <a:cubicBezTo>
                      <a:pt x="18" y="44"/>
                      <a:pt x="11" y="33"/>
                      <a:pt x="5" y="21"/>
                    </a:cubicBezTo>
                    <a:cubicBezTo>
                      <a:pt x="3" y="14"/>
                      <a:pt x="1" y="7"/>
                      <a:pt x="0" y="0"/>
                    </a:cubicBezTo>
                    <a:cubicBezTo>
                      <a:pt x="17" y="4"/>
                      <a:pt x="20" y="16"/>
                      <a:pt x="26" y="25"/>
                    </a:cubicBezTo>
                    <a:cubicBezTo>
                      <a:pt x="64" y="86"/>
                      <a:pt x="101" y="147"/>
                      <a:pt x="139" y="207"/>
                    </a:cubicBezTo>
                    <a:cubicBezTo>
                      <a:pt x="147" y="220"/>
                      <a:pt x="151" y="239"/>
                      <a:pt x="171" y="241"/>
                    </a:cubicBezTo>
                    <a:lnTo>
                      <a:pt x="170" y="2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0"/>
              <p:cNvSpPr/>
              <p:nvPr/>
            </p:nvSpPr>
            <p:spPr>
              <a:xfrm rot="-755222">
                <a:off x="9650451" y="3173726"/>
                <a:ext cx="180926" cy="223874"/>
              </a:xfrm>
              <a:custGeom>
                <a:rect b="b" l="l" r="r" t="t"/>
                <a:pathLst>
                  <a:path extrusionOk="0" h="271" w="219">
                    <a:moveTo>
                      <a:pt x="0" y="0"/>
                    </a:moveTo>
                    <a:cubicBezTo>
                      <a:pt x="85" y="80"/>
                      <a:pt x="149" y="177"/>
                      <a:pt x="218" y="270"/>
                    </a:cubicBezTo>
                    <a:cubicBezTo>
                      <a:pt x="136" y="187"/>
                      <a:pt x="71" y="9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0"/>
              <p:cNvSpPr/>
              <p:nvPr/>
            </p:nvSpPr>
            <p:spPr>
              <a:xfrm rot="-755222">
                <a:off x="8768964" y="2676617"/>
                <a:ext cx="164403" cy="223874"/>
              </a:xfrm>
              <a:custGeom>
                <a:rect b="b" l="l" r="r" t="t"/>
                <a:pathLst>
                  <a:path extrusionOk="0" h="271" w="199">
                    <a:moveTo>
                      <a:pt x="186" y="270"/>
                    </a:moveTo>
                    <a:lnTo>
                      <a:pt x="0" y="0"/>
                    </a:lnTo>
                    <a:cubicBezTo>
                      <a:pt x="34" y="17"/>
                      <a:pt x="34" y="17"/>
                      <a:pt x="74" y="79"/>
                    </a:cubicBezTo>
                    <a:cubicBezTo>
                      <a:pt x="95" y="111"/>
                      <a:pt x="116" y="143"/>
                      <a:pt x="138" y="175"/>
                    </a:cubicBezTo>
                    <a:lnTo>
                      <a:pt x="198" y="264"/>
                    </a:lnTo>
                    <a:lnTo>
                      <a:pt x="186" y="2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0"/>
              <p:cNvSpPr/>
              <p:nvPr/>
            </p:nvSpPr>
            <p:spPr>
              <a:xfrm rot="-755222">
                <a:off x="8966919" y="3247736"/>
                <a:ext cx="194971" cy="222222"/>
              </a:xfrm>
              <a:custGeom>
                <a:rect b="b" l="l" r="r" t="t"/>
                <a:pathLst>
                  <a:path extrusionOk="0" h="269" w="236">
                    <a:moveTo>
                      <a:pt x="235" y="267"/>
                    </a:moveTo>
                    <a:cubicBezTo>
                      <a:pt x="202" y="255"/>
                      <a:pt x="186" y="224"/>
                      <a:pt x="165" y="200"/>
                    </a:cubicBezTo>
                    <a:cubicBezTo>
                      <a:pt x="107" y="139"/>
                      <a:pt x="52" y="74"/>
                      <a:pt x="0" y="6"/>
                    </a:cubicBezTo>
                    <a:cubicBezTo>
                      <a:pt x="19" y="0"/>
                      <a:pt x="22" y="13"/>
                      <a:pt x="27" y="20"/>
                    </a:cubicBezTo>
                    <a:cubicBezTo>
                      <a:pt x="91" y="93"/>
                      <a:pt x="154" y="166"/>
                      <a:pt x="218" y="240"/>
                    </a:cubicBezTo>
                    <a:cubicBezTo>
                      <a:pt x="225" y="248"/>
                      <a:pt x="234" y="255"/>
                      <a:pt x="233" y="268"/>
                    </a:cubicBezTo>
                    <a:lnTo>
                      <a:pt x="235" y="2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0"/>
              <p:cNvSpPr/>
              <p:nvPr/>
            </p:nvSpPr>
            <p:spPr>
              <a:xfrm rot="-755222">
                <a:off x="8911993" y="2437490"/>
                <a:ext cx="156142" cy="164395"/>
              </a:xfrm>
              <a:custGeom>
                <a:rect b="b" l="l" r="r" t="t"/>
                <a:pathLst>
                  <a:path extrusionOk="0" h="199" w="189">
                    <a:moveTo>
                      <a:pt x="95" y="76"/>
                    </a:moveTo>
                    <a:cubicBezTo>
                      <a:pt x="99" y="104"/>
                      <a:pt x="122" y="118"/>
                      <a:pt x="138" y="138"/>
                    </a:cubicBezTo>
                    <a:cubicBezTo>
                      <a:pt x="154" y="157"/>
                      <a:pt x="176" y="183"/>
                      <a:pt x="188" y="198"/>
                    </a:cubicBezTo>
                    <a:cubicBezTo>
                      <a:pt x="147" y="176"/>
                      <a:pt x="43" y="70"/>
                      <a:pt x="0" y="0"/>
                    </a:cubicBezTo>
                    <a:cubicBezTo>
                      <a:pt x="43" y="8"/>
                      <a:pt x="47" y="56"/>
                      <a:pt x="82" y="65"/>
                    </a:cubicBezTo>
                    <a:lnTo>
                      <a:pt x="95"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0"/>
              <p:cNvSpPr/>
              <p:nvPr/>
            </p:nvSpPr>
            <p:spPr>
              <a:xfrm rot="-755222">
                <a:off x="8736130" y="2546675"/>
                <a:ext cx="156142" cy="205700"/>
              </a:xfrm>
              <a:custGeom>
                <a:rect b="b" l="l" r="r" t="t"/>
                <a:pathLst>
                  <a:path extrusionOk="0" h="249" w="189">
                    <a:moveTo>
                      <a:pt x="185" y="248"/>
                    </a:moveTo>
                    <a:cubicBezTo>
                      <a:pt x="117" y="175"/>
                      <a:pt x="65" y="90"/>
                      <a:pt x="0" y="0"/>
                    </a:cubicBezTo>
                    <a:cubicBezTo>
                      <a:pt x="40" y="22"/>
                      <a:pt x="140" y="156"/>
                      <a:pt x="188" y="245"/>
                    </a:cubicBezTo>
                    <a:lnTo>
                      <a:pt x="185"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0"/>
              <p:cNvSpPr/>
              <p:nvPr/>
            </p:nvSpPr>
            <p:spPr>
              <a:xfrm rot="-755222">
                <a:off x="8109585" y="2294266"/>
                <a:ext cx="188362" cy="190004"/>
              </a:xfrm>
              <a:custGeom>
                <a:rect b="b" l="l" r="r" t="t"/>
                <a:pathLst>
                  <a:path extrusionOk="0" h="230" w="228">
                    <a:moveTo>
                      <a:pt x="0" y="0"/>
                    </a:moveTo>
                    <a:lnTo>
                      <a:pt x="1" y="0"/>
                    </a:lnTo>
                    <a:cubicBezTo>
                      <a:pt x="5" y="0"/>
                      <a:pt x="9" y="1"/>
                      <a:pt x="13" y="4"/>
                    </a:cubicBezTo>
                    <a:cubicBezTo>
                      <a:pt x="15" y="5"/>
                      <a:pt x="17" y="7"/>
                      <a:pt x="19" y="9"/>
                    </a:cubicBezTo>
                    <a:lnTo>
                      <a:pt x="221" y="211"/>
                    </a:lnTo>
                    <a:cubicBezTo>
                      <a:pt x="223" y="212"/>
                      <a:pt x="224" y="213"/>
                      <a:pt x="225" y="215"/>
                    </a:cubicBezTo>
                    <a:cubicBezTo>
                      <a:pt x="226" y="217"/>
                      <a:pt x="226" y="218"/>
                      <a:pt x="226" y="221"/>
                    </a:cubicBezTo>
                    <a:cubicBezTo>
                      <a:pt x="226" y="223"/>
                      <a:pt x="227" y="226"/>
                      <a:pt x="225" y="228"/>
                    </a:cubicBezTo>
                    <a:cubicBezTo>
                      <a:pt x="224" y="229"/>
                      <a:pt x="224" y="229"/>
                      <a:pt x="224" y="229"/>
                    </a:cubicBezTo>
                    <a:lnTo>
                      <a:pt x="195" y="200"/>
                    </a:lnTo>
                    <a:cubicBezTo>
                      <a:pt x="142" y="149"/>
                      <a:pt x="89" y="97"/>
                      <a:pt x="38" y="45"/>
                    </a:cubicBezTo>
                    <a:cubicBezTo>
                      <a:pt x="24" y="32"/>
                      <a:pt x="6"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0"/>
              <p:cNvSpPr/>
              <p:nvPr/>
            </p:nvSpPr>
            <p:spPr>
              <a:xfrm rot="-755222">
                <a:off x="7964519" y="2527366"/>
                <a:ext cx="74353" cy="264353"/>
              </a:xfrm>
              <a:custGeom>
                <a:rect b="b" l="l" r="r" t="t"/>
                <a:pathLst>
                  <a:path extrusionOk="0" h="320" w="90">
                    <a:moveTo>
                      <a:pt x="89" y="317"/>
                    </a:moveTo>
                    <a:cubicBezTo>
                      <a:pt x="79" y="319"/>
                      <a:pt x="77" y="312"/>
                      <a:pt x="75" y="305"/>
                    </a:cubicBezTo>
                    <a:cubicBezTo>
                      <a:pt x="39" y="213"/>
                      <a:pt x="14" y="117"/>
                      <a:pt x="1" y="19"/>
                    </a:cubicBezTo>
                    <a:cubicBezTo>
                      <a:pt x="0" y="17"/>
                      <a:pt x="0" y="15"/>
                      <a:pt x="0" y="13"/>
                    </a:cubicBezTo>
                    <a:cubicBezTo>
                      <a:pt x="0" y="10"/>
                      <a:pt x="1" y="7"/>
                      <a:pt x="2" y="5"/>
                    </a:cubicBezTo>
                    <a:cubicBezTo>
                      <a:pt x="3" y="3"/>
                      <a:pt x="5" y="1"/>
                      <a:pt x="7" y="0"/>
                    </a:cubicBezTo>
                    <a:cubicBezTo>
                      <a:pt x="10" y="1"/>
                      <a:pt x="15" y="2"/>
                      <a:pt x="15" y="4"/>
                    </a:cubicBezTo>
                    <a:cubicBezTo>
                      <a:pt x="23" y="93"/>
                      <a:pt x="42" y="181"/>
                      <a:pt x="74" y="264"/>
                    </a:cubicBezTo>
                    <a:cubicBezTo>
                      <a:pt x="82" y="281"/>
                      <a:pt x="87" y="299"/>
                      <a:pt x="88" y="317"/>
                    </a:cubicBezTo>
                    <a:lnTo>
                      <a:pt x="89" y="3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0"/>
              <p:cNvSpPr/>
              <p:nvPr/>
            </p:nvSpPr>
            <p:spPr>
              <a:xfrm rot="-755222">
                <a:off x="9370495" y="2894804"/>
                <a:ext cx="159446" cy="209831"/>
              </a:xfrm>
              <a:custGeom>
                <a:rect b="b" l="l" r="r" t="t"/>
                <a:pathLst>
                  <a:path extrusionOk="0" h="254" w="193">
                    <a:moveTo>
                      <a:pt x="192" y="252"/>
                    </a:moveTo>
                    <a:cubicBezTo>
                      <a:pt x="188" y="252"/>
                      <a:pt x="184" y="252"/>
                      <a:pt x="182" y="250"/>
                    </a:cubicBezTo>
                    <a:cubicBezTo>
                      <a:pt x="116" y="173"/>
                      <a:pt x="55" y="91"/>
                      <a:pt x="0" y="6"/>
                    </a:cubicBezTo>
                    <a:cubicBezTo>
                      <a:pt x="19" y="0"/>
                      <a:pt x="23" y="12"/>
                      <a:pt x="27" y="20"/>
                    </a:cubicBezTo>
                    <a:cubicBezTo>
                      <a:pt x="78" y="93"/>
                      <a:pt x="129" y="167"/>
                      <a:pt x="185" y="237"/>
                    </a:cubicBezTo>
                    <a:cubicBezTo>
                      <a:pt x="188" y="242"/>
                      <a:pt x="189" y="247"/>
                      <a:pt x="190" y="253"/>
                    </a:cubicBezTo>
                    <a:lnTo>
                      <a:pt x="192" y="2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0"/>
              <p:cNvSpPr/>
              <p:nvPr/>
            </p:nvSpPr>
            <p:spPr>
              <a:xfrm rot="-755222">
                <a:off x="9042565" y="4449658"/>
                <a:ext cx="166056" cy="91698"/>
              </a:xfrm>
              <a:custGeom>
                <a:rect b="b" l="l" r="r" t="t"/>
                <a:pathLst>
                  <a:path extrusionOk="0" h="111" w="201">
                    <a:moveTo>
                      <a:pt x="0" y="22"/>
                    </a:moveTo>
                    <a:cubicBezTo>
                      <a:pt x="33" y="22"/>
                      <a:pt x="57" y="0"/>
                      <a:pt x="85" y="16"/>
                    </a:cubicBezTo>
                    <a:cubicBezTo>
                      <a:pt x="95" y="36"/>
                      <a:pt x="60" y="25"/>
                      <a:pt x="73" y="51"/>
                    </a:cubicBezTo>
                    <a:cubicBezTo>
                      <a:pt x="114" y="74"/>
                      <a:pt x="156" y="94"/>
                      <a:pt x="200" y="110"/>
                    </a:cubicBezTo>
                    <a:cubicBezTo>
                      <a:pt x="145" y="109"/>
                      <a:pt x="74" y="78"/>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0"/>
              <p:cNvSpPr/>
              <p:nvPr/>
            </p:nvSpPr>
            <p:spPr>
              <a:xfrm rot="-755222">
                <a:off x="7937171" y="2649573"/>
                <a:ext cx="69396" cy="230483"/>
              </a:xfrm>
              <a:custGeom>
                <a:rect b="b" l="l" r="r" t="t"/>
                <a:pathLst>
                  <a:path extrusionOk="0" h="279" w="84">
                    <a:moveTo>
                      <a:pt x="14" y="0"/>
                    </a:moveTo>
                    <a:cubicBezTo>
                      <a:pt x="26" y="95"/>
                      <a:pt x="49" y="189"/>
                      <a:pt x="83" y="278"/>
                    </a:cubicBezTo>
                    <a:cubicBezTo>
                      <a:pt x="40" y="226"/>
                      <a:pt x="0" y="60"/>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0"/>
              <p:cNvSpPr/>
              <p:nvPr/>
            </p:nvSpPr>
            <p:spPr>
              <a:xfrm rot="-755222">
                <a:off x="10121845" y="3387192"/>
                <a:ext cx="92529" cy="147047"/>
              </a:xfrm>
              <a:custGeom>
                <a:rect b="b" l="l" r="r" t="t"/>
                <a:pathLst>
                  <a:path extrusionOk="0" h="178" w="112">
                    <a:moveTo>
                      <a:pt x="47" y="89"/>
                    </a:moveTo>
                    <a:lnTo>
                      <a:pt x="0" y="9"/>
                    </a:lnTo>
                    <a:cubicBezTo>
                      <a:pt x="15" y="0"/>
                      <a:pt x="20" y="13"/>
                      <a:pt x="24" y="21"/>
                    </a:cubicBezTo>
                    <a:cubicBezTo>
                      <a:pt x="49" y="61"/>
                      <a:pt x="73" y="102"/>
                      <a:pt x="97" y="143"/>
                    </a:cubicBezTo>
                    <a:cubicBezTo>
                      <a:pt x="102" y="151"/>
                      <a:pt x="111" y="161"/>
                      <a:pt x="96" y="169"/>
                    </a:cubicBezTo>
                    <a:cubicBezTo>
                      <a:pt x="81" y="177"/>
                      <a:pt x="72" y="168"/>
                      <a:pt x="67" y="155"/>
                    </a:cubicBezTo>
                    <a:cubicBezTo>
                      <a:pt x="62" y="143"/>
                      <a:pt x="56" y="125"/>
                      <a:pt x="52" y="109"/>
                    </a:cubicBezTo>
                    <a:lnTo>
                      <a:pt x="47"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0"/>
              <p:cNvSpPr/>
              <p:nvPr/>
            </p:nvSpPr>
            <p:spPr>
              <a:xfrm rot="-755222">
                <a:off x="7927704" y="2657098"/>
                <a:ext cx="38003" cy="247831"/>
              </a:xfrm>
              <a:custGeom>
                <a:rect b="b" l="l" r="r" t="t"/>
                <a:pathLst>
                  <a:path extrusionOk="0" h="300" w="46">
                    <a:moveTo>
                      <a:pt x="45" y="297"/>
                    </a:moveTo>
                    <a:cubicBezTo>
                      <a:pt x="32" y="299"/>
                      <a:pt x="31" y="289"/>
                      <a:pt x="28" y="280"/>
                    </a:cubicBezTo>
                    <a:cubicBezTo>
                      <a:pt x="9" y="210"/>
                      <a:pt x="0" y="136"/>
                      <a:pt x="0" y="63"/>
                    </a:cubicBezTo>
                    <a:cubicBezTo>
                      <a:pt x="0" y="42"/>
                      <a:pt x="0" y="21"/>
                      <a:pt x="2" y="0"/>
                    </a:cubicBezTo>
                    <a:cubicBezTo>
                      <a:pt x="8" y="100"/>
                      <a:pt x="21" y="200"/>
                      <a:pt x="42" y="298"/>
                    </a:cubicBezTo>
                    <a:lnTo>
                      <a:pt x="45" y="2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0"/>
              <p:cNvSpPr/>
              <p:nvPr/>
            </p:nvSpPr>
            <p:spPr>
              <a:xfrm rot="-755222">
                <a:off x="8980561" y="2454930"/>
                <a:ext cx="132184" cy="132177"/>
              </a:xfrm>
              <a:custGeom>
                <a:rect b="b" l="l" r="r" t="t"/>
                <a:pathLst>
                  <a:path extrusionOk="0" h="160" w="160">
                    <a:moveTo>
                      <a:pt x="14" y="41"/>
                    </a:moveTo>
                    <a:lnTo>
                      <a:pt x="0" y="30"/>
                    </a:lnTo>
                    <a:cubicBezTo>
                      <a:pt x="0" y="15"/>
                      <a:pt x="5" y="0"/>
                      <a:pt x="21" y="14"/>
                    </a:cubicBezTo>
                    <a:cubicBezTo>
                      <a:pt x="70" y="59"/>
                      <a:pt x="116" y="108"/>
                      <a:pt x="159" y="159"/>
                    </a:cubicBezTo>
                    <a:cubicBezTo>
                      <a:pt x="101" y="130"/>
                      <a:pt x="64" y="78"/>
                      <a:pt x="1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0"/>
              <p:cNvSpPr/>
              <p:nvPr/>
            </p:nvSpPr>
            <p:spPr>
              <a:xfrm rot="-755222">
                <a:off x="7959420" y="2614731"/>
                <a:ext cx="57004" cy="235440"/>
              </a:xfrm>
              <a:custGeom>
                <a:rect b="b" l="l" r="r" t="t"/>
                <a:pathLst>
                  <a:path extrusionOk="0" h="285" w="69">
                    <a:moveTo>
                      <a:pt x="68" y="284"/>
                    </a:moveTo>
                    <a:cubicBezTo>
                      <a:pt x="65" y="283"/>
                      <a:pt x="61" y="282"/>
                      <a:pt x="59" y="280"/>
                    </a:cubicBezTo>
                    <a:cubicBezTo>
                      <a:pt x="27" y="198"/>
                      <a:pt x="7" y="111"/>
                      <a:pt x="0" y="24"/>
                    </a:cubicBezTo>
                    <a:cubicBezTo>
                      <a:pt x="1" y="15"/>
                      <a:pt x="4" y="7"/>
                      <a:pt x="7" y="0"/>
                    </a:cubicBezTo>
                    <a:cubicBezTo>
                      <a:pt x="16" y="47"/>
                      <a:pt x="22" y="86"/>
                      <a:pt x="30" y="125"/>
                    </a:cubicBezTo>
                    <a:cubicBezTo>
                      <a:pt x="42" y="178"/>
                      <a:pt x="55" y="231"/>
                      <a:pt x="67" y="284"/>
                    </a:cubicBezTo>
                    <a:lnTo>
                      <a:pt x="68" y="28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0"/>
              <p:cNvSpPr/>
              <p:nvPr/>
            </p:nvSpPr>
            <p:spPr>
              <a:xfrm rot="-755222">
                <a:off x="10088543" y="3954901"/>
                <a:ext cx="119791" cy="113176"/>
              </a:xfrm>
              <a:custGeom>
                <a:rect b="b" l="l" r="r" t="t"/>
                <a:pathLst>
                  <a:path extrusionOk="0" h="137" w="145">
                    <a:moveTo>
                      <a:pt x="84" y="57"/>
                    </a:moveTo>
                    <a:cubicBezTo>
                      <a:pt x="105" y="77"/>
                      <a:pt x="124" y="100"/>
                      <a:pt x="138" y="125"/>
                    </a:cubicBezTo>
                    <a:cubicBezTo>
                      <a:pt x="140" y="129"/>
                      <a:pt x="142" y="132"/>
                      <a:pt x="144" y="136"/>
                    </a:cubicBezTo>
                    <a:cubicBezTo>
                      <a:pt x="144" y="136"/>
                      <a:pt x="143" y="135"/>
                      <a:pt x="142" y="135"/>
                    </a:cubicBezTo>
                    <a:cubicBezTo>
                      <a:pt x="85" y="102"/>
                      <a:pt x="36" y="56"/>
                      <a:pt x="0" y="0"/>
                    </a:cubicBezTo>
                    <a:cubicBezTo>
                      <a:pt x="18" y="4"/>
                      <a:pt x="27" y="19"/>
                      <a:pt x="41" y="30"/>
                    </a:cubicBezTo>
                    <a:cubicBezTo>
                      <a:pt x="55" y="41"/>
                      <a:pt x="64" y="57"/>
                      <a:pt x="8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0"/>
              <p:cNvSpPr/>
              <p:nvPr/>
            </p:nvSpPr>
            <p:spPr>
              <a:xfrm rot="-755222">
                <a:off x="8744092" y="2609019"/>
                <a:ext cx="130531" cy="162743"/>
              </a:xfrm>
              <a:custGeom>
                <a:rect b="b" l="l" r="r" t="t"/>
                <a:pathLst>
                  <a:path extrusionOk="0" h="197" w="158">
                    <a:moveTo>
                      <a:pt x="155" y="195"/>
                    </a:moveTo>
                    <a:cubicBezTo>
                      <a:pt x="105" y="158"/>
                      <a:pt x="76" y="102"/>
                      <a:pt x="36" y="55"/>
                    </a:cubicBezTo>
                    <a:cubicBezTo>
                      <a:pt x="26" y="46"/>
                      <a:pt x="18" y="36"/>
                      <a:pt x="11" y="24"/>
                    </a:cubicBezTo>
                    <a:cubicBezTo>
                      <a:pt x="6" y="16"/>
                      <a:pt x="3" y="8"/>
                      <a:pt x="0" y="0"/>
                    </a:cubicBezTo>
                    <a:cubicBezTo>
                      <a:pt x="5" y="1"/>
                      <a:pt x="9" y="3"/>
                      <a:pt x="13" y="6"/>
                    </a:cubicBezTo>
                    <a:cubicBezTo>
                      <a:pt x="24" y="12"/>
                      <a:pt x="32" y="20"/>
                      <a:pt x="38" y="31"/>
                    </a:cubicBezTo>
                    <a:cubicBezTo>
                      <a:pt x="39" y="31"/>
                      <a:pt x="39" y="32"/>
                      <a:pt x="39" y="33"/>
                    </a:cubicBezTo>
                    <a:cubicBezTo>
                      <a:pt x="75" y="79"/>
                      <a:pt x="110" y="125"/>
                      <a:pt x="145" y="172"/>
                    </a:cubicBezTo>
                    <a:cubicBezTo>
                      <a:pt x="151" y="179"/>
                      <a:pt x="157" y="185"/>
                      <a:pt x="154" y="196"/>
                    </a:cubicBezTo>
                    <a:lnTo>
                      <a:pt x="155" y="1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0"/>
              <p:cNvSpPr/>
              <p:nvPr/>
            </p:nvSpPr>
            <p:spPr>
              <a:xfrm rot="-755222">
                <a:off x="9382025" y="2835511"/>
                <a:ext cx="118139" cy="178439"/>
              </a:xfrm>
              <a:custGeom>
                <a:rect b="b" l="l" r="r" t="t"/>
                <a:pathLst>
                  <a:path extrusionOk="0" h="216" w="143">
                    <a:moveTo>
                      <a:pt x="142" y="215"/>
                    </a:moveTo>
                    <a:cubicBezTo>
                      <a:pt x="89" y="148"/>
                      <a:pt x="53" y="74"/>
                      <a:pt x="0" y="0"/>
                    </a:cubicBezTo>
                    <a:cubicBezTo>
                      <a:pt x="41" y="25"/>
                      <a:pt x="131" y="166"/>
                      <a:pt x="142"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0"/>
              <p:cNvSpPr/>
              <p:nvPr/>
            </p:nvSpPr>
            <p:spPr>
              <a:xfrm rot="-755222">
                <a:off x="7991180" y="2535730"/>
                <a:ext cx="61135" cy="207352"/>
              </a:xfrm>
              <a:custGeom>
                <a:rect b="b" l="l" r="r" t="t"/>
                <a:pathLst>
                  <a:path extrusionOk="0" h="251" w="74">
                    <a:moveTo>
                      <a:pt x="73" y="248"/>
                    </a:moveTo>
                    <a:cubicBezTo>
                      <a:pt x="71" y="248"/>
                      <a:pt x="68" y="248"/>
                      <a:pt x="68" y="248"/>
                    </a:cubicBezTo>
                    <a:cubicBezTo>
                      <a:pt x="28" y="171"/>
                      <a:pt x="5" y="87"/>
                      <a:pt x="0" y="0"/>
                    </a:cubicBezTo>
                    <a:cubicBezTo>
                      <a:pt x="20" y="85"/>
                      <a:pt x="50" y="166"/>
                      <a:pt x="72" y="250"/>
                    </a:cubicBezTo>
                    <a:lnTo>
                      <a:pt x="73"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0"/>
              <p:cNvSpPr/>
              <p:nvPr/>
            </p:nvSpPr>
            <p:spPr>
              <a:xfrm rot="-755222">
                <a:off x="9007218" y="3199337"/>
                <a:ext cx="152011" cy="138786"/>
              </a:xfrm>
              <a:custGeom>
                <a:rect b="b" l="l" r="r" t="t"/>
                <a:pathLst>
                  <a:path extrusionOk="0" h="168" w="184">
                    <a:moveTo>
                      <a:pt x="10" y="0"/>
                    </a:moveTo>
                    <a:lnTo>
                      <a:pt x="183" y="167"/>
                    </a:lnTo>
                    <a:cubicBezTo>
                      <a:pt x="115" y="123"/>
                      <a:pt x="54" y="69"/>
                      <a:pt x="0" y="8"/>
                    </a:cubicBez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0"/>
              <p:cNvSpPr/>
              <p:nvPr/>
            </p:nvSpPr>
            <p:spPr>
              <a:xfrm rot="-755222">
                <a:off x="7787823" y="2077254"/>
                <a:ext cx="128053" cy="106567"/>
              </a:xfrm>
              <a:custGeom>
                <a:rect b="b" l="l" r="r" t="t"/>
                <a:pathLst>
                  <a:path extrusionOk="0" h="129" w="155">
                    <a:moveTo>
                      <a:pt x="152" y="115"/>
                    </a:moveTo>
                    <a:cubicBezTo>
                      <a:pt x="154" y="120"/>
                      <a:pt x="154" y="128"/>
                      <a:pt x="148" y="128"/>
                    </a:cubicBezTo>
                    <a:cubicBezTo>
                      <a:pt x="106" y="124"/>
                      <a:pt x="20" y="51"/>
                      <a:pt x="0" y="0"/>
                    </a:cubicBezTo>
                    <a:cubicBezTo>
                      <a:pt x="35" y="14"/>
                      <a:pt x="43" y="57"/>
                      <a:pt x="80" y="63"/>
                    </a:cubicBezTo>
                    <a:lnTo>
                      <a:pt x="77" y="61"/>
                    </a:lnTo>
                    <a:cubicBezTo>
                      <a:pt x="78" y="64"/>
                      <a:pt x="79" y="66"/>
                      <a:pt x="81" y="69"/>
                    </a:cubicBezTo>
                    <a:cubicBezTo>
                      <a:pt x="86" y="77"/>
                      <a:pt x="93" y="83"/>
                      <a:pt x="101" y="88"/>
                    </a:cubicBezTo>
                    <a:cubicBezTo>
                      <a:pt x="109" y="92"/>
                      <a:pt x="118" y="95"/>
                      <a:pt x="127" y="95"/>
                    </a:cubicBezTo>
                    <a:cubicBezTo>
                      <a:pt x="128" y="95"/>
                      <a:pt x="128" y="95"/>
                      <a:pt x="129" y="95"/>
                    </a:cubicBezTo>
                    <a:lnTo>
                      <a:pt x="143" y="106"/>
                    </a:lnTo>
                    <a:lnTo>
                      <a:pt x="152" y="1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0"/>
              <p:cNvSpPr/>
              <p:nvPr/>
            </p:nvSpPr>
            <p:spPr>
              <a:xfrm rot="-755222">
                <a:off x="8384282" y="2504520"/>
                <a:ext cx="147054" cy="149525"/>
              </a:xfrm>
              <a:custGeom>
                <a:rect b="b" l="l" r="r" t="t"/>
                <a:pathLst>
                  <a:path extrusionOk="0" h="181" w="178">
                    <a:moveTo>
                      <a:pt x="177" y="180"/>
                    </a:moveTo>
                    <a:cubicBezTo>
                      <a:pt x="166" y="180"/>
                      <a:pt x="161" y="173"/>
                      <a:pt x="155" y="166"/>
                    </a:cubicBezTo>
                    <a:cubicBezTo>
                      <a:pt x="108" y="106"/>
                      <a:pt x="56" y="51"/>
                      <a:pt x="0" y="0"/>
                    </a:cubicBezTo>
                    <a:cubicBezTo>
                      <a:pt x="48" y="13"/>
                      <a:pt x="143" y="113"/>
                      <a:pt x="176" y="180"/>
                    </a:cubicBezTo>
                    <a:lnTo>
                      <a:pt x="177" y="1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0"/>
              <p:cNvSpPr/>
              <p:nvPr/>
            </p:nvSpPr>
            <p:spPr>
              <a:xfrm rot="-755222">
                <a:off x="8224884" y="3611995"/>
                <a:ext cx="67744" cy="71871"/>
              </a:xfrm>
              <a:custGeom>
                <a:rect b="b" l="l" r="r" t="t"/>
                <a:pathLst>
                  <a:path extrusionOk="0" h="87" w="82">
                    <a:moveTo>
                      <a:pt x="81" y="86"/>
                    </a:moveTo>
                    <a:cubicBezTo>
                      <a:pt x="48" y="83"/>
                      <a:pt x="2" y="44"/>
                      <a:pt x="0" y="19"/>
                    </a:cubicBezTo>
                    <a:cubicBezTo>
                      <a:pt x="0" y="19"/>
                      <a:pt x="0" y="18"/>
                      <a:pt x="0" y="17"/>
                    </a:cubicBezTo>
                    <a:cubicBezTo>
                      <a:pt x="0" y="14"/>
                      <a:pt x="0" y="12"/>
                      <a:pt x="2" y="9"/>
                    </a:cubicBezTo>
                    <a:cubicBezTo>
                      <a:pt x="4" y="6"/>
                      <a:pt x="6" y="5"/>
                      <a:pt x="8" y="3"/>
                    </a:cubicBezTo>
                    <a:cubicBezTo>
                      <a:pt x="9" y="2"/>
                      <a:pt x="9" y="2"/>
                      <a:pt x="10" y="2"/>
                    </a:cubicBezTo>
                    <a:cubicBezTo>
                      <a:pt x="13" y="1"/>
                      <a:pt x="16" y="0"/>
                      <a:pt x="19" y="0"/>
                    </a:cubicBezTo>
                    <a:cubicBezTo>
                      <a:pt x="22" y="0"/>
                      <a:pt x="26" y="1"/>
                      <a:pt x="29" y="3"/>
                    </a:cubicBezTo>
                    <a:cubicBezTo>
                      <a:pt x="32" y="5"/>
                      <a:pt x="34" y="7"/>
                      <a:pt x="36" y="10"/>
                    </a:cubicBezTo>
                    <a:cubicBezTo>
                      <a:pt x="36" y="11"/>
                      <a:pt x="36" y="11"/>
                      <a:pt x="37" y="12"/>
                    </a:cubicBezTo>
                    <a:cubicBezTo>
                      <a:pt x="52" y="36"/>
                      <a:pt x="66" y="60"/>
                      <a:pt x="8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0"/>
              <p:cNvSpPr/>
              <p:nvPr/>
            </p:nvSpPr>
            <p:spPr>
              <a:xfrm rot="-755222">
                <a:off x="8824383" y="2455310"/>
                <a:ext cx="117313" cy="152003"/>
              </a:xfrm>
              <a:custGeom>
                <a:rect b="b" l="l" r="r" t="t"/>
                <a:pathLst>
                  <a:path extrusionOk="0" h="184" w="142">
                    <a:moveTo>
                      <a:pt x="137" y="183"/>
                    </a:moveTo>
                    <a:cubicBezTo>
                      <a:pt x="81" y="130"/>
                      <a:pt x="47" y="59"/>
                      <a:pt x="0" y="0"/>
                    </a:cubicBezTo>
                    <a:cubicBezTo>
                      <a:pt x="36" y="19"/>
                      <a:pt x="96" y="97"/>
                      <a:pt x="141" y="179"/>
                    </a:cubicBezTo>
                    <a:lnTo>
                      <a:pt x="137" y="1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0"/>
              <p:cNvSpPr/>
              <p:nvPr/>
            </p:nvSpPr>
            <p:spPr>
              <a:xfrm rot="-755222">
                <a:off x="8802099" y="2495732"/>
                <a:ext cx="103268" cy="153655"/>
              </a:xfrm>
              <a:custGeom>
                <a:rect b="b" l="l" r="r" t="t"/>
                <a:pathLst>
                  <a:path extrusionOk="0" h="186" w="125">
                    <a:moveTo>
                      <a:pt x="124" y="185"/>
                    </a:moveTo>
                    <a:lnTo>
                      <a:pt x="0" y="0"/>
                    </a:lnTo>
                    <a:cubicBezTo>
                      <a:pt x="39" y="18"/>
                      <a:pt x="93" y="96"/>
                      <a:pt x="12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0"/>
              <p:cNvSpPr/>
              <p:nvPr/>
            </p:nvSpPr>
            <p:spPr>
              <a:xfrm rot="-755222">
                <a:off x="10174684" y="3868264"/>
                <a:ext cx="88398" cy="128872"/>
              </a:xfrm>
              <a:custGeom>
                <a:rect b="b" l="l" r="r" t="t"/>
                <a:pathLst>
                  <a:path extrusionOk="0" h="156" w="107">
                    <a:moveTo>
                      <a:pt x="68" y="53"/>
                    </a:moveTo>
                    <a:cubicBezTo>
                      <a:pt x="75" y="87"/>
                      <a:pt x="106" y="113"/>
                      <a:pt x="98" y="155"/>
                    </a:cubicBezTo>
                    <a:lnTo>
                      <a:pt x="0" y="7"/>
                    </a:lnTo>
                    <a:lnTo>
                      <a:pt x="9" y="0"/>
                    </a:lnTo>
                    <a:cubicBezTo>
                      <a:pt x="22" y="21"/>
                      <a:pt x="39" y="38"/>
                      <a:pt x="59" y="49"/>
                    </a:cubicBezTo>
                    <a:cubicBezTo>
                      <a:pt x="63" y="51"/>
                      <a:pt x="66" y="53"/>
                      <a:pt x="70" y="55"/>
                    </a:cubicBezTo>
                    <a:lnTo>
                      <a:pt x="68"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0"/>
              <p:cNvSpPr/>
              <p:nvPr/>
            </p:nvSpPr>
            <p:spPr>
              <a:xfrm rot="-755222">
                <a:off x="8073842" y="2333761"/>
                <a:ext cx="151185" cy="143742"/>
              </a:xfrm>
              <a:custGeom>
                <a:rect b="b" l="l" r="r" t="t"/>
                <a:pathLst>
                  <a:path extrusionOk="0" h="174" w="183">
                    <a:moveTo>
                      <a:pt x="2" y="0"/>
                    </a:moveTo>
                    <a:cubicBezTo>
                      <a:pt x="24" y="7"/>
                      <a:pt x="35" y="27"/>
                      <a:pt x="50" y="43"/>
                    </a:cubicBezTo>
                    <a:cubicBezTo>
                      <a:pt x="93" y="84"/>
                      <a:pt x="135" y="125"/>
                      <a:pt x="182" y="172"/>
                    </a:cubicBezTo>
                    <a:cubicBezTo>
                      <a:pt x="180" y="172"/>
                      <a:pt x="177" y="173"/>
                      <a:pt x="175" y="173"/>
                    </a:cubicBezTo>
                    <a:cubicBezTo>
                      <a:pt x="168" y="173"/>
                      <a:pt x="162" y="170"/>
                      <a:pt x="156" y="167"/>
                    </a:cubicBezTo>
                    <a:cubicBezTo>
                      <a:pt x="151" y="164"/>
                      <a:pt x="146" y="160"/>
                      <a:pt x="143" y="156"/>
                    </a:cubicBezTo>
                    <a:cubicBezTo>
                      <a:pt x="102" y="115"/>
                      <a:pt x="61" y="74"/>
                      <a:pt x="20" y="33"/>
                    </a:cubicBezTo>
                    <a:cubicBezTo>
                      <a:pt x="11" y="24"/>
                      <a:pt x="0" y="16"/>
                      <a:pt x="1"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0"/>
              <p:cNvSpPr/>
              <p:nvPr/>
            </p:nvSpPr>
            <p:spPr>
              <a:xfrm rot="-755222">
                <a:off x="8950404" y="3462857"/>
                <a:ext cx="114835" cy="168525"/>
              </a:xfrm>
              <a:custGeom>
                <a:rect b="b" l="l" r="r" t="t"/>
                <a:pathLst>
                  <a:path extrusionOk="0" h="204" w="139">
                    <a:moveTo>
                      <a:pt x="138" y="203"/>
                    </a:moveTo>
                    <a:cubicBezTo>
                      <a:pt x="118" y="203"/>
                      <a:pt x="113" y="183"/>
                      <a:pt x="104" y="171"/>
                    </a:cubicBezTo>
                    <a:cubicBezTo>
                      <a:pt x="79" y="141"/>
                      <a:pt x="57" y="109"/>
                      <a:pt x="38" y="76"/>
                    </a:cubicBezTo>
                    <a:cubicBezTo>
                      <a:pt x="24" y="51"/>
                      <a:pt x="11" y="26"/>
                      <a:pt x="0" y="0"/>
                    </a:cubicBezTo>
                    <a:cubicBezTo>
                      <a:pt x="22" y="25"/>
                      <a:pt x="42" y="52"/>
                      <a:pt x="59" y="82"/>
                    </a:cubicBezTo>
                    <a:cubicBezTo>
                      <a:pt x="63" y="87"/>
                      <a:pt x="66" y="93"/>
                      <a:pt x="69" y="99"/>
                    </a:cubicBezTo>
                    <a:cubicBezTo>
                      <a:pt x="92" y="134"/>
                      <a:pt x="122" y="163"/>
                      <a:pt x="137" y="203"/>
                    </a:cubicBezTo>
                    <a:lnTo>
                      <a:pt x="138" y="20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0"/>
              <p:cNvSpPr/>
              <p:nvPr/>
            </p:nvSpPr>
            <p:spPr>
              <a:xfrm rot="-755222">
                <a:off x="9639190" y="3235492"/>
                <a:ext cx="128053" cy="156960"/>
              </a:xfrm>
              <a:custGeom>
                <a:rect b="b" l="l" r="r" t="t"/>
                <a:pathLst>
                  <a:path extrusionOk="0" h="190" w="155">
                    <a:moveTo>
                      <a:pt x="154" y="188"/>
                    </a:moveTo>
                    <a:cubicBezTo>
                      <a:pt x="141" y="188"/>
                      <a:pt x="136" y="178"/>
                      <a:pt x="129" y="170"/>
                    </a:cubicBezTo>
                    <a:cubicBezTo>
                      <a:pt x="92" y="125"/>
                      <a:pt x="56" y="80"/>
                      <a:pt x="19" y="34"/>
                    </a:cubicBezTo>
                    <a:cubicBezTo>
                      <a:pt x="12" y="25"/>
                      <a:pt x="0" y="17"/>
                      <a:pt x="3" y="3"/>
                    </a:cubicBezTo>
                    <a:cubicBezTo>
                      <a:pt x="18" y="0"/>
                      <a:pt x="21" y="12"/>
                      <a:pt x="27" y="20"/>
                    </a:cubicBezTo>
                    <a:cubicBezTo>
                      <a:pt x="70" y="76"/>
                      <a:pt x="123" y="124"/>
                      <a:pt x="153" y="189"/>
                    </a:cubicBezTo>
                    <a:lnTo>
                      <a:pt x="154" y="1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0"/>
              <p:cNvSpPr/>
              <p:nvPr/>
            </p:nvSpPr>
            <p:spPr>
              <a:xfrm rot="-755222">
                <a:off x="8688559" y="3098555"/>
                <a:ext cx="122270" cy="135481"/>
              </a:xfrm>
              <a:custGeom>
                <a:rect b="b" l="l" r="r" t="t"/>
                <a:pathLst>
                  <a:path extrusionOk="0" h="164" w="148">
                    <a:moveTo>
                      <a:pt x="4" y="41"/>
                    </a:moveTo>
                    <a:cubicBezTo>
                      <a:pt x="21" y="31"/>
                      <a:pt x="0" y="14"/>
                      <a:pt x="12" y="0"/>
                    </a:cubicBezTo>
                    <a:cubicBezTo>
                      <a:pt x="48" y="59"/>
                      <a:pt x="94" y="111"/>
                      <a:pt x="147" y="156"/>
                    </a:cubicBezTo>
                    <a:cubicBezTo>
                      <a:pt x="127" y="163"/>
                      <a:pt x="122" y="148"/>
                      <a:pt x="114" y="141"/>
                    </a:cubicBezTo>
                    <a:cubicBezTo>
                      <a:pt x="82" y="115"/>
                      <a:pt x="59" y="79"/>
                      <a:pt x="19" y="62"/>
                    </a:cubicBezTo>
                    <a:cubicBezTo>
                      <a:pt x="18" y="61"/>
                      <a:pt x="17" y="61"/>
                      <a:pt x="16" y="60"/>
                    </a:cubicBezTo>
                    <a:cubicBezTo>
                      <a:pt x="13" y="58"/>
                      <a:pt x="10" y="56"/>
                      <a:pt x="8" y="52"/>
                    </a:cubicBezTo>
                    <a:cubicBezTo>
                      <a:pt x="6" y="48"/>
                      <a:pt x="5" y="45"/>
                      <a:pt x="5" y="41"/>
                    </a:cubicBezTo>
                    <a:lnTo>
                      <a:pt x="5" y="40"/>
                    </a:lnTo>
                    <a:lnTo>
                      <a:pt x="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0"/>
              <p:cNvSpPr/>
              <p:nvPr/>
            </p:nvSpPr>
            <p:spPr>
              <a:xfrm rot="-755222">
                <a:off x="8778734" y="2736075"/>
                <a:ext cx="106573" cy="168525"/>
              </a:xfrm>
              <a:custGeom>
                <a:rect b="b" l="l" r="r" t="t"/>
                <a:pathLst>
                  <a:path extrusionOk="0" h="204" w="129">
                    <a:moveTo>
                      <a:pt x="128" y="203"/>
                    </a:moveTo>
                    <a:lnTo>
                      <a:pt x="0" y="0"/>
                    </a:lnTo>
                    <a:cubicBezTo>
                      <a:pt x="40" y="28"/>
                      <a:pt x="117" y="150"/>
                      <a:pt x="128" y="2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0"/>
              <p:cNvSpPr/>
              <p:nvPr/>
            </p:nvSpPr>
            <p:spPr>
              <a:xfrm rot="-755222">
                <a:off x="9286331" y="4483706"/>
                <a:ext cx="133836" cy="42131"/>
              </a:xfrm>
              <a:custGeom>
                <a:rect b="b" l="l" r="r" t="t"/>
                <a:pathLst>
                  <a:path extrusionOk="0" h="51" w="162">
                    <a:moveTo>
                      <a:pt x="161" y="45"/>
                    </a:moveTo>
                    <a:cubicBezTo>
                      <a:pt x="160" y="45"/>
                      <a:pt x="160" y="45"/>
                      <a:pt x="159" y="46"/>
                    </a:cubicBezTo>
                    <a:cubicBezTo>
                      <a:pt x="154" y="49"/>
                      <a:pt x="149" y="50"/>
                      <a:pt x="143" y="50"/>
                    </a:cubicBezTo>
                    <a:cubicBezTo>
                      <a:pt x="140" y="50"/>
                      <a:pt x="137" y="50"/>
                      <a:pt x="134" y="49"/>
                    </a:cubicBezTo>
                    <a:cubicBezTo>
                      <a:pt x="106" y="47"/>
                      <a:pt x="80" y="31"/>
                      <a:pt x="50" y="44"/>
                    </a:cubicBezTo>
                    <a:cubicBezTo>
                      <a:pt x="39" y="49"/>
                      <a:pt x="21" y="40"/>
                      <a:pt x="8" y="34"/>
                    </a:cubicBezTo>
                    <a:cubicBezTo>
                      <a:pt x="0" y="30"/>
                      <a:pt x="1" y="18"/>
                      <a:pt x="4" y="9"/>
                    </a:cubicBezTo>
                    <a:cubicBezTo>
                      <a:pt x="6" y="0"/>
                      <a:pt x="14" y="3"/>
                      <a:pt x="21" y="5"/>
                    </a:cubicBezTo>
                    <a:lnTo>
                      <a:pt x="161"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0"/>
              <p:cNvSpPr/>
              <p:nvPr/>
            </p:nvSpPr>
            <p:spPr>
              <a:xfrm rot="-755222">
                <a:off x="9082665" y="2915838"/>
                <a:ext cx="136314" cy="132177"/>
              </a:xfrm>
              <a:custGeom>
                <a:rect b="b" l="l" r="r" t="t"/>
                <a:pathLst>
                  <a:path extrusionOk="0" h="160" w="165">
                    <a:moveTo>
                      <a:pt x="154" y="159"/>
                    </a:moveTo>
                    <a:lnTo>
                      <a:pt x="0" y="0"/>
                    </a:lnTo>
                    <a:cubicBezTo>
                      <a:pt x="29" y="21"/>
                      <a:pt x="56" y="45"/>
                      <a:pt x="80" y="72"/>
                    </a:cubicBezTo>
                    <a:cubicBezTo>
                      <a:pt x="108" y="98"/>
                      <a:pt x="136" y="123"/>
                      <a:pt x="164" y="149"/>
                    </a:cubicBezTo>
                    <a:lnTo>
                      <a:pt x="154"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0"/>
              <p:cNvSpPr/>
              <p:nvPr/>
            </p:nvSpPr>
            <p:spPr>
              <a:xfrm rot="-755222">
                <a:off x="9132724" y="2893564"/>
                <a:ext cx="137140" cy="132177"/>
              </a:xfrm>
              <a:custGeom>
                <a:rect b="b" l="l" r="r" t="t"/>
                <a:pathLst>
                  <a:path extrusionOk="0" h="160" w="166">
                    <a:moveTo>
                      <a:pt x="0" y="0"/>
                    </a:moveTo>
                    <a:cubicBezTo>
                      <a:pt x="65" y="39"/>
                      <a:pt x="112" y="95"/>
                      <a:pt x="165" y="154"/>
                    </a:cubicBezTo>
                    <a:cubicBezTo>
                      <a:pt x="153" y="150"/>
                      <a:pt x="165" y="151"/>
                      <a:pt x="159" y="157"/>
                    </a:cubicBezTo>
                    <a:cubicBezTo>
                      <a:pt x="159" y="157"/>
                      <a:pt x="155" y="159"/>
                      <a:pt x="155" y="158"/>
                    </a:cubicBezTo>
                    <a:cubicBezTo>
                      <a:pt x="149" y="154"/>
                      <a:pt x="144" y="149"/>
                      <a:pt x="139" y="144"/>
                    </a:cubicBezTo>
                    <a:cubicBezTo>
                      <a:pt x="95" y="93"/>
                      <a:pt x="45" y="5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0"/>
              <p:cNvSpPr/>
              <p:nvPr/>
            </p:nvSpPr>
            <p:spPr>
              <a:xfrm rot="-755222">
                <a:off x="8169021" y="2089676"/>
                <a:ext cx="137140" cy="136307"/>
              </a:xfrm>
              <a:custGeom>
                <a:rect b="b" l="l" r="r" t="t"/>
                <a:pathLst>
                  <a:path extrusionOk="0" h="165" w="166">
                    <a:moveTo>
                      <a:pt x="0" y="0"/>
                    </a:moveTo>
                    <a:cubicBezTo>
                      <a:pt x="66" y="41"/>
                      <a:pt x="113" y="102"/>
                      <a:pt x="165" y="156"/>
                    </a:cubicBezTo>
                    <a:lnTo>
                      <a:pt x="156" y="164"/>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0"/>
              <p:cNvSpPr/>
              <p:nvPr/>
            </p:nvSpPr>
            <p:spPr>
              <a:xfrm rot="-755222">
                <a:off x="9386989" y="3618635"/>
                <a:ext cx="132184" cy="133829"/>
              </a:xfrm>
              <a:custGeom>
                <a:rect b="b" l="l" r="r" t="t"/>
                <a:pathLst>
                  <a:path extrusionOk="0" h="162" w="160">
                    <a:moveTo>
                      <a:pt x="0" y="1"/>
                    </a:moveTo>
                    <a:cubicBezTo>
                      <a:pt x="19" y="3"/>
                      <a:pt x="25" y="20"/>
                      <a:pt x="36" y="31"/>
                    </a:cubicBezTo>
                    <a:cubicBezTo>
                      <a:pt x="78" y="73"/>
                      <a:pt x="120" y="116"/>
                      <a:pt x="159" y="161"/>
                    </a:cubicBezTo>
                    <a:cubicBezTo>
                      <a:pt x="118" y="133"/>
                      <a:pt x="82" y="100"/>
                      <a:pt x="49" y="63"/>
                    </a:cubicBezTo>
                    <a:cubicBezTo>
                      <a:pt x="32" y="43"/>
                      <a:pt x="4"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0"/>
              <p:cNvSpPr/>
              <p:nvPr/>
            </p:nvSpPr>
            <p:spPr>
              <a:xfrm rot="-755222">
                <a:off x="8256439" y="2892080"/>
                <a:ext cx="94181" cy="161090"/>
              </a:xfrm>
              <a:custGeom>
                <a:rect b="b" l="l" r="r" t="t"/>
                <a:pathLst>
                  <a:path extrusionOk="0" h="195" w="114">
                    <a:moveTo>
                      <a:pt x="109" y="194"/>
                    </a:moveTo>
                    <a:cubicBezTo>
                      <a:pt x="84" y="168"/>
                      <a:pt x="63" y="140"/>
                      <a:pt x="45" y="109"/>
                    </a:cubicBezTo>
                    <a:cubicBezTo>
                      <a:pt x="25" y="75"/>
                      <a:pt x="10" y="38"/>
                      <a:pt x="0" y="0"/>
                    </a:cubicBezTo>
                    <a:cubicBezTo>
                      <a:pt x="31" y="67"/>
                      <a:pt x="77" y="126"/>
                      <a:pt x="113" y="191"/>
                    </a:cubicBezTo>
                    <a:lnTo>
                      <a:pt x="109" y="1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0"/>
              <p:cNvSpPr/>
              <p:nvPr/>
            </p:nvSpPr>
            <p:spPr>
              <a:xfrm rot="-755222">
                <a:off x="8187380" y="2468796"/>
                <a:ext cx="131357" cy="134655"/>
              </a:xfrm>
              <a:custGeom>
                <a:rect b="b" l="l" r="r" t="t"/>
                <a:pathLst>
                  <a:path extrusionOk="0" h="163" w="159">
                    <a:moveTo>
                      <a:pt x="0" y="1"/>
                    </a:moveTo>
                    <a:cubicBezTo>
                      <a:pt x="23" y="4"/>
                      <a:pt x="29" y="27"/>
                      <a:pt x="43" y="39"/>
                    </a:cubicBezTo>
                    <a:cubicBezTo>
                      <a:pt x="82" y="79"/>
                      <a:pt x="122" y="119"/>
                      <a:pt x="158" y="162"/>
                    </a:cubicBezTo>
                    <a:cubicBezTo>
                      <a:pt x="99" y="114"/>
                      <a:pt x="38" y="6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0"/>
              <p:cNvSpPr/>
              <p:nvPr/>
            </p:nvSpPr>
            <p:spPr>
              <a:xfrm rot="-755222">
                <a:off x="9651912" y="3663598"/>
                <a:ext cx="124748" cy="135481"/>
              </a:xfrm>
              <a:custGeom>
                <a:rect b="b" l="l" r="r" t="t"/>
                <a:pathLst>
                  <a:path extrusionOk="0" h="164" w="151">
                    <a:moveTo>
                      <a:pt x="8" y="0"/>
                    </a:moveTo>
                    <a:lnTo>
                      <a:pt x="150" y="155"/>
                    </a:lnTo>
                    <a:lnTo>
                      <a:pt x="142" y="163"/>
                    </a:lnTo>
                    <a:cubicBezTo>
                      <a:pt x="90" y="115"/>
                      <a:pt x="43" y="63"/>
                      <a:pt x="0" y="7"/>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0"/>
              <p:cNvSpPr/>
              <p:nvPr/>
            </p:nvSpPr>
            <p:spPr>
              <a:xfrm rot="-755222">
                <a:off x="7743440" y="1811750"/>
                <a:ext cx="131357" cy="110698"/>
              </a:xfrm>
              <a:custGeom>
                <a:rect b="b" l="l" r="r" t="t"/>
                <a:pathLst>
                  <a:path extrusionOk="0" h="134" w="159">
                    <a:moveTo>
                      <a:pt x="0" y="133"/>
                    </a:moveTo>
                    <a:cubicBezTo>
                      <a:pt x="28" y="87"/>
                      <a:pt x="66" y="49"/>
                      <a:pt x="112" y="22"/>
                    </a:cubicBezTo>
                    <a:cubicBezTo>
                      <a:pt x="127" y="13"/>
                      <a:pt x="142" y="6"/>
                      <a:pt x="158" y="0"/>
                    </a:cubicBezTo>
                    <a:cubicBezTo>
                      <a:pt x="97" y="47"/>
                      <a:pt x="49" y="90"/>
                      <a:pt x="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0"/>
              <p:cNvSpPr/>
              <p:nvPr/>
            </p:nvSpPr>
            <p:spPr>
              <a:xfrm rot="-755222">
                <a:off x="10054148" y="3213989"/>
                <a:ext cx="90050" cy="160264"/>
              </a:xfrm>
              <a:custGeom>
                <a:rect b="b" l="l" r="r" t="t"/>
                <a:pathLst>
                  <a:path extrusionOk="0" h="194" w="109">
                    <a:moveTo>
                      <a:pt x="108" y="193"/>
                    </a:moveTo>
                    <a:cubicBezTo>
                      <a:pt x="63" y="123"/>
                      <a:pt x="38" y="58"/>
                      <a:pt x="0" y="0"/>
                    </a:cubicBezTo>
                    <a:cubicBezTo>
                      <a:pt x="34" y="23"/>
                      <a:pt x="79" y="103"/>
                      <a:pt x="108"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0"/>
              <p:cNvSpPr/>
              <p:nvPr/>
            </p:nvSpPr>
            <p:spPr>
              <a:xfrm rot="-755222">
                <a:off x="8688864" y="2844761"/>
                <a:ext cx="114008" cy="146221"/>
              </a:xfrm>
              <a:custGeom>
                <a:rect b="b" l="l" r="r" t="t"/>
                <a:pathLst>
                  <a:path extrusionOk="0" h="177" w="138">
                    <a:moveTo>
                      <a:pt x="137" y="176"/>
                    </a:moveTo>
                    <a:cubicBezTo>
                      <a:pt x="84" y="127"/>
                      <a:pt x="50" y="64"/>
                      <a:pt x="0" y="0"/>
                    </a:cubicBezTo>
                    <a:cubicBezTo>
                      <a:pt x="7" y="1"/>
                      <a:pt x="13" y="4"/>
                      <a:pt x="19" y="7"/>
                    </a:cubicBezTo>
                    <a:cubicBezTo>
                      <a:pt x="28" y="13"/>
                      <a:pt x="36" y="20"/>
                      <a:pt x="42" y="30"/>
                    </a:cubicBezTo>
                    <a:cubicBezTo>
                      <a:pt x="43" y="32"/>
                      <a:pt x="44" y="34"/>
                      <a:pt x="45" y="36"/>
                    </a:cubicBezTo>
                    <a:cubicBezTo>
                      <a:pt x="75" y="84"/>
                      <a:pt x="117" y="122"/>
                      <a:pt x="136" y="176"/>
                    </a:cubicBezTo>
                    <a:lnTo>
                      <a:pt x="137" y="1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0"/>
              <p:cNvSpPr/>
              <p:nvPr/>
            </p:nvSpPr>
            <p:spPr>
              <a:xfrm rot="-755222">
                <a:off x="8834291" y="2426603"/>
                <a:ext cx="117313" cy="131351"/>
              </a:xfrm>
              <a:custGeom>
                <a:rect b="b" l="l" r="r" t="t"/>
                <a:pathLst>
                  <a:path extrusionOk="0" h="159" w="142">
                    <a:moveTo>
                      <a:pt x="138" y="158"/>
                    </a:moveTo>
                    <a:cubicBezTo>
                      <a:pt x="85" y="112"/>
                      <a:pt x="46" y="53"/>
                      <a:pt x="0" y="0"/>
                    </a:cubicBezTo>
                    <a:cubicBezTo>
                      <a:pt x="57" y="41"/>
                      <a:pt x="105" y="93"/>
                      <a:pt x="140" y="154"/>
                    </a:cubicBezTo>
                    <a:cubicBezTo>
                      <a:pt x="140" y="155"/>
                      <a:pt x="141" y="155"/>
                      <a:pt x="141" y="155"/>
                    </a:cubicBezTo>
                    <a:lnTo>
                      <a:pt x="138" y="1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0"/>
              <p:cNvSpPr/>
              <p:nvPr/>
            </p:nvSpPr>
            <p:spPr>
              <a:xfrm rot="-755222">
                <a:off x="9985232" y="3860389"/>
                <a:ext cx="111530" cy="113176"/>
              </a:xfrm>
              <a:custGeom>
                <a:rect b="b" l="l" r="r" t="t"/>
                <a:pathLst>
                  <a:path extrusionOk="0" h="137" w="135">
                    <a:moveTo>
                      <a:pt x="26" y="46"/>
                    </a:moveTo>
                    <a:cubicBezTo>
                      <a:pt x="24" y="27"/>
                      <a:pt x="2" y="19"/>
                      <a:pt x="0" y="0"/>
                    </a:cubicBezTo>
                    <a:cubicBezTo>
                      <a:pt x="52" y="38"/>
                      <a:pt x="98" y="84"/>
                      <a:pt x="134" y="136"/>
                    </a:cubicBezTo>
                    <a:cubicBezTo>
                      <a:pt x="102" y="130"/>
                      <a:pt x="93" y="90"/>
                      <a:pt x="61" y="83"/>
                    </a:cubicBezTo>
                    <a:lnTo>
                      <a:pt x="2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0"/>
              <p:cNvSpPr/>
              <p:nvPr/>
            </p:nvSpPr>
            <p:spPr>
              <a:xfrm rot="-755222">
                <a:off x="9321025" y="3417676"/>
                <a:ext cx="87572" cy="154482"/>
              </a:xfrm>
              <a:custGeom>
                <a:rect b="b" l="l" r="r" t="t"/>
                <a:pathLst>
                  <a:path extrusionOk="0" h="187" w="106">
                    <a:moveTo>
                      <a:pt x="102" y="186"/>
                    </a:moveTo>
                    <a:cubicBezTo>
                      <a:pt x="45" y="129"/>
                      <a:pt x="0" y="50"/>
                      <a:pt x="1" y="0"/>
                    </a:cubicBezTo>
                    <a:cubicBezTo>
                      <a:pt x="26" y="67"/>
                      <a:pt x="73" y="120"/>
                      <a:pt x="105" y="182"/>
                    </a:cubicBezTo>
                    <a:lnTo>
                      <a:pt x="102"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0"/>
              <p:cNvSpPr/>
              <p:nvPr/>
            </p:nvSpPr>
            <p:spPr>
              <a:xfrm rot="-755222">
                <a:off x="9104793" y="3037380"/>
                <a:ext cx="108225" cy="113176"/>
              </a:xfrm>
              <a:custGeom>
                <a:rect b="b" l="l" r="r" t="t"/>
                <a:pathLst>
                  <a:path extrusionOk="0" h="137" w="131">
                    <a:moveTo>
                      <a:pt x="121" y="136"/>
                    </a:moveTo>
                    <a:lnTo>
                      <a:pt x="0" y="0"/>
                    </a:lnTo>
                    <a:cubicBezTo>
                      <a:pt x="18" y="7"/>
                      <a:pt x="77" y="61"/>
                      <a:pt x="130" y="127"/>
                    </a:cubicBezTo>
                    <a:lnTo>
                      <a:pt x="121" y="1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0"/>
              <p:cNvSpPr/>
              <p:nvPr/>
            </p:nvSpPr>
            <p:spPr>
              <a:xfrm rot="-755222">
                <a:off x="9002486" y="4047961"/>
                <a:ext cx="66918" cy="76828"/>
              </a:xfrm>
              <a:custGeom>
                <a:rect b="b" l="l" r="r" t="t"/>
                <a:pathLst>
                  <a:path extrusionOk="0" h="93" w="81">
                    <a:moveTo>
                      <a:pt x="80" y="92"/>
                    </a:moveTo>
                    <a:cubicBezTo>
                      <a:pt x="27" y="78"/>
                      <a:pt x="35" y="23"/>
                      <a:pt x="0" y="8"/>
                    </a:cubicBezTo>
                    <a:cubicBezTo>
                      <a:pt x="4" y="1"/>
                      <a:pt x="7" y="0"/>
                      <a:pt x="11" y="2"/>
                    </a:cubicBezTo>
                    <a:cubicBezTo>
                      <a:pt x="33" y="17"/>
                      <a:pt x="52" y="37"/>
                      <a:pt x="65" y="61"/>
                    </a:cubicBezTo>
                    <a:cubicBezTo>
                      <a:pt x="71" y="71"/>
                      <a:pt x="76" y="81"/>
                      <a:pt x="8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0"/>
              <p:cNvSpPr/>
              <p:nvPr/>
            </p:nvSpPr>
            <p:spPr>
              <a:xfrm rot="-755222">
                <a:off x="8008504" y="2415194"/>
                <a:ext cx="84267" cy="153655"/>
              </a:xfrm>
              <a:custGeom>
                <a:rect b="b" l="l" r="r" t="t"/>
                <a:pathLst>
                  <a:path extrusionOk="0" h="186" w="102">
                    <a:moveTo>
                      <a:pt x="100" y="185"/>
                    </a:moveTo>
                    <a:cubicBezTo>
                      <a:pt x="51" y="135"/>
                      <a:pt x="33" y="70"/>
                      <a:pt x="0" y="0"/>
                    </a:cubicBezTo>
                    <a:cubicBezTo>
                      <a:pt x="14" y="12"/>
                      <a:pt x="5" y="5"/>
                      <a:pt x="12" y="4"/>
                    </a:cubicBezTo>
                    <a:cubicBezTo>
                      <a:pt x="13" y="4"/>
                      <a:pt x="16" y="4"/>
                      <a:pt x="17" y="6"/>
                    </a:cubicBezTo>
                    <a:cubicBezTo>
                      <a:pt x="45" y="65"/>
                      <a:pt x="73" y="124"/>
                      <a:pt x="101" y="183"/>
                    </a:cubicBezTo>
                    <a:lnTo>
                      <a:pt x="100"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0"/>
              <p:cNvSpPr/>
              <p:nvPr/>
            </p:nvSpPr>
            <p:spPr>
              <a:xfrm rot="-755222">
                <a:off x="9072253" y="3525226"/>
                <a:ext cx="104921" cy="135481"/>
              </a:xfrm>
              <a:custGeom>
                <a:rect b="b" l="l" r="r" t="t"/>
                <a:pathLst>
                  <a:path extrusionOk="0" h="164" w="127">
                    <a:moveTo>
                      <a:pt x="126" y="163"/>
                    </a:moveTo>
                    <a:cubicBezTo>
                      <a:pt x="84" y="128"/>
                      <a:pt x="48" y="86"/>
                      <a:pt x="20" y="39"/>
                    </a:cubicBezTo>
                    <a:cubicBezTo>
                      <a:pt x="13" y="26"/>
                      <a:pt x="6" y="13"/>
                      <a:pt x="0" y="0"/>
                    </a:cubicBezTo>
                    <a:cubicBezTo>
                      <a:pt x="39" y="57"/>
                      <a:pt x="93" y="102"/>
                      <a:pt x="126"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0"/>
              <p:cNvSpPr/>
              <p:nvPr/>
            </p:nvSpPr>
            <p:spPr>
              <a:xfrm rot="-755222">
                <a:off x="9104607" y="2998768"/>
                <a:ext cx="113182" cy="112350"/>
              </a:xfrm>
              <a:custGeom>
                <a:rect b="b" l="l" r="r" t="t"/>
                <a:pathLst>
                  <a:path extrusionOk="0" h="136" w="137">
                    <a:moveTo>
                      <a:pt x="136" y="135"/>
                    </a:moveTo>
                    <a:cubicBezTo>
                      <a:pt x="86" y="95"/>
                      <a:pt x="40" y="50"/>
                      <a:pt x="0" y="0"/>
                    </a:cubicBezTo>
                    <a:cubicBezTo>
                      <a:pt x="32" y="12"/>
                      <a:pt x="49" y="41"/>
                      <a:pt x="72" y="63"/>
                    </a:cubicBezTo>
                    <a:cubicBezTo>
                      <a:pt x="95" y="85"/>
                      <a:pt x="114" y="111"/>
                      <a:pt x="13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0"/>
              <p:cNvSpPr/>
              <p:nvPr/>
            </p:nvSpPr>
            <p:spPr>
              <a:xfrm rot="-755222">
                <a:off x="9314544" y="3313038"/>
                <a:ext cx="95833" cy="137959"/>
              </a:xfrm>
              <a:custGeom>
                <a:rect b="b" l="l" r="r" t="t"/>
                <a:pathLst>
                  <a:path extrusionOk="0" h="167" w="116">
                    <a:moveTo>
                      <a:pt x="114" y="166"/>
                    </a:moveTo>
                    <a:cubicBezTo>
                      <a:pt x="80" y="131"/>
                      <a:pt x="49" y="91"/>
                      <a:pt x="25" y="49"/>
                    </a:cubicBezTo>
                    <a:cubicBezTo>
                      <a:pt x="16" y="33"/>
                      <a:pt x="7" y="16"/>
                      <a:pt x="0" y="0"/>
                    </a:cubicBezTo>
                    <a:cubicBezTo>
                      <a:pt x="41" y="52"/>
                      <a:pt x="88" y="101"/>
                      <a:pt x="115" y="165"/>
                    </a:cubicBezTo>
                    <a:lnTo>
                      <a:pt x="114"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0"/>
              <p:cNvSpPr/>
              <p:nvPr/>
            </p:nvSpPr>
            <p:spPr>
              <a:xfrm rot="-755222">
                <a:off x="8685041" y="3220533"/>
                <a:ext cx="110704" cy="111524"/>
              </a:xfrm>
              <a:custGeom>
                <a:rect b="b" l="l" r="r" t="t"/>
                <a:pathLst>
                  <a:path extrusionOk="0" h="135" w="134">
                    <a:moveTo>
                      <a:pt x="133" y="134"/>
                    </a:moveTo>
                    <a:lnTo>
                      <a:pt x="132" y="134"/>
                    </a:lnTo>
                    <a:cubicBezTo>
                      <a:pt x="79" y="103"/>
                      <a:pt x="34" y="58"/>
                      <a:pt x="3" y="5"/>
                    </a:cubicBezTo>
                    <a:cubicBezTo>
                      <a:pt x="2" y="3"/>
                      <a:pt x="1" y="2"/>
                      <a:pt x="0" y="0"/>
                    </a:cubicBezTo>
                    <a:lnTo>
                      <a:pt x="133" y="1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0"/>
              <p:cNvSpPr/>
              <p:nvPr/>
            </p:nvSpPr>
            <p:spPr>
              <a:xfrm rot="-755222">
                <a:off x="10314572" y="3141315"/>
                <a:ext cx="58656" cy="139612"/>
              </a:xfrm>
              <a:custGeom>
                <a:rect b="b" l="l" r="r" t="t"/>
                <a:pathLst>
                  <a:path extrusionOk="0" h="169" w="71">
                    <a:moveTo>
                      <a:pt x="0" y="168"/>
                    </a:moveTo>
                    <a:lnTo>
                      <a:pt x="10" y="111"/>
                    </a:lnTo>
                    <a:cubicBezTo>
                      <a:pt x="28" y="91"/>
                      <a:pt x="25" y="62"/>
                      <a:pt x="42" y="42"/>
                    </a:cubicBezTo>
                    <a:lnTo>
                      <a:pt x="70" y="0"/>
                    </a:lnTo>
                    <a:cubicBezTo>
                      <a:pt x="57" y="53"/>
                      <a:pt x="37" y="105"/>
                      <a:pt x="9" y="152"/>
                    </a:cubicBezTo>
                    <a:cubicBezTo>
                      <a:pt x="6" y="157"/>
                      <a:pt x="3" y="163"/>
                      <a:pt x="0"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0"/>
              <p:cNvSpPr/>
              <p:nvPr/>
            </p:nvSpPr>
            <p:spPr>
              <a:xfrm rot="-755222">
                <a:off x="8888461" y="4418593"/>
                <a:ext cx="132184" cy="104089"/>
              </a:xfrm>
              <a:custGeom>
                <a:rect b="b" l="l" r="r" t="t"/>
                <a:pathLst>
                  <a:path extrusionOk="0" h="126" w="160">
                    <a:moveTo>
                      <a:pt x="91" y="90"/>
                    </a:moveTo>
                    <a:cubicBezTo>
                      <a:pt x="63" y="58"/>
                      <a:pt x="21" y="41"/>
                      <a:pt x="0" y="0"/>
                    </a:cubicBezTo>
                    <a:lnTo>
                      <a:pt x="159" y="118"/>
                    </a:lnTo>
                    <a:cubicBezTo>
                      <a:pt x="133" y="125"/>
                      <a:pt x="121" y="99"/>
                      <a:pt x="101" y="102"/>
                    </a:cubicBezTo>
                    <a:lnTo>
                      <a:pt x="91"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0"/>
              <p:cNvSpPr/>
              <p:nvPr/>
            </p:nvSpPr>
            <p:spPr>
              <a:xfrm rot="-755222">
                <a:off x="10305651" y="3107505"/>
                <a:ext cx="52047" cy="128046"/>
              </a:xfrm>
              <a:custGeom>
                <a:rect b="b" l="l" r="r" t="t"/>
                <a:pathLst>
                  <a:path extrusionOk="0" h="155" w="63">
                    <a:moveTo>
                      <a:pt x="42" y="85"/>
                    </a:moveTo>
                    <a:cubicBezTo>
                      <a:pt x="25" y="105"/>
                      <a:pt x="28" y="134"/>
                      <a:pt x="10" y="154"/>
                    </a:cubicBezTo>
                    <a:lnTo>
                      <a:pt x="0" y="152"/>
                    </a:lnTo>
                    <a:cubicBezTo>
                      <a:pt x="12" y="99"/>
                      <a:pt x="32" y="48"/>
                      <a:pt x="57" y="0"/>
                    </a:cubicBezTo>
                    <a:cubicBezTo>
                      <a:pt x="62" y="31"/>
                      <a:pt x="38" y="55"/>
                      <a:pt x="42"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0"/>
              <p:cNvSpPr/>
              <p:nvPr/>
            </p:nvSpPr>
            <p:spPr>
              <a:xfrm rot="-755222">
                <a:off x="9334148" y="3259876"/>
                <a:ext cx="108225" cy="137959"/>
              </a:xfrm>
              <a:custGeom>
                <a:rect b="b" l="l" r="r" t="t"/>
                <a:pathLst>
                  <a:path extrusionOk="0" h="167" w="131">
                    <a:moveTo>
                      <a:pt x="0" y="1"/>
                    </a:moveTo>
                    <a:cubicBezTo>
                      <a:pt x="13" y="0"/>
                      <a:pt x="19" y="10"/>
                      <a:pt x="26" y="19"/>
                    </a:cubicBezTo>
                    <a:cubicBezTo>
                      <a:pt x="59" y="64"/>
                      <a:pt x="91" y="110"/>
                      <a:pt x="130" y="166"/>
                    </a:cubicBezTo>
                    <a:cubicBezTo>
                      <a:pt x="84" y="123"/>
                      <a:pt x="43" y="73"/>
                      <a:pt x="12" y="18"/>
                    </a:cubicBezTo>
                    <a:cubicBezTo>
                      <a:pt x="8" y="12"/>
                      <a:pt x="5"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0"/>
              <p:cNvSpPr/>
              <p:nvPr/>
            </p:nvSpPr>
            <p:spPr>
              <a:xfrm rot="-755222">
                <a:off x="8373974" y="3755727"/>
                <a:ext cx="65266" cy="58653"/>
              </a:xfrm>
              <a:custGeom>
                <a:rect b="b" l="l" r="r" t="t"/>
                <a:pathLst>
                  <a:path extrusionOk="0" h="71" w="79">
                    <a:moveTo>
                      <a:pt x="55" y="70"/>
                    </a:moveTo>
                    <a:cubicBezTo>
                      <a:pt x="31" y="53"/>
                      <a:pt x="0" y="49"/>
                      <a:pt x="14" y="15"/>
                    </a:cubicBezTo>
                    <a:cubicBezTo>
                      <a:pt x="15" y="14"/>
                      <a:pt x="16" y="13"/>
                      <a:pt x="16" y="12"/>
                    </a:cubicBezTo>
                    <a:cubicBezTo>
                      <a:pt x="19" y="8"/>
                      <a:pt x="21" y="5"/>
                      <a:pt x="24" y="3"/>
                    </a:cubicBezTo>
                    <a:cubicBezTo>
                      <a:pt x="28" y="1"/>
                      <a:pt x="32" y="0"/>
                      <a:pt x="36" y="0"/>
                    </a:cubicBezTo>
                    <a:cubicBezTo>
                      <a:pt x="40" y="0"/>
                      <a:pt x="43" y="1"/>
                      <a:pt x="47" y="2"/>
                    </a:cubicBezTo>
                    <a:cubicBezTo>
                      <a:pt x="78" y="17"/>
                      <a:pt x="63" y="41"/>
                      <a:pt x="55"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0"/>
              <p:cNvSpPr/>
              <p:nvPr/>
            </p:nvSpPr>
            <p:spPr>
              <a:xfrm rot="-755222">
                <a:off x="8475480" y="3763988"/>
                <a:ext cx="74353" cy="40479"/>
              </a:xfrm>
              <a:custGeom>
                <a:rect b="b" l="l" r="r" t="t"/>
                <a:pathLst>
                  <a:path extrusionOk="0" h="49" w="90">
                    <a:moveTo>
                      <a:pt x="49" y="41"/>
                    </a:moveTo>
                    <a:cubicBezTo>
                      <a:pt x="43" y="41"/>
                      <a:pt x="38" y="42"/>
                      <a:pt x="33" y="42"/>
                    </a:cubicBezTo>
                    <a:cubicBezTo>
                      <a:pt x="28" y="42"/>
                      <a:pt x="23" y="41"/>
                      <a:pt x="17" y="41"/>
                    </a:cubicBezTo>
                    <a:cubicBezTo>
                      <a:pt x="15" y="41"/>
                      <a:pt x="12" y="40"/>
                      <a:pt x="10" y="39"/>
                    </a:cubicBezTo>
                    <a:cubicBezTo>
                      <a:pt x="7" y="37"/>
                      <a:pt x="5" y="35"/>
                      <a:pt x="3" y="32"/>
                    </a:cubicBezTo>
                    <a:cubicBezTo>
                      <a:pt x="1" y="29"/>
                      <a:pt x="0" y="26"/>
                      <a:pt x="0" y="23"/>
                    </a:cubicBezTo>
                    <a:cubicBezTo>
                      <a:pt x="0" y="21"/>
                      <a:pt x="1" y="19"/>
                      <a:pt x="1" y="17"/>
                    </a:cubicBezTo>
                    <a:cubicBezTo>
                      <a:pt x="2" y="14"/>
                      <a:pt x="3" y="12"/>
                      <a:pt x="4" y="10"/>
                    </a:cubicBezTo>
                    <a:cubicBezTo>
                      <a:pt x="6" y="7"/>
                      <a:pt x="8" y="4"/>
                      <a:pt x="11" y="2"/>
                    </a:cubicBezTo>
                    <a:cubicBezTo>
                      <a:pt x="14" y="0"/>
                      <a:pt x="17" y="0"/>
                      <a:pt x="21" y="0"/>
                    </a:cubicBezTo>
                    <a:cubicBezTo>
                      <a:pt x="24" y="0"/>
                      <a:pt x="28" y="1"/>
                      <a:pt x="30" y="2"/>
                    </a:cubicBezTo>
                    <a:cubicBezTo>
                      <a:pt x="31" y="3"/>
                      <a:pt x="31" y="3"/>
                      <a:pt x="31" y="3"/>
                    </a:cubicBezTo>
                    <a:cubicBezTo>
                      <a:pt x="43" y="8"/>
                      <a:pt x="47" y="29"/>
                      <a:pt x="67" y="17"/>
                    </a:cubicBezTo>
                    <a:cubicBezTo>
                      <a:pt x="79" y="11"/>
                      <a:pt x="89" y="17"/>
                      <a:pt x="89" y="31"/>
                    </a:cubicBezTo>
                    <a:cubicBezTo>
                      <a:pt x="88" y="45"/>
                      <a:pt x="77" y="48"/>
                      <a:pt x="65" y="46"/>
                    </a:cubicBezTo>
                    <a:cubicBezTo>
                      <a:pt x="60" y="45"/>
                      <a:pt x="54" y="43"/>
                      <a:pt x="49"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0"/>
              <p:cNvSpPr/>
              <p:nvPr/>
            </p:nvSpPr>
            <p:spPr>
              <a:xfrm rot="-755222">
                <a:off x="8449427" y="2367315"/>
                <a:ext cx="104095" cy="109872"/>
              </a:xfrm>
              <a:custGeom>
                <a:rect b="b" l="l" r="r" t="t"/>
                <a:pathLst>
                  <a:path extrusionOk="0" h="133" w="126">
                    <a:moveTo>
                      <a:pt x="0" y="0"/>
                    </a:moveTo>
                    <a:lnTo>
                      <a:pt x="125" y="132"/>
                    </a:lnTo>
                    <a:cubicBezTo>
                      <a:pt x="123" y="132"/>
                      <a:pt x="122" y="131"/>
                      <a:pt x="120" y="130"/>
                    </a:cubicBezTo>
                    <a:cubicBezTo>
                      <a:pt x="74" y="104"/>
                      <a:pt x="37" y="66"/>
                      <a:pt x="10" y="20"/>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0"/>
              <p:cNvSpPr/>
              <p:nvPr/>
            </p:nvSpPr>
            <p:spPr>
              <a:xfrm rot="-755222">
                <a:off x="9251556" y="4321056"/>
                <a:ext cx="46264" cy="50392"/>
              </a:xfrm>
              <a:custGeom>
                <a:rect b="b" l="l" r="r" t="t"/>
                <a:pathLst>
                  <a:path extrusionOk="0" h="61" w="56">
                    <a:moveTo>
                      <a:pt x="1" y="29"/>
                    </a:moveTo>
                    <a:cubicBezTo>
                      <a:pt x="0" y="28"/>
                      <a:pt x="0" y="28"/>
                      <a:pt x="0" y="27"/>
                    </a:cubicBezTo>
                    <a:cubicBezTo>
                      <a:pt x="0" y="22"/>
                      <a:pt x="2" y="18"/>
                      <a:pt x="4" y="13"/>
                    </a:cubicBezTo>
                    <a:cubicBezTo>
                      <a:pt x="6" y="8"/>
                      <a:pt x="10" y="6"/>
                      <a:pt x="14" y="3"/>
                    </a:cubicBezTo>
                    <a:cubicBezTo>
                      <a:pt x="18" y="0"/>
                      <a:pt x="23" y="0"/>
                      <a:pt x="28" y="0"/>
                    </a:cubicBezTo>
                    <a:cubicBezTo>
                      <a:pt x="32" y="0"/>
                      <a:pt x="37" y="0"/>
                      <a:pt x="41" y="3"/>
                    </a:cubicBezTo>
                    <a:cubicBezTo>
                      <a:pt x="45" y="6"/>
                      <a:pt x="49" y="9"/>
                      <a:pt x="51" y="13"/>
                    </a:cubicBezTo>
                    <a:cubicBezTo>
                      <a:pt x="53" y="17"/>
                      <a:pt x="55" y="21"/>
                      <a:pt x="55" y="25"/>
                    </a:cubicBezTo>
                    <a:cubicBezTo>
                      <a:pt x="55" y="27"/>
                      <a:pt x="55" y="28"/>
                      <a:pt x="55" y="30"/>
                    </a:cubicBezTo>
                    <a:cubicBezTo>
                      <a:pt x="55" y="35"/>
                      <a:pt x="54" y="39"/>
                      <a:pt x="51" y="44"/>
                    </a:cubicBezTo>
                    <a:cubicBezTo>
                      <a:pt x="48" y="49"/>
                      <a:pt x="45" y="52"/>
                      <a:pt x="41" y="55"/>
                    </a:cubicBezTo>
                    <a:cubicBezTo>
                      <a:pt x="37" y="57"/>
                      <a:pt x="32" y="58"/>
                      <a:pt x="27" y="58"/>
                    </a:cubicBezTo>
                    <a:cubicBezTo>
                      <a:pt x="10" y="60"/>
                      <a:pt x="1" y="48"/>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0"/>
              <p:cNvSpPr/>
              <p:nvPr/>
            </p:nvSpPr>
            <p:spPr>
              <a:xfrm rot="-755222">
                <a:off x="10393510" y="3482502"/>
                <a:ext cx="40481" cy="105741"/>
              </a:xfrm>
              <a:custGeom>
                <a:rect b="b" l="l" r="r" t="t"/>
                <a:pathLst>
                  <a:path extrusionOk="0" h="128" w="49">
                    <a:moveTo>
                      <a:pt x="26" y="0"/>
                    </a:moveTo>
                    <a:cubicBezTo>
                      <a:pt x="26" y="14"/>
                      <a:pt x="27" y="30"/>
                      <a:pt x="48" y="17"/>
                    </a:cubicBezTo>
                    <a:cubicBezTo>
                      <a:pt x="44" y="54"/>
                      <a:pt x="25" y="85"/>
                      <a:pt x="9" y="127"/>
                    </a:cubicBezTo>
                    <a:cubicBezTo>
                      <a:pt x="1" y="78"/>
                      <a:pt x="0" y="37"/>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0"/>
              <p:cNvSpPr/>
              <p:nvPr/>
            </p:nvSpPr>
            <p:spPr>
              <a:xfrm rot="-755222">
                <a:off x="8859452" y="3482703"/>
                <a:ext cx="85093" cy="136307"/>
              </a:xfrm>
              <a:custGeom>
                <a:rect b="b" l="l" r="r" t="t"/>
                <a:pathLst>
                  <a:path extrusionOk="0" h="165" w="103">
                    <a:moveTo>
                      <a:pt x="101" y="164"/>
                    </a:moveTo>
                    <a:cubicBezTo>
                      <a:pt x="54" y="120"/>
                      <a:pt x="29" y="62"/>
                      <a:pt x="0" y="7"/>
                    </a:cubicBezTo>
                    <a:lnTo>
                      <a:pt x="11" y="0"/>
                    </a:lnTo>
                    <a:lnTo>
                      <a:pt x="102" y="163"/>
                    </a:lnTo>
                    <a:lnTo>
                      <a:pt x="101"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0"/>
              <p:cNvSpPr/>
              <p:nvPr/>
            </p:nvSpPr>
            <p:spPr>
              <a:xfrm rot="-755222">
                <a:off x="8163592" y="2290587"/>
                <a:ext cx="104095" cy="106567"/>
              </a:xfrm>
              <a:custGeom>
                <a:rect b="b" l="l" r="r" t="t"/>
                <a:pathLst>
                  <a:path extrusionOk="0" h="129" w="126">
                    <a:moveTo>
                      <a:pt x="0" y="1"/>
                    </a:moveTo>
                    <a:cubicBezTo>
                      <a:pt x="51" y="32"/>
                      <a:pt x="94" y="76"/>
                      <a:pt x="125" y="128"/>
                    </a:cubicBezTo>
                    <a:cubicBezTo>
                      <a:pt x="88" y="81"/>
                      <a:pt x="33" y="5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0"/>
              <p:cNvSpPr/>
              <p:nvPr/>
            </p:nvSpPr>
            <p:spPr>
              <a:xfrm rot="-755222">
                <a:off x="8180170" y="2155148"/>
                <a:ext cx="99964" cy="94176"/>
              </a:xfrm>
              <a:custGeom>
                <a:rect b="b" l="l" r="r" t="t"/>
                <a:pathLst>
                  <a:path extrusionOk="0" h="114" w="121">
                    <a:moveTo>
                      <a:pt x="0" y="0"/>
                    </a:moveTo>
                    <a:cubicBezTo>
                      <a:pt x="52" y="26"/>
                      <a:pt x="85" y="69"/>
                      <a:pt x="120" y="1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0"/>
              <p:cNvSpPr/>
              <p:nvPr/>
            </p:nvSpPr>
            <p:spPr>
              <a:xfrm rot="-755222">
                <a:off x="9401713" y="2997334"/>
                <a:ext cx="85919" cy="118133"/>
              </a:xfrm>
              <a:custGeom>
                <a:rect b="b" l="l" r="r" t="t"/>
                <a:pathLst>
                  <a:path extrusionOk="0" h="143" w="104">
                    <a:moveTo>
                      <a:pt x="103" y="141"/>
                    </a:moveTo>
                    <a:cubicBezTo>
                      <a:pt x="56" y="103"/>
                      <a:pt x="34" y="47"/>
                      <a:pt x="0" y="0"/>
                    </a:cubicBezTo>
                    <a:cubicBezTo>
                      <a:pt x="40" y="43"/>
                      <a:pt x="81" y="85"/>
                      <a:pt x="102" y="142"/>
                    </a:cubicBezTo>
                    <a:lnTo>
                      <a:pt x="103" y="1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0"/>
              <p:cNvSpPr/>
              <p:nvPr/>
            </p:nvSpPr>
            <p:spPr>
              <a:xfrm rot="-755222">
                <a:off x="9239285" y="2608189"/>
                <a:ext cx="80962" cy="101611"/>
              </a:xfrm>
              <a:custGeom>
                <a:rect b="b" l="l" r="r" t="t"/>
                <a:pathLst>
                  <a:path extrusionOk="0" h="123" w="98">
                    <a:moveTo>
                      <a:pt x="0" y="0"/>
                    </a:moveTo>
                    <a:cubicBezTo>
                      <a:pt x="35" y="29"/>
                      <a:pt x="64" y="65"/>
                      <a:pt x="87" y="104"/>
                    </a:cubicBezTo>
                    <a:cubicBezTo>
                      <a:pt x="91" y="110"/>
                      <a:pt x="94" y="116"/>
                      <a:pt x="97" y="122"/>
                    </a:cubicBezTo>
                    <a:cubicBezTo>
                      <a:pt x="59" y="87"/>
                      <a:pt x="27" y="47"/>
                      <a:pt x="1" y="3"/>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0"/>
              <p:cNvSpPr/>
              <p:nvPr/>
            </p:nvSpPr>
            <p:spPr>
              <a:xfrm rot="-755222">
                <a:off x="8025529" y="3147769"/>
                <a:ext cx="53700" cy="148699"/>
              </a:xfrm>
              <a:custGeom>
                <a:rect b="b" l="l" r="r" t="t"/>
                <a:pathLst>
                  <a:path extrusionOk="0" h="180" w="65">
                    <a:moveTo>
                      <a:pt x="64" y="178"/>
                    </a:moveTo>
                    <a:cubicBezTo>
                      <a:pt x="24" y="125"/>
                      <a:pt x="11" y="63"/>
                      <a:pt x="0" y="0"/>
                    </a:cubicBezTo>
                    <a:cubicBezTo>
                      <a:pt x="20" y="60"/>
                      <a:pt x="53" y="115"/>
                      <a:pt x="63" y="179"/>
                    </a:cubicBezTo>
                    <a:lnTo>
                      <a:pt x="64" y="1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0"/>
              <p:cNvSpPr/>
              <p:nvPr/>
            </p:nvSpPr>
            <p:spPr>
              <a:xfrm rot="-755222">
                <a:off x="8546283" y="4238408"/>
                <a:ext cx="67744" cy="60306"/>
              </a:xfrm>
              <a:custGeom>
                <a:rect b="b" l="l" r="r" t="t"/>
                <a:pathLst>
                  <a:path extrusionOk="0" h="73" w="82">
                    <a:moveTo>
                      <a:pt x="81" y="72"/>
                    </a:moveTo>
                    <a:cubicBezTo>
                      <a:pt x="61" y="69"/>
                      <a:pt x="41" y="62"/>
                      <a:pt x="24" y="52"/>
                    </a:cubicBezTo>
                    <a:cubicBezTo>
                      <a:pt x="21" y="50"/>
                      <a:pt x="18" y="48"/>
                      <a:pt x="15" y="46"/>
                    </a:cubicBezTo>
                    <a:cubicBezTo>
                      <a:pt x="14" y="46"/>
                      <a:pt x="13" y="45"/>
                      <a:pt x="13" y="45"/>
                    </a:cubicBezTo>
                    <a:cubicBezTo>
                      <a:pt x="9" y="43"/>
                      <a:pt x="5" y="39"/>
                      <a:pt x="3" y="35"/>
                    </a:cubicBezTo>
                    <a:cubicBezTo>
                      <a:pt x="1" y="31"/>
                      <a:pt x="0" y="27"/>
                      <a:pt x="0" y="22"/>
                    </a:cubicBezTo>
                    <a:cubicBezTo>
                      <a:pt x="0" y="21"/>
                      <a:pt x="0" y="20"/>
                      <a:pt x="0" y="20"/>
                    </a:cubicBezTo>
                    <a:cubicBezTo>
                      <a:pt x="0" y="19"/>
                      <a:pt x="0" y="19"/>
                      <a:pt x="0" y="19"/>
                    </a:cubicBezTo>
                    <a:cubicBezTo>
                      <a:pt x="0" y="16"/>
                      <a:pt x="0" y="13"/>
                      <a:pt x="2" y="10"/>
                    </a:cubicBezTo>
                    <a:cubicBezTo>
                      <a:pt x="4" y="7"/>
                      <a:pt x="6" y="5"/>
                      <a:pt x="9" y="3"/>
                    </a:cubicBezTo>
                    <a:cubicBezTo>
                      <a:pt x="9" y="3"/>
                      <a:pt x="10" y="3"/>
                      <a:pt x="11" y="3"/>
                    </a:cubicBezTo>
                    <a:cubicBezTo>
                      <a:pt x="16" y="0"/>
                      <a:pt x="23" y="1"/>
                      <a:pt x="25" y="6"/>
                    </a:cubicBezTo>
                    <a:cubicBezTo>
                      <a:pt x="35" y="30"/>
                      <a:pt x="67" y="38"/>
                      <a:pt x="81"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0"/>
              <p:cNvSpPr/>
              <p:nvPr/>
            </p:nvSpPr>
            <p:spPr>
              <a:xfrm rot="-755222">
                <a:off x="10067602" y="3860708"/>
                <a:ext cx="79310" cy="103263"/>
              </a:xfrm>
              <a:custGeom>
                <a:rect b="b" l="l" r="r" t="t"/>
                <a:pathLst>
                  <a:path extrusionOk="0" h="125" w="96">
                    <a:moveTo>
                      <a:pt x="95" y="124"/>
                    </a:moveTo>
                    <a:lnTo>
                      <a:pt x="0" y="0"/>
                    </a:lnTo>
                    <a:cubicBezTo>
                      <a:pt x="30" y="6"/>
                      <a:pt x="57" y="36"/>
                      <a:pt x="9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0"/>
              <p:cNvSpPr/>
              <p:nvPr/>
            </p:nvSpPr>
            <p:spPr>
              <a:xfrm rot="-755222">
                <a:off x="8332280" y="3632254"/>
                <a:ext cx="50395" cy="70219"/>
              </a:xfrm>
              <a:custGeom>
                <a:rect b="b" l="l" r="r" t="t"/>
                <a:pathLst>
                  <a:path extrusionOk="0" h="85" w="61">
                    <a:moveTo>
                      <a:pt x="19" y="0"/>
                    </a:moveTo>
                    <a:cubicBezTo>
                      <a:pt x="23" y="0"/>
                      <a:pt x="27" y="1"/>
                      <a:pt x="31" y="3"/>
                    </a:cubicBezTo>
                    <a:cubicBezTo>
                      <a:pt x="35" y="6"/>
                      <a:pt x="38" y="9"/>
                      <a:pt x="41" y="13"/>
                    </a:cubicBezTo>
                    <a:lnTo>
                      <a:pt x="41" y="14"/>
                    </a:lnTo>
                    <a:cubicBezTo>
                      <a:pt x="48" y="30"/>
                      <a:pt x="54" y="47"/>
                      <a:pt x="59" y="64"/>
                    </a:cubicBezTo>
                    <a:cubicBezTo>
                      <a:pt x="59" y="65"/>
                      <a:pt x="60" y="67"/>
                      <a:pt x="60" y="68"/>
                    </a:cubicBezTo>
                    <a:cubicBezTo>
                      <a:pt x="60" y="71"/>
                      <a:pt x="60" y="74"/>
                      <a:pt x="58" y="76"/>
                    </a:cubicBezTo>
                    <a:cubicBezTo>
                      <a:pt x="57" y="78"/>
                      <a:pt x="55" y="80"/>
                      <a:pt x="52" y="82"/>
                    </a:cubicBezTo>
                    <a:cubicBezTo>
                      <a:pt x="50" y="84"/>
                      <a:pt x="47" y="84"/>
                      <a:pt x="44" y="84"/>
                    </a:cubicBezTo>
                    <a:cubicBezTo>
                      <a:pt x="41" y="84"/>
                      <a:pt x="39" y="84"/>
                      <a:pt x="36" y="82"/>
                    </a:cubicBezTo>
                    <a:cubicBezTo>
                      <a:pt x="34" y="80"/>
                      <a:pt x="32" y="78"/>
                      <a:pt x="31" y="76"/>
                    </a:cubicBezTo>
                    <a:cubicBezTo>
                      <a:pt x="30" y="74"/>
                      <a:pt x="29" y="73"/>
                      <a:pt x="29" y="71"/>
                    </a:cubicBezTo>
                    <a:cubicBezTo>
                      <a:pt x="29" y="68"/>
                      <a:pt x="29" y="65"/>
                      <a:pt x="29" y="62"/>
                    </a:cubicBezTo>
                    <a:cubicBezTo>
                      <a:pt x="29" y="52"/>
                      <a:pt x="27" y="43"/>
                      <a:pt x="22" y="35"/>
                    </a:cubicBezTo>
                    <a:cubicBezTo>
                      <a:pt x="18" y="28"/>
                      <a:pt x="13" y="23"/>
                      <a:pt x="8" y="18"/>
                    </a:cubicBezTo>
                    <a:cubicBezTo>
                      <a:pt x="0" y="11"/>
                      <a:pt x="9"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0"/>
              <p:cNvSpPr/>
              <p:nvPr/>
            </p:nvSpPr>
            <p:spPr>
              <a:xfrm rot="-755222">
                <a:off x="8765785" y="3032363"/>
                <a:ext cx="101616" cy="97480"/>
              </a:xfrm>
              <a:custGeom>
                <a:rect b="b" l="l" r="r" t="t"/>
                <a:pathLst>
                  <a:path extrusionOk="0" h="118" w="123">
                    <a:moveTo>
                      <a:pt x="0" y="2"/>
                    </a:moveTo>
                    <a:cubicBezTo>
                      <a:pt x="45" y="32"/>
                      <a:pt x="74" y="81"/>
                      <a:pt x="122" y="117"/>
                    </a:cubicBezTo>
                    <a:cubicBezTo>
                      <a:pt x="115" y="113"/>
                      <a:pt x="107" y="109"/>
                      <a:pt x="100" y="105"/>
                    </a:cubicBezTo>
                    <a:cubicBezTo>
                      <a:pt x="62" y="83"/>
                      <a:pt x="30" y="51"/>
                      <a:pt x="8" y="13"/>
                    </a:cubicBezTo>
                    <a:cubicBezTo>
                      <a:pt x="6" y="9"/>
                      <a:pt x="3" y="5"/>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0"/>
              <p:cNvSpPr/>
              <p:nvPr/>
            </p:nvSpPr>
            <p:spPr>
              <a:xfrm rot="-755222">
                <a:off x="9928130" y="3417946"/>
                <a:ext cx="90876" cy="79306"/>
              </a:xfrm>
              <a:custGeom>
                <a:rect b="b" l="l" r="r" t="t"/>
                <a:pathLst>
                  <a:path extrusionOk="0" h="96" w="110">
                    <a:moveTo>
                      <a:pt x="109" y="95"/>
                    </a:moveTo>
                    <a:cubicBezTo>
                      <a:pt x="68" y="70"/>
                      <a:pt x="31" y="38"/>
                      <a:pt x="0" y="0"/>
                    </a:cubicBezTo>
                    <a:cubicBezTo>
                      <a:pt x="2" y="1"/>
                      <a:pt x="3" y="2"/>
                      <a:pt x="5" y="3"/>
                    </a:cubicBezTo>
                    <a:cubicBezTo>
                      <a:pt x="45" y="27"/>
                      <a:pt x="81" y="58"/>
                      <a:pt x="109"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0"/>
              <p:cNvSpPr/>
              <p:nvPr/>
            </p:nvSpPr>
            <p:spPr>
              <a:xfrm rot="-755222">
                <a:off x="9379226" y="4286791"/>
                <a:ext cx="38003" cy="57827"/>
              </a:xfrm>
              <a:custGeom>
                <a:rect b="b" l="l" r="r" t="t"/>
                <a:pathLst>
                  <a:path extrusionOk="0" h="70" w="46">
                    <a:moveTo>
                      <a:pt x="29" y="69"/>
                    </a:moveTo>
                    <a:cubicBezTo>
                      <a:pt x="25" y="68"/>
                      <a:pt x="22" y="67"/>
                      <a:pt x="19" y="65"/>
                    </a:cubicBezTo>
                    <a:cubicBezTo>
                      <a:pt x="13" y="62"/>
                      <a:pt x="8" y="57"/>
                      <a:pt x="5" y="51"/>
                    </a:cubicBezTo>
                    <a:cubicBezTo>
                      <a:pt x="2" y="45"/>
                      <a:pt x="0" y="39"/>
                      <a:pt x="0" y="32"/>
                    </a:cubicBezTo>
                    <a:cubicBezTo>
                      <a:pt x="0" y="25"/>
                      <a:pt x="2" y="19"/>
                      <a:pt x="5" y="13"/>
                    </a:cubicBezTo>
                    <a:cubicBezTo>
                      <a:pt x="6" y="12"/>
                      <a:pt x="6" y="11"/>
                      <a:pt x="7" y="10"/>
                    </a:cubicBezTo>
                    <a:cubicBezTo>
                      <a:pt x="8" y="7"/>
                      <a:pt x="10" y="5"/>
                      <a:pt x="13" y="3"/>
                    </a:cubicBezTo>
                    <a:cubicBezTo>
                      <a:pt x="16" y="1"/>
                      <a:pt x="19" y="0"/>
                      <a:pt x="23" y="0"/>
                    </a:cubicBezTo>
                    <a:cubicBezTo>
                      <a:pt x="24" y="0"/>
                      <a:pt x="26" y="1"/>
                      <a:pt x="27" y="1"/>
                    </a:cubicBezTo>
                    <a:cubicBezTo>
                      <a:pt x="37" y="4"/>
                      <a:pt x="45" y="11"/>
                      <a:pt x="43" y="21"/>
                    </a:cubicBezTo>
                    <a:cubicBezTo>
                      <a:pt x="42" y="38"/>
                      <a:pt x="37" y="54"/>
                      <a:pt x="29"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0"/>
              <p:cNvSpPr/>
              <p:nvPr/>
            </p:nvSpPr>
            <p:spPr>
              <a:xfrm rot="-755222">
                <a:off x="9723242" y="3429360"/>
                <a:ext cx="88398" cy="86741"/>
              </a:xfrm>
              <a:custGeom>
                <a:rect b="b" l="l" r="r" t="t"/>
                <a:pathLst>
                  <a:path extrusionOk="0" h="105" w="107">
                    <a:moveTo>
                      <a:pt x="106" y="104"/>
                    </a:moveTo>
                    <a:lnTo>
                      <a:pt x="0" y="0"/>
                    </a:lnTo>
                    <a:cubicBezTo>
                      <a:pt x="31" y="11"/>
                      <a:pt x="73" y="52"/>
                      <a:pt x="106"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0"/>
              <p:cNvSpPr/>
              <p:nvPr/>
            </p:nvSpPr>
            <p:spPr>
              <a:xfrm rot="-755222">
                <a:off x="9391668" y="3923092"/>
                <a:ext cx="28089" cy="147047"/>
              </a:xfrm>
              <a:custGeom>
                <a:rect b="b" l="l" r="r" t="t"/>
                <a:pathLst>
                  <a:path extrusionOk="0" h="178" w="34">
                    <a:moveTo>
                      <a:pt x="3" y="177"/>
                    </a:moveTo>
                    <a:cubicBezTo>
                      <a:pt x="1" y="164"/>
                      <a:pt x="0" y="151"/>
                      <a:pt x="0" y="137"/>
                    </a:cubicBezTo>
                    <a:cubicBezTo>
                      <a:pt x="0" y="119"/>
                      <a:pt x="2" y="102"/>
                      <a:pt x="5" y="84"/>
                    </a:cubicBezTo>
                    <a:cubicBezTo>
                      <a:pt x="9" y="58"/>
                      <a:pt x="5" y="28"/>
                      <a:pt x="10" y="0"/>
                    </a:cubicBezTo>
                    <a:cubicBezTo>
                      <a:pt x="33" y="61"/>
                      <a:pt x="3" y="119"/>
                      <a:pt x="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0"/>
              <p:cNvSpPr/>
              <p:nvPr/>
            </p:nvSpPr>
            <p:spPr>
              <a:xfrm rot="-755222">
                <a:off x="7680234" y="2028728"/>
                <a:ext cx="111530" cy="45436"/>
              </a:xfrm>
              <a:custGeom>
                <a:rect b="b" l="l" r="r" t="t"/>
                <a:pathLst>
                  <a:path extrusionOk="0" h="55" w="135">
                    <a:moveTo>
                      <a:pt x="5" y="0"/>
                    </a:moveTo>
                    <a:lnTo>
                      <a:pt x="134" y="54"/>
                    </a:lnTo>
                    <a:cubicBezTo>
                      <a:pt x="91" y="53"/>
                      <a:pt x="50" y="40"/>
                      <a:pt x="13" y="20"/>
                    </a:cubicBezTo>
                    <a:cubicBezTo>
                      <a:pt x="8" y="17"/>
                      <a:pt x="4" y="15"/>
                      <a:pt x="0" y="12"/>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0"/>
              <p:cNvSpPr/>
              <p:nvPr/>
            </p:nvSpPr>
            <p:spPr>
              <a:xfrm rot="-755222">
                <a:off x="9313402" y="3488529"/>
                <a:ext cx="76832" cy="104915"/>
              </a:xfrm>
              <a:custGeom>
                <a:rect b="b" l="l" r="r" t="t"/>
                <a:pathLst>
                  <a:path extrusionOk="0" h="127" w="93">
                    <a:moveTo>
                      <a:pt x="92" y="125"/>
                    </a:moveTo>
                    <a:cubicBezTo>
                      <a:pt x="48" y="96"/>
                      <a:pt x="27" y="50"/>
                      <a:pt x="0" y="0"/>
                    </a:cubicBezTo>
                    <a:cubicBezTo>
                      <a:pt x="29" y="26"/>
                      <a:pt x="54" y="57"/>
                      <a:pt x="73" y="91"/>
                    </a:cubicBezTo>
                    <a:cubicBezTo>
                      <a:pt x="80" y="102"/>
                      <a:pt x="86" y="114"/>
                      <a:pt x="91" y="126"/>
                    </a:cubicBezTo>
                    <a:lnTo>
                      <a:pt x="92" y="1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0"/>
              <p:cNvSpPr/>
              <p:nvPr/>
            </p:nvSpPr>
            <p:spPr>
              <a:xfrm rot="-755222">
                <a:off x="8040737" y="2351279"/>
                <a:ext cx="79310" cy="108220"/>
              </a:xfrm>
              <a:custGeom>
                <a:rect b="b" l="l" r="r" t="t"/>
                <a:pathLst>
                  <a:path extrusionOk="0" h="131" w="96">
                    <a:moveTo>
                      <a:pt x="95" y="129"/>
                    </a:moveTo>
                    <a:cubicBezTo>
                      <a:pt x="51" y="99"/>
                      <a:pt x="31" y="53"/>
                      <a:pt x="0" y="0"/>
                    </a:cubicBezTo>
                    <a:cubicBezTo>
                      <a:pt x="30" y="29"/>
                      <a:pt x="56" y="62"/>
                      <a:pt x="77" y="98"/>
                    </a:cubicBezTo>
                    <a:cubicBezTo>
                      <a:pt x="83" y="108"/>
                      <a:pt x="89" y="119"/>
                      <a:pt x="94" y="130"/>
                    </a:cubicBezTo>
                    <a:lnTo>
                      <a:pt x="95"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0"/>
              <p:cNvSpPr/>
              <p:nvPr/>
            </p:nvSpPr>
            <p:spPr>
              <a:xfrm rot="-755222">
                <a:off x="10050473" y="3481829"/>
                <a:ext cx="94181" cy="91698"/>
              </a:xfrm>
              <a:custGeom>
                <a:rect b="b" l="l" r="r" t="t"/>
                <a:pathLst>
                  <a:path extrusionOk="0" h="111" w="114">
                    <a:moveTo>
                      <a:pt x="113" y="110"/>
                    </a:moveTo>
                    <a:lnTo>
                      <a:pt x="0" y="0"/>
                    </a:lnTo>
                    <a:cubicBezTo>
                      <a:pt x="44" y="29"/>
                      <a:pt x="82" y="67"/>
                      <a:pt x="113"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0"/>
              <p:cNvSpPr/>
              <p:nvPr/>
            </p:nvSpPr>
            <p:spPr>
              <a:xfrm rot="-755222">
                <a:off x="8795205" y="4192326"/>
                <a:ext cx="41307" cy="42131"/>
              </a:xfrm>
              <a:custGeom>
                <a:rect b="b" l="l" r="r" t="t"/>
                <a:pathLst>
                  <a:path extrusionOk="0" h="51" w="50">
                    <a:moveTo>
                      <a:pt x="21" y="49"/>
                    </a:moveTo>
                    <a:cubicBezTo>
                      <a:pt x="18" y="49"/>
                      <a:pt x="15" y="48"/>
                      <a:pt x="12" y="46"/>
                    </a:cubicBezTo>
                    <a:cubicBezTo>
                      <a:pt x="8" y="44"/>
                      <a:pt x="5" y="41"/>
                      <a:pt x="3" y="37"/>
                    </a:cubicBezTo>
                    <a:cubicBezTo>
                      <a:pt x="1" y="33"/>
                      <a:pt x="0" y="29"/>
                      <a:pt x="0" y="25"/>
                    </a:cubicBezTo>
                    <a:cubicBezTo>
                      <a:pt x="0" y="20"/>
                      <a:pt x="1" y="16"/>
                      <a:pt x="3" y="12"/>
                    </a:cubicBezTo>
                    <a:cubicBezTo>
                      <a:pt x="5" y="8"/>
                      <a:pt x="8" y="5"/>
                      <a:pt x="12" y="3"/>
                    </a:cubicBezTo>
                    <a:cubicBezTo>
                      <a:pt x="16" y="1"/>
                      <a:pt x="20" y="0"/>
                      <a:pt x="24" y="0"/>
                    </a:cubicBezTo>
                    <a:cubicBezTo>
                      <a:pt x="25" y="0"/>
                      <a:pt x="26" y="0"/>
                      <a:pt x="26" y="0"/>
                    </a:cubicBezTo>
                    <a:cubicBezTo>
                      <a:pt x="30" y="0"/>
                      <a:pt x="34" y="1"/>
                      <a:pt x="37" y="3"/>
                    </a:cubicBezTo>
                    <a:cubicBezTo>
                      <a:pt x="41" y="5"/>
                      <a:pt x="44" y="8"/>
                      <a:pt x="46" y="11"/>
                    </a:cubicBezTo>
                    <a:cubicBezTo>
                      <a:pt x="48" y="14"/>
                      <a:pt x="49" y="18"/>
                      <a:pt x="49" y="22"/>
                    </a:cubicBezTo>
                    <a:cubicBezTo>
                      <a:pt x="49" y="24"/>
                      <a:pt x="48" y="25"/>
                      <a:pt x="48" y="26"/>
                    </a:cubicBezTo>
                    <a:cubicBezTo>
                      <a:pt x="48" y="30"/>
                      <a:pt x="47" y="34"/>
                      <a:pt x="45" y="37"/>
                    </a:cubicBezTo>
                    <a:cubicBezTo>
                      <a:pt x="43" y="41"/>
                      <a:pt x="40" y="44"/>
                      <a:pt x="36" y="46"/>
                    </a:cubicBezTo>
                    <a:cubicBezTo>
                      <a:pt x="32" y="48"/>
                      <a:pt x="28" y="50"/>
                      <a:pt x="24" y="50"/>
                    </a:cubicBezTo>
                    <a:cubicBezTo>
                      <a:pt x="23" y="50"/>
                      <a:pt x="22" y="50"/>
                      <a:pt x="2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0"/>
              <p:cNvSpPr/>
              <p:nvPr/>
            </p:nvSpPr>
            <p:spPr>
              <a:xfrm rot="-755222">
                <a:off x="9021644" y="3842851"/>
                <a:ext cx="50395" cy="46262"/>
              </a:xfrm>
              <a:custGeom>
                <a:rect b="b" l="l" r="r" t="t"/>
                <a:pathLst>
                  <a:path extrusionOk="0" h="56" w="61">
                    <a:moveTo>
                      <a:pt x="15" y="0"/>
                    </a:moveTo>
                    <a:cubicBezTo>
                      <a:pt x="17" y="1"/>
                      <a:pt x="20" y="3"/>
                      <a:pt x="23" y="4"/>
                    </a:cubicBezTo>
                    <a:cubicBezTo>
                      <a:pt x="37" y="12"/>
                      <a:pt x="49" y="24"/>
                      <a:pt x="56" y="37"/>
                    </a:cubicBezTo>
                    <a:cubicBezTo>
                      <a:pt x="58" y="40"/>
                      <a:pt x="59" y="42"/>
                      <a:pt x="60" y="45"/>
                    </a:cubicBezTo>
                    <a:cubicBezTo>
                      <a:pt x="60" y="48"/>
                      <a:pt x="58" y="53"/>
                      <a:pt x="56" y="54"/>
                    </a:cubicBezTo>
                    <a:cubicBezTo>
                      <a:pt x="52" y="55"/>
                      <a:pt x="48" y="55"/>
                      <a:pt x="44" y="55"/>
                    </a:cubicBezTo>
                    <a:cubicBezTo>
                      <a:pt x="36" y="55"/>
                      <a:pt x="27" y="53"/>
                      <a:pt x="20" y="49"/>
                    </a:cubicBezTo>
                    <a:cubicBezTo>
                      <a:pt x="17" y="47"/>
                      <a:pt x="14" y="45"/>
                      <a:pt x="12" y="43"/>
                    </a:cubicBezTo>
                    <a:cubicBezTo>
                      <a:pt x="8" y="41"/>
                      <a:pt x="5" y="38"/>
                      <a:pt x="3" y="34"/>
                    </a:cubicBezTo>
                    <a:cubicBezTo>
                      <a:pt x="1" y="30"/>
                      <a:pt x="0" y="27"/>
                      <a:pt x="0" y="23"/>
                    </a:cubicBezTo>
                    <a:cubicBezTo>
                      <a:pt x="0" y="19"/>
                      <a:pt x="1" y="15"/>
                      <a:pt x="3" y="11"/>
                    </a:cubicBezTo>
                    <a:cubicBezTo>
                      <a:pt x="3" y="11"/>
                      <a:pt x="4" y="11"/>
                      <a:pt x="4" y="10"/>
                    </a:cubicBezTo>
                    <a:cubicBezTo>
                      <a:pt x="6" y="5"/>
                      <a:pt x="12" y="2"/>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0"/>
              <p:cNvSpPr/>
              <p:nvPr/>
            </p:nvSpPr>
            <p:spPr>
              <a:xfrm rot="-755222">
                <a:off x="9413330" y="2835733"/>
                <a:ext cx="81789" cy="90872"/>
              </a:xfrm>
              <a:custGeom>
                <a:rect b="b" l="l" r="r" t="t"/>
                <a:pathLst>
                  <a:path extrusionOk="0" h="110" w="99">
                    <a:moveTo>
                      <a:pt x="97" y="109"/>
                    </a:moveTo>
                    <a:cubicBezTo>
                      <a:pt x="56" y="81"/>
                      <a:pt x="38" y="32"/>
                      <a:pt x="0" y="0"/>
                    </a:cubicBezTo>
                    <a:cubicBezTo>
                      <a:pt x="36" y="11"/>
                      <a:pt x="71" y="50"/>
                      <a:pt x="98" y="108"/>
                    </a:cubicBezTo>
                    <a:lnTo>
                      <a:pt x="97" y="10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0"/>
              <p:cNvSpPr/>
              <p:nvPr/>
            </p:nvSpPr>
            <p:spPr>
              <a:xfrm rot="-755222">
                <a:off x="8213859" y="2210457"/>
                <a:ext cx="81789" cy="82610"/>
              </a:xfrm>
              <a:custGeom>
                <a:rect b="b" l="l" r="r" t="t"/>
                <a:pathLst>
                  <a:path extrusionOk="0" h="100" w="99">
                    <a:moveTo>
                      <a:pt x="0" y="0"/>
                    </a:moveTo>
                    <a:cubicBezTo>
                      <a:pt x="40" y="26"/>
                      <a:pt x="73" y="59"/>
                      <a:pt x="98" y="99"/>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0"/>
              <p:cNvSpPr/>
              <p:nvPr/>
            </p:nvSpPr>
            <p:spPr>
              <a:xfrm rot="-755222">
                <a:off x="7678424" y="1945679"/>
                <a:ext cx="97485" cy="14870"/>
              </a:xfrm>
              <a:custGeom>
                <a:rect b="b" l="l" r="r" t="t"/>
                <a:pathLst>
                  <a:path extrusionOk="0" h="18" w="118">
                    <a:moveTo>
                      <a:pt x="0" y="15"/>
                    </a:moveTo>
                    <a:cubicBezTo>
                      <a:pt x="18" y="5"/>
                      <a:pt x="38" y="0"/>
                      <a:pt x="59" y="0"/>
                    </a:cubicBezTo>
                    <a:cubicBezTo>
                      <a:pt x="79" y="0"/>
                      <a:pt x="99" y="5"/>
                      <a:pt x="117" y="15"/>
                    </a:cubicBezTo>
                    <a:cubicBezTo>
                      <a:pt x="77" y="13"/>
                      <a:pt x="39" y="17"/>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0"/>
              <p:cNvSpPr/>
              <p:nvPr/>
            </p:nvSpPr>
            <p:spPr>
              <a:xfrm rot="-755222">
                <a:off x="8981187" y="4197764"/>
                <a:ext cx="52873" cy="42957"/>
              </a:xfrm>
              <a:custGeom>
                <a:rect b="b" l="l" r="r" t="t"/>
                <a:pathLst>
                  <a:path extrusionOk="0" h="52" w="64">
                    <a:moveTo>
                      <a:pt x="20" y="51"/>
                    </a:moveTo>
                    <a:cubicBezTo>
                      <a:pt x="16" y="51"/>
                      <a:pt x="6" y="51"/>
                      <a:pt x="3" y="40"/>
                    </a:cubicBezTo>
                    <a:cubicBezTo>
                      <a:pt x="0" y="29"/>
                      <a:pt x="9" y="24"/>
                      <a:pt x="17" y="20"/>
                    </a:cubicBezTo>
                    <a:cubicBezTo>
                      <a:pt x="30" y="15"/>
                      <a:pt x="41" y="0"/>
                      <a:pt x="57" y="13"/>
                    </a:cubicBezTo>
                    <a:cubicBezTo>
                      <a:pt x="59" y="14"/>
                      <a:pt x="59" y="16"/>
                      <a:pt x="61" y="18"/>
                    </a:cubicBezTo>
                    <a:cubicBezTo>
                      <a:pt x="62" y="20"/>
                      <a:pt x="63" y="23"/>
                      <a:pt x="63" y="26"/>
                    </a:cubicBezTo>
                    <a:cubicBezTo>
                      <a:pt x="63" y="28"/>
                      <a:pt x="63" y="30"/>
                      <a:pt x="62" y="32"/>
                    </a:cubicBezTo>
                    <a:cubicBezTo>
                      <a:pt x="55" y="47"/>
                      <a:pt x="40" y="50"/>
                      <a:pt x="20"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0"/>
              <p:cNvSpPr/>
              <p:nvPr/>
            </p:nvSpPr>
            <p:spPr>
              <a:xfrm rot="-755222">
                <a:off x="8892510" y="3893143"/>
                <a:ext cx="47917" cy="47914"/>
              </a:xfrm>
              <a:custGeom>
                <a:rect b="b" l="l" r="r" t="t"/>
                <a:pathLst>
                  <a:path extrusionOk="0" h="58" w="58">
                    <a:moveTo>
                      <a:pt x="54" y="55"/>
                    </a:moveTo>
                    <a:cubicBezTo>
                      <a:pt x="51" y="56"/>
                      <a:pt x="48" y="57"/>
                      <a:pt x="45" y="57"/>
                    </a:cubicBezTo>
                    <a:cubicBezTo>
                      <a:pt x="40" y="57"/>
                      <a:pt x="35" y="55"/>
                      <a:pt x="30" y="53"/>
                    </a:cubicBezTo>
                    <a:cubicBezTo>
                      <a:pt x="27" y="51"/>
                      <a:pt x="24" y="48"/>
                      <a:pt x="22" y="46"/>
                    </a:cubicBezTo>
                    <a:cubicBezTo>
                      <a:pt x="10" y="36"/>
                      <a:pt x="0" y="25"/>
                      <a:pt x="6" y="9"/>
                    </a:cubicBezTo>
                    <a:lnTo>
                      <a:pt x="6" y="8"/>
                    </a:lnTo>
                    <a:cubicBezTo>
                      <a:pt x="8" y="6"/>
                      <a:pt x="10" y="4"/>
                      <a:pt x="12" y="2"/>
                    </a:cubicBezTo>
                    <a:cubicBezTo>
                      <a:pt x="14" y="1"/>
                      <a:pt x="16" y="1"/>
                      <a:pt x="18" y="0"/>
                    </a:cubicBezTo>
                    <a:cubicBezTo>
                      <a:pt x="34" y="0"/>
                      <a:pt x="33" y="16"/>
                      <a:pt x="40" y="27"/>
                    </a:cubicBezTo>
                    <a:cubicBezTo>
                      <a:pt x="46" y="38"/>
                      <a:pt x="57" y="41"/>
                      <a:pt x="5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0"/>
              <p:cNvSpPr/>
              <p:nvPr/>
            </p:nvSpPr>
            <p:spPr>
              <a:xfrm rot="-755222">
                <a:off x="9040458" y="3271175"/>
                <a:ext cx="80962" cy="88393"/>
              </a:xfrm>
              <a:custGeom>
                <a:rect b="b" l="l" r="r" t="t"/>
                <a:pathLst>
                  <a:path extrusionOk="0" h="107" w="98">
                    <a:moveTo>
                      <a:pt x="4" y="0"/>
                    </a:moveTo>
                    <a:cubicBezTo>
                      <a:pt x="41" y="30"/>
                      <a:pt x="72" y="66"/>
                      <a:pt x="97" y="106"/>
                    </a:cubicBezTo>
                    <a:cubicBezTo>
                      <a:pt x="58" y="78"/>
                      <a:pt x="25" y="43"/>
                      <a:pt x="0" y="2"/>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0"/>
              <p:cNvSpPr/>
              <p:nvPr/>
            </p:nvSpPr>
            <p:spPr>
              <a:xfrm rot="-755222">
                <a:off x="7833061" y="2086120"/>
                <a:ext cx="76006" cy="75176"/>
              </a:xfrm>
              <a:custGeom>
                <a:rect b="b" l="l" r="r" t="t"/>
                <a:pathLst>
                  <a:path extrusionOk="0" h="91" w="92">
                    <a:moveTo>
                      <a:pt x="88" y="90"/>
                    </a:moveTo>
                    <a:lnTo>
                      <a:pt x="74" y="79"/>
                    </a:lnTo>
                    <a:cubicBezTo>
                      <a:pt x="57" y="67"/>
                      <a:pt x="44" y="49"/>
                      <a:pt x="22" y="45"/>
                    </a:cubicBezTo>
                    <a:lnTo>
                      <a:pt x="24" y="47"/>
                    </a:lnTo>
                    <a:cubicBezTo>
                      <a:pt x="26" y="30"/>
                      <a:pt x="0" y="25"/>
                      <a:pt x="7" y="0"/>
                    </a:cubicBezTo>
                    <a:lnTo>
                      <a:pt x="91" y="76"/>
                    </a:lnTo>
                    <a:lnTo>
                      <a:pt x="88"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0"/>
              <p:cNvSpPr/>
              <p:nvPr/>
            </p:nvSpPr>
            <p:spPr>
              <a:xfrm rot="-755222">
                <a:off x="10016904" y="3648948"/>
                <a:ext cx="90050" cy="94176"/>
              </a:xfrm>
              <a:custGeom>
                <a:rect b="b" l="l" r="r" t="t"/>
                <a:pathLst>
                  <a:path extrusionOk="0" h="114" w="109">
                    <a:moveTo>
                      <a:pt x="105" y="113"/>
                    </a:moveTo>
                    <a:cubicBezTo>
                      <a:pt x="67" y="79"/>
                      <a:pt x="32" y="41"/>
                      <a:pt x="0" y="0"/>
                    </a:cubicBezTo>
                    <a:cubicBezTo>
                      <a:pt x="2" y="1"/>
                      <a:pt x="3" y="2"/>
                      <a:pt x="4" y="3"/>
                    </a:cubicBezTo>
                    <a:cubicBezTo>
                      <a:pt x="46" y="27"/>
                      <a:pt x="81" y="61"/>
                      <a:pt x="104" y="102"/>
                    </a:cubicBezTo>
                    <a:cubicBezTo>
                      <a:pt x="106" y="105"/>
                      <a:pt x="107" y="107"/>
                      <a:pt x="108" y="110"/>
                    </a:cubicBezTo>
                    <a:lnTo>
                      <a:pt x="105" y="1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0"/>
              <p:cNvSpPr/>
              <p:nvPr/>
            </p:nvSpPr>
            <p:spPr>
              <a:xfrm rot="-755222">
                <a:off x="9198644" y="3639030"/>
                <a:ext cx="78484" cy="87567"/>
              </a:xfrm>
              <a:custGeom>
                <a:rect b="b" l="l" r="r" t="t"/>
                <a:pathLst>
                  <a:path extrusionOk="0" h="106" w="95">
                    <a:moveTo>
                      <a:pt x="0" y="0"/>
                    </a:moveTo>
                    <a:cubicBezTo>
                      <a:pt x="38" y="28"/>
                      <a:pt x="70" y="64"/>
                      <a:pt x="94" y="105"/>
                    </a:cubicBezTo>
                    <a:cubicBezTo>
                      <a:pt x="58" y="74"/>
                      <a:pt x="19"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0"/>
              <p:cNvSpPr/>
              <p:nvPr/>
            </p:nvSpPr>
            <p:spPr>
              <a:xfrm rot="-755222">
                <a:off x="8445714" y="3918928"/>
                <a:ext cx="51221" cy="50392"/>
              </a:xfrm>
              <a:custGeom>
                <a:rect b="b" l="l" r="r" t="t"/>
                <a:pathLst>
                  <a:path extrusionOk="0" h="61" w="62">
                    <a:moveTo>
                      <a:pt x="61" y="57"/>
                    </a:moveTo>
                    <a:cubicBezTo>
                      <a:pt x="55" y="59"/>
                      <a:pt x="48" y="60"/>
                      <a:pt x="42" y="60"/>
                    </a:cubicBezTo>
                    <a:cubicBezTo>
                      <a:pt x="34" y="60"/>
                      <a:pt x="25" y="57"/>
                      <a:pt x="18" y="54"/>
                    </a:cubicBezTo>
                    <a:cubicBezTo>
                      <a:pt x="14" y="51"/>
                      <a:pt x="11" y="49"/>
                      <a:pt x="8" y="46"/>
                    </a:cubicBezTo>
                    <a:cubicBezTo>
                      <a:pt x="6" y="44"/>
                      <a:pt x="5" y="43"/>
                      <a:pt x="3" y="41"/>
                    </a:cubicBezTo>
                    <a:cubicBezTo>
                      <a:pt x="1" y="37"/>
                      <a:pt x="0" y="33"/>
                      <a:pt x="0" y="29"/>
                    </a:cubicBezTo>
                    <a:cubicBezTo>
                      <a:pt x="0" y="25"/>
                      <a:pt x="1" y="21"/>
                      <a:pt x="3" y="18"/>
                    </a:cubicBezTo>
                    <a:cubicBezTo>
                      <a:pt x="5" y="14"/>
                      <a:pt x="8" y="12"/>
                      <a:pt x="12" y="10"/>
                    </a:cubicBezTo>
                    <a:lnTo>
                      <a:pt x="13" y="9"/>
                    </a:lnTo>
                    <a:cubicBezTo>
                      <a:pt x="26" y="0"/>
                      <a:pt x="33" y="9"/>
                      <a:pt x="34" y="22"/>
                    </a:cubicBezTo>
                    <a:cubicBezTo>
                      <a:pt x="35" y="39"/>
                      <a:pt x="57" y="38"/>
                      <a:pt x="6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0"/>
              <p:cNvSpPr/>
              <p:nvPr/>
            </p:nvSpPr>
            <p:spPr>
              <a:xfrm rot="-755222">
                <a:off x="8405450" y="2449108"/>
                <a:ext cx="77658" cy="78480"/>
              </a:xfrm>
              <a:custGeom>
                <a:rect b="b" l="l" r="r" t="t"/>
                <a:pathLst>
                  <a:path extrusionOk="0" h="95" w="94">
                    <a:moveTo>
                      <a:pt x="58" y="38"/>
                    </a:moveTo>
                    <a:cubicBezTo>
                      <a:pt x="67" y="58"/>
                      <a:pt x="93" y="68"/>
                      <a:pt x="93" y="94"/>
                    </a:cubicBezTo>
                    <a:cubicBezTo>
                      <a:pt x="58" y="74"/>
                      <a:pt x="37" y="40"/>
                      <a:pt x="9" y="13"/>
                    </a:cubicBezTo>
                    <a:cubicBezTo>
                      <a:pt x="0" y="4"/>
                      <a:pt x="16" y="1"/>
                      <a:pt x="24" y="0"/>
                    </a:cubicBezTo>
                    <a:lnTo>
                      <a:pt x="5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0"/>
              <p:cNvSpPr/>
              <p:nvPr/>
            </p:nvSpPr>
            <p:spPr>
              <a:xfrm rot="-755222">
                <a:off x="8743309" y="3931957"/>
                <a:ext cx="43786" cy="44610"/>
              </a:xfrm>
              <a:custGeom>
                <a:rect b="b" l="l" r="r" t="t"/>
                <a:pathLst>
                  <a:path extrusionOk="0" h="54" w="53">
                    <a:moveTo>
                      <a:pt x="10" y="53"/>
                    </a:moveTo>
                    <a:cubicBezTo>
                      <a:pt x="5" y="51"/>
                      <a:pt x="0" y="49"/>
                      <a:pt x="0" y="43"/>
                    </a:cubicBezTo>
                    <a:cubicBezTo>
                      <a:pt x="0" y="29"/>
                      <a:pt x="25" y="0"/>
                      <a:pt x="36" y="0"/>
                    </a:cubicBezTo>
                    <a:lnTo>
                      <a:pt x="37" y="0"/>
                    </a:lnTo>
                    <a:cubicBezTo>
                      <a:pt x="39" y="0"/>
                      <a:pt x="41" y="0"/>
                      <a:pt x="44" y="2"/>
                    </a:cubicBezTo>
                    <a:cubicBezTo>
                      <a:pt x="47" y="4"/>
                      <a:pt x="49" y="6"/>
                      <a:pt x="50" y="8"/>
                    </a:cubicBezTo>
                    <a:cubicBezTo>
                      <a:pt x="51" y="10"/>
                      <a:pt x="52" y="13"/>
                      <a:pt x="52" y="16"/>
                    </a:cubicBezTo>
                    <a:cubicBezTo>
                      <a:pt x="52" y="17"/>
                      <a:pt x="52" y="17"/>
                      <a:pt x="52" y="18"/>
                    </a:cubicBezTo>
                    <a:cubicBezTo>
                      <a:pt x="51" y="22"/>
                      <a:pt x="49" y="26"/>
                      <a:pt x="47" y="30"/>
                    </a:cubicBezTo>
                    <a:cubicBezTo>
                      <a:pt x="43" y="37"/>
                      <a:pt x="37" y="43"/>
                      <a:pt x="30" y="47"/>
                    </a:cubicBezTo>
                    <a:cubicBezTo>
                      <a:pt x="24" y="51"/>
                      <a:pt x="17" y="53"/>
                      <a:pt x="10"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0"/>
              <p:cNvSpPr/>
              <p:nvPr/>
            </p:nvSpPr>
            <p:spPr>
              <a:xfrm rot="-755222">
                <a:off x="8867026" y="4259896"/>
                <a:ext cx="35524" cy="42957"/>
              </a:xfrm>
              <a:custGeom>
                <a:rect b="b" l="l" r="r" t="t"/>
                <a:pathLst>
                  <a:path extrusionOk="0" h="52" w="43">
                    <a:moveTo>
                      <a:pt x="41" y="31"/>
                    </a:moveTo>
                    <a:cubicBezTo>
                      <a:pt x="41" y="38"/>
                      <a:pt x="42" y="50"/>
                      <a:pt x="30" y="51"/>
                    </a:cubicBezTo>
                    <a:cubicBezTo>
                      <a:pt x="29" y="51"/>
                      <a:pt x="29" y="51"/>
                      <a:pt x="28" y="51"/>
                    </a:cubicBezTo>
                    <a:cubicBezTo>
                      <a:pt x="23" y="51"/>
                      <a:pt x="18" y="50"/>
                      <a:pt x="14" y="47"/>
                    </a:cubicBezTo>
                    <a:cubicBezTo>
                      <a:pt x="10" y="45"/>
                      <a:pt x="7" y="41"/>
                      <a:pt x="4" y="37"/>
                    </a:cubicBezTo>
                    <a:cubicBezTo>
                      <a:pt x="2" y="34"/>
                      <a:pt x="1" y="30"/>
                      <a:pt x="0" y="26"/>
                    </a:cubicBezTo>
                    <a:cubicBezTo>
                      <a:pt x="0" y="24"/>
                      <a:pt x="0" y="23"/>
                      <a:pt x="0" y="22"/>
                    </a:cubicBezTo>
                    <a:cubicBezTo>
                      <a:pt x="0" y="18"/>
                      <a:pt x="1" y="15"/>
                      <a:pt x="3" y="12"/>
                    </a:cubicBezTo>
                    <a:cubicBezTo>
                      <a:pt x="5" y="9"/>
                      <a:pt x="7" y="7"/>
                      <a:pt x="10" y="5"/>
                    </a:cubicBezTo>
                    <a:cubicBezTo>
                      <a:pt x="12" y="4"/>
                      <a:pt x="15" y="3"/>
                      <a:pt x="17" y="2"/>
                    </a:cubicBezTo>
                    <a:cubicBezTo>
                      <a:pt x="36" y="0"/>
                      <a:pt x="41" y="14"/>
                      <a:pt x="4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0"/>
              <p:cNvSpPr/>
              <p:nvPr/>
            </p:nvSpPr>
            <p:spPr>
              <a:xfrm rot="-755222">
                <a:off x="8820217" y="3951995"/>
                <a:ext cx="50395" cy="33044"/>
              </a:xfrm>
              <a:custGeom>
                <a:rect b="b" l="l" r="r" t="t"/>
                <a:pathLst>
                  <a:path extrusionOk="0" h="40" w="61">
                    <a:moveTo>
                      <a:pt x="60" y="30"/>
                    </a:moveTo>
                    <a:cubicBezTo>
                      <a:pt x="59" y="31"/>
                      <a:pt x="57" y="32"/>
                      <a:pt x="55" y="33"/>
                    </a:cubicBezTo>
                    <a:cubicBezTo>
                      <a:pt x="48" y="37"/>
                      <a:pt x="40" y="39"/>
                      <a:pt x="32" y="39"/>
                    </a:cubicBezTo>
                    <a:cubicBezTo>
                      <a:pt x="25" y="39"/>
                      <a:pt x="17" y="38"/>
                      <a:pt x="11" y="34"/>
                    </a:cubicBezTo>
                    <a:cubicBezTo>
                      <a:pt x="10" y="34"/>
                      <a:pt x="9" y="33"/>
                      <a:pt x="8" y="33"/>
                    </a:cubicBezTo>
                    <a:cubicBezTo>
                      <a:pt x="6" y="32"/>
                      <a:pt x="4" y="30"/>
                      <a:pt x="2" y="27"/>
                    </a:cubicBezTo>
                    <a:cubicBezTo>
                      <a:pt x="0" y="24"/>
                      <a:pt x="0" y="22"/>
                      <a:pt x="0" y="19"/>
                    </a:cubicBezTo>
                    <a:cubicBezTo>
                      <a:pt x="0" y="16"/>
                      <a:pt x="1" y="14"/>
                      <a:pt x="2" y="11"/>
                    </a:cubicBezTo>
                    <a:cubicBezTo>
                      <a:pt x="2" y="10"/>
                      <a:pt x="3" y="9"/>
                      <a:pt x="4" y="8"/>
                    </a:cubicBezTo>
                    <a:cubicBezTo>
                      <a:pt x="5" y="5"/>
                      <a:pt x="6" y="3"/>
                      <a:pt x="9" y="2"/>
                    </a:cubicBezTo>
                    <a:cubicBezTo>
                      <a:pt x="12" y="1"/>
                      <a:pt x="14" y="0"/>
                      <a:pt x="17" y="0"/>
                    </a:cubicBezTo>
                    <a:cubicBezTo>
                      <a:pt x="19" y="0"/>
                      <a:pt x="22" y="0"/>
                      <a:pt x="24" y="2"/>
                    </a:cubicBezTo>
                    <a:cubicBezTo>
                      <a:pt x="36" y="8"/>
                      <a:pt x="52" y="12"/>
                      <a:pt x="6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0"/>
              <p:cNvSpPr/>
              <p:nvPr/>
            </p:nvSpPr>
            <p:spPr>
              <a:xfrm rot="-755222">
                <a:off x="9035146" y="4130633"/>
                <a:ext cx="38829" cy="47914"/>
              </a:xfrm>
              <a:custGeom>
                <a:rect b="b" l="l" r="r" t="t"/>
                <a:pathLst>
                  <a:path extrusionOk="0" h="58" w="47">
                    <a:moveTo>
                      <a:pt x="46" y="21"/>
                    </a:moveTo>
                    <a:cubicBezTo>
                      <a:pt x="45" y="26"/>
                      <a:pt x="43" y="31"/>
                      <a:pt x="40" y="36"/>
                    </a:cubicBezTo>
                    <a:cubicBezTo>
                      <a:pt x="37" y="42"/>
                      <a:pt x="31" y="48"/>
                      <a:pt x="25" y="51"/>
                    </a:cubicBezTo>
                    <a:cubicBezTo>
                      <a:pt x="21" y="54"/>
                      <a:pt x="16" y="56"/>
                      <a:pt x="11" y="57"/>
                    </a:cubicBezTo>
                    <a:lnTo>
                      <a:pt x="10" y="57"/>
                    </a:lnTo>
                    <a:cubicBezTo>
                      <a:pt x="8" y="57"/>
                      <a:pt x="7" y="56"/>
                      <a:pt x="5" y="55"/>
                    </a:cubicBezTo>
                    <a:cubicBezTo>
                      <a:pt x="3" y="54"/>
                      <a:pt x="2" y="53"/>
                      <a:pt x="1" y="51"/>
                    </a:cubicBezTo>
                    <a:cubicBezTo>
                      <a:pt x="0" y="49"/>
                      <a:pt x="0" y="48"/>
                      <a:pt x="0" y="46"/>
                    </a:cubicBezTo>
                    <a:cubicBezTo>
                      <a:pt x="0" y="44"/>
                      <a:pt x="0" y="43"/>
                      <a:pt x="1" y="41"/>
                    </a:cubicBezTo>
                    <a:cubicBezTo>
                      <a:pt x="9" y="26"/>
                      <a:pt x="5" y="1"/>
                      <a:pt x="30" y="0"/>
                    </a:cubicBezTo>
                    <a:cubicBezTo>
                      <a:pt x="41" y="0"/>
                      <a:pt x="44" y="10"/>
                      <a:pt x="4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0"/>
              <p:cNvSpPr/>
              <p:nvPr/>
            </p:nvSpPr>
            <p:spPr>
              <a:xfrm rot="-755222">
                <a:off x="8594426" y="3072400"/>
                <a:ext cx="84267" cy="84263"/>
              </a:xfrm>
              <a:custGeom>
                <a:rect b="b" l="l" r="r" t="t"/>
                <a:pathLst>
                  <a:path extrusionOk="0" h="102" w="102">
                    <a:moveTo>
                      <a:pt x="4" y="0"/>
                    </a:moveTo>
                    <a:cubicBezTo>
                      <a:pt x="42" y="27"/>
                      <a:pt x="75" y="62"/>
                      <a:pt x="101" y="101"/>
                    </a:cubicBezTo>
                    <a:cubicBezTo>
                      <a:pt x="97" y="99"/>
                      <a:pt x="93" y="96"/>
                      <a:pt x="89" y="94"/>
                    </a:cubicBezTo>
                    <a:cubicBezTo>
                      <a:pt x="54" y="74"/>
                      <a:pt x="24" y="45"/>
                      <a:pt x="4" y="10"/>
                    </a:cubicBezTo>
                    <a:cubicBezTo>
                      <a:pt x="3" y="7"/>
                      <a:pt x="2" y="5"/>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0"/>
              <p:cNvSpPr/>
              <p:nvPr/>
            </p:nvSpPr>
            <p:spPr>
              <a:xfrm rot="-755222">
                <a:off x="8693390" y="3187655"/>
                <a:ext cx="76006" cy="96654"/>
              </a:xfrm>
              <a:custGeom>
                <a:rect b="b" l="l" r="r" t="t"/>
                <a:pathLst>
                  <a:path extrusionOk="0" h="117" w="92">
                    <a:moveTo>
                      <a:pt x="11" y="0"/>
                    </a:moveTo>
                    <a:cubicBezTo>
                      <a:pt x="28" y="46"/>
                      <a:pt x="69" y="74"/>
                      <a:pt x="91" y="116"/>
                    </a:cubicBezTo>
                    <a:cubicBezTo>
                      <a:pt x="46" y="98"/>
                      <a:pt x="26" y="58"/>
                      <a:pt x="4" y="20"/>
                    </a:cubicBezTo>
                    <a:cubicBezTo>
                      <a:pt x="0" y="13"/>
                      <a:pt x="5" y="6"/>
                      <a:pt x="10"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0"/>
              <p:cNvSpPr/>
              <p:nvPr/>
            </p:nvSpPr>
            <p:spPr>
              <a:xfrm rot="-755222">
                <a:off x="8461151" y="3502144"/>
                <a:ext cx="44612" cy="37175"/>
              </a:xfrm>
              <a:custGeom>
                <a:rect b="b" l="l" r="r" t="t"/>
                <a:pathLst>
                  <a:path extrusionOk="0" h="45" w="54">
                    <a:moveTo>
                      <a:pt x="20" y="44"/>
                    </a:moveTo>
                    <a:cubicBezTo>
                      <a:pt x="19" y="44"/>
                      <a:pt x="18" y="44"/>
                      <a:pt x="17" y="44"/>
                    </a:cubicBezTo>
                    <a:cubicBezTo>
                      <a:pt x="14" y="44"/>
                      <a:pt x="12" y="43"/>
                      <a:pt x="9" y="42"/>
                    </a:cubicBezTo>
                    <a:cubicBezTo>
                      <a:pt x="6" y="40"/>
                      <a:pt x="4" y="38"/>
                      <a:pt x="2" y="35"/>
                    </a:cubicBezTo>
                    <a:cubicBezTo>
                      <a:pt x="0" y="32"/>
                      <a:pt x="0" y="30"/>
                      <a:pt x="0" y="27"/>
                    </a:cubicBezTo>
                    <a:cubicBezTo>
                      <a:pt x="0" y="25"/>
                      <a:pt x="0" y="24"/>
                      <a:pt x="0" y="23"/>
                    </a:cubicBezTo>
                    <a:lnTo>
                      <a:pt x="0" y="22"/>
                    </a:lnTo>
                    <a:cubicBezTo>
                      <a:pt x="0" y="18"/>
                      <a:pt x="1" y="14"/>
                      <a:pt x="3" y="11"/>
                    </a:cubicBezTo>
                    <a:cubicBezTo>
                      <a:pt x="5" y="8"/>
                      <a:pt x="7" y="5"/>
                      <a:pt x="11" y="3"/>
                    </a:cubicBezTo>
                    <a:cubicBezTo>
                      <a:pt x="15" y="1"/>
                      <a:pt x="18" y="0"/>
                      <a:pt x="22" y="0"/>
                    </a:cubicBezTo>
                    <a:cubicBezTo>
                      <a:pt x="24" y="0"/>
                      <a:pt x="25" y="0"/>
                      <a:pt x="27" y="0"/>
                    </a:cubicBezTo>
                    <a:cubicBezTo>
                      <a:pt x="40" y="2"/>
                      <a:pt x="53" y="10"/>
                      <a:pt x="53" y="23"/>
                    </a:cubicBezTo>
                    <a:cubicBezTo>
                      <a:pt x="53" y="43"/>
                      <a:pt x="31" y="37"/>
                      <a:pt x="2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0"/>
              <p:cNvSpPr/>
              <p:nvPr/>
            </p:nvSpPr>
            <p:spPr>
              <a:xfrm rot="-755222">
                <a:off x="7987931" y="1819580"/>
                <a:ext cx="118139" cy="42131"/>
              </a:xfrm>
              <a:custGeom>
                <a:rect b="b" l="l" r="r" t="t"/>
                <a:pathLst>
                  <a:path extrusionOk="0" h="51" w="143">
                    <a:moveTo>
                      <a:pt x="142" y="49"/>
                    </a:moveTo>
                    <a:cubicBezTo>
                      <a:pt x="92" y="40"/>
                      <a:pt x="44" y="24"/>
                      <a:pt x="0" y="0"/>
                    </a:cubicBezTo>
                    <a:cubicBezTo>
                      <a:pt x="43" y="3"/>
                      <a:pt x="84" y="16"/>
                      <a:pt x="121" y="37"/>
                    </a:cubicBezTo>
                    <a:cubicBezTo>
                      <a:pt x="128" y="41"/>
                      <a:pt x="134" y="45"/>
                      <a:pt x="141" y="50"/>
                    </a:cubicBezTo>
                    <a:lnTo>
                      <a:pt x="142"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0"/>
              <p:cNvSpPr/>
              <p:nvPr/>
            </p:nvSpPr>
            <p:spPr>
              <a:xfrm rot="-755222">
                <a:off x="9274442" y="4220626"/>
                <a:ext cx="42134" cy="39653"/>
              </a:xfrm>
              <a:custGeom>
                <a:rect b="b" l="l" r="r" t="t"/>
                <a:pathLst>
                  <a:path extrusionOk="0" h="48" w="51">
                    <a:moveTo>
                      <a:pt x="19" y="47"/>
                    </a:moveTo>
                    <a:cubicBezTo>
                      <a:pt x="16" y="46"/>
                      <a:pt x="13" y="45"/>
                      <a:pt x="10" y="44"/>
                    </a:cubicBezTo>
                    <a:cubicBezTo>
                      <a:pt x="7" y="42"/>
                      <a:pt x="5" y="40"/>
                      <a:pt x="3" y="37"/>
                    </a:cubicBezTo>
                    <a:cubicBezTo>
                      <a:pt x="1" y="34"/>
                      <a:pt x="0" y="30"/>
                      <a:pt x="0" y="27"/>
                    </a:cubicBezTo>
                    <a:cubicBezTo>
                      <a:pt x="0" y="26"/>
                      <a:pt x="0" y="25"/>
                      <a:pt x="0" y="25"/>
                    </a:cubicBezTo>
                    <a:cubicBezTo>
                      <a:pt x="0" y="6"/>
                      <a:pt x="13" y="0"/>
                      <a:pt x="29" y="0"/>
                    </a:cubicBezTo>
                    <a:cubicBezTo>
                      <a:pt x="30" y="0"/>
                      <a:pt x="30" y="0"/>
                      <a:pt x="31" y="0"/>
                    </a:cubicBezTo>
                    <a:cubicBezTo>
                      <a:pt x="34" y="0"/>
                      <a:pt x="38" y="1"/>
                      <a:pt x="41" y="3"/>
                    </a:cubicBezTo>
                    <a:cubicBezTo>
                      <a:pt x="44" y="5"/>
                      <a:pt x="46" y="7"/>
                      <a:pt x="48" y="10"/>
                    </a:cubicBezTo>
                    <a:cubicBezTo>
                      <a:pt x="50" y="13"/>
                      <a:pt x="50" y="16"/>
                      <a:pt x="50" y="19"/>
                    </a:cubicBezTo>
                    <a:cubicBezTo>
                      <a:pt x="50" y="20"/>
                      <a:pt x="50" y="20"/>
                      <a:pt x="50" y="21"/>
                    </a:cubicBezTo>
                    <a:cubicBezTo>
                      <a:pt x="50" y="25"/>
                      <a:pt x="48" y="29"/>
                      <a:pt x="46" y="32"/>
                    </a:cubicBezTo>
                    <a:cubicBezTo>
                      <a:pt x="44" y="37"/>
                      <a:pt x="41" y="40"/>
                      <a:pt x="36" y="43"/>
                    </a:cubicBezTo>
                    <a:cubicBezTo>
                      <a:pt x="31" y="46"/>
                      <a:pt x="26" y="47"/>
                      <a:pt x="21" y="47"/>
                    </a:cubicBezTo>
                    <a:cubicBezTo>
                      <a:pt x="20" y="47"/>
                      <a:pt x="19" y="47"/>
                      <a:pt x="1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0"/>
              <p:cNvSpPr/>
              <p:nvPr/>
            </p:nvSpPr>
            <p:spPr>
              <a:xfrm rot="-755222">
                <a:off x="9703557" y="3340003"/>
                <a:ext cx="71049" cy="83437"/>
              </a:xfrm>
              <a:custGeom>
                <a:rect b="b" l="l" r="r" t="t"/>
                <a:pathLst>
                  <a:path extrusionOk="0" h="101" w="86">
                    <a:moveTo>
                      <a:pt x="85" y="99"/>
                    </a:moveTo>
                    <a:cubicBezTo>
                      <a:pt x="43" y="77"/>
                      <a:pt x="23" y="37"/>
                      <a:pt x="0" y="0"/>
                    </a:cubicBezTo>
                    <a:cubicBezTo>
                      <a:pt x="30" y="22"/>
                      <a:pt x="56" y="50"/>
                      <a:pt x="75" y="83"/>
                    </a:cubicBezTo>
                    <a:cubicBezTo>
                      <a:pt x="78" y="88"/>
                      <a:pt x="81" y="94"/>
                      <a:pt x="84" y="100"/>
                    </a:cubicBezTo>
                    <a:lnTo>
                      <a:pt x="8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0"/>
              <p:cNvSpPr/>
              <p:nvPr/>
            </p:nvSpPr>
            <p:spPr>
              <a:xfrm rot="-755222">
                <a:off x="9728145" y="3007662"/>
                <a:ext cx="70223" cy="66088"/>
              </a:xfrm>
              <a:custGeom>
                <a:rect b="b" l="l" r="r" t="t"/>
                <a:pathLst>
                  <a:path extrusionOk="0" h="80" w="85">
                    <a:moveTo>
                      <a:pt x="0" y="0"/>
                    </a:moveTo>
                    <a:lnTo>
                      <a:pt x="84" y="79"/>
                    </a:lnTo>
                    <a:cubicBezTo>
                      <a:pt x="51" y="59"/>
                      <a:pt x="23"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0"/>
              <p:cNvSpPr/>
              <p:nvPr/>
            </p:nvSpPr>
            <p:spPr>
              <a:xfrm rot="-755222">
                <a:off x="8275745" y="3820706"/>
                <a:ext cx="48743" cy="36349"/>
              </a:xfrm>
              <a:custGeom>
                <a:rect b="b" l="l" r="r" t="t"/>
                <a:pathLst>
                  <a:path extrusionOk="0" h="44" w="59">
                    <a:moveTo>
                      <a:pt x="58" y="36"/>
                    </a:moveTo>
                    <a:cubicBezTo>
                      <a:pt x="57" y="36"/>
                      <a:pt x="56" y="37"/>
                      <a:pt x="56" y="37"/>
                    </a:cubicBezTo>
                    <a:cubicBezTo>
                      <a:pt x="49" y="41"/>
                      <a:pt x="41" y="43"/>
                      <a:pt x="32" y="43"/>
                    </a:cubicBezTo>
                    <a:cubicBezTo>
                      <a:pt x="27" y="43"/>
                      <a:pt x="22" y="42"/>
                      <a:pt x="17" y="41"/>
                    </a:cubicBezTo>
                    <a:cubicBezTo>
                      <a:pt x="14" y="40"/>
                      <a:pt x="11" y="39"/>
                      <a:pt x="9" y="38"/>
                    </a:cubicBezTo>
                    <a:cubicBezTo>
                      <a:pt x="6" y="36"/>
                      <a:pt x="4" y="34"/>
                      <a:pt x="2" y="31"/>
                    </a:cubicBezTo>
                    <a:cubicBezTo>
                      <a:pt x="1" y="29"/>
                      <a:pt x="0" y="26"/>
                      <a:pt x="0" y="23"/>
                    </a:cubicBezTo>
                    <a:cubicBezTo>
                      <a:pt x="0" y="19"/>
                      <a:pt x="1" y="15"/>
                      <a:pt x="3" y="12"/>
                    </a:cubicBezTo>
                    <a:cubicBezTo>
                      <a:pt x="5" y="8"/>
                      <a:pt x="7" y="5"/>
                      <a:pt x="11" y="3"/>
                    </a:cubicBezTo>
                    <a:cubicBezTo>
                      <a:pt x="12" y="3"/>
                      <a:pt x="13" y="2"/>
                      <a:pt x="14" y="2"/>
                    </a:cubicBezTo>
                    <a:cubicBezTo>
                      <a:pt x="17" y="0"/>
                      <a:pt x="20" y="0"/>
                      <a:pt x="23" y="0"/>
                    </a:cubicBezTo>
                    <a:cubicBezTo>
                      <a:pt x="26" y="0"/>
                      <a:pt x="29" y="1"/>
                      <a:pt x="31" y="2"/>
                    </a:cubicBezTo>
                    <a:cubicBezTo>
                      <a:pt x="34" y="4"/>
                      <a:pt x="36" y="5"/>
                      <a:pt x="37" y="8"/>
                    </a:cubicBezTo>
                    <a:cubicBezTo>
                      <a:pt x="44" y="16"/>
                      <a:pt x="50" y="25"/>
                      <a:pt x="58"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0"/>
              <p:cNvSpPr/>
              <p:nvPr/>
            </p:nvSpPr>
            <p:spPr>
              <a:xfrm rot="-755222">
                <a:off x="8718081" y="4319608"/>
                <a:ext cx="34698" cy="52871"/>
              </a:xfrm>
              <a:custGeom>
                <a:rect b="b" l="l" r="r" t="t"/>
                <a:pathLst>
                  <a:path extrusionOk="0" h="64" w="42">
                    <a:moveTo>
                      <a:pt x="30" y="0"/>
                    </a:moveTo>
                    <a:cubicBezTo>
                      <a:pt x="31" y="2"/>
                      <a:pt x="33" y="4"/>
                      <a:pt x="34" y="6"/>
                    </a:cubicBezTo>
                    <a:cubicBezTo>
                      <a:pt x="39" y="15"/>
                      <a:pt x="41" y="24"/>
                      <a:pt x="41" y="33"/>
                    </a:cubicBezTo>
                    <a:cubicBezTo>
                      <a:pt x="41" y="37"/>
                      <a:pt x="41" y="41"/>
                      <a:pt x="40" y="45"/>
                    </a:cubicBezTo>
                    <a:cubicBezTo>
                      <a:pt x="39" y="48"/>
                      <a:pt x="39" y="50"/>
                      <a:pt x="37" y="53"/>
                    </a:cubicBezTo>
                    <a:cubicBezTo>
                      <a:pt x="35" y="56"/>
                      <a:pt x="33" y="58"/>
                      <a:pt x="30" y="60"/>
                    </a:cubicBezTo>
                    <a:cubicBezTo>
                      <a:pt x="27" y="62"/>
                      <a:pt x="23" y="63"/>
                      <a:pt x="19" y="63"/>
                    </a:cubicBezTo>
                    <a:cubicBezTo>
                      <a:pt x="18" y="63"/>
                      <a:pt x="17" y="63"/>
                      <a:pt x="16" y="62"/>
                    </a:cubicBezTo>
                    <a:cubicBezTo>
                      <a:pt x="2" y="60"/>
                      <a:pt x="0" y="48"/>
                      <a:pt x="3" y="36"/>
                    </a:cubicBezTo>
                    <a:cubicBezTo>
                      <a:pt x="4" y="30"/>
                      <a:pt x="6" y="25"/>
                      <a:pt x="9" y="20"/>
                    </a:cubicBezTo>
                    <a:cubicBezTo>
                      <a:pt x="14" y="12"/>
                      <a:pt x="20" y="5"/>
                      <a:pt x="28" y="1"/>
                    </a:cubicBezTo>
                    <a:cubicBezTo>
                      <a:pt x="29" y="1"/>
                      <a:pt x="29" y="0"/>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0"/>
              <p:cNvSpPr/>
              <p:nvPr/>
            </p:nvSpPr>
            <p:spPr>
              <a:xfrm rot="-755222">
                <a:off x="8600414" y="3617395"/>
                <a:ext cx="38003" cy="38827"/>
              </a:xfrm>
              <a:custGeom>
                <a:rect b="b" l="l" r="r" t="t"/>
                <a:pathLst>
                  <a:path extrusionOk="0" h="47" w="46">
                    <a:moveTo>
                      <a:pt x="45" y="26"/>
                    </a:moveTo>
                    <a:cubicBezTo>
                      <a:pt x="45" y="29"/>
                      <a:pt x="44" y="32"/>
                      <a:pt x="42" y="35"/>
                    </a:cubicBezTo>
                    <a:cubicBezTo>
                      <a:pt x="40" y="39"/>
                      <a:pt x="38" y="41"/>
                      <a:pt x="34" y="43"/>
                    </a:cubicBezTo>
                    <a:cubicBezTo>
                      <a:pt x="30" y="45"/>
                      <a:pt x="27" y="46"/>
                      <a:pt x="24" y="46"/>
                    </a:cubicBezTo>
                    <a:cubicBezTo>
                      <a:pt x="22" y="46"/>
                      <a:pt x="20" y="46"/>
                      <a:pt x="19" y="46"/>
                    </a:cubicBezTo>
                    <a:cubicBezTo>
                      <a:pt x="16" y="45"/>
                      <a:pt x="13" y="45"/>
                      <a:pt x="10" y="43"/>
                    </a:cubicBezTo>
                    <a:cubicBezTo>
                      <a:pt x="7" y="41"/>
                      <a:pt x="5" y="39"/>
                      <a:pt x="3" y="36"/>
                    </a:cubicBezTo>
                    <a:cubicBezTo>
                      <a:pt x="1" y="33"/>
                      <a:pt x="0" y="29"/>
                      <a:pt x="0" y="26"/>
                    </a:cubicBezTo>
                    <a:cubicBezTo>
                      <a:pt x="0" y="25"/>
                      <a:pt x="0" y="24"/>
                      <a:pt x="0" y="23"/>
                    </a:cubicBezTo>
                    <a:cubicBezTo>
                      <a:pt x="0" y="23"/>
                      <a:pt x="0" y="22"/>
                      <a:pt x="0" y="21"/>
                    </a:cubicBezTo>
                    <a:cubicBezTo>
                      <a:pt x="0" y="18"/>
                      <a:pt x="1" y="14"/>
                      <a:pt x="3" y="11"/>
                    </a:cubicBezTo>
                    <a:cubicBezTo>
                      <a:pt x="5" y="8"/>
                      <a:pt x="8" y="5"/>
                      <a:pt x="11" y="3"/>
                    </a:cubicBezTo>
                    <a:cubicBezTo>
                      <a:pt x="14" y="1"/>
                      <a:pt x="18" y="0"/>
                      <a:pt x="21" y="0"/>
                    </a:cubicBezTo>
                    <a:cubicBezTo>
                      <a:pt x="22" y="0"/>
                      <a:pt x="23" y="0"/>
                      <a:pt x="24" y="0"/>
                    </a:cubicBezTo>
                    <a:cubicBezTo>
                      <a:pt x="39" y="1"/>
                      <a:pt x="45" y="11"/>
                      <a:pt x="4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0"/>
              <p:cNvSpPr/>
              <p:nvPr/>
            </p:nvSpPr>
            <p:spPr>
              <a:xfrm rot="-755222">
                <a:off x="10427633" y="3936074"/>
                <a:ext cx="41307" cy="103263"/>
              </a:xfrm>
              <a:custGeom>
                <a:rect b="b" l="l" r="r" t="t"/>
                <a:pathLst>
                  <a:path extrusionOk="0" h="125" w="50">
                    <a:moveTo>
                      <a:pt x="48" y="0"/>
                    </a:moveTo>
                    <a:cubicBezTo>
                      <a:pt x="48" y="47"/>
                      <a:pt x="17" y="83"/>
                      <a:pt x="0" y="124"/>
                    </a:cubicBezTo>
                    <a:cubicBezTo>
                      <a:pt x="7" y="87"/>
                      <a:pt x="20" y="51"/>
                      <a:pt x="39" y="18"/>
                    </a:cubicBezTo>
                    <a:cubicBezTo>
                      <a:pt x="42" y="13"/>
                      <a:pt x="46" y="7"/>
                      <a:pt x="49" y="1"/>
                    </a:cubicBezTo>
                    <a:lnTo>
                      <a:pt x="4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0"/>
              <p:cNvSpPr/>
              <p:nvPr/>
            </p:nvSpPr>
            <p:spPr>
              <a:xfrm rot="-755222">
                <a:off x="9399706" y="3258167"/>
                <a:ext cx="57004" cy="104915"/>
              </a:xfrm>
              <a:custGeom>
                <a:rect b="b" l="l" r="r" t="t"/>
                <a:pathLst>
                  <a:path extrusionOk="0" h="127" w="69">
                    <a:moveTo>
                      <a:pt x="68" y="126"/>
                    </a:moveTo>
                    <a:cubicBezTo>
                      <a:pt x="58" y="112"/>
                      <a:pt x="49" y="97"/>
                      <a:pt x="40" y="82"/>
                    </a:cubicBezTo>
                    <a:cubicBezTo>
                      <a:pt x="25" y="56"/>
                      <a:pt x="12" y="28"/>
                      <a:pt x="0" y="0"/>
                    </a:cubicBezTo>
                    <a:cubicBezTo>
                      <a:pt x="15" y="15"/>
                      <a:pt x="27" y="32"/>
                      <a:pt x="38" y="51"/>
                    </a:cubicBezTo>
                    <a:cubicBezTo>
                      <a:pt x="51" y="74"/>
                      <a:pt x="62" y="99"/>
                      <a:pt x="68"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0"/>
              <p:cNvSpPr/>
              <p:nvPr/>
            </p:nvSpPr>
            <p:spPr>
              <a:xfrm rot="-755222">
                <a:off x="10125508" y="3870601"/>
                <a:ext cx="62787" cy="88393"/>
              </a:xfrm>
              <a:custGeom>
                <a:rect b="b" l="l" r="r" t="t"/>
                <a:pathLst>
                  <a:path extrusionOk="0" h="107" w="76">
                    <a:moveTo>
                      <a:pt x="3" y="0"/>
                    </a:moveTo>
                    <a:cubicBezTo>
                      <a:pt x="24" y="22"/>
                      <a:pt x="42" y="46"/>
                      <a:pt x="58" y="73"/>
                    </a:cubicBezTo>
                    <a:cubicBezTo>
                      <a:pt x="64" y="83"/>
                      <a:pt x="69" y="94"/>
                      <a:pt x="75" y="106"/>
                    </a:cubicBezTo>
                    <a:cubicBezTo>
                      <a:pt x="50" y="82"/>
                      <a:pt x="29" y="55"/>
                      <a:pt x="12" y="26"/>
                    </a:cubicBezTo>
                    <a:cubicBezTo>
                      <a:pt x="8" y="18"/>
                      <a:pt x="4" y="11"/>
                      <a:pt x="0" y="3"/>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0"/>
              <p:cNvSpPr/>
              <p:nvPr/>
            </p:nvSpPr>
            <p:spPr>
              <a:xfrm rot="-755222">
                <a:off x="9689682" y="3010209"/>
                <a:ext cx="57830" cy="81784"/>
              </a:xfrm>
              <a:custGeom>
                <a:rect b="b" l="l" r="r" t="t"/>
                <a:pathLst>
                  <a:path extrusionOk="0" h="99" w="70">
                    <a:moveTo>
                      <a:pt x="69" y="97"/>
                    </a:moveTo>
                    <a:cubicBezTo>
                      <a:pt x="48" y="81"/>
                      <a:pt x="30" y="60"/>
                      <a:pt x="17" y="37"/>
                    </a:cubicBezTo>
                    <a:cubicBezTo>
                      <a:pt x="10" y="25"/>
                      <a:pt x="5" y="13"/>
                      <a:pt x="0" y="0"/>
                    </a:cubicBezTo>
                    <a:cubicBezTo>
                      <a:pt x="27" y="30"/>
                      <a:pt x="58" y="57"/>
                      <a:pt x="68" y="98"/>
                    </a:cubicBezTo>
                    <a:lnTo>
                      <a:pt x="69"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0"/>
              <p:cNvSpPr/>
              <p:nvPr/>
            </p:nvSpPr>
            <p:spPr>
              <a:xfrm rot="-755222">
                <a:off x="10481253" y="3485108"/>
                <a:ext cx="47090" cy="112350"/>
              </a:xfrm>
              <a:custGeom>
                <a:rect b="b" l="l" r="r" t="t"/>
                <a:pathLst>
                  <a:path extrusionOk="0" h="136" w="57">
                    <a:moveTo>
                      <a:pt x="56" y="0"/>
                    </a:moveTo>
                    <a:cubicBezTo>
                      <a:pt x="50" y="39"/>
                      <a:pt x="36" y="75"/>
                      <a:pt x="17" y="109"/>
                    </a:cubicBezTo>
                    <a:cubicBezTo>
                      <a:pt x="12" y="118"/>
                      <a:pt x="6" y="127"/>
                      <a:pt x="0" y="135"/>
                    </a:cubicBezTo>
                    <a:cubicBezTo>
                      <a:pt x="7" y="97"/>
                      <a:pt x="20" y="60"/>
                      <a:pt x="40" y="27"/>
                    </a:cubicBezTo>
                    <a:cubicBezTo>
                      <a:pt x="45" y="18"/>
                      <a:pt x="50" y="9"/>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0"/>
              <p:cNvSpPr/>
              <p:nvPr/>
            </p:nvSpPr>
            <p:spPr>
              <a:xfrm rot="-755222">
                <a:off x="9153328" y="3359761"/>
                <a:ext cx="67744" cy="66914"/>
              </a:xfrm>
              <a:custGeom>
                <a:rect b="b" l="l" r="r" t="t"/>
                <a:pathLst>
                  <a:path extrusionOk="0" h="81" w="82">
                    <a:moveTo>
                      <a:pt x="72" y="80"/>
                    </a:moveTo>
                    <a:lnTo>
                      <a:pt x="0" y="0"/>
                    </a:lnTo>
                    <a:cubicBezTo>
                      <a:pt x="2" y="1"/>
                      <a:pt x="4" y="3"/>
                      <a:pt x="6" y="4"/>
                    </a:cubicBezTo>
                    <a:cubicBezTo>
                      <a:pt x="36" y="21"/>
                      <a:pt x="61" y="44"/>
                      <a:pt x="81" y="73"/>
                    </a:cubicBezTo>
                    <a:lnTo>
                      <a:pt x="7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0"/>
              <p:cNvSpPr/>
              <p:nvPr/>
            </p:nvSpPr>
            <p:spPr>
              <a:xfrm rot="-755222">
                <a:off x="9198599" y="4150741"/>
                <a:ext cx="47090" cy="45436"/>
              </a:xfrm>
              <a:custGeom>
                <a:rect b="b" l="l" r="r" t="t"/>
                <a:pathLst>
                  <a:path extrusionOk="0" h="55" w="57">
                    <a:moveTo>
                      <a:pt x="48" y="47"/>
                    </a:moveTo>
                    <a:cubicBezTo>
                      <a:pt x="35" y="54"/>
                      <a:pt x="24" y="47"/>
                      <a:pt x="13" y="41"/>
                    </a:cubicBezTo>
                    <a:cubicBezTo>
                      <a:pt x="12" y="41"/>
                      <a:pt x="11" y="40"/>
                      <a:pt x="10" y="39"/>
                    </a:cubicBezTo>
                    <a:cubicBezTo>
                      <a:pt x="7" y="38"/>
                      <a:pt x="5" y="36"/>
                      <a:pt x="3" y="33"/>
                    </a:cubicBezTo>
                    <a:cubicBezTo>
                      <a:pt x="1" y="30"/>
                      <a:pt x="0" y="27"/>
                      <a:pt x="0" y="24"/>
                    </a:cubicBezTo>
                    <a:cubicBezTo>
                      <a:pt x="0" y="22"/>
                      <a:pt x="1" y="21"/>
                      <a:pt x="1" y="19"/>
                    </a:cubicBezTo>
                    <a:cubicBezTo>
                      <a:pt x="1" y="17"/>
                      <a:pt x="3" y="15"/>
                      <a:pt x="4" y="12"/>
                    </a:cubicBezTo>
                    <a:cubicBezTo>
                      <a:pt x="6" y="8"/>
                      <a:pt x="8" y="6"/>
                      <a:pt x="12" y="4"/>
                    </a:cubicBezTo>
                    <a:cubicBezTo>
                      <a:pt x="14" y="3"/>
                      <a:pt x="16" y="2"/>
                      <a:pt x="18" y="1"/>
                    </a:cubicBezTo>
                    <a:cubicBezTo>
                      <a:pt x="20" y="1"/>
                      <a:pt x="22" y="0"/>
                      <a:pt x="24" y="0"/>
                    </a:cubicBezTo>
                    <a:cubicBezTo>
                      <a:pt x="27" y="0"/>
                      <a:pt x="29" y="1"/>
                      <a:pt x="32" y="3"/>
                    </a:cubicBezTo>
                    <a:cubicBezTo>
                      <a:pt x="35" y="5"/>
                      <a:pt x="37" y="6"/>
                      <a:pt x="39" y="9"/>
                    </a:cubicBezTo>
                    <a:cubicBezTo>
                      <a:pt x="39" y="10"/>
                      <a:pt x="40" y="11"/>
                      <a:pt x="40" y="12"/>
                    </a:cubicBezTo>
                    <a:cubicBezTo>
                      <a:pt x="43" y="23"/>
                      <a:pt x="56" y="32"/>
                      <a:pt x="4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0"/>
              <p:cNvSpPr/>
              <p:nvPr/>
            </p:nvSpPr>
            <p:spPr>
              <a:xfrm rot="-755222">
                <a:off x="8583031" y="4044028"/>
                <a:ext cx="42960" cy="45436"/>
              </a:xfrm>
              <a:custGeom>
                <a:rect b="b" l="l" r="r" t="t"/>
                <a:pathLst>
                  <a:path extrusionOk="0" h="55" w="52">
                    <a:moveTo>
                      <a:pt x="45" y="0"/>
                    </a:moveTo>
                    <a:cubicBezTo>
                      <a:pt x="47" y="26"/>
                      <a:pt x="51" y="47"/>
                      <a:pt x="20" y="53"/>
                    </a:cubicBezTo>
                    <a:cubicBezTo>
                      <a:pt x="19" y="53"/>
                      <a:pt x="17" y="54"/>
                      <a:pt x="16" y="54"/>
                    </a:cubicBezTo>
                    <a:cubicBezTo>
                      <a:pt x="13" y="54"/>
                      <a:pt x="11" y="52"/>
                      <a:pt x="8" y="51"/>
                    </a:cubicBezTo>
                    <a:cubicBezTo>
                      <a:pt x="6" y="49"/>
                      <a:pt x="4" y="48"/>
                      <a:pt x="3" y="46"/>
                    </a:cubicBezTo>
                    <a:cubicBezTo>
                      <a:pt x="2" y="44"/>
                      <a:pt x="1" y="42"/>
                      <a:pt x="1" y="39"/>
                    </a:cubicBezTo>
                    <a:cubicBezTo>
                      <a:pt x="0" y="10"/>
                      <a:pt x="21" y="6"/>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0"/>
              <p:cNvSpPr/>
              <p:nvPr/>
            </p:nvSpPr>
            <p:spPr>
              <a:xfrm rot="-755222">
                <a:off x="9896671" y="3000210"/>
                <a:ext cx="48743" cy="53697"/>
              </a:xfrm>
              <a:custGeom>
                <a:rect b="b" l="l" r="r" t="t"/>
                <a:pathLst>
                  <a:path extrusionOk="0" h="65" w="59">
                    <a:moveTo>
                      <a:pt x="17" y="1"/>
                    </a:moveTo>
                    <a:cubicBezTo>
                      <a:pt x="58" y="27"/>
                      <a:pt x="58" y="27"/>
                      <a:pt x="43" y="64"/>
                    </a:cubicBezTo>
                    <a:cubicBezTo>
                      <a:pt x="29" y="44"/>
                      <a:pt x="0" y="32"/>
                      <a:pt x="17" y="0"/>
                    </a:cubicBezTo>
                    <a:lnTo>
                      <a:pt x="1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0"/>
              <p:cNvSpPr/>
              <p:nvPr/>
            </p:nvSpPr>
            <p:spPr>
              <a:xfrm rot="-755222">
                <a:off x="9334707" y="3732420"/>
                <a:ext cx="66918" cy="66914"/>
              </a:xfrm>
              <a:custGeom>
                <a:rect b="b" l="l" r="r" t="t"/>
                <a:pathLst>
                  <a:path extrusionOk="0" h="81" w="81">
                    <a:moveTo>
                      <a:pt x="0" y="0"/>
                    </a:moveTo>
                    <a:lnTo>
                      <a:pt x="80" y="80"/>
                    </a:lnTo>
                    <a:cubicBezTo>
                      <a:pt x="75" y="78"/>
                      <a:pt x="71" y="75"/>
                      <a:pt x="67" y="73"/>
                    </a:cubicBezTo>
                    <a:cubicBezTo>
                      <a:pt x="42" y="59"/>
                      <a:pt x="21" y="38"/>
                      <a:pt x="7" y="13"/>
                    </a:cubicBezTo>
                    <a:cubicBezTo>
                      <a:pt x="5" y="9"/>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0"/>
              <p:cNvSpPr/>
              <p:nvPr/>
            </p:nvSpPr>
            <p:spPr>
              <a:xfrm rot="-755222">
                <a:off x="8960622" y="3208321"/>
                <a:ext cx="67744" cy="84263"/>
              </a:xfrm>
              <a:custGeom>
                <a:rect b="b" l="l" r="r" t="t"/>
                <a:pathLst>
                  <a:path extrusionOk="0" h="102" w="82">
                    <a:moveTo>
                      <a:pt x="77" y="101"/>
                    </a:moveTo>
                    <a:cubicBezTo>
                      <a:pt x="52" y="82"/>
                      <a:pt x="31" y="59"/>
                      <a:pt x="15" y="31"/>
                    </a:cubicBezTo>
                    <a:cubicBezTo>
                      <a:pt x="9" y="21"/>
                      <a:pt x="4" y="11"/>
                      <a:pt x="0" y="0"/>
                    </a:cubicBezTo>
                    <a:cubicBezTo>
                      <a:pt x="32" y="28"/>
                      <a:pt x="59" y="61"/>
                      <a:pt x="81" y="97"/>
                    </a:cubicBezTo>
                    <a:lnTo>
                      <a:pt x="77" y="10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0"/>
              <p:cNvSpPr/>
              <p:nvPr/>
            </p:nvSpPr>
            <p:spPr>
              <a:xfrm rot="-755222">
                <a:off x="10357967" y="4153856"/>
                <a:ext cx="31394" cy="76002"/>
              </a:xfrm>
              <a:custGeom>
                <a:rect b="b" l="l" r="r" t="t"/>
                <a:pathLst>
                  <a:path extrusionOk="0" h="92" w="38">
                    <a:moveTo>
                      <a:pt x="37" y="91"/>
                    </a:moveTo>
                    <a:cubicBezTo>
                      <a:pt x="2" y="56"/>
                      <a:pt x="0" y="50"/>
                      <a:pt x="8" y="0"/>
                    </a:cubicBezTo>
                    <a:cubicBezTo>
                      <a:pt x="23" y="34"/>
                      <a:pt x="20" y="66"/>
                      <a:pt x="37"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0"/>
              <p:cNvSpPr/>
              <p:nvPr/>
            </p:nvSpPr>
            <p:spPr>
              <a:xfrm rot="-755222">
                <a:off x="7758708" y="1982571"/>
                <a:ext cx="71875" cy="41305"/>
              </a:xfrm>
              <a:custGeom>
                <a:rect b="b" l="l" r="r" t="t"/>
                <a:pathLst>
                  <a:path extrusionOk="0" h="50" w="87">
                    <a:moveTo>
                      <a:pt x="86" y="49"/>
                    </a:moveTo>
                    <a:cubicBezTo>
                      <a:pt x="69" y="45"/>
                      <a:pt x="53" y="39"/>
                      <a:pt x="38" y="30"/>
                    </a:cubicBezTo>
                    <a:cubicBezTo>
                      <a:pt x="24" y="22"/>
                      <a:pt x="11" y="12"/>
                      <a:pt x="0" y="0"/>
                    </a:cubicBezTo>
                    <a:cubicBezTo>
                      <a:pt x="17" y="3"/>
                      <a:pt x="33" y="10"/>
                      <a:pt x="48" y="18"/>
                    </a:cubicBezTo>
                    <a:cubicBezTo>
                      <a:pt x="62" y="26"/>
                      <a:pt x="75" y="37"/>
                      <a:pt x="8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0"/>
              <p:cNvSpPr/>
              <p:nvPr/>
            </p:nvSpPr>
            <p:spPr>
              <a:xfrm rot="-755222">
                <a:off x="8127949" y="3403901"/>
                <a:ext cx="57004" cy="83437"/>
              </a:xfrm>
              <a:custGeom>
                <a:rect b="b" l="l" r="r" t="t"/>
                <a:pathLst>
                  <a:path extrusionOk="0" h="101" w="69">
                    <a:moveTo>
                      <a:pt x="68" y="99"/>
                    </a:moveTo>
                    <a:cubicBezTo>
                      <a:pt x="47" y="82"/>
                      <a:pt x="30" y="62"/>
                      <a:pt x="16" y="38"/>
                    </a:cubicBezTo>
                    <a:cubicBezTo>
                      <a:pt x="10" y="27"/>
                      <a:pt x="4" y="15"/>
                      <a:pt x="0" y="2"/>
                    </a:cubicBezTo>
                    <a:lnTo>
                      <a:pt x="2" y="0"/>
                    </a:lnTo>
                    <a:cubicBezTo>
                      <a:pt x="20" y="16"/>
                      <a:pt x="35" y="36"/>
                      <a:pt x="47" y="57"/>
                    </a:cubicBezTo>
                    <a:cubicBezTo>
                      <a:pt x="55" y="70"/>
                      <a:pt x="62" y="85"/>
                      <a:pt x="67" y="100"/>
                    </a:cubicBezTo>
                    <a:lnTo>
                      <a:pt x="68"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0"/>
              <p:cNvSpPr/>
              <p:nvPr/>
            </p:nvSpPr>
            <p:spPr>
              <a:xfrm rot="-755222">
                <a:off x="8510913" y="3074825"/>
                <a:ext cx="61135" cy="69393"/>
              </a:xfrm>
              <a:custGeom>
                <a:rect b="b" l="l" r="r" t="t"/>
                <a:pathLst>
                  <a:path extrusionOk="0" h="84" w="74">
                    <a:moveTo>
                      <a:pt x="0" y="1"/>
                    </a:moveTo>
                    <a:cubicBezTo>
                      <a:pt x="35" y="18"/>
                      <a:pt x="50" y="54"/>
                      <a:pt x="73" y="83"/>
                    </a:cubicBezTo>
                    <a:cubicBezTo>
                      <a:pt x="44" y="60"/>
                      <a:pt x="12" y="3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0"/>
              <p:cNvSpPr/>
              <p:nvPr/>
            </p:nvSpPr>
            <p:spPr>
              <a:xfrm rot="-755222">
                <a:off x="7856762" y="2065988"/>
                <a:ext cx="61961" cy="48740"/>
              </a:xfrm>
              <a:custGeom>
                <a:rect b="b" l="l" r="r" t="t"/>
                <a:pathLst>
                  <a:path extrusionOk="0" h="59" w="75">
                    <a:moveTo>
                      <a:pt x="8" y="0"/>
                    </a:moveTo>
                    <a:lnTo>
                      <a:pt x="74" y="58"/>
                    </a:lnTo>
                    <a:cubicBezTo>
                      <a:pt x="61" y="56"/>
                      <a:pt x="49" y="51"/>
                      <a:pt x="37" y="44"/>
                    </a:cubicBezTo>
                    <a:cubicBezTo>
                      <a:pt x="22" y="36"/>
                      <a:pt x="9" y="24"/>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0"/>
              <p:cNvSpPr/>
              <p:nvPr/>
            </p:nvSpPr>
            <p:spPr>
              <a:xfrm rot="-755222">
                <a:off x="7923999" y="2052298"/>
                <a:ext cx="66092" cy="56175"/>
              </a:xfrm>
              <a:custGeom>
                <a:rect b="b" l="l" r="r" t="t"/>
                <a:pathLst>
                  <a:path extrusionOk="0" h="68" w="80">
                    <a:moveTo>
                      <a:pt x="79" y="67"/>
                    </a:moveTo>
                    <a:cubicBezTo>
                      <a:pt x="68" y="64"/>
                      <a:pt x="58" y="60"/>
                      <a:pt x="48" y="55"/>
                    </a:cubicBezTo>
                    <a:cubicBezTo>
                      <a:pt x="31" y="45"/>
                      <a:pt x="16" y="30"/>
                      <a:pt x="6" y="12"/>
                    </a:cubicBezTo>
                    <a:cubicBezTo>
                      <a:pt x="4" y="8"/>
                      <a:pt x="1" y="4"/>
                      <a:pt x="0" y="0"/>
                    </a:cubicBezTo>
                    <a:lnTo>
                      <a:pt x="79"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0"/>
              <p:cNvSpPr/>
              <p:nvPr/>
            </p:nvSpPr>
            <p:spPr>
              <a:xfrm rot="-755222">
                <a:off x="8738794" y="3469914"/>
                <a:ext cx="47917" cy="78480"/>
              </a:xfrm>
              <a:custGeom>
                <a:rect b="b" l="l" r="r" t="t"/>
                <a:pathLst>
                  <a:path extrusionOk="0" h="95" w="58">
                    <a:moveTo>
                      <a:pt x="57" y="94"/>
                    </a:moveTo>
                    <a:cubicBezTo>
                      <a:pt x="41" y="79"/>
                      <a:pt x="28" y="62"/>
                      <a:pt x="18" y="43"/>
                    </a:cubicBezTo>
                    <a:cubicBezTo>
                      <a:pt x="11" y="31"/>
                      <a:pt x="5" y="18"/>
                      <a:pt x="0" y="5"/>
                    </a:cubicBezTo>
                    <a:lnTo>
                      <a:pt x="10" y="0"/>
                    </a:lnTo>
                    <a:lnTo>
                      <a:pt x="5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0"/>
              <p:cNvSpPr/>
              <p:nvPr/>
            </p:nvSpPr>
            <p:spPr>
              <a:xfrm rot="-755222">
                <a:off x="8082271" y="2199530"/>
                <a:ext cx="76006" cy="56175"/>
              </a:xfrm>
              <a:custGeom>
                <a:rect b="b" l="l" r="r" t="t"/>
                <a:pathLst>
                  <a:path extrusionOk="0" h="68" w="92">
                    <a:moveTo>
                      <a:pt x="8" y="0"/>
                    </a:moveTo>
                    <a:cubicBezTo>
                      <a:pt x="14" y="3"/>
                      <a:pt x="20" y="6"/>
                      <a:pt x="26" y="9"/>
                    </a:cubicBezTo>
                    <a:cubicBezTo>
                      <a:pt x="51" y="24"/>
                      <a:pt x="73" y="44"/>
                      <a:pt x="91" y="67"/>
                    </a:cubicBezTo>
                    <a:lnTo>
                      <a:pt x="0" y="9"/>
                    </a:ln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0"/>
              <p:cNvSpPr/>
              <p:nvPr/>
            </p:nvSpPr>
            <p:spPr>
              <a:xfrm rot="-755222">
                <a:off x="9317825" y="4319299"/>
                <a:ext cx="33872" cy="34696"/>
              </a:xfrm>
              <a:custGeom>
                <a:rect b="b" l="l" r="r" t="t"/>
                <a:pathLst>
                  <a:path extrusionOk="0" h="42" w="41">
                    <a:moveTo>
                      <a:pt x="21" y="41"/>
                    </a:moveTo>
                    <a:cubicBezTo>
                      <a:pt x="9" y="41"/>
                      <a:pt x="0" y="36"/>
                      <a:pt x="0" y="23"/>
                    </a:cubicBezTo>
                    <a:cubicBezTo>
                      <a:pt x="0" y="10"/>
                      <a:pt x="9" y="4"/>
                      <a:pt x="20" y="1"/>
                    </a:cubicBezTo>
                    <a:cubicBezTo>
                      <a:pt x="21" y="0"/>
                      <a:pt x="23" y="0"/>
                      <a:pt x="25" y="0"/>
                    </a:cubicBezTo>
                    <a:cubicBezTo>
                      <a:pt x="27" y="0"/>
                      <a:pt x="30" y="1"/>
                      <a:pt x="32" y="2"/>
                    </a:cubicBezTo>
                    <a:cubicBezTo>
                      <a:pt x="34" y="3"/>
                      <a:pt x="36" y="5"/>
                      <a:pt x="37" y="7"/>
                    </a:cubicBezTo>
                    <a:cubicBezTo>
                      <a:pt x="38" y="9"/>
                      <a:pt x="39" y="11"/>
                      <a:pt x="39" y="13"/>
                    </a:cubicBezTo>
                    <a:cubicBezTo>
                      <a:pt x="39" y="16"/>
                      <a:pt x="40" y="18"/>
                      <a:pt x="40" y="20"/>
                    </a:cubicBezTo>
                    <a:cubicBezTo>
                      <a:pt x="40" y="24"/>
                      <a:pt x="39" y="27"/>
                      <a:pt x="37" y="31"/>
                    </a:cubicBezTo>
                    <a:cubicBezTo>
                      <a:pt x="35" y="35"/>
                      <a:pt x="32" y="36"/>
                      <a:pt x="29" y="38"/>
                    </a:cubicBezTo>
                    <a:cubicBezTo>
                      <a:pt x="27" y="39"/>
                      <a:pt x="24" y="41"/>
                      <a:pt x="21"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0"/>
              <p:cNvSpPr/>
              <p:nvPr/>
            </p:nvSpPr>
            <p:spPr>
              <a:xfrm rot="-755222">
                <a:off x="8840502" y="4364676"/>
                <a:ext cx="43786" cy="34696"/>
              </a:xfrm>
              <a:custGeom>
                <a:rect b="b" l="l" r="r" t="t"/>
                <a:pathLst>
                  <a:path extrusionOk="0" h="42" w="53">
                    <a:moveTo>
                      <a:pt x="52" y="41"/>
                    </a:moveTo>
                    <a:cubicBezTo>
                      <a:pt x="50" y="41"/>
                      <a:pt x="49" y="41"/>
                      <a:pt x="47" y="41"/>
                    </a:cubicBezTo>
                    <a:cubicBezTo>
                      <a:pt x="36" y="41"/>
                      <a:pt x="25" y="38"/>
                      <a:pt x="15" y="32"/>
                    </a:cubicBezTo>
                    <a:cubicBezTo>
                      <a:pt x="11" y="30"/>
                      <a:pt x="8" y="28"/>
                      <a:pt x="5" y="25"/>
                    </a:cubicBezTo>
                    <a:cubicBezTo>
                      <a:pt x="4" y="24"/>
                      <a:pt x="3" y="23"/>
                      <a:pt x="2" y="22"/>
                    </a:cubicBezTo>
                    <a:cubicBezTo>
                      <a:pt x="1" y="19"/>
                      <a:pt x="0" y="17"/>
                      <a:pt x="0" y="15"/>
                    </a:cubicBezTo>
                    <a:cubicBezTo>
                      <a:pt x="0" y="12"/>
                      <a:pt x="1" y="10"/>
                      <a:pt x="2" y="8"/>
                    </a:cubicBezTo>
                    <a:cubicBezTo>
                      <a:pt x="2" y="7"/>
                      <a:pt x="2" y="6"/>
                      <a:pt x="3" y="6"/>
                    </a:cubicBezTo>
                    <a:cubicBezTo>
                      <a:pt x="4" y="4"/>
                      <a:pt x="6" y="3"/>
                      <a:pt x="7" y="2"/>
                    </a:cubicBezTo>
                    <a:cubicBezTo>
                      <a:pt x="9" y="0"/>
                      <a:pt x="12" y="0"/>
                      <a:pt x="14" y="0"/>
                    </a:cubicBezTo>
                    <a:cubicBezTo>
                      <a:pt x="16" y="0"/>
                      <a:pt x="18" y="0"/>
                      <a:pt x="20" y="2"/>
                    </a:cubicBezTo>
                    <a:cubicBezTo>
                      <a:pt x="21" y="3"/>
                      <a:pt x="21" y="2"/>
                      <a:pt x="21" y="2"/>
                    </a:cubicBezTo>
                    <a:cubicBezTo>
                      <a:pt x="34" y="11"/>
                      <a:pt x="50" y="17"/>
                      <a:pt x="52"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0"/>
              <p:cNvSpPr/>
              <p:nvPr/>
            </p:nvSpPr>
            <p:spPr>
              <a:xfrm rot="-755222">
                <a:off x="8603418" y="3332221"/>
                <a:ext cx="64440" cy="64436"/>
              </a:xfrm>
              <a:custGeom>
                <a:rect b="b" l="l" r="r" t="t"/>
                <a:pathLst>
                  <a:path extrusionOk="0" h="78" w="78">
                    <a:moveTo>
                      <a:pt x="5" y="0"/>
                    </a:moveTo>
                    <a:lnTo>
                      <a:pt x="77" y="77"/>
                    </a:lnTo>
                    <a:cubicBezTo>
                      <a:pt x="72" y="74"/>
                      <a:pt x="67" y="72"/>
                      <a:pt x="62" y="69"/>
                    </a:cubicBezTo>
                    <a:cubicBezTo>
                      <a:pt x="37" y="54"/>
                      <a:pt x="17" y="34"/>
                      <a:pt x="3" y="10"/>
                    </a:cubicBezTo>
                    <a:cubicBezTo>
                      <a:pt x="2" y="8"/>
                      <a:pt x="1" y="6"/>
                      <a:pt x="0" y="5"/>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0"/>
              <p:cNvSpPr/>
              <p:nvPr/>
            </p:nvSpPr>
            <p:spPr>
              <a:xfrm rot="-755222">
                <a:off x="10206231" y="3862591"/>
                <a:ext cx="62787" cy="76828"/>
              </a:xfrm>
              <a:custGeom>
                <a:rect b="b" l="l" r="r" t="t"/>
                <a:pathLst>
                  <a:path extrusionOk="0" h="93" w="76">
                    <a:moveTo>
                      <a:pt x="24" y="56"/>
                    </a:moveTo>
                    <a:cubicBezTo>
                      <a:pt x="27" y="33"/>
                      <a:pt x="0" y="22"/>
                      <a:pt x="2" y="0"/>
                    </a:cubicBezTo>
                    <a:cubicBezTo>
                      <a:pt x="39" y="18"/>
                      <a:pt x="44" y="60"/>
                      <a:pt x="75" y="92"/>
                    </a:cubicBezTo>
                    <a:cubicBezTo>
                      <a:pt x="43" y="88"/>
                      <a:pt x="46" y="55"/>
                      <a:pt x="22" y="53"/>
                    </a:cubicBezTo>
                    <a:lnTo>
                      <a:pt x="2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0"/>
              <p:cNvSpPr/>
              <p:nvPr/>
            </p:nvSpPr>
            <p:spPr>
              <a:xfrm rot="-755222">
                <a:off x="8578141" y="4155333"/>
                <a:ext cx="41307" cy="44610"/>
              </a:xfrm>
              <a:custGeom>
                <a:rect b="b" l="l" r="r" t="t"/>
                <a:pathLst>
                  <a:path extrusionOk="0" h="54" w="50">
                    <a:moveTo>
                      <a:pt x="49" y="53"/>
                    </a:moveTo>
                    <a:cubicBezTo>
                      <a:pt x="41" y="52"/>
                      <a:pt x="34" y="51"/>
                      <a:pt x="27" y="48"/>
                    </a:cubicBezTo>
                    <a:cubicBezTo>
                      <a:pt x="13" y="38"/>
                      <a:pt x="0" y="27"/>
                      <a:pt x="9" y="8"/>
                    </a:cubicBezTo>
                    <a:cubicBezTo>
                      <a:pt x="9" y="7"/>
                      <a:pt x="9" y="7"/>
                      <a:pt x="9" y="7"/>
                    </a:cubicBezTo>
                    <a:cubicBezTo>
                      <a:pt x="10" y="5"/>
                      <a:pt x="12" y="4"/>
                      <a:pt x="13" y="3"/>
                    </a:cubicBezTo>
                    <a:cubicBezTo>
                      <a:pt x="15" y="2"/>
                      <a:pt x="16" y="2"/>
                      <a:pt x="17" y="1"/>
                    </a:cubicBezTo>
                    <a:cubicBezTo>
                      <a:pt x="39" y="0"/>
                      <a:pt x="34" y="21"/>
                      <a:pt x="41" y="31"/>
                    </a:cubicBezTo>
                    <a:cubicBezTo>
                      <a:pt x="45" y="38"/>
                      <a:pt x="47" y="46"/>
                      <a:pt x="49"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0"/>
              <p:cNvSpPr/>
              <p:nvPr/>
            </p:nvSpPr>
            <p:spPr>
              <a:xfrm rot="-755222">
                <a:off x="9316561" y="3955083"/>
                <a:ext cx="22306" cy="93350"/>
              </a:xfrm>
              <a:custGeom>
                <a:rect b="b" l="l" r="r" t="t"/>
                <a:pathLst>
                  <a:path extrusionOk="0" h="113" w="27">
                    <a:moveTo>
                      <a:pt x="26" y="112"/>
                    </a:moveTo>
                    <a:cubicBezTo>
                      <a:pt x="23" y="108"/>
                      <a:pt x="20" y="103"/>
                      <a:pt x="18" y="99"/>
                    </a:cubicBezTo>
                    <a:cubicBezTo>
                      <a:pt x="6" y="79"/>
                      <a:pt x="0" y="56"/>
                      <a:pt x="0" y="33"/>
                    </a:cubicBezTo>
                    <a:cubicBezTo>
                      <a:pt x="0" y="22"/>
                      <a:pt x="2" y="11"/>
                      <a:pt x="4" y="0"/>
                    </a:cubicBezTo>
                    <a:cubicBezTo>
                      <a:pt x="12" y="37"/>
                      <a:pt x="15" y="75"/>
                      <a:pt x="26"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0"/>
              <p:cNvSpPr/>
              <p:nvPr/>
            </p:nvSpPr>
            <p:spPr>
              <a:xfrm rot="-755222">
                <a:off x="8564339" y="2518891"/>
                <a:ext cx="66918" cy="74349"/>
              </a:xfrm>
              <a:custGeom>
                <a:rect b="b" l="l" r="r" t="t"/>
                <a:pathLst>
                  <a:path extrusionOk="0" h="90" w="81">
                    <a:moveTo>
                      <a:pt x="0" y="0"/>
                    </a:moveTo>
                    <a:cubicBezTo>
                      <a:pt x="30" y="27"/>
                      <a:pt x="56" y="57"/>
                      <a:pt x="80" y="89"/>
                    </a:cubicBezTo>
                    <a:cubicBezTo>
                      <a:pt x="50" y="71"/>
                      <a:pt x="26" y="46"/>
                      <a:pt x="9" y="17"/>
                    </a:cubicBezTo>
                    <a:cubicBezTo>
                      <a:pt x="6" y="11"/>
                      <a:pt x="3"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0"/>
              <p:cNvSpPr/>
              <p:nvPr/>
            </p:nvSpPr>
            <p:spPr>
              <a:xfrm rot="-755222">
                <a:off x="9466351" y="3622833"/>
                <a:ext cx="57004" cy="63610"/>
              </a:xfrm>
              <a:custGeom>
                <a:rect b="b" l="l" r="r" t="t"/>
                <a:pathLst>
                  <a:path extrusionOk="0" h="77" w="69">
                    <a:moveTo>
                      <a:pt x="0" y="0"/>
                    </a:moveTo>
                    <a:cubicBezTo>
                      <a:pt x="27" y="20"/>
                      <a:pt x="50" y="45"/>
                      <a:pt x="66" y="74"/>
                    </a:cubicBezTo>
                    <a:cubicBezTo>
                      <a:pt x="67" y="74"/>
                      <a:pt x="67" y="75"/>
                      <a:pt x="68" y="76"/>
                    </a:cubicBezTo>
                    <a:cubicBezTo>
                      <a:pt x="41" y="57"/>
                      <a:pt x="19" y="32"/>
                      <a:pt x="2" y="4"/>
                    </a:cubicBezTo>
                    <a:cubicBezTo>
                      <a:pt x="2" y="3"/>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0"/>
              <p:cNvSpPr/>
              <p:nvPr/>
            </p:nvSpPr>
            <p:spPr>
              <a:xfrm rot="-755222">
                <a:off x="9550880" y="2889762"/>
                <a:ext cx="54526" cy="57827"/>
              </a:xfrm>
              <a:custGeom>
                <a:rect b="b" l="l" r="r" t="t"/>
                <a:pathLst>
                  <a:path extrusionOk="0" h="70" w="66">
                    <a:moveTo>
                      <a:pt x="0" y="1"/>
                    </a:moveTo>
                    <a:cubicBezTo>
                      <a:pt x="32" y="14"/>
                      <a:pt x="41" y="49"/>
                      <a:pt x="65" y="69"/>
                    </a:cubicBezTo>
                    <a:cubicBezTo>
                      <a:pt x="39" y="50"/>
                      <a:pt x="8" y="3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0"/>
              <p:cNvSpPr/>
              <p:nvPr/>
            </p:nvSpPr>
            <p:spPr>
              <a:xfrm rot="-755222">
                <a:off x="10396016" y="4159233"/>
                <a:ext cx="26437" cy="57827"/>
              </a:xfrm>
              <a:custGeom>
                <a:rect b="b" l="l" r="r" t="t"/>
                <a:pathLst>
                  <a:path extrusionOk="0" h="70" w="32">
                    <a:moveTo>
                      <a:pt x="22" y="0"/>
                    </a:moveTo>
                    <a:cubicBezTo>
                      <a:pt x="29" y="26"/>
                      <a:pt x="17" y="49"/>
                      <a:pt x="31" y="69"/>
                    </a:cubicBezTo>
                    <a:cubicBezTo>
                      <a:pt x="1" y="44"/>
                      <a:pt x="0" y="4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0"/>
              <p:cNvSpPr/>
              <p:nvPr/>
            </p:nvSpPr>
            <p:spPr>
              <a:xfrm rot="-755222">
                <a:off x="8900356" y="4077107"/>
                <a:ext cx="35524" cy="32218"/>
              </a:xfrm>
              <a:custGeom>
                <a:rect b="b" l="l" r="r" t="t"/>
                <a:pathLst>
                  <a:path extrusionOk="0" h="39" w="43">
                    <a:moveTo>
                      <a:pt x="27" y="38"/>
                    </a:moveTo>
                    <a:cubicBezTo>
                      <a:pt x="22" y="38"/>
                      <a:pt x="18" y="37"/>
                      <a:pt x="14" y="34"/>
                    </a:cubicBezTo>
                    <a:cubicBezTo>
                      <a:pt x="10" y="31"/>
                      <a:pt x="6" y="29"/>
                      <a:pt x="4" y="25"/>
                    </a:cubicBezTo>
                    <a:cubicBezTo>
                      <a:pt x="2" y="21"/>
                      <a:pt x="0" y="16"/>
                      <a:pt x="0" y="11"/>
                    </a:cubicBezTo>
                    <a:cubicBezTo>
                      <a:pt x="0" y="7"/>
                      <a:pt x="6" y="0"/>
                      <a:pt x="9" y="0"/>
                    </a:cubicBezTo>
                    <a:lnTo>
                      <a:pt x="10" y="0"/>
                    </a:lnTo>
                    <a:cubicBezTo>
                      <a:pt x="15" y="0"/>
                      <a:pt x="20" y="1"/>
                      <a:pt x="25" y="4"/>
                    </a:cubicBezTo>
                    <a:cubicBezTo>
                      <a:pt x="30" y="7"/>
                      <a:pt x="34" y="10"/>
                      <a:pt x="36" y="15"/>
                    </a:cubicBezTo>
                    <a:cubicBezTo>
                      <a:pt x="38" y="18"/>
                      <a:pt x="39" y="21"/>
                      <a:pt x="40" y="23"/>
                    </a:cubicBezTo>
                    <a:cubicBezTo>
                      <a:pt x="42" y="30"/>
                      <a:pt x="37" y="37"/>
                      <a:pt x="2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0"/>
              <p:cNvSpPr/>
              <p:nvPr/>
            </p:nvSpPr>
            <p:spPr>
              <a:xfrm rot="-755222">
                <a:off x="8497710" y="2509656"/>
                <a:ext cx="55352" cy="73523"/>
              </a:xfrm>
              <a:custGeom>
                <a:rect b="b" l="l" r="r" t="t"/>
                <a:pathLst>
                  <a:path extrusionOk="0" h="89" w="67">
                    <a:moveTo>
                      <a:pt x="66" y="88"/>
                    </a:moveTo>
                    <a:cubicBezTo>
                      <a:pt x="45" y="73"/>
                      <a:pt x="27" y="54"/>
                      <a:pt x="14" y="31"/>
                    </a:cubicBezTo>
                    <a:cubicBezTo>
                      <a:pt x="8" y="21"/>
                      <a:pt x="4" y="11"/>
                      <a:pt x="0" y="0"/>
                    </a:cubicBezTo>
                    <a:cubicBezTo>
                      <a:pt x="21" y="14"/>
                      <a:pt x="38" y="32"/>
                      <a:pt x="51" y="54"/>
                    </a:cubicBezTo>
                    <a:cubicBezTo>
                      <a:pt x="58" y="65"/>
                      <a:pt x="62" y="76"/>
                      <a:pt x="66"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0"/>
              <p:cNvSpPr/>
              <p:nvPr/>
            </p:nvSpPr>
            <p:spPr>
              <a:xfrm rot="-755222">
                <a:off x="9196072" y="2700266"/>
                <a:ext cx="51221" cy="64436"/>
              </a:xfrm>
              <a:custGeom>
                <a:rect b="b" l="l" r="r" t="t"/>
                <a:pathLst>
                  <a:path extrusionOk="0" h="78" w="62">
                    <a:moveTo>
                      <a:pt x="61" y="76"/>
                    </a:moveTo>
                    <a:cubicBezTo>
                      <a:pt x="28" y="61"/>
                      <a:pt x="15" y="29"/>
                      <a:pt x="0" y="0"/>
                    </a:cubicBezTo>
                    <a:cubicBezTo>
                      <a:pt x="20" y="14"/>
                      <a:pt x="36" y="32"/>
                      <a:pt x="49" y="53"/>
                    </a:cubicBezTo>
                    <a:cubicBezTo>
                      <a:pt x="53" y="60"/>
                      <a:pt x="57" y="69"/>
                      <a:pt x="60" y="77"/>
                    </a:cubicBezTo>
                    <a:lnTo>
                      <a:pt x="61"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0"/>
              <p:cNvSpPr/>
              <p:nvPr/>
            </p:nvSpPr>
            <p:spPr>
              <a:xfrm rot="-755222">
                <a:off x="9721202" y="3809685"/>
                <a:ext cx="56178" cy="54523"/>
              </a:xfrm>
              <a:custGeom>
                <a:rect b="b" l="l" r="r" t="t"/>
                <a:pathLst>
                  <a:path extrusionOk="0" h="66" w="68">
                    <a:moveTo>
                      <a:pt x="67" y="65"/>
                    </a:moveTo>
                    <a:cubicBezTo>
                      <a:pt x="40" y="49"/>
                      <a:pt x="17" y="27"/>
                      <a:pt x="0" y="0"/>
                    </a:cubicBezTo>
                    <a:lnTo>
                      <a:pt x="67" y="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0"/>
              <p:cNvSpPr/>
              <p:nvPr/>
            </p:nvSpPr>
            <p:spPr>
              <a:xfrm rot="-755222">
                <a:off x="9636397" y="3746006"/>
                <a:ext cx="54526" cy="66914"/>
              </a:xfrm>
              <a:custGeom>
                <a:rect b="b" l="l" r="r" t="t"/>
                <a:pathLst>
                  <a:path extrusionOk="0" h="81" w="66">
                    <a:moveTo>
                      <a:pt x="65" y="80"/>
                    </a:moveTo>
                    <a:cubicBezTo>
                      <a:pt x="42" y="62"/>
                      <a:pt x="22" y="39"/>
                      <a:pt x="8" y="14"/>
                    </a:cubicBezTo>
                    <a:cubicBezTo>
                      <a:pt x="5" y="10"/>
                      <a:pt x="3" y="5"/>
                      <a:pt x="0" y="0"/>
                    </a:cubicBezTo>
                    <a:cubicBezTo>
                      <a:pt x="1" y="1"/>
                      <a:pt x="1" y="1"/>
                      <a:pt x="1" y="1"/>
                    </a:cubicBezTo>
                    <a:cubicBezTo>
                      <a:pt x="23" y="13"/>
                      <a:pt x="40" y="31"/>
                      <a:pt x="53" y="52"/>
                    </a:cubicBezTo>
                    <a:cubicBezTo>
                      <a:pt x="58" y="61"/>
                      <a:pt x="62" y="70"/>
                      <a:pt x="65"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0"/>
              <p:cNvSpPr/>
              <p:nvPr/>
            </p:nvSpPr>
            <p:spPr>
              <a:xfrm rot="-755222">
                <a:off x="9428616" y="4357188"/>
                <a:ext cx="33872" cy="33870"/>
              </a:xfrm>
              <a:custGeom>
                <a:rect b="b" l="l" r="r" t="t"/>
                <a:pathLst>
                  <a:path extrusionOk="0" h="41" w="41">
                    <a:moveTo>
                      <a:pt x="40" y="17"/>
                    </a:moveTo>
                    <a:cubicBezTo>
                      <a:pt x="40" y="21"/>
                      <a:pt x="39" y="25"/>
                      <a:pt x="37" y="28"/>
                    </a:cubicBezTo>
                    <a:cubicBezTo>
                      <a:pt x="35" y="32"/>
                      <a:pt x="31" y="35"/>
                      <a:pt x="27" y="37"/>
                    </a:cubicBezTo>
                    <a:cubicBezTo>
                      <a:pt x="23" y="39"/>
                      <a:pt x="19" y="40"/>
                      <a:pt x="15" y="40"/>
                    </a:cubicBezTo>
                    <a:lnTo>
                      <a:pt x="14" y="40"/>
                    </a:lnTo>
                    <a:cubicBezTo>
                      <a:pt x="12" y="40"/>
                      <a:pt x="9" y="39"/>
                      <a:pt x="7" y="38"/>
                    </a:cubicBezTo>
                    <a:cubicBezTo>
                      <a:pt x="5" y="37"/>
                      <a:pt x="3" y="35"/>
                      <a:pt x="2" y="33"/>
                    </a:cubicBezTo>
                    <a:cubicBezTo>
                      <a:pt x="1" y="31"/>
                      <a:pt x="1" y="29"/>
                      <a:pt x="0" y="27"/>
                    </a:cubicBezTo>
                    <a:cubicBezTo>
                      <a:pt x="0" y="26"/>
                      <a:pt x="0" y="24"/>
                      <a:pt x="0" y="23"/>
                    </a:cubicBezTo>
                    <a:cubicBezTo>
                      <a:pt x="0" y="19"/>
                      <a:pt x="1" y="16"/>
                      <a:pt x="3" y="12"/>
                    </a:cubicBezTo>
                    <a:cubicBezTo>
                      <a:pt x="5" y="9"/>
                      <a:pt x="8" y="6"/>
                      <a:pt x="11" y="4"/>
                    </a:cubicBezTo>
                    <a:cubicBezTo>
                      <a:pt x="14" y="2"/>
                      <a:pt x="18" y="1"/>
                      <a:pt x="21" y="1"/>
                    </a:cubicBezTo>
                    <a:cubicBezTo>
                      <a:pt x="32" y="0"/>
                      <a:pt x="37" y="7"/>
                      <a:pt x="4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0"/>
              <p:cNvSpPr/>
              <p:nvPr/>
            </p:nvSpPr>
            <p:spPr>
              <a:xfrm rot="-755222">
                <a:off x="10059694" y="3815853"/>
                <a:ext cx="53700" cy="71871"/>
              </a:xfrm>
              <a:custGeom>
                <a:rect b="b" l="l" r="r" t="t"/>
                <a:pathLst>
                  <a:path extrusionOk="0" h="87" w="65">
                    <a:moveTo>
                      <a:pt x="61" y="86"/>
                    </a:moveTo>
                    <a:cubicBezTo>
                      <a:pt x="43" y="69"/>
                      <a:pt x="27" y="50"/>
                      <a:pt x="14" y="28"/>
                    </a:cubicBezTo>
                    <a:cubicBezTo>
                      <a:pt x="9" y="19"/>
                      <a:pt x="4" y="9"/>
                      <a:pt x="0" y="0"/>
                    </a:cubicBezTo>
                    <a:cubicBezTo>
                      <a:pt x="21" y="16"/>
                      <a:pt x="39" y="35"/>
                      <a:pt x="52" y="58"/>
                    </a:cubicBezTo>
                    <a:cubicBezTo>
                      <a:pt x="57" y="66"/>
                      <a:pt x="61" y="74"/>
                      <a:pt x="64" y="83"/>
                    </a:cubicBezTo>
                    <a:lnTo>
                      <a:pt x="61" y="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0"/>
              <p:cNvSpPr/>
              <p:nvPr/>
            </p:nvSpPr>
            <p:spPr>
              <a:xfrm rot="-755222">
                <a:off x="8804797" y="2880394"/>
                <a:ext cx="55352" cy="73523"/>
              </a:xfrm>
              <a:custGeom>
                <a:rect b="b" l="l" r="r" t="t"/>
                <a:pathLst>
                  <a:path extrusionOk="0" h="89" w="67">
                    <a:moveTo>
                      <a:pt x="66" y="87"/>
                    </a:moveTo>
                    <a:cubicBezTo>
                      <a:pt x="35" y="69"/>
                      <a:pt x="27" y="34"/>
                      <a:pt x="0" y="0"/>
                    </a:cubicBezTo>
                    <a:cubicBezTo>
                      <a:pt x="20" y="12"/>
                      <a:pt x="37" y="29"/>
                      <a:pt x="49" y="50"/>
                    </a:cubicBezTo>
                    <a:cubicBezTo>
                      <a:pt x="56" y="62"/>
                      <a:pt x="61" y="75"/>
                      <a:pt x="64" y="88"/>
                    </a:cubicBezTo>
                    <a:lnTo>
                      <a:pt x="66" y="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0"/>
              <p:cNvSpPr/>
              <p:nvPr/>
            </p:nvSpPr>
            <p:spPr>
              <a:xfrm rot="-755222">
                <a:off x="9170376" y="3210956"/>
                <a:ext cx="52873" cy="48740"/>
              </a:xfrm>
              <a:custGeom>
                <a:rect b="b" l="l" r="r" t="t"/>
                <a:pathLst>
                  <a:path extrusionOk="0" h="59" w="64">
                    <a:moveTo>
                      <a:pt x="0" y="0"/>
                    </a:moveTo>
                    <a:cubicBezTo>
                      <a:pt x="3" y="0"/>
                      <a:pt x="7" y="0"/>
                      <a:pt x="10" y="3"/>
                    </a:cubicBezTo>
                    <a:cubicBezTo>
                      <a:pt x="29" y="20"/>
                      <a:pt x="46" y="38"/>
                      <a:pt x="63" y="58"/>
                    </a:cubicBezTo>
                    <a:cubicBezTo>
                      <a:pt x="60" y="57"/>
                      <a:pt x="57" y="56"/>
                      <a:pt x="54" y="54"/>
                    </a:cubicBezTo>
                    <a:cubicBezTo>
                      <a:pt x="32" y="42"/>
                      <a:pt x="13"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0"/>
              <p:cNvSpPr/>
              <p:nvPr/>
            </p:nvSpPr>
            <p:spPr>
              <a:xfrm rot="-755222">
                <a:off x="8420875" y="2447947"/>
                <a:ext cx="44612" cy="33044"/>
              </a:xfrm>
              <a:custGeom>
                <a:rect b="b" l="l" r="r" t="t"/>
                <a:pathLst>
                  <a:path extrusionOk="0" h="40" w="54">
                    <a:moveTo>
                      <a:pt x="33" y="39"/>
                    </a:moveTo>
                    <a:lnTo>
                      <a:pt x="0" y="0"/>
                    </a:lnTo>
                    <a:cubicBezTo>
                      <a:pt x="27" y="0"/>
                      <a:pt x="27" y="0"/>
                      <a:pt x="53" y="37"/>
                    </a:cubicBezTo>
                    <a:lnTo>
                      <a:pt x="3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0"/>
              <p:cNvSpPr/>
              <p:nvPr/>
            </p:nvSpPr>
            <p:spPr>
              <a:xfrm rot="-755222">
                <a:off x="10105599" y="3641505"/>
                <a:ext cx="52047" cy="66088"/>
              </a:xfrm>
              <a:custGeom>
                <a:rect b="b" l="l" r="r" t="t"/>
                <a:pathLst>
                  <a:path extrusionOk="0" h="80" w="63">
                    <a:moveTo>
                      <a:pt x="62" y="79"/>
                    </a:moveTo>
                    <a:cubicBezTo>
                      <a:pt x="30" y="65"/>
                      <a:pt x="23" y="32"/>
                      <a:pt x="0" y="0"/>
                    </a:cubicBezTo>
                    <a:cubicBezTo>
                      <a:pt x="20" y="11"/>
                      <a:pt x="36" y="28"/>
                      <a:pt x="48" y="48"/>
                    </a:cubicBezTo>
                    <a:cubicBezTo>
                      <a:pt x="54" y="58"/>
                      <a:pt x="58" y="68"/>
                      <a:pt x="61" y="79"/>
                    </a:cubicBezTo>
                    <a:lnTo>
                      <a:pt x="62"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0"/>
              <p:cNvSpPr/>
              <p:nvPr/>
            </p:nvSpPr>
            <p:spPr>
              <a:xfrm rot="-755222">
                <a:off x="10185215" y="3666273"/>
                <a:ext cx="35524" cy="71871"/>
              </a:xfrm>
              <a:custGeom>
                <a:rect b="b" l="l" r="r" t="t"/>
                <a:pathLst>
                  <a:path extrusionOk="0" h="87" w="43">
                    <a:moveTo>
                      <a:pt x="42" y="85"/>
                    </a:moveTo>
                    <a:cubicBezTo>
                      <a:pt x="11" y="66"/>
                      <a:pt x="11" y="30"/>
                      <a:pt x="0" y="0"/>
                    </a:cubicBezTo>
                    <a:cubicBezTo>
                      <a:pt x="7" y="9"/>
                      <a:pt x="13" y="18"/>
                      <a:pt x="19" y="28"/>
                    </a:cubicBezTo>
                    <a:cubicBezTo>
                      <a:pt x="29" y="46"/>
                      <a:pt x="37" y="65"/>
                      <a:pt x="41" y="86"/>
                    </a:cubicBezTo>
                    <a:lnTo>
                      <a:pt x="42" y="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0"/>
              <p:cNvSpPr/>
              <p:nvPr/>
            </p:nvSpPr>
            <p:spPr>
              <a:xfrm rot="-755222">
                <a:off x="9187548" y="3437590"/>
                <a:ext cx="52047" cy="60306"/>
              </a:xfrm>
              <a:custGeom>
                <a:rect b="b" l="l" r="r" t="t"/>
                <a:pathLst>
                  <a:path extrusionOk="0" h="73" w="63">
                    <a:moveTo>
                      <a:pt x="0" y="1"/>
                    </a:moveTo>
                    <a:cubicBezTo>
                      <a:pt x="33" y="14"/>
                      <a:pt x="44" y="46"/>
                      <a:pt x="62" y="72"/>
                    </a:cubicBezTo>
                    <a:cubicBezTo>
                      <a:pt x="40" y="50"/>
                      <a:pt x="9" y="3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0"/>
              <p:cNvSpPr/>
              <p:nvPr/>
            </p:nvSpPr>
            <p:spPr>
              <a:xfrm rot="-755222">
                <a:off x="10437836" y="3559416"/>
                <a:ext cx="33046" cy="76828"/>
              </a:xfrm>
              <a:custGeom>
                <a:rect b="b" l="l" r="r" t="t"/>
                <a:pathLst>
                  <a:path extrusionOk="0" h="93" w="40">
                    <a:moveTo>
                      <a:pt x="1" y="92"/>
                    </a:moveTo>
                    <a:cubicBezTo>
                      <a:pt x="4" y="67"/>
                      <a:pt x="12" y="43"/>
                      <a:pt x="25" y="21"/>
                    </a:cubicBezTo>
                    <a:cubicBezTo>
                      <a:pt x="29" y="14"/>
                      <a:pt x="34" y="7"/>
                      <a:pt x="39" y="0"/>
                    </a:cubicBezTo>
                    <a:cubicBezTo>
                      <a:pt x="37" y="23"/>
                      <a:pt x="29" y="45"/>
                      <a:pt x="18" y="65"/>
                    </a:cubicBezTo>
                    <a:cubicBezTo>
                      <a:pt x="12" y="75"/>
                      <a:pt x="7" y="83"/>
                      <a:pt x="0" y="91"/>
                    </a:cubicBezTo>
                    <a:lnTo>
                      <a:pt x="1"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0"/>
              <p:cNvSpPr/>
              <p:nvPr/>
            </p:nvSpPr>
            <p:spPr>
              <a:xfrm rot="-755222">
                <a:off x="8200980" y="3547504"/>
                <a:ext cx="36350" cy="28088"/>
              </a:xfrm>
              <a:custGeom>
                <a:rect b="b" l="l" r="r" t="t"/>
                <a:pathLst>
                  <a:path extrusionOk="0" h="34" w="44">
                    <a:moveTo>
                      <a:pt x="19" y="2"/>
                    </a:moveTo>
                    <a:cubicBezTo>
                      <a:pt x="33" y="2"/>
                      <a:pt x="42" y="7"/>
                      <a:pt x="42" y="17"/>
                    </a:cubicBezTo>
                    <a:cubicBezTo>
                      <a:pt x="43" y="27"/>
                      <a:pt x="33" y="33"/>
                      <a:pt x="23" y="32"/>
                    </a:cubicBezTo>
                    <a:cubicBezTo>
                      <a:pt x="13" y="32"/>
                      <a:pt x="0" y="29"/>
                      <a:pt x="1" y="14"/>
                    </a:cubicBezTo>
                    <a:cubicBezTo>
                      <a:pt x="2" y="0"/>
                      <a:pt x="13" y="2"/>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0"/>
              <p:cNvSpPr/>
              <p:nvPr/>
            </p:nvSpPr>
            <p:spPr>
              <a:xfrm rot="-755222">
                <a:off x="9116360" y="4139638"/>
                <a:ext cx="36350" cy="29740"/>
              </a:xfrm>
              <a:custGeom>
                <a:rect b="b" l="l" r="r" t="t"/>
                <a:pathLst>
                  <a:path extrusionOk="0" h="36" w="44">
                    <a:moveTo>
                      <a:pt x="20" y="35"/>
                    </a:moveTo>
                    <a:cubicBezTo>
                      <a:pt x="9" y="35"/>
                      <a:pt x="1" y="30"/>
                      <a:pt x="0" y="17"/>
                    </a:cubicBezTo>
                    <a:cubicBezTo>
                      <a:pt x="0" y="16"/>
                      <a:pt x="0" y="16"/>
                      <a:pt x="0" y="15"/>
                    </a:cubicBezTo>
                    <a:cubicBezTo>
                      <a:pt x="0" y="13"/>
                      <a:pt x="0" y="11"/>
                      <a:pt x="2" y="8"/>
                    </a:cubicBezTo>
                    <a:cubicBezTo>
                      <a:pt x="4" y="5"/>
                      <a:pt x="6" y="3"/>
                      <a:pt x="8" y="2"/>
                    </a:cubicBezTo>
                    <a:cubicBezTo>
                      <a:pt x="10" y="1"/>
                      <a:pt x="13" y="0"/>
                      <a:pt x="16" y="0"/>
                    </a:cubicBezTo>
                    <a:lnTo>
                      <a:pt x="17" y="0"/>
                    </a:lnTo>
                    <a:cubicBezTo>
                      <a:pt x="30" y="0"/>
                      <a:pt x="43" y="7"/>
                      <a:pt x="42" y="22"/>
                    </a:cubicBezTo>
                    <a:cubicBezTo>
                      <a:pt x="42" y="31"/>
                      <a:pt x="30" y="33"/>
                      <a:pt x="2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0"/>
              <p:cNvSpPr/>
              <p:nvPr/>
            </p:nvSpPr>
            <p:spPr>
              <a:xfrm rot="-755222">
                <a:off x="8100503" y="3282167"/>
                <a:ext cx="33872" cy="76002"/>
              </a:xfrm>
              <a:custGeom>
                <a:rect b="b" l="l" r="r" t="t"/>
                <a:pathLst>
                  <a:path extrusionOk="0" h="92" w="41">
                    <a:moveTo>
                      <a:pt x="0" y="1"/>
                    </a:moveTo>
                    <a:cubicBezTo>
                      <a:pt x="6" y="8"/>
                      <a:pt x="12" y="17"/>
                      <a:pt x="17" y="25"/>
                    </a:cubicBezTo>
                    <a:cubicBezTo>
                      <a:pt x="29" y="45"/>
                      <a:pt x="37" y="68"/>
                      <a:pt x="40" y="91"/>
                    </a:cubicBezTo>
                    <a:cubicBezTo>
                      <a:pt x="22" y="63"/>
                      <a:pt x="0" y="38"/>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0"/>
              <p:cNvSpPr/>
              <p:nvPr/>
            </p:nvSpPr>
            <p:spPr>
              <a:xfrm rot="-755222">
                <a:off x="9108725" y="4262805"/>
                <a:ext cx="33046" cy="33870"/>
              </a:xfrm>
              <a:custGeom>
                <a:rect b="b" l="l" r="r" t="t"/>
                <a:pathLst>
                  <a:path extrusionOk="0" h="41" w="40">
                    <a:moveTo>
                      <a:pt x="34" y="0"/>
                    </a:moveTo>
                    <a:cubicBezTo>
                      <a:pt x="37" y="3"/>
                      <a:pt x="39" y="4"/>
                      <a:pt x="39" y="5"/>
                    </a:cubicBezTo>
                    <a:cubicBezTo>
                      <a:pt x="35" y="20"/>
                      <a:pt x="37" y="40"/>
                      <a:pt x="12" y="39"/>
                    </a:cubicBezTo>
                    <a:cubicBezTo>
                      <a:pt x="10" y="39"/>
                      <a:pt x="8" y="38"/>
                      <a:pt x="7" y="37"/>
                    </a:cubicBezTo>
                    <a:cubicBezTo>
                      <a:pt x="5" y="36"/>
                      <a:pt x="4" y="34"/>
                      <a:pt x="2" y="32"/>
                    </a:cubicBezTo>
                    <a:cubicBezTo>
                      <a:pt x="0" y="30"/>
                      <a:pt x="0" y="28"/>
                      <a:pt x="0" y="25"/>
                    </a:cubicBezTo>
                    <a:lnTo>
                      <a:pt x="0" y="24"/>
                    </a:lnTo>
                    <a:cubicBezTo>
                      <a:pt x="2" y="4"/>
                      <a:pt x="18" y="1"/>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0"/>
              <p:cNvSpPr/>
              <p:nvPr/>
            </p:nvSpPr>
            <p:spPr>
              <a:xfrm rot="-755222">
                <a:off x="9706905" y="3473517"/>
                <a:ext cx="47917" cy="53697"/>
              </a:xfrm>
              <a:custGeom>
                <a:rect b="b" l="l" r="r" t="t"/>
                <a:pathLst>
                  <a:path extrusionOk="0" h="65" w="58">
                    <a:moveTo>
                      <a:pt x="57" y="63"/>
                    </a:moveTo>
                    <a:cubicBezTo>
                      <a:pt x="25" y="53"/>
                      <a:pt x="17" y="23"/>
                      <a:pt x="0" y="0"/>
                    </a:cubicBezTo>
                    <a:cubicBezTo>
                      <a:pt x="22" y="18"/>
                      <a:pt x="48" y="33"/>
                      <a:pt x="56" y="64"/>
                    </a:cubicBezTo>
                    <a:lnTo>
                      <a:pt x="57"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0"/>
              <p:cNvSpPr/>
              <p:nvPr/>
            </p:nvSpPr>
            <p:spPr>
              <a:xfrm rot="-755222">
                <a:off x="9023816" y="2579536"/>
                <a:ext cx="51221" cy="59480"/>
              </a:xfrm>
              <a:custGeom>
                <a:rect b="b" l="l" r="r" t="t"/>
                <a:pathLst>
                  <a:path extrusionOk="0" h="72" w="62">
                    <a:moveTo>
                      <a:pt x="0" y="1"/>
                    </a:moveTo>
                    <a:cubicBezTo>
                      <a:pt x="31" y="14"/>
                      <a:pt x="44" y="45"/>
                      <a:pt x="61" y="71"/>
                    </a:cubicBezTo>
                    <a:cubicBezTo>
                      <a:pt x="37" y="51"/>
                      <a:pt x="10"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0"/>
              <p:cNvSpPr/>
              <p:nvPr/>
            </p:nvSpPr>
            <p:spPr>
              <a:xfrm rot="-755222">
                <a:off x="8683302" y="3282166"/>
                <a:ext cx="48743" cy="55349"/>
              </a:xfrm>
              <a:custGeom>
                <a:rect b="b" l="l" r="r" t="t"/>
                <a:pathLst>
                  <a:path extrusionOk="0" h="67" w="59">
                    <a:moveTo>
                      <a:pt x="58" y="66"/>
                    </a:moveTo>
                    <a:cubicBezTo>
                      <a:pt x="54" y="64"/>
                      <a:pt x="49" y="62"/>
                      <a:pt x="45" y="59"/>
                    </a:cubicBezTo>
                    <a:cubicBezTo>
                      <a:pt x="30" y="50"/>
                      <a:pt x="18" y="39"/>
                      <a:pt x="10" y="25"/>
                    </a:cubicBezTo>
                    <a:cubicBezTo>
                      <a:pt x="6" y="17"/>
                      <a:pt x="2" y="8"/>
                      <a:pt x="0" y="0"/>
                    </a:cubicBezTo>
                    <a:lnTo>
                      <a:pt x="58" y="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0"/>
              <p:cNvSpPr/>
              <p:nvPr/>
            </p:nvSpPr>
            <p:spPr>
              <a:xfrm rot="-755222">
                <a:off x="8514122" y="3653183"/>
                <a:ext cx="40481" cy="28088"/>
              </a:xfrm>
              <a:custGeom>
                <a:rect b="b" l="l" r="r" t="t"/>
                <a:pathLst>
                  <a:path extrusionOk="0" h="34" w="49">
                    <a:moveTo>
                      <a:pt x="16" y="0"/>
                    </a:moveTo>
                    <a:cubicBezTo>
                      <a:pt x="30" y="3"/>
                      <a:pt x="46" y="5"/>
                      <a:pt x="48" y="23"/>
                    </a:cubicBezTo>
                    <a:cubicBezTo>
                      <a:pt x="48" y="29"/>
                      <a:pt x="42" y="33"/>
                      <a:pt x="36" y="31"/>
                    </a:cubicBezTo>
                    <a:cubicBezTo>
                      <a:pt x="23" y="28"/>
                      <a:pt x="5" y="31"/>
                      <a:pt x="2" y="13"/>
                    </a:cubicBezTo>
                    <a:cubicBezTo>
                      <a:pt x="0" y="3"/>
                      <a:pt x="10" y="3"/>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0"/>
              <p:cNvSpPr/>
              <p:nvPr/>
            </p:nvSpPr>
            <p:spPr>
              <a:xfrm rot="-755222">
                <a:off x="9974341" y="3929811"/>
                <a:ext cx="43786" cy="58653"/>
              </a:xfrm>
              <a:custGeom>
                <a:rect b="b" l="l" r="r" t="t"/>
                <a:pathLst>
                  <a:path extrusionOk="0" h="71" w="53">
                    <a:moveTo>
                      <a:pt x="52" y="70"/>
                    </a:moveTo>
                    <a:cubicBezTo>
                      <a:pt x="48" y="36"/>
                      <a:pt x="11" y="27"/>
                      <a:pt x="0" y="0"/>
                    </a:cubicBezTo>
                    <a:cubicBezTo>
                      <a:pt x="43" y="26"/>
                      <a:pt x="48" y="32"/>
                      <a:pt x="51" y="70"/>
                    </a:cubicBezTo>
                    <a:lnTo>
                      <a:pt x="52" y="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0"/>
              <p:cNvSpPr/>
              <p:nvPr/>
            </p:nvSpPr>
            <p:spPr>
              <a:xfrm rot="-755222">
                <a:off x="8963086" y="4317396"/>
                <a:ext cx="47090" cy="28914"/>
              </a:xfrm>
              <a:custGeom>
                <a:rect b="b" l="l" r="r" t="t"/>
                <a:pathLst>
                  <a:path extrusionOk="0" h="35" w="57">
                    <a:moveTo>
                      <a:pt x="56" y="6"/>
                    </a:moveTo>
                    <a:cubicBezTo>
                      <a:pt x="49" y="23"/>
                      <a:pt x="35" y="26"/>
                      <a:pt x="25" y="32"/>
                    </a:cubicBezTo>
                    <a:cubicBezTo>
                      <a:pt x="24" y="32"/>
                      <a:pt x="24" y="32"/>
                      <a:pt x="24" y="32"/>
                    </a:cubicBezTo>
                    <a:cubicBezTo>
                      <a:pt x="22" y="34"/>
                      <a:pt x="19" y="34"/>
                      <a:pt x="17" y="34"/>
                    </a:cubicBezTo>
                    <a:cubicBezTo>
                      <a:pt x="14" y="34"/>
                      <a:pt x="12" y="34"/>
                      <a:pt x="10" y="32"/>
                    </a:cubicBezTo>
                    <a:cubicBezTo>
                      <a:pt x="8" y="30"/>
                      <a:pt x="6" y="29"/>
                      <a:pt x="5" y="27"/>
                    </a:cubicBezTo>
                    <a:cubicBezTo>
                      <a:pt x="4" y="26"/>
                      <a:pt x="4" y="24"/>
                      <a:pt x="3" y="23"/>
                    </a:cubicBezTo>
                    <a:cubicBezTo>
                      <a:pt x="0" y="12"/>
                      <a:pt x="8" y="6"/>
                      <a:pt x="17" y="4"/>
                    </a:cubicBezTo>
                    <a:cubicBezTo>
                      <a:pt x="23" y="1"/>
                      <a:pt x="29" y="0"/>
                      <a:pt x="35" y="0"/>
                    </a:cubicBezTo>
                    <a:cubicBezTo>
                      <a:pt x="42" y="0"/>
                      <a:pt x="49" y="2"/>
                      <a:pt x="5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0"/>
              <p:cNvSpPr/>
              <p:nvPr/>
            </p:nvSpPr>
            <p:spPr>
              <a:xfrm rot="-755222">
                <a:off x="7672387" y="1788546"/>
                <a:ext cx="59483" cy="66914"/>
              </a:xfrm>
              <a:custGeom>
                <a:rect b="b" l="l" r="r" t="t"/>
                <a:pathLst>
                  <a:path extrusionOk="0" h="81" w="72">
                    <a:moveTo>
                      <a:pt x="71" y="0"/>
                    </a:moveTo>
                    <a:cubicBezTo>
                      <a:pt x="70" y="3"/>
                      <a:pt x="68" y="6"/>
                      <a:pt x="67" y="9"/>
                    </a:cubicBezTo>
                    <a:cubicBezTo>
                      <a:pt x="50" y="37"/>
                      <a:pt x="28" y="61"/>
                      <a:pt x="0" y="80"/>
                    </a:cubicBezTo>
                    <a:cubicBezTo>
                      <a:pt x="3" y="72"/>
                      <a:pt x="7" y="64"/>
                      <a:pt x="11" y="56"/>
                    </a:cubicBezTo>
                    <a:cubicBezTo>
                      <a:pt x="23" y="35"/>
                      <a:pt x="41" y="17"/>
                      <a:pt x="62" y="5"/>
                    </a:cubicBezTo>
                    <a:cubicBezTo>
                      <a:pt x="65" y="3"/>
                      <a:pt x="68" y="2"/>
                      <a:pt x="7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0"/>
              <p:cNvSpPr/>
              <p:nvPr/>
            </p:nvSpPr>
            <p:spPr>
              <a:xfrm rot="-755222">
                <a:off x="8028873" y="2275935"/>
                <a:ext cx="58656" cy="48740"/>
              </a:xfrm>
              <a:custGeom>
                <a:rect b="b" l="l" r="r" t="t"/>
                <a:pathLst>
                  <a:path extrusionOk="0" h="59" w="71">
                    <a:moveTo>
                      <a:pt x="70" y="58"/>
                    </a:moveTo>
                    <a:cubicBezTo>
                      <a:pt x="37" y="50"/>
                      <a:pt x="20" y="23"/>
                      <a:pt x="0" y="0"/>
                    </a:cubicBezTo>
                    <a:cubicBezTo>
                      <a:pt x="27" y="16"/>
                      <a:pt x="56" y="28"/>
                      <a:pt x="7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0"/>
              <p:cNvSpPr/>
              <p:nvPr/>
            </p:nvSpPr>
            <p:spPr>
              <a:xfrm rot="-755222">
                <a:off x="7686686" y="1809371"/>
                <a:ext cx="57004" cy="70219"/>
              </a:xfrm>
              <a:custGeom>
                <a:rect b="b" l="l" r="r" t="t"/>
                <a:pathLst>
                  <a:path extrusionOk="0" h="85" w="69">
                    <a:moveTo>
                      <a:pt x="0" y="84"/>
                    </a:moveTo>
                    <a:cubicBezTo>
                      <a:pt x="12" y="48"/>
                      <a:pt x="44" y="27"/>
                      <a:pt x="68" y="0"/>
                    </a:cubicBezTo>
                    <a:cubicBezTo>
                      <a:pt x="65" y="11"/>
                      <a:pt x="60" y="23"/>
                      <a:pt x="54" y="33"/>
                    </a:cubicBezTo>
                    <a:cubicBezTo>
                      <a:pt x="42" y="53"/>
                      <a:pt x="26" y="70"/>
                      <a:pt x="6" y="81"/>
                    </a:cubicBezTo>
                    <a:cubicBezTo>
                      <a:pt x="4" y="82"/>
                      <a:pt x="2" y="83"/>
                      <a:pt x="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0"/>
              <p:cNvSpPr/>
              <p:nvPr/>
            </p:nvSpPr>
            <p:spPr>
              <a:xfrm rot="-755222">
                <a:off x="9177648" y="4328223"/>
                <a:ext cx="37177" cy="34696"/>
              </a:xfrm>
              <a:custGeom>
                <a:rect b="b" l="l" r="r" t="t"/>
                <a:pathLst>
                  <a:path extrusionOk="0" h="42" w="45">
                    <a:moveTo>
                      <a:pt x="44" y="17"/>
                    </a:moveTo>
                    <a:cubicBezTo>
                      <a:pt x="44" y="34"/>
                      <a:pt x="30" y="35"/>
                      <a:pt x="18" y="38"/>
                    </a:cubicBezTo>
                    <a:cubicBezTo>
                      <a:pt x="5" y="41"/>
                      <a:pt x="0" y="35"/>
                      <a:pt x="0" y="25"/>
                    </a:cubicBezTo>
                    <a:cubicBezTo>
                      <a:pt x="0" y="10"/>
                      <a:pt x="12" y="5"/>
                      <a:pt x="26" y="2"/>
                    </a:cubicBezTo>
                    <a:cubicBezTo>
                      <a:pt x="40" y="0"/>
                      <a:pt x="41" y="7"/>
                      <a:pt x="4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0"/>
              <p:cNvSpPr/>
              <p:nvPr/>
            </p:nvSpPr>
            <p:spPr>
              <a:xfrm rot="-755222">
                <a:off x="10108238" y="3247039"/>
                <a:ext cx="38829" cy="61132"/>
              </a:xfrm>
              <a:custGeom>
                <a:rect b="b" l="l" r="r" t="t"/>
                <a:pathLst>
                  <a:path extrusionOk="0" h="74" w="47">
                    <a:moveTo>
                      <a:pt x="46" y="73"/>
                    </a:moveTo>
                    <a:cubicBezTo>
                      <a:pt x="33" y="62"/>
                      <a:pt x="23" y="49"/>
                      <a:pt x="14" y="35"/>
                    </a:cubicBezTo>
                    <a:cubicBezTo>
                      <a:pt x="8" y="24"/>
                      <a:pt x="3" y="12"/>
                      <a:pt x="0" y="0"/>
                    </a:cubicBezTo>
                    <a:cubicBezTo>
                      <a:pt x="12" y="12"/>
                      <a:pt x="23" y="25"/>
                      <a:pt x="31" y="40"/>
                    </a:cubicBezTo>
                    <a:cubicBezTo>
                      <a:pt x="37" y="50"/>
                      <a:pt x="42" y="61"/>
                      <a:pt x="4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0"/>
              <p:cNvSpPr/>
              <p:nvPr/>
            </p:nvSpPr>
            <p:spPr>
              <a:xfrm rot="-755222">
                <a:off x="10504918" y="3396704"/>
                <a:ext cx="38003" cy="85089"/>
              </a:xfrm>
              <a:custGeom>
                <a:rect b="b" l="l" r="r" t="t"/>
                <a:pathLst>
                  <a:path extrusionOk="0" h="103" w="46">
                    <a:moveTo>
                      <a:pt x="45" y="0"/>
                    </a:moveTo>
                    <a:cubicBezTo>
                      <a:pt x="42" y="26"/>
                      <a:pt x="34" y="50"/>
                      <a:pt x="21" y="72"/>
                    </a:cubicBezTo>
                    <a:cubicBezTo>
                      <a:pt x="15" y="83"/>
                      <a:pt x="8" y="93"/>
                      <a:pt x="0" y="102"/>
                    </a:cubicBezTo>
                    <a:cubicBezTo>
                      <a:pt x="3" y="77"/>
                      <a:pt x="10" y="53"/>
                      <a:pt x="23" y="31"/>
                    </a:cubicBezTo>
                    <a:cubicBezTo>
                      <a:pt x="30" y="20"/>
                      <a:pt x="37" y="10"/>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0"/>
              <p:cNvSpPr/>
              <p:nvPr/>
            </p:nvSpPr>
            <p:spPr>
              <a:xfrm rot="-755222">
                <a:off x="8806461" y="4121521"/>
                <a:ext cx="30567" cy="35522"/>
              </a:xfrm>
              <a:custGeom>
                <a:rect b="b" l="l" r="r" t="t"/>
                <a:pathLst>
                  <a:path extrusionOk="0" h="43" w="37">
                    <a:moveTo>
                      <a:pt x="14" y="42"/>
                    </a:moveTo>
                    <a:cubicBezTo>
                      <a:pt x="12" y="42"/>
                      <a:pt x="10" y="41"/>
                      <a:pt x="8" y="40"/>
                    </a:cubicBezTo>
                    <a:cubicBezTo>
                      <a:pt x="6" y="39"/>
                      <a:pt x="4" y="37"/>
                      <a:pt x="3" y="35"/>
                    </a:cubicBezTo>
                    <a:cubicBezTo>
                      <a:pt x="1" y="32"/>
                      <a:pt x="1" y="30"/>
                      <a:pt x="1" y="27"/>
                    </a:cubicBezTo>
                    <a:cubicBezTo>
                      <a:pt x="0" y="26"/>
                      <a:pt x="0" y="25"/>
                      <a:pt x="0" y="23"/>
                    </a:cubicBezTo>
                    <a:cubicBezTo>
                      <a:pt x="0" y="19"/>
                      <a:pt x="1" y="16"/>
                      <a:pt x="3" y="12"/>
                    </a:cubicBezTo>
                    <a:cubicBezTo>
                      <a:pt x="5" y="8"/>
                      <a:pt x="8" y="6"/>
                      <a:pt x="12" y="4"/>
                    </a:cubicBezTo>
                    <a:cubicBezTo>
                      <a:pt x="15" y="2"/>
                      <a:pt x="19" y="1"/>
                      <a:pt x="23" y="0"/>
                    </a:cubicBezTo>
                    <a:cubicBezTo>
                      <a:pt x="32" y="0"/>
                      <a:pt x="36" y="6"/>
                      <a:pt x="35" y="14"/>
                    </a:cubicBezTo>
                    <a:cubicBezTo>
                      <a:pt x="33" y="29"/>
                      <a:pt x="30" y="40"/>
                      <a:pt x="1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0"/>
              <p:cNvSpPr/>
              <p:nvPr/>
            </p:nvSpPr>
            <p:spPr>
              <a:xfrm rot="-755222">
                <a:off x="8689902" y="4170172"/>
                <a:ext cx="40481" cy="38001"/>
              </a:xfrm>
              <a:custGeom>
                <a:rect b="b" l="l" r="r" t="t"/>
                <a:pathLst>
                  <a:path extrusionOk="0" h="46" w="49">
                    <a:moveTo>
                      <a:pt x="48" y="35"/>
                    </a:moveTo>
                    <a:cubicBezTo>
                      <a:pt x="24" y="45"/>
                      <a:pt x="9" y="39"/>
                      <a:pt x="0" y="21"/>
                    </a:cubicBezTo>
                    <a:lnTo>
                      <a:pt x="0" y="20"/>
                    </a:lnTo>
                    <a:cubicBezTo>
                      <a:pt x="0" y="17"/>
                      <a:pt x="0" y="15"/>
                      <a:pt x="2" y="13"/>
                    </a:cubicBezTo>
                    <a:cubicBezTo>
                      <a:pt x="3" y="11"/>
                      <a:pt x="4" y="9"/>
                      <a:pt x="6" y="8"/>
                    </a:cubicBezTo>
                    <a:cubicBezTo>
                      <a:pt x="29" y="0"/>
                      <a:pt x="37" y="16"/>
                      <a:pt x="4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0"/>
              <p:cNvSpPr/>
              <p:nvPr/>
            </p:nvSpPr>
            <p:spPr>
              <a:xfrm rot="-755222">
                <a:off x="8921315" y="4129416"/>
                <a:ext cx="33046" cy="32218"/>
              </a:xfrm>
              <a:custGeom>
                <a:rect b="b" l="l" r="r" t="t"/>
                <a:pathLst>
                  <a:path extrusionOk="0" h="39" w="40">
                    <a:moveTo>
                      <a:pt x="38" y="23"/>
                    </a:moveTo>
                    <a:cubicBezTo>
                      <a:pt x="34" y="31"/>
                      <a:pt x="28" y="38"/>
                      <a:pt x="18" y="35"/>
                    </a:cubicBezTo>
                    <a:cubicBezTo>
                      <a:pt x="15" y="35"/>
                      <a:pt x="13" y="34"/>
                      <a:pt x="10" y="32"/>
                    </a:cubicBezTo>
                    <a:cubicBezTo>
                      <a:pt x="7" y="31"/>
                      <a:pt x="4" y="28"/>
                      <a:pt x="2" y="25"/>
                    </a:cubicBezTo>
                    <a:cubicBezTo>
                      <a:pt x="1" y="22"/>
                      <a:pt x="0" y="18"/>
                      <a:pt x="0" y="14"/>
                    </a:cubicBezTo>
                    <a:lnTo>
                      <a:pt x="0" y="13"/>
                    </a:lnTo>
                    <a:cubicBezTo>
                      <a:pt x="0" y="11"/>
                      <a:pt x="0" y="9"/>
                      <a:pt x="1" y="7"/>
                    </a:cubicBezTo>
                    <a:cubicBezTo>
                      <a:pt x="3" y="5"/>
                      <a:pt x="4" y="3"/>
                      <a:pt x="6" y="2"/>
                    </a:cubicBezTo>
                    <a:cubicBezTo>
                      <a:pt x="8" y="1"/>
                      <a:pt x="11" y="0"/>
                      <a:pt x="13" y="0"/>
                    </a:cubicBezTo>
                    <a:cubicBezTo>
                      <a:pt x="15" y="0"/>
                      <a:pt x="17" y="1"/>
                      <a:pt x="19" y="1"/>
                    </a:cubicBezTo>
                    <a:cubicBezTo>
                      <a:pt x="29" y="5"/>
                      <a:pt x="39" y="9"/>
                      <a:pt x="3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0"/>
              <p:cNvSpPr/>
              <p:nvPr/>
            </p:nvSpPr>
            <p:spPr>
              <a:xfrm rot="-755222">
                <a:off x="8656253" y="4208172"/>
                <a:ext cx="32220" cy="33044"/>
              </a:xfrm>
              <a:custGeom>
                <a:rect b="b" l="l" r="r" t="t"/>
                <a:pathLst>
                  <a:path extrusionOk="0" h="40" w="39">
                    <a:moveTo>
                      <a:pt x="19" y="0"/>
                    </a:moveTo>
                    <a:lnTo>
                      <a:pt x="20" y="0"/>
                    </a:lnTo>
                    <a:cubicBezTo>
                      <a:pt x="23" y="0"/>
                      <a:pt x="26" y="0"/>
                      <a:pt x="29" y="2"/>
                    </a:cubicBezTo>
                    <a:cubicBezTo>
                      <a:pt x="32" y="4"/>
                      <a:pt x="34" y="6"/>
                      <a:pt x="36" y="9"/>
                    </a:cubicBezTo>
                    <a:cubicBezTo>
                      <a:pt x="37" y="12"/>
                      <a:pt x="38" y="14"/>
                      <a:pt x="38" y="18"/>
                    </a:cubicBezTo>
                    <a:cubicBezTo>
                      <a:pt x="38" y="19"/>
                      <a:pt x="38" y="20"/>
                      <a:pt x="38" y="21"/>
                    </a:cubicBezTo>
                    <a:cubicBezTo>
                      <a:pt x="37" y="24"/>
                      <a:pt x="37" y="27"/>
                      <a:pt x="35" y="30"/>
                    </a:cubicBezTo>
                    <a:cubicBezTo>
                      <a:pt x="33" y="33"/>
                      <a:pt x="31" y="35"/>
                      <a:pt x="28" y="37"/>
                    </a:cubicBezTo>
                    <a:cubicBezTo>
                      <a:pt x="25" y="39"/>
                      <a:pt x="22" y="39"/>
                      <a:pt x="18" y="39"/>
                    </a:cubicBezTo>
                    <a:cubicBezTo>
                      <a:pt x="17" y="39"/>
                      <a:pt x="16" y="39"/>
                      <a:pt x="15" y="39"/>
                    </a:cubicBezTo>
                    <a:cubicBezTo>
                      <a:pt x="4" y="39"/>
                      <a:pt x="0" y="31"/>
                      <a:pt x="0" y="21"/>
                    </a:cubicBezTo>
                    <a:cubicBezTo>
                      <a:pt x="0" y="20"/>
                      <a:pt x="0" y="20"/>
                      <a:pt x="0" y="19"/>
                    </a:cubicBezTo>
                    <a:cubicBezTo>
                      <a:pt x="0" y="16"/>
                      <a:pt x="1" y="12"/>
                      <a:pt x="3" y="9"/>
                    </a:cubicBezTo>
                    <a:cubicBezTo>
                      <a:pt x="5" y="6"/>
                      <a:pt x="7" y="4"/>
                      <a:pt x="10" y="2"/>
                    </a:cubicBezTo>
                    <a:cubicBezTo>
                      <a:pt x="13" y="1"/>
                      <a:pt x="16"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0"/>
              <p:cNvSpPr/>
              <p:nvPr/>
            </p:nvSpPr>
            <p:spPr>
              <a:xfrm rot="-755222">
                <a:off x="8076372" y="2726921"/>
                <a:ext cx="35524" cy="67741"/>
              </a:xfrm>
              <a:custGeom>
                <a:rect b="b" l="l" r="r" t="t"/>
                <a:pathLst>
                  <a:path extrusionOk="0" h="82" w="43">
                    <a:moveTo>
                      <a:pt x="3" y="1"/>
                    </a:moveTo>
                    <a:cubicBezTo>
                      <a:pt x="25" y="23"/>
                      <a:pt x="29" y="54"/>
                      <a:pt x="42" y="81"/>
                    </a:cubicBezTo>
                    <a:cubicBezTo>
                      <a:pt x="23" y="56"/>
                      <a:pt x="0" y="3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0"/>
              <p:cNvSpPr/>
              <p:nvPr/>
            </p:nvSpPr>
            <p:spPr>
              <a:xfrm rot="-755222">
                <a:off x="9178822" y="3144683"/>
                <a:ext cx="45438" cy="45436"/>
              </a:xfrm>
              <a:custGeom>
                <a:rect b="b" l="l" r="r" t="t"/>
                <a:pathLst>
                  <a:path extrusionOk="0" h="55" w="55">
                    <a:moveTo>
                      <a:pt x="6" y="0"/>
                    </a:moveTo>
                    <a:lnTo>
                      <a:pt x="54" y="53"/>
                    </a:lnTo>
                    <a:lnTo>
                      <a:pt x="52" y="54"/>
                    </a:lnTo>
                    <a:lnTo>
                      <a:pt x="0" y="8"/>
                    </a:lnTo>
                    <a:lnTo>
                      <a:pt x="6" y="0"/>
                    </a:lnTo>
                  </a:path>
                </a:pathLst>
              </a:custGeom>
              <a:solidFill>
                <a:schemeClr val="dk1"/>
              </a:solidFill>
              <a:ln>
                <a:noFill/>
              </a:ln>
            </p:spPr>
          </p:sp>
          <p:sp>
            <p:nvSpPr>
              <p:cNvPr id="1869" name="Google Shape;1869;p30"/>
              <p:cNvSpPr/>
              <p:nvPr/>
            </p:nvSpPr>
            <p:spPr>
              <a:xfrm rot="-755222">
                <a:off x="9805511" y="3004955"/>
                <a:ext cx="43786" cy="47088"/>
              </a:xfrm>
              <a:custGeom>
                <a:rect b="b" l="l" r="r" t="t"/>
                <a:pathLst>
                  <a:path extrusionOk="0" h="57" w="53">
                    <a:moveTo>
                      <a:pt x="0" y="0"/>
                    </a:moveTo>
                    <a:lnTo>
                      <a:pt x="52" y="56"/>
                    </a:lnTo>
                    <a:cubicBezTo>
                      <a:pt x="17" y="37"/>
                      <a:pt x="17" y="3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0"/>
              <p:cNvSpPr/>
              <p:nvPr/>
            </p:nvSpPr>
            <p:spPr>
              <a:xfrm rot="-755222">
                <a:off x="8447541" y="4116677"/>
                <a:ext cx="41307" cy="36349"/>
              </a:xfrm>
              <a:custGeom>
                <a:rect b="b" l="l" r="r" t="t"/>
                <a:pathLst>
                  <a:path extrusionOk="0" h="44" w="50">
                    <a:moveTo>
                      <a:pt x="49" y="34"/>
                    </a:moveTo>
                    <a:cubicBezTo>
                      <a:pt x="44" y="35"/>
                      <a:pt x="38" y="36"/>
                      <a:pt x="33" y="38"/>
                    </a:cubicBezTo>
                    <a:cubicBezTo>
                      <a:pt x="22" y="42"/>
                      <a:pt x="12" y="43"/>
                      <a:pt x="6" y="31"/>
                    </a:cubicBezTo>
                    <a:cubicBezTo>
                      <a:pt x="0" y="19"/>
                      <a:pt x="8" y="14"/>
                      <a:pt x="16" y="9"/>
                    </a:cubicBezTo>
                    <a:cubicBezTo>
                      <a:pt x="29" y="0"/>
                      <a:pt x="39" y="5"/>
                      <a:pt x="45" y="19"/>
                    </a:cubicBezTo>
                    <a:cubicBezTo>
                      <a:pt x="46" y="24"/>
                      <a:pt x="47" y="30"/>
                      <a:pt x="47" y="35"/>
                    </a:cubicBezTo>
                    <a:lnTo>
                      <a:pt x="49"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0"/>
              <p:cNvSpPr/>
              <p:nvPr/>
            </p:nvSpPr>
            <p:spPr>
              <a:xfrm rot="-755222">
                <a:off x="7716784" y="1825994"/>
                <a:ext cx="58656" cy="56175"/>
              </a:xfrm>
              <a:custGeom>
                <a:rect b="b" l="l" r="r" t="t"/>
                <a:pathLst>
                  <a:path extrusionOk="0" h="68" w="71">
                    <a:moveTo>
                      <a:pt x="70" y="0"/>
                    </a:moveTo>
                    <a:cubicBezTo>
                      <a:pt x="53" y="28"/>
                      <a:pt x="29" y="51"/>
                      <a:pt x="1" y="67"/>
                    </a:cubicBezTo>
                    <a:lnTo>
                      <a:pt x="0" y="67"/>
                    </a:lnTo>
                    <a:cubicBezTo>
                      <a:pt x="2" y="61"/>
                      <a:pt x="5" y="56"/>
                      <a:pt x="8" y="50"/>
                    </a:cubicBezTo>
                    <a:cubicBezTo>
                      <a:pt x="18" y="33"/>
                      <a:pt x="32" y="19"/>
                      <a:pt x="50" y="9"/>
                    </a:cubicBezTo>
                    <a:cubicBezTo>
                      <a:pt x="56" y="5"/>
                      <a:pt x="63" y="2"/>
                      <a:pt x="7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0"/>
              <p:cNvSpPr/>
              <p:nvPr/>
            </p:nvSpPr>
            <p:spPr>
              <a:xfrm rot="-755222">
                <a:off x="9020292" y="4275698"/>
                <a:ext cx="33046" cy="27261"/>
              </a:xfrm>
              <a:custGeom>
                <a:rect b="b" l="l" r="r" t="t"/>
                <a:pathLst>
                  <a:path extrusionOk="0" h="33" w="40">
                    <a:moveTo>
                      <a:pt x="39" y="22"/>
                    </a:moveTo>
                    <a:cubicBezTo>
                      <a:pt x="37" y="32"/>
                      <a:pt x="30" y="32"/>
                      <a:pt x="23" y="30"/>
                    </a:cubicBezTo>
                    <a:cubicBezTo>
                      <a:pt x="16" y="28"/>
                      <a:pt x="0" y="28"/>
                      <a:pt x="1" y="13"/>
                    </a:cubicBezTo>
                    <a:cubicBezTo>
                      <a:pt x="1" y="11"/>
                      <a:pt x="2" y="9"/>
                      <a:pt x="3" y="7"/>
                    </a:cubicBezTo>
                    <a:cubicBezTo>
                      <a:pt x="4" y="5"/>
                      <a:pt x="6" y="4"/>
                      <a:pt x="8" y="2"/>
                    </a:cubicBezTo>
                    <a:cubicBezTo>
                      <a:pt x="11" y="0"/>
                      <a:pt x="13" y="0"/>
                      <a:pt x="16" y="0"/>
                    </a:cubicBezTo>
                    <a:cubicBezTo>
                      <a:pt x="17" y="0"/>
                      <a:pt x="19" y="0"/>
                      <a:pt x="20" y="0"/>
                    </a:cubicBezTo>
                    <a:cubicBezTo>
                      <a:pt x="23" y="1"/>
                      <a:pt x="25" y="2"/>
                      <a:pt x="27" y="3"/>
                    </a:cubicBezTo>
                    <a:cubicBezTo>
                      <a:pt x="31" y="5"/>
                      <a:pt x="34" y="8"/>
                      <a:pt x="36" y="12"/>
                    </a:cubicBezTo>
                    <a:cubicBezTo>
                      <a:pt x="38" y="15"/>
                      <a:pt x="39" y="18"/>
                      <a:pt x="39"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0"/>
              <p:cNvSpPr/>
              <p:nvPr/>
            </p:nvSpPr>
            <p:spPr>
              <a:xfrm rot="-755222">
                <a:off x="9573068" y="3037193"/>
                <a:ext cx="47090" cy="61132"/>
              </a:xfrm>
              <a:custGeom>
                <a:rect b="b" l="l" r="r" t="t"/>
                <a:pathLst>
                  <a:path extrusionOk="0" h="74" w="57">
                    <a:moveTo>
                      <a:pt x="47" y="73"/>
                    </a:moveTo>
                    <a:lnTo>
                      <a:pt x="0" y="6"/>
                    </a:lnTo>
                    <a:lnTo>
                      <a:pt x="9" y="0"/>
                    </a:lnTo>
                    <a:lnTo>
                      <a:pt x="56" y="67"/>
                    </a:lnTo>
                    <a:lnTo>
                      <a:pt x="47" y="73"/>
                    </a:lnTo>
                  </a:path>
                </a:pathLst>
              </a:custGeom>
              <a:solidFill>
                <a:schemeClr val="dk1"/>
              </a:solidFill>
              <a:ln>
                <a:noFill/>
              </a:ln>
            </p:spPr>
          </p:sp>
          <p:sp>
            <p:nvSpPr>
              <p:cNvPr id="1874" name="Google Shape;1874;p30"/>
              <p:cNvSpPr/>
              <p:nvPr/>
            </p:nvSpPr>
            <p:spPr>
              <a:xfrm rot="-755222">
                <a:off x="8564668" y="2570414"/>
                <a:ext cx="42960" cy="60306"/>
              </a:xfrm>
              <a:custGeom>
                <a:rect b="b" l="l" r="r" t="t"/>
                <a:pathLst>
                  <a:path extrusionOk="0" h="73" w="52">
                    <a:moveTo>
                      <a:pt x="0" y="1"/>
                    </a:moveTo>
                    <a:cubicBezTo>
                      <a:pt x="16" y="13"/>
                      <a:pt x="29" y="28"/>
                      <a:pt x="39" y="45"/>
                    </a:cubicBezTo>
                    <a:cubicBezTo>
                      <a:pt x="44" y="54"/>
                      <a:pt x="48" y="63"/>
                      <a:pt x="51" y="72"/>
                    </a:cubicBezTo>
                    <a:cubicBezTo>
                      <a:pt x="36" y="61"/>
                      <a:pt x="23" y="46"/>
                      <a:pt x="14" y="30"/>
                    </a:cubicBezTo>
                    <a:cubicBezTo>
                      <a:pt x="9" y="21"/>
                      <a:pt x="4" y="1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0"/>
              <p:cNvSpPr/>
              <p:nvPr/>
            </p:nvSpPr>
            <p:spPr>
              <a:xfrm rot="-755222">
                <a:off x="9428507" y="3432956"/>
                <a:ext cx="43786" cy="60306"/>
              </a:xfrm>
              <a:custGeom>
                <a:rect b="b" l="l" r="r" t="t"/>
                <a:pathLst>
                  <a:path extrusionOk="0" h="73" w="53">
                    <a:moveTo>
                      <a:pt x="1" y="0"/>
                    </a:moveTo>
                    <a:cubicBezTo>
                      <a:pt x="16" y="11"/>
                      <a:pt x="30" y="26"/>
                      <a:pt x="39" y="42"/>
                    </a:cubicBezTo>
                    <a:cubicBezTo>
                      <a:pt x="45" y="52"/>
                      <a:pt x="48" y="62"/>
                      <a:pt x="52" y="72"/>
                    </a:cubicBezTo>
                    <a:cubicBezTo>
                      <a:pt x="36" y="60"/>
                      <a:pt x="23" y="46"/>
                      <a:pt x="13" y="29"/>
                    </a:cubicBezTo>
                    <a:cubicBezTo>
                      <a:pt x="8" y="19"/>
                      <a:pt x="4" y="10"/>
                      <a:pt x="0"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0"/>
              <p:cNvSpPr/>
              <p:nvPr/>
            </p:nvSpPr>
            <p:spPr>
              <a:xfrm rot="-755222">
                <a:off x="7731395" y="2007949"/>
                <a:ext cx="64440" cy="27261"/>
              </a:xfrm>
              <a:custGeom>
                <a:rect b="b" l="l" r="r" t="t"/>
                <a:pathLst>
                  <a:path extrusionOk="0" h="33" w="78">
                    <a:moveTo>
                      <a:pt x="0" y="2"/>
                    </a:moveTo>
                    <a:cubicBezTo>
                      <a:pt x="31" y="0"/>
                      <a:pt x="48" y="21"/>
                      <a:pt x="77" y="28"/>
                    </a:cubicBezTo>
                    <a:cubicBezTo>
                      <a:pt x="40" y="32"/>
                      <a:pt x="40" y="3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0"/>
              <p:cNvSpPr/>
              <p:nvPr/>
            </p:nvSpPr>
            <p:spPr>
              <a:xfrm rot="-755222">
                <a:off x="9250651" y="2916197"/>
                <a:ext cx="44612" cy="38827"/>
              </a:xfrm>
              <a:custGeom>
                <a:rect b="b" l="l" r="r" t="t"/>
                <a:pathLst>
                  <a:path extrusionOk="0" h="47" w="54">
                    <a:moveTo>
                      <a:pt x="0" y="0"/>
                    </a:moveTo>
                    <a:cubicBezTo>
                      <a:pt x="4" y="1"/>
                      <a:pt x="7" y="3"/>
                      <a:pt x="11" y="5"/>
                    </a:cubicBezTo>
                    <a:cubicBezTo>
                      <a:pt x="28" y="15"/>
                      <a:pt x="42" y="29"/>
                      <a:pt x="53" y="46"/>
                    </a:cubicBezTo>
                    <a:cubicBezTo>
                      <a:pt x="49" y="44"/>
                      <a:pt x="45" y="42"/>
                      <a:pt x="41" y="40"/>
                    </a:cubicBezTo>
                    <a:cubicBezTo>
                      <a:pt x="24" y="30"/>
                      <a:pt x="10"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0"/>
              <p:cNvSpPr/>
              <p:nvPr/>
            </p:nvSpPr>
            <p:spPr>
              <a:xfrm rot="-755222">
                <a:off x="8913932" y="4474675"/>
                <a:ext cx="64440" cy="38001"/>
              </a:xfrm>
              <a:custGeom>
                <a:rect b="b" l="l" r="r" t="t"/>
                <a:pathLst>
                  <a:path extrusionOk="0" h="46" w="78">
                    <a:moveTo>
                      <a:pt x="66" y="25"/>
                    </a:moveTo>
                    <a:lnTo>
                      <a:pt x="77" y="37"/>
                    </a:lnTo>
                    <a:cubicBezTo>
                      <a:pt x="42" y="45"/>
                      <a:pt x="20" y="26"/>
                      <a:pt x="0" y="2"/>
                    </a:cubicBezTo>
                    <a:cubicBezTo>
                      <a:pt x="25" y="0"/>
                      <a:pt x="40" y="29"/>
                      <a:pt x="6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0"/>
              <p:cNvSpPr/>
              <p:nvPr/>
            </p:nvSpPr>
            <p:spPr>
              <a:xfrm rot="-755222">
                <a:off x="9986444" y="3210079"/>
                <a:ext cx="37177" cy="60306"/>
              </a:xfrm>
              <a:custGeom>
                <a:rect b="b" l="l" r="r" t="t"/>
                <a:pathLst>
                  <a:path extrusionOk="0" h="73" w="45">
                    <a:moveTo>
                      <a:pt x="44" y="71"/>
                    </a:moveTo>
                    <a:cubicBezTo>
                      <a:pt x="14" y="57"/>
                      <a:pt x="9" y="27"/>
                      <a:pt x="0" y="0"/>
                    </a:cubicBezTo>
                    <a:cubicBezTo>
                      <a:pt x="10" y="10"/>
                      <a:pt x="19" y="22"/>
                      <a:pt x="26" y="34"/>
                    </a:cubicBezTo>
                    <a:cubicBezTo>
                      <a:pt x="33" y="46"/>
                      <a:pt x="39" y="59"/>
                      <a:pt x="43" y="72"/>
                    </a:cubicBezTo>
                    <a:lnTo>
                      <a:pt x="44"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0"/>
              <p:cNvSpPr/>
              <p:nvPr/>
            </p:nvSpPr>
            <p:spPr>
              <a:xfrm rot="-755222">
                <a:off x="8398749" y="2316291"/>
                <a:ext cx="48743" cy="44610"/>
              </a:xfrm>
              <a:custGeom>
                <a:rect b="b" l="l" r="r" t="t"/>
                <a:pathLst>
                  <a:path extrusionOk="0" h="54" w="59">
                    <a:moveTo>
                      <a:pt x="0" y="0"/>
                    </a:moveTo>
                    <a:cubicBezTo>
                      <a:pt x="3" y="1"/>
                      <a:pt x="6" y="3"/>
                      <a:pt x="9" y="5"/>
                    </a:cubicBezTo>
                    <a:cubicBezTo>
                      <a:pt x="29" y="16"/>
                      <a:pt x="46" y="33"/>
                      <a:pt x="58" y="53"/>
                    </a:cubicBezTo>
                    <a:cubicBezTo>
                      <a:pt x="53" y="51"/>
                      <a:pt x="48" y="49"/>
                      <a:pt x="43" y="46"/>
                    </a:cubicBezTo>
                    <a:cubicBezTo>
                      <a:pt x="27" y="37"/>
                      <a:pt x="13" y="23"/>
                      <a:pt x="4" y="7"/>
                    </a:cubicBezTo>
                    <a:cubicBezTo>
                      <a:pt x="3" y="5"/>
                      <a:pt x="2"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0"/>
              <p:cNvSpPr/>
              <p:nvPr/>
            </p:nvSpPr>
            <p:spPr>
              <a:xfrm rot="-755222">
                <a:off x="9418082" y="3473559"/>
                <a:ext cx="42134" cy="60306"/>
              </a:xfrm>
              <a:custGeom>
                <a:rect b="b" l="l" r="r" t="t"/>
                <a:pathLst>
                  <a:path extrusionOk="0" h="73" w="51">
                    <a:moveTo>
                      <a:pt x="0" y="0"/>
                    </a:moveTo>
                    <a:lnTo>
                      <a:pt x="50" y="72"/>
                    </a:lnTo>
                    <a:cubicBezTo>
                      <a:pt x="14" y="47"/>
                      <a:pt x="14" y="4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0"/>
              <p:cNvSpPr/>
              <p:nvPr/>
            </p:nvSpPr>
            <p:spPr>
              <a:xfrm rot="-755222">
                <a:off x="8180420" y="2247602"/>
                <a:ext cx="61961" cy="44610"/>
              </a:xfrm>
              <a:custGeom>
                <a:rect b="b" l="l" r="r" t="t"/>
                <a:pathLst>
                  <a:path extrusionOk="0" h="54" w="75">
                    <a:moveTo>
                      <a:pt x="74" y="53"/>
                    </a:moveTo>
                    <a:cubicBezTo>
                      <a:pt x="39" y="39"/>
                      <a:pt x="26" y="17"/>
                      <a:pt x="0" y="0"/>
                    </a:cubicBezTo>
                    <a:cubicBezTo>
                      <a:pt x="34" y="10"/>
                      <a:pt x="34" y="10"/>
                      <a:pt x="7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0"/>
              <p:cNvSpPr/>
              <p:nvPr/>
            </p:nvSpPr>
            <p:spPr>
              <a:xfrm rot="-755222">
                <a:off x="9763277" y="3514789"/>
                <a:ext cx="42960" cy="52045"/>
              </a:xfrm>
              <a:custGeom>
                <a:rect b="b" l="l" r="r" t="t"/>
                <a:pathLst>
                  <a:path extrusionOk="0" h="63" w="52">
                    <a:moveTo>
                      <a:pt x="0" y="2"/>
                    </a:moveTo>
                    <a:cubicBezTo>
                      <a:pt x="1" y="2"/>
                      <a:pt x="2" y="3"/>
                      <a:pt x="3" y="3"/>
                    </a:cubicBezTo>
                    <a:cubicBezTo>
                      <a:pt x="19" y="13"/>
                      <a:pt x="33" y="27"/>
                      <a:pt x="43" y="43"/>
                    </a:cubicBezTo>
                    <a:cubicBezTo>
                      <a:pt x="46" y="49"/>
                      <a:pt x="49" y="55"/>
                      <a:pt x="51" y="62"/>
                    </a:cubicBezTo>
                    <a:cubicBezTo>
                      <a:pt x="31" y="44"/>
                      <a:pt x="7" y="3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0"/>
              <p:cNvSpPr/>
              <p:nvPr/>
            </p:nvSpPr>
            <p:spPr>
              <a:xfrm rot="-755222">
                <a:off x="10120184" y="3435799"/>
                <a:ext cx="43786" cy="47914"/>
              </a:xfrm>
              <a:custGeom>
                <a:rect b="b" l="l" r="r" t="t"/>
                <a:pathLst>
                  <a:path extrusionOk="0" h="58" w="53">
                    <a:moveTo>
                      <a:pt x="48" y="37"/>
                    </a:moveTo>
                    <a:lnTo>
                      <a:pt x="52" y="57"/>
                    </a:lnTo>
                    <a:cubicBezTo>
                      <a:pt x="19" y="53"/>
                      <a:pt x="9" y="26"/>
                      <a:pt x="0" y="0"/>
                    </a:cubicBezTo>
                    <a:cubicBezTo>
                      <a:pt x="21" y="3"/>
                      <a:pt x="25" y="34"/>
                      <a:pt x="48"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0"/>
              <p:cNvSpPr/>
              <p:nvPr/>
            </p:nvSpPr>
            <p:spPr>
              <a:xfrm rot="-755222">
                <a:off x="10117931" y="3724766"/>
                <a:ext cx="46264" cy="56175"/>
              </a:xfrm>
              <a:custGeom>
                <a:rect b="b" l="l" r="r" t="t"/>
                <a:pathLst>
                  <a:path extrusionOk="0" h="68" w="56">
                    <a:moveTo>
                      <a:pt x="2" y="0"/>
                    </a:moveTo>
                    <a:cubicBezTo>
                      <a:pt x="20" y="10"/>
                      <a:pt x="35" y="24"/>
                      <a:pt x="44" y="41"/>
                    </a:cubicBezTo>
                    <a:cubicBezTo>
                      <a:pt x="49" y="50"/>
                      <a:pt x="52" y="58"/>
                      <a:pt x="55" y="67"/>
                    </a:cubicBezTo>
                    <a:cubicBezTo>
                      <a:pt x="36" y="56"/>
                      <a:pt x="20" y="40"/>
                      <a:pt x="8" y="20"/>
                    </a:cubicBezTo>
                    <a:cubicBezTo>
                      <a:pt x="5" y="14"/>
                      <a:pt x="2" y="8"/>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0"/>
              <p:cNvSpPr/>
              <p:nvPr/>
            </p:nvSpPr>
            <p:spPr>
              <a:xfrm rot="-755222">
                <a:off x="8449137" y="3100571"/>
                <a:ext cx="42960" cy="50392"/>
              </a:xfrm>
              <a:custGeom>
                <a:rect b="b" l="l" r="r" t="t"/>
                <a:pathLst>
                  <a:path extrusionOk="0" h="61" w="52">
                    <a:moveTo>
                      <a:pt x="0" y="1"/>
                    </a:moveTo>
                    <a:cubicBezTo>
                      <a:pt x="18" y="11"/>
                      <a:pt x="33" y="26"/>
                      <a:pt x="43" y="44"/>
                    </a:cubicBezTo>
                    <a:cubicBezTo>
                      <a:pt x="46" y="49"/>
                      <a:pt x="49" y="55"/>
                      <a:pt x="51" y="60"/>
                    </a:cubicBezTo>
                    <a:cubicBezTo>
                      <a:pt x="50" y="60"/>
                      <a:pt x="50" y="60"/>
                      <a:pt x="49" y="59"/>
                    </a:cubicBezTo>
                    <a:cubicBezTo>
                      <a:pt x="32" y="49"/>
                      <a:pt x="19" y="37"/>
                      <a:pt x="10" y="20"/>
                    </a:cubicBezTo>
                    <a:cubicBezTo>
                      <a:pt x="6"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0"/>
              <p:cNvSpPr/>
              <p:nvPr/>
            </p:nvSpPr>
            <p:spPr>
              <a:xfrm rot="-755222">
                <a:off x="9190216" y="3518874"/>
                <a:ext cx="37177" cy="44610"/>
              </a:xfrm>
              <a:custGeom>
                <a:rect b="b" l="l" r="r" t="t"/>
                <a:pathLst>
                  <a:path extrusionOk="0" h="54" w="45">
                    <a:moveTo>
                      <a:pt x="0" y="0"/>
                    </a:moveTo>
                    <a:cubicBezTo>
                      <a:pt x="15" y="10"/>
                      <a:pt x="28" y="23"/>
                      <a:pt x="37" y="39"/>
                    </a:cubicBezTo>
                    <a:cubicBezTo>
                      <a:pt x="39" y="43"/>
                      <a:pt x="42" y="48"/>
                      <a:pt x="44" y="53"/>
                    </a:cubicBezTo>
                    <a:cubicBezTo>
                      <a:pt x="28" y="43"/>
                      <a:pt x="16" y="30"/>
                      <a:pt x="7" y="15"/>
                    </a:cubicBezTo>
                    <a:cubicBezTo>
                      <a:pt x="4" y="10"/>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0"/>
              <p:cNvSpPr/>
              <p:nvPr/>
            </p:nvSpPr>
            <p:spPr>
              <a:xfrm rot="-755222">
                <a:off x="8193462" y="2542955"/>
                <a:ext cx="44612" cy="50392"/>
              </a:xfrm>
              <a:custGeom>
                <a:rect b="b" l="l" r="r" t="t"/>
                <a:pathLst>
                  <a:path extrusionOk="0" h="61" w="54">
                    <a:moveTo>
                      <a:pt x="0" y="1"/>
                    </a:moveTo>
                    <a:cubicBezTo>
                      <a:pt x="26" y="12"/>
                      <a:pt x="37" y="38"/>
                      <a:pt x="53" y="60"/>
                    </a:cubicBezTo>
                    <a:cubicBezTo>
                      <a:pt x="53" y="60"/>
                      <a:pt x="53" y="59"/>
                      <a:pt x="52" y="59"/>
                    </a:cubicBezTo>
                    <a:cubicBezTo>
                      <a:pt x="35" y="49"/>
                      <a:pt x="20" y="35"/>
                      <a:pt x="10" y="17"/>
                    </a:cubicBezTo>
                    <a:cubicBezTo>
                      <a:pt x="7" y="12"/>
                      <a:pt x="4"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0"/>
              <p:cNvSpPr/>
              <p:nvPr/>
            </p:nvSpPr>
            <p:spPr>
              <a:xfrm rot="-755222">
                <a:off x="10112775" y="3955217"/>
                <a:ext cx="38829" cy="50392"/>
              </a:xfrm>
              <a:custGeom>
                <a:rect b="b" l="l" r="r" t="t"/>
                <a:pathLst>
                  <a:path extrusionOk="0" h="61" w="47">
                    <a:moveTo>
                      <a:pt x="3" y="33"/>
                    </a:moveTo>
                    <a:lnTo>
                      <a:pt x="0" y="0"/>
                    </a:lnTo>
                    <a:cubicBezTo>
                      <a:pt x="15" y="13"/>
                      <a:pt x="28" y="29"/>
                      <a:pt x="38" y="46"/>
                    </a:cubicBezTo>
                    <a:cubicBezTo>
                      <a:pt x="41" y="51"/>
                      <a:pt x="43" y="55"/>
                      <a:pt x="46" y="60"/>
                    </a:cubicBezTo>
                    <a:cubicBezTo>
                      <a:pt x="26" y="60"/>
                      <a:pt x="19" y="40"/>
                      <a:pt x="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0"/>
              <p:cNvSpPr/>
              <p:nvPr/>
            </p:nvSpPr>
            <p:spPr>
              <a:xfrm rot="-755222">
                <a:off x="8624330" y="3829157"/>
                <a:ext cx="33046" cy="27261"/>
              </a:xfrm>
              <a:custGeom>
                <a:rect b="b" l="l" r="r" t="t"/>
                <a:pathLst>
                  <a:path extrusionOk="0" h="33" w="40">
                    <a:moveTo>
                      <a:pt x="21" y="32"/>
                    </a:moveTo>
                    <a:cubicBezTo>
                      <a:pt x="6" y="32"/>
                      <a:pt x="0" y="25"/>
                      <a:pt x="0" y="16"/>
                    </a:cubicBezTo>
                    <a:cubicBezTo>
                      <a:pt x="0" y="13"/>
                      <a:pt x="0" y="11"/>
                      <a:pt x="2" y="8"/>
                    </a:cubicBezTo>
                    <a:cubicBezTo>
                      <a:pt x="3" y="6"/>
                      <a:pt x="5" y="4"/>
                      <a:pt x="8" y="2"/>
                    </a:cubicBezTo>
                    <a:cubicBezTo>
                      <a:pt x="11" y="0"/>
                      <a:pt x="14" y="0"/>
                      <a:pt x="16" y="0"/>
                    </a:cubicBezTo>
                    <a:cubicBezTo>
                      <a:pt x="17" y="0"/>
                      <a:pt x="17" y="0"/>
                      <a:pt x="18" y="0"/>
                    </a:cubicBezTo>
                    <a:cubicBezTo>
                      <a:pt x="30" y="0"/>
                      <a:pt x="39" y="5"/>
                      <a:pt x="37" y="19"/>
                    </a:cubicBezTo>
                    <a:cubicBezTo>
                      <a:pt x="37" y="21"/>
                      <a:pt x="36" y="23"/>
                      <a:pt x="35" y="24"/>
                    </a:cubicBezTo>
                    <a:cubicBezTo>
                      <a:pt x="34" y="27"/>
                      <a:pt x="32" y="29"/>
                      <a:pt x="29" y="30"/>
                    </a:cubicBezTo>
                    <a:cubicBezTo>
                      <a:pt x="27" y="31"/>
                      <a:pt x="24" y="32"/>
                      <a:pt x="2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0"/>
              <p:cNvSpPr/>
              <p:nvPr/>
            </p:nvSpPr>
            <p:spPr>
              <a:xfrm rot="-755222">
                <a:off x="8807712" y="3794032"/>
                <a:ext cx="33872" cy="26435"/>
              </a:xfrm>
              <a:custGeom>
                <a:rect b="b" l="l" r="r" t="t"/>
                <a:pathLst>
                  <a:path extrusionOk="0" h="32" w="41">
                    <a:moveTo>
                      <a:pt x="16" y="31"/>
                    </a:moveTo>
                    <a:cubicBezTo>
                      <a:pt x="7" y="31"/>
                      <a:pt x="3" y="27"/>
                      <a:pt x="2" y="22"/>
                    </a:cubicBezTo>
                    <a:cubicBezTo>
                      <a:pt x="0" y="5"/>
                      <a:pt x="11" y="0"/>
                      <a:pt x="25" y="0"/>
                    </a:cubicBezTo>
                    <a:cubicBezTo>
                      <a:pt x="32" y="0"/>
                      <a:pt x="40" y="4"/>
                      <a:pt x="38" y="13"/>
                    </a:cubicBezTo>
                    <a:cubicBezTo>
                      <a:pt x="36" y="22"/>
                      <a:pt x="22" y="26"/>
                      <a:pt x="1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0"/>
              <p:cNvSpPr/>
              <p:nvPr/>
            </p:nvSpPr>
            <p:spPr>
              <a:xfrm rot="-755222">
                <a:off x="9148830" y="3754596"/>
                <a:ext cx="55352" cy="42131"/>
              </a:xfrm>
              <a:custGeom>
                <a:rect b="b" l="l" r="r" t="t"/>
                <a:pathLst>
                  <a:path extrusionOk="0" h="51" w="67">
                    <a:moveTo>
                      <a:pt x="66" y="50"/>
                    </a:moveTo>
                    <a:cubicBezTo>
                      <a:pt x="60" y="48"/>
                      <a:pt x="55" y="45"/>
                      <a:pt x="49" y="42"/>
                    </a:cubicBezTo>
                    <a:cubicBezTo>
                      <a:pt x="31" y="31"/>
                      <a:pt x="14" y="17"/>
                      <a:pt x="0" y="0"/>
                    </a:cubicBezTo>
                    <a:cubicBezTo>
                      <a:pt x="38" y="7"/>
                      <a:pt x="49" y="34"/>
                      <a:pt x="6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0"/>
              <p:cNvSpPr/>
              <p:nvPr/>
            </p:nvSpPr>
            <p:spPr>
              <a:xfrm rot="-755222">
                <a:off x="9060752" y="3421086"/>
                <a:ext cx="42960" cy="50392"/>
              </a:xfrm>
              <a:custGeom>
                <a:rect b="b" l="l" r="r" t="t"/>
                <a:pathLst>
                  <a:path extrusionOk="0" h="61" w="52">
                    <a:moveTo>
                      <a:pt x="0" y="1"/>
                    </a:moveTo>
                    <a:cubicBezTo>
                      <a:pt x="27" y="11"/>
                      <a:pt x="38" y="37"/>
                      <a:pt x="51" y="60"/>
                    </a:cubicBezTo>
                    <a:cubicBezTo>
                      <a:pt x="31" y="43"/>
                      <a:pt x="8" y="2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0"/>
              <p:cNvSpPr/>
              <p:nvPr/>
            </p:nvSpPr>
            <p:spPr>
              <a:xfrm rot="-755222">
                <a:off x="8201480" y="3688871"/>
                <a:ext cx="36350" cy="38001"/>
              </a:xfrm>
              <a:custGeom>
                <a:rect b="b" l="l" r="r" t="t"/>
                <a:pathLst>
                  <a:path extrusionOk="0" h="46" w="44">
                    <a:moveTo>
                      <a:pt x="19" y="0"/>
                    </a:moveTo>
                    <a:cubicBezTo>
                      <a:pt x="23" y="3"/>
                      <a:pt x="28" y="5"/>
                      <a:pt x="28" y="7"/>
                    </a:cubicBezTo>
                    <a:cubicBezTo>
                      <a:pt x="28" y="19"/>
                      <a:pt x="43" y="29"/>
                      <a:pt x="32" y="41"/>
                    </a:cubicBezTo>
                    <a:cubicBezTo>
                      <a:pt x="31" y="42"/>
                      <a:pt x="30" y="42"/>
                      <a:pt x="29" y="43"/>
                    </a:cubicBezTo>
                    <a:cubicBezTo>
                      <a:pt x="27" y="44"/>
                      <a:pt x="25" y="45"/>
                      <a:pt x="22" y="45"/>
                    </a:cubicBezTo>
                    <a:cubicBezTo>
                      <a:pt x="20" y="45"/>
                      <a:pt x="18" y="44"/>
                      <a:pt x="16" y="43"/>
                    </a:cubicBezTo>
                    <a:cubicBezTo>
                      <a:pt x="14" y="42"/>
                      <a:pt x="13" y="41"/>
                      <a:pt x="12" y="40"/>
                    </a:cubicBezTo>
                    <a:cubicBezTo>
                      <a:pt x="0" y="24"/>
                      <a:pt x="0" y="1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0"/>
              <p:cNvSpPr/>
              <p:nvPr/>
            </p:nvSpPr>
            <p:spPr>
              <a:xfrm rot="-755222">
                <a:off x="9363046" y="3964577"/>
                <a:ext cx="9088" cy="75176"/>
              </a:xfrm>
              <a:custGeom>
                <a:rect b="b" l="l" r="r" t="t"/>
                <a:pathLst>
                  <a:path extrusionOk="0" h="91" w="11">
                    <a:moveTo>
                      <a:pt x="4" y="0"/>
                    </a:moveTo>
                    <a:cubicBezTo>
                      <a:pt x="8" y="15"/>
                      <a:pt x="10" y="30"/>
                      <a:pt x="10" y="45"/>
                    </a:cubicBezTo>
                    <a:cubicBezTo>
                      <a:pt x="10" y="60"/>
                      <a:pt x="8" y="75"/>
                      <a:pt x="4" y="90"/>
                    </a:cubicBezTo>
                    <a:cubicBezTo>
                      <a:pt x="1" y="75"/>
                      <a:pt x="0" y="60"/>
                      <a:pt x="0" y="45"/>
                    </a:cubicBezTo>
                    <a:cubicBezTo>
                      <a:pt x="0" y="30"/>
                      <a:pt x="1" y="15"/>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0"/>
              <p:cNvSpPr/>
              <p:nvPr/>
            </p:nvSpPr>
            <p:spPr>
              <a:xfrm rot="-755222">
                <a:off x="10275115" y="3541706"/>
                <a:ext cx="23132" cy="66088"/>
              </a:xfrm>
              <a:custGeom>
                <a:rect b="b" l="l" r="r" t="t"/>
                <a:pathLst>
                  <a:path extrusionOk="0" h="80" w="28">
                    <a:moveTo>
                      <a:pt x="23" y="77"/>
                    </a:moveTo>
                    <a:cubicBezTo>
                      <a:pt x="0" y="55"/>
                      <a:pt x="8" y="26"/>
                      <a:pt x="5" y="0"/>
                    </a:cubicBezTo>
                    <a:cubicBezTo>
                      <a:pt x="27" y="22"/>
                      <a:pt x="20" y="53"/>
                      <a:pt x="22" y="79"/>
                    </a:cubicBezTo>
                    <a:lnTo>
                      <a:pt x="23" y="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0"/>
              <p:cNvSpPr/>
              <p:nvPr/>
            </p:nvSpPr>
            <p:spPr>
              <a:xfrm rot="-755222">
                <a:off x="10000511" y="3902263"/>
                <a:ext cx="48743" cy="59480"/>
              </a:xfrm>
              <a:custGeom>
                <a:rect b="b" l="l" r="r" t="t"/>
                <a:pathLst>
                  <a:path extrusionOk="0" h="72" w="59">
                    <a:moveTo>
                      <a:pt x="46" y="38"/>
                    </a:moveTo>
                    <a:cubicBezTo>
                      <a:pt x="50" y="49"/>
                      <a:pt x="58" y="58"/>
                      <a:pt x="55" y="71"/>
                    </a:cubicBezTo>
                    <a:cubicBezTo>
                      <a:pt x="38" y="52"/>
                      <a:pt x="21" y="34"/>
                      <a:pt x="4" y="15"/>
                    </a:cubicBezTo>
                    <a:cubicBezTo>
                      <a:pt x="0" y="9"/>
                      <a:pt x="1" y="1"/>
                      <a:pt x="11" y="0"/>
                    </a:cubicBezTo>
                    <a:lnTo>
                      <a:pt x="46"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0"/>
              <p:cNvSpPr/>
              <p:nvPr/>
            </p:nvSpPr>
            <p:spPr>
              <a:xfrm rot="-755222">
                <a:off x="8159652" y="3598458"/>
                <a:ext cx="27263" cy="34696"/>
              </a:xfrm>
              <a:custGeom>
                <a:rect b="b" l="l" r="r" t="t"/>
                <a:pathLst>
                  <a:path extrusionOk="0" h="42" w="33">
                    <a:moveTo>
                      <a:pt x="32" y="20"/>
                    </a:moveTo>
                    <a:cubicBezTo>
                      <a:pt x="32" y="34"/>
                      <a:pt x="27" y="41"/>
                      <a:pt x="17" y="40"/>
                    </a:cubicBezTo>
                    <a:cubicBezTo>
                      <a:pt x="14" y="40"/>
                      <a:pt x="11" y="40"/>
                      <a:pt x="9" y="38"/>
                    </a:cubicBezTo>
                    <a:cubicBezTo>
                      <a:pt x="6" y="37"/>
                      <a:pt x="4" y="34"/>
                      <a:pt x="2" y="31"/>
                    </a:cubicBezTo>
                    <a:cubicBezTo>
                      <a:pt x="1" y="29"/>
                      <a:pt x="0" y="26"/>
                      <a:pt x="0" y="23"/>
                    </a:cubicBezTo>
                    <a:cubicBezTo>
                      <a:pt x="0" y="22"/>
                      <a:pt x="0" y="21"/>
                      <a:pt x="0" y="20"/>
                    </a:cubicBezTo>
                    <a:cubicBezTo>
                      <a:pt x="0" y="17"/>
                      <a:pt x="0" y="15"/>
                      <a:pt x="2" y="12"/>
                    </a:cubicBezTo>
                    <a:cubicBezTo>
                      <a:pt x="4" y="10"/>
                      <a:pt x="6" y="7"/>
                      <a:pt x="8" y="5"/>
                    </a:cubicBezTo>
                    <a:cubicBezTo>
                      <a:pt x="10" y="4"/>
                      <a:pt x="12" y="4"/>
                      <a:pt x="14" y="3"/>
                    </a:cubicBezTo>
                    <a:cubicBezTo>
                      <a:pt x="30" y="0"/>
                      <a:pt x="28" y="15"/>
                      <a:pt x="3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0"/>
              <p:cNvSpPr/>
              <p:nvPr/>
            </p:nvSpPr>
            <p:spPr>
              <a:xfrm rot="-755222">
                <a:off x="10006591" y="3706030"/>
                <a:ext cx="47917" cy="36349"/>
              </a:xfrm>
              <a:custGeom>
                <a:rect b="b" l="l" r="r" t="t"/>
                <a:pathLst>
                  <a:path extrusionOk="0" h="44" w="58">
                    <a:moveTo>
                      <a:pt x="8" y="0"/>
                    </a:moveTo>
                    <a:lnTo>
                      <a:pt x="57" y="43"/>
                    </a:lnTo>
                    <a:cubicBezTo>
                      <a:pt x="46" y="41"/>
                      <a:pt x="36" y="37"/>
                      <a:pt x="27" y="32"/>
                    </a:cubicBezTo>
                    <a:cubicBezTo>
                      <a:pt x="16" y="26"/>
                      <a:pt x="7" y="18"/>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0"/>
              <p:cNvSpPr/>
              <p:nvPr/>
            </p:nvSpPr>
            <p:spPr>
              <a:xfrm rot="-755222">
                <a:off x="9762151" y="3219313"/>
                <a:ext cx="45438" cy="48740"/>
              </a:xfrm>
              <a:custGeom>
                <a:rect b="b" l="l" r="r" t="t"/>
                <a:pathLst>
                  <a:path extrusionOk="0" h="59" w="55">
                    <a:moveTo>
                      <a:pt x="9" y="0"/>
                    </a:moveTo>
                    <a:lnTo>
                      <a:pt x="54" y="53"/>
                    </a:lnTo>
                    <a:lnTo>
                      <a:pt x="48" y="58"/>
                    </a:lnTo>
                    <a:lnTo>
                      <a:pt x="0" y="8"/>
                    </a:lnTo>
                    <a:lnTo>
                      <a:pt x="9" y="0"/>
                    </a:lnTo>
                  </a:path>
                </a:pathLst>
              </a:custGeom>
              <a:solidFill>
                <a:schemeClr val="dk1"/>
              </a:solidFill>
              <a:ln>
                <a:noFill/>
              </a:ln>
            </p:spPr>
          </p:sp>
          <p:sp>
            <p:nvSpPr>
              <p:cNvPr id="1901" name="Google Shape;1901;p30"/>
              <p:cNvSpPr/>
              <p:nvPr/>
            </p:nvSpPr>
            <p:spPr>
              <a:xfrm rot="-755222">
                <a:off x="8098288" y="2266956"/>
                <a:ext cx="52873" cy="44610"/>
              </a:xfrm>
              <a:custGeom>
                <a:rect b="b" l="l" r="r" t="t"/>
                <a:pathLst>
                  <a:path extrusionOk="0" h="54" w="64">
                    <a:moveTo>
                      <a:pt x="63" y="51"/>
                    </a:moveTo>
                    <a:cubicBezTo>
                      <a:pt x="55" y="48"/>
                      <a:pt x="49" y="45"/>
                      <a:pt x="42" y="41"/>
                    </a:cubicBezTo>
                    <a:cubicBezTo>
                      <a:pt x="25" y="31"/>
                      <a:pt x="10" y="17"/>
                      <a:pt x="0" y="0"/>
                    </a:cubicBezTo>
                    <a:cubicBezTo>
                      <a:pt x="7" y="2"/>
                      <a:pt x="14" y="5"/>
                      <a:pt x="20" y="9"/>
                    </a:cubicBezTo>
                    <a:cubicBezTo>
                      <a:pt x="36" y="18"/>
                      <a:pt x="48" y="31"/>
                      <a:pt x="58" y="47"/>
                    </a:cubicBezTo>
                    <a:cubicBezTo>
                      <a:pt x="59" y="49"/>
                      <a:pt x="61" y="51"/>
                      <a:pt x="62" y="53"/>
                    </a:cubicBezTo>
                    <a:lnTo>
                      <a:pt x="63"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0"/>
              <p:cNvSpPr/>
              <p:nvPr/>
            </p:nvSpPr>
            <p:spPr>
              <a:xfrm rot="-755222">
                <a:off x="9005742" y="3376360"/>
                <a:ext cx="46264" cy="56175"/>
              </a:xfrm>
              <a:custGeom>
                <a:rect b="b" l="l" r="r" t="t"/>
                <a:pathLst>
                  <a:path extrusionOk="0" h="68" w="56">
                    <a:moveTo>
                      <a:pt x="55" y="67"/>
                    </a:moveTo>
                    <a:cubicBezTo>
                      <a:pt x="54" y="66"/>
                      <a:pt x="52" y="65"/>
                      <a:pt x="50" y="64"/>
                    </a:cubicBezTo>
                    <a:cubicBezTo>
                      <a:pt x="34" y="54"/>
                      <a:pt x="20" y="40"/>
                      <a:pt x="10" y="24"/>
                    </a:cubicBezTo>
                    <a:cubicBezTo>
                      <a:pt x="6" y="17"/>
                      <a:pt x="3" y="9"/>
                      <a:pt x="0" y="0"/>
                    </a:cubicBezTo>
                    <a:cubicBezTo>
                      <a:pt x="3" y="2"/>
                      <a:pt x="6" y="3"/>
                      <a:pt x="9" y="5"/>
                    </a:cubicBezTo>
                    <a:cubicBezTo>
                      <a:pt x="24" y="14"/>
                      <a:pt x="36" y="26"/>
                      <a:pt x="45" y="41"/>
                    </a:cubicBezTo>
                    <a:cubicBezTo>
                      <a:pt x="50" y="49"/>
                      <a:pt x="53" y="58"/>
                      <a:pt x="55" y="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0"/>
              <p:cNvSpPr/>
              <p:nvPr/>
            </p:nvSpPr>
            <p:spPr>
              <a:xfrm rot="-755222">
                <a:off x="8491156" y="4136121"/>
                <a:ext cx="29741" cy="33044"/>
              </a:xfrm>
              <a:custGeom>
                <a:rect b="b" l="l" r="r" t="t"/>
                <a:pathLst>
                  <a:path extrusionOk="0" h="40" w="36">
                    <a:moveTo>
                      <a:pt x="0" y="2"/>
                    </a:moveTo>
                    <a:cubicBezTo>
                      <a:pt x="4" y="1"/>
                      <a:pt x="7" y="1"/>
                      <a:pt x="11" y="1"/>
                    </a:cubicBezTo>
                    <a:cubicBezTo>
                      <a:pt x="15" y="1"/>
                      <a:pt x="18" y="1"/>
                      <a:pt x="22" y="2"/>
                    </a:cubicBezTo>
                    <a:cubicBezTo>
                      <a:pt x="35" y="3"/>
                      <a:pt x="33" y="13"/>
                      <a:pt x="32" y="22"/>
                    </a:cubicBezTo>
                    <a:cubicBezTo>
                      <a:pt x="32" y="24"/>
                      <a:pt x="31" y="26"/>
                      <a:pt x="30" y="28"/>
                    </a:cubicBezTo>
                    <a:cubicBezTo>
                      <a:pt x="28" y="31"/>
                      <a:pt x="26" y="33"/>
                      <a:pt x="23" y="35"/>
                    </a:cubicBezTo>
                    <a:cubicBezTo>
                      <a:pt x="22" y="36"/>
                      <a:pt x="20" y="36"/>
                      <a:pt x="18" y="37"/>
                    </a:cubicBezTo>
                    <a:cubicBezTo>
                      <a:pt x="7" y="39"/>
                      <a:pt x="1" y="33"/>
                      <a:pt x="0" y="22"/>
                    </a:cubicBezTo>
                    <a:cubicBezTo>
                      <a:pt x="0" y="14"/>
                      <a:pt x="1" y="7"/>
                      <a:pt x="2"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0"/>
              <p:cNvSpPr/>
              <p:nvPr/>
            </p:nvSpPr>
            <p:spPr>
              <a:xfrm rot="-755222">
                <a:off x="8031711" y="2389127"/>
                <a:ext cx="33046" cy="55349"/>
              </a:xfrm>
              <a:custGeom>
                <a:rect b="b" l="l" r="r" t="t"/>
                <a:pathLst>
                  <a:path extrusionOk="0" h="67" w="40">
                    <a:moveTo>
                      <a:pt x="39" y="66"/>
                    </a:moveTo>
                    <a:cubicBezTo>
                      <a:pt x="28" y="57"/>
                      <a:pt x="20" y="47"/>
                      <a:pt x="13" y="35"/>
                    </a:cubicBezTo>
                    <a:cubicBezTo>
                      <a:pt x="7" y="25"/>
                      <a:pt x="3" y="13"/>
                      <a:pt x="0" y="0"/>
                    </a:cubicBezTo>
                    <a:cubicBezTo>
                      <a:pt x="10" y="9"/>
                      <a:pt x="18" y="20"/>
                      <a:pt x="25" y="31"/>
                    </a:cubicBezTo>
                    <a:cubicBezTo>
                      <a:pt x="31" y="42"/>
                      <a:pt x="36" y="53"/>
                      <a:pt x="39"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0"/>
              <p:cNvSpPr/>
              <p:nvPr/>
            </p:nvSpPr>
            <p:spPr>
              <a:xfrm rot="-755222">
                <a:off x="9192508" y="2759021"/>
                <a:ext cx="46264" cy="52045"/>
              </a:xfrm>
              <a:custGeom>
                <a:rect b="b" l="l" r="r" t="t"/>
                <a:pathLst>
                  <a:path extrusionOk="0" h="63" w="56">
                    <a:moveTo>
                      <a:pt x="46" y="62"/>
                    </a:moveTo>
                    <a:lnTo>
                      <a:pt x="0" y="7"/>
                    </a:lnTo>
                    <a:lnTo>
                      <a:pt x="9" y="0"/>
                    </a:lnTo>
                    <a:cubicBezTo>
                      <a:pt x="27" y="16"/>
                      <a:pt x="42" y="35"/>
                      <a:pt x="55" y="56"/>
                    </a:cubicBezTo>
                    <a:lnTo>
                      <a:pt x="46"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0"/>
              <p:cNvSpPr/>
              <p:nvPr/>
            </p:nvSpPr>
            <p:spPr>
              <a:xfrm rot="-755222">
                <a:off x="8964761" y="2536349"/>
                <a:ext cx="47917" cy="57001"/>
              </a:xfrm>
              <a:custGeom>
                <a:rect b="b" l="l" r="r" t="t"/>
                <a:pathLst>
                  <a:path extrusionOk="0" h="69" w="58">
                    <a:moveTo>
                      <a:pt x="4" y="0"/>
                    </a:moveTo>
                    <a:cubicBezTo>
                      <a:pt x="22" y="11"/>
                      <a:pt x="36" y="26"/>
                      <a:pt x="46" y="43"/>
                    </a:cubicBezTo>
                    <a:cubicBezTo>
                      <a:pt x="51" y="51"/>
                      <a:pt x="55" y="60"/>
                      <a:pt x="57" y="68"/>
                    </a:cubicBezTo>
                    <a:cubicBezTo>
                      <a:pt x="56" y="67"/>
                      <a:pt x="54" y="67"/>
                      <a:pt x="53" y="66"/>
                    </a:cubicBezTo>
                    <a:cubicBezTo>
                      <a:pt x="35" y="55"/>
                      <a:pt x="20" y="40"/>
                      <a:pt x="9" y="22"/>
                    </a:cubicBezTo>
                    <a:cubicBezTo>
                      <a:pt x="6" y="16"/>
                      <a:pt x="3" y="10"/>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0"/>
              <p:cNvSpPr/>
              <p:nvPr/>
            </p:nvSpPr>
            <p:spPr>
              <a:xfrm rot="-755222">
                <a:off x="10232476" y="3728273"/>
                <a:ext cx="29741" cy="68567"/>
              </a:xfrm>
              <a:custGeom>
                <a:rect b="b" l="l" r="r" t="t"/>
                <a:pathLst>
                  <a:path extrusionOk="0" h="83" w="36">
                    <a:moveTo>
                      <a:pt x="1" y="1"/>
                    </a:moveTo>
                    <a:cubicBezTo>
                      <a:pt x="5" y="6"/>
                      <a:pt x="9" y="12"/>
                      <a:pt x="12" y="18"/>
                    </a:cubicBezTo>
                    <a:cubicBezTo>
                      <a:pt x="23" y="37"/>
                      <a:pt x="31" y="59"/>
                      <a:pt x="35" y="82"/>
                    </a:cubicBezTo>
                    <a:lnTo>
                      <a:pt x="10" y="53"/>
                    </a:lnTo>
                    <a:lnTo>
                      <a:pt x="0" y="36"/>
                    </a:lnTo>
                    <a:cubicBezTo>
                      <a:pt x="0" y="24"/>
                      <a:pt x="1" y="1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0"/>
              <p:cNvSpPr/>
              <p:nvPr/>
            </p:nvSpPr>
            <p:spPr>
              <a:xfrm rot="-755222">
                <a:off x="8820534" y="2848742"/>
                <a:ext cx="39655" cy="52045"/>
              </a:xfrm>
              <a:custGeom>
                <a:rect b="b" l="l" r="r" t="t"/>
                <a:pathLst>
                  <a:path extrusionOk="0" h="63" w="48">
                    <a:moveTo>
                      <a:pt x="10" y="0"/>
                    </a:moveTo>
                    <a:lnTo>
                      <a:pt x="47" y="56"/>
                    </a:lnTo>
                    <a:lnTo>
                      <a:pt x="38" y="62"/>
                    </a:lnTo>
                    <a:lnTo>
                      <a:pt x="0" y="8"/>
                    </a:lnTo>
                    <a:lnTo>
                      <a:pt x="10" y="0"/>
                    </a:lnTo>
                  </a:path>
                </a:pathLst>
              </a:custGeom>
              <a:solidFill>
                <a:schemeClr val="dk1"/>
              </a:solidFill>
              <a:ln>
                <a:noFill/>
              </a:ln>
            </p:spPr>
          </p:sp>
          <p:sp>
            <p:nvSpPr>
              <p:cNvPr id="1909" name="Google Shape;1909;p30"/>
              <p:cNvSpPr/>
              <p:nvPr/>
            </p:nvSpPr>
            <p:spPr>
              <a:xfrm rot="-755222">
                <a:off x="8756092" y="3340002"/>
                <a:ext cx="50395" cy="38001"/>
              </a:xfrm>
              <a:custGeom>
                <a:rect b="b" l="l" r="r" t="t"/>
                <a:pathLst>
                  <a:path extrusionOk="0" h="46" w="61">
                    <a:moveTo>
                      <a:pt x="7" y="0"/>
                    </a:moveTo>
                    <a:lnTo>
                      <a:pt x="60" y="45"/>
                    </a:lnTo>
                    <a:cubicBezTo>
                      <a:pt x="33" y="42"/>
                      <a:pt x="18" y="23"/>
                      <a:pt x="0" y="7"/>
                    </a:cubicBez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0"/>
              <p:cNvSpPr/>
              <p:nvPr/>
            </p:nvSpPr>
            <p:spPr>
              <a:xfrm rot="-755222">
                <a:off x="8119657" y="3350553"/>
                <a:ext cx="33046" cy="57827"/>
              </a:xfrm>
              <a:custGeom>
                <a:rect b="b" l="l" r="r" t="t"/>
                <a:pathLst>
                  <a:path extrusionOk="0" h="70" w="40">
                    <a:moveTo>
                      <a:pt x="39" y="68"/>
                    </a:moveTo>
                    <a:cubicBezTo>
                      <a:pt x="13" y="54"/>
                      <a:pt x="13" y="23"/>
                      <a:pt x="0" y="0"/>
                    </a:cubicBezTo>
                    <a:cubicBezTo>
                      <a:pt x="9" y="9"/>
                      <a:pt x="17" y="19"/>
                      <a:pt x="23" y="30"/>
                    </a:cubicBezTo>
                    <a:cubicBezTo>
                      <a:pt x="30" y="42"/>
                      <a:pt x="35" y="55"/>
                      <a:pt x="38" y="69"/>
                    </a:cubicBezTo>
                    <a:lnTo>
                      <a:pt x="39" y="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0"/>
              <p:cNvSpPr/>
              <p:nvPr/>
            </p:nvSpPr>
            <p:spPr>
              <a:xfrm rot="-755222">
                <a:off x="10175860" y="3768533"/>
                <a:ext cx="46264" cy="55349"/>
              </a:xfrm>
              <a:custGeom>
                <a:rect b="b" l="l" r="r" t="t"/>
                <a:pathLst>
                  <a:path extrusionOk="0" h="67" w="56">
                    <a:moveTo>
                      <a:pt x="55" y="66"/>
                    </a:moveTo>
                    <a:cubicBezTo>
                      <a:pt x="54" y="65"/>
                      <a:pt x="53" y="65"/>
                      <a:pt x="52" y="64"/>
                    </a:cubicBezTo>
                    <a:cubicBezTo>
                      <a:pt x="34" y="54"/>
                      <a:pt x="20" y="40"/>
                      <a:pt x="9" y="22"/>
                    </a:cubicBezTo>
                    <a:cubicBezTo>
                      <a:pt x="5" y="15"/>
                      <a:pt x="2" y="7"/>
                      <a:pt x="0" y="0"/>
                    </a:cubicBezTo>
                    <a:cubicBezTo>
                      <a:pt x="2" y="1"/>
                      <a:pt x="5" y="3"/>
                      <a:pt x="7" y="4"/>
                    </a:cubicBezTo>
                    <a:cubicBezTo>
                      <a:pt x="23" y="14"/>
                      <a:pt x="36" y="26"/>
                      <a:pt x="45" y="41"/>
                    </a:cubicBezTo>
                    <a:cubicBezTo>
                      <a:pt x="49" y="49"/>
                      <a:pt x="52" y="57"/>
                      <a:pt x="55"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0"/>
              <p:cNvSpPr/>
              <p:nvPr/>
            </p:nvSpPr>
            <p:spPr>
              <a:xfrm rot="-755222">
                <a:off x="9119011" y="3640656"/>
                <a:ext cx="44612" cy="49566"/>
              </a:xfrm>
              <a:custGeom>
                <a:rect b="b" l="l" r="r" t="t"/>
                <a:pathLst>
                  <a:path extrusionOk="0" h="60" w="54">
                    <a:moveTo>
                      <a:pt x="0" y="1"/>
                    </a:moveTo>
                    <a:cubicBezTo>
                      <a:pt x="30" y="9"/>
                      <a:pt x="35" y="40"/>
                      <a:pt x="53" y="59"/>
                    </a:cubicBezTo>
                    <a:cubicBezTo>
                      <a:pt x="51" y="58"/>
                      <a:pt x="50" y="57"/>
                      <a:pt x="48" y="56"/>
                    </a:cubicBezTo>
                    <a:cubicBezTo>
                      <a:pt x="33" y="47"/>
                      <a:pt x="20" y="35"/>
                      <a:pt x="11" y="19"/>
                    </a:cubicBezTo>
                    <a:cubicBezTo>
                      <a:pt x="7" y="13"/>
                      <a:pt x="5"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0"/>
              <p:cNvSpPr/>
              <p:nvPr/>
            </p:nvSpPr>
            <p:spPr>
              <a:xfrm rot="-755222">
                <a:off x="8456613" y="3582205"/>
                <a:ext cx="40481" cy="26435"/>
              </a:xfrm>
              <a:custGeom>
                <a:rect b="b" l="l" r="r" t="t"/>
                <a:pathLst>
                  <a:path extrusionOk="0" h="32" w="49">
                    <a:moveTo>
                      <a:pt x="48" y="23"/>
                    </a:moveTo>
                    <a:cubicBezTo>
                      <a:pt x="42" y="25"/>
                      <a:pt x="37" y="27"/>
                      <a:pt x="31" y="27"/>
                    </a:cubicBezTo>
                    <a:cubicBezTo>
                      <a:pt x="20" y="25"/>
                      <a:pt x="5" y="31"/>
                      <a:pt x="1" y="13"/>
                    </a:cubicBezTo>
                    <a:cubicBezTo>
                      <a:pt x="0" y="13"/>
                      <a:pt x="0" y="13"/>
                      <a:pt x="0" y="13"/>
                    </a:cubicBezTo>
                    <a:cubicBezTo>
                      <a:pt x="0" y="11"/>
                      <a:pt x="1" y="9"/>
                      <a:pt x="2" y="7"/>
                    </a:cubicBezTo>
                    <a:cubicBezTo>
                      <a:pt x="3" y="6"/>
                      <a:pt x="3" y="5"/>
                      <a:pt x="4" y="4"/>
                    </a:cubicBezTo>
                    <a:cubicBezTo>
                      <a:pt x="5" y="4"/>
                      <a:pt x="5" y="4"/>
                      <a:pt x="6" y="3"/>
                    </a:cubicBezTo>
                    <a:cubicBezTo>
                      <a:pt x="10" y="1"/>
                      <a:pt x="14" y="0"/>
                      <a:pt x="19" y="0"/>
                    </a:cubicBezTo>
                    <a:cubicBezTo>
                      <a:pt x="23" y="0"/>
                      <a:pt x="28" y="1"/>
                      <a:pt x="32" y="3"/>
                    </a:cubicBezTo>
                    <a:cubicBezTo>
                      <a:pt x="35" y="5"/>
                      <a:pt x="37" y="7"/>
                      <a:pt x="39" y="9"/>
                    </a:cubicBezTo>
                    <a:cubicBezTo>
                      <a:pt x="41" y="11"/>
                      <a:pt x="43" y="14"/>
                      <a:pt x="44" y="16"/>
                    </a:cubicBezTo>
                    <a:cubicBezTo>
                      <a:pt x="46" y="18"/>
                      <a:pt x="47" y="21"/>
                      <a:pt x="4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0"/>
              <p:cNvSpPr/>
              <p:nvPr/>
            </p:nvSpPr>
            <p:spPr>
              <a:xfrm rot="-755222">
                <a:off x="8111598" y="2551357"/>
                <a:ext cx="34698" cy="52045"/>
              </a:xfrm>
              <a:custGeom>
                <a:rect b="b" l="l" r="r" t="t"/>
                <a:pathLst>
                  <a:path extrusionOk="0" h="63" w="42">
                    <a:moveTo>
                      <a:pt x="1" y="0"/>
                    </a:moveTo>
                    <a:cubicBezTo>
                      <a:pt x="12" y="9"/>
                      <a:pt x="22" y="20"/>
                      <a:pt x="29" y="32"/>
                    </a:cubicBezTo>
                    <a:cubicBezTo>
                      <a:pt x="34" y="41"/>
                      <a:pt x="38" y="51"/>
                      <a:pt x="41" y="62"/>
                    </a:cubicBezTo>
                    <a:cubicBezTo>
                      <a:pt x="28" y="54"/>
                      <a:pt x="18" y="42"/>
                      <a:pt x="11" y="29"/>
                    </a:cubicBezTo>
                    <a:cubicBezTo>
                      <a:pt x="6" y="21"/>
                      <a:pt x="2" y="11"/>
                      <a:pt x="0" y="2"/>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0"/>
              <p:cNvSpPr/>
              <p:nvPr/>
            </p:nvSpPr>
            <p:spPr>
              <a:xfrm rot="-755222">
                <a:off x="8741587" y="3061576"/>
                <a:ext cx="34698" cy="49566"/>
              </a:xfrm>
              <a:custGeom>
                <a:rect b="b" l="l" r="r" t="t"/>
                <a:pathLst>
                  <a:path extrusionOk="0" h="60" w="42">
                    <a:moveTo>
                      <a:pt x="41" y="57"/>
                    </a:moveTo>
                    <a:cubicBezTo>
                      <a:pt x="15" y="47"/>
                      <a:pt x="10" y="22"/>
                      <a:pt x="0" y="0"/>
                    </a:cubicBezTo>
                    <a:cubicBezTo>
                      <a:pt x="12" y="8"/>
                      <a:pt x="22" y="19"/>
                      <a:pt x="29" y="32"/>
                    </a:cubicBezTo>
                    <a:cubicBezTo>
                      <a:pt x="34" y="40"/>
                      <a:pt x="38" y="49"/>
                      <a:pt x="40" y="59"/>
                    </a:cubicBezTo>
                    <a:lnTo>
                      <a:pt x="41" y="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0"/>
              <p:cNvSpPr/>
              <p:nvPr/>
            </p:nvSpPr>
            <p:spPr>
              <a:xfrm rot="-755222">
                <a:off x="9107088" y="3098842"/>
                <a:ext cx="38003" cy="41305"/>
              </a:xfrm>
              <a:custGeom>
                <a:rect b="b" l="l" r="r" t="t"/>
                <a:pathLst>
                  <a:path extrusionOk="0" h="50" w="46">
                    <a:moveTo>
                      <a:pt x="45" y="49"/>
                    </a:moveTo>
                    <a:cubicBezTo>
                      <a:pt x="27" y="37"/>
                      <a:pt x="13" y="22"/>
                      <a:pt x="2" y="4"/>
                    </a:cubicBezTo>
                    <a:cubicBezTo>
                      <a:pt x="2" y="2"/>
                      <a:pt x="1" y="1"/>
                      <a:pt x="0" y="0"/>
                    </a:cubicBezTo>
                    <a:cubicBezTo>
                      <a:pt x="2" y="1"/>
                      <a:pt x="3" y="1"/>
                      <a:pt x="4" y="2"/>
                    </a:cubicBezTo>
                    <a:cubicBezTo>
                      <a:pt x="18" y="10"/>
                      <a:pt x="30" y="22"/>
                      <a:pt x="38" y="36"/>
                    </a:cubicBezTo>
                    <a:cubicBezTo>
                      <a:pt x="41" y="40"/>
                      <a:pt x="43" y="45"/>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0"/>
              <p:cNvSpPr/>
              <p:nvPr/>
            </p:nvSpPr>
            <p:spPr>
              <a:xfrm rot="-755222">
                <a:off x="8160790" y="3398457"/>
                <a:ext cx="36350" cy="49566"/>
              </a:xfrm>
              <a:custGeom>
                <a:rect b="b" l="l" r="r" t="t"/>
                <a:pathLst>
                  <a:path extrusionOk="0" h="60" w="44">
                    <a:moveTo>
                      <a:pt x="0" y="1"/>
                    </a:moveTo>
                    <a:lnTo>
                      <a:pt x="21" y="10"/>
                    </a:lnTo>
                    <a:lnTo>
                      <a:pt x="19" y="9"/>
                    </a:lnTo>
                    <a:cubicBezTo>
                      <a:pt x="19" y="28"/>
                      <a:pt x="36" y="40"/>
                      <a:pt x="43" y="59"/>
                    </a:cubicBezTo>
                    <a:cubicBezTo>
                      <a:pt x="43" y="58"/>
                      <a:pt x="42" y="58"/>
                      <a:pt x="42" y="58"/>
                    </a:cubicBezTo>
                    <a:cubicBezTo>
                      <a:pt x="30" y="51"/>
                      <a:pt x="20" y="41"/>
                      <a:pt x="12" y="28"/>
                    </a:cubicBezTo>
                    <a:cubicBezTo>
                      <a:pt x="7" y="19"/>
                      <a:pt x="4"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0"/>
              <p:cNvSpPr/>
              <p:nvPr/>
            </p:nvSpPr>
            <p:spPr>
              <a:xfrm rot="-755222">
                <a:off x="9598735" y="3414219"/>
                <a:ext cx="28915" cy="47088"/>
              </a:xfrm>
              <a:custGeom>
                <a:rect b="b" l="l" r="r" t="t"/>
                <a:pathLst>
                  <a:path extrusionOk="0" h="57" w="35">
                    <a:moveTo>
                      <a:pt x="1" y="1"/>
                    </a:moveTo>
                    <a:cubicBezTo>
                      <a:pt x="24" y="11"/>
                      <a:pt x="22" y="38"/>
                      <a:pt x="34" y="56"/>
                    </a:cubicBezTo>
                    <a:cubicBezTo>
                      <a:pt x="20" y="39"/>
                      <a:pt x="0" y="26"/>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0"/>
              <p:cNvSpPr/>
              <p:nvPr/>
            </p:nvSpPr>
            <p:spPr>
              <a:xfrm rot="-755222">
                <a:off x="10006457" y="3303882"/>
                <a:ext cx="33872" cy="37175"/>
              </a:xfrm>
              <a:custGeom>
                <a:rect b="b" l="l" r="r" t="t"/>
                <a:pathLst>
                  <a:path extrusionOk="0" h="45" w="41">
                    <a:moveTo>
                      <a:pt x="40" y="31"/>
                    </a:moveTo>
                    <a:cubicBezTo>
                      <a:pt x="40" y="41"/>
                      <a:pt x="32" y="44"/>
                      <a:pt x="25" y="40"/>
                    </a:cubicBezTo>
                    <a:cubicBezTo>
                      <a:pt x="12" y="31"/>
                      <a:pt x="0" y="19"/>
                      <a:pt x="9" y="0"/>
                    </a:cubicBezTo>
                    <a:cubicBezTo>
                      <a:pt x="22" y="8"/>
                      <a:pt x="32" y="19"/>
                      <a:pt x="4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0"/>
              <p:cNvSpPr/>
              <p:nvPr/>
            </p:nvSpPr>
            <p:spPr>
              <a:xfrm rot="-755222">
                <a:off x="8636172" y="3741954"/>
                <a:ext cx="24784" cy="28088"/>
              </a:xfrm>
              <a:custGeom>
                <a:rect b="b" l="l" r="r" t="t"/>
                <a:pathLst>
                  <a:path extrusionOk="0" h="34" w="30">
                    <a:moveTo>
                      <a:pt x="29" y="15"/>
                    </a:moveTo>
                    <a:cubicBezTo>
                      <a:pt x="29" y="28"/>
                      <a:pt x="24" y="32"/>
                      <a:pt x="16" y="33"/>
                    </a:cubicBezTo>
                    <a:lnTo>
                      <a:pt x="15" y="33"/>
                    </a:lnTo>
                    <a:cubicBezTo>
                      <a:pt x="12" y="33"/>
                      <a:pt x="10" y="33"/>
                      <a:pt x="7" y="31"/>
                    </a:cubicBezTo>
                    <a:cubicBezTo>
                      <a:pt x="4" y="29"/>
                      <a:pt x="3" y="27"/>
                      <a:pt x="2" y="25"/>
                    </a:cubicBezTo>
                    <a:cubicBezTo>
                      <a:pt x="1" y="23"/>
                      <a:pt x="0" y="20"/>
                      <a:pt x="0" y="18"/>
                    </a:cubicBezTo>
                    <a:cubicBezTo>
                      <a:pt x="0" y="17"/>
                      <a:pt x="0" y="17"/>
                      <a:pt x="0" y="17"/>
                    </a:cubicBezTo>
                    <a:cubicBezTo>
                      <a:pt x="0" y="16"/>
                      <a:pt x="0" y="16"/>
                      <a:pt x="0" y="15"/>
                    </a:cubicBezTo>
                    <a:cubicBezTo>
                      <a:pt x="0" y="12"/>
                      <a:pt x="0" y="11"/>
                      <a:pt x="2" y="8"/>
                    </a:cubicBezTo>
                    <a:cubicBezTo>
                      <a:pt x="4" y="5"/>
                      <a:pt x="5" y="3"/>
                      <a:pt x="7" y="2"/>
                    </a:cubicBezTo>
                    <a:cubicBezTo>
                      <a:pt x="9" y="1"/>
                      <a:pt x="12" y="0"/>
                      <a:pt x="15" y="0"/>
                    </a:cubicBezTo>
                    <a:lnTo>
                      <a:pt x="16" y="0"/>
                    </a:lnTo>
                    <a:cubicBezTo>
                      <a:pt x="18" y="0"/>
                      <a:pt x="20" y="1"/>
                      <a:pt x="22" y="2"/>
                    </a:cubicBezTo>
                    <a:cubicBezTo>
                      <a:pt x="24" y="3"/>
                      <a:pt x="26" y="5"/>
                      <a:pt x="27" y="7"/>
                    </a:cubicBezTo>
                    <a:cubicBezTo>
                      <a:pt x="28" y="9"/>
                      <a:pt x="29" y="12"/>
                      <a:pt x="29" y="14"/>
                    </a:cubicBezTo>
                    <a:lnTo>
                      <a:pt x="29"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0"/>
              <p:cNvSpPr/>
              <p:nvPr/>
            </p:nvSpPr>
            <p:spPr>
              <a:xfrm rot="-755222">
                <a:off x="9334210" y="3594333"/>
                <a:ext cx="36350" cy="46262"/>
              </a:xfrm>
              <a:custGeom>
                <a:rect b="b" l="l" r="r" t="t"/>
                <a:pathLst>
                  <a:path extrusionOk="0" h="56" w="44">
                    <a:moveTo>
                      <a:pt x="43" y="54"/>
                    </a:moveTo>
                    <a:cubicBezTo>
                      <a:pt x="17" y="46"/>
                      <a:pt x="12" y="20"/>
                      <a:pt x="0" y="0"/>
                    </a:cubicBezTo>
                    <a:cubicBezTo>
                      <a:pt x="2" y="1"/>
                      <a:pt x="3" y="2"/>
                      <a:pt x="5" y="3"/>
                    </a:cubicBezTo>
                    <a:cubicBezTo>
                      <a:pt x="17" y="10"/>
                      <a:pt x="27" y="20"/>
                      <a:pt x="34" y="32"/>
                    </a:cubicBezTo>
                    <a:cubicBezTo>
                      <a:pt x="38" y="39"/>
                      <a:pt x="41" y="47"/>
                      <a:pt x="43" y="55"/>
                    </a:cubicBezTo>
                    <a:lnTo>
                      <a:pt x="43" y="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0"/>
              <p:cNvSpPr/>
              <p:nvPr/>
            </p:nvSpPr>
            <p:spPr>
              <a:xfrm rot="-755222">
                <a:off x="10027567" y="3531194"/>
                <a:ext cx="40481" cy="36349"/>
              </a:xfrm>
              <a:custGeom>
                <a:rect b="b" l="l" r="r" t="t"/>
                <a:pathLst>
                  <a:path extrusionOk="0" h="44" w="49">
                    <a:moveTo>
                      <a:pt x="0" y="1"/>
                    </a:moveTo>
                    <a:cubicBezTo>
                      <a:pt x="6" y="3"/>
                      <a:pt x="12" y="5"/>
                      <a:pt x="17" y="8"/>
                    </a:cubicBezTo>
                    <a:cubicBezTo>
                      <a:pt x="29" y="15"/>
                      <a:pt x="37" y="24"/>
                      <a:pt x="44" y="36"/>
                    </a:cubicBezTo>
                    <a:cubicBezTo>
                      <a:pt x="45" y="38"/>
                      <a:pt x="47" y="40"/>
                      <a:pt x="48" y="43"/>
                    </a:cubicBezTo>
                    <a:cubicBezTo>
                      <a:pt x="31" y="30"/>
                      <a:pt x="6"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0"/>
              <p:cNvSpPr/>
              <p:nvPr/>
            </p:nvSpPr>
            <p:spPr>
              <a:xfrm rot="-755222">
                <a:off x="8371402" y="4007900"/>
                <a:ext cx="29741" cy="28088"/>
              </a:xfrm>
              <a:custGeom>
                <a:rect b="b" l="l" r="r" t="t"/>
                <a:pathLst>
                  <a:path extrusionOk="0" h="34" w="36">
                    <a:moveTo>
                      <a:pt x="35" y="22"/>
                    </a:moveTo>
                    <a:cubicBezTo>
                      <a:pt x="34" y="23"/>
                      <a:pt x="34" y="24"/>
                      <a:pt x="34" y="24"/>
                    </a:cubicBezTo>
                    <a:cubicBezTo>
                      <a:pt x="32" y="27"/>
                      <a:pt x="30" y="29"/>
                      <a:pt x="27" y="31"/>
                    </a:cubicBezTo>
                    <a:cubicBezTo>
                      <a:pt x="24" y="33"/>
                      <a:pt x="22" y="33"/>
                      <a:pt x="19" y="33"/>
                    </a:cubicBezTo>
                    <a:cubicBezTo>
                      <a:pt x="16" y="33"/>
                      <a:pt x="14" y="33"/>
                      <a:pt x="12" y="32"/>
                    </a:cubicBezTo>
                    <a:cubicBezTo>
                      <a:pt x="10" y="31"/>
                      <a:pt x="9" y="31"/>
                      <a:pt x="7" y="30"/>
                    </a:cubicBezTo>
                    <a:cubicBezTo>
                      <a:pt x="5" y="29"/>
                      <a:pt x="3" y="28"/>
                      <a:pt x="2" y="25"/>
                    </a:cubicBezTo>
                    <a:cubicBezTo>
                      <a:pt x="1" y="22"/>
                      <a:pt x="0" y="20"/>
                      <a:pt x="0" y="17"/>
                    </a:cubicBezTo>
                    <a:cubicBezTo>
                      <a:pt x="0" y="15"/>
                      <a:pt x="0" y="13"/>
                      <a:pt x="1" y="11"/>
                    </a:cubicBezTo>
                    <a:cubicBezTo>
                      <a:pt x="1" y="10"/>
                      <a:pt x="2" y="9"/>
                      <a:pt x="3" y="8"/>
                    </a:cubicBezTo>
                    <a:cubicBezTo>
                      <a:pt x="4" y="5"/>
                      <a:pt x="6" y="4"/>
                      <a:pt x="8" y="2"/>
                    </a:cubicBezTo>
                    <a:cubicBezTo>
                      <a:pt x="10" y="0"/>
                      <a:pt x="12" y="0"/>
                      <a:pt x="15" y="0"/>
                    </a:cubicBezTo>
                    <a:cubicBezTo>
                      <a:pt x="17" y="0"/>
                      <a:pt x="20" y="1"/>
                      <a:pt x="22" y="2"/>
                    </a:cubicBezTo>
                    <a:cubicBezTo>
                      <a:pt x="23" y="3"/>
                      <a:pt x="24" y="3"/>
                      <a:pt x="25" y="4"/>
                    </a:cubicBezTo>
                    <a:cubicBezTo>
                      <a:pt x="28" y="6"/>
                      <a:pt x="30" y="8"/>
                      <a:pt x="32" y="11"/>
                    </a:cubicBezTo>
                    <a:cubicBezTo>
                      <a:pt x="34" y="14"/>
                      <a:pt x="35" y="17"/>
                      <a:pt x="35" y="20"/>
                    </a:cubicBezTo>
                    <a:cubicBezTo>
                      <a:pt x="35" y="21"/>
                      <a:pt x="35" y="22"/>
                      <a:pt x="3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0"/>
              <p:cNvSpPr/>
              <p:nvPr/>
            </p:nvSpPr>
            <p:spPr>
              <a:xfrm rot="-755222">
                <a:off x="10425672" y="3641048"/>
                <a:ext cx="29741" cy="62784"/>
              </a:xfrm>
              <a:custGeom>
                <a:rect b="b" l="l" r="r" t="t"/>
                <a:pathLst>
                  <a:path extrusionOk="0" h="76" w="36">
                    <a:moveTo>
                      <a:pt x="0" y="75"/>
                    </a:moveTo>
                    <a:cubicBezTo>
                      <a:pt x="2" y="57"/>
                      <a:pt x="7" y="40"/>
                      <a:pt x="16" y="25"/>
                    </a:cubicBezTo>
                    <a:cubicBezTo>
                      <a:pt x="21" y="16"/>
                      <a:pt x="28" y="7"/>
                      <a:pt x="35" y="0"/>
                    </a:cubicBezTo>
                    <a:cubicBezTo>
                      <a:pt x="35" y="17"/>
                      <a:pt x="30" y="34"/>
                      <a:pt x="22" y="48"/>
                    </a:cubicBezTo>
                    <a:cubicBezTo>
                      <a:pt x="16" y="58"/>
                      <a:pt x="8" y="67"/>
                      <a:pt x="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0"/>
              <p:cNvSpPr/>
              <p:nvPr/>
            </p:nvSpPr>
            <p:spPr>
              <a:xfrm rot="-755222">
                <a:off x="8682974" y="4077403"/>
                <a:ext cx="27263" cy="26435"/>
              </a:xfrm>
              <a:custGeom>
                <a:rect b="b" l="l" r="r" t="t"/>
                <a:pathLst>
                  <a:path extrusionOk="0" h="32" w="33">
                    <a:moveTo>
                      <a:pt x="13" y="0"/>
                    </a:moveTo>
                    <a:lnTo>
                      <a:pt x="14" y="0"/>
                    </a:lnTo>
                    <a:cubicBezTo>
                      <a:pt x="17" y="0"/>
                      <a:pt x="20" y="0"/>
                      <a:pt x="23" y="2"/>
                    </a:cubicBezTo>
                    <a:cubicBezTo>
                      <a:pt x="26" y="4"/>
                      <a:pt x="27" y="6"/>
                      <a:pt x="29" y="9"/>
                    </a:cubicBezTo>
                    <a:cubicBezTo>
                      <a:pt x="30" y="10"/>
                      <a:pt x="31" y="13"/>
                      <a:pt x="31" y="15"/>
                    </a:cubicBezTo>
                    <a:cubicBezTo>
                      <a:pt x="31" y="16"/>
                      <a:pt x="32" y="17"/>
                      <a:pt x="32" y="19"/>
                    </a:cubicBezTo>
                    <a:cubicBezTo>
                      <a:pt x="32" y="21"/>
                      <a:pt x="31" y="23"/>
                      <a:pt x="30" y="25"/>
                    </a:cubicBezTo>
                    <a:cubicBezTo>
                      <a:pt x="29" y="27"/>
                      <a:pt x="28" y="28"/>
                      <a:pt x="26" y="29"/>
                    </a:cubicBezTo>
                    <a:cubicBezTo>
                      <a:pt x="25" y="30"/>
                      <a:pt x="23" y="30"/>
                      <a:pt x="21" y="30"/>
                    </a:cubicBezTo>
                    <a:cubicBezTo>
                      <a:pt x="20" y="31"/>
                      <a:pt x="18" y="31"/>
                      <a:pt x="16" y="31"/>
                    </a:cubicBezTo>
                    <a:cubicBezTo>
                      <a:pt x="14" y="31"/>
                      <a:pt x="11" y="31"/>
                      <a:pt x="8" y="29"/>
                    </a:cubicBezTo>
                    <a:cubicBezTo>
                      <a:pt x="5" y="27"/>
                      <a:pt x="4" y="26"/>
                      <a:pt x="2" y="23"/>
                    </a:cubicBezTo>
                    <a:cubicBezTo>
                      <a:pt x="0" y="20"/>
                      <a:pt x="0" y="17"/>
                      <a:pt x="0" y="15"/>
                    </a:cubicBezTo>
                    <a:cubicBezTo>
                      <a:pt x="0" y="14"/>
                      <a:pt x="0" y="14"/>
                      <a:pt x="0" y="14"/>
                    </a:cubicBezTo>
                    <a:cubicBezTo>
                      <a:pt x="0" y="13"/>
                      <a:pt x="0" y="13"/>
                      <a:pt x="0" y="13"/>
                    </a:cubicBezTo>
                    <a:cubicBezTo>
                      <a:pt x="0" y="10"/>
                      <a:pt x="1" y="8"/>
                      <a:pt x="2" y="6"/>
                    </a:cubicBezTo>
                    <a:cubicBezTo>
                      <a:pt x="3" y="4"/>
                      <a:pt x="4" y="3"/>
                      <a:pt x="6" y="2"/>
                    </a:cubicBezTo>
                    <a:cubicBezTo>
                      <a:pt x="8" y="1"/>
                      <a:pt x="10" y="0"/>
                      <a:pt x="1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0"/>
              <p:cNvSpPr/>
              <p:nvPr/>
            </p:nvSpPr>
            <p:spPr>
              <a:xfrm rot="-755222">
                <a:off x="10492051" y="3894601"/>
                <a:ext cx="29741" cy="66914"/>
              </a:xfrm>
              <a:custGeom>
                <a:rect b="b" l="l" r="r" t="t"/>
                <a:pathLst>
                  <a:path extrusionOk="0" h="81" w="36">
                    <a:moveTo>
                      <a:pt x="35" y="0"/>
                    </a:moveTo>
                    <a:cubicBezTo>
                      <a:pt x="33" y="20"/>
                      <a:pt x="27" y="39"/>
                      <a:pt x="17" y="57"/>
                    </a:cubicBezTo>
                    <a:cubicBezTo>
                      <a:pt x="12" y="65"/>
                      <a:pt x="7" y="72"/>
                      <a:pt x="0" y="80"/>
                    </a:cubicBezTo>
                    <a:cubicBezTo>
                      <a:pt x="1" y="60"/>
                      <a:pt x="7" y="41"/>
                      <a:pt x="17" y="25"/>
                    </a:cubicBezTo>
                    <a:cubicBezTo>
                      <a:pt x="22" y="16"/>
                      <a:pt x="28" y="7"/>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0"/>
              <p:cNvSpPr/>
              <p:nvPr/>
            </p:nvSpPr>
            <p:spPr>
              <a:xfrm rot="-755222">
                <a:off x="10480120" y="3962534"/>
                <a:ext cx="28915" cy="66914"/>
              </a:xfrm>
              <a:custGeom>
                <a:rect b="b" l="l" r="r" t="t"/>
                <a:pathLst>
                  <a:path extrusionOk="0" h="81" w="35">
                    <a:moveTo>
                      <a:pt x="34" y="0"/>
                    </a:moveTo>
                    <a:cubicBezTo>
                      <a:pt x="32" y="20"/>
                      <a:pt x="26" y="40"/>
                      <a:pt x="16" y="57"/>
                    </a:cubicBezTo>
                    <a:cubicBezTo>
                      <a:pt x="11" y="65"/>
                      <a:pt x="6" y="73"/>
                      <a:pt x="0" y="80"/>
                    </a:cubicBezTo>
                    <a:cubicBezTo>
                      <a:pt x="1" y="60"/>
                      <a:pt x="7" y="41"/>
                      <a:pt x="17" y="24"/>
                    </a:cubicBezTo>
                    <a:cubicBezTo>
                      <a:pt x="22" y="15"/>
                      <a:pt x="28" y="8"/>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0"/>
              <p:cNvSpPr/>
              <p:nvPr/>
            </p:nvSpPr>
            <p:spPr>
              <a:xfrm rot="-755222">
                <a:off x="9114082" y="4329305"/>
                <a:ext cx="32220" cy="24783"/>
              </a:xfrm>
              <a:custGeom>
                <a:rect b="b" l="l" r="r" t="t"/>
                <a:pathLst>
                  <a:path extrusionOk="0" h="30" w="39">
                    <a:moveTo>
                      <a:pt x="16" y="0"/>
                    </a:moveTo>
                    <a:cubicBezTo>
                      <a:pt x="27" y="4"/>
                      <a:pt x="38" y="7"/>
                      <a:pt x="37" y="20"/>
                    </a:cubicBezTo>
                    <a:cubicBezTo>
                      <a:pt x="37" y="29"/>
                      <a:pt x="27" y="28"/>
                      <a:pt x="21" y="29"/>
                    </a:cubicBezTo>
                    <a:cubicBezTo>
                      <a:pt x="15" y="29"/>
                      <a:pt x="2" y="28"/>
                      <a:pt x="1" y="17"/>
                    </a:cubicBezTo>
                    <a:cubicBezTo>
                      <a:pt x="0" y="5"/>
                      <a:pt x="7" y="2"/>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0"/>
              <p:cNvSpPr/>
              <p:nvPr/>
            </p:nvSpPr>
            <p:spPr>
              <a:xfrm rot="-755222">
                <a:off x="8959241" y="4400491"/>
                <a:ext cx="30567" cy="27261"/>
              </a:xfrm>
              <a:custGeom>
                <a:rect b="b" l="l" r="r" t="t"/>
                <a:pathLst>
                  <a:path extrusionOk="0" h="33" w="37">
                    <a:moveTo>
                      <a:pt x="12" y="32"/>
                    </a:moveTo>
                    <a:cubicBezTo>
                      <a:pt x="10" y="32"/>
                      <a:pt x="9" y="32"/>
                      <a:pt x="7" y="31"/>
                    </a:cubicBezTo>
                    <a:cubicBezTo>
                      <a:pt x="5" y="29"/>
                      <a:pt x="3" y="28"/>
                      <a:pt x="2" y="26"/>
                    </a:cubicBezTo>
                    <a:cubicBezTo>
                      <a:pt x="1" y="24"/>
                      <a:pt x="0" y="21"/>
                      <a:pt x="0" y="19"/>
                    </a:cubicBezTo>
                    <a:cubicBezTo>
                      <a:pt x="0" y="18"/>
                      <a:pt x="0" y="18"/>
                      <a:pt x="0" y="17"/>
                    </a:cubicBezTo>
                    <a:lnTo>
                      <a:pt x="0" y="16"/>
                    </a:lnTo>
                    <a:cubicBezTo>
                      <a:pt x="0" y="13"/>
                      <a:pt x="0" y="11"/>
                      <a:pt x="2" y="8"/>
                    </a:cubicBezTo>
                    <a:cubicBezTo>
                      <a:pt x="4" y="5"/>
                      <a:pt x="5" y="4"/>
                      <a:pt x="8" y="2"/>
                    </a:cubicBezTo>
                    <a:cubicBezTo>
                      <a:pt x="11" y="0"/>
                      <a:pt x="13" y="0"/>
                      <a:pt x="16" y="0"/>
                    </a:cubicBezTo>
                    <a:cubicBezTo>
                      <a:pt x="17" y="0"/>
                      <a:pt x="17" y="0"/>
                      <a:pt x="17" y="0"/>
                    </a:cubicBezTo>
                    <a:cubicBezTo>
                      <a:pt x="26" y="0"/>
                      <a:pt x="36" y="6"/>
                      <a:pt x="33" y="18"/>
                    </a:cubicBezTo>
                    <a:cubicBezTo>
                      <a:pt x="32" y="20"/>
                      <a:pt x="32" y="21"/>
                      <a:pt x="31" y="23"/>
                    </a:cubicBezTo>
                    <a:cubicBezTo>
                      <a:pt x="30" y="26"/>
                      <a:pt x="27" y="28"/>
                      <a:pt x="24" y="30"/>
                    </a:cubicBezTo>
                    <a:cubicBezTo>
                      <a:pt x="21" y="32"/>
                      <a:pt x="17" y="32"/>
                      <a:pt x="14" y="32"/>
                    </a:cubicBezTo>
                    <a:cubicBezTo>
                      <a:pt x="13" y="32"/>
                      <a:pt x="13" y="32"/>
                      <a:pt x="12"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0"/>
              <p:cNvSpPr/>
              <p:nvPr/>
            </p:nvSpPr>
            <p:spPr>
              <a:xfrm rot="-755222">
                <a:off x="10132913" y="3497538"/>
                <a:ext cx="33046" cy="39653"/>
              </a:xfrm>
              <a:custGeom>
                <a:rect b="b" l="l" r="r" t="t"/>
                <a:pathLst>
                  <a:path extrusionOk="0" h="48" w="40">
                    <a:moveTo>
                      <a:pt x="39" y="47"/>
                    </a:moveTo>
                    <a:cubicBezTo>
                      <a:pt x="24" y="34"/>
                      <a:pt x="11" y="18"/>
                      <a:pt x="0" y="1"/>
                    </a:cubicBezTo>
                    <a:cubicBezTo>
                      <a:pt x="0" y="0"/>
                      <a:pt x="0" y="0"/>
                      <a:pt x="0" y="0"/>
                    </a:cubicBezTo>
                    <a:cubicBezTo>
                      <a:pt x="25" y="11"/>
                      <a:pt x="25" y="11"/>
                      <a:pt x="3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0"/>
              <p:cNvSpPr/>
              <p:nvPr/>
            </p:nvSpPr>
            <p:spPr>
              <a:xfrm rot="-755222">
                <a:off x="9841398" y="3517338"/>
                <a:ext cx="36350" cy="34696"/>
              </a:xfrm>
              <a:custGeom>
                <a:rect b="b" l="l" r="r" t="t"/>
                <a:pathLst>
                  <a:path extrusionOk="0" h="42" w="44">
                    <a:moveTo>
                      <a:pt x="0" y="0"/>
                    </a:moveTo>
                    <a:cubicBezTo>
                      <a:pt x="29" y="9"/>
                      <a:pt x="32" y="29"/>
                      <a:pt x="43" y="41"/>
                    </a:cubicBezTo>
                    <a:cubicBezTo>
                      <a:pt x="24" y="38"/>
                      <a:pt x="16"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0"/>
              <p:cNvSpPr/>
              <p:nvPr/>
            </p:nvSpPr>
            <p:spPr>
              <a:xfrm rot="-755222">
                <a:off x="8821091" y="4323932"/>
                <a:ext cx="29741" cy="27261"/>
              </a:xfrm>
              <a:custGeom>
                <a:rect b="b" l="l" r="r" t="t"/>
                <a:pathLst>
                  <a:path extrusionOk="0" h="33" w="36">
                    <a:moveTo>
                      <a:pt x="0" y="10"/>
                    </a:moveTo>
                    <a:cubicBezTo>
                      <a:pt x="0" y="3"/>
                      <a:pt x="9" y="1"/>
                      <a:pt x="20" y="0"/>
                    </a:cubicBezTo>
                    <a:cubicBezTo>
                      <a:pt x="26" y="0"/>
                      <a:pt x="32" y="0"/>
                      <a:pt x="33" y="6"/>
                    </a:cubicBezTo>
                    <a:cubicBezTo>
                      <a:pt x="35" y="18"/>
                      <a:pt x="25" y="24"/>
                      <a:pt x="15" y="28"/>
                    </a:cubicBezTo>
                    <a:cubicBezTo>
                      <a:pt x="5" y="32"/>
                      <a:pt x="1" y="2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0"/>
              <p:cNvSpPr/>
              <p:nvPr/>
            </p:nvSpPr>
            <p:spPr>
              <a:xfrm rot="-755222">
                <a:off x="9665337" y="2960181"/>
                <a:ext cx="34698" cy="42131"/>
              </a:xfrm>
              <a:custGeom>
                <a:rect b="b" l="l" r="r" t="t"/>
                <a:pathLst>
                  <a:path extrusionOk="0" h="51" w="42">
                    <a:moveTo>
                      <a:pt x="2" y="0"/>
                    </a:moveTo>
                    <a:lnTo>
                      <a:pt x="3" y="0"/>
                    </a:lnTo>
                    <a:cubicBezTo>
                      <a:pt x="15" y="7"/>
                      <a:pt x="26" y="18"/>
                      <a:pt x="33" y="31"/>
                    </a:cubicBezTo>
                    <a:cubicBezTo>
                      <a:pt x="37" y="37"/>
                      <a:pt x="39" y="43"/>
                      <a:pt x="41" y="50"/>
                    </a:cubicBezTo>
                    <a:cubicBezTo>
                      <a:pt x="40" y="49"/>
                      <a:pt x="38" y="49"/>
                      <a:pt x="37" y="48"/>
                    </a:cubicBezTo>
                    <a:cubicBezTo>
                      <a:pt x="25" y="41"/>
                      <a:pt x="14" y="31"/>
                      <a:pt x="7" y="18"/>
                    </a:cubicBezTo>
                    <a:cubicBezTo>
                      <a:pt x="4" y="13"/>
                      <a:pt x="2" y="7"/>
                      <a:pt x="0"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0"/>
              <p:cNvSpPr/>
              <p:nvPr/>
            </p:nvSpPr>
            <p:spPr>
              <a:xfrm rot="-755222">
                <a:off x="9943157" y="3494453"/>
                <a:ext cx="37177" cy="28914"/>
              </a:xfrm>
              <a:custGeom>
                <a:rect b="b" l="l" r="r" t="t"/>
                <a:pathLst>
                  <a:path extrusionOk="0" h="35" w="45">
                    <a:moveTo>
                      <a:pt x="44" y="33"/>
                    </a:moveTo>
                    <a:cubicBezTo>
                      <a:pt x="22" y="33"/>
                      <a:pt x="11" y="15"/>
                      <a:pt x="0" y="0"/>
                    </a:cubicBezTo>
                    <a:cubicBezTo>
                      <a:pt x="7" y="1"/>
                      <a:pt x="15" y="3"/>
                      <a:pt x="21" y="7"/>
                    </a:cubicBezTo>
                    <a:cubicBezTo>
                      <a:pt x="28" y="11"/>
                      <a:pt x="35" y="16"/>
                      <a:pt x="39" y="24"/>
                    </a:cubicBezTo>
                    <a:cubicBezTo>
                      <a:pt x="41" y="28"/>
                      <a:pt x="42" y="31"/>
                      <a:pt x="43" y="34"/>
                    </a:cubicBezTo>
                    <a:lnTo>
                      <a:pt x="4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0"/>
              <p:cNvSpPr/>
              <p:nvPr/>
            </p:nvSpPr>
            <p:spPr>
              <a:xfrm rot="-755222">
                <a:off x="9535321" y="3129050"/>
                <a:ext cx="33046" cy="41305"/>
              </a:xfrm>
              <a:custGeom>
                <a:rect b="b" l="l" r="r" t="t"/>
                <a:pathLst>
                  <a:path extrusionOk="0" h="50" w="40">
                    <a:moveTo>
                      <a:pt x="0" y="1"/>
                    </a:moveTo>
                    <a:cubicBezTo>
                      <a:pt x="22" y="9"/>
                      <a:pt x="30" y="28"/>
                      <a:pt x="39" y="49"/>
                    </a:cubicBezTo>
                    <a:cubicBezTo>
                      <a:pt x="22" y="36"/>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0"/>
              <p:cNvSpPr/>
              <p:nvPr/>
            </p:nvSpPr>
            <p:spPr>
              <a:xfrm rot="-755222">
                <a:off x="9494564" y="3613762"/>
                <a:ext cx="33872" cy="41305"/>
              </a:xfrm>
              <a:custGeom>
                <a:rect b="b" l="l" r="r" t="t"/>
                <a:pathLst>
                  <a:path extrusionOk="0" h="50" w="41">
                    <a:moveTo>
                      <a:pt x="0" y="1"/>
                    </a:moveTo>
                    <a:cubicBezTo>
                      <a:pt x="24" y="8"/>
                      <a:pt x="31" y="30"/>
                      <a:pt x="40" y="49"/>
                    </a:cubicBezTo>
                    <a:cubicBezTo>
                      <a:pt x="38" y="49"/>
                      <a:pt x="37" y="48"/>
                      <a:pt x="35" y="47"/>
                    </a:cubicBezTo>
                    <a:cubicBezTo>
                      <a:pt x="24" y="41"/>
                      <a:pt x="15" y="32"/>
                      <a:pt x="9" y="21"/>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0"/>
              <p:cNvSpPr/>
              <p:nvPr/>
            </p:nvSpPr>
            <p:spPr>
              <a:xfrm rot="-755222">
                <a:off x="10364673" y="3430673"/>
                <a:ext cx="17349" cy="44610"/>
              </a:xfrm>
              <a:custGeom>
                <a:rect b="b" l="l" r="r" t="t"/>
                <a:pathLst>
                  <a:path extrusionOk="0" h="54" w="21">
                    <a:moveTo>
                      <a:pt x="8" y="53"/>
                    </a:moveTo>
                    <a:cubicBezTo>
                      <a:pt x="0" y="33"/>
                      <a:pt x="20" y="20"/>
                      <a:pt x="18" y="0"/>
                    </a:cubicBezTo>
                    <a:cubicBezTo>
                      <a:pt x="19" y="6"/>
                      <a:pt x="20" y="11"/>
                      <a:pt x="20" y="17"/>
                    </a:cubicBezTo>
                    <a:cubicBezTo>
                      <a:pt x="20" y="27"/>
                      <a:pt x="17" y="38"/>
                      <a:pt x="12" y="47"/>
                    </a:cubicBezTo>
                    <a:cubicBezTo>
                      <a:pt x="11" y="49"/>
                      <a:pt x="9" y="51"/>
                      <a:pt x="8"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0"/>
              <p:cNvSpPr/>
              <p:nvPr/>
            </p:nvSpPr>
            <p:spPr>
              <a:xfrm rot="-755222">
                <a:off x="10203899" y="3735355"/>
                <a:ext cx="36350" cy="47914"/>
              </a:xfrm>
              <a:custGeom>
                <a:rect b="b" l="l" r="r" t="t"/>
                <a:pathLst>
                  <a:path extrusionOk="0" h="58" w="44">
                    <a:moveTo>
                      <a:pt x="33" y="34"/>
                    </a:moveTo>
                    <a:lnTo>
                      <a:pt x="43" y="52"/>
                    </a:lnTo>
                    <a:cubicBezTo>
                      <a:pt x="35" y="57"/>
                      <a:pt x="27" y="56"/>
                      <a:pt x="22" y="46"/>
                    </a:cubicBezTo>
                    <a:cubicBezTo>
                      <a:pt x="18" y="42"/>
                      <a:pt x="16" y="37"/>
                      <a:pt x="13" y="32"/>
                    </a:cubicBezTo>
                    <a:cubicBezTo>
                      <a:pt x="8" y="22"/>
                      <a:pt x="3" y="12"/>
                      <a:pt x="0" y="0"/>
                    </a:cubicBezTo>
                    <a:cubicBezTo>
                      <a:pt x="20" y="2"/>
                      <a:pt x="17" y="28"/>
                      <a:pt x="3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0"/>
              <p:cNvSpPr/>
              <p:nvPr/>
            </p:nvSpPr>
            <p:spPr>
              <a:xfrm rot="-755222">
                <a:off x="8310600" y="3533665"/>
                <a:ext cx="33046" cy="37175"/>
              </a:xfrm>
              <a:custGeom>
                <a:rect b="b" l="l" r="r" t="t"/>
                <a:pathLst>
                  <a:path extrusionOk="0" h="45" w="40">
                    <a:moveTo>
                      <a:pt x="0" y="1"/>
                    </a:moveTo>
                    <a:cubicBezTo>
                      <a:pt x="21" y="8"/>
                      <a:pt x="29" y="28"/>
                      <a:pt x="39" y="44"/>
                    </a:cubicBezTo>
                    <a:cubicBezTo>
                      <a:pt x="37" y="43"/>
                      <a:pt x="35" y="42"/>
                      <a:pt x="33" y="41"/>
                    </a:cubicBezTo>
                    <a:cubicBezTo>
                      <a:pt x="22" y="35"/>
                      <a:pt x="13" y="26"/>
                      <a:pt x="7" y="16"/>
                    </a:cubicBezTo>
                    <a:cubicBezTo>
                      <a:pt x="4" y="11"/>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0"/>
              <p:cNvSpPr/>
              <p:nvPr/>
            </p:nvSpPr>
            <p:spPr>
              <a:xfrm rot="-755222">
                <a:off x="8891166" y="2751071"/>
                <a:ext cx="37177" cy="46262"/>
              </a:xfrm>
              <a:custGeom>
                <a:rect b="b" l="l" r="r" t="t"/>
                <a:pathLst>
                  <a:path extrusionOk="0" h="56" w="45">
                    <a:moveTo>
                      <a:pt x="0" y="0"/>
                    </a:moveTo>
                    <a:cubicBezTo>
                      <a:pt x="3" y="1"/>
                      <a:pt x="6" y="3"/>
                      <a:pt x="9" y="5"/>
                    </a:cubicBezTo>
                    <a:cubicBezTo>
                      <a:pt x="20" y="11"/>
                      <a:pt x="29" y="20"/>
                      <a:pt x="36" y="31"/>
                    </a:cubicBezTo>
                    <a:cubicBezTo>
                      <a:pt x="40" y="38"/>
                      <a:pt x="43" y="46"/>
                      <a:pt x="44" y="55"/>
                    </a:cubicBezTo>
                    <a:cubicBezTo>
                      <a:pt x="41" y="54"/>
                      <a:pt x="38" y="52"/>
                      <a:pt x="35" y="50"/>
                    </a:cubicBezTo>
                    <a:cubicBezTo>
                      <a:pt x="24" y="44"/>
                      <a:pt x="15" y="35"/>
                      <a:pt x="8" y="24"/>
                    </a:cubicBezTo>
                    <a:cubicBezTo>
                      <a:pt x="4" y="16"/>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0"/>
              <p:cNvSpPr/>
              <p:nvPr/>
            </p:nvSpPr>
            <p:spPr>
              <a:xfrm rot="-755222">
                <a:off x="8653104" y="3466517"/>
                <a:ext cx="18175" cy="41305"/>
              </a:xfrm>
              <a:custGeom>
                <a:rect b="b" l="l" r="r" t="t"/>
                <a:pathLst>
                  <a:path extrusionOk="0" h="50" w="22">
                    <a:moveTo>
                      <a:pt x="3" y="0"/>
                    </a:moveTo>
                    <a:lnTo>
                      <a:pt x="21" y="49"/>
                    </a:lnTo>
                    <a:cubicBezTo>
                      <a:pt x="21" y="49"/>
                      <a:pt x="20" y="48"/>
                      <a:pt x="19" y="48"/>
                    </a:cubicBezTo>
                    <a:cubicBezTo>
                      <a:pt x="14" y="45"/>
                      <a:pt x="9" y="40"/>
                      <a:pt x="5" y="34"/>
                    </a:cubicBezTo>
                    <a:cubicBezTo>
                      <a:pt x="1" y="28"/>
                      <a:pt x="0" y="21"/>
                      <a:pt x="0" y="15"/>
                    </a:cubicBezTo>
                    <a:cubicBezTo>
                      <a:pt x="0" y="10"/>
                      <a:pt x="1" y="5"/>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0"/>
              <p:cNvSpPr/>
              <p:nvPr/>
            </p:nvSpPr>
            <p:spPr>
              <a:xfrm rot="-755222">
                <a:off x="8992443" y="3898705"/>
                <a:ext cx="23132" cy="24783"/>
              </a:xfrm>
              <a:custGeom>
                <a:rect b="b" l="l" r="r" t="t"/>
                <a:pathLst>
                  <a:path extrusionOk="0" h="30" w="28">
                    <a:moveTo>
                      <a:pt x="10" y="28"/>
                    </a:moveTo>
                    <a:cubicBezTo>
                      <a:pt x="5" y="28"/>
                      <a:pt x="0" y="24"/>
                      <a:pt x="0" y="18"/>
                    </a:cubicBezTo>
                    <a:cubicBezTo>
                      <a:pt x="0" y="15"/>
                      <a:pt x="2" y="12"/>
                      <a:pt x="3" y="10"/>
                    </a:cubicBezTo>
                    <a:cubicBezTo>
                      <a:pt x="5" y="7"/>
                      <a:pt x="7" y="5"/>
                      <a:pt x="10" y="3"/>
                    </a:cubicBezTo>
                    <a:cubicBezTo>
                      <a:pt x="13" y="1"/>
                      <a:pt x="16" y="0"/>
                      <a:pt x="19" y="0"/>
                    </a:cubicBezTo>
                    <a:cubicBezTo>
                      <a:pt x="20" y="0"/>
                      <a:pt x="21" y="0"/>
                      <a:pt x="21" y="0"/>
                    </a:cubicBezTo>
                    <a:cubicBezTo>
                      <a:pt x="23" y="0"/>
                      <a:pt x="27" y="8"/>
                      <a:pt x="26" y="12"/>
                    </a:cubicBezTo>
                    <a:cubicBezTo>
                      <a:pt x="26" y="22"/>
                      <a:pt x="21" y="29"/>
                      <a:pt x="1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0"/>
              <p:cNvSpPr/>
              <p:nvPr/>
            </p:nvSpPr>
            <p:spPr>
              <a:xfrm rot="-755222">
                <a:off x="9834619" y="3571121"/>
                <a:ext cx="30567" cy="33870"/>
              </a:xfrm>
              <a:custGeom>
                <a:rect b="b" l="l" r="r" t="t"/>
                <a:pathLst>
                  <a:path extrusionOk="0" h="41" w="37">
                    <a:moveTo>
                      <a:pt x="0" y="0"/>
                    </a:moveTo>
                    <a:cubicBezTo>
                      <a:pt x="14" y="9"/>
                      <a:pt x="26" y="22"/>
                      <a:pt x="34" y="37"/>
                    </a:cubicBezTo>
                    <a:cubicBezTo>
                      <a:pt x="35" y="38"/>
                      <a:pt x="35" y="39"/>
                      <a:pt x="36" y="40"/>
                    </a:cubicBezTo>
                    <a:cubicBezTo>
                      <a:pt x="13" y="28"/>
                      <a:pt x="13" y="2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0"/>
              <p:cNvSpPr/>
              <p:nvPr/>
            </p:nvSpPr>
            <p:spPr>
              <a:xfrm rot="-755222">
                <a:off x="9757928" y="3079170"/>
                <a:ext cx="34698" cy="42131"/>
              </a:xfrm>
              <a:custGeom>
                <a:rect b="b" l="l" r="r" t="t"/>
                <a:pathLst>
                  <a:path extrusionOk="0" h="51" w="42">
                    <a:moveTo>
                      <a:pt x="0" y="1"/>
                    </a:moveTo>
                    <a:cubicBezTo>
                      <a:pt x="26" y="8"/>
                      <a:pt x="32" y="30"/>
                      <a:pt x="41" y="50"/>
                    </a:cubicBezTo>
                    <a:cubicBezTo>
                      <a:pt x="23" y="37"/>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0"/>
              <p:cNvSpPr/>
              <p:nvPr/>
            </p:nvSpPr>
            <p:spPr>
              <a:xfrm rot="-755222">
                <a:off x="8861780" y="3072831"/>
                <a:ext cx="32220" cy="27261"/>
              </a:xfrm>
              <a:custGeom>
                <a:rect b="b" l="l" r="r" t="t"/>
                <a:pathLst>
                  <a:path extrusionOk="0" h="33" w="39">
                    <a:moveTo>
                      <a:pt x="0" y="0"/>
                    </a:moveTo>
                    <a:cubicBezTo>
                      <a:pt x="1" y="0"/>
                      <a:pt x="2" y="0"/>
                      <a:pt x="3" y="0"/>
                    </a:cubicBezTo>
                    <a:cubicBezTo>
                      <a:pt x="9" y="0"/>
                      <a:pt x="14" y="2"/>
                      <a:pt x="20" y="5"/>
                    </a:cubicBezTo>
                    <a:cubicBezTo>
                      <a:pt x="26" y="8"/>
                      <a:pt x="30" y="13"/>
                      <a:pt x="33" y="18"/>
                    </a:cubicBezTo>
                    <a:cubicBezTo>
                      <a:pt x="36" y="22"/>
                      <a:pt x="37" y="27"/>
                      <a:pt x="38" y="32"/>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0"/>
              <p:cNvSpPr/>
              <p:nvPr/>
            </p:nvSpPr>
            <p:spPr>
              <a:xfrm rot="-755222">
                <a:off x="8927891" y="3995712"/>
                <a:ext cx="26437" cy="25609"/>
              </a:xfrm>
              <a:custGeom>
                <a:rect b="b" l="l" r="r" t="t"/>
                <a:pathLst>
                  <a:path extrusionOk="0" h="31" w="32">
                    <a:moveTo>
                      <a:pt x="31" y="14"/>
                    </a:moveTo>
                    <a:cubicBezTo>
                      <a:pt x="27" y="25"/>
                      <a:pt x="21" y="30"/>
                      <a:pt x="11" y="28"/>
                    </a:cubicBezTo>
                    <a:cubicBezTo>
                      <a:pt x="5" y="28"/>
                      <a:pt x="0" y="24"/>
                      <a:pt x="2" y="17"/>
                    </a:cubicBezTo>
                    <a:cubicBezTo>
                      <a:pt x="2" y="15"/>
                      <a:pt x="4" y="12"/>
                      <a:pt x="4" y="10"/>
                    </a:cubicBezTo>
                    <a:cubicBezTo>
                      <a:pt x="6" y="7"/>
                      <a:pt x="8" y="5"/>
                      <a:pt x="11" y="3"/>
                    </a:cubicBezTo>
                    <a:cubicBezTo>
                      <a:pt x="13" y="2"/>
                      <a:pt x="16" y="1"/>
                      <a:pt x="19" y="1"/>
                    </a:cubicBezTo>
                    <a:cubicBezTo>
                      <a:pt x="30" y="0"/>
                      <a:pt x="29" y="9"/>
                      <a:pt x="3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0"/>
              <p:cNvSpPr/>
              <p:nvPr/>
            </p:nvSpPr>
            <p:spPr>
              <a:xfrm rot="-755222">
                <a:off x="8380060" y="2246936"/>
                <a:ext cx="47090" cy="38827"/>
              </a:xfrm>
              <a:custGeom>
                <a:rect b="b" l="l" r="r" t="t"/>
                <a:pathLst>
                  <a:path extrusionOk="0" h="47" w="57">
                    <a:moveTo>
                      <a:pt x="0" y="0"/>
                    </a:moveTo>
                    <a:cubicBezTo>
                      <a:pt x="7" y="2"/>
                      <a:pt x="13" y="6"/>
                      <a:pt x="19" y="9"/>
                    </a:cubicBezTo>
                    <a:cubicBezTo>
                      <a:pt x="35" y="18"/>
                      <a:pt x="47" y="30"/>
                      <a:pt x="56" y="45"/>
                    </a:cubicBezTo>
                    <a:lnTo>
                      <a:pt x="56" y="46"/>
                    </a:lnTo>
                    <a:cubicBezTo>
                      <a:pt x="49" y="44"/>
                      <a:pt x="42" y="41"/>
                      <a:pt x="36" y="37"/>
                    </a:cubicBezTo>
                    <a:cubicBezTo>
                      <a:pt x="22" y="29"/>
                      <a:pt x="9" y="16"/>
                      <a:pt x="1" y="2"/>
                    </a:cubicBezTo>
                    <a:cubicBezTo>
                      <a:pt x="1"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0"/>
              <p:cNvSpPr/>
              <p:nvPr/>
            </p:nvSpPr>
            <p:spPr>
              <a:xfrm rot="-755222">
                <a:off x="7732407" y="1758097"/>
                <a:ext cx="34698" cy="38827"/>
              </a:xfrm>
              <a:custGeom>
                <a:rect b="b" l="l" r="r" t="t"/>
                <a:pathLst>
                  <a:path extrusionOk="0" h="47" w="42">
                    <a:moveTo>
                      <a:pt x="0" y="46"/>
                    </a:moveTo>
                    <a:lnTo>
                      <a:pt x="10" y="24"/>
                    </a:lnTo>
                    <a:lnTo>
                      <a:pt x="41" y="0"/>
                    </a:lnTo>
                    <a:cubicBezTo>
                      <a:pt x="27" y="32"/>
                      <a:pt x="27" y="32"/>
                      <a:pt x="0"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0"/>
              <p:cNvSpPr/>
              <p:nvPr/>
            </p:nvSpPr>
            <p:spPr>
              <a:xfrm rot="-755222">
                <a:off x="8134401" y="2443508"/>
                <a:ext cx="37177" cy="47088"/>
              </a:xfrm>
              <a:custGeom>
                <a:rect b="b" l="l" r="r" t="t"/>
                <a:pathLst>
                  <a:path extrusionOk="0" h="57" w="45">
                    <a:moveTo>
                      <a:pt x="44" y="56"/>
                    </a:moveTo>
                    <a:cubicBezTo>
                      <a:pt x="41" y="54"/>
                      <a:pt x="38" y="53"/>
                      <a:pt x="35" y="51"/>
                    </a:cubicBezTo>
                    <a:cubicBezTo>
                      <a:pt x="24" y="45"/>
                      <a:pt x="15" y="36"/>
                      <a:pt x="9" y="25"/>
                    </a:cubicBezTo>
                    <a:cubicBezTo>
                      <a:pt x="5" y="17"/>
                      <a:pt x="2" y="9"/>
                      <a:pt x="0" y="0"/>
                    </a:cubicBezTo>
                    <a:cubicBezTo>
                      <a:pt x="3" y="1"/>
                      <a:pt x="6" y="3"/>
                      <a:pt x="8" y="4"/>
                    </a:cubicBezTo>
                    <a:cubicBezTo>
                      <a:pt x="19" y="11"/>
                      <a:pt x="28" y="20"/>
                      <a:pt x="34" y="30"/>
                    </a:cubicBezTo>
                    <a:cubicBezTo>
                      <a:pt x="39" y="38"/>
                      <a:pt x="42" y="47"/>
                      <a:pt x="43" y="56"/>
                    </a:cubicBezTo>
                    <a:lnTo>
                      <a:pt x="4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0"/>
              <p:cNvSpPr/>
              <p:nvPr/>
            </p:nvSpPr>
            <p:spPr>
              <a:xfrm rot="-755222">
                <a:off x="9037965" y="2652495"/>
                <a:ext cx="34698" cy="42131"/>
              </a:xfrm>
              <a:custGeom>
                <a:rect b="b" l="l" r="r" t="t"/>
                <a:pathLst>
                  <a:path extrusionOk="0" h="51" w="42">
                    <a:moveTo>
                      <a:pt x="0" y="1"/>
                    </a:moveTo>
                    <a:cubicBezTo>
                      <a:pt x="24" y="9"/>
                      <a:pt x="32" y="30"/>
                      <a:pt x="41" y="50"/>
                    </a:cubicBezTo>
                    <a:cubicBezTo>
                      <a:pt x="39" y="50"/>
                      <a:pt x="38" y="49"/>
                      <a:pt x="36" y="48"/>
                    </a:cubicBezTo>
                    <a:cubicBezTo>
                      <a:pt x="25" y="41"/>
                      <a:pt x="16" y="32"/>
                      <a:pt x="9" y="20"/>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0"/>
              <p:cNvSpPr/>
              <p:nvPr/>
            </p:nvSpPr>
            <p:spPr>
              <a:xfrm rot="-755222">
                <a:off x="8767473" y="3004508"/>
                <a:ext cx="38003" cy="38827"/>
              </a:xfrm>
              <a:custGeom>
                <a:rect b="b" l="l" r="r" t="t"/>
                <a:pathLst>
                  <a:path extrusionOk="0" h="47" w="46">
                    <a:moveTo>
                      <a:pt x="45" y="46"/>
                    </a:moveTo>
                    <a:cubicBezTo>
                      <a:pt x="44" y="45"/>
                      <a:pt x="44" y="45"/>
                      <a:pt x="43" y="44"/>
                    </a:cubicBezTo>
                    <a:cubicBezTo>
                      <a:pt x="26" y="35"/>
                      <a:pt x="12" y="21"/>
                      <a:pt x="2" y="4"/>
                    </a:cubicBezTo>
                    <a:cubicBezTo>
                      <a:pt x="2" y="3"/>
                      <a:pt x="1" y="1"/>
                      <a:pt x="0" y="0"/>
                    </a:cubicBezTo>
                    <a:cubicBezTo>
                      <a:pt x="30" y="8"/>
                      <a:pt x="34" y="30"/>
                      <a:pt x="45"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0"/>
              <p:cNvSpPr/>
              <p:nvPr/>
            </p:nvSpPr>
            <p:spPr>
              <a:xfrm rot="-755222">
                <a:off x="9734431" y="3112668"/>
                <a:ext cx="31394" cy="38001"/>
              </a:xfrm>
              <a:custGeom>
                <a:rect b="b" l="l" r="r" t="t"/>
                <a:pathLst>
                  <a:path extrusionOk="0" h="46" w="38">
                    <a:moveTo>
                      <a:pt x="37" y="44"/>
                    </a:moveTo>
                    <a:cubicBezTo>
                      <a:pt x="15" y="38"/>
                      <a:pt x="7" y="19"/>
                      <a:pt x="0" y="0"/>
                    </a:cubicBezTo>
                    <a:cubicBezTo>
                      <a:pt x="2" y="1"/>
                      <a:pt x="4" y="2"/>
                      <a:pt x="6" y="3"/>
                    </a:cubicBezTo>
                    <a:cubicBezTo>
                      <a:pt x="15" y="9"/>
                      <a:pt x="23" y="16"/>
                      <a:pt x="29" y="26"/>
                    </a:cubicBezTo>
                    <a:cubicBezTo>
                      <a:pt x="32" y="32"/>
                      <a:pt x="35" y="38"/>
                      <a:pt x="36" y="45"/>
                    </a:cubicBezTo>
                    <a:lnTo>
                      <a:pt x="37"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0"/>
              <p:cNvSpPr/>
              <p:nvPr/>
            </p:nvSpPr>
            <p:spPr>
              <a:xfrm rot="-755222">
                <a:off x="8463736" y="4043226"/>
                <a:ext cx="37177" cy="33044"/>
              </a:xfrm>
              <a:custGeom>
                <a:rect b="b" l="l" r="r" t="t"/>
                <a:pathLst>
                  <a:path extrusionOk="0" h="40" w="45">
                    <a:moveTo>
                      <a:pt x="0" y="7"/>
                    </a:moveTo>
                    <a:cubicBezTo>
                      <a:pt x="9" y="0"/>
                      <a:pt x="15" y="5"/>
                      <a:pt x="21" y="7"/>
                    </a:cubicBezTo>
                    <a:cubicBezTo>
                      <a:pt x="26" y="9"/>
                      <a:pt x="44" y="16"/>
                      <a:pt x="33" y="29"/>
                    </a:cubicBezTo>
                    <a:cubicBezTo>
                      <a:pt x="26" y="39"/>
                      <a:pt x="17" y="32"/>
                      <a:pt x="10" y="26"/>
                    </a:cubicBezTo>
                    <a:cubicBezTo>
                      <a:pt x="7" y="25"/>
                      <a:pt x="4" y="21"/>
                      <a:pt x="3" y="19"/>
                    </a:cubicBezTo>
                    <a:cubicBezTo>
                      <a:pt x="1" y="15"/>
                      <a:pt x="0" y="13"/>
                      <a:pt x="0" y="9"/>
                    </a:cubicBezTo>
                    <a:cubicBezTo>
                      <a:pt x="0" y="9"/>
                      <a:pt x="0" y="8"/>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0"/>
              <p:cNvSpPr/>
              <p:nvPr/>
            </p:nvSpPr>
            <p:spPr>
              <a:xfrm rot="-755222">
                <a:off x="8402744" y="3065725"/>
                <a:ext cx="38003" cy="46262"/>
              </a:xfrm>
              <a:custGeom>
                <a:rect b="b" l="l" r="r" t="t"/>
                <a:pathLst>
                  <a:path extrusionOk="0" h="56" w="46">
                    <a:moveTo>
                      <a:pt x="0" y="0"/>
                    </a:moveTo>
                    <a:cubicBezTo>
                      <a:pt x="3" y="1"/>
                      <a:pt x="6" y="3"/>
                      <a:pt x="8" y="4"/>
                    </a:cubicBezTo>
                    <a:cubicBezTo>
                      <a:pt x="20" y="11"/>
                      <a:pt x="29" y="20"/>
                      <a:pt x="36" y="31"/>
                    </a:cubicBezTo>
                    <a:cubicBezTo>
                      <a:pt x="40" y="39"/>
                      <a:pt x="43" y="46"/>
                      <a:pt x="45" y="55"/>
                    </a:cubicBezTo>
                    <a:cubicBezTo>
                      <a:pt x="41" y="53"/>
                      <a:pt x="38" y="52"/>
                      <a:pt x="35" y="50"/>
                    </a:cubicBezTo>
                    <a:cubicBezTo>
                      <a:pt x="24" y="44"/>
                      <a:pt x="15" y="35"/>
                      <a:pt x="9" y="24"/>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0"/>
              <p:cNvSpPr/>
              <p:nvPr/>
            </p:nvSpPr>
            <p:spPr>
              <a:xfrm rot="-755222">
                <a:off x="8216181" y="2649854"/>
                <a:ext cx="33872" cy="41305"/>
              </a:xfrm>
              <a:custGeom>
                <a:rect b="b" l="l" r="r" t="t"/>
                <a:pathLst>
                  <a:path extrusionOk="0" h="50" w="41">
                    <a:moveTo>
                      <a:pt x="0" y="1"/>
                    </a:moveTo>
                    <a:cubicBezTo>
                      <a:pt x="2" y="2"/>
                      <a:pt x="4" y="3"/>
                      <a:pt x="5" y="4"/>
                    </a:cubicBezTo>
                    <a:cubicBezTo>
                      <a:pt x="17" y="10"/>
                      <a:pt x="26" y="20"/>
                      <a:pt x="33" y="31"/>
                    </a:cubicBezTo>
                    <a:cubicBezTo>
                      <a:pt x="36" y="37"/>
                      <a:pt x="39" y="43"/>
                      <a:pt x="40" y="49"/>
                    </a:cubicBezTo>
                    <a:cubicBezTo>
                      <a:pt x="39" y="49"/>
                      <a:pt x="37" y="48"/>
                      <a:pt x="36" y="47"/>
                    </a:cubicBezTo>
                    <a:cubicBezTo>
                      <a:pt x="25" y="41"/>
                      <a:pt x="15" y="31"/>
                      <a:pt x="9" y="20"/>
                    </a:cubicBezTo>
                    <a:cubicBezTo>
                      <a:pt x="5"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0"/>
              <p:cNvSpPr/>
              <p:nvPr/>
            </p:nvSpPr>
            <p:spPr>
              <a:xfrm rot="-755222">
                <a:off x="9128253" y="3474264"/>
                <a:ext cx="37177" cy="41305"/>
              </a:xfrm>
              <a:custGeom>
                <a:rect b="b" l="l" r="r" t="t"/>
                <a:pathLst>
                  <a:path extrusionOk="0" h="50" w="45">
                    <a:moveTo>
                      <a:pt x="8" y="0"/>
                    </a:moveTo>
                    <a:lnTo>
                      <a:pt x="44" y="43"/>
                    </a:lnTo>
                    <a:lnTo>
                      <a:pt x="37" y="49"/>
                    </a:lnTo>
                    <a:lnTo>
                      <a:pt x="0" y="6"/>
                    </a:lnTo>
                    <a:lnTo>
                      <a:pt x="8" y="0"/>
                    </a:lnTo>
                  </a:path>
                </a:pathLst>
              </a:custGeom>
              <a:solidFill>
                <a:schemeClr val="dk1"/>
              </a:solidFill>
              <a:ln>
                <a:noFill/>
              </a:ln>
            </p:spPr>
          </p:sp>
          <p:sp>
            <p:nvSpPr>
              <p:cNvPr id="1957" name="Google Shape;1957;p30"/>
              <p:cNvSpPr/>
              <p:nvPr/>
            </p:nvSpPr>
            <p:spPr>
              <a:xfrm rot="-755222">
                <a:off x="8195479" y="3474685"/>
                <a:ext cx="33872" cy="41305"/>
              </a:xfrm>
              <a:custGeom>
                <a:rect b="b" l="l" r="r" t="t"/>
                <a:pathLst>
                  <a:path extrusionOk="0" h="50" w="41">
                    <a:moveTo>
                      <a:pt x="0" y="1"/>
                    </a:moveTo>
                    <a:cubicBezTo>
                      <a:pt x="24" y="8"/>
                      <a:pt x="29" y="31"/>
                      <a:pt x="40" y="49"/>
                    </a:cubicBezTo>
                    <a:cubicBezTo>
                      <a:pt x="38" y="48"/>
                      <a:pt x="35" y="47"/>
                      <a:pt x="33" y="45"/>
                    </a:cubicBezTo>
                    <a:cubicBezTo>
                      <a:pt x="23" y="39"/>
                      <a:pt x="14" y="31"/>
                      <a:pt x="9" y="21"/>
                    </a:cubicBezTo>
                    <a:cubicBezTo>
                      <a:pt x="5" y="15"/>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0"/>
              <p:cNvSpPr/>
              <p:nvPr/>
            </p:nvSpPr>
            <p:spPr>
              <a:xfrm rot="-755222">
                <a:off x="9880955" y="3102139"/>
                <a:ext cx="36350" cy="28914"/>
              </a:xfrm>
              <a:custGeom>
                <a:rect b="b" l="l" r="r" t="t"/>
                <a:pathLst>
                  <a:path extrusionOk="0" h="35" w="44">
                    <a:moveTo>
                      <a:pt x="0" y="0"/>
                    </a:moveTo>
                    <a:cubicBezTo>
                      <a:pt x="23" y="0"/>
                      <a:pt x="32" y="19"/>
                      <a:pt x="43" y="34"/>
                    </a:cubicBezTo>
                    <a:cubicBezTo>
                      <a:pt x="21" y="34"/>
                      <a:pt x="11" y="1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0"/>
              <p:cNvSpPr/>
              <p:nvPr/>
            </p:nvSpPr>
            <p:spPr>
              <a:xfrm rot="-755222">
                <a:off x="9977221" y="3322681"/>
                <a:ext cx="29741" cy="33870"/>
              </a:xfrm>
              <a:custGeom>
                <a:rect b="b" l="l" r="r" t="t"/>
                <a:pathLst>
                  <a:path extrusionOk="0" h="41" w="36">
                    <a:moveTo>
                      <a:pt x="35" y="40"/>
                    </a:moveTo>
                    <a:cubicBezTo>
                      <a:pt x="30" y="39"/>
                      <a:pt x="26" y="38"/>
                      <a:pt x="21" y="35"/>
                    </a:cubicBezTo>
                    <a:cubicBezTo>
                      <a:pt x="15" y="32"/>
                      <a:pt x="9" y="25"/>
                      <a:pt x="5" y="19"/>
                    </a:cubicBezTo>
                    <a:cubicBezTo>
                      <a:pt x="2" y="13"/>
                      <a:pt x="0" y="7"/>
                      <a:pt x="0" y="0"/>
                    </a:cubicBezTo>
                    <a:lnTo>
                      <a:pt x="35"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0"/>
              <p:cNvSpPr/>
              <p:nvPr/>
            </p:nvSpPr>
            <p:spPr>
              <a:xfrm rot="-755222">
                <a:off x="9222226" y="2830002"/>
                <a:ext cx="31394" cy="33870"/>
              </a:xfrm>
              <a:custGeom>
                <a:rect b="b" l="l" r="r" t="t"/>
                <a:pathLst>
                  <a:path extrusionOk="0" h="41" w="38">
                    <a:moveTo>
                      <a:pt x="37" y="40"/>
                    </a:moveTo>
                    <a:cubicBezTo>
                      <a:pt x="32" y="39"/>
                      <a:pt x="27" y="37"/>
                      <a:pt x="23" y="34"/>
                    </a:cubicBezTo>
                    <a:cubicBezTo>
                      <a:pt x="16" y="30"/>
                      <a:pt x="10" y="24"/>
                      <a:pt x="6" y="17"/>
                    </a:cubicBezTo>
                    <a:cubicBezTo>
                      <a:pt x="3" y="12"/>
                      <a:pt x="1" y="6"/>
                      <a:pt x="0" y="0"/>
                    </a:cubicBezTo>
                    <a:lnTo>
                      <a:pt x="37"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0"/>
              <p:cNvSpPr/>
              <p:nvPr/>
            </p:nvSpPr>
            <p:spPr>
              <a:xfrm rot="-755222">
                <a:off x="9786411" y="3371381"/>
                <a:ext cx="37177" cy="46262"/>
              </a:xfrm>
              <a:custGeom>
                <a:rect b="b" l="l" r="r" t="t"/>
                <a:pathLst>
                  <a:path extrusionOk="0" h="56" w="45">
                    <a:moveTo>
                      <a:pt x="0" y="0"/>
                    </a:moveTo>
                    <a:cubicBezTo>
                      <a:pt x="1" y="1"/>
                      <a:pt x="3" y="2"/>
                      <a:pt x="5" y="3"/>
                    </a:cubicBezTo>
                    <a:cubicBezTo>
                      <a:pt x="17" y="10"/>
                      <a:pt x="28" y="21"/>
                      <a:pt x="35" y="34"/>
                    </a:cubicBezTo>
                    <a:cubicBezTo>
                      <a:pt x="39" y="40"/>
                      <a:pt x="42" y="48"/>
                      <a:pt x="44" y="55"/>
                    </a:cubicBezTo>
                    <a:cubicBezTo>
                      <a:pt x="40" y="54"/>
                      <a:pt x="36" y="52"/>
                      <a:pt x="33" y="50"/>
                    </a:cubicBezTo>
                    <a:cubicBezTo>
                      <a:pt x="23" y="44"/>
                      <a:pt x="14" y="36"/>
                      <a:pt x="8" y="26"/>
                    </a:cubicBezTo>
                    <a:cubicBezTo>
                      <a:pt x="4" y="18"/>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0"/>
              <p:cNvSpPr/>
              <p:nvPr/>
            </p:nvSpPr>
            <p:spPr>
              <a:xfrm rot="-755222">
                <a:off x="8306048" y="3469458"/>
                <a:ext cx="26437" cy="42131"/>
              </a:xfrm>
              <a:custGeom>
                <a:rect b="b" l="l" r="r" t="t"/>
                <a:pathLst>
                  <a:path extrusionOk="0" h="51" w="32">
                    <a:moveTo>
                      <a:pt x="0" y="1"/>
                    </a:moveTo>
                    <a:cubicBezTo>
                      <a:pt x="9" y="8"/>
                      <a:pt x="17" y="16"/>
                      <a:pt x="22" y="25"/>
                    </a:cubicBezTo>
                    <a:cubicBezTo>
                      <a:pt x="27" y="33"/>
                      <a:pt x="30" y="41"/>
                      <a:pt x="31" y="50"/>
                    </a:cubicBezTo>
                    <a:cubicBezTo>
                      <a:pt x="31" y="50"/>
                      <a:pt x="30" y="49"/>
                      <a:pt x="29" y="49"/>
                    </a:cubicBezTo>
                    <a:cubicBezTo>
                      <a:pt x="21" y="44"/>
                      <a:pt x="14" y="37"/>
                      <a:pt x="9" y="28"/>
                    </a:cubicBezTo>
                    <a:cubicBezTo>
                      <a:pt x="4" y="20"/>
                      <a:pt x="1" y="10"/>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0"/>
              <p:cNvSpPr/>
              <p:nvPr/>
            </p:nvSpPr>
            <p:spPr>
              <a:xfrm rot="-755222">
                <a:off x="8023727" y="2313556"/>
                <a:ext cx="34698" cy="43784"/>
              </a:xfrm>
              <a:custGeom>
                <a:rect b="b" l="l" r="r" t="t"/>
                <a:pathLst>
                  <a:path extrusionOk="0" h="53" w="42">
                    <a:moveTo>
                      <a:pt x="40" y="52"/>
                    </a:moveTo>
                    <a:cubicBezTo>
                      <a:pt x="38" y="51"/>
                      <a:pt x="36" y="50"/>
                      <a:pt x="33" y="49"/>
                    </a:cubicBezTo>
                    <a:cubicBezTo>
                      <a:pt x="23" y="43"/>
                      <a:pt x="14" y="34"/>
                      <a:pt x="8" y="23"/>
                    </a:cubicBezTo>
                    <a:cubicBezTo>
                      <a:pt x="4" y="16"/>
                      <a:pt x="1" y="9"/>
                      <a:pt x="0" y="0"/>
                    </a:cubicBezTo>
                    <a:cubicBezTo>
                      <a:pt x="1" y="1"/>
                      <a:pt x="1" y="1"/>
                      <a:pt x="2" y="2"/>
                    </a:cubicBezTo>
                    <a:cubicBezTo>
                      <a:pt x="15" y="9"/>
                      <a:pt x="26" y="20"/>
                      <a:pt x="33" y="33"/>
                    </a:cubicBezTo>
                    <a:cubicBezTo>
                      <a:pt x="36" y="39"/>
                      <a:pt x="39" y="44"/>
                      <a:pt x="41" y="50"/>
                    </a:cubicBezTo>
                    <a:lnTo>
                      <a:pt x="40" y="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0"/>
              <p:cNvSpPr/>
              <p:nvPr/>
            </p:nvSpPr>
            <p:spPr>
              <a:xfrm rot="-755222">
                <a:off x="9771618" y="3141362"/>
                <a:ext cx="33872" cy="40479"/>
              </a:xfrm>
              <a:custGeom>
                <a:rect b="b" l="l" r="r" t="t"/>
                <a:pathLst>
                  <a:path extrusionOk="0" h="49" w="41">
                    <a:moveTo>
                      <a:pt x="0" y="1"/>
                    </a:moveTo>
                    <a:cubicBezTo>
                      <a:pt x="23" y="8"/>
                      <a:pt x="29" y="30"/>
                      <a:pt x="40" y="48"/>
                    </a:cubicBezTo>
                    <a:cubicBezTo>
                      <a:pt x="24" y="35"/>
                      <a:pt x="4"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0"/>
              <p:cNvSpPr/>
              <p:nvPr/>
            </p:nvSpPr>
            <p:spPr>
              <a:xfrm rot="-755222">
                <a:off x="8694002" y="2906826"/>
                <a:ext cx="37177" cy="46262"/>
              </a:xfrm>
              <a:custGeom>
                <a:rect b="b" l="l" r="r" t="t"/>
                <a:pathLst>
                  <a:path extrusionOk="0" h="56" w="45">
                    <a:moveTo>
                      <a:pt x="0" y="0"/>
                    </a:moveTo>
                    <a:cubicBezTo>
                      <a:pt x="3" y="1"/>
                      <a:pt x="7" y="3"/>
                      <a:pt x="10" y="5"/>
                    </a:cubicBezTo>
                    <a:cubicBezTo>
                      <a:pt x="20" y="11"/>
                      <a:pt x="29" y="20"/>
                      <a:pt x="36" y="31"/>
                    </a:cubicBezTo>
                    <a:cubicBezTo>
                      <a:pt x="40" y="38"/>
                      <a:pt x="43" y="46"/>
                      <a:pt x="44" y="55"/>
                    </a:cubicBezTo>
                    <a:cubicBezTo>
                      <a:pt x="41" y="54"/>
                      <a:pt x="37" y="52"/>
                      <a:pt x="34" y="50"/>
                    </a:cubicBezTo>
                    <a:cubicBezTo>
                      <a:pt x="24" y="44"/>
                      <a:pt x="15" y="35"/>
                      <a:pt x="9" y="25"/>
                    </a:cubicBezTo>
                    <a:cubicBezTo>
                      <a:pt x="4" y="17"/>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0"/>
              <p:cNvSpPr/>
              <p:nvPr/>
            </p:nvSpPr>
            <p:spPr>
              <a:xfrm rot="-755222">
                <a:off x="9094609" y="3179324"/>
                <a:ext cx="46264" cy="33044"/>
              </a:xfrm>
              <a:custGeom>
                <a:rect b="b" l="l" r="r" t="t"/>
                <a:pathLst>
                  <a:path extrusionOk="0" h="40" w="56">
                    <a:moveTo>
                      <a:pt x="55" y="39"/>
                    </a:moveTo>
                    <a:cubicBezTo>
                      <a:pt x="33" y="35"/>
                      <a:pt x="21" y="20"/>
                      <a:pt x="0" y="0"/>
                    </a:cubicBezTo>
                    <a:cubicBezTo>
                      <a:pt x="9" y="2"/>
                      <a:pt x="18" y="5"/>
                      <a:pt x="26" y="10"/>
                    </a:cubicBezTo>
                    <a:cubicBezTo>
                      <a:pt x="38" y="17"/>
                      <a:pt x="48" y="27"/>
                      <a:pt x="5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0"/>
              <p:cNvSpPr/>
              <p:nvPr/>
            </p:nvSpPr>
            <p:spPr>
              <a:xfrm rot="-755222">
                <a:off x="9035335" y="3145066"/>
                <a:ext cx="47090" cy="33044"/>
              </a:xfrm>
              <a:custGeom>
                <a:rect b="b" l="l" r="r" t="t"/>
                <a:pathLst>
                  <a:path extrusionOk="0" h="40" w="57">
                    <a:moveTo>
                      <a:pt x="0" y="2"/>
                    </a:moveTo>
                    <a:cubicBezTo>
                      <a:pt x="23" y="5"/>
                      <a:pt x="35" y="25"/>
                      <a:pt x="56" y="39"/>
                    </a:cubicBezTo>
                    <a:cubicBezTo>
                      <a:pt x="24" y="32"/>
                      <a:pt x="24" y="32"/>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0"/>
              <p:cNvSpPr/>
              <p:nvPr/>
            </p:nvSpPr>
            <p:spPr>
              <a:xfrm rot="-755222">
                <a:off x="9784962" y="3408430"/>
                <a:ext cx="33872" cy="42957"/>
              </a:xfrm>
              <a:custGeom>
                <a:rect b="b" l="l" r="r" t="t"/>
                <a:pathLst>
                  <a:path extrusionOk="0" h="52" w="41">
                    <a:moveTo>
                      <a:pt x="0" y="1"/>
                    </a:moveTo>
                    <a:cubicBezTo>
                      <a:pt x="2" y="2"/>
                      <a:pt x="4" y="4"/>
                      <a:pt x="6" y="5"/>
                    </a:cubicBezTo>
                    <a:cubicBezTo>
                      <a:pt x="17" y="12"/>
                      <a:pt x="26" y="20"/>
                      <a:pt x="32" y="30"/>
                    </a:cubicBezTo>
                    <a:cubicBezTo>
                      <a:pt x="36" y="37"/>
                      <a:pt x="39" y="44"/>
                      <a:pt x="40" y="51"/>
                    </a:cubicBezTo>
                    <a:cubicBezTo>
                      <a:pt x="23" y="37"/>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0"/>
              <p:cNvSpPr/>
              <p:nvPr/>
            </p:nvSpPr>
            <p:spPr>
              <a:xfrm rot="-755222">
                <a:off x="8278846" y="2303249"/>
                <a:ext cx="33046" cy="37175"/>
              </a:xfrm>
              <a:custGeom>
                <a:rect b="b" l="l" r="r" t="t"/>
                <a:pathLst>
                  <a:path extrusionOk="0" h="45" w="40">
                    <a:moveTo>
                      <a:pt x="39" y="44"/>
                    </a:moveTo>
                    <a:cubicBezTo>
                      <a:pt x="24" y="35"/>
                      <a:pt x="12" y="23"/>
                      <a:pt x="4" y="8"/>
                    </a:cubicBezTo>
                    <a:cubicBezTo>
                      <a:pt x="2" y="5"/>
                      <a:pt x="1" y="3"/>
                      <a:pt x="0" y="0"/>
                    </a:cubicBezTo>
                    <a:cubicBezTo>
                      <a:pt x="3" y="1"/>
                      <a:pt x="5" y="2"/>
                      <a:pt x="8" y="4"/>
                    </a:cubicBezTo>
                    <a:cubicBezTo>
                      <a:pt x="18" y="10"/>
                      <a:pt x="26" y="18"/>
                      <a:pt x="32" y="28"/>
                    </a:cubicBezTo>
                    <a:cubicBezTo>
                      <a:pt x="35" y="33"/>
                      <a:pt x="37" y="38"/>
                      <a:pt x="39"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0"/>
              <p:cNvSpPr/>
              <p:nvPr/>
            </p:nvSpPr>
            <p:spPr>
              <a:xfrm rot="-755222">
                <a:off x="9255728" y="2752918"/>
                <a:ext cx="33872" cy="40479"/>
              </a:xfrm>
              <a:custGeom>
                <a:rect b="b" l="l" r="r" t="t"/>
                <a:pathLst>
                  <a:path extrusionOk="0" h="49" w="41">
                    <a:moveTo>
                      <a:pt x="0" y="1"/>
                    </a:moveTo>
                    <a:cubicBezTo>
                      <a:pt x="24" y="7"/>
                      <a:pt x="27" y="32"/>
                      <a:pt x="40" y="48"/>
                    </a:cubicBezTo>
                    <a:cubicBezTo>
                      <a:pt x="23" y="35"/>
                      <a:pt x="3"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0"/>
              <p:cNvSpPr/>
              <p:nvPr/>
            </p:nvSpPr>
            <p:spPr>
              <a:xfrm rot="-755222">
                <a:off x="8995300" y="3126405"/>
                <a:ext cx="36350" cy="31392"/>
              </a:xfrm>
              <a:custGeom>
                <a:rect b="b" l="l" r="r" t="t"/>
                <a:pathLst>
                  <a:path extrusionOk="0" h="38" w="44">
                    <a:moveTo>
                      <a:pt x="43" y="35"/>
                    </a:moveTo>
                    <a:cubicBezTo>
                      <a:pt x="18" y="37"/>
                      <a:pt x="12" y="14"/>
                      <a:pt x="0" y="0"/>
                    </a:cubicBezTo>
                    <a:cubicBezTo>
                      <a:pt x="17" y="8"/>
                      <a:pt x="35" y="14"/>
                      <a:pt x="42" y="36"/>
                    </a:cubicBezTo>
                    <a:lnTo>
                      <a:pt x="43"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0"/>
              <p:cNvSpPr/>
              <p:nvPr/>
            </p:nvSpPr>
            <p:spPr>
              <a:xfrm rot="-755222">
                <a:off x="8992372" y="2616649"/>
                <a:ext cx="38003" cy="46262"/>
              </a:xfrm>
              <a:custGeom>
                <a:rect b="b" l="l" r="r" t="t"/>
                <a:pathLst>
                  <a:path extrusionOk="0" h="56" w="46">
                    <a:moveTo>
                      <a:pt x="0" y="0"/>
                    </a:moveTo>
                    <a:cubicBezTo>
                      <a:pt x="4" y="1"/>
                      <a:pt x="7" y="3"/>
                      <a:pt x="11" y="5"/>
                    </a:cubicBezTo>
                    <a:cubicBezTo>
                      <a:pt x="21" y="11"/>
                      <a:pt x="30" y="20"/>
                      <a:pt x="36" y="30"/>
                    </a:cubicBezTo>
                    <a:cubicBezTo>
                      <a:pt x="40" y="38"/>
                      <a:pt x="43" y="46"/>
                      <a:pt x="45" y="55"/>
                    </a:cubicBezTo>
                    <a:cubicBezTo>
                      <a:pt x="42" y="54"/>
                      <a:pt x="39" y="52"/>
                      <a:pt x="37" y="51"/>
                    </a:cubicBezTo>
                    <a:cubicBezTo>
                      <a:pt x="25" y="44"/>
                      <a:pt x="16" y="35"/>
                      <a:pt x="9" y="24"/>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0"/>
              <p:cNvSpPr/>
              <p:nvPr/>
            </p:nvSpPr>
            <p:spPr>
              <a:xfrm rot="-755222">
                <a:off x="10346529" y="3296840"/>
                <a:ext cx="25611" cy="57827"/>
              </a:xfrm>
              <a:custGeom>
                <a:rect b="b" l="l" r="r" t="t"/>
                <a:pathLst>
                  <a:path extrusionOk="0" h="70" w="31">
                    <a:moveTo>
                      <a:pt x="20" y="0"/>
                    </a:moveTo>
                    <a:cubicBezTo>
                      <a:pt x="30" y="28"/>
                      <a:pt x="14" y="44"/>
                      <a:pt x="9" y="69"/>
                    </a:cubicBezTo>
                    <a:cubicBezTo>
                      <a:pt x="0" y="42"/>
                      <a:pt x="13" y="2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0"/>
              <p:cNvSpPr/>
              <p:nvPr/>
            </p:nvSpPr>
            <p:spPr>
              <a:xfrm rot="-755222">
                <a:off x="9442697" y="3915763"/>
                <a:ext cx="20654" cy="66088"/>
              </a:xfrm>
              <a:custGeom>
                <a:rect b="b" l="l" r="r" t="t"/>
                <a:pathLst>
                  <a:path extrusionOk="0" h="80" w="25">
                    <a:moveTo>
                      <a:pt x="24" y="0"/>
                    </a:moveTo>
                    <a:cubicBezTo>
                      <a:pt x="24" y="2"/>
                      <a:pt x="24" y="4"/>
                      <a:pt x="24" y="6"/>
                    </a:cubicBezTo>
                    <a:cubicBezTo>
                      <a:pt x="24" y="28"/>
                      <a:pt x="18" y="50"/>
                      <a:pt x="7" y="69"/>
                    </a:cubicBezTo>
                    <a:cubicBezTo>
                      <a:pt x="5" y="73"/>
                      <a:pt x="3" y="76"/>
                      <a:pt x="1" y="79"/>
                    </a:cubicBezTo>
                    <a:cubicBezTo>
                      <a:pt x="0" y="76"/>
                      <a:pt x="0" y="73"/>
                      <a:pt x="0" y="70"/>
                    </a:cubicBezTo>
                    <a:cubicBezTo>
                      <a:pt x="0" y="50"/>
                      <a:pt x="6" y="30"/>
                      <a:pt x="16" y="12"/>
                    </a:cubicBezTo>
                    <a:cubicBezTo>
                      <a:pt x="18" y="8"/>
                      <a:pt x="21" y="4"/>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0"/>
              <p:cNvSpPr/>
              <p:nvPr/>
            </p:nvSpPr>
            <p:spPr>
              <a:xfrm rot="-755222">
                <a:off x="8675266" y="3913147"/>
                <a:ext cx="29741" cy="42957"/>
              </a:xfrm>
              <a:custGeom>
                <a:rect b="b" l="l" r="r" t="t"/>
                <a:pathLst>
                  <a:path extrusionOk="0" h="52" w="36">
                    <a:moveTo>
                      <a:pt x="16" y="51"/>
                    </a:moveTo>
                    <a:cubicBezTo>
                      <a:pt x="1" y="46"/>
                      <a:pt x="0" y="39"/>
                      <a:pt x="0" y="32"/>
                    </a:cubicBezTo>
                    <a:cubicBezTo>
                      <a:pt x="0" y="19"/>
                      <a:pt x="0" y="0"/>
                      <a:pt x="16" y="3"/>
                    </a:cubicBezTo>
                    <a:cubicBezTo>
                      <a:pt x="35" y="7"/>
                      <a:pt x="19" y="23"/>
                      <a:pt x="18" y="34"/>
                    </a:cubicBezTo>
                    <a:cubicBezTo>
                      <a:pt x="18" y="39"/>
                      <a:pt x="17" y="44"/>
                      <a:pt x="1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0"/>
              <p:cNvSpPr/>
              <p:nvPr/>
            </p:nvSpPr>
            <p:spPr>
              <a:xfrm rot="-755222">
                <a:off x="9232548" y="3796630"/>
                <a:ext cx="41307" cy="34696"/>
              </a:xfrm>
              <a:custGeom>
                <a:rect b="b" l="l" r="r" t="t"/>
                <a:pathLst>
                  <a:path extrusionOk="0" h="42" w="50">
                    <a:moveTo>
                      <a:pt x="49" y="40"/>
                    </a:moveTo>
                    <a:cubicBezTo>
                      <a:pt x="43" y="38"/>
                      <a:pt x="37" y="35"/>
                      <a:pt x="31" y="32"/>
                    </a:cubicBezTo>
                    <a:cubicBezTo>
                      <a:pt x="18" y="25"/>
                      <a:pt x="8" y="15"/>
                      <a:pt x="1" y="2"/>
                    </a:cubicBezTo>
                    <a:cubicBezTo>
                      <a:pt x="1" y="2"/>
                      <a:pt x="0" y="1"/>
                      <a:pt x="0" y="0"/>
                    </a:cubicBezTo>
                    <a:cubicBezTo>
                      <a:pt x="20" y="9"/>
                      <a:pt x="40" y="17"/>
                      <a:pt x="48" y="41"/>
                    </a:cubicBezTo>
                    <a:lnTo>
                      <a:pt x="4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0"/>
              <p:cNvSpPr/>
              <p:nvPr/>
            </p:nvSpPr>
            <p:spPr>
              <a:xfrm rot="-755222">
                <a:off x="10077795" y="3405650"/>
                <a:ext cx="33872" cy="40479"/>
              </a:xfrm>
              <a:custGeom>
                <a:rect b="b" l="l" r="r" t="t"/>
                <a:pathLst>
                  <a:path extrusionOk="0" h="49" w="41">
                    <a:moveTo>
                      <a:pt x="40" y="47"/>
                    </a:moveTo>
                    <a:cubicBezTo>
                      <a:pt x="35" y="46"/>
                      <a:pt x="31" y="44"/>
                      <a:pt x="26" y="41"/>
                    </a:cubicBezTo>
                    <a:cubicBezTo>
                      <a:pt x="18" y="37"/>
                      <a:pt x="12" y="30"/>
                      <a:pt x="7" y="22"/>
                    </a:cubicBezTo>
                    <a:cubicBezTo>
                      <a:pt x="3" y="15"/>
                      <a:pt x="1" y="8"/>
                      <a:pt x="0" y="0"/>
                    </a:cubicBezTo>
                    <a:cubicBezTo>
                      <a:pt x="13" y="16"/>
                      <a:pt x="38" y="22"/>
                      <a:pt x="39" y="48"/>
                    </a:cubicBezTo>
                    <a:lnTo>
                      <a:pt x="40"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0"/>
              <p:cNvSpPr/>
              <p:nvPr/>
            </p:nvSpPr>
            <p:spPr>
              <a:xfrm rot="-755222">
                <a:off x="8594843" y="2667415"/>
                <a:ext cx="37177" cy="46262"/>
              </a:xfrm>
              <a:custGeom>
                <a:rect b="b" l="l" r="r" t="t"/>
                <a:pathLst>
                  <a:path extrusionOk="0" h="56" w="45">
                    <a:moveTo>
                      <a:pt x="44" y="55"/>
                    </a:moveTo>
                    <a:cubicBezTo>
                      <a:pt x="41" y="53"/>
                      <a:pt x="38" y="52"/>
                      <a:pt x="35" y="50"/>
                    </a:cubicBezTo>
                    <a:cubicBezTo>
                      <a:pt x="24" y="44"/>
                      <a:pt x="15" y="34"/>
                      <a:pt x="8" y="23"/>
                    </a:cubicBezTo>
                    <a:cubicBezTo>
                      <a:pt x="4" y="16"/>
                      <a:pt x="1" y="8"/>
                      <a:pt x="0" y="0"/>
                    </a:cubicBezTo>
                    <a:cubicBezTo>
                      <a:pt x="3" y="1"/>
                      <a:pt x="6" y="2"/>
                      <a:pt x="8" y="4"/>
                    </a:cubicBezTo>
                    <a:cubicBezTo>
                      <a:pt x="20" y="12"/>
                      <a:pt x="29" y="20"/>
                      <a:pt x="36" y="31"/>
                    </a:cubicBezTo>
                    <a:cubicBezTo>
                      <a:pt x="40" y="39"/>
                      <a:pt x="43" y="46"/>
                      <a:pt x="4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0"/>
              <p:cNvSpPr/>
              <p:nvPr/>
            </p:nvSpPr>
            <p:spPr>
              <a:xfrm rot="-755222">
                <a:off x="9402931" y="3578183"/>
                <a:ext cx="35524" cy="42131"/>
              </a:xfrm>
              <a:custGeom>
                <a:rect b="b" l="l" r="r" t="t"/>
                <a:pathLst>
                  <a:path extrusionOk="0" h="51" w="43">
                    <a:moveTo>
                      <a:pt x="0" y="1"/>
                    </a:moveTo>
                    <a:cubicBezTo>
                      <a:pt x="27" y="7"/>
                      <a:pt x="28" y="34"/>
                      <a:pt x="42" y="50"/>
                    </a:cubicBezTo>
                    <a:cubicBezTo>
                      <a:pt x="25" y="36"/>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0"/>
              <p:cNvSpPr/>
              <p:nvPr/>
            </p:nvSpPr>
            <p:spPr>
              <a:xfrm rot="-755222">
                <a:off x="9553506" y="3078882"/>
                <a:ext cx="37177" cy="46262"/>
              </a:xfrm>
              <a:custGeom>
                <a:rect b="b" l="l" r="r" t="t"/>
                <a:pathLst>
                  <a:path extrusionOk="0" h="56" w="45">
                    <a:moveTo>
                      <a:pt x="0" y="0"/>
                    </a:moveTo>
                    <a:cubicBezTo>
                      <a:pt x="1" y="1"/>
                      <a:pt x="3" y="2"/>
                      <a:pt x="5" y="3"/>
                    </a:cubicBezTo>
                    <a:cubicBezTo>
                      <a:pt x="17" y="10"/>
                      <a:pt x="28" y="20"/>
                      <a:pt x="35" y="33"/>
                    </a:cubicBezTo>
                    <a:cubicBezTo>
                      <a:pt x="39" y="40"/>
                      <a:pt x="42" y="47"/>
                      <a:pt x="44" y="55"/>
                    </a:cubicBezTo>
                    <a:cubicBezTo>
                      <a:pt x="40" y="53"/>
                      <a:pt x="37" y="52"/>
                      <a:pt x="34" y="50"/>
                    </a:cubicBezTo>
                    <a:cubicBezTo>
                      <a:pt x="23" y="44"/>
                      <a:pt x="14" y="35"/>
                      <a:pt x="8" y="24"/>
                    </a:cubicBezTo>
                    <a:cubicBezTo>
                      <a:pt x="4" y="17"/>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0"/>
              <p:cNvSpPr/>
              <p:nvPr/>
            </p:nvSpPr>
            <p:spPr>
              <a:xfrm rot="-755222">
                <a:off x="8704275" y="4008717"/>
                <a:ext cx="23958" cy="28914"/>
              </a:xfrm>
              <a:custGeom>
                <a:rect b="b" l="l" r="r" t="t"/>
                <a:pathLst>
                  <a:path extrusionOk="0" h="35" w="29">
                    <a:moveTo>
                      <a:pt x="10" y="34"/>
                    </a:moveTo>
                    <a:cubicBezTo>
                      <a:pt x="1" y="33"/>
                      <a:pt x="0" y="27"/>
                      <a:pt x="1" y="22"/>
                    </a:cubicBezTo>
                    <a:cubicBezTo>
                      <a:pt x="3" y="12"/>
                      <a:pt x="5" y="0"/>
                      <a:pt x="19" y="0"/>
                    </a:cubicBezTo>
                    <a:cubicBezTo>
                      <a:pt x="21" y="0"/>
                      <a:pt x="22" y="0"/>
                      <a:pt x="23" y="1"/>
                    </a:cubicBezTo>
                    <a:cubicBezTo>
                      <a:pt x="25" y="2"/>
                      <a:pt x="27" y="3"/>
                      <a:pt x="27" y="4"/>
                    </a:cubicBezTo>
                    <a:cubicBezTo>
                      <a:pt x="28" y="5"/>
                      <a:pt x="28" y="7"/>
                      <a:pt x="28" y="8"/>
                    </a:cubicBezTo>
                    <a:cubicBezTo>
                      <a:pt x="28" y="9"/>
                      <a:pt x="28" y="10"/>
                      <a:pt x="27" y="11"/>
                    </a:cubicBezTo>
                    <a:cubicBezTo>
                      <a:pt x="27" y="15"/>
                      <a:pt x="26" y="19"/>
                      <a:pt x="24" y="22"/>
                    </a:cubicBezTo>
                    <a:cubicBezTo>
                      <a:pt x="21" y="26"/>
                      <a:pt x="19" y="30"/>
                      <a:pt x="13" y="33"/>
                    </a:cubicBezTo>
                    <a:cubicBezTo>
                      <a:pt x="12" y="33"/>
                      <a:pt x="11" y="34"/>
                      <a:pt x="1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0"/>
              <p:cNvSpPr/>
              <p:nvPr/>
            </p:nvSpPr>
            <p:spPr>
              <a:xfrm rot="-755222">
                <a:off x="8549556" y="2630983"/>
                <a:ext cx="37177" cy="47088"/>
              </a:xfrm>
              <a:custGeom>
                <a:rect b="b" l="l" r="r" t="t"/>
                <a:pathLst>
                  <a:path extrusionOk="0" h="57" w="45">
                    <a:moveTo>
                      <a:pt x="44" y="55"/>
                    </a:moveTo>
                    <a:cubicBezTo>
                      <a:pt x="41" y="54"/>
                      <a:pt x="39" y="53"/>
                      <a:pt x="36" y="51"/>
                    </a:cubicBezTo>
                    <a:cubicBezTo>
                      <a:pt x="25" y="44"/>
                      <a:pt x="15" y="35"/>
                      <a:pt x="8" y="24"/>
                    </a:cubicBezTo>
                    <a:cubicBezTo>
                      <a:pt x="4" y="16"/>
                      <a:pt x="1" y="8"/>
                      <a:pt x="0" y="0"/>
                    </a:cubicBezTo>
                    <a:cubicBezTo>
                      <a:pt x="3" y="1"/>
                      <a:pt x="5" y="2"/>
                      <a:pt x="8" y="4"/>
                    </a:cubicBezTo>
                    <a:cubicBezTo>
                      <a:pt x="19" y="10"/>
                      <a:pt x="27" y="20"/>
                      <a:pt x="34" y="31"/>
                    </a:cubicBezTo>
                    <a:cubicBezTo>
                      <a:pt x="38" y="38"/>
                      <a:pt x="42" y="47"/>
                      <a:pt x="43" y="56"/>
                    </a:cubicBezTo>
                    <a:lnTo>
                      <a:pt x="44"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0"/>
              <p:cNvSpPr/>
              <p:nvPr/>
            </p:nvSpPr>
            <p:spPr>
              <a:xfrm rot="-755222">
                <a:off x="10075716" y="3751405"/>
                <a:ext cx="33046" cy="28088"/>
              </a:xfrm>
              <a:custGeom>
                <a:rect b="b" l="l" r="r" t="t"/>
                <a:pathLst>
                  <a:path extrusionOk="0" h="34" w="40">
                    <a:moveTo>
                      <a:pt x="0" y="0"/>
                    </a:moveTo>
                    <a:cubicBezTo>
                      <a:pt x="1" y="0"/>
                      <a:pt x="2" y="0"/>
                      <a:pt x="3" y="0"/>
                    </a:cubicBezTo>
                    <a:cubicBezTo>
                      <a:pt x="9" y="0"/>
                      <a:pt x="15" y="2"/>
                      <a:pt x="21" y="5"/>
                    </a:cubicBezTo>
                    <a:cubicBezTo>
                      <a:pt x="27" y="8"/>
                      <a:pt x="31" y="13"/>
                      <a:pt x="34" y="18"/>
                    </a:cubicBezTo>
                    <a:cubicBezTo>
                      <a:pt x="36" y="23"/>
                      <a:pt x="38" y="27"/>
                      <a:pt x="39" y="3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0"/>
              <p:cNvSpPr/>
              <p:nvPr/>
            </p:nvSpPr>
            <p:spPr>
              <a:xfrm rot="-755222">
                <a:off x="8398445" y="3551300"/>
                <a:ext cx="23958" cy="23957"/>
              </a:xfrm>
              <a:custGeom>
                <a:rect b="b" l="l" r="r" t="t"/>
                <a:pathLst>
                  <a:path extrusionOk="0" h="29" w="29">
                    <a:moveTo>
                      <a:pt x="28" y="12"/>
                    </a:moveTo>
                    <a:cubicBezTo>
                      <a:pt x="28" y="21"/>
                      <a:pt x="25" y="27"/>
                      <a:pt x="17" y="28"/>
                    </a:cubicBezTo>
                    <a:lnTo>
                      <a:pt x="16" y="28"/>
                    </a:lnTo>
                    <a:cubicBezTo>
                      <a:pt x="14" y="28"/>
                      <a:pt x="11" y="28"/>
                      <a:pt x="9" y="26"/>
                    </a:cubicBezTo>
                    <a:cubicBezTo>
                      <a:pt x="7" y="25"/>
                      <a:pt x="5" y="23"/>
                      <a:pt x="3" y="20"/>
                    </a:cubicBezTo>
                    <a:cubicBezTo>
                      <a:pt x="2" y="19"/>
                      <a:pt x="2" y="17"/>
                      <a:pt x="2" y="15"/>
                    </a:cubicBezTo>
                    <a:cubicBezTo>
                      <a:pt x="0" y="6"/>
                      <a:pt x="3" y="0"/>
                      <a:pt x="13" y="1"/>
                    </a:cubicBezTo>
                    <a:lnTo>
                      <a:pt x="14" y="1"/>
                    </a:lnTo>
                    <a:cubicBezTo>
                      <a:pt x="17" y="1"/>
                      <a:pt x="19" y="1"/>
                      <a:pt x="22" y="2"/>
                    </a:cubicBezTo>
                    <a:cubicBezTo>
                      <a:pt x="24" y="4"/>
                      <a:pt x="25" y="6"/>
                      <a:pt x="27" y="8"/>
                    </a:cubicBezTo>
                    <a:cubicBezTo>
                      <a:pt x="27" y="9"/>
                      <a:pt x="28" y="10"/>
                      <a:pt x="28"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0"/>
              <p:cNvSpPr/>
              <p:nvPr/>
            </p:nvSpPr>
            <p:spPr>
              <a:xfrm rot="-755222">
                <a:off x="9299599" y="3368589"/>
                <a:ext cx="27263" cy="44610"/>
              </a:xfrm>
              <a:custGeom>
                <a:rect b="b" l="l" r="r" t="t"/>
                <a:pathLst>
                  <a:path extrusionOk="0" h="54" w="33">
                    <a:moveTo>
                      <a:pt x="3" y="0"/>
                    </a:moveTo>
                    <a:cubicBezTo>
                      <a:pt x="11" y="6"/>
                      <a:pt x="17" y="13"/>
                      <a:pt x="22" y="22"/>
                    </a:cubicBezTo>
                    <a:cubicBezTo>
                      <a:pt x="28" y="31"/>
                      <a:pt x="31" y="42"/>
                      <a:pt x="32" y="53"/>
                    </a:cubicBezTo>
                    <a:cubicBezTo>
                      <a:pt x="22" y="47"/>
                      <a:pt x="15" y="38"/>
                      <a:pt x="9" y="28"/>
                    </a:cubicBezTo>
                    <a:cubicBezTo>
                      <a:pt x="5" y="21"/>
                      <a:pt x="1" y="12"/>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0"/>
              <p:cNvSpPr/>
              <p:nvPr/>
            </p:nvSpPr>
            <p:spPr>
              <a:xfrm rot="-755222">
                <a:off x="10167411" y="3697952"/>
                <a:ext cx="27263" cy="47088"/>
              </a:xfrm>
              <a:custGeom>
                <a:rect b="b" l="l" r="r" t="t"/>
                <a:pathLst>
                  <a:path extrusionOk="0" h="57" w="33">
                    <a:moveTo>
                      <a:pt x="0" y="0"/>
                    </a:moveTo>
                    <a:cubicBezTo>
                      <a:pt x="0" y="0"/>
                      <a:pt x="1" y="0"/>
                      <a:pt x="1" y="1"/>
                    </a:cubicBezTo>
                    <a:cubicBezTo>
                      <a:pt x="10" y="6"/>
                      <a:pt x="17" y="14"/>
                      <a:pt x="23" y="23"/>
                    </a:cubicBezTo>
                    <a:cubicBezTo>
                      <a:pt x="29" y="32"/>
                      <a:pt x="32" y="43"/>
                      <a:pt x="32" y="53"/>
                    </a:cubicBezTo>
                    <a:cubicBezTo>
                      <a:pt x="32" y="54"/>
                      <a:pt x="32" y="55"/>
                      <a:pt x="32" y="56"/>
                    </a:cubicBezTo>
                    <a:cubicBezTo>
                      <a:pt x="22" y="50"/>
                      <a:pt x="15" y="42"/>
                      <a:pt x="9" y="32"/>
                    </a:cubicBezTo>
                    <a:cubicBezTo>
                      <a:pt x="3" y="22"/>
                      <a:pt x="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0"/>
              <p:cNvSpPr/>
              <p:nvPr/>
            </p:nvSpPr>
            <p:spPr>
              <a:xfrm rot="-755222">
                <a:off x="9484463" y="3363770"/>
                <a:ext cx="26437" cy="42131"/>
              </a:xfrm>
              <a:custGeom>
                <a:rect b="b" l="l" r="r" t="t"/>
                <a:pathLst>
                  <a:path extrusionOk="0" h="51" w="32">
                    <a:moveTo>
                      <a:pt x="31" y="50"/>
                    </a:moveTo>
                    <a:cubicBezTo>
                      <a:pt x="22" y="44"/>
                      <a:pt x="14" y="36"/>
                      <a:pt x="9" y="27"/>
                    </a:cubicBezTo>
                    <a:cubicBezTo>
                      <a:pt x="4" y="19"/>
                      <a:pt x="1" y="9"/>
                      <a:pt x="0" y="0"/>
                    </a:cubicBezTo>
                    <a:cubicBezTo>
                      <a:pt x="8" y="7"/>
                      <a:pt x="15" y="15"/>
                      <a:pt x="21" y="25"/>
                    </a:cubicBezTo>
                    <a:cubicBezTo>
                      <a:pt x="26" y="33"/>
                      <a:pt x="29" y="41"/>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0"/>
              <p:cNvSpPr/>
              <p:nvPr/>
            </p:nvSpPr>
            <p:spPr>
              <a:xfrm rot="-755222">
                <a:off x="10031798" y="3260450"/>
                <a:ext cx="32220" cy="47914"/>
              </a:xfrm>
              <a:custGeom>
                <a:rect b="b" l="l" r="r" t="t"/>
                <a:pathLst>
                  <a:path extrusionOk="0" h="58" w="39">
                    <a:moveTo>
                      <a:pt x="1" y="1"/>
                    </a:moveTo>
                    <a:cubicBezTo>
                      <a:pt x="18" y="12"/>
                      <a:pt x="24" y="30"/>
                      <a:pt x="38" y="57"/>
                    </a:cubicBezTo>
                    <a:cubicBezTo>
                      <a:pt x="12" y="37"/>
                      <a:pt x="0" y="2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0"/>
              <p:cNvSpPr/>
              <p:nvPr/>
            </p:nvSpPr>
            <p:spPr>
              <a:xfrm rot="-755222">
                <a:off x="9562137" y="3375000"/>
                <a:ext cx="28915" cy="47914"/>
              </a:xfrm>
              <a:custGeom>
                <a:rect b="b" l="l" r="r" t="t"/>
                <a:pathLst>
                  <a:path extrusionOk="0" h="58" w="35">
                    <a:moveTo>
                      <a:pt x="3" y="0"/>
                    </a:moveTo>
                    <a:cubicBezTo>
                      <a:pt x="12" y="6"/>
                      <a:pt x="19" y="14"/>
                      <a:pt x="25" y="24"/>
                    </a:cubicBezTo>
                    <a:cubicBezTo>
                      <a:pt x="31" y="34"/>
                      <a:pt x="34" y="45"/>
                      <a:pt x="34" y="57"/>
                    </a:cubicBezTo>
                    <a:cubicBezTo>
                      <a:pt x="24" y="51"/>
                      <a:pt x="15" y="42"/>
                      <a:pt x="9" y="31"/>
                    </a:cubicBezTo>
                    <a:cubicBezTo>
                      <a:pt x="4" y="23"/>
                      <a:pt x="1" y="13"/>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0"/>
              <p:cNvSpPr/>
              <p:nvPr/>
            </p:nvSpPr>
            <p:spPr>
              <a:xfrm rot="-755222">
                <a:off x="8270777" y="3430645"/>
                <a:ext cx="28089" cy="46262"/>
              </a:xfrm>
              <a:custGeom>
                <a:rect b="b" l="l" r="r" t="t"/>
                <a:pathLst>
                  <a:path extrusionOk="0" h="56" w="34">
                    <a:moveTo>
                      <a:pt x="33" y="55"/>
                    </a:moveTo>
                    <a:cubicBezTo>
                      <a:pt x="32" y="55"/>
                      <a:pt x="30" y="54"/>
                      <a:pt x="29" y="53"/>
                    </a:cubicBezTo>
                    <a:cubicBezTo>
                      <a:pt x="20" y="48"/>
                      <a:pt x="13" y="41"/>
                      <a:pt x="8" y="32"/>
                    </a:cubicBezTo>
                    <a:cubicBezTo>
                      <a:pt x="3" y="23"/>
                      <a:pt x="0" y="13"/>
                      <a:pt x="0" y="3"/>
                    </a:cubicBezTo>
                    <a:cubicBezTo>
                      <a:pt x="0" y="2"/>
                      <a:pt x="0" y="1"/>
                      <a:pt x="0" y="0"/>
                    </a:cubicBezTo>
                    <a:cubicBezTo>
                      <a:pt x="10" y="6"/>
                      <a:pt x="18" y="14"/>
                      <a:pt x="24" y="24"/>
                    </a:cubicBezTo>
                    <a:cubicBezTo>
                      <a:pt x="30" y="34"/>
                      <a:pt x="33" y="44"/>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0"/>
              <p:cNvSpPr/>
              <p:nvPr/>
            </p:nvSpPr>
            <p:spPr>
              <a:xfrm rot="-755222">
                <a:off x="8811208" y="3559439"/>
                <a:ext cx="30567" cy="49566"/>
              </a:xfrm>
              <a:custGeom>
                <a:rect b="b" l="l" r="r" t="t"/>
                <a:pathLst>
                  <a:path extrusionOk="0" h="60" w="37">
                    <a:moveTo>
                      <a:pt x="36" y="59"/>
                    </a:moveTo>
                    <a:cubicBezTo>
                      <a:pt x="26" y="51"/>
                      <a:pt x="18" y="41"/>
                      <a:pt x="12" y="31"/>
                    </a:cubicBezTo>
                    <a:cubicBezTo>
                      <a:pt x="6" y="21"/>
                      <a:pt x="3" y="11"/>
                      <a:pt x="0" y="0"/>
                    </a:cubicBezTo>
                    <a:cubicBezTo>
                      <a:pt x="9" y="8"/>
                      <a:pt x="17" y="18"/>
                      <a:pt x="24" y="29"/>
                    </a:cubicBezTo>
                    <a:cubicBezTo>
                      <a:pt x="29" y="38"/>
                      <a:pt x="33" y="48"/>
                      <a:pt x="36"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0"/>
              <p:cNvSpPr/>
              <p:nvPr/>
            </p:nvSpPr>
            <p:spPr>
              <a:xfrm rot="-755222">
                <a:off x="10012279" y="3292507"/>
                <a:ext cx="33046" cy="36349"/>
              </a:xfrm>
              <a:custGeom>
                <a:rect b="b" l="l" r="r" t="t"/>
                <a:pathLst>
                  <a:path extrusionOk="0" h="44" w="40">
                    <a:moveTo>
                      <a:pt x="30" y="43"/>
                    </a:moveTo>
                    <a:cubicBezTo>
                      <a:pt x="22" y="31"/>
                      <a:pt x="12" y="21"/>
                      <a:pt x="0" y="13"/>
                    </a:cubicBezTo>
                    <a:cubicBezTo>
                      <a:pt x="0" y="10"/>
                      <a:pt x="0" y="4"/>
                      <a:pt x="2" y="3"/>
                    </a:cubicBezTo>
                    <a:cubicBezTo>
                      <a:pt x="24" y="0"/>
                      <a:pt x="39" y="20"/>
                      <a:pt x="3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0"/>
              <p:cNvSpPr/>
              <p:nvPr/>
            </p:nvSpPr>
            <p:spPr>
              <a:xfrm rot="-755222">
                <a:off x="8868817" y="2942653"/>
                <a:ext cx="25611" cy="40479"/>
              </a:xfrm>
              <a:custGeom>
                <a:rect b="b" l="l" r="r" t="t"/>
                <a:pathLst>
                  <a:path extrusionOk="0" h="49" w="31">
                    <a:moveTo>
                      <a:pt x="0" y="1"/>
                    </a:moveTo>
                    <a:cubicBezTo>
                      <a:pt x="21" y="9"/>
                      <a:pt x="23" y="30"/>
                      <a:pt x="30" y="48"/>
                    </a:cubicBezTo>
                    <a:cubicBezTo>
                      <a:pt x="21" y="43"/>
                      <a:pt x="14" y="36"/>
                      <a:pt x="9" y="27"/>
                    </a:cubicBezTo>
                    <a:cubicBezTo>
                      <a:pt x="4" y="19"/>
                      <a:pt x="2"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0"/>
              <p:cNvSpPr/>
              <p:nvPr/>
            </p:nvSpPr>
            <p:spPr>
              <a:xfrm rot="-755222">
                <a:off x="8980757" y="2898831"/>
                <a:ext cx="28089" cy="46262"/>
              </a:xfrm>
              <a:custGeom>
                <a:rect b="b" l="l" r="r" t="t"/>
                <a:pathLst>
                  <a:path extrusionOk="0" h="56" w="34">
                    <a:moveTo>
                      <a:pt x="33" y="55"/>
                    </a:moveTo>
                    <a:cubicBezTo>
                      <a:pt x="24" y="48"/>
                      <a:pt x="17" y="39"/>
                      <a:pt x="11" y="29"/>
                    </a:cubicBezTo>
                    <a:cubicBezTo>
                      <a:pt x="6" y="20"/>
                      <a:pt x="2" y="10"/>
                      <a:pt x="0" y="0"/>
                    </a:cubicBezTo>
                    <a:cubicBezTo>
                      <a:pt x="9" y="7"/>
                      <a:pt x="17" y="16"/>
                      <a:pt x="22" y="25"/>
                    </a:cubicBezTo>
                    <a:cubicBezTo>
                      <a:pt x="28" y="35"/>
                      <a:pt x="31" y="45"/>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0"/>
              <p:cNvSpPr/>
              <p:nvPr/>
            </p:nvSpPr>
            <p:spPr>
              <a:xfrm rot="-755222">
                <a:off x="9953510" y="3607490"/>
                <a:ext cx="42134" cy="23957"/>
              </a:xfrm>
              <a:custGeom>
                <a:rect b="b" l="l" r="r" t="t"/>
                <a:pathLst>
                  <a:path extrusionOk="0" h="29" w="51">
                    <a:moveTo>
                      <a:pt x="0" y="0"/>
                    </a:moveTo>
                    <a:cubicBezTo>
                      <a:pt x="11" y="1"/>
                      <a:pt x="21" y="4"/>
                      <a:pt x="30" y="9"/>
                    </a:cubicBezTo>
                    <a:cubicBezTo>
                      <a:pt x="38" y="14"/>
                      <a:pt x="45" y="20"/>
                      <a:pt x="50" y="27"/>
                    </a:cubicBezTo>
                    <a:cubicBezTo>
                      <a:pt x="24" y="28"/>
                      <a:pt x="12"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0"/>
              <p:cNvSpPr/>
              <p:nvPr/>
            </p:nvSpPr>
            <p:spPr>
              <a:xfrm rot="-755222">
                <a:off x="8260221" y="2472687"/>
                <a:ext cx="38003" cy="31392"/>
              </a:xfrm>
              <a:custGeom>
                <a:rect b="b" l="l" r="r" t="t"/>
                <a:pathLst>
                  <a:path extrusionOk="0" h="38" w="46">
                    <a:moveTo>
                      <a:pt x="45" y="37"/>
                    </a:moveTo>
                    <a:cubicBezTo>
                      <a:pt x="41" y="35"/>
                      <a:pt x="37" y="33"/>
                      <a:pt x="33" y="31"/>
                    </a:cubicBezTo>
                    <a:cubicBezTo>
                      <a:pt x="19" y="23"/>
                      <a:pt x="8" y="13"/>
                      <a:pt x="0" y="0"/>
                    </a:cubicBezTo>
                    <a:cubicBezTo>
                      <a:pt x="21" y="3"/>
                      <a:pt x="31" y="14"/>
                      <a:pt x="45"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0"/>
              <p:cNvSpPr/>
              <p:nvPr/>
            </p:nvSpPr>
            <p:spPr>
              <a:xfrm rot="-755222">
                <a:off x="9058326" y="4511712"/>
                <a:ext cx="41307" cy="23957"/>
              </a:xfrm>
              <a:custGeom>
                <a:rect b="b" l="l" r="r" t="t"/>
                <a:pathLst>
                  <a:path extrusionOk="0" h="29" w="50">
                    <a:moveTo>
                      <a:pt x="49" y="28"/>
                    </a:moveTo>
                    <a:cubicBezTo>
                      <a:pt x="39" y="28"/>
                      <a:pt x="30" y="25"/>
                      <a:pt x="21" y="20"/>
                    </a:cubicBezTo>
                    <a:cubicBezTo>
                      <a:pt x="12" y="15"/>
                      <a:pt x="5" y="8"/>
                      <a:pt x="0" y="0"/>
                    </a:cubicBezTo>
                    <a:cubicBezTo>
                      <a:pt x="9" y="1"/>
                      <a:pt x="19" y="4"/>
                      <a:pt x="27" y="9"/>
                    </a:cubicBezTo>
                    <a:cubicBezTo>
                      <a:pt x="36" y="14"/>
                      <a:pt x="43" y="21"/>
                      <a:pt x="49"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0"/>
              <p:cNvSpPr/>
              <p:nvPr/>
            </p:nvSpPr>
            <p:spPr>
              <a:xfrm rot="-755222">
                <a:off x="8163846" y="3372608"/>
                <a:ext cx="33046" cy="38001"/>
              </a:xfrm>
              <a:custGeom>
                <a:rect b="b" l="l" r="r" t="t"/>
                <a:pathLst>
                  <a:path extrusionOk="0" h="46" w="40">
                    <a:moveTo>
                      <a:pt x="9" y="40"/>
                    </a:moveTo>
                    <a:cubicBezTo>
                      <a:pt x="15" y="27"/>
                      <a:pt x="0" y="18"/>
                      <a:pt x="1" y="0"/>
                    </a:cubicBezTo>
                    <a:cubicBezTo>
                      <a:pt x="9" y="4"/>
                      <a:pt x="14" y="11"/>
                      <a:pt x="19" y="18"/>
                    </a:cubicBezTo>
                    <a:cubicBezTo>
                      <a:pt x="21" y="21"/>
                      <a:pt x="22" y="25"/>
                      <a:pt x="23" y="29"/>
                    </a:cubicBezTo>
                    <a:cubicBezTo>
                      <a:pt x="25" y="34"/>
                      <a:pt x="39" y="42"/>
                      <a:pt x="22" y="45"/>
                    </a:cubicBezTo>
                    <a:cubicBezTo>
                      <a:pt x="18" y="45"/>
                      <a:pt x="12" y="41"/>
                      <a:pt x="7" y="39"/>
                    </a:cubicBezTo>
                    <a:lnTo>
                      <a:pt x="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0"/>
              <p:cNvSpPr/>
              <p:nvPr/>
            </p:nvSpPr>
            <p:spPr>
              <a:xfrm rot="-755222">
                <a:off x="10279503" y="4025242"/>
                <a:ext cx="23958" cy="33044"/>
              </a:xfrm>
              <a:custGeom>
                <a:rect b="b" l="l" r="r" t="t"/>
                <a:pathLst>
                  <a:path extrusionOk="0" h="40" w="29">
                    <a:moveTo>
                      <a:pt x="0" y="0"/>
                    </a:moveTo>
                    <a:cubicBezTo>
                      <a:pt x="15" y="8"/>
                      <a:pt x="20" y="23"/>
                      <a:pt x="28" y="39"/>
                    </a:cubicBezTo>
                    <a:cubicBezTo>
                      <a:pt x="6" y="32"/>
                      <a:pt x="4"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0"/>
              <p:cNvSpPr/>
              <p:nvPr/>
            </p:nvSpPr>
            <p:spPr>
              <a:xfrm rot="-755222">
                <a:off x="8016965" y="2239047"/>
                <a:ext cx="38829" cy="25609"/>
              </a:xfrm>
              <a:custGeom>
                <a:rect b="b" l="l" r="r" t="t"/>
                <a:pathLst>
                  <a:path extrusionOk="0" h="31" w="47">
                    <a:moveTo>
                      <a:pt x="46" y="26"/>
                    </a:moveTo>
                    <a:cubicBezTo>
                      <a:pt x="28" y="30"/>
                      <a:pt x="18" y="17"/>
                      <a:pt x="0" y="8"/>
                    </a:cubicBezTo>
                    <a:cubicBezTo>
                      <a:pt x="26" y="0"/>
                      <a:pt x="34" y="18"/>
                      <a:pt x="4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0"/>
              <p:cNvSpPr/>
              <p:nvPr/>
            </p:nvSpPr>
            <p:spPr>
              <a:xfrm rot="-755222">
                <a:off x="8382994" y="3358249"/>
                <a:ext cx="27263" cy="43784"/>
              </a:xfrm>
              <a:custGeom>
                <a:rect b="b" l="l" r="r" t="t"/>
                <a:pathLst>
                  <a:path extrusionOk="0" h="53" w="33">
                    <a:moveTo>
                      <a:pt x="4" y="0"/>
                    </a:moveTo>
                    <a:cubicBezTo>
                      <a:pt x="11" y="6"/>
                      <a:pt x="17" y="13"/>
                      <a:pt x="22" y="21"/>
                    </a:cubicBezTo>
                    <a:cubicBezTo>
                      <a:pt x="27" y="30"/>
                      <a:pt x="31" y="41"/>
                      <a:pt x="32" y="52"/>
                    </a:cubicBezTo>
                    <a:cubicBezTo>
                      <a:pt x="22" y="46"/>
                      <a:pt x="14" y="37"/>
                      <a:pt x="9" y="28"/>
                    </a:cubicBezTo>
                    <a:cubicBezTo>
                      <a:pt x="4" y="20"/>
                      <a:pt x="1" y="11"/>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0"/>
              <p:cNvSpPr/>
              <p:nvPr/>
            </p:nvSpPr>
            <p:spPr>
              <a:xfrm rot="-755222">
                <a:off x="9547069" y="3205305"/>
                <a:ext cx="23132" cy="33044"/>
              </a:xfrm>
              <a:custGeom>
                <a:rect b="b" l="l" r="r" t="t"/>
                <a:pathLst>
                  <a:path extrusionOk="0" h="40" w="28">
                    <a:moveTo>
                      <a:pt x="0" y="0"/>
                    </a:moveTo>
                    <a:cubicBezTo>
                      <a:pt x="11" y="10"/>
                      <a:pt x="23" y="18"/>
                      <a:pt x="27" y="32"/>
                    </a:cubicBezTo>
                    <a:cubicBezTo>
                      <a:pt x="20" y="39"/>
                      <a:pt x="14"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0"/>
              <p:cNvSpPr/>
              <p:nvPr/>
            </p:nvSpPr>
            <p:spPr>
              <a:xfrm rot="-755222">
                <a:off x="10007706" y="3032648"/>
                <a:ext cx="34698" cy="37175"/>
              </a:xfrm>
              <a:custGeom>
                <a:rect b="b" l="l" r="r" t="t"/>
                <a:pathLst>
                  <a:path extrusionOk="0" h="45" w="42">
                    <a:moveTo>
                      <a:pt x="0" y="0"/>
                    </a:moveTo>
                    <a:cubicBezTo>
                      <a:pt x="18" y="2"/>
                      <a:pt x="21" y="26"/>
                      <a:pt x="41" y="26"/>
                    </a:cubicBezTo>
                    <a:lnTo>
                      <a:pt x="41" y="31"/>
                    </a:lnTo>
                    <a:cubicBezTo>
                      <a:pt x="36" y="39"/>
                      <a:pt x="31" y="44"/>
                      <a:pt x="22" y="34"/>
                    </a:cubicBezTo>
                    <a:cubicBezTo>
                      <a:pt x="13" y="24"/>
                      <a:pt x="0"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0"/>
              <p:cNvSpPr/>
              <p:nvPr/>
            </p:nvSpPr>
            <p:spPr>
              <a:xfrm rot="-755222">
                <a:off x="8009657" y="2189837"/>
                <a:ext cx="46264" cy="19827"/>
              </a:xfrm>
              <a:custGeom>
                <a:rect b="b" l="l" r="r" t="t"/>
                <a:pathLst>
                  <a:path extrusionOk="0" h="24" w="56">
                    <a:moveTo>
                      <a:pt x="55" y="23"/>
                    </a:moveTo>
                    <a:cubicBezTo>
                      <a:pt x="55" y="23"/>
                      <a:pt x="54" y="23"/>
                      <a:pt x="53" y="23"/>
                    </a:cubicBezTo>
                    <a:cubicBezTo>
                      <a:pt x="40" y="23"/>
                      <a:pt x="27" y="19"/>
                      <a:pt x="16" y="13"/>
                    </a:cubicBezTo>
                    <a:cubicBezTo>
                      <a:pt x="10" y="9"/>
                      <a:pt x="5" y="5"/>
                      <a:pt x="0" y="1"/>
                    </a:cubicBezTo>
                    <a:cubicBezTo>
                      <a:pt x="2" y="0"/>
                      <a:pt x="3" y="0"/>
                      <a:pt x="5" y="0"/>
                    </a:cubicBezTo>
                    <a:cubicBezTo>
                      <a:pt x="17" y="0"/>
                      <a:pt x="29" y="4"/>
                      <a:pt x="39" y="10"/>
                    </a:cubicBezTo>
                    <a:cubicBezTo>
                      <a:pt x="45" y="13"/>
                      <a:pt x="51" y="18"/>
                      <a:pt x="5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0"/>
              <p:cNvSpPr/>
              <p:nvPr/>
            </p:nvSpPr>
            <p:spPr>
              <a:xfrm rot="-755222">
                <a:off x="8955877" y="2585856"/>
                <a:ext cx="29741" cy="39653"/>
              </a:xfrm>
              <a:custGeom>
                <a:rect b="b" l="l" r="r" t="t"/>
                <a:pathLst>
                  <a:path extrusionOk="0" h="48" w="36">
                    <a:moveTo>
                      <a:pt x="35" y="46"/>
                    </a:moveTo>
                    <a:cubicBezTo>
                      <a:pt x="15" y="40"/>
                      <a:pt x="7" y="22"/>
                      <a:pt x="0" y="4"/>
                    </a:cubicBezTo>
                    <a:lnTo>
                      <a:pt x="4" y="0"/>
                    </a:lnTo>
                    <a:cubicBezTo>
                      <a:pt x="5" y="1"/>
                      <a:pt x="6" y="1"/>
                      <a:pt x="6" y="1"/>
                    </a:cubicBezTo>
                    <a:cubicBezTo>
                      <a:pt x="15"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0"/>
              <p:cNvSpPr/>
              <p:nvPr/>
            </p:nvSpPr>
            <p:spPr>
              <a:xfrm rot="-755222">
                <a:off x="8062954" y="2776011"/>
                <a:ext cx="21480" cy="40479"/>
              </a:xfrm>
              <a:custGeom>
                <a:rect b="b" l="l" r="r" t="t"/>
                <a:pathLst>
                  <a:path extrusionOk="0" h="49" w="26">
                    <a:moveTo>
                      <a:pt x="7" y="1"/>
                    </a:moveTo>
                    <a:cubicBezTo>
                      <a:pt x="10" y="5"/>
                      <a:pt x="13" y="9"/>
                      <a:pt x="16" y="13"/>
                    </a:cubicBezTo>
                    <a:cubicBezTo>
                      <a:pt x="22" y="23"/>
                      <a:pt x="25" y="35"/>
                      <a:pt x="25" y="46"/>
                    </a:cubicBezTo>
                    <a:cubicBezTo>
                      <a:pt x="25" y="47"/>
                      <a:pt x="25" y="47"/>
                      <a:pt x="25" y="48"/>
                    </a:cubicBezTo>
                    <a:cubicBezTo>
                      <a:pt x="11" y="34"/>
                      <a:pt x="0" y="21"/>
                      <a:pt x="8"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0"/>
              <p:cNvSpPr/>
              <p:nvPr/>
            </p:nvSpPr>
            <p:spPr>
              <a:xfrm rot="-755222">
                <a:off x="9277110" y="3819646"/>
                <a:ext cx="33046" cy="24783"/>
              </a:xfrm>
              <a:custGeom>
                <a:rect b="b" l="l" r="r" t="t"/>
                <a:pathLst>
                  <a:path extrusionOk="0" h="30" w="40">
                    <a:moveTo>
                      <a:pt x="0" y="3"/>
                    </a:moveTo>
                    <a:cubicBezTo>
                      <a:pt x="20" y="0"/>
                      <a:pt x="28" y="18"/>
                      <a:pt x="39" y="29"/>
                    </a:cubicBezTo>
                    <a:cubicBezTo>
                      <a:pt x="32" y="29"/>
                      <a:pt x="26" y="27"/>
                      <a:pt x="20" y="23"/>
                    </a:cubicBezTo>
                    <a:cubicBezTo>
                      <a:pt x="13" y="20"/>
                      <a:pt x="6" y="13"/>
                      <a:pt x="2" y="5"/>
                    </a:cubicBezTo>
                    <a:cubicBezTo>
                      <a:pt x="2" y="4"/>
                      <a:pt x="1" y="4"/>
                      <a:pt x="1" y="3"/>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0"/>
              <p:cNvSpPr/>
              <p:nvPr/>
            </p:nvSpPr>
            <p:spPr>
              <a:xfrm rot="-755222">
                <a:off x="10302500" y="3601385"/>
                <a:ext cx="14871" cy="41305"/>
              </a:xfrm>
              <a:custGeom>
                <a:rect b="b" l="l" r="r" t="t"/>
                <a:pathLst>
                  <a:path extrusionOk="0" h="50" w="18">
                    <a:moveTo>
                      <a:pt x="2" y="2"/>
                    </a:moveTo>
                    <a:cubicBezTo>
                      <a:pt x="17" y="14"/>
                      <a:pt x="11" y="33"/>
                      <a:pt x="17" y="49"/>
                    </a:cubicBezTo>
                    <a:cubicBezTo>
                      <a:pt x="12" y="45"/>
                      <a:pt x="8" y="41"/>
                      <a:pt x="5" y="36"/>
                    </a:cubicBezTo>
                    <a:cubicBezTo>
                      <a:pt x="2" y="30"/>
                      <a:pt x="0" y="23"/>
                      <a:pt x="0" y="16"/>
                    </a:cubicBezTo>
                    <a:cubicBezTo>
                      <a:pt x="0" y="11"/>
                      <a:pt x="1" y="5"/>
                      <a:pt x="3" y="0"/>
                    </a:cubicBez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0"/>
              <p:cNvSpPr/>
              <p:nvPr/>
            </p:nvSpPr>
            <p:spPr>
              <a:xfrm rot="-755222">
                <a:off x="9988693" y="3738630"/>
                <a:ext cx="33046" cy="24783"/>
              </a:xfrm>
              <a:custGeom>
                <a:rect b="b" l="l" r="r" t="t"/>
                <a:pathLst>
                  <a:path extrusionOk="0" h="30" w="40">
                    <a:moveTo>
                      <a:pt x="34" y="29"/>
                    </a:moveTo>
                    <a:cubicBezTo>
                      <a:pt x="30" y="28"/>
                      <a:pt x="26" y="26"/>
                      <a:pt x="22" y="24"/>
                    </a:cubicBezTo>
                    <a:cubicBezTo>
                      <a:pt x="14" y="19"/>
                      <a:pt x="6" y="12"/>
                      <a:pt x="0" y="4"/>
                    </a:cubicBezTo>
                    <a:cubicBezTo>
                      <a:pt x="1" y="3"/>
                      <a:pt x="2" y="2"/>
                      <a:pt x="4" y="1"/>
                    </a:cubicBezTo>
                    <a:cubicBezTo>
                      <a:pt x="6" y="0"/>
                      <a:pt x="6" y="0"/>
                      <a:pt x="8" y="0"/>
                    </a:cubicBezTo>
                    <a:cubicBezTo>
                      <a:pt x="10" y="0"/>
                      <a:pt x="11" y="0"/>
                      <a:pt x="12" y="1"/>
                    </a:cubicBezTo>
                    <a:cubicBezTo>
                      <a:pt x="13" y="1"/>
                      <a:pt x="13" y="2"/>
                      <a:pt x="14" y="2"/>
                    </a:cubicBezTo>
                    <a:cubicBezTo>
                      <a:pt x="22" y="8"/>
                      <a:pt x="30" y="15"/>
                      <a:pt x="38" y="22"/>
                    </a:cubicBezTo>
                    <a:cubicBezTo>
                      <a:pt x="39" y="23"/>
                      <a:pt x="39" y="23"/>
                      <a:pt x="39" y="24"/>
                    </a:cubicBezTo>
                    <a:cubicBezTo>
                      <a:pt x="39" y="25"/>
                      <a:pt x="39" y="25"/>
                      <a:pt x="38" y="26"/>
                    </a:cubicBezTo>
                    <a:cubicBezTo>
                      <a:pt x="37" y="27"/>
                      <a:pt x="36" y="28"/>
                      <a:pt x="3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0"/>
              <p:cNvSpPr/>
              <p:nvPr/>
            </p:nvSpPr>
            <p:spPr>
              <a:xfrm rot="-755222">
                <a:off x="9502026" y="3099836"/>
                <a:ext cx="27263" cy="37175"/>
              </a:xfrm>
              <a:custGeom>
                <a:rect b="b" l="l" r="r" t="t"/>
                <a:pathLst>
                  <a:path extrusionOk="0" h="45" w="33">
                    <a:moveTo>
                      <a:pt x="32" y="44"/>
                    </a:moveTo>
                    <a:cubicBezTo>
                      <a:pt x="30" y="44"/>
                      <a:pt x="28" y="43"/>
                      <a:pt x="26" y="42"/>
                    </a:cubicBezTo>
                    <a:cubicBezTo>
                      <a:pt x="18" y="37"/>
                      <a:pt x="11" y="30"/>
                      <a:pt x="7" y="22"/>
                    </a:cubicBezTo>
                    <a:cubicBezTo>
                      <a:pt x="3" y="15"/>
                      <a:pt x="0" y="8"/>
                      <a:pt x="0" y="0"/>
                    </a:cubicBezTo>
                    <a:cubicBezTo>
                      <a:pt x="3" y="1"/>
                      <a:pt x="5" y="2"/>
                      <a:pt x="8" y="4"/>
                    </a:cubicBezTo>
                    <a:cubicBezTo>
                      <a:pt x="15" y="8"/>
                      <a:pt x="22" y="14"/>
                      <a:pt x="26" y="22"/>
                    </a:cubicBezTo>
                    <a:cubicBezTo>
                      <a:pt x="30" y="29"/>
                      <a:pt x="32" y="36"/>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0"/>
              <p:cNvSpPr/>
              <p:nvPr/>
            </p:nvSpPr>
            <p:spPr>
              <a:xfrm rot="-755222">
                <a:off x="8085760" y="2164880"/>
                <a:ext cx="27263" cy="25609"/>
              </a:xfrm>
              <a:custGeom>
                <a:rect b="b" l="l" r="r" t="t"/>
                <a:pathLst>
                  <a:path extrusionOk="0" h="31" w="33">
                    <a:moveTo>
                      <a:pt x="0" y="4"/>
                    </a:moveTo>
                    <a:cubicBezTo>
                      <a:pt x="15" y="0"/>
                      <a:pt x="23" y="10"/>
                      <a:pt x="32" y="18"/>
                    </a:cubicBezTo>
                    <a:cubicBezTo>
                      <a:pt x="25" y="30"/>
                      <a:pt x="19" y="21"/>
                      <a:pt x="13" y="18"/>
                    </a:cubicBezTo>
                    <a:cubicBezTo>
                      <a:pt x="7" y="14"/>
                      <a:pt x="0" y="14"/>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0"/>
              <p:cNvSpPr/>
              <p:nvPr/>
            </p:nvSpPr>
            <p:spPr>
              <a:xfrm rot="-755222">
                <a:off x="10063276" y="3768546"/>
                <a:ext cx="25611" cy="27261"/>
              </a:xfrm>
              <a:custGeom>
                <a:rect b="b" l="l" r="r" t="t"/>
                <a:pathLst>
                  <a:path extrusionOk="0" h="33" w="31">
                    <a:moveTo>
                      <a:pt x="1" y="0"/>
                    </a:moveTo>
                    <a:cubicBezTo>
                      <a:pt x="4" y="1"/>
                      <a:pt x="7" y="2"/>
                      <a:pt x="9" y="3"/>
                    </a:cubicBezTo>
                    <a:cubicBezTo>
                      <a:pt x="16" y="7"/>
                      <a:pt x="21" y="12"/>
                      <a:pt x="25" y="19"/>
                    </a:cubicBezTo>
                    <a:cubicBezTo>
                      <a:pt x="27" y="23"/>
                      <a:pt x="29" y="27"/>
                      <a:pt x="30" y="32"/>
                    </a:cubicBezTo>
                    <a:cubicBezTo>
                      <a:pt x="16" y="20"/>
                      <a:pt x="0" y="2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0"/>
              <p:cNvSpPr/>
              <p:nvPr/>
            </p:nvSpPr>
            <p:spPr>
              <a:xfrm rot="-755222">
                <a:off x="10423420" y="3704153"/>
                <a:ext cx="19828" cy="38827"/>
              </a:xfrm>
              <a:custGeom>
                <a:rect b="b" l="l" r="r" t="t"/>
                <a:pathLst>
                  <a:path extrusionOk="0" h="47" w="24">
                    <a:moveTo>
                      <a:pt x="14" y="0"/>
                    </a:moveTo>
                    <a:cubicBezTo>
                      <a:pt x="23" y="19"/>
                      <a:pt x="11" y="32"/>
                      <a:pt x="0" y="46"/>
                    </a:cubicBezTo>
                    <a:cubicBezTo>
                      <a:pt x="0" y="44"/>
                      <a:pt x="0" y="43"/>
                      <a:pt x="0" y="41"/>
                    </a:cubicBezTo>
                    <a:cubicBezTo>
                      <a:pt x="0" y="31"/>
                      <a:pt x="2" y="21"/>
                      <a:pt x="8" y="12"/>
                    </a:cubicBezTo>
                    <a:cubicBezTo>
                      <a:pt x="10" y="8"/>
                      <a:pt x="13" y="5"/>
                      <a:pt x="16" y="1"/>
                    </a:cubicBezTo>
                    <a:lnTo>
                      <a:pt x="1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0"/>
              <p:cNvSpPr/>
              <p:nvPr/>
            </p:nvSpPr>
            <p:spPr>
              <a:xfrm rot="-755222">
                <a:off x="9437908" y="3114378"/>
                <a:ext cx="24784" cy="33044"/>
              </a:xfrm>
              <a:custGeom>
                <a:rect b="b" l="l" r="r" t="t"/>
                <a:pathLst>
                  <a:path extrusionOk="0" h="40" w="30">
                    <a:moveTo>
                      <a:pt x="0" y="1"/>
                    </a:moveTo>
                    <a:cubicBezTo>
                      <a:pt x="20" y="6"/>
                      <a:pt x="22" y="24"/>
                      <a:pt x="29" y="39"/>
                    </a:cubicBezTo>
                    <a:cubicBezTo>
                      <a:pt x="15" y="29"/>
                      <a:pt x="0" y="20"/>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0"/>
              <p:cNvSpPr/>
              <p:nvPr/>
            </p:nvSpPr>
            <p:spPr>
              <a:xfrm rot="-755222">
                <a:off x="10171669" y="3850749"/>
                <a:ext cx="27263" cy="22305"/>
              </a:xfrm>
              <a:custGeom>
                <a:rect b="b" l="l" r="r" t="t"/>
                <a:pathLst>
                  <a:path extrusionOk="0" h="27" w="33">
                    <a:moveTo>
                      <a:pt x="32" y="26"/>
                    </a:moveTo>
                    <a:cubicBezTo>
                      <a:pt x="27" y="25"/>
                      <a:pt x="22" y="24"/>
                      <a:pt x="18" y="21"/>
                    </a:cubicBezTo>
                    <a:cubicBezTo>
                      <a:pt x="12" y="18"/>
                      <a:pt x="8" y="13"/>
                      <a:pt x="4" y="7"/>
                    </a:cubicBezTo>
                    <a:cubicBezTo>
                      <a:pt x="3" y="5"/>
                      <a:pt x="1" y="2"/>
                      <a:pt x="0" y="0"/>
                    </a:cubicBezTo>
                    <a:cubicBezTo>
                      <a:pt x="20" y="3"/>
                      <a:pt x="20" y="3"/>
                      <a:pt x="31" y="26"/>
                    </a:cubicBezTo>
                    <a:lnTo>
                      <a:pt x="3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0"/>
              <p:cNvSpPr/>
              <p:nvPr/>
            </p:nvSpPr>
            <p:spPr>
              <a:xfrm rot="-755222">
                <a:off x="8638712" y="2705923"/>
                <a:ext cx="28089" cy="37175"/>
              </a:xfrm>
              <a:custGeom>
                <a:rect b="b" l="l" r="r" t="t"/>
                <a:pathLst>
                  <a:path extrusionOk="0" h="45" w="34">
                    <a:moveTo>
                      <a:pt x="0" y="0"/>
                    </a:moveTo>
                    <a:cubicBezTo>
                      <a:pt x="2" y="1"/>
                      <a:pt x="5" y="2"/>
                      <a:pt x="7" y="3"/>
                    </a:cubicBezTo>
                    <a:cubicBezTo>
                      <a:pt x="15" y="8"/>
                      <a:pt x="22" y="14"/>
                      <a:pt x="26" y="22"/>
                    </a:cubicBezTo>
                    <a:cubicBezTo>
                      <a:pt x="30" y="29"/>
                      <a:pt x="32" y="36"/>
                      <a:pt x="33" y="44"/>
                    </a:cubicBezTo>
                    <a:cubicBezTo>
                      <a:pt x="30" y="43"/>
                      <a:pt x="28" y="42"/>
                      <a:pt x="25" y="40"/>
                    </a:cubicBezTo>
                    <a:cubicBezTo>
                      <a:pt x="17" y="35"/>
                      <a:pt x="11" y="29"/>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0"/>
              <p:cNvSpPr/>
              <p:nvPr/>
            </p:nvSpPr>
            <p:spPr>
              <a:xfrm rot="-755222">
                <a:off x="9969337" y="3004084"/>
                <a:ext cx="33872" cy="38827"/>
              </a:xfrm>
              <a:custGeom>
                <a:rect b="b" l="l" r="r" t="t"/>
                <a:pathLst>
                  <a:path extrusionOk="0" h="47" w="41">
                    <a:moveTo>
                      <a:pt x="0" y="0"/>
                    </a:moveTo>
                    <a:cubicBezTo>
                      <a:pt x="26" y="3"/>
                      <a:pt x="35" y="23"/>
                      <a:pt x="40" y="46"/>
                    </a:cubicBezTo>
                    <a:cubicBezTo>
                      <a:pt x="19" y="37"/>
                      <a:pt x="11"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0"/>
              <p:cNvSpPr/>
              <p:nvPr/>
            </p:nvSpPr>
            <p:spPr>
              <a:xfrm rot="-755222">
                <a:off x="9573694" y="2972225"/>
                <a:ext cx="25611" cy="32218"/>
              </a:xfrm>
              <a:custGeom>
                <a:rect b="b" l="l" r="r" t="t"/>
                <a:pathLst>
                  <a:path extrusionOk="0" h="39" w="31">
                    <a:moveTo>
                      <a:pt x="0" y="1"/>
                    </a:moveTo>
                    <a:cubicBezTo>
                      <a:pt x="21" y="5"/>
                      <a:pt x="25" y="22"/>
                      <a:pt x="30" y="38"/>
                    </a:cubicBezTo>
                    <a:cubicBezTo>
                      <a:pt x="16" y="29"/>
                      <a:pt x="1" y="2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0"/>
              <p:cNvSpPr/>
              <p:nvPr/>
            </p:nvSpPr>
            <p:spPr>
              <a:xfrm rot="-755222">
                <a:off x="8831053" y="3142630"/>
                <a:ext cx="22306" cy="30566"/>
              </a:xfrm>
              <a:custGeom>
                <a:rect b="b" l="l" r="r" t="t"/>
                <a:pathLst>
                  <a:path extrusionOk="0" h="37" w="27">
                    <a:moveTo>
                      <a:pt x="0" y="0"/>
                    </a:moveTo>
                    <a:cubicBezTo>
                      <a:pt x="1" y="0"/>
                      <a:pt x="1" y="1"/>
                      <a:pt x="2" y="1"/>
                    </a:cubicBezTo>
                    <a:cubicBezTo>
                      <a:pt x="10" y="6"/>
                      <a:pt x="16" y="12"/>
                      <a:pt x="20" y="20"/>
                    </a:cubicBezTo>
                    <a:cubicBezTo>
                      <a:pt x="23" y="25"/>
                      <a:pt x="25" y="30"/>
                      <a:pt x="26" y="36"/>
                    </a:cubicBezTo>
                    <a:cubicBezTo>
                      <a:pt x="25" y="36"/>
                      <a:pt x="24" y="35"/>
                      <a:pt x="23" y="35"/>
                    </a:cubicBezTo>
                    <a:cubicBezTo>
                      <a:pt x="16" y="31"/>
                      <a:pt x="10" y="24"/>
                      <a:pt x="6" y="17"/>
                    </a:cubicBezTo>
                    <a:cubicBezTo>
                      <a:pt x="3" y="12"/>
                      <a:pt x="1"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0"/>
              <p:cNvSpPr/>
              <p:nvPr/>
            </p:nvSpPr>
            <p:spPr>
              <a:xfrm rot="-755222">
                <a:off x="8653186" y="3177808"/>
                <a:ext cx="39655" cy="25609"/>
              </a:xfrm>
              <a:custGeom>
                <a:rect b="b" l="l" r="r" t="t"/>
                <a:pathLst>
                  <a:path extrusionOk="0" h="31" w="48">
                    <a:moveTo>
                      <a:pt x="47" y="26"/>
                    </a:moveTo>
                    <a:cubicBezTo>
                      <a:pt x="43" y="27"/>
                      <a:pt x="39" y="28"/>
                      <a:pt x="34" y="28"/>
                    </a:cubicBezTo>
                    <a:cubicBezTo>
                      <a:pt x="28" y="28"/>
                      <a:pt x="22" y="26"/>
                      <a:pt x="16" y="23"/>
                    </a:cubicBezTo>
                    <a:cubicBezTo>
                      <a:pt x="10" y="20"/>
                      <a:pt x="7" y="15"/>
                      <a:pt x="3" y="9"/>
                    </a:cubicBezTo>
                    <a:cubicBezTo>
                      <a:pt x="2" y="7"/>
                      <a:pt x="0" y="5"/>
                      <a:pt x="0" y="3"/>
                    </a:cubicBezTo>
                    <a:cubicBezTo>
                      <a:pt x="22" y="0"/>
                      <a:pt x="26" y="30"/>
                      <a:pt x="4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0"/>
              <p:cNvSpPr/>
              <p:nvPr/>
            </p:nvSpPr>
            <p:spPr>
              <a:xfrm rot="-755222">
                <a:off x="9827053" y="3184110"/>
                <a:ext cx="24784" cy="35522"/>
              </a:xfrm>
              <a:custGeom>
                <a:rect b="b" l="l" r="r" t="t"/>
                <a:pathLst>
                  <a:path extrusionOk="0" h="43" w="30">
                    <a:moveTo>
                      <a:pt x="0" y="0"/>
                    </a:moveTo>
                    <a:cubicBezTo>
                      <a:pt x="17" y="16"/>
                      <a:pt x="26" y="24"/>
                      <a:pt x="29" y="42"/>
                    </a:cubicBezTo>
                    <a:cubicBezTo>
                      <a:pt x="20" y="37"/>
                      <a:pt x="12" y="29"/>
                      <a:pt x="7" y="20"/>
                    </a:cubicBezTo>
                    <a:cubicBezTo>
                      <a:pt x="4" y="14"/>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0"/>
              <p:cNvSpPr/>
              <p:nvPr/>
            </p:nvSpPr>
            <p:spPr>
              <a:xfrm rot="-755222">
                <a:off x="10272460" y="3082027"/>
                <a:ext cx="19828" cy="52045"/>
              </a:xfrm>
              <a:custGeom>
                <a:rect b="b" l="l" r="r" t="t"/>
                <a:pathLst>
                  <a:path extrusionOk="0" h="63" w="24">
                    <a:moveTo>
                      <a:pt x="0" y="62"/>
                    </a:moveTo>
                    <a:cubicBezTo>
                      <a:pt x="1" y="44"/>
                      <a:pt x="6" y="27"/>
                      <a:pt x="15" y="11"/>
                    </a:cubicBezTo>
                    <a:cubicBezTo>
                      <a:pt x="17" y="7"/>
                      <a:pt x="20" y="3"/>
                      <a:pt x="23" y="0"/>
                    </a:cubicBezTo>
                    <a:cubicBezTo>
                      <a:pt x="23" y="2"/>
                      <a:pt x="23" y="4"/>
                      <a:pt x="23" y="6"/>
                    </a:cubicBezTo>
                    <a:cubicBezTo>
                      <a:pt x="23" y="20"/>
                      <a:pt x="19" y="34"/>
                      <a:pt x="12" y="46"/>
                    </a:cubicBezTo>
                    <a:cubicBezTo>
                      <a:pt x="9" y="52"/>
                      <a:pt x="4" y="58"/>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0"/>
              <p:cNvSpPr/>
              <p:nvPr/>
            </p:nvSpPr>
            <p:spPr>
              <a:xfrm rot="-755222">
                <a:off x="7912580" y="2137219"/>
                <a:ext cx="29741" cy="23131"/>
              </a:xfrm>
              <a:custGeom>
                <a:rect b="b" l="l" r="r" t="t"/>
                <a:pathLst>
                  <a:path extrusionOk="0" h="28" w="36">
                    <a:moveTo>
                      <a:pt x="0" y="14"/>
                    </a:moveTo>
                    <a:lnTo>
                      <a:pt x="3" y="0"/>
                    </a:lnTo>
                    <a:cubicBezTo>
                      <a:pt x="9" y="1"/>
                      <a:pt x="14" y="4"/>
                      <a:pt x="20" y="7"/>
                    </a:cubicBezTo>
                    <a:cubicBezTo>
                      <a:pt x="25" y="10"/>
                      <a:pt x="31" y="14"/>
                      <a:pt x="35" y="19"/>
                    </a:cubicBezTo>
                    <a:cubicBezTo>
                      <a:pt x="25" y="27"/>
                      <a:pt x="16" y="23"/>
                      <a:pt x="8" y="23"/>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0"/>
              <p:cNvSpPr/>
              <p:nvPr/>
            </p:nvSpPr>
            <p:spPr>
              <a:xfrm rot="-755222">
                <a:off x="9931702" y="3070235"/>
                <a:ext cx="23958" cy="33044"/>
              </a:xfrm>
              <a:custGeom>
                <a:rect b="b" l="l" r="r" t="t"/>
                <a:pathLst>
                  <a:path extrusionOk="0" h="40" w="29">
                    <a:moveTo>
                      <a:pt x="27" y="39"/>
                    </a:moveTo>
                    <a:cubicBezTo>
                      <a:pt x="18" y="34"/>
                      <a:pt x="11" y="25"/>
                      <a:pt x="5" y="16"/>
                    </a:cubicBezTo>
                    <a:cubicBezTo>
                      <a:pt x="4" y="13"/>
                      <a:pt x="2" y="11"/>
                      <a:pt x="0" y="8"/>
                    </a:cubicBezTo>
                    <a:cubicBezTo>
                      <a:pt x="12" y="0"/>
                      <a:pt x="14" y="13"/>
                      <a:pt x="19" y="17"/>
                    </a:cubicBezTo>
                    <a:cubicBezTo>
                      <a:pt x="19" y="18"/>
                      <a:pt x="19" y="18"/>
                      <a:pt x="19" y="18"/>
                    </a:cubicBezTo>
                    <a:cubicBezTo>
                      <a:pt x="22" y="19"/>
                      <a:pt x="24" y="21"/>
                      <a:pt x="26" y="24"/>
                    </a:cubicBezTo>
                    <a:cubicBezTo>
                      <a:pt x="28" y="27"/>
                      <a:pt x="28" y="30"/>
                      <a:pt x="28" y="33"/>
                    </a:cubicBezTo>
                    <a:cubicBezTo>
                      <a:pt x="28" y="35"/>
                      <a:pt x="28" y="37"/>
                      <a:pt x="2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0"/>
              <p:cNvSpPr/>
              <p:nvPr/>
            </p:nvSpPr>
            <p:spPr>
              <a:xfrm rot="-755222">
                <a:off x="10473644" y="4030691"/>
                <a:ext cx="20654" cy="47914"/>
              </a:xfrm>
              <a:custGeom>
                <a:rect b="b" l="l" r="r" t="t"/>
                <a:pathLst>
                  <a:path extrusionOk="0" h="58" w="25">
                    <a:moveTo>
                      <a:pt x="24" y="0"/>
                    </a:moveTo>
                    <a:lnTo>
                      <a:pt x="24" y="1"/>
                    </a:lnTo>
                    <a:cubicBezTo>
                      <a:pt x="24" y="15"/>
                      <a:pt x="20" y="29"/>
                      <a:pt x="13" y="41"/>
                    </a:cubicBezTo>
                    <a:cubicBezTo>
                      <a:pt x="10" y="47"/>
                      <a:pt x="5" y="52"/>
                      <a:pt x="0" y="57"/>
                    </a:cubicBezTo>
                    <a:cubicBezTo>
                      <a:pt x="0" y="56"/>
                      <a:pt x="0" y="55"/>
                      <a:pt x="0" y="54"/>
                    </a:cubicBezTo>
                    <a:cubicBezTo>
                      <a:pt x="0" y="41"/>
                      <a:pt x="4" y="28"/>
                      <a:pt x="10" y="17"/>
                    </a:cubicBezTo>
                    <a:cubicBezTo>
                      <a:pt x="14" y="10"/>
                      <a:pt x="19"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0"/>
              <p:cNvSpPr/>
              <p:nvPr/>
            </p:nvSpPr>
            <p:spPr>
              <a:xfrm rot="-755222">
                <a:off x="9275096" y="3345846"/>
                <a:ext cx="20654" cy="30566"/>
              </a:xfrm>
              <a:custGeom>
                <a:rect b="b" l="l" r="r" t="t"/>
                <a:pathLst>
                  <a:path extrusionOk="0" h="37" w="25">
                    <a:moveTo>
                      <a:pt x="21" y="36"/>
                    </a:moveTo>
                    <a:cubicBezTo>
                      <a:pt x="14" y="32"/>
                      <a:pt x="9" y="27"/>
                      <a:pt x="5" y="21"/>
                    </a:cubicBezTo>
                    <a:cubicBezTo>
                      <a:pt x="2" y="15"/>
                      <a:pt x="0" y="8"/>
                      <a:pt x="0" y="0"/>
                    </a:cubicBezTo>
                    <a:cubicBezTo>
                      <a:pt x="20" y="4"/>
                      <a:pt x="22" y="19"/>
                      <a:pt x="24" y="34"/>
                    </a:cubicBezTo>
                    <a:lnTo>
                      <a:pt x="21"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0"/>
              <p:cNvSpPr/>
              <p:nvPr/>
            </p:nvSpPr>
            <p:spPr>
              <a:xfrm rot="-755222">
                <a:off x="9540483" y="2942182"/>
                <a:ext cx="28089" cy="37175"/>
              </a:xfrm>
              <a:custGeom>
                <a:rect b="b" l="l" r="r" t="t"/>
                <a:pathLst>
                  <a:path extrusionOk="0" h="45" w="34">
                    <a:moveTo>
                      <a:pt x="33" y="44"/>
                    </a:moveTo>
                    <a:cubicBezTo>
                      <a:pt x="31" y="43"/>
                      <a:pt x="29" y="42"/>
                      <a:pt x="27" y="41"/>
                    </a:cubicBezTo>
                    <a:cubicBezTo>
                      <a:pt x="19" y="36"/>
                      <a:pt x="12" y="29"/>
                      <a:pt x="7" y="21"/>
                    </a:cubicBezTo>
                    <a:cubicBezTo>
                      <a:pt x="3" y="15"/>
                      <a:pt x="1" y="7"/>
                      <a:pt x="0" y="0"/>
                    </a:cubicBezTo>
                    <a:cubicBezTo>
                      <a:pt x="4" y="1"/>
                      <a:pt x="7" y="2"/>
                      <a:pt x="10" y="4"/>
                    </a:cubicBezTo>
                    <a:cubicBezTo>
                      <a:pt x="17" y="8"/>
                      <a:pt x="23" y="14"/>
                      <a:pt x="27" y="21"/>
                    </a:cubicBezTo>
                    <a:cubicBezTo>
                      <a:pt x="31" y="28"/>
                      <a:pt x="33"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0"/>
              <p:cNvSpPr/>
              <p:nvPr/>
            </p:nvSpPr>
            <p:spPr>
              <a:xfrm rot="-755222">
                <a:off x="8782327" y="3101620"/>
                <a:ext cx="24784" cy="32218"/>
              </a:xfrm>
              <a:custGeom>
                <a:rect b="b" l="l" r="r" t="t"/>
                <a:pathLst>
                  <a:path extrusionOk="0" h="39" w="30">
                    <a:moveTo>
                      <a:pt x="0" y="1"/>
                    </a:moveTo>
                    <a:cubicBezTo>
                      <a:pt x="20" y="6"/>
                      <a:pt x="22" y="24"/>
                      <a:pt x="29" y="38"/>
                    </a:cubicBezTo>
                    <a:cubicBezTo>
                      <a:pt x="16" y="29"/>
                      <a:pt x="0" y="2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0"/>
              <p:cNvSpPr/>
              <p:nvPr/>
            </p:nvSpPr>
            <p:spPr>
              <a:xfrm rot="-755222">
                <a:off x="8922385" y="3061421"/>
                <a:ext cx="28915" cy="32218"/>
              </a:xfrm>
              <a:custGeom>
                <a:rect b="b" l="l" r="r" t="t"/>
                <a:pathLst>
                  <a:path extrusionOk="0" h="39" w="35">
                    <a:moveTo>
                      <a:pt x="0" y="1"/>
                    </a:moveTo>
                    <a:cubicBezTo>
                      <a:pt x="19" y="4"/>
                      <a:pt x="23" y="21"/>
                      <a:pt x="34" y="38"/>
                    </a:cubicBezTo>
                    <a:cubicBezTo>
                      <a:pt x="30" y="37"/>
                      <a:pt x="26" y="35"/>
                      <a:pt x="23" y="33"/>
                    </a:cubicBezTo>
                    <a:cubicBezTo>
                      <a:pt x="16" y="29"/>
                      <a:pt x="10" y="24"/>
                      <a:pt x="6" y="17"/>
                    </a:cubicBezTo>
                    <a:cubicBezTo>
                      <a:pt x="3" y="12"/>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0"/>
              <p:cNvSpPr/>
              <p:nvPr/>
            </p:nvSpPr>
            <p:spPr>
              <a:xfrm rot="-755222">
                <a:off x="9528020" y="4278387"/>
                <a:ext cx="24784" cy="28914"/>
              </a:xfrm>
              <a:custGeom>
                <a:rect b="b" l="l" r="r" t="t"/>
                <a:pathLst>
                  <a:path extrusionOk="0" h="35" w="30">
                    <a:moveTo>
                      <a:pt x="2" y="1"/>
                    </a:moveTo>
                    <a:cubicBezTo>
                      <a:pt x="18" y="6"/>
                      <a:pt x="23" y="20"/>
                      <a:pt x="29" y="34"/>
                    </a:cubicBezTo>
                    <a:cubicBezTo>
                      <a:pt x="13" y="28"/>
                      <a:pt x="0" y="19"/>
                      <a:pt x="2"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0"/>
              <p:cNvSpPr/>
              <p:nvPr/>
            </p:nvSpPr>
            <p:spPr>
              <a:xfrm rot="-755222">
                <a:off x="10265701" y="3135169"/>
                <a:ext cx="19828" cy="52045"/>
              </a:xfrm>
              <a:custGeom>
                <a:rect b="b" l="l" r="r" t="t"/>
                <a:pathLst>
                  <a:path extrusionOk="0" h="63" w="24">
                    <a:moveTo>
                      <a:pt x="0" y="62"/>
                    </a:moveTo>
                    <a:cubicBezTo>
                      <a:pt x="0" y="60"/>
                      <a:pt x="0" y="58"/>
                      <a:pt x="0" y="55"/>
                    </a:cubicBezTo>
                    <a:cubicBezTo>
                      <a:pt x="0" y="42"/>
                      <a:pt x="4" y="28"/>
                      <a:pt x="10" y="17"/>
                    </a:cubicBezTo>
                    <a:cubicBezTo>
                      <a:pt x="14" y="10"/>
                      <a:pt x="18" y="5"/>
                      <a:pt x="23" y="0"/>
                    </a:cubicBezTo>
                    <a:cubicBezTo>
                      <a:pt x="21" y="18"/>
                      <a:pt x="16" y="36"/>
                      <a:pt x="6" y="52"/>
                    </a:cubicBezTo>
                    <a:cubicBezTo>
                      <a:pt x="4" y="56"/>
                      <a:pt x="2" y="59"/>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0"/>
              <p:cNvSpPr/>
              <p:nvPr/>
            </p:nvSpPr>
            <p:spPr>
              <a:xfrm rot="-755222">
                <a:off x="10466522" y="4078000"/>
                <a:ext cx="20654" cy="48740"/>
              </a:xfrm>
              <a:custGeom>
                <a:rect b="b" l="l" r="r" t="t"/>
                <a:pathLst>
                  <a:path extrusionOk="0" h="59" w="25">
                    <a:moveTo>
                      <a:pt x="24" y="0"/>
                    </a:moveTo>
                    <a:cubicBezTo>
                      <a:pt x="23" y="15"/>
                      <a:pt x="19" y="29"/>
                      <a:pt x="12" y="42"/>
                    </a:cubicBezTo>
                    <a:cubicBezTo>
                      <a:pt x="9" y="48"/>
                      <a:pt x="5" y="53"/>
                      <a:pt x="0" y="58"/>
                    </a:cubicBezTo>
                    <a:cubicBezTo>
                      <a:pt x="0" y="57"/>
                      <a:pt x="0" y="56"/>
                      <a:pt x="0" y="55"/>
                    </a:cubicBezTo>
                    <a:cubicBezTo>
                      <a:pt x="0" y="42"/>
                      <a:pt x="3" y="29"/>
                      <a:pt x="10" y="17"/>
                    </a:cubicBezTo>
                    <a:cubicBezTo>
                      <a:pt x="14" y="11"/>
                      <a:pt x="18"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0"/>
              <p:cNvSpPr/>
              <p:nvPr/>
            </p:nvSpPr>
            <p:spPr>
              <a:xfrm rot="-755222">
                <a:off x="10293092" y="3126299"/>
                <a:ext cx="21480" cy="49566"/>
              </a:xfrm>
              <a:custGeom>
                <a:rect b="b" l="l" r="r" t="t"/>
                <a:pathLst>
                  <a:path extrusionOk="0" h="60" w="26">
                    <a:moveTo>
                      <a:pt x="17" y="0"/>
                    </a:moveTo>
                    <a:cubicBezTo>
                      <a:pt x="25" y="20"/>
                      <a:pt x="14" y="34"/>
                      <a:pt x="0" y="59"/>
                    </a:cubicBezTo>
                    <a:lnTo>
                      <a:pt x="0" y="58"/>
                    </a:lnTo>
                    <a:cubicBezTo>
                      <a:pt x="0" y="41"/>
                      <a:pt x="5" y="24"/>
                      <a:pt x="13" y="10"/>
                    </a:cubicBezTo>
                    <a:cubicBezTo>
                      <a:pt x="15" y="7"/>
                      <a:pt x="16" y="4"/>
                      <a:pt x="18" y="2"/>
                    </a:cubicBezTo>
                    <a:lnTo>
                      <a:pt x="1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0"/>
              <p:cNvSpPr/>
              <p:nvPr/>
            </p:nvSpPr>
            <p:spPr>
              <a:xfrm rot="-755222">
                <a:off x="9506136" y="2912628"/>
                <a:ext cx="28089" cy="38827"/>
              </a:xfrm>
              <a:custGeom>
                <a:rect b="b" l="l" r="r" t="t"/>
                <a:pathLst>
                  <a:path extrusionOk="0" h="47" w="34">
                    <a:moveTo>
                      <a:pt x="33" y="44"/>
                    </a:moveTo>
                    <a:cubicBezTo>
                      <a:pt x="31" y="43"/>
                      <a:pt x="29" y="42"/>
                      <a:pt x="27" y="41"/>
                    </a:cubicBezTo>
                    <a:cubicBezTo>
                      <a:pt x="19" y="36"/>
                      <a:pt x="12" y="29"/>
                      <a:pt x="7" y="20"/>
                    </a:cubicBezTo>
                    <a:cubicBezTo>
                      <a:pt x="3" y="14"/>
                      <a:pt x="1" y="7"/>
                      <a:pt x="0" y="0"/>
                    </a:cubicBezTo>
                    <a:cubicBezTo>
                      <a:pt x="2" y="1"/>
                      <a:pt x="4" y="2"/>
                      <a:pt x="6" y="3"/>
                    </a:cubicBezTo>
                    <a:cubicBezTo>
                      <a:pt x="14" y="8"/>
                      <a:pt x="20" y="14"/>
                      <a:pt x="25" y="22"/>
                    </a:cubicBezTo>
                    <a:cubicBezTo>
                      <a:pt x="29" y="29"/>
                      <a:pt x="31" y="37"/>
                      <a:pt x="32" y="46"/>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0"/>
              <p:cNvSpPr/>
              <p:nvPr/>
            </p:nvSpPr>
            <p:spPr>
              <a:xfrm rot="-755222">
                <a:off x="8301090" y="2394049"/>
                <a:ext cx="23132" cy="25609"/>
              </a:xfrm>
              <a:custGeom>
                <a:rect b="b" l="l" r="r" t="t"/>
                <a:pathLst>
                  <a:path extrusionOk="0" h="31" w="28">
                    <a:moveTo>
                      <a:pt x="0" y="0"/>
                    </a:moveTo>
                    <a:cubicBezTo>
                      <a:pt x="2" y="1"/>
                      <a:pt x="4" y="2"/>
                      <a:pt x="6" y="3"/>
                    </a:cubicBezTo>
                    <a:cubicBezTo>
                      <a:pt x="13" y="7"/>
                      <a:pt x="18" y="12"/>
                      <a:pt x="22" y="19"/>
                    </a:cubicBezTo>
                    <a:cubicBezTo>
                      <a:pt x="24" y="22"/>
                      <a:pt x="26" y="26"/>
                      <a:pt x="27" y="30"/>
                    </a:cubicBezTo>
                    <a:cubicBezTo>
                      <a:pt x="8" y="28"/>
                      <a:pt x="4"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0"/>
              <p:cNvSpPr/>
              <p:nvPr/>
            </p:nvSpPr>
            <p:spPr>
              <a:xfrm rot="-755222">
                <a:off x="8816895" y="4472608"/>
                <a:ext cx="33046" cy="25609"/>
              </a:xfrm>
              <a:custGeom>
                <a:rect b="b" l="l" r="r" t="t"/>
                <a:pathLst>
                  <a:path extrusionOk="0" h="31" w="40">
                    <a:moveTo>
                      <a:pt x="0" y="3"/>
                    </a:moveTo>
                    <a:cubicBezTo>
                      <a:pt x="21" y="0"/>
                      <a:pt x="27" y="18"/>
                      <a:pt x="39" y="30"/>
                    </a:cubicBezTo>
                    <a:cubicBezTo>
                      <a:pt x="32" y="30"/>
                      <a:pt x="26" y="28"/>
                      <a:pt x="20" y="25"/>
                    </a:cubicBezTo>
                    <a:cubicBezTo>
                      <a:pt x="14" y="21"/>
                      <a:pt x="9" y="16"/>
                      <a:pt x="5" y="10"/>
                    </a:cubicBezTo>
                    <a:cubicBezTo>
                      <a:pt x="3" y="7"/>
                      <a:pt x="2" y="4"/>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0"/>
              <p:cNvSpPr/>
              <p:nvPr/>
            </p:nvSpPr>
            <p:spPr>
              <a:xfrm rot="-755222">
                <a:off x="8888587" y="3032724"/>
                <a:ext cx="28089" cy="37175"/>
              </a:xfrm>
              <a:custGeom>
                <a:rect b="b" l="l" r="r" t="t"/>
                <a:pathLst>
                  <a:path extrusionOk="0" h="45" w="34">
                    <a:moveTo>
                      <a:pt x="0" y="0"/>
                    </a:moveTo>
                    <a:cubicBezTo>
                      <a:pt x="3" y="1"/>
                      <a:pt x="5" y="1"/>
                      <a:pt x="8" y="3"/>
                    </a:cubicBezTo>
                    <a:cubicBezTo>
                      <a:pt x="15" y="7"/>
                      <a:pt x="22" y="14"/>
                      <a:pt x="26" y="22"/>
                    </a:cubicBezTo>
                    <a:cubicBezTo>
                      <a:pt x="30" y="29"/>
                      <a:pt x="33" y="36"/>
                      <a:pt x="33" y="44"/>
                    </a:cubicBezTo>
                    <a:cubicBezTo>
                      <a:pt x="31" y="43"/>
                      <a:pt x="29" y="42"/>
                      <a:pt x="28" y="41"/>
                    </a:cubicBezTo>
                    <a:cubicBezTo>
                      <a:pt x="19" y="37"/>
                      <a:pt x="12" y="30"/>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0"/>
              <p:cNvSpPr/>
              <p:nvPr/>
            </p:nvSpPr>
            <p:spPr>
              <a:xfrm rot="-755222">
                <a:off x="8854686" y="3002203"/>
                <a:ext cx="28089" cy="37175"/>
              </a:xfrm>
              <a:custGeom>
                <a:rect b="b" l="l" r="r" t="t"/>
                <a:pathLst>
                  <a:path extrusionOk="0" h="45" w="34">
                    <a:moveTo>
                      <a:pt x="33" y="44"/>
                    </a:moveTo>
                    <a:cubicBezTo>
                      <a:pt x="31" y="43"/>
                      <a:pt x="29" y="43"/>
                      <a:pt x="26" y="41"/>
                    </a:cubicBezTo>
                    <a:cubicBezTo>
                      <a:pt x="18" y="36"/>
                      <a:pt x="12" y="29"/>
                      <a:pt x="7" y="21"/>
                    </a:cubicBezTo>
                    <a:cubicBezTo>
                      <a:pt x="3" y="15"/>
                      <a:pt x="1" y="8"/>
                      <a:pt x="0" y="0"/>
                    </a:cubicBezTo>
                    <a:cubicBezTo>
                      <a:pt x="3" y="1"/>
                      <a:pt x="6" y="2"/>
                      <a:pt x="9" y="4"/>
                    </a:cubicBezTo>
                    <a:cubicBezTo>
                      <a:pt x="16" y="8"/>
                      <a:pt x="23" y="15"/>
                      <a:pt x="27" y="22"/>
                    </a:cubicBezTo>
                    <a:cubicBezTo>
                      <a:pt x="31" y="29"/>
                      <a:pt x="33" y="37"/>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0"/>
              <p:cNvSpPr/>
              <p:nvPr/>
            </p:nvSpPr>
            <p:spPr>
              <a:xfrm rot="-755222">
                <a:off x="9960017" y="3237655"/>
                <a:ext cx="30567" cy="42131"/>
              </a:xfrm>
              <a:custGeom>
                <a:rect b="b" l="l" r="r" t="t"/>
                <a:pathLst>
                  <a:path extrusionOk="0" h="51" w="37">
                    <a:moveTo>
                      <a:pt x="0" y="0"/>
                    </a:moveTo>
                    <a:cubicBezTo>
                      <a:pt x="11" y="7"/>
                      <a:pt x="21" y="16"/>
                      <a:pt x="27" y="28"/>
                    </a:cubicBezTo>
                    <a:cubicBezTo>
                      <a:pt x="31" y="35"/>
                      <a:pt x="34" y="42"/>
                      <a:pt x="36" y="50"/>
                    </a:cubicBezTo>
                    <a:cubicBezTo>
                      <a:pt x="25" y="43"/>
                      <a:pt x="15" y="33"/>
                      <a:pt x="9" y="22"/>
                    </a:cubicBezTo>
                    <a:cubicBezTo>
                      <a:pt x="5" y="15"/>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0"/>
              <p:cNvSpPr/>
              <p:nvPr/>
            </p:nvSpPr>
            <p:spPr>
              <a:xfrm rot="-755222">
                <a:off x="8726551" y="3018801"/>
                <a:ext cx="28915" cy="31392"/>
              </a:xfrm>
              <a:custGeom>
                <a:rect b="b" l="l" r="r" t="t"/>
                <a:pathLst>
                  <a:path extrusionOk="0" h="38" w="35">
                    <a:moveTo>
                      <a:pt x="34" y="35"/>
                    </a:moveTo>
                    <a:cubicBezTo>
                      <a:pt x="16" y="33"/>
                      <a:pt x="10" y="20"/>
                      <a:pt x="0" y="0"/>
                    </a:cubicBezTo>
                    <a:cubicBezTo>
                      <a:pt x="24" y="8"/>
                      <a:pt x="32" y="20"/>
                      <a:pt x="33" y="37"/>
                    </a:cubicBezTo>
                    <a:lnTo>
                      <a:pt x="34"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0"/>
              <p:cNvSpPr/>
              <p:nvPr/>
            </p:nvSpPr>
            <p:spPr>
              <a:xfrm rot="-755222">
                <a:off x="8820158" y="2972669"/>
                <a:ext cx="28089" cy="37175"/>
              </a:xfrm>
              <a:custGeom>
                <a:rect b="b" l="l" r="r" t="t"/>
                <a:pathLst>
                  <a:path extrusionOk="0" h="45" w="34">
                    <a:moveTo>
                      <a:pt x="33" y="44"/>
                    </a:moveTo>
                    <a:cubicBezTo>
                      <a:pt x="31" y="43"/>
                      <a:pt x="28" y="42"/>
                      <a:pt x="26" y="41"/>
                    </a:cubicBezTo>
                    <a:cubicBezTo>
                      <a:pt x="18" y="36"/>
                      <a:pt x="11" y="30"/>
                      <a:pt x="7" y="22"/>
                    </a:cubicBezTo>
                    <a:cubicBezTo>
                      <a:pt x="3" y="15"/>
                      <a:pt x="1" y="8"/>
                      <a:pt x="0" y="0"/>
                    </a:cubicBezTo>
                    <a:cubicBezTo>
                      <a:pt x="3" y="1"/>
                      <a:pt x="6" y="2"/>
                      <a:pt x="9" y="4"/>
                    </a:cubicBezTo>
                    <a:cubicBezTo>
                      <a:pt x="16" y="8"/>
                      <a:pt x="22" y="14"/>
                      <a:pt x="26" y="21"/>
                    </a:cubicBezTo>
                    <a:cubicBezTo>
                      <a:pt x="30" y="28"/>
                      <a:pt x="32" y="36"/>
                      <a:pt x="32" y="44"/>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0"/>
              <p:cNvSpPr/>
              <p:nvPr/>
            </p:nvSpPr>
            <p:spPr>
              <a:xfrm rot="-755222">
                <a:off x="8126680" y="2488580"/>
                <a:ext cx="26437" cy="33044"/>
              </a:xfrm>
              <a:custGeom>
                <a:rect b="b" l="l" r="r" t="t"/>
                <a:pathLst>
                  <a:path extrusionOk="0" h="40" w="32">
                    <a:moveTo>
                      <a:pt x="31" y="38"/>
                    </a:moveTo>
                    <a:cubicBezTo>
                      <a:pt x="9" y="35"/>
                      <a:pt x="6" y="16"/>
                      <a:pt x="0" y="0"/>
                    </a:cubicBezTo>
                    <a:cubicBezTo>
                      <a:pt x="2" y="1"/>
                      <a:pt x="5" y="2"/>
                      <a:pt x="7" y="4"/>
                    </a:cubicBezTo>
                    <a:cubicBezTo>
                      <a:pt x="14" y="8"/>
                      <a:pt x="20" y="13"/>
                      <a:pt x="24" y="20"/>
                    </a:cubicBezTo>
                    <a:cubicBezTo>
                      <a:pt x="27" y="26"/>
                      <a:pt x="29" y="32"/>
                      <a:pt x="29" y="39"/>
                    </a:cubicBezTo>
                    <a:lnTo>
                      <a:pt x="3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0"/>
              <p:cNvSpPr/>
              <p:nvPr/>
            </p:nvSpPr>
            <p:spPr>
              <a:xfrm rot="-755222">
                <a:off x="8366249" y="3034931"/>
                <a:ext cx="29741" cy="39653"/>
              </a:xfrm>
              <a:custGeom>
                <a:rect b="b" l="l" r="r" t="t"/>
                <a:pathLst>
                  <a:path extrusionOk="0" h="48" w="36">
                    <a:moveTo>
                      <a:pt x="35" y="46"/>
                    </a:moveTo>
                    <a:cubicBezTo>
                      <a:pt x="14" y="40"/>
                      <a:pt x="7" y="22"/>
                      <a:pt x="0" y="3"/>
                    </a:cubicBezTo>
                    <a:lnTo>
                      <a:pt x="4" y="0"/>
                    </a:lnTo>
                    <a:cubicBezTo>
                      <a:pt x="4" y="0"/>
                      <a:pt x="5" y="0"/>
                      <a:pt x="5" y="1"/>
                    </a:cubicBezTo>
                    <a:cubicBezTo>
                      <a:pt x="14"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0"/>
              <p:cNvSpPr/>
              <p:nvPr/>
            </p:nvSpPr>
            <p:spPr>
              <a:xfrm rot="-755222">
                <a:off x="8780795" y="3268729"/>
                <a:ext cx="31394" cy="24783"/>
              </a:xfrm>
              <a:custGeom>
                <a:rect b="b" l="l" r="r" t="t"/>
                <a:pathLst>
                  <a:path extrusionOk="0" h="30" w="38">
                    <a:moveTo>
                      <a:pt x="0" y="2"/>
                    </a:moveTo>
                    <a:cubicBezTo>
                      <a:pt x="20" y="1"/>
                      <a:pt x="27" y="17"/>
                      <a:pt x="37" y="29"/>
                    </a:cubicBezTo>
                    <a:cubicBezTo>
                      <a:pt x="20" y="25"/>
                      <a:pt x="5" y="2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0"/>
              <p:cNvSpPr/>
              <p:nvPr/>
            </p:nvSpPr>
            <p:spPr>
              <a:xfrm rot="-755222">
                <a:off x="8737698" y="2943701"/>
                <a:ext cx="27263" cy="31392"/>
              </a:xfrm>
              <a:custGeom>
                <a:rect b="b" l="l" r="r" t="t"/>
                <a:pathLst>
                  <a:path extrusionOk="0" h="38" w="33">
                    <a:moveTo>
                      <a:pt x="0" y="1"/>
                    </a:moveTo>
                    <a:cubicBezTo>
                      <a:pt x="21" y="4"/>
                      <a:pt x="23" y="24"/>
                      <a:pt x="32" y="37"/>
                    </a:cubicBezTo>
                    <a:cubicBezTo>
                      <a:pt x="28" y="37"/>
                      <a:pt x="23" y="35"/>
                      <a:pt x="20" y="33"/>
                    </a:cubicBezTo>
                    <a:cubicBezTo>
                      <a:pt x="14" y="30"/>
                      <a:pt x="9" y="26"/>
                      <a:pt x="6" y="20"/>
                    </a:cubicBezTo>
                    <a:cubicBezTo>
                      <a:pt x="3" y="14"/>
                      <a:pt x="1" y="8"/>
                      <a:pt x="1" y="1"/>
                    </a:cubicBezTo>
                    <a:lnTo>
                      <a:pt x="1"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0"/>
              <p:cNvSpPr/>
              <p:nvPr/>
            </p:nvSpPr>
            <p:spPr>
              <a:xfrm rot="-755222">
                <a:off x="9176036" y="2798711"/>
                <a:ext cx="24784" cy="32218"/>
              </a:xfrm>
              <a:custGeom>
                <a:rect b="b" l="l" r="r" t="t"/>
                <a:pathLst>
                  <a:path extrusionOk="0" h="39" w="30">
                    <a:moveTo>
                      <a:pt x="29" y="38"/>
                    </a:moveTo>
                    <a:cubicBezTo>
                      <a:pt x="13" y="24"/>
                      <a:pt x="2" y="17"/>
                      <a:pt x="0" y="0"/>
                    </a:cubicBezTo>
                    <a:cubicBezTo>
                      <a:pt x="18" y="5"/>
                      <a:pt x="24" y="15"/>
                      <a:pt x="2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0"/>
              <p:cNvSpPr/>
              <p:nvPr/>
            </p:nvSpPr>
            <p:spPr>
              <a:xfrm rot="-755222">
                <a:off x="8960192" y="3603241"/>
                <a:ext cx="28915" cy="38001"/>
              </a:xfrm>
              <a:custGeom>
                <a:rect b="b" l="l" r="r" t="t"/>
                <a:pathLst>
                  <a:path extrusionOk="0" h="46" w="35">
                    <a:moveTo>
                      <a:pt x="34" y="44"/>
                    </a:moveTo>
                    <a:cubicBezTo>
                      <a:pt x="12" y="39"/>
                      <a:pt x="5" y="20"/>
                      <a:pt x="0" y="1"/>
                    </a:cubicBezTo>
                    <a:lnTo>
                      <a:pt x="1" y="0"/>
                    </a:lnTo>
                    <a:cubicBezTo>
                      <a:pt x="2" y="0"/>
                      <a:pt x="4" y="1"/>
                      <a:pt x="5" y="1"/>
                    </a:cubicBezTo>
                    <a:cubicBezTo>
                      <a:pt x="14" y="7"/>
                      <a:pt x="21" y="14"/>
                      <a:pt x="26" y="23"/>
                    </a:cubicBezTo>
                    <a:cubicBezTo>
                      <a:pt x="30" y="30"/>
                      <a:pt x="32" y="37"/>
                      <a:pt x="33" y="45"/>
                    </a:cubicBezTo>
                    <a:lnTo>
                      <a:pt x="34"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0"/>
              <p:cNvSpPr/>
              <p:nvPr/>
            </p:nvSpPr>
            <p:spPr>
              <a:xfrm rot="-755222">
                <a:off x="10033973" y="3366572"/>
                <a:ext cx="23132" cy="30566"/>
              </a:xfrm>
              <a:custGeom>
                <a:rect b="b" l="l" r="r" t="t"/>
                <a:pathLst>
                  <a:path extrusionOk="0" h="37" w="28">
                    <a:moveTo>
                      <a:pt x="1" y="0"/>
                    </a:moveTo>
                    <a:lnTo>
                      <a:pt x="27" y="36"/>
                    </a:lnTo>
                    <a:cubicBezTo>
                      <a:pt x="24" y="35"/>
                      <a:pt x="20" y="34"/>
                      <a:pt x="17" y="32"/>
                    </a:cubicBezTo>
                    <a:cubicBezTo>
                      <a:pt x="12" y="29"/>
                      <a:pt x="8" y="25"/>
                      <a:pt x="5" y="20"/>
                    </a:cubicBezTo>
                    <a:cubicBezTo>
                      <a:pt x="2" y="15"/>
                      <a:pt x="0" y="9"/>
                      <a:pt x="0" y="3"/>
                    </a:cubicBezTo>
                    <a:cubicBezTo>
                      <a:pt x="0" y="2"/>
                      <a:pt x="1" y="1"/>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0"/>
              <p:cNvSpPr/>
              <p:nvPr/>
            </p:nvSpPr>
            <p:spPr>
              <a:xfrm rot="-755222">
                <a:off x="8972009" y="2817926"/>
                <a:ext cx="25611" cy="31392"/>
              </a:xfrm>
              <a:custGeom>
                <a:rect b="b" l="l" r="r" t="t"/>
                <a:pathLst>
                  <a:path extrusionOk="0" h="38" w="31">
                    <a:moveTo>
                      <a:pt x="0" y="1"/>
                    </a:moveTo>
                    <a:cubicBezTo>
                      <a:pt x="21" y="3"/>
                      <a:pt x="22" y="23"/>
                      <a:pt x="30" y="37"/>
                    </a:cubicBezTo>
                    <a:cubicBezTo>
                      <a:pt x="16" y="28"/>
                      <a:pt x="1"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0"/>
              <p:cNvSpPr/>
              <p:nvPr/>
            </p:nvSpPr>
            <p:spPr>
              <a:xfrm rot="-755222">
                <a:off x="8157693" y="2514554"/>
                <a:ext cx="28089" cy="38827"/>
              </a:xfrm>
              <a:custGeom>
                <a:rect b="b" l="l" r="r" t="t"/>
                <a:pathLst>
                  <a:path extrusionOk="0" h="47" w="34">
                    <a:moveTo>
                      <a:pt x="0" y="0"/>
                    </a:moveTo>
                    <a:cubicBezTo>
                      <a:pt x="3" y="1"/>
                      <a:pt x="5" y="2"/>
                      <a:pt x="7" y="3"/>
                    </a:cubicBezTo>
                    <a:cubicBezTo>
                      <a:pt x="15" y="8"/>
                      <a:pt x="21" y="14"/>
                      <a:pt x="26" y="22"/>
                    </a:cubicBezTo>
                    <a:cubicBezTo>
                      <a:pt x="30" y="30"/>
                      <a:pt x="33" y="38"/>
                      <a:pt x="33" y="46"/>
                    </a:cubicBezTo>
                    <a:cubicBezTo>
                      <a:pt x="30" y="45"/>
                      <a:pt x="27" y="44"/>
                      <a:pt x="24" y="42"/>
                    </a:cubicBezTo>
                    <a:cubicBezTo>
                      <a:pt x="17" y="38"/>
                      <a:pt x="11" y="32"/>
                      <a:pt x="7" y="25"/>
                    </a:cubicBezTo>
                    <a:cubicBezTo>
                      <a:pt x="3" y="18"/>
                      <a:pt x="1"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0"/>
              <p:cNvSpPr/>
              <p:nvPr/>
            </p:nvSpPr>
            <p:spPr>
              <a:xfrm rot="-755222">
                <a:off x="8982195" y="2786893"/>
                <a:ext cx="25611" cy="33044"/>
              </a:xfrm>
              <a:custGeom>
                <a:rect b="b" l="l" r="r" t="t"/>
                <a:pathLst>
                  <a:path extrusionOk="0" h="40" w="31">
                    <a:moveTo>
                      <a:pt x="0" y="1"/>
                    </a:moveTo>
                    <a:cubicBezTo>
                      <a:pt x="21" y="5"/>
                      <a:pt x="27" y="22"/>
                      <a:pt x="30" y="39"/>
                    </a:cubicBezTo>
                    <a:cubicBezTo>
                      <a:pt x="17" y="29"/>
                      <a:pt x="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0"/>
              <p:cNvSpPr/>
              <p:nvPr/>
            </p:nvSpPr>
            <p:spPr>
              <a:xfrm rot="-755222">
                <a:off x="8993223" y="3632479"/>
                <a:ext cx="26437" cy="33044"/>
              </a:xfrm>
              <a:custGeom>
                <a:rect b="b" l="l" r="r" t="t"/>
                <a:pathLst>
                  <a:path extrusionOk="0" h="40" w="32">
                    <a:moveTo>
                      <a:pt x="1" y="1"/>
                    </a:moveTo>
                    <a:cubicBezTo>
                      <a:pt x="4" y="2"/>
                      <a:pt x="6" y="3"/>
                      <a:pt x="8" y="5"/>
                    </a:cubicBezTo>
                    <a:cubicBezTo>
                      <a:pt x="15" y="9"/>
                      <a:pt x="21" y="14"/>
                      <a:pt x="25" y="21"/>
                    </a:cubicBezTo>
                    <a:cubicBezTo>
                      <a:pt x="28" y="27"/>
                      <a:pt x="30" y="33"/>
                      <a:pt x="31" y="39"/>
                    </a:cubicBezTo>
                    <a:cubicBezTo>
                      <a:pt x="18" y="29"/>
                      <a:pt x="0" y="21"/>
                      <a:pt x="4"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0"/>
              <p:cNvSpPr/>
              <p:nvPr/>
            </p:nvSpPr>
            <p:spPr>
              <a:xfrm rot="-755222">
                <a:off x="9084238" y="3612972"/>
                <a:ext cx="27263" cy="38001"/>
              </a:xfrm>
              <a:custGeom>
                <a:rect b="b" l="l" r="r" t="t"/>
                <a:pathLst>
                  <a:path extrusionOk="0" h="46" w="33">
                    <a:moveTo>
                      <a:pt x="0" y="0"/>
                    </a:moveTo>
                    <a:cubicBezTo>
                      <a:pt x="2" y="1"/>
                      <a:pt x="5" y="3"/>
                      <a:pt x="7" y="4"/>
                    </a:cubicBezTo>
                    <a:cubicBezTo>
                      <a:pt x="15" y="8"/>
                      <a:pt x="21" y="15"/>
                      <a:pt x="26" y="22"/>
                    </a:cubicBezTo>
                    <a:cubicBezTo>
                      <a:pt x="30" y="29"/>
                      <a:pt x="32" y="37"/>
                      <a:pt x="32" y="45"/>
                    </a:cubicBezTo>
                    <a:cubicBezTo>
                      <a:pt x="29" y="44"/>
                      <a:pt x="26" y="42"/>
                      <a:pt x="24" y="41"/>
                    </a:cubicBezTo>
                    <a:cubicBezTo>
                      <a:pt x="16" y="36"/>
                      <a:pt x="10" y="31"/>
                      <a:pt x="6" y="24"/>
                    </a:cubicBezTo>
                    <a:cubicBezTo>
                      <a:pt x="2" y="17"/>
                      <a:pt x="0"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0"/>
              <p:cNvSpPr/>
              <p:nvPr/>
            </p:nvSpPr>
            <p:spPr>
              <a:xfrm rot="-755222">
                <a:off x="9424382" y="3554448"/>
                <a:ext cx="30567" cy="39653"/>
              </a:xfrm>
              <a:custGeom>
                <a:rect b="b" l="l" r="r" t="t"/>
                <a:pathLst>
                  <a:path extrusionOk="0" h="48" w="37">
                    <a:moveTo>
                      <a:pt x="33" y="47"/>
                    </a:moveTo>
                    <a:cubicBezTo>
                      <a:pt x="32" y="46"/>
                      <a:pt x="32" y="46"/>
                      <a:pt x="31" y="45"/>
                    </a:cubicBezTo>
                    <a:cubicBezTo>
                      <a:pt x="21" y="40"/>
                      <a:pt x="13" y="32"/>
                      <a:pt x="7" y="22"/>
                    </a:cubicBezTo>
                    <a:cubicBezTo>
                      <a:pt x="4" y="16"/>
                      <a:pt x="2" y="9"/>
                      <a:pt x="0" y="3"/>
                    </a:cubicBezTo>
                    <a:lnTo>
                      <a:pt x="3" y="0"/>
                    </a:lnTo>
                    <a:cubicBezTo>
                      <a:pt x="3" y="0"/>
                      <a:pt x="4" y="0"/>
                      <a:pt x="4" y="1"/>
                    </a:cubicBezTo>
                    <a:cubicBezTo>
                      <a:pt x="14" y="6"/>
                      <a:pt x="22" y="15"/>
                      <a:pt x="28" y="25"/>
                    </a:cubicBezTo>
                    <a:cubicBezTo>
                      <a:pt x="32" y="31"/>
                      <a:pt x="34" y="37"/>
                      <a:pt x="36" y="44"/>
                    </a:cubicBezTo>
                    <a:lnTo>
                      <a:pt x="33"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0"/>
              <p:cNvSpPr/>
              <p:nvPr/>
            </p:nvSpPr>
            <p:spPr>
              <a:xfrm rot="-755222">
                <a:off x="9530052" y="3529570"/>
                <a:ext cx="26437" cy="35522"/>
              </a:xfrm>
              <a:custGeom>
                <a:rect b="b" l="l" r="r" t="t"/>
                <a:pathLst>
                  <a:path extrusionOk="0" h="43" w="32">
                    <a:moveTo>
                      <a:pt x="0" y="0"/>
                    </a:moveTo>
                    <a:cubicBezTo>
                      <a:pt x="10" y="6"/>
                      <a:pt x="18" y="14"/>
                      <a:pt x="24" y="24"/>
                    </a:cubicBezTo>
                    <a:cubicBezTo>
                      <a:pt x="27" y="30"/>
                      <a:pt x="30" y="36"/>
                      <a:pt x="31" y="42"/>
                    </a:cubicBezTo>
                    <a:cubicBezTo>
                      <a:pt x="15" y="36"/>
                      <a:pt x="9"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0"/>
              <p:cNvSpPr/>
              <p:nvPr/>
            </p:nvSpPr>
            <p:spPr>
              <a:xfrm rot="-755222">
                <a:off x="8937355" y="2788133"/>
                <a:ext cx="28915" cy="38001"/>
              </a:xfrm>
              <a:custGeom>
                <a:rect b="b" l="l" r="r" t="t"/>
                <a:pathLst>
                  <a:path extrusionOk="0" h="46" w="35">
                    <a:moveTo>
                      <a:pt x="0" y="0"/>
                    </a:moveTo>
                    <a:cubicBezTo>
                      <a:pt x="3" y="1"/>
                      <a:pt x="5" y="2"/>
                      <a:pt x="8" y="4"/>
                    </a:cubicBezTo>
                    <a:cubicBezTo>
                      <a:pt x="16" y="8"/>
                      <a:pt x="22" y="15"/>
                      <a:pt x="27" y="22"/>
                    </a:cubicBezTo>
                    <a:cubicBezTo>
                      <a:pt x="31" y="29"/>
                      <a:pt x="33" y="37"/>
                      <a:pt x="34" y="45"/>
                    </a:cubicBezTo>
                    <a:cubicBezTo>
                      <a:pt x="31" y="44"/>
                      <a:pt x="29" y="42"/>
                      <a:pt x="27" y="41"/>
                    </a:cubicBezTo>
                    <a:cubicBezTo>
                      <a:pt x="19" y="36"/>
                      <a:pt x="13" y="30"/>
                      <a:pt x="8" y="22"/>
                    </a:cubicBezTo>
                    <a:cubicBezTo>
                      <a:pt x="4" y="15"/>
                      <a:pt x="2" y="8"/>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0"/>
              <p:cNvSpPr/>
              <p:nvPr/>
            </p:nvSpPr>
            <p:spPr>
              <a:xfrm rot="-755222">
                <a:off x="9491195" y="3552729"/>
                <a:ext cx="25611" cy="35522"/>
              </a:xfrm>
              <a:custGeom>
                <a:rect b="b" l="l" r="r" t="t"/>
                <a:pathLst>
                  <a:path extrusionOk="0" h="43" w="31">
                    <a:moveTo>
                      <a:pt x="30" y="42"/>
                    </a:moveTo>
                    <a:cubicBezTo>
                      <a:pt x="19" y="34"/>
                      <a:pt x="10" y="23"/>
                      <a:pt x="3" y="12"/>
                    </a:cubicBezTo>
                    <a:cubicBezTo>
                      <a:pt x="2" y="10"/>
                      <a:pt x="1" y="8"/>
                      <a:pt x="0" y="6"/>
                    </a:cubicBezTo>
                    <a:cubicBezTo>
                      <a:pt x="2" y="4"/>
                      <a:pt x="3" y="2"/>
                      <a:pt x="5" y="0"/>
                    </a:cubicBezTo>
                    <a:cubicBezTo>
                      <a:pt x="12" y="5"/>
                      <a:pt x="18" y="12"/>
                      <a:pt x="22" y="20"/>
                    </a:cubicBezTo>
                    <a:cubicBezTo>
                      <a:pt x="26" y="27"/>
                      <a:pt x="29" y="34"/>
                      <a:pt x="30"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0"/>
              <p:cNvSpPr/>
              <p:nvPr/>
            </p:nvSpPr>
            <p:spPr>
              <a:xfrm rot="-755222">
                <a:off x="8173341" y="2712813"/>
                <a:ext cx="23958" cy="25609"/>
              </a:xfrm>
              <a:custGeom>
                <a:rect b="b" l="l" r="r" t="t"/>
                <a:pathLst>
                  <a:path extrusionOk="0" h="31" w="29">
                    <a:moveTo>
                      <a:pt x="28" y="30"/>
                    </a:moveTo>
                    <a:cubicBezTo>
                      <a:pt x="13" y="27"/>
                      <a:pt x="6" y="15"/>
                      <a:pt x="0" y="0"/>
                    </a:cubicBezTo>
                    <a:cubicBezTo>
                      <a:pt x="21" y="1"/>
                      <a:pt x="22" y="20"/>
                      <a:pt x="2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0"/>
              <p:cNvSpPr/>
              <p:nvPr/>
            </p:nvSpPr>
            <p:spPr>
              <a:xfrm rot="-755222">
                <a:off x="8732056" y="3747604"/>
                <a:ext cx="17349" cy="27261"/>
              </a:xfrm>
              <a:custGeom>
                <a:rect b="b" l="l" r="r" t="t"/>
                <a:pathLst>
                  <a:path extrusionOk="0" h="33" w="21">
                    <a:moveTo>
                      <a:pt x="20" y="21"/>
                    </a:moveTo>
                    <a:cubicBezTo>
                      <a:pt x="20" y="25"/>
                      <a:pt x="19" y="32"/>
                      <a:pt x="15" y="32"/>
                    </a:cubicBezTo>
                    <a:cubicBezTo>
                      <a:pt x="5" y="32"/>
                      <a:pt x="1" y="23"/>
                      <a:pt x="0" y="14"/>
                    </a:cubicBezTo>
                    <a:cubicBezTo>
                      <a:pt x="0" y="13"/>
                      <a:pt x="0" y="13"/>
                      <a:pt x="0" y="12"/>
                    </a:cubicBezTo>
                    <a:cubicBezTo>
                      <a:pt x="0" y="11"/>
                      <a:pt x="0" y="9"/>
                      <a:pt x="1" y="7"/>
                    </a:cubicBezTo>
                    <a:cubicBezTo>
                      <a:pt x="2" y="6"/>
                      <a:pt x="3" y="4"/>
                      <a:pt x="5" y="3"/>
                    </a:cubicBezTo>
                    <a:cubicBezTo>
                      <a:pt x="6" y="3"/>
                      <a:pt x="6" y="3"/>
                      <a:pt x="7" y="2"/>
                    </a:cubicBezTo>
                    <a:cubicBezTo>
                      <a:pt x="20" y="0"/>
                      <a:pt x="19" y="11"/>
                      <a:pt x="2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0"/>
              <p:cNvSpPr/>
              <p:nvPr/>
            </p:nvSpPr>
            <p:spPr>
              <a:xfrm rot="-755222">
                <a:off x="8949880" y="2757485"/>
                <a:ext cx="28089" cy="37175"/>
              </a:xfrm>
              <a:custGeom>
                <a:rect b="b" l="l" r="r" t="t"/>
                <a:pathLst>
                  <a:path extrusionOk="0" h="45" w="34">
                    <a:moveTo>
                      <a:pt x="33" y="43"/>
                    </a:moveTo>
                    <a:cubicBezTo>
                      <a:pt x="30" y="42"/>
                      <a:pt x="27" y="41"/>
                      <a:pt x="24" y="39"/>
                    </a:cubicBezTo>
                    <a:cubicBezTo>
                      <a:pt x="17" y="35"/>
                      <a:pt x="10" y="29"/>
                      <a:pt x="6" y="21"/>
                    </a:cubicBezTo>
                    <a:cubicBezTo>
                      <a:pt x="2" y="15"/>
                      <a:pt x="0" y="7"/>
                      <a:pt x="0" y="0"/>
                    </a:cubicBezTo>
                    <a:cubicBezTo>
                      <a:pt x="3" y="1"/>
                      <a:pt x="6" y="3"/>
                      <a:pt x="8" y="4"/>
                    </a:cubicBezTo>
                    <a:cubicBezTo>
                      <a:pt x="16" y="9"/>
                      <a:pt x="22" y="14"/>
                      <a:pt x="26" y="22"/>
                    </a:cubicBezTo>
                    <a:cubicBezTo>
                      <a:pt x="30" y="28"/>
                      <a:pt x="32" y="36"/>
                      <a:pt x="33" y="44"/>
                    </a:cubicBezTo>
                    <a:lnTo>
                      <a:pt x="33"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0"/>
              <p:cNvSpPr/>
              <p:nvPr/>
            </p:nvSpPr>
            <p:spPr>
              <a:xfrm rot="-755222">
                <a:off x="9458830" y="3584082"/>
                <a:ext cx="29741" cy="38827"/>
              </a:xfrm>
              <a:custGeom>
                <a:rect b="b" l="l" r="r" t="t"/>
                <a:pathLst>
                  <a:path extrusionOk="0" h="47" w="36">
                    <a:moveTo>
                      <a:pt x="35" y="45"/>
                    </a:moveTo>
                    <a:cubicBezTo>
                      <a:pt x="32" y="44"/>
                      <a:pt x="30" y="43"/>
                      <a:pt x="27" y="41"/>
                    </a:cubicBezTo>
                    <a:cubicBezTo>
                      <a:pt x="19" y="37"/>
                      <a:pt x="12" y="30"/>
                      <a:pt x="7" y="21"/>
                    </a:cubicBezTo>
                    <a:cubicBezTo>
                      <a:pt x="4" y="15"/>
                      <a:pt x="1" y="9"/>
                      <a:pt x="0" y="3"/>
                    </a:cubicBezTo>
                    <a:lnTo>
                      <a:pt x="3" y="0"/>
                    </a:lnTo>
                    <a:cubicBezTo>
                      <a:pt x="4" y="1"/>
                      <a:pt x="6" y="2"/>
                      <a:pt x="8" y="3"/>
                    </a:cubicBezTo>
                    <a:cubicBezTo>
                      <a:pt x="16" y="8"/>
                      <a:pt x="22" y="14"/>
                      <a:pt x="27" y="22"/>
                    </a:cubicBezTo>
                    <a:cubicBezTo>
                      <a:pt x="31" y="30"/>
                      <a:pt x="34" y="38"/>
                      <a:pt x="34" y="46"/>
                    </a:cubicBezTo>
                    <a:lnTo>
                      <a:pt x="35"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0"/>
              <p:cNvSpPr/>
              <p:nvPr/>
            </p:nvSpPr>
            <p:spPr>
              <a:xfrm rot="-755222">
                <a:off x="9037824" y="2727480"/>
                <a:ext cx="22306" cy="36349"/>
              </a:xfrm>
              <a:custGeom>
                <a:rect b="b" l="l" r="r" t="t"/>
                <a:pathLst>
                  <a:path extrusionOk="0" h="44" w="27">
                    <a:moveTo>
                      <a:pt x="0" y="0"/>
                    </a:moveTo>
                    <a:cubicBezTo>
                      <a:pt x="13" y="15"/>
                      <a:pt x="26" y="23"/>
                      <a:pt x="26" y="43"/>
                    </a:cubicBezTo>
                    <a:cubicBezTo>
                      <a:pt x="18" y="38"/>
                      <a:pt x="11" y="32"/>
                      <a:pt x="7" y="24"/>
                    </a:cubicBezTo>
                    <a:cubicBezTo>
                      <a:pt x="3" y="17"/>
                      <a:pt x="0"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0"/>
              <p:cNvSpPr/>
              <p:nvPr/>
            </p:nvSpPr>
            <p:spPr>
              <a:xfrm rot="-755222">
                <a:off x="8998186" y="2736778"/>
                <a:ext cx="25611" cy="33870"/>
              </a:xfrm>
              <a:custGeom>
                <a:rect b="b" l="l" r="r" t="t"/>
                <a:pathLst>
                  <a:path extrusionOk="0" h="41" w="31">
                    <a:moveTo>
                      <a:pt x="2" y="1"/>
                    </a:moveTo>
                    <a:cubicBezTo>
                      <a:pt x="4" y="2"/>
                      <a:pt x="6" y="3"/>
                      <a:pt x="8" y="4"/>
                    </a:cubicBezTo>
                    <a:cubicBezTo>
                      <a:pt x="15" y="8"/>
                      <a:pt x="20" y="13"/>
                      <a:pt x="24" y="20"/>
                    </a:cubicBezTo>
                    <a:cubicBezTo>
                      <a:pt x="27" y="26"/>
                      <a:pt x="30" y="33"/>
                      <a:pt x="30" y="40"/>
                    </a:cubicBezTo>
                    <a:cubicBezTo>
                      <a:pt x="16" y="30"/>
                      <a:pt x="0" y="21"/>
                      <a:pt x="4"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0"/>
              <p:cNvSpPr/>
              <p:nvPr/>
            </p:nvSpPr>
            <p:spPr>
              <a:xfrm rot="-755222">
                <a:off x="10060806" y="3451556"/>
                <a:ext cx="26437" cy="24783"/>
              </a:xfrm>
              <a:custGeom>
                <a:rect b="b" l="l" r="r" t="t"/>
                <a:pathLst>
                  <a:path extrusionOk="0" h="30" w="32">
                    <a:moveTo>
                      <a:pt x="31" y="29"/>
                    </a:moveTo>
                    <a:cubicBezTo>
                      <a:pt x="26" y="28"/>
                      <a:pt x="21" y="27"/>
                      <a:pt x="17" y="24"/>
                    </a:cubicBezTo>
                    <a:cubicBezTo>
                      <a:pt x="12" y="21"/>
                      <a:pt x="7" y="17"/>
                      <a:pt x="4" y="11"/>
                    </a:cubicBezTo>
                    <a:cubicBezTo>
                      <a:pt x="2" y="8"/>
                      <a:pt x="1" y="4"/>
                      <a:pt x="0" y="0"/>
                    </a:cubicBezTo>
                    <a:cubicBezTo>
                      <a:pt x="5" y="1"/>
                      <a:pt x="10" y="2"/>
                      <a:pt x="14" y="5"/>
                    </a:cubicBezTo>
                    <a:cubicBezTo>
                      <a:pt x="19" y="8"/>
                      <a:pt x="24" y="13"/>
                      <a:pt x="27" y="18"/>
                    </a:cubicBezTo>
                    <a:cubicBezTo>
                      <a:pt x="29" y="22"/>
                      <a:pt x="31" y="25"/>
                      <a:pt x="3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0"/>
              <p:cNvSpPr/>
              <p:nvPr/>
            </p:nvSpPr>
            <p:spPr>
              <a:xfrm rot="-755222">
                <a:off x="8230235" y="3464358"/>
                <a:ext cx="26437" cy="40479"/>
              </a:xfrm>
              <a:custGeom>
                <a:rect b="b" l="l" r="r" t="t"/>
                <a:pathLst>
                  <a:path extrusionOk="0" h="49" w="32">
                    <a:moveTo>
                      <a:pt x="0" y="0"/>
                    </a:moveTo>
                    <a:cubicBezTo>
                      <a:pt x="19" y="18"/>
                      <a:pt x="30" y="26"/>
                      <a:pt x="31" y="48"/>
                    </a:cubicBezTo>
                    <a:cubicBezTo>
                      <a:pt x="22" y="41"/>
                      <a:pt x="15" y="33"/>
                      <a:pt x="9" y="23"/>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0"/>
              <p:cNvSpPr/>
              <p:nvPr/>
            </p:nvSpPr>
            <p:spPr>
              <a:xfrm rot="-755222">
                <a:off x="9409309" y="3088692"/>
                <a:ext cx="23958" cy="33044"/>
              </a:xfrm>
              <a:custGeom>
                <a:rect b="b" l="l" r="r" t="t"/>
                <a:pathLst>
                  <a:path extrusionOk="0" h="40" w="29">
                    <a:moveTo>
                      <a:pt x="28" y="38"/>
                    </a:moveTo>
                    <a:cubicBezTo>
                      <a:pt x="9" y="33"/>
                      <a:pt x="4" y="17"/>
                      <a:pt x="0" y="0"/>
                    </a:cubicBezTo>
                    <a:cubicBezTo>
                      <a:pt x="13" y="10"/>
                      <a:pt x="28" y="19"/>
                      <a:pt x="26" y="39"/>
                    </a:cubicBezTo>
                    <a:lnTo>
                      <a:pt x="2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0"/>
              <p:cNvSpPr/>
              <p:nvPr/>
            </p:nvSpPr>
            <p:spPr>
              <a:xfrm rot="-755222">
                <a:off x="9069412" y="3698839"/>
                <a:ext cx="22306" cy="29740"/>
              </a:xfrm>
              <a:custGeom>
                <a:rect b="b" l="l" r="r" t="t"/>
                <a:pathLst>
                  <a:path extrusionOk="0" h="36" w="27">
                    <a:moveTo>
                      <a:pt x="1" y="0"/>
                    </a:moveTo>
                    <a:cubicBezTo>
                      <a:pt x="3" y="1"/>
                      <a:pt x="4" y="2"/>
                      <a:pt x="5" y="2"/>
                    </a:cubicBezTo>
                    <a:cubicBezTo>
                      <a:pt x="12" y="6"/>
                      <a:pt x="18" y="12"/>
                      <a:pt x="21" y="18"/>
                    </a:cubicBezTo>
                    <a:cubicBezTo>
                      <a:pt x="23" y="22"/>
                      <a:pt x="25" y="26"/>
                      <a:pt x="26" y="30"/>
                    </a:cubicBezTo>
                    <a:cubicBezTo>
                      <a:pt x="14" y="35"/>
                      <a:pt x="11" y="25"/>
                      <a:pt x="6" y="19"/>
                    </a:cubicBezTo>
                    <a:cubicBezTo>
                      <a:pt x="5" y="18"/>
                      <a:pt x="3" y="16"/>
                      <a:pt x="2" y="15"/>
                    </a:cubicBezTo>
                    <a:cubicBezTo>
                      <a:pt x="1" y="12"/>
                      <a:pt x="0" y="9"/>
                      <a:pt x="0" y="6"/>
                    </a:cubicBezTo>
                    <a:cubicBezTo>
                      <a:pt x="0" y="4"/>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0"/>
              <p:cNvSpPr/>
              <p:nvPr/>
            </p:nvSpPr>
            <p:spPr>
              <a:xfrm rot="-755222">
                <a:off x="8912723" y="2726589"/>
                <a:ext cx="30567" cy="38827"/>
              </a:xfrm>
              <a:custGeom>
                <a:rect b="b" l="l" r="r" t="t"/>
                <a:pathLst>
                  <a:path extrusionOk="0" h="47" w="37">
                    <a:moveTo>
                      <a:pt x="36" y="46"/>
                    </a:moveTo>
                    <a:cubicBezTo>
                      <a:pt x="14" y="40"/>
                      <a:pt x="7" y="22"/>
                      <a:pt x="0" y="4"/>
                    </a:cubicBezTo>
                    <a:lnTo>
                      <a:pt x="4" y="0"/>
                    </a:lnTo>
                    <a:cubicBezTo>
                      <a:pt x="4" y="0"/>
                      <a:pt x="5" y="0"/>
                      <a:pt x="5" y="1"/>
                    </a:cubicBezTo>
                    <a:cubicBezTo>
                      <a:pt x="14" y="6"/>
                      <a:pt x="22" y="13"/>
                      <a:pt x="27" y="22"/>
                    </a:cubicBezTo>
                    <a:cubicBezTo>
                      <a:pt x="32" y="30"/>
                      <a:pt x="33" y="38"/>
                      <a:pt x="34" y="46"/>
                    </a:cubicBezTo>
                    <a:lnTo>
                      <a:pt x="3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0"/>
              <p:cNvSpPr/>
              <p:nvPr/>
            </p:nvSpPr>
            <p:spPr>
              <a:xfrm rot="-755222">
                <a:off x="9984564" y="3513048"/>
                <a:ext cx="38003" cy="28914"/>
              </a:xfrm>
              <a:custGeom>
                <a:rect b="b" l="l" r="r" t="t"/>
                <a:pathLst>
                  <a:path extrusionOk="0" h="35" w="46">
                    <a:moveTo>
                      <a:pt x="45" y="33"/>
                    </a:moveTo>
                    <a:cubicBezTo>
                      <a:pt x="37" y="32"/>
                      <a:pt x="29" y="30"/>
                      <a:pt x="22" y="26"/>
                    </a:cubicBezTo>
                    <a:cubicBezTo>
                      <a:pt x="14" y="22"/>
                      <a:pt x="8" y="16"/>
                      <a:pt x="4" y="9"/>
                    </a:cubicBezTo>
                    <a:cubicBezTo>
                      <a:pt x="3" y="6"/>
                      <a:pt x="1" y="3"/>
                      <a:pt x="0" y="0"/>
                    </a:cubicBezTo>
                    <a:cubicBezTo>
                      <a:pt x="8" y="0"/>
                      <a:pt x="15" y="2"/>
                      <a:pt x="22" y="6"/>
                    </a:cubicBezTo>
                    <a:cubicBezTo>
                      <a:pt x="30" y="10"/>
                      <a:pt x="36" y="17"/>
                      <a:pt x="41" y="25"/>
                    </a:cubicBezTo>
                    <a:cubicBezTo>
                      <a:pt x="43" y="28"/>
                      <a:pt x="44" y="31"/>
                      <a:pt x="45" y="34"/>
                    </a:cubicBezTo>
                    <a:lnTo>
                      <a:pt x="45"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0"/>
              <p:cNvSpPr/>
              <p:nvPr/>
            </p:nvSpPr>
            <p:spPr>
              <a:xfrm rot="-755222">
                <a:off x="8965591" y="2706484"/>
                <a:ext cx="28915" cy="37175"/>
              </a:xfrm>
              <a:custGeom>
                <a:rect b="b" l="l" r="r" t="t"/>
                <a:pathLst>
                  <a:path extrusionOk="0" h="45" w="35">
                    <a:moveTo>
                      <a:pt x="34" y="44"/>
                    </a:moveTo>
                    <a:cubicBezTo>
                      <a:pt x="30" y="43"/>
                      <a:pt x="27" y="42"/>
                      <a:pt x="24" y="40"/>
                    </a:cubicBezTo>
                    <a:cubicBezTo>
                      <a:pt x="17" y="36"/>
                      <a:pt x="11" y="30"/>
                      <a:pt x="7" y="23"/>
                    </a:cubicBezTo>
                    <a:cubicBezTo>
                      <a:pt x="3" y="16"/>
                      <a:pt x="1" y="8"/>
                      <a:pt x="0" y="0"/>
                    </a:cubicBezTo>
                    <a:cubicBezTo>
                      <a:pt x="3" y="1"/>
                      <a:pt x="5" y="3"/>
                      <a:pt x="7" y="4"/>
                    </a:cubicBezTo>
                    <a:cubicBezTo>
                      <a:pt x="15" y="9"/>
                      <a:pt x="22" y="15"/>
                      <a:pt x="27" y="23"/>
                    </a:cubicBezTo>
                    <a:cubicBezTo>
                      <a:pt x="30" y="29"/>
                      <a:pt x="33" y="37"/>
                      <a:pt x="3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0"/>
              <p:cNvSpPr/>
              <p:nvPr/>
            </p:nvSpPr>
            <p:spPr>
              <a:xfrm rot="-755222">
                <a:off x="8149058" y="2191453"/>
                <a:ext cx="33872" cy="23131"/>
              </a:xfrm>
              <a:custGeom>
                <a:rect b="b" l="l" r="r" t="t"/>
                <a:pathLst>
                  <a:path extrusionOk="0" h="28" w="41">
                    <a:moveTo>
                      <a:pt x="40" y="27"/>
                    </a:moveTo>
                    <a:cubicBezTo>
                      <a:pt x="33" y="26"/>
                      <a:pt x="26" y="23"/>
                      <a:pt x="20" y="20"/>
                    </a:cubicBezTo>
                    <a:cubicBezTo>
                      <a:pt x="12" y="15"/>
                      <a:pt x="5" y="8"/>
                      <a:pt x="0" y="0"/>
                    </a:cubicBezTo>
                    <a:cubicBezTo>
                      <a:pt x="8" y="0"/>
                      <a:pt x="15" y="2"/>
                      <a:pt x="22" y="6"/>
                    </a:cubicBezTo>
                    <a:cubicBezTo>
                      <a:pt x="28" y="10"/>
                      <a:pt x="34" y="16"/>
                      <a:pt x="38" y="23"/>
                    </a:cubicBezTo>
                    <a:cubicBezTo>
                      <a:pt x="39" y="24"/>
                      <a:pt x="40" y="25"/>
                      <a:pt x="4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0"/>
              <p:cNvSpPr/>
              <p:nvPr/>
            </p:nvSpPr>
            <p:spPr>
              <a:xfrm rot="-755222">
                <a:off x="8707087" y="2764605"/>
                <a:ext cx="24784" cy="32218"/>
              </a:xfrm>
              <a:custGeom>
                <a:rect b="b" l="l" r="r" t="t"/>
                <a:pathLst>
                  <a:path extrusionOk="0" h="39" w="30">
                    <a:moveTo>
                      <a:pt x="0" y="1"/>
                    </a:moveTo>
                    <a:cubicBezTo>
                      <a:pt x="21" y="5"/>
                      <a:pt x="24" y="22"/>
                      <a:pt x="29" y="38"/>
                    </a:cubicBezTo>
                    <a:cubicBezTo>
                      <a:pt x="16" y="29"/>
                      <a:pt x="3"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0"/>
              <p:cNvSpPr/>
              <p:nvPr/>
            </p:nvSpPr>
            <p:spPr>
              <a:xfrm rot="-755222">
                <a:off x="8979452" y="2678811"/>
                <a:ext cx="28915" cy="34696"/>
              </a:xfrm>
              <a:custGeom>
                <a:rect b="b" l="l" r="r" t="t"/>
                <a:pathLst>
                  <a:path extrusionOk="0" h="42" w="35">
                    <a:moveTo>
                      <a:pt x="34" y="41"/>
                    </a:moveTo>
                    <a:cubicBezTo>
                      <a:pt x="32" y="40"/>
                      <a:pt x="30" y="40"/>
                      <a:pt x="28" y="38"/>
                    </a:cubicBezTo>
                    <a:cubicBezTo>
                      <a:pt x="19" y="33"/>
                      <a:pt x="12" y="26"/>
                      <a:pt x="7" y="17"/>
                    </a:cubicBezTo>
                    <a:cubicBezTo>
                      <a:pt x="4" y="12"/>
                      <a:pt x="2" y="6"/>
                      <a:pt x="0" y="0"/>
                    </a:cubicBezTo>
                    <a:cubicBezTo>
                      <a:pt x="19" y="7"/>
                      <a:pt x="24" y="21"/>
                      <a:pt x="3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0"/>
              <p:cNvSpPr/>
              <p:nvPr/>
            </p:nvSpPr>
            <p:spPr>
              <a:xfrm rot="-755222">
                <a:off x="8673866" y="2734471"/>
                <a:ext cx="28089" cy="37175"/>
              </a:xfrm>
              <a:custGeom>
                <a:rect b="b" l="l" r="r" t="t"/>
                <a:pathLst>
                  <a:path extrusionOk="0" h="45" w="34">
                    <a:moveTo>
                      <a:pt x="33" y="44"/>
                    </a:moveTo>
                    <a:cubicBezTo>
                      <a:pt x="31" y="44"/>
                      <a:pt x="29" y="43"/>
                      <a:pt x="28" y="42"/>
                    </a:cubicBezTo>
                    <a:cubicBezTo>
                      <a:pt x="19" y="37"/>
                      <a:pt x="12" y="30"/>
                      <a:pt x="7" y="21"/>
                    </a:cubicBezTo>
                    <a:cubicBezTo>
                      <a:pt x="3" y="15"/>
                      <a:pt x="1" y="7"/>
                      <a:pt x="0" y="0"/>
                    </a:cubicBezTo>
                    <a:cubicBezTo>
                      <a:pt x="3" y="1"/>
                      <a:pt x="6" y="2"/>
                      <a:pt x="9" y="4"/>
                    </a:cubicBezTo>
                    <a:cubicBezTo>
                      <a:pt x="16" y="8"/>
                      <a:pt x="22" y="14"/>
                      <a:pt x="26" y="21"/>
                    </a:cubicBezTo>
                    <a:cubicBezTo>
                      <a:pt x="30" y="28"/>
                      <a:pt x="32"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0"/>
              <p:cNvSpPr/>
              <p:nvPr/>
            </p:nvSpPr>
            <p:spPr>
              <a:xfrm rot="-755222">
                <a:off x="10021897" y="3582467"/>
                <a:ext cx="31394" cy="28088"/>
              </a:xfrm>
              <a:custGeom>
                <a:rect b="b" l="l" r="r" t="t"/>
                <a:pathLst>
                  <a:path extrusionOk="0" h="34" w="38">
                    <a:moveTo>
                      <a:pt x="37" y="33"/>
                    </a:moveTo>
                    <a:cubicBezTo>
                      <a:pt x="17" y="21"/>
                      <a:pt x="7" y="15"/>
                      <a:pt x="0" y="0"/>
                    </a:cubicBezTo>
                    <a:cubicBezTo>
                      <a:pt x="17" y="3"/>
                      <a:pt x="26" y="12"/>
                      <a:pt x="37"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0"/>
              <p:cNvSpPr/>
              <p:nvPr/>
            </p:nvSpPr>
            <p:spPr>
              <a:xfrm rot="-755222">
                <a:off x="7951926" y="2885256"/>
                <a:ext cx="15697" cy="41305"/>
              </a:xfrm>
              <a:custGeom>
                <a:rect b="b" l="l" r="r" t="t"/>
                <a:pathLst>
                  <a:path extrusionOk="0" h="50" w="19">
                    <a:moveTo>
                      <a:pt x="3" y="1"/>
                    </a:moveTo>
                    <a:lnTo>
                      <a:pt x="18" y="49"/>
                    </a:lnTo>
                    <a:cubicBezTo>
                      <a:pt x="18" y="48"/>
                      <a:pt x="18" y="48"/>
                      <a:pt x="17" y="48"/>
                    </a:cubicBezTo>
                    <a:cubicBezTo>
                      <a:pt x="12" y="45"/>
                      <a:pt x="7" y="40"/>
                      <a:pt x="4" y="35"/>
                    </a:cubicBezTo>
                    <a:cubicBezTo>
                      <a:pt x="1" y="30"/>
                      <a:pt x="0" y="24"/>
                      <a:pt x="0" y="17"/>
                    </a:cubicBezTo>
                    <a:cubicBezTo>
                      <a:pt x="0" y="11"/>
                      <a:pt x="1" y="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0"/>
              <p:cNvSpPr/>
              <p:nvPr/>
            </p:nvSpPr>
            <p:spPr>
              <a:xfrm rot="-755222">
                <a:off x="8280923" y="3509835"/>
                <a:ext cx="24784" cy="32218"/>
              </a:xfrm>
              <a:custGeom>
                <a:rect b="b" l="l" r="r" t="t"/>
                <a:pathLst>
                  <a:path extrusionOk="0" h="39" w="30">
                    <a:moveTo>
                      <a:pt x="29" y="37"/>
                    </a:moveTo>
                    <a:cubicBezTo>
                      <a:pt x="27" y="36"/>
                      <a:pt x="25" y="36"/>
                      <a:pt x="24" y="35"/>
                    </a:cubicBezTo>
                    <a:cubicBezTo>
                      <a:pt x="17" y="30"/>
                      <a:pt x="10" y="24"/>
                      <a:pt x="6" y="17"/>
                    </a:cubicBezTo>
                    <a:cubicBezTo>
                      <a:pt x="3" y="12"/>
                      <a:pt x="1" y="6"/>
                      <a:pt x="0" y="0"/>
                    </a:cubicBezTo>
                    <a:cubicBezTo>
                      <a:pt x="13" y="10"/>
                      <a:pt x="29" y="18"/>
                      <a:pt x="27" y="38"/>
                    </a:cubicBezTo>
                    <a:lnTo>
                      <a:pt x="29"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0"/>
              <p:cNvSpPr/>
              <p:nvPr/>
            </p:nvSpPr>
            <p:spPr>
              <a:xfrm rot="-755222">
                <a:off x="8968907" y="3351563"/>
                <a:ext cx="28915" cy="35522"/>
              </a:xfrm>
              <a:custGeom>
                <a:rect b="b" l="l" r="r" t="t"/>
                <a:pathLst>
                  <a:path extrusionOk="0" h="43" w="35">
                    <a:moveTo>
                      <a:pt x="34" y="41"/>
                    </a:moveTo>
                    <a:cubicBezTo>
                      <a:pt x="15" y="36"/>
                      <a:pt x="8" y="21"/>
                      <a:pt x="0" y="0"/>
                    </a:cubicBezTo>
                    <a:cubicBezTo>
                      <a:pt x="22" y="9"/>
                      <a:pt x="34" y="21"/>
                      <a:pt x="33" y="42"/>
                    </a:cubicBezTo>
                    <a:lnTo>
                      <a:pt x="3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0"/>
              <p:cNvSpPr/>
              <p:nvPr/>
            </p:nvSpPr>
            <p:spPr>
              <a:xfrm rot="-755222">
                <a:off x="8183616" y="2626433"/>
                <a:ext cx="27263" cy="32218"/>
              </a:xfrm>
              <a:custGeom>
                <a:rect b="b" l="l" r="r" t="t"/>
                <a:pathLst>
                  <a:path extrusionOk="0" h="39" w="33">
                    <a:moveTo>
                      <a:pt x="32" y="37"/>
                    </a:moveTo>
                    <a:cubicBezTo>
                      <a:pt x="12" y="33"/>
                      <a:pt x="10" y="13"/>
                      <a:pt x="0" y="0"/>
                    </a:cubicBezTo>
                    <a:cubicBezTo>
                      <a:pt x="5" y="1"/>
                      <a:pt x="9" y="2"/>
                      <a:pt x="12" y="4"/>
                    </a:cubicBezTo>
                    <a:cubicBezTo>
                      <a:pt x="18" y="8"/>
                      <a:pt x="23" y="12"/>
                      <a:pt x="26" y="18"/>
                    </a:cubicBezTo>
                    <a:cubicBezTo>
                      <a:pt x="29" y="24"/>
                      <a:pt x="31" y="30"/>
                      <a:pt x="31" y="37"/>
                    </a:cubicBezTo>
                    <a:lnTo>
                      <a:pt x="31" y="38"/>
                    </a:lnTo>
                    <a:lnTo>
                      <a:pt x="3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0"/>
              <p:cNvSpPr/>
              <p:nvPr/>
            </p:nvSpPr>
            <p:spPr>
              <a:xfrm rot="-755222">
                <a:off x="10164488" y="3571254"/>
                <a:ext cx="20654" cy="24783"/>
              </a:xfrm>
              <a:custGeom>
                <a:rect b="b" l="l" r="r" t="t"/>
                <a:pathLst>
                  <a:path extrusionOk="0" h="30" w="25">
                    <a:moveTo>
                      <a:pt x="24" y="29"/>
                    </a:moveTo>
                    <a:cubicBezTo>
                      <a:pt x="9" y="19"/>
                      <a:pt x="0" y="14"/>
                      <a:pt x="2" y="0"/>
                    </a:cubicBezTo>
                    <a:cubicBezTo>
                      <a:pt x="15" y="1"/>
                      <a:pt x="18" y="11"/>
                      <a:pt x="2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0"/>
              <p:cNvSpPr/>
              <p:nvPr/>
            </p:nvSpPr>
            <p:spPr>
              <a:xfrm rot="-755222">
                <a:off x="7987008" y="2895462"/>
                <a:ext cx="19828" cy="31392"/>
              </a:xfrm>
              <a:custGeom>
                <a:rect b="b" l="l" r="r" t="t"/>
                <a:pathLst>
                  <a:path extrusionOk="0" h="38" w="24">
                    <a:moveTo>
                      <a:pt x="7" y="1"/>
                    </a:moveTo>
                    <a:lnTo>
                      <a:pt x="23" y="37"/>
                    </a:lnTo>
                    <a:cubicBezTo>
                      <a:pt x="4" y="29"/>
                      <a:pt x="0" y="16"/>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0"/>
              <p:cNvSpPr/>
              <p:nvPr/>
            </p:nvSpPr>
            <p:spPr>
              <a:xfrm rot="-755222">
                <a:off x="9596121" y="3115870"/>
                <a:ext cx="19828" cy="22305"/>
              </a:xfrm>
              <a:custGeom>
                <a:rect b="b" l="l" r="r" t="t"/>
                <a:pathLst>
                  <a:path extrusionOk="0" h="27" w="24">
                    <a:moveTo>
                      <a:pt x="1" y="2"/>
                    </a:moveTo>
                    <a:cubicBezTo>
                      <a:pt x="16" y="2"/>
                      <a:pt x="20" y="14"/>
                      <a:pt x="23" y="26"/>
                    </a:cubicBezTo>
                    <a:cubicBezTo>
                      <a:pt x="7" y="25"/>
                      <a:pt x="0" y="17"/>
                      <a:pt x="2" y="0"/>
                    </a:cubicBez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0"/>
              <p:cNvSpPr/>
              <p:nvPr/>
            </p:nvSpPr>
            <p:spPr>
              <a:xfrm rot="-755222">
                <a:off x="9827584" y="3409445"/>
                <a:ext cx="20654" cy="22305"/>
              </a:xfrm>
              <a:custGeom>
                <a:rect b="b" l="l" r="r" t="t"/>
                <a:pathLst>
                  <a:path extrusionOk="0" h="27" w="25">
                    <a:moveTo>
                      <a:pt x="2" y="1"/>
                    </a:moveTo>
                    <a:cubicBezTo>
                      <a:pt x="17" y="3"/>
                      <a:pt x="21" y="14"/>
                      <a:pt x="24" y="26"/>
                    </a:cubicBezTo>
                    <a:cubicBezTo>
                      <a:pt x="8" y="25"/>
                      <a:pt x="0" y="17"/>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0"/>
              <p:cNvSpPr/>
              <p:nvPr/>
            </p:nvSpPr>
            <p:spPr>
              <a:xfrm rot="-755222">
                <a:off x="8594762" y="2383832"/>
                <a:ext cx="19828" cy="23131"/>
              </a:xfrm>
              <a:custGeom>
                <a:rect b="b" l="l" r="r" t="t"/>
                <a:pathLst>
                  <a:path extrusionOk="0" h="28" w="24">
                    <a:moveTo>
                      <a:pt x="23" y="27"/>
                    </a:moveTo>
                    <a:cubicBezTo>
                      <a:pt x="9" y="18"/>
                      <a:pt x="0" y="13"/>
                      <a:pt x="1" y="1"/>
                    </a:cubicBezTo>
                    <a:cubicBezTo>
                      <a:pt x="14" y="0"/>
                      <a:pt x="18" y="9"/>
                      <a:pt x="2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0"/>
              <p:cNvSpPr/>
              <p:nvPr/>
            </p:nvSpPr>
            <p:spPr>
              <a:xfrm rot="-755222">
                <a:off x="8869734" y="3228519"/>
                <a:ext cx="23958" cy="23131"/>
              </a:xfrm>
              <a:custGeom>
                <a:rect b="b" l="l" r="r" t="t"/>
                <a:pathLst>
                  <a:path extrusionOk="0" h="28" w="29">
                    <a:moveTo>
                      <a:pt x="28" y="21"/>
                    </a:moveTo>
                    <a:cubicBezTo>
                      <a:pt x="15" y="27"/>
                      <a:pt x="8" y="18"/>
                      <a:pt x="0" y="12"/>
                    </a:cubicBezTo>
                    <a:cubicBezTo>
                      <a:pt x="15" y="0"/>
                      <a:pt x="19" y="21"/>
                      <a:pt x="2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0"/>
              <p:cNvSpPr/>
              <p:nvPr/>
            </p:nvSpPr>
            <p:spPr>
              <a:xfrm rot="-755222">
                <a:off x="9633132" y="2940851"/>
                <a:ext cx="28089" cy="28088"/>
              </a:xfrm>
              <a:custGeom>
                <a:rect b="b" l="l" r="r" t="t"/>
                <a:pathLst>
                  <a:path extrusionOk="0" h="34" w="34">
                    <a:moveTo>
                      <a:pt x="31" y="33"/>
                    </a:moveTo>
                    <a:cubicBezTo>
                      <a:pt x="15" y="30"/>
                      <a:pt x="11" y="16"/>
                      <a:pt x="0" y="0"/>
                    </a:cubicBezTo>
                    <a:cubicBezTo>
                      <a:pt x="1" y="0"/>
                      <a:pt x="1" y="0"/>
                      <a:pt x="2" y="0"/>
                    </a:cubicBezTo>
                    <a:cubicBezTo>
                      <a:pt x="7" y="0"/>
                      <a:pt x="12" y="1"/>
                      <a:pt x="17" y="4"/>
                    </a:cubicBezTo>
                    <a:cubicBezTo>
                      <a:pt x="22" y="7"/>
                      <a:pt x="26" y="11"/>
                      <a:pt x="29" y="16"/>
                    </a:cubicBezTo>
                    <a:cubicBezTo>
                      <a:pt x="31" y="21"/>
                      <a:pt x="33" y="26"/>
                      <a:pt x="33" y="31"/>
                    </a:cubicBezTo>
                    <a:lnTo>
                      <a:pt x="33" y="32"/>
                    </a:lnTo>
                    <a:lnTo>
                      <a:pt x="3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0"/>
              <p:cNvSpPr/>
              <p:nvPr/>
            </p:nvSpPr>
            <p:spPr>
              <a:xfrm rot="-755222">
                <a:off x="8820992" y="3326546"/>
                <a:ext cx="23958" cy="19827"/>
              </a:xfrm>
              <a:custGeom>
                <a:rect b="b" l="l" r="r" t="t"/>
                <a:pathLst>
                  <a:path extrusionOk="0" h="24" w="29">
                    <a:moveTo>
                      <a:pt x="0" y="0"/>
                    </a:moveTo>
                    <a:cubicBezTo>
                      <a:pt x="18" y="5"/>
                      <a:pt x="27" y="8"/>
                      <a:pt x="28" y="21"/>
                    </a:cubicBezTo>
                    <a:cubicBezTo>
                      <a:pt x="15" y="23"/>
                      <a:pt x="9"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0"/>
              <p:cNvSpPr/>
              <p:nvPr/>
            </p:nvSpPr>
            <p:spPr>
              <a:xfrm rot="-755222">
                <a:off x="8701668" y="3432108"/>
                <a:ext cx="14871" cy="22305"/>
              </a:xfrm>
              <a:custGeom>
                <a:rect b="b" l="l" r="r" t="t"/>
                <a:pathLst>
                  <a:path extrusionOk="0" h="27" w="18">
                    <a:moveTo>
                      <a:pt x="15" y="26"/>
                    </a:moveTo>
                    <a:cubicBezTo>
                      <a:pt x="4" y="20"/>
                      <a:pt x="4" y="10"/>
                      <a:pt x="0" y="2"/>
                    </a:cubicBezTo>
                    <a:cubicBezTo>
                      <a:pt x="4" y="2"/>
                      <a:pt x="8" y="0"/>
                      <a:pt x="10" y="2"/>
                    </a:cubicBezTo>
                    <a:cubicBezTo>
                      <a:pt x="11" y="3"/>
                      <a:pt x="12" y="5"/>
                      <a:pt x="13" y="6"/>
                    </a:cubicBezTo>
                    <a:cubicBezTo>
                      <a:pt x="15" y="10"/>
                      <a:pt x="17" y="14"/>
                      <a:pt x="17" y="18"/>
                    </a:cubicBezTo>
                    <a:cubicBezTo>
                      <a:pt x="17" y="21"/>
                      <a:pt x="16" y="24"/>
                      <a:pt x="1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0"/>
              <p:cNvSpPr/>
              <p:nvPr/>
            </p:nvSpPr>
            <p:spPr>
              <a:xfrm rot="-755222">
                <a:off x="9293293" y="3250435"/>
                <a:ext cx="27263" cy="27261"/>
              </a:xfrm>
              <a:custGeom>
                <a:rect b="b" l="l" r="r" t="t"/>
                <a:pathLst>
                  <a:path extrusionOk="0" h="33" w="33">
                    <a:moveTo>
                      <a:pt x="31" y="31"/>
                    </a:moveTo>
                    <a:cubicBezTo>
                      <a:pt x="15" y="31"/>
                      <a:pt x="9" y="18"/>
                      <a:pt x="0" y="0"/>
                    </a:cubicBezTo>
                    <a:cubicBezTo>
                      <a:pt x="19" y="7"/>
                      <a:pt x="32" y="13"/>
                      <a:pt x="30" y="32"/>
                    </a:cubicBezTo>
                    <a:lnTo>
                      <a:pt x="3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0"/>
              <p:cNvSpPr/>
              <p:nvPr/>
            </p:nvSpPr>
            <p:spPr>
              <a:xfrm rot="-755222">
                <a:off x="9644980" y="3789736"/>
                <a:ext cx="20654" cy="29740"/>
              </a:xfrm>
              <a:custGeom>
                <a:rect b="b" l="l" r="r" t="t"/>
                <a:pathLst>
                  <a:path extrusionOk="0" h="36" w="25">
                    <a:moveTo>
                      <a:pt x="5" y="0"/>
                    </a:moveTo>
                    <a:cubicBezTo>
                      <a:pt x="16" y="11"/>
                      <a:pt x="24" y="20"/>
                      <a:pt x="16" y="35"/>
                    </a:cubicBezTo>
                    <a:cubicBezTo>
                      <a:pt x="9" y="25"/>
                      <a:pt x="0" y="17"/>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0"/>
              <p:cNvSpPr/>
              <p:nvPr/>
            </p:nvSpPr>
            <p:spPr>
              <a:xfrm rot="-755222">
                <a:off x="8665529" y="2534853"/>
                <a:ext cx="19001" cy="21479"/>
              </a:xfrm>
              <a:custGeom>
                <a:rect b="b" l="l" r="r" t="t"/>
                <a:pathLst>
                  <a:path extrusionOk="0" h="26" w="23">
                    <a:moveTo>
                      <a:pt x="6" y="0"/>
                    </a:moveTo>
                    <a:cubicBezTo>
                      <a:pt x="13" y="5"/>
                      <a:pt x="22" y="9"/>
                      <a:pt x="20" y="20"/>
                    </a:cubicBezTo>
                    <a:cubicBezTo>
                      <a:pt x="20" y="24"/>
                      <a:pt x="15" y="25"/>
                      <a:pt x="12" y="22"/>
                    </a:cubicBezTo>
                    <a:cubicBezTo>
                      <a:pt x="8" y="16"/>
                      <a:pt x="4" y="11"/>
                      <a:pt x="0" y="5"/>
                    </a:cubicBezTo>
                    <a:cubicBezTo>
                      <a:pt x="2" y="3"/>
                      <a:pt x="4" y="1"/>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0"/>
              <p:cNvSpPr/>
              <p:nvPr/>
            </p:nvSpPr>
            <p:spPr>
              <a:xfrm rot="-755222">
                <a:off x="8039877" y="2839384"/>
                <a:ext cx="23132" cy="40479"/>
              </a:xfrm>
              <a:custGeom>
                <a:rect b="b" l="l" r="r" t="t"/>
                <a:pathLst>
                  <a:path extrusionOk="0" h="49" w="28">
                    <a:moveTo>
                      <a:pt x="4" y="0"/>
                    </a:moveTo>
                    <a:cubicBezTo>
                      <a:pt x="18" y="9"/>
                      <a:pt x="23" y="23"/>
                      <a:pt x="27" y="48"/>
                    </a:cubicBezTo>
                    <a:cubicBezTo>
                      <a:pt x="8" y="29"/>
                      <a:pt x="0" y="17"/>
                      <a:pt x="5" y="0"/>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0"/>
              <p:cNvSpPr/>
              <p:nvPr/>
            </p:nvSpPr>
            <p:spPr>
              <a:xfrm rot="-755222">
                <a:off x="7514989" y="2504148"/>
                <a:ext cx="44612" cy="199917"/>
              </a:xfrm>
              <a:custGeom>
                <a:rect b="b" l="l" r="r" t="t"/>
                <a:pathLst>
                  <a:path extrusionOk="0" h="242" w="54">
                    <a:moveTo>
                      <a:pt x="19" y="217"/>
                    </a:moveTo>
                    <a:cubicBezTo>
                      <a:pt x="53" y="184"/>
                      <a:pt x="38" y="149"/>
                      <a:pt x="40" y="119"/>
                    </a:cubicBezTo>
                    <a:cubicBezTo>
                      <a:pt x="42" y="88"/>
                      <a:pt x="34" y="55"/>
                      <a:pt x="52" y="26"/>
                    </a:cubicBezTo>
                    <a:cubicBezTo>
                      <a:pt x="52" y="90"/>
                      <a:pt x="47" y="155"/>
                      <a:pt x="52" y="219"/>
                    </a:cubicBezTo>
                    <a:cubicBezTo>
                      <a:pt x="52" y="236"/>
                      <a:pt x="43" y="230"/>
                      <a:pt x="33" y="234"/>
                    </a:cubicBezTo>
                    <a:cubicBezTo>
                      <a:pt x="15" y="241"/>
                      <a:pt x="10" y="237"/>
                      <a:pt x="7" y="221"/>
                    </a:cubicBezTo>
                    <a:cubicBezTo>
                      <a:pt x="3" y="199"/>
                      <a:pt x="1" y="178"/>
                      <a:pt x="0" y="156"/>
                    </a:cubicBezTo>
                    <a:cubicBezTo>
                      <a:pt x="0" y="153"/>
                      <a:pt x="0" y="149"/>
                      <a:pt x="0" y="146"/>
                    </a:cubicBezTo>
                    <a:cubicBezTo>
                      <a:pt x="0" y="97"/>
                      <a:pt x="6" y="48"/>
                      <a:pt x="17" y="0"/>
                    </a:cubicBezTo>
                    <a:cubicBezTo>
                      <a:pt x="16" y="69"/>
                      <a:pt x="14" y="140"/>
                      <a:pt x="1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0"/>
              <p:cNvSpPr/>
              <p:nvPr/>
            </p:nvSpPr>
            <p:spPr>
              <a:xfrm rot="-755222">
                <a:off x="7509754" y="2275401"/>
                <a:ext cx="63613" cy="123090"/>
              </a:xfrm>
              <a:custGeom>
                <a:rect b="b" l="l" r="r" t="t"/>
                <a:pathLst>
                  <a:path extrusionOk="0" h="149" w="77">
                    <a:moveTo>
                      <a:pt x="49" y="148"/>
                    </a:moveTo>
                    <a:cubicBezTo>
                      <a:pt x="61" y="125"/>
                      <a:pt x="51" y="108"/>
                      <a:pt x="35" y="90"/>
                    </a:cubicBezTo>
                    <a:cubicBezTo>
                      <a:pt x="27" y="82"/>
                      <a:pt x="21" y="74"/>
                      <a:pt x="15" y="65"/>
                    </a:cubicBezTo>
                    <a:cubicBezTo>
                      <a:pt x="5" y="47"/>
                      <a:pt x="0" y="27"/>
                      <a:pt x="0" y="6"/>
                    </a:cubicBezTo>
                    <a:cubicBezTo>
                      <a:pt x="0" y="5"/>
                      <a:pt x="0" y="4"/>
                      <a:pt x="0" y="2"/>
                    </a:cubicBezTo>
                    <a:cubicBezTo>
                      <a:pt x="20" y="0"/>
                      <a:pt x="16" y="14"/>
                      <a:pt x="19" y="23"/>
                    </a:cubicBezTo>
                    <a:cubicBezTo>
                      <a:pt x="25" y="41"/>
                      <a:pt x="23" y="62"/>
                      <a:pt x="52" y="65"/>
                    </a:cubicBezTo>
                    <a:cubicBezTo>
                      <a:pt x="70" y="67"/>
                      <a:pt x="63" y="89"/>
                      <a:pt x="63" y="102"/>
                    </a:cubicBezTo>
                    <a:cubicBezTo>
                      <a:pt x="62" y="115"/>
                      <a:pt x="76" y="140"/>
                      <a:pt x="48" y="146"/>
                    </a:cubicBezTo>
                    <a:lnTo>
                      <a:pt x="49" y="1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0"/>
              <p:cNvSpPr/>
              <p:nvPr/>
            </p:nvSpPr>
            <p:spPr>
              <a:xfrm rot="-755222">
                <a:off x="7750467" y="2358192"/>
                <a:ext cx="90050" cy="109046"/>
              </a:xfrm>
              <a:custGeom>
                <a:rect b="b" l="l" r="r" t="t"/>
                <a:pathLst>
                  <a:path extrusionOk="0" h="132" w="109">
                    <a:moveTo>
                      <a:pt x="0" y="4"/>
                    </a:moveTo>
                    <a:cubicBezTo>
                      <a:pt x="4" y="2"/>
                      <a:pt x="6" y="0"/>
                      <a:pt x="8" y="0"/>
                    </a:cubicBezTo>
                    <a:cubicBezTo>
                      <a:pt x="23" y="0"/>
                      <a:pt x="37" y="4"/>
                      <a:pt x="50" y="12"/>
                    </a:cubicBezTo>
                    <a:cubicBezTo>
                      <a:pt x="63" y="19"/>
                      <a:pt x="73" y="29"/>
                      <a:pt x="81" y="42"/>
                    </a:cubicBezTo>
                    <a:cubicBezTo>
                      <a:pt x="89" y="55"/>
                      <a:pt x="92" y="70"/>
                      <a:pt x="92" y="85"/>
                    </a:cubicBezTo>
                    <a:cubicBezTo>
                      <a:pt x="94" y="98"/>
                      <a:pt x="108" y="108"/>
                      <a:pt x="106" y="124"/>
                    </a:cubicBezTo>
                    <a:cubicBezTo>
                      <a:pt x="92" y="131"/>
                      <a:pt x="90" y="121"/>
                      <a:pt x="87" y="113"/>
                    </a:cubicBezTo>
                    <a:cubicBezTo>
                      <a:pt x="80" y="94"/>
                      <a:pt x="73" y="75"/>
                      <a:pt x="67" y="56"/>
                    </a:cubicBezTo>
                    <a:cubicBezTo>
                      <a:pt x="61" y="37"/>
                      <a:pt x="56" y="19"/>
                      <a:pt x="27" y="30"/>
                    </a:cubicBezTo>
                    <a:cubicBezTo>
                      <a:pt x="15" y="34"/>
                      <a:pt x="4" y="21"/>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0"/>
              <p:cNvSpPr/>
              <p:nvPr/>
            </p:nvSpPr>
            <p:spPr>
              <a:xfrm rot="-755222">
                <a:off x="7593185" y="2511104"/>
                <a:ext cx="44612" cy="120611"/>
              </a:xfrm>
              <a:custGeom>
                <a:rect b="b" l="l" r="r" t="t"/>
                <a:pathLst>
                  <a:path extrusionOk="0" h="146" w="54">
                    <a:moveTo>
                      <a:pt x="50" y="129"/>
                    </a:moveTo>
                    <a:cubicBezTo>
                      <a:pt x="30" y="115"/>
                      <a:pt x="42" y="84"/>
                      <a:pt x="16" y="68"/>
                    </a:cubicBezTo>
                    <a:lnTo>
                      <a:pt x="16" y="145"/>
                    </a:lnTo>
                    <a:cubicBezTo>
                      <a:pt x="0" y="81"/>
                      <a:pt x="3" y="57"/>
                      <a:pt x="36" y="0"/>
                    </a:cubicBezTo>
                    <a:cubicBezTo>
                      <a:pt x="36" y="50"/>
                      <a:pt x="53" y="88"/>
                      <a:pt x="49" y="130"/>
                    </a:cubicBezTo>
                    <a:lnTo>
                      <a:pt x="50"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0"/>
              <p:cNvSpPr/>
              <p:nvPr/>
            </p:nvSpPr>
            <p:spPr>
              <a:xfrm rot="-755222">
                <a:off x="7480020" y="2488779"/>
                <a:ext cx="21480" cy="170178"/>
              </a:xfrm>
              <a:custGeom>
                <a:rect b="b" l="l" r="r" t="t"/>
                <a:pathLst>
                  <a:path extrusionOk="0" h="206" w="26">
                    <a:moveTo>
                      <a:pt x="3" y="205"/>
                    </a:moveTo>
                    <a:cubicBezTo>
                      <a:pt x="1" y="187"/>
                      <a:pt x="0" y="168"/>
                      <a:pt x="0" y="149"/>
                    </a:cubicBezTo>
                    <a:cubicBezTo>
                      <a:pt x="0" y="98"/>
                      <a:pt x="8" y="48"/>
                      <a:pt x="25" y="0"/>
                    </a:cubicBezTo>
                    <a:cubicBezTo>
                      <a:pt x="22" y="68"/>
                      <a:pt x="4" y="135"/>
                      <a:pt x="3"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0"/>
              <p:cNvSpPr/>
              <p:nvPr/>
            </p:nvSpPr>
            <p:spPr>
              <a:xfrm rot="-755222">
                <a:off x="7631353" y="2328067"/>
                <a:ext cx="52047" cy="107394"/>
              </a:xfrm>
              <a:custGeom>
                <a:rect b="b" l="l" r="r" t="t"/>
                <a:pathLst>
                  <a:path extrusionOk="0" h="130" w="63">
                    <a:moveTo>
                      <a:pt x="0" y="0"/>
                    </a:moveTo>
                    <a:cubicBezTo>
                      <a:pt x="19" y="21"/>
                      <a:pt x="27" y="48"/>
                      <a:pt x="51" y="64"/>
                    </a:cubicBezTo>
                    <a:cubicBezTo>
                      <a:pt x="29" y="90"/>
                      <a:pt x="52" y="108"/>
                      <a:pt x="62" y="129"/>
                    </a:cubicBezTo>
                    <a:cubicBezTo>
                      <a:pt x="14" y="98"/>
                      <a:pt x="19"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0"/>
              <p:cNvSpPr/>
              <p:nvPr/>
            </p:nvSpPr>
            <p:spPr>
              <a:xfrm rot="-755222">
                <a:off x="7592185" y="2343448"/>
                <a:ext cx="39655" cy="121437"/>
              </a:xfrm>
              <a:custGeom>
                <a:rect b="b" l="l" r="r" t="t"/>
                <a:pathLst>
                  <a:path extrusionOk="0" h="147" w="48">
                    <a:moveTo>
                      <a:pt x="0" y="0"/>
                    </a:moveTo>
                    <a:cubicBezTo>
                      <a:pt x="16" y="48"/>
                      <a:pt x="47" y="91"/>
                      <a:pt x="31" y="146"/>
                    </a:cubicBezTo>
                    <a:cubicBezTo>
                      <a:pt x="1" y="101"/>
                      <a:pt x="9" y="4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0"/>
              <p:cNvSpPr/>
              <p:nvPr/>
            </p:nvSpPr>
            <p:spPr>
              <a:xfrm rot="-755222">
                <a:off x="7673207" y="2455635"/>
                <a:ext cx="47090" cy="114002"/>
              </a:xfrm>
              <a:custGeom>
                <a:rect b="b" l="l" r="r" t="t"/>
                <a:pathLst>
                  <a:path extrusionOk="0" h="138" w="57">
                    <a:moveTo>
                      <a:pt x="5" y="0"/>
                    </a:moveTo>
                    <a:cubicBezTo>
                      <a:pt x="19" y="48"/>
                      <a:pt x="25" y="96"/>
                      <a:pt x="56" y="137"/>
                    </a:cubicBezTo>
                    <a:cubicBezTo>
                      <a:pt x="40" y="126"/>
                      <a:pt x="26" y="112"/>
                      <a:pt x="16" y="95"/>
                    </a:cubicBezTo>
                    <a:cubicBezTo>
                      <a:pt x="5" y="77"/>
                      <a:pt x="0" y="56"/>
                      <a:pt x="0" y="35"/>
                    </a:cubicBezTo>
                    <a:cubicBezTo>
                      <a:pt x="0" y="23"/>
                      <a:pt x="2" y="11"/>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0"/>
              <p:cNvSpPr/>
              <p:nvPr/>
            </p:nvSpPr>
            <p:spPr>
              <a:xfrm rot="-755222">
                <a:off x="7572900" y="2538264"/>
                <a:ext cx="21480" cy="167699"/>
              </a:xfrm>
              <a:custGeom>
                <a:rect b="b" l="l" r="r" t="t"/>
                <a:pathLst>
                  <a:path extrusionOk="0" h="203" w="26">
                    <a:moveTo>
                      <a:pt x="14" y="0"/>
                    </a:moveTo>
                    <a:cubicBezTo>
                      <a:pt x="21" y="67"/>
                      <a:pt x="12" y="135"/>
                      <a:pt x="25" y="202"/>
                    </a:cubicBezTo>
                    <a:cubicBezTo>
                      <a:pt x="0" y="136"/>
                      <a:pt x="12" y="69"/>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0"/>
              <p:cNvSpPr/>
              <p:nvPr/>
            </p:nvSpPr>
            <p:spPr>
              <a:xfrm rot="-755222">
                <a:off x="7644155" y="2475324"/>
                <a:ext cx="35524" cy="118959"/>
              </a:xfrm>
              <a:custGeom>
                <a:rect b="b" l="l" r="r" t="t"/>
                <a:pathLst>
                  <a:path extrusionOk="0" h="144" w="43">
                    <a:moveTo>
                      <a:pt x="42" y="143"/>
                    </a:moveTo>
                    <a:cubicBezTo>
                      <a:pt x="33" y="134"/>
                      <a:pt x="25" y="124"/>
                      <a:pt x="19" y="113"/>
                    </a:cubicBezTo>
                    <a:cubicBezTo>
                      <a:pt x="6" y="92"/>
                      <a:pt x="0" y="67"/>
                      <a:pt x="0" y="43"/>
                    </a:cubicBezTo>
                    <a:cubicBezTo>
                      <a:pt x="0" y="28"/>
                      <a:pt x="2" y="14"/>
                      <a:pt x="6" y="0"/>
                    </a:cubicBezTo>
                    <a:cubicBezTo>
                      <a:pt x="11" y="49"/>
                      <a:pt x="23" y="97"/>
                      <a:pt x="42"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0"/>
              <p:cNvSpPr/>
              <p:nvPr/>
            </p:nvSpPr>
            <p:spPr>
              <a:xfrm rot="-755222">
                <a:off x="7485598" y="2338134"/>
                <a:ext cx="35524" cy="125568"/>
              </a:xfrm>
              <a:custGeom>
                <a:rect b="b" l="l" r="r" t="t"/>
                <a:pathLst>
                  <a:path extrusionOk="0" h="152" w="43">
                    <a:moveTo>
                      <a:pt x="20" y="151"/>
                    </a:moveTo>
                    <a:cubicBezTo>
                      <a:pt x="0" y="87"/>
                      <a:pt x="7" y="40"/>
                      <a:pt x="42" y="0"/>
                    </a:cubicBezTo>
                    <a:cubicBezTo>
                      <a:pt x="36" y="54"/>
                      <a:pt x="15" y="100"/>
                      <a:pt x="2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0"/>
              <p:cNvSpPr/>
              <p:nvPr/>
            </p:nvSpPr>
            <p:spPr>
              <a:xfrm rot="-755222">
                <a:off x="7530886" y="2381898"/>
                <a:ext cx="19828" cy="96654"/>
              </a:xfrm>
              <a:custGeom>
                <a:rect b="b" l="l" r="r" t="t"/>
                <a:pathLst>
                  <a:path extrusionOk="0" h="117" w="24">
                    <a:moveTo>
                      <a:pt x="11" y="0"/>
                    </a:moveTo>
                    <a:cubicBezTo>
                      <a:pt x="21" y="38"/>
                      <a:pt x="11" y="79"/>
                      <a:pt x="23" y="116"/>
                    </a:cubicBezTo>
                    <a:cubicBezTo>
                      <a:pt x="20" y="113"/>
                      <a:pt x="18" y="109"/>
                      <a:pt x="16" y="106"/>
                    </a:cubicBezTo>
                    <a:cubicBezTo>
                      <a:pt x="6" y="88"/>
                      <a:pt x="0" y="68"/>
                      <a:pt x="0" y="47"/>
                    </a:cubicBezTo>
                    <a:cubicBezTo>
                      <a:pt x="0" y="31"/>
                      <a:pt x="4" y="15"/>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0"/>
              <p:cNvSpPr/>
              <p:nvPr/>
            </p:nvSpPr>
            <p:spPr>
              <a:xfrm rot="-755222">
                <a:off x="7705235" y="2457909"/>
                <a:ext cx="42960" cy="85915"/>
              </a:xfrm>
              <a:custGeom>
                <a:rect b="b" l="l" r="r" t="t"/>
                <a:pathLst>
                  <a:path extrusionOk="0" h="104" w="52">
                    <a:moveTo>
                      <a:pt x="51" y="103"/>
                    </a:moveTo>
                    <a:cubicBezTo>
                      <a:pt x="23" y="74"/>
                      <a:pt x="0" y="43"/>
                      <a:pt x="5" y="0"/>
                    </a:cubicBezTo>
                    <a:cubicBezTo>
                      <a:pt x="25" y="32"/>
                      <a:pt x="31" y="72"/>
                      <a:pt x="51"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0"/>
              <p:cNvSpPr/>
              <p:nvPr/>
            </p:nvSpPr>
            <p:spPr>
              <a:xfrm rot="-755222">
                <a:off x="7562583" y="2391371"/>
                <a:ext cx="22306" cy="88393"/>
              </a:xfrm>
              <a:custGeom>
                <a:rect b="b" l="l" r="r" t="t"/>
                <a:pathLst>
                  <a:path extrusionOk="0" h="107" w="27">
                    <a:moveTo>
                      <a:pt x="11" y="0"/>
                    </a:moveTo>
                    <a:cubicBezTo>
                      <a:pt x="20" y="35"/>
                      <a:pt x="11" y="72"/>
                      <a:pt x="26" y="106"/>
                    </a:cubicBezTo>
                    <a:cubicBezTo>
                      <a:pt x="20" y="101"/>
                      <a:pt x="15" y="94"/>
                      <a:pt x="11" y="87"/>
                    </a:cubicBezTo>
                    <a:cubicBezTo>
                      <a:pt x="4" y="75"/>
                      <a:pt x="0" y="60"/>
                      <a:pt x="0" y="45"/>
                    </a:cubicBezTo>
                    <a:cubicBezTo>
                      <a:pt x="0" y="30"/>
                      <a:pt x="4" y="15"/>
                      <a:pt x="11" y="3"/>
                    </a:cubicBezTo>
                    <a:cubicBezTo>
                      <a:pt x="12" y="2"/>
                      <a:pt x="12" y="1"/>
                      <a:pt x="13"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0"/>
              <p:cNvSpPr/>
              <p:nvPr/>
            </p:nvSpPr>
            <p:spPr>
              <a:xfrm rot="-755222">
                <a:off x="7741144" y="2321104"/>
                <a:ext cx="54526" cy="42957"/>
              </a:xfrm>
              <a:custGeom>
                <a:rect b="b" l="l" r="r" t="t"/>
                <a:pathLst>
                  <a:path extrusionOk="0" h="52" w="66">
                    <a:moveTo>
                      <a:pt x="65" y="44"/>
                    </a:moveTo>
                    <a:cubicBezTo>
                      <a:pt x="35" y="51"/>
                      <a:pt x="24" y="26"/>
                      <a:pt x="0" y="9"/>
                    </a:cubicBezTo>
                    <a:cubicBezTo>
                      <a:pt x="40" y="0"/>
                      <a:pt x="45" y="35"/>
                      <a:pt x="6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0"/>
              <p:cNvSpPr/>
              <p:nvPr/>
            </p:nvSpPr>
            <p:spPr>
              <a:xfrm rot="-755222">
                <a:off x="7747665" y="2445449"/>
                <a:ext cx="22306" cy="68567"/>
              </a:xfrm>
              <a:custGeom>
                <a:rect b="b" l="l" r="r" t="t"/>
                <a:pathLst>
                  <a:path extrusionOk="0" h="83" w="27">
                    <a:moveTo>
                      <a:pt x="26" y="82"/>
                    </a:moveTo>
                    <a:cubicBezTo>
                      <a:pt x="23" y="77"/>
                      <a:pt x="20" y="73"/>
                      <a:pt x="17" y="68"/>
                    </a:cubicBezTo>
                    <a:cubicBezTo>
                      <a:pt x="6" y="48"/>
                      <a:pt x="0" y="26"/>
                      <a:pt x="0" y="4"/>
                    </a:cubicBezTo>
                    <a:cubicBezTo>
                      <a:pt x="0" y="3"/>
                      <a:pt x="0" y="1"/>
                      <a:pt x="0" y="0"/>
                    </a:cubicBezTo>
                    <a:cubicBezTo>
                      <a:pt x="23" y="30"/>
                      <a:pt x="18" y="58"/>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0"/>
              <p:cNvSpPr/>
              <p:nvPr/>
            </p:nvSpPr>
            <p:spPr>
              <a:xfrm rot="-755222">
                <a:off x="7696911" y="2282429"/>
                <a:ext cx="33046" cy="29740"/>
              </a:xfrm>
              <a:custGeom>
                <a:rect b="b" l="l" r="r" t="t"/>
                <a:pathLst>
                  <a:path extrusionOk="0" h="36" w="40">
                    <a:moveTo>
                      <a:pt x="0" y="4"/>
                    </a:moveTo>
                    <a:cubicBezTo>
                      <a:pt x="3" y="2"/>
                      <a:pt x="5" y="0"/>
                      <a:pt x="6" y="0"/>
                    </a:cubicBezTo>
                    <a:cubicBezTo>
                      <a:pt x="17" y="6"/>
                      <a:pt x="28" y="13"/>
                      <a:pt x="39" y="20"/>
                    </a:cubicBezTo>
                    <a:cubicBezTo>
                      <a:pt x="39" y="20"/>
                      <a:pt x="36" y="27"/>
                      <a:pt x="34" y="28"/>
                    </a:cubicBezTo>
                    <a:cubicBezTo>
                      <a:pt x="11" y="35"/>
                      <a:pt x="9" y="16"/>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0"/>
              <p:cNvSpPr/>
              <p:nvPr/>
            </p:nvSpPr>
            <p:spPr>
              <a:xfrm rot="-755222">
                <a:off x="7766947" y="2427650"/>
                <a:ext cx="25611" cy="33870"/>
              </a:xfrm>
              <a:custGeom>
                <a:rect b="b" l="l" r="r" t="t"/>
                <a:pathLst>
                  <a:path extrusionOk="0" h="41" w="31">
                    <a:moveTo>
                      <a:pt x="0" y="0"/>
                    </a:moveTo>
                    <a:cubicBezTo>
                      <a:pt x="1" y="1"/>
                      <a:pt x="3" y="1"/>
                      <a:pt x="4" y="2"/>
                    </a:cubicBezTo>
                    <a:cubicBezTo>
                      <a:pt x="14" y="8"/>
                      <a:pt x="21" y="16"/>
                      <a:pt x="27" y="25"/>
                    </a:cubicBezTo>
                    <a:cubicBezTo>
                      <a:pt x="28" y="27"/>
                      <a:pt x="29" y="30"/>
                      <a:pt x="30" y="32"/>
                    </a:cubicBezTo>
                    <a:cubicBezTo>
                      <a:pt x="28" y="38"/>
                      <a:pt x="24" y="40"/>
                      <a:pt x="19" y="36"/>
                    </a:cubicBezTo>
                    <a:cubicBezTo>
                      <a:pt x="14" y="32"/>
                      <a:pt x="10" y="27"/>
                      <a:pt x="6" y="21"/>
                    </a:cubicBezTo>
                    <a:cubicBezTo>
                      <a:pt x="3" y="15"/>
                      <a:pt x="0"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0"/>
              <p:cNvSpPr/>
              <p:nvPr/>
            </p:nvSpPr>
            <p:spPr>
              <a:xfrm rot="-755222">
                <a:off x="7709230" y="2375775"/>
                <a:ext cx="14871" cy="38827"/>
              </a:xfrm>
              <a:custGeom>
                <a:rect b="b" l="l" r="r" t="t"/>
                <a:pathLst>
                  <a:path extrusionOk="0" h="47" w="18">
                    <a:moveTo>
                      <a:pt x="17" y="46"/>
                    </a:moveTo>
                    <a:cubicBezTo>
                      <a:pt x="14" y="42"/>
                      <a:pt x="12" y="37"/>
                      <a:pt x="9" y="33"/>
                    </a:cubicBezTo>
                    <a:cubicBezTo>
                      <a:pt x="7" y="29"/>
                      <a:pt x="4" y="24"/>
                      <a:pt x="2" y="20"/>
                    </a:cubicBezTo>
                    <a:cubicBezTo>
                      <a:pt x="1" y="17"/>
                      <a:pt x="0" y="14"/>
                      <a:pt x="0" y="11"/>
                    </a:cubicBezTo>
                    <a:cubicBezTo>
                      <a:pt x="0" y="8"/>
                      <a:pt x="1" y="5"/>
                      <a:pt x="2" y="2"/>
                    </a:cubicBezTo>
                    <a:cubicBezTo>
                      <a:pt x="3" y="1"/>
                      <a:pt x="3" y="0"/>
                      <a:pt x="4" y="0"/>
                    </a:cubicBezTo>
                    <a:cubicBezTo>
                      <a:pt x="5" y="1"/>
                      <a:pt x="6" y="2"/>
                      <a:pt x="7" y="4"/>
                    </a:cubicBezTo>
                    <a:cubicBezTo>
                      <a:pt x="14" y="16"/>
                      <a:pt x="17" y="30"/>
                      <a:pt x="17" y="44"/>
                    </a:cubicBezTo>
                    <a:cubicBezTo>
                      <a:pt x="17" y="45"/>
                      <a:pt x="17" y="46"/>
                      <a:pt x="17"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0"/>
              <p:cNvSpPr/>
              <p:nvPr/>
            </p:nvSpPr>
            <p:spPr>
              <a:xfrm rot="-755222">
                <a:off x="7646471" y="2609882"/>
                <a:ext cx="21480" cy="31392"/>
              </a:xfrm>
              <a:custGeom>
                <a:rect b="b" l="l" r="r" t="t"/>
                <a:pathLst>
                  <a:path extrusionOk="0" h="38" w="26">
                    <a:moveTo>
                      <a:pt x="0" y="1"/>
                    </a:moveTo>
                    <a:cubicBezTo>
                      <a:pt x="16" y="4"/>
                      <a:pt x="12" y="21"/>
                      <a:pt x="25" y="37"/>
                    </a:cubicBezTo>
                    <a:cubicBezTo>
                      <a:pt x="1" y="27"/>
                      <a:pt x="0" y="1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0"/>
              <p:cNvSpPr/>
              <p:nvPr/>
            </p:nvSpPr>
            <p:spPr>
              <a:xfrm rot="-755222">
                <a:off x="9656314" y="4081620"/>
                <a:ext cx="28089" cy="85089"/>
              </a:xfrm>
              <a:custGeom>
                <a:rect b="b" l="l" r="r" t="t"/>
                <a:pathLst>
                  <a:path extrusionOk="0" h="103" w="34">
                    <a:moveTo>
                      <a:pt x="7" y="102"/>
                    </a:moveTo>
                    <a:cubicBezTo>
                      <a:pt x="0" y="64"/>
                      <a:pt x="22" y="33"/>
                      <a:pt x="33" y="0"/>
                    </a:cubicBezTo>
                    <a:cubicBezTo>
                      <a:pt x="33" y="35"/>
                      <a:pt x="24" y="70"/>
                      <a:pt x="7" y="101"/>
                    </a:cubicBezTo>
                    <a:lnTo>
                      <a:pt x="7" y="1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0"/>
              <p:cNvSpPr/>
              <p:nvPr/>
            </p:nvSpPr>
            <p:spPr>
              <a:xfrm rot="-755222">
                <a:off x="9671593" y="3996984"/>
                <a:ext cx="23132" cy="42957"/>
              </a:xfrm>
              <a:custGeom>
                <a:rect b="b" l="l" r="r" t="t"/>
                <a:pathLst>
                  <a:path extrusionOk="0" h="52" w="28">
                    <a:moveTo>
                      <a:pt x="20" y="0"/>
                    </a:moveTo>
                    <a:cubicBezTo>
                      <a:pt x="27" y="23"/>
                      <a:pt x="16" y="34"/>
                      <a:pt x="7" y="51"/>
                    </a:cubicBezTo>
                    <a:cubicBezTo>
                      <a:pt x="0" y="28"/>
                      <a:pt x="12" y="1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0"/>
              <p:cNvSpPr/>
              <p:nvPr/>
            </p:nvSpPr>
            <p:spPr>
              <a:xfrm rot="-755222">
                <a:off x="10712035" y="3968271"/>
                <a:ext cx="42960" cy="53697"/>
              </a:xfrm>
              <a:custGeom>
                <a:rect b="b" l="l" r="r" t="t"/>
                <a:pathLst>
                  <a:path extrusionOk="0" h="65" w="52">
                    <a:moveTo>
                      <a:pt x="0" y="62"/>
                    </a:moveTo>
                    <a:cubicBezTo>
                      <a:pt x="23" y="9"/>
                      <a:pt x="23" y="9"/>
                      <a:pt x="51" y="0"/>
                    </a:cubicBezTo>
                    <a:cubicBezTo>
                      <a:pt x="48" y="7"/>
                      <a:pt x="45" y="14"/>
                      <a:pt x="41" y="20"/>
                    </a:cubicBezTo>
                    <a:cubicBezTo>
                      <a:pt x="31" y="38"/>
                      <a:pt x="18" y="52"/>
                      <a:pt x="2" y="64"/>
                    </a:cubicBezTo>
                    <a:lnTo>
                      <a:pt x="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0"/>
              <p:cNvSpPr/>
              <p:nvPr/>
            </p:nvSpPr>
            <p:spPr>
              <a:xfrm rot="-755222">
                <a:off x="10491631" y="3939081"/>
                <a:ext cx="56178" cy="130525"/>
              </a:xfrm>
              <a:custGeom>
                <a:rect b="b" l="l" r="r" t="t"/>
                <a:pathLst>
                  <a:path extrusionOk="0" h="158" w="68">
                    <a:moveTo>
                      <a:pt x="0" y="157"/>
                    </a:moveTo>
                    <a:cubicBezTo>
                      <a:pt x="10" y="112"/>
                      <a:pt x="26" y="69"/>
                      <a:pt x="49" y="29"/>
                    </a:cubicBezTo>
                    <a:cubicBezTo>
                      <a:pt x="55" y="19"/>
                      <a:pt x="61" y="10"/>
                      <a:pt x="67" y="0"/>
                    </a:cubicBezTo>
                    <a:cubicBezTo>
                      <a:pt x="56" y="48"/>
                      <a:pt x="37" y="93"/>
                      <a:pt x="13" y="135"/>
                    </a:cubicBezTo>
                    <a:cubicBezTo>
                      <a:pt x="9" y="143"/>
                      <a:pt x="4" y="150"/>
                      <a:pt x="0"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0"/>
              <p:cNvSpPr/>
              <p:nvPr/>
            </p:nvSpPr>
            <p:spPr>
              <a:xfrm rot="-755222">
                <a:off x="10582569" y="3742364"/>
                <a:ext cx="47090" cy="88393"/>
              </a:xfrm>
              <a:custGeom>
                <a:rect b="b" l="l" r="r" t="t"/>
                <a:pathLst>
                  <a:path extrusionOk="0" h="107" w="57">
                    <a:moveTo>
                      <a:pt x="56" y="0"/>
                    </a:moveTo>
                    <a:cubicBezTo>
                      <a:pt x="50" y="22"/>
                      <a:pt x="41" y="44"/>
                      <a:pt x="30" y="64"/>
                    </a:cubicBezTo>
                    <a:cubicBezTo>
                      <a:pt x="21" y="79"/>
                      <a:pt x="11" y="93"/>
                      <a:pt x="0" y="106"/>
                    </a:cubicBezTo>
                    <a:cubicBezTo>
                      <a:pt x="4" y="83"/>
                      <a:pt x="12" y="62"/>
                      <a:pt x="23" y="43"/>
                    </a:cubicBezTo>
                    <a:cubicBezTo>
                      <a:pt x="32" y="27"/>
                      <a:pt x="43" y="12"/>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0"/>
              <p:cNvSpPr/>
              <p:nvPr/>
            </p:nvSpPr>
            <p:spPr>
              <a:xfrm rot="-755222">
                <a:off x="10524384" y="3868852"/>
                <a:ext cx="28915" cy="66914"/>
              </a:xfrm>
              <a:custGeom>
                <a:rect b="b" l="l" r="r" t="t"/>
                <a:pathLst>
                  <a:path extrusionOk="0" h="81" w="35">
                    <a:moveTo>
                      <a:pt x="0" y="80"/>
                    </a:moveTo>
                    <a:cubicBezTo>
                      <a:pt x="1" y="60"/>
                      <a:pt x="7" y="41"/>
                      <a:pt x="17" y="24"/>
                    </a:cubicBezTo>
                    <a:cubicBezTo>
                      <a:pt x="21" y="16"/>
                      <a:pt x="27" y="8"/>
                      <a:pt x="34" y="0"/>
                    </a:cubicBezTo>
                    <a:cubicBezTo>
                      <a:pt x="33" y="20"/>
                      <a:pt x="27" y="39"/>
                      <a:pt x="17" y="56"/>
                    </a:cubicBezTo>
                    <a:cubicBezTo>
                      <a:pt x="12" y="65"/>
                      <a:pt x="6" y="73"/>
                      <a:pt x="0"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0"/>
              <p:cNvSpPr/>
              <p:nvPr/>
            </p:nvSpPr>
            <p:spPr>
              <a:xfrm rot="-755222">
                <a:off x="9586944" y="4001837"/>
                <a:ext cx="14045" cy="57001"/>
              </a:xfrm>
              <a:custGeom>
                <a:rect b="b" l="l" r="r" t="t"/>
                <a:pathLst>
                  <a:path extrusionOk="0" h="69" w="17">
                    <a:moveTo>
                      <a:pt x="0" y="68"/>
                    </a:moveTo>
                    <a:cubicBezTo>
                      <a:pt x="0" y="64"/>
                      <a:pt x="0" y="60"/>
                      <a:pt x="0" y="56"/>
                    </a:cubicBezTo>
                    <a:cubicBezTo>
                      <a:pt x="0" y="36"/>
                      <a:pt x="4" y="17"/>
                      <a:pt x="14" y="0"/>
                    </a:cubicBezTo>
                    <a:cubicBezTo>
                      <a:pt x="15" y="5"/>
                      <a:pt x="16" y="11"/>
                      <a:pt x="16" y="16"/>
                    </a:cubicBezTo>
                    <a:lnTo>
                      <a:pt x="16" y="17"/>
                    </a:lnTo>
                    <a:cubicBezTo>
                      <a:pt x="12" y="32"/>
                      <a:pt x="7" y="47"/>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0"/>
              <p:cNvSpPr/>
              <p:nvPr/>
            </p:nvSpPr>
            <p:spPr>
              <a:xfrm rot="-755222">
                <a:off x="9834562" y="4056143"/>
                <a:ext cx="33872" cy="132177"/>
              </a:xfrm>
              <a:custGeom>
                <a:rect b="b" l="l" r="r" t="t"/>
                <a:pathLst>
                  <a:path extrusionOk="0" h="160" w="41">
                    <a:moveTo>
                      <a:pt x="2" y="159"/>
                    </a:moveTo>
                    <a:cubicBezTo>
                      <a:pt x="7" y="105"/>
                      <a:pt x="19" y="51"/>
                      <a:pt x="40" y="0"/>
                    </a:cubicBezTo>
                    <a:cubicBezTo>
                      <a:pt x="39" y="55"/>
                      <a:pt x="25" y="108"/>
                      <a:pt x="0" y="157"/>
                    </a:cubicBezTo>
                    <a:lnTo>
                      <a:pt x="2"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0"/>
              <p:cNvSpPr/>
              <p:nvPr/>
            </p:nvSpPr>
            <p:spPr>
              <a:xfrm rot="-755222">
                <a:off x="9848173" y="4189182"/>
                <a:ext cx="12392" cy="58653"/>
              </a:xfrm>
              <a:custGeom>
                <a:rect b="b" l="l" r="r" t="t"/>
                <a:pathLst>
                  <a:path extrusionOk="0" h="71" w="15">
                    <a:moveTo>
                      <a:pt x="4" y="70"/>
                    </a:moveTo>
                    <a:cubicBezTo>
                      <a:pt x="1" y="62"/>
                      <a:pt x="0" y="53"/>
                      <a:pt x="0" y="43"/>
                    </a:cubicBezTo>
                    <a:cubicBezTo>
                      <a:pt x="0" y="28"/>
                      <a:pt x="4" y="13"/>
                      <a:pt x="11" y="0"/>
                    </a:cubicBezTo>
                    <a:cubicBezTo>
                      <a:pt x="13" y="9"/>
                      <a:pt x="14" y="18"/>
                      <a:pt x="14" y="26"/>
                    </a:cubicBezTo>
                    <a:cubicBezTo>
                      <a:pt x="14" y="42"/>
                      <a:pt x="11" y="57"/>
                      <a:pt x="4"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0"/>
              <p:cNvSpPr/>
              <p:nvPr/>
            </p:nvSpPr>
            <p:spPr>
              <a:xfrm rot="-755222">
                <a:off x="10127471" y="2969600"/>
                <a:ext cx="17349" cy="24783"/>
              </a:xfrm>
              <a:custGeom>
                <a:rect b="b" l="l" r="r" t="t"/>
                <a:pathLst>
                  <a:path extrusionOk="0" h="30" w="21">
                    <a:moveTo>
                      <a:pt x="2" y="29"/>
                    </a:moveTo>
                    <a:cubicBezTo>
                      <a:pt x="1" y="26"/>
                      <a:pt x="0" y="23"/>
                      <a:pt x="0" y="19"/>
                    </a:cubicBezTo>
                    <a:cubicBezTo>
                      <a:pt x="0" y="11"/>
                      <a:pt x="0" y="0"/>
                      <a:pt x="13" y="5"/>
                    </a:cubicBezTo>
                    <a:cubicBezTo>
                      <a:pt x="20" y="7"/>
                      <a:pt x="17" y="18"/>
                      <a:pt x="13" y="23"/>
                    </a:cubicBezTo>
                    <a:cubicBezTo>
                      <a:pt x="9" y="29"/>
                      <a:pt x="4" y="27"/>
                      <a:pt x="0" y="29"/>
                    </a:cubicBezTo>
                    <a:lnTo>
                      <a:pt x="2" y="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0"/>
              <p:cNvSpPr/>
              <p:nvPr/>
            </p:nvSpPr>
            <p:spPr>
              <a:xfrm rot="-755222">
                <a:off x="10132169" y="2993488"/>
                <a:ext cx="9914" cy="57827"/>
              </a:xfrm>
              <a:custGeom>
                <a:rect b="b" l="l" r="r" t="t"/>
                <a:pathLst>
                  <a:path extrusionOk="0" h="70" w="12">
                    <a:moveTo>
                      <a:pt x="6" y="0"/>
                    </a:moveTo>
                    <a:cubicBezTo>
                      <a:pt x="9" y="11"/>
                      <a:pt x="11" y="22"/>
                      <a:pt x="11" y="34"/>
                    </a:cubicBezTo>
                    <a:cubicBezTo>
                      <a:pt x="11" y="45"/>
                      <a:pt x="9" y="56"/>
                      <a:pt x="6" y="67"/>
                    </a:cubicBezTo>
                    <a:lnTo>
                      <a:pt x="6" y="69"/>
                    </a:lnTo>
                    <a:cubicBezTo>
                      <a:pt x="2" y="58"/>
                      <a:pt x="0" y="46"/>
                      <a:pt x="0" y="35"/>
                    </a:cubicBezTo>
                    <a:cubicBezTo>
                      <a:pt x="0" y="23"/>
                      <a:pt x="2" y="1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0"/>
              <p:cNvSpPr/>
              <p:nvPr/>
            </p:nvSpPr>
            <p:spPr>
              <a:xfrm rot="-755222">
                <a:off x="10216457" y="3006297"/>
                <a:ext cx="20654" cy="42957"/>
              </a:xfrm>
              <a:custGeom>
                <a:rect b="b" l="l" r="r" t="t"/>
                <a:pathLst>
                  <a:path extrusionOk="0" h="52" w="25">
                    <a:moveTo>
                      <a:pt x="1" y="51"/>
                    </a:moveTo>
                    <a:cubicBezTo>
                      <a:pt x="0" y="48"/>
                      <a:pt x="0" y="45"/>
                      <a:pt x="0" y="42"/>
                    </a:cubicBezTo>
                    <a:cubicBezTo>
                      <a:pt x="0" y="33"/>
                      <a:pt x="2" y="25"/>
                      <a:pt x="7" y="17"/>
                    </a:cubicBezTo>
                    <a:cubicBezTo>
                      <a:pt x="11" y="10"/>
                      <a:pt x="17" y="4"/>
                      <a:pt x="24" y="0"/>
                    </a:cubicBezTo>
                    <a:cubicBezTo>
                      <a:pt x="15" y="16"/>
                      <a:pt x="16" y="37"/>
                      <a:pt x="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0"/>
              <p:cNvSpPr/>
              <p:nvPr/>
            </p:nvSpPr>
            <p:spPr>
              <a:xfrm rot="-755222">
                <a:off x="7450174" y="1888830"/>
                <a:ext cx="20654" cy="48740"/>
              </a:xfrm>
              <a:custGeom>
                <a:rect b="b" l="l" r="r" t="t"/>
                <a:pathLst>
                  <a:path extrusionOk="0" h="59" w="25">
                    <a:moveTo>
                      <a:pt x="0" y="58"/>
                    </a:moveTo>
                    <a:cubicBezTo>
                      <a:pt x="0" y="55"/>
                      <a:pt x="0" y="53"/>
                      <a:pt x="0" y="51"/>
                    </a:cubicBezTo>
                    <a:cubicBezTo>
                      <a:pt x="0" y="39"/>
                      <a:pt x="4" y="28"/>
                      <a:pt x="9" y="18"/>
                    </a:cubicBezTo>
                    <a:cubicBezTo>
                      <a:pt x="13" y="11"/>
                      <a:pt x="18" y="5"/>
                      <a:pt x="24" y="0"/>
                    </a:cubicBezTo>
                    <a:cubicBezTo>
                      <a:pt x="24" y="1"/>
                      <a:pt x="24" y="2"/>
                      <a:pt x="24" y="3"/>
                    </a:cubicBezTo>
                    <a:cubicBezTo>
                      <a:pt x="24" y="16"/>
                      <a:pt x="20" y="29"/>
                      <a:pt x="14" y="40"/>
                    </a:cubicBezTo>
                    <a:cubicBezTo>
                      <a:pt x="10" y="47"/>
                      <a:pt x="5"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30"/>
            <p:cNvGrpSpPr/>
            <p:nvPr/>
          </p:nvGrpSpPr>
          <p:grpSpPr>
            <a:xfrm>
              <a:off x="6414942" y="3379140"/>
              <a:ext cx="1542123" cy="2021747"/>
              <a:chOff x="6089760" y="2388960"/>
              <a:chExt cx="1000080" cy="1311120"/>
            </a:xfrm>
          </p:grpSpPr>
          <p:sp>
            <p:nvSpPr>
              <p:cNvPr id="2127" name="Google Shape;2127;p30"/>
              <p:cNvSpPr/>
              <p:nvPr/>
            </p:nvSpPr>
            <p:spPr>
              <a:xfrm>
                <a:off x="6567120" y="2880000"/>
                <a:ext cx="424800" cy="54000"/>
              </a:xfrm>
              <a:custGeom>
                <a:rect b="b" l="l" r="r" t="t"/>
                <a:pathLst>
                  <a:path extrusionOk="0" h="150" w="1180">
                    <a:moveTo>
                      <a:pt x="5" y="131"/>
                    </a:moveTo>
                    <a:cubicBezTo>
                      <a:pt x="193" y="149"/>
                      <a:pt x="392" y="125"/>
                      <a:pt x="580" y="107"/>
                    </a:cubicBezTo>
                    <a:cubicBezTo>
                      <a:pt x="776" y="88"/>
                      <a:pt x="978" y="68"/>
                      <a:pt x="1170" y="21"/>
                    </a:cubicBezTo>
                    <a:cubicBezTo>
                      <a:pt x="1171" y="21"/>
                      <a:pt x="1173" y="21"/>
                      <a:pt x="1174" y="20"/>
                    </a:cubicBezTo>
                    <a:cubicBezTo>
                      <a:pt x="1176" y="19"/>
                      <a:pt x="1177" y="18"/>
                      <a:pt x="1178" y="16"/>
                    </a:cubicBezTo>
                    <a:cubicBezTo>
                      <a:pt x="1179" y="14"/>
                      <a:pt x="1179" y="11"/>
                      <a:pt x="1179" y="10"/>
                    </a:cubicBezTo>
                    <a:cubicBezTo>
                      <a:pt x="1179" y="8"/>
                      <a:pt x="1179" y="7"/>
                      <a:pt x="1178" y="5"/>
                    </a:cubicBezTo>
                    <a:cubicBezTo>
                      <a:pt x="1177" y="3"/>
                      <a:pt x="1176" y="2"/>
                      <a:pt x="1174" y="1"/>
                    </a:cubicBezTo>
                    <a:cubicBezTo>
                      <a:pt x="1172" y="0"/>
                      <a:pt x="1170" y="0"/>
                      <a:pt x="1168" y="0"/>
                    </a:cubicBezTo>
                    <a:lnTo>
                      <a:pt x="1167" y="0"/>
                    </a:lnTo>
                    <a:cubicBezTo>
                      <a:pt x="973" y="25"/>
                      <a:pt x="782" y="61"/>
                      <a:pt x="588" y="80"/>
                    </a:cubicBezTo>
                    <a:cubicBezTo>
                      <a:pt x="493" y="90"/>
                      <a:pt x="397" y="98"/>
                      <a:pt x="301" y="103"/>
                    </a:cubicBezTo>
                    <a:cubicBezTo>
                      <a:pt x="203" y="109"/>
                      <a:pt x="103" y="108"/>
                      <a:pt x="5" y="121"/>
                    </a:cubicBezTo>
                    <a:cubicBezTo>
                      <a:pt x="4" y="121"/>
                      <a:pt x="3" y="121"/>
                      <a:pt x="2" y="122"/>
                    </a:cubicBezTo>
                    <a:cubicBezTo>
                      <a:pt x="1" y="123"/>
                      <a:pt x="1" y="122"/>
                      <a:pt x="0" y="123"/>
                    </a:cubicBezTo>
                    <a:cubicBezTo>
                      <a:pt x="0" y="124"/>
                      <a:pt x="0" y="125"/>
                      <a:pt x="0" y="126"/>
                    </a:cubicBezTo>
                    <a:cubicBezTo>
                      <a:pt x="0" y="127"/>
                      <a:pt x="0" y="128"/>
                      <a:pt x="0" y="128"/>
                    </a:cubicBezTo>
                    <a:cubicBezTo>
                      <a:pt x="1" y="129"/>
                      <a:pt x="1" y="130"/>
                      <a:pt x="2" y="130"/>
                    </a:cubicBezTo>
                    <a:cubicBezTo>
                      <a:pt x="4" y="131"/>
                      <a:pt x="4" y="131"/>
                      <a:pt x="5"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0"/>
              <p:cNvSpPr/>
              <p:nvPr/>
            </p:nvSpPr>
            <p:spPr>
              <a:xfrm>
                <a:off x="6089760" y="2388960"/>
                <a:ext cx="1000080" cy="1311120"/>
              </a:xfrm>
              <a:custGeom>
                <a:rect b="b" l="l" r="r" t="t"/>
                <a:pathLst>
                  <a:path extrusionOk="0" h="3642" w="2778">
                    <a:moveTo>
                      <a:pt x="2768" y="2093"/>
                    </a:moveTo>
                    <a:cubicBezTo>
                      <a:pt x="2767" y="2066"/>
                      <a:pt x="2765" y="2038"/>
                      <a:pt x="2763" y="2011"/>
                    </a:cubicBezTo>
                    <a:cubicBezTo>
                      <a:pt x="2750" y="1807"/>
                      <a:pt x="2760" y="1603"/>
                      <a:pt x="2753" y="1399"/>
                    </a:cubicBezTo>
                    <a:cubicBezTo>
                      <a:pt x="2747" y="1250"/>
                      <a:pt x="2690" y="1123"/>
                      <a:pt x="2644" y="986"/>
                    </a:cubicBezTo>
                    <a:cubicBezTo>
                      <a:pt x="2595" y="843"/>
                      <a:pt x="2583" y="691"/>
                      <a:pt x="2553" y="544"/>
                    </a:cubicBezTo>
                    <a:cubicBezTo>
                      <a:pt x="2539" y="469"/>
                      <a:pt x="2514" y="397"/>
                      <a:pt x="2478" y="330"/>
                    </a:cubicBezTo>
                    <a:cubicBezTo>
                      <a:pt x="2434" y="255"/>
                      <a:pt x="2377" y="224"/>
                      <a:pt x="2311" y="175"/>
                    </a:cubicBezTo>
                    <a:cubicBezTo>
                      <a:pt x="2302" y="169"/>
                      <a:pt x="2292" y="163"/>
                      <a:pt x="2283" y="158"/>
                    </a:cubicBezTo>
                    <a:cubicBezTo>
                      <a:pt x="2238" y="132"/>
                      <a:pt x="2189" y="114"/>
                      <a:pt x="2139" y="104"/>
                    </a:cubicBezTo>
                    <a:cubicBezTo>
                      <a:pt x="2078" y="90"/>
                      <a:pt x="2016" y="76"/>
                      <a:pt x="1956" y="61"/>
                    </a:cubicBezTo>
                    <a:cubicBezTo>
                      <a:pt x="1841" y="32"/>
                      <a:pt x="1727" y="4"/>
                      <a:pt x="1608" y="2"/>
                    </a:cubicBezTo>
                    <a:cubicBezTo>
                      <a:pt x="1570" y="1"/>
                      <a:pt x="1532" y="0"/>
                      <a:pt x="1495" y="0"/>
                    </a:cubicBezTo>
                    <a:cubicBezTo>
                      <a:pt x="1342" y="0"/>
                      <a:pt x="1189" y="10"/>
                      <a:pt x="1038" y="31"/>
                    </a:cubicBezTo>
                    <a:cubicBezTo>
                      <a:pt x="904" y="51"/>
                      <a:pt x="770" y="70"/>
                      <a:pt x="640" y="112"/>
                    </a:cubicBezTo>
                    <a:cubicBezTo>
                      <a:pt x="588" y="130"/>
                      <a:pt x="537" y="153"/>
                      <a:pt x="489" y="181"/>
                    </a:cubicBezTo>
                    <a:cubicBezTo>
                      <a:pt x="487" y="182"/>
                      <a:pt x="485" y="183"/>
                      <a:pt x="484" y="184"/>
                    </a:cubicBezTo>
                    <a:cubicBezTo>
                      <a:pt x="456" y="201"/>
                      <a:pt x="431" y="222"/>
                      <a:pt x="410" y="247"/>
                    </a:cubicBezTo>
                    <a:cubicBezTo>
                      <a:pt x="406" y="250"/>
                      <a:pt x="403" y="254"/>
                      <a:pt x="400" y="258"/>
                    </a:cubicBezTo>
                    <a:cubicBezTo>
                      <a:pt x="396" y="266"/>
                      <a:pt x="394" y="274"/>
                      <a:pt x="394" y="283"/>
                    </a:cubicBezTo>
                    <a:cubicBezTo>
                      <a:pt x="394" y="291"/>
                      <a:pt x="396" y="300"/>
                      <a:pt x="400" y="307"/>
                    </a:cubicBezTo>
                    <a:cubicBezTo>
                      <a:pt x="402" y="309"/>
                      <a:pt x="403" y="312"/>
                      <a:pt x="405" y="314"/>
                    </a:cubicBezTo>
                    <a:cubicBezTo>
                      <a:pt x="403" y="313"/>
                      <a:pt x="401" y="313"/>
                      <a:pt x="399" y="313"/>
                    </a:cubicBezTo>
                    <a:cubicBezTo>
                      <a:pt x="389" y="313"/>
                      <a:pt x="380" y="316"/>
                      <a:pt x="372" y="321"/>
                    </a:cubicBezTo>
                    <a:cubicBezTo>
                      <a:pt x="364" y="325"/>
                      <a:pt x="357" y="332"/>
                      <a:pt x="352" y="340"/>
                    </a:cubicBezTo>
                    <a:cubicBezTo>
                      <a:pt x="350" y="343"/>
                      <a:pt x="349" y="347"/>
                      <a:pt x="348" y="350"/>
                    </a:cubicBezTo>
                    <a:cubicBezTo>
                      <a:pt x="330" y="405"/>
                      <a:pt x="301" y="455"/>
                      <a:pt x="278" y="508"/>
                    </a:cubicBezTo>
                    <a:cubicBezTo>
                      <a:pt x="267" y="535"/>
                      <a:pt x="261" y="565"/>
                      <a:pt x="248" y="593"/>
                    </a:cubicBezTo>
                    <a:cubicBezTo>
                      <a:pt x="245" y="598"/>
                      <a:pt x="244" y="605"/>
                      <a:pt x="244" y="611"/>
                    </a:cubicBezTo>
                    <a:cubicBezTo>
                      <a:pt x="244" y="615"/>
                      <a:pt x="244" y="618"/>
                      <a:pt x="245" y="621"/>
                    </a:cubicBezTo>
                    <a:cubicBezTo>
                      <a:pt x="246" y="629"/>
                      <a:pt x="247" y="637"/>
                      <a:pt x="247" y="645"/>
                    </a:cubicBezTo>
                    <a:cubicBezTo>
                      <a:pt x="247" y="662"/>
                      <a:pt x="244" y="679"/>
                      <a:pt x="237" y="695"/>
                    </a:cubicBezTo>
                    <a:cubicBezTo>
                      <a:pt x="217" y="767"/>
                      <a:pt x="201" y="841"/>
                      <a:pt x="190" y="916"/>
                    </a:cubicBezTo>
                    <a:cubicBezTo>
                      <a:pt x="186" y="949"/>
                      <a:pt x="179" y="981"/>
                      <a:pt x="168" y="1013"/>
                    </a:cubicBezTo>
                    <a:cubicBezTo>
                      <a:pt x="159" y="1037"/>
                      <a:pt x="138" y="1055"/>
                      <a:pt x="126" y="1078"/>
                    </a:cubicBezTo>
                    <a:cubicBezTo>
                      <a:pt x="117" y="1099"/>
                      <a:pt x="112" y="1122"/>
                      <a:pt x="112" y="1145"/>
                    </a:cubicBezTo>
                    <a:cubicBezTo>
                      <a:pt x="112" y="1151"/>
                      <a:pt x="112" y="1157"/>
                      <a:pt x="113" y="1163"/>
                    </a:cubicBezTo>
                    <a:cubicBezTo>
                      <a:pt x="111" y="1212"/>
                      <a:pt x="106" y="1260"/>
                      <a:pt x="97" y="1307"/>
                    </a:cubicBezTo>
                    <a:cubicBezTo>
                      <a:pt x="90" y="1361"/>
                      <a:pt x="83" y="1415"/>
                      <a:pt x="72" y="1468"/>
                    </a:cubicBezTo>
                    <a:cubicBezTo>
                      <a:pt x="66" y="1491"/>
                      <a:pt x="63" y="1516"/>
                      <a:pt x="63" y="1540"/>
                    </a:cubicBezTo>
                    <a:cubicBezTo>
                      <a:pt x="63" y="1556"/>
                      <a:pt x="64" y="1571"/>
                      <a:pt x="66" y="1586"/>
                    </a:cubicBezTo>
                    <a:cubicBezTo>
                      <a:pt x="82" y="1657"/>
                      <a:pt x="64" y="1724"/>
                      <a:pt x="59" y="1794"/>
                    </a:cubicBezTo>
                    <a:cubicBezTo>
                      <a:pt x="56" y="1842"/>
                      <a:pt x="52" y="1891"/>
                      <a:pt x="49" y="1939"/>
                    </a:cubicBezTo>
                    <a:cubicBezTo>
                      <a:pt x="47" y="1973"/>
                      <a:pt x="56" y="2013"/>
                      <a:pt x="35" y="2042"/>
                    </a:cubicBezTo>
                    <a:cubicBezTo>
                      <a:pt x="17" y="2066"/>
                      <a:pt x="0" y="2075"/>
                      <a:pt x="3" y="2107"/>
                    </a:cubicBezTo>
                    <a:cubicBezTo>
                      <a:pt x="12" y="2229"/>
                      <a:pt x="28" y="2349"/>
                      <a:pt x="50" y="2469"/>
                    </a:cubicBezTo>
                    <a:cubicBezTo>
                      <a:pt x="53" y="2489"/>
                      <a:pt x="59" y="2509"/>
                      <a:pt x="66" y="2529"/>
                    </a:cubicBezTo>
                    <a:cubicBezTo>
                      <a:pt x="92" y="2596"/>
                      <a:pt x="131" y="2659"/>
                      <a:pt x="158" y="2726"/>
                    </a:cubicBezTo>
                    <a:cubicBezTo>
                      <a:pt x="188" y="2799"/>
                      <a:pt x="216" y="2873"/>
                      <a:pt x="243" y="2947"/>
                    </a:cubicBezTo>
                    <a:cubicBezTo>
                      <a:pt x="263" y="2994"/>
                      <a:pt x="275" y="3043"/>
                      <a:pt x="279" y="3093"/>
                    </a:cubicBezTo>
                    <a:cubicBezTo>
                      <a:pt x="278" y="3103"/>
                      <a:pt x="278" y="3112"/>
                      <a:pt x="278" y="3122"/>
                    </a:cubicBezTo>
                    <a:cubicBezTo>
                      <a:pt x="278" y="3135"/>
                      <a:pt x="279" y="3148"/>
                      <a:pt x="280" y="3161"/>
                    </a:cubicBezTo>
                    <a:cubicBezTo>
                      <a:pt x="289" y="3185"/>
                      <a:pt x="300" y="3208"/>
                      <a:pt x="312" y="3230"/>
                    </a:cubicBezTo>
                    <a:cubicBezTo>
                      <a:pt x="329" y="3273"/>
                      <a:pt x="344" y="3317"/>
                      <a:pt x="355" y="3362"/>
                    </a:cubicBezTo>
                    <a:cubicBezTo>
                      <a:pt x="358" y="3374"/>
                      <a:pt x="363" y="3386"/>
                      <a:pt x="369" y="3397"/>
                    </a:cubicBezTo>
                    <a:cubicBezTo>
                      <a:pt x="380" y="3416"/>
                      <a:pt x="396" y="3432"/>
                      <a:pt x="416" y="3444"/>
                    </a:cubicBezTo>
                    <a:cubicBezTo>
                      <a:pt x="422" y="3447"/>
                      <a:pt x="429" y="3450"/>
                      <a:pt x="435" y="3453"/>
                    </a:cubicBezTo>
                    <a:cubicBezTo>
                      <a:pt x="471" y="3465"/>
                      <a:pt x="506" y="3480"/>
                      <a:pt x="539" y="3496"/>
                    </a:cubicBezTo>
                    <a:cubicBezTo>
                      <a:pt x="692" y="3578"/>
                      <a:pt x="858" y="3600"/>
                      <a:pt x="1023" y="3627"/>
                    </a:cubicBezTo>
                    <a:cubicBezTo>
                      <a:pt x="1083" y="3637"/>
                      <a:pt x="1144" y="3627"/>
                      <a:pt x="1203" y="3632"/>
                    </a:cubicBezTo>
                    <a:cubicBezTo>
                      <a:pt x="1258" y="3636"/>
                      <a:pt x="1313" y="3641"/>
                      <a:pt x="1368" y="3641"/>
                    </a:cubicBezTo>
                    <a:cubicBezTo>
                      <a:pt x="1369" y="3641"/>
                      <a:pt x="1370" y="3641"/>
                      <a:pt x="1371" y="3641"/>
                    </a:cubicBezTo>
                    <a:cubicBezTo>
                      <a:pt x="1452" y="3641"/>
                      <a:pt x="1534" y="3635"/>
                      <a:pt x="1615" y="3622"/>
                    </a:cubicBezTo>
                    <a:cubicBezTo>
                      <a:pt x="1694" y="3610"/>
                      <a:pt x="1774" y="3607"/>
                      <a:pt x="1854" y="3593"/>
                    </a:cubicBezTo>
                    <a:cubicBezTo>
                      <a:pt x="1952" y="3574"/>
                      <a:pt x="2049" y="3549"/>
                      <a:pt x="2144" y="3517"/>
                    </a:cubicBezTo>
                    <a:cubicBezTo>
                      <a:pt x="2179" y="3503"/>
                      <a:pt x="2216" y="3492"/>
                      <a:pt x="2253" y="3485"/>
                    </a:cubicBezTo>
                    <a:cubicBezTo>
                      <a:pt x="2263" y="3484"/>
                      <a:pt x="2273" y="3481"/>
                      <a:pt x="2282" y="3476"/>
                    </a:cubicBezTo>
                    <a:cubicBezTo>
                      <a:pt x="2286" y="3474"/>
                      <a:pt x="2290" y="3471"/>
                      <a:pt x="2294" y="3467"/>
                    </a:cubicBezTo>
                    <a:cubicBezTo>
                      <a:pt x="2350" y="3410"/>
                      <a:pt x="2398" y="3346"/>
                      <a:pt x="2438" y="3276"/>
                    </a:cubicBezTo>
                    <a:cubicBezTo>
                      <a:pt x="2469" y="3221"/>
                      <a:pt x="2492" y="3163"/>
                      <a:pt x="2519" y="3106"/>
                    </a:cubicBezTo>
                    <a:cubicBezTo>
                      <a:pt x="2523" y="3097"/>
                      <a:pt x="2527" y="3088"/>
                      <a:pt x="2530" y="3078"/>
                    </a:cubicBezTo>
                    <a:cubicBezTo>
                      <a:pt x="2531" y="3075"/>
                      <a:pt x="2531" y="3071"/>
                      <a:pt x="2531" y="3068"/>
                    </a:cubicBezTo>
                    <a:cubicBezTo>
                      <a:pt x="2531" y="3063"/>
                      <a:pt x="2530" y="3057"/>
                      <a:pt x="2528" y="3052"/>
                    </a:cubicBezTo>
                    <a:cubicBezTo>
                      <a:pt x="2539" y="3028"/>
                      <a:pt x="2554" y="2989"/>
                      <a:pt x="2568" y="2953"/>
                    </a:cubicBezTo>
                    <a:cubicBezTo>
                      <a:pt x="2645" y="2747"/>
                      <a:pt x="2673" y="2640"/>
                      <a:pt x="2703" y="2580"/>
                    </a:cubicBezTo>
                    <a:cubicBezTo>
                      <a:pt x="2775" y="2427"/>
                      <a:pt x="2777" y="2259"/>
                      <a:pt x="2768" y="2093"/>
                    </a:cubicBezTo>
                    <a:moveTo>
                      <a:pt x="2521" y="733"/>
                    </a:moveTo>
                    <a:cubicBezTo>
                      <a:pt x="2529" y="749"/>
                      <a:pt x="2536" y="765"/>
                      <a:pt x="2540" y="782"/>
                    </a:cubicBezTo>
                    <a:cubicBezTo>
                      <a:pt x="2551" y="863"/>
                      <a:pt x="2583" y="936"/>
                      <a:pt x="2605" y="1014"/>
                    </a:cubicBezTo>
                    <a:cubicBezTo>
                      <a:pt x="2631" y="1108"/>
                      <a:pt x="2632" y="1108"/>
                      <a:pt x="2540" y="1129"/>
                    </a:cubicBezTo>
                    <a:cubicBezTo>
                      <a:pt x="2486" y="1140"/>
                      <a:pt x="2432" y="1153"/>
                      <a:pt x="2379" y="1170"/>
                    </a:cubicBezTo>
                    <a:cubicBezTo>
                      <a:pt x="2355" y="1178"/>
                      <a:pt x="2343" y="1171"/>
                      <a:pt x="2329" y="1150"/>
                    </a:cubicBezTo>
                    <a:cubicBezTo>
                      <a:pt x="2315" y="1126"/>
                      <a:pt x="2305" y="1100"/>
                      <a:pt x="2299" y="1073"/>
                    </a:cubicBezTo>
                    <a:cubicBezTo>
                      <a:pt x="2282" y="1015"/>
                      <a:pt x="2266" y="957"/>
                      <a:pt x="2249" y="899"/>
                    </a:cubicBezTo>
                    <a:cubicBezTo>
                      <a:pt x="2246" y="885"/>
                      <a:pt x="2244" y="870"/>
                      <a:pt x="2242" y="856"/>
                    </a:cubicBezTo>
                    <a:cubicBezTo>
                      <a:pt x="2243" y="846"/>
                      <a:pt x="2244" y="839"/>
                      <a:pt x="2246" y="831"/>
                    </a:cubicBezTo>
                    <a:cubicBezTo>
                      <a:pt x="2253" y="773"/>
                      <a:pt x="2254" y="774"/>
                      <a:pt x="2311" y="761"/>
                    </a:cubicBezTo>
                    <a:cubicBezTo>
                      <a:pt x="2369" y="748"/>
                      <a:pt x="2428" y="732"/>
                      <a:pt x="2485" y="716"/>
                    </a:cubicBezTo>
                    <a:cubicBezTo>
                      <a:pt x="2488" y="714"/>
                      <a:pt x="2492" y="714"/>
                      <a:pt x="2495" y="714"/>
                    </a:cubicBezTo>
                    <a:cubicBezTo>
                      <a:pt x="2500" y="714"/>
                      <a:pt x="2504" y="714"/>
                      <a:pt x="2508" y="717"/>
                    </a:cubicBezTo>
                    <a:cubicBezTo>
                      <a:pt x="2512" y="719"/>
                      <a:pt x="2516" y="723"/>
                      <a:pt x="2518" y="727"/>
                    </a:cubicBezTo>
                    <a:cubicBezTo>
                      <a:pt x="2519" y="729"/>
                      <a:pt x="2520" y="731"/>
                      <a:pt x="2521" y="733"/>
                    </a:cubicBezTo>
                    <a:moveTo>
                      <a:pt x="530" y="1079"/>
                    </a:moveTo>
                    <a:cubicBezTo>
                      <a:pt x="521" y="986"/>
                      <a:pt x="538" y="900"/>
                      <a:pt x="603" y="828"/>
                    </a:cubicBezTo>
                    <a:cubicBezTo>
                      <a:pt x="606" y="823"/>
                      <a:pt x="611" y="819"/>
                      <a:pt x="616" y="816"/>
                    </a:cubicBezTo>
                    <a:cubicBezTo>
                      <a:pt x="622" y="812"/>
                      <a:pt x="629" y="811"/>
                      <a:pt x="636" y="811"/>
                    </a:cubicBezTo>
                    <a:cubicBezTo>
                      <a:pt x="640" y="811"/>
                      <a:pt x="645" y="811"/>
                      <a:pt x="649" y="813"/>
                    </a:cubicBezTo>
                    <a:cubicBezTo>
                      <a:pt x="754" y="850"/>
                      <a:pt x="866" y="850"/>
                      <a:pt x="973" y="868"/>
                    </a:cubicBezTo>
                    <a:cubicBezTo>
                      <a:pt x="1008" y="874"/>
                      <a:pt x="1043" y="874"/>
                      <a:pt x="1078" y="877"/>
                    </a:cubicBezTo>
                    <a:cubicBezTo>
                      <a:pt x="1097" y="879"/>
                      <a:pt x="1106" y="890"/>
                      <a:pt x="1101" y="908"/>
                    </a:cubicBezTo>
                    <a:cubicBezTo>
                      <a:pt x="1072" y="1010"/>
                      <a:pt x="1066" y="1115"/>
                      <a:pt x="1049" y="1218"/>
                    </a:cubicBezTo>
                    <a:cubicBezTo>
                      <a:pt x="1038" y="1280"/>
                      <a:pt x="1036" y="1282"/>
                      <a:pt x="969" y="1280"/>
                    </a:cubicBezTo>
                    <a:cubicBezTo>
                      <a:pt x="925" y="1284"/>
                      <a:pt x="882" y="1268"/>
                      <a:pt x="838" y="1262"/>
                    </a:cubicBezTo>
                    <a:cubicBezTo>
                      <a:pt x="746" y="1251"/>
                      <a:pt x="655" y="1232"/>
                      <a:pt x="566" y="1206"/>
                    </a:cubicBezTo>
                    <a:cubicBezTo>
                      <a:pt x="530" y="1195"/>
                      <a:pt x="525" y="1188"/>
                      <a:pt x="532" y="1152"/>
                    </a:cubicBezTo>
                    <a:cubicBezTo>
                      <a:pt x="533" y="1142"/>
                      <a:pt x="534" y="1132"/>
                      <a:pt x="534" y="1122"/>
                    </a:cubicBezTo>
                    <a:cubicBezTo>
                      <a:pt x="534" y="1108"/>
                      <a:pt x="532" y="1093"/>
                      <a:pt x="530" y="1079"/>
                    </a:cubicBezTo>
                    <a:moveTo>
                      <a:pt x="1086" y="1188"/>
                    </a:moveTo>
                    <a:cubicBezTo>
                      <a:pt x="1086" y="1185"/>
                      <a:pt x="1086" y="1183"/>
                      <a:pt x="1087" y="1170"/>
                    </a:cubicBezTo>
                    <a:cubicBezTo>
                      <a:pt x="1086" y="1088"/>
                      <a:pt x="1112" y="1003"/>
                      <a:pt x="1148" y="920"/>
                    </a:cubicBezTo>
                    <a:cubicBezTo>
                      <a:pt x="1149" y="915"/>
                      <a:pt x="1151" y="911"/>
                      <a:pt x="1153" y="907"/>
                    </a:cubicBezTo>
                    <a:cubicBezTo>
                      <a:pt x="1158" y="900"/>
                      <a:pt x="1164" y="893"/>
                      <a:pt x="1172" y="889"/>
                    </a:cubicBezTo>
                    <a:cubicBezTo>
                      <a:pt x="1180" y="884"/>
                      <a:pt x="1188" y="882"/>
                      <a:pt x="1198" y="882"/>
                    </a:cubicBezTo>
                    <a:cubicBezTo>
                      <a:pt x="1200" y="882"/>
                      <a:pt x="1202" y="882"/>
                      <a:pt x="1205" y="882"/>
                    </a:cubicBezTo>
                    <a:cubicBezTo>
                      <a:pt x="1238" y="884"/>
                      <a:pt x="1271" y="885"/>
                      <a:pt x="1305" y="885"/>
                    </a:cubicBezTo>
                    <a:cubicBezTo>
                      <a:pt x="1349" y="885"/>
                      <a:pt x="1393" y="883"/>
                      <a:pt x="1437" y="880"/>
                    </a:cubicBezTo>
                    <a:cubicBezTo>
                      <a:pt x="1481" y="879"/>
                      <a:pt x="1522" y="875"/>
                      <a:pt x="1564" y="874"/>
                    </a:cubicBezTo>
                    <a:cubicBezTo>
                      <a:pt x="1596" y="874"/>
                      <a:pt x="1601" y="877"/>
                      <a:pt x="1607" y="905"/>
                    </a:cubicBezTo>
                    <a:cubicBezTo>
                      <a:pt x="1634" y="1021"/>
                      <a:pt x="1655" y="1139"/>
                      <a:pt x="1668" y="1259"/>
                    </a:cubicBezTo>
                    <a:cubicBezTo>
                      <a:pt x="1671" y="1288"/>
                      <a:pt x="1662" y="1300"/>
                      <a:pt x="1633" y="1304"/>
                    </a:cubicBezTo>
                    <a:cubicBezTo>
                      <a:pt x="1632" y="1304"/>
                      <a:pt x="1630" y="1304"/>
                      <a:pt x="1629" y="1304"/>
                    </a:cubicBezTo>
                    <a:cubicBezTo>
                      <a:pt x="1628" y="1304"/>
                      <a:pt x="1627" y="1304"/>
                      <a:pt x="1625" y="1304"/>
                    </a:cubicBezTo>
                    <a:cubicBezTo>
                      <a:pt x="1531" y="1290"/>
                      <a:pt x="1436" y="1317"/>
                      <a:pt x="1341" y="1304"/>
                    </a:cubicBezTo>
                    <a:cubicBezTo>
                      <a:pt x="1298" y="1300"/>
                      <a:pt x="1255" y="1298"/>
                      <a:pt x="1212" y="1298"/>
                    </a:cubicBezTo>
                    <a:cubicBezTo>
                      <a:pt x="1202" y="1298"/>
                      <a:pt x="1193" y="1298"/>
                      <a:pt x="1184" y="1299"/>
                    </a:cubicBezTo>
                    <a:cubicBezTo>
                      <a:pt x="1088" y="1297"/>
                      <a:pt x="1078" y="1286"/>
                      <a:pt x="1086" y="1188"/>
                    </a:cubicBezTo>
                    <a:moveTo>
                      <a:pt x="1651" y="918"/>
                    </a:moveTo>
                    <a:cubicBezTo>
                      <a:pt x="1648" y="866"/>
                      <a:pt x="1648" y="864"/>
                      <a:pt x="1693" y="856"/>
                    </a:cubicBezTo>
                    <a:cubicBezTo>
                      <a:pt x="1839" y="833"/>
                      <a:pt x="1985" y="811"/>
                      <a:pt x="2131" y="788"/>
                    </a:cubicBezTo>
                    <a:cubicBezTo>
                      <a:pt x="2170" y="782"/>
                      <a:pt x="2187" y="793"/>
                      <a:pt x="2194" y="835"/>
                    </a:cubicBezTo>
                    <a:cubicBezTo>
                      <a:pt x="2211" y="943"/>
                      <a:pt x="2250" y="1047"/>
                      <a:pt x="2283" y="1152"/>
                    </a:cubicBezTo>
                    <a:cubicBezTo>
                      <a:pt x="2292" y="1182"/>
                      <a:pt x="2286" y="1196"/>
                      <a:pt x="2256" y="1202"/>
                    </a:cubicBezTo>
                    <a:cubicBezTo>
                      <a:pt x="2129" y="1230"/>
                      <a:pt x="2002" y="1260"/>
                      <a:pt x="1873" y="1279"/>
                    </a:cubicBezTo>
                    <a:cubicBezTo>
                      <a:pt x="1844" y="1283"/>
                      <a:pt x="1814" y="1289"/>
                      <a:pt x="1785" y="1294"/>
                    </a:cubicBezTo>
                    <a:cubicBezTo>
                      <a:pt x="1738" y="1301"/>
                      <a:pt x="1713" y="1283"/>
                      <a:pt x="1704" y="1238"/>
                    </a:cubicBezTo>
                    <a:cubicBezTo>
                      <a:pt x="1702" y="1229"/>
                      <a:pt x="1702" y="1220"/>
                      <a:pt x="1702" y="1211"/>
                    </a:cubicBezTo>
                    <a:cubicBezTo>
                      <a:pt x="1702" y="1210"/>
                      <a:pt x="1702" y="1209"/>
                      <a:pt x="1702" y="1208"/>
                    </a:cubicBezTo>
                    <a:cubicBezTo>
                      <a:pt x="1699" y="1155"/>
                      <a:pt x="1690" y="1103"/>
                      <a:pt x="1673" y="1053"/>
                    </a:cubicBezTo>
                    <a:cubicBezTo>
                      <a:pt x="1659" y="1014"/>
                      <a:pt x="1651" y="974"/>
                      <a:pt x="1651" y="932"/>
                    </a:cubicBezTo>
                    <a:cubicBezTo>
                      <a:pt x="1651" y="927"/>
                      <a:pt x="1652" y="923"/>
                      <a:pt x="1652" y="918"/>
                    </a:cubicBezTo>
                    <a:lnTo>
                      <a:pt x="1651" y="918"/>
                    </a:lnTo>
                    <a:moveTo>
                      <a:pt x="490" y="244"/>
                    </a:moveTo>
                    <a:cubicBezTo>
                      <a:pt x="615" y="138"/>
                      <a:pt x="796" y="111"/>
                      <a:pt x="952" y="82"/>
                    </a:cubicBezTo>
                    <a:cubicBezTo>
                      <a:pt x="1008" y="72"/>
                      <a:pt x="1063" y="63"/>
                      <a:pt x="1119" y="58"/>
                    </a:cubicBezTo>
                    <a:cubicBezTo>
                      <a:pt x="1164" y="53"/>
                      <a:pt x="1210" y="51"/>
                      <a:pt x="1255" y="49"/>
                    </a:cubicBezTo>
                    <a:cubicBezTo>
                      <a:pt x="1357" y="44"/>
                      <a:pt x="1459" y="33"/>
                      <a:pt x="1560" y="36"/>
                    </a:cubicBezTo>
                    <a:cubicBezTo>
                      <a:pt x="1666" y="41"/>
                      <a:pt x="1771" y="57"/>
                      <a:pt x="1874" y="83"/>
                    </a:cubicBezTo>
                    <a:cubicBezTo>
                      <a:pt x="1953" y="101"/>
                      <a:pt x="2033" y="117"/>
                      <a:pt x="2110" y="142"/>
                    </a:cubicBezTo>
                    <a:cubicBezTo>
                      <a:pt x="2181" y="163"/>
                      <a:pt x="2255" y="189"/>
                      <a:pt x="2311" y="240"/>
                    </a:cubicBezTo>
                    <a:cubicBezTo>
                      <a:pt x="2314" y="242"/>
                      <a:pt x="2317" y="245"/>
                      <a:pt x="2318" y="248"/>
                    </a:cubicBezTo>
                    <a:cubicBezTo>
                      <a:pt x="2319" y="249"/>
                      <a:pt x="2320" y="251"/>
                      <a:pt x="2321" y="253"/>
                    </a:cubicBezTo>
                    <a:cubicBezTo>
                      <a:pt x="2323" y="269"/>
                      <a:pt x="2292" y="287"/>
                      <a:pt x="2264" y="301"/>
                    </a:cubicBezTo>
                    <a:cubicBezTo>
                      <a:pt x="2263" y="299"/>
                      <a:pt x="2262" y="298"/>
                      <a:pt x="2261" y="298"/>
                    </a:cubicBezTo>
                    <a:cubicBezTo>
                      <a:pt x="2235" y="279"/>
                      <a:pt x="2209" y="262"/>
                      <a:pt x="2181" y="246"/>
                    </a:cubicBezTo>
                    <a:cubicBezTo>
                      <a:pt x="2122" y="212"/>
                      <a:pt x="2059" y="184"/>
                      <a:pt x="1994" y="165"/>
                    </a:cubicBezTo>
                    <a:cubicBezTo>
                      <a:pt x="1910" y="139"/>
                      <a:pt x="1804" y="112"/>
                      <a:pt x="1717" y="133"/>
                    </a:cubicBezTo>
                    <a:cubicBezTo>
                      <a:pt x="1716" y="133"/>
                      <a:pt x="1716" y="133"/>
                      <a:pt x="1716" y="134"/>
                    </a:cubicBezTo>
                    <a:cubicBezTo>
                      <a:pt x="1716" y="135"/>
                      <a:pt x="1716" y="135"/>
                      <a:pt x="1716" y="135"/>
                    </a:cubicBezTo>
                    <a:lnTo>
                      <a:pt x="1717" y="136"/>
                    </a:lnTo>
                    <a:cubicBezTo>
                      <a:pt x="1759" y="145"/>
                      <a:pt x="1802" y="144"/>
                      <a:pt x="1845" y="150"/>
                    </a:cubicBezTo>
                    <a:cubicBezTo>
                      <a:pt x="1896" y="158"/>
                      <a:pt x="1947" y="170"/>
                      <a:pt x="1996" y="186"/>
                    </a:cubicBezTo>
                    <a:cubicBezTo>
                      <a:pt x="2051" y="205"/>
                      <a:pt x="2104" y="229"/>
                      <a:pt x="2154" y="258"/>
                    </a:cubicBezTo>
                    <a:cubicBezTo>
                      <a:pt x="2183" y="274"/>
                      <a:pt x="2210" y="293"/>
                      <a:pt x="2237" y="312"/>
                    </a:cubicBezTo>
                    <a:cubicBezTo>
                      <a:pt x="2231" y="315"/>
                      <a:pt x="2225" y="318"/>
                      <a:pt x="2222" y="319"/>
                    </a:cubicBezTo>
                    <a:cubicBezTo>
                      <a:pt x="2179" y="343"/>
                      <a:pt x="2135" y="327"/>
                      <a:pt x="2089" y="317"/>
                    </a:cubicBezTo>
                    <a:cubicBezTo>
                      <a:pt x="2037" y="307"/>
                      <a:pt x="1985" y="297"/>
                      <a:pt x="1933" y="288"/>
                    </a:cubicBezTo>
                    <a:cubicBezTo>
                      <a:pt x="1805" y="266"/>
                      <a:pt x="1676" y="251"/>
                      <a:pt x="1546" y="245"/>
                    </a:cubicBezTo>
                    <a:cubicBezTo>
                      <a:pt x="1443" y="240"/>
                      <a:pt x="1341" y="239"/>
                      <a:pt x="1238" y="239"/>
                    </a:cubicBezTo>
                    <a:cubicBezTo>
                      <a:pt x="1139" y="239"/>
                      <a:pt x="1039" y="258"/>
                      <a:pt x="941" y="267"/>
                    </a:cubicBezTo>
                    <a:cubicBezTo>
                      <a:pt x="872" y="272"/>
                      <a:pt x="803" y="281"/>
                      <a:pt x="735" y="294"/>
                    </a:cubicBezTo>
                    <a:cubicBezTo>
                      <a:pt x="702" y="299"/>
                      <a:pt x="669" y="308"/>
                      <a:pt x="639" y="322"/>
                    </a:cubicBezTo>
                    <a:cubicBezTo>
                      <a:pt x="609" y="337"/>
                      <a:pt x="587" y="348"/>
                      <a:pt x="555" y="333"/>
                    </a:cubicBezTo>
                    <a:cubicBezTo>
                      <a:pt x="534" y="323"/>
                      <a:pt x="514" y="314"/>
                      <a:pt x="495" y="302"/>
                    </a:cubicBezTo>
                    <a:lnTo>
                      <a:pt x="490" y="298"/>
                    </a:lnTo>
                    <a:cubicBezTo>
                      <a:pt x="566" y="264"/>
                      <a:pt x="645" y="235"/>
                      <a:pt x="725" y="211"/>
                    </a:cubicBezTo>
                    <a:cubicBezTo>
                      <a:pt x="813" y="186"/>
                      <a:pt x="904" y="173"/>
                      <a:pt x="993" y="153"/>
                    </a:cubicBezTo>
                    <a:cubicBezTo>
                      <a:pt x="995" y="153"/>
                      <a:pt x="995" y="150"/>
                      <a:pt x="993" y="150"/>
                    </a:cubicBezTo>
                    <a:cubicBezTo>
                      <a:pt x="818" y="147"/>
                      <a:pt x="634" y="206"/>
                      <a:pt x="475" y="276"/>
                    </a:cubicBezTo>
                    <a:cubicBezTo>
                      <a:pt x="474" y="277"/>
                      <a:pt x="473" y="277"/>
                      <a:pt x="472" y="278"/>
                    </a:cubicBezTo>
                    <a:cubicBezTo>
                      <a:pt x="470" y="269"/>
                      <a:pt x="476" y="257"/>
                      <a:pt x="492" y="245"/>
                    </a:cubicBezTo>
                    <a:lnTo>
                      <a:pt x="490" y="244"/>
                    </a:lnTo>
                    <a:moveTo>
                      <a:pt x="2015" y="381"/>
                    </a:moveTo>
                    <a:cubicBezTo>
                      <a:pt x="2015" y="383"/>
                      <a:pt x="2012" y="385"/>
                      <a:pt x="2010" y="386"/>
                    </a:cubicBezTo>
                    <a:cubicBezTo>
                      <a:pt x="2010" y="387"/>
                      <a:pt x="2009" y="387"/>
                      <a:pt x="2008" y="388"/>
                    </a:cubicBezTo>
                    <a:cubicBezTo>
                      <a:pt x="2007" y="389"/>
                      <a:pt x="2005" y="389"/>
                      <a:pt x="2004" y="389"/>
                    </a:cubicBezTo>
                    <a:cubicBezTo>
                      <a:pt x="1918" y="392"/>
                      <a:pt x="1836" y="418"/>
                      <a:pt x="1750" y="420"/>
                    </a:cubicBezTo>
                    <a:cubicBezTo>
                      <a:pt x="1690" y="422"/>
                      <a:pt x="1630" y="428"/>
                      <a:pt x="1571" y="438"/>
                    </a:cubicBezTo>
                    <a:cubicBezTo>
                      <a:pt x="1479" y="453"/>
                      <a:pt x="1386" y="447"/>
                      <a:pt x="1294" y="446"/>
                    </a:cubicBezTo>
                    <a:cubicBezTo>
                      <a:pt x="1284" y="446"/>
                      <a:pt x="1274" y="446"/>
                      <a:pt x="1264" y="445"/>
                    </a:cubicBezTo>
                    <a:cubicBezTo>
                      <a:pt x="1194" y="442"/>
                      <a:pt x="1123" y="442"/>
                      <a:pt x="1053" y="437"/>
                    </a:cubicBezTo>
                    <a:cubicBezTo>
                      <a:pt x="1008" y="433"/>
                      <a:pt x="964" y="427"/>
                      <a:pt x="920" y="418"/>
                    </a:cubicBezTo>
                    <a:cubicBezTo>
                      <a:pt x="853" y="406"/>
                      <a:pt x="787" y="392"/>
                      <a:pt x="721" y="378"/>
                    </a:cubicBezTo>
                    <a:cubicBezTo>
                      <a:pt x="714" y="377"/>
                      <a:pt x="706" y="373"/>
                      <a:pt x="709" y="364"/>
                    </a:cubicBezTo>
                    <a:cubicBezTo>
                      <a:pt x="710" y="364"/>
                      <a:pt x="710" y="363"/>
                      <a:pt x="710" y="363"/>
                    </a:cubicBezTo>
                    <a:cubicBezTo>
                      <a:pt x="712" y="360"/>
                      <a:pt x="714" y="358"/>
                      <a:pt x="716" y="357"/>
                    </a:cubicBezTo>
                    <a:cubicBezTo>
                      <a:pt x="718" y="356"/>
                      <a:pt x="719" y="355"/>
                      <a:pt x="720" y="355"/>
                    </a:cubicBezTo>
                    <a:cubicBezTo>
                      <a:pt x="788" y="338"/>
                      <a:pt x="857" y="325"/>
                      <a:pt x="927" y="316"/>
                    </a:cubicBezTo>
                    <a:cubicBezTo>
                      <a:pt x="1106" y="296"/>
                      <a:pt x="1286" y="285"/>
                      <a:pt x="1467" y="284"/>
                    </a:cubicBezTo>
                    <a:cubicBezTo>
                      <a:pt x="1478" y="284"/>
                      <a:pt x="1489" y="284"/>
                      <a:pt x="1500" y="284"/>
                    </a:cubicBezTo>
                    <a:cubicBezTo>
                      <a:pt x="1584" y="284"/>
                      <a:pt x="1668" y="290"/>
                      <a:pt x="1750" y="304"/>
                    </a:cubicBezTo>
                    <a:cubicBezTo>
                      <a:pt x="1822" y="317"/>
                      <a:pt x="1893" y="333"/>
                      <a:pt x="1964" y="348"/>
                    </a:cubicBezTo>
                    <a:cubicBezTo>
                      <a:pt x="1977" y="349"/>
                      <a:pt x="1989" y="353"/>
                      <a:pt x="2000" y="359"/>
                    </a:cubicBezTo>
                    <a:cubicBezTo>
                      <a:pt x="2005" y="362"/>
                      <a:pt x="2008" y="364"/>
                      <a:pt x="2012" y="367"/>
                    </a:cubicBezTo>
                    <a:cubicBezTo>
                      <a:pt x="2016" y="372"/>
                      <a:pt x="2016" y="378"/>
                      <a:pt x="2016" y="383"/>
                    </a:cubicBezTo>
                    <a:lnTo>
                      <a:pt x="2015" y="381"/>
                    </a:lnTo>
                    <a:moveTo>
                      <a:pt x="305" y="548"/>
                    </a:moveTo>
                    <a:cubicBezTo>
                      <a:pt x="354" y="597"/>
                      <a:pt x="437" y="625"/>
                      <a:pt x="501" y="647"/>
                    </a:cubicBezTo>
                    <a:cubicBezTo>
                      <a:pt x="570" y="675"/>
                      <a:pt x="644" y="690"/>
                      <a:pt x="718" y="691"/>
                    </a:cubicBezTo>
                    <a:cubicBezTo>
                      <a:pt x="724" y="691"/>
                      <a:pt x="725" y="682"/>
                      <a:pt x="719" y="680"/>
                    </a:cubicBezTo>
                    <a:cubicBezTo>
                      <a:pt x="651" y="658"/>
                      <a:pt x="580" y="646"/>
                      <a:pt x="512" y="621"/>
                    </a:cubicBezTo>
                    <a:cubicBezTo>
                      <a:pt x="444" y="596"/>
                      <a:pt x="383" y="550"/>
                      <a:pt x="316" y="529"/>
                    </a:cubicBezTo>
                    <a:cubicBezTo>
                      <a:pt x="315" y="529"/>
                      <a:pt x="314" y="529"/>
                      <a:pt x="313" y="529"/>
                    </a:cubicBezTo>
                    <a:cubicBezTo>
                      <a:pt x="312" y="529"/>
                      <a:pt x="312" y="529"/>
                      <a:pt x="311" y="529"/>
                    </a:cubicBezTo>
                    <a:cubicBezTo>
                      <a:pt x="325" y="482"/>
                      <a:pt x="345" y="437"/>
                      <a:pt x="369" y="394"/>
                    </a:cubicBezTo>
                    <a:cubicBezTo>
                      <a:pt x="373" y="388"/>
                      <a:pt x="377" y="382"/>
                      <a:pt x="380" y="376"/>
                    </a:cubicBezTo>
                    <a:cubicBezTo>
                      <a:pt x="392" y="357"/>
                      <a:pt x="400" y="336"/>
                      <a:pt x="407" y="315"/>
                    </a:cubicBezTo>
                    <a:cubicBezTo>
                      <a:pt x="440" y="332"/>
                      <a:pt x="473" y="350"/>
                      <a:pt x="507" y="366"/>
                    </a:cubicBezTo>
                    <a:cubicBezTo>
                      <a:pt x="552" y="388"/>
                      <a:pt x="600" y="403"/>
                      <a:pt x="650" y="411"/>
                    </a:cubicBezTo>
                    <a:cubicBezTo>
                      <a:pt x="751" y="428"/>
                      <a:pt x="853" y="444"/>
                      <a:pt x="954" y="465"/>
                    </a:cubicBezTo>
                    <a:cubicBezTo>
                      <a:pt x="1014" y="474"/>
                      <a:pt x="1075" y="479"/>
                      <a:pt x="1136" y="479"/>
                    </a:cubicBezTo>
                    <a:cubicBezTo>
                      <a:pt x="1140" y="479"/>
                      <a:pt x="1145" y="479"/>
                      <a:pt x="1150" y="479"/>
                    </a:cubicBezTo>
                    <a:cubicBezTo>
                      <a:pt x="1235" y="482"/>
                      <a:pt x="1320" y="486"/>
                      <a:pt x="1406" y="485"/>
                    </a:cubicBezTo>
                    <a:cubicBezTo>
                      <a:pt x="1406" y="485"/>
                      <a:pt x="1407" y="485"/>
                      <a:pt x="1408" y="485"/>
                    </a:cubicBezTo>
                    <a:cubicBezTo>
                      <a:pt x="1515" y="485"/>
                      <a:pt x="1622" y="478"/>
                      <a:pt x="1728" y="465"/>
                    </a:cubicBezTo>
                    <a:cubicBezTo>
                      <a:pt x="1805" y="455"/>
                      <a:pt x="1882" y="446"/>
                      <a:pt x="1960" y="439"/>
                    </a:cubicBezTo>
                    <a:cubicBezTo>
                      <a:pt x="2079" y="428"/>
                      <a:pt x="2189" y="386"/>
                      <a:pt x="2296" y="336"/>
                    </a:cubicBezTo>
                    <a:cubicBezTo>
                      <a:pt x="2310" y="330"/>
                      <a:pt x="2322" y="322"/>
                      <a:pt x="2336" y="316"/>
                    </a:cubicBezTo>
                    <a:cubicBezTo>
                      <a:pt x="2373" y="302"/>
                      <a:pt x="2397" y="322"/>
                      <a:pt x="2413" y="351"/>
                    </a:cubicBezTo>
                    <a:cubicBezTo>
                      <a:pt x="2316" y="380"/>
                      <a:pt x="2223" y="421"/>
                      <a:pt x="2125" y="447"/>
                    </a:cubicBezTo>
                    <a:cubicBezTo>
                      <a:pt x="2018" y="474"/>
                      <a:pt x="1908" y="490"/>
                      <a:pt x="1799" y="514"/>
                    </a:cubicBezTo>
                    <a:lnTo>
                      <a:pt x="1798" y="514"/>
                    </a:lnTo>
                    <a:cubicBezTo>
                      <a:pt x="1798" y="514"/>
                      <a:pt x="1797" y="514"/>
                      <a:pt x="1797" y="515"/>
                    </a:cubicBezTo>
                    <a:lnTo>
                      <a:pt x="1797" y="516"/>
                    </a:lnTo>
                    <a:lnTo>
                      <a:pt x="1797" y="517"/>
                    </a:lnTo>
                    <a:cubicBezTo>
                      <a:pt x="1797" y="517"/>
                      <a:pt x="1798" y="517"/>
                      <a:pt x="1798" y="518"/>
                    </a:cubicBezTo>
                    <a:lnTo>
                      <a:pt x="1799" y="518"/>
                    </a:lnTo>
                    <a:cubicBezTo>
                      <a:pt x="1913" y="512"/>
                      <a:pt x="2027" y="494"/>
                      <a:pt x="2137" y="464"/>
                    </a:cubicBezTo>
                    <a:cubicBezTo>
                      <a:pt x="2231" y="440"/>
                      <a:pt x="2334" y="418"/>
                      <a:pt x="2423" y="375"/>
                    </a:cubicBezTo>
                    <a:cubicBezTo>
                      <a:pt x="2437" y="423"/>
                      <a:pt x="2457" y="469"/>
                      <a:pt x="2482" y="513"/>
                    </a:cubicBezTo>
                    <a:cubicBezTo>
                      <a:pt x="2482" y="514"/>
                      <a:pt x="2483" y="514"/>
                      <a:pt x="2483" y="515"/>
                    </a:cubicBezTo>
                    <a:cubicBezTo>
                      <a:pt x="2506" y="549"/>
                      <a:pt x="2519" y="583"/>
                      <a:pt x="2502" y="623"/>
                    </a:cubicBezTo>
                    <a:cubicBezTo>
                      <a:pt x="2500" y="628"/>
                      <a:pt x="2497" y="633"/>
                      <a:pt x="2494" y="638"/>
                    </a:cubicBezTo>
                    <a:cubicBezTo>
                      <a:pt x="2484" y="656"/>
                      <a:pt x="2469" y="671"/>
                      <a:pt x="2452" y="681"/>
                    </a:cubicBezTo>
                    <a:cubicBezTo>
                      <a:pt x="2440" y="688"/>
                      <a:pt x="2427" y="692"/>
                      <a:pt x="2413" y="695"/>
                    </a:cubicBezTo>
                    <a:cubicBezTo>
                      <a:pt x="2381" y="698"/>
                      <a:pt x="2349" y="707"/>
                      <a:pt x="2317" y="712"/>
                    </a:cubicBezTo>
                    <a:cubicBezTo>
                      <a:pt x="2228" y="727"/>
                      <a:pt x="2139" y="741"/>
                      <a:pt x="2050" y="756"/>
                    </a:cubicBezTo>
                    <a:cubicBezTo>
                      <a:pt x="1976" y="768"/>
                      <a:pt x="1902" y="778"/>
                      <a:pt x="1828" y="793"/>
                    </a:cubicBezTo>
                    <a:cubicBezTo>
                      <a:pt x="1745" y="811"/>
                      <a:pt x="1659" y="815"/>
                      <a:pt x="1574" y="826"/>
                    </a:cubicBezTo>
                    <a:cubicBezTo>
                      <a:pt x="1427" y="847"/>
                      <a:pt x="1280" y="841"/>
                      <a:pt x="1131" y="837"/>
                    </a:cubicBezTo>
                    <a:cubicBezTo>
                      <a:pt x="1017" y="831"/>
                      <a:pt x="902" y="819"/>
                      <a:pt x="788" y="801"/>
                    </a:cubicBezTo>
                    <a:cubicBezTo>
                      <a:pt x="761" y="798"/>
                      <a:pt x="734" y="792"/>
                      <a:pt x="708" y="783"/>
                    </a:cubicBezTo>
                    <a:cubicBezTo>
                      <a:pt x="599" y="743"/>
                      <a:pt x="486" y="719"/>
                      <a:pt x="380" y="675"/>
                    </a:cubicBezTo>
                    <a:cubicBezTo>
                      <a:pt x="372" y="673"/>
                      <a:pt x="364" y="669"/>
                      <a:pt x="357" y="665"/>
                    </a:cubicBezTo>
                    <a:cubicBezTo>
                      <a:pt x="340" y="656"/>
                      <a:pt x="327" y="641"/>
                      <a:pt x="317" y="625"/>
                    </a:cubicBezTo>
                    <a:cubicBezTo>
                      <a:pt x="308" y="608"/>
                      <a:pt x="303" y="590"/>
                      <a:pt x="303" y="571"/>
                    </a:cubicBezTo>
                    <a:cubicBezTo>
                      <a:pt x="303" y="563"/>
                      <a:pt x="303" y="556"/>
                      <a:pt x="305" y="548"/>
                    </a:cubicBezTo>
                    <a:moveTo>
                      <a:pt x="204" y="1063"/>
                    </a:moveTo>
                    <a:cubicBezTo>
                      <a:pt x="207" y="1040"/>
                      <a:pt x="207" y="1022"/>
                      <a:pt x="211" y="1005"/>
                    </a:cubicBezTo>
                    <a:cubicBezTo>
                      <a:pt x="223" y="938"/>
                      <a:pt x="236" y="872"/>
                      <a:pt x="251" y="806"/>
                    </a:cubicBezTo>
                    <a:cubicBezTo>
                      <a:pt x="258" y="776"/>
                      <a:pt x="267" y="747"/>
                      <a:pt x="278" y="719"/>
                    </a:cubicBezTo>
                    <a:cubicBezTo>
                      <a:pt x="287" y="694"/>
                      <a:pt x="299" y="689"/>
                      <a:pt x="325" y="701"/>
                    </a:cubicBezTo>
                    <a:cubicBezTo>
                      <a:pt x="392" y="730"/>
                      <a:pt x="461" y="754"/>
                      <a:pt x="531" y="773"/>
                    </a:cubicBezTo>
                    <a:cubicBezTo>
                      <a:pt x="534" y="774"/>
                      <a:pt x="538" y="775"/>
                      <a:pt x="541" y="777"/>
                    </a:cubicBezTo>
                    <a:cubicBezTo>
                      <a:pt x="546" y="780"/>
                      <a:pt x="551" y="784"/>
                      <a:pt x="553" y="789"/>
                    </a:cubicBezTo>
                    <a:cubicBezTo>
                      <a:pt x="556" y="793"/>
                      <a:pt x="557" y="798"/>
                      <a:pt x="557" y="804"/>
                    </a:cubicBezTo>
                    <a:cubicBezTo>
                      <a:pt x="557" y="809"/>
                      <a:pt x="555" y="816"/>
                      <a:pt x="553" y="820"/>
                    </a:cubicBezTo>
                    <a:cubicBezTo>
                      <a:pt x="553" y="820"/>
                      <a:pt x="553" y="821"/>
                      <a:pt x="552" y="821"/>
                    </a:cubicBezTo>
                    <a:cubicBezTo>
                      <a:pt x="534" y="859"/>
                      <a:pt x="521" y="900"/>
                      <a:pt x="512" y="942"/>
                    </a:cubicBezTo>
                    <a:cubicBezTo>
                      <a:pt x="505" y="981"/>
                      <a:pt x="499" y="1021"/>
                      <a:pt x="494" y="1061"/>
                    </a:cubicBezTo>
                    <a:cubicBezTo>
                      <a:pt x="492" y="1073"/>
                      <a:pt x="494" y="1086"/>
                      <a:pt x="490" y="1098"/>
                    </a:cubicBezTo>
                    <a:cubicBezTo>
                      <a:pt x="471" y="1184"/>
                      <a:pt x="463" y="1182"/>
                      <a:pt x="390" y="1158"/>
                    </a:cubicBezTo>
                    <a:cubicBezTo>
                      <a:pt x="336" y="1140"/>
                      <a:pt x="282" y="1117"/>
                      <a:pt x="229" y="1097"/>
                    </a:cubicBezTo>
                    <a:cubicBezTo>
                      <a:pt x="210" y="1091"/>
                      <a:pt x="200" y="1078"/>
                      <a:pt x="204" y="1063"/>
                    </a:cubicBezTo>
                    <a:moveTo>
                      <a:pt x="113" y="1505"/>
                    </a:moveTo>
                    <a:cubicBezTo>
                      <a:pt x="115" y="1469"/>
                      <a:pt x="121" y="1434"/>
                      <a:pt x="125" y="1398"/>
                    </a:cubicBezTo>
                    <a:cubicBezTo>
                      <a:pt x="345" y="1476"/>
                      <a:pt x="587" y="1518"/>
                      <a:pt x="819" y="1488"/>
                    </a:cubicBezTo>
                    <a:cubicBezTo>
                      <a:pt x="825" y="1488"/>
                      <a:pt x="825" y="1478"/>
                      <a:pt x="819" y="1478"/>
                    </a:cubicBezTo>
                    <a:cubicBezTo>
                      <a:pt x="582" y="1474"/>
                      <a:pt x="354" y="1448"/>
                      <a:pt x="130" y="1368"/>
                    </a:cubicBezTo>
                    <a:cubicBezTo>
                      <a:pt x="135" y="1326"/>
                      <a:pt x="141" y="1283"/>
                      <a:pt x="147" y="1241"/>
                    </a:cubicBezTo>
                    <a:cubicBezTo>
                      <a:pt x="212" y="1281"/>
                      <a:pt x="302" y="1301"/>
                      <a:pt x="375" y="1319"/>
                    </a:cubicBezTo>
                    <a:cubicBezTo>
                      <a:pt x="469" y="1342"/>
                      <a:pt x="565" y="1354"/>
                      <a:pt x="662" y="1354"/>
                    </a:cubicBezTo>
                    <a:cubicBezTo>
                      <a:pt x="663" y="1354"/>
                      <a:pt x="664" y="1354"/>
                      <a:pt x="666" y="1354"/>
                    </a:cubicBezTo>
                    <a:cubicBezTo>
                      <a:pt x="672" y="1354"/>
                      <a:pt x="673" y="1346"/>
                      <a:pt x="667" y="1345"/>
                    </a:cubicBezTo>
                    <a:cubicBezTo>
                      <a:pt x="571" y="1333"/>
                      <a:pt x="476" y="1315"/>
                      <a:pt x="382" y="1292"/>
                    </a:cubicBezTo>
                    <a:cubicBezTo>
                      <a:pt x="304" y="1271"/>
                      <a:pt x="228" y="1232"/>
                      <a:pt x="150" y="1213"/>
                    </a:cubicBezTo>
                    <a:cubicBezTo>
                      <a:pt x="152" y="1199"/>
                      <a:pt x="154" y="1184"/>
                      <a:pt x="157" y="1170"/>
                    </a:cubicBezTo>
                    <a:cubicBezTo>
                      <a:pt x="165" y="1137"/>
                      <a:pt x="178" y="1128"/>
                      <a:pt x="212" y="1143"/>
                    </a:cubicBezTo>
                    <a:cubicBezTo>
                      <a:pt x="284" y="1177"/>
                      <a:pt x="361" y="1203"/>
                      <a:pt x="439" y="1220"/>
                    </a:cubicBezTo>
                    <a:cubicBezTo>
                      <a:pt x="532" y="1241"/>
                      <a:pt x="624" y="1265"/>
                      <a:pt x="717" y="1285"/>
                    </a:cubicBezTo>
                    <a:cubicBezTo>
                      <a:pt x="810" y="1304"/>
                      <a:pt x="905" y="1310"/>
                      <a:pt x="995" y="1334"/>
                    </a:cubicBezTo>
                    <a:cubicBezTo>
                      <a:pt x="1045" y="1347"/>
                      <a:pt x="1088" y="1341"/>
                      <a:pt x="1139" y="1339"/>
                    </a:cubicBezTo>
                    <a:cubicBezTo>
                      <a:pt x="1198" y="1337"/>
                      <a:pt x="1258" y="1342"/>
                      <a:pt x="1317" y="1344"/>
                    </a:cubicBezTo>
                    <a:cubicBezTo>
                      <a:pt x="1402" y="1346"/>
                      <a:pt x="1488" y="1347"/>
                      <a:pt x="1573" y="1342"/>
                    </a:cubicBezTo>
                    <a:cubicBezTo>
                      <a:pt x="1581" y="1342"/>
                      <a:pt x="1589" y="1342"/>
                      <a:pt x="1598" y="1342"/>
                    </a:cubicBezTo>
                    <a:cubicBezTo>
                      <a:pt x="1629" y="1342"/>
                      <a:pt x="1661" y="1344"/>
                      <a:pt x="1693" y="1348"/>
                    </a:cubicBezTo>
                    <a:cubicBezTo>
                      <a:pt x="1699" y="1349"/>
                      <a:pt x="1706" y="1349"/>
                      <a:pt x="1713" y="1349"/>
                    </a:cubicBezTo>
                    <a:cubicBezTo>
                      <a:pt x="1729" y="1349"/>
                      <a:pt x="1744" y="1347"/>
                      <a:pt x="1760" y="1344"/>
                    </a:cubicBezTo>
                    <a:cubicBezTo>
                      <a:pt x="1813" y="1332"/>
                      <a:pt x="1867" y="1320"/>
                      <a:pt x="1922" y="1313"/>
                    </a:cubicBezTo>
                    <a:cubicBezTo>
                      <a:pt x="2001" y="1303"/>
                      <a:pt x="2078" y="1281"/>
                      <a:pt x="2158" y="1270"/>
                    </a:cubicBezTo>
                    <a:cubicBezTo>
                      <a:pt x="2247" y="1258"/>
                      <a:pt x="2333" y="1226"/>
                      <a:pt x="2420" y="1204"/>
                    </a:cubicBezTo>
                    <a:cubicBezTo>
                      <a:pt x="2464" y="1193"/>
                      <a:pt x="2507" y="1180"/>
                      <a:pt x="2551" y="1170"/>
                    </a:cubicBezTo>
                    <a:cubicBezTo>
                      <a:pt x="2576" y="1166"/>
                      <a:pt x="2600" y="1164"/>
                      <a:pt x="2625" y="1164"/>
                    </a:cubicBezTo>
                    <a:cubicBezTo>
                      <a:pt x="2647" y="1162"/>
                      <a:pt x="2656" y="1173"/>
                      <a:pt x="2664" y="1191"/>
                    </a:cubicBezTo>
                    <a:cubicBezTo>
                      <a:pt x="2668" y="1201"/>
                      <a:pt x="2672" y="1211"/>
                      <a:pt x="2675" y="1222"/>
                    </a:cubicBezTo>
                    <a:cubicBezTo>
                      <a:pt x="2604" y="1238"/>
                      <a:pt x="2533" y="1257"/>
                      <a:pt x="2461" y="1272"/>
                    </a:cubicBezTo>
                    <a:cubicBezTo>
                      <a:pt x="2393" y="1285"/>
                      <a:pt x="2319" y="1289"/>
                      <a:pt x="2254" y="1315"/>
                    </a:cubicBezTo>
                    <a:lnTo>
                      <a:pt x="2253" y="1315"/>
                    </a:lnTo>
                    <a:lnTo>
                      <a:pt x="2253" y="1316"/>
                    </a:lnTo>
                    <a:lnTo>
                      <a:pt x="2253" y="1317"/>
                    </a:lnTo>
                    <a:cubicBezTo>
                      <a:pt x="2254" y="1317"/>
                      <a:pt x="2254" y="1317"/>
                      <a:pt x="2254" y="1317"/>
                    </a:cubicBezTo>
                    <a:cubicBezTo>
                      <a:pt x="2326" y="1326"/>
                      <a:pt x="2404" y="1304"/>
                      <a:pt x="2474" y="1290"/>
                    </a:cubicBezTo>
                    <a:cubicBezTo>
                      <a:pt x="2545" y="1276"/>
                      <a:pt x="2613" y="1263"/>
                      <a:pt x="2680" y="1244"/>
                    </a:cubicBezTo>
                    <a:cubicBezTo>
                      <a:pt x="2697" y="1320"/>
                      <a:pt x="2708" y="1397"/>
                      <a:pt x="2713" y="1474"/>
                    </a:cubicBezTo>
                    <a:cubicBezTo>
                      <a:pt x="2719" y="1552"/>
                      <a:pt x="2713" y="1485"/>
                      <a:pt x="2713" y="1496"/>
                    </a:cubicBezTo>
                    <a:cubicBezTo>
                      <a:pt x="2714" y="1497"/>
                      <a:pt x="2714" y="1497"/>
                      <a:pt x="2714" y="1498"/>
                    </a:cubicBezTo>
                    <a:cubicBezTo>
                      <a:pt x="2714" y="1505"/>
                      <a:pt x="2712" y="1512"/>
                      <a:pt x="2708" y="1518"/>
                    </a:cubicBezTo>
                    <a:cubicBezTo>
                      <a:pt x="2705" y="1524"/>
                      <a:pt x="2700" y="1529"/>
                      <a:pt x="2694" y="1532"/>
                    </a:cubicBezTo>
                    <a:cubicBezTo>
                      <a:pt x="2691" y="1534"/>
                      <a:pt x="2689" y="1535"/>
                      <a:pt x="2686" y="1536"/>
                    </a:cubicBezTo>
                    <a:cubicBezTo>
                      <a:pt x="2599" y="1578"/>
                      <a:pt x="2508" y="1602"/>
                      <a:pt x="2418" y="1632"/>
                    </a:cubicBezTo>
                    <a:cubicBezTo>
                      <a:pt x="2379" y="1644"/>
                      <a:pt x="2340" y="1651"/>
                      <a:pt x="2300" y="1654"/>
                    </a:cubicBezTo>
                    <a:cubicBezTo>
                      <a:pt x="2260" y="1659"/>
                      <a:pt x="2221" y="1669"/>
                      <a:pt x="2184" y="1684"/>
                    </a:cubicBezTo>
                    <a:cubicBezTo>
                      <a:pt x="2112" y="1714"/>
                      <a:pt x="2035" y="1731"/>
                      <a:pt x="1957" y="1735"/>
                    </a:cubicBezTo>
                    <a:cubicBezTo>
                      <a:pt x="1940" y="1736"/>
                      <a:pt x="1923" y="1739"/>
                      <a:pt x="1906" y="1744"/>
                    </a:cubicBezTo>
                    <a:cubicBezTo>
                      <a:pt x="1855" y="1757"/>
                      <a:pt x="1803" y="1765"/>
                      <a:pt x="1750" y="1766"/>
                    </a:cubicBezTo>
                    <a:cubicBezTo>
                      <a:pt x="1693" y="1769"/>
                      <a:pt x="1636" y="1776"/>
                      <a:pt x="1579" y="1784"/>
                    </a:cubicBezTo>
                    <a:cubicBezTo>
                      <a:pt x="1522" y="1792"/>
                      <a:pt x="1464" y="1795"/>
                      <a:pt x="1407" y="1801"/>
                    </a:cubicBezTo>
                    <a:cubicBezTo>
                      <a:pt x="1396" y="1802"/>
                      <a:pt x="1386" y="1803"/>
                      <a:pt x="1375" y="1803"/>
                    </a:cubicBezTo>
                    <a:cubicBezTo>
                      <a:pt x="1371" y="1803"/>
                      <a:pt x="1366" y="1803"/>
                      <a:pt x="1362" y="1803"/>
                    </a:cubicBezTo>
                    <a:cubicBezTo>
                      <a:pt x="1247" y="1789"/>
                      <a:pt x="1132" y="1783"/>
                      <a:pt x="1018" y="1772"/>
                    </a:cubicBezTo>
                    <a:cubicBezTo>
                      <a:pt x="916" y="1759"/>
                      <a:pt x="815" y="1740"/>
                      <a:pt x="716" y="1716"/>
                    </a:cubicBezTo>
                    <a:cubicBezTo>
                      <a:pt x="686" y="1709"/>
                      <a:pt x="657" y="1703"/>
                      <a:pt x="627" y="1697"/>
                    </a:cubicBezTo>
                    <a:cubicBezTo>
                      <a:pt x="562" y="1683"/>
                      <a:pt x="494" y="1672"/>
                      <a:pt x="429" y="1654"/>
                    </a:cubicBezTo>
                    <a:cubicBezTo>
                      <a:pt x="340" y="1630"/>
                      <a:pt x="248" y="1614"/>
                      <a:pt x="161" y="1578"/>
                    </a:cubicBezTo>
                    <a:cubicBezTo>
                      <a:pt x="120" y="1561"/>
                      <a:pt x="109" y="1548"/>
                      <a:pt x="113" y="1505"/>
                    </a:cubicBezTo>
                    <a:moveTo>
                      <a:pt x="2381" y="1817"/>
                    </a:moveTo>
                    <a:cubicBezTo>
                      <a:pt x="2380" y="1799"/>
                      <a:pt x="2380" y="1781"/>
                      <a:pt x="2380" y="1764"/>
                    </a:cubicBezTo>
                    <a:cubicBezTo>
                      <a:pt x="2380" y="1746"/>
                      <a:pt x="2380" y="1729"/>
                      <a:pt x="2381" y="1712"/>
                    </a:cubicBezTo>
                    <a:cubicBezTo>
                      <a:pt x="2381" y="1684"/>
                      <a:pt x="2389" y="1675"/>
                      <a:pt x="2414" y="1668"/>
                    </a:cubicBezTo>
                    <a:cubicBezTo>
                      <a:pt x="2443" y="1661"/>
                      <a:pt x="2472" y="1654"/>
                      <a:pt x="2501" y="1646"/>
                    </a:cubicBezTo>
                    <a:cubicBezTo>
                      <a:pt x="2552" y="1632"/>
                      <a:pt x="2601" y="1615"/>
                      <a:pt x="2650" y="1595"/>
                    </a:cubicBezTo>
                    <a:cubicBezTo>
                      <a:pt x="2668" y="1587"/>
                      <a:pt x="2678" y="1593"/>
                      <a:pt x="2685" y="1612"/>
                    </a:cubicBezTo>
                    <a:cubicBezTo>
                      <a:pt x="2699" y="1645"/>
                      <a:pt x="2706" y="1681"/>
                      <a:pt x="2706" y="1717"/>
                    </a:cubicBezTo>
                    <a:cubicBezTo>
                      <a:pt x="2706" y="1719"/>
                      <a:pt x="2706" y="1720"/>
                      <a:pt x="2706" y="1722"/>
                    </a:cubicBezTo>
                    <a:cubicBezTo>
                      <a:pt x="2706" y="1769"/>
                      <a:pt x="2706" y="1817"/>
                      <a:pt x="2706" y="1865"/>
                    </a:cubicBezTo>
                    <a:lnTo>
                      <a:pt x="2711" y="1865"/>
                    </a:lnTo>
                    <a:cubicBezTo>
                      <a:pt x="2711" y="1920"/>
                      <a:pt x="2711" y="1975"/>
                      <a:pt x="2711" y="2030"/>
                    </a:cubicBezTo>
                    <a:cubicBezTo>
                      <a:pt x="2711" y="2031"/>
                      <a:pt x="2711" y="2032"/>
                      <a:pt x="2711" y="2033"/>
                    </a:cubicBezTo>
                    <a:cubicBezTo>
                      <a:pt x="2711" y="2043"/>
                      <a:pt x="2709" y="2052"/>
                      <a:pt x="2704" y="2060"/>
                    </a:cubicBezTo>
                    <a:cubicBezTo>
                      <a:pt x="2700" y="2068"/>
                      <a:pt x="2693" y="2075"/>
                      <a:pt x="2685" y="2079"/>
                    </a:cubicBezTo>
                    <a:cubicBezTo>
                      <a:pt x="2682" y="2081"/>
                      <a:pt x="2679" y="2082"/>
                      <a:pt x="2676" y="2083"/>
                    </a:cubicBezTo>
                    <a:cubicBezTo>
                      <a:pt x="2609" y="2116"/>
                      <a:pt x="2538" y="2141"/>
                      <a:pt x="2465" y="2160"/>
                    </a:cubicBezTo>
                    <a:cubicBezTo>
                      <a:pt x="2438" y="2166"/>
                      <a:pt x="2412" y="2175"/>
                      <a:pt x="2386" y="2182"/>
                    </a:cubicBezTo>
                    <a:cubicBezTo>
                      <a:pt x="2384" y="2182"/>
                      <a:pt x="2382" y="2183"/>
                      <a:pt x="2380" y="2183"/>
                    </a:cubicBezTo>
                    <a:cubicBezTo>
                      <a:pt x="2376" y="2183"/>
                      <a:pt x="2373" y="2182"/>
                      <a:pt x="2370" y="2180"/>
                    </a:cubicBezTo>
                    <a:cubicBezTo>
                      <a:pt x="2367" y="2178"/>
                      <a:pt x="2365" y="2176"/>
                      <a:pt x="2363" y="2173"/>
                    </a:cubicBezTo>
                    <a:cubicBezTo>
                      <a:pt x="2362" y="2170"/>
                      <a:pt x="2361" y="2167"/>
                      <a:pt x="2361" y="2164"/>
                    </a:cubicBezTo>
                    <a:cubicBezTo>
                      <a:pt x="2361" y="2163"/>
                      <a:pt x="2361" y="2162"/>
                      <a:pt x="2361" y="2161"/>
                    </a:cubicBezTo>
                    <a:cubicBezTo>
                      <a:pt x="2364" y="2114"/>
                      <a:pt x="2365" y="2066"/>
                      <a:pt x="2372" y="2019"/>
                    </a:cubicBezTo>
                    <a:cubicBezTo>
                      <a:pt x="2379" y="1971"/>
                      <a:pt x="2383" y="1924"/>
                      <a:pt x="2383" y="1876"/>
                    </a:cubicBezTo>
                    <a:cubicBezTo>
                      <a:pt x="2383" y="1856"/>
                      <a:pt x="2383" y="1836"/>
                      <a:pt x="2381" y="1817"/>
                    </a:cubicBezTo>
                    <a:moveTo>
                      <a:pt x="1792" y="2163"/>
                    </a:moveTo>
                    <a:cubicBezTo>
                      <a:pt x="1792" y="2155"/>
                      <a:pt x="1792" y="2148"/>
                      <a:pt x="1792" y="2140"/>
                    </a:cubicBezTo>
                    <a:cubicBezTo>
                      <a:pt x="1792" y="2080"/>
                      <a:pt x="1788" y="2020"/>
                      <a:pt x="1779" y="1961"/>
                    </a:cubicBezTo>
                    <a:cubicBezTo>
                      <a:pt x="1777" y="1936"/>
                      <a:pt x="1776" y="1912"/>
                      <a:pt x="1776" y="1887"/>
                    </a:cubicBezTo>
                    <a:cubicBezTo>
                      <a:pt x="1776" y="1872"/>
                      <a:pt x="1777" y="1856"/>
                      <a:pt x="1777" y="1841"/>
                    </a:cubicBezTo>
                    <a:cubicBezTo>
                      <a:pt x="1777" y="1840"/>
                      <a:pt x="1777" y="1839"/>
                      <a:pt x="1777" y="1838"/>
                    </a:cubicBezTo>
                    <a:cubicBezTo>
                      <a:pt x="1777" y="1833"/>
                      <a:pt x="1779" y="1826"/>
                      <a:pt x="1781" y="1822"/>
                    </a:cubicBezTo>
                    <a:cubicBezTo>
                      <a:pt x="1784" y="1817"/>
                      <a:pt x="1788" y="1814"/>
                      <a:pt x="1793" y="1811"/>
                    </a:cubicBezTo>
                    <a:cubicBezTo>
                      <a:pt x="1796" y="1809"/>
                      <a:pt x="1799" y="1808"/>
                      <a:pt x="1802" y="1808"/>
                    </a:cubicBezTo>
                    <a:cubicBezTo>
                      <a:pt x="1818" y="1802"/>
                      <a:pt x="1835" y="1798"/>
                      <a:pt x="1853" y="1796"/>
                    </a:cubicBezTo>
                    <a:cubicBezTo>
                      <a:pt x="1937" y="1790"/>
                      <a:pt x="2021" y="1777"/>
                      <a:pt x="2104" y="1757"/>
                    </a:cubicBezTo>
                    <a:cubicBezTo>
                      <a:pt x="2152" y="1743"/>
                      <a:pt x="2199" y="1727"/>
                      <a:pt x="2246" y="1709"/>
                    </a:cubicBezTo>
                    <a:cubicBezTo>
                      <a:pt x="2335" y="1678"/>
                      <a:pt x="2342" y="1682"/>
                      <a:pt x="2342" y="1779"/>
                    </a:cubicBezTo>
                    <a:cubicBezTo>
                      <a:pt x="2342" y="1801"/>
                      <a:pt x="2344" y="1824"/>
                      <a:pt x="2345" y="1846"/>
                    </a:cubicBezTo>
                    <a:cubicBezTo>
                      <a:pt x="2346" y="1863"/>
                      <a:pt x="2347" y="1879"/>
                      <a:pt x="2347" y="1896"/>
                    </a:cubicBezTo>
                    <a:cubicBezTo>
                      <a:pt x="2347" y="1929"/>
                      <a:pt x="2344" y="1963"/>
                      <a:pt x="2339" y="1996"/>
                    </a:cubicBezTo>
                    <a:cubicBezTo>
                      <a:pt x="2331" y="2048"/>
                      <a:pt x="2327" y="2100"/>
                      <a:pt x="2320" y="2152"/>
                    </a:cubicBezTo>
                    <a:cubicBezTo>
                      <a:pt x="2313" y="2204"/>
                      <a:pt x="2307" y="2209"/>
                      <a:pt x="2257" y="2221"/>
                    </a:cubicBezTo>
                    <a:cubicBezTo>
                      <a:pt x="2128" y="2250"/>
                      <a:pt x="1999" y="2280"/>
                      <a:pt x="1870" y="2311"/>
                    </a:cubicBezTo>
                    <a:cubicBezTo>
                      <a:pt x="1782" y="2333"/>
                      <a:pt x="1790" y="2309"/>
                      <a:pt x="1792" y="2246"/>
                    </a:cubicBezTo>
                    <a:cubicBezTo>
                      <a:pt x="1793" y="2218"/>
                      <a:pt x="1792" y="2190"/>
                      <a:pt x="1792" y="2163"/>
                    </a:cubicBezTo>
                    <a:moveTo>
                      <a:pt x="1013" y="2158"/>
                    </a:moveTo>
                    <a:cubicBezTo>
                      <a:pt x="1009" y="2139"/>
                      <a:pt x="1008" y="2120"/>
                      <a:pt x="1008" y="2101"/>
                    </a:cubicBezTo>
                    <a:cubicBezTo>
                      <a:pt x="1008" y="2098"/>
                      <a:pt x="1008" y="2094"/>
                      <a:pt x="1008" y="2091"/>
                    </a:cubicBezTo>
                    <a:cubicBezTo>
                      <a:pt x="1008" y="2036"/>
                      <a:pt x="1008" y="1981"/>
                      <a:pt x="1010" y="1926"/>
                    </a:cubicBezTo>
                    <a:cubicBezTo>
                      <a:pt x="1012" y="1904"/>
                      <a:pt x="1016" y="1882"/>
                      <a:pt x="1022" y="1861"/>
                    </a:cubicBezTo>
                    <a:cubicBezTo>
                      <a:pt x="1030" y="1829"/>
                      <a:pt x="1036" y="1823"/>
                      <a:pt x="1068" y="1823"/>
                    </a:cubicBezTo>
                    <a:cubicBezTo>
                      <a:pt x="1076" y="1823"/>
                      <a:pt x="1083" y="1822"/>
                      <a:pt x="1091" y="1822"/>
                    </a:cubicBezTo>
                    <a:cubicBezTo>
                      <a:pt x="1121" y="1822"/>
                      <a:pt x="1151" y="1824"/>
                      <a:pt x="1181" y="1827"/>
                    </a:cubicBezTo>
                    <a:cubicBezTo>
                      <a:pt x="1256" y="1836"/>
                      <a:pt x="1332" y="1840"/>
                      <a:pt x="1407" y="1840"/>
                    </a:cubicBezTo>
                    <a:cubicBezTo>
                      <a:pt x="1454" y="1840"/>
                      <a:pt x="1501" y="1838"/>
                      <a:pt x="1548" y="1835"/>
                    </a:cubicBezTo>
                    <a:cubicBezTo>
                      <a:pt x="1590" y="1831"/>
                      <a:pt x="1633" y="1825"/>
                      <a:pt x="1675" y="1823"/>
                    </a:cubicBezTo>
                    <a:cubicBezTo>
                      <a:pt x="1711" y="1821"/>
                      <a:pt x="1716" y="1827"/>
                      <a:pt x="1729" y="1861"/>
                    </a:cubicBezTo>
                    <a:cubicBezTo>
                      <a:pt x="1738" y="1887"/>
                      <a:pt x="1742" y="1914"/>
                      <a:pt x="1742" y="1941"/>
                    </a:cubicBezTo>
                    <a:cubicBezTo>
                      <a:pt x="1742" y="1946"/>
                      <a:pt x="1742" y="1952"/>
                      <a:pt x="1742" y="1958"/>
                    </a:cubicBezTo>
                    <a:cubicBezTo>
                      <a:pt x="1741" y="1962"/>
                      <a:pt x="1741" y="1967"/>
                      <a:pt x="1741" y="1972"/>
                    </a:cubicBezTo>
                    <a:cubicBezTo>
                      <a:pt x="1741" y="2012"/>
                      <a:pt x="1745" y="2052"/>
                      <a:pt x="1752" y="2092"/>
                    </a:cubicBezTo>
                    <a:cubicBezTo>
                      <a:pt x="1757" y="2125"/>
                      <a:pt x="1759" y="2158"/>
                      <a:pt x="1759" y="2192"/>
                    </a:cubicBezTo>
                    <a:cubicBezTo>
                      <a:pt x="1759" y="2218"/>
                      <a:pt x="1758" y="2245"/>
                      <a:pt x="1755" y="2272"/>
                    </a:cubicBezTo>
                    <a:cubicBezTo>
                      <a:pt x="1751" y="2326"/>
                      <a:pt x="1743" y="2333"/>
                      <a:pt x="1686" y="2340"/>
                    </a:cubicBezTo>
                    <a:cubicBezTo>
                      <a:pt x="1651" y="2345"/>
                      <a:pt x="1616" y="2346"/>
                      <a:pt x="1581" y="2348"/>
                    </a:cubicBezTo>
                    <a:cubicBezTo>
                      <a:pt x="1546" y="2349"/>
                      <a:pt x="1511" y="2348"/>
                      <a:pt x="1476" y="2348"/>
                    </a:cubicBezTo>
                    <a:cubicBezTo>
                      <a:pt x="1391" y="2357"/>
                      <a:pt x="1306" y="2343"/>
                      <a:pt x="1221" y="2343"/>
                    </a:cubicBezTo>
                    <a:cubicBezTo>
                      <a:pt x="1166" y="2341"/>
                      <a:pt x="1111" y="2336"/>
                      <a:pt x="1056" y="2328"/>
                    </a:cubicBezTo>
                    <a:cubicBezTo>
                      <a:pt x="1033" y="2325"/>
                      <a:pt x="1023" y="2313"/>
                      <a:pt x="1025" y="2285"/>
                    </a:cubicBezTo>
                    <a:cubicBezTo>
                      <a:pt x="1025" y="2280"/>
                      <a:pt x="1025" y="2275"/>
                      <a:pt x="1025" y="2270"/>
                    </a:cubicBezTo>
                    <a:cubicBezTo>
                      <a:pt x="1025" y="2232"/>
                      <a:pt x="1021" y="2195"/>
                      <a:pt x="1013" y="2158"/>
                    </a:cubicBezTo>
                    <a:moveTo>
                      <a:pt x="968" y="2148"/>
                    </a:moveTo>
                    <a:cubicBezTo>
                      <a:pt x="968" y="2152"/>
                      <a:pt x="968" y="2156"/>
                      <a:pt x="968" y="2160"/>
                    </a:cubicBezTo>
                    <a:cubicBezTo>
                      <a:pt x="968" y="2197"/>
                      <a:pt x="973" y="2232"/>
                      <a:pt x="983" y="2267"/>
                    </a:cubicBezTo>
                    <a:cubicBezTo>
                      <a:pt x="995" y="2311"/>
                      <a:pt x="971" y="2321"/>
                      <a:pt x="935" y="2315"/>
                    </a:cubicBezTo>
                    <a:cubicBezTo>
                      <a:pt x="918" y="2312"/>
                      <a:pt x="901" y="2310"/>
                      <a:pt x="883" y="2307"/>
                    </a:cubicBezTo>
                    <a:cubicBezTo>
                      <a:pt x="753" y="2284"/>
                      <a:pt x="622" y="2263"/>
                      <a:pt x="492" y="2230"/>
                    </a:cubicBezTo>
                    <a:cubicBezTo>
                      <a:pt x="456" y="2220"/>
                      <a:pt x="434" y="2204"/>
                      <a:pt x="430" y="2166"/>
                    </a:cubicBezTo>
                    <a:cubicBezTo>
                      <a:pt x="429" y="2154"/>
                      <a:pt x="424" y="2141"/>
                      <a:pt x="423" y="2129"/>
                    </a:cubicBezTo>
                    <a:cubicBezTo>
                      <a:pt x="422" y="2001"/>
                      <a:pt x="427" y="1874"/>
                      <a:pt x="469" y="1751"/>
                    </a:cubicBezTo>
                    <a:cubicBezTo>
                      <a:pt x="479" y="1723"/>
                      <a:pt x="488" y="1715"/>
                      <a:pt x="520" y="1721"/>
                    </a:cubicBezTo>
                    <a:cubicBezTo>
                      <a:pt x="594" y="1730"/>
                      <a:pt x="668" y="1744"/>
                      <a:pt x="742" y="1761"/>
                    </a:cubicBezTo>
                    <a:cubicBezTo>
                      <a:pt x="804" y="1779"/>
                      <a:pt x="868" y="1792"/>
                      <a:pt x="931" y="1807"/>
                    </a:cubicBezTo>
                    <a:cubicBezTo>
                      <a:pt x="970" y="1816"/>
                      <a:pt x="976" y="1824"/>
                      <a:pt x="975" y="1851"/>
                    </a:cubicBezTo>
                    <a:cubicBezTo>
                      <a:pt x="963" y="1958"/>
                      <a:pt x="973" y="2053"/>
                      <a:pt x="968" y="2148"/>
                    </a:cubicBezTo>
                    <a:moveTo>
                      <a:pt x="98" y="1996"/>
                    </a:moveTo>
                    <a:cubicBezTo>
                      <a:pt x="98" y="1953"/>
                      <a:pt x="98" y="1910"/>
                      <a:pt x="103" y="1868"/>
                    </a:cubicBezTo>
                    <a:cubicBezTo>
                      <a:pt x="109" y="1796"/>
                      <a:pt x="120" y="1724"/>
                      <a:pt x="132" y="1652"/>
                    </a:cubicBezTo>
                    <a:cubicBezTo>
                      <a:pt x="137" y="1626"/>
                      <a:pt x="147" y="1619"/>
                      <a:pt x="167" y="1628"/>
                    </a:cubicBezTo>
                    <a:cubicBezTo>
                      <a:pt x="224" y="1654"/>
                      <a:pt x="286" y="1663"/>
                      <a:pt x="346" y="1680"/>
                    </a:cubicBezTo>
                    <a:cubicBezTo>
                      <a:pt x="361" y="1684"/>
                      <a:pt x="375" y="1689"/>
                      <a:pt x="390" y="1693"/>
                    </a:cubicBezTo>
                    <a:cubicBezTo>
                      <a:pt x="421" y="1704"/>
                      <a:pt x="423" y="1737"/>
                      <a:pt x="418" y="1766"/>
                    </a:cubicBezTo>
                    <a:cubicBezTo>
                      <a:pt x="405" y="1830"/>
                      <a:pt x="388" y="1886"/>
                      <a:pt x="387" y="1953"/>
                    </a:cubicBezTo>
                    <a:cubicBezTo>
                      <a:pt x="387" y="2019"/>
                      <a:pt x="387" y="2088"/>
                      <a:pt x="386" y="2155"/>
                    </a:cubicBezTo>
                    <a:cubicBezTo>
                      <a:pt x="386" y="2188"/>
                      <a:pt x="376" y="2195"/>
                      <a:pt x="345" y="2192"/>
                    </a:cubicBezTo>
                    <a:cubicBezTo>
                      <a:pt x="272" y="2187"/>
                      <a:pt x="213" y="2136"/>
                      <a:pt x="149" y="2107"/>
                    </a:cubicBezTo>
                    <a:cubicBezTo>
                      <a:pt x="143" y="2105"/>
                      <a:pt x="138" y="2102"/>
                      <a:pt x="132" y="2099"/>
                    </a:cubicBezTo>
                    <a:cubicBezTo>
                      <a:pt x="128" y="2097"/>
                      <a:pt x="124" y="2094"/>
                      <a:pt x="121" y="2091"/>
                    </a:cubicBezTo>
                    <a:cubicBezTo>
                      <a:pt x="93" y="2068"/>
                      <a:pt x="100" y="2026"/>
                      <a:pt x="99" y="1995"/>
                    </a:cubicBezTo>
                    <a:lnTo>
                      <a:pt x="98" y="1996"/>
                    </a:lnTo>
                    <a:moveTo>
                      <a:pt x="203" y="2710"/>
                    </a:moveTo>
                    <a:cubicBezTo>
                      <a:pt x="200" y="2700"/>
                      <a:pt x="196" y="2691"/>
                      <a:pt x="194" y="2681"/>
                    </a:cubicBezTo>
                    <a:cubicBezTo>
                      <a:pt x="189" y="2659"/>
                      <a:pt x="199" y="2648"/>
                      <a:pt x="236" y="2652"/>
                    </a:cubicBezTo>
                    <a:cubicBezTo>
                      <a:pt x="283" y="2664"/>
                      <a:pt x="345" y="2680"/>
                      <a:pt x="405" y="2695"/>
                    </a:cubicBezTo>
                    <a:cubicBezTo>
                      <a:pt x="410" y="2696"/>
                      <a:pt x="414" y="2698"/>
                      <a:pt x="418" y="2700"/>
                    </a:cubicBezTo>
                    <a:cubicBezTo>
                      <a:pt x="425" y="2704"/>
                      <a:pt x="431" y="2710"/>
                      <a:pt x="436" y="2718"/>
                    </a:cubicBezTo>
                    <a:cubicBezTo>
                      <a:pt x="438" y="2721"/>
                      <a:pt x="440" y="2726"/>
                      <a:pt x="441" y="2730"/>
                    </a:cubicBezTo>
                    <a:cubicBezTo>
                      <a:pt x="447" y="2746"/>
                      <a:pt x="453" y="2762"/>
                      <a:pt x="457" y="2779"/>
                    </a:cubicBezTo>
                    <a:cubicBezTo>
                      <a:pt x="475" y="2883"/>
                      <a:pt x="512" y="2982"/>
                      <a:pt x="544" y="3082"/>
                    </a:cubicBezTo>
                    <a:cubicBezTo>
                      <a:pt x="547" y="3089"/>
                      <a:pt x="549" y="3096"/>
                      <a:pt x="550" y="3103"/>
                    </a:cubicBezTo>
                    <a:cubicBezTo>
                      <a:pt x="551" y="3105"/>
                      <a:pt x="551" y="3106"/>
                      <a:pt x="551" y="3107"/>
                    </a:cubicBezTo>
                    <a:cubicBezTo>
                      <a:pt x="551" y="3111"/>
                      <a:pt x="550" y="3113"/>
                      <a:pt x="548" y="3116"/>
                    </a:cubicBezTo>
                    <a:cubicBezTo>
                      <a:pt x="547" y="3118"/>
                      <a:pt x="545" y="3121"/>
                      <a:pt x="542" y="3123"/>
                    </a:cubicBezTo>
                    <a:cubicBezTo>
                      <a:pt x="539" y="3124"/>
                      <a:pt x="536" y="3126"/>
                      <a:pt x="533" y="3126"/>
                    </a:cubicBezTo>
                    <a:cubicBezTo>
                      <a:pt x="531" y="3126"/>
                      <a:pt x="530" y="3125"/>
                      <a:pt x="529" y="3125"/>
                    </a:cubicBezTo>
                    <a:cubicBezTo>
                      <a:pt x="504" y="3120"/>
                      <a:pt x="480" y="3114"/>
                      <a:pt x="455" y="3108"/>
                    </a:cubicBezTo>
                    <a:cubicBezTo>
                      <a:pt x="438" y="3104"/>
                      <a:pt x="422" y="3097"/>
                      <a:pt x="405" y="3094"/>
                    </a:cubicBezTo>
                    <a:cubicBezTo>
                      <a:pt x="393" y="3091"/>
                      <a:pt x="382" y="3087"/>
                      <a:pt x="372" y="3082"/>
                    </a:cubicBezTo>
                    <a:cubicBezTo>
                      <a:pt x="356" y="3073"/>
                      <a:pt x="343" y="3059"/>
                      <a:pt x="334" y="3044"/>
                    </a:cubicBezTo>
                    <a:cubicBezTo>
                      <a:pt x="332" y="3039"/>
                      <a:pt x="330" y="3035"/>
                      <a:pt x="328" y="3030"/>
                    </a:cubicBezTo>
                    <a:cubicBezTo>
                      <a:pt x="278" y="2927"/>
                      <a:pt x="236" y="2819"/>
                      <a:pt x="204" y="2709"/>
                    </a:cubicBezTo>
                    <a:lnTo>
                      <a:pt x="203" y="2710"/>
                    </a:lnTo>
                    <a:moveTo>
                      <a:pt x="1705" y="2875"/>
                    </a:moveTo>
                    <a:cubicBezTo>
                      <a:pt x="1700" y="2930"/>
                      <a:pt x="1692" y="2985"/>
                      <a:pt x="1679" y="3038"/>
                    </a:cubicBezTo>
                    <a:cubicBezTo>
                      <a:pt x="1669" y="3077"/>
                      <a:pt x="1663" y="3117"/>
                      <a:pt x="1657" y="3156"/>
                    </a:cubicBezTo>
                    <a:cubicBezTo>
                      <a:pt x="1650" y="3200"/>
                      <a:pt x="1645" y="3206"/>
                      <a:pt x="1599" y="3207"/>
                    </a:cubicBezTo>
                    <a:cubicBezTo>
                      <a:pt x="1534" y="3208"/>
                      <a:pt x="1469" y="3207"/>
                      <a:pt x="1404" y="3207"/>
                    </a:cubicBezTo>
                    <a:cubicBezTo>
                      <a:pt x="1338" y="3207"/>
                      <a:pt x="1273" y="3207"/>
                      <a:pt x="1208" y="3207"/>
                    </a:cubicBezTo>
                    <a:cubicBezTo>
                      <a:pt x="1206" y="3207"/>
                      <a:pt x="1203" y="3208"/>
                      <a:pt x="1201" y="3208"/>
                    </a:cubicBezTo>
                    <a:cubicBezTo>
                      <a:pt x="1192" y="3208"/>
                      <a:pt x="1184" y="3205"/>
                      <a:pt x="1176" y="3201"/>
                    </a:cubicBezTo>
                    <a:cubicBezTo>
                      <a:pt x="1169" y="3197"/>
                      <a:pt x="1162" y="3190"/>
                      <a:pt x="1158" y="3183"/>
                    </a:cubicBezTo>
                    <a:cubicBezTo>
                      <a:pt x="1156" y="3179"/>
                      <a:pt x="1154" y="3175"/>
                      <a:pt x="1153" y="3170"/>
                    </a:cubicBezTo>
                    <a:cubicBezTo>
                      <a:pt x="1147" y="3157"/>
                      <a:pt x="1141" y="3142"/>
                      <a:pt x="1138" y="3128"/>
                    </a:cubicBezTo>
                    <a:cubicBezTo>
                      <a:pt x="1132" y="3065"/>
                      <a:pt x="1106" y="3007"/>
                      <a:pt x="1091" y="2947"/>
                    </a:cubicBezTo>
                    <a:cubicBezTo>
                      <a:pt x="1057" y="2816"/>
                      <a:pt x="1073" y="2797"/>
                      <a:pt x="1205" y="2808"/>
                    </a:cubicBezTo>
                    <a:cubicBezTo>
                      <a:pt x="1266" y="2814"/>
                      <a:pt x="1329" y="2818"/>
                      <a:pt x="1391" y="2818"/>
                    </a:cubicBezTo>
                    <a:cubicBezTo>
                      <a:pt x="1449" y="2818"/>
                      <a:pt x="1507" y="2815"/>
                      <a:pt x="1564" y="2809"/>
                    </a:cubicBezTo>
                    <a:cubicBezTo>
                      <a:pt x="1583" y="2808"/>
                      <a:pt x="1602" y="2808"/>
                      <a:pt x="1620" y="2808"/>
                    </a:cubicBezTo>
                    <a:cubicBezTo>
                      <a:pt x="1639" y="2808"/>
                      <a:pt x="1658" y="2808"/>
                      <a:pt x="1676" y="2809"/>
                    </a:cubicBezTo>
                    <a:cubicBezTo>
                      <a:pt x="1677" y="2809"/>
                      <a:pt x="1677" y="2809"/>
                      <a:pt x="1677" y="2809"/>
                    </a:cubicBezTo>
                    <a:cubicBezTo>
                      <a:pt x="1682" y="2809"/>
                      <a:pt x="1687" y="2810"/>
                      <a:pt x="1691" y="2813"/>
                    </a:cubicBezTo>
                    <a:cubicBezTo>
                      <a:pt x="1696" y="2815"/>
                      <a:pt x="1699" y="2819"/>
                      <a:pt x="1702" y="2824"/>
                    </a:cubicBezTo>
                    <a:cubicBezTo>
                      <a:pt x="1704" y="2828"/>
                      <a:pt x="1706" y="2832"/>
                      <a:pt x="1706" y="2837"/>
                    </a:cubicBezTo>
                    <a:cubicBezTo>
                      <a:pt x="1707" y="2843"/>
                      <a:pt x="1707" y="2849"/>
                      <a:pt x="1707" y="2855"/>
                    </a:cubicBezTo>
                    <a:cubicBezTo>
                      <a:pt x="1707" y="2861"/>
                      <a:pt x="1707" y="2868"/>
                      <a:pt x="1706" y="2874"/>
                    </a:cubicBezTo>
                    <a:lnTo>
                      <a:pt x="1705" y="2875"/>
                    </a:lnTo>
                    <a:moveTo>
                      <a:pt x="1732" y="2930"/>
                    </a:moveTo>
                    <a:cubicBezTo>
                      <a:pt x="1739" y="2898"/>
                      <a:pt x="1748" y="2867"/>
                      <a:pt x="1754" y="2835"/>
                    </a:cubicBezTo>
                    <a:cubicBezTo>
                      <a:pt x="1761" y="2803"/>
                      <a:pt x="1769" y="2793"/>
                      <a:pt x="1803" y="2788"/>
                    </a:cubicBezTo>
                    <a:cubicBezTo>
                      <a:pt x="1840" y="2784"/>
                      <a:pt x="1878" y="2780"/>
                      <a:pt x="1915" y="2778"/>
                    </a:cubicBezTo>
                    <a:cubicBezTo>
                      <a:pt x="1965" y="2774"/>
                      <a:pt x="2015" y="2765"/>
                      <a:pt x="2062" y="2750"/>
                    </a:cubicBezTo>
                    <a:cubicBezTo>
                      <a:pt x="2096" y="2740"/>
                      <a:pt x="2130" y="2734"/>
                      <a:pt x="2165" y="2731"/>
                    </a:cubicBezTo>
                    <a:cubicBezTo>
                      <a:pt x="2175" y="2731"/>
                      <a:pt x="2185" y="2729"/>
                      <a:pt x="2195" y="2729"/>
                    </a:cubicBezTo>
                    <a:cubicBezTo>
                      <a:pt x="2196" y="2729"/>
                      <a:pt x="2196" y="2729"/>
                      <a:pt x="2197" y="2729"/>
                    </a:cubicBezTo>
                    <a:cubicBezTo>
                      <a:pt x="2201" y="2729"/>
                      <a:pt x="2206" y="2731"/>
                      <a:pt x="2209" y="2733"/>
                    </a:cubicBezTo>
                    <a:cubicBezTo>
                      <a:pt x="2213" y="2735"/>
                      <a:pt x="2217" y="2737"/>
                      <a:pt x="2219" y="2742"/>
                    </a:cubicBezTo>
                    <a:cubicBezTo>
                      <a:pt x="2221" y="2745"/>
                      <a:pt x="2221" y="2748"/>
                      <a:pt x="2222" y="2751"/>
                    </a:cubicBezTo>
                    <a:cubicBezTo>
                      <a:pt x="2225" y="2765"/>
                      <a:pt x="2227" y="2780"/>
                      <a:pt x="2227" y="2795"/>
                    </a:cubicBezTo>
                    <a:cubicBezTo>
                      <a:pt x="2227" y="2805"/>
                      <a:pt x="2226" y="2815"/>
                      <a:pt x="2224" y="2826"/>
                    </a:cubicBezTo>
                    <a:cubicBezTo>
                      <a:pt x="2218" y="2873"/>
                      <a:pt x="2208" y="2919"/>
                      <a:pt x="2192" y="2964"/>
                    </a:cubicBezTo>
                    <a:cubicBezTo>
                      <a:pt x="2175" y="3006"/>
                      <a:pt x="2164" y="3050"/>
                      <a:pt x="2148" y="3092"/>
                    </a:cubicBezTo>
                    <a:cubicBezTo>
                      <a:pt x="2147" y="3097"/>
                      <a:pt x="2145" y="3101"/>
                      <a:pt x="2142" y="3106"/>
                    </a:cubicBezTo>
                    <a:cubicBezTo>
                      <a:pt x="2137" y="3116"/>
                      <a:pt x="2129" y="3123"/>
                      <a:pt x="2119" y="3129"/>
                    </a:cubicBezTo>
                    <a:cubicBezTo>
                      <a:pt x="2112" y="3133"/>
                      <a:pt x="2103" y="3136"/>
                      <a:pt x="2094" y="3137"/>
                    </a:cubicBezTo>
                    <a:cubicBezTo>
                      <a:pt x="2005" y="3151"/>
                      <a:pt x="1916" y="3166"/>
                      <a:pt x="1827" y="3181"/>
                    </a:cubicBezTo>
                    <a:cubicBezTo>
                      <a:pt x="1795" y="3186"/>
                      <a:pt x="1762" y="3191"/>
                      <a:pt x="1730" y="3194"/>
                    </a:cubicBezTo>
                    <a:cubicBezTo>
                      <a:pt x="1712" y="3196"/>
                      <a:pt x="1706" y="3187"/>
                      <a:pt x="1703" y="3167"/>
                    </a:cubicBezTo>
                    <a:cubicBezTo>
                      <a:pt x="1691" y="3083"/>
                      <a:pt x="1716" y="3007"/>
                      <a:pt x="1733" y="2929"/>
                    </a:cubicBezTo>
                    <a:lnTo>
                      <a:pt x="1732" y="2930"/>
                    </a:lnTo>
                    <a:moveTo>
                      <a:pt x="1084" y="3060"/>
                    </a:moveTo>
                    <a:cubicBezTo>
                      <a:pt x="1090" y="3077"/>
                      <a:pt x="1093" y="3094"/>
                      <a:pt x="1095" y="3111"/>
                    </a:cubicBezTo>
                    <a:cubicBezTo>
                      <a:pt x="1104" y="3216"/>
                      <a:pt x="1104" y="3205"/>
                      <a:pt x="1014" y="3198"/>
                    </a:cubicBezTo>
                    <a:cubicBezTo>
                      <a:pt x="999" y="3197"/>
                      <a:pt x="984" y="3196"/>
                      <a:pt x="963" y="3195"/>
                    </a:cubicBezTo>
                    <a:cubicBezTo>
                      <a:pt x="873" y="3199"/>
                      <a:pt x="780" y="3175"/>
                      <a:pt x="686" y="3160"/>
                    </a:cubicBezTo>
                    <a:cubicBezTo>
                      <a:pt x="670" y="3158"/>
                      <a:pt x="654" y="3152"/>
                      <a:pt x="640" y="3144"/>
                    </a:cubicBezTo>
                    <a:cubicBezTo>
                      <a:pt x="620" y="3132"/>
                      <a:pt x="604" y="3116"/>
                      <a:pt x="592" y="3096"/>
                    </a:cubicBezTo>
                    <a:cubicBezTo>
                      <a:pt x="586" y="3085"/>
                      <a:pt x="580" y="3072"/>
                      <a:pt x="577" y="3059"/>
                    </a:cubicBezTo>
                    <a:cubicBezTo>
                      <a:pt x="565" y="3016"/>
                      <a:pt x="550" y="2974"/>
                      <a:pt x="536" y="2931"/>
                    </a:cubicBezTo>
                    <a:cubicBezTo>
                      <a:pt x="529" y="2909"/>
                      <a:pt x="523" y="2888"/>
                      <a:pt x="518" y="2866"/>
                    </a:cubicBezTo>
                    <a:cubicBezTo>
                      <a:pt x="511" y="2829"/>
                      <a:pt x="506" y="2792"/>
                      <a:pt x="500" y="2754"/>
                    </a:cubicBezTo>
                    <a:cubicBezTo>
                      <a:pt x="496" y="2728"/>
                      <a:pt x="506" y="2717"/>
                      <a:pt x="534" y="2720"/>
                    </a:cubicBezTo>
                    <a:cubicBezTo>
                      <a:pt x="548" y="2721"/>
                      <a:pt x="563" y="2724"/>
                      <a:pt x="577" y="2728"/>
                    </a:cubicBezTo>
                    <a:cubicBezTo>
                      <a:pt x="708" y="2763"/>
                      <a:pt x="842" y="2787"/>
                      <a:pt x="977" y="2801"/>
                    </a:cubicBezTo>
                    <a:cubicBezTo>
                      <a:pt x="1019" y="2805"/>
                      <a:pt x="1028" y="2811"/>
                      <a:pt x="1034" y="2855"/>
                    </a:cubicBezTo>
                    <a:cubicBezTo>
                      <a:pt x="1044" y="2925"/>
                      <a:pt x="1061" y="2993"/>
                      <a:pt x="1084" y="3060"/>
                    </a:cubicBezTo>
                    <a:moveTo>
                      <a:pt x="2445" y="3132"/>
                    </a:moveTo>
                    <a:cubicBezTo>
                      <a:pt x="2415" y="3195"/>
                      <a:pt x="2405" y="3267"/>
                      <a:pt x="2351" y="3317"/>
                    </a:cubicBezTo>
                    <a:cubicBezTo>
                      <a:pt x="2347" y="3323"/>
                      <a:pt x="2343" y="3329"/>
                      <a:pt x="2340" y="3334"/>
                    </a:cubicBezTo>
                    <a:cubicBezTo>
                      <a:pt x="2178" y="3384"/>
                      <a:pt x="2023" y="3439"/>
                      <a:pt x="1855" y="3467"/>
                    </a:cubicBezTo>
                    <a:cubicBezTo>
                      <a:pt x="1717" y="3488"/>
                      <a:pt x="1578" y="3498"/>
                      <a:pt x="1438" y="3498"/>
                    </a:cubicBezTo>
                    <a:cubicBezTo>
                      <a:pt x="1409" y="3498"/>
                      <a:pt x="1379" y="3497"/>
                      <a:pt x="1349" y="3496"/>
                    </a:cubicBezTo>
                    <a:cubicBezTo>
                      <a:pt x="1345" y="3496"/>
                      <a:pt x="1345" y="3501"/>
                      <a:pt x="1349" y="3502"/>
                    </a:cubicBezTo>
                    <a:cubicBezTo>
                      <a:pt x="1413" y="3508"/>
                      <a:pt x="1478" y="3511"/>
                      <a:pt x="1542" y="3511"/>
                    </a:cubicBezTo>
                    <a:cubicBezTo>
                      <a:pt x="1649" y="3511"/>
                      <a:pt x="1755" y="3502"/>
                      <a:pt x="1860" y="3486"/>
                    </a:cubicBezTo>
                    <a:cubicBezTo>
                      <a:pt x="2010" y="3464"/>
                      <a:pt x="2173" y="3432"/>
                      <a:pt x="2315" y="3372"/>
                    </a:cubicBezTo>
                    <a:cubicBezTo>
                      <a:pt x="2291" y="3399"/>
                      <a:pt x="2264" y="3422"/>
                      <a:pt x="2233" y="3440"/>
                    </a:cubicBezTo>
                    <a:cubicBezTo>
                      <a:pt x="2203" y="3457"/>
                      <a:pt x="2170" y="3470"/>
                      <a:pt x="2136" y="3477"/>
                    </a:cubicBezTo>
                    <a:cubicBezTo>
                      <a:pt x="2097" y="3485"/>
                      <a:pt x="2060" y="3500"/>
                      <a:pt x="2021" y="3510"/>
                    </a:cubicBezTo>
                    <a:cubicBezTo>
                      <a:pt x="1965" y="3523"/>
                      <a:pt x="1908" y="3533"/>
                      <a:pt x="1852" y="3547"/>
                    </a:cubicBezTo>
                    <a:cubicBezTo>
                      <a:pt x="1756" y="3567"/>
                      <a:pt x="1659" y="3579"/>
                      <a:pt x="1562" y="3582"/>
                    </a:cubicBezTo>
                    <a:cubicBezTo>
                      <a:pt x="1496" y="3586"/>
                      <a:pt x="1432" y="3600"/>
                      <a:pt x="1366" y="3599"/>
                    </a:cubicBezTo>
                    <a:cubicBezTo>
                      <a:pt x="1214" y="3585"/>
                      <a:pt x="1060" y="3597"/>
                      <a:pt x="909" y="3567"/>
                    </a:cubicBezTo>
                    <a:cubicBezTo>
                      <a:pt x="819" y="3548"/>
                      <a:pt x="726" y="3534"/>
                      <a:pt x="640" y="3498"/>
                    </a:cubicBezTo>
                    <a:cubicBezTo>
                      <a:pt x="575" y="3471"/>
                      <a:pt x="513" y="3438"/>
                      <a:pt x="451" y="3407"/>
                    </a:cubicBezTo>
                    <a:cubicBezTo>
                      <a:pt x="446" y="3405"/>
                      <a:pt x="442" y="3403"/>
                      <a:pt x="438" y="3401"/>
                    </a:cubicBezTo>
                    <a:cubicBezTo>
                      <a:pt x="418" y="3389"/>
                      <a:pt x="402" y="3372"/>
                      <a:pt x="390" y="3352"/>
                    </a:cubicBezTo>
                    <a:cubicBezTo>
                      <a:pt x="383" y="3340"/>
                      <a:pt x="378" y="3326"/>
                      <a:pt x="375" y="3311"/>
                    </a:cubicBezTo>
                    <a:cubicBezTo>
                      <a:pt x="373" y="3305"/>
                      <a:pt x="372" y="3299"/>
                      <a:pt x="371" y="3293"/>
                    </a:cubicBezTo>
                    <a:cubicBezTo>
                      <a:pt x="479" y="3326"/>
                      <a:pt x="590" y="3352"/>
                      <a:pt x="701" y="3372"/>
                    </a:cubicBezTo>
                    <a:cubicBezTo>
                      <a:pt x="812" y="3391"/>
                      <a:pt x="931" y="3415"/>
                      <a:pt x="1044" y="3402"/>
                    </a:cubicBezTo>
                    <a:cubicBezTo>
                      <a:pt x="1049" y="3402"/>
                      <a:pt x="1049" y="3394"/>
                      <a:pt x="1044" y="3393"/>
                    </a:cubicBezTo>
                    <a:cubicBezTo>
                      <a:pt x="936" y="3369"/>
                      <a:pt x="824" y="3366"/>
                      <a:pt x="715" y="3346"/>
                    </a:cubicBezTo>
                    <a:cubicBezTo>
                      <a:pt x="600" y="3326"/>
                      <a:pt x="487" y="3298"/>
                      <a:pt x="376" y="3263"/>
                    </a:cubicBezTo>
                    <a:cubicBezTo>
                      <a:pt x="374" y="3263"/>
                      <a:pt x="373" y="3263"/>
                      <a:pt x="371" y="3263"/>
                    </a:cubicBezTo>
                    <a:cubicBezTo>
                      <a:pt x="369" y="3263"/>
                      <a:pt x="366" y="3263"/>
                      <a:pt x="364" y="3265"/>
                    </a:cubicBezTo>
                    <a:cubicBezTo>
                      <a:pt x="358" y="3240"/>
                      <a:pt x="351" y="3216"/>
                      <a:pt x="345" y="3191"/>
                    </a:cubicBezTo>
                    <a:cubicBezTo>
                      <a:pt x="382" y="3204"/>
                      <a:pt x="422" y="3212"/>
                      <a:pt x="460" y="3222"/>
                    </a:cubicBezTo>
                    <a:cubicBezTo>
                      <a:pt x="504" y="3236"/>
                      <a:pt x="549" y="3246"/>
                      <a:pt x="595" y="3252"/>
                    </a:cubicBezTo>
                    <a:cubicBezTo>
                      <a:pt x="596" y="3252"/>
                      <a:pt x="596" y="3251"/>
                      <a:pt x="597" y="3251"/>
                    </a:cubicBezTo>
                    <a:cubicBezTo>
                      <a:pt x="598" y="3250"/>
                      <a:pt x="599" y="3251"/>
                      <a:pt x="599" y="3250"/>
                    </a:cubicBezTo>
                    <a:cubicBezTo>
                      <a:pt x="600" y="3249"/>
                      <a:pt x="599" y="3248"/>
                      <a:pt x="599" y="3248"/>
                    </a:cubicBezTo>
                    <a:cubicBezTo>
                      <a:pt x="599" y="3247"/>
                      <a:pt x="599" y="3246"/>
                      <a:pt x="599" y="3246"/>
                    </a:cubicBezTo>
                    <a:cubicBezTo>
                      <a:pt x="598" y="3245"/>
                      <a:pt x="598" y="3244"/>
                      <a:pt x="597" y="3244"/>
                    </a:cubicBezTo>
                    <a:cubicBezTo>
                      <a:pt x="549" y="3223"/>
                      <a:pt x="499" y="3206"/>
                      <a:pt x="448" y="3194"/>
                    </a:cubicBezTo>
                    <a:cubicBezTo>
                      <a:pt x="412" y="3184"/>
                      <a:pt x="376" y="3170"/>
                      <a:pt x="340" y="3163"/>
                    </a:cubicBezTo>
                    <a:cubicBezTo>
                      <a:pt x="338" y="3142"/>
                      <a:pt x="352" y="3132"/>
                      <a:pt x="372" y="3139"/>
                    </a:cubicBezTo>
                    <a:cubicBezTo>
                      <a:pt x="419" y="3156"/>
                      <a:pt x="466" y="3170"/>
                      <a:pt x="515" y="3179"/>
                    </a:cubicBezTo>
                    <a:cubicBezTo>
                      <a:pt x="560" y="3188"/>
                      <a:pt x="600" y="3204"/>
                      <a:pt x="647" y="3210"/>
                    </a:cubicBezTo>
                    <a:cubicBezTo>
                      <a:pt x="722" y="3219"/>
                      <a:pt x="798" y="3226"/>
                      <a:pt x="873" y="3235"/>
                    </a:cubicBezTo>
                    <a:cubicBezTo>
                      <a:pt x="945" y="3246"/>
                      <a:pt x="1018" y="3253"/>
                      <a:pt x="1091" y="3257"/>
                    </a:cubicBezTo>
                    <a:cubicBezTo>
                      <a:pt x="1278" y="3257"/>
                      <a:pt x="1466" y="3261"/>
                      <a:pt x="1653" y="3256"/>
                    </a:cubicBezTo>
                    <a:cubicBezTo>
                      <a:pt x="1742" y="3253"/>
                      <a:pt x="1836" y="3228"/>
                      <a:pt x="1925" y="3214"/>
                    </a:cubicBezTo>
                    <a:cubicBezTo>
                      <a:pt x="1996" y="3214"/>
                      <a:pt x="2074" y="3190"/>
                      <a:pt x="2144" y="3178"/>
                    </a:cubicBezTo>
                    <a:cubicBezTo>
                      <a:pt x="2218" y="3166"/>
                      <a:pt x="2291" y="3144"/>
                      <a:pt x="2363" y="3126"/>
                    </a:cubicBezTo>
                    <a:cubicBezTo>
                      <a:pt x="2385" y="3120"/>
                      <a:pt x="2407" y="3116"/>
                      <a:pt x="2429" y="3112"/>
                    </a:cubicBezTo>
                    <a:cubicBezTo>
                      <a:pt x="2439" y="3110"/>
                      <a:pt x="2450" y="3122"/>
                      <a:pt x="2446" y="3131"/>
                    </a:cubicBezTo>
                    <a:lnTo>
                      <a:pt x="2445" y="3132"/>
                    </a:lnTo>
                    <a:moveTo>
                      <a:pt x="2589" y="2709"/>
                    </a:moveTo>
                    <a:cubicBezTo>
                      <a:pt x="2584" y="2722"/>
                      <a:pt x="2566" y="2801"/>
                      <a:pt x="2528" y="2958"/>
                    </a:cubicBezTo>
                    <a:cubicBezTo>
                      <a:pt x="2523" y="2980"/>
                      <a:pt x="2516" y="3012"/>
                      <a:pt x="2513" y="3036"/>
                    </a:cubicBezTo>
                    <a:cubicBezTo>
                      <a:pt x="2511" y="3034"/>
                      <a:pt x="2509" y="3033"/>
                      <a:pt x="2507" y="3032"/>
                    </a:cubicBezTo>
                    <a:cubicBezTo>
                      <a:pt x="2501" y="3028"/>
                      <a:pt x="2493" y="3026"/>
                      <a:pt x="2486" y="3026"/>
                    </a:cubicBezTo>
                    <a:cubicBezTo>
                      <a:pt x="2484" y="3026"/>
                      <a:pt x="2482" y="3027"/>
                      <a:pt x="2480" y="3027"/>
                    </a:cubicBezTo>
                    <a:cubicBezTo>
                      <a:pt x="2465" y="3028"/>
                      <a:pt x="2451" y="3033"/>
                      <a:pt x="2437" y="3039"/>
                    </a:cubicBezTo>
                    <a:cubicBezTo>
                      <a:pt x="2386" y="3067"/>
                      <a:pt x="2328" y="3078"/>
                      <a:pt x="2274" y="3095"/>
                    </a:cubicBezTo>
                    <a:cubicBezTo>
                      <a:pt x="2203" y="3117"/>
                      <a:pt x="2187" y="3089"/>
                      <a:pt x="2208" y="3024"/>
                    </a:cubicBezTo>
                    <a:cubicBezTo>
                      <a:pt x="2241" y="2932"/>
                      <a:pt x="2265" y="2837"/>
                      <a:pt x="2280" y="2741"/>
                    </a:cubicBezTo>
                    <a:cubicBezTo>
                      <a:pt x="2283" y="2713"/>
                      <a:pt x="2294" y="2703"/>
                      <a:pt x="2326" y="2702"/>
                    </a:cubicBezTo>
                    <a:cubicBezTo>
                      <a:pt x="2376" y="2698"/>
                      <a:pt x="2426" y="2687"/>
                      <a:pt x="2472" y="2669"/>
                    </a:cubicBezTo>
                    <a:cubicBezTo>
                      <a:pt x="2494" y="2662"/>
                      <a:pt x="2515" y="2656"/>
                      <a:pt x="2538" y="2653"/>
                    </a:cubicBezTo>
                    <a:cubicBezTo>
                      <a:pt x="2564" y="2648"/>
                      <a:pt x="2581" y="2650"/>
                      <a:pt x="2589" y="2659"/>
                    </a:cubicBezTo>
                    <a:cubicBezTo>
                      <a:pt x="2602" y="2672"/>
                      <a:pt x="2593" y="2697"/>
                      <a:pt x="2590" y="2708"/>
                    </a:cubicBezTo>
                    <a:lnTo>
                      <a:pt x="2589" y="2709"/>
                    </a:lnTo>
                    <a:moveTo>
                      <a:pt x="2726" y="2215"/>
                    </a:moveTo>
                    <a:cubicBezTo>
                      <a:pt x="2725" y="2215"/>
                      <a:pt x="2723" y="2215"/>
                      <a:pt x="2722" y="2215"/>
                    </a:cubicBezTo>
                    <a:cubicBezTo>
                      <a:pt x="2721" y="2215"/>
                      <a:pt x="2719" y="2215"/>
                      <a:pt x="2718" y="2215"/>
                    </a:cubicBezTo>
                    <a:cubicBezTo>
                      <a:pt x="2556" y="2277"/>
                      <a:pt x="2391" y="2329"/>
                      <a:pt x="2224" y="2373"/>
                    </a:cubicBezTo>
                    <a:cubicBezTo>
                      <a:pt x="2145" y="2393"/>
                      <a:pt x="2064" y="2410"/>
                      <a:pt x="1985" y="2425"/>
                    </a:cubicBezTo>
                    <a:cubicBezTo>
                      <a:pt x="1908" y="2439"/>
                      <a:pt x="1827" y="2444"/>
                      <a:pt x="1752" y="2466"/>
                    </a:cubicBezTo>
                    <a:cubicBezTo>
                      <a:pt x="1751" y="2466"/>
                      <a:pt x="1751" y="2467"/>
                      <a:pt x="1751" y="2467"/>
                    </a:cubicBezTo>
                    <a:cubicBezTo>
                      <a:pt x="1750" y="2468"/>
                      <a:pt x="1750" y="2468"/>
                      <a:pt x="1750" y="2469"/>
                    </a:cubicBezTo>
                    <a:cubicBezTo>
                      <a:pt x="1750" y="2469"/>
                      <a:pt x="1750" y="2470"/>
                      <a:pt x="1751" y="2470"/>
                    </a:cubicBezTo>
                    <a:cubicBezTo>
                      <a:pt x="1751" y="2470"/>
                      <a:pt x="1751" y="2471"/>
                      <a:pt x="1752" y="2471"/>
                    </a:cubicBezTo>
                    <a:cubicBezTo>
                      <a:pt x="1833" y="2475"/>
                      <a:pt x="1917" y="2455"/>
                      <a:pt x="1997" y="2441"/>
                    </a:cubicBezTo>
                    <a:cubicBezTo>
                      <a:pt x="2081" y="2426"/>
                      <a:pt x="2164" y="2408"/>
                      <a:pt x="2247" y="2389"/>
                    </a:cubicBezTo>
                    <a:cubicBezTo>
                      <a:pt x="2410" y="2352"/>
                      <a:pt x="2569" y="2303"/>
                      <a:pt x="2725" y="2243"/>
                    </a:cubicBezTo>
                    <a:cubicBezTo>
                      <a:pt x="2724" y="2274"/>
                      <a:pt x="2720" y="2305"/>
                      <a:pt x="2714" y="2335"/>
                    </a:cubicBezTo>
                    <a:cubicBezTo>
                      <a:pt x="2708" y="2367"/>
                      <a:pt x="2700" y="2398"/>
                      <a:pt x="2693" y="2430"/>
                    </a:cubicBezTo>
                    <a:cubicBezTo>
                      <a:pt x="2686" y="2461"/>
                      <a:pt x="2691" y="2500"/>
                      <a:pt x="2671" y="2527"/>
                    </a:cubicBezTo>
                    <a:cubicBezTo>
                      <a:pt x="2645" y="2561"/>
                      <a:pt x="2588" y="2602"/>
                      <a:pt x="2546" y="2608"/>
                    </a:cubicBezTo>
                    <a:cubicBezTo>
                      <a:pt x="2449" y="2622"/>
                      <a:pt x="2358" y="2657"/>
                      <a:pt x="2259" y="2667"/>
                    </a:cubicBezTo>
                    <a:cubicBezTo>
                      <a:pt x="2161" y="2676"/>
                      <a:pt x="2062" y="2702"/>
                      <a:pt x="1963" y="2720"/>
                    </a:cubicBezTo>
                    <a:cubicBezTo>
                      <a:pt x="1916" y="2729"/>
                      <a:pt x="1870" y="2738"/>
                      <a:pt x="1822" y="2742"/>
                    </a:cubicBezTo>
                    <a:cubicBezTo>
                      <a:pt x="1716" y="2754"/>
                      <a:pt x="1607" y="2767"/>
                      <a:pt x="1498" y="2772"/>
                    </a:cubicBezTo>
                    <a:cubicBezTo>
                      <a:pt x="1390" y="2777"/>
                      <a:pt x="1279" y="2769"/>
                      <a:pt x="1169" y="2767"/>
                    </a:cubicBezTo>
                    <a:cubicBezTo>
                      <a:pt x="1074" y="2765"/>
                      <a:pt x="980" y="2753"/>
                      <a:pt x="885" y="2744"/>
                    </a:cubicBezTo>
                    <a:cubicBezTo>
                      <a:pt x="793" y="2733"/>
                      <a:pt x="703" y="2712"/>
                      <a:pt x="615" y="2683"/>
                    </a:cubicBezTo>
                    <a:cubicBezTo>
                      <a:pt x="559" y="2668"/>
                      <a:pt x="503" y="2656"/>
                      <a:pt x="446" y="2649"/>
                    </a:cubicBezTo>
                    <a:cubicBezTo>
                      <a:pt x="376" y="2639"/>
                      <a:pt x="308" y="2620"/>
                      <a:pt x="240" y="2604"/>
                    </a:cubicBezTo>
                    <a:cubicBezTo>
                      <a:pt x="223" y="2600"/>
                      <a:pt x="207" y="2593"/>
                      <a:pt x="193" y="2585"/>
                    </a:cubicBezTo>
                    <a:cubicBezTo>
                      <a:pt x="166" y="2569"/>
                      <a:pt x="143" y="2547"/>
                      <a:pt x="128" y="2520"/>
                    </a:cubicBezTo>
                    <a:cubicBezTo>
                      <a:pt x="122" y="2509"/>
                      <a:pt x="117" y="2499"/>
                      <a:pt x="113" y="2487"/>
                    </a:cubicBezTo>
                    <a:cubicBezTo>
                      <a:pt x="191" y="2514"/>
                      <a:pt x="271" y="2535"/>
                      <a:pt x="352" y="2553"/>
                    </a:cubicBezTo>
                    <a:cubicBezTo>
                      <a:pt x="451" y="2575"/>
                      <a:pt x="555" y="2602"/>
                      <a:pt x="657" y="2596"/>
                    </a:cubicBezTo>
                    <a:cubicBezTo>
                      <a:pt x="658" y="2596"/>
                      <a:pt x="658" y="2595"/>
                      <a:pt x="658" y="2595"/>
                    </a:cubicBezTo>
                    <a:cubicBezTo>
                      <a:pt x="658" y="2594"/>
                      <a:pt x="659" y="2594"/>
                      <a:pt x="659" y="2593"/>
                    </a:cubicBezTo>
                    <a:lnTo>
                      <a:pt x="658" y="2592"/>
                    </a:lnTo>
                    <a:cubicBezTo>
                      <a:pt x="658" y="2592"/>
                      <a:pt x="658" y="2591"/>
                      <a:pt x="657" y="2591"/>
                    </a:cubicBezTo>
                    <a:cubicBezTo>
                      <a:pt x="565" y="2562"/>
                      <a:pt x="468" y="2550"/>
                      <a:pt x="374" y="2529"/>
                    </a:cubicBezTo>
                    <a:cubicBezTo>
                      <a:pt x="280" y="2507"/>
                      <a:pt x="189" y="2476"/>
                      <a:pt x="96" y="2450"/>
                    </a:cubicBezTo>
                    <a:cubicBezTo>
                      <a:pt x="81" y="2408"/>
                      <a:pt x="72" y="2365"/>
                      <a:pt x="70" y="2320"/>
                    </a:cubicBezTo>
                    <a:cubicBezTo>
                      <a:pt x="68" y="2293"/>
                      <a:pt x="63" y="2266"/>
                      <a:pt x="61" y="2238"/>
                    </a:cubicBezTo>
                    <a:cubicBezTo>
                      <a:pt x="60" y="2223"/>
                      <a:pt x="59" y="2209"/>
                      <a:pt x="59" y="2194"/>
                    </a:cubicBezTo>
                    <a:cubicBezTo>
                      <a:pt x="59" y="2186"/>
                      <a:pt x="59" y="2178"/>
                      <a:pt x="60" y="2171"/>
                    </a:cubicBezTo>
                    <a:lnTo>
                      <a:pt x="60" y="2170"/>
                    </a:lnTo>
                    <a:cubicBezTo>
                      <a:pt x="60" y="2164"/>
                      <a:pt x="61" y="2158"/>
                      <a:pt x="64" y="2153"/>
                    </a:cubicBezTo>
                    <a:cubicBezTo>
                      <a:pt x="67" y="2147"/>
                      <a:pt x="72" y="2143"/>
                      <a:pt x="77" y="2140"/>
                    </a:cubicBezTo>
                    <a:cubicBezTo>
                      <a:pt x="82" y="2137"/>
                      <a:pt x="88" y="2135"/>
                      <a:pt x="95" y="2135"/>
                    </a:cubicBezTo>
                    <a:cubicBezTo>
                      <a:pt x="99" y="2135"/>
                      <a:pt x="103" y="2136"/>
                      <a:pt x="107" y="2137"/>
                    </a:cubicBezTo>
                    <a:cubicBezTo>
                      <a:pt x="117" y="2140"/>
                      <a:pt x="129" y="2144"/>
                      <a:pt x="137" y="2149"/>
                    </a:cubicBezTo>
                    <a:cubicBezTo>
                      <a:pt x="144" y="2153"/>
                      <a:pt x="148" y="2156"/>
                      <a:pt x="153" y="2161"/>
                    </a:cubicBezTo>
                    <a:cubicBezTo>
                      <a:pt x="164" y="2169"/>
                      <a:pt x="176" y="2176"/>
                      <a:pt x="188" y="2183"/>
                    </a:cubicBezTo>
                    <a:cubicBezTo>
                      <a:pt x="219" y="2201"/>
                      <a:pt x="253" y="2215"/>
                      <a:pt x="288" y="2223"/>
                    </a:cubicBezTo>
                    <a:cubicBezTo>
                      <a:pt x="496" y="2280"/>
                      <a:pt x="708" y="2324"/>
                      <a:pt x="921" y="2353"/>
                    </a:cubicBezTo>
                    <a:cubicBezTo>
                      <a:pt x="1038" y="2372"/>
                      <a:pt x="1155" y="2382"/>
                      <a:pt x="1273" y="2382"/>
                    </a:cubicBezTo>
                    <a:cubicBezTo>
                      <a:pt x="1311" y="2382"/>
                      <a:pt x="1348" y="2390"/>
                      <a:pt x="1386" y="2389"/>
                    </a:cubicBezTo>
                    <a:cubicBezTo>
                      <a:pt x="1460" y="2389"/>
                      <a:pt x="1535" y="2386"/>
                      <a:pt x="1609" y="2384"/>
                    </a:cubicBezTo>
                    <a:cubicBezTo>
                      <a:pt x="1683" y="2382"/>
                      <a:pt x="1751" y="2386"/>
                      <a:pt x="1821" y="2368"/>
                    </a:cubicBezTo>
                    <a:cubicBezTo>
                      <a:pt x="1973" y="2329"/>
                      <a:pt x="2128" y="2294"/>
                      <a:pt x="2283" y="2259"/>
                    </a:cubicBezTo>
                    <a:cubicBezTo>
                      <a:pt x="2305" y="2257"/>
                      <a:pt x="2327" y="2250"/>
                      <a:pt x="2347" y="2239"/>
                    </a:cubicBezTo>
                    <a:cubicBezTo>
                      <a:pt x="2350" y="2237"/>
                      <a:pt x="2354" y="2235"/>
                      <a:pt x="2357" y="2233"/>
                    </a:cubicBezTo>
                    <a:cubicBezTo>
                      <a:pt x="2384" y="2217"/>
                      <a:pt x="2414" y="2208"/>
                      <a:pt x="2445" y="2204"/>
                    </a:cubicBezTo>
                    <a:cubicBezTo>
                      <a:pt x="2506" y="2197"/>
                      <a:pt x="2560" y="2169"/>
                      <a:pt x="2619" y="2154"/>
                    </a:cubicBezTo>
                    <a:cubicBezTo>
                      <a:pt x="2645" y="2145"/>
                      <a:pt x="2670" y="2133"/>
                      <a:pt x="2694" y="2120"/>
                    </a:cubicBezTo>
                    <a:cubicBezTo>
                      <a:pt x="2697" y="2118"/>
                      <a:pt x="2700" y="2117"/>
                      <a:pt x="2703" y="2117"/>
                    </a:cubicBezTo>
                    <a:cubicBezTo>
                      <a:pt x="2707" y="2117"/>
                      <a:pt x="2711" y="2118"/>
                      <a:pt x="2714" y="2120"/>
                    </a:cubicBezTo>
                    <a:cubicBezTo>
                      <a:pt x="2718" y="2122"/>
                      <a:pt x="2720" y="2124"/>
                      <a:pt x="2722" y="2128"/>
                    </a:cubicBezTo>
                    <a:cubicBezTo>
                      <a:pt x="2724" y="2131"/>
                      <a:pt x="2725" y="2135"/>
                      <a:pt x="2725" y="2139"/>
                    </a:cubicBezTo>
                    <a:cubicBezTo>
                      <a:pt x="2727" y="2165"/>
                      <a:pt x="2728" y="2190"/>
                      <a:pt x="2727" y="2215"/>
                    </a:cubicBezTo>
                    <a:lnTo>
                      <a:pt x="2726" y="22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0"/>
              <p:cNvSpPr/>
              <p:nvPr/>
            </p:nvSpPr>
            <p:spPr>
              <a:xfrm>
                <a:off x="6503400" y="3567960"/>
                <a:ext cx="306360" cy="28440"/>
              </a:xfrm>
              <a:custGeom>
                <a:rect b="b" l="l" r="r" t="t"/>
                <a:pathLst>
                  <a:path extrusionOk="0" h="79" w="851">
                    <a:moveTo>
                      <a:pt x="839" y="0"/>
                    </a:moveTo>
                    <a:cubicBezTo>
                      <a:pt x="700" y="10"/>
                      <a:pt x="563" y="37"/>
                      <a:pt x="424" y="48"/>
                    </a:cubicBezTo>
                    <a:cubicBezTo>
                      <a:pt x="285" y="59"/>
                      <a:pt x="146" y="55"/>
                      <a:pt x="7" y="60"/>
                    </a:cubicBezTo>
                    <a:cubicBezTo>
                      <a:pt x="0" y="60"/>
                      <a:pt x="0" y="72"/>
                      <a:pt x="7" y="72"/>
                    </a:cubicBezTo>
                    <a:cubicBezTo>
                      <a:pt x="65" y="76"/>
                      <a:pt x="122" y="78"/>
                      <a:pt x="180" y="78"/>
                    </a:cubicBezTo>
                    <a:cubicBezTo>
                      <a:pt x="262" y="78"/>
                      <a:pt x="344" y="74"/>
                      <a:pt x="426" y="67"/>
                    </a:cubicBezTo>
                    <a:cubicBezTo>
                      <a:pt x="564" y="57"/>
                      <a:pt x="709" y="49"/>
                      <a:pt x="842" y="13"/>
                    </a:cubicBezTo>
                    <a:cubicBezTo>
                      <a:pt x="850" y="11"/>
                      <a:pt x="846" y="0"/>
                      <a:pt x="83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0"/>
              <p:cNvSpPr/>
              <p:nvPr/>
            </p:nvSpPr>
            <p:spPr>
              <a:xfrm>
                <a:off x="6313320" y="2591280"/>
                <a:ext cx="453240" cy="45360"/>
              </a:xfrm>
              <a:custGeom>
                <a:rect b="b" l="l" r="r" t="t"/>
                <a:pathLst>
                  <a:path extrusionOk="0" h="126" w="1259">
                    <a:moveTo>
                      <a:pt x="1246" y="61"/>
                    </a:moveTo>
                    <a:cubicBezTo>
                      <a:pt x="1086" y="84"/>
                      <a:pt x="925" y="96"/>
                      <a:pt x="764" y="96"/>
                    </a:cubicBezTo>
                    <a:cubicBezTo>
                      <a:pt x="713" y="96"/>
                      <a:pt x="663" y="95"/>
                      <a:pt x="613" y="92"/>
                    </a:cubicBezTo>
                    <a:cubicBezTo>
                      <a:pt x="512" y="87"/>
                      <a:pt x="411" y="76"/>
                      <a:pt x="311" y="60"/>
                    </a:cubicBezTo>
                    <a:cubicBezTo>
                      <a:pt x="207" y="44"/>
                      <a:pt x="106" y="14"/>
                      <a:pt x="3" y="0"/>
                    </a:cubicBezTo>
                    <a:cubicBezTo>
                      <a:pt x="2" y="0"/>
                      <a:pt x="2" y="0"/>
                      <a:pt x="1" y="0"/>
                    </a:cubicBezTo>
                    <a:cubicBezTo>
                      <a:pt x="1" y="0"/>
                      <a:pt x="1" y="1"/>
                      <a:pt x="0" y="1"/>
                    </a:cubicBezTo>
                    <a:lnTo>
                      <a:pt x="0" y="2"/>
                    </a:lnTo>
                    <a:cubicBezTo>
                      <a:pt x="0" y="3"/>
                      <a:pt x="0" y="3"/>
                      <a:pt x="0" y="4"/>
                    </a:cubicBezTo>
                    <a:cubicBezTo>
                      <a:pt x="1" y="5"/>
                      <a:pt x="1" y="5"/>
                      <a:pt x="1" y="5"/>
                    </a:cubicBezTo>
                    <a:lnTo>
                      <a:pt x="2" y="5"/>
                    </a:lnTo>
                    <a:cubicBezTo>
                      <a:pt x="95" y="44"/>
                      <a:pt x="199" y="62"/>
                      <a:pt x="298" y="80"/>
                    </a:cubicBezTo>
                    <a:cubicBezTo>
                      <a:pt x="404" y="99"/>
                      <a:pt x="511" y="112"/>
                      <a:pt x="619" y="119"/>
                    </a:cubicBezTo>
                    <a:cubicBezTo>
                      <a:pt x="679" y="123"/>
                      <a:pt x="739" y="125"/>
                      <a:pt x="799" y="125"/>
                    </a:cubicBezTo>
                    <a:cubicBezTo>
                      <a:pt x="950" y="125"/>
                      <a:pt x="1101" y="112"/>
                      <a:pt x="1249" y="86"/>
                    </a:cubicBezTo>
                    <a:cubicBezTo>
                      <a:pt x="1250" y="86"/>
                      <a:pt x="1251" y="85"/>
                      <a:pt x="1251" y="85"/>
                    </a:cubicBezTo>
                    <a:cubicBezTo>
                      <a:pt x="1253" y="84"/>
                      <a:pt x="1255" y="82"/>
                      <a:pt x="1256" y="80"/>
                    </a:cubicBezTo>
                    <a:cubicBezTo>
                      <a:pt x="1257" y="78"/>
                      <a:pt x="1258" y="76"/>
                      <a:pt x="1258" y="74"/>
                    </a:cubicBezTo>
                    <a:cubicBezTo>
                      <a:pt x="1258" y="72"/>
                      <a:pt x="1257" y="69"/>
                      <a:pt x="1256" y="67"/>
                    </a:cubicBezTo>
                    <a:cubicBezTo>
                      <a:pt x="1255" y="65"/>
                      <a:pt x="1253" y="64"/>
                      <a:pt x="1251" y="63"/>
                    </a:cubicBezTo>
                    <a:cubicBezTo>
                      <a:pt x="1250" y="62"/>
                      <a:pt x="1248" y="61"/>
                      <a:pt x="1246"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0"/>
              <p:cNvSpPr/>
              <p:nvPr/>
            </p:nvSpPr>
            <p:spPr>
              <a:xfrm>
                <a:off x="6414480" y="2441880"/>
                <a:ext cx="222120" cy="22680"/>
              </a:xfrm>
              <a:custGeom>
                <a:rect b="b" l="l" r="r" t="t"/>
                <a:pathLst>
                  <a:path extrusionOk="0" h="63" w="617">
                    <a:moveTo>
                      <a:pt x="615" y="29"/>
                    </a:moveTo>
                    <a:cubicBezTo>
                      <a:pt x="529" y="10"/>
                      <a:pt x="442" y="0"/>
                      <a:pt x="354" y="0"/>
                    </a:cubicBezTo>
                    <a:cubicBezTo>
                      <a:pt x="338" y="0"/>
                      <a:pt x="322" y="0"/>
                      <a:pt x="306" y="1"/>
                    </a:cubicBezTo>
                    <a:cubicBezTo>
                      <a:pt x="207" y="5"/>
                      <a:pt x="94" y="12"/>
                      <a:pt x="2" y="54"/>
                    </a:cubicBezTo>
                    <a:cubicBezTo>
                      <a:pt x="1" y="55"/>
                      <a:pt x="1" y="55"/>
                      <a:pt x="0" y="56"/>
                    </a:cubicBezTo>
                    <a:cubicBezTo>
                      <a:pt x="0" y="56"/>
                      <a:pt x="0" y="57"/>
                      <a:pt x="0" y="58"/>
                    </a:cubicBezTo>
                    <a:cubicBezTo>
                      <a:pt x="0" y="58"/>
                      <a:pt x="0" y="59"/>
                      <a:pt x="0" y="60"/>
                    </a:cubicBezTo>
                    <a:cubicBezTo>
                      <a:pt x="1" y="61"/>
                      <a:pt x="1" y="61"/>
                      <a:pt x="2" y="61"/>
                    </a:cubicBezTo>
                    <a:cubicBezTo>
                      <a:pt x="2" y="61"/>
                      <a:pt x="3" y="62"/>
                      <a:pt x="4" y="62"/>
                    </a:cubicBezTo>
                    <a:cubicBezTo>
                      <a:pt x="103" y="54"/>
                      <a:pt x="200" y="28"/>
                      <a:pt x="298" y="23"/>
                    </a:cubicBezTo>
                    <a:cubicBezTo>
                      <a:pt x="327" y="21"/>
                      <a:pt x="355" y="21"/>
                      <a:pt x="384" y="21"/>
                    </a:cubicBezTo>
                    <a:cubicBezTo>
                      <a:pt x="460" y="21"/>
                      <a:pt x="537" y="25"/>
                      <a:pt x="613" y="35"/>
                    </a:cubicBezTo>
                    <a:cubicBezTo>
                      <a:pt x="614" y="35"/>
                      <a:pt x="614" y="35"/>
                      <a:pt x="615" y="34"/>
                    </a:cubicBezTo>
                    <a:cubicBezTo>
                      <a:pt x="615" y="34"/>
                      <a:pt x="616" y="34"/>
                      <a:pt x="616" y="33"/>
                    </a:cubicBezTo>
                    <a:lnTo>
                      <a:pt x="616" y="32"/>
                    </a:lnTo>
                    <a:cubicBezTo>
                      <a:pt x="616" y="31"/>
                      <a:pt x="616" y="30"/>
                      <a:pt x="616" y="30"/>
                    </a:cubicBezTo>
                    <a:cubicBezTo>
                      <a:pt x="616" y="29"/>
                      <a:pt x="615" y="29"/>
                      <a:pt x="615"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0"/>
              <p:cNvSpPr/>
              <p:nvPr/>
            </p:nvSpPr>
            <p:spPr>
              <a:xfrm>
                <a:off x="6134040" y="3212640"/>
                <a:ext cx="345600" cy="72000"/>
              </a:xfrm>
              <a:custGeom>
                <a:rect b="b" l="l" r="r" t="t"/>
                <a:pathLst>
                  <a:path extrusionOk="0" h="200" w="960">
                    <a:moveTo>
                      <a:pt x="953" y="162"/>
                    </a:moveTo>
                    <a:cubicBezTo>
                      <a:pt x="794" y="153"/>
                      <a:pt x="639" y="160"/>
                      <a:pt x="482" y="134"/>
                    </a:cubicBezTo>
                    <a:cubicBezTo>
                      <a:pt x="398" y="120"/>
                      <a:pt x="315" y="101"/>
                      <a:pt x="234" y="77"/>
                    </a:cubicBezTo>
                    <a:cubicBezTo>
                      <a:pt x="159" y="55"/>
                      <a:pt x="85" y="21"/>
                      <a:pt x="9" y="2"/>
                    </a:cubicBezTo>
                    <a:cubicBezTo>
                      <a:pt x="5" y="0"/>
                      <a:pt x="0" y="7"/>
                      <a:pt x="5" y="10"/>
                    </a:cubicBezTo>
                    <a:cubicBezTo>
                      <a:pt x="72" y="51"/>
                      <a:pt x="152" y="74"/>
                      <a:pt x="227" y="96"/>
                    </a:cubicBezTo>
                    <a:cubicBezTo>
                      <a:pt x="303" y="119"/>
                      <a:pt x="381" y="137"/>
                      <a:pt x="460" y="150"/>
                    </a:cubicBezTo>
                    <a:cubicBezTo>
                      <a:pt x="617" y="178"/>
                      <a:pt x="794" y="199"/>
                      <a:pt x="953" y="170"/>
                    </a:cubicBezTo>
                    <a:cubicBezTo>
                      <a:pt x="958" y="170"/>
                      <a:pt x="959" y="162"/>
                      <a:pt x="953"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0"/>
              <p:cNvSpPr/>
              <p:nvPr/>
            </p:nvSpPr>
            <p:spPr>
              <a:xfrm>
                <a:off x="6369120" y="3288600"/>
                <a:ext cx="530280" cy="41040"/>
              </a:xfrm>
              <a:custGeom>
                <a:rect b="b" l="l" r="r" t="t"/>
                <a:pathLst>
                  <a:path extrusionOk="0" h="114" w="1473">
                    <a:moveTo>
                      <a:pt x="1459" y="1"/>
                    </a:moveTo>
                    <a:cubicBezTo>
                      <a:pt x="1340" y="17"/>
                      <a:pt x="1223" y="45"/>
                      <a:pt x="1104" y="61"/>
                    </a:cubicBezTo>
                    <a:cubicBezTo>
                      <a:pt x="984" y="76"/>
                      <a:pt x="864" y="86"/>
                      <a:pt x="744" y="89"/>
                    </a:cubicBezTo>
                    <a:cubicBezTo>
                      <a:pt x="714" y="90"/>
                      <a:pt x="684" y="90"/>
                      <a:pt x="654" y="90"/>
                    </a:cubicBezTo>
                    <a:cubicBezTo>
                      <a:pt x="561" y="90"/>
                      <a:pt x="468" y="86"/>
                      <a:pt x="376" y="79"/>
                    </a:cubicBezTo>
                    <a:cubicBezTo>
                      <a:pt x="252" y="68"/>
                      <a:pt x="131" y="45"/>
                      <a:pt x="8" y="31"/>
                    </a:cubicBezTo>
                    <a:cubicBezTo>
                      <a:pt x="2" y="31"/>
                      <a:pt x="0" y="39"/>
                      <a:pt x="5" y="41"/>
                    </a:cubicBezTo>
                    <a:cubicBezTo>
                      <a:pt x="235" y="104"/>
                      <a:pt x="489" y="113"/>
                      <a:pt x="726" y="110"/>
                    </a:cubicBezTo>
                    <a:cubicBezTo>
                      <a:pt x="850" y="109"/>
                      <a:pt x="973" y="101"/>
                      <a:pt x="1096" y="86"/>
                    </a:cubicBezTo>
                    <a:cubicBezTo>
                      <a:pt x="1218" y="71"/>
                      <a:pt x="1345" y="55"/>
                      <a:pt x="1463" y="16"/>
                    </a:cubicBezTo>
                    <a:cubicBezTo>
                      <a:pt x="1472" y="13"/>
                      <a:pt x="1468" y="0"/>
                      <a:pt x="145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7" name="Shape 2137"/>
        <p:cNvGrpSpPr/>
        <p:nvPr/>
      </p:nvGrpSpPr>
      <p:grpSpPr>
        <a:xfrm>
          <a:off x="0" y="0"/>
          <a:ext cx="0" cy="0"/>
          <a:chOff x="0" y="0"/>
          <a:chExt cx="0" cy="0"/>
        </a:xfrm>
      </p:grpSpPr>
      <p:sp>
        <p:nvSpPr>
          <p:cNvPr id="2138" name="Google Shape;2138;p31"/>
          <p:cNvSpPr txBox="1"/>
          <p:nvPr>
            <p:ph type="title"/>
          </p:nvPr>
        </p:nvSpPr>
        <p:spPr>
          <a:xfrm>
            <a:off x="713225" y="521225"/>
            <a:ext cx="3292800" cy="102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project proposal</a:t>
            </a:r>
            <a:endParaRPr/>
          </a:p>
        </p:txBody>
      </p:sp>
      <p:sp>
        <p:nvSpPr>
          <p:cNvPr id="2139" name="Google Shape;2139;p31"/>
          <p:cNvSpPr txBox="1"/>
          <p:nvPr>
            <p:ph idx="1" type="subTitle"/>
          </p:nvPr>
        </p:nvSpPr>
        <p:spPr>
          <a:xfrm>
            <a:off x="713325" y="1765100"/>
            <a:ext cx="3292800" cy="28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213360" lvl="0" marL="228600" rtl="0" algn="l">
              <a:spcBef>
                <a:spcPts val="1000"/>
              </a:spcBef>
              <a:spcAft>
                <a:spcPts val="0"/>
              </a:spcAft>
              <a:buSzPts val="1200"/>
              <a:buAutoNum type="arabicPeriod"/>
            </a:pPr>
            <a:r>
              <a:rPr lang="en"/>
              <a:t>Define the project objectives and timeline</a:t>
            </a:r>
            <a:endParaRPr/>
          </a:p>
          <a:p>
            <a:pPr indent="-213360" lvl="0" marL="228600" rtl="0" algn="l">
              <a:spcBef>
                <a:spcPts val="0"/>
              </a:spcBef>
              <a:spcAft>
                <a:spcPts val="0"/>
              </a:spcAft>
              <a:buSzPts val="1200"/>
              <a:buAutoNum type="arabicPeriod"/>
            </a:pPr>
            <a:r>
              <a:rPr lang="en"/>
              <a:t>Identify resources needed to complete the </a:t>
            </a:r>
            <a:r>
              <a:rPr lang="en"/>
              <a:t>upcoming</a:t>
            </a:r>
            <a:r>
              <a:rPr lang="en"/>
              <a:t> project</a:t>
            </a:r>
            <a:endParaRPr/>
          </a:p>
          <a:p>
            <a:pPr indent="-213360" lvl="0" marL="228600" rtl="0" algn="l">
              <a:spcBef>
                <a:spcPts val="0"/>
              </a:spcBef>
              <a:spcAft>
                <a:spcPts val="0"/>
              </a:spcAft>
              <a:buSzPts val="1200"/>
              <a:buAutoNum type="arabicPeriod"/>
            </a:pPr>
            <a:r>
              <a:rPr lang="en"/>
              <a:t>Develop a budget for the project and estimate any potential risks associated with it</a:t>
            </a:r>
            <a:endParaRPr/>
          </a:p>
          <a:p>
            <a:pPr indent="-213360" lvl="0" marL="228600" rtl="0" algn="l">
              <a:spcBef>
                <a:spcPts val="0"/>
              </a:spcBef>
              <a:spcAft>
                <a:spcPts val="0"/>
              </a:spcAft>
              <a:buSzPts val="1200"/>
              <a:buAutoNum type="arabicPeriod"/>
            </a:pPr>
            <a:r>
              <a:rPr lang="en"/>
              <a:t>Write down your proposed solution and provide supporting documents or evidence that prove its feasibility if necessary</a:t>
            </a:r>
            <a:endParaRPr/>
          </a:p>
          <a:p>
            <a:pPr indent="-213360" lvl="0" marL="228600" rtl="0" algn="l">
              <a:spcBef>
                <a:spcPts val="0"/>
              </a:spcBef>
              <a:spcAft>
                <a:spcPts val="0"/>
              </a:spcAft>
              <a:buSzPts val="1200"/>
              <a:buAutoNum type="arabicPeriod"/>
            </a:pPr>
            <a:r>
              <a:rPr lang="en"/>
              <a:t>Develop a communication plan to ensure key stakeholders are kept informed of progress throughout the entire process</a:t>
            </a:r>
            <a:endParaRPr/>
          </a:p>
        </p:txBody>
      </p:sp>
      <p:pic>
        <p:nvPicPr>
          <p:cNvPr id="2140" name="Google Shape;2140;p31"/>
          <p:cNvPicPr preferRelativeResize="0"/>
          <p:nvPr>
            <p:ph idx="2" type="pic"/>
          </p:nvPr>
        </p:nvPicPr>
        <p:blipFill rotWithShape="1">
          <a:blip r:embed="rId3">
            <a:alphaModFix/>
          </a:blip>
          <a:srcRect b="11150" l="7475" r="8534" t="10381"/>
          <a:stretch/>
        </p:blipFill>
        <p:spPr>
          <a:xfrm flipH="1">
            <a:off x="6244174" y="539500"/>
            <a:ext cx="2899826" cy="4064502"/>
          </a:xfrm>
          <a:prstGeom prst="rect">
            <a:avLst/>
          </a:prstGeom>
        </p:spPr>
      </p:pic>
      <p:sp>
        <p:nvSpPr>
          <p:cNvPr id="2141" name="Google Shape;2141;p31"/>
          <p:cNvSpPr/>
          <p:nvPr/>
        </p:nvSpPr>
        <p:spPr>
          <a:xfrm flipH="1">
            <a:off x="4341026" y="3205276"/>
            <a:ext cx="1568245" cy="2155078"/>
          </a:xfrm>
          <a:custGeom>
            <a:rect b="b" l="l" r="r" t="t"/>
            <a:pathLst>
              <a:path extrusionOk="0" h="6365" w="4632">
                <a:moveTo>
                  <a:pt x="4619" y="2457"/>
                </a:moveTo>
                <a:cubicBezTo>
                  <a:pt x="4617" y="2442"/>
                  <a:pt x="4613" y="2428"/>
                  <a:pt x="4606" y="2416"/>
                </a:cubicBezTo>
                <a:cubicBezTo>
                  <a:pt x="4602" y="2409"/>
                  <a:pt x="4597" y="2402"/>
                  <a:pt x="4591" y="2396"/>
                </a:cubicBezTo>
                <a:cubicBezTo>
                  <a:pt x="4585" y="2382"/>
                  <a:pt x="4577" y="2369"/>
                  <a:pt x="4570" y="2356"/>
                </a:cubicBezTo>
                <a:cubicBezTo>
                  <a:pt x="4550" y="2322"/>
                  <a:pt x="4527" y="2291"/>
                  <a:pt x="4499" y="2263"/>
                </a:cubicBezTo>
                <a:cubicBezTo>
                  <a:pt x="4460" y="2220"/>
                  <a:pt x="4412" y="2162"/>
                  <a:pt x="4356" y="2143"/>
                </a:cubicBezTo>
                <a:cubicBezTo>
                  <a:pt x="4355" y="2143"/>
                  <a:pt x="4355" y="2143"/>
                  <a:pt x="4354" y="2143"/>
                </a:cubicBezTo>
                <a:cubicBezTo>
                  <a:pt x="4353" y="2143"/>
                  <a:pt x="4353" y="2143"/>
                  <a:pt x="4352" y="2143"/>
                </a:cubicBezTo>
                <a:lnTo>
                  <a:pt x="4327" y="2124"/>
                </a:lnTo>
                <a:cubicBezTo>
                  <a:pt x="4259" y="2070"/>
                  <a:pt x="4170" y="2041"/>
                  <a:pt x="4091" y="2009"/>
                </a:cubicBezTo>
                <a:cubicBezTo>
                  <a:pt x="4045" y="1991"/>
                  <a:pt x="3996" y="1950"/>
                  <a:pt x="3945" y="1946"/>
                </a:cubicBezTo>
                <a:cubicBezTo>
                  <a:pt x="3944" y="1939"/>
                  <a:pt x="3943" y="1931"/>
                  <a:pt x="3943" y="1924"/>
                </a:cubicBezTo>
                <a:cubicBezTo>
                  <a:pt x="3943" y="1916"/>
                  <a:pt x="3944" y="1909"/>
                  <a:pt x="3945" y="1901"/>
                </a:cubicBezTo>
                <a:cubicBezTo>
                  <a:pt x="3943" y="1877"/>
                  <a:pt x="3939" y="1852"/>
                  <a:pt x="3933" y="1828"/>
                </a:cubicBezTo>
                <a:cubicBezTo>
                  <a:pt x="3924" y="1785"/>
                  <a:pt x="3909" y="1744"/>
                  <a:pt x="3889" y="1706"/>
                </a:cubicBezTo>
                <a:cubicBezTo>
                  <a:pt x="3887" y="1701"/>
                  <a:pt x="3884" y="1697"/>
                  <a:pt x="3882" y="1693"/>
                </a:cubicBezTo>
                <a:cubicBezTo>
                  <a:pt x="3872" y="1677"/>
                  <a:pt x="3862" y="1661"/>
                  <a:pt x="3850" y="1647"/>
                </a:cubicBezTo>
                <a:cubicBezTo>
                  <a:pt x="3851" y="1645"/>
                  <a:pt x="3853" y="1642"/>
                  <a:pt x="3854" y="1640"/>
                </a:cubicBezTo>
                <a:cubicBezTo>
                  <a:pt x="3857" y="1635"/>
                  <a:pt x="3859" y="1629"/>
                  <a:pt x="3861" y="1624"/>
                </a:cubicBezTo>
                <a:cubicBezTo>
                  <a:pt x="3868" y="1617"/>
                  <a:pt x="3873" y="1610"/>
                  <a:pt x="3878" y="1602"/>
                </a:cubicBezTo>
                <a:cubicBezTo>
                  <a:pt x="3893" y="1576"/>
                  <a:pt x="3883" y="1531"/>
                  <a:pt x="3876" y="1498"/>
                </a:cubicBezTo>
                <a:cubicBezTo>
                  <a:pt x="3875" y="1460"/>
                  <a:pt x="3866" y="1423"/>
                  <a:pt x="3848" y="1390"/>
                </a:cubicBezTo>
                <a:cubicBezTo>
                  <a:pt x="3834" y="1360"/>
                  <a:pt x="3815" y="1313"/>
                  <a:pt x="3792" y="1289"/>
                </a:cubicBezTo>
                <a:cubicBezTo>
                  <a:pt x="3765" y="1261"/>
                  <a:pt x="3728" y="1220"/>
                  <a:pt x="3683" y="1241"/>
                </a:cubicBezTo>
                <a:cubicBezTo>
                  <a:pt x="3683" y="1242"/>
                  <a:pt x="3683" y="1242"/>
                  <a:pt x="3682" y="1242"/>
                </a:cubicBezTo>
                <a:cubicBezTo>
                  <a:pt x="3680" y="1243"/>
                  <a:pt x="3678" y="1245"/>
                  <a:pt x="3676" y="1247"/>
                </a:cubicBezTo>
                <a:cubicBezTo>
                  <a:pt x="3676" y="1242"/>
                  <a:pt x="3676" y="1236"/>
                  <a:pt x="3676" y="1231"/>
                </a:cubicBezTo>
                <a:cubicBezTo>
                  <a:pt x="3676" y="1177"/>
                  <a:pt x="3669" y="1123"/>
                  <a:pt x="3656" y="1070"/>
                </a:cubicBezTo>
                <a:cubicBezTo>
                  <a:pt x="3608" y="902"/>
                  <a:pt x="3594" y="710"/>
                  <a:pt x="3499" y="559"/>
                </a:cubicBezTo>
                <a:cubicBezTo>
                  <a:pt x="3491" y="542"/>
                  <a:pt x="3484" y="524"/>
                  <a:pt x="3478" y="506"/>
                </a:cubicBezTo>
                <a:cubicBezTo>
                  <a:pt x="3468" y="468"/>
                  <a:pt x="3425" y="424"/>
                  <a:pt x="3404" y="391"/>
                </a:cubicBezTo>
                <a:cubicBezTo>
                  <a:pt x="3358" y="321"/>
                  <a:pt x="3303" y="258"/>
                  <a:pt x="3240" y="204"/>
                </a:cubicBezTo>
                <a:cubicBezTo>
                  <a:pt x="3183" y="152"/>
                  <a:pt x="3108" y="126"/>
                  <a:pt x="3043" y="89"/>
                </a:cubicBezTo>
                <a:cubicBezTo>
                  <a:pt x="3040" y="87"/>
                  <a:pt x="3037" y="85"/>
                  <a:pt x="3034" y="84"/>
                </a:cubicBezTo>
                <a:cubicBezTo>
                  <a:pt x="3007" y="68"/>
                  <a:pt x="2978" y="55"/>
                  <a:pt x="2948" y="45"/>
                </a:cubicBezTo>
                <a:cubicBezTo>
                  <a:pt x="2933" y="40"/>
                  <a:pt x="2917" y="36"/>
                  <a:pt x="2901" y="31"/>
                </a:cubicBezTo>
                <a:lnTo>
                  <a:pt x="2895" y="30"/>
                </a:lnTo>
                <a:cubicBezTo>
                  <a:pt x="2818" y="10"/>
                  <a:pt x="2739" y="0"/>
                  <a:pt x="2660" y="0"/>
                </a:cubicBezTo>
                <a:cubicBezTo>
                  <a:pt x="2650" y="0"/>
                  <a:pt x="2641" y="0"/>
                  <a:pt x="2631" y="0"/>
                </a:cubicBezTo>
                <a:cubicBezTo>
                  <a:pt x="2552" y="2"/>
                  <a:pt x="2471" y="23"/>
                  <a:pt x="2395" y="39"/>
                </a:cubicBezTo>
                <a:cubicBezTo>
                  <a:pt x="2295" y="59"/>
                  <a:pt x="2203" y="111"/>
                  <a:pt x="2103" y="135"/>
                </a:cubicBezTo>
                <a:cubicBezTo>
                  <a:pt x="2055" y="148"/>
                  <a:pt x="2008" y="168"/>
                  <a:pt x="1964" y="193"/>
                </a:cubicBezTo>
                <a:cubicBezTo>
                  <a:pt x="1940" y="207"/>
                  <a:pt x="1917" y="222"/>
                  <a:pt x="1895" y="240"/>
                </a:cubicBezTo>
                <a:lnTo>
                  <a:pt x="1890" y="242"/>
                </a:lnTo>
                <a:cubicBezTo>
                  <a:pt x="1890" y="242"/>
                  <a:pt x="1890" y="243"/>
                  <a:pt x="1890" y="244"/>
                </a:cubicBezTo>
                <a:cubicBezTo>
                  <a:pt x="1844" y="277"/>
                  <a:pt x="1801" y="312"/>
                  <a:pt x="1755" y="345"/>
                </a:cubicBezTo>
                <a:lnTo>
                  <a:pt x="1746" y="352"/>
                </a:lnTo>
                <a:cubicBezTo>
                  <a:pt x="1751" y="347"/>
                  <a:pt x="1756" y="342"/>
                  <a:pt x="1761" y="337"/>
                </a:cubicBezTo>
                <a:cubicBezTo>
                  <a:pt x="1761" y="337"/>
                  <a:pt x="1761" y="335"/>
                  <a:pt x="1761" y="336"/>
                </a:cubicBezTo>
                <a:lnTo>
                  <a:pt x="1724" y="368"/>
                </a:lnTo>
                <a:cubicBezTo>
                  <a:pt x="1686" y="396"/>
                  <a:pt x="1649" y="425"/>
                  <a:pt x="1615" y="456"/>
                </a:cubicBezTo>
                <a:cubicBezTo>
                  <a:pt x="1594" y="475"/>
                  <a:pt x="1575" y="495"/>
                  <a:pt x="1558" y="516"/>
                </a:cubicBezTo>
                <a:cubicBezTo>
                  <a:pt x="1544" y="528"/>
                  <a:pt x="1531" y="540"/>
                  <a:pt x="1518" y="553"/>
                </a:cubicBezTo>
                <a:cubicBezTo>
                  <a:pt x="1476" y="595"/>
                  <a:pt x="1440" y="642"/>
                  <a:pt x="1410" y="693"/>
                </a:cubicBezTo>
                <a:cubicBezTo>
                  <a:pt x="1379" y="730"/>
                  <a:pt x="1350" y="767"/>
                  <a:pt x="1323" y="807"/>
                </a:cubicBezTo>
                <a:cubicBezTo>
                  <a:pt x="1287" y="858"/>
                  <a:pt x="1253" y="913"/>
                  <a:pt x="1214" y="963"/>
                </a:cubicBezTo>
                <a:cubicBezTo>
                  <a:pt x="1206" y="973"/>
                  <a:pt x="1199" y="984"/>
                  <a:pt x="1192" y="995"/>
                </a:cubicBezTo>
                <a:cubicBezTo>
                  <a:pt x="1186" y="1005"/>
                  <a:pt x="1181" y="1016"/>
                  <a:pt x="1176" y="1026"/>
                </a:cubicBezTo>
                <a:cubicBezTo>
                  <a:pt x="1170" y="1035"/>
                  <a:pt x="1165" y="1044"/>
                  <a:pt x="1159" y="1053"/>
                </a:cubicBezTo>
                <a:cubicBezTo>
                  <a:pt x="1138" y="1085"/>
                  <a:pt x="1118" y="1118"/>
                  <a:pt x="1099" y="1151"/>
                </a:cubicBezTo>
                <a:cubicBezTo>
                  <a:pt x="1061" y="1216"/>
                  <a:pt x="1028" y="1283"/>
                  <a:pt x="999" y="1353"/>
                </a:cubicBezTo>
                <a:cubicBezTo>
                  <a:pt x="958" y="1434"/>
                  <a:pt x="918" y="1516"/>
                  <a:pt x="876" y="1598"/>
                </a:cubicBezTo>
                <a:cubicBezTo>
                  <a:pt x="827" y="1694"/>
                  <a:pt x="801" y="1797"/>
                  <a:pt x="776" y="1900"/>
                </a:cubicBezTo>
                <a:cubicBezTo>
                  <a:pt x="769" y="1902"/>
                  <a:pt x="763" y="1904"/>
                  <a:pt x="756" y="1907"/>
                </a:cubicBezTo>
                <a:cubicBezTo>
                  <a:pt x="608" y="1955"/>
                  <a:pt x="464" y="2018"/>
                  <a:pt x="329" y="2096"/>
                </a:cubicBezTo>
                <a:cubicBezTo>
                  <a:pt x="323" y="2100"/>
                  <a:pt x="317" y="2103"/>
                  <a:pt x="311" y="2107"/>
                </a:cubicBezTo>
                <a:cubicBezTo>
                  <a:pt x="229" y="2157"/>
                  <a:pt x="155" y="2217"/>
                  <a:pt x="89" y="2286"/>
                </a:cubicBezTo>
                <a:cubicBezTo>
                  <a:pt x="50" y="2326"/>
                  <a:pt x="14" y="2415"/>
                  <a:pt x="12" y="2484"/>
                </a:cubicBezTo>
                <a:cubicBezTo>
                  <a:pt x="4" y="2512"/>
                  <a:pt x="0" y="2540"/>
                  <a:pt x="0" y="2569"/>
                </a:cubicBezTo>
                <a:cubicBezTo>
                  <a:pt x="0" y="2580"/>
                  <a:pt x="0" y="2591"/>
                  <a:pt x="1" y="2602"/>
                </a:cubicBezTo>
                <a:cubicBezTo>
                  <a:pt x="13" y="2662"/>
                  <a:pt x="49" y="2715"/>
                  <a:pt x="71" y="2771"/>
                </a:cubicBezTo>
                <a:cubicBezTo>
                  <a:pt x="78" y="2790"/>
                  <a:pt x="87" y="2808"/>
                  <a:pt x="97" y="2825"/>
                </a:cubicBezTo>
                <a:cubicBezTo>
                  <a:pt x="106" y="2840"/>
                  <a:pt x="116" y="2855"/>
                  <a:pt x="127" y="2869"/>
                </a:cubicBezTo>
                <a:cubicBezTo>
                  <a:pt x="126" y="2870"/>
                  <a:pt x="125" y="2871"/>
                  <a:pt x="124" y="2872"/>
                </a:cubicBezTo>
                <a:cubicBezTo>
                  <a:pt x="123" y="2873"/>
                  <a:pt x="123" y="2875"/>
                  <a:pt x="123" y="2876"/>
                </a:cubicBezTo>
                <a:cubicBezTo>
                  <a:pt x="123" y="2877"/>
                  <a:pt x="123" y="2878"/>
                  <a:pt x="124" y="2879"/>
                </a:cubicBezTo>
                <a:cubicBezTo>
                  <a:pt x="143" y="2925"/>
                  <a:pt x="143" y="2974"/>
                  <a:pt x="164" y="3019"/>
                </a:cubicBezTo>
                <a:cubicBezTo>
                  <a:pt x="192" y="3076"/>
                  <a:pt x="204" y="3141"/>
                  <a:pt x="218" y="3203"/>
                </a:cubicBezTo>
                <a:cubicBezTo>
                  <a:pt x="239" y="3298"/>
                  <a:pt x="265" y="3393"/>
                  <a:pt x="295" y="3485"/>
                </a:cubicBezTo>
                <a:cubicBezTo>
                  <a:pt x="372" y="3708"/>
                  <a:pt x="426" y="3938"/>
                  <a:pt x="489" y="4165"/>
                </a:cubicBezTo>
                <a:cubicBezTo>
                  <a:pt x="520" y="4276"/>
                  <a:pt x="544" y="4389"/>
                  <a:pt x="579" y="4499"/>
                </a:cubicBezTo>
                <a:cubicBezTo>
                  <a:pt x="613" y="4609"/>
                  <a:pt x="648" y="4723"/>
                  <a:pt x="679" y="4836"/>
                </a:cubicBezTo>
                <a:cubicBezTo>
                  <a:pt x="696" y="4898"/>
                  <a:pt x="720" y="4957"/>
                  <a:pt x="734" y="5019"/>
                </a:cubicBezTo>
                <a:cubicBezTo>
                  <a:pt x="746" y="5078"/>
                  <a:pt x="763" y="5136"/>
                  <a:pt x="784" y="5192"/>
                </a:cubicBezTo>
                <a:cubicBezTo>
                  <a:pt x="789" y="5205"/>
                  <a:pt x="795" y="5218"/>
                  <a:pt x="801" y="5232"/>
                </a:cubicBezTo>
                <a:cubicBezTo>
                  <a:pt x="800" y="5233"/>
                  <a:pt x="799" y="5233"/>
                  <a:pt x="799" y="5234"/>
                </a:cubicBezTo>
                <a:cubicBezTo>
                  <a:pt x="749" y="5320"/>
                  <a:pt x="772" y="5440"/>
                  <a:pt x="770" y="5538"/>
                </a:cubicBezTo>
                <a:cubicBezTo>
                  <a:pt x="768" y="5623"/>
                  <a:pt x="782" y="5739"/>
                  <a:pt x="822" y="5815"/>
                </a:cubicBezTo>
                <a:cubicBezTo>
                  <a:pt x="842" y="5854"/>
                  <a:pt x="865" y="5908"/>
                  <a:pt x="899" y="5937"/>
                </a:cubicBezTo>
                <a:cubicBezTo>
                  <a:pt x="938" y="5968"/>
                  <a:pt x="978" y="5998"/>
                  <a:pt x="1020" y="6025"/>
                </a:cubicBezTo>
                <a:cubicBezTo>
                  <a:pt x="1066" y="6053"/>
                  <a:pt x="1112" y="6080"/>
                  <a:pt x="1159" y="6105"/>
                </a:cubicBezTo>
                <a:cubicBezTo>
                  <a:pt x="1177" y="6114"/>
                  <a:pt x="1193" y="6126"/>
                  <a:pt x="1212" y="6135"/>
                </a:cubicBezTo>
                <a:cubicBezTo>
                  <a:pt x="1243" y="6148"/>
                  <a:pt x="1277" y="6150"/>
                  <a:pt x="1307" y="6164"/>
                </a:cubicBezTo>
                <a:cubicBezTo>
                  <a:pt x="1316" y="6175"/>
                  <a:pt x="1327" y="6184"/>
                  <a:pt x="1340" y="6192"/>
                </a:cubicBezTo>
                <a:cubicBezTo>
                  <a:pt x="1356" y="6200"/>
                  <a:pt x="1375" y="6207"/>
                  <a:pt x="1394" y="6208"/>
                </a:cubicBezTo>
                <a:cubicBezTo>
                  <a:pt x="1397" y="6208"/>
                  <a:pt x="1399" y="6208"/>
                  <a:pt x="1402" y="6208"/>
                </a:cubicBezTo>
                <a:cubicBezTo>
                  <a:pt x="1411" y="6208"/>
                  <a:pt x="1419" y="6206"/>
                  <a:pt x="1427" y="6203"/>
                </a:cubicBezTo>
                <a:cubicBezTo>
                  <a:pt x="1428" y="6204"/>
                  <a:pt x="1430" y="6206"/>
                  <a:pt x="1431" y="6207"/>
                </a:cubicBezTo>
                <a:cubicBezTo>
                  <a:pt x="1433" y="6208"/>
                  <a:pt x="1435" y="6209"/>
                  <a:pt x="1438" y="6209"/>
                </a:cubicBezTo>
                <a:cubicBezTo>
                  <a:pt x="1440" y="6209"/>
                  <a:pt x="1443" y="6208"/>
                  <a:pt x="1445" y="6207"/>
                </a:cubicBezTo>
                <a:cubicBezTo>
                  <a:pt x="1447" y="6205"/>
                  <a:pt x="1449" y="6203"/>
                  <a:pt x="1450" y="6202"/>
                </a:cubicBezTo>
                <a:cubicBezTo>
                  <a:pt x="1451" y="6200"/>
                  <a:pt x="1451" y="6200"/>
                  <a:pt x="1451" y="6199"/>
                </a:cubicBezTo>
                <a:cubicBezTo>
                  <a:pt x="1466" y="6207"/>
                  <a:pt x="1480" y="6214"/>
                  <a:pt x="1496" y="6219"/>
                </a:cubicBezTo>
                <a:lnTo>
                  <a:pt x="1503" y="6219"/>
                </a:lnTo>
                <a:cubicBezTo>
                  <a:pt x="1537" y="6233"/>
                  <a:pt x="1573" y="6244"/>
                  <a:pt x="1608" y="6259"/>
                </a:cubicBezTo>
                <a:cubicBezTo>
                  <a:pt x="1657" y="6280"/>
                  <a:pt x="1709" y="6295"/>
                  <a:pt x="1762" y="6306"/>
                </a:cubicBezTo>
                <a:cubicBezTo>
                  <a:pt x="1830" y="6319"/>
                  <a:pt x="1900" y="6328"/>
                  <a:pt x="1970" y="6331"/>
                </a:cubicBezTo>
                <a:cubicBezTo>
                  <a:pt x="1988" y="6338"/>
                  <a:pt x="2005" y="6342"/>
                  <a:pt x="2024" y="6345"/>
                </a:cubicBezTo>
                <a:cubicBezTo>
                  <a:pt x="2053" y="6346"/>
                  <a:pt x="2084" y="6346"/>
                  <a:pt x="2113" y="6350"/>
                </a:cubicBezTo>
                <a:cubicBezTo>
                  <a:pt x="2136" y="6353"/>
                  <a:pt x="2160" y="6354"/>
                  <a:pt x="2183" y="6354"/>
                </a:cubicBezTo>
                <a:cubicBezTo>
                  <a:pt x="2206" y="6354"/>
                  <a:pt x="2230" y="6353"/>
                  <a:pt x="2253" y="6350"/>
                </a:cubicBezTo>
                <a:cubicBezTo>
                  <a:pt x="2318" y="6356"/>
                  <a:pt x="2384" y="6361"/>
                  <a:pt x="2449" y="6363"/>
                </a:cubicBezTo>
                <a:cubicBezTo>
                  <a:pt x="2493" y="6364"/>
                  <a:pt x="2535" y="6364"/>
                  <a:pt x="2576" y="6363"/>
                </a:cubicBezTo>
                <a:cubicBezTo>
                  <a:pt x="2772" y="6364"/>
                  <a:pt x="2966" y="6287"/>
                  <a:pt x="3143" y="6214"/>
                </a:cubicBezTo>
                <a:cubicBezTo>
                  <a:pt x="3342" y="6132"/>
                  <a:pt x="3553" y="6034"/>
                  <a:pt x="3678" y="5853"/>
                </a:cubicBezTo>
                <a:lnTo>
                  <a:pt x="3679" y="5851"/>
                </a:lnTo>
                <a:cubicBezTo>
                  <a:pt x="3703" y="5832"/>
                  <a:pt x="3735" y="5769"/>
                  <a:pt x="3734" y="5736"/>
                </a:cubicBezTo>
                <a:cubicBezTo>
                  <a:pt x="3732" y="5680"/>
                  <a:pt x="3742" y="5619"/>
                  <a:pt x="3741" y="5562"/>
                </a:cubicBezTo>
                <a:cubicBezTo>
                  <a:pt x="3740" y="5485"/>
                  <a:pt x="3736" y="5409"/>
                  <a:pt x="3728" y="5332"/>
                </a:cubicBezTo>
                <a:cubicBezTo>
                  <a:pt x="3728" y="5330"/>
                  <a:pt x="3727" y="5329"/>
                  <a:pt x="3726" y="5327"/>
                </a:cubicBezTo>
                <a:cubicBezTo>
                  <a:pt x="3725" y="5325"/>
                  <a:pt x="3723" y="5323"/>
                  <a:pt x="3720" y="5321"/>
                </a:cubicBezTo>
                <a:cubicBezTo>
                  <a:pt x="3718" y="5320"/>
                  <a:pt x="3716" y="5319"/>
                  <a:pt x="3713" y="5319"/>
                </a:cubicBezTo>
                <a:lnTo>
                  <a:pt x="3709" y="5319"/>
                </a:lnTo>
                <a:cubicBezTo>
                  <a:pt x="3711" y="5311"/>
                  <a:pt x="3713" y="5303"/>
                  <a:pt x="3715" y="5296"/>
                </a:cubicBezTo>
                <a:cubicBezTo>
                  <a:pt x="3731" y="5259"/>
                  <a:pt x="3745" y="5209"/>
                  <a:pt x="3766" y="5178"/>
                </a:cubicBezTo>
                <a:cubicBezTo>
                  <a:pt x="3831" y="5074"/>
                  <a:pt x="3835" y="4937"/>
                  <a:pt x="3878" y="4824"/>
                </a:cubicBezTo>
                <a:cubicBezTo>
                  <a:pt x="3925" y="4699"/>
                  <a:pt x="3949" y="4564"/>
                  <a:pt x="3998" y="4439"/>
                </a:cubicBezTo>
                <a:cubicBezTo>
                  <a:pt x="4035" y="4341"/>
                  <a:pt x="4067" y="4241"/>
                  <a:pt x="4093" y="4140"/>
                </a:cubicBezTo>
                <a:cubicBezTo>
                  <a:pt x="4125" y="4026"/>
                  <a:pt x="4156" y="3912"/>
                  <a:pt x="4182" y="3797"/>
                </a:cubicBezTo>
                <a:cubicBezTo>
                  <a:pt x="4207" y="3690"/>
                  <a:pt x="4249" y="3590"/>
                  <a:pt x="4276" y="3484"/>
                </a:cubicBezTo>
                <a:cubicBezTo>
                  <a:pt x="4299" y="3392"/>
                  <a:pt x="4328" y="3302"/>
                  <a:pt x="4361" y="3213"/>
                </a:cubicBezTo>
                <a:cubicBezTo>
                  <a:pt x="4391" y="3131"/>
                  <a:pt x="4416" y="3047"/>
                  <a:pt x="4448" y="2966"/>
                </a:cubicBezTo>
                <a:cubicBezTo>
                  <a:pt x="4466" y="2948"/>
                  <a:pt x="4482" y="2929"/>
                  <a:pt x="4499" y="2911"/>
                </a:cubicBezTo>
                <a:cubicBezTo>
                  <a:pt x="4505" y="2904"/>
                  <a:pt x="4510" y="2897"/>
                  <a:pt x="4515" y="2889"/>
                </a:cubicBezTo>
                <a:cubicBezTo>
                  <a:pt x="4518" y="2882"/>
                  <a:pt x="4521" y="2876"/>
                  <a:pt x="4524" y="2869"/>
                </a:cubicBezTo>
                <a:cubicBezTo>
                  <a:pt x="4526" y="2867"/>
                  <a:pt x="4528" y="2864"/>
                  <a:pt x="4530" y="2861"/>
                </a:cubicBezTo>
                <a:cubicBezTo>
                  <a:pt x="4533" y="2856"/>
                  <a:pt x="4535" y="2851"/>
                  <a:pt x="4537" y="2846"/>
                </a:cubicBezTo>
                <a:cubicBezTo>
                  <a:pt x="4540" y="2838"/>
                  <a:pt x="4543" y="2830"/>
                  <a:pt x="4547" y="2822"/>
                </a:cubicBezTo>
                <a:lnTo>
                  <a:pt x="4550" y="2817"/>
                </a:lnTo>
                <a:cubicBezTo>
                  <a:pt x="4564" y="2795"/>
                  <a:pt x="4586" y="2762"/>
                  <a:pt x="4584" y="2734"/>
                </a:cubicBezTo>
                <a:cubicBezTo>
                  <a:pt x="4596" y="2695"/>
                  <a:pt x="4612" y="2658"/>
                  <a:pt x="4620" y="2618"/>
                </a:cubicBezTo>
                <a:cubicBezTo>
                  <a:pt x="4631" y="2560"/>
                  <a:pt x="4621" y="2514"/>
                  <a:pt x="4619" y="2457"/>
                </a:cubicBezTo>
                <a:moveTo>
                  <a:pt x="3911" y="1902"/>
                </a:moveTo>
                <a:cubicBezTo>
                  <a:pt x="3911" y="1913"/>
                  <a:pt x="3911" y="1925"/>
                  <a:pt x="3911" y="1936"/>
                </a:cubicBezTo>
                <a:cubicBezTo>
                  <a:pt x="3883" y="1928"/>
                  <a:pt x="3853" y="1922"/>
                  <a:pt x="3844" y="1919"/>
                </a:cubicBezTo>
                <a:cubicBezTo>
                  <a:pt x="3774" y="1896"/>
                  <a:pt x="3702" y="1884"/>
                  <a:pt x="3631" y="1863"/>
                </a:cubicBezTo>
                <a:cubicBezTo>
                  <a:pt x="3611" y="1856"/>
                  <a:pt x="3591" y="1852"/>
                  <a:pt x="3570" y="1851"/>
                </a:cubicBezTo>
                <a:cubicBezTo>
                  <a:pt x="3543" y="1849"/>
                  <a:pt x="3518" y="1843"/>
                  <a:pt x="3493" y="1834"/>
                </a:cubicBezTo>
                <a:cubicBezTo>
                  <a:pt x="3494" y="1833"/>
                  <a:pt x="3494" y="1833"/>
                  <a:pt x="3494" y="1833"/>
                </a:cubicBezTo>
                <a:cubicBezTo>
                  <a:pt x="3494" y="1832"/>
                  <a:pt x="3494" y="1832"/>
                  <a:pt x="3494" y="1831"/>
                </a:cubicBezTo>
                <a:cubicBezTo>
                  <a:pt x="3495" y="1830"/>
                  <a:pt x="3495" y="1828"/>
                  <a:pt x="3495" y="1827"/>
                </a:cubicBezTo>
                <a:cubicBezTo>
                  <a:pt x="3495" y="1820"/>
                  <a:pt x="3493" y="1813"/>
                  <a:pt x="3490" y="1807"/>
                </a:cubicBezTo>
                <a:cubicBezTo>
                  <a:pt x="3483" y="1785"/>
                  <a:pt x="3482" y="1762"/>
                  <a:pt x="3476" y="1740"/>
                </a:cubicBezTo>
                <a:cubicBezTo>
                  <a:pt x="3472" y="1723"/>
                  <a:pt x="3470" y="1705"/>
                  <a:pt x="3470" y="1688"/>
                </a:cubicBezTo>
                <a:cubicBezTo>
                  <a:pt x="3470" y="1658"/>
                  <a:pt x="3475" y="1629"/>
                  <a:pt x="3486" y="1602"/>
                </a:cubicBezTo>
                <a:cubicBezTo>
                  <a:pt x="3494" y="1589"/>
                  <a:pt x="3505" y="1578"/>
                  <a:pt x="3518" y="1571"/>
                </a:cubicBezTo>
                <a:cubicBezTo>
                  <a:pt x="3521" y="1569"/>
                  <a:pt x="3524" y="1568"/>
                  <a:pt x="3527" y="1567"/>
                </a:cubicBezTo>
                <a:cubicBezTo>
                  <a:pt x="3530" y="1565"/>
                  <a:pt x="3527" y="1568"/>
                  <a:pt x="3527" y="1569"/>
                </a:cubicBezTo>
                <a:cubicBezTo>
                  <a:pt x="3529" y="1649"/>
                  <a:pt x="3535" y="1780"/>
                  <a:pt x="3604" y="1835"/>
                </a:cubicBezTo>
                <a:cubicBezTo>
                  <a:pt x="3632" y="1857"/>
                  <a:pt x="3675" y="1884"/>
                  <a:pt x="3713" y="1878"/>
                </a:cubicBezTo>
                <a:cubicBezTo>
                  <a:pt x="3740" y="1874"/>
                  <a:pt x="3778" y="1878"/>
                  <a:pt x="3792" y="1855"/>
                </a:cubicBezTo>
                <a:lnTo>
                  <a:pt x="3794" y="1854"/>
                </a:lnTo>
                <a:cubicBezTo>
                  <a:pt x="3822" y="1844"/>
                  <a:pt x="3825" y="1802"/>
                  <a:pt x="3816" y="1776"/>
                </a:cubicBezTo>
                <a:cubicBezTo>
                  <a:pt x="3801" y="1729"/>
                  <a:pt x="3770" y="1663"/>
                  <a:pt x="3711" y="1661"/>
                </a:cubicBezTo>
                <a:cubicBezTo>
                  <a:pt x="3707" y="1661"/>
                  <a:pt x="3704" y="1662"/>
                  <a:pt x="3702" y="1664"/>
                </a:cubicBezTo>
                <a:cubicBezTo>
                  <a:pt x="3699" y="1665"/>
                  <a:pt x="3696" y="1668"/>
                  <a:pt x="3695" y="1670"/>
                </a:cubicBezTo>
                <a:cubicBezTo>
                  <a:pt x="3694" y="1671"/>
                  <a:pt x="3695" y="1671"/>
                  <a:pt x="3694" y="1672"/>
                </a:cubicBezTo>
                <a:cubicBezTo>
                  <a:pt x="3691" y="1634"/>
                  <a:pt x="3690" y="1595"/>
                  <a:pt x="3690" y="1557"/>
                </a:cubicBezTo>
                <a:cubicBezTo>
                  <a:pt x="3697" y="1560"/>
                  <a:pt x="3704" y="1564"/>
                  <a:pt x="3711" y="1568"/>
                </a:cubicBezTo>
                <a:cubicBezTo>
                  <a:pt x="3770" y="1602"/>
                  <a:pt x="3819" y="1651"/>
                  <a:pt x="3853" y="1710"/>
                </a:cubicBezTo>
                <a:cubicBezTo>
                  <a:pt x="3861" y="1724"/>
                  <a:pt x="3868" y="1739"/>
                  <a:pt x="3874" y="1753"/>
                </a:cubicBezTo>
                <a:cubicBezTo>
                  <a:pt x="3893" y="1801"/>
                  <a:pt x="3905" y="1851"/>
                  <a:pt x="3910" y="1902"/>
                </a:cubicBezTo>
                <a:lnTo>
                  <a:pt x="3911" y="1902"/>
                </a:lnTo>
                <a:moveTo>
                  <a:pt x="3700" y="1975"/>
                </a:moveTo>
                <a:cubicBezTo>
                  <a:pt x="3700" y="1978"/>
                  <a:pt x="3702" y="1981"/>
                  <a:pt x="3703" y="1986"/>
                </a:cubicBezTo>
                <a:cubicBezTo>
                  <a:pt x="3705" y="1992"/>
                  <a:pt x="3707" y="1998"/>
                  <a:pt x="3709" y="2005"/>
                </a:cubicBezTo>
                <a:lnTo>
                  <a:pt x="3710" y="2006"/>
                </a:lnTo>
                <a:cubicBezTo>
                  <a:pt x="3710" y="2007"/>
                  <a:pt x="3711" y="2008"/>
                  <a:pt x="3711" y="2008"/>
                </a:cubicBezTo>
                <a:cubicBezTo>
                  <a:pt x="3712" y="2008"/>
                  <a:pt x="3713" y="2009"/>
                  <a:pt x="3714" y="2009"/>
                </a:cubicBezTo>
                <a:cubicBezTo>
                  <a:pt x="3715" y="2009"/>
                  <a:pt x="3716" y="2008"/>
                  <a:pt x="3717" y="2008"/>
                </a:cubicBezTo>
                <a:cubicBezTo>
                  <a:pt x="3717" y="2008"/>
                  <a:pt x="3717" y="2007"/>
                  <a:pt x="3718" y="2006"/>
                </a:cubicBezTo>
                <a:cubicBezTo>
                  <a:pt x="3718" y="2005"/>
                  <a:pt x="3719" y="2005"/>
                  <a:pt x="3719" y="2005"/>
                </a:cubicBezTo>
                <a:cubicBezTo>
                  <a:pt x="3719" y="2000"/>
                  <a:pt x="3723" y="1997"/>
                  <a:pt x="3724" y="1994"/>
                </a:cubicBezTo>
                <a:cubicBezTo>
                  <a:pt x="3725" y="1990"/>
                  <a:pt x="3726" y="1985"/>
                  <a:pt x="3726" y="1981"/>
                </a:cubicBezTo>
                <a:lnTo>
                  <a:pt x="3727" y="1981"/>
                </a:lnTo>
                <a:cubicBezTo>
                  <a:pt x="3727" y="1982"/>
                  <a:pt x="3728" y="1982"/>
                  <a:pt x="3728" y="1982"/>
                </a:cubicBezTo>
                <a:cubicBezTo>
                  <a:pt x="3729" y="1983"/>
                  <a:pt x="3729" y="1983"/>
                  <a:pt x="3730" y="1983"/>
                </a:cubicBezTo>
                <a:cubicBezTo>
                  <a:pt x="3731" y="1983"/>
                  <a:pt x="3731" y="1983"/>
                  <a:pt x="3732" y="1983"/>
                </a:cubicBezTo>
                <a:lnTo>
                  <a:pt x="3734" y="1983"/>
                </a:lnTo>
                <a:cubicBezTo>
                  <a:pt x="3734" y="1984"/>
                  <a:pt x="3734" y="1985"/>
                  <a:pt x="3734" y="1986"/>
                </a:cubicBezTo>
                <a:cubicBezTo>
                  <a:pt x="3735" y="1989"/>
                  <a:pt x="3736" y="1991"/>
                  <a:pt x="3737" y="1993"/>
                </a:cubicBezTo>
                <a:cubicBezTo>
                  <a:pt x="3737" y="1994"/>
                  <a:pt x="3738" y="1995"/>
                  <a:pt x="3739" y="1997"/>
                </a:cubicBezTo>
                <a:cubicBezTo>
                  <a:pt x="3742" y="2003"/>
                  <a:pt x="3744" y="2010"/>
                  <a:pt x="3744" y="2018"/>
                </a:cubicBezTo>
                <a:cubicBezTo>
                  <a:pt x="3744" y="2024"/>
                  <a:pt x="3753" y="2024"/>
                  <a:pt x="3753" y="2018"/>
                </a:cubicBezTo>
                <a:cubicBezTo>
                  <a:pt x="3753" y="2011"/>
                  <a:pt x="3756" y="2005"/>
                  <a:pt x="3757" y="1999"/>
                </a:cubicBezTo>
                <a:cubicBezTo>
                  <a:pt x="3757" y="1997"/>
                  <a:pt x="3757" y="1996"/>
                  <a:pt x="3757" y="1995"/>
                </a:cubicBezTo>
                <a:cubicBezTo>
                  <a:pt x="3757" y="1993"/>
                  <a:pt x="3757" y="1992"/>
                  <a:pt x="3757" y="1991"/>
                </a:cubicBezTo>
                <a:lnTo>
                  <a:pt x="3764" y="1993"/>
                </a:lnTo>
                <a:lnTo>
                  <a:pt x="3772" y="1995"/>
                </a:lnTo>
                <a:cubicBezTo>
                  <a:pt x="3773" y="1998"/>
                  <a:pt x="3776" y="2011"/>
                  <a:pt x="3777" y="2014"/>
                </a:cubicBezTo>
                <a:cubicBezTo>
                  <a:pt x="3778" y="2020"/>
                  <a:pt x="3779" y="2026"/>
                  <a:pt x="3779" y="2032"/>
                </a:cubicBezTo>
                <a:cubicBezTo>
                  <a:pt x="3779" y="2033"/>
                  <a:pt x="3779" y="2033"/>
                  <a:pt x="3779" y="2034"/>
                </a:cubicBezTo>
                <a:cubicBezTo>
                  <a:pt x="3779" y="2039"/>
                  <a:pt x="3781" y="2045"/>
                  <a:pt x="3781" y="2051"/>
                </a:cubicBezTo>
                <a:cubicBezTo>
                  <a:pt x="3781" y="2056"/>
                  <a:pt x="3791" y="2056"/>
                  <a:pt x="3791" y="2051"/>
                </a:cubicBezTo>
                <a:cubicBezTo>
                  <a:pt x="3793" y="2039"/>
                  <a:pt x="3794" y="2028"/>
                  <a:pt x="3794" y="2017"/>
                </a:cubicBezTo>
                <a:cubicBezTo>
                  <a:pt x="3793" y="2011"/>
                  <a:pt x="3792" y="2005"/>
                  <a:pt x="3790" y="1998"/>
                </a:cubicBezTo>
                <a:cubicBezTo>
                  <a:pt x="3804" y="2000"/>
                  <a:pt x="3818" y="2001"/>
                  <a:pt x="3831" y="2003"/>
                </a:cubicBezTo>
                <a:lnTo>
                  <a:pt x="3835" y="2003"/>
                </a:lnTo>
                <a:cubicBezTo>
                  <a:pt x="3833" y="2015"/>
                  <a:pt x="3832" y="2027"/>
                  <a:pt x="3832" y="2039"/>
                </a:cubicBezTo>
                <a:cubicBezTo>
                  <a:pt x="3832" y="2051"/>
                  <a:pt x="3833" y="2063"/>
                  <a:pt x="3835" y="2075"/>
                </a:cubicBezTo>
                <a:cubicBezTo>
                  <a:pt x="3836" y="2110"/>
                  <a:pt x="3839" y="2144"/>
                  <a:pt x="3841" y="2178"/>
                </a:cubicBezTo>
                <a:cubicBezTo>
                  <a:pt x="3841" y="2179"/>
                  <a:pt x="3841" y="2180"/>
                  <a:pt x="3842" y="2181"/>
                </a:cubicBezTo>
                <a:lnTo>
                  <a:pt x="3843" y="2182"/>
                </a:lnTo>
                <a:cubicBezTo>
                  <a:pt x="3844" y="2183"/>
                  <a:pt x="3845" y="2183"/>
                  <a:pt x="3846" y="2183"/>
                </a:cubicBezTo>
                <a:cubicBezTo>
                  <a:pt x="3846" y="2183"/>
                  <a:pt x="3847" y="2182"/>
                  <a:pt x="3848" y="2182"/>
                </a:cubicBezTo>
                <a:cubicBezTo>
                  <a:pt x="3849" y="2181"/>
                  <a:pt x="3849" y="2182"/>
                  <a:pt x="3850" y="2181"/>
                </a:cubicBezTo>
                <a:cubicBezTo>
                  <a:pt x="3850" y="2180"/>
                  <a:pt x="3850" y="2179"/>
                  <a:pt x="3850" y="2178"/>
                </a:cubicBezTo>
                <a:cubicBezTo>
                  <a:pt x="3853" y="2144"/>
                  <a:pt x="3855" y="2109"/>
                  <a:pt x="3856" y="2075"/>
                </a:cubicBezTo>
                <a:cubicBezTo>
                  <a:pt x="3857" y="2056"/>
                  <a:pt x="3859" y="2036"/>
                  <a:pt x="3863" y="2018"/>
                </a:cubicBezTo>
                <a:cubicBezTo>
                  <a:pt x="3864" y="2015"/>
                  <a:pt x="3864" y="2012"/>
                  <a:pt x="3865" y="2009"/>
                </a:cubicBezTo>
                <a:lnTo>
                  <a:pt x="3874" y="2012"/>
                </a:lnTo>
                <a:cubicBezTo>
                  <a:pt x="3874" y="2028"/>
                  <a:pt x="3880" y="2044"/>
                  <a:pt x="3881" y="2060"/>
                </a:cubicBezTo>
                <a:cubicBezTo>
                  <a:pt x="3882" y="2081"/>
                  <a:pt x="3885" y="2102"/>
                  <a:pt x="3886" y="2123"/>
                </a:cubicBezTo>
                <a:cubicBezTo>
                  <a:pt x="3886" y="2124"/>
                  <a:pt x="3885" y="2124"/>
                  <a:pt x="3886" y="2125"/>
                </a:cubicBezTo>
                <a:cubicBezTo>
                  <a:pt x="3886" y="2126"/>
                  <a:pt x="3887" y="2126"/>
                  <a:pt x="3888" y="2127"/>
                </a:cubicBezTo>
                <a:cubicBezTo>
                  <a:pt x="3889" y="2127"/>
                  <a:pt x="3890" y="2127"/>
                  <a:pt x="3891" y="2127"/>
                </a:cubicBezTo>
                <a:cubicBezTo>
                  <a:pt x="3891" y="2127"/>
                  <a:pt x="3892" y="2127"/>
                  <a:pt x="3893" y="2127"/>
                </a:cubicBezTo>
                <a:cubicBezTo>
                  <a:pt x="3894" y="2126"/>
                  <a:pt x="3895" y="2125"/>
                  <a:pt x="3895" y="2125"/>
                </a:cubicBezTo>
                <a:cubicBezTo>
                  <a:pt x="3895" y="2124"/>
                  <a:pt x="3895" y="2124"/>
                  <a:pt x="3896" y="2123"/>
                </a:cubicBezTo>
                <a:cubicBezTo>
                  <a:pt x="3896" y="2089"/>
                  <a:pt x="3900" y="2055"/>
                  <a:pt x="3901" y="2021"/>
                </a:cubicBezTo>
                <a:lnTo>
                  <a:pt x="3932" y="2033"/>
                </a:lnTo>
                <a:cubicBezTo>
                  <a:pt x="3932" y="2034"/>
                  <a:pt x="3932" y="2035"/>
                  <a:pt x="3932" y="2037"/>
                </a:cubicBezTo>
                <a:cubicBezTo>
                  <a:pt x="3932" y="2038"/>
                  <a:pt x="3932" y="2039"/>
                  <a:pt x="3932" y="2041"/>
                </a:cubicBezTo>
                <a:cubicBezTo>
                  <a:pt x="3935" y="2051"/>
                  <a:pt x="3936" y="2061"/>
                  <a:pt x="3937" y="2072"/>
                </a:cubicBezTo>
                <a:cubicBezTo>
                  <a:pt x="3938" y="2088"/>
                  <a:pt x="3942" y="2104"/>
                  <a:pt x="3942" y="2120"/>
                </a:cubicBezTo>
                <a:cubicBezTo>
                  <a:pt x="3942" y="2125"/>
                  <a:pt x="3949" y="2124"/>
                  <a:pt x="3949" y="2120"/>
                </a:cubicBezTo>
                <a:cubicBezTo>
                  <a:pt x="3949" y="2101"/>
                  <a:pt x="3952" y="2082"/>
                  <a:pt x="3956" y="2064"/>
                </a:cubicBezTo>
                <a:cubicBezTo>
                  <a:pt x="3958" y="2057"/>
                  <a:pt x="3959" y="2051"/>
                  <a:pt x="3960" y="2044"/>
                </a:cubicBezTo>
                <a:cubicBezTo>
                  <a:pt x="3967" y="2047"/>
                  <a:pt x="3975" y="2049"/>
                  <a:pt x="3983" y="2051"/>
                </a:cubicBezTo>
                <a:cubicBezTo>
                  <a:pt x="3986" y="2061"/>
                  <a:pt x="3987" y="2071"/>
                  <a:pt x="3987" y="2081"/>
                </a:cubicBezTo>
                <a:cubicBezTo>
                  <a:pt x="3987" y="2088"/>
                  <a:pt x="3987" y="2095"/>
                  <a:pt x="3985" y="2102"/>
                </a:cubicBezTo>
                <a:cubicBezTo>
                  <a:pt x="3986" y="2120"/>
                  <a:pt x="3987" y="2138"/>
                  <a:pt x="3990" y="2157"/>
                </a:cubicBezTo>
                <a:cubicBezTo>
                  <a:pt x="3990" y="2162"/>
                  <a:pt x="3998" y="2161"/>
                  <a:pt x="3998" y="2157"/>
                </a:cubicBezTo>
                <a:cubicBezTo>
                  <a:pt x="4002" y="2124"/>
                  <a:pt x="4003" y="2091"/>
                  <a:pt x="4005" y="2058"/>
                </a:cubicBezTo>
                <a:cubicBezTo>
                  <a:pt x="4014" y="2061"/>
                  <a:pt x="4023" y="2064"/>
                  <a:pt x="4032" y="2068"/>
                </a:cubicBezTo>
                <a:cubicBezTo>
                  <a:pt x="4034" y="2077"/>
                  <a:pt x="4035" y="2086"/>
                  <a:pt x="4035" y="2095"/>
                </a:cubicBezTo>
                <a:cubicBezTo>
                  <a:pt x="4036" y="2098"/>
                  <a:pt x="4036" y="2100"/>
                  <a:pt x="4036" y="2104"/>
                </a:cubicBezTo>
                <a:cubicBezTo>
                  <a:pt x="4036" y="2107"/>
                  <a:pt x="4036" y="2111"/>
                  <a:pt x="4035" y="2114"/>
                </a:cubicBezTo>
                <a:cubicBezTo>
                  <a:pt x="4035" y="2115"/>
                  <a:pt x="4035" y="2115"/>
                  <a:pt x="4035" y="2116"/>
                </a:cubicBezTo>
                <a:cubicBezTo>
                  <a:pt x="4035" y="2128"/>
                  <a:pt x="4037" y="2141"/>
                  <a:pt x="4040" y="2154"/>
                </a:cubicBezTo>
                <a:lnTo>
                  <a:pt x="4040" y="2155"/>
                </a:lnTo>
                <a:lnTo>
                  <a:pt x="4041" y="2156"/>
                </a:lnTo>
                <a:cubicBezTo>
                  <a:pt x="4042" y="2157"/>
                  <a:pt x="4043" y="2157"/>
                  <a:pt x="4044" y="2157"/>
                </a:cubicBezTo>
                <a:cubicBezTo>
                  <a:pt x="4044" y="2157"/>
                  <a:pt x="4045" y="2157"/>
                  <a:pt x="4046" y="2156"/>
                </a:cubicBezTo>
                <a:lnTo>
                  <a:pt x="4047" y="2155"/>
                </a:lnTo>
                <a:cubicBezTo>
                  <a:pt x="4047" y="2154"/>
                  <a:pt x="4047" y="2154"/>
                  <a:pt x="4048" y="2154"/>
                </a:cubicBezTo>
                <a:cubicBezTo>
                  <a:pt x="4050" y="2132"/>
                  <a:pt x="4061" y="2104"/>
                  <a:pt x="4061" y="2079"/>
                </a:cubicBezTo>
                <a:lnTo>
                  <a:pt x="4081" y="2088"/>
                </a:lnTo>
                <a:cubicBezTo>
                  <a:pt x="4068" y="2147"/>
                  <a:pt x="4082" y="2211"/>
                  <a:pt x="4078" y="2271"/>
                </a:cubicBezTo>
                <a:cubicBezTo>
                  <a:pt x="4078" y="2275"/>
                  <a:pt x="4084" y="2275"/>
                  <a:pt x="4084" y="2271"/>
                </a:cubicBezTo>
                <a:cubicBezTo>
                  <a:pt x="4089" y="2228"/>
                  <a:pt x="4102" y="2186"/>
                  <a:pt x="4106" y="2143"/>
                </a:cubicBezTo>
                <a:cubicBezTo>
                  <a:pt x="4106" y="2131"/>
                  <a:pt x="4111" y="2116"/>
                  <a:pt x="4111" y="2102"/>
                </a:cubicBezTo>
                <a:lnTo>
                  <a:pt x="4131" y="2111"/>
                </a:lnTo>
                <a:cubicBezTo>
                  <a:pt x="4131" y="2112"/>
                  <a:pt x="4131" y="2112"/>
                  <a:pt x="4131" y="2112"/>
                </a:cubicBezTo>
                <a:cubicBezTo>
                  <a:pt x="4131" y="2114"/>
                  <a:pt x="4131" y="2117"/>
                  <a:pt x="4132" y="2118"/>
                </a:cubicBezTo>
                <a:lnTo>
                  <a:pt x="4133" y="2120"/>
                </a:lnTo>
                <a:cubicBezTo>
                  <a:pt x="4133" y="2128"/>
                  <a:pt x="4133" y="2137"/>
                  <a:pt x="4133" y="2145"/>
                </a:cubicBezTo>
                <a:cubicBezTo>
                  <a:pt x="4132" y="2155"/>
                  <a:pt x="4131" y="2165"/>
                  <a:pt x="4131" y="2175"/>
                </a:cubicBezTo>
                <a:cubicBezTo>
                  <a:pt x="4131" y="2180"/>
                  <a:pt x="4131" y="2186"/>
                  <a:pt x="4132" y="2192"/>
                </a:cubicBezTo>
                <a:cubicBezTo>
                  <a:pt x="4132" y="2193"/>
                  <a:pt x="4132" y="2194"/>
                  <a:pt x="4132" y="2194"/>
                </a:cubicBezTo>
                <a:cubicBezTo>
                  <a:pt x="4133" y="2195"/>
                  <a:pt x="4134" y="2195"/>
                  <a:pt x="4135" y="2196"/>
                </a:cubicBezTo>
                <a:cubicBezTo>
                  <a:pt x="4135" y="2197"/>
                  <a:pt x="4136" y="2197"/>
                  <a:pt x="4138" y="2197"/>
                </a:cubicBezTo>
                <a:cubicBezTo>
                  <a:pt x="4139" y="2197"/>
                  <a:pt x="4139" y="2197"/>
                  <a:pt x="4140" y="2196"/>
                </a:cubicBezTo>
                <a:cubicBezTo>
                  <a:pt x="4140" y="2195"/>
                  <a:pt x="4142" y="2195"/>
                  <a:pt x="4143" y="2194"/>
                </a:cubicBezTo>
                <a:cubicBezTo>
                  <a:pt x="4143" y="2194"/>
                  <a:pt x="4143" y="2193"/>
                  <a:pt x="4143" y="2192"/>
                </a:cubicBezTo>
                <a:cubicBezTo>
                  <a:pt x="4144" y="2187"/>
                  <a:pt x="4144" y="2181"/>
                  <a:pt x="4144" y="2176"/>
                </a:cubicBezTo>
                <a:cubicBezTo>
                  <a:pt x="4144" y="2171"/>
                  <a:pt x="4144" y="2165"/>
                  <a:pt x="4143" y="2160"/>
                </a:cubicBezTo>
                <a:lnTo>
                  <a:pt x="4143" y="2159"/>
                </a:lnTo>
                <a:cubicBezTo>
                  <a:pt x="4143" y="2147"/>
                  <a:pt x="4147" y="2135"/>
                  <a:pt x="4153" y="2125"/>
                </a:cubicBezTo>
                <a:cubicBezTo>
                  <a:pt x="4153" y="2124"/>
                  <a:pt x="4154" y="2123"/>
                  <a:pt x="4154" y="2122"/>
                </a:cubicBezTo>
                <a:lnTo>
                  <a:pt x="4170" y="2130"/>
                </a:lnTo>
                <a:cubicBezTo>
                  <a:pt x="4168" y="2135"/>
                  <a:pt x="4167" y="2140"/>
                  <a:pt x="4167" y="2146"/>
                </a:cubicBezTo>
                <a:cubicBezTo>
                  <a:pt x="4167" y="2147"/>
                  <a:pt x="4167" y="2147"/>
                  <a:pt x="4167" y="2148"/>
                </a:cubicBezTo>
                <a:cubicBezTo>
                  <a:pt x="4167" y="2153"/>
                  <a:pt x="4168" y="2158"/>
                  <a:pt x="4170" y="2163"/>
                </a:cubicBezTo>
                <a:cubicBezTo>
                  <a:pt x="4172" y="2169"/>
                  <a:pt x="4172" y="2176"/>
                  <a:pt x="4172" y="2183"/>
                </a:cubicBezTo>
                <a:cubicBezTo>
                  <a:pt x="4172" y="2184"/>
                  <a:pt x="4172" y="2184"/>
                  <a:pt x="4172" y="2185"/>
                </a:cubicBezTo>
                <a:cubicBezTo>
                  <a:pt x="4172" y="2190"/>
                  <a:pt x="4180" y="2190"/>
                  <a:pt x="4180" y="2185"/>
                </a:cubicBezTo>
                <a:cubicBezTo>
                  <a:pt x="4183" y="2175"/>
                  <a:pt x="4187" y="2166"/>
                  <a:pt x="4191" y="2156"/>
                </a:cubicBezTo>
                <a:cubicBezTo>
                  <a:pt x="4191" y="2154"/>
                  <a:pt x="4191" y="2145"/>
                  <a:pt x="4192" y="2144"/>
                </a:cubicBezTo>
                <a:cubicBezTo>
                  <a:pt x="4193" y="2143"/>
                  <a:pt x="4194" y="2142"/>
                  <a:pt x="4194" y="2142"/>
                </a:cubicBezTo>
                <a:lnTo>
                  <a:pt x="4208" y="2148"/>
                </a:lnTo>
                <a:cubicBezTo>
                  <a:pt x="4207" y="2149"/>
                  <a:pt x="4206" y="2151"/>
                  <a:pt x="4205" y="2152"/>
                </a:cubicBezTo>
                <a:cubicBezTo>
                  <a:pt x="4203" y="2154"/>
                  <a:pt x="4203" y="2156"/>
                  <a:pt x="4203" y="2157"/>
                </a:cubicBezTo>
                <a:cubicBezTo>
                  <a:pt x="4203" y="2158"/>
                  <a:pt x="4203" y="2158"/>
                  <a:pt x="4203" y="2158"/>
                </a:cubicBezTo>
                <a:cubicBezTo>
                  <a:pt x="4206" y="2196"/>
                  <a:pt x="4200" y="2234"/>
                  <a:pt x="4201" y="2272"/>
                </a:cubicBezTo>
                <a:cubicBezTo>
                  <a:pt x="4201" y="2276"/>
                  <a:pt x="4208" y="2276"/>
                  <a:pt x="4208" y="2272"/>
                </a:cubicBezTo>
                <a:cubicBezTo>
                  <a:pt x="4210" y="2253"/>
                  <a:pt x="4214" y="2234"/>
                  <a:pt x="4219" y="2216"/>
                </a:cubicBezTo>
                <a:cubicBezTo>
                  <a:pt x="4222" y="2200"/>
                  <a:pt x="4223" y="2184"/>
                  <a:pt x="4223" y="2168"/>
                </a:cubicBezTo>
                <a:lnTo>
                  <a:pt x="4224" y="2167"/>
                </a:lnTo>
                <a:cubicBezTo>
                  <a:pt x="4225" y="2165"/>
                  <a:pt x="4227" y="2165"/>
                  <a:pt x="4228" y="2164"/>
                </a:cubicBezTo>
                <a:cubicBezTo>
                  <a:pt x="4229" y="2162"/>
                  <a:pt x="4229" y="2161"/>
                  <a:pt x="4229" y="2159"/>
                </a:cubicBezTo>
                <a:lnTo>
                  <a:pt x="4240" y="2164"/>
                </a:lnTo>
                <a:cubicBezTo>
                  <a:pt x="4245" y="2166"/>
                  <a:pt x="4249" y="2169"/>
                  <a:pt x="4254" y="2172"/>
                </a:cubicBezTo>
                <a:cubicBezTo>
                  <a:pt x="4253" y="2172"/>
                  <a:pt x="4252" y="2172"/>
                  <a:pt x="4252" y="2172"/>
                </a:cubicBezTo>
                <a:cubicBezTo>
                  <a:pt x="4250" y="2173"/>
                  <a:pt x="4248" y="2175"/>
                  <a:pt x="4248" y="2176"/>
                </a:cubicBezTo>
                <a:cubicBezTo>
                  <a:pt x="4247" y="2177"/>
                  <a:pt x="4247" y="2177"/>
                  <a:pt x="4247" y="2178"/>
                </a:cubicBezTo>
                <a:cubicBezTo>
                  <a:pt x="4244" y="2191"/>
                  <a:pt x="4249" y="2206"/>
                  <a:pt x="4244" y="2219"/>
                </a:cubicBezTo>
                <a:cubicBezTo>
                  <a:pt x="4242" y="2225"/>
                  <a:pt x="4246" y="2234"/>
                  <a:pt x="4244" y="2241"/>
                </a:cubicBezTo>
                <a:cubicBezTo>
                  <a:pt x="4243" y="2245"/>
                  <a:pt x="4242" y="2249"/>
                  <a:pt x="4242" y="2253"/>
                </a:cubicBezTo>
                <a:cubicBezTo>
                  <a:pt x="4242" y="2254"/>
                  <a:pt x="4242" y="2254"/>
                  <a:pt x="4242" y="2255"/>
                </a:cubicBezTo>
                <a:lnTo>
                  <a:pt x="4243" y="2255"/>
                </a:lnTo>
                <a:cubicBezTo>
                  <a:pt x="4243" y="2256"/>
                  <a:pt x="4243" y="2256"/>
                  <a:pt x="4244" y="2257"/>
                </a:cubicBezTo>
                <a:lnTo>
                  <a:pt x="4245" y="2257"/>
                </a:lnTo>
                <a:cubicBezTo>
                  <a:pt x="4246" y="2257"/>
                  <a:pt x="4247" y="2257"/>
                  <a:pt x="4247" y="2257"/>
                </a:cubicBezTo>
                <a:cubicBezTo>
                  <a:pt x="4248" y="2256"/>
                  <a:pt x="4248" y="2256"/>
                  <a:pt x="4248" y="2255"/>
                </a:cubicBezTo>
                <a:lnTo>
                  <a:pt x="4249" y="2255"/>
                </a:lnTo>
                <a:cubicBezTo>
                  <a:pt x="4249" y="2247"/>
                  <a:pt x="4253" y="2240"/>
                  <a:pt x="4253" y="2233"/>
                </a:cubicBezTo>
                <a:cubicBezTo>
                  <a:pt x="4253" y="2232"/>
                  <a:pt x="4253" y="2231"/>
                  <a:pt x="4253" y="2231"/>
                </a:cubicBezTo>
                <a:cubicBezTo>
                  <a:pt x="4253" y="2227"/>
                  <a:pt x="4253" y="2223"/>
                  <a:pt x="4255" y="2220"/>
                </a:cubicBezTo>
                <a:cubicBezTo>
                  <a:pt x="4256" y="2219"/>
                  <a:pt x="4256" y="2218"/>
                  <a:pt x="4257" y="2217"/>
                </a:cubicBezTo>
                <a:cubicBezTo>
                  <a:pt x="4257" y="2216"/>
                  <a:pt x="4258" y="2215"/>
                  <a:pt x="4259" y="2214"/>
                </a:cubicBezTo>
                <a:cubicBezTo>
                  <a:pt x="4260" y="2200"/>
                  <a:pt x="4268" y="2191"/>
                  <a:pt x="4264" y="2177"/>
                </a:cubicBezTo>
                <a:cubicBezTo>
                  <a:pt x="4274" y="2183"/>
                  <a:pt x="4284" y="2190"/>
                  <a:pt x="4292" y="2197"/>
                </a:cubicBezTo>
                <a:cubicBezTo>
                  <a:pt x="4291" y="2197"/>
                  <a:pt x="4290" y="2197"/>
                  <a:pt x="4289" y="2198"/>
                </a:cubicBezTo>
                <a:cubicBezTo>
                  <a:pt x="4287" y="2198"/>
                  <a:pt x="4286" y="2200"/>
                  <a:pt x="4286" y="2202"/>
                </a:cubicBezTo>
                <a:cubicBezTo>
                  <a:pt x="4285" y="2203"/>
                  <a:pt x="4284" y="2205"/>
                  <a:pt x="4284" y="2206"/>
                </a:cubicBezTo>
                <a:cubicBezTo>
                  <a:pt x="4284" y="2219"/>
                  <a:pt x="4283" y="2232"/>
                  <a:pt x="4283" y="2244"/>
                </a:cubicBezTo>
                <a:cubicBezTo>
                  <a:pt x="4283" y="2257"/>
                  <a:pt x="4284" y="2270"/>
                  <a:pt x="4284" y="2283"/>
                </a:cubicBezTo>
                <a:cubicBezTo>
                  <a:pt x="4284" y="2287"/>
                  <a:pt x="4291" y="2287"/>
                  <a:pt x="4291" y="2283"/>
                </a:cubicBezTo>
                <a:cubicBezTo>
                  <a:pt x="4292" y="2270"/>
                  <a:pt x="4295" y="2258"/>
                  <a:pt x="4298" y="2246"/>
                </a:cubicBezTo>
                <a:cubicBezTo>
                  <a:pt x="4300" y="2234"/>
                  <a:pt x="4301" y="2222"/>
                  <a:pt x="4304" y="2210"/>
                </a:cubicBezTo>
                <a:cubicBezTo>
                  <a:pt x="4304" y="2209"/>
                  <a:pt x="4304" y="2209"/>
                  <a:pt x="4304" y="2208"/>
                </a:cubicBezTo>
                <a:lnTo>
                  <a:pt x="4304" y="2207"/>
                </a:lnTo>
                <a:lnTo>
                  <a:pt x="4324" y="2222"/>
                </a:lnTo>
                <a:cubicBezTo>
                  <a:pt x="4304" y="2239"/>
                  <a:pt x="4317" y="2282"/>
                  <a:pt x="4315" y="2305"/>
                </a:cubicBezTo>
                <a:cubicBezTo>
                  <a:pt x="4315" y="2323"/>
                  <a:pt x="4322" y="2364"/>
                  <a:pt x="4312" y="2378"/>
                </a:cubicBezTo>
                <a:cubicBezTo>
                  <a:pt x="4309" y="2382"/>
                  <a:pt x="4316" y="2386"/>
                  <a:pt x="4319" y="2382"/>
                </a:cubicBezTo>
                <a:cubicBezTo>
                  <a:pt x="4333" y="2363"/>
                  <a:pt x="4321" y="2330"/>
                  <a:pt x="4327" y="2308"/>
                </a:cubicBezTo>
                <a:cubicBezTo>
                  <a:pt x="4333" y="2286"/>
                  <a:pt x="4334" y="2265"/>
                  <a:pt x="4339" y="2244"/>
                </a:cubicBezTo>
                <a:cubicBezTo>
                  <a:pt x="4340" y="2241"/>
                  <a:pt x="4341" y="2238"/>
                  <a:pt x="4341" y="2235"/>
                </a:cubicBezTo>
                <a:cubicBezTo>
                  <a:pt x="4345" y="2238"/>
                  <a:pt x="4350" y="2241"/>
                  <a:pt x="4354" y="2245"/>
                </a:cubicBezTo>
                <a:lnTo>
                  <a:pt x="4353" y="2245"/>
                </a:lnTo>
                <a:cubicBezTo>
                  <a:pt x="4352" y="2246"/>
                  <a:pt x="4350" y="2247"/>
                  <a:pt x="4349" y="2249"/>
                </a:cubicBezTo>
                <a:cubicBezTo>
                  <a:pt x="4348" y="2250"/>
                  <a:pt x="4348" y="2253"/>
                  <a:pt x="4348" y="2255"/>
                </a:cubicBezTo>
                <a:cubicBezTo>
                  <a:pt x="4350" y="2295"/>
                  <a:pt x="4354" y="2334"/>
                  <a:pt x="4356" y="2373"/>
                </a:cubicBezTo>
                <a:cubicBezTo>
                  <a:pt x="4356" y="2378"/>
                  <a:pt x="4364" y="2378"/>
                  <a:pt x="4364" y="2373"/>
                </a:cubicBezTo>
                <a:cubicBezTo>
                  <a:pt x="4366" y="2335"/>
                  <a:pt x="4370" y="2297"/>
                  <a:pt x="4372" y="2259"/>
                </a:cubicBezTo>
                <a:lnTo>
                  <a:pt x="4402" y="2285"/>
                </a:lnTo>
                <a:cubicBezTo>
                  <a:pt x="4404" y="2288"/>
                  <a:pt x="4406" y="2290"/>
                  <a:pt x="4409" y="2292"/>
                </a:cubicBezTo>
                <a:cubicBezTo>
                  <a:pt x="4408" y="2292"/>
                  <a:pt x="4408" y="2293"/>
                  <a:pt x="4407" y="2294"/>
                </a:cubicBezTo>
                <a:cubicBezTo>
                  <a:pt x="4400" y="2314"/>
                  <a:pt x="4407" y="2333"/>
                  <a:pt x="4404" y="2353"/>
                </a:cubicBezTo>
                <a:cubicBezTo>
                  <a:pt x="4401" y="2372"/>
                  <a:pt x="4396" y="2393"/>
                  <a:pt x="4395" y="2414"/>
                </a:cubicBezTo>
                <a:cubicBezTo>
                  <a:pt x="4395" y="2418"/>
                  <a:pt x="4401" y="2418"/>
                  <a:pt x="4402" y="2414"/>
                </a:cubicBezTo>
                <a:cubicBezTo>
                  <a:pt x="4403" y="2403"/>
                  <a:pt x="4405" y="2393"/>
                  <a:pt x="4408" y="2382"/>
                </a:cubicBezTo>
                <a:cubicBezTo>
                  <a:pt x="4411" y="2373"/>
                  <a:pt x="4409" y="2363"/>
                  <a:pt x="4412" y="2354"/>
                </a:cubicBezTo>
                <a:cubicBezTo>
                  <a:pt x="4416" y="2340"/>
                  <a:pt x="4414" y="2325"/>
                  <a:pt x="4419" y="2311"/>
                </a:cubicBezTo>
                <a:cubicBezTo>
                  <a:pt x="4420" y="2309"/>
                  <a:pt x="4420" y="2306"/>
                  <a:pt x="4420" y="2304"/>
                </a:cubicBezTo>
                <a:lnTo>
                  <a:pt x="4420" y="2303"/>
                </a:lnTo>
                <a:cubicBezTo>
                  <a:pt x="4426" y="2310"/>
                  <a:pt x="4431" y="2317"/>
                  <a:pt x="4437" y="2324"/>
                </a:cubicBezTo>
                <a:cubicBezTo>
                  <a:pt x="4434" y="2330"/>
                  <a:pt x="4432" y="2336"/>
                  <a:pt x="4432" y="2342"/>
                </a:cubicBezTo>
                <a:cubicBezTo>
                  <a:pt x="4432" y="2344"/>
                  <a:pt x="4432" y="2346"/>
                  <a:pt x="4433" y="2348"/>
                </a:cubicBezTo>
                <a:cubicBezTo>
                  <a:pt x="4437" y="2387"/>
                  <a:pt x="4440" y="2427"/>
                  <a:pt x="4440" y="2467"/>
                </a:cubicBezTo>
                <a:cubicBezTo>
                  <a:pt x="4440" y="2472"/>
                  <a:pt x="4440" y="2477"/>
                  <a:pt x="4440" y="2483"/>
                </a:cubicBezTo>
                <a:cubicBezTo>
                  <a:pt x="4440" y="2488"/>
                  <a:pt x="4447" y="2487"/>
                  <a:pt x="4447" y="2483"/>
                </a:cubicBezTo>
                <a:cubicBezTo>
                  <a:pt x="4447" y="2455"/>
                  <a:pt x="4450" y="2427"/>
                  <a:pt x="4451" y="2400"/>
                </a:cubicBezTo>
                <a:cubicBezTo>
                  <a:pt x="4451" y="2395"/>
                  <a:pt x="4451" y="2390"/>
                  <a:pt x="4451" y="2386"/>
                </a:cubicBezTo>
                <a:cubicBezTo>
                  <a:pt x="4451" y="2373"/>
                  <a:pt x="4452" y="2360"/>
                  <a:pt x="4455" y="2347"/>
                </a:cubicBezTo>
                <a:cubicBezTo>
                  <a:pt x="4461" y="2353"/>
                  <a:pt x="4467" y="2359"/>
                  <a:pt x="4475" y="2364"/>
                </a:cubicBezTo>
                <a:cubicBezTo>
                  <a:pt x="4477" y="2365"/>
                  <a:pt x="4478" y="2367"/>
                  <a:pt x="4480" y="2369"/>
                </a:cubicBezTo>
                <a:cubicBezTo>
                  <a:pt x="4458" y="2394"/>
                  <a:pt x="4469" y="2445"/>
                  <a:pt x="4473" y="2475"/>
                </a:cubicBezTo>
                <a:cubicBezTo>
                  <a:pt x="4476" y="2501"/>
                  <a:pt x="4478" y="2527"/>
                  <a:pt x="4478" y="2552"/>
                </a:cubicBezTo>
                <a:cubicBezTo>
                  <a:pt x="4478" y="2572"/>
                  <a:pt x="4477" y="2591"/>
                  <a:pt x="4475" y="2611"/>
                </a:cubicBezTo>
                <a:cubicBezTo>
                  <a:pt x="4475" y="2615"/>
                  <a:pt x="4482" y="2617"/>
                  <a:pt x="4482" y="2612"/>
                </a:cubicBezTo>
                <a:cubicBezTo>
                  <a:pt x="4487" y="2570"/>
                  <a:pt x="4491" y="2528"/>
                  <a:pt x="4497" y="2487"/>
                </a:cubicBezTo>
                <a:cubicBezTo>
                  <a:pt x="4503" y="2459"/>
                  <a:pt x="4507" y="2431"/>
                  <a:pt x="4509" y="2403"/>
                </a:cubicBezTo>
                <a:cubicBezTo>
                  <a:pt x="4525" y="2432"/>
                  <a:pt x="4534" y="2465"/>
                  <a:pt x="4534" y="2498"/>
                </a:cubicBezTo>
                <a:cubicBezTo>
                  <a:pt x="4534" y="2532"/>
                  <a:pt x="4534" y="2514"/>
                  <a:pt x="4535" y="2534"/>
                </a:cubicBezTo>
                <a:cubicBezTo>
                  <a:pt x="4527" y="2557"/>
                  <a:pt x="4520" y="2580"/>
                  <a:pt x="4516" y="2604"/>
                </a:cubicBezTo>
                <a:cubicBezTo>
                  <a:pt x="4511" y="2631"/>
                  <a:pt x="4505" y="2658"/>
                  <a:pt x="4498" y="2684"/>
                </a:cubicBezTo>
                <a:cubicBezTo>
                  <a:pt x="4496" y="2692"/>
                  <a:pt x="4492" y="2698"/>
                  <a:pt x="4489" y="2705"/>
                </a:cubicBezTo>
                <a:cubicBezTo>
                  <a:pt x="4487" y="2708"/>
                  <a:pt x="4485" y="2711"/>
                  <a:pt x="4482" y="2714"/>
                </a:cubicBezTo>
                <a:cubicBezTo>
                  <a:pt x="4473" y="2727"/>
                  <a:pt x="4463" y="2740"/>
                  <a:pt x="4452" y="2752"/>
                </a:cubicBezTo>
                <a:cubicBezTo>
                  <a:pt x="4451" y="2748"/>
                  <a:pt x="4451" y="2744"/>
                  <a:pt x="4451" y="2740"/>
                </a:cubicBezTo>
                <a:cubicBezTo>
                  <a:pt x="4451" y="2736"/>
                  <a:pt x="4451" y="2732"/>
                  <a:pt x="4452" y="2728"/>
                </a:cubicBezTo>
                <a:cubicBezTo>
                  <a:pt x="4453" y="2719"/>
                  <a:pt x="4453" y="2710"/>
                  <a:pt x="4453" y="2701"/>
                </a:cubicBezTo>
                <a:cubicBezTo>
                  <a:pt x="4453" y="2679"/>
                  <a:pt x="4450" y="2658"/>
                  <a:pt x="4445" y="2637"/>
                </a:cubicBezTo>
                <a:cubicBezTo>
                  <a:pt x="4444" y="2633"/>
                  <a:pt x="4438" y="2635"/>
                  <a:pt x="4438" y="2637"/>
                </a:cubicBezTo>
                <a:cubicBezTo>
                  <a:pt x="4425" y="2685"/>
                  <a:pt x="4419" y="2735"/>
                  <a:pt x="4418" y="2784"/>
                </a:cubicBezTo>
                <a:cubicBezTo>
                  <a:pt x="4418" y="2785"/>
                  <a:pt x="4418" y="2786"/>
                  <a:pt x="4418" y="2786"/>
                </a:cubicBezTo>
                <a:cubicBezTo>
                  <a:pt x="4418" y="2787"/>
                  <a:pt x="4418" y="2787"/>
                  <a:pt x="4418" y="2788"/>
                </a:cubicBezTo>
                <a:lnTo>
                  <a:pt x="4410" y="2797"/>
                </a:lnTo>
                <a:cubicBezTo>
                  <a:pt x="4412" y="2766"/>
                  <a:pt x="4413" y="2735"/>
                  <a:pt x="4413" y="2704"/>
                </a:cubicBezTo>
                <a:cubicBezTo>
                  <a:pt x="4413" y="2652"/>
                  <a:pt x="4410" y="2599"/>
                  <a:pt x="4403" y="2547"/>
                </a:cubicBezTo>
                <a:cubicBezTo>
                  <a:pt x="4403" y="2543"/>
                  <a:pt x="4396" y="2543"/>
                  <a:pt x="4396" y="2547"/>
                </a:cubicBezTo>
                <a:cubicBezTo>
                  <a:pt x="4391" y="2605"/>
                  <a:pt x="4392" y="2665"/>
                  <a:pt x="4385" y="2722"/>
                </a:cubicBezTo>
                <a:cubicBezTo>
                  <a:pt x="4381" y="2756"/>
                  <a:pt x="4372" y="2794"/>
                  <a:pt x="4380" y="2828"/>
                </a:cubicBezTo>
                <a:lnTo>
                  <a:pt x="4363" y="2846"/>
                </a:lnTo>
                <a:lnTo>
                  <a:pt x="4351" y="2857"/>
                </a:lnTo>
                <a:cubicBezTo>
                  <a:pt x="4356" y="2811"/>
                  <a:pt x="4359" y="2765"/>
                  <a:pt x="4359" y="2718"/>
                </a:cubicBezTo>
                <a:cubicBezTo>
                  <a:pt x="4359" y="2708"/>
                  <a:pt x="4359" y="2698"/>
                  <a:pt x="4359" y="2688"/>
                </a:cubicBezTo>
                <a:cubicBezTo>
                  <a:pt x="4359" y="2619"/>
                  <a:pt x="4360" y="2544"/>
                  <a:pt x="4366" y="2475"/>
                </a:cubicBezTo>
                <a:cubicBezTo>
                  <a:pt x="4366" y="2470"/>
                  <a:pt x="4358" y="2469"/>
                  <a:pt x="4357" y="2475"/>
                </a:cubicBezTo>
                <a:cubicBezTo>
                  <a:pt x="4342" y="2612"/>
                  <a:pt x="4318" y="2747"/>
                  <a:pt x="4314" y="2885"/>
                </a:cubicBezTo>
                <a:lnTo>
                  <a:pt x="4314" y="2886"/>
                </a:lnTo>
                <a:cubicBezTo>
                  <a:pt x="4314" y="2888"/>
                  <a:pt x="4314" y="2890"/>
                  <a:pt x="4315" y="2892"/>
                </a:cubicBezTo>
                <a:lnTo>
                  <a:pt x="4302" y="2895"/>
                </a:lnTo>
                <a:cubicBezTo>
                  <a:pt x="4303" y="2894"/>
                  <a:pt x="4303" y="2893"/>
                  <a:pt x="4304" y="2892"/>
                </a:cubicBezTo>
                <a:cubicBezTo>
                  <a:pt x="4306" y="2890"/>
                  <a:pt x="4306" y="2887"/>
                  <a:pt x="4307" y="2884"/>
                </a:cubicBezTo>
                <a:cubicBezTo>
                  <a:pt x="4310" y="2730"/>
                  <a:pt x="4308" y="2577"/>
                  <a:pt x="4307" y="2424"/>
                </a:cubicBezTo>
                <a:cubicBezTo>
                  <a:pt x="4307" y="2418"/>
                  <a:pt x="4298" y="2417"/>
                  <a:pt x="4298" y="2424"/>
                </a:cubicBezTo>
                <a:cubicBezTo>
                  <a:pt x="4297" y="2506"/>
                  <a:pt x="4282" y="2585"/>
                  <a:pt x="4275" y="2667"/>
                </a:cubicBezTo>
                <a:cubicBezTo>
                  <a:pt x="4275" y="2673"/>
                  <a:pt x="4275" y="2679"/>
                  <a:pt x="4273" y="2685"/>
                </a:cubicBezTo>
                <a:cubicBezTo>
                  <a:pt x="4272" y="2682"/>
                  <a:pt x="4271" y="2678"/>
                  <a:pt x="4269" y="2674"/>
                </a:cubicBezTo>
                <a:cubicBezTo>
                  <a:pt x="4270" y="2673"/>
                  <a:pt x="4270" y="2672"/>
                  <a:pt x="4271" y="2670"/>
                </a:cubicBezTo>
                <a:cubicBezTo>
                  <a:pt x="4280" y="2579"/>
                  <a:pt x="4267" y="2482"/>
                  <a:pt x="4265" y="2390"/>
                </a:cubicBezTo>
                <a:cubicBezTo>
                  <a:pt x="4265" y="2384"/>
                  <a:pt x="4256" y="2383"/>
                  <a:pt x="4256" y="2390"/>
                </a:cubicBezTo>
                <a:cubicBezTo>
                  <a:pt x="4256" y="2431"/>
                  <a:pt x="4254" y="2473"/>
                  <a:pt x="4252" y="2514"/>
                </a:cubicBezTo>
                <a:cubicBezTo>
                  <a:pt x="4250" y="2553"/>
                  <a:pt x="4244" y="2589"/>
                  <a:pt x="4243" y="2627"/>
                </a:cubicBezTo>
                <a:cubicBezTo>
                  <a:pt x="4234" y="2614"/>
                  <a:pt x="4224" y="2602"/>
                  <a:pt x="4213" y="2590"/>
                </a:cubicBezTo>
                <a:cubicBezTo>
                  <a:pt x="4214" y="2590"/>
                  <a:pt x="4214" y="2589"/>
                  <a:pt x="4215" y="2588"/>
                </a:cubicBezTo>
                <a:cubicBezTo>
                  <a:pt x="4215" y="2588"/>
                  <a:pt x="4215" y="2587"/>
                  <a:pt x="4215" y="2586"/>
                </a:cubicBezTo>
                <a:lnTo>
                  <a:pt x="4215" y="2585"/>
                </a:lnTo>
                <a:cubicBezTo>
                  <a:pt x="4215" y="2501"/>
                  <a:pt x="4211" y="2417"/>
                  <a:pt x="4209" y="2334"/>
                </a:cubicBezTo>
                <a:cubicBezTo>
                  <a:pt x="4209" y="2330"/>
                  <a:pt x="4202" y="2329"/>
                  <a:pt x="4202" y="2334"/>
                </a:cubicBezTo>
                <a:cubicBezTo>
                  <a:pt x="4199" y="2375"/>
                  <a:pt x="4198" y="2415"/>
                  <a:pt x="4198" y="2456"/>
                </a:cubicBezTo>
                <a:cubicBezTo>
                  <a:pt x="4198" y="2496"/>
                  <a:pt x="4199" y="2537"/>
                  <a:pt x="4202" y="2578"/>
                </a:cubicBezTo>
                <a:cubicBezTo>
                  <a:pt x="4189" y="2565"/>
                  <a:pt x="4176" y="2553"/>
                  <a:pt x="4162" y="2541"/>
                </a:cubicBezTo>
                <a:lnTo>
                  <a:pt x="4162" y="2539"/>
                </a:lnTo>
                <a:cubicBezTo>
                  <a:pt x="4165" y="2539"/>
                  <a:pt x="4168" y="2540"/>
                  <a:pt x="4167" y="2534"/>
                </a:cubicBezTo>
                <a:cubicBezTo>
                  <a:pt x="4166" y="2523"/>
                  <a:pt x="4166" y="2512"/>
                  <a:pt x="4166" y="2501"/>
                </a:cubicBezTo>
                <a:cubicBezTo>
                  <a:pt x="4166" y="2490"/>
                  <a:pt x="4166" y="2479"/>
                  <a:pt x="4167" y="2468"/>
                </a:cubicBezTo>
                <a:cubicBezTo>
                  <a:pt x="4167" y="2419"/>
                  <a:pt x="4167" y="2370"/>
                  <a:pt x="4165" y="2321"/>
                </a:cubicBezTo>
                <a:cubicBezTo>
                  <a:pt x="4165" y="2315"/>
                  <a:pt x="4156" y="2315"/>
                  <a:pt x="4156" y="2321"/>
                </a:cubicBezTo>
                <a:cubicBezTo>
                  <a:pt x="4155" y="2370"/>
                  <a:pt x="4147" y="2419"/>
                  <a:pt x="4147" y="2469"/>
                </a:cubicBezTo>
                <a:cubicBezTo>
                  <a:pt x="4145" y="2479"/>
                  <a:pt x="4145" y="2488"/>
                  <a:pt x="4145" y="2498"/>
                </a:cubicBezTo>
                <a:cubicBezTo>
                  <a:pt x="4145" y="2507"/>
                  <a:pt x="4145" y="2518"/>
                  <a:pt x="4147" y="2528"/>
                </a:cubicBezTo>
                <a:lnTo>
                  <a:pt x="4127" y="2512"/>
                </a:lnTo>
                <a:cubicBezTo>
                  <a:pt x="4116" y="2470"/>
                  <a:pt x="4126" y="2416"/>
                  <a:pt x="4123" y="2372"/>
                </a:cubicBezTo>
                <a:cubicBezTo>
                  <a:pt x="4121" y="2336"/>
                  <a:pt x="4128" y="2299"/>
                  <a:pt x="4126" y="2262"/>
                </a:cubicBezTo>
                <a:cubicBezTo>
                  <a:pt x="4126" y="2256"/>
                  <a:pt x="4116" y="2255"/>
                  <a:pt x="4117" y="2262"/>
                </a:cubicBezTo>
                <a:cubicBezTo>
                  <a:pt x="4118" y="2299"/>
                  <a:pt x="4107" y="2337"/>
                  <a:pt x="4105" y="2374"/>
                </a:cubicBezTo>
                <a:cubicBezTo>
                  <a:pt x="4104" y="2404"/>
                  <a:pt x="4104" y="2436"/>
                  <a:pt x="4104" y="2466"/>
                </a:cubicBezTo>
                <a:cubicBezTo>
                  <a:pt x="4104" y="2476"/>
                  <a:pt x="4102" y="2486"/>
                  <a:pt x="4102" y="2495"/>
                </a:cubicBezTo>
                <a:cubicBezTo>
                  <a:pt x="4092" y="2488"/>
                  <a:pt x="4082" y="2481"/>
                  <a:pt x="4071" y="2475"/>
                </a:cubicBezTo>
                <a:cubicBezTo>
                  <a:pt x="4069" y="2458"/>
                  <a:pt x="4067" y="2440"/>
                  <a:pt x="4067" y="2423"/>
                </a:cubicBezTo>
                <a:cubicBezTo>
                  <a:pt x="4067" y="2421"/>
                  <a:pt x="4067" y="2419"/>
                  <a:pt x="4067" y="2417"/>
                </a:cubicBezTo>
                <a:cubicBezTo>
                  <a:pt x="4067" y="2386"/>
                  <a:pt x="4061" y="2355"/>
                  <a:pt x="4059" y="2324"/>
                </a:cubicBezTo>
                <a:cubicBezTo>
                  <a:pt x="4059" y="2320"/>
                  <a:pt x="4052" y="2319"/>
                  <a:pt x="4052" y="2324"/>
                </a:cubicBezTo>
                <a:cubicBezTo>
                  <a:pt x="4050" y="2359"/>
                  <a:pt x="4044" y="2393"/>
                  <a:pt x="4043" y="2429"/>
                </a:cubicBezTo>
                <a:cubicBezTo>
                  <a:pt x="4043" y="2439"/>
                  <a:pt x="4042" y="2450"/>
                  <a:pt x="4043" y="2460"/>
                </a:cubicBezTo>
                <a:cubicBezTo>
                  <a:pt x="4033" y="2455"/>
                  <a:pt x="4023" y="2450"/>
                  <a:pt x="4012" y="2446"/>
                </a:cubicBezTo>
                <a:cubicBezTo>
                  <a:pt x="4017" y="2419"/>
                  <a:pt x="4012" y="2383"/>
                  <a:pt x="4016" y="2359"/>
                </a:cubicBezTo>
                <a:cubicBezTo>
                  <a:pt x="4023" y="2326"/>
                  <a:pt x="4026" y="2291"/>
                  <a:pt x="4026" y="2257"/>
                </a:cubicBezTo>
                <a:cubicBezTo>
                  <a:pt x="4026" y="2241"/>
                  <a:pt x="4025" y="2225"/>
                  <a:pt x="4024" y="2210"/>
                </a:cubicBezTo>
                <a:cubicBezTo>
                  <a:pt x="4024" y="2204"/>
                  <a:pt x="4014" y="2203"/>
                  <a:pt x="4013" y="2210"/>
                </a:cubicBezTo>
                <a:cubicBezTo>
                  <a:pt x="4008" y="2282"/>
                  <a:pt x="3985" y="2353"/>
                  <a:pt x="3985" y="2426"/>
                </a:cubicBezTo>
                <a:cubicBezTo>
                  <a:pt x="3985" y="2428"/>
                  <a:pt x="3985" y="2430"/>
                  <a:pt x="3985" y="2432"/>
                </a:cubicBezTo>
                <a:cubicBezTo>
                  <a:pt x="3985" y="2433"/>
                  <a:pt x="3985" y="2435"/>
                  <a:pt x="3985" y="2437"/>
                </a:cubicBezTo>
                <a:lnTo>
                  <a:pt x="3968" y="2432"/>
                </a:lnTo>
                <a:cubicBezTo>
                  <a:pt x="3969" y="2411"/>
                  <a:pt x="3970" y="2389"/>
                  <a:pt x="3970" y="2368"/>
                </a:cubicBezTo>
                <a:cubicBezTo>
                  <a:pt x="3970" y="2356"/>
                  <a:pt x="3970" y="2343"/>
                  <a:pt x="3969" y="2331"/>
                </a:cubicBezTo>
                <a:cubicBezTo>
                  <a:pt x="3969" y="2298"/>
                  <a:pt x="3973" y="2265"/>
                  <a:pt x="3972" y="2233"/>
                </a:cubicBezTo>
                <a:cubicBezTo>
                  <a:pt x="3972" y="2227"/>
                  <a:pt x="3963" y="2226"/>
                  <a:pt x="3963" y="2233"/>
                </a:cubicBezTo>
                <a:cubicBezTo>
                  <a:pt x="3962" y="2297"/>
                  <a:pt x="3940" y="2364"/>
                  <a:pt x="3946" y="2429"/>
                </a:cubicBezTo>
                <a:cubicBezTo>
                  <a:pt x="3939" y="2428"/>
                  <a:pt x="3931" y="2426"/>
                  <a:pt x="3924" y="2425"/>
                </a:cubicBezTo>
                <a:cubicBezTo>
                  <a:pt x="3924" y="2421"/>
                  <a:pt x="3924" y="2415"/>
                  <a:pt x="3924" y="2405"/>
                </a:cubicBezTo>
                <a:cubicBezTo>
                  <a:pt x="3924" y="2405"/>
                  <a:pt x="3924" y="2404"/>
                  <a:pt x="3924" y="2403"/>
                </a:cubicBezTo>
                <a:cubicBezTo>
                  <a:pt x="3924" y="2379"/>
                  <a:pt x="3925" y="2355"/>
                  <a:pt x="3927" y="2331"/>
                </a:cubicBezTo>
                <a:cubicBezTo>
                  <a:pt x="3928" y="2313"/>
                  <a:pt x="3929" y="2295"/>
                  <a:pt x="3929" y="2277"/>
                </a:cubicBezTo>
                <a:cubicBezTo>
                  <a:pt x="3929" y="2239"/>
                  <a:pt x="3927" y="2202"/>
                  <a:pt x="3923" y="2165"/>
                </a:cubicBezTo>
                <a:cubicBezTo>
                  <a:pt x="3923" y="2160"/>
                  <a:pt x="3915" y="2160"/>
                  <a:pt x="3915" y="2165"/>
                </a:cubicBezTo>
                <a:cubicBezTo>
                  <a:pt x="3912" y="2220"/>
                  <a:pt x="3911" y="2275"/>
                  <a:pt x="3911" y="2331"/>
                </a:cubicBezTo>
                <a:cubicBezTo>
                  <a:pt x="3911" y="2362"/>
                  <a:pt x="3906" y="2393"/>
                  <a:pt x="3908" y="2424"/>
                </a:cubicBezTo>
                <a:cubicBezTo>
                  <a:pt x="3900" y="2424"/>
                  <a:pt x="3892" y="2423"/>
                  <a:pt x="3884" y="2423"/>
                </a:cubicBezTo>
                <a:cubicBezTo>
                  <a:pt x="3876" y="2423"/>
                  <a:pt x="3867" y="2424"/>
                  <a:pt x="3859" y="2424"/>
                </a:cubicBezTo>
                <a:lnTo>
                  <a:pt x="3859" y="2423"/>
                </a:lnTo>
                <a:cubicBezTo>
                  <a:pt x="3861" y="2413"/>
                  <a:pt x="3861" y="2403"/>
                  <a:pt x="3861" y="2393"/>
                </a:cubicBezTo>
                <a:cubicBezTo>
                  <a:pt x="3861" y="2382"/>
                  <a:pt x="3861" y="2372"/>
                  <a:pt x="3859" y="2362"/>
                </a:cubicBezTo>
                <a:cubicBezTo>
                  <a:pt x="3859" y="2330"/>
                  <a:pt x="3854" y="2299"/>
                  <a:pt x="3853" y="2266"/>
                </a:cubicBezTo>
                <a:cubicBezTo>
                  <a:pt x="3853" y="2266"/>
                  <a:pt x="3852" y="2265"/>
                  <a:pt x="3852" y="2264"/>
                </a:cubicBezTo>
                <a:cubicBezTo>
                  <a:pt x="3851" y="2263"/>
                  <a:pt x="3851" y="2263"/>
                  <a:pt x="3851" y="2262"/>
                </a:cubicBezTo>
                <a:cubicBezTo>
                  <a:pt x="3850" y="2261"/>
                  <a:pt x="3849" y="2262"/>
                  <a:pt x="3848" y="2262"/>
                </a:cubicBezTo>
                <a:cubicBezTo>
                  <a:pt x="3847" y="2262"/>
                  <a:pt x="3847" y="2261"/>
                  <a:pt x="3846" y="2262"/>
                </a:cubicBezTo>
                <a:cubicBezTo>
                  <a:pt x="3845" y="2262"/>
                  <a:pt x="3844" y="2263"/>
                  <a:pt x="3844" y="2264"/>
                </a:cubicBezTo>
                <a:cubicBezTo>
                  <a:pt x="3843" y="2265"/>
                  <a:pt x="3843" y="2266"/>
                  <a:pt x="3843" y="2266"/>
                </a:cubicBezTo>
                <a:cubicBezTo>
                  <a:pt x="3843" y="2303"/>
                  <a:pt x="3838" y="2339"/>
                  <a:pt x="3837" y="2376"/>
                </a:cubicBezTo>
                <a:cubicBezTo>
                  <a:pt x="3837" y="2395"/>
                  <a:pt x="3830" y="2413"/>
                  <a:pt x="3845" y="2425"/>
                </a:cubicBezTo>
                <a:cubicBezTo>
                  <a:pt x="3829" y="2427"/>
                  <a:pt x="3812" y="2430"/>
                  <a:pt x="3796" y="2433"/>
                </a:cubicBezTo>
                <a:cubicBezTo>
                  <a:pt x="3790" y="2417"/>
                  <a:pt x="3796" y="2357"/>
                  <a:pt x="3796" y="2341"/>
                </a:cubicBezTo>
                <a:cubicBezTo>
                  <a:pt x="3796" y="2272"/>
                  <a:pt x="3789" y="2206"/>
                  <a:pt x="3785" y="2138"/>
                </a:cubicBezTo>
                <a:cubicBezTo>
                  <a:pt x="3785" y="2136"/>
                  <a:pt x="3780" y="2136"/>
                  <a:pt x="3780" y="2138"/>
                </a:cubicBezTo>
                <a:cubicBezTo>
                  <a:pt x="3776" y="2185"/>
                  <a:pt x="3774" y="2232"/>
                  <a:pt x="3774" y="2279"/>
                </a:cubicBezTo>
                <a:cubicBezTo>
                  <a:pt x="3774" y="2300"/>
                  <a:pt x="3774" y="2321"/>
                  <a:pt x="3775" y="2342"/>
                </a:cubicBezTo>
                <a:cubicBezTo>
                  <a:pt x="3775" y="2363"/>
                  <a:pt x="3765" y="2411"/>
                  <a:pt x="3775" y="2439"/>
                </a:cubicBezTo>
                <a:cubicBezTo>
                  <a:pt x="3766" y="2441"/>
                  <a:pt x="3756" y="2444"/>
                  <a:pt x="3747" y="2448"/>
                </a:cubicBezTo>
                <a:cubicBezTo>
                  <a:pt x="3748" y="2428"/>
                  <a:pt x="3745" y="2406"/>
                  <a:pt x="3745" y="2388"/>
                </a:cubicBezTo>
                <a:cubicBezTo>
                  <a:pt x="3745" y="2338"/>
                  <a:pt x="3748" y="2289"/>
                  <a:pt x="3746" y="2239"/>
                </a:cubicBezTo>
                <a:cubicBezTo>
                  <a:pt x="3746" y="2234"/>
                  <a:pt x="3737" y="2233"/>
                  <a:pt x="3737" y="2239"/>
                </a:cubicBezTo>
                <a:cubicBezTo>
                  <a:pt x="3737" y="2277"/>
                  <a:pt x="3727" y="2314"/>
                  <a:pt x="3725" y="2353"/>
                </a:cubicBezTo>
                <a:cubicBezTo>
                  <a:pt x="3724" y="2376"/>
                  <a:pt x="3725" y="2400"/>
                  <a:pt x="3724" y="2424"/>
                </a:cubicBezTo>
                <a:cubicBezTo>
                  <a:pt x="3724" y="2431"/>
                  <a:pt x="3727" y="2445"/>
                  <a:pt x="3728" y="2456"/>
                </a:cubicBezTo>
                <a:cubicBezTo>
                  <a:pt x="3719" y="2459"/>
                  <a:pt x="3710" y="2463"/>
                  <a:pt x="3701" y="2467"/>
                </a:cubicBezTo>
                <a:cubicBezTo>
                  <a:pt x="3707" y="2346"/>
                  <a:pt x="3706" y="2225"/>
                  <a:pt x="3705" y="2104"/>
                </a:cubicBezTo>
                <a:cubicBezTo>
                  <a:pt x="3705" y="2104"/>
                  <a:pt x="3704" y="2103"/>
                  <a:pt x="3704" y="2102"/>
                </a:cubicBezTo>
                <a:cubicBezTo>
                  <a:pt x="3703" y="2101"/>
                  <a:pt x="3703" y="2101"/>
                  <a:pt x="3703" y="2100"/>
                </a:cubicBezTo>
                <a:cubicBezTo>
                  <a:pt x="3702" y="2099"/>
                  <a:pt x="3701" y="2100"/>
                  <a:pt x="3700" y="2100"/>
                </a:cubicBezTo>
                <a:cubicBezTo>
                  <a:pt x="3699" y="2100"/>
                  <a:pt x="3699" y="2099"/>
                  <a:pt x="3698" y="2100"/>
                </a:cubicBezTo>
                <a:cubicBezTo>
                  <a:pt x="3697" y="2100"/>
                  <a:pt x="3696" y="2101"/>
                  <a:pt x="3696" y="2102"/>
                </a:cubicBezTo>
                <a:cubicBezTo>
                  <a:pt x="3696" y="2103"/>
                  <a:pt x="3695" y="2104"/>
                  <a:pt x="3695" y="2104"/>
                </a:cubicBezTo>
                <a:cubicBezTo>
                  <a:pt x="3695" y="2160"/>
                  <a:pt x="3681" y="2215"/>
                  <a:pt x="3681" y="2271"/>
                </a:cubicBezTo>
                <a:cubicBezTo>
                  <a:pt x="3681" y="2339"/>
                  <a:pt x="3671" y="2409"/>
                  <a:pt x="3679" y="2475"/>
                </a:cubicBezTo>
                <a:cubicBezTo>
                  <a:pt x="3679" y="2476"/>
                  <a:pt x="3679" y="2476"/>
                  <a:pt x="3679" y="2477"/>
                </a:cubicBezTo>
                <a:lnTo>
                  <a:pt x="3679" y="2478"/>
                </a:lnTo>
                <a:cubicBezTo>
                  <a:pt x="3678" y="2479"/>
                  <a:pt x="3677" y="2479"/>
                  <a:pt x="3676" y="2480"/>
                </a:cubicBezTo>
                <a:cubicBezTo>
                  <a:pt x="3663" y="2488"/>
                  <a:pt x="3650" y="2496"/>
                  <a:pt x="3639" y="2506"/>
                </a:cubicBezTo>
                <a:cubicBezTo>
                  <a:pt x="3636" y="2396"/>
                  <a:pt x="3631" y="2287"/>
                  <a:pt x="3627" y="2178"/>
                </a:cubicBezTo>
                <a:cubicBezTo>
                  <a:pt x="3627" y="2172"/>
                  <a:pt x="3619" y="2171"/>
                  <a:pt x="3619" y="2178"/>
                </a:cubicBezTo>
                <a:cubicBezTo>
                  <a:pt x="3615" y="2290"/>
                  <a:pt x="3610" y="2403"/>
                  <a:pt x="3607" y="2515"/>
                </a:cubicBezTo>
                <a:lnTo>
                  <a:pt x="3607" y="2516"/>
                </a:lnTo>
                <a:cubicBezTo>
                  <a:pt x="3607" y="2518"/>
                  <a:pt x="3608" y="2520"/>
                  <a:pt x="3609" y="2522"/>
                </a:cubicBezTo>
                <a:cubicBezTo>
                  <a:pt x="3610" y="2524"/>
                  <a:pt x="3612" y="2526"/>
                  <a:pt x="3614" y="2527"/>
                </a:cubicBezTo>
                <a:cubicBezTo>
                  <a:pt x="3614" y="2527"/>
                  <a:pt x="3615" y="2528"/>
                  <a:pt x="3616" y="2528"/>
                </a:cubicBezTo>
                <a:cubicBezTo>
                  <a:pt x="3611" y="2534"/>
                  <a:pt x="3606" y="2541"/>
                  <a:pt x="3602" y="2549"/>
                </a:cubicBezTo>
                <a:cubicBezTo>
                  <a:pt x="3601" y="2551"/>
                  <a:pt x="3599" y="2553"/>
                  <a:pt x="3598" y="2555"/>
                </a:cubicBezTo>
                <a:cubicBezTo>
                  <a:pt x="3595" y="2551"/>
                  <a:pt x="3591" y="2547"/>
                  <a:pt x="3587" y="2543"/>
                </a:cubicBezTo>
                <a:cubicBezTo>
                  <a:pt x="3599" y="2480"/>
                  <a:pt x="3587" y="2408"/>
                  <a:pt x="3589" y="2344"/>
                </a:cubicBezTo>
                <a:cubicBezTo>
                  <a:pt x="3591" y="2258"/>
                  <a:pt x="3587" y="2170"/>
                  <a:pt x="3582" y="2084"/>
                </a:cubicBezTo>
                <a:cubicBezTo>
                  <a:pt x="3582" y="2079"/>
                  <a:pt x="3574" y="2079"/>
                  <a:pt x="3574" y="2084"/>
                </a:cubicBezTo>
                <a:cubicBezTo>
                  <a:pt x="3569" y="2172"/>
                  <a:pt x="3572" y="2261"/>
                  <a:pt x="3566" y="2349"/>
                </a:cubicBezTo>
                <a:cubicBezTo>
                  <a:pt x="3561" y="2332"/>
                  <a:pt x="3555" y="2315"/>
                  <a:pt x="3548" y="2299"/>
                </a:cubicBezTo>
                <a:cubicBezTo>
                  <a:pt x="3545" y="2280"/>
                  <a:pt x="3544" y="2261"/>
                  <a:pt x="3544" y="2242"/>
                </a:cubicBezTo>
                <a:cubicBezTo>
                  <a:pt x="3544" y="2238"/>
                  <a:pt x="3544" y="2233"/>
                  <a:pt x="3544" y="2229"/>
                </a:cubicBezTo>
                <a:cubicBezTo>
                  <a:pt x="3542" y="2180"/>
                  <a:pt x="3541" y="2131"/>
                  <a:pt x="3540" y="2080"/>
                </a:cubicBezTo>
                <a:cubicBezTo>
                  <a:pt x="3540" y="2076"/>
                  <a:pt x="3533" y="2077"/>
                  <a:pt x="3533" y="2080"/>
                </a:cubicBezTo>
                <a:cubicBezTo>
                  <a:pt x="3532" y="2130"/>
                  <a:pt x="3530" y="2179"/>
                  <a:pt x="3529" y="2229"/>
                </a:cubicBezTo>
                <a:cubicBezTo>
                  <a:pt x="3529" y="2239"/>
                  <a:pt x="3528" y="2250"/>
                  <a:pt x="3527" y="2261"/>
                </a:cubicBezTo>
                <a:cubicBezTo>
                  <a:pt x="3520" y="2250"/>
                  <a:pt x="3513" y="2239"/>
                  <a:pt x="3505" y="2229"/>
                </a:cubicBezTo>
                <a:cubicBezTo>
                  <a:pt x="3506" y="2229"/>
                  <a:pt x="3507" y="2228"/>
                  <a:pt x="3508" y="2228"/>
                </a:cubicBezTo>
                <a:cubicBezTo>
                  <a:pt x="3509" y="2227"/>
                  <a:pt x="3509" y="2226"/>
                  <a:pt x="3510" y="2225"/>
                </a:cubicBezTo>
                <a:cubicBezTo>
                  <a:pt x="3510" y="2224"/>
                  <a:pt x="3511" y="2223"/>
                  <a:pt x="3511" y="2222"/>
                </a:cubicBezTo>
                <a:cubicBezTo>
                  <a:pt x="3511" y="2221"/>
                  <a:pt x="3511" y="2220"/>
                  <a:pt x="3511" y="2219"/>
                </a:cubicBezTo>
                <a:cubicBezTo>
                  <a:pt x="3508" y="2208"/>
                  <a:pt x="3506" y="2196"/>
                  <a:pt x="3506" y="2184"/>
                </a:cubicBezTo>
                <a:cubicBezTo>
                  <a:pt x="3506" y="2183"/>
                  <a:pt x="3506" y="2181"/>
                  <a:pt x="3506" y="2180"/>
                </a:cubicBezTo>
                <a:cubicBezTo>
                  <a:pt x="3504" y="2158"/>
                  <a:pt x="3503" y="2135"/>
                  <a:pt x="3503" y="2112"/>
                </a:cubicBezTo>
                <a:cubicBezTo>
                  <a:pt x="3503" y="2108"/>
                  <a:pt x="3503" y="2104"/>
                  <a:pt x="3503" y="2100"/>
                </a:cubicBezTo>
                <a:cubicBezTo>
                  <a:pt x="3503" y="2078"/>
                  <a:pt x="3502" y="2056"/>
                  <a:pt x="3499" y="2035"/>
                </a:cubicBezTo>
                <a:cubicBezTo>
                  <a:pt x="3499" y="2029"/>
                  <a:pt x="3490" y="2031"/>
                  <a:pt x="3490" y="2036"/>
                </a:cubicBezTo>
                <a:cubicBezTo>
                  <a:pt x="3489" y="2062"/>
                  <a:pt x="3480" y="2085"/>
                  <a:pt x="3480" y="2112"/>
                </a:cubicBezTo>
                <a:cubicBezTo>
                  <a:pt x="3480" y="2144"/>
                  <a:pt x="3483" y="2176"/>
                  <a:pt x="3487" y="2208"/>
                </a:cubicBezTo>
                <a:cubicBezTo>
                  <a:pt x="3476" y="2196"/>
                  <a:pt x="3463" y="2184"/>
                  <a:pt x="3450" y="2174"/>
                </a:cubicBezTo>
                <a:cubicBezTo>
                  <a:pt x="3437" y="2164"/>
                  <a:pt x="3450" y="2174"/>
                  <a:pt x="3450" y="2173"/>
                </a:cubicBezTo>
                <a:cubicBezTo>
                  <a:pt x="3465" y="2125"/>
                  <a:pt x="3450" y="2064"/>
                  <a:pt x="3450" y="2016"/>
                </a:cubicBezTo>
                <a:cubicBezTo>
                  <a:pt x="3450" y="2010"/>
                  <a:pt x="3441" y="2009"/>
                  <a:pt x="3441" y="2016"/>
                </a:cubicBezTo>
                <a:cubicBezTo>
                  <a:pt x="3441" y="2044"/>
                  <a:pt x="3439" y="2072"/>
                  <a:pt x="3437" y="2100"/>
                </a:cubicBezTo>
                <a:cubicBezTo>
                  <a:pt x="3436" y="2109"/>
                  <a:pt x="3436" y="2118"/>
                  <a:pt x="3436" y="2127"/>
                </a:cubicBezTo>
                <a:cubicBezTo>
                  <a:pt x="3436" y="2141"/>
                  <a:pt x="3437" y="2154"/>
                  <a:pt x="3439" y="2167"/>
                </a:cubicBezTo>
                <a:cubicBezTo>
                  <a:pt x="3430" y="2160"/>
                  <a:pt x="3419" y="2153"/>
                  <a:pt x="3409" y="2147"/>
                </a:cubicBezTo>
                <a:cubicBezTo>
                  <a:pt x="3404" y="2144"/>
                  <a:pt x="3398" y="2141"/>
                  <a:pt x="3392" y="2138"/>
                </a:cubicBezTo>
                <a:cubicBezTo>
                  <a:pt x="3394" y="2127"/>
                  <a:pt x="3394" y="2116"/>
                  <a:pt x="3394" y="2105"/>
                </a:cubicBezTo>
                <a:cubicBezTo>
                  <a:pt x="3394" y="2099"/>
                  <a:pt x="3394" y="2093"/>
                  <a:pt x="3394" y="2086"/>
                </a:cubicBezTo>
                <a:cubicBezTo>
                  <a:pt x="3394" y="2053"/>
                  <a:pt x="3392" y="2021"/>
                  <a:pt x="3390" y="1988"/>
                </a:cubicBezTo>
                <a:cubicBezTo>
                  <a:pt x="3390" y="1987"/>
                  <a:pt x="3390" y="1987"/>
                  <a:pt x="3390" y="1986"/>
                </a:cubicBezTo>
                <a:lnTo>
                  <a:pt x="3389" y="1985"/>
                </a:lnTo>
                <a:cubicBezTo>
                  <a:pt x="3388" y="1985"/>
                  <a:pt x="3388" y="1984"/>
                  <a:pt x="3387" y="1984"/>
                </a:cubicBezTo>
                <a:cubicBezTo>
                  <a:pt x="3386" y="1984"/>
                  <a:pt x="3386" y="1985"/>
                  <a:pt x="3385" y="1985"/>
                </a:cubicBezTo>
                <a:lnTo>
                  <a:pt x="3384" y="1986"/>
                </a:lnTo>
                <a:cubicBezTo>
                  <a:pt x="3384" y="1987"/>
                  <a:pt x="3384" y="1987"/>
                  <a:pt x="3384" y="1988"/>
                </a:cubicBezTo>
                <a:cubicBezTo>
                  <a:pt x="3382" y="2016"/>
                  <a:pt x="3381" y="2045"/>
                  <a:pt x="3381" y="2073"/>
                </a:cubicBezTo>
                <a:cubicBezTo>
                  <a:pt x="3380" y="2083"/>
                  <a:pt x="3380" y="2093"/>
                  <a:pt x="3380" y="2103"/>
                </a:cubicBezTo>
                <a:cubicBezTo>
                  <a:pt x="3380" y="2113"/>
                  <a:pt x="3380" y="2122"/>
                  <a:pt x="3381" y="2132"/>
                </a:cubicBezTo>
                <a:cubicBezTo>
                  <a:pt x="3369" y="2127"/>
                  <a:pt x="3357" y="2123"/>
                  <a:pt x="3345" y="2119"/>
                </a:cubicBezTo>
                <a:cubicBezTo>
                  <a:pt x="3345" y="2114"/>
                  <a:pt x="3346" y="2108"/>
                  <a:pt x="3346" y="2104"/>
                </a:cubicBezTo>
                <a:cubicBezTo>
                  <a:pt x="3346" y="2099"/>
                  <a:pt x="3345" y="2095"/>
                  <a:pt x="3345" y="2090"/>
                </a:cubicBezTo>
                <a:cubicBezTo>
                  <a:pt x="3345" y="2067"/>
                  <a:pt x="3341" y="2044"/>
                  <a:pt x="3340" y="2021"/>
                </a:cubicBezTo>
                <a:cubicBezTo>
                  <a:pt x="3340" y="2021"/>
                  <a:pt x="3339" y="2020"/>
                  <a:pt x="3339" y="2019"/>
                </a:cubicBezTo>
                <a:cubicBezTo>
                  <a:pt x="3338" y="2018"/>
                  <a:pt x="3338" y="2018"/>
                  <a:pt x="3338" y="2017"/>
                </a:cubicBezTo>
                <a:cubicBezTo>
                  <a:pt x="3337" y="2016"/>
                  <a:pt x="3336" y="2017"/>
                  <a:pt x="3335" y="2017"/>
                </a:cubicBezTo>
                <a:cubicBezTo>
                  <a:pt x="3334" y="2017"/>
                  <a:pt x="3334" y="2016"/>
                  <a:pt x="3333" y="2017"/>
                </a:cubicBezTo>
                <a:cubicBezTo>
                  <a:pt x="3332" y="2017"/>
                  <a:pt x="3331" y="2018"/>
                  <a:pt x="3331" y="2019"/>
                </a:cubicBezTo>
                <a:cubicBezTo>
                  <a:pt x="3331" y="2020"/>
                  <a:pt x="3330" y="2021"/>
                  <a:pt x="3330" y="2021"/>
                </a:cubicBezTo>
                <a:cubicBezTo>
                  <a:pt x="3330" y="2044"/>
                  <a:pt x="3327" y="2067"/>
                  <a:pt x="3325" y="2089"/>
                </a:cubicBezTo>
                <a:cubicBezTo>
                  <a:pt x="3324" y="2097"/>
                  <a:pt x="3324" y="2104"/>
                  <a:pt x="3324" y="2112"/>
                </a:cubicBezTo>
                <a:lnTo>
                  <a:pt x="3324" y="2113"/>
                </a:lnTo>
                <a:cubicBezTo>
                  <a:pt x="3316" y="2111"/>
                  <a:pt x="3307" y="2110"/>
                  <a:pt x="3298" y="2108"/>
                </a:cubicBezTo>
                <a:cubicBezTo>
                  <a:pt x="3300" y="2054"/>
                  <a:pt x="3296" y="1999"/>
                  <a:pt x="3295" y="1945"/>
                </a:cubicBezTo>
                <a:cubicBezTo>
                  <a:pt x="3295" y="1945"/>
                  <a:pt x="3294" y="1944"/>
                  <a:pt x="3294" y="1943"/>
                </a:cubicBezTo>
                <a:cubicBezTo>
                  <a:pt x="3293" y="1942"/>
                  <a:pt x="3293" y="1942"/>
                  <a:pt x="3293" y="1941"/>
                </a:cubicBezTo>
                <a:cubicBezTo>
                  <a:pt x="3292" y="1940"/>
                  <a:pt x="3291" y="1940"/>
                  <a:pt x="3290" y="1940"/>
                </a:cubicBezTo>
                <a:cubicBezTo>
                  <a:pt x="3289" y="1940"/>
                  <a:pt x="3288" y="1941"/>
                  <a:pt x="3288" y="1941"/>
                </a:cubicBezTo>
                <a:cubicBezTo>
                  <a:pt x="3287" y="1942"/>
                  <a:pt x="3286" y="1942"/>
                  <a:pt x="3286" y="1943"/>
                </a:cubicBezTo>
                <a:cubicBezTo>
                  <a:pt x="3286" y="1944"/>
                  <a:pt x="3285" y="1945"/>
                  <a:pt x="3285" y="1945"/>
                </a:cubicBezTo>
                <a:cubicBezTo>
                  <a:pt x="3285" y="1972"/>
                  <a:pt x="3275" y="1995"/>
                  <a:pt x="3276" y="2022"/>
                </a:cubicBezTo>
                <a:cubicBezTo>
                  <a:pt x="3276" y="2048"/>
                  <a:pt x="3274" y="2077"/>
                  <a:pt x="3275" y="2105"/>
                </a:cubicBezTo>
                <a:cubicBezTo>
                  <a:pt x="3266" y="2105"/>
                  <a:pt x="3256" y="2103"/>
                  <a:pt x="3247" y="2103"/>
                </a:cubicBezTo>
                <a:cubicBezTo>
                  <a:pt x="3247" y="2077"/>
                  <a:pt x="3243" y="2051"/>
                  <a:pt x="3242" y="2024"/>
                </a:cubicBezTo>
                <a:cubicBezTo>
                  <a:pt x="3242" y="2020"/>
                  <a:pt x="3235" y="2020"/>
                  <a:pt x="3235" y="2024"/>
                </a:cubicBezTo>
                <a:cubicBezTo>
                  <a:pt x="3234" y="2040"/>
                  <a:pt x="3233" y="2055"/>
                  <a:pt x="3231" y="2070"/>
                </a:cubicBezTo>
                <a:cubicBezTo>
                  <a:pt x="3230" y="2075"/>
                  <a:pt x="3229" y="2080"/>
                  <a:pt x="3229" y="2086"/>
                </a:cubicBezTo>
                <a:cubicBezTo>
                  <a:pt x="3229" y="2091"/>
                  <a:pt x="3230" y="2097"/>
                  <a:pt x="3231" y="2102"/>
                </a:cubicBezTo>
                <a:cubicBezTo>
                  <a:pt x="3221" y="2102"/>
                  <a:pt x="3211" y="2102"/>
                  <a:pt x="3202" y="2102"/>
                </a:cubicBezTo>
                <a:cubicBezTo>
                  <a:pt x="3200" y="2093"/>
                  <a:pt x="3200" y="2084"/>
                  <a:pt x="3200" y="2074"/>
                </a:cubicBezTo>
                <a:cubicBezTo>
                  <a:pt x="3200" y="2062"/>
                  <a:pt x="3201" y="2050"/>
                  <a:pt x="3203" y="2038"/>
                </a:cubicBezTo>
                <a:cubicBezTo>
                  <a:pt x="3203" y="2032"/>
                  <a:pt x="3204" y="2027"/>
                  <a:pt x="3204" y="2021"/>
                </a:cubicBezTo>
                <a:cubicBezTo>
                  <a:pt x="3204" y="2012"/>
                  <a:pt x="3203" y="2003"/>
                  <a:pt x="3201" y="1993"/>
                </a:cubicBezTo>
                <a:lnTo>
                  <a:pt x="3200" y="1992"/>
                </a:lnTo>
                <a:cubicBezTo>
                  <a:pt x="3199" y="1991"/>
                  <a:pt x="3200" y="1991"/>
                  <a:pt x="3199" y="1990"/>
                </a:cubicBezTo>
                <a:lnTo>
                  <a:pt x="3198" y="1990"/>
                </a:lnTo>
                <a:cubicBezTo>
                  <a:pt x="3197" y="1990"/>
                  <a:pt x="3196" y="1990"/>
                  <a:pt x="3196" y="1990"/>
                </a:cubicBezTo>
                <a:cubicBezTo>
                  <a:pt x="3195" y="1991"/>
                  <a:pt x="3196" y="1991"/>
                  <a:pt x="3195" y="1992"/>
                </a:cubicBezTo>
                <a:cubicBezTo>
                  <a:pt x="3194" y="1993"/>
                  <a:pt x="3194" y="1993"/>
                  <a:pt x="3194" y="1993"/>
                </a:cubicBezTo>
                <a:cubicBezTo>
                  <a:pt x="3192" y="2029"/>
                  <a:pt x="3180" y="2067"/>
                  <a:pt x="3185" y="2103"/>
                </a:cubicBezTo>
                <a:cubicBezTo>
                  <a:pt x="3175" y="2103"/>
                  <a:pt x="3164" y="2104"/>
                  <a:pt x="3154" y="2105"/>
                </a:cubicBezTo>
                <a:cubicBezTo>
                  <a:pt x="3154" y="2103"/>
                  <a:pt x="3154" y="2101"/>
                  <a:pt x="3154" y="2099"/>
                </a:cubicBezTo>
                <a:cubicBezTo>
                  <a:pt x="3154" y="2093"/>
                  <a:pt x="3153" y="2086"/>
                  <a:pt x="3151" y="2081"/>
                </a:cubicBezTo>
                <a:cubicBezTo>
                  <a:pt x="3147" y="2070"/>
                  <a:pt x="3145" y="2058"/>
                  <a:pt x="3145" y="2046"/>
                </a:cubicBezTo>
                <a:cubicBezTo>
                  <a:pt x="3145" y="2044"/>
                  <a:pt x="3145" y="2041"/>
                  <a:pt x="3145" y="2038"/>
                </a:cubicBezTo>
                <a:lnTo>
                  <a:pt x="3145" y="2037"/>
                </a:lnTo>
                <a:cubicBezTo>
                  <a:pt x="3144" y="2037"/>
                  <a:pt x="3144" y="2036"/>
                  <a:pt x="3144" y="2036"/>
                </a:cubicBezTo>
                <a:cubicBezTo>
                  <a:pt x="3143" y="2036"/>
                  <a:pt x="3143" y="2036"/>
                  <a:pt x="3142" y="2036"/>
                </a:cubicBezTo>
                <a:lnTo>
                  <a:pt x="3141" y="2036"/>
                </a:lnTo>
                <a:cubicBezTo>
                  <a:pt x="3140" y="2036"/>
                  <a:pt x="3140" y="2037"/>
                  <a:pt x="3140" y="2037"/>
                </a:cubicBezTo>
                <a:lnTo>
                  <a:pt x="3139" y="2038"/>
                </a:lnTo>
                <a:cubicBezTo>
                  <a:pt x="3138" y="2048"/>
                  <a:pt x="3137" y="2058"/>
                  <a:pt x="3137" y="2068"/>
                </a:cubicBezTo>
                <a:cubicBezTo>
                  <a:pt x="3137" y="2072"/>
                  <a:pt x="3137" y="2076"/>
                  <a:pt x="3138" y="2080"/>
                </a:cubicBezTo>
                <a:cubicBezTo>
                  <a:pt x="3138" y="2084"/>
                  <a:pt x="3141" y="2082"/>
                  <a:pt x="3139" y="2089"/>
                </a:cubicBezTo>
                <a:cubicBezTo>
                  <a:pt x="3138" y="2095"/>
                  <a:pt x="3137" y="2100"/>
                  <a:pt x="3137" y="2106"/>
                </a:cubicBezTo>
                <a:cubicBezTo>
                  <a:pt x="3137" y="2107"/>
                  <a:pt x="3137" y="2107"/>
                  <a:pt x="3137" y="2107"/>
                </a:cubicBezTo>
                <a:cubicBezTo>
                  <a:pt x="3127" y="2108"/>
                  <a:pt x="3118" y="2110"/>
                  <a:pt x="3107" y="2112"/>
                </a:cubicBezTo>
                <a:cubicBezTo>
                  <a:pt x="3107" y="2109"/>
                  <a:pt x="3107" y="2105"/>
                  <a:pt x="3107" y="2102"/>
                </a:cubicBezTo>
                <a:cubicBezTo>
                  <a:pt x="3107" y="2092"/>
                  <a:pt x="3108" y="2082"/>
                  <a:pt x="3110" y="2072"/>
                </a:cubicBezTo>
                <a:cubicBezTo>
                  <a:pt x="3110" y="2053"/>
                  <a:pt x="3106" y="2033"/>
                  <a:pt x="3106" y="2014"/>
                </a:cubicBezTo>
                <a:cubicBezTo>
                  <a:pt x="3106" y="2008"/>
                  <a:pt x="3097" y="2008"/>
                  <a:pt x="3097" y="2014"/>
                </a:cubicBezTo>
                <a:cubicBezTo>
                  <a:pt x="3097" y="2033"/>
                  <a:pt x="3095" y="2052"/>
                  <a:pt x="3093" y="2071"/>
                </a:cubicBezTo>
                <a:cubicBezTo>
                  <a:pt x="3089" y="2085"/>
                  <a:pt x="3088" y="2099"/>
                  <a:pt x="3088" y="2113"/>
                </a:cubicBezTo>
                <a:cubicBezTo>
                  <a:pt x="3088" y="2114"/>
                  <a:pt x="3088" y="2115"/>
                  <a:pt x="3088" y="2116"/>
                </a:cubicBezTo>
                <a:lnTo>
                  <a:pt x="3069" y="2120"/>
                </a:lnTo>
                <a:cubicBezTo>
                  <a:pt x="3069" y="2063"/>
                  <a:pt x="3073" y="2006"/>
                  <a:pt x="3071" y="1949"/>
                </a:cubicBezTo>
                <a:cubicBezTo>
                  <a:pt x="3071" y="1943"/>
                  <a:pt x="3063" y="1943"/>
                  <a:pt x="3063" y="1949"/>
                </a:cubicBezTo>
                <a:cubicBezTo>
                  <a:pt x="3061" y="2008"/>
                  <a:pt x="3050" y="2065"/>
                  <a:pt x="3050" y="2124"/>
                </a:cubicBezTo>
                <a:cubicBezTo>
                  <a:pt x="3042" y="2126"/>
                  <a:pt x="3034" y="2128"/>
                  <a:pt x="3026" y="2131"/>
                </a:cubicBezTo>
                <a:cubicBezTo>
                  <a:pt x="3027" y="2108"/>
                  <a:pt x="3028" y="2084"/>
                  <a:pt x="3028" y="2061"/>
                </a:cubicBezTo>
                <a:cubicBezTo>
                  <a:pt x="3028" y="2045"/>
                  <a:pt x="3027" y="2029"/>
                  <a:pt x="3027" y="2013"/>
                </a:cubicBezTo>
                <a:cubicBezTo>
                  <a:pt x="3027" y="2006"/>
                  <a:pt x="3017" y="2007"/>
                  <a:pt x="3016" y="2013"/>
                </a:cubicBezTo>
                <a:cubicBezTo>
                  <a:pt x="3017" y="2020"/>
                  <a:pt x="3017" y="2027"/>
                  <a:pt x="3017" y="2034"/>
                </a:cubicBezTo>
                <a:cubicBezTo>
                  <a:pt x="3017" y="2047"/>
                  <a:pt x="3016" y="2061"/>
                  <a:pt x="3013" y="2074"/>
                </a:cubicBezTo>
                <a:cubicBezTo>
                  <a:pt x="3010" y="2085"/>
                  <a:pt x="3009" y="2097"/>
                  <a:pt x="3009" y="2109"/>
                </a:cubicBezTo>
                <a:cubicBezTo>
                  <a:pt x="3009" y="2117"/>
                  <a:pt x="3009" y="2126"/>
                  <a:pt x="3011" y="2134"/>
                </a:cubicBezTo>
                <a:lnTo>
                  <a:pt x="2996" y="2139"/>
                </a:lnTo>
                <a:cubicBezTo>
                  <a:pt x="2990" y="2141"/>
                  <a:pt x="2984" y="2144"/>
                  <a:pt x="2977" y="2147"/>
                </a:cubicBezTo>
                <a:cubicBezTo>
                  <a:pt x="2979" y="2084"/>
                  <a:pt x="2985" y="2022"/>
                  <a:pt x="2985" y="1960"/>
                </a:cubicBezTo>
                <a:cubicBezTo>
                  <a:pt x="2985" y="1954"/>
                  <a:pt x="2974" y="1954"/>
                  <a:pt x="2974" y="1960"/>
                </a:cubicBezTo>
                <a:cubicBezTo>
                  <a:pt x="2974" y="2024"/>
                  <a:pt x="2961" y="2088"/>
                  <a:pt x="2962" y="2152"/>
                </a:cubicBezTo>
                <a:cubicBezTo>
                  <a:pt x="2954" y="2155"/>
                  <a:pt x="2946" y="2159"/>
                  <a:pt x="2939" y="2162"/>
                </a:cubicBezTo>
                <a:cubicBezTo>
                  <a:pt x="2941" y="2142"/>
                  <a:pt x="2939" y="2123"/>
                  <a:pt x="2939" y="2105"/>
                </a:cubicBezTo>
                <a:cubicBezTo>
                  <a:pt x="2939" y="2087"/>
                  <a:pt x="2942" y="2054"/>
                  <a:pt x="2930" y="2040"/>
                </a:cubicBezTo>
                <a:cubicBezTo>
                  <a:pt x="2926" y="2035"/>
                  <a:pt x="2919" y="2041"/>
                  <a:pt x="2922" y="2046"/>
                </a:cubicBezTo>
                <a:cubicBezTo>
                  <a:pt x="2931" y="2058"/>
                  <a:pt x="2921" y="2110"/>
                  <a:pt x="2920" y="2121"/>
                </a:cubicBezTo>
                <a:cubicBezTo>
                  <a:pt x="2917" y="2133"/>
                  <a:pt x="2916" y="2145"/>
                  <a:pt x="2916" y="2157"/>
                </a:cubicBezTo>
                <a:cubicBezTo>
                  <a:pt x="2916" y="2162"/>
                  <a:pt x="2916" y="2167"/>
                  <a:pt x="2917" y="2172"/>
                </a:cubicBezTo>
                <a:cubicBezTo>
                  <a:pt x="2913" y="2174"/>
                  <a:pt x="2909" y="2177"/>
                  <a:pt x="2904" y="2179"/>
                </a:cubicBezTo>
                <a:cubicBezTo>
                  <a:pt x="2904" y="2089"/>
                  <a:pt x="2905" y="1998"/>
                  <a:pt x="2903" y="1907"/>
                </a:cubicBezTo>
                <a:cubicBezTo>
                  <a:pt x="2903" y="1903"/>
                  <a:pt x="2895" y="1903"/>
                  <a:pt x="2895" y="1907"/>
                </a:cubicBezTo>
                <a:cubicBezTo>
                  <a:pt x="2892" y="2002"/>
                  <a:pt x="2888" y="2096"/>
                  <a:pt x="2887" y="2190"/>
                </a:cubicBezTo>
                <a:cubicBezTo>
                  <a:pt x="2880" y="2194"/>
                  <a:pt x="2873" y="2199"/>
                  <a:pt x="2867" y="2204"/>
                </a:cubicBezTo>
                <a:cubicBezTo>
                  <a:pt x="2865" y="2180"/>
                  <a:pt x="2867" y="2156"/>
                  <a:pt x="2864" y="2133"/>
                </a:cubicBezTo>
                <a:cubicBezTo>
                  <a:pt x="2858" y="2084"/>
                  <a:pt x="2860" y="2033"/>
                  <a:pt x="2858" y="1984"/>
                </a:cubicBezTo>
                <a:cubicBezTo>
                  <a:pt x="2858" y="1980"/>
                  <a:pt x="2850" y="1979"/>
                  <a:pt x="2850" y="1984"/>
                </a:cubicBezTo>
                <a:cubicBezTo>
                  <a:pt x="2848" y="2034"/>
                  <a:pt x="2844" y="2084"/>
                  <a:pt x="2846" y="2134"/>
                </a:cubicBezTo>
                <a:cubicBezTo>
                  <a:pt x="2846" y="2160"/>
                  <a:pt x="2841" y="2193"/>
                  <a:pt x="2848" y="2218"/>
                </a:cubicBezTo>
                <a:cubicBezTo>
                  <a:pt x="2841" y="2225"/>
                  <a:pt x="2833" y="2231"/>
                  <a:pt x="2826" y="2238"/>
                </a:cubicBezTo>
                <a:cubicBezTo>
                  <a:pt x="2840" y="2125"/>
                  <a:pt x="2829" y="2002"/>
                  <a:pt x="2823" y="1890"/>
                </a:cubicBezTo>
                <a:cubicBezTo>
                  <a:pt x="2823" y="1890"/>
                  <a:pt x="2822" y="1889"/>
                  <a:pt x="2822" y="1888"/>
                </a:cubicBezTo>
                <a:lnTo>
                  <a:pt x="2821" y="1887"/>
                </a:lnTo>
                <a:cubicBezTo>
                  <a:pt x="2820" y="1887"/>
                  <a:pt x="2820" y="1887"/>
                  <a:pt x="2819" y="1887"/>
                </a:cubicBezTo>
                <a:cubicBezTo>
                  <a:pt x="2819" y="1887"/>
                  <a:pt x="2818" y="1887"/>
                  <a:pt x="2817" y="1887"/>
                </a:cubicBezTo>
                <a:lnTo>
                  <a:pt x="2816" y="1888"/>
                </a:lnTo>
                <a:cubicBezTo>
                  <a:pt x="2815" y="1889"/>
                  <a:pt x="2816" y="1890"/>
                  <a:pt x="2816" y="1890"/>
                </a:cubicBezTo>
                <a:cubicBezTo>
                  <a:pt x="2812" y="1951"/>
                  <a:pt x="2806" y="2011"/>
                  <a:pt x="2805" y="2072"/>
                </a:cubicBezTo>
                <a:cubicBezTo>
                  <a:pt x="2805" y="2072"/>
                  <a:pt x="2805" y="2073"/>
                  <a:pt x="2805" y="2074"/>
                </a:cubicBezTo>
                <a:cubicBezTo>
                  <a:pt x="2801" y="2052"/>
                  <a:pt x="2795" y="2029"/>
                  <a:pt x="2788" y="2008"/>
                </a:cubicBezTo>
                <a:cubicBezTo>
                  <a:pt x="2790" y="1999"/>
                  <a:pt x="2791" y="1989"/>
                  <a:pt x="2791" y="1980"/>
                </a:cubicBezTo>
                <a:cubicBezTo>
                  <a:pt x="2791" y="1973"/>
                  <a:pt x="2790" y="1967"/>
                  <a:pt x="2789" y="1960"/>
                </a:cubicBezTo>
                <a:cubicBezTo>
                  <a:pt x="2788" y="1934"/>
                  <a:pt x="2785" y="1909"/>
                  <a:pt x="2784" y="1883"/>
                </a:cubicBezTo>
                <a:lnTo>
                  <a:pt x="2784" y="1882"/>
                </a:lnTo>
                <a:cubicBezTo>
                  <a:pt x="2783" y="1881"/>
                  <a:pt x="2783" y="1881"/>
                  <a:pt x="2783" y="1881"/>
                </a:cubicBezTo>
                <a:cubicBezTo>
                  <a:pt x="2782" y="1880"/>
                  <a:pt x="2782" y="1880"/>
                  <a:pt x="2781" y="1880"/>
                </a:cubicBezTo>
                <a:lnTo>
                  <a:pt x="2780" y="1881"/>
                </a:lnTo>
                <a:cubicBezTo>
                  <a:pt x="2779" y="1882"/>
                  <a:pt x="2780" y="1881"/>
                  <a:pt x="2779" y="1882"/>
                </a:cubicBezTo>
                <a:cubicBezTo>
                  <a:pt x="2778" y="1883"/>
                  <a:pt x="2778" y="1883"/>
                  <a:pt x="2778" y="1883"/>
                </a:cubicBezTo>
                <a:cubicBezTo>
                  <a:pt x="2777" y="1905"/>
                  <a:pt x="2776" y="1927"/>
                  <a:pt x="2774" y="1949"/>
                </a:cubicBezTo>
                <a:cubicBezTo>
                  <a:pt x="2774" y="1955"/>
                  <a:pt x="2773" y="1961"/>
                  <a:pt x="2772" y="1967"/>
                </a:cubicBezTo>
                <a:cubicBezTo>
                  <a:pt x="2767" y="1955"/>
                  <a:pt x="2761" y="1944"/>
                  <a:pt x="2755" y="1933"/>
                </a:cubicBezTo>
                <a:cubicBezTo>
                  <a:pt x="2755" y="1926"/>
                  <a:pt x="2755" y="1919"/>
                  <a:pt x="2755" y="1912"/>
                </a:cubicBezTo>
                <a:cubicBezTo>
                  <a:pt x="2755" y="1889"/>
                  <a:pt x="2752" y="1867"/>
                  <a:pt x="2751" y="1845"/>
                </a:cubicBezTo>
                <a:cubicBezTo>
                  <a:pt x="2751" y="1840"/>
                  <a:pt x="2743" y="1840"/>
                  <a:pt x="2743" y="1845"/>
                </a:cubicBezTo>
                <a:cubicBezTo>
                  <a:pt x="2743" y="1864"/>
                  <a:pt x="2739" y="1883"/>
                  <a:pt x="2739" y="1902"/>
                </a:cubicBezTo>
                <a:cubicBezTo>
                  <a:pt x="2739" y="1904"/>
                  <a:pt x="2739" y="1905"/>
                  <a:pt x="2739" y="1906"/>
                </a:cubicBezTo>
                <a:cubicBezTo>
                  <a:pt x="2733" y="1897"/>
                  <a:pt x="2726" y="1889"/>
                  <a:pt x="2719" y="1880"/>
                </a:cubicBezTo>
                <a:cubicBezTo>
                  <a:pt x="2721" y="1879"/>
                  <a:pt x="2722" y="1878"/>
                  <a:pt x="2723" y="1876"/>
                </a:cubicBezTo>
                <a:cubicBezTo>
                  <a:pt x="2724" y="1873"/>
                  <a:pt x="2725" y="1871"/>
                  <a:pt x="2725" y="1868"/>
                </a:cubicBezTo>
                <a:cubicBezTo>
                  <a:pt x="2725" y="1867"/>
                  <a:pt x="2725" y="1867"/>
                  <a:pt x="2725" y="1866"/>
                </a:cubicBezTo>
                <a:cubicBezTo>
                  <a:pt x="2725" y="1864"/>
                  <a:pt x="2725" y="1862"/>
                  <a:pt x="2725" y="1860"/>
                </a:cubicBezTo>
                <a:cubicBezTo>
                  <a:pt x="2725" y="1851"/>
                  <a:pt x="2724" y="1841"/>
                  <a:pt x="2722" y="1832"/>
                </a:cubicBezTo>
                <a:lnTo>
                  <a:pt x="2722" y="1831"/>
                </a:lnTo>
                <a:cubicBezTo>
                  <a:pt x="2721" y="1830"/>
                  <a:pt x="2720" y="1828"/>
                  <a:pt x="2719" y="1828"/>
                </a:cubicBezTo>
                <a:cubicBezTo>
                  <a:pt x="2718" y="1827"/>
                  <a:pt x="2717" y="1827"/>
                  <a:pt x="2716" y="1827"/>
                </a:cubicBezTo>
                <a:cubicBezTo>
                  <a:pt x="2714" y="1827"/>
                  <a:pt x="2713" y="1827"/>
                  <a:pt x="2712" y="1828"/>
                </a:cubicBezTo>
                <a:cubicBezTo>
                  <a:pt x="2711" y="1828"/>
                  <a:pt x="2711" y="1830"/>
                  <a:pt x="2710" y="1831"/>
                </a:cubicBezTo>
                <a:cubicBezTo>
                  <a:pt x="2709" y="1832"/>
                  <a:pt x="2709" y="1832"/>
                  <a:pt x="2709" y="1832"/>
                </a:cubicBezTo>
                <a:cubicBezTo>
                  <a:pt x="2707" y="1839"/>
                  <a:pt x="2706" y="1846"/>
                  <a:pt x="2706" y="1853"/>
                </a:cubicBezTo>
                <a:cubicBezTo>
                  <a:pt x="2706" y="1854"/>
                  <a:pt x="2706" y="1856"/>
                  <a:pt x="2706" y="1857"/>
                </a:cubicBezTo>
                <a:cubicBezTo>
                  <a:pt x="2706" y="1860"/>
                  <a:pt x="2706" y="1863"/>
                  <a:pt x="2706" y="1866"/>
                </a:cubicBezTo>
                <a:cubicBezTo>
                  <a:pt x="2698" y="1858"/>
                  <a:pt x="2690" y="1850"/>
                  <a:pt x="2681" y="1843"/>
                </a:cubicBezTo>
                <a:cubicBezTo>
                  <a:pt x="2667" y="1832"/>
                  <a:pt x="2655" y="1821"/>
                  <a:pt x="2643" y="1808"/>
                </a:cubicBezTo>
                <a:cubicBezTo>
                  <a:pt x="2704" y="1819"/>
                  <a:pt x="2778" y="1805"/>
                  <a:pt x="2836" y="1822"/>
                </a:cubicBezTo>
                <a:cubicBezTo>
                  <a:pt x="2889" y="1836"/>
                  <a:pt x="2959" y="1831"/>
                  <a:pt x="3014" y="1838"/>
                </a:cubicBezTo>
                <a:cubicBezTo>
                  <a:pt x="3077" y="1846"/>
                  <a:pt x="3153" y="1845"/>
                  <a:pt x="3213" y="1866"/>
                </a:cubicBezTo>
                <a:cubicBezTo>
                  <a:pt x="3259" y="1881"/>
                  <a:pt x="3306" y="1893"/>
                  <a:pt x="3354" y="1900"/>
                </a:cubicBezTo>
                <a:cubicBezTo>
                  <a:pt x="3413" y="1909"/>
                  <a:pt x="3472" y="1929"/>
                  <a:pt x="3529" y="1936"/>
                </a:cubicBezTo>
                <a:cubicBezTo>
                  <a:pt x="3585" y="1942"/>
                  <a:pt x="3643" y="1962"/>
                  <a:pt x="3699" y="1975"/>
                </a:cubicBezTo>
                <a:lnTo>
                  <a:pt x="3700" y="1975"/>
                </a:lnTo>
                <a:moveTo>
                  <a:pt x="4221" y="2897"/>
                </a:moveTo>
                <a:cubicBezTo>
                  <a:pt x="4217" y="2921"/>
                  <a:pt x="4195" y="2943"/>
                  <a:pt x="4181" y="2960"/>
                </a:cubicBezTo>
                <a:cubicBezTo>
                  <a:pt x="4169" y="2974"/>
                  <a:pt x="4157" y="2989"/>
                  <a:pt x="4146" y="3004"/>
                </a:cubicBezTo>
                <a:lnTo>
                  <a:pt x="4131" y="3013"/>
                </a:lnTo>
                <a:lnTo>
                  <a:pt x="4121" y="3019"/>
                </a:lnTo>
                <a:cubicBezTo>
                  <a:pt x="4123" y="3017"/>
                  <a:pt x="4125" y="3014"/>
                  <a:pt x="4126" y="3012"/>
                </a:cubicBezTo>
                <a:cubicBezTo>
                  <a:pt x="4130" y="3007"/>
                  <a:pt x="4133" y="3001"/>
                  <a:pt x="4137" y="2995"/>
                </a:cubicBezTo>
                <a:cubicBezTo>
                  <a:pt x="4140" y="2989"/>
                  <a:pt x="4144" y="2983"/>
                  <a:pt x="4147" y="2976"/>
                </a:cubicBezTo>
                <a:cubicBezTo>
                  <a:pt x="4155" y="2957"/>
                  <a:pt x="4168" y="2940"/>
                  <a:pt x="4174" y="2920"/>
                </a:cubicBezTo>
                <a:cubicBezTo>
                  <a:pt x="4180" y="2898"/>
                  <a:pt x="4188" y="2877"/>
                  <a:pt x="4198" y="2856"/>
                </a:cubicBezTo>
                <a:cubicBezTo>
                  <a:pt x="4199" y="2854"/>
                  <a:pt x="4196" y="2853"/>
                  <a:pt x="4195" y="2855"/>
                </a:cubicBezTo>
                <a:cubicBezTo>
                  <a:pt x="4186" y="2869"/>
                  <a:pt x="4179" y="2883"/>
                  <a:pt x="4171" y="2898"/>
                </a:cubicBezTo>
                <a:cubicBezTo>
                  <a:pt x="4158" y="2922"/>
                  <a:pt x="4144" y="2944"/>
                  <a:pt x="4129" y="2968"/>
                </a:cubicBezTo>
                <a:cubicBezTo>
                  <a:pt x="4114" y="2991"/>
                  <a:pt x="4095" y="3005"/>
                  <a:pt x="4080" y="3024"/>
                </a:cubicBezTo>
                <a:cubicBezTo>
                  <a:pt x="4075" y="3018"/>
                  <a:pt x="4071" y="3012"/>
                  <a:pt x="4067" y="3007"/>
                </a:cubicBezTo>
                <a:cubicBezTo>
                  <a:pt x="4079" y="2994"/>
                  <a:pt x="4090" y="2980"/>
                  <a:pt x="4099" y="2964"/>
                </a:cubicBezTo>
                <a:cubicBezTo>
                  <a:pt x="4100" y="2963"/>
                  <a:pt x="4101" y="2962"/>
                  <a:pt x="4101" y="2961"/>
                </a:cubicBezTo>
                <a:cubicBezTo>
                  <a:pt x="4112" y="2942"/>
                  <a:pt x="4114" y="2919"/>
                  <a:pt x="4127" y="2901"/>
                </a:cubicBezTo>
                <a:cubicBezTo>
                  <a:pt x="4131" y="2895"/>
                  <a:pt x="4124" y="2888"/>
                  <a:pt x="4120" y="2893"/>
                </a:cubicBezTo>
                <a:cubicBezTo>
                  <a:pt x="4106" y="2911"/>
                  <a:pt x="4094" y="2931"/>
                  <a:pt x="4082" y="2949"/>
                </a:cubicBezTo>
                <a:cubicBezTo>
                  <a:pt x="4072" y="2962"/>
                  <a:pt x="4061" y="2975"/>
                  <a:pt x="4050" y="2986"/>
                </a:cubicBezTo>
                <a:cubicBezTo>
                  <a:pt x="4045" y="2981"/>
                  <a:pt x="4040" y="2976"/>
                  <a:pt x="4035" y="2971"/>
                </a:cubicBezTo>
                <a:cubicBezTo>
                  <a:pt x="4039" y="2965"/>
                  <a:pt x="4043" y="2959"/>
                  <a:pt x="4047" y="2953"/>
                </a:cubicBezTo>
                <a:cubicBezTo>
                  <a:pt x="4049" y="2949"/>
                  <a:pt x="4051" y="2945"/>
                  <a:pt x="4053" y="2940"/>
                </a:cubicBezTo>
                <a:cubicBezTo>
                  <a:pt x="4060" y="2929"/>
                  <a:pt x="4069" y="2918"/>
                  <a:pt x="4076" y="2906"/>
                </a:cubicBezTo>
                <a:cubicBezTo>
                  <a:pt x="4080" y="2899"/>
                  <a:pt x="4084" y="2891"/>
                  <a:pt x="4088" y="2884"/>
                </a:cubicBezTo>
                <a:cubicBezTo>
                  <a:pt x="4091" y="2878"/>
                  <a:pt x="4095" y="2873"/>
                  <a:pt x="4098" y="2867"/>
                </a:cubicBezTo>
                <a:cubicBezTo>
                  <a:pt x="4101" y="2864"/>
                  <a:pt x="4097" y="2859"/>
                  <a:pt x="4094" y="2863"/>
                </a:cubicBezTo>
                <a:cubicBezTo>
                  <a:pt x="4068" y="2890"/>
                  <a:pt x="4053" y="2936"/>
                  <a:pt x="4020" y="2957"/>
                </a:cubicBezTo>
                <a:cubicBezTo>
                  <a:pt x="4012" y="2949"/>
                  <a:pt x="4003" y="2941"/>
                  <a:pt x="3993" y="2934"/>
                </a:cubicBezTo>
                <a:cubicBezTo>
                  <a:pt x="4001" y="2928"/>
                  <a:pt x="4008" y="2922"/>
                  <a:pt x="4016" y="2916"/>
                </a:cubicBezTo>
                <a:cubicBezTo>
                  <a:pt x="4026" y="2906"/>
                  <a:pt x="4034" y="2895"/>
                  <a:pt x="4042" y="2884"/>
                </a:cubicBezTo>
                <a:cubicBezTo>
                  <a:pt x="4045" y="2881"/>
                  <a:pt x="4047" y="2877"/>
                  <a:pt x="4050" y="2873"/>
                </a:cubicBezTo>
                <a:cubicBezTo>
                  <a:pt x="4053" y="2867"/>
                  <a:pt x="4056" y="2861"/>
                  <a:pt x="4057" y="2855"/>
                </a:cubicBezTo>
                <a:cubicBezTo>
                  <a:pt x="4057" y="2854"/>
                  <a:pt x="4057" y="2854"/>
                  <a:pt x="4057" y="2854"/>
                </a:cubicBezTo>
                <a:cubicBezTo>
                  <a:pt x="4057" y="2853"/>
                  <a:pt x="4056" y="2853"/>
                  <a:pt x="4056" y="2853"/>
                </a:cubicBezTo>
                <a:cubicBezTo>
                  <a:pt x="4056" y="2852"/>
                  <a:pt x="4055" y="2852"/>
                  <a:pt x="4055" y="2852"/>
                </a:cubicBezTo>
                <a:cubicBezTo>
                  <a:pt x="4054" y="2852"/>
                  <a:pt x="4054" y="2852"/>
                  <a:pt x="4053" y="2853"/>
                </a:cubicBezTo>
                <a:cubicBezTo>
                  <a:pt x="4053" y="2853"/>
                  <a:pt x="4052" y="2853"/>
                  <a:pt x="4052" y="2854"/>
                </a:cubicBezTo>
                <a:lnTo>
                  <a:pt x="4052" y="2855"/>
                </a:lnTo>
                <a:cubicBezTo>
                  <a:pt x="4048" y="2865"/>
                  <a:pt x="4027" y="2878"/>
                  <a:pt x="4019" y="2883"/>
                </a:cubicBezTo>
                <a:cubicBezTo>
                  <a:pt x="4010" y="2887"/>
                  <a:pt x="4002" y="2894"/>
                  <a:pt x="3993" y="2899"/>
                </a:cubicBezTo>
                <a:cubicBezTo>
                  <a:pt x="3990" y="2902"/>
                  <a:pt x="3986" y="2904"/>
                  <a:pt x="3983" y="2906"/>
                </a:cubicBezTo>
                <a:cubicBezTo>
                  <a:pt x="3979" y="2908"/>
                  <a:pt x="3974" y="2910"/>
                  <a:pt x="3970" y="2912"/>
                </a:cubicBezTo>
                <a:cubicBezTo>
                  <a:pt x="3968" y="2912"/>
                  <a:pt x="3967" y="2913"/>
                  <a:pt x="3965" y="2914"/>
                </a:cubicBezTo>
                <a:cubicBezTo>
                  <a:pt x="3959" y="2910"/>
                  <a:pt x="3954" y="2907"/>
                  <a:pt x="3948" y="2903"/>
                </a:cubicBezTo>
                <a:lnTo>
                  <a:pt x="3953" y="2898"/>
                </a:lnTo>
                <a:cubicBezTo>
                  <a:pt x="3967" y="2881"/>
                  <a:pt x="3982" y="2864"/>
                  <a:pt x="3997" y="2846"/>
                </a:cubicBezTo>
                <a:cubicBezTo>
                  <a:pt x="4005" y="2838"/>
                  <a:pt x="4012" y="2829"/>
                  <a:pt x="4019" y="2820"/>
                </a:cubicBezTo>
                <a:cubicBezTo>
                  <a:pt x="4022" y="2814"/>
                  <a:pt x="4025" y="2807"/>
                  <a:pt x="4029" y="2801"/>
                </a:cubicBezTo>
                <a:cubicBezTo>
                  <a:pt x="4033" y="2793"/>
                  <a:pt x="4039" y="2785"/>
                  <a:pt x="4044" y="2778"/>
                </a:cubicBezTo>
                <a:cubicBezTo>
                  <a:pt x="4048" y="2774"/>
                  <a:pt x="4041" y="2769"/>
                  <a:pt x="4038" y="2773"/>
                </a:cubicBezTo>
                <a:cubicBezTo>
                  <a:pt x="4032" y="2779"/>
                  <a:pt x="4027" y="2786"/>
                  <a:pt x="4022" y="2794"/>
                </a:cubicBezTo>
                <a:cubicBezTo>
                  <a:pt x="4022" y="2795"/>
                  <a:pt x="4021" y="2796"/>
                  <a:pt x="4021" y="2797"/>
                </a:cubicBezTo>
                <a:cubicBezTo>
                  <a:pt x="4012" y="2809"/>
                  <a:pt x="4002" y="2821"/>
                  <a:pt x="3991" y="2833"/>
                </a:cubicBezTo>
                <a:cubicBezTo>
                  <a:pt x="3981" y="2844"/>
                  <a:pt x="3970" y="2853"/>
                  <a:pt x="3959" y="2862"/>
                </a:cubicBezTo>
                <a:cubicBezTo>
                  <a:pt x="3949" y="2872"/>
                  <a:pt x="3938" y="2881"/>
                  <a:pt x="3926" y="2890"/>
                </a:cubicBezTo>
                <a:cubicBezTo>
                  <a:pt x="3918" y="2885"/>
                  <a:pt x="3909" y="2881"/>
                  <a:pt x="3900" y="2876"/>
                </a:cubicBezTo>
                <a:cubicBezTo>
                  <a:pt x="3915" y="2867"/>
                  <a:pt x="3930" y="2857"/>
                  <a:pt x="3944" y="2846"/>
                </a:cubicBezTo>
                <a:cubicBezTo>
                  <a:pt x="3956" y="2834"/>
                  <a:pt x="3968" y="2822"/>
                  <a:pt x="3979" y="2809"/>
                </a:cubicBezTo>
                <a:cubicBezTo>
                  <a:pt x="3983" y="2806"/>
                  <a:pt x="3987" y="2802"/>
                  <a:pt x="3990" y="2797"/>
                </a:cubicBezTo>
                <a:cubicBezTo>
                  <a:pt x="3991" y="2794"/>
                  <a:pt x="3993" y="2791"/>
                  <a:pt x="3994" y="2787"/>
                </a:cubicBezTo>
                <a:lnTo>
                  <a:pt x="3994" y="2786"/>
                </a:lnTo>
                <a:cubicBezTo>
                  <a:pt x="3994" y="2786"/>
                  <a:pt x="3993" y="2785"/>
                  <a:pt x="3993" y="2784"/>
                </a:cubicBezTo>
                <a:cubicBezTo>
                  <a:pt x="3992" y="2783"/>
                  <a:pt x="3992" y="2782"/>
                  <a:pt x="3991" y="2782"/>
                </a:cubicBezTo>
                <a:cubicBezTo>
                  <a:pt x="3991" y="2782"/>
                  <a:pt x="3990" y="2781"/>
                  <a:pt x="3989" y="2781"/>
                </a:cubicBezTo>
                <a:cubicBezTo>
                  <a:pt x="3988" y="2781"/>
                  <a:pt x="3987" y="2782"/>
                  <a:pt x="3986" y="2782"/>
                </a:cubicBezTo>
                <a:cubicBezTo>
                  <a:pt x="3985" y="2782"/>
                  <a:pt x="3985" y="2783"/>
                  <a:pt x="3984" y="2784"/>
                </a:cubicBezTo>
                <a:lnTo>
                  <a:pt x="3984" y="2785"/>
                </a:lnTo>
                <a:cubicBezTo>
                  <a:pt x="3981" y="2793"/>
                  <a:pt x="3964" y="2797"/>
                  <a:pt x="3958" y="2804"/>
                </a:cubicBezTo>
                <a:cubicBezTo>
                  <a:pt x="3952" y="2811"/>
                  <a:pt x="3940" y="2821"/>
                  <a:pt x="3930" y="2829"/>
                </a:cubicBezTo>
                <a:cubicBezTo>
                  <a:pt x="3921" y="2837"/>
                  <a:pt x="3910" y="2845"/>
                  <a:pt x="3900" y="2851"/>
                </a:cubicBezTo>
                <a:cubicBezTo>
                  <a:pt x="3898" y="2852"/>
                  <a:pt x="3897" y="2852"/>
                  <a:pt x="3896" y="2853"/>
                </a:cubicBezTo>
                <a:cubicBezTo>
                  <a:pt x="3890" y="2856"/>
                  <a:pt x="3883" y="2862"/>
                  <a:pt x="3875" y="2865"/>
                </a:cubicBezTo>
                <a:cubicBezTo>
                  <a:pt x="3867" y="2862"/>
                  <a:pt x="3859" y="2859"/>
                  <a:pt x="3851" y="2856"/>
                </a:cubicBezTo>
                <a:cubicBezTo>
                  <a:pt x="3902" y="2830"/>
                  <a:pt x="3938" y="2775"/>
                  <a:pt x="3975" y="2735"/>
                </a:cubicBezTo>
                <a:cubicBezTo>
                  <a:pt x="3979" y="2730"/>
                  <a:pt x="3973" y="2723"/>
                  <a:pt x="3968" y="2728"/>
                </a:cubicBezTo>
                <a:cubicBezTo>
                  <a:pt x="3950" y="2749"/>
                  <a:pt x="3930" y="2768"/>
                  <a:pt x="3909" y="2787"/>
                </a:cubicBezTo>
                <a:cubicBezTo>
                  <a:pt x="3885" y="2806"/>
                  <a:pt x="3857" y="2846"/>
                  <a:pt x="3821" y="2843"/>
                </a:cubicBezTo>
                <a:lnTo>
                  <a:pt x="3820" y="2843"/>
                </a:lnTo>
                <a:cubicBezTo>
                  <a:pt x="3811" y="2841"/>
                  <a:pt x="3803" y="2838"/>
                  <a:pt x="3795" y="2836"/>
                </a:cubicBezTo>
                <a:lnTo>
                  <a:pt x="3796" y="2835"/>
                </a:lnTo>
                <a:cubicBezTo>
                  <a:pt x="3801" y="2831"/>
                  <a:pt x="3807" y="2827"/>
                  <a:pt x="3814" y="2823"/>
                </a:cubicBezTo>
                <a:cubicBezTo>
                  <a:pt x="3815" y="2822"/>
                  <a:pt x="3816" y="2821"/>
                  <a:pt x="3818" y="2821"/>
                </a:cubicBezTo>
                <a:cubicBezTo>
                  <a:pt x="3829" y="2812"/>
                  <a:pt x="3840" y="2802"/>
                  <a:pt x="3851" y="2792"/>
                </a:cubicBezTo>
                <a:cubicBezTo>
                  <a:pt x="3866" y="2781"/>
                  <a:pt x="3879" y="2766"/>
                  <a:pt x="3889" y="2750"/>
                </a:cubicBezTo>
                <a:cubicBezTo>
                  <a:pt x="3891" y="2746"/>
                  <a:pt x="3893" y="2742"/>
                  <a:pt x="3894" y="2738"/>
                </a:cubicBezTo>
                <a:cubicBezTo>
                  <a:pt x="3896" y="2732"/>
                  <a:pt x="3888" y="2730"/>
                  <a:pt x="3885" y="2736"/>
                </a:cubicBezTo>
                <a:cubicBezTo>
                  <a:pt x="3880" y="2747"/>
                  <a:pt x="3866" y="2752"/>
                  <a:pt x="3855" y="2758"/>
                </a:cubicBezTo>
                <a:cubicBezTo>
                  <a:pt x="3840" y="2768"/>
                  <a:pt x="3826" y="2779"/>
                  <a:pt x="3811" y="2790"/>
                </a:cubicBezTo>
                <a:cubicBezTo>
                  <a:pt x="3796" y="2800"/>
                  <a:pt x="3779" y="2805"/>
                  <a:pt x="3770" y="2820"/>
                </a:cubicBezTo>
                <a:lnTo>
                  <a:pt x="3770" y="2821"/>
                </a:lnTo>
                <a:cubicBezTo>
                  <a:pt x="3768" y="2823"/>
                  <a:pt x="3768" y="2825"/>
                  <a:pt x="3768" y="2828"/>
                </a:cubicBezTo>
                <a:cubicBezTo>
                  <a:pt x="3768" y="2829"/>
                  <a:pt x="3768" y="2830"/>
                  <a:pt x="3768" y="2831"/>
                </a:cubicBezTo>
                <a:cubicBezTo>
                  <a:pt x="3754" y="2828"/>
                  <a:pt x="3740" y="2826"/>
                  <a:pt x="3726" y="2824"/>
                </a:cubicBezTo>
                <a:cubicBezTo>
                  <a:pt x="3750" y="2799"/>
                  <a:pt x="3777" y="2777"/>
                  <a:pt x="3805" y="2757"/>
                </a:cubicBezTo>
                <a:cubicBezTo>
                  <a:pt x="3822" y="2746"/>
                  <a:pt x="3835" y="2731"/>
                  <a:pt x="3852" y="2720"/>
                </a:cubicBezTo>
                <a:cubicBezTo>
                  <a:pt x="3864" y="2712"/>
                  <a:pt x="3876" y="2703"/>
                  <a:pt x="3887" y="2692"/>
                </a:cubicBezTo>
                <a:cubicBezTo>
                  <a:pt x="3891" y="2688"/>
                  <a:pt x="3885" y="2681"/>
                  <a:pt x="3880" y="2685"/>
                </a:cubicBezTo>
                <a:cubicBezTo>
                  <a:pt x="3864" y="2697"/>
                  <a:pt x="3848" y="2708"/>
                  <a:pt x="3831" y="2718"/>
                </a:cubicBezTo>
                <a:cubicBezTo>
                  <a:pt x="3829" y="2719"/>
                  <a:pt x="3826" y="2721"/>
                  <a:pt x="3824" y="2722"/>
                </a:cubicBezTo>
                <a:cubicBezTo>
                  <a:pt x="3809" y="2732"/>
                  <a:pt x="3795" y="2744"/>
                  <a:pt x="3780" y="2754"/>
                </a:cubicBezTo>
                <a:cubicBezTo>
                  <a:pt x="3749" y="2772"/>
                  <a:pt x="3720" y="2793"/>
                  <a:pt x="3693" y="2816"/>
                </a:cubicBezTo>
                <a:lnTo>
                  <a:pt x="3693" y="2817"/>
                </a:lnTo>
                <a:lnTo>
                  <a:pt x="3693" y="2818"/>
                </a:lnTo>
                <a:cubicBezTo>
                  <a:pt x="3693" y="2814"/>
                  <a:pt x="3692" y="2811"/>
                  <a:pt x="3692" y="2808"/>
                </a:cubicBezTo>
                <a:cubicBezTo>
                  <a:pt x="3693" y="2808"/>
                  <a:pt x="3694" y="2808"/>
                  <a:pt x="3695" y="2807"/>
                </a:cubicBezTo>
                <a:cubicBezTo>
                  <a:pt x="3696" y="2806"/>
                  <a:pt x="3697" y="2806"/>
                  <a:pt x="3698" y="2805"/>
                </a:cubicBezTo>
                <a:cubicBezTo>
                  <a:pt x="3724" y="2779"/>
                  <a:pt x="3748" y="2752"/>
                  <a:pt x="3771" y="2725"/>
                </a:cubicBezTo>
                <a:cubicBezTo>
                  <a:pt x="3801" y="2696"/>
                  <a:pt x="3834" y="2671"/>
                  <a:pt x="3869" y="2650"/>
                </a:cubicBezTo>
                <a:cubicBezTo>
                  <a:pt x="3870" y="2650"/>
                  <a:pt x="3870" y="2650"/>
                  <a:pt x="3870" y="2649"/>
                </a:cubicBezTo>
                <a:lnTo>
                  <a:pt x="3870" y="2648"/>
                </a:lnTo>
                <a:cubicBezTo>
                  <a:pt x="3870" y="2647"/>
                  <a:pt x="3870" y="2647"/>
                  <a:pt x="3870" y="2646"/>
                </a:cubicBezTo>
                <a:lnTo>
                  <a:pt x="3869" y="2645"/>
                </a:lnTo>
                <a:cubicBezTo>
                  <a:pt x="3868" y="2645"/>
                  <a:pt x="3868" y="2644"/>
                  <a:pt x="3867" y="2644"/>
                </a:cubicBezTo>
                <a:cubicBezTo>
                  <a:pt x="3867" y="2644"/>
                  <a:pt x="3866" y="2644"/>
                  <a:pt x="3866" y="2645"/>
                </a:cubicBezTo>
                <a:cubicBezTo>
                  <a:pt x="3832" y="2664"/>
                  <a:pt x="3796" y="2681"/>
                  <a:pt x="3763" y="2702"/>
                </a:cubicBezTo>
                <a:cubicBezTo>
                  <a:pt x="3737" y="2722"/>
                  <a:pt x="3712" y="2745"/>
                  <a:pt x="3689" y="2769"/>
                </a:cubicBezTo>
                <a:lnTo>
                  <a:pt x="3689" y="2767"/>
                </a:lnTo>
                <a:lnTo>
                  <a:pt x="3690" y="2767"/>
                </a:lnTo>
                <a:cubicBezTo>
                  <a:pt x="3690" y="2767"/>
                  <a:pt x="3691" y="2766"/>
                  <a:pt x="3692" y="2765"/>
                </a:cubicBezTo>
                <a:cubicBezTo>
                  <a:pt x="3693" y="2764"/>
                  <a:pt x="3695" y="2762"/>
                  <a:pt x="3696" y="2761"/>
                </a:cubicBezTo>
                <a:cubicBezTo>
                  <a:pt x="3697" y="2758"/>
                  <a:pt x="3698" y="2754"/>
                  <a:pt x="3698" y="2751"/>
                </a:cubicBezTo>
                <a:cubicBezTo>
                  <a:pt x="3698" y="2750"/>
                  <a:pt x="3698" y="2749"/>
                  <a:pt x="3698" y="2748"/>
                </a:cubicBezTo>
                <a:cubicBezTo>
                  <a:pt x="3699" y="2746"/>
                  <a:pt x="3700" y="2744"/>
                  <a:pt x="3701" y="2742"/>
                </a:cubicBezTo>
                <a:cubicBezTo>
                  <a:pt x="3711" y="2726"/>
                  <a:pt x="3723" y="2711"/>
                  <a:pt x="3737" y="2700"/>
                </a:cubicBezTo>
                <a:cubicBezTo>
                  <a:pt x="3755" y="2683"/>
                  <a:pt x="3777" y="2671"/>
                  <a:pt x="3794" y="2655"/>
                </a:cubicBezTo>
                <a:cubicBezTo>
                  <a:pt x="3798" y="2651"/>
                  <a:pt x="3793" y="2644"/>
                  <a:pt x="3789" y="2647"/>
                </a:cubicBezTo>
                <a:cubicBezTo>
                  <a:pt x="3762" y="2667"/>
                  <a:pt x="3728" y="2673"/>
                  <a:pt x="3704" y="2697"/>
                </a:cubicBezTo>
                <a:cubicBezTo>
                  <a:pt x="3697" y="2704"/>
                  <a:pt x="3690" y="2711"/>
                  <a:pt x="3683" y="2718"/>
                </a:cubicBezTo>
                <a:lnTo>
                  <a:pt x="3683" y="2713"/>
                </a:lnTo>
                <a:cubicBezTo>
                  <a:pt x="3685" y="2712"/>
                  <a:pt x="3687" y="2711"/>
                  <a:pt x="3688" y="2709"/>
                </a:cubicBezTo>
                <a:cubicBezTo>
                  <a:pt x="3689" y="2707"/>
                  <a:pt x="3689" y="2705"/>
                  <a:pt x="3690" y="2703"/>
                </a:cubicBezTo>
                <a:cubicBezTo>
                  <a:pt x="3692" y="2670"/>
                  <a:pt x="3747" y="2637"/>
                  <a:pt x="3768" y="2622"/>
                </a:cubicBezTo>
                <a:cubicBezTo>
                  <a:pt x="3797" y="2602"/>
                  <a:pt x="3832" y="2592"/>
                  <a:pt x="3859" y="2570"/>
                </a:cubicBezTo>
                <a:cubicBezTo>
                  <a:pt x="3861" y="2568"/>
                  <a:pt x="3859" y="2564"/>
                  <a:pt x="3856" y="2566"/>
                </a:cubicBezTo>
                <a:cubicBezTo>
                  <a:pt x="3841" y="2576"/>
                  <a:pt x="3822" y="2576"/>
                  <a:pt x="3806" y="2585"/>
                </a:cubicBezTo>
                <a:cubicBezTo>
                  <a:pt x="3783" y="2597"/>
                  <a:pt x="3759" y="2609"/>
                  <a:pt x="3736" y="2621"/>
                </a:cubicBezTo>
                <a:cubicBezTo>
                  <a:pt x="3730" y="2623"/>
                  <a:pt x="3726" y="2626"/>
                  <a:pt x="3721" y="2629"/>
                </a:cubicBezTo>
                <a:cubicBezTo>
                  <a:pt x="3704" y="2639"/>
                  <a:pt x="3688" y="2651"/>
                  <a:pt x="3674" y="2665"/>
                </a:cubicBezTo>
                <a:lnTo>
                  <a:pt x="3674" y="2664"/>
                </a:lnTo>
                <a:cubicBezTo>
                  <a:pt x="3674" y="2663"/>
                  <a:pt x="3674" y="2663"/>
                  <a:pt x="3674" y="2662"/>
                </a:cubicBezTo>
                <a:cubicBezTo>
                  <a:pt x="3675" y="2652"/>
                  <a:pt x="3694" y="2639"/>
                  <a:pt x="3700" y="2632"/>
                </a:cubicBezTo>
                <a:cubicBezTo>
                  <a:pt x="3705" y="2626"/>
                  <a:pt x="3710" y="2619"/>
                  <a:pt x="3715" y="2612"/>
                </a:cubicBezTo>
                <a:cubicBezTo>
                  <a:pt x="3719" y="2605"/>
                  <a:pt x="3725" y="2598"/>
                  <a:pt x="3729" y="2592"/>
                </a:cubicBezTo>
                <a:cubicBezTo>
                  <a:pt x="3733" y="2585"/>
                  <a:pt x="3724" y="2582"/>
                  <a:pt x="3721" y="2588"/>
                </a:cubicBezTo>
                <a:cubicBezTo>
                  <a:pt x="3712" y="2605"/>
                  <a:pt x="3686" y="2610"/>
                  <a:pt x="3671" y="2623"/>
                </a:cubicBezTo>
                <a:cubicBezTo>
                  <a:pt x="3667" y="2627"/>
                  <a:pt x="3662" y="2631"/>
                  <a:pt x="3658" y="2636"/>
                </a:cubicBezTo>
                <a:lnTo>
                  <a:pt x="3655" y="2629"/>
                </a:lnTo>
                <a:cubicBezTo>
                  <a:pt x="3674" y="2597"/>
                  <a:pt x="3700" y="2570"/>
                  <a:pt x="3732" y="2552"/>
                </a:cubicBezTo>
                <a:cubicBezTo>
                  <a:pt x="3752" y="2540"/>
                  <a:pt x="3773" y="2533"/>
                  <a:pt x="3795" y="2528"/>
                </a:cubicBezTo>
                <a:cubicBezTo>
                  <a:pt x="3800" y="2528"/>
                  <a:pt x="3800" y="2520"/>
                  <a:pt x="3795" y="2520"/>
                </a:cubicBezTo>
                <a:cubicBezTo>
                  <a:pt x="3773" y="2522"/>
                  <a:pt x="3751" y="2529"/>
                  <a:pt x="3731" y="2540"/>
                </a:cubicBezTo>
                <a:cubicBezTo>
                  <a:pt x="3730" y="2541"/>
                  <a:pt x="3728" y="2542"/>
                  <a:pt x="3727" y="2543"/>
                </a:cubicBezTo>
                <a:cubicBezTo>
                  <a:pt x="3720" y="2546"/>
                  <a:pt x="3714" y="2549"/>
                  <a:pt x="3707" y="2553"/>
                </a:cubicBezTo>
                <a:cubicBezTo>
                  <a:pt x="3683" y="2567"/>
                  <a:pt x="3661" y="2585"/>
                  <a:pt x="3643" y="2607"/>
                </a:cubicBezTo>
                <a:lnTo>
                  <a:pt x="3637" y="2596"/>
                </a:lnTo>
                <a:cubicBezTo>
                  <a:pt x="3635" y="2592"/>
                  <a:pt x="3633" y="2589"/>
                  <a:pt x="3630" y="2585"/>
                </a:cubicBezTo>
                <a:cubicBezTo>
                  <a:pt x="3648" y="2568"/>
                  <a:pt x="3667" y="2551"/>
                  <a:pt x="3687" y="2536"/>
                </a:cubicBezTo>
                <a:cubicBezTo>
                  <a:pt x="3707" y="2524"/>
                  <a:pt x="3724" y="2511"/>
                  <a:pt x="3744" y="2499"/>
                </a:cubicBezTo>
                <a:cubicBezTo>
                  <a:pt x="3744" y="2498"/>
                  <a:pt x="3745" y="2498"/>
                  <a:pt x="3745" y="2498"/>
                </a:cubicBezTo>
                <a:cubicBezTo>
                  <a:pt x="3745" y="2497"/>
                  <a:pt x="3745" y="2497"/>
                  <a:pt x="3745" y="2496"/>
                </a:cubicBezTo>
                <a:lnTo>
                  <a:pt x="3745" y="2495"/>
                </a:lnTo>
                <a:lnTo>
                  <a:pt x="3744" y="2494"/>
                </a:lnTo>
                <a:lnTo>
                  <a:pt x="3743" y="2494"/>
                </a:lnTo>
                <a:lnTo>
                  <a:pt x="3742" y="2494"/>
                </a:lnTo>
                <a:cubicBezTo>
                  <a:pt x="3742" y="2494"/>
                  <a:pt x="3741" y="2494"/>
                  <a:pt x="3740" y="2494"/>
                </a:cubicBezTo>
                <a:cubicBezTo>
                  <a:pt x="3714" y="2494"/>
                  <a:pt x="3687" y="2501"/>
                  <a:pt x="3664" y="2514"/>
                </a:cubicBezTo>
                <a:cubicBezTo>
                  <a:pt x="3661" y="2516"/>
                  <a:pt x="3659" y="2517"/>
                  <a:pt x="3656" y="2519"/>
                </a:cubicBezTo>
                <a:cubicBezTo>
                  <a:pt x="3667" y="2510"/>
                  <a:pt x="3679" y="2502"/>
                  <a:pt x="3691" y="2495"/>
                </a:cubicBezTo>
                <a:cubicBezTo>
                  <a:pt x="3707" y="2486"/>
                  <a:pt x="3723" y="2479"/>
                  <a:pt x="3740" y="2473"/>
                </a:cubicBezTo>
                <a:lnTo>
                  <a:pt x="3742" y="2473"/>
                </a:lnTo>
                <a:cubicBezTo>
                  <a:pt x="3785" y="2456"/>
                  <a:pt x="3831" y="2447"/>
                  <a:pt x="3877" y="2447"/>
                </a:cubicBezTo>
                <a:cubicBezTo>
                  <a:pt x="3893" y="2447"/>
                  <a:pt x="3909" y="2448"/>
                  <a:pt x="3925" y="2450"/>
                </a:cubicBezTo>
                <a:cubicBezTo>
                  <a:pt x="3993" y="2465"/>
                  <a:pt x="4050" y="2500"/>
                  <a:pt x="4109" y="2535"/>
                </a:cubicBezTo>
                <a:cubicBezTo>
                  <a:pt x="4168" y="2570"/>
                  <a:pt x="4246" y="2659"/>
                  <a:pt x="4255" y="2730"/>
                </a:cubicBezTo>
                <a:cubicBezTo>
                  <a:pt x="4264" y="2798"/>
                  <a:pt x="4275" y="2907"/>
                  <a:pt x="4219" y="2960"/>
                </a:cubicBezTo>
                <a:cubicBezTo>
                  <a:pt x="4218" y="2960"/>
                  <a:pt x="4217" y="2961"/>
                  <a:pt x="4217" y="2962"/>
                </a:cubicBezTo>
                <a:cubicBezTo>
                  <a:pt x="4216" y="2963"/>
                  <a:pt x="4217" y="2964"/>
                  <a:pt x="4216" y="2964"/>
                </a:cubicBezTo>
                <a:lnTo>
                  <a:pt x="4204" y="2973"/>
                </a:lnTo>
                <a:lnTo>
                  <a:pt x="4207" y="2965"/>
                </a:lnTo>
                <a:cubicBezTo>
                  <a:pt x="4216" y="2945"/>
                  <a:pt x="4230" y="2921"/>
                  <a:pt x="4229" y="2898"/>
                </a:cubicBezTo>
                <a:cubicBezTo>
                  <a:pt x="4225" y="2895"/>
                  <a:pt x="4221" y="2895"/>
                  <a:pt x="4220" y="2897"/>
                </a:cubicBezTo>
                <a:lnTo>
                  <a:pt x="4221" y="2897"/>
                </a:lnTo>
                <a:moveTo>
                  <a:pt x="3698" y="3202"/>
                </a:moveTo>
                <a:cubicBezTo>
                  <a:pt x="3656" y="3213"/>
                  <a:pt x="3614" y="3227"/>
                  <a:pt x="3574" y="3243"/>
                </a:cubicBezTo>
                <a:cubicBezTo>
                  <a:pt x="3530" y="3254"/>
                  <a:pt x="3486" y="3261"/>
                  <a:pt x="3443" y="3274"/>
                </a:cubicBezTo>
                <a:lnTo>
                  <a:pt x="3442" y="3274"/>
                </a:lnTo>
                <a:cubicBezTo>
                  <a:pt x="3442" y="3275"/>
                  <a:pt x="3441" y="3275"/>
                  <a:pt x="3441" y="3276"/>
                </a:cubicBezTo>
                <a:cubicBezTo>
                  <a:pt x="3440" y="3276"/>
                  <a:pt x="3440" y="3277"/>
                  <a:pt x="3440" y="3277"/>
                </a:cubicBezTo>
                <a:cubicBezTo>
                  <a:pt x="3396" y="3286"/>
                  <a:pt x="3352" y="3295"/>
                  <a:pt x="3308" y="3303"/>
                </a:cubicBezTo>
                <a:cubicBezTo>
                  <a:pt x="3306" y="3301"/>
                  <a:pt x="3303" y="3299"/>
                  <a:pt x="3300" y="3297"/>
                </a:cubicBezTo>
                <a:cubicBezTo>
                  <a:pt x="3296" y="3295"/>
                  <a:pt x="3291" y="3293"/>
                  <a:pt x="3287" y="3292"/>
                </a:cubicBezTo>
                <a:cubicBezTo>
                  <a:pt x="3287" y="3291"/>
                  <a:pt x="3287" y="3290"/>
                  <a:pt x="3287" y="3288"/>
                </a:cubicBezTo>
                <a:cubicBezTo>
                  <a:pt x="3287" y="3285"/>
                  <a:pt x="3286" y="3282"/>
                  <a:pt x="3285" y="3279"/>
                </a:cubicBezTo>
                <a:cubicBezTo>
                  <a:pt x="3283" y="3276"/>
                  <a:pt x="3280" y="3272"/>
                  <a:pt x="3277" y="3271"/>
                </a:cubicBezTo>
                <a:cubicBezTo>
                  <a:pt x="3274" y="3269"/>
                  <a:pt x="3271" y="3269"/>
                  <a:pt x="3268" y="3269"/>
                </a:cubicBezTo>
                <a:cubicBezTo>
                  <a:pt x="3267" y="3269"/>
                  <a:pt x="3267" y="3269"/>
                  <a:pt x="3267" y="3269"/>
                </a:cubicBezTo>
                <a:lnTo>
                  <a:pt x="3266" y="3269"/>
                </a:lnTo>
                <a:cubicBezTo>
                  <a:pt x="3262" y="3269"/>
                  <a:pt x="3259" y="3269"/>
                  <a:pt x="3256" y="3271"/>
                </a:cubicBezTo>
                <a:cubicBezTo>
                  <a:pt x="3253" y="3272"/>
                  <a:pt x="3249" y="3276"/>
                  <a:pt x="3248" y="3279"/>
                </a:cubicBezTo>
                <a:cubicBezTo>
                  <a:pt x="3246" y="3282"/>
                  <a:pt x="3246" y="3284"/>
                  <a:pt x="3246" y="3288"/>
                </a:cubicBezTo>
                <a:cubicBezTo>
                  <a:pt x="3246" y="3291"/>
                  <a:pt x="3246" y="3295"/>
                  <a:pt x="3248" y="3298"/>
                </a:cubicBezTo>
                <a:cubicBezTo>
                  <a:pt x="3249" y="3301"/>
                  <a:pt x="3253" y="3304"/>
                  <a:pt x="3256" y="3305"/>
                </a:cubicBezTo>
                <a:cubicBezTo>
                  <a:pt x="3255" y="3306"/>
                  <a:pt x="3255" y="3306"/>
                  <a:pt x="3255" y="3307"/>
                </a:cubicBezTo>
                <a:cubicBezTo>
                  <a:pt x="3253" y="3309"/>
                  <a:pt x="3253" y="3312"/>
                  <a:pt x="3252" y="3315"/>
                </a:cubicBezTo>
                <a:lnTo>
                  <a:pt x="3226" y="3320"/>
                </a:lnTo>
                <a:cubicBezTo>
                  <a:pt x="3227" y="3314"/>
                  <a:pt x="3228" y="3308"/>
                  <a:pt x="3230" y="3302"/>
                </a:cubicBezTo>
                <a:cubicBezTo>
                  <a:pt x="3231" y="3292"/>
                  <a:pt x="3235" y="3282"/>
                  <a:pt x="3240" y="3273"/>
                </a:cubicBezTo>
                <a:cubicBezTo>
                  <a:pt x="3241" y="3272"/>
                  <a:pt x="3242" y="3270"/>
                  <a:pt x="3243" y="3268"/>
                </a:cubicBezTo>
                <a:cubicBezTo>
                  <a:pt x="3243" y="3268"/>
                  <a:pt x="3244" y="3268"/>
                  <a:pt x="3244" y="3267"/>
                </a:cubicBezTo>
                <a:cubicBezTo>
                  <a:pt x="3244" y="3267"/>
                  <a:pt x="3244" y="3266"/>
                  <a:pt x="3244" y="3265"/>
                </a:cubicBezTo>
                <a:cubicBezTo>
                  <a:pt x="3244" y="3264"/>
                  <a:pt x="3244" y="3264"/>
                  <a:pt x="3244" y="3263"/>
                </a:cubicBezTo>
                <a:cubicBezTo>
                  <a:pt x="3243" y="3262"/>
                  <a:pt x="3243" y="3262"/>
                  <a:pt x="3242" y="3261"/>
                </a:cubicBezTo>
                <a:cubicBezTo>
                  <a:pt x="3242" y="3261"/>
                  <a:pt x="3241" y="3261"/>
                  <a:pt x="3240" y="3261"/>
                </a:cubicBezTo>
                <a:cubicBezTo>
                  <a:pt x="3239" y="3261"/>
                  <a:pt x="3238" y="3261"/>
                  <a:pt x="3238" y="3261"/>
                </a:cubicBezTo>
                <a:cubicBezTo>
                  <a:pt x="3237" y="3261"/>
                  <a:pt x="3237" y="3262"/>
                  <a:pt x="3237" y="3262"/>
                </a:cubicBezTo>
                <a:cubicBezTo>
                  <a:pt x="3234" y="3264"/>
                  <a:pt x="3232" y="3267"/>
                  <a:pt x="3230" y="3270"/>
                </a:cubicBezTo>
                <a:lnTo>
                  <a:pt x="3229" y="3271"/>
                </a:lnTo>
                <a:cubicBezTo>
                  <a:pt x="3226" y="3276"/>
                  <a:pt x="3222" y="3282"/>
                  <a:pt x="3217" y="3286"/>
                </a:cubicBezTo>
                <a:cubicBezTo>
                  <a:pt x="3214" y="3289"/>
                  <a:pt x="3212" y="3292"/>
                  <a:pt x="3210" y="3296"/>
                </a:cubicBezTo>
                <a:cubicBezTo>
                  <a:pt x="3205" y="3304"/>
                  <a:pt x="3202" y="3314"/>
                  <a:pt x="3201" y="3324"/>
                </a:cubicBezTo>
                <a:lnTo>
                  <a:pt x="3173" y="3329"/>
                </a:lnTo>
                <a:cubicBezTo>
                  <a:pt x="3175" y="3319"/>
                  <a:pt x="3185" y="3308"/>
                  <a:pt x="3180" y="3298"/>
                </a:cubicBezTo>
                <a:cubicBezTo>
                  <a:pt x="3179" y="3297"/>
                  <a:pt x="3179" y="3297"/>
                  <a:pt x="3179" y="3297"/>
                </a:cubicBezTo>
                <a:cubicBezTo>
                  <a:pt x="3179" y="3296"/>
                  <a:pt x="3178" y="3295"/>
                  <a:pt x="3177" y="3295"/>
                </a:cubicBezTo>
                <a:cubicBezTo>
                  <a:pt x="3176" y="3294"/>
                  <a:pt x="3175" y="3294"/>
                  <a:pt x="3174" y="3294"/>
                </a:cubicBezTo>
                <a:cubicBezTo>
                  <a:pt x="3173" y="3294"/>
                  <a:pt x="3172" y="3294"/>
                  <a:pt x="3171" y="3295"/>
                </a:cubicBezTo>
                <a:cubicBezTo>
                  <a:pt x="3170" y="3295"/>
                  <a:pt x="3169" y="3296"/>
                  <a:pt x="3169" y="3297"/>
                </a:cubicBezTo>
                <a:cubicBezTo>
                  <a:pt x="3168" y="3298"/>
                  <a:pt x="3168" y="3299"/>
                  <a:pt x="3168" y="3299"/>
                </a:cubicBezTo>
                <a:cubicBezTo>
                  <a:pt x="3168" y="3301"/>
                  <a:pt x="3165" y="3302"/>
                  <a:pt x="3164" y="3303"/>
                </a:cubicBezTo>
                <a:cubicBezTo>
                  <a:pt x="3161" y="3305"/>
                  <a:pt x="3159" y="3308"/>
                  <a:pt x="3157" y="3311"/>
                </a:cubicBezTo>
                <a:cubicBezTo>
                  <a:pt x="3155" y="3313"/>
                  <a:pt x="3153" y="3314"/>
                  <a:pt x="3152" y="3317"/>
                </a:cubicBezTo>
                <a:cubicBezTo>
                  <a:pt x="3149" y="3321"/>
                  <a:pt x="3148" y="3326"/>
                  <a:pt x="3148" y="3331"/>
                </a:cubicBezTo>
                <a:lnTo>
                  <a:pt x="3148" y="3332"/>
                </a:lnTo>
                <a:lnTo>
                  <a:pt x="3148" y="3333"/>
                </a:lnTo>
                <a:lnTo>
                  <a:pt x="3100" y="3341"/>
                </a:lnTo>
                <a:cubicBezTo>
                  <a:pt x="3105" y="3320"/>
                  <a:pt x="3137" y="3279"/>
                  <a:pt x="3146" y="3266"/>
                </a:cubicBezTo>
                <a:cubicBezTo>
                  <a:pt x="3165" y="3240"/>
                  <a:pt x="3188" y="3216"/>
                  <a:pt x="3214" y="3196"/>
                </a:cubicBezTo>
                <a:cubicBezTo>
                  <a:pt x="3239" y="3175"/>
                  <a:pt x="3266" y="3157"/>
                  <a:pt x="3294" y="3141"/>
                </a:cubicBezTo>
                <a:cubicBezTo>
                  <a:pt x="3315" y="3129"/>
                  <a:pt x="3336" y="3118"/>
                  <a:pt x="3357" y="3109"/>
                </a:cubicBezTo>
                <a:cubicBezTo>
                  <a:pt x="3406" y="3087"/>
                  <a:pt x="3458" y="3076"/>
                  <a:pt x="3512" y="3076"/>
                </a:cubicBezTo>
                <a:cubicBezTo>
                  <a:pt x="3549" y="3076"/>
                  <a:pt x="3586" y="3082"/>
                  <a:pt x="3622" y="3093"/>
                </a:cubicBezTo>
                <a:cubicBezTo>
                  <a:pt x="3636" y="3097"/>
                  <a:pt x="3649" y="3101"/>
                  <a:pt x="3662" y="3109"/>
                </a:cubicBezTo>
                <a:cubicBezTo>
                  <a:pt x="3677" y="3117"/>
                  <a:pt x="3691" y="3129"/>
                  <a:pt x="3703" y="3142"/>
                </a:cubicBezTo>
                <a:cubicBezTo>
                  <a:pt x="3702" y="3143"/>
                  <a:pt x="3702" y="3144"/>
                  <a:pt x="3702" y="3146"/>
                </a:cubicBezTo>
                <a:cubicBezTo>
                  <a:pt x="3702" y="3148"/>
                  <a:pt x="3703" y="3150"/>
                  <a:pt x="3704" y="3152"/>
                </a:cubicBezTo>
                <a:cubicBezTo>
                  <a:pt x="3705" y="3154"/>
                  <a:pt x="3707" y="3156"/>
                  <a:pt x="3709" y="3157"/>
                </a:cubicBezTo>
                <a:cubicBezTo>
                  <a:pt x="3710" y="3158"/>
                  <a:pt x="3712" y="3159"/>
                  <a:pt x="3714" y="3159"/>
                </a:cubicBezTo>
                <a:cubicBezTo>
                  <a:pt x="3717" y="3165"/>
                  <a:pt x="3720" y="3171"/>
                  <a:pt x="3721" y="3178"/>
                </a:cubicBezTo>
                <a:cubicBezTo>
                  <a:pt x="3722" y="3184"/>
                  <a:pt x="3721" y="3179"/>
                  <a:pt x="3721" y="3180"/>
                </a:cubicBezTo>
                <a:cubicBezTo>
                  <a:pt x="3721" y="3182"/>
                  <a:pt x="3722" y="3185"/>
                  <a:pt x="3723" y="3187"/>
                </a:cubicBezTo>
                <a:lnTo>
                  <a:pt x="3723" y="3188"/>
                </a:lnTo>
                <a:cubicBezTo>
                  <a:pt x="3721" y="3189"/>
                  <a:pt x="3720" y="3191"/>
                  <a:pt x="3718" y="3194"/>
                </a:cubicBezTo>
                <a:cubicBezTo>
                  <a:pt x="3717" y="3195"/>
                  <a:pt x="3717" y="3195"/>
                  <a:pt x="3716" y="3196"/>
                </a:cubicBezTo>
                <a:lnTo>
                  <a:pt x="3698" y="3202"/>
                </a:lnTo>
                <a:moveTo>
                  <a:pt x="3277" y="3307"/>
                </a:moveTo>
                <a:cubicBezTo>
                  <a:pt x="3280" y="3306"/>
                  <a:pt x="3282" y="3303"/>
                  <a:pt x="3283" y="3301"/>
                </a:cubicBezTo>
                <a:cubicBezTo>
                  <a:pt x="3287" y="3303"/>
                  <a:pt x="3291" y="3304"/>
                  <a:pt x="3295" y="3306"/>
                </a:cubicBezTo>
                <a:lnTo>
                  <a:pt x="3277" y="3310"/>
                </a:lnTo>
                <a:cubicBezTo>
                  <a:pt x="3277" y="3309"/>
                  <a:pt x="3277" y="3308"/>
                  <a:pt x="3277" y="3307"/>
                </a:cubicBezTo>
                <a:moveTo>
                  <a:pt x="2351" y="3402"/>
                </a:moveTo>
                <a:cubicBezTo>
                  <a:pt x="2353" y="3402"/>
                  <a:pt x="2355" y="3400"/>
                  <a:pt x="2357" y="3400"/>
                </a:cubicBezTo>
                <a:cubicBezTo>
                  <a:pt x="2358" y="3399"/>
                  <a:pt x="2359" y="3399"/>
                  <a:pt x="2359" y="3398"/>
                </a:cubicBezTo>
                <a:lnTo>
                  <a:pt x="2359" y="3401"/>
                </a:lnTo>
                <a:cubicBezTo>
                  <a:pt x="2359" y="3401"/>
                  <a:pt x="2359" y="3402"/>
                  <a:pt x="2359" y="3403"/>
                </a:cubicBezTo>
                <a:lnTo>
                  <a:pt x="2352" y="3403"/>
                </a:lnTo>
                <a:lnTo>
                  <a:pt x="2351" y="3402"/>
                </a:lnTo>
                <a:moveTo>
                  <a:pt x="2367" y="3385"/>
                </a:moveTo>
                <a:lnTo>
                  <a:pt x="2366" y="3387"/>
                </a:lnTo>
                <a:lnTo>
                  <a:pt x="2366" y="3386"/>
                </a:lnTo>
                <a:lnTo>
                  <a:pt x="2367" y="3385"/>
                </a:lnTo>
                <a:moveTo>
                  <a:pt x="2573" y="3385"/>
                </a:moveTo>
                <a:cubicBezTo>
                  <a:pt x="2573" y="3374"/>
                  <a:pt x="2555" y="3375"/>
                  <a:pt x="2555" y="3387"/>
                </a:cubicBezTo>
                <a:cubicBezTo>
                  <a:pt x="2555" y="3389"/>
                  <a:pt x="2555" y="3391"/>
                  <a:pt x="2555" y="3392"/>
                </a:cubicBezTo>
                <a:cubicBezTo>
                  <a:pt x="2555" y="3394"/>
                  <a:pt x="2555" y="3396"/>
                  <a:pt x="2555" y="3398"/>
                </a:cubicBezTo>
                <a:lnTo>
                  <a:pt x="2512" y="3401"/>
                </a:lnTo>
                <a:cubicBezTo>
                  <a:pt x="2512" y="3397"/>
                  <a:pt x="2513" y="3393"/>
                  <a:pt x="2514" y="3389"/>
                </a:cubicBezTo>
                <a:cubicBezTo>
                  <a:pt x="2514" y="3386"/>
                  <a:pt x="2515" y="3383"/>
                  <a:pt x="2515" y="3381"/>
                </a:cubicBezTo>
                <a:cubicBezTo>
                  <a:pt x="2515" y="3377"/>
                  <a:pt x="2514" y="3372"/>
                  <a:pt x="2512" y="3369"/>
                </a:cubicBezTo>
                <a:cubicBezTo>
                  <a:pt x="2511" y="3368"/>
                  <a:pt x="2510" y="3367"/>
                  <a:pt x="2509" y="3366"/>
                </a:cubicBezTo>
                <a:cubicBezTo>
                  <a:pt x="2508" y="3365"/>
                  <a:pt x="2506" y="3365"/>
                  <a:pt x="2505" y="3365"/>
                </a:cubicBezTo>
                <a:cubicBezTo>
                  <a:pt x="2504" y="3365"/>
                  <a:pt x="2502" y="3365"/>
                  <a:pt x="2501" y="3366"/>
                </a:cubicBezTo>
                <a:cubicBezTo>
                  <a:pt x="2500" y="3367"/>
                  <a:pt x="2499" y="3368"/>
                  <a:pt x="2498" y="3369"/>
                </a:cubicBezTo>
                <a:cubicBezTo>
                  <a:pt x="2497" y="3370"/>
                  <a:pt x="2497" y="3371"/>
                  <a:pt x="2496" y="3372"/>
                </a:cubicBezTo>
                <a:cubicBezTo>
                  <a:pt x="2491" y="3380"/>
                  <a:pt x="2489" y="3389"/>
                  <a:pt x="2489" y="3398"/>
                </a:cubicBezTo>
                <a:cubicBezTo>
                  <a:pt x="2489" y="3400"/>
                  <a:pt x="2489" y="3402"/>
                  <a:pt x="2490" y="3404"/>
                </a:cubicBezTo>
                <a:cubicBezTo>
                  <a:pt x="2477" y="3404"/>
                  <a:pt x="2465" y="3404"/>
                  <a:pt x="2453" y="3404"/>
                </a:cubicBezTo>
                <a:cubicBezTo>
                  <a:pt x="2455" y="3399"/>
                  <a:pt x="2456" y="3394"/>
                  <a:pt x="2456" y="3389"/>
                </a:cubicBezTo>
                <a:cubicBezTo>
                  <a:pt x="2456" y="3385"/>
                  <a:pt x="2456" y="3381"/>
                  <a:pt x="2454" y="3377"/>
                </a:cubicBezTo>
                <a:cubicBezTo>
                  <a:pt x="2454" y="3377"/>
                  <a:pt x="2453" y="3376"/>
                  <a:pt x="2453" y="3375"/>
                </a:cubicBezTo>
                <a:cubicBezTo>
                  <a:pt x="2452" y="3374"/>
                  <a:pt x="2451" y="3372"/>
                  <a:pt x="2450" y="3372"/>
                </a:cubicBezTo>
                <a:cubicBezTo>
                  <a:pt x="2448" y="3371"/>
                  <a:pt x="2447" y="3371"/>
                  <a:pt x="2446" y="3371"/>
                </a:cubicBezTo>
                <a:cubicBezTo>
                  <a:pt x="2444" y="3371"/>
                  <a:pt x="2443" y="3371"/>
                  <a:pt x="2442" y="3372"/>
                </a:cubicBezTo>
                <a:cubicBezTo>
                  <a:pt x="2440" y="3372"/>
                  <a:pt x="2438" y="3374"/>
                  <a:pt x="2438" y="3375"/>
                </a:cubicBezTo>
                <a:cubicBezTo>
                  <a:pt x="2437" y="3376"/>
                  <a:pt x="2438" y="3376"/>
                  <a:pt x="2438" y="3376"/>
                </a:cubicBezTo>
                <a:cubicBezTo>
                  <a:pt x="2438" y="3376"/>
                  <a:pt x="2438" y="3377"/>
                  <a:pt x="2437" y="3378"/>
                </a:cubicBezTo>
                <a:cubicBezTo>
                  <a:pt x="2433" y="3385"/>
                  <a:pt x="2430" y="3394"/>
                  <a:pt x="2429" y="3403"/>
                </a:cubicBezTo>
                <a:cubicBezTo>
                  <a:pt x="2415" y="3403"/>
                  <a:pt x="2402" y="3403"/>
                  <a:pt x="2388" y="3403"/>
                </a:cubicBezTo>
                <a:cubicBezTo>
                  <a:pt x="2388" y="3402"/>
                  <a:pt x="2390" y="3400"/>
                  <a:pt x="2391" y="3397"/>
                </a:cubicBezTo>
                <a:cubicBezTo>
                  <a:pt x="2391" y="3395"/>
                  <a:pt x="2392" y="3393"/>
                  <a:pt x="2392" y="3391"/>
                </a:cubicBezTo>
                <a:cubicBezTo>
                  <a:pt x="2392" y="3387"/>
                  <a:pt x="2391" y="3384"/>
                  <a:pt x="2389" y="3381"/>
                </a:cubicBezTo>
                <a:cubicBezTo>
                  <a:pt x="2388" y="3379"/>
                  <a:pt x="2387" y="3378"/>
                  <a:pt x="2386" y="3376"/>
                </a:cubicBezTo>
                <a:cubicBezTo>
                  <a:pt x="2385" y="3376"/>
                  <a:pt x="2385" y="3376"/>
                  <a:pt x="2385" y="3376"/>
                </a:cubicBezTo>
                <a:cubicBezTo>
                  <a:pt x="2383" y="3375"/>
                  <a:pt x="2382" y="3374"/>
                  <a:pt x="2380" y="3374"/>
                </a:cubicBezTo>
                <a:cubicBezTo>
                  <a:pt x="2378" y="3374"/>
                  <a:pt x="2377" y="3375"/>
                  <a:pt x="2375" y="3375"/>
                </a:cubicBezTo>
                <a:cubicBezTo>
                  <a:pt x="2372" y="3376"/>
                  <a:pt x="2368" y="3376"/>
                  <a:pt x="2364" y="3377"/>
                </a:cubicBezTo>
                <a:cubicBezTo>
                  <a:pt x="2364" y="3376"/>
                  <a:pt x="2362" y="3375"/>
                  <a:pt x="2362" y="3374"/>
                </a:cubicBezTo>
                <a:cubicBezTo>
                  <a:pt x="2360" y="3371"/>
                  <a:pt x="2358" y="3367"/>
                  <a:pt x="2355" y="3366"/>
                </a:cubicBezTo>
                <a:cubicBezTo>
                  <a:pt x="2352" y="3364"/>
                  <a:pt x="2349" y="3364"/>
                  <a:pt x="2345" y="3364"/>
                </a:cubicBezTo>
                <a:lnTo>
                  <a:pt x="2344" y="3364"/>
                </a:lnTo>
                <a:lnTo>
                  <a:pt x="2343" y="3364"/>
                </a:lnTo>
                <a:cubicBezTo>
                  <a:pt x="2339" y="3364"/>
                  <a:pt x="2336" y="3364"/>
                  <a:pt x="2333" y="3366"/>
                </a:cubicBezTo>
                <a:cubicBezTo>
                  <a:pt x="2330" y="3367"/>
                  <a:pt x="2327" y="3371"/>
                  <a:pt x="2326" y="3374"/>
                </a:cubicBezTo>
                <a:cubicBezTo>
                  <a:pt x="2324" y="3377"/>
                  <a:pt x="2323" y="3379"/>
                  <a:pt x="2323" y="3383"/>
                </a:cubicBezTo>
                <a:cubicBezTo>
                  <a:pt x="2323" y="3386"/>
                  <a:pt x="2324" y="3390"/>
                  <a:pt x="2326" y="3393"/>
                </a:cubicBezTo>
                <a:cubicBezTo>
                  <a:pt x="2327" y="3396"/>
                  <a:pt x="2329" y="3398"/>
                  <a:pt x="2332" y="3400"/>
                </a:cubicBezTo>
                <a:cubicBezTo>
                  <a:pt x="2330" y="3401"/>
                  <a:pt x="2329" y="3403"/>
                  <a:pt x="2328" y="3404"/>
                </a:cubicBezTo>
                <a:cubicBezTo>
                  <a:pt x="2322" y="3404"/>
                  <a:pt x="2316" y="3404"/>
                  <a:pt x="2310" y="3404"/>
                </a:cubicBezTo>
                <a:cubicBezTo>
                  <a:pt x="2313" y="3398"/>
                  <a:pt x="2316" y="3392"/>
                  <a:pt x="2317" y="3386"/>
                </a:cubicBezTo>
                <a:cubicBezTo>
                  <a:pt x="2318" y="3385"/>
                  <a:pt x="2319" y="3383"/>
                  <a:pt x="2320" y="3381"/>
                </a:cubicBezTo>
                <a:cubicBezTo>
                  <a:pt x="2322" y="3377"/>
                  <a:pt x="2325" y="3373"/>
                  <a:pt x="2329" y="3369"/>
                </a:cubicBezTo>
                <a:cubicBezTo>
                  <a:pt x="2332" y="3366"/>
                  <a:pt x="2336" y="3364"/>
                  <a:pt x="2338" y="3359"/>
                </a:cubicBezTo>
                <a:lnTo>
                  <a:pt x="2338" y="3358"/>
                </a:lnTo>
                <a:cubicBezTo>
                  <a:pt x="2338" y="3357"/>
                  <a:pt x="2338" y="3357"/>
                  <a:pt x="2338" y="3356"/>
                </a:cubicBezTo>
                <a:cubicBezTo>
                  <a:pt x="2337" y="3355"/>
                  <a:pt x="2337" y="3355"/>
                  <a:pt x="2336" y="3355"/>
                </a:cubicBezTo>
                <a:cubicBezTo>
                  <a:pt x="2335" y="3354"/>
                  <a:pt x="2335" y="3354"/>
                  <a:pt x="2334" y="3354"/>
                </a:cubicBezTo>
                <a:lnTo>
                  <a:pt x="2333" y="3355"/>
                </a:lnTo>
                <a:cubicBezTo>
                  <a:pt x="2332" y="3355"/>
                  <a:pt x="2332" y="3355"/>
                  <a:pt x="2331" y="3356"/>
                </a:cubicBezTo>
                <a:cubicBezTo>
                  <a:pt x="2329" y="3359"/>
                  <a:pt x="2324" y="3361"/>
                  <a:pt x="2321" y="3364"/>
                </a:cubicBezTo>
                <a:cubicBezTo>
                  <a:pt x="2316" y="3368"/>
                  <a:pt x="2311" y="3371"/>
                  <a:pt x="2307" y="3375"/>
                </a:cubicBezTo>
                <a:cubicBezTo>
                  <a:pt x="2304" y="3378"/>
                  <a:pt x="2302" y="3382"/>
                  <a:pt x="2300" y="3386"/>
                </a:cubicBezTo>
                <a:cubicBezTo>
                  <a:pt x="2299" y="3387"/>
                  <a:pt x="2298" y="3388"/>
                  <a:pt x="2297" y="3390"/>
                </a:cubicBezTo>
                <a:cubicBezTo>
                  <a:pt x="2297" y="3390"/>
                  <a:pt x="2296" y="3391"/>
                  <a:pt x="2296" y="3392"/>
                </a:cubicBezTo>
                <a:cubicBezTo>
                  <a:pt x="2294" y="3395"/>
                  <a:pt x="2293" y="3398"/>
                  <a:pt x="2292" y="3402"/>
                </a:cubicBezTo>
                <a:lnTo>
                  <a:pt x="2292" y="3403"/>
                </a:lnTo>
                <a:lnTo>
                  <a:pt x="2292" y="3404"/>
                </a:lnTo>
                <a:lnTo>
                  <a:pt x="2257" y="3404"/>
                </a:lnTo>
                <a:cubicBezTo>
                  <a:pt x="2274" y="3383"/>
                  <a:pt x="2292" y="3364"/>
                  <a:pt x="2311" y="3347"/>
                </a:cubicBezTo>
                <a:cubicBezTo>
                  <a:pt x="2342" y="3318"/>
                  <a:pt x="2375" y="3293"/>
                  <a:pt x="2411" y="3271"/>
                </a:cubicBezTo>
                <a:cubicBezTo>
                  <a:pt x="2484" y="3232"/>
                  <a:pt x="2563" y="3208"/>
                  <a:pt x="2645" y="3199"/>
                </a:cubicBezTo>
                <a:cubicBezTo>
                  <a:pt x="2762" y="3186"/>
                  <a:pt x="2856" y="3194"/>
                  <a:pt x="2952" y="3265"/>
                </a:cubicBezTo>
                <a:cubicBezTo>
                  <a:pt x="2976" y="3282"/>
                  <a:pt x="3019" y="3322"/>
                  <a:pt x="3024" y="3353"/>
                </a:cubicBezTo>
                <a:cubicBezTo>
                  <a:pt x="2983" y="3358"/>
                  <a:pt x="2941" y="3363"/>
                  <a:pt x="2900" y="3367"/>
                </a:cubicBezTo>
                <a:cubicBezTo>
                  <a:pt x="2810" y="3375"/>
                  <a:pt x="2716" y="3396"/>
                  <a:pt x="2626" y="3396"/>
                </a:cubicBezTo>
                <a:cubicBezTo>
                  <a:pt x="2608" y="3396"/>
                  <a:pt x="2590" y="3397"/>
                  <a:pt x="2571" y="3398"/>
                </a:cubicBezTo>
                <a:cubicBezTo>
                  <a:pt x="2573" y="3393"/>
                  <a:pt x="2573" y="3389"/>
                  <a:pt x="2573" y="3385"/>
                </a:cubicBezTo>
                <a:moveTo>
                  <a:pt x="2180" y="3400"/>
                </a:moveTo>
                <a:cubicBezTo>
                  <a:pt x="2180" y="3399"/>
                  <a:pt x="2180" y="3399"/>
                  <a:pt x="2180" y="3398"/>
                </a:cubicBezTo>
                <a:cubicBezTo>
                  <a:pt x="2180" y="3397"/>
                  <a:pt x="2180" y="3396"/>
                  <a:pt x="2180" y="3395"/>
                </a:cubicBezTo>
                <a:cubicBezTo>
                  <a:pt x="2175" y="3381"/>
                  <a:pt x="2162" y="3376"/>
                  <a:pt x="2150" y="3368"/>
                </a:cubicBezTo>
                <a:cubicBezTo>
                  <a:pt x="2130" y="3352"/>
                  <a:pt x="2113" y="3331"/>
                  <a:pt x="2100" y="3309"/>
                </a:cubicBezTo>
                <a:lnTo>
                  <a:pt x="2100" y="3308"/>
                </a:lnTo>
                <a:lnTo>
                  <a:pt x="2099" y="3307"/>
                </a:lnTo>
                <a:cubicBezTo>
                  <a:pt x="2098" y="3307"/>
                  <a:pt x="2098" y="3307"/>
                  <a:pt x="2097" y="3307"/>
                </a:cubicBezTo>
                <a:cubicBezTo>
                  <a:pt x="2096" y="3307"/>
                  <a:pt x="2096" y="3307"/>
                  <a:pt x="2095" y="3307"/>
                </a:cubicBezTo>
                <a:lnTo>
                  <a:pt x="2094" y="3308"/>
                </a:lnTo>
                <a:cubicBezTo>
                  <a:pt x="2094" y="3309"/>
                  <a:pt x="2094" y="3309"/>
                  <a:pt x="2094" y="3310"/>
                </a:cubicBezTo>
                <a:cubicBezTo>
                  <a:pt x="2094" y="3311"/>
                  <a:pt x="2094" y="3311"/>
                  <a:pt x="2094" y="3312"/>
                </a:cubicBezTo>
                <a:cubicBezTo>
                  <a:pt x="2095" y="3312"/>
                  <a:pt x="2095" y="3313"/>
                  <a:pt x="2096" y="3314"/>
                </a:cubicBezTo>
                <a:cubicBezTo>
                  <a:pt x="2100" y="3322"/>
                  <a:pt x="2104" y="3331"/>
                  <a:pt x="2108" y="3340"/>
                </a:cubicBezTo>
                <a:cubicBezTo>
                  <a:pt x="2109" y="3349"/>
                  <a:pt x="2113" y="3359"/>
                  <a:pt x="2118" y="3367"/>
                </a:cubicBezTo>
                <a:cubicBezTo>
                  <a:pt x="2119" y="3369"/>
                  <a:pt x="2120" y="3370"/>
                  <a:pt x="2120" y="3371"/>
                </a:cubicBezTo>
                <a:cubicBezTo>
                  <a:pt x="2126" y="3377"/>
                  <a:pt x="2130" y="3384"/>
                  <a:pt x="2136" y="3390"/>
                </a:cubicBezTo>
                <a:cubicBezTo>
                  <a:pt x="2140" y="3393"/>
                  <a:pt x="2144" y="3396"/>
                  <a:pt x="2148" y="3399"/>
                </a:cubicBezTo>
                <a:lnTo>
                  <a:pt x="2119" y="3397"/>
                </a:lnTo>
                <a:cubicBezTo>
                  <a:pt x="2119" y="3396"/>
                  <a:pt x="2119" y="3394"/>
                  <a:pt x="2119" y="3393"/>
                </a:cubicBezTo>
                <a:cubicBezTo>
                  <a:pt x="2119" y="3391"/>
                  <a:pt x="2119" y="3391"/>
                  <a:pt x="2119" y="3390"/>
                </a:cubicBezTo>
                <a:cubicBezTo>
                  <a:pt x="2109" y="3370"/>
                  <a:pt x="2079" y="3370"/>
                  <a:pt x="2070" y="3347"/>
                </a:cubicBezTo>
                <a:cubicBezTo>
                  <a:pt x="2062" y="3328"/>
                  <a:pt x="2047" y="3313"/>
                  <a:pt x="2042" y="3291"/>
                </a:cubicBezTo>
                <a:cubicBezTo>
                  <a:pt x="2042" y="3288"/>
                  <a:pt x="2035" y="3289"/>
                  <a:pt x="2035" y="3293"/>
                </a:cubicBezTo>
                <a:cubicBezTo>
                  <a:pt x="2039" y="3317"/>
                  <a:pt x="2054" y="3337"/>
                  <a:pt x="2056" y="3361"/>
                </a:cubicBezTo>
                <a:cubicBezTo>
                  <a:pt x="2057" y="3365"/>
                  <a:pt x="2058" y="3368"/>
                  <a:pt x="2060" y="3371"/>
                </a:cubicBezTo>
                <a:cubicBezTo>
                  <a:pt x="2062" y="3375"/>
                  <a:pt x="2065" y="3378"/>
                  <a:pt x="2068" y="3381"/>
                </a:cubicBezTo>
                <a:cubicBezTo>
                  <a:pt x="2072" y="3385"/>
                  <a:pt x="2076" y="3389"/>
                  <a:pt x="2081" y="3392"/>
                </a:cubicBezTo>
                <a:cubicBezTo>
                  <a:pt x="2082" y="3393"/>
                  <a:pt x="2082" y="3393"/>
                  <a:pt x="2083" y="3394"/>
                </a:cubicBezTo>
                <a:cubicBezTo>
                  <a:pt x="2085" y="3395"/>
                  <a:pt x="2087" y="3396"/>
                  <a:pt x="2089" y="3397"/>
                </a:cubicBezTo>
                <a:lnTo>
                  <a:pt x="2080" y="3397"/>
                </a:lnTo>
                <a:cubicBezTo>
                  <a:pt x="2070" y="3391"/>
                  <a:pt x="2058" y="3388"/>
                  <a:pt x="2046" y="3387"/>
                </a:cubicBezTo>
                <a:cubicBezTo>
                  <a:pt x="2046" y="3386"/>
                  <a:pt x="2045" y="3385"/>
                  <a:pt x="2044" y="3385"/>
                </a:cubicBezTo>
                <a:cubicBezTo>
                  <a:pt x="2036" y="3379"/>
                  <a:pt x="2029" y="3372"/>
                  <a:pt x="2022" y="3365"/>
                </a:cubicBezTo>
                <a:cubicBezTo>
                  <a:pt x="2016" y="3359"/>
                  <a:pt x="2013" y="3350"/>
                  <a:pt x="2007" y="3344"/>
                </a:cubicBezTo>
                <a:cubicBezTo>
                  <a:pt x="2003" y="3340"/>
                  <a:pt x="1997" y="3344"/>
                  <a:pt x="2000" y="3348"/>
                </a:cubicBezTo>
                <a:cubicBezTo>
                  <a:pt x="2007" y="3357"/>
                  <a:pt x="2010" y="3367"/>
                  <a:pt x="2017" y="3375"/>
                </a:cubicBezTo>
                <a:cubicBezTo>
                  <a:pt x="2020" y="3379"/>
                  <a:pt x="2023" y="3383"/>
                  <a:pt x="2026" y="3387"/>
                </a:cubicBezTo>
                <a:lnTo>
                  <a:pt x="2006" y="3387"/>
                </a:lnTo>
                <a:cubicBezTo>
                  <a:pt x="1994" y="3378"/>
                  <a:pt x="1983" y="3368"/>
                  <a:pt x="1974" y="3357"/>
                </a:cubicBezTo>
                <a:cubicBezTo>
                  <a:pt x="1973" y="3355"/>
                  <a:pt x="1972" y="3353"/>
                  <a:pt x="1971" y="3352"/>
                </a:cubicBezTo>
                <a:cubicBezTo>
                  <a:pt x="1963" y="3338"/>
                  <a:pt x="1959" y="3323"/>
                  <a:pt x="1958" y="3307"/>
                </a:cubicBezTo>
                <a:cubicBezTo>
                  <a:pt x="1958" y="3306"/>
                  <a:pt x="1958" y="3306"/>
                  <a:pt x="1957" y="3305"/>
                </a:cubicBezTo>
                <a:lnTo>
                  <a:pt x="1956" y="3304"/>
                </a:lnTo>
                <a:lnTo>
                  <a:pt x="1955" y="3304"/>
                </a:lnTo>
                <a:cubicBezTo>
                  <a:pt x="1954" y="3304"/>
                  <a:pt x="1954" y="3303"/>
                  <a:pt x="1953" y="3304"/>
                </a:cubicBezTo>
                <a:cubicBezTo>
                  <a:pt x="1952" y="3304"/>
                  <a:pt x="1952" y="3305"/>
                  <a:pt x="1952" y="3305"/>
                </a:cubicBezTo>
                <a:cubicBezTo>
                  <a:pt x="1952" y="3306"/>
                  <a:pt x="1952" y="3306"/>
                  <a:pt x="1952" y="3307"/>
                </a:cubicBezTo>
                <a:cubicBezTo>
                  <a:pt x="1951" y="3311"/>
                  <a:pt x="1951" y="3315"/>
                  <a:pt x="1951" y="3319"/>
                </a:cubicBezTo>
                <a:cubicBezTo>
                  <a:pt x="1951" y="3323"/>
                  <a:pt x="1951" y="3327"/>
                  <a:pt x="1952" y="3331"/>
                </a:cubicBezTo>
                <a:cubicBezTo>
                  <a:pt x="1952" y="3334"/>
                  <a:pt x="1952" y="3337"/>
                  <a:pt x="1952" y="3340"/>
                </a:cubicBezTo>
                <a:cubicBezTo>
                  <a:pt x="1952" y="3342"/>
                  <a:pt x="1952" y="3345"/>
                  <a:pt x="1952" y="3348"/>
                </a:cubicBezTo>
                <a:cubicBezTo>
                  <a:pt x="1953" y="3355"/>
                  <a:pt x="1955" y="3362"/>
                  <a:pt x="1959" y="3368"/>
                </a:cubicBezTo>
                <a:cubicBezTo>
                  <a:pt x="1959" y="3369"/>
                  <a:pt x="1960" y="3369"/>
                  <a:pt x="1960" y="3370"/>
                </a:cubicBezTo>
                <a:cubicBezTo>
                  <a:pt x="1961" y="3372"/>
                  <a:pt x="1962" y="3374"/>
                  <a:pt x="1963" y="3376"/>
                </a:cubicBezTo>
                <a:cubicBezTo>
                  <a:pt x="1966" y="3380"/>
                  <a:pt x="1969" y="3384"/>
                  <a:pt x="1973" y="3388"/>
                </a:cubicBezTo>
                <a:lnTo>
                  <a:pt x="1965" y="3388"/>
                </a:lnTo>
                <a:cubicBezTo>
                  <a:pt x="1965" y="3388"/>
                  <a:pt x="1965" y="3387"/>
                  <a:pt x="1964" y="3387"/>
                </a:cubicBezTo>
                <a:cubicBezTo>
                  <a:pt x="1962" y="3385"/>
                  <a:pt x="1962" y="3384"/>
                  <a:pt x="1961" y="3383"/>
                </a:cubicBezTo>
                <a:lnTo>
                  <a:pt x="1960" y="3383"/>
                </a:lnTo>
                <a:cubicBezTo>
                  <a:pt x="1957" y="3381"/>
                  <a:pt x="1954" y="3379"/>
                  <a:pt x="1953" y="3376"/>
                </a:cubicBezTo>
                <a:cubicBezTo>
                  <a:pt x="1952" y="3374"/>
                  <a:pt x="1951" y="3373"/>
                  <a:pt x="1951" y="3371"/>
                </a:cubicBezTo>
                <a:cubicBezTo>
                  <a:pt x="1950" y="3369"/>
                  <a:pt x="1949" y="3367"/>
                  <a:pt x="1948" y="3365"/>
                </a:cubicBezTo>
                <a:cubicBezTo>
                  <a:pt x="1946" y="3362"/>
                  <a:pt x="1944" y="3360"/>
                  <a:pt x="1942" y="3357"/>
                </a:cubicBezTo>
                <a:cubicBezTo>
                  <a:pt x="1940" y="3356"/>
                  <a:pt x="1938" y="3354"/>
                  <a:pt x="1937" y="3352"/>
                </a:cubicBezTo>
                <a:cubicBezTo>
                  <a:pt x="1935" y="3349"/>
                  <a:pt x="1935" y="3345"/>
                  <a:pt x="1935" y="3342"/>
                </a:cubicBezTo>
                <a:lnTo>
                  <a:pt x="1935" y="3341"/>
                </a:lnTo>
                <a:cubicBezTo>
                  <a:pt x="1935" y="3341"/>
                  <a:pt x="1934" y="3340"/>
                  <a:pt x="1934" y="3339"/>
                </a:cubicBezTo>
                <a:cubicBezTo>
                  <a:pt x="1934" y="3339"/>
                  <a:pt x="1933" y="3338"/>
                  <a:pt x="1932" y="3338"/>
                </a:cubicBezTo>
                <a:cubicBezTo>
                  <a:pt x="1931" y="3337"/>
                  <a:pt x="1931" y="3337"/>
                  <a:pt x="1930" y="3337"/>
                </a:cubicBezTo>
                <a:cubicBezTo>
                  <a:pt x="1929" y="3337"/>
                  <a:pt x="1929" y="3337"/>
                  <a:pt x="1928" y="3338"/>
                </a:cubicBezTo>
                <a:cubicBezTo>
                  <a:pt x="1927" y="3338"/>
                  <a:pt x="1927" y="3338"/>
                  <a:pt x="1926" y="3339"/>
                </a:cubicBezTo>
                <a:cubicBezTo>
                  <a:pt x="1925" y="3339"/>
                  <a:pt x="1926" y="3341"/>
                  <a:pt x="1926" y="3341"/>
                </a:cubicBezTo>
                <a:cubicBezTo>
                  <a:pt x="1927" y="3353"/>
                  <a:pt x="1928" y="3364"/>
                  <a:pt x="1931" y="3375"/>
                </a:cubicBezTo>
                <a:cubicBezTo>
                  <a:pt x="1931" y="3380"/>
                  <a:pt x="1932" y="3385"/>
                  <a:pt x="1935" y="3390"/>
                </a:cubicBezTo>
                <a:lnTo>
                  <a:pt x="1925" y="3390"/>
                </a:lnTo>
                <a:cubicBezTo>
                  <a:pt x="1925" y="3389"/>
                  <a:pt x="1926" y="3389"/>
                  <a:pt x="1926" y="3389"/>
                </a:cubicBezTo>
                <a:cubicBezTo>
                  <a:pt x="1926" y="3389"/>
                  <a:pt x="1925" y="3389"/>
                  <a:pt x="1925" y="3388"/>
                </a:cubicBezTo>
                <a:cubicBezTo>
                  <a:pt x="1923" y="3376"/>
                  <a:pt x="1914" y="3369"/>
                  <a:pt x="1908" y="3358"/>
                </a:cubicBezTo>
                <a:cubicBezTo>
                  <a:pt x="1900" y="3342"/>
                  <a:pt x="1894" y="3325"/>
                  <a:pt x="1892" y="3307"/>
                </a:cubicBezTo>
                <a:cubicBezTo>
                  <a:pt x="1892" y="3303"/>
                  <a:pt x="1886" y="3302"/>
                  <a:pt x="1886" y="3307"/>
                </a:cubicBezTo>
                <a:cubicBezTo>
                  <a:pt x="1883" y="3318"/>
                  <a:pt x="1881" y="3329"/>
                  <a:pt x="1881" y="3340"/>
                </a:cubicBezTo>
                <a:cubicBezTo>
                  <a:pt x="1881" y="3345"/>
                  <a:pt x="1881" y="3350"/>
                  <a:pt x="1882" y="3355"/>
                </a:cubicBezTo>
                <a:cubicBezTo>
                  <a:pt x="1885" y="3365"/>
                  <a:pt x="1889" y="3373"/>
                  <a:pt x="1895" y="3383"/>
                </a:cubicBezTo>
                <a:cubicBezTo>
                  <a:pt x="1896" y="3386"/>
                  <a:pt x="1898" y="3388"/>
                  <a:pt x="1899" y="3391"/>
                </a:cubicBezTo>
                <a:cubicBezTo>
                  <a:pt x="1883" y="3391"/>
                  <a:pt x="1866" y="3391"/>
                  <a:pt x="1849" y="3391"/>
                </a:cubicBezTo>
                <a:cubicBezTo>
                  <a:pt x="1850" y="3390"/>
                  <a:pt x="1850" y="3389"/>
                  <a:pt x="1850" y="3389"/>
                </a:cubicBezTo>
                <a:cubicBezTo>
                  <a:pt x="1850" y="3388"/>
                  <a:pt x="1850" y="3387"/>
                  <a:pt x="1849" y="3387"/>
                </a:cubicBezTo>
                <a:cubicBezTo>
                  <a:pt x="1830" y="3333"/>
                  <a:pt x="1877" y="3232"/>
                  <a:pt x="1902" y="3183"/>
                </a:cubicBezTo>
                <a:lnTo>
                  <a:pt x="1919" y="3150"/>
                </a:lnTo>
                <a:cubicBezTo>
                  <a:pt x="1925" y="3144"/>
                  <a:pt x="1930" y="3137"/>
                  <a:pt x="1935" y="3129"/>
                </a:cubicBezTo>
                <a:cubicBezTo>
                  <a:pt x="1941" y="3118"/>
                  <a:pt x="1946" y="3105"/>
                  <a:pt x="1948" y="3092"/>
                </a:cubicBezTo>
                <a:cubicBezTo>
                  <a:pt x="1958" y="3075"/>
                  <a:pt x="1967" y="3059"/>
                  <a:pt x="1977" y="3043"/>
                </a:cubicBezTo>
                <a:cubicBezTo>
                  <a:pt x="2030" y="2959"/>
                  <a:pt x="2103" y="2889"/>
                  <a:pt x="2189" y="2840"/>
                </a:cubicBezTo>
                <a:cubicBezTo>
                  <a:pt x="2205" y="2830"/>
                  <a:pt x="2222" y="2821"/>
                  <a:pt x="2240" y="2813"/>
                </a:cubicBezTo>
                <a:cubicBezTo>
                  <a:pt x="2350" y="2765"/>
                  <a:pt x="2476" y="2782"/>
                  <a:pt x="2578" y="2834"/>
                </a:cubicBezTo>
                <a:cubicBezTo>
                  <a:pt x="2716" y="2904"/>
                  <a:pt x="2743" y="3027"/>
                  <a:pt x="2745" y="3168"/>
                </a:cubicBezTo>
                <a:lnTo>
                  <a:pt x="2725" y="3168"/>
                </a:lnTo>
                <a:cubicBezTo>
                  <a:pt x="2725" y="3167"/>
                  <a:pt x="2726" y="3167"/>
                  <a:pt x="2726" y="3166"/>
                </a:cubicBezTo>
                <a:cubicBezTo>
                  <a:pt x="2726" y="3165"/>
                  <a:pt x="2725" y="3165"/>
                  <a:pt x="2725" y="3164"/>
                </a:cubicBezTo>
                <a:cubicBezTo>
                  <a:pt x="2720" y="3140"/>
                  <a:pt x="2723" y="3109"/>
                  <a:pt x="2703" y="3091"/>
                </a:cubicBezTo>
                <a:cubicBezTo>
                  <a:pt x="2702" y="3091"/>
                  <a:pt x="2702" y="3090"/>
                  <a:pt x="2702" y="3090"/>
                </a:cubicBezTo>
                <a:cubicBezTo>
                  <a:pt x="2701" y="3090"/>
                  <a:pt x="2700" y="3090"/>
                  <a:pt x="2699" y="3090"/>
                </a:cubicBezTo>
                <a:cubicBezTo>
                  <a:pt x="2698" y="3090"/>
                  <a:pt x="2697" y="3090"/>
                  <a:pt x="2697" y="3090"/>
                </a:cubicBezTo>
                <a:cubicBezTo>
                  <a:pt x="2696" y="3091"/>
                  <a:pt x="2695" y="3091"/>
                  <a:pt x="2695" y="3092"/>
                </a:cubicBezTo>
                <a:cubicBezTo>
                  <a:pt x="2694" y="3093"/>
                  <a:pt x="2694" y="3094"/>
                  <a:pt x="2694" y="3095"/>
                </a:cubicBezTo>
                <a:cubicBezTo>
                  <a:pt x="2694" y="3096"/>
                  <a:pt x="2694" y="3096"/>
                  <a:pt x="2695" y="3097"/>
                </a:cubicBezTo>
                <a:cubicBezTo>
                  <a:pt x="2695" y="3100"/>
                  <a:pt x="2696" y="3104"/>
                  <a:pt x="2696" y="3107"/>
                </a:cubicBezTo>
                <a:cubicBezTo>
                  <a:pt x="2696" y="3112"/>
                  <a:pt x="2695" y="3117"/>
                  <a:pt x="2693" y="3122"/>
                </a:cubicBezTo>
                <a:cubicBezTo>
                  <a:pt x="2693" y="3124"/>
                  <a:pt x="2693" y="3126"/>
                  <a:pt x="2693" y="3128"/>
                </a:cubicBezTo>
                <a:cubicBezTo>
                  <a:pt x="2693" y="3132"/>
                  <a:pt x="2694" y="3136"/>
                  <a:pt x="2695" y="3140"/>
                </a:cubicBezTo>
                <a:cubicBezTo>
                  <a:pt x="2697" y="3150"/>
                  <a:pt x="2695" y="3160"/>
                  <a:pt x="2697" y="3169"/>
                </a:cubicBezTo>
                <a:lnTo>
                  <a:pt x="2687" y="3169"/>
                </a:lnTo>
                <a:lnTo>
                  <a:pt x="2687" y="3168"/>
                </a:lnTo>
                <a:cubicBezTo>
                  <a:pt x="2687" y="3167"/>
                  <a:pt x="2687" y="3167"/>
                  <a:pt x="2687" y="3167"/>
                </a:cubicBezTo>
                <a:cubicBezTo>
                  <a:pt x="2687" y="3149"/>
                  <a:pt x="2682" y="3130"/>
                  <a:pt x="2672" y="3114"/>
                </a:cubicBezTo>
                <a:cubicBezTo>
                  <a:pt x="2671" y="3112"/>
                  <a:pt x="2670" y="3110"/>
                  <a:pt x="2669" y="3109"/>
                </a:cubicBezTo>
                <a:cubicBezTo>
                  <a:pt x="2660" y="3093"/>
                  <a:pt x="2650" y="3077"/>
                  <a:pt x="2641" y="3061"/>
                </a:cubicBezTo>
                <a:cubicBezTo>
                  <a:pt x="2639" y="3057"/>
                  <a:pt x="2637" y="3054"/>
                  <a:pt x="2635" y="3050"/>
                </a:cubicBezTo>
                <a:cubicBezTo>
                  <a:pt x="2631" y="3043"/>
                  <a:pt x="2627" y="3036"/>
                  <a:pt x="2621" y="3030"/>
                </a:cubicBezTo>
                <a:cubicBezTo>
                  <a:pt x="2619" y="3027"/>
                  <a:pt x="2613" y="3032"/>
                  <a:pt x="2616" y="3035"/>
                </a:cubicBezTo>
                <a:cubicBezTo>
                  <a:pt x="2634" y="3054"/>
                  <a:pt x="2639" y="3085"/>
                  <a:pt x="2651" y="3108"/>
                </a:cubicBezTo>
                <a:cubicBezTo>
                  <a:pt x="2652" y="3110"/>
                  <a:pt x="2653" y="3111"/>
                  <a:pt x="2654" y="3113"/>
                </a:cubicBezTo>
                <a:cubicBezTo>
                  <a:pt x="2663" y="3128"/>
                  <a:pt x="2668" y="3145"/>
                  <a:pt x="2669" y="3162"/>
                </a:cubicBezTo>
                <a:cubicBezTo>
                  <a:pt x="2669" y="3163"/>
                  <a:pt x="2669" y="3164"/>
                  <a:pt x="2669" y="3165"/>
                </a:cubicBezTo>
                <a:cubicBezTo>
                  <a:pt x="2669" y="3166"/>
                  <a:pt x="2669" y="3167"/>
                  <a:pt x="2670" y="3169"/>
                </a:cubicBezTo>
                <a:cubicBezTo>
                  <a:pt x="2670" y="3169"/>
                  <a:pt x="2670" y="3170"/>
                  <a:pt x="2671" y="3170"/>
                </a:cubicBezTo>
                <a:cubicBezTo>
                  <a:pt x="2663" y="3170"/>
                  <a:pt x="2654" y="3171"/>
                  <a:pt x="2646" y="3172"/>
                </a:cubicBezTo>
                <a:cubicBezTo>
                  <a:pt x="2643" y="3165"/>
                  <a:pt x="2640" y="3158"/>
                  <a:pt x="2638" y="3150"/>
                </a:cubicBezTo>
                <a:cubicBezTo>
                  <a:pt x="2638" y="3145"/>
                  <a:pt x="2637" y="3140"/>
                  <a:pt x="2634" y="3135"/>
                </a:cubicBezTo>
                <a:cubicBezTo>
                  <a:pt x="2633" y="3132"/>
                  <a:pt x="2631" y="3129"/>
                  <a:pt x="2629" y="3125"/>
                </a:cubicBezTo>
                <a:cubicBezTo>
                  <a:pt x="2624" y="3115"/>
                  <a:pt x="2617" y="3106"/>
                  <a:pt x="2609" y="3098"/>
                </a:cubicBezTo>
                <a:cubicBezTo>
                  <a:pt x="2604" y="3094"/>
                  <a:pt x="2597" y="3101"/>
                  <a:pt x="2602" y="3105"/>
                </a:cubicBezTo>
                <a:cubicBezTo>
                  <a:pt x="2610" y="3113"/>
                  <a:pt x="2611" y="3127"/>
                  <a:pt x="2616" y="3137"/>
                </a:cubicBezTo>
                <a:cubicBezTo>
                  <a:pt x="2618" y="3144"/>
                  <a:pt x="2620" y="3151"/>
                  <a:pt x="2620" y="3159"/>
                </a:cubicBezTo>
                <a:cubicBezTo>
                  <a:pt x="2621" y="3164"/>
                  <a:pt x="2623" y="3170"/>
                  <a:pt x="2625" y="3175"/>
                </a:cubicBezTo>
                <a:lnTo>
                  <a:pt x="2603" y="3179"/>
                </a:lnTo>
                <a:cubicBezTo>
                  <a:pt x="2603" y="3177"/>
                  <a:pt x="2603" y="3176"/>
                  <a:pt x="2602" y="3174"/>
                </a:cubicBezTo>
                <a:lnTo>
                  <a:pt x="2601" y="3173"/>
                </a:lnTo>
                <a:cubicBezTo>
                  <a:pt x="2593" y="3153"/>
                  <a:pt x="2580" y="3137"/>
                  <a:pt x="2571" y="3119"/>
                </a:cubicBezTo>
                <a:cubicBezTo>
                  <a:pt x="2570" y="3117"/>
                  <a:pt x="2569" y="3116"/>
                  <a:pt x="2569" y="3115"/>
                </a:cubicBezTo>
                <a:cubicBezTo>
                  <a:pt x="2559" y="3098"/>
                  <a:pt x="2545" y="3083"/>
                  <a:pt x="2527" y="3074"/>
                </a:cubicBezTo>
                <a:cubicBezTo>
                  <a:pt x="2523" y="3072"/>
                  <a:pt x="2519" y="3078"/>
                  <a:pt x="2523" y="3081"/>
                </a:cubicBezTo>
                <a:cubicBezTo>
                  <a:pt x="2543" y="3092"/>
                  <a:pt x="2549" y="3124"/>
                  <a:pt x="2557" y="3144"/>
                </a:cubicBezTo>
                <a:cubicBezTo>
                  <a:pt x="2560" y="3152"/>
                  <a:pt x="2564" y="3159"/>
                  <a:pt x="2568" y="3166"/>
                </a:cubicBezTo>
                <a:cubicBezTo>
                  <a:pt x="2571" y="3172"/>
                  <a:pt x="2575" y="3179"/>
                  <a:pt x="2580" y="3184"/>
                </a:cubicBezTo>
                <a:lnTo>
                  <a:pt x="2560" y="3190"/>
                </a:lnTo>
                <a:cubicBezTo>
                  <a:pt x="2558" y="3185"/>
                  <a:pt x="2555" y="3180"/>
                  <a:pt x="2552" y="3175"/>
                </a:cubicBezTo>
                <a:cubicBezTo>
                  <a:pt x="2545" y="3162"/>
                  <a:pt x="2536" y="3151"/>
                  <a:pt x="2525" y="3141"/>
                </a:cubicBezTo>
                <a:cubicBezTo>
                  <a:pt x="2515" y="3132"/>
                  <a:pt x="2513" y="3122"/>
                  <a:pt x="2505" y="3111"/>
                </a:cubicBezTo>
                <a:cubicBezTo>
                  <a:pt x="2496" y="3099"/>
                  <a:pt x="2485" y="3086"/>
                  <a:pt x="2474" y="3075"/>
                </a:cubicBezTo>
                <a:cubicBezTo>
                  <a:pt x="2471" y="3071"/>
                  <a:pt x="2464" y="3076"/>
                  <a:pt x="2468" y="3080"/>
                </a:cubicBezTo>
                <a:cubicBezTo>
                  <a:pt x="2478" y="3092"/>
                  <a:pt x="2488" y="3104"/>
                  <a:pt x="2497" y="3117"/>
                </a:cubicBezTo>
                <a:cubicBezTo>
                  <a:pt x="2504" y="3125"/>
                  <a:pt x="2505" y="3136"/>
                  <a:pt x="2513" y="3144"/>
                </a:cubicBezTo>
                <a:cubicBezTo>
                  <a:pt x="2520" y="3150"/>
                  <a:pt x="2525" y="3158"/>
                  <a:pt x="2530" y="3166"/>
                </a:cubicBezTo>
                <a:cubicBezTo>
                  <a:pt x="2534" y="3174"/>
                  <a:pt x="2538" y="3182"/>
                  <a:pt x="2541" y="3191"/>
                </a:cubicBezTo>
                <a:lnTo>
                  <a:pt x="2542" y="3195"/>
                </a:lnTo>
                <a:cubicBezTo>
                  <a:pt x="2532" y="3198"/>
                  <a:pt x="2522" y="3202"/>
                  <a:pt x="2512" y="3205"/>
                </a:cubicBezTo>
                <a:cubicBezTo>
                  <a:pt x="2509" y="3201"/>
                  <a:pt x="2506" y="3189"/>
                  <a:pt x="2502" y="3183"/>
                </a:cubicBezTo>
                <a:cubicBezTo>
                  <a:pt x="2499" y="3178"/>
                  <a:pt x="2495" y="3174"/>
                  <a:pt x="2491" y="3170"/>
                </a:cubicBezTo>
                <a:cubicBezTo>
                  <a:pt x="2481" y="3157"/>
                  <a:pt x="2471" y="3146"/>
                  <a:pt x="2460" y="3135"/>
                </a:cubicBezTo>
                <a:cubicBezTo>
                  <a:pt x="2457" y="3133"/>
                  <a:pt x="2453" y="3135"/>
                  <a:pt x="2455" y="3139"/>
                </a:cubicBezTo>
                <a:cubicBezTo>
                  <a:pt x="2460" y="3145"/>
                  <a:pt x="2464" y="3152"/>
                  <a:pt x="2469" y="3160"/>
                </a:cubicBezTo>
                <a:cubicBezTo>
                  <a:pt x="2473" y="3167"/>
                  <a:pt x="2477" y="3175"/>
                  <a:pt x="2481" y="3183"/>
                </a:cubicBezTo>
                <a:cubicBezTo>
                  <a:pt x="2486" y="3193"/>
                  <a:pt x="2485" y="3204"/>
                  <a:pt x="2490" y="3214"/>
                </a:cubicBezTo>
                <a:lnTo>
                  <a:pt x="2470" y="3222"/>
                </a:lnTo>
                <a:cubicBezTo>
                  <a:pt x="2470" y="3222"/>
                  <a:pt x="2469" y="3222"/>
                  <a:pt x="2469" y="3221"/>
                </a:cubicBezTo>
                <a:cubicBezTo>
                  <a:pt x="2468" y="3220"/>
                  <a:pt x="2467" y="3218"/>
                  <a:pt x="2466" y="3217"/>
                </a:cubicBezTo>
                <a:cubicBezTo>
                  <a:pt x="2459" y="3202"/>
                  <a:pt x="2449" y="3187"/>
                  <a:pt x="2442" y="3172"/>
                </a:cubicBezTo>
                <a:cubicBezTo>
                  <a:pt x="2434" y="3156"/>
                  <a:pt x="2423" y="3153"/>
                  <a:pt x="2412" y="3144"/>
                </a:cubicBezTo>
                <a:cubicBezTo>
                  <a:pt x="2408" y="3141"/>
                  <a:pt x="2403" y="3147"/>
                  <a:pt x="2407" y="3150"/>
                </a:cubicBezTo>
                <a:cubicBezTo>
                  <a:pt x="2413" y="3155"/>
                  <a:pt x="2418" y="3161"/>
                  <a:pt x="2421" y="3167"/>
                </a:cubicBezTo>
                <a:cubicBezTo>
                  <a:pt x="2423" y="3171"/>
                  <a:pt x="2425" y="3175"/>
                  <a:pt x="2426" y="3179"/>
                </a:cubicBezTo>
                <a:cubicBezTo>
                  <a:pt x="2433" y="3195"/>
                  <a:pt x="2437" y="3212"/>
                  <a:pt x="2439" y="3230"/>
                </a:cubicBezTo>
                <a:cubicBezTo>
                  <a:pt x="2439" y="3231"/>
                  <a:pt x="2439" y="3231"/>
                  <a:pt x="2439" y="3232"/>
                </a:cubicBezTo>
                <a:cubicBezTo>
                  <a:pt x="2439" y="3233"/>
                  <a:pt x="2439" y="3234"/>
                  <a:pt x="2439" y="3235"/>
                </a:cubicBezTo>
                <a:lnTo>
                  <a:pt x="2422" y="3242"/>
                </a:lnTo>
                <a:cubicBezTo>
                  <a:pt x="2410" y="3248"/>
                  <a:pt x="2399" y="3254"/>
                  <a:pt x="2388" y="3260"/>
                </a:cubicBezTo>
                <a:cubicBezTo>
                  <a:pt x="2386" y="3256"/>
                  <a:pt x="2384" y="3253"/>
                  <a:pt x="2383" y="3250"/>
                </a:cubicBezTo>
                <a:cubicBezTo>
                  <a:pt x="2379" y="3243"/>
                  <a:pt x="2374" y="3237"/>
                  <a:pt x="2369" y="3231"/>
                </a:cubicBezTo>
                <a:cubicBezTo>
                  <a:pt x="2362" y="3221"/>
                  <a:pt x="2356" y="3209"/>
                  <a:pt x="2342" y="3208"/>
                </a:cubicBezTo>
                <a:cubicBezTo>
                  <a:pt x="2337" y="3208"/>
                  <a:pt x="2336" y="3215"/>
                  <a:pt x="2340" y="3217"/>
                </a:cubicBezTo>
                <a:cubicBezTo>
                  <a:pt x="2344" y="3219"/>
                  <a:pt x="2347" y="3229"/>
                  <a:pt x="2350" y="3234"/>
                </a:cubicBezTo>
                <a:cubicBezTo>
                  <a:pt x="2353" y="3239"/>
                  <a:pt x="2355" y="3243"/>
                  <a:pt x="2358" y="3248"/>
                </a:cubicBezTo>
                <a:cubicBezTo>
                  <a:pt x="2358" y="3248"/>
                  <a:pt x="2358" y="3249"/>
                  <a:pt x="2359" y="3249"/>
                </a:cubicBezTo>
                <a:cubicBezTo>
                  <a:pt x="2363" y="3256"/>
                  <a:pt x="2368" y="3262"/>
                  <a:pt x="2373" y="3267"/>
                </a:cubicBezTo>
                <a:cubicBezTo>
                  <a:pt x="2360" y="3274"/>
                  <a:pt x="2348" y="3282"/>
                  <a:pt x="2337" y="3290"/>
                </a:cubicBezTo>
                <a:cubicBezTo>
                  <a:pt x="2335" y="3285"/>
                  <a:pt x="2333" y="3276"/>
                  <a:pt x="2333" y="3276"/>
                </a:cubicBezTo>
                <a:cubicBezTo>
                  <a:pt x="2331" y="3272"/>
                  <a:pt x="2329" y="3267"/>
                  <a:pt x="2326" y="3263"/>
                </a:cubicBezTo>
                <a:cubicBezTo>
                  <a:pt x="2323" y="3259"/>
                  <a:pt x="2321" y="3254"/>
                  <a:pt x="2318" y="3250"/>
                </a:cubicBezTo>
                <a:cubicBezTo>
                  <a:pt x="2307" y="3234"/>
                  <a:pt x="2302" y="3215"/>
                  <a:pt x="2290" y="3200"/>
                </a:cubicBezTo>
                <a:cubicBezTo>
                  <a:pt x="2287" y="3196"/>
                  <a:pt x="2281" y="3200"/>
                  <a:pt x="2284" y="3204"/>
                </a:cubicBezTo>
                <a:cubicBezTo>
                  <a:pt x="2303" y="3231"/>
                  <a:pt x="2311" y="3268"/>
                  <a:pt x="2327" y="3298"/>
                </a:cubicBezTo>
                <a:cubicBezTo>
                  <a:pt x="2319" y="3304"/>
                  <a:pt x="2312" y="3310"/>
                  <a:pt x="2304" y="3316"/>
                </a:cubicBezTo>
                <a:cubicBezTo>
                  <a:pt x="2302" y="3311"/>
                  <a:pt x="2299" y="3307"/>
                  <a:pt x="2297" y="3305"/>
                </a:cubicBezTo>
                <a:cubicBezTo>
                  <a:pt x="2293" y="3299"/>
                  <a:pt x="2288" y="3295"/>
                  <a:pt x="2282" y="3291"/>
                </a:cubicBezTo>
                <a:cubicBezTo>
                  <a:pt x="2277" y="3288"/>
                  <a:pt x="2273" y="3295"/>
                  <a:pt x="2276" y="3299"/>
                </a:cubicBezTo>
                <a:cubicBezTo>
                  <a:pt x="2277" y="3300"/>
                  <a:pt x="2277" y="3301"/>
                  <a:pt x="2278" y="3302"/>
                </a:cubicBezTo>
                <a:cubicBezTo>
                  <a:pt x="2280" y="3306"/>
                  <a:pt x="2282" y="3310"/>
                  <a:pt x="2283" y="3315"/>
                </a:cubicBezTo>
                <a:cubicBezTo>
                  <a:pt x="2284" y="3320"/>
                  <a:pt x="2286" y="3325"/>
                  <a:pt x="2288" y="3329"/>
                </a:cubicBezTo>
                <a:cubicBezTo>
                  <a:pt x="2282" y="3335"/>
                  <a:pt x="2275" y="3342"/>
                  <a:pt x="2269" y="3349"/>
                </a:cubicBezTo>
                <a:cubicBezTo>
                  <a:pt x="2251" y="3314"/>
                  <a:pt x="2227" y="3282"/>
                  <a:pt x="2206" y="3249"/>
                </a:cubicBezTo>
                <a:cubicBezTo>
                  <a:pt x="2205" y="3249"/>
                  <a:pt x="2205" y="3248"/>
                  <a:pt x="2204" y="3248"/>
                </a:cubicBezTo>
                <a:cubicBezTo>
                  <a:pt x="2204" y="3248"/>
                  <a:pt x="2203" y="3249"/>
                  <a:pt x="2202" y="3249"/>
                </a:cubicBezTo>
                <a:lnTo>
                  <a:pt x="2201" y="3250"/>
                </a:lnTo>
                <a:cubicBezTo>
                  <a:pt x="2200" y="3251"/>
                  <a:pt x="2201" y="3251"/>
                  <a:pt x="2201" y="3252"/>
                </a:cubicBezTo>
                <a:lnTo>
                  <a:pt x="2201" y="3253"/>
                </a:lnTo>
                <a:cubicBezTo>
                  <a:pt x="2212" y="3272"/>
                  <a:pt x="2224" y="3292"/>
                  <a:pt x="2234" y="3312"/>
                </a:cubicBezTo>
                <a:cubicBezTo>
                  <a:pt x="2242" y="3329"/>
                  <a:pt x="2247" y="3347"/>
                  <a:pt x="2256" y="3364"/>
                </a:cubicBezTo>
                <a:cubicBezTo>
                  <a:pt x="2250" y="3370"/>
                  <a:pt x="2244" y="3378"/>
                  <a:pt x="2239" y="3385"/>
                </a:cubicBezTo>
                <a:cubicBezTo>
                  <a:pt x="2220" y="3359"/>
                  <a:pt x="2199" y="3334"/>
                  <a:pt x="2177" y="3311"/>
                </a:cubicBezTo>
                <a:cubicBezTo>
                  <a:pt x="2167" y="3303"/>
                  <a:pt x="2158" y="3294"/>
                  <a:pt x="2152" y="3283"/>
                </a:cubicBezTo>
                <a:cubicBezTo>
                  <a:pt x="2150" y="3280"/>
                  <a:pt x="2149" y="3277"/>
                  <a:pt x="2148" y="3275"/>
                </a:cubicBezTo>
                <a:cubicBezTo>
                  <a:pt x="2148" y="3274"/>
                  <a:pt x="2148" y="3274"/>
                  <a:pt x="2147" y="3274"/>
                </a:cubicBezTo>
                <a:cubicBezTo>
                  <a:pt x="2147" y="3274"/>
                  <a:pt x="2147" y="3273"/>
                  <a:pt x="2146" y="3273"/>
                </a:cubicBezTo>
                <a:lnTo>
                  <a:pt x="2145" y="3273"/>
                </a:lnTo>
                <a:cubicBezTo>
                  <a:pt x="2144" y="3273"/>
                  <a:pt x="2144" y="3273"/>
                  <a:pt x="2143" y="3273"/>
                </a:cubicBezTo>
                <a:cubicBezTo>
                  <a:pt x="2143" y="3273"/>
                  <a:pt x="2143" y="3274"/>
                  <a:pt x="2142" y="3274"/>
                </a:cubicBezTo>
                <a:cubicBezTo>
                  <a:pt x="2142" y="3274"/>
                  <a:pt x="2142" y="3275"/>
                  <a:pt x="2142" y="3276"/>
                </a:cubicBezTo>
                <a:cubicBezTo>
                  <a:pt x="2146" y="3299"/>
                  <a:pt x="2167" y="3323"/>
                  <a:pt x="2178" y="3343"/>
                </a:cubicBezTo>
                <a:cubicBezTo>
                  <a:pt x="2188" y="3363"/>
                  <a:pt x="2207" y="3381"/>
                  <a:pt x="2218" y="3402"/>
                </a:cubicBezTo>
                <a:lnTo>
                  <a:pt x="2180" y="3400"/>
                </a:lnTo>
                <a:moveTo>
                  <a:pt x="1796" y="3151"/>
                </a:moveTo>
                <a:cubicBezTo>
                  <a:pt x="1796" y="3146"/>
                  <a:pt x="1788" y="3145"/>
                  <a:pt x="1788" y="3151"/>
                </a:cubicBezTo>
                <a:lnTo>
                  <a:pt x="1788" y="3152"/>
                </a:lnTo>
                <a:cubicBezTo>
                  <a:pt x="1788" y="3189"/>
                  <a:pt x="1784" y="3227"/>
                  <a:pt x="1778" y="3265"/>
                </a:cubicBezTo>
                <a:cubicBezTo>
                  <a:pt x="1771" y="3305"/>
                  <a:pt x="1753" y="3341"/>
                  <a:pt x="1753" y="3383"/>
                </a:cubicBezTo>
                <a:lnTo>
                  <a:pt x="1730" y="3381"/>
                </a:lnTo>
                <a:cubicBezTo>
                  <a:pt x="1730" y="3372"/>
                  <a:pt x="1731" y="3364"/>
                  <a:pt x="1732" y="3356"/>
                </a:cubicBezTo>
                <a:cubicBezTo>
                  <a:pt x="1733" y="3347"/>
                  <a:pt x="1730" y="3337"/>
                  <a:pt x="1732" y="3329"/>
                </a:cubicBezTo>
                <a:cubicBezTo>
                  <a:pt x="1732" y="3315"/>
                  <a:pt x="1730" y="3302"/>
                  <a:pt x="1728" y="3289"/>
                </a:cubicBezTo>
                <a:cubicBezTo>
                  <a:pt x="1728" y="3284"/>
                  <a:pt x="1719" y="3283"/>
                  <a:pt x="1719" y="3289"/>
                </a:cubicBezTo>
                <a:cubicBezTo>
                  <a:pt x="1718" y="3320"/>
                  <a:pt x="1704" y="3348"/>
                  <a:pt x="1703" y="3379"/>
                </a:cubicBezTo>
                <a:lnTo>
                  <a:pt x="1684" y="3378"/>
                </a:lnTo>
                <a:cubicBezTo>
                  <a:pt x="1687" y="3359"/>
                  <a:pt x="1688" y="3340"/>
                  <a:pt x="1689" y="3321"/>
                </a:cubicBezTo>
                <a:cubicBezTo>
                  <a:pt x="1689" y="3283"/>
                  <a:pt x="1686" y="3246"/>
                  <a:pt x="1682" y="3210"/>
                </a:cubicBezTo>
                <a:cubicBezTo>
                  <a:pt x="1682" y="3205"/>
                  <a:pt x="1675" y="3206"/>
                  <a:pt x="1675" y="3210"/>
                </a:cubicBezTo>
                <a:cubicBezTo>
                  <a:pt x="1675" y="3211"/>
                  <a:pt x="1675" y="3213"/>
                  <a:pt x="1675" y="3215"/>
                </a:cubicBezTo>
                <a:cubicBezTo>
                  <a:pt x="1675" y="3269"/>
                  <a:pt x="1670" y="3322"/>
                  <a:pt x="1659" y="3375"/>
                </a:cubicBezTo>
                <a:lnTo>
                  <a:pt x="1640" y="3374"/>
                </a:lnTo>
                <a:cubicBezTo>
                  <a:pt x="1648" y="3305"/>
                  <a:pt x="1636" y="3233"/>
                  <a:pt x="1634" y="3164"/>
                </a:cubicBezTo>
                <a:cubicBezTo>
                  <a:pt x="1634" y="3159"/>
                  <a:pt x="1627" y="3160"/>
                  <a:pt x="1627" y="3164"/>
                </a:cubicBezTo>
                <a:cubicBezTo>
                  <a:pt x="1625" y="3233"/>
                  <a:pt x="1621" y="3302"/>
                  <a:pt x="1616" y="3371"/>
                </a:cubicBezTo>
                <a:lnTo>
                  <a:pt x="1582" y="3368"/>
                </a:lnTo>
                <a:cubicBezTo>
                  <a:pt x="1585" y="3354"/>
                  <a:pt x="1587" y="3340"/>
                  <a:pt x="1587" y="3325"/>
                </a:cubicBezTo>
                <a:cubicBezTo>
                  <a:pt x="1587" y="3319"/>
                  <a:pt x="1587" y="3312"/>
                  <a:pt x="1586" y="3306"/>
                </a:cubicBezTo>
                <a:cubicBezTo>
                  <a:pt x="1586" y="3275"/>
                  <a:pt x="1581" y="3243"/>
                  <a:pt x="1580" y="3212"/>
                </a:cubicBezTo>
                <a:cubicBezTo>
                  <a:pt x="1580" y="3211"/>
                  <a:pt x="1580" y="3210"/>
                  <a:pt x="1580" y="3210"/>
                </a:cubicBezTo>
                <a:cubicBezTo>
                  <a:pt x="1579" y="3209"/>
                  <a:pt x="1579" y="3208"/>
                  <a:pt x="1578" y="3208"/>
                </a:cubicBezTo>
                <a:cubicBezTo>
                  <a:pt x="1577" y="3207"/>
                  <a:pt x="1576" y="3207"/>
                  <a:pt x="1575" y="3207"/>
                </a:cubicBezTo>
                <a:cubicBezTo>
                  <a:pt x="1574" y="3207"/>
                  <a:pt x="1574" y="3207"/>
                  <a:pt x="1573" y="3208"/>
                </a:cubicBezTo>
                <a:cubicBezTo>
                  <a:pt x="1572" y="3208"/>
                  <a:pt x="1571" y="3209"/>
                  <a:pt x="1571" y="3210"/>
                </a:cubicBezTo>
                <a:cubicBezTo>
                  <a:pt x="1571" y="3210"/>
                  <a:pt x="1570" y="3211"/>
                  <a:pt x="1570" y="3212"/>
                </a:cubicBezTo>
                <a:cubicBezTo>
                  <a:pt x="1570" y="3237"/>
                  <a:pt x="1566" y="3263"/>
                  <a:pt x="1565" y="3288"/>
                </a:cubicBezTo>
                <a:cubicBezTo>
                  <a:pt x="1565" y="3303"/>
                  <a:pt x="1564" y="3319"/>
                  <a:pt x="1563" y="3334"/>
                </a:cubicBezTo>
                <a:cubicBezTo>
                  <a:pt x="1562" y="3343"/>
                  <a:pt x="1560" y="3352"/>
                  <a:pt x="1558" y="3360"/>
                </a:cubicBezTo>
                <a:cubicBezTo>
                  <a:pt x="1557" y="3360"/>
                  <a:pt x="1557" y="3361"/>
                  <a:pt x="1557" y="3361"/>
                </a:cubicBezTo>
                <a:cubicBezTo>
                  <a:pt x="1556" y="3362"/>
                  <a:pt x="1556" y="3364"/>
                  <a:pt x="1556" y="3365"/>
                </a:cubicBezTo>
                <a:lnTo>
                  <a:pt x="1545" y="3364"/>
                </a:lnTo>
                <a:cubicBezTo>
                  <a:pt x="1546" y="3363"/>
                  <a:pt x="1546" y="3362"/>
                  <a:pt x="1546" y="3362"/>
                </a:cubicBezTo>
                <a:cubicBezTo>
                  <a:pt x="1546" y="3361"/>
                  <a:pt x="1546" y="3360"/>
                  <a:pt x="1545" y="3359"/>
                </a:cubicBezTo>
                <a:cubicBezTo>
                  <a:pt x="1545" y="3344"/>
                  <a:pt x="1541" y="3328"/>
                  <a:pt x="1540" y="3313"/>
                </a:cubicBezTo>
                <a:cubicBezTo>
                  <a:pt x="1538" y="3297"/>
                  <a:pt x="1532" y="3278"/>
                  <a:pt x="1529" y="3260"/>
                </a:cubicBezTo>
                <a:cubicBezTo>
                  <a:pt x="1529" y="3260"/>
                  <a:pt x="1530" y="3259"/>
                  <a:pt x="1529" y="3258"/>
                </a:cubicBezTo>
                <a:cubicBezTo>
                  <a:pt x="1528" y="3257"/>
                  <a:pt x="1528" y="3257"/>
                  <a:pt x="1527" y="3257"/>
                </a:cubicBezTo>
                <a:lnTo>
                  <a:pt x="1526" y="3257"/>
                </a:lnTo>
                <a:cubicBezTo>
                  <a:pt x="1525" y="3257"/>
                  <a:pt x="1524" y="3257"/>
                  <a:pt x="1524" y="3257"/>
                </a:cubicBezTo>
                <a:cubicBezTo>
                  <a:pt x="1523" y="3257"/>
                  <a:pt x="1523" y="3258"/>
                  <a:pt x="1523" y="3258"/>
                </a:cubicBezTo>
                <a:cubicBezTo>
                  <a:pt x="1522" y="3259"/>
                  <a:pt x="1522" y="3260"/>
                  <a:pt x="1522" y="3260"/>
                </a:cubicBezTo>
                <a:cubicBezTo>
                  <a:pt x="1522" y="3294"/>
                  <a:pt x="1511" y="3328"/>
                  <a:pt x="1521" y="3361"/>
                </a:cubicBezTo>
                <a:lnTo>
                  <a:pt x="1510" y="3359"/>
                </a:lnTo>
                <a:cubicBezTo>
                  <a:pt x="1511" y="3358"/>
                  <a:pt x="1511" y="3357"/>
                  <a:pt x="1511" y="3356"/>
                </a:cubicBezTo>
                <a:cubicBezTo>
                  <a:pt x="1511" y="3354"/>
                  <a:pt x="1510" y="3352"/>
                  <a:pt x="1509" y="3350"/>
                </a:cubicBezTo>
                <a:cubicBezTo>
                  <a:pt x="1509" y="3349"/>
                  <a:pt x="1508" y="3348"/>
                  <a:pt x="1507" y="3348"/>
                </a:cubicBezTo>
                <a:cubicBezTo>
                  <a:pt x="1505" y="3332"/>
                  <a:pt x="1504" y="3317"/>
                  <a:pt x="1503" y="3301"/>
                </a:cubicBezTo>
                <a:cubicBezTo>
                  <a:pt x="1503" y="3291"/>
                  <a:pt x="1497" y="3284"/>
                  <a:pt x="1497" y="3272"/>
                </a:cubicBezTo>
                <a:cubicBezTo>
                  <a:pt x="1497" y="3256"/>
                  <a:pt x="1491" y="3241"/>
                  <a:pt x="1490" y="3225"/>
                </a:cubicBezTo>
                <a:cubicBezTo>
                  <a:pt x="1490" y="3222"/>
                  <a:pt x="1490" y="3219"/>
                  <a:pt x="1490" y="3217"/>
                </a:cubicBezTo>
                <a:cubicBezTo>
                  <a:pt x="1490" y="3201"/>
                  <a:pt x="1489" y="3186"/>
                  <a:pt x="1485" y="3172"/>
                </a:cubicBezTo>
                <a:lnTo>
                  <a:pt x="1485" y="3171"/>
                </a:lnTo>
                <a:cubicBezTo>
                  <a:pt x="1485" y="3171"/>
                  <a:pt x="1484" y="3170"/>
                  <a:pt x="1483" y="3170"/>
                </a:cubicBezTo>
                <a:cubicBezTo>
                  <a:pt x="1482" y="3169"/>
                  <a:pt x="1482" y="3169"/>
                  <a:pt x="1481" y="3169"/>
                </a:cubicBezTo>
                <a:cubicBezTo>
                  <a:pt x="1480" y="3169"/>
                  <a:pt x="1479" y="3169"/>
                  <a:pt x="1478" y="3170"/>
                </a:cubicBezTo>
                <a:cubicBezTo>
                  <a:pt x="1477" y="3170"/>
                  <a:pt x="1477" y="3170"/>
                  <a:pt x="1476" y="3171"/>
                </a:cubicBezTo>
                <a:cubicBezTo>
                  <a:pt x="1475" y="3172"/>
                  <a:pt x="1476" y="3173"/>
                  <a:pt x="1476" y="3174"/>
                </a:cubicBezTo>
                <a:lnTo>
                  <a:pt x="1476" y="3175"/>
                </a:lnTo>
                <a:cubicBezTo>
                  <a:pt x="1484" y="3206"/>
                  <a:pt x="1478" y="3252"/>
                  <a:pt x="1476" y="3284"/>
                </a:cubicBezTo>
                <a:cubicBezTo>
                  <a:pt x="1475" y="3291"/>
                  <a:pt x="1475" y="3298"/>
                  <a:pt x="1475" y="3305"/>
                </a:cubicBezTo>
                <a:cubicBezTo>
                  <a:pt x="1475" y="3321"/>
                  <a:pt x="1476" y="3338"/>
                  <a:pt x="1479" y="3355"/>
                </a:cubicBezTo>
                <a:lnTo>
                  <a:pt x="1471" y="3354"/>
                </a:lnTo>
                <a:cubicBezTo>
                  <a:pt x="1475" y="3350"/>
                  <a:pt x="1474" y="3347"/>
                  <a:pt x="1474" y="3342"/>
                </a:cubicBezTo>
                <a:cubicBezTo>
                  <a:pt x="1473" y="3337"/>
                  <a:pt x="1469" y="3336"/>
                  <a:pt x="1467" y="3333"/>
                </a:cubicBezTo>
                <a:cubicBezTo>
                  <a:pt x="1465" y="3328"/>
                  <a:pt x="1463" y="3323"/>
                  <a:pt x="1463" y="3318"/>
                </a:cubicBezTo>
                <a:cubicBezTo>
                  <a:pt x="1459" y="3306"/>
                  <a:pt x="1455" y="3295"/>
                  <a:pt x="1450" y="3283"/>
                </a:cubicBezTo>
                <a:cubicBezTo>
                  <a:pt x="1443" y="3265"/>
                  <a:pt x="1439" y="3245"/>
                  <a:pt x="1437" y="3226"/>
                </a:cubicBezTo>
                <a:cubicBezTo>
                  <a:pt x="1437" y="3225"/>
                  <a:pt x="1437" y="3225"/>
                  <a:pt x="1437" y="3225"/>
                </a:cubicBezTo>
                <a:cubicBezTo>
                  <a:pt x="1436" y="3224"/>
                  <a:pt x="1436" y="3224"/>
                  <a:pt x="1435" y="3224"/>
                </a:cubicBezTo>
                <a:lnTo>
                  <a:pt x="1434" y="3223"/>
                </a:lnTo>
                <a:cubicBezTo>
                  <a:pt x="1433" y="3223"/>
                  <a:pt x="1433" y="3224"/>
                  <a:pt x="1432" y="3224"/>
                </a:cubicBezTo>
                <a:cubicBezTo>
                  <a:pt x="1432" y="3224"/>
                  <a:pt x="1431" y="3224"/>
                  <a:pt x="1431" y="3225"/>
                </a:cubicBezTo>
                <a:lnTo>
                  <a:pt x="1431" y="3226"/>
                </a:lnTo>
                <a:cubicBezTo>
                  <a:pt x="1431" y="3227"/>
                  <a:pt x="1431" y="3228"/>
                  <a:pt x="1431" y="3230"/>
                </a:cubicBezTo>
                <a:cubicBezTo>
                  <a:pt x="1431" y="3241"/>
                  <a:pt x="1432" y="3251"/>
                  <a:pt x="1433" y="3262"/>
                </a:cubicBezTo>
                <a:cubicBezTo>
                  <a:pt x="1436" y="3275"/>
                  <a:pt x="1438" y="3289"/>
                  <a:pt x="1438" y="3303"/>
                </a:cubicBezTo>
                <a:cubicBezTo>
                  <a:pt x="1438" y="3303"/>
                  <a:pt x="1438" y="3304"/>
                  <a:pt x="1438" y="3305"/>
                </a:cubicBezTo>
                <a:cubicBezTo>
                  <a:pt x="1438" y="3306"/>
                  <a:pt x="1438" y="3307"/>
                  <a:pt x="1438" y="3308"/>
                </a:cubicBezTo>
                <a:cubicBezTo>
                  <a:pt x="1438" y="3321"/>
                  <a:pt x="1441" y="3332"/>
                  <a:pt x="1448" y="3344"/>
                </a:cubicBezTo>
                <a:cubicBezTo>
                  <a:pt x="1449" y="3347"/>
                  <a:pt x="1451" y="3349"/>
                  <a:pt x="1453" y="3352"/>
                </a:cubicBezTo>
                <a:lnTo>
                  <a:pt x="1439" y="3350"/>
                </a:lnTo>
                <a:cubicBezTo>
                  <a:pt x="1439" y="3349"/>
                  <a:pt x="1439" y="3349"/>
                  <a:pt x="1439" y="3348"/>
                </a:cubicBezTo>
                <a:cubicBezTo>
                  <a:pt x="1439" y="3347"/>
                  <a:pt x="1439" y="3345"/>
                  <a:pt x="1438" y="3343"/>
                </a:cubicBezTo>
                <a:cubicBezTo>
                  <a:pt x="1425" y="3316"/>
                  <a:pt x="1417" y="3286"/>
                  <a:pt x="1404" y="3258"/>
                </a:cubicBezTo>
                <a:cubicBezTo>
                  <a:pt x="1391" y="3234"/>
                  <a:pt x="1381" y="3209"/>
                  <a:pt x="1373" y="3183"/>
                </a:cubicBezTo>
                <a:cubicBezTo>
                  <a:pt x="1372" y="3176"/>
                  <a:pt x="1363" y="3179"/>
                  <a:pt x="1364" y="3185"/>
                </a:cubicBezTo>
                <a:cubicBezTo>
                  <a:pt x="1367" y="3217"/>
                  <a:pt x="1374" y="3249"/>
                  <a:pt x="1385" y="3279"/>
                </a:cubicBezTo>
                <a:cubicBezTo>
                  <a:pt x="1392" y="3302"/>
                  <a:pt x="1401" y="3325"/>
                  <a:pt x="1411" y="3348"/>
                </a:cubicBezTo>
                <a:lnTo>
                  <a:pt x="1407" y="3348"/>
                </a:lnTo>
                <a:cubicBezTo>
                  <a:pt x="1408" y="3347"/>
                  <a:pt x="1408" y="3347"/>
                  <a:pt x="1408" y="3346"/>
                </a:cubicBezTo>
                <a:cubicBezTo>
                  <a:pt x="1408" y="3344"/>
                  <a:pt x="1407" y="3342"/>
                  <a:pt x="1406" y="3340"/>
                </a:cubicBezTo>
                <a:cubicBezTo>
                  <a:pt x="1405" y="3339"/>
                  <a:pt x="1405" y="3338"/>
                  <a:pt x="1404" y="3338"/>
                </a:cubicBezTo>
                <a:cubicBezTo>
                  <a:pt x="1378" y="3313"/>
                  <a:pt x="1365" y="3275"/>
                  <a:pt x="1347" y="3243"/>
                </a:cubicBezTo>
                <a:cubicBezTo>
                  <a:pt x="1334" y="3214"/>
                  <a:pt x="1319" y="3186"/>
                  <a:pt x="1303" y="3159"/>
                </a:cubicBezTo>
                <a:cubicBezTo>
                  <a:pt x="1298" y="3151"/>
                  <a:pt x="1294" y="3142"/>
                  <a:pt x="1288" y="3134"/>
                </a:cubicBezTo>
                <a:cubicBezTo>
                  <a:pt x="1288" y="3133"/>
                  <a:pt x="1288" y="3133"/>
                  <a:pt x="1287" y="3133"/>
                </a:cubicBezTo>
                <a:lnTo>
                  <a:pt x="1286" y="3132"/>
                </a:lnTo>
                <a:cubicBezTo>
                  <a:pt x="1285" y="3132"/>
                  <a:pt x="1284" y="3133"/>
                  <a:pt x="1284" y="3133"/>
                </a:cubicBezTo>
                <a:cubicBezTo>
                  <a:pt x="1283" y="3133"/>
                  <a:pt x="1283" y="3134"/>
                  <a:pt x="1283" y="3134"/>
                </a:cubicBezTo>
                <a:cubicBezTo>
                  <a:pt x="1282" y="3135"/>
                  <a:pt x="1282" y="3135"/>
                  <a:pt x="1282" y="3136"/>
                </a:cubicBezTo>
                <a:cubicBezTo>
                  <a:pt x="1282" y="3136"/>
                  <a:pt x="1282" y="3137"/>
                  <a:pt x="1283" y="3137"/>
                </a:cubicBezTo>
                <a:cubicBezTo>
                  <a:pt x="1318" y="3201"/>
                  <a:pt x="1324" y="3290"/>
                  <a:pt x="1374" y="3347"/>
                </a:cubicBezTo>
                <a:lnTo>
                  <a:pt x="1364" y="3347"/>
                </a:lnTo>
                <a:cubicBezTo>
                  <a:pt x="1363" y="3345"/>
                  <a:pt x="1363" y="3343"/>
                  <a:pt x="1362" y="3341"/>
                </a:cubicBezTo>
                <a:cubicBezTo>
                  <a:pt x="1361" y="3340"/>
                  <a:pt x="1360" y="3339"/>
                  <a:pt x="1360" y="3338"/>
                </a:cubicBezTo>
                <a:cubicBezTo>
                  <a:pt x="1301" y="3271"/>
                  <a:pt x="1268" y="3183"/>
                  <a:pt x="1236" y="3100"/>
                </a:cubicBezTo>
                <a:cubicBezTo>
                  <a:pt x="1235" y="3097"/>
                  <a:pt x="1230" y="3099"/>
                  <a:pt x="1231" y="3102"/>
                </a:cubicBezTo>
                <a:cubicBezTo>
                  <a:pt x="1245" y="3154"/>
                  <a:pt x="1246" y="3211"/>
                  <a:pt x="1269" y="3261"/>
                </a:cubicBezTo>
                <a:cubicBezTo>
                  <a:pt x="1274" y="3272"/>
                  <a:pt x="1279" y="3283"/>
                  <a:pt x="1285" y="3293"/>
                </a:cubicBezTo>
                <a:cubicBezTo>
                  <a:pt x="1296" y="3312"/>
                  <a:pt x="1309" y="3330"/>
                  <a:pt x="1322" y="3346"/>
                </a:cubicBezTo>
                <a:lnTo>
                  <a:pt x="1294" y="3346"/>
                </a:lnTo>
                <a:lnTo>
                  <a:pt x="1294" y="3344"/>
                </a:lnTo>
                <a:cubicBezTo>
                  <a:pt x="1294" y="3344"/>
                  <a:pt x="1294" y="3342"/>
                  <a:pt x="1293" y="3342"/>
                </a:cubicBezTo>
                <a:cubicBezTo>
                  <a:pt x="1292" y="3341"/>
                  <a:pt x="1292" y="3341"/>
                  <a:pt x="1291" y="3340"/>
                </a:cubicBezTo>
                <a:cubicBezTo>
                  <a:pt x="1272" y="3296"/>
                  <a:pt x="1250" y="3253"/>
                  <a:pt x="1226" y="3211"/>
                </a:cubicBezTo>
                <a:cubicBezTo>
                  <a:pt x="1225" y="3210"/>
                  <a:pt x="1225" y="3209"/>
                  <a:pt x="1224" y="3208"/>
                </a:cubicBezTo>
                <a:cubicBezTo>
                  <a:pt x="1193" y="3091"/>
                  <a:pt x="1158" y="2989"/>
                  <a:pt x="1184" y="2864"/>
                </a:cubicBezTo>
                <a:cubicBezTo>
                  <a:pt x="1216" y="2707"/>
                  <a:pt x="1402" y="2621"/>
                  <a:pt x="1545" y="2617"/>
                </a:cubicBezTo>
                <a:cubicBezTo>
                  <a:pt x="1676" y="2613"/>
                  <a:pt x="1798" y="2649"/>
                  <a:pt x="1870" y="2770"/>
                </a:cubicBezTo>
                <a:cubicBezTo>
                  <a:pt x="1873" y="2775"/>
                  <a:pt x="1876" y="2780"/>
                  <a:pt x="1879" y="2785"/>
                </a:cubicBezTo>
                <a:cubicBezTo>
                  <a:pt x="1903" y="2826"/>
                  <a:pt x="1917" y="2870"/>
                  <a:pt x="1923" y="2916"/>
                </a:cubicBezTo>
                <a:cubicBezTo>
                  <a:pt x="1926" y="2937"/>
                  <a:pt x="1927" y="2959"/>
                  <a:pt x="1927" y="2980"/>
                </a:cubicBezTo>
                <a:cubicBezTo>
                  <a:pt x="1927" y="2992"/>
                  <a:pt x="1927" y="3005"/>
                  <a:pt x="1926" y="3017"/>
                </a:cubicBezTo>
                <a:cubicBezTo>
                  <a:pt x="1924" y="3032"/>
                  <a:pt x="1922" y="3055"/>
                  <a:pt x="1917" y="3077"/>
                </a:cubicBezTo>
                <a:cubicBezTo>
                  <a:pt x="1914" y="3083"/>
                  <a:pt x="1910" y="3089"/>
                  <a:pt x="1907" y="3094"/>
                </a:cubicBezTo>
                <a:cubicBezTo>
                  <a:pt x="1907" y="3079"/>
                  <a:pt x="1906" y="3064"/>
                  <a:pt x="1903" y="3049"/>
                </a:cubicBezTo>
                <a:cubicBezTo>
                  <a:pt x="1903" y="3044"/>
                  <a:pt x="1896" y="3044"/>
                  <a:pt x="1896" y="3049"/>
                </a:cubicBezTo>
                <a:cubicBezTo>
                  <a:pt x="1891" y="3086"/>
                  <a:pt x="1883" y="3123"/>
                  <a:pt x="1871" y="3159"/>
                </a:cubicBezTo>
                <a:cubicBezTo>
                  <a:pt x="1871" y="3160"/>
                  <a:pt x="1870" y="3161"/>
                  <a:pt x="1870" y="3162"/>
                </a:cubicBezTo>
                <a:cubicBezTo>
                  <a:pt x="1870" y="3164"/>
                  <a:pt x="1871" y="3166"/>
                  <a:pt x="1872" y="3167"/>
                </a:cubicBezTo>
                <a:cubicBezTo>
                  <a:pt x="1873" y="3169"/>
                  <a:pt x="1874" y="3170"/>
                  <a:pt x="1875" y="3171"/>
                </a:cubicBezTo>
                <a:cubicBezTo>
                  <a:pt x="1868" y="3190"/>
                  <a:pt x="1861" y="3210"/>
                  <a:pt x="1854" y="3228"/>
                </a:cubicBezTo>
                <a:lnTo>
                  <a:pt x="1852" y="3233"/>
                </a:lnTo>
                <a:cubicBezTo>
                  <a:pt x="1850" y="3201"/>
                  <a:pt x="1843" y="3167"/>
                  <a:pt x="1841" y="3139"/>
                </a:cubicBezTo>
                <a:cubicBezTo>
                  <a:pt x="1841" y="3138"/>
                  <a:pt x="1841" y="3138"/>
                  <a:pt x="1840" y="3137"/>
                </a:cubicBezTo>
                <a:cubicBezTo>
                  <a:pt x="1840" y="3137"/>
                  <a:pt x="1840" y="3136"/>
                  <a:pt x="1839" y="3136"/>
                </a:cubicBezTo>
                <a:cubicBezTo>
                  <a:pt x="1839" y="3136"/>
                  <a:pt x="1838" y="3136"/>
                  <a:pt x="1837" y="3136"/>
                </a:cubicBezTo>
                <a:lnTo>
                  <a:pt x="1836" y="3136"/>
                </a:lnTo>
                <a:cubicBezTo>
                  <a:pt x="1835" y="3136"/>
                  <a:pt x="1835" y="3136"/>
                  <a:pt x="1834" y="3137"/>
                </a:cubicBezTo>
                <a:cubicBezTo>
                  <a:pt x="1833" y="3138"/>
                  <a:pt x="1834" y="3138"/>
                  <a:pt x="1834" y="3139"/>
                </a:cubicBezTo>
                <a:cubicBezTo>
                  <a:pt x="1832" y="3162"/>
                  <a:pt x="1828" y="3185"/>
                  <a:pt x="1824" y="3208"/>
                </a:cubicBezTo>
                <a:cubicBezTo>
                  <a:pt x="1823" y="3234"/>
                  <a:pt x="1819" y="3259"/>
                  <a:pt x="1812" y="3284"/>
                </a:cubicBezTo>
                <a:cubicBezTo>
                  <a:pt x="1807" y="3298"/>
                  <a:pt x="1809" y="3313"/>
                  <a:pt x="1804" y="3326"/>
                </a:cubicBezTo>
                <a:cubicBezTo>
                  <a:pt x="1798" y="3341"/>
                  <a:pt x="1795" y="3357"/>
                  <a:pt x="1794" y="3374"/>
                </a:cubicBezTo>
                <a:cubicBezTo>
                  <a:pt x="1795" y="3376"/>
                  <a:pt x="1796" y="3378"/>
                  <a:pt x="1797" y="3381"/>
                </a:cubicBezTo>
                <a:cubicBezTo>
                  <a:pt x="1798" y="3383"/>
                  <a:pt x="1798" y="3384"/>
                  <a:pt x="1799" y="3385"/>
                </a:cubicBezTo>
                <a:lnTo>
                  <a:pt x="1796" y="3385"/>
                </a:lnTo>
                <a:lnTo>
                  <a:pt x="1783" y="3384"/>
                </a:lnTo>
                <a:cubicBezTo>
                  <a:pt x="1784" y="3340"/>
                  <a:pt x="1788" y="3297"/>
                  <a:pt x="1796" y="3255"/>
                </a:cubicBezTo>
                <a:cubicBezTo>
                  <a:pt x="1797" y="3237"/>
                  <a:pt x="1798" y="3219"/>
                  <a:pt x="1798" y="3200"/>
                </a:cubicBezTo>
                <a:cubicBezTo>
                  <a:pt x="1798" y="3184"/>
                  <a:pt x="1797" y="3167"/>
                  <a:pt x="1796" y="3151"/>
                </a:cubicBezTo>
                <a:moveTo>
                  <a:pt x="1183" y="3345"/>
                </a:moveTo>
                <a:cubicBezTo>
                  <a:pt x="1183" y="3340"/>
                  <a:pt x="1181" y="3334"/>
                  <a:pt x="1179" y="3330"/>
                </a:cubicBezTo>
                <a:cubicBezTo>
                  <a:pt x="1178" y="3329"/>
                  <a:pt x="1178" y="3329"/>
                  <a:pt x="1178" y="3328"/>
                </a:cubicBezTo>
                <a:cubicBezTo>
                  <a:pt x="1176" y="3325"/>
                  <a:pt x="1174" y="3324"/>
                  <a:pt x="1174" y="3319"/>
                </a:cubicBezTo>
                <a:cubicBezTo>
                  <a:pt x="1173" y="3314"/>
                  <a:pt x="1171" y="3309"/>
                  <a:pt x="1169" y="3305"/>
                </a:cubicBezTo>
                <a:cubicBezTo>
                  <a:pt x="1168" y="3301"/>
                  <a:pt x="1161" y="3302"/>
                  <a:pt x="1162" y="3307"/>
                </a:cubicBezTo>
                <a:cubicBezTo>
                  <a:pt x="1162" y="3311"/>
                  <a:pt x="1165" y="3317"/>
                  <a:pt x="1163" y="3322"/>
                </a:cubicBezTo>
                <a:cubicBezTo>
                  <a:pt x="1163" y="3323"/>
                  <a:pt x="1163" y="3325"/>
                  <a:pt x="1163" y="3326"/>
                </a:cubicBezTo>
                <a:cubicBezTo>
                  <a:pt x="1163" y="3327"/>
                  <a:pt x="1163" y="3328"/>
                  <a:pt x="1163" y="3329"/>
                </a:cubicBezTo>
                <a:cubicBezTo>
                  <a:pt x="1164" y="3334"/>
                  <a:pt x="1165" y="3338"/>
                  <a:pt x="1166" y="3343"/>
                </a:cubicBezTo>
                <a:cubicBezTo>
                  <a:pt x="1158" y="3343"/>
                  <a:pt x="1150" y="3341"/>
                  <a:pt x="1142" y="3340"/>
                </a:cubicBezTo>
                <a:lnTo>
                  <a:pt x="1134" y="3339"/>
                </a:lnTo>
                <a:cubicBezTo>
                  <a:pt x="1134" y="3338"/>
                  <a:pt x="1134" y="3338"/>
                  <a:pt x="1134" y="3338"/>
                </a:cubicBezTo>
                <a:cubicBezTo>
                  <a:pt x="1134" y="3320"/>
                  <a:pt x="1129" y="3303"/>
                  <a:pt x="1120" y="3287"/>
                </a:cubicBezTo>
                <a:cubicBezTo>
                  <a:pt x="1119" y="3286"/>
                  <a:pt x="1118" y="3284"/>
                  <a:pt x="1117" y="3282"/>
                </a:cubicBezTo>
                <a:cubicBezTo>
                  <a:pt x="1113" y="3278"/>
                  <a:pt x="1107" y="3283"/>
                  <a:pt x="1111" y="3288"/>
                </a:cubicBezTo>
                <a:cubicBezTo>
                  <a:pt x="1115" y="3292"/>
                  <a:pt x="1113" y="3310"/>
                  <a:pt x="1115" y="3318"/>
                </a:cubicBezTo>
                <a:cubicBezTo>
                  <a:pt x="1116" y="3326"/>
                  <a:pt x="1117" y="3330"/>
                  <a:pt x="1118" y="3336"/>
                </a:cubicBezTo>
                <a:cubicBezTo>
                  <a:pt x="1108" y="3334"/>
                  <a:pt x="1099" y="3331"/>
                  <a:pt x="1089" y="3328"/>
                </a:cubicBezTo>
                <a:cubicBezTo>
                  <a:pt x="1089" y="3328"/>
                  <a:pt x="1089" y="3327"/>
                  <a:pt x="1089" y="3326"/>
                </a:cubicBezTo>
                <a:cubicBezTo>
                  <a:pt x="1089" y="3325"/>
                  <a:pt x="1089" y="3325"/>
                  <a:pt x="1089" y="3324"/>
                </a:cubicBezTo>
                <a:cubicBezTo>
                  <a:pt x="1087" y="3320"/>
                  <a:pt x="1086" y="3317"/>
                  <a:pt x="1085" y="3313"/>
                </a:cubicBezTo>
                <a:cubicBezTo>
                  <a:pt x="1085" y="3308"/>
                  <a:pt x="1085" y="3304"/>
                  <a:pt x="1083" y="3299"/>
                </a:cubicBezTo>
                <a:cubicBezTo>
                  <a:pt x="1082" y="3291"/>
                  <a:pt x="1079" y="3284"/>
                  <a:pt x="1076" y="3277"/>
                </a:cubicBezTo>
                <a:cubicBezTo>
                  <a:pt x="1075" y="3275"/>
                  <a:pt x="1070" y="3276"/>
                  <a:pt x="1070" y="3278"/>
                </a:cubicBezTo>
                <a:cubicBezTo>
                  <a:pt x="1070" y="3281"/>
                  <a:pt x="1071" y="3283"/>
                  <a:pt x="1071" y="3285"/>
                </a:cubicBezTo>
                <a:cubicBezTo>
                  <a:pt x="1071" y="3286"/>
                  <a:pt x="1071" y="3288"/>
                  <a:pt x="1071" y="3289"/>
                </a:cubicBezTo>
                <a:cubicBezTo>
                  <a:pt x="1071" y="3295"/>
                  <a:pt x="1070" y="3302"/>
                  <a:pt x="1068" y="3308"/>
                </a:cubicBezTo>
                <a:cubicBezTo>
                  <a:pt x="1068" y="3309"/>
                  <a:pt x="1068" y="3311"/>
                  <a:pt x="1068" y="3313"/>
                </a:cubicBezTo>
                <a:cubicBezTo>
                  <a:pt x="1068" y="3316"/>
                  <a:pt x="1068" y="3319"/>
                  <a:pt x="1069" y="3322"/>
                </a:cubicBezTo>
                <a:lnTo>
                  <a:pt x="1043" y="3313"/>
                </a:lnTo>
                <a:cubicBezTo>
                  <a:pt x="1044" y="3313"/>
                  <a:pt x="1045" y="3311"/>
                  <a:pt x="1046" y="3310"/>
                </a:cubicBezTo>
                <a:cubicBezTo>
                  <a:pt x="1047" y="3308"/>
                  <a:pt x="1048" y="3306"/>
                  <a:pt x="1048" y="3304"/>
                </a:cubicBezTo>
                <a:cubicBezTo>
                  <a:pt x="1048" y="3304"/>
                  <a:pt x="1048" y="3303"/>
                  <a:pt x="1047" y="3302"/>
                </a:cubicBezTo>
                <a:cubicBezTo>
                  <a:pt x="1046" y="3297"/>
                  <a:pt x="1045" y="3291"/>
                  <a:pt x="1042" y="3287"/>
                </a:cubicBezTo>
                <a:cubicBezTo>
                  <a:pt x="1041" y="3285"/>
                  <a:pt x="1039" y="3282"/>
                  <a:pt x="1038" y="3280"/>
                </a:cubicBezTo>
                <a:cubicBezTo>
                  <a:pt x="1036" y="3277"/>
                  <a:pt x="1035" y="3274"/>
                  <a:pt x="1033" y="3270"/>
                </a:cubicBezTo>
                <a:cubicBezTo>
                  <a:pt x="1033" y="3270"/>
                  <a:pt x="1034" y="3269"/>
                  <a:pt x="1033" y="3269"/>
                </a:cubicBezTo>
                <a:cubicBezTo>
                  <a:pt x="1032" y="3268"/>
                  <a:pt x="1032" y="3267"/>
                  <a:pt x="1031" y="3267"/>
                </a:cubicBezTo>
                <a:cubicBezTo>
                  <a:pt x="1030" y="3266"/>
                  <a:pt x="1029" y="3267"/>
                  <a:pt x="1028" y="3267"/>
                </a:cubicBezTo>
                <a:cubicBezTo>
                  <a:pt x="1027" y="3267"/>
                  <a:pt x="1026" y="3267"/>
                  <a:pt x="1026" y="3267"/>
                </a:cubicBezTo>
                <a:cubicBezTo>
                  <a:pt x="1025" y="3268"/>
                  <a:pt x="1024" y="3269"/>
                  <a:pt x="1024" y="3269"/>
                </a:cubicBezTo>
                <a:cubicBezTo>
                  <a:pt x="1024" y="3270"/>
                  <a:pt x="1024" y="3270"/>
                  <a:pt x="1023" y="3270"/>
                </a:cubicBezTo>
                <a:cubicBezTo>
                  <a:pt x="1022" y="3275"/>
                  <a:pt x="1021" y="3280"/>
                  <a:pt x="1020" y="3286"/>
                </a:cubicBezTo>
                <a:lnTo>
                  <a:pt x="1020" y="3287"/>
                </a:lnTo>
                <a:cubicBezTo>
                  <a:pt x="1020" y="3293"/>
                  <a:pt x="1021" y="3299"/>
                  <a:pt x="1022" y="3305"/>
                </a:cubicBezTo>
                <a:lnTo>
                  <a:pt x="997" y="3296"/>
                </a:lnTo>
                <a:cubicBezTo>
                  <a:pt x="997" y="3295"/>
                  <a:pt x="997" y="3294"/>
                  <a:pt x="997" y="3293"/>
                </a:cubicBezTo>
                <a:cubicBezTo>
                  <a:pt x="997" y="3291"/>
                  <a:pt x="997" y="3289"/>
                  <a:pt x="996" y="3287"/>
                </a:cubicBezTo>
                <a:cubicBezTo>
                  <a:pt x="993" y="3279"/>
                  <a:pt x="992" y="3272"/>
                  <a:pt x="992" y="3264"/>
                </a:cubicBezTo>
                <a:cubicBezTo>
                  <a:pt x="992" y="3252"/>
                  <a:pt x="992" y="3239"/>
                  <a:pt x="990" y="3226"/>
                </a:cubicBezTo>
                <a:cubicBezTo>
                  <a:pt x="990" y="3226"/>
                  <a:pt x="991" y="3226"/>
                  <a:pt x="990" y="3225"/>
                </a:cubicBezTo>
                <a:cubicBezTo>
                  <a:pt x="989" y="3224"/>
                  <a:pt x="989" y="3225"/>
                  <a:pt x="988" y="3224"/>
                </a:cubicBezTo>
                <a:lnTo>
                  <a:pt x="987" y="3224"/>
                </a:lnTo>
                <a:cubicBezTo>
                  <a:pt x="986" y="3224"/>
                  <a:pt x="986" y="3223"/>
                  <a:pt x="985" y="3224"/>
                </a:cubicBezTo>
                <a:cubicBezTo>
                  <a:pt x="984" y="3225"/>
                  <a:pt x="984" y="3225"/>
                  <a:pt x="984" y="3225"/>
                </a:cubicBezTo>
                <a:cubicBezTo>
                  <a:pt x="984" y="3226"/>
                  <a:pt x="984" y="3226"/>
                  <a:pt x="983" y="3226"/>
                </a:cubicBezTo>
                <a:cubicBezTo>
                  <a:pt x="982" y="3240"/>
                  <a:pt x="983" y="3254"/>
                  <a:pt x="981" y="3268"/>
                </a:cubicBezTo>
                <a:cubicBezTo>
                  <a:pt x="981" y="3273"/>
                  <a:pt x="981" y="3277"/>
                  <a:pt x="981" y="3282"/>
                </a:cubicBezTo>
                <a:cubicBezTo>
                  <a:pt x="981" y="3285"/>
                  <a:pt x="982" y="3288"/>
                  <a:pt x="983" y="3290"/>
                </a:cubicBezTo>
                <a:lnTo>
                  <a:pt x="959" y="3282"/>
                </a:lnTo>
                <a:lnTo>
                  <a:pt x="957" y="3282"/>
                </a:lnTo>
                <a:cubicBezTo>
                  <a:pt x="957" y="3280"/>
                  <a:pt x="957" y="3277"/>
                  <a:pt x="957" y="3275"/>
                </a:cubicBezTo>
                <a:cubicBezTo>
                  <a:pt x="955" y="3260"/>
                  <a:pt x="952" y="3245"/>
                  <a:pt x="950" y="3230"/>
                </a:cubicBezTo>
                <a:cubicBezTo>
                  <a:pt x="950" y="3227"/>
                  <a:pt x="945" y="3228"/>
                  <a:pt x="944" y="3230"/>
                </a:cubicBezTo>
                <a:cubicBezTo>
                  <a:pt x="942" y="3243"/>
                  <a:pt x="940" y="3255"/>
                  <a:pt x="937" y="3268"/>
                </a:cubicBezTo>
                <a:cubicBezTo>
                  <a:pt x="937" y="3269"/>
                  <a:pt x="937" y="3270"/>
                  <a:pt x="937" y="3271"/>
                </a:cubicBezTo>
                <a:cubicBezTo>
                  <a:pt x="937" y="3272"/>
                  <a:pt x="937" y="3273"/>
                  <a:pt x="937" y="3275"/>
                </a:cubicBezTo>
                <a:cubicBezTo>
                  <a:pt x="932" y="3273"/>
                  <a:pt x="927" y="3271"/>
                  <a:pt x="922" y="3268"/>
                </a:cubicBezTo>
                <a:cubicBezTo>
                  <a:pt x="922" y="3267"/>
                  <a:pt x="921" y="3265"/>
                  <a:pt x="920" y="3263"/>
                </a:cubicBezTo>
                <a:lnTo>
                  <a:pt x="919" y="3262"/>
                </a:lnTo>
                <a:cubicBezTo>
                  <a:pt x="915" y="3258"/>
                  <a:pt x="917" y="3246"/>
                  <a:pt x="917" y="3241"/>
                </a:cubicBezTo>
                <a:cubicBezTo>
                  <a:pt x="917" y="3235"/>
                  <a:pt x="915" y="3226"/>
                  <a:pt x="915" y="3219"/>
                </a:cubicBezTo>
                <a:cubicBezTo>
                  <a:pt x="915" y="3204"/>
                  <a:pt x="919" y="3189"/>
                  <a:pt x="926" y="3177"/>
                </a:cubicBezTo>
                <a:cubicBezTo>
                  <a:pt x="926" y="3176"/>
                  <a:pt x="926" y="3176"/>
                  <a:pt x="926" y="3176"/>
                </a:cubicBezTo>
                <a:lnTo>
                  <a:pt x="926" y="3175"/>
                </a:lnTo>
                <a:lnTo>
                  <a:pt x="926" y="3174"/>
                </a:lnTo>
                <a:cubicBezTo>
                  <a:pt x="926" y="3173"/>
                  <a:pt x="925" y="3173"/>
                  <a:pt x="925" y="3173"/>
                </a:cubicBezTo>
                <a:cubicBezTo>
                  <a:pt x="924" y="3172"/>
                  <a:pt x="924" y="3172"/>
                  <a:pt x="923" y="3172"/>
                </a:cubicBezTo>
                <a:cubicBezTo>
                  <a:pt x="923" y="3172"/>
                  <a:pt x="922" y="3172"/>
                  <a:pt x="922" y="3173"/>
                </a:cubicBezTo>
                <a:lnTo>
                  <a:pt x="921" y="3173"/>
                </a:lnTo>
                <a:cubicBezTo>
                  <a:pt x="917" y="3178"/>
                  <a:pt x="914" y="3183"/>
                  <a:pt x="911" y="3188"/>
                </a:cubicBezTo>
                <a:cubicBezTo>
                  <a:pt x="904" y="3201"/>
                  <a:pt x="899" y="3214"/>
                  <a:pt x="897" y="3228"/>
                </a:cubicBezTo>
                <a:cubicBezTo>
                  <a:pt x="895" y="3236"/>
                  <a:pt x="894" y="3244"/>
                  <a:pt x="894" y="3252"/>
                </a:cubicBezTo>
                <a:cubicBezTo>
                  <a:pt x="889" y="3240"/>
                  <a:pt x="884" y="3229"/>
                  <a:pt x="879" y="3217"/>
                </a:cubicBezTo>
                <a:cubicBezTo>
                  <a:pt x="883" y="3207"/>
                  <a:pt x="886" y="3197"/>
                  <a:pt x="886" y="3186"/>
                </a:cubicBezTo>
                <a:cubicBezTo>
                  <a:pt x="886" y="3183"/>
                  <a:pt x="885" y="3179"/>
                  <a:pt x="885" y="3175"/>
                </a:cubicBezTo>
                <a:cubicBezTo>
                  <a:pt x="884" y="3172"/>
                  <a:pt x="884" y="3168"/>
                  <a:pt x="884" y="3164"/>
                </a:cubicBezTo>
                <a:cubicBezTo>
                  <a:pt x="884" y="3160"/>
                  <a:pt x="884" y="3156"/>
                  <a:pt x="885" y="3152"/>
                </a:cubicBezTo>
                <a:cubicBezTo>
                  <a:pt x="885" y="3150"/>
                  <a:pt x="886" y="3148"/>
                  <a:pt x="886" y="3146"/>
                </a:cubicBezTo>
                <a:cubicBezTo>
                  <a:pt x="886" y="3144"/>
                  <a:pt x="885" y="3142"/>
                  <a:pt x="885" y="3141"/>
                </a:cubicBezTo>
                <a:cubicBezTo>
                  <a:pt x="885" y="3138"/>
                  <a:pt x="880" y="3138"/>
                  <a:pt x="880" y="3141"/>
                </a:cubicBezTo>
                <a:cubicBezTo>
                  <a:pt x="880" y="3147"/>
                  <a:pt x="874" y="3152"/>
                  <a:pt x="874" y="3158"/>
                </a:cubicBezTo>
                <a:cubicBezTo>
                  <a:pt x="873" y="3164"/>
                  <a:pt x="874" y="3172"/>
                  <a:pt x="873" y="3180"/>
                </a:cubicBezTo>
                <a:cubicBezTo>
                  <a:pt x="872" y="3187"/>
                  <a:pt x="871" y="3191"/>
                  <a:pt x="870" y="3198"/>
                </a:cubicBezTo>
                <a:cubicBezTo>
                  <a:pt x="869" y="3194"/>
                  <a:pt x="867" y="3190"/>
                  <a:pt x="865" y="3187"/>
                </a:cubicBezTo>
                <a:cubicBezTo>
                  <a:pt x="859" y="3175"/>
                  <a:pt x="854" y="3162"/>
                  <a:pt x="848" y="3149"/>
                </a:cubicBezTo>
                <a:cubicBezTo>
                  <a:pt x="848" y="3148"/>
                  <a:pt x="848" y="3147"/>
                  <a:pt x="848" y="3145"/>
                </a:cubicBezTo>
                <a:cubicBezTo>
                  <a:pt x="848" y="3136"/>
                  <a:pt x="849" y="3128"/>
                  <a:pt x="851" y="3120"/>
                </a:cubicBezTo>
                <a:cubicBezTo>
                  <a:pt x="854" y="3110"/>
                  <a:pt x="851" y="3096"/>
                  <a:pt x="857" y="3088"/>
                </a:cubicBezTo>
                <a:lnTo>
                  <a:pt x="858" y="3087"/>
                </a:lnTo>
                <a:cubicBezTo>
                  <a:pt x="858" y="3087"/>
                  <a:pt x="858" y="3086"/>
                  <a:pt x="858" y="3085"/>
                </a:cubicBezTo>
                <a:lnTo>
                  <a:pt x="858" y="3084"/>
                </a:lnTo>
                <a:cubicBezTo>
                  <a:pt x="857" y="3083"/>
                  <a:pt x="857" y="3083"/>
                  <a:pt x="856" y="3082"/>
                </a:cubicBezTo>
                <a:lnTo>
                  <a:pt x="855" y="3082"/>
                </a:lnTo>
                <a:cubicBezTo>
                  <a:pt x="854" y="3082"/>
                  <a:pt x="853" y="3082"/>
                  <a:pt x="853" y="3082"/>
                </a:cubicBezTo>
                <a:lnTo>
                  <a:pt x="852" y="3083"/>
                </a:lnTo>
                <a:cubicBezTo>
                  <a:pt x="851" y="3085"/>
                  <a:pt x="849" y="3086"/>
                  <a:pt x="848" y="3088"/>
                </a:cubicBezTo>
                <a:cubicBezTo>
                  <a:pt x="845" y="3094"/>
                  <a:pt x="843" y="3101"/>
                  <a:pt x="843" y="3109"/>
                </a:cubicBezTo>
                <a:cubicBezTo>
                  <a:pt x="842" y="3114"/>
                  <a:pt x="840" y="3120"/>
                  <a:pt x="838" y="3125"/>
                </a:cubicBezTo>
                <a:cubicBezTo>
                  <a:pt x="827" y="3097"/>
                  <a:pt x="817" y="3068"/>
                  <a:pt x="808" y="3042"/>
                </a:cubicBezTo>
                <a:cubicBezTo>
                  <a:pt x="804" y="3032"/>
                  <a:pt x="800" y="3019"/>
                  <a:pt x="796" y="3006"/>
                </a:cubicBezTo>
                <a:cubicBezTo>
                  <a:pt x="829" y="3005"/>
                  <a:pt x="868" y="3026"/>
                  <a:pt x="900" y="3037"/>
                </a:cubicBezTo>
                <a:cubicBezTo>
                  <a:pt x="959" y="3057"/>
                  <a:pt x="1023" y="3068"/>
                  <a:pt x="1078" y="3098"/>
                </a:cubicBezTo>
                <a:cubicBezTo>
                  <a:pt x="1133" y="3127"/>
                  <a:pt x="1176" y="3188"/>
                  <a:pt x="1208" y="3236"/>
                </a:cubicBezTo>
                <a:cubicBezTo>
                  <a:pt x="1228" y="3268"/>
                  <a:pt x="1242" y="3316"/>
                  <a:pt x="1267" y="3348"/>
                </a:cubicBezTo>
                <a:cubicBezTo>
                  <a:pt x="1235" y="3347"/>
                  <a:pt x="1209" y="3347"/>
                  <a:pt x="1183" y="3345"/>
                </a:cubicBezTo>
                <a:moveTo>
                  <a:pt x="4350" y="3036"/>
                </a:moveTo>
                <a:lnTo>
                  <a:pt x="4347" y="3046"/>
                </a:lnTo>
                <a:cubicBezTo>
                  <a:pt x="4347" y="3043"/>
                  <a:pt x="4348" y="3040"/>
                  <a:pt x="4348" y="3037"/>
                </a:cubicBezTo>
                <a:lnTo>
                  <a:pt x="4350" y="3036"/>
                </a:lnTo>
                <a:moveTo>
                  <a:pt x="1014" y="3441"/>
                </a:moveTo>
                <a:cubicBezTo>
                  <a:pt x="1063" y="3476"/>
                  <a:pt x="1110" y="3516"/>
                  <a:pt x="1162" y="3546"/>
                </a:cubicBezTo>
                <a:cubicBezTo>
                  <a:pt x="1164" y="3550"/>
                  <a:pt x="1167" y="3553"/>
                  <a:pt x="1170" y="3556"/>
                </a:cubicBezTo>
                <a:cubicBezTo>
                  <a:pt x="1191" y="3580"/>
                  <a:pt x="1184" y="3633"/>
                  <a:pt x="1177" y="3661"/>
                </a:cubicBezTo>
                <a:cubicBezTo>
                  <a:pt x="1174" y="3670"/>
                  <a:pt x="1170" y="3680"/>
                  <a:pt x="1165" y="3688"/>
                </a:cubicBezTo>
                <a:cubicBezTo>
                  <a:pt x="1154" y="3707"/>
                  <a:pt x="1139" y="3723"/>
                  <a:pt x="1122" y="3734"/>
                </a:cubicBezTo>
                <a:cubicBezTo>
                  <a:pt x="1120" y="3734"/>
                  <a:pt x="1119" y="3734"/>
                  <a:pt x="1117" y="3734"/>
                </a:cubicBezTo>
                <a:cubicBezTo>
                  <a:pt x="1115" y="3734"/>
                  <a:pt x="1113" y="3734"/>
                  <a:pt x="1111" y="3735"/>
                </a:cubicBezTo>
                <a:cubicBezTo>
                  <a:pt x="1109" y="3736"/>
                  <a:pt x="1107" y="3738"/>
                  <a:pt x="1106" y="3740"/>
                </a:cubicBezTo>
                <a:cubicBezTo>
                  <a:pt x="1105" y="3741"/>
                  <a:pt x="1105" y="3743"/>
                  <a:pt x="1104" y="3744"/>
                </a:cubicBezTo>
                <a:cubicBezTo>
                  <a:pt x="1104" y="3745"/>
                  <a:pt x="1104" y="3745"/>
                  <a:pt x="1104" y="3746"/>
                </a:cubicBezTo>
                <a:cubicBezTo>
                  <a:pt x="1102" y="3748"/>
                  <a:pt x="1099" y="3749"/>
                  <a:pt x="1097" y="3751"/>
                </a:cubicBezTo>
                <a:cubicBezTo>
                  <a:pt x="1063" y="3770"/>
                  <a:pt x="1029" y="3786"/>
                  <a:pt x="993" y="3800"/>
                </a:cubicBezTo>
                <a:cubicBezTo>
                  <a:pt x="961" y="3814"/>
                  <a:pt x="927" y="3825"/>
                  <a:pt x="892" y="3831"/>
                </a:cubicBezTo>
                <a:cubicBezTo>
                  <a:pt x="892" y="3830"/>
                  <a:pt x="892" y="3830"/>
                  <a:pt x="891" y="3830"/>
                </a:cubicBezTo>
                <a:cubicBezTo>
                  <a:pt x="864" y="3818"/>
                  <a:pt x="821" y="3823"/>
                  <a:pt x="798" y="3807"/>
                </a:cubicBezTo>
                <a:cubicBezTo>
                  <a:pt x="794" y="3804"/>
                  <a:pt x="790" y="3802"/>
                  <a:pt x="785" y="3799"/>
                </a:cubicBezTo>
                <a:cubicBezTo>
                  <a:pt x="775" y="3794"/>
                  <a:pt x="765" y="3788"/>
                  <a:pt x="755" y="3784"/>
                </a:cubicBezTo>
                <a:cubicBezTo>
                  <a:pt x="755" y="3783"/>
                  <a:pt x="754" y="3783"/>
                  <a:pt x="754" y="3782"/>
                </a:cubicBezTo>
                <a:cubicBezTo>
                  <a:pt x="753" y="3780"/>
                  <a:pt x="752" y="3779"/>
                  <a:pt x="751" y="3779"/>
                </a:cubicBezTo>
                <a:cubicBezTo>
                  <a:pt x="750" y="3778"/>
                  <a:pt x="748" y="3778"/>
                  <a:pt x="747" y="3778"/>
                </a:cubicBezTo>
                <a:lnTo>
                  <a:pt x="746" y="3778"/>
                </a:lnTo>
                <a:cubicBezTo>
                  <a:pt x="735" y="3771"/>
                  <a:pt x="726" y="3762"/>
                  <a:pt x="718" y="3751"/>
                </a:cubicBezTo>
                <a:cubicBezTo>
                  <a:pt x="708" y="3736"/>
                  <a:pt x="698" y="3721"/>
                  <a:pt x="688" y="3705"/>
                </a:cubicBezTo>
                <a:cubicBezTo>
                  <a:pt x="673" y="3679"/>
                  <a:pt x="660" y="3651"/>
                  <a:pt x="650" y="3623"/>
                </a:cubicBezTo>
                <a:cubicBezTo>
                  <a:pt x="637" y="3592"/>
                  <a:pt x="622" y="3563"/>
                  <a:pt x="605" y="3534"/>
                </a:cubicBezTo>
                <a:cubicBezTo>
                  <a:pt x="558" y="3451"/>
                  <a:pt x="496" y="3378"/>
                  <a:pt x="423" y="3318"/>
                </a:cubicBezTo>
                <a:cubicBezTo>
                  <a:pt x="363" y="3271"/>
                  <a:pt x="312" y="3213"/>
                  <a:pt x="274" y="3147"/>
                </a:cubicBezTo>
                <a:cubicBezTo>
                  <a:pt x="273" y="3145"/>
                  <a:pt x="273" y="3144"/>
                  <a:pt x="272" y="3143"/>
                </a:cubicBezTo>
                <a:cubicBezTo>
                  <a:pt x="259" y="3120"/>
                  <a:pt x="236" y="2996"/>
                  <a:pt x="325" y="3041"/>
                </a:cubicBezTo>
                <a:cubicBezTo>
                  <a:pt x="342" y="3052"/>
                  <a:pt x="359" y="3064"/>
                  <a:pt x="374" y="3077"/>
                </a:cubicBezTo>
                <a:cubicBezTo>
                  <a:pt x="388" y="3090"/>
                  <a:pt x="402" y="3101"/>
                  <a:pt x="417" y="3111"/>
                </a:cubicBezTo>
                <a:cubicBezTo>
                  <a:pt x="442" y="3129"/>
                  <a:pt x="466" y="3162"/>
                  <a:pt x="498" y="3161"/>
                </a:cubicBezTo>
                <a:cubicBezTo>
                  <a:pt x="536" y="3160"/>
                  <a:pt x="516" y="3102"/>
                  <a:pt x="504" y="3067"/>
                </a:cubicBezTo>
                <a:cubicBezTo>
                  <a:pt x="505" y="3068"/>
                  <a:pt x="506" y="3068"/>
                  <a:pt x="508" y="3069"/>
                </a:cubicBezTo>
                <a:cubicBezTo>
                  <a:pt x="514" y="3072"/>
                  <a:pt x="521" y="3075"/>
                  <a:pt x="528" y="3076"/>
                </a:cubicBezTo>
                <a:cubicBezTo>
                  <a:pt x="555" y="3078"/>
                  <a:pt x="580" y="3083"/>
                  <a:pt x="607" y="3083"/>
                </a:cubicBezTo>
                <a:cubicBezTo>
                  <a:pt x="611" y="3083"/>
                  <a:pt x="615" y="3083"/>
                  <a:pt x="619" y="3082"/>
                </a:cubicBezTo>
                <a:cubicBezTo>
                  <a:pt x="615" y="3094"/>
                  <a:pt x="613" y="3106"/>
                  <a:pt x="611" y="3119"/>
                </a:cubicBezTo>
                <a:cubicBezTo>
                  <a:pt x="605" y="3109"/>
                  <a:pt x="599" y="3099"/>
                  <a:pt x="594" y="3090"/>
                </a:cubicBezTo>
                <a:cubicBezTo>
                  <a:pt x="594" y="3089"/>
                  <a:pt x="593" y="3088"/>
                  <a:pt x="592" y="3088"/>
                </a:cubicBezTo>
                <a:cubicBezTo>
                  <a:pt x="590" y="3087"/>
                  <a:pt x="589" y="3086"/>
                  <a:pt x="588" y="3086"/>
                </a:cubicBezTo>
                <a:cubicBezTo>
                  <a:pt x="586" y="3086"/>
                  <a:pt x="586" y="3087"/>
                  <a:pt x="584" y="3088"/>
                </a:cubicBezTo>
                <a:cubicBezTo>
                  <a:pt x="582" y="3088"/>
                  <a:pt x="581" y="3088"/>
                  <a:pt x="581" y="3090"/>
                </a:cubicBezTo>
                <a:cubicBezTo>
                  <a:pt x="580" y="3091"/>
                  <a:pt x="580" y="3093"/>
                  <a:pt x="580" y="3094"/>
                </a:cubicBezTo>
                <a:cubicBezTo>
                  <a:pt x="580" y="3095"/>
                  <a:pt x="580" y="3096"/>
                  <a:pt x="580" y="3097"/>
                </a:cubicBezTo>
                <a:cubicBezTo>
                  <a:pt x="600" y="3136"/>
                  <a:pt x="625" y="3183"/>
                  <a:pt x="668" y="3198"/>
                </a:cubicBezTo>
                <a:cubicBezTo>
                  <a:pt x="724" y="3218"/>
                  <a:pt x="742" y="3157"/>
                  <a:pt x="737" y="3114"/>
                </a:cubicBezTo>
                <a:cubicBezTo>
                  <a:pt x="733" y="3076"/>
                  <a:pt x="698" y="3028"/>
                  <a:pt x="670" y="3002"/>
                </a:cubicBezTo>
                <a:lnTo>
                  <a:pt x="655" y="2987"/>
                </a:lnTo>
                <a:cubicBezTo>
                  <a:pt x="645" y="2971"/>
                  <a:pt x="633" y="2956"/>
                  <a:pt x="620" y="2942"/>
                </a:cubicBezTo>
                <a:cubicBezTo>
                  <a:pt x="617" y="2938"/>
                  <a:pt x="615" y="2934"/>
                  <a:pt x="613" y="2931"/>
                </a:cubicBezTo>
                <a:cubicBezTo>
                  <a:pt x="604" y="2915"/>
                  <a:pt x="599" y="2898"/>
                  <a:pt x="599" y="2880"/>
                </a:cubicBezTo>
                <a:cubicBezTo>
                  <a:pt x="599" y="2874"/>
                  <a:pt x="599" y="2869"/>
                  <a:pt x="600" y="2863"/>
                </a:cubicBezTo>
                <a:cubicBezTo>
                  <a:pt x="605" y="2858"/>
                  <a:pt x="614" y="2860"/>
                  <a:pt x="629" y="2858"/>
                </a:cubicBezTo>
                <a:cubicBezTo>
                  <a:pt x="670" y="2852"/>
                  <a:pt x="729" y="2934"/>
                  <a:pt x="747" y="2959"/>
                </a:cubicBezTo>
                <a:cubicBezTo>
                  <a:pt x="748" y="2960"/>
                  <a:pt x="749" y="2962"/>
                  <a:pt x="749" y="2964"/>
                </a:cubicBezTo>
                <a:cubicBezTo>
                  <a:pt x="768" y="2996"/>
                  <a:pt x="783" y="3030"/>
                  <a:pt x="795" y="3066"/>
                </a:cubicBezTo>
                <a:cubicBezTo>
                  <a:pt x="807" y="3096"/>
                  <a:pt x="818" y="3127"/>
                  <a:pt x="828" y="3157"/>
                </a:cubicBezTo>
                <a:cubicBezTo>
                  <a:pt x="828" y="3159"/>
                  <a:pt x="828" y="3160"/>
                  <a:pt x="829" y="3161"/>
                </a:cubicBezTo>
                <a:cubicBezTo>
                  <a:pt x="830" y="3162"/>
                  <a:pt x="830" y="3162"/>
                  <a:pt x="830" y="3162"/>
                </a:cubicBezTo>
                <a:cubicBezTo>
                  <a:pt x="844" y="3203"/>
                  <a:pt x="858" y="3245"/>
                  <a:pt x="876" y="3285"/>
                </a:cubicBezTo>
                <a:cubicBezTo>
                  <a:pt x="905" y="3352"/>
                  <a:pt x="956" y="3399"/>
                  <a:pt x="1014" y="3441"/>
                </a:cubicBezTo>
                <a:moveTo>
                  <a:pt x="368" y="2948"/>
                </a:moveTo>
                <a:lnTo>
                  <a:pt x="359" y="2944"/>
                </a:lnTo>
                <a:cubicBezTo>
                  <a:pt x="359" y="2944"/>
                  <a:pt x="360" y="2944"/>
                  <a:pt x="361" y="2943"/>
                </a:cubicBezTo>
                <a:cubicBezTo>
                  <a:pt x="363" y="2942"/>
                  <a:pt x="364" y="2941"/>
                  <a:pt x="365" y="2939"/>
                </a:cubicBezTo>
                <a:cubicBezTo>
                  <a:pt x="366" y="2942"/>
                  <a:pt x="367" y="2945"/>
                  <a:pt x="368" y="2948"/>
                </a:cubicBezTo>
                <a:moveTo>
                  <a:pt x="399" y="2949"/>
                </a:moveTo>
                <a:cubicBezTo>
                  <a:pt x="392" y="2928"/>
                  <a:pt x="388" y="2905"/>
                  <a:pt x="388" y="2882"/>
                </a:cubicBezTo>
                <a:cubicBezTo>
                  <a:pt x="388" y="2879"/>
                  <a:pt x="388" y="2876"/>
                  <a:pt x="388" y="2873"/>
                </a:cubicBezTo>
                <a:cubicBezTo>
                  <a:pt x="388" y="2860"/>
                  <a:pt x="385" y="2847"/>
                  <a:pt x="384" y="2834"/>
                </a:cubicBezTo>
                <a:cubicBezTo>
                  <a:pt x="383" y="2808"/>
                  <a:pt x="386" y="2784"/>
                  <a:pt x="386" y="2759"/>
                </a:cubicBezTo>
                <a:cubicBezTo>
                  <a:pt x="386" y="2754"/>
                  <a:pt x="379" y="2754"/>
                  <a:pt x="379" y="2759"/>
                </a:cubicBezTo>
                <a:cubicBezTo>
                  <a:pt x="378" y="2775"/>
                  <a:pt x="371" y="2788"/>
                  <a:pt x="369" y="2804"/>
                </a:cubicBezTo>
                <a:cubicBezTo>
                  <a:pt x="367" y="2826"/>
                  <a:pt x="366" y="2849"/>
                  <a:pt x="364" y="2871"/>
                </a:cubicBezTo>
                <a:cubicBezTo>
                  <a:pt x="363" y="2882"/>
                  <a:pt x="362" y="2893"/>
                  <a:pt x="362" y="2903"/>
                </a:cubicBezTo>
                <a:cubicBezTo>
                  <a:pt x="362" y="2909"/>
                  <a:pt x="362" y="2914"/>
                  <a:pt x="362" y="2919"/>
                </a:cubicBezTo>
                <a:cubicBezTo>
                  <a:pt x="352" y="2897"/>
                  <a:pt x="345" y="2873"/>
                  <a:pt x="341" y="2849"/>
                </a:cubicBezTo>
                <a:cubicBezTo>
                  <a:pt x="334" y="2823"/>
                  <a:pt x="328" y="2769"/>
                  <a:pt x="338" y="2743"/>
                </a:cubicBezTo>
                <a:lnTo>
                  <a:pt x="338" y="2742"/>
                </a:lnTo>
                <a:cubicBezTo>
                  <a:pt x="338" y="2741"/>
                  <a:pt x="338" y="2740"/>
                  <a:pt x="338" y="2740"/>
                </a:cubicBezTo>
                <a:cubicBezTo>
                  <a:pt x="338" y="2739"/>
                  <a:pt x="337" y="2739"/>
                  <a:pt x="336" y="2738"/>
                </a:cubicBezTo>
                <a:cubicBezTo>
                  <a:pt x="336" y="2738"/>
                  <a:pt x="335" y="2738"/>
                  <a:pt x="334" y="2738"/>
                </a:cubicBezTo>
                <a:cubicBezTo>
                  <a:pt x="334" y="2738"/>
                  <a:pt x="333" y="2737"/>
                  <a:pt x="332" y="2738"/>
                </a:cubicBezTo>
                <a:cubicBezTo>
                  <a:pt x="331" y="2739"/>
                  <a:pt x="331" y="2739"/>
                  <a:pt x="331" y="2740"/>
                </a:cubicBezTo>
                <a:lnTo>
                  <a:pt x="330" y="2740"/>
                </a:lnTo>
                <a:cubicBezTo>
                  <a:pt x="327" y="2750"/>
                  <a:pt x="326" y="2761"/>
                  <a:pt x="326" y="2771"/>
                </a:cubicBezTo>
                <a:cubicBezTo>
                  <a:pt x="326" y="2774"/>
                  <a:pt x="326" y="2777"/>
                  <a:pt x="326" y="2780"/>
                </a:cubicBezTo>
                <a:cubicBezTo>
                  <a:pt x="326" y="2803"/>
                  <a:pt x="321" y="2828"/>
                  <a:pt x="322" y="2851"/>
                </a:cubicBezTo>
                <a:cubicBezTo>
                  <a:pt x="323" y="2881"/>
                  <a:pt x="330" y="2909"/>
                  <a:pt x="343" y="2936"/>
                </a:cubicBezTo>
                <a:cubicBezTo>
                  <a:pt x="340" y="2934"/>
                  <a:pt x="337" y="2931"/>
                  <a:pt x="334" y="2929"/>
                </a:cubicBezTo>
                <a:cubicBezTo>
                  <a:pt x="334" y="2927"/>
                  <a:pt x="334" y="2926"/>
                  <a:pt x="333" y="2925"/>
                </a:cubicBezTo>
                <a:cubicBezTo>
                  <a:pt x="333" y="2924"/>
                  <a:pt x="332" y="2924"/>
                  <a:pt x="332" y="2924"/>
                </a:cubicBezTo>
                <a:cubicBezTo>
                  <a:pt x="336" y="2929"/>
                  <a:pt x="330" y="2920"/>
                  <a:pt x="329" y="2919"/>
                </a:cubicBezTo>
                <a:cubicBezTo>
                  <a:pt x="329" y="2918"/>
                  <a:pt x="328" y="2918"/>
                  <a:pt x="328" y="2917"/>
                </a:cubicBezTo>
                <a:cubicBezTo>
                  <a:pt x="326" y="2913"/>
                  <a:pt x="324" y="2909"/>
                  <a:pt x="323" y="2904"/>
                </a:cubicBezTo>
                <a:cubicBezTo>
                  <a:pt x="324" y="2902"/>
                  <a:pt x="324" y="2900"/>
                  <a:pt x="324" y="2898"/>
                </a:cubicBezTo>
                <a:cubicBezTo>
                  <a:pt x="324" y="2895"/>
                  <a:pt x="324" y="2893"/>
                  <a:pt x="323" y="2891"/>
                </a:cubicBezTo>
                <a:cubicBezTo>
                  <a:pt x="310" y="2868"/>
                  <a:pt x="300" y="2843"/>
                  <a:pt x="291" y="2818"/>
                </a:cubicBezTo>
                <a:cubicBezTo>
                  <a:pt x="286" y="2797"/>
                  <a:pt x="283" y="2776"/>
                  <a:pt x="282" y="2755"/>
                </a:cubicBezTo>
                <a:cubicBezTo>
                  <a:pt x="282" y="2751"/>
                  <a:pt x="275" y="2750"/>
                  <a:pt x="274" y="2755"/>
                </a:cubicBezTo>
                <a:cubicBezTo>
                  <a:pt x="273" y="2779"/>
                  <a:pt x="272" y="2804"/>
                  <a:pt x="270" y="2828"/>
                </a:cubicBezTo>
                <a:cubicBezTo>
                  <a:pt x="269" y="2830"/>
                  <a:pt x="269" y="2831"/>
                  <a:pt x="269" y="2832"/>
                </a:cubicBezTo>
                <a:cubicBezTo>
                  <a:pt x="269" y="2834"/>
                  <a:pt x="269" y="2835"/>
                  <a:pt x="270" y="2836"/>
                </a:cubicBezTo>
                <a:cubicBezTo>
                  <a:pt x="267" y="2831"/>
                  <a:pt x="265" y="2825"/>
                  <a:pt x="264" y="2819"/>
                </a:cubicBezTo>
                <a:cubicBezTo>
                  <a:pt x="261" y="2787"/>
                  <a:pt x="243" y="2758"/>
                  <a:pt x="241" y="2724"/>
                </a:cubicBezTo>
                <a:cubicBezTo>
                  <a:pt x="241" y="2724"/>
                  <a:pt x="241" y="2723"/>
                  <a:pt x="240" y="2722"/>
                </a:cubicBezTo>
                <a:cubicBezTo>
                  <a:pt x="239" y="2721"/>
                  <a:pt x="240" y="2720"/>
                  <a:pt x="239" y="2720"/>
                </a:cubicBezTo>
                <a:cubicBezTo>
                  <a:pt x="238" y="2719"/>
                  <a:pt x="237" y="2720"/>
                  <a:pt x="237" y="2720"/>
                </a:cubicBezTo>
                <a:cubicBezTo>
                  <a:pt x="236" y="2720"/>
                  <a:pt x="235" y="2719"/>
                  <a:pt x="234" y="2720"/>
                </a:cubicBezTo>
                <a:cubicBezTo>
                  <a:pt x="233" y="2721"/>
                  <a:pt x="234" y="2721"/>
                  <a:pt x="233" y="2722"/>
                </a:cubicBezTo>
                <a:cubicBezTo>
                  <a:pt x="232" y="2723"/>
                  <a:pt x="232" y="2724"/>
                  <a:pt x="232" y="2724"/>
                </a:cubicBezTo>
                <a:cubicBezTo>
                  <a:pt x="231" y="2738"/>
                  <a:pt x="230" y="2753"/>
                  <a:pt x="230" y="2767"/>
                </a:cubicBezTo>
                <a:cubicBezTo>
                  <a:pt x="230" y="2790"/>
                  <a:pt x="232" y="2813"/>
                  <a:pt x="236" y="2835"/>
                </a:cubicBezTo>
                <a:cubicBezTo>
                  <a:pt x="236" y="2837"/>
                  <a:pt x="237" y="2840"/>
                  <a:pt x="238" y="2842"/>
                </a:cubicBezTo>
                <a:cubicBezTo>
                  <a:pt x="231" y="2836"/>
                  <a:pt x="224" y="2830"/>
                  <a:pt x="218" y="2823"/>
                </a:cubicBezTo>
                <a:cubicBezTo>
                  <a:pt x="219" y="2822"/>
                  <a:pt x="220" y="2821"/>
                  <a:pt x="221" y="2820"/>
                </a:cubicBezTo>
                <a:cubicBezTo>
                  <a:pt x="222" y="2819"/>
                  <a:pt x="222" y="2817"/>
                  <a:pt x="222" y="2816"/>
                </a:cubicBezTo>
                <a:cubicBezTo>
                  <a:pt x="222" y="2814"/>
                  <a:pt x="222" y="2813"/>
                  <a:pt x="221" y="2812"/>
                </a:cubicBezTo>
                <a:cubicBezTo>
                  <a:pt x="221" y="2811"/>
                  <a:pt x="221" y="2811"/>
                  <a:pt x="220" y="2811"/>
                </a:cubicBezTo>
                <a:cubicBezTo>
                  <a:pt x="141" y="2676"/>
                  <a:pt x="214" y="2520"/>
                  <a:pt x="324" y="2434"/>
                </a:cubicBezTo>
                <a:cubicBezTo>
                  <a:pt x="371" y="2397"/>
                  <a:pt x="453" y="2372"/>
                  <a:pt x="511" y="2364"/>
                </a:cubicBezTo>
                <a:cubicBezTo>
                  <a:pt x="558" y="2355"/>
                  <a:pt x="606" y="2351"/>
                  <a:pt x="654" y="2351"/>
                </a:cubicBezTo>
                <a:cubicBezTo>
                  <a:pt x="662" y="2351"/>
                  <a:pt x="671" y="2351"/>
                  <a:pt x="679" y="2351"/>
                </a:cubicBezTo>
                <a:cubicBezTo>
                  <a:pt x="674" y="2397"/>
                  <a:pt x="671" y="2443"/>
                  <a:pt x="671" y="2488"/>
                </a:cubicBezTo>
                <a:cubicBezTo>
                  <a:pt x="669" y="2486"/>
                  <a:pt x="666" y="2484"/>
                  <a:pt x="664" y="2483"/>
                </a:cubicBezTo>
                <a:cubicBezTo>
                  <a:pt x="662" y="2482"/>
                  <a:pt x="660" y="2481"/>
                  <a:pt x="658" y="2480"/>
                </a:cubicBezTo>
                <a:cubicBezTo>
                  <a:pt x="652" y="2478"/>
                  <a:pt x="645" y="2477"/>
                  <a:pt x="638" y="2477"/>
                </a:cubicBezTo>
                <a:cubicBezTo>
                  <a:pt x="637" y="2477"/>
                  <a:pt x="635" y="2477"/>
                  <a:pt x="634" y="2477"/>
                </a:cubicBezTo>
                <a:cubicBezTo>
                  <a:pt x="621" y="2474"/>
                  <a:pt x="607" y="2472"/>
                  <a:pt x="593" y="2472"/>
                </a:cubicBezTo>
                <a:cubicBezTo>
                  <a:pt x="591" y="2472"/>
                  <a:pt x="589" y="2472"/>
                  <a:pt x="586" y="2472"/>
                </a:cubicBezTo>
                <a:cubicBezTo>
                  <a:pt x="585" y="2472"/>
                  <a:pt x="584" y="2472"/>
                  <a:pt x="582" y="2473"/>
                </a:cubicBezTo>
                <a:cubicBezTo>
                  <a:pt x="581" y="2473"/>
                  <a:pt x="579" y="2476"/>
                  <a:pt x="578" y="2477"/>
                </a:cubicBezTo>
                <a:cubicBezTo>
                  <a:pt x="578" y="2478"/>
                  <a:pt x="578" y="2478"/>
                  <a:pt x="578" y="2479"/>
                </a:cubicBezTo>
                <a:cubicBezTo>
                  <a:pt x="564" y="2510"/>
                  <a:pt x="538" y="2538"/>
                  <a:pt x="521" y="2567"/>
                </a:cubicBezTo>
                <a:cubicBezTo>
                  <a:pt x="504" y="2598"/>
                  <a:pt x="490" y="2631"/>
                  <a:pt x="480" y="2665"/>
                </a:cubicBezTo>
                <a:cubicBezTo>
                  <a:pt x="458" y="2729"/>
                  <a:pt x="442" y="2795"/>
                  <a:pt x="433" y="2862"/>
                </a:cubicBezTo>
                <a:cubicBezTo>
                  <a:pt x="433" y="2856"/>
                  <a:pt x="433" y="2850"/>
                  <a:pt x="433" y="2845"/>
                </a:cubicBezTo>
                <a:cubicBezTo>
                  <a:pt x="433" y="2839"/>
                  <a:pt x="433" y="2834"/>
                  <a:pt x="433" y="2829"/>
                </a:cubicBezTo>
                <a:cubicBezTo>
                  <a:pt x="433" y="2826"/>
                  <a:pt x="433" y="2823"/>
                  <a:pt x="433" y="2820"/>
                </a:cubicBezTo>
                <a:cubicBezTo>
                  <a:pt x="433" y="2802"/>
                  <a:pt x="432" y="2784"/>
                  <a:pt x="430" y="2767"/>
                </a:cubicBezTo>
                <a:cubicBezTo>
                  <a:pt x="430" y="2762"/>
                  <a:pt x="421" y="2763"/>
                  <a:pt x="421" y="2767"/>
                </a:cubicBezTo>
                <a:cubicBezTo>
                  <a:pt x="421" y="2792"/>
                  <a:pt x="410" y="2819"/>
                  <a:pt x="405" y="2846"/>
                </a:cubicBezTo>
                <a:cubicBezTo>
                  <a:pt x="403" y="2863"/>
                  <a:pt x="402" y="2881"/>
                  <a:pt x="402" y="2899"/>
                </a:cubicBezTo>
                <a:cubicBezTo>
                  <a:pt x="402" y="2907"/>
                  <a:pt x="402" y="2915"/>
                  <a:pt x="403" y="2922"/>
                </a:cubicBezTo>
                <a:cubicBezTo>
                  <a:pt x="402" y="2929"/>
                  <a:pt x="402" y="2936"/>
                  <a:pt x="402" y="2943"/>
                </a:cubicBezTo>
                <a:cubicBezTo>
                  <a:pt x="402" y="2950"/>
                  <a:pt x="402" y="2957"/>
                  <a:pt x="403" y="2964"/>
                </a:cubicBezTo>
                <a:lnTo>
                  <a:pt x="398" y="2962"/>
                </a:lnTo>
                <a:cubicBezTo>
                  <a:pt x="398" y="2962"/>
                  <a:pt x="398" y="2963"/>
                  <a:pt x="399" y="2962"/>
                </a:cubicBezTo>
                <a:cubicBezTo>
                  <a:pt x="401" y="2960"/>
                  <a:pt x="401" y="2957"/>
                  <a:pt x="401" y="2955"/>
                </a:cubicBezTo>
                <a:cubicBezTo>
                  <a:pt x="401" y="2953"/>
                  <a:pt x="400" y="2951"/>
                  <a:pt x="400" y="2949"/>
                </a:cubicBezTo>
                <a:lnTo>
                  <a:pt x="399" y="2949"/>
                </a:lnTo>
                <a:moveTo>
                  <a:pt x="91" y="2545"/>
                </a:moveTo>
                <a:cubicBezTo>
                  <a:pt x="91" y="2492"/>
                  <a:pt x="105" y="2439"/>
                  <a:pt x="130" y="2392"/>
                </a:cubicBezTo>
                <a:cubicBezTo>
                  <a:pt x="151" y="2359"/>
                  <a:pt x="176" y="2329"/>
                  <a:pt x="204" y="2302"/>
                </a:cubicBezTo>
                <a:cubicBezTo>
                  <a:pt x="226" y="2278"/>
                  <a:pt x="254" y="2261"/>
                  <a:pt x="275" y="2238"/>
                </a:cubicBezTo>
                <a:cubicBezTo>
                  <a:pt x="341" y="2167"/>
                  <a:pt x="426" y="2127"/>
                  <a:pt x="511" y="2086"/>
                </a:cubicBezTo>
                <a:cubicBezTo>
                  <a:pt x="590" y="2045"/>
                  <a:pt x="672" y="2011"/>
                  <a:pt x="756" y="1986"/>
                </a:cubicBezTo>
                <a:cubicBezTo>
                  <a:pt x="753" y="1998"/>
                  <a:pt x="750" y="2011"/>
                  <a:pt x="747" y="2023"/>
                </a:cubicBezTo>
                <a:cubicBezTo>
                  <a:pt x="734" y="2068"/>
                  <a:pt x="723" y="2115"/>
                  <a:pt x="713" y="2162"/>
                </a:cubicBezTo>
                <a:cubicBezTo>
                  <a:pt x="711" y="2133"/>
                  <a:pt x="708" y="2103"/>
                  <a:pt x="708" y="2074"/>
                </a:cubicBezTo>
                <a:cubicBezTo>
                  <a:pt x="708" y="2073"/>
                  <a:pt x="707" y="2072"/>
                  <a:pt x="707" y="2071"/>
                </a:cubicBezTo>
                <a:cubicBezTo>
                  <a:pt x="707" y="2071"/>
                  <a:pt x="706" y="2070"/>
                  <a:pt x="705" y="2070"/>
                </a:cubicBezTo>
                <a:cubicBezTo>
                  <a:pt x="704" y="2069"/>
                  <a:pt x="704" y="2069"/>
                  <a:pt x="703" y="2069"/>
                </a:cubicBezTo>
                <a:cubicBezTo>
                  <a:pt x="702" y="2069"/>
                  <a:pt x="701" y="2069"/>
                  <a:pt x="700" y="2070"/>
                </a:cubicBezTo>
                <a:cubicBezTo>
                  <a:pt x="700" y="2070"/>
                  <a:pt x="699" y="2070"/>
                  <a:pt x="698" y="2071"/>
                </a:cubicBezTo>
                <a:cubicBezTo>
                  <a:pt x="697" y="2072"/>
                  <a:pt x="698" y="2073"/>
                  <a:pt x="698" y="2074"/>
                </a:cubicBezTo>
                <a:cubicBezTo>
                  <a:pt x="697" y="2128"/>
                  <a:pt x="688" y="2184"/>
                  <a:pt x="694" y="2238"/>
                </a:cubicBezTo>
                <a:cubicBezTo>
                  <a:pt x="694" y="2239"/>
                  <a:pt x="695" y="2240"/>
                  <a:pt x="695" y="2241"/>
                </a:cubicBezTo>
                <a:cubicBezTo>
                  <a:pt x="696" y="2242"/>
                  <a:pt x="696" y="2243"/>
                  <a:pt x="697" y="2243"/>
                </a:cubicBezTo>
                <a:lnTo>
                  <a:pt x="697" y="2249"/>
                </a:lnTo>
                <a:cubicBezTo>
                  <a:pt x="690" y="2251"/>
                  <a:pt x="683" y="2254"/>
                  <a:pt x="677" y="2257"/>
                </a:cubicBezTo>
                <a:cubicBezTo>
                  <a:pt x="677" y="2204"/>
                  <a:pt x="669" y="2153"/>
                  <a:pt x="667" y="2101"/>
                </a:cubicBezTo>
                <a:cubicBezTo>
                  <a:pt x="667" y="2097"/>
                  <a:pt x="659" y="2097"/>
                  <a:pt x="659" y="2101"/>
                </a:cubicBezTo>
                <a:cubicBezTo>
                  <a:pt x="657" y="2153"/>
                  <a:pt x="655" y="2204"/>
                  <a:pt x="655" y="2256"/>
                </a:cubicBezTo>
                <a:cubicBezTo>
                  <a:pt x="655" y="2258"/>
                  <a:pt x="656" y="2260"/>
                  <a:pt x="657" y="2262"/>
                </a:cubicBezTo>
                <a:cubicBezTo>
                  <a:pt x="658" y="2263"/>
                  <a:pt x="659" y="2265"/>
                  <a:pt x="660" y="2265"/>
                </a:cubicBezTo>
                <a:cubicBezTo>
                  <a:pt x="659" y="2266"/>
                  <a:pt x="657" y="2267"/>
                  <a:pt x="656" y="2268"/>
                </a:cubicBezTo>
                <a:cubicBezTo>
                  <a:pt x="651" y="2271"/>
                  <a:pt x="646" y="2274"/>
                  <a:pt x="642" y="2277"/>
                </a:cubicBezTo>
                <a:cubicBezTo>
                  <a:pt x="641" y="2263"/>
                  <a:pt x="639" y="2249"/>
                  <a:pt x="636" y="2235"/>
                </a:cubicBezTo>
                <a:cubicBezTo>
                  <a:pt x="631" y="2208"/>
                  <a:pt x="628" y="2181"/>
                  <a:pt x="628" y="2153"/>
                </a:cubicBezTo>
                <a:cubicBezTo>
                  <a:pt x="628" y="2149"/>
                  <a:pt x="621" y="2149"/>
                  <a:pt x="621" y="2153"/>
                </a:cubicBezTo>
                <a:cubicBezTo>
                  <a:pt x="619" y="2169"/>
                  <a:pt x="618" y="2185"/>
                  <a:pt x="618" y="2201"/>
                </a:cubicBezTo>
                <a:cubicBezTo>
                  <a:pt x="618" y="2207"/>
                  <a:pt x="618" y="2213"/>
                  <a:pt x="618" y="2220"/>
                </a:cubicBezTo>
                <a:cubicBezTo>
                  <a:pt x="621" y="2243"/>
                  <a:pt x="618" y="2268"/>
                  <a:pt x="624" y="2292"/>
                </a:cubicBezTo>
                <a:lnTo>
                  <a:pt x="606" y="2305"/>
                </a:lnTo>
                <a:cubicBezTo>
                  <a:pt x="604" y="2241"/>
                  <a:pt x="602" y="2176"/>
                  <a:pt x="600" y="2112"/>
                </a:cubicBezTo>
                <a:cubicBezTo>
                  <a:pt x="600" y="2111"/>
                  <a:pt x="600" y="2111"/>
                  <a:pt x="600" y="2111"/>
                </a:cubicBezTo>
                <a:cubicBezTo>
                  <a:pt x="600" y="2110"/>
                  <a:pt x="599" y="2110"/>
                  <a:pt x="599" y="2110"/>
                </a:cubicBezTo>
                <a:cubicBezTo>
                  <a:pt x="598" y="2109"/>
                  <a:pt x="598" y="2109"/>
                  <a:pt x="597" y="2109"/>
                </a:cubicBezTo>
                <a:lnTo>
                  <a:pt x="596" y="2110"/>
                </a:lnTo>
                <a:cubicBezTo>
                  <a:pt x="595" y="2111"/>
                  <a:pt x="595" y="2110"/>
                  <a:pt x="594" y="2111"/>
                </a:cubicBezTo>
                <a:lnTo>
                  <a:pt x="594" y="2112"/>
                </a:lnTo>
                <a:cubicBezTo>
                  <a:pt x="592" y="2183"/>
                  <a:pt x="590" y="2254"/>
                  <a:pt x="588" y="2326"/>
                </a:cubicBezTo>
                <a:lnTo>
                  <a:pt x="572" y="2327"/>
                </a:lnTo>
                <a:cubicBezTo>
                  <a:pt x="566" y="2274"/>
                  <a:pt x="558" y="2221"/>
                  <a:pt x="556" y="2167"/>
                </a:cubicBezTo>
                <a:cubicBezTo>
                  <a:pt x="556" y="2162"/>
                  <a:pt x="549" y="2163"/>
                  <a:pt x="549" y="2167"/>
                </a:cubicBezTo>
                <a:cubicBezTo>
                  <a:pt x="546" y="2191"/>
                  <a:pt x="544" y="2215"/>
                  <a:pt x="544" y="2240"/>
                </a:cubicBezTo>
                <a:cubicBezTo>
                  <a:pt x="544" y="2247"/>
                  <a:pt x="544" y="2255"/>
                  <a:pt x="544" y="2263"/>
                </a:cubicBezTo>
                <a:cubicBezTo>
                  <a:pt x="547" y="2285"/>
                  <a:pt x="550" y="2306"/>
                  <a:pt x="552" y="2328"/>
                </a:cubicBezTo>
                <a:cubicBezTo>
                  <a:pt x="542" y="2329"/>
                  <a:pt x="533" y="2331"/>
                  <a:pt x="522" y="2332"/>
                </a:cubicBezTo>
                <a:cubicBezTo>
                  <a:pt x="522" y="2331"/>
                  <a:pt x="522" y="2331"/>
                  <a:pt x="522" y="2330"/>
                </a:cubicBezTo>
                <a:cubicBezTo>
                  <a:pt x="522" y="2329"/>
                  <a:pt x="522" y="2328"/>
                  <a:pt x="522" y="2328"/>
                </a:cubicBezTo>
                <a:lnTo>
                  <a:pt x="523" y="2326"/>
                </a:lnTo>
                <a:lnTo>
                  <a:pt x="523" y="2325"/>
                </a:lnTo>
                <a:lnTo>
                  <a:pt x="523" y="2324"/>
                </a:lnTo>
                <a:cubicBezTo>
                  <a:pt x="524" y="2322"/>
                  <a:pt x="525" y="2320"/>
                  <a:pt x="525" y="2318"/>
                </a:cubicBezTo>
                <a:cubicBezTo>
                  <a:pt x="525" y="2316"/>
                  <a:pt x="523" y="2314"/>
                  <a:pt x="523" y="2313"/>
                </a:cubicBezTo>
                <a:cubicBezTo>
                  <a:pt x="522" y="2311"/>
                  <a:pt x="521" y="2310"/>
                  <a:pt x="520" y="2309"/>
                </a:cubicBezTo>
                <a:cubicBezTo>
                  <a:pt x="528" y="2316"/>
                  <a:pt x="522" y="2295"/>
                  <a:pt x="522" y="2291"/>
                </a:cubicBezTo>
                <a:cubicBezTo>
                  <a:pt x="522" y="2286"/>
                  <a:pt x="522" y="2277"/>
                  <a:pt x="522" y="2271"/>
                </a:cubicBezTo>
                <a:cubicBezTo>
                  <a:pt x="521" y="2254"/>
                  <a:pt x="519" y="2237"/>
                  <a:pt x="516" y="2221"/>
                </a:cubicBezTo>
                <a:cubicBezTo>
                  <a:pt x="515" y="2221"/>
                  <a:pt x="515" y="2220"/>
                  <a:pt x="515" y="2220"/>
                </a:cubicBezTo>
                <a:cubicBezTo>
                  <a:pt x="515" y="2219"/>
                  <a:pt x="514" y="2219"/>
                  <a:pt x="513" y="2218"/>
                </a:cubicBezTo>
                <a:cubicBezTo>
                  <a:pt x="513" y="2218"/>
                  <a:pt x="512" y="2218"/>
                  <a:pt x="511" y="2218"/>
                </a:cubicBezTo>
                <a:cubicBezTo>
                  <a:pt x="511" y="2218"/>
                  <a:pt x="510" y="2217"/>
                  <a:pt x="509" y="2218"/>
                </a:cubicBezTo>
                <a:cubicBezTo>
                  <a:pt x="508" y="2219"/>
                  <a:pt x="509" y="2219"/>
                  <a:pt x="508" y="2220"/>
                </a:cubicBezTo>
                <a:cubicBezTo>
                  <a:pt x="507" y="2221"/>
                  <a:pt x="507" y="2221"/>
                  <a:pt x="507" y="2221"/>
                </a:cubicBezTo>
                <a:cubicBezTo>
                  <a:pt x="504" y="2238"/>
                  <a:pt x="502" y="2254"/>
                  <a:pt x="500" y="2271"/>
                </a:cubicBezTo>
                <a:cubicBezTo>
                  <a:pt x="498" y="2279"/>
                  <a:pt x="497" y="2288"/>
                  <a:pt x="497" y="2296"/>
                </a:cubicBezTo>
                <a:cubicBezTo>
                  <a:pt x="497" y="2304"/>
                  <a:pt x="498" y="2313"/>
                  <a:pt x="500" y="2321"/>
                </a:cubicBezTo>
                <a:cubicBezTo>
                  <a:pt x="500" y="2322"/>
                  <a:pt x="501" y="2322"/>
                  <a:pt x="501" y="2323"/>
                </a:cubicBezTo>
                <a:cubicBezTo>
                  <a:pt x="500" y="2326"/>
                  <a:pt x="500" y="2329"/>
                  <a:pt x="500" y="2333"/>
                </a:cubicBezTo>
                <a:cubicBezTo>
                  <a:pt x="500" y="2334"/>
                  <a:pt x="500" y="2335"/>
                  <a:pt x="500" y="2336"/>
                </a:cubicBezTo>
                <a:lnTo>
                  <a:pt x="476" y="2341"/>
                </a:lnTo>
                <a:cubicBezTo>
                  <a:pt x="476" y="2331"/>
                  <a:pt x="477" y="2322"/>
                  <a:pt x="477" y="2312"/>
                </a:cubicBezTo>
                <a:cubicBezTo>
                  <a:pt x="477" y="2297"/>
                  <a:pt x="476" y="2282"/>
                  <a:pt x="474" y="2267"/>
                </a:cubicBezTo>
                <a:cubicBezTo>
                  <a:pt x="473" y="2240"/>
                  <a:pt x="477" y="2214"/>
                  <a:pt x="475" y="2187"/>
                </a:cubicBezTo>
                <a:cubicBezTo>
                  <a:pt x="475" y="2186"/>
                  <a:pt x="476" y="2186"/>
                  <a:pt x="475" y="2185"/>
                </a:cubicBezTo>
                <a:cubicBezTo>
                  <a:pt x="474" y="2184"/>
                  <a:pt x="474" y="2183"/>
                  <a:pt x="473" y="2183"/>
                </a:cubicBezTo>
                <a:cubicBezTo>
                  <a:pt x="472" y="2182"/>
                  <a:pt x="471" y="2183"/>
                  <a:pt x="470" y="2183"/>
                </a:cubicBezTo>
                <a:cubicBezTo>
                  <a:pt x="470" y="2183"/>
                  <a:pt x="469" y="2182"/>
                  <a:pt x="468" y="2183"/>
                </a:cubicBezTo>
                <a:cubicBezTo>
                  <a:pt x="467" y="2183"/>
                  <a:pt x="466" y="2185"/>
                  <a:pt x="466" y="2185"/>
                </a:cubicBezTo>
                <a:cubicBezTo>
                  <a:pt x="466" y="2186"/>
                  <a:pt x="466" y="2186"/>
                  <a:pt x="465" y="2187"/>
                </a:cubicBezTo>
                <a:cubicBezTo>
                  <a:pt x="465" y="2212"/>
                  <a:pt x="455" y="2233"/>
                  <a:pt x="453" y="2257"/>
                </a:cubicBezTo>
                <a:cubicBezTo>
                  <a:pt x="451" y="2272"/>
                  <a:pt x="450" y="2287"/>
                  <a:pt x="450" y="2302"/>
                </a:cubicBezTo>
                <a:cubicBezTo>
                  <a:pt x="450" y="2316"/>
                  <a:pt x="451" y="2331"/>
                  <a:pt x="453" y="2346"/>
                </a:cubicBezTo>
                <a:cubicBezTo>
                  <a:pt x="445" y="2348"/>
                  <a:pt x="437" y="2351"/>
                  <a:pt x="429" y="2353"/>
                </a:cubicBezTo>
                <a:cubicBezTo>
                  <a:pt x="428" y="2340"/>
                  <a:pt x="425" y="2328"/>
                  <a:pt x="424" y="2314"/>
                </a:cubicBezTo>
                <a:cubicBezTo>
                  <a:pt x="424" y="2313"/>
                  <a:pt x="424" y="2313"/>
                  <a:pt x="424" y="2312"/>
                </a:cubicBezTo>
                <a:cubicBezTo>
                  <a:pt x="423" y="2311"/>
                  <a:pt x="423" y="2310"/>
                  <a:pt x="422" y="2310"/>
                </a:cubicBezTo>
                <a:cubicBezTo>
                  <a:pt x="421" y="2309"/>
                  <a:pt x="420" y="2310"/>
                  <a:pt x="419" y="2310"/>
                </a:cubicBezTo>
                <a:cubicBezTo>
                  <a:pt x="418" y="2310"/>
                  <a:pt x="418" y="2309"/>
                  <a:pt x="417" y="2310"/>
                </a:cubicBezTo>
                <a:cubicBezTo>
                  <a:pt x="416" y="2310"/>
                  <a:pt x="415" y="2311"/>
                  <a:pt x="415" y="2312"/>
                </a:cubicBezTo>
                <a:cubicBezTo>
                  <a:pt x="415" y="2313"/>
                  <a:pt x="414" y="2313"/>
                  <a:pt x="414" y="2314"/>
                </a:cubicBezTo>
                <a:cubicBezTo>
                  <a:pt x="415" y="2322"/>
                  <a:pt x="415" y="2330"/>
                  <a:pt x="417" y="2338"/>
                </a:cubicBezTo>
                <a:cubicBezTo>
                  <a:pt x="417" y="2341"/>
                  <a:pt x="417" y="2344"/>
                  <a:pt x="417" y="2347"/>
                </a:cubicBezTo>
                <a:cubicBezTo>
                  <a:pt x="417" y="2350"/>
                  <a:pt x="417" y="2353"/>
                  <a:pt x="417" y="2356"/>
                </a:cubicBezTo>
                <a:cubicBezTo>
                  <a:pt x="408" y="2359"/>
                  <a:pt x="399" y="2362"/>
                  <a:pt x="390" y="2366"/>
                </a:cubicBezTo>
                <a:cubicBezTo>
                  <a:pt x="390" y="2358"/>
                  <a:pt x="390" y="2349"/>
                  <a:pt x="390" y="2341"/>
                </a:cubicBezTo>
                <a:cubicBezTo>
                  <a:pt x="390" y="2303"/>
                  <a:pt x="388" y="2264"/>
                  <a:pt x="385" y="2226"/>
                </a:cubicBezTo>
                <a:cubicBezTo>
                  <a:pt x="385" y="2222"/>
                  <a:pt x="378" y="2222"/>
                  <a:pt x="378" y="2226"/>
                </a:cubicBezTo>
                <a:cubicBezTo>
                  <a:pt x="374" y="2262"/>
                  <a:pt x="373" y="2298"/>
                  <a:pt x="373" y="2333"/>
                </a:cubicBezTo>
                <a:cubicBezTo>
                  <a:pt x="373" y="2346"/>
                  <a:pt x="373" y="2360"/>
                  <a:pt x="373" y="2373"/>
                </a:cubicBezTo>
                <a:lnTo>
                  <a:pt x="363" y="2377"/>
                </a:lnTo>
                <a:cubicBezTo>
                  <a:pt x="357" y="2380"/>
                  <a:pt x="350" y="2383"/>
                  <a:pt x="344" y="2387"/>
                </a:cubicBezTo>
                <a:cubicBezTo>
                  <a:pt x="344" y="2385"/>
                  <a:pt x="344" y="2382"/>
                  <a:pt x="343" y="2380"/>
                </a:cubicBezTo>
                <a:cubicBezTo>
                  <a:pt x="340" y="2365"/>
                  <a:pt x="339" y="2350"/>
                  <a:pt x="339" y="2334"/>
                </a:cubicBezTo>
                <a:cubicBezTo>
                  <a:pt x="339" y="2333"/>
                  <a:pt x="339" y="2332"/>
                  <a:pt x="339" y="2331"/>
                </a:cubicBezTo>
                <a:cubicBezTo>
                  <a:pt x="339" y="2330"/>
                  <a:pt x="339" y="2330"/>
                  <a:pt x="339" y="2329"/>
                </a:cubicBezTo>
                <a:lnTo>
                  <a:pt x="338" y="2328"/>
                </a:lnTo>
                <a:cubicBezTo>
                  <a:pt x="337" y="2328"/>
                  <a:pt x="337" y="2328"/>
                  <a:pt x="336" y="2328"/>
                </a:cubicBezTo>
                <a:lnTo>
                  <a:pt x="335" y="2328"/>
                </a:lnTo>
                <a:lnTo>
                  <a:pt x="334" y="2329"/>
                </a:lnTo>
                <a:cubicBezTo>
                  <a:pt x="334" y="2330"/>
                  <a:pt x="333" y="2330"/>
                  <a:pt x="333" y="2331"/>
                </a:cubicBezTo>
                <a:cubicBezTo>
                  <a:pt x="333" y="2350"/>
                  <a:pt x="333" y="2371"/>
                  <a:pt x="334" y="2392"/>
                </a:cubicBezTo>
                <a:cubicBezTo>
                  <a:pt x="323" y="2398"/>
                  <a:pt x="312" y="2406"/>
                  <a:pt x="301" y="2414"/>
                </a:cubicBezTo>
                <a:cubicBezTo>
                  <a:pt x="301" y="2376"/>
                  <a:pt x="299" y="2337"/>
                  <a:pt x="298" y="2300"/>
                </a:cubicBezTo>
                <a:cubicBezTo>
                  <a:pt x="298" y="2295"/>
                  <a:pt x="291" y="2296"/>
                  <a:pt x="291" y="2300"/>
                </a:cubicBezTo>
                <a:cubicBezTo>
                  <a:pt x="291" y="2341"/>
                  <a:pt x="289" y="2382"/>
                  <a:pt x="288" y="2423"/>
                </a:cubicBezTo>
                <a:cubicBezTo>
                  <a:pt x="281" y="2428"/>
                  <a:pt x="275" y="2434"/>
                  <a:pt x="269" y="2440"/>
                </a:cubicBezTo>
                <a:cubicBezTo>
                  <a:pt x="269" y="2440"/>
                  <a:pt x="269" y="2439"/>
                  <a:pt x="269" y="2438"/>
                </a:cubicBezTo>
                <a:cubicBezTo>
                  <a:pt x="269" y="2421"/>
                  <a:pt x="266" y="2405"/>
                  <a:pt x="266" y="2389"/>
                </a:cubicBezTo>
                <a:cubicBezTo>
                  <a:pt x="266" y="2388"/>
                  <a:pt x="266" y="2388"/>
                  <a:pt x="265" y="2387"/>
                </a:cubicBezTo>
                <a:cubicBezTo>
                  <a:pt x="264" y="2386"/>
                  <a:pt x="264" y="2386"/>
                  <a:pt x="263" y="2385"/>
                </a:cubicBezTo>
                <a:cubicBezTo>
                  <a:pt x="262" y="2384"/>
                  <a:pt x="262" y="2384"/>
                  <a:pt x="261" y="2384"/>
                </a:cubicBezTo>
                <a:cubicBezTo>
                  <a:pt x="260" y="2384"/>
                  <a:pt x="259" y="2384"/>
                  <a:pt x="258" y="2385"/>
                </a:cubicBezTo>
                <a:cubicBezTo>
                  <a:pt x="258" y="2385"/>
                  <a:pt x="258" y="2386"/>
                  <a:pt x="257" y="2387"/>
                </a:cubicBezTo>
                <a:cubicBezTo>
                  <a:pt x="256" y="2388"/>
                  <a:pt x="256" y="2388"/>
                  <a:pt x="256" y="2389"/>
                </a:cubicBezTo>
                <a:cubicBezTo>
                  <a:pt x="256" y="2405"/>
                  <a:pt x="253" y="2420"/>
                  <a:pt x="253" y="2436"/>
                </a:cubicBezTo>
                <a:cubicBezTo>
                  <a:pt x="253" y="2439"/>
                  <a:pt x="253" y="2443"/>
                  <a:pt x="253" y="2446"/>
                </a:cubicBezTo>
                <a:cubicBezTo>
                  <a:pt x="253" y="2449"/>
                  <a:pt x="253" y="2453"/>
                  <a:pt x="253" y="2456"/>
                </a:cubicBezTo>
                <a:cubicBezTo>
                  <a:pt x="247" y="2463"/>
                  <a:pt x="241" y="2470"/>
                  <a:pt x="235" y="2477"/>
                </a:cubicBezTo>
                <a:cubicBezTo>
                  <a:pt x="235" y="2459"/>
                  <a:pt x="235" y="2440"/>
                  <a:pt x="234" y="2422"/>
                </a:cubicBezTo>
                <a:cubicBezTo>
                  <a:pt x="234" y="2394"/>
                  <a:pt x="228" y="2367"/>
                  <a:pt x="227" y="2339"/>
                </a:cubicBezTo>
                <a:cubicBezTo>
                  <a:pt x="227" y="2335"/>
                  <a:pt x="219" y="2335"/>
                  <a:pt x="219" y="2339"/>
                </a:cubicBezTo>
                <a:cubicBezTo>
                  <a:pt x="216" y="2393"/>
                  <a:pt x="220" y="2448"/>
                  <a:pt x="217" y="2502"/>
                </a:cubicBezTo>
                <a:lnTo>
                  <a:pt x="217" y="2503"/>
                </a:lnTo>
                <a:cubicBezTo>
                  <a:pt x="211" y="2513"/>
                  <a:pt x="205" y="2524"/>
                  <a:pt x="199" y="2535"/>
                </a:cubicBezTo>
                <a:cubicBezTo>
                  <a:pt x="197" y="2503"/>
                  <a:pt x="193" y="2472"/>
                  <a:pt x="192" y="2440"/>
                </a:cubicBezTo>
                <a:cubicBezTo>
                  <a:pt x="192" y="2435"/>
                  <a:pt x="185" y="2436"/>
                  <a:pt x="185" y="2440"/>
                </a:cubicBezTo>
                <a:cubicBezTo>
                  <a:pt x="183" y="2456"/>
                  <a:pt x="182" y="2472"/>
                  <a:pt x="182" y="2488"/>
                </a:cubicBezTo>
                <a:cubicBezTo>
                  <a:pt x="182" y="2493"/>
                  <a:pt x="182" y="2497"/>
                  <a:pt x="182" y="2502"/>
                </a:cubicBezTo>
                <a:cubicBezTo>
                  <a:pt x="183" y="2518"/>
                  <a:pt x="184" y="2534"/>
                  <a:pt x="184" y="2551"/>
                </a:cubicBezTo>
                <a:cubicBezTo>
                  <a:pt x="184" y="2557"/>
                  <a:pt x="184" y="2564"/>
                  <a:pt x="184" y="2571"/>
                </a:cubicBezTo>
                <a:cubicBezTo>
                  <a:pt x="176" y="2594"/>
                  <a:pt x="171" y="2617"/>
                  <a:pt x="169" y="2642"/>
                </a:cubicBezTo>
                <a:cubicBezTo>
                  <a:pt x="169" y="2635"/>
                  <a:pt x="167" y="2629"/>
                  <a:pt x="166" y="2622"/>
                </a:cubicBezTo>
                <a:cubicBezTo>
                  <a:pt x="157" y="2561"/>
                  <a:pt x="155" y="2501"/>
                  <a:pt x="151" y="2439"/>
                </a:cubicBezTo>
                <a:cubicBezTo>
                  <a:pt x="151" y="2435"/>
                  <a:pt x="144" y="2435"/>
                  <a:pt x="144" y="2439"/>
                </a:cubicBezTo>
                <a:cubicBezTo>
                  <a:pt x="141" y="2478"/>
                  <a:pt x="139" y="2517"/>
                  <a:pt x="139" y="2556"/>
                </a:cubicBezTo>
                <a:cubicBezTo>
                  <a:pt x="139" y="2603"/>
                  <a:pt x="142" y="2650"/>
                  <a:pt x="146" y="2697"/>
                </a:cubicBezTo>
                <a:cubicBezTo>
                  <a:pt x="119" y="2650"/>
                  <a:pt x="101" y="2598"/>
                  <a:pt x="91" y="2545"/>
                </a:cubicBezTo>
                <a:moveTo>
                  <a:pt x="716" y="3102"/>
                </a:moveTo>
                <a:cubicBezTo>
                  <a:pt x="716" y="3118"/>
                  <a:pt x="726" y="3166"/>
                  <a:pt x="698" y="3173"/>
                </a:cubicBezTo>
                <a:cubicBezTo>
                  <a:pt x="698" y="3171"/>
                  <a:pt x="698" y="3168"/>
                  <a:pt x="698" y="3166"/>
                </a:cubicBezTo>
                <a:cubicBezTo>
                  <a:pt x="700" y="3155"/>
                  <a:pt x="702" y="3145"/>
                  <a:pt x="705" y="3134"/>
                </a:cubicBezTo>
                <a:cubicBezTo>
                  <a:pt x="708" y="3123"/>
                  <a:pt x="710" y="3112"/>
                  <a:pt x="710" y="3101"/>
                </a:cubicBezTo>
                <a:cubicBezTo>
                  <a:pt x="710" y="3096"/>
                  <a:pt x="710" y="3092"/>
                  <a:pt x="709" y="3087"/>
                </a:cubicBezTo>
                <a:lnTo>
                  <a:pt x="709" y="3086"/>
                </a:lnTo>
                <a:cubicBezTo>
                  <a:pt x="708" y="3085"/>
                  <a:pt x="708" y="3084"/>
                  <a:pt x="707" y="3084"/>
                </a:cubicBezTo>
                <a:cubicBezTo>
                  <a:pt x="706" y="3083"/>
                  <a:pt x="705" y="3084"/>
                  <a:pt x="704" y="3084"/>
                </a:cubicBezTo>
                <a:cubicBezTo>
                  <a:pt x="704" y="3084"/>
                  <a:pt x="703" y="3083"/>
                  <a:pt x="702" y="3084"/>
                </a:cubicBezTo>
                <a:cubicBezTo>
                  <a:pt x="701" y="3084"/>
                  <a:pt x="701" y="3085"/>
                  <a:pt x="700" y="3086"/>
                </a:cubicBezTo>
                <a:lnTo>
                  <a:pt x="700" y="3087"/>
                </a:lnTo>
                <a:cubicBezTo>
                  <a:pt x="697" y="3096"/>
                  <a:pt x="688" y="3103"/>
                  <a:pt x="686" y="3113"/>
                </a:cubicBezTo>
                <a:cubicBezTo>
                  <a:pt x="684" y="3123"/>
                  <a:pt x="683" y="3133"/>
                  <a:pt x="681" y="3142"/>
                </a:cubicBezTo>
                <a:cubicBezTo>
                  <a:pt x="678" y="3152"/>
                  <a:pt x="677" y="3162"/>
                  <a:pt x="676" y="3172"/>
                </a:cubicBezTo>
                <a:cubicBezTo>
                  <a:pt x="673" y="3172"/>
                  <a:pt x="670" y="3170"/>
                  <a:pt x="666" y="3169"/>
                </a:cubicBezTo>
                <a:cubicBezTo>
                  <a:pt x="663" y="3168"/>
                  <a:pt x="666" y="3169"/>
                  <a:pt x="666" y="3168"/>
                </a:cubicBezTo>
                <a:cubicBezTo>
                  <a:pt x="667" y="3135"/>
                  <a:pt x="671" y="3102"/>
                  <a:pt x="678" y="3069"/>
                </a:cubicBezTo>
                <a:cubicBezTo>
                  <a:pt x="680" y="3061"/>
                  <a:pt x="683" y="3053"/>
                  <a:pt x="687" y="3046"/>
                </a:cubicBezTo>
                <a:cubicBezTo>
                  <a:pt x="688" y="3047"/>
                  <a:pt x="689" y="3049"/>
                  <a:pt x="690" y="3050"/>
                </a:cubicBezTo>
                <a:cubicBezTo>
                  <a:pt x="691" y="3052"/>
                  <a:pt x="692" y="3055"/>
                  <a:pt x="693" y="3057"/>
                </a:cubicBezTo>
                <a:cubicBezTo>
                  <a:pt x="696" y="3061"/>
                  <a:pt x="698" y="3065"/>
                  <a:pt x="701" y="3070"/>
                </a:cubicBezTo>
                <a:cubicBezTo>
                  <a:pt x="706" y="3080"/>
                  <a:pt x="712" y="3091"/>
                  <a:pt x="716" y="3102"/>
                </a:cubicBezTo>
                <a:moveTo>
                  <a:pt x="665" y="3085"/>
                </a:moveTo>
                <a:cubicBezTo>
                  <a:pt x="657" y="3110"/>
                  <a:pt x="653" y="3136"/>
                  <a:pt x="652" y="3162"/>
                </a:cubicBezTo>
                <a:cubicBezTo>
                  <a:pt x="643" y="3156"/>
                  <a:pt x="635" y="3148"/>
                  <a:pt x="627" y="3140"/>
                </a:cubicBezTo>
                <a:cubicBezTo>
                  <a:pt x="628" y="3123"/>
                  <a:pt x="632" y="3106"/>
                  <a:pt x="637" y="3089"/>
                </a:cubicBezTo>
                <a:cubicBezTo>
                  <a:pt x="639" y="3083"/>
                  <a:pt x="641" y="3076"/>
                  <a:pt x="644" y="3070"/>
                </a:cubicBezTo>
                <a:cubicBezTo>
                  <a:pt x="655" y="3062"/>
                  <a:pt x="665" y="3054"/>
                  <a:pt x="674" y="3046"/>
                </a:cubicBezTo>
                <a:cubicBezTo>
                  <a:pt x="676" y="3045"/>
                  <a:pt x="678" y="3043"/>
                  <a:pt x="679" y="3041"/>
                </a:cubicBezTo>
                <a:cubicBezTo>
                  <a:pt x="680" y="3040"/>
                  <a:pt x="680" y="3037"/>
                  <a:pt x="681" y="3035"/>
                </a:cubicBezTo>
                <a:lnTo>
                  <a:pt x="683" y="3039"/>
                </a:lnTo>
                <a:cubicBezTo>
                  <a:pt x="679" y="3054"/>
                  <a:pt x="669" y="3071"/>
                  <a:pt x="665" y="3085"/>
                </a:cubicBezTo>
                <a:moveTo>
                  <a:pt x="653" y="2294"/>
                </a:moveTo>
                <a:cubicBezTo>
                  <a:pt x="654" y="2294"/>
                  <a:pt x="655" y="2293"/>
                  <a:pt x="656" y="2293"/>
                </a:cubicBezTo>
                <a:cubicBezTo>
                  <a:pt x="667" y="2286"/>
                  <a:pt x="678" y="2281"/>
                  <a:pt x="690" y="2277"/>
                </a:cubicBezTo>
                <a:cubicBezTo>
                  <a:pt x="687" y="2293"/>
                  <a:pt x="685" y="2308"/>
                  <a:pt x="683" y="2323"/>
                </a:cubicBezTo>
                <a:cubicBezTo>
                  <a:pt x="657" y="2323"/>
                  <a:pt x="632" y="2323"/>
                  <a:pt x="607" y="2324"/>
                </a:cubicBezTo>
                <a:cubicBezTo>
                  <a:pt x="612" y="2321"/>
                  <a:pt x="618" y="2317"/>
                  <a:pt x="620" y="2315"/>
                </a:cubicBezTo>
                <a:cubicBezTo>
                  <a:pt x="628" y="2308"/>
                  <a:pt x="644" y="2301"/>
                  <a:pt x="653" y="2294"/>
                </a:cubicBezTo>
                <a:moveTo>
                  <a:pt x="664" y="2654"/>
                </a:moveTo>
                <a:cubicBezTo>
                  <a:pt x="664" y="2657"/>
                  <a:pt x="662" y="2660"/>
                  <a:pt x="662" y="2662"/>
                </a:cubicBezTo>
                <a:lnTo>
                  <a:pt x="660" y="2662"/>
                </a:lnTo>
                <a:lnTo>
                  <a:pt x="664" y="2654"/>
                </a:lnTo>
                <a:moveTo>
                  <a:pt x="587" y="2509"/>
                </a:moveTo>
                <a:cubicBezTo>
                  <a:pt x="596" y="2506"/>
                  <a:pt x="605" y="2504"/>
                  <a:pt x="614" y="2504"/>
                </a:cubicBezTo>
                <a:cubicBezTo>
                  <a:pt x="623" y="2505"/>
                  <a:pt x="632" y="2508"/>
                  <a:pt x="640" y="2513"/>
                </a:cubicBezTo>
                <a:cubicBezTo>
                  <a:pt x="652" y="2520"/>
                  <a:pt x="662" y="2530"/>
                  <a:pt x="669" y="2542"/>
                </a:cubicBezTo>
                <a:cubicBezTo>
                  <a:pt x="675" y="2552"/>
                  <a:pt x="678" y="2564"/>
                  <a:pt x="679" y="2576"/>
                </a:cubicBezTo>
                <a:cubicBezTo>
                  <a:pt x="680" y="2581"/>
                  <a:pt x="680" y="2586"/>
                  <a:pt x="680" y="2591"/>
                </a:cubicBezTo>
                <a:cubicBezTo>
                  <a:pt x="680" y="2596"/>
                  <a:pt x="680" y="2601"/>
                  <a:pt x="679" y="2606"/>
                </a:cubicBezTo>
                <a:cubicBezTo>
                  <a:pt x="645" y="2673"/>
                  <a:pt x="589" y="2726"/>
                  <a:pt x="583" y="2809"/>
                </a:cubicBezTo>
                <a:cubicBezTo>
                  <a:pt x="580" y="2846"/>
                  <a:pt x="569" y="2899"/>
                  <a:pt x="582" y="2936"/>
                </a:cubicBezTo>
                <a:cubicBezTo>
                  <a:pt x="585" y="2944"/>
                  <a:pt x="589" y="2952"/>
                  <a:pt x="594" y="2959"/>
                </a:cubicBezTo>
                <a:cubicBezTo>
                  <a:pt x="607" y="2981"/>
                  <a:pt x="623" y="3002"/>
                  <a:pt x="641" y="3021"/>
                </a:cubicBezTo>
                <a:cubicBezTo>
                  <a:pt x="614" y="3038"/>
                  <a:pt x="592" y="3054"/>
                  <a:pt x="556" y="3045"/>
                </a:cubicBezTo>
                <a:cubicBezTo>
                  <a:pt x="540" y="3041"/>
                  <a:pt x="524" y="3036"/>
                  <a:pt x="509" y="3030"/>
                </a:cubicBezTo>
                <a:cubicBezTo>
                  <a:pt x="494" y="3015"/>
                  <a:pt x="481" y="2998"/>
                  <a:pt x="470" y="2979"/>
                </a:cubicBezTo>
                <a:cubicBezTo>
                  <a:pt x="464" y="2968"/>
                  <a:pt x="458" y="2957"/>
                  <a:pt x="454" y="2945"/>
                </a:cubicBezTo>
                <a:cubicBezTo>
                  <a:pt x="436" y="2895"/>
                  <a:pt x="452" y="2827"/>
                  <a:pt x="469" y="2779"/>
                </a:cubicBezTo>
                <a:cubicBezTo>
                  <a:pt x="501" y="2686"/>
                  <a:pt x="532" y="2592"/>
                  <a:pt x="587" y="2509"/>
                </a:cubicBezTo>
                <a:moveTo>
                  <a:pt x="603" y="2841"/>
                </a:moveTo>
                <a:cubicBezTo>
                  <a:pt x="603" y="2842"/>
                  <a:pt x="604" y="2843"/>
                  <a:pt x="604" y="2844"/>
                </a:cubicBezTo>
                <a:cubicBezTo>
                  <a:pt x="605" y="2844"/>
                  <a:pt x="605" y="2845"/>
                  <a:pt x="606" y="2846"/>
                </a:cubicBezTo>
                <a:lnTo>
                  <a:pt x="602" y="2846"/>
                </a:lnTo>
                <a:lnTo>
                  <a:pt x="603" y="2841"/>
                </a:lnTo>
                <a:moveTo>
                  <a:pt x="172" y="2746"/>
                </a:moveTo>
                <a:cubicBezTo>
                  <a:pt x="173" y="2751"/>
                  <a:pt x="174" y="2755"/>
                  <a:pt x="176" y="2760"/>
                </a:cubicBezTo>
                <a:lnTo>
                  <a:pt x="169" y="2748"/>
                </a:lnTo>
                <a:lnTo>
                  <a:pt x="170" y="2748"/>
                </a:lnTo>
                <a:cubicBezTo>
                  <a:pt x="170" y="2748"/>
                  <a:pt x="171" y="2747"/>
                  <a:pt x="172" y="2746"/>
                </a:cubicBezTo>
                <a:moveTo>
                  <a:pt x="2114" y="1864"/>
                </a:moveTo>
                <a:cubicBezTo>
                  <a:pt x="2114" y="1851"/>
                  <a:pt x="2112" y="1839"/>
                  <a:pt x="2108" y="1827"/>
                </a:cubicBezTo>
                <a:cubicBezTo>
                  <a:pt x="2108" y="1826"/>
                  <a:pt x="2108" y="1827"/>
                  <a:pt x="2107" y="1826"/>
                </a:cubicBezTo>
                <a:cubicBezTo>
                  <a:pt x="2106" y="1825"/>
                  <a:pt x="2106" y="1824"/>
                  <a:pt x="2106" y="1824"/>
                </a:cubicBezTo>
                <a:cubicBezTo>
                  <a:pt x="2105" y="1823"/>
                  <a:pt x="2104" y="1823"/>
                  <a:pt x="2104" y="1823"/>
                </a:cubicBezTo>
                <a:cubicBezTo>
                  <a:pt x="2103" y="1823"/>
                  <a:pt x="2102" y="1823"/>
                  <a:pt x="2101" y="1824"/>
                </a:cubicBezTo>
                <a:cubicBezTo>
                  <a:pt x="2101" y="1824"/>
                  <a:pt x="2101" y="1825"/>
                  <a:pt x="2100" y="1826"/>
                </a:cubicBezTo>
                <a:cubicBezTo>
                  <a:pt x="2099" y="1827"/>
                  <a:pt x="2099" y="1826"/>
                  <a:pt x="2099" y="1827"/>
                </a:cubicBezTo>
                <a:cubicBezTo>
                  <a:pt x="2095" y="1841"/>
                  <a:pt x="2093" y="1855"/>
                  <a:pt x="2093" y="1870"/>
                </a:cubicBezTo>
                <a:cubicBezTo>
                  <a:pt x="2092" y="1872"/>
                  <a:pt x="2092" y="1874"/>
                  <a:pt x="2092" y="1876"/>
                </a:cubicBezTo>
                <a:cubicBezTo>
                  <a:pt x="2092" y="1882"/>
                  <a:pt x="2093" y="1888"/>
                  <a:pt x="2094" y="1893"/>
                </a:cubicBezTo>
                <a:cubicBezTo>
                  <a:pt x="2090" y="1899"/>
                  <a:pt x="2087" y="1906"/>
                  <a:pt x="2083" y="1912"/>
                </a:cubicBezTo>
                <a:cubicBezTo>
                  <a:pt x="2069" y="1936"/>
                  <a:pt x="2057" y="1962"/>
                  <a:pt x="2048" y="1989"/>
                </a:cubicBezTo>
                <a:cubicBezTo>
                  <a:pt x="2051" y="1947"/>
                  <a:pt x="2053" y="1905"/>
                  <a:pt x="2052" y="1863"/>
                </a:cubicBezTo>
                <a:cubicBezTo>
                  <a:pt x="2052" y="1858"/>
                  <a:pt x="2044" y="1857"/>
                  <a:pt x="2044" y="1863"/>
                </a:cubicBezTo>
                <a:cubicBezTo>
                  <a:pt x="2041" y="1906"/>
                  <a:pt x="2035" y="1949"/>
                  <a:pt x="2023" y="1991"/>
                </a:cubicBezTo>
                <a:cubicBezTo>
                  <a:pt x="2015" y="2028"/>
                  <a:pt x="2011" y="2066"/>
                  <a:pt x="2011" y="2104"/>
                </a:cubicBezTo>
                <a:cubicBezTo>
                  <a:pt x="2011" y="2112"/>
                  <a:pt x="2011" y="2121"/>
                  <a:pt x="2012" y="2129"/>
                </a:cubicBezTo>
                <a:cubicBezTo>
                  <a:pt x="2012" y="2130"/>
                  <a:pt x="2012" y="2130"/>
                  <a:pt x="2012" y="2131"/>
                </a:cubicBezTo>
                <a:cubicBezTo>
                  <a:pt x="2012" y="2132"/>
                  <a:pt x="2012" y="2132"/>
                  <a:pt x="2012" y="2133"/>
                </a:cubicBezTo>
                <a:lnTo>
                  <a:pt x="1997" y="2134"/>
                </a:lnTo>
                <a:cubicBezTo>
                  <a:pt x="1998" y="2133"/>
                  <a:pt x="1999" y="2132"/>
                  <a:pt x="2000" y="2131"/>
                </a:cubicBezTo>
                <a:lnTo>
                  <a:pt x="2001" y="2130"/>
                </a:lnTo>
                <a:cubicBezTo>
                  <a:pt x="2001" y="2129"/>
                  <a:pt x="2001" y="2129"/>
                  <a:pt x="2002" y="2128"/>
                </a:cubicBezTo>
                <a:cubicBezTo>
                  <a:pt x="2010" y="2103"/>
                  <a:pt x="1995" y="2079"/>
                  <a:pt x="1994" y="2053"/>
                </a:cubicBezTo>
                <a:cubicBezTo>
                  <a:pt x="1992" y="2042"/>
                  <a:pt x="1989" y="2031"/>
                  <a:pt x="1985" y="2020"/>
                </a:cubicBezTo>
                <a:cubicBezTo>
                  <a:pt x="1982" y="2003"/>
                  <a:pt x="1982" y="1986"/>
                  <a:pt x="1979" y="1970"/>
                </a:cubicBezTo>
                <a:cubicBezTo>
                  <a:pt x="1979" y="1965"/>
                  <a:pt x="1971" y="1965"/>
                  <a:pt x="1972" y="1970"/>
                </a:cubicBezTo>
                <a:cubicBezTo>
                  <a:pt x="1976" y="1993"/>
                  <a:pt x="1978" y="2016"/>
                  <a:pt x="1978" y="2039"/>
                </a:cubicBezTo>
                <a:cubicBezTo>
                  <a:pt x="1978" y="2046"/>
                  <a:pt x="1978" y="2053"/>
                  <a:pt x="1977" y="2061"/>
                </a:cubicBezTo>
                <a:cubicBezTo>
                  <a:pt x="1976" y="2072"/>
                  <a:pt x="1979" y="2085"/>
                  <a:pt x="1977" y="2097"/>
                </a:cubicBezTo>
                <a:cubicBezTo>
                  <a:pt x="1977" y="2100"/>
                  <a:pt x="1977" y="2102"/>
                  <a:pt x="1977" y="2104"/>
                </a:cubicBezTo>
                <a:cubicBezTo>
                  <a:pt x="1977" y="2109"/>
                  <a:pt x="1978" y="2114"/>
                  <a:pt x="1979" y="2118"/>
                </a:cubicBezTo>
                <a:cubicBezTo>
                  <a:pt x="1978" y="2119"/>
                  <a:pt x="1978" y="2120"/>
                  <a:pt x="1978" y="2120"/>
                </a:cubicBezTo>
                <a:cubicBezTo>
                  <a:pt x="1975" y="2125"/>
                  <a:pt x="1974" y="2130"/>
                  <a:pt x="1974" y="2136"/>
                </a:cubicBezTo>
                <a:cubicBezTo>
                  <a:pt x="1974" y="2136"/>
                  <a:pt x="1974" y="2137"/>
                  <a:pt x="1974" y="2138"/>
                </a:cubicBezTo>
                <a:cubicBezTo>
                  <a:pt x="1964" y="2140"/>
                  <a:pt x="1954" y="2143"/>
                  <a:pt x="1945" y="2146"/>
                </a:cubicBezTo>
                <a:cubicBezTo>
                  <a:pt x="1937" y="2076"/>
                  <a:pt x="1936" y="2006"/>
                  <a:pt x="1934" y="1935"/>
                </a:cubicBezTo>
                <a:cubicBezTo>
                  <a:pt x="1934" y="1935"/>
                  <a:pt x="1935" y="1935"/>
                  <a:pt x="1934" y="1934"/>
                </a:cubicBezTo>
                <a:cubicBezTo>
                  <a:pt x="1933" y="1933"/>
                  <a:pt x="1933" y="1934"/>
                  <a:pt x="1932" y="1933"/>
                </a:cubicBezTo>
                <a:lnTo>
                  <a:pt x="1931" y="1933"/>
                </a:lnTo>
                <a:cubicBezTo>
                  <a:pt x="1930" y="1933"/>
                  <a:pt x="1930" y="1932"/>
                  <a:pt x="1929" y="1933"/>
                </a:cubicBezTo>
                <a:cubicBezTo>
                  <a:pt x="1928" y="1934"/>
                  <a:pt x="1928" y="1934"/>
                  <a:pt x="1928" y="1934"/>
                </a:cubicBezTo>
                <a:cubicBezTo>
                  <a:pt x="1928" y="1935"/>
                  <a:pt x="1928" y="1935"/>
                  <a:pt x="1928" y="1935"/>
                </a:cubicBezTo>
                <a:cubicBezTo>
                  <a:pt x="1926" y="2005"/>
                  <a:pt x="1924" y="2074"/>
                  <a:pt x="1917" y="2143"/>
                </a:cubicBezTo>
                <a:cubicBezTo>
                  <a:pt x="1917" y="2144"/>
                  <a:pt x="1917" y="2145"/>
                  <a:pt x="1917" y="2145"/>
                </a:cubicBezTo>
                <a:cubicBezTo>
                  <a:pt x="1917" y="2148"/>
                  <a:pt x="1918" y="2150"/>
                  <a:pt x="1919" y="2152"/>
                </a:cubicBezTo>
                <a:cubicBezTo>
                  <a:pt x="1920" y="2153"/>
                  <a:pt x="1920" y="2154"/>
                  <a:pt x="1920" y="2154"/>
                </a:cubicBezTo>
                <a:cubicBezTo>
                  <a:pt x="1911" y="2158"/>
                  <a:pt x="1902" y="2161"/>
                  <a:pt x="1893" y="2165"/>
                </a:cubicBezTo>
                <a:cubicBezTo>
                  <a:pt x="1892" y="2149"/>
                  <a:pt x="1891" y="2132"/>
                  <a:pt x="1891" y="2116"/>
                </a:cubicBezTo>
                <a:cubicBezTo>
                  <a:pt x="1891" y="2100"/>
                  <a:pt x="1892" y="2083"/>
                  <a:pt x="1893" y="2067"/>
                </a:cubicBezTo>
                <a:cubicBezTo>
                  <a:pt x="1893" y="2030"/>
                  <a:pt x="1891" y="1992"/>
                  <a:pt x="1887" y="1955"/>
                </a:cubicBezTo>
                <a:cubicBezTo>
                  <a:pt x="1887" y="1950"/>
                  <a:pt x="1879" y="1951"/>
                  <a:pt x="1879" y="1956"/>
                </a:cubicBezTo>
                <a:cubicBezTo>
                  <a:pt x="1880" y="1977"/>
                  <a:pt x="1881" y="1999"/>
                  <a:pt x="1881" y="2020"/>
                </a:cubicBezTo>
                <a:cubicBezTo>
                  <a:pt x="1881" y="2041"/>
                  <a:pt x="1880" y="2062"/>
                  <a:pt x="1879" y="2083"/>
                </a:cubicBezTo>
                <a:cubicBezTo>
                  <a:pt x="1878" y="2098"/>
                  <a:pt x="1877" y="2113"/>
                  <a:pt x="1877" y="2128"/>
                </a:cubicBezTo>
                <a:cubicBezTo>
                  <a:pt x="1877" y="2142"/>
                  <a:pt x="1878" y="2157"/>
                  <a:pt x="1879" y="2172"/>
                </a:cubicBezTo>
                <a:lnTo>
                  <a:pt x="1859" y="2182"/>
                </a:lnTo>
                <a:cubicBezTo>
                  <a:pt x="1860" y="2160"/>
                  <a:pt x="1861" y="2138"/>
                  <a:pt x="1861" y="2116"/>
                </a:cubicBezTo>
                <a:cubicBezTo>
                  <a:pt x="1861" y="2063"/>
                  <a:pt x="1858" y="2011"/>
                  <a:pt x="1853" y="1959"/>
                </a:cubicBezTo>
                <a:cubicBezTo>
                  <a:pt x="1853" y="1958"/>
                  <a:pt x="1853" y="1959"/>
                  <a:pt x="1852" y="1958"/>
                </a:cubicBezTo>
                <a:cubicBezTo>
                  <a:pt x="1851" y="1957"/>
                  <a:pt x="1852" y="1957"/>
                  <a:pt x="1851" y="1956"/>
                </a:cubicBezTo>
                <a:cubicBezTo>
                  <a:pt x="1850" y="1955"/>
                  <a:pt x="1850" y="1956"/>
                  <a:pt x="1849" y="1956"/>
                </a:cubicBezTo>
                <a:cubicBezTo>
                  <a:pt x="1848" y="1956"/>
                  <a:pt x="1848" y="1955"/>
                  <a:pt x="1847" y="1956"/>
                </a:cubicBezTo>
                <a:cubicBezTo>
                  <a:pt x="1846" y="1956"/>
                  <a:pt x="1847" y="1957"/>
                  <a:pt x="1846" y="1958"/>
                </a:cubicBezTo>
                <a:cubicBezTo>
                  <a:pt x="1845" y="1959"/>
                  <a:pt x="1845" y="1958"/>
                  <a:pt x="1845" y="1959"/>
                </a:cubicBezTo>
                <a:cubicBezTo>
                  <a:pt x="1851" y="2033"/>
                  <a:pt x="1843" y="2108"/>
                  <a:pt x="1845" y="2183"/>
                </a:cubicBezTo>
                <a:cubicBezTo>
                  <a:pt x="1845" y="2184"/>
                  <a:pt x="1845" y="2185"/>
                  <a:pt x="1846" y="2186"/>
                </a:cubicBezTo>
                <a:lnTo>
                  <a:pt x="1847" y="2187"/>
                </a:lnTo>
                <a:cubicBezTo>
                  <a:pt x="1835" y="2193"/>
                  <a:pt x="1823" y="2200"/>
                  <a:pt x="1811" y="2207"/>
                </a:cubicBezTo>
                <a:cubicBezTo>
                  <a:pt x="1803" y="2178"/>
                  <a:pt x="1811" y="2128"/>
                  <a:pt x="1811" y="2102"/>
                </a:cubicBezTo>
                <a:cubicBezTo>
                  <a:pt x="1811" y="2059"/>
                  <a:pt x="1802" y="2009"/>
                  <a:pt x="1811" y="1967"/>
                </a:cubicBezTo>
                <a:cubicBezTo>
                  <a:pt x="1812" y="1961"/>
                  <a:pt x="1804" y="1958"/>
                  <a:pt x="1802" y="1964"/>
                </a:cubicBezTo>
                <a:cubicBezTo>
                  <a:pt x="1790" y="2012"/>
                  <a:pt x="1796" y="2069"/>
                  <a:pt x="1796" y="2119"/>
                </a:cubicBezTo>
                <a:cubicBezTo>
                  <a:pt x="1796" y="2145"/>
                  <a:pt x="1786" y="2188"/>
                  <a:pt x="1796" y="2215"/>
                </a:cubicBezTo>
                <a:lnTo>
                  <a:pt x="1771" y="2229"/>
                </a:lnTo>
                <a:lnTo>
                  <a:pt x="1770" y="2229"/>
                </a:lnTo>
                <a:cubicBezTo>
                  <a:pt x="1770" y="2205"/>
                  <a:pt x="1769" y="2182"/>
                  <a:pt x="1766" y="2158"/>
                </a:cubicBezTo>
                <a:cubicBezTo>
                  <a:pt x="1766" y="2111"/>
                  <a:pt x="1763" y="2064"/>
                  <a:pt x="1762" y="2016"/>
                </a:cubicBezTo>
                <a:cubicBezTo>
                  <a:pt x="1762" y="2012"/>
                  <a:pt x="1754" y="2012"/>
                  <a:pt x="1754" y="2016"/>
                </a:cubicBezTo>
                <a:cubicBezTo>
                  <a:pt x="1753" y="2064"/>
                  <a:pt x="1750" y="2111"/>
                  <a:pt x="1749" y="2158"/>
                </a:cubicBezTo>
                <a:cubicBezTo>
                  <a:pt x="1749" y="2180"/>
                  <a:pt x="1740" y="2218"/>
                  <a:pt x="1752" y="2240"/>
                </a:cubicBezTo>
                <a:cubicBezTo>
                  <a:pt x="1742" y="2247"/>
                  <a:pt x="1732" y="2254"/>
                  <a:pt x="1724" y="2262"/>
                </a:cubicBezTo>
                <a:cubicBezTo>
                  <a:pt x="1725" y="2163"/>
                  <a:pt x="1732" y="2063"/>
                  <a:pt x="1727" y="1964"/>
                </a:cubicBezTo>
                <a:cubicBezTo>
                  <a:pt x="1727" y="1960"/>
                  <a:pt x="1719" y="1960"/>
                  <a:pt x="1719" y="1964"/>
                </a:cubicBezTo>
                <a:cubicBezTo>
                  <a:pt x="1719" y="2018"/>
                  <a:pt x="1706" y="2072"/>
                  <a:pt x="1704" y="2125"/>
                </a:cubicBezTo>
                <a:cubicBezTo>
                  <a:pt x="1702" y="2174"/>
                  <a:pt x="1702" y="2222"/>
                  <a:pt x="1702" y="2271"/>
                </a:cubicBezTo>
                <a:cubicBezTo>
                  <a:pt x="1698" y="2271"/>
                  <a:pt x="1693" y="2271"/>
                  <a:pt x="1689" y="2272"/>
                </a:cubicBezTo>
                <a:cubicBezTo>
                  <a:pt x="1689" y="2261"/>
                  <a:pt x="1688" y="2249"/>
                  <a:pt x="1687" y="2238"/>
                </a:cubicBezTo>
                <a:cubicBezTo>
                  <a:pt x="1685" y="2227"/>
                  <a:pt x="1687" y="2216"/>
                  <a:pt x="1686" y="2205"/>
                </a:cubicBezTo>
                <a:cubicBezTo>
                  <a:pt x="1685" y="2194"/>
                  <a:pt x="1682" y="2180"/>
                  <a:pt x="1688" y="2171"/>
                </a:cubicBezTo>
                <a:cubicBezTo>
                  <a:pt x="1691" y="2167"/>
                  <a:pt x="1685" y="2163"/>
                  <a:pt x="1682" y="2167"/>
                </a:cubicBezTo>
                <a:cubicBezTo>
                  <a:pt x="1681" y="2167"/>
                  <a:pt x="1681" y="2168"/>
                  <a:pt x="1680" y="2169"/>
                </a:cubicBezTo>
                <a:cubicBezTo>
                  <a:pt x="1677" y="2174"/>
                  <a:pt x="1677" y="2178"/>
                  <a:pt x="1677" y="2183"/>
                </a:cubicBezTo>
                <a:cubicBezTo>
                  <a:pt x="1677" y="2184"/>
                  <a:pt x="1677" y="2185"/>
                  <a:pt x="1677" y="2186"/>
                </a:cubicBezTo>
                <a:cubicBezTo>
                  <a:pt x="1677" y="2204"/>
                  <a:pt x="1677" y="2221"/>
                  <a:pt x="1676" y="2238"/>
                </a:cubicBezTo>
                <a:cubicBezTo>
                  <a:pt x="1673" y="2251"/>
                  <a:pt x="1672" y="2263"/>
                  <a:pt x="1672" y="2276"/>
                </a:cubicBezTo>
                <a:cubicBezTo>
                  <a:pt x="1662" y="2278"/>
                  <a:pt x="1652" y="2281"/>
                  <a:pt x="1642" y="2284"/>
                </a:cubicBezTo>
                <a:cubicBezTo>
                  <a:pt x="1644" y="2196"/>
                  <a:pt x="1639" y="2107"/>
                  <a:pt x="1637" y="2019"/>
                </a:cubicBezTo>
                <a:cubicBezTo>
                  <a:pt x="1637" y="2015"/>
                  <a:pt x="1629" y="2015"/>
                  <a:pt x="1629" y="2019"/>
                </a:cubicBezTo>
                <a:cubicBezTo>
                  <a:pt x="1627" y="2110"/>
                  <a:pt x="1623" y="2201"/>
                  <a:pt x="1617" y="2292"/>
                </a:cubicBezTo>
                <a:lnTo>
                  <a:pt x="1617" y="2293"/>
                </a:lnTo>
                <a:lnTo>
                  <a:pt x="1617" y="2294"/>
                </a:lnTo>
                <a:cubicBezTo>
                  <a:pt x="1609" y="2298"/>
                  <a:pt x="1602" y="2302"/>
                  <a:pt x="1594" y="2307"/>
                </a:cubicBezTo>
                <a:cubicBezTo>
                  <a:pt x="1596" y="2268"/>
                  <a:pt x="1590" y="2230"/>
                  <a:pt x="1588" y="2192"/>
                </a:cubicBezTo>
                <a:cubicBezTo>
                  <a:pt x="1588" y="2188"/>
                  <a:pt x="1580" y="2188"/>
                  <a:pt x="1580" y="2192"/>
                </a:cubicBezTo>
                <a:cubicBezTo>
                  <a:pt x="1576" y="2225"/>
                  <a:pt x="1574" y="2259"/>
                  <a:pt x="1574" y="2292"/>
                </a:cubicBezTo>
                <a:cubicBezTo>
                  <a:pt x="1574" y="2301"/>
                  <a:pt x="1574" y="2310"/>
                  <a:pt x="1575" y="2320"/>
                </a:cubicBezTo>
                <a:cubicBezTo>
                  <a:pt x="1571" y="2323"/>
                  <a:pt x="1566" y="2325"/>
                  <a:pt x="1562" y="2329"/>
                </a:cubicBezTo>
                <a:cubicBezTo>
                  <a:pt x="1557" y="2241"/>
                  <a:pt x="1555" y="2152"/>
                  <a:pt x="1553" y="2064"/>
                </a:cubicBezTo>
                <a:cubicBezTo>
                  <a:pt x="1553" y="2059"/>
                  <a:pt x="1546" y="2060"/>
                  <a:pt x="1546" y="2064"/>
                </a:cubicBezTo>
                <a:cubicBezTo>
                  <a:pt x="1543" y="2156"/>
                  <a:pt x="1528" y="2256"/>
                  <a:pt x="1542" y="2347"/>
                </a:cubicBezTo>
                <a:cubicBezTo>
                  <a:pt x="1533" y="2357"/>
                  <a:pt x="1524" y="2367"/>
                  <a:pt x="1516" y="2378"/>
                </a:cubicBezTo>
                <a:cubicBezTo>
                  <a:pt x="1517" y="2295"/>
                  <a:pt x="1511" y="2212"/>
                  <a:pt x="1508" y="2129"/>
                </a:cubicBezTo>
                <a:lnTo>
                  <a:pt x="1507" y="2129"/>
                </a:lnTo>
                <a:cubicBezTo>
                  <a:pt x="1507" y="2128"/>
                  <a:pt x="1507" y="2128"/>
                  <a:pt x="1506" y="2127"/>
                </a:cubicBezTo>
                <a:cubicBezTo>
                  <a:pt x="1506" y="2127"/>
                  <a:pt x="1505" y="2127"/>
                  <a:pt x="1504" y="2127"/>
                </a:cubicBezTo>
                <a:lnTo>
                  <a:pt x="1503" y="2127"/>
                </a:lnTo>
                <a:cubicBezTo>
                  <a:pt x="1502" y="2128"/>
                  <a:pt x="1503" y="2128"/>
                  <a:pt x="1502" y="2129"/>
                </a:cubicBezTo>
                <a:cubicBezTo>
                  <a:pt x="1501" y="2130"/>
                  <a:pt x="1501" y="2129"/>
                  <a:pt x="1501" y="2129"/>
                </a:cubicBezTo>
                <a:cubicBezTo>
                  <a:pt x="1497" y="2224"/>
                  <a:pt x="1489" y="2321"/>
                  <a:pt x="1494" y="2416"/>
                </a:cubicBezTo>
                <a:cubicBezTo>
                  <a:pt x="1487" y="2434"/>
                  <a:pt x="1482" y="2453"/>
                  <a:pt x="1479" y="2472"/>
                </a:cubicBezTo>
                <a:cubicBezTo>
                  <a:pt x="1475" y="2399"/>
                  <a:pt x="1472" y="2327"/>
                  <a:pt x="1470" y="2253"/>
                </a:cubicBezTo>
                <a:cubicBezTo>
                  <a:pt x="1470" y="2249"/>
                  <a:pt x="1463" y="2249"/>
                  <a:pt x="1463" y="2253"/>
                </a:cubicBezTo>
                <a:cubicBezTo>
                  <a:pt x="1460" y="2364"/>
                  <a:pt x="1443" y="2483"/>
                  <a:pt x="1460" y="2593"/>
                </a:cubicBezTo>
                <a:cubicBezTo>
                  <a:pt x="1452" y="2595"/>
                  <a:pt x="1445" y="2596"/>
                  <a:pt x="1438" y="2598"/>
                </a:cubicBezTo>
                <a:lnTo>
                  <a:pt x="1438" y="2597"/>
                </a:lnTo>
                <a:lnTo>
                  <a:pt x="1438" y="2596"/>
                </a:lnTo>
                <a:cubicBezTo>
                  <a:pt x="1418" y="2541"/>
                  <a:pt x="1429" y="2474"/>
                  <a:pt x="1420" y="2416"/>
                </a:cubicBezTo>
                <a:cubicBezTo>
                  <a:pt x="1415" y="2376"/>
                  <a:pt x="1411" y="2336"/>
                  <a:pt x="1411" y="2296"/>
                </a:cubicBezTo>
                <a:cubicBezTo>
                  <a:pt x="1411" y="2292"/>
                  <a:pt x="1405" y="2292"/>
                  <a:pt x="1405" y="2296"/>
                </a:cubicBezTo>
                <a:cubicBezTo>
                  <a:pt x="1405" y="2306"/>
                  <a:pt x="1405" y="2317"/>
                  <a:pt x="1405" y="2328"/>
                </a:cubicBezTo>
                <a:cubicBezTo>
                  <a:pt x="1405" y="2366"/>
                  <a:pt x="1408" y="2403"/>
                  <a:pt x="1413" y="2441"/>
                </a:cubicBezTo>
                <a:cubicBezTo>
                  <a:pt x="1422" y="2492"/>
                  <a:pt x="1399" y="2554"/>
                  <a:pt x="1418" y="2602"/>
                </a:cubicBezTo>
                <a:cubicBezTo>
                  <a:pt x="1407" y="2605"/>
                  <a:pt x="1396" y="2609"/>
                  <a:pt x="1385" y="2613"/>
                </a:cubicBezTo>
                <a:cubicBezTo>
                  <a:pt x="1385" y="2610"/>
                  <a:pt x="1385" y="2606"/>
                  <a:pt x="1385" y="2602"/>
                </a:cubicBezTo>
                <a:cubicBezTo>
                  <a:pt x="1385" y="2538"/>
                  <a:pt x="1381" y="2474"/>
                  <a:pt x="1372" y="2411"/>
                </a:cubicBezTo>
                <a:cubicBezTo>
                  <a:pt x="1361" y="2324"/>
                  <a:pt x="1367" y="2236"/>
                  <a:pt x="1362" y="2149"/>
                </a:cubicBezTo>
                <a:cubicBezTo>
                  <a:pt x="1362" y="2149"/>
                  <a:pt x="1362" y="2148"/>
                  <a:pt x="1361" y="2148"/>
                </a:cubicBezTo>
                <a:cubicBezTo>
                  <a:pt x="1361" y="2148"/>
                  <a:pt x="1361" y="2147"/>
                  <a:pt x="1360" y="2147"/>
                </a:cubicBezTo>
                <a:lnTo>
                  <a:pt x="1359" y="2147"/>
                </a:lnTo>
                <a:cubicBezTo>
                  <a:pt x="1358" y="2147"/>
                  <a:pt x="1358" y="2147"/>
                  <a:pt x="1357" y="2147"/>
                </a:cubicBezTo>
                <a:cubicBezTo>
                  <a:pt x="1357" y="2147"/>
                  <a:pt x="1357" y="2148"/>
                  <a:pt x="1356" y="2148"/>
                </a:cubicBezTo>
                <a:lnTo>
                  <a:pt x="1356" y="2149"/>
                </a:lnTo>
                <a:cubicBezTo>
                  <a:pt x="1353" y="2216"/>
                  <a:pt x="1351" y="2282"/>
                  <a:pt x="1351" y="2348"/>
                </a:cubicBezTo>
                <a:cubicBezTo>
                  <a:pt x="1351" y="2441"/>
                  <a:pt x="1354" y="2533"/>
                  <a:pt x="1360" y="2625"/>
                </a:cubicBezTo>
                <a:lnTo>
                  <a:pt x="1359" y="2625"/>
                </a:lnTo>
                <a:cubicBezTo>
                  <a:pt x="1351" y="2629"/>
                  <a:pt x="1343" y="2633"/>
                  <a:pt x="1335" y="2638"/>
                </a:cubicBezTo>
                <a:cubicBezTo>
                  <a:pt x="1328" y="2564"/>
                  <a:pt x="1331" y="2489"/>
                  <a:pt x="1329" y="2415"/>
                </a:cubicBezTo>
                <a:cubicBezTo>
                  <a:pt x="1328" y="2383"/>
                  <a:pt x="1316" y="2351"/>
                  <a:pt x="1315" y="2319"/>
                </a:cubicBezTo>
                <a:cubicBezTo>
                  <a:pt x="1314" y="2265"/>
                  <a:pt x="1309" y="2209"/>
                  <a:pt x="1305" y="2156"/>
                </a:cubicBezTo>
                <a:lnTo>
                  <a:pt x="1305" y="2155"/>
                </a:lnTo>
                <a:cubicBezTo>
                  <a:pt x="1305" y="2155"/>
                  <a:pt x="1305" y="2156"/>
                  <a:pt x="1304" y="2155"/>
                </a:cubicBezTo>
                <a:cubicBezTo>
                  <a:pt x="1303" y="2154"/>
                  <a:pt x="1304" y="2154"/>
                  <a:pt x="1304" y="2154"/>
                </a:cubicBezTo>
                <a:cubicBezTo>
                  <a:pt x="1303" y="2154"/>
                  <a:pt x="1303" y="2154"/>
                  <a:pt x="1303" y="2155"/>
                </a:cubicBezTo>
                <a:lnTo>
                  <a:pt x="1302" y="2155"/>
                </a:lnTo>
                <a:lnTo>
                  <a:pt x="1302" y="2156"/>
                </a:lnTo>
                <a:cubicBezTo>
                  <a:pt x="1294" y="2250"/>
                  <a:pt x="1307" y="2338"/>
                  <a:pt x="1306" y="2431"/>
                </a:cubicBezTo>
                <a:cubicBezTo>
                  <a:pt x="1306" y="2471"/>
                  <a:pt x="1303" y="2510"/>
                  <a:pt x="1304" y="2550"/>
                </a:cubicBezTo>
                <a:cubicBezTo>
                  <a:pt x="1304" y="2581"/>
                  <a:pt x="1301" y="2618"/>
                  <a:pt x="1316" y="2646"/>
                </a:cubicBezTo>
                <a:cubicBezTo>
                  <a:pt x="1317" y="2647"/>
                  <a:pt x="1317" y="2648"/>
                  <a:pt x="1318" y="2649"/>
                </a:cubicBezTo>
                <a:cubicBezTo>
                  <a:pt x="1305" y="2658"/>
                  <a:pt x="1292" y="2667"/>
                  <a:pt x="1279" y="2678"/>
                </a:cubicBezTo>
                <a:cubicBezTo>
                  <a:pt x="1288" y="2646"/>
                  <a:pt x="1294" y="2614"/>
                  <a:pt x="1297" y="2582"/>
                </a:cubicBezTo>
                <a:cubicBezTo>
                  <a:pt x="1306" y="2515"/>
                  <a:pt x="1277" y="2453"/>
                  <a:pt x="1252" y="2393"/>
                </a:cubicBezTo>
                <a:cubicBezTo>
                  <a:pt x="1254" y="2392"/>
                  <a:pt x="1254" y="2391"/>
                  <a:pt x="1255" y="2389"/>
                </a:cubicBezTo>
                <a:cubicBezTo>
                  <a:pt x="1255" y="2388"/>
                  <a:pt x="1256" y="2388"/>
                  <a:pt x="1256" y="2388"/>
                </a:cubicBezTo>
                <a:cubicBezTo>
                  <a:pt x="1268" y="2350"/>
                  <a:pt x="1254" y="2293"/>
                  <a:pt x="1255" y="2253"/>
                </a:cubicBezTo>
                <a:cubicBezTo>
                  <a:pt x="1255" y="2225"/>
                  <a:pt x="1248" y="2198"/>
                  <a:pt x="1248" y="2170"/>
                </a:cubicBezTo>
                <a:cubicBezTo>
                  <a:pt x="1249" y="2164"/>
                  <a:pt x="1249" y="2159"/>
                  <a:pt x="1249" y="2153"/>
                </a:cubicBezTo>
                <a:cubicBezTo>
                  <a:pt x="1249" y="2130"/>
                  <a:pt x="1245" y="2108"/>
                  <a:pt x="1239" y="2086"/>
                </a:cubicBezTo>
                <a:cubicBezTo>
                  <a:pt x="1239" y="2086"/>
                  <a:pt x="1238" y="2086"/>
                  <a:pt x="1238" y="2085"/>
                </a:cubicBezTo>
                <a:cubicBezTo>
                  <a:pt x="1237" y="2085"/>
                  <a:pt x="1237" y="2085"/>
                  <a:pt x="1237" y="2085"/>
                </a:cubicBezTo>
                <a:lnTo>
                  <a:pt x="1236" y="2085"/>
                </a:lnTo>
                <a:cubicBezTo>
                  <a:pt x="1235" y="2086"/>
                  <a:pt x="1235" y="2086"/>
                  <a:pt x="1235" y="2086"/>
                </a:cubicBezTo>
                <a:cubicBezTo>
                  <a:pt x="1231" y="2147"/>
                  <a:pt x="1237" y="2207"/>
                  <a:pt x="1234" y="2267"/>
                </a:cubicBezTo>
                <a:cubicBezTo>
                  <a:pt x="1234" y="2283"/>
                  <a:pt x="1228" y="2313"/>
                  <a:pt x="1227" y="2340"/>
                </a:cubicBezTo>
                <a:cubicBezTo>
                  <a:pt x="1222" y="2333"/>
                  <a:pt x="1216" y="2326"/>
                  <a:pt x="1209" y="2320"/>
                </a:cubicBezTo>
                <a:cubicBezTo>
                  <a:pt x="1179" y="2246"/>
                  <a:pt x="1211" y="2157"/>
                  <a:pt x="1192" y="2082"/>
                </a:cubicBezTo>
                <a:cubicBezTo>
                  <a:pt x="1191" y="2078"/>
                  <a:pt x="1185" y="2079"/>
                  <a:pt x="1186" y="2084"/>
                </a:cubicBezTo>
                <a:cubicBezTo>
                  <a:pt x="1194" y="2123"/>
                  <a:pt x="1188" y="2166"/>
                  <a:pt x="1187" y="2205"/>
                </a:cubicBezTo>
                <a:cubicBezTo>
                  <a:pt x="1185" y="2226"/>
                  <a:pt x="1184" y="2246"/>
                  <a:pt x="1184" y="2267"/>
                </a:cubicBezTo>
                <a:cubicBezTo>
                  <a:pt x="1184" y="2278"/>
                  <a:pt x="1184" y="2289"/>
                  <a:pt x="1185" y="2300"/>
                </a:cubicBezTo>
                <a:cubicBezTo>
                  <a:pt x="1180" y="2297"/>
                  <a:pt x="1176" y="2294"/>
                  <a:pt x="1171" y="2291"/>
                </a:cubicBezTo>
                <a:cubicBezTo>
                  <a:pt x="1167" y="2289"/>
                  <a:pt x="1164" y="2287"/>
                  <a:pt x="1160" y="2286"/>
                </a:cubicBezTo>
                <a:cubicBezTo>
                  <a:pt x="1159" y="2209"/>
                  <a:pt x="1152" y="2130"/>
                  <a:pt x="1145" y="2054"/>
                </a:cubicBezTo>
                <a:cubicBezTo>
                  <a:pt x="1145" y="2049"/>
                  <a:pt x="1136" y="2050"/>
                  <a:pt x="1136" y="2055"/>
                </a:cubicBezTo>
                <a:cubicBezTo>
                  <a:pt x="1139" y="2091"/>
                  <a:pt x="1134" y="2126"/>
                  <a:pt x="1136" y="2162"/>
                </a:cubicBezTo>
                <a:cubicBezTo>
                  <a:pt x="1137" y="2198"/>
                  <a:pt x="1133" y="2240"/>
                  <a:pt x="1142" y="2277"/>
                </a:cubicBezTo>
                <a:lnTo>
                  <a:pt x="1122" y="2268"/>
                </a:lnTo>
                <a:cubicBezTo>
                  <a:pt x="1123" y="2262"/>
                  <a:pt x="1123" y="2256"/>
                  <a:pt x="1123" y="2250"/>
                </a:cubicBezTo>
                <a:cubicBezTo>
                  <a:pt x="1123" y="2236"/>
                  <a:pt x="1121" y="2223"/>
                  <a:pt x="1118" y="2209"/>
                </a:cubicBezTo>
                <a:cubicBezTo>
                  <a:pt x="1106" y="2177"/>
                  <a:pt x="1110" y="2134"/>
                  <a:pt x="1110" y="2100"/>
                </a:cubicBezTo>
                <a:cubicBezTo>
                  <a:pt x="1110" y="2094"/>
                  <a:pt x="1101" y="2093"/>
                  <a:pt x="1101" y="2100"/>
                </a:cubicBezTo>
                <a:cubicBezTo>
                  <a:pt x="1101" y="2144"/>
                  <a:pt x="1102" y="2191"/>
                  <a:pt x="1098" y="2234"/>
                </a:cubicBezTo>
                <a:cubicBezTo>
                  <a:pt x="1098" y="2242"/>
                  <a:pt x="1096" y="2250"/>
                  <a:pt x="1095" y="2258"/>
                </a:cubicBezTo>
                <a:lnTo>
                  <a:pt x="1081" y="2253"/>
                </a:lnTo>
                <a:cubicBezTo>
                  <a:pt x="1071" y="2227"/>
                  <a:pt x="1076" y="2176"/>
                  <a:pt x="1073" y="2148"/>
                </a:cubicBezTo>
                <a:cubicBezTo>
                  <a:pt x="1069" y="2111"/>
                  <a:pt x="1069" y="2072"/>
                  <a:pt x="1068" y="2035"/>
                </a:cubicBezTo>
                <a:cubicBezTo>
                  <a:pt x="1068" y="2029"/>
                  <a:pt x="1059" y="2028"/>
                  <a:pt x="1059" y="2035"/>
                </a:cubicBezTo>
                <a:cubicBezTo>
                  <a:pt x="1059" y="2078"/>
                  <a:pt x="1056" y="2120"/>
                  <a:pt x="1054" y="2163"/>
                </a:cubicBezTo>
                <a:cubicBezTo>
                  <a:pt x="1053" y="2177"/>
                  <a:pt x="1052" y="2190"/>
                  <a:pt x="1052" y="2204"/>
                </a:cubicBezTo>
                <a:cubicBezTo>
                  <a:pt x="1052" y="2218"/>
                  <a:pt x="1053" y="2231"/>
                  <a:pt x="1054" y="2245"/>
                </a:cubicBezTo>
                <a:lnTo>
                  <a:pt x="1048" y="2243"/>
                </a:lnTo>
                <a:lnTo>
                  <a:pt x="1048" y="2242"/>
                </a:lnTo>
                <a:lnTo>
                  <a:pt x="1048" y="2241"/>
                </a:lnTo>
                <a:cubicBezTo>
                  <a:pt x="1046" y="2228"/>
                  <a:pt x="1044" y="2214"/>
                  <a:pt x="1044" y="2201"/>
                </a:cubicBezTo>
                <a:cubicBezTo>
                  <a:pt x="1044" y="2198"/>
                  <a:pt x="1044" y="2195"/>
                  <a:pt x="1044" y="2192"/>
                </a:cubicBezTo>
                <a:cubicBezTo>
                  <a:pt x="1043" y="2168"/>
                  <a:pt x="1040" y="2143"/>
                  <a:pt x="1039" y="2118"/>
                </a:cubicBezTo>
                <a:lnTo>
                  <a:pt x="1039" y="2117"/>
                </a:lnTo>
                <a:cubicBezTo>
                  <a:pt x="1038" y="2116"/>
                  <a:pt x="1038" y="2116"/>
                  <a:pt x="1037" y="2116"/>
                </a:cubicBezTo>
                <a:cubicBezTo>
                  <a:pt x="1037" y="2116"/>
                  <a:pt x="1037" y="2115"/>
                  <a:pt x="1036" y="2115"/>
                </a:cubicBezTo>
                <a:cubicBezTo>
                  <a:pt x="1035" y="2115"/>
                  <a:pt x="1035" y="2116"/>
                  <a:pt x="1035" y="2116"/>
                </a:cubicBezTo>
                <a:cubicBezTo>
                  <a:pt x="1034" y="2116"/>
                  <a:pt x="1034" y="2116"/>
                  <a:pt x="1033" y="2117"/>
                </a:cubicBezTo>
                <a:lnTo>
                  <a:pt x="1033" y="2118"/>
                </a:lnTo>
                <a:cubicBezTo>
                  <a:pt x="1032" y="2147"/>
                  <a:pt x="1029" y="2175"/>
                  <a:pt x="1025" y="2203"/>
                </a:cubicBezTo>
                <a:cubicBezTo>
                  <a:pt x="1024" y="2211"/>
                  <a:pt x="1023" y="2220"/>
                  <a:pt x="1023" y="2228"/>
                </a:cubicBezTo>
                <a:cubicBezTo>
                  <a:pt x="1023" y="2230"/>
                  <a:pt x="1023" y="2232"/>
                  <a:pt x="1023" y="2235"/>
                </a:cubicBezTo>
                <a:lnTo>
                  <a:pt x="999" y="2228"/>
                </a:lnTo>
                <a:cubicBezTo>
                  <a:pt x="993" y="2198"/>
                  <a:pt x="990" y="2169"/>
                  <a:pt x="989" y="2139"/>
                </a:cubicBezTo>
                <a:cubicBezTo>
                  <a:pt x="989" y="2106"/>
                  <a:pt x="982" y="2075"/>
                  <a:pt x="980" y="2042"/>
                </a:cubicBezTo>
                <a:cubicBezTo>
                  <a:pt x="980" y="2041"/>
                  <a:pt x="980" y="2041"/>
                  <a:pt x="979" y="2040"/>
                </a:cubicBezTo>
                <a:cubicBezTo>
                  <a:pt x="978" y="2039"/>
                  <a:pt x="978" y="2040"/>
                  <a:pt x="977" y="2040"/>
                </a:cubicBezTo>
                <a:lnTo>
                  <a:pt x="976" y="2040"/>
                </a:lnTo>
                <a:cubicBezTo>
                  <a:pt x="975" y="2041"/>
                  <a:pt x="976" y="2041"/>
                  <a:pt x="975" y="2042"/>
                </a:cubicBezTo>
                <a:cubicBezTo>
                  <a:pt x="974" y="2043"/>
                  <a:pt x="974" y="2042"/>
                  <a:pt x="974" y="2042"/>
                </a:cubicBezTo>
                <a:cubicBezTo>
                  <a:pt x="972" y="2082"/>
                  <a:pt x="972" y="2122"/>
                  <a:pt x="971" y="2162"/>
                </a:cubicBezTo>
                <a:cubicBezTo>
                  <a:pt x="971" y="2168"/>
                  <a:pt x="971" y="2174"/>
                  <a:pt x="971" y="2180"/>
                </a:cubicBezTo>
                <a:cubicBezTo>
                  <a:pt x="971" y="2193"/>
                  <a:pt x="971" y="2207"/>
                  <a:pt x="972" y="2221"/>
                </a:cubicBezTo>
                <a:cubicBezTo>
                  <a:pt x="966" y="2220"/>
                  <a:pt x="959" y="2219"/>
                  <a:pt x="953" y="2218"/>
                </a:cubicBezTo>
                <a:cubicBezTo>
                  <a:pt x="950" y="2203"/>
                  <a:pt x="949" y="2188"/>
                  <a:pt x="949" y="2173"/>
                </a:cubicBezTo>
                <a:cubicBezTo>
                  <a:pt x="949" y="2163"/>
                  <a:pt x="949" y="2152"/>
                  <a:pt x="951" y="2142"/>
                </a:cubicBezTo>
                <a:cubicBezTo>
                  <a:pt x="951" y="2135"/>
                  <a:pt x="951" y="2128"/>
                  <a:pt x="951" y="2121"/>
                </a:cubicBezTo>
                <a:cubicBezTo>
                  <a:pt x="951" y="2101"/>
                  <a:pt x="950" y="2082"/>
                  <a:pt x="947" y="2063"/>
                </a:cubicBezTo>
                <a:cubicBezTo>
                  <a:pt x="947" y="2059"/>
                  <a:pt x="939" y="2059"/>
                  <a:pt x="939" y="2063"/>
                </a:cubicBezTo>
                <a:cubicBezTo>
                  <a:pt x="939" y="2095"/>
                  <a:pt x="936" y="2127"/>
                  <a:pt x="930" y="2159"/>
                </a:cubicBezTo>
                <a:cubicBezTo>
                  <a:pt x="928" y="2168"/>
                  <a:pt x="928" y="2177"/>
                  <a:pt x="928" y="2187"/>
                </a:cubicBezTo>
                <a:cubicBezTo>
                  <a:pt x="928" y="2196"/>
                  <a:pt x="928" y="2207"/>
                  <a:pt x="930" y="2216"/>
                </a:cubicBezTo>
                <a:cubicBezTo>
                  <a:pt x="926" y="2216"/>
                  <a:pt x="922" y="2216"/>
                  <a:pt x="917" y="2216"/>
                </a:cubicBezTo>
                <a:cubicBezTo>
                  <a:pt x="914" y="2177"/>
                  <a:pt x="915" y="2136"/>
                  <a:pt x="912" y="2096"/>
                </a:cubicBezTo>
                <a:cubicBezTo>
                  <a:pt x="912" y="2095"/>
                  <a:pt x="912" y="2095"/>
                  <a:pt x="912" y="2094"/>
                </a:cubicBezTo>
                <a:lnTo>
                  <a:pt x="911" y="2093"/>
                </a:lnTo>
                <a:cubicBezTo>
                  <a:pt x="910" y="2093"/>
                  <a:pt x="910" y="2093"/>
                  <a:pt x="909" y="2093"/>
                </a:cubicBezTo>
                <a:lnTo>
                  <a:pt x="908" y="2093"/>
                </a:lnTo>
                <a:lnTo>
                  <a:pt x="907" y="2094"/>
                </a:lnTo>
                <a:cubicBezTo>
                  <a:pt x="907" y="2095"/>
                  <a:pt x="907" y="2095"/>
                  <a:pt x="907" y="2096"/>
                </a:cubicBezTo>
                <a:cubicBezTo>
                  <a:pt x="905" y="2115"/>
                  <a:pt x="905" y="2134"/>
                  <a:pt x="904" y="2153"/>
                </a:cubicBezTo>
                <a:cubicBezTo>
                  <a:pt x="903" y="2164"/>
                  <a:pt x="901" y="2174"/>
                  <a:pt x="898" y="2184"/>
                </a:cubicBezTo>
                <a:cubicBezTo>
                  <a:pt x="896" y="2195"/>
                  <a:pt x="894" y="2207"/>
                  <a:pt x="894" y="2218"/>
                </a:cubicBezTo>
                <a:cubicBezTo>
                  <a:pt x="891" y="2218"/>
                  <a:pt x="888" y="2219"/>
                  <a:pt x="884" y="2220"/>
                </a:cubicBezTo>
                <a:cubicBezTo>
                  <a:pt x="890" y="2179"/>
                  <a:pt x="896" y="2139"/>
                  <a:pt x="904" y="2098"/>
                </a:cubicBezTo>
                <a:cubicBezTo>
                  <a:pt x="913" y="2044"/>
                  <a:pt x="941" y="1992"/>
                  <a:pt x="954" y="1937"/>
                </a:cubicBezTo>
                <a:cubicBezTo>
                  <a:pt x="1013" y="1922"/>
                  <a:pt x="1072" y="1909"/>
                  <a:pt x="1131" y="1898"/>
                </a:cubicBezTo>
                <a:cubicBezTo>
                  <a:pt x="1132" y="1914"/>
                  <a:pt x="1134" y="1930"/>
                  <a:pt x="1136" y="1947"/>
                </a:cubicBezTo>
                <a:cubicBezTo>
                  <a:pt x="1137" y="1956"/>
                  <a:pt x="1137" y="1966"/>
                  <a:pt x="1137" y="1976"/>
                </a:cubicBezTo>
                <a:cubicBezTo>
                  <a:pt x="1137" y="1986"/>
                  <a:pt x="1137" y="1996"/>
                  <a:pt x="1136" y="2006"/>
                </a:cubicBezTo>
                <a:cubicBezTo>
                  <a:pt x="1136" y="2010"/>
                  <a:pt x="1143" y="2012"/>
                  <a:pt x="1144" y="2007"/>
                </a:cubicBezTo>
                <a:cubicBezTo>
                  <a:pt x="1149" y="1991"/>
                  <a:pt x="1152" y="1974"/>
                  <a:pt x="1152" y="1957"/>
                </a:cubicBezTo>
                <a:cubicBezTo>
                  <a:pt x="1152" y="1957"/>
                  <a:pt x="1152" y="1956"/>
                  <a:pt x="1152" y="1955"/>
                </a:cubicBezTo>
                <a:cubicBezTo>
                  <a:pt x="1152" y="1934"/>
                  <a:pt x="1158" y="1913"/>
                  <a:pt x="1158" y="1892"/>
                </a:cubicBezTo>
                <a:lnTo>
                  <a:pt x="1168" y="1890"/>
                </a:lnTo>
                <a:cubicBezTo>
                  <a:pt x="1170" y="1899"/>
                  <a:pt x="1170" y="1908"/>
                  <a:pt x="1170" y="1917"/>
                </a:cubicBezTo>
                <a:cubicBezTo>
                  <a:pt x="1170" y="1930"/>
                  <a:pt x="1173" y="1942"/>
                  <a:pt x="1173" y="1954"/>
                </a:cubicBezTo>
                <a:cubicBezTo>
                  <a:pt x="1173" y="1961"/>
                  <a:pt x="1184" y="1961"/>
                  <a:pt x="1184" y="1954"/>
                </a:cubicBezTo>
                <a:cubicBezTo>
                  <a:pt x="1184" y="1942"/>
                  <a:pt x="1186" y="1929"/>
                  <a:pt x="1187" y="1917"/>
                </a:cubicBezTo>
                <a:cubicBezTo>
                  <a:pt x="1187" y="1906"/>
                  <a:pt x="1188" y="1896"/>
                  <a:pt x="1189" y="1886"/>
                </a:cubicBezTo>
                <a:cubicBezTo>
                  <a:pt x="1299" y="1866"/>
                  <a:pt x="1409" y="1848"/>
                  <a:pt x="1518" y="1827"/>
                </a:cubicBezTo>
                <a:cubicBezTo>
                  <a:pt x="1577" y="1823"/>
                  <a:pt x="1636" y="1821"/>
                  <a:pt x="1693" y="1816"/>
                </a:cubicBezTo>
                <a:cubicBezTo>
                  <a:pt x="1692" y="1821"/>
                  <a:pt x="1691" y="1827"/>
                  <a:pt x="1691" y="1832"/>
                </a:cubicBezTo>
                <a:cubicBezTo>
                  <a:pt x="1691" y="1842"/>
                  <a:pt x="1694" y="1852"/>
                  <a:pt x="1699" y="1861"/>
                </a:cubicBezTo>
                <a:cubicBezTo>
                  <a:pt x="1699" y="1862"/>
                  <a:pt x="1700" y="1862"/>
                  <a:pt x="1701" y="1863"/>
                </a:cubicBezTo>
                <a:cubicBezTo>
                  <a:pt x="1702" y="1864"/>
                  <a:pt x="1703" y="1864"/>
                  <a:pt x="1705" y="1864"/>
                </a:cubicBezTo>
                <a:cubicBezTo>
                  <a:pt x="1706" y="1864"/>
                  <a:pt x="1707" y="1864"/>
                  <a:pt x="1708" y="1863"/>
                </a:cubicBezTo>
                <a:cubicBezTo>
                  <a:pt x="1709" y="1862"/>
                  <a:pt x="1710" y="1861"/>
                  <a:pt x="1711" y="1860"/>
                </a:cubicBezTo>
                <a:cubicBezTo>
                  <a:pt x="1715" y="1851"/>
                  <a:pt x="1718" y="1841"/>
                  <a:pt x="1718" y="1832"/>
                </a:cubicBezTo>
                <a:cubicBezTo>
                  <a:pt x="1718" y="1826"/>
                  <a:pt x="1717" y="1820"/>
                  <a:pt x="1715" y="1814"/>
                </a:cubicBezTo>
                <a:lnTo>
                  <a:pt x="1737" y="1812"/>
                </a:lnTo>
                <a:cubicBezTo>
                  <a:pt x="1736" y="1816"/>
                  <a:pt x="1736" y="1820"/>
                  <a:pt x="1736" y="1824"/>
                </a:cubicBezTo>
                <a:cubicBezTo>
                  <a:pt x="1736" y="1834"/>
                  <a:pt x="1738" y="1844"/>
                  <a:pt x="1742" y="1853"/>
                </a:cubicBezTo>
                <a:cubicBezTo>
                  <a:pt x="1742" y="1854"/>
                  <a:pt x="1743" y="1854"/>
                  <a:pt x="1744" y="1855"/>
                </a:cubicBezTo>
                <a:cubicBezTo>
                  <a:pt x="1745" y="1855"/>
                  <a:pt x="1745" y="1855"/>
                  <a:pt x="1746" y="1855"/>
                </a:cubicBezTo>
                <a:cubicBezTo>
                  <a:pt x="1747" y="1855"/>
                  <a:pt x="1748" y="1855"/>
                  <a:pt x="1749" y="1855"/>
                </a:cubicBezTo>
                <a:cubicBezTo>
                  <a:pt x="1750" y="1854"/>
                  <a:pt x="1750" y="1854"/>
                  <a:pt x="1751" y="1853"/>
                </a:cubicBezTo>
                <a:cubicBezTo>
                  <a:pt x="1755" y="1844"/>
                  <a:pt x="1757" y="1834"/>
                  <a:pt x="1757" y="1824"/>
                </a:cubicBezTo>
                <a:cubicBezTo>
                  <a:pt x="1757" y="1819"/>
                  <a:pt x="1756" y="1815"/>
                  <a:pt x="1755" y="1810"/>
                </a:cubicBezTo>
                <a:lnTo>
                  <a:pt x="1769" y="1809"/>
                </a:lnTo>
                <a:lnTo>
                  <a:pt x="1782" y="1807"/>
                </a:lnTo>
                <a:cubicBezTo>
                  <a:pt x="1780" y="1812"/>
                  <a:pt x="1779" y="1818"/>
                  <a:pt x="1779" y="1823"/>
                </a:cubicBezTo>
                <a:cubicBezTo>
                  <a:pt x="1779" y="1833"/>
                  <a:pt x="1782" y="1843"/>
                  <a:pt x="1787" y="1851"/>
                </a:cubicBezTo>
                <a:cubicBezTo>
                  <a:pt x="1787" y="1852"/>
                  <a:pt x="1788" y="1852"/>
                  <a:pt x="1789" y="1853"/>
                </a:cubicBezTo>
                <a:cubicBezTo>
                  <a:pt x="1790" y="1853"/>
                  <a:pt x="1791" y="1854"/>
                  <a:pt x="1792" y="1854"/>
                </a:cubicBezTo>
                <a:cubicBezTo>
                  <a:pt x="1793" y="1854"/>
                  <a:pt x="1794" y="1853"/>
                  <a:pt x="1795" y="1853"/>
                </a:cubicBezTo>
                <a:cubicBezTo>
                  <a:pt x="1796" y="1852"/>
                  <a:pt x="1796" y="1852"/>
                  <a:pt x="1797" y="1851"/>
                </a:cubicBezTo>
                <a:cubicBezTo>
                  <a:pt x="1801" y="1843"/>
                  <a:pt x="1804" y="1833"/>
                  <a:pt x="1804" y="1824"/>
                </a:cubicBezTo>
                <a:cubicBezTo>
                  <a:pt x="1804" y="1817"/>
                  <a:pt x="1803" y="1811"/>
                  <a:pt x="1801" y="1805"/>
                </a:cubicBezTo>
                <a:cubicBezTo>
                  <a:pt x="1864" y="1797"/>
                  <a:pt x="1926" y="1790"/>
                  <a:pt x="1990" y="1787"/>
                </a:cubicBezTo>
                <a:cubicBezTo>
                  <a:pt x="2046" y="1782"/>
                  <a:pt x="2102" y="1779"/>
                  <a:pt x="2158" y="1779"/>
                </a:cubicBezTo>
                <a:cubicBezTo>
                  <a:pt x="2168" y="1779"/>
                  <a:pt x="2179" y="1779"/>
                  <a:pt x="2189" y="1779"/>
                </a:cubicBezTo>
                <a:cubicBezTo>
                  <a:pt x="2162" y="1805"/>
                  <a:pt x="2137" y="1833"/>
                  <a:pt x="2114" y="1864"/>
                </a:cubicBezTo>
                <a:moveTo>
                  <a:pt x="2243" y="2241"/>
                </a:moveTo>
                <a:cubicBezTo>
                  <a:pt x="2246" y="2243"/>
                  <a:pt x="2249" y="2245"/>
                  <a:pt x="2253" y="2247"/>
                </a:cubicBezTo>
                <a:cubicBezTo>
                  <a:pt x="2295" y="2271"/>
                  <a:pt x="2330" y="2307"/>
                  <a:pt x="2355" y="2349"/>
                </a:cubicBezTo>
                <a:cubicBezTo>
                  <a:pt x="2360" y="2358"/>
                  <a:pt x="2365" y="2367"/>
                  <a:pt x="2369" y="2377"/>
                </a:cubicBezTo>
                <a:cubicBezTo>
                  <a:pt x="2379" y="2405"/>
                  <a:pt x="2399" y="2428"/>
                  <a:pt x="2408" y="2457"/>
                </a:cubicBezTo>
                <a:cubicBezTo>
                  <a:pt x="2417" y="2490"/>
                  <a:pt x="2421" y="2523"/>
                  <a:pt x="2421" y="2557"/>
                </a:cubicBezTo>
                <a:lnTo>
                  <a:pt x="2421" y="2558"/>
                </a:lnTo>
                <a:cubicBezTo>
                  <a:pt x="2421" y="2560"/>
                  <a:pt x="2421" y="2561"/>
                  <a:pt x="2421" y="2562"/>
                </a:cubicBezTo>
                <a:cubicBezTo>
                  <a:pt x="2421" y="2605"/>
                  <a:pt x="2414" y="2648"/>
                  <a:pt x="2399" y="2688"/>
                </a:cubicBezTo>
                <a:cubicBezTo>
                  <a:pt x="2398" y="2692"/>
                  <a:pt x="2395" y="2698"/>
                  <a:pt x="2392" y="2705"/>
                </a:cubicBezTo>
                <a:cubicBezTo>
                  <a:pt x="2394" y="2687"/>
                  <a:pt x="2395" y="2669"/>
                  <a:pt x="2395" y="2651"/>
                </a:cubicBezTo>
                <a:cubicBezTo>
                  <a:pt x="2395" y="2562"/>
                  <a:pt x="2373" y="2473"/>
                  <a:pt x="2332" y="2394"/>
                </a:cubicBezTo>
                <a:cubicBezTo>
                  <a:pt x="2330" y="2391"/>
                  <a:pt x="2325" y="2394"/>
                  <a:pt x="2327" y="2397"/>
                </a:cubicBezTo>
                <a:cubicBezTo>
                  <a:pt x="2373" y="2507"/>
                  <a:pt x="2366" y="2637"/>
                  <a:pt x="2338" y="2751"/>
                </a:cubicBezTo>
                <a:cubicBezTo>
                  <a:pt x="2338" y="2752"/>
                  <a:pt x="2337" y="2752"/>
                  <a:pt x="2337" y="2753"/>
                </a:cubicBezTo>
                <a:cubicBezTo>
                  <a:pt x="2337" y="2754"/>
                  <a:pt x="2338" y="2754"/>
                  <a:pt x="2338" y="2755"/>
                </a:cubicBezTo>
                <a:lnTo>
                  <a:pt x="2323" y="2757"/>
                </a:lnTo>
                <a:cubicBezTo>
                  <a:pt x="2327" y="2736"/>
                  <a:pt x="2330" y="2715"/>
                  <a:pt x="2332" y="2694"/>
                </a:cubicBezTo>
                <a:cubicBezTo>
                  <a:pt x="2330" y="2662"/>
                  <a:pt x="2327" y="2628"/>
                  <a:pt x="2326" y="2596"/>
                </a:cubicBezTo>
                <a:cubicBezTo>
                  <a:pt x="2326" y="2591"/>
                  <a:pt x="2319" y="2592"/>
                  <a:pt x="2319" y="2596"/>
                </a:cubicBezTo>
                <a:cubicBezTo>
                  <a:pt x="2316" y="2626"/>
                  <a:pt x="2312" y="2655"/>
                  <a:pt x="2306" y="2684"/>
                </a:cubicBezTo>
                <a:cubicBezTo>
                  <a:pt x="2300" y="2710"/>
                  <a:pt x="2296" y="2736"/>
                  <a:pt x="2295" y="2763"/>
                </a:cubicBezTo>
                <a:lnTo>
                  <a:pt x="2278" y="2766"/>
                </a:lnTo>
                <a:cubicBezTo>
                  <a:pt x="2279" y="2746"/>
                  <a:pt x="2281" y="2725"/>
                  <a:pt x="2285" y="2705"/>
                </a:cubicBezTo>
                <a:cubicBezTo>
                  <a:pt x="2286" y="2700"/>
                  <a:pt x="2286" y="2695"/>
                  <a:pt x="2286" y="2689"/>
                </a:cubicBezTo>
                <a:cubicBezTo>
                  <a:pt x="2286" y="2679"/>
                  <a:pt x="2285" y="2668"/>
                  <a:pt x="2283" y="2657"/>
                </a:cubicBezTo>
                <a:cubicBezTo>
                  <a:pt x="2281" y="2629"/>
                  <a:pt x="2281" y="2601"/>
                  <a:pt x="2280" y="2572"/>
                </a:cubicBezTo>
                <a:lnTo>
                  <a:pt x="2280" y="2571"/>
                </a:lnTo>
                <a:cubicBezTo>
                  <a:pt x="2280" y="2570"/>
                  <a:pt x="2279" y="2570"/>
                  <a:pt x="2279" y="2570"/>
                </a:cubicBezTo>
                <a:cubicBezTo>
                  <a:pt x="2278" y="2569"/>
                  <a:pt x="2278" y="2569"/>
                  <a:pt x="2277" y="2569"/>
                </a:cubicBezTo>
                <a:cubicBezTo>
                  <a:pt x="2277" y="2569"/>
                  <a:pt x="2276" y="2569"/>
                  <a:pt x="2276" y="2570"/>
                </a:cubicBezTo>
                <a:cubicBezTo>
                  <a:pt x="2276" y="2570"/>
                  <a:pt x="2275" y="2570"/>
                  <a:pt x="2275" y="2571"/>
                </a:cubicBezTo>
                <a:lnTo>
                  <a:pt x="2274" y="2572"/>
                </a:lnTo>
                <a:cubicBezTo>
                  <a:pt x="2274" y="2612"/>
                  <a:pt x="2282" y="2669"/>
                  <a:pt x="2266" y="2706"/>
                </a:cubicBezTo>
                <a:cubicBezTo>
                  <a:pt x="2263" y="2715"/>
                  <a:pt x="2260" y="2724"/>
                  <a:pt x="2260" y="2734"/>
                </a:cubicBezTo>
                <a:cubicBezTo>
                  <a:pt x="2260" y="2740"/>
                  <a:pt x="2259" y="2745"/>
                  <a:pt x="2257" y="2751"/>
                </a:cubicBezTo>
                <a:cubicBezTo>
                  <a:pt x="2251" y="2765"/>
                  <a:pt x="2259" y="2752"/>
                  <a:pt x="2267" y="2759"/>
                </a:cubicBezTo>
                <a:cubicBezTo>
                  <a:pt x="2266" y="2758"/>
                  <a:pt x="2265" y="2758"/>
                  <a:pt x="2264" y="2758"/>
                </a:cubicBezTo>
                <a:cubicBezTo>
                  <a:pt x="2263" y="2758"/>
                  <a:pt x="2262" y="2758"/>
                  <a:pt x="2261" y="2759"/>
                </a:cubicBezTo>
                <a:cubicBezTo>
                  <a:pt x="2259" y="2760"/>
                  <a:pt x="2257" y="2762"/>
                  <a:pt x="2256" y="2764"/>
                </a:cubicBezTo>
                <a:cubicBezTo>
                  <a:pt x="2255" y="2765"/>
                  <a:pt x="2255" y="2766"/>
                  <a:pt x="2254" y="2767"/>
                </a:cubicBezTo>
                <a:cubicBezTo>
                  <a:pt x="2254" y="2768"/>
                  <a:pt x="2254" y="2770"/>
                  <a:pt x="2254" y="2771"/>
                </a:cubicBezTo>
                <a:cubicBezTo>
                  <a:pt x="2254" y="2772"/>
                  <a:pt x="2254" y="2773"/>
                  <a:pt x="2254" y="2774"/>
                </a:cubicBezTo>
                <a:cubicBezTo>
                  <a:pt x="2246" y="2776"/>
                  <a:pt x="2238" y="2779"/>
                  <a:pt x="2230" y="2782"/>
                </a:cubicBezTo>
                <a:cubicBezTo>
                  <a:pt x="2254" y="2709"/>
                  <a:pt x="2240" y="2620"/>
                  <a:pt x="2239" y="2545"/>
                </a:cubicBezTo>
                <a:cubicBezTo>
                  <a:pt x="2239" y="2540"/>
                  <a:pt x="2232" y="2541"/>
                  <a:pt x="2232" y="2545"/>
                </a:cubicBezTo>
                <a:cubicBezTo>
                  <a:pt x="2232" y="2584"/>
                  <a:pt x="2232" y="2624"/>
                  <a:pt x="2231" y="2663"/>
                </a:cubicBezTo>
                <a:cubicBezTo>
                  <a:pt x="2231" y="2667"/>
                  <a:pt x="2231" y="2672"/>
                  <a:pt x="2231" y="2676"/>
                </a:cubicBezTo>
                <a:cubicBezTo>
                  <a:pt x="2231" y="2694"/>
                  <a:pt x="2229" y="2711"/>
                  <a:pt x="2226" y="2729"/>
                </a:cubicBezTo>
                <a:cubicBezTo>
                  <a:pt x="2233" y="2703"/>
                  <a:pt x="2220" y="2771"/>
                  <a:pt x="2217" y="2788"/>
                </a:cubicBezTo>
                <a:cubicBezTo>
                  <a:pt x="2210" y="2791"/>
                  <a:pt x="2203" y="2794"/>
                  <a:pt x="2196" y="2797"/>
                </a:cubicBezTo>
                <a:cubicBezTo>
                  <a:pt x="2203" y="2744"/>
                  <a:pt x="2207" y="2690"/>
                  <a:pt x="2207" y="2636"/>
                </a:cubicBezTo>
                <a:cubicBezTo>
                  <a:pt x="2207" y="2614"/>
                  <a:pt x="2206" y="2591"/>
                  <a:pt x="2205" y="2569"/>
                </a:cubicBezTo>
                <a:cubicBezTo>
                  <a:pt x="2205" y="2564"/>
                  <a:pt x="2198" y="2565"/>
                  <a:pt x="2198" y="2569"/>
                </a:cubicBezTo>
                <a:cubicBezTo>
                  <a:pt x="2198" y="2576"/>
                  <a:pt x="2198" y="2583"/>
                  <a:pt x="2198" y="2590"/>
                </a:cubicBezTo>
                <a:cubicBezTo>
                  <a:pt x="2198" y="2633"/>
                  <a:pt x="2195" y="2677"/>
                  <a:pt x="2190" y="2720"/>
                </a:cubicBezTo>
                <a:cubicBezTo>
                  <a:pt x="2186" y="2743"/>
                  <a:pt x="2182" y="2765"/>
                  <a:pt x="2175" y="2786"/>
                </a:cubicBezTo>
                <a:cubicBezTo>
                  <a:pt x="2172" y="2800"/>
                  <a:pt x="2185" y="2788"/>
                  <a:pt x="2175" y="2795"/>
                </a:cubicBezTo>
                <a:cubicBezTo>
                  <a:pt x="2174" y="2796"/>
                  <a:pt x="2173" y="2797"/>
                  <a:pt x="2172" y="2799"/>
                </a:cubicBezTo>
                <a:cubicBezTo>
                  <a:pt x="2171" y="2800"/>
                  <a:pt x="2171" y="2801"/>
                  <a:pt x="2171" y="2803"/>
                </a:cubicBezTo>
                <a:cubicBezTo>
                  <a:pt x="2171" y="2804"/>
                  <a:pt x="2170" y="2806"/>
                  <a:pt x="2172" y="2808"/>
                </a:cubicBezTo>
                <a:cubicBezTo>
                  <a:pt x="2173" y="2809"/>
                  <a:pt x="2173" y="2809"/>
                  <a:pt x="2173" y="2809"/>
                </a:cubicBezTo>
                <a:cubicBezTo>
                  <a:pt x="2161" y="2816"/>
                  <a:pt x="2149" y="2823"/>
                  <a:pt x="2137" y="2832"/>
                </a:cubicBezTo>
                <a:cubicBezTo>
                  <a:pt x="2146" y="2809"/>
                  <a:pt x="2151" y="2786"/>
                  <a:pt x="2151" y="2762"/>
                </a:cubicBezTo>
                <a:cubicBezTo>
                  <a:pt x="2151" y="2759"/>
                  <a:pt x="2151" y="2756"/>
                  <a:pt x="2151" y="2753"/>
                </a:cubicBezTo>
                <a:cubicBezTo>
                  <a:pt x="2149" y="2731"/>
                  <a:pt x="2155" y="2708"/>
                  <a:pt x="2155" y="2686"/>
                </a:cubicBezTo>
                <a:cubicBezTo>
                  <a:pt x="2153" y="2655"/>
                  <a:pt x="2150" y="2624"/>
                  <a:pt x="2149" y="2593"/>
                </a:cubicBezTo>
                <a:cubicBezTo>
                  <a:pt x="2149" y="2592"/>
                  <a:pt x="2150" y="2592"/>
                  <a:pt x="2149" y="2591"/>
                </a:cubicBezTo>
                <a:cubicBezTo>
                  <a:pt x="2148" y="2590"/>
                  <a:pt x="2148" y="2590"/>
                  <a:pt x="2147" y="2590"/>
                </a:cubicBezTo>
                <a:lnTo>
                  <a:pt x="2146" y="2589"/>
                </a:lnTo>
                <a:cubicBezTo>
                  <a:pt x="2145" y="2589"/>
                  <a:pt x="2144" y="2590"/>
                  <a:pt x="2144" y="2590"/>
                </a:cubicBezTo>
                <a:cubicBezTo>
                  <a:pt x="2143" y="2590"/>
                  <a:pt x="2143" y="2591"/>
                  <a:pt x="2143" y="2591"/>
                </a:cubicBezTo>
                <a:cubicBezTo>
                  <a:pt x="2142" y="2592"/>
                  <a:pt x="2142" y="2592"/>
                  <a:pt x="2142" y="2593"/>
                </a:cubicBezTo>
                <a:cubicBezTo>
                  <a:pt x="2140" y="2638"/>
                  <a:pt x="2142" y="2691"/>
                  <a:pt x="2128" y="2734"/>
                </a:cubicBezTo>
                <a:cubicBezTo>
                  <a:pt x="2123" y="2748"/>
                  <a:pt x="2122" y="2769"/>
                  <a:pt x="2119" y="2783"/>
                </a:cubicBezTo>
                <a:cubicBezTo>
                  <a:pt x="2111" y="2808"/>
                  <a:pt x="2105" y="2834"/>
                  <a:pt x="2102" y="2859"/>
                </a:cubicBezTo>
                <a:cubicBezTo>
                  <a:pt x="2098" y="2885"/>
                  <a:pt x="2102" y="2859"/>
                  <a:pt x="2102" y="2859"/>
                </a:cubicBezTo>
                <a:cubicBezTo>
                  <a:pt x="2080" y="2878"/>
                  <a:pt x="2060" y="2898"/>
                  <a:pt x="2041" y="2919"/>
                </a:cubicBezTo>
                <a:cubicBezTo>
                  <a:pt x="2054" y="2895"/>
                  <a:pt x="2064" y="2868"/>
                  <a:pt x="2071" y="2841"/>
                </a:cubicBezTo>
                <a:cubicBezTo>
                  <a:pt x="2088" y="2761"/>
                  <a:pt x="2096" y="2680"/>
                  <a:pt x="2096" y="2599"/>
                </a:cubicBezTo>
                <a:cubicBezTo>
                  <a:pt x="2096" y="2588"/>
                  <a:pt x="2096" y="2577"/>
                  <a:pt x="2096" y="2566"/>
                </a:cubicBezTo>
                <a:cubicBezTo>
                  <a:pt x="2096" y="2563"/>
                  <a:pt x="2092" y="2563"/>
                  <a:pt x="2092" y="2566"/>
                </a:cubicBezTo>
                <a:cubicBezTo>
                  <a:pt x="2090" y="2609"/>
                  <a:pt x="2090" y="2652"/>
                  <a:pt x="2085" y="2696"/>
                </a:cubicBezTo>
                <a:cubicBezTo>
                  <a:pt x="2078" y="2732"/>
                  <a:pt x="2068" y="2768"/>
                  <a:pt x="2056" y="2803"/>
                </a:cubicBezTo>
                <a:cubicBezTo>
                  <a:pt x="2044" y="2843"/>
                  <a:pt x="2027" y="2881"/>
                  <a:pt x="2006" y="2916"/>
                </a:cubicBezTo>
                <a:cubicBezTo>
                  <a:pt x="2001" y="2926"/>
                  <a:pt x="1995" y="2936"/>
                  <a:pt x="1988" y="2946"/>
                </a:cubicBezTo>
                <a:cubicBezTo>
                  <a:pt x="2004" y="2906"/>
                  <a:pt x="2015" y="2864"/>
                  <a:pt x="2021" y="2821"/>
                </a:cubicBezTo>
                <a:cubicBezTo>
                  <a:pt x="2026" y="2794"/>
                  <a:pt x="2028" y="2767"/>
                  <a:pt x="2028" y="2740"/>
                </a:cubicBezTo>
                <a:cubicBezTo>
                  <a:pt x="2028" y="2726"/>
                  <a:pt x="2027" y="2711"/>
                  <a:pt x="2026" y="2697"/>
                </a:cubicBezTo>
                <a:cubicBezTo>
                  <a:pt x="2026" y="2697"/>
                  <a:pt x="2026" y="2696"/>
                  <a:pt x="2025" y="2695"/>
                </a:cubicBezTo>
                <a:lnTo>
                  <a:pt x="2024" y="2694"/>
                </a:lnTo>
                <a:cubicBezTo>
                  <a:pt x="2023" y="2693"/>
                  <a:pt x="2022" y="2693"/>
                  <a:pt x="2021" y="2693"/>
                </a:cubicBezTo>
                <a:cubicBezTo>
                  <a:pt x="2021" y="2693"/>
                  <a:pt x="2020" y="2693"/>
                  <a:pt x="2019" y="2694"/>
                </a:cubicBezTo>
                <a:cubicBezTo>
                  <a:pt x="2018" y="2694"/>
                  <a:pt x="2018" y="2695"/>
                  <a:pt x="2018" y="2695"/>
                </a:cubicBezTo>
                <a:cubicBezTo>
                  <a:pt x="2017" y="2696"/>
                  <a:pt x="2017" y="2697"/>
                  <a:pt x="2017" y="2697"/>
                </a:cubicBezTo>
                <a:cubicBezTo>
                  <a:pt x="2010" y="2772"/>
                  <a:pt x="1994" y="2867"/>
                  <a:pt x="1958" y="2935"/>
                </a:cubicBezTo>
                <a:cubicBezTo>
                  <a:pt x="1955" y="2915"/>
                  <a:pt x="1952" y="2896"/>
                  <a:pt x="1947" y="2876"/>
                </a:cubicBezTo>
                <a:cubicBezTo>
                  <a:pt x="1947" y="2876"/>
                  <a:pt x="1947" y="2875"/>
                  <a:pt x="1948" y="2874"/>
                </a:cubicBezTo>
                <a:cubicBezTo>
                  <a:pt x="1949" y="2873"/>
                  <a:pt x="1949" y="2873"/>
                  <a:pt x="1949" y="2872"/>
                </a:cubicBezTo>
                <a:cubicBezTo>
                  <a:pt x="1984" y="2777"/>
                  <a:pt x="1971" y="2667"/>
                  <a:pt x="1984" y="2568"/>
                </a:cubicBezTo>
                <a:cubicBezTo>
                  <a:pt x="1984" y="2564"/>
                  <a:pt x="1979" y="2562"/>
                  <a:pt x="1978" y="2566"/>
                </a:cubicBezTo>
                <a:cubicBezTo>
                  <a:pt x="1971" y="2601"/>
                  <a:pt x="1970" y="2636"/>
                  <a:pt x="1965" y="2670"/>
                </a:cubicBezTo>
                <a:cubicBezTo>
                  <a:pt x="1962" y="2691"/>
                  <a:pt x="1952" y="2710"/>
                  <a:pt x="1949" y="2731"/>
                </a:cubicBezTo>
                <a:cubicBezTo>
                  <a:pt x="1946" y="2759"/>
                  <a:pt x="1935" y="2788"/>
                  <a:pt x="1928" y="2817"/>
                </a:cubicBezTo>
                <a:cubicBezTo>
                  <a:pt x="1925" y="2809"/>
                  <a:pt x="1922" y="2801"/>
                  <a:pt x="1919" y="2793"/>
                </a:cubicBezTo>
                <a:cubicBezTo>
                  <a:pt x="1920" y="2794"/>
                  <a:pt x="1921" y="2794"/>
                  <a:pt x="1922" y="2794"/>
                </a:cubicBezTo>
                <a:cubicBezTo>
                  <a:pt x="1924" y="2794"/>
                  <a:pt x="1926" y="2793"/>
                  <a:pt x="1928" y="2792"/>
                </a:cubicBezTo>
                <a:cubicBezTo>
                  <a:pt x="1930" y="2791"/>
                  <a:pt x="1931" y="2790"/>
                  <a:pt x="1932" y="2788"/>
                </a:cubicBezTo>
                <a:cubicBezTo>
                  <a:pt x="1933" y="2787"/>
                  <a:pt x="1933" y="2786"/>
                  <a:pt x="1934" y="2785"/>
                </a:cubicBezTo>
                <a:cubicBezTo>
                  <a:pt x="1947" y="2735"/>
                  <a:pt x="1932" y="2675"/>
                  <a:pt x="1929" y="2625"/>
                </a:cubicBezTo>
                <a:cubicBezTo>
                  <a:pt x="1929" y="2621"/>
                  <a:pt x="1922" y="2621"/>
                  <a:pt x="1922" y="2625"/>
                </a:cubicBezTo>
                <a:cubicBezTo>
                  <a:pt x="1922" y="2657"/>
                  <a:pt x="1918" y="2690"/>
                  <a:pt x="1912" y="2721"/>
                </a:cubicBezTo>
                <a:cubicBezTo>
                  <a:pt x="1908" y="2737"/>
                  <a:pt x="1910" y="2753"/>
                  <a:pt x="1907" y="2768"/>
                </a:cubicBezTo>
                <a:cubicBezTo>
                  <a:pt x="1902" y="2760"/>
                  <a:pt x="1897" y="2753"/>
                  <a:pt x="1891" y="2746"/>
                </a:cubicBezTo>
                <a:cubicBezTo>
                  <a:pt x="1891" y="2745"/>
                  <a:pt x="1891" y="2743"/>
                  <a:pt x="1891" y="2742"/>
                </a:cubicBezTo>
                <a:cubicBezTo>
                  <a:pt x="1891" y="2740"/>
                  <a:pt x="1891" y="2740"/>
                  <a:pt x="1891" y="2739"/>
                </a:cubicBezTo>
                <a:cubicBezTo>
                  <a:pt x="1882" y="2706"/>
                  <a:pt x="1877" y="2672"/>
                  <a:pt x="1877" y="2638"/>
                </a:cubicBezTo>
                <a:cubicBezTo>
                  <a:pt x="1877" y="2634"/>
                  <a:pt x="1877" y="2630"/>
                  <a:pt x="1877" y="2625"/>
                </a:cubicBezTo>
                <a:cubicBezTo>
                  <a:pt x="1877" y="2621"/>
                  <a:pt x="1870" y="2621"/>
                  <a:pt x="1870" y="2625"/>
                </a:cubicBezTo>
                <a:cubicBezTo>
                  <a:pt x="1870" y="2649"/>
                  <a:pt x="1864" y="2675"/>
                  <a:pt x="1864" y="2701"/>
                </a:cubicBezTo>
                <a:cubicBezTo>
                  <a:pt x="1836" y="2651"/>
                  <a:pt x="1841" y="2579"/>
                  <a:pt x="1839" y="2525"/>
                </a:cubicBezTo>
                <a:cubicBezTo>
                  <a:pt x="1839" y="2521"/>
                  <a:pt x="1832" y="2520"/>
                  <a:pt x="1832" y="2525"/>
                </a:cubicBezTo>
                <a:cubicBezTo>
                  <a:pt x="1831" y="2566"/>
                  <a:pt x="1826" y="2607"/>
                  <a:pt x="1827" y="2647"/>
                </a:cubicBezTo>
                <a:cubicBezTo>
                  <a:pt x="1827" y="2654"/>
                  <a:pt x="1827" y="2661"/>
                  <a:pt x="1827" y="2667"/>
                </a:cubicBezTo>
                <a:cubicBezTo>
                  <a:pt x="1820" y="2640"/>
                  <a:pt x="1804" y="2617"/>
                  <a:pt x="1800" y="2590"/>
                </a:cubicBezTo>
                <a:cubicBezTo>
                  <a:pt x="1795" y="2562"/>
                  <a:pt x="1800" y="2522"/>
                  <a:pt x="1800" y="2490"/>
                </a:cubicBezTo>
                <a:cubicBezTo>
                  <a:pt x="1800" y="2487"/>
                  <a:pt x="1795" y="2486"/>
                  <a:pt x="1795" y="2490"/>
                </a:cubicBezTo>
                <a:cubicBezTo>
                  <a:pt x="1795" y="2520"/>
                  <a:pt x="1790" y="2549"/>
                  <a:pt x="1788" y="2579"/>
                </a:cubicBezTo>
                <a:cubicBezTo>
                  <a:pt x="1788" y="2583"/>
                  <a:pt x="1788" y="2586"/>
                  <a:pt x="1788" y="2590"/>
                </a:cubicBezTo>
                <a:cubicBezTo>
                  <a:pt x="1788" y="2605"/>
                  <a:pt x="1790" y="2621"/>
                  <a:pt x="1793" y="2636"/>
                </a:cubicBezTo>
                <a:lnTo>
                  <a:pt x="1792" y="2635"/>
                </a:lnTo>
                <a:cubicBezTo>
                  <a:pt x="1787" y="2632"/>
                  <a:pt x="1783" y="2628"/>
                  <a:pt x="1780" y="2623"/>
                </a:cubicBezTo>
                <a:cubicBezTo>
                  <a:pt x="1773" y="2608"/>
                  <a:pt x="1770" y="2592"/>
                  <a:pt x="1770" y="2575"/>
                </a:cubicBezTo>
                <a:cubicBezTo>
                  <a:pt x="1770" y="2571"/>
                  <a:pt x="1770" y="2567"/>
                  <a:pt x="1771" y="2563"/>
                </a:cubicBezTo>
                <a:cubicBezTo>
                  <a:pt x="1771" y="2558"/>
                  <a:pt x="1763" y="2558"/>
                  <a:pt x="1763" y="2563"/>
                </a:cubicBezTo>
                <a:cubicBezTo>
                  <a:pt x="1762" y="2586"/>
                  <a:pt x="1756" y="2610"/>
                  <a:pt x="1766" y="2632"/>
                </a:cubicBezTo>
                <a:lnTo>
                  <a:pt x="1756" y="2627"/>
                </a:lnTo>
                <a:cubicBezTo>
                  <a:pt x="1730" y="2590"/>
                  <a:pt x="1734" y="2537"/>
                  <a:pt x="1732" y="2494"/>
                </a:cubicBezTo>
                <a:cubicBezTo>
                  <a:pt x="1732" y="2493"/>
                  <a:pt x="1733" y="2493"/>
                  <a:pt x="1732" y="2492"/>
                </a:cubicBezTo>
                <a:cubicBezTo>
                  <a:pt x="1731" y="2491"/>
                  <a:pt x="1731" y="2491"/>
                  <a:pt x="1730" y="2491"/>
                </a:cubicBezTo>
                <a:lnTo>
                  <a:pt x="1729" y="2491"/>
                </a:lnTo>
                <a:cubicBezTo>
                  <a:pt x="1728" y="2491"/>
                  <a:pt x="1727" y="2491"/>
                  <a:pt x="1727" y="2491"/>
                </a:cubicBezTo>
                <a:cubicBezTo>
                  <a:pt x="1726" y="2491"/>
                  <a:pt x="1726" y="2492"/>
                  <a:pt x="1726" y="2492"/>
                </a:cubicBezTo>
                <a:cubicBezTo>
                  <a:pt x="1725" y="2493"/>
                  <a:pt x="1725" y="2493"/>
                  <a:pt x="1725" y="2494"/>
                </a:cubicBezTo>
                <a:cubicBezTo>
                  <a:pt x="1723" y="2533"/>
                  <a:pt x="1714" y="2575"/>
                  <a:pt x="1725" y="2612"/>
                </a:cubicBezTo>
                <a:lnTo>
                  <a:pt x="1712" y="2607"/>
                </a:lnTo>
                <a:lnTo>
                  <a:pt x="1712" y="2606"/>
                </a:lnTo>
                <a:cubicBezTo>
                  <a:pt x="1712" y="2604"/>
                  <a:pt x="1712" y="2602"/>
                  <a:pt x="1711" y="2601"/>
                </a:cubicBezTo>
                <a:cubicBezTo>
                  <a:pt x="1710" y="2600"/>
                  <a:pt x="1710" y="2599"/>
                  <a:pt x="1709" y="2599"/>
                </a:cubicBezTo>
                <a:cubicBezTo>
                  <a:pt x="1709" y="2598"/>
                  <a:pt x="1708" y="2597"/>
                  <a:pt x="1708" y="2597"/>
                </a:cubicBezTo>
                <a:cubicBezTo>
                  <a:pt x="1701" y="2585"/>
                  <a:pt x="1697" y="2571"/>
                  <a:pt x="1697" y="2557"/>
                </a:cubicBezTo>
                <a:lnTo>
                  <a:pt x="1697" y="2556"/>
                </a:lnTo>
                <a:cubicBezTo>
                  <a:pt x="1694" y="2539"/>
                  <a:pt x="1692" y="2522"/>
                  <a:pt x="1692" y="2505"/>
                </a:cubicBezTo>
                <a:cubicBezTo>
                  <a:pt x="1692" y="2494"/>
                  <a:pt x="1693" y="2484"/>
                  <a:pt x="1694" y="2473"/>
                </a:cubicBezTo>
                <a:cubicBezTo>
                  <a:pt x="1694" y="2472"/>
                  <a:pt x="1694" y="2471"/>
                  <a:pt x="1694" y="2471"/>
                </a:cubicBezTo>
                <a:cubicBezTo>
                  <a:pt x="1694" y="2470"/>
                  <a:pt x="1693" y="2470"/>
                  <a:pt x="1693" y="2470"/>
                </a:cubicBezTo>
                <a:cubicBezTo>
                  <a:pt x="1692" y="2469"/>
                  <a:pt x="1692" y="2469"/>
                  <a:pt x="1691" y="2469"/>
                </a:cubicBezTo>
                <a:cubicBezTo>
                  <a:pt x="1690" y="2469"/>
                  <a:pt x="1690" y="2469"/>
                  <a:pt x="1689" y="2470"/>
                </a:cubicBezTo>
                <a:cubicBezTo>
                  <a:pt x="1689" y="2470"/>
                  <a:pt x="1688" y="2470"/>
                  <a:pt x="1688" y="2471"/>
                </a:cubicBezTo>
                <a:lnTo>
                  <a:pt x="1688" y="2472"/>
                </a:lnTo>
                <a:cubicBezTo>
                  <a:pt x="1680" y="2503"/>
                  <a:pt x="1676" y="2535"/>
                  <a:pt x="1675" y="2566"/>
                </a:cubicBezTo>
                <a:cubicBezTo>
                  <a:pt x="1675" y="2568"/>
                  <a:pt x="1675" y="2570"/>
                  <a:pt x="1675" y="2571"/>
                </a:cubicBezTo>
                <a:cubicBezTo>
                  <a:pt x="1675" y="2580"/>
                  <a:pt x="1677" y="2589"/>
                  <a:pt x="1680" y="2598"/>
                </a:cubicBezTo>
                <a:cubicBezTo>
                  <a:pt x="1670" y="2596"/>
                  <a:pt x="1660" y="2594"/>
                  <a:pt x="1650" y="2592"/>
                </a:cubicBezTo>
                <a:cubicBezTo>
                  <a:pt x="1628" y="2480"/>
                  <a:pt x="1651" y="2376"/>
                  <a:pt x="1736" y="2298"/>
                </a:cubicBezTo>
                <a:lnTo>
                  <a:pt x="1737" y="2298"/>
                </a:lnTo>
                <a:cubicBezTo>
                  <a:pt x="1739" y="2296"/>
                  <a:pt x="1741" y="2295"/>
                  <a:pt x="1742" y="2292"/>
                </a:cubicBezTo>
                <a:cubicBezTo>
                  <a:pt x="1835" y="2212"/>
                  <a:pt x="1959" y="2151"/>
                  <a:pt x="2081" y="2168"/>
                </a:cubicBezTo>
                <a:cubicBezTo>
                  <a:pt x="2133" y="2175"/>
                  <a:pt x="2196" y="2215"/>
                  <a:pt x="2243" y="2241"/>
                </a:cubicBezTo>
                <a:moveTo>
                  <a:pt x="2444" y="2647"/>
                </a:moveTo>
                <a:cubicBezTo>
                  <a:pt x="2450" y="2622"/>
                  <a:pt x="2453" y="2596"/>
                  <a:pt x="2453" y="2570"/>
                </a:cubicBezTo>
                <a:cubicBezTo>
                  <a:pt x="2453" y="2554"/>
                  <a:pt x="2451" y="2537"/>
                  <a:pt x="2449" y="2520"/>
                </a:cubicBezTo>
                <a:cubicBezTo>
                  <a:pt x="2500" y="2522"/>
                  <a:pt x="2551" y="2531"/>
                  <a:pt x="2599" y="2546"/>
                </a:cubicBezTo>
                <a:cubicBezTo>
                  <a:pt x="2626" y="2555"/>
                  <a:pt x="2653" y="2567"/>
                  <a:pt x="2678" y="2582"/>
                </a:cubicBezTo>
                <a:cubicBezTo>
                  <a:pt x="2686" y="2587"/>
                  <a:pt x="2695" y="2592"/>
                  <a:pt x="2703" y="2598"/>
                </a:cubicBezTo>
                <a:cubicBezTo>
                  <a:pt x="2689" y="2602"/>
                  <a:pt x="2675" y="2609"/>
                  <a:pt x="2662" y="2616"/>
                </a:cubicBezTo>
                <a:cubicBezTo>
                  <a:pt x="2626" y="2637"/>
                  <a:pt x="2597" y="2666"/>
                  <a:pt x="2576" y="2702"/>
                </a:cubicBezTo>
                <a:lnTo>
                  <a:pt x="2576" y="2703"/>
                </a:lnTo>
                <a:cubicBezTo>
                  <a:pt x="2575" y="2703"/>
                  <a:pt x="2575" y="2702"/>
                  <a:pt x="2575" y="2702"/>
                </a:cubicBezTo>
                <a:cubicBezTo>
                  <a:pt x="2575" y="2701"/>
                  <a:pt x="2574" y="2700"/>
                  <a:pt x="2573" y="2700"/>
                </a:cubicBezTo>
                <a:cubicBezTo>
                  <a:pt x="2572" y="2699"/>
                  <a:pt x="2572" y="2699"/>
                  <a:pt x="2571" y="2699"/>
                </a:cubicBezTo>
                <a:cubicBezTo>
                  <a:pt x="2570" y="2699"/>
                  <a:pt x="2569" y="2699"/>
                  <a:pt x="2568" y="2700"/>
                </a:cubicBezTo>
                <a:cubicBezTo>
                  <a:pt x="2567" y="2701"/>
                  <a:pt x="2568" y="2701"/>
                  <a:pt x="2567" y="2702"/>
                </a:cubicBezTo>
                <a:cubicBezTo>
                  <a:pt x="2566" y="2703"/>
                  <a:pt x="2566" y="2703"/>
                  <a:pt x="2566" y="2703"/>
                </a:cubicBezTo>
                <a:cubicBezTo>
                  <a:pt x="2560" y="2730"/>
                  <a:pt x="2543" y="2753"/>
                  <a:pt x="2541" y="2780"/>
                </a:cubicBezTo>
                <a:lnTo>
                  <a:pt x="2537" y="2778"/>
                </a:lnTo>
                <a:cubicBezTo>
                  <a:pt x="2537" y="2757"/>
                  <a:pt x="2537" y="2736"/>
                  <a:pt x="2537" y="2714"/>
                </a:cubicBezTo>
                <a:cubicBezTo>
                  <a:pt x="2540" y="2702"/>
                  <a:pt x="2542" y="2689"/>
                  <a:pt x="2543" y="2676"/>
                </a:cubicBezTo>
                <a:cubicBezTo>
                  <a:pt x="2543" y="2672"/>
                  <a:pt x="2536" y="2672"/>
                  <a:pt x="2536" y="2676"/>
                </a:cubicBezTo>
                <a:cubicBezTo>
                  <a:pt x="2533" y="2695"/>
                  <a:pt x="2528" y="2713"/>
                  <a:pt x="2520" y="2730"/>
                </a:cubicBezTo>
                <a:cubicBezTo>
                  <a:pt x="2516" y="2743"/>
                  <a:pt x="2514" y="2757"/>
                  <a:pt x="2514" y="2771"/>
                </a:cubicBezTo>
                <a:lnTo>
                  <a:pt x="2497" y="2766"/>
                </a:lnTo>
                <a:cubicBezTo>
                  <a:pt x="2497" y="2766"/>
                  <a:pt x="2497" y="2765"/>
                  <a:pt x="2497" y="2764"/>
                </a:cubicBezTo>
                <a:lnTo>
                  <a:pt x="2497" y="2763"/>
                </a:lnTo>
                <a:cubicBezTo>
                  <a:pt x="2497" y="2751"/>
                  <a:pt x="2495" y="2738"/>
                  <a:pt x="2495" y="2726"/>
                </a:cubicBezTo>
                <a:cubicBezTo>
                  <a:pt x="2495" y="2721"/>
                  <a:pt x="2496" y="2717"/>
                  <a:pt x="2496" y="2712"/>
                </a:cubicBezTo>
                <a:cubicBezTo>
                  <a:pt x="2496" y="2707"/>
                  <a:pt x="2495" y="2702"/>
                  <a:pt x="2494" y="2697"/>
                </a:cubicBezTo>
                <a:lnTo>
                  <a:pt x="2494" y="2696"/>
                </a:lnTo>
                <a:cubicBezTo>
                  <a:pt x="2493" y="2695"/>
                  <a:pt x="2493" y="2695"/>
                  <a:pt x="2492" y="2694"/>
                </a:cubicBezTo>
                <a:cubicBezTo>
                  <a:pt x="2492" y="2694"/>
                  <a:pt x="2491" y="2694"/>
                  <a:pt x="2490" y="2694"/>
                </a:cubicBezTo>
                <a:cubicBezTo>
                  <a:pt x="2489" y="2694"/>
                  <a:pt x="2489" y="2693"/>
                  <a:pt x="2488" y="2694"/>
                </a:cubicBezTo>
                <a:cubicBezTo>
                  <a:pt x="2487" y="2694"/>
                  <a:pt x="2487" y="2695"/>
                  <a:pt x="2486" y="2696"/>
                </a:cubicBezTo>
                <a:lnTo>
                  <a:pt x="2486" y="2697"/>
                </a:lnTo>
                <a:cubicBezTo>
                  <a:pt x="2485" y="2708"/>
                  <a:pt x="2480" y="2717"/>
                  <a:pt x="2478" y="2728"/>
                </a:cubicBezTo>
                <a:cubicBezTo>
                  <a:pt x="2477" y="2738"/>
                  <a:pt x="2477" y="2747"/>
                  <a:pt x="2477" y="2756"/>
                </a:cubicBezTo>
                <a:cubicBezTo>
                  <a:pt x="2477" y="2758"/>
                  <a:pt x="2477" y="2760"/>
                  <a:pt x="2477" y="2762"/>
                </a:cubicBezTo>
                <a:cubicBezTo>
                  <a:pt x="2470" y="2760"/>
                  <a:pt x="2464" y="2759"/>
                  <a:pt x="2457" y="2758"/>
                </a:cubicBezTo>
                <a:cubicBezTo>
                  <a:pt x="2457" y="2755"/>
                  <a:pt x="2456" y="2751"/>
                  <a:pt x="2456" y="2747"/>
                </a:cubicBezTo>
                <a:cubicBezTo>
                  <a:pt x="2456" y="2738"/>
                  <a:pt x="2458" y="2728"/>
                  <a:pt x="2460" y="2719"/>
                </a:cubicBezTo>
                <a:cubicBezTo>
                  <a:pt x="2465" y="2702"/>
                  <a:pt x="2469" y="2684"/>
                  <a:pt x="2471" y="2666"/>
                </a:cubicBezTo>
                <a:cubicBezTo>
                  <a:pt x="2471" y="2663"/>
                  <a:pt x="2467" y="2662"/>
                  <a:pt x="2466" y="2666"/>
                </a:cubicBezTo>
                <a:cubicBezTo>
                  <a:pt x="2461" y="2683"/>
                  <a:pt x="2455" y="2700"/>
                  <a:pt x="2449" y="2717"/>
                </a:cubicBezTo>
                <a:cubicBezTo>
                  <a:pt x="2445" y="2730"/>
                  <a:pt x="2444" y="2743"/>
                  <a:pt x="2440" y="2756"/>
                </a:cubicBezTo>
                <a:lnTo>
                  <a:pt x="2438" y="2756"/>
                </a:lnTo>
                <a:cubicBezTo>
                  <a:pt x="2438" y="2754"/>
                  <a:pt x="2438" y="2753"/>
                  <a:pt x="2438" y="2752"/>
                </a:cubicBezTo>
                <a:cubicBezTo>
                  <a:pt x="2438" y="2751"/>
                  <a:pt x="2438" y="2746"/>
                  <a:pt x="2438" y="2743"/>
                </a:cubicBezTo>
                <a:cubicBezTo>
                  <a:pt x="2439" y="2739"/>
                  <a:pt x="2440" y="2734"/>
                  <a:pt x="2441" y="2729"/>
                </a:cubicBezTo>
                <a:cubicBezTo>
                  <a:pt x="2441" y="2728"/>
                  <a:pt x="2441" y="2728"/>
                  <a:pt x="2440" y="2727"/>
                </a:cubicBezTo>
                <a:cubicBezTo>
                  <a:pt x="2439" y="2726"/>
                  <a:pt x="2439" y="2725"/>
                  <a:pt x="2439" y="2725"/>
                </a:cubicBezTo>
                <a:cubicBezTo>
                  <a:pt x="2438" y="2725"/>
                  <a:pt x="2437" y="2724"/>
                  <a:pt x="2436" y="2724"/>
                </a:cubicBezTo>
                <a:cubicBezTo>
                  <a:pt x="2436" y="2724"/>
                  <a:pt x="2435" y="2725"/>
                  <a:pt x="2434" y="2725"/>
                </a:cubicBezTo>
                <a:cubicBezTo>
                  <a:pt x="2433" y="2725"/>
                  <a:pt x="2433" y="2726"/>
                  <a:pt x="2432" y="2727"/>
                </a:cubicBezTo>
                <a:cubicBezTo>
                  <a:pt x="2432" y="2727"/>
                  <a:pt x="2432" y="2728"/>
                  <a:pt x="2432" y="2729"/>
                </a:cubicBezTo>
                <a:cubicBezTo>
                  <a:pt x="2432" y="2736"/>
                  <a:pt x="2424" y="2738"/>
                  <a:pt x="2421" y="2744"/>
                </a:cubicBezTo>
                <a:cubicBezTo>
                  <a:pt x="2417" y="2750"/>
                  <a:pt x="2417" y="2751"/>
                  <a:pt x="2415" y="2754"/>
                </a:cubicBezTo>
                <a:lnTo>
                  <a:pt x="2413" y="2754"/>
                </a:lnTo>
                <a:cubicBezTo>
                  <a:pt x="2427" y="2720"/>
                  <a:pt x="2437" y="2684"/>
                  <a:pt x="2444" y="2647"/>
                </a:cubicBezTo>
                <a:moveTo>
                  <a:pt x="2766" y="2339"/>
                </a:moveTo>
                <a:cubicBezTo>
                  <a:pt x="2829" y="2261"/>
                  <a:pt x="2889" y="2209"/>
                  <a:pt x="2983" y="2172"/>
                </a:cubicBezTo>
                <a:cubicBezTo>
                  <a:pt x="3044" y="2149"/>
                  <a:pt x="3108" y="2134"/>
                  <a:pt x="3174" y="2127"/>
                </a:cubicBezTo>
                <a:cubicBezTo>
                  <a:pt x="3267" y="2118"/>
                  <a:pt x="3378" y="2136"/>
                  <a:pt x="3447" y="2203"/>
                </a:cubicBezTo>
                <a:cubicBezTo>
                  <a:pt x="3466" y="2221"/>
                  <a:pt x="3483" y="2242"/>
                  <a:pt x="3496" y="2265"/>
                </a:cubicBezTo>
                <a:cubicBezTo>
                  <a:pt x="3507" y="2284"/>
                  <a:pt x="3516" y="2305"/>
                  <a:pt x="3522" y="2326"/>
                </a:cubicBezTo>
                <a:cubicBezTo>
                  <a:pt x="3534" y="2358"/>
                  <a:pt x="3539" y="2392"/>
                  <a:pt x="3539" y="2426"/>
                </a:cubicBezTo>
                <a:cubicBezTo>
                  <a:pt x="3539" y="2446"/>
                  <a:pt x="3537" y="2466"/>
                  <a:pt x="3533" y="2486"/>
                </a:cubicBezTo>
                <a:lnTo>
                  <a:pt x="3531" y="2485"/>
                </a:lnTo>
                <a:lnTo>
                  <a:pt x="3531" y="2483"/>
                </a:lnTo>
                <a:cubicBezTo>
                  <a:pt x="3528" y="2439"/>
                  <a:pt x="3521" y="2396"/>
                  <a:pt x="3510" y="2353"/>
                </a:cubicBezTo>
                <a:lnTo>
                  <a:pt x="3510" y="2352"/>
                </a:lnTo>
                <a:cubicBezTo>
                  <a:pt x="3509" y="2351"/>
                  <a:pt x="3509" y="2350"/>
                  <a:pt x="3508" y="2350"/>
                </a:cubicBezTo>
                <a:cubicBezTo>
                  <a:pt x="3507" y="2349"/>
                  <a:pt x="3507" y="2350"/>
                  <a:pt x="3506" y="2350"/>
                </a:cubicBezTo>
                <a:cubicBezTo>
                  <a:pt x="3505" y="2350"/>
                  <a:pt x="3504" y="2350"/>
                  <a:pt x="3504" y="2350"/>
                </a:cubicBezTo>
                <a:cubicBezTo>
                  <a:pt x="3503" y="2351"/>
                  <a:pt x="3502" y="2351"/>
                  <a:pt x="3502" y="2352"/>
                </a:cubicBezTo>
                <a:cubicBezTo>
                  <a:pt x="3502" y="2353"/>
                  <a:pt x="3501" y="2353"/>
                  <a:pt x="3501" y="2354"/>
                </a:cubicBezTo>
                <a:lnTo>
                  <a:pt x="3502" y="2355"/>
                </a:lnTo>
                <a:cubicBezTo>
                  <a:pt x="3502" y="2361"/>
                  <a:pt x="3502" y="2367"/>
                  <a:pt x="3502" y="2373"/>
                </a:cubicBezTo>
                <a:cubicBezTo>
                  <a:pt x="3502" y="2385"/>
                  <a:pt x="3501" y="2398"/>
                  <a:pt x="3500" y="2411"/>
                </a:cubicBezTo>
                <a:cubicBezTo>
                  <a:pt x="3500" y="2413"/>
                  <a:pt x="3500" y="2415"/>
                  <a:pt x="3500" y="2416"/>
                </a:cubicBezTo>
                <a:cubicBezTo>
                  <a:pt x="3500" y="2428"/>
                  <a:pt x="3499" y="2440"/>
                  <a:pt x="3497" y="2452"/>
                </a:cubicBezTo>
                <a:cubicBezTo>
                  <a:pt x="3495" y="2442"/>
                  <a:pt x="3494" y="2431"/>
                  <a:pt x="3491" y="2421"/>
                </a:cubicBezTo>
                <a:cubicBezTo>
                  <a:pt x="3491" y="2411"/>
                  <a:pt x="3488" y="2400"/>
                  <a:pt x="3484" y="2391"/>
                </a:cubicBezTo>
                <a:cubicBezTo>
                  <a:pt x="3479" y="2381"/>
                  <a:pt x="3475" y="2371"/>
                  <a:pt x="3471" y="2361"/>
                </a:cubicBezTo>
                <a:cubicBezTo>
                  <a:pt x="3471" y="2360"/>
                  <a:pt x="3470" y="2359"/>
                  <a:pt x="3470" y="2358"/>
                </a:cubicBezTo>
                <a:cubicBezTo>
                  <a:pt x="3465" y="2349"/>
                  <a:pt x="3460" y="2340"/>
                  <a:pt x="3457" y="2330"/>
                </a:cubicBezTo>
                <a:cubicBezTo>
                  <a:pt x="3457" y="2326"/>
                  <a:pt x="3451" y="2326"/>
                  <a:pt x="3451" y="2330"/>
                </a:cubicBezTo>
                <a:cubicBezTo>
                  <a:pt x="3453" y="2342"/>
                  <a:pt x="3458" y="2354"/>
                  <a:pt x="3463" y="2365"/>
                </a:cubicBezTo>
                <a:cubicBezTo>
                  <a:pt x="3468" y="2376"/>
                  <a:pt x="3470" y="2388"/>
                  <a:pt x="3470" y="2400"/>
                </a:cubicBezTo>
                <a:cubicBezTo>
                  <a:pt x="3470" y="2402"/>
                  <a:pt x="3470" y="2403"/>
                  <a:pt x="3470" y="2404"/>
                </a:cubicBezTo>
                <a:cubicBezTo>
                  <a:pt x="3469" y="2410"/>
                  <a:pt x="3469" y="2416"/>
                  <a:pt x="3469" y="2422"/>
                </a:cubicBezTo>
                <a:cubicBezTo>
                  <a:pt x="3469" y="2428"/>
                  <a:pt x="3469" y="2433"/>
                  <a:pt x="3470" y="2439"/>
                </a:cubicBezTo>
                <a:cubicBezTo>
                  <a:pt x="3469" y="2432"/>
                  <a:pt x="3467" y="2426"/>
                  <a:pt x="3465" y="2419"/>
                </a:cubicBezTo>
                <a:cubicBezTo>
                  <a:pt x="3463" y="2416"/>
                  <a:pt x="3461" y="2412"/>
                  <a:pt x="3459" y="2409"/>
                </a:cubicBezTo>
                <a:cubicBezTo>
                  <a:pt x="3453" y="2399"/>
                  <a:pt x="3447" y="2390"/>
                  <a:pt x="3441" y="2380"/>
                </a:cubicBezTo>
                <a:cubicBezTo>
                  <a:pt x="3440" y="2378"/>
                  <a:pt x="3439" y="2376"/>
                  <a:pt x="3438" y="2375"/>
                </a:cubicBezTo>
                <a:cubicBezTo>
                  <a:pt x="3432" y="2365"/>
                  <a:pt x="3427" y="2355"/>
                  <a:pt x="3423" y="2344"/>
                </a:cubicBezTo>
                <a:cubicBezTo>
                  <a:pt x="3423" y="2344"/>
                  <a:pt x="3423" y="2343"/>
                  <a:pt x="3422" y="2343"/>
                </a:cubicBezTo>
                <a:cubicBezTo>
                  <a:pt x="3417" y="2333"/>
                  <a:pt x="3409" y="2325"/>
                  <a:pt x="3400" y="2318"/>
                </a:cubicBezTo>
                <a:cubicBezTo>
                  <a:pt x="3399" y="2318"/>
                  <a:pt x="3399" y="2317"/>
                  <a:pt x="3398" y="2317"/>
                </a:cubicBezTo>
                <a:lnTo>
                  <a:pt x="3397" y="2318"/>
                </a:lnTo>
                <a:cubicBezTo>
                  <a:pt x="3396" y="2318"/>
                  <a:pt x="3396" y="2319"/>
                  <a:pt x="3396" y="2319"/>
                </a:cubicBezTo>
                <a:lnTo>
                  <a:pt x="3395" y="2320"/>
                </a:lnTo>
                <a:cubicBezTo>
                  <a:pt x="3395" y="2321"/>
                  <a:pt x="3396" y="2321"/>
                  <a:pt x="3396" y="2322"/>
                </a:cubicBezTo>
                <a:cubicBezTo>
                  <a:pt x="3403" y="2331"/>
                  <a:pt x="3408" y="2340"/>
                  <a:pt x="3414" y="2350"/>
                </a:cubicBezTo>
                <a:cubicBezTo>
                  <a:pt x="3424" y="2368"/>
                  <a:pt x="3434" y="2388"/>
                  <a:pt x="3439" y="2409"/>
                </a:cubicBezTo>
                <a:cubicBezTo>
                  <a:pt x="3442" y="2416"/>
                  <a:pt x="3443" y="2424"/>
                  <a:pt x="3445" y="2431"/>
                </a:cubicBezTo>
                <a:cubicBezTo>
                  <a:pt x="3433" y="2421"/>
                  <a:pt x="3424" y="2410"/>
                  <a:pt x="3416" y="2396"/>
                </a:cubicBezTo>
                <a:cubicBezTo>
                  <a:pt x="3414" y="2393"/>
                  <a:pt x="3412" y="2389"/>
                  <a:pt x="3410" y="2385"/>
                </a:cubicBezTo>
                <a:cubicBezTo>
                  <a:pt x="3403" y="2376"/>
                  <a:pt x="3396" y="2367"/>
                  <a:pt x="3387" y="2359"/>
                </a:cubicBezTo>
                <a:cubicBezTo>
                  <a:pt x="3379" y="2350"/>
                  <a:pt x="3374" y="2340"/>
                  <a:pt x="3366" y="2332"/>
                </a:cubicBezTo>
                <a:cubicBezTo>
                  <a:pt x="3363" y="2330"/>
                  <a:pt x="3359" y="2333"/>
                  <a:pt x="3361" y="2336"/>
                </a:cubicBezTo>
                <a:cubicBezTo>
                  <a:pt x="3376" y="2352"/>
                  <a:pt x="3389" y="2370"/>
                  <a:pt x="3400" y="2389"/>
                </a:cubicBezTo>
                <a:cubicBezTo>
                  <a:pt x="3404" y="2396"/>
                  <a:pt x="3408" y="2403"/>
                  <a:pt x="3411" y="2410"/>
                </a:cubicBezTo>
                <a:cubicBezTo>
                  <a:pt x="3412" y="2412"/>
                  <a:pt x="3413" y="2414"/>
                  <a:pt x="3415" y="2416"/>
                </a:cubicBezTo>
                <a:cubicBezTo>
                  <a:pt x="3416" y="2418"/>
                  <a:pt x="3417" y="2420"/>
                  <a:pt x="3418" y="2422"/>
                </a:cubicBezTo>
                <a:cubicBezTo>
                  <a:pt x="3410" y="2419"/>
                  <a:pt x="3402" y="2416"/>
                  <a:pt x="3394" y="2414"/>
                </a:cubicBezTo>
                <a:cubicBezTo>
                  <a:pt x="3390" y="2411"/>
                  <a:pt x="3386" y="2408"/>
                  <a:pt x="3382" y="2406"/>
                </a:cubicBezTo>
                <a:cubicBezTo>
                  <a:pt x="3378" y="2402"/>
                  <a:pt x="3374" y="2398"/>
                  <a:pt x="3371" y="2394"/>
                </a:cubicBezTo>
                <a:cubicBezTo>
                  <a:pt x="3368" y="2391"/>
                  <a:pt x="3366" y="2388"/>
                  <a:pt x="3364" y="2385"/>
                </a:cubicBezTo>
                <a:cubicBezTo>
                  <a:pt x="3361" y="2382"/>
                  <a:pt x="3356" y="2380"/>
                  <a:pt x="3353" y="2376"/>
                </a:cubicBezTo>
                <a:cubicBezTo>
                  <a:pt x="3350" y="2371"/>
                  <a:pt x="3343" y="2376"/>
                  <a:pt x="3346" y="2381"/>
                </a:cubicBezTo>
                <a:cubicBezTo>
                  <a:pt x="3346" y="2381"/>
                  <a:pt x="3346" y="2382"/>
                  <a:pt x="3347" y="2382"/>
                </a:cubicBezTo>
                <a:cubicBezTo>
                  <a:pt x="3350" y="2388"/>
                  <a:pt x="3352" y="2393"/>
                  <a:pt x="3355" y="2399"/>
                </a:cubicBezTo>
                <a:cubicBezTo>
                  <a:pt x="3355" y="2400"/>
                  <a:pt x="3356" y="2402"/>
                  <a:pt x="3357" y="2403"/>
                </a:cubicBezTo>
                <a:cubicBezTo>
                  <a:pt x="3358" y="2404"/>
                  <a:pt x="3358" y="2406"/>
                  <a:pt x="3359" y="2407"/>
                </a:cubicBezTo>
                <a:cubicBezTo>
                  <a:pt x="3348" y="2405"/>
                  <a:pt x="3337" y="2404"/>
                  <a:pt x="3326" y="2403"/>
                </a:cubicBezTo>
                <a:cubicBezTo>
                  <a:pt x="3323" y="2401"/>
                  <a:pt x="3320" y="2397"/>
                  <a:pt x="3318" y="2395"/>
                </a:cubicBezTo>
                <a:cubicBezTo>
                  <a:pt x="3315" y="2392"/>
                  <a:pt x="3311" y="2389"/>
                  <a:pt x="3308" y="2387"/>
                </a:cubicBezTo>
                <a:cubicBezTo>
                  <a:pt x="3299" y="2381"/>
                  <a:pt x="3288" y="2381"/>
                  <a:pt x="3279" y="2375"/>
                </a:cubicBezTo>
                <a:cubicBezTo>
                  <a:pt x="3274" y="2371"/>
                  <a:pt x="3269" y="2379"/>
                  <a:pt x="3274" y="2383"/>
                </a:cubicBezTo>
                <a:cubicBezTo>
                  <a:pt x="3278" y="2386"/>
                  <a:pt x="3280" y="2394"/>
                  <a:pt x="3285" y="2398"/>
                </a:cubicBezTo>
                <a:lnTo>
                  <a:pt x="3289" y="2401"/>
                </a:lnTo>
                <a:lnTo>
                  <a:pt x="3278" y="2401"/>
                </a:lnTo>
                <a:cubicBezTo>
                  <a:pt x="3276" y="2400"/>
                  <a:pt x="3274" y="2398"/>
                  <a:pt x="3272" y="2397"/>
                </a:cubicBezTo>
                <a:cubicBezTo>
                  <a:pt x="3267" y="2394"/>
                  <a:pt x="3262" y="2392"/>
                  <a:pt x="3257" y="2391"/>
                </a:cubicBezTo>
                <a:cubicBezTo>
                  <a:pt x="3240" y="2385"/>
                  <a:pt x="3227" y="2365"/>
                  <a:pt x="3208" y="2367"/>
                </a:cubicBezTo>
                <a:cubicBezTo>
                  <a:pt x="3202" y="2367"/>
                  <a:pt x="3201" y="2377"/>
                  <a:pt x="3208" y="2377"/>
                </a:cubicBezTo>
                <a:cubicBezTo>
                  <a:pt x="3210" y="2377"/>
                  <a:pt x="3218" y="2388"/>
                  <a:pt x="3220" y="2390"/>
                </a:cubicBezTo>
                <a:cubicBezTo>
                  <a:pt x="3222" y="2391"/>
                  <a:pt x="3229" y="2400"/>
                  <a:pt x="3235" y="2404"/>
                </a:cubicBezTo>
                <a:lnTo>
                  <a:pt x="3224" y="2406"/>
                </a:lnTo>
                <a:lnTo>
                  <a:pt x="3223" y="2406"/>
                </a:lnTo>
                <a:cubicBezTo>
                  <a:pt x="3209" y="2403"/>
                  <a:pt x="3195" y="2397"/>
                  <a:pt x="3182" y="2390"/>
                </a:cubicBezTo>
                <a:cubicBezTo>
                  <a:pt x="3171" y="2384"/>
                  <a:pt x="3161" y="2376"/>
                  <a:pt x="3152" y="2366"/>
                </a:cubicBezTo>
                <a:lnTo>
                  <a:pt x="3151" y="2365"/>
                </a:lnTo>
                <a:cubicBezTo>
                  <a:pt x="3150" y="2364"/>
                  <a:pt x="3149" y="2365"/>
                  <a:pt x="3149" y="2365"/>
                </a:cubicBezTo>
                <a:cubicBezTo>
                  <a:pt x="3148" y="2365"/>
                  <a:pt x="3147" y="2365"/>
                  <a:pt x="3147" y="2365"/>
                </a:cubicBezTo>
                <a:cubicBezTo>
                  <a:pt x="3146" y="2366"/>
                  <a:pt x="3145" y="2366"/>
                  <a:pt x="3145" y="2367"/>
                </a:cubicBezTo>
                <a:cubicBezTo>
                  <a:pt x="3145" y="2368"/>
                  <a:pt x="3145" y="2368"/>
                  <a:pt x="3145" y="2369"/>
                </a:cubicBezTo>
                <a:cubicBezTo>
                  <a:pt x="3145" y="2370"/>
                  <a:pt x="3145" y="2370"/>
                  <a:pt x="3145" y="2371"/>
                </a:cubicBezTo>
                <a:lnTo>
                  <a:pt x="3145" y="2372"/>
                </a:lnTo>
                <a:cubicBezTo>
                  <a:pt x="3156" y="2385"/>
                  <a:pt x="3159" y="2400"/>
                  <a:pt x="3173" y="2411"/>
                </a:cubicBezTo>
                <a:lnTo>
                  <a:pt x="3178" y="2414"/>
                </a:lnTo>
                <a:lnTo>
                  <a:pt x="3169" y="2416"/>
                </a:lnTo>
                <a:cubicBezTo>
                  <a:pt x="3166" y="2416"/>
                  <a:pt x="3163" y="2418"/>
                  <a:pt x="3159" y="2419"/>
                </a:cubicBezTo>
                <a:cubicBezTo>
                  <a:pt x="3154" y="2417"/>
                  <a:pt x="3148" y="2416"/>
                  <a:pt x="3143" y="2414"/>
                </a:cubicBezTo>
                <a:cubicBezTo>
                  <a:pt x="3129" y="2410"/>
                  <a:pt x="3116" y="2404"/>
                  <a:pt x="3103" y="2397"/>
                </a:cubicBezTo>
                <a:cubicBezTo>
                  <a:pt x="3093" y="2390"/>
                  <a:pt x="3083" y="2381"/>
                  <a:pt x="3074" y="2372"/>
                </a:cubicBezTo>
                <a:cubicBezTo>
                  <a:pt x="3071" y="2369"/>
                  <a:pt x="3066" y="2375"/>
                  <a:pt x="3069" y="2378"/>
                </a:cubicBezTo>
                <a:cubicBezTo>
                  <a:pt x="3080" y="2389"/>
                  <a:pt x="3086" y="2406"/>
                  <a:pt x="3099" y="2415"/>
                </a:cubicBezTo>
                <a:cubicBezTo>
                  <a:pt x="3100" y="2415"/>
                  <a:pt x="3100" y="2415"/>
                  <a:pt x="3101" y="2416"/>
                </a:cubicBezTo>
                <a:cubicBezTo>
                  <a:pt x="3112" y="2422"/>
                  <a:pt x="3123" y="2427"/>
                  <a:pt x="3134" y="2431"/>
                </a:cubicBezTo>
                <a:cubicBezTo>
                  <a:pt x="3128" y="2434"/>
                  <a:pt x="3122" y="2439"/>
                  <a:pt x="3116" y="2443"/>
                </a:cubicBezTo>
                <a:cubicBezTo>
                  <a:pt x="3103" y="2439"/>
                  <a:pt x="3091" y="2434"/>
                  <a:pt x="3078" y="2428"/>
                </a:cubicBezTo>
                <a:cubicBezTo>
                  <a:pt x="3076" y="2427"/>
                  <a:pt x="3074" y="2426"/>
                  <a:pt x="3072" y="2425"/>
                </a:cubicBezTo>
                <a:cubicBezTo>
                  <a:pt x="3060" y="2417"/>
                  <a:pt x="3047" y="2409"/>
                  <a:pt x="3036" y="2400"/>
                </a:cubicBezTo>
                <a:cubicBezTo>
                  <a:pt x="3032" y="2397"/>
                  <a:pt x="3027" y="2402"/>
                  <a:pt x="3030" y="2406"/>
                </a:cubicBezTo>
                <a:cubicBezTo>
                  <a:pt x="3037" y="2413"/>
                  <a:pt x="3041" y="2422"/>
                  <a:pt x="3048" y="2429"/>
                </a:cubicBezTo>
                <a:cubicBezTo>
                  <a:pt x="3053" y="2433"/>
                  <a:pt x="3058" y="2437"/>
                  <a:pt x="3064" y="2441"/>
                </a:cubicBezTo>
                <a:cubicBezTo>
                  <a:pt x="3066" y="2442"/>
                  <a:pt x="3069" y="2443"/>
                  <a:pt x="3071" y="2444"/>
                </a:cubicBezTo>
                <a:lnTo>
                  <a:pt x="3071" y="2445"/>
                </a:lnTo>
                <a:cubicBezTo>
                  <a:pt x="3080" y="2449"/>
                  <a:pt x="3089" y="2453"/>
                  <a:pt x="3098" y="2454"/>
                </a:cubicBezTo>
                <a:lnTo>
                  <a:pt x="3102" y="2454"/>
                </a:lnTo>
                <a:lnTo>
                  <a:pt x="3094" y="2461"/>
                </a:lnTo>
                <a:lnTo>
                  <a:pt x="3093" y="2461"/>
                </a:lnTo>
                <a:cubicBezTo>
                  <a:pt x="3076" y="2461"/>
                  <a:pt x="3059" y="2458"/>
                  <a:pt x="3043" y="2452"/>
                </a:cubicBezTo>
                <a:cubicBezTo>
                  <a:pt x="3023" y="2440"/>
                  <a:pt x="3005" y="2425"/>
                  <a:pt x="2991" y="2406"/>
                </a:cubicBezTo>
                <a:cubicBezTo>
                  <a:pt x="2989" y="2404"/>
                  <a:pt x="2983" y="2408"/>
                  <a:pt x="2986" y="2411"/>
                </a:cubicBezTo>
                <a:cubicBezTo>
                  <a:pt x="3003" y="2431"/>
                  <a:pt x="3021" y="2449"/>
                  <a:pt x="3039" y="2467"/>
                </a:cubicBezTo>
                <a:cubicBezTo>
                  <a:pt x="3041" y="2470"/>
                  <a:pt x="3044" y="2472"/>
                  <a:pt x="3048" y="2474"/>
                </a:cubicBezTo>
                <a:cubicBezTo>
                  <a:pt x="3055" y="2478"/>
                  <a:pt x="3064" y="2481"/>
                  <a:pt x="3073" y="2481"/>
                </a:cubicBezTo>
                <a:cubicBezTo>
                  <a:pt x="3068" y="2487"/>
                  <a:pt x="3063" y="2493"/>
                  <a:pt x="3058" y="2499"/>
                </a:cubicBezTo>
                <a:cubicBezTo>
                  <a:pt x="3049" y="2497"/>
                  <a:pt x="3040" y="2495"/>
                  <a:pt x="3031" y="2491"/>
                </a:cubicBezTo>
                <a:cubicBezTo>
                  <a:pt x="3030" y="2490"/>
                  <a:pt x="3029" y="2489"/>
                  <a:pt x="3028" y="2489"/>
                </a:cubicBezTo>
                <a:cubicBezTo>
                  <a:pt x="3015" y="2481"/>
                  <a:pt x="3004" y="2473"/>
                  <a:pt x="2992" y="2464"/>
                </a:cubicBezTo>
                <a:cubicBezTo>
                  <a:pt x="2983" y="2458"/>
                  <a:pt x="2972" y="2455"/>
                  <a:pt x="2967" y="2445"/>
                </a:cubicBezTo>
                <a:cubicBezTo>
                  <a:pt x="2965" y="2441"/>
                  <a:pt x="2959" y="2445"/>
                  <a:pt x="2961" y="2449"/>
                </a:cubicBezTo>
                <a:cubicBezTo>
                  <a:pt x="2966" y="2456"/>
                  <a:pt x="2971" y="2461"/>
                  <a:pt x="2978" y="2465"/>
                </a:cubicBezTo>
                <a:cubicBezTo>
                  <a:pt x="2979" y="2466"/>
                  <a:pt x="2979" y="2466"/>
                  <a:pt x="2980" y="2466"/>
                </a:cubicBezTo>
                <a:cubicBezTo>
                  <a:pt x="2990" y="2473"/>
                  <a:pt x="3000" y="2481"/>
                  <a:pt x="3008" y="2490"/>
                </a:cubicBezTo>
                <a:cubicBezTo>
                  <a:pt x="3013" y="2495"/>
                  <a:pt x="3019" y="2500"/>
                  <a:pt x="3026" y="2504"/>
                </a:cubicBezTo>
                <a:cubicBezTo>
                  <a:pt x="3033" y="2508"/>
                  <a:pt x="3040" y="2510"/>
                  <a:pt x="3048" y="2512"/>
                </a:cubicBezTo>
                <a:lnTo>
                  <a:pt x="3040" y="2524"/>
                </a:lnTo>
                <a:cubicBezTo>
                  <a:pt x="3020" y="2518"/>
                  <a:pt x="3001" y="2512"/>
                  <a:pt x="2983" y="2504"/>
                </a:cubicBezTo>
                <a:cubicBezTo>
                  <a:pt x="2981" y="2503"/>
                  <a:pt x="2980" y="2502"/>
                  <a:pt x="2978" y="2502"/>
                </a:cubicBezTo>
                <a:cubicBezTo>
                  <a:pt x="2947" y="2483"/>
                  <a:pt x="2918" y="2461"/>
                  <a:pt x="2892" y="2435"/>
                </a:cubicBezTo>
                <a:cubicBezTo>
                  <a:pt x="2888" y="2431"/>
                  <a:pt x="2882" y="2436"/>
                  <a:pt x="2886" y="2440"/>
                </a:cubicBezTo>
                <a:cubicBezTo>
                  <a:pt x="2896" y="2456"/>
                  <a:pt x="2907" y="2470"/>
                  <a:pt x="2921" y="2483"/>
                </a:cubicBezTo>
                <a:cubicBezTo>
                  <a:pt x="2936" y="2498"/>
                  <a:pt x="2954" y="2510"/>
                  <a:pt x="2972" y="2521"/>
                </a:cubicBezTo>
                <a:cubicBezTo>
                  <a:pt x="2980" y="2525"/>
                  <a:pt x="2985" y="2532"/>
                  <a:pt x="2993" y="2533"/>
                </a:cubicBezTo>
                <a:cubicBezTo>
                  <a:pt x="3003" y="2535"/>
                  <a:pt x="3013" y="2537"/>
                  <a:pt x="3023" y="2540"/>
                </a:cubicBezTo>
                <a:cubicBezTo>
                  <a:pt x="3019" y="2539"/>
                  <a:pt x="3023" y="2540"/>
                  <a:pt x="3028" y="2541"/>
                </a:cubicBezTo>
                <a:lnTo>
                  <a:pt x="3023" y="2549"/>
                </a:lnTo>
                <a:cubicBezTo>
                  <a:pt x="3023" y="2549"/>
                  <a:pt x="3021" y="2556"/>
                  <a:pt x="3018" y="2567"/>
                </a:cubicBezTo>
                <a:cubicBezTo>
                  <a:pt x="3017" y="2566"/>
                  <a:pt x="3016" y="2565"/>
                  <a:pt x="3016" y="2565"/>
                </a:cubicBezTo>
                <a:cubicBezTo>
                  <a:pt x="3014" y="2564"/>
                  <a:pt x="3012" y="2563"/>
                  <a:pt x="3010" y="2563"/>
                </a:cubicBezTo>
                <a:cubicBezTo>
                  <a:pt x="2998" y="2562"/>
                  <a:pt x="2986" y="2559"/>
                  <a:pt x="2976" y="2554"/>
                </a:cubicBezTo>
                <a:cubicBezTo>
                  <a:pt x="2965" y="2548"/>
                  <a:pt x="2955" y="2542"/>
                  <a:pt x="2944" y="2537"/>
                </a:cubicBezTo>
                <a:cubicBezTo>
                  <a:pt x="2927" y="2528"/>
                  <a:pt x="2908" y="2524"/>
                  <a:pt x="2890" y="2517"/>
                </a:cubicBezTo>
                <a:cubicBezTo>
                  <a:pt x="2886" y="2515"/>
                  <a:pt x="2883" y="2521"/>
                  <a:pt x="2886" y="2524"/>
                </a:cubicBezTo>
                <a:cubicBezTo>
                  <a:pt x="2906" y="2539"/>
                  <a:pt x="2927" y="2553"/>
                  <a:pt x="2949" y="2566"/>
                </a:cubicBezTo>
                <a:cubicBezTo>
                  <a:pt x="2958" y="2573"/>
                  <a:pt x="2968" y="2579"/>
                  <a:pt x="2978" y="2585"/>
                </a:cubicBezTo>
                <a:lnTo>
                  <a:pt x="2979" y="2585"/>
                </a:lnTo>
                <a:cubicBezTo>
                  <a:pt x="2985" y="2588"/>
                  <a:pt x="2993" y="2589"/>
                  <a:pt x="3000" y="2589"/>
                </a:cubicBezTo>
                <a:cubicBezTo>
                  <a:pt x="3001" y="2589"/>
                  <a:pt x="3001" y="2589"/>
                  <a:pt x="3002" y="2589"/>
                </a:cubicBezTo>
                <a:cubicBezTo>
                  <a:pt x="3003" y="2590"/>
                  <a:pt x="3003" y="2590"/>
                  <a:pt x="3003" y="2590"/>
                </a:cubicBezTo>
                <a:cubicBezTo>
                  <a:pt x="3005" y="2591"/>
                  <a:pt x="3007" y="2592"/>
                  <a:pt x="3009" y="2592"/>
                </a:cubicBezTo>
                <a:cubicBezTo>
                  <a:pt x="3009" y="2592"/>
                  <a:pt x="3010" y="2591"/>
                  <a:pt x="3011" y="2591"/>
                </a:cubicBezTo>
                <a:cubicBezTo>
                  <a:pt x="3009" y="2598"/>
                  <a:pt x="3007" y="2605"/>
                  <a:pt x="3006" y="2611"/>
                </a:cubicBezTo>
                <a:cubicBezTo>
                  <a:pt x="2983" y="2602"/>
                  <a:pt x="2959" y="2594"/>
                  <a:pt x="2934" y="2589"/>
                </a:cubicBezTo>
                <a:cubicBezTo>
                  <a:pt x="2919" y="2583"/>
                  <a:pt x="2905" y="2577"/>
                  <a:pt x="2891" y="2569"/>
                </a:cubicBezTo>
                <a:cubicBezTo>
                  <a:pt x="2888" y="2568"/>
                  <a:pt x="2886" y="2567"/>
                  <a:pt x="2884" y="2566"/>
                </a:cubicBezTo>
                <a:cubicBezTo>
                  <a:pt x="2868" y="2557"/>
                  <a:pt x="2854" y="2544"/>
                  <a:pt x="2844" y="2530"/>
                </a:cubicBezTo>
                <a:cubicBezTo>
                  <a:pt x="2824" y="2505"/>
                  <a:pt x="2798" y="2492"/>
                  <a:pt x="2791" y="2458"/>
                </a:cubicBezTo>
                <a:cubicBezTo>
                  <a:pt x="2791" y="2457"/>
                  <a:pt x="2791" y="2457"/>
                  <a:pt x="2791" y="2457"/>
                </a:cubicBezTo>
                <a:cubicBezTo>
                  <a:pt x="2790" y="2456"/>
                  <a:pt x="2790" y="2456"/>
                  <a:pt x="2790" y="2456"/>
                </a:cubicBezTo>
                <a:cubicBezTo>
                  <a:pt x="2789" y="2456"/>
                  <a:pt x="2789" y="2455"/>
                  <a:pt x="2789" y="2455"/>
                </a:cubicBezTo>
                <a:cubicBezTo>
                  <a:pt x="2788" y="2455"/>
                  <a:pt x="2788" y="2456"/>
                  <a:pt x="2787" y="2456"/>
                </a:cubicBezTo>
                <a:cubicBezTo>
                  <a:pt x="2787" y="2456"/>
                  <a:pt x="2788" y="2456"/>
                  <a:pt x="2787" y="2457"/>
                </a:cubicBezTo>
                <a:cubicBezTo>
                  <a:pt x="2786" y="2458"/>
                  <a:pt x="2786" y="2457"/>
                  <a:pt x="2786" y="2458"/>
                </a:cubicBezTo>
                <a:cubicBezTo>
                  <a:pt x="2788" y="2502"/>
                  <a:pt x="2824" y="2542"/>
                  <a:pt x="2854" y="2572"/>
                </a:cubicBezTo>
                <a:lnTo>
                  <a:pt x="2860" y="2577"/>
                </a:lnTo>
                <a:lnTo>
                  <a:pt x="2858" y="2577"/>
                </a:lnTo>
                <a:cubicBezTo>
                  <a:pt x="2855" y="2575"/>
                  <a:pt x="2852" y="2573"/>
                  <a:pt x="2849" y="2572"/>
                </a:cubicBezTo>
                <a:cubicBezTo>
                  <a:pt x="2847" y="2571"/>
                  <a:pt x="2845" y="2570"/>
                  <a:pt x="2843" y="2569"/>
                </a:cubicBezTo>
                <a:cubicBezTo>
                  <a:pt x="2832" y="2563"/>
                  <a:pt x="2821" y="2556"/>
                  <a:pt x="2809" y="2550"/>
                </a:cubicBezTo>
                <a:cubicBezTo>
                  <a:pt x="2804" y="2547"/>
                  <a:pt x="2799" y="2543"/>
                  <a:pt x="2794" y="2539"/>
                </a:cubicBezTo>
                <a:cubicBezTo>
                  <a:pt x="2789" y="2535"/>
                  <a:pt x="2776" y="2536"/>
                  <a:pt x="2775" y="2526"/>
                </a:cubicBezTo>
                <a:lnTo>
                  <a:pt x="2774" y="2525"/>
                </a:lnTo>
                <a:cubicBezTo>
                  <a:pt x="2773" y="2524"/>
                  <a:pt x="2773" y="2523"/>
                  <a:pt x="2773" y="2523"/>
                </a:cubicBezTo>
                <a:cubicBezTo>
                  <a:pt x="2772" y="2523"/>
                  <a:pt x="2772" y="2523"/>
                  <a:pt x="2771" y="2523"/>
                </a:cubicBezTo>
                <a:cubicBezTo>
                  <a:pt x="2770" y="2523"/>
                  <a:pt x="2770" y="2523"/>
                  <a:pt x="2769" y="2523"/>
                </a:cubicBezTo>
                <a:cubicBezTo>
                  <a:pt x="2769" y="2523"/>
                  <a:pt x="2769" y="2524"/>
                  <a:pt x="2768" y="2525"/>
                </a:cubicBezTo>
                <a:cubicBezTo>
                  <a:pt x="2767" y="2526"/>
                  <a:pt x="2767" y="2526"/>
                  <a:pt x="2767" y="2526"/>
                </a:cubicBezTo>
                <a:cubicBezTo>
                  <a:pt x="2767" y="2527"/>
                  <a:pt x="2767" y="2528"/>
                  <a:pt x="2767" y="2529"/>
                </a:cubicBezTo>
                <a:cubicBezTo>
                  <a:pt x="2767" y="2538"/>
                  <a:pt x="2769" y="2545"/>
                  <a:pt x="2774" y="2553"/>
                </a:cubicBezTo>
                <a:cubicBezTo>
                  <a:pt x="2777" y="2557"/>
                  <a:pt x="2780" y="2562"/>
                  <a:pt x="2784" y="2566"/>
                </a:cubicBezTo>
                <a:cubicBezTo>
                  <a:pt x="2789" y="2570"/>
                  <a:pt x="2794" y="2575"/>
                  <a:pt x="2799" y="2578"/>
                </a:cubicBezTo>
                <a:cubicBezTo>
                  <a:pt x="2781" y="2579"/>
                  <a:pt x="2763" y="2582"/>
                  <a:pt x="2745" y="2586"/>
                </a:cubicBezTo>
                <a:cubicBezTo>
                  <a:pt x="2738" y="2566"/>
                  <a:pt x="2729" y="2547"/>
                  <a:pt x="2719" y="2529"/>
                </a:cubicBezTo>
                <a:cubicBezTo>
                  <a:pt x="2719" y="2529"/>
                  <a:pt x="2719" y="2528"/>
                  <a:pt x="2718" y="2528"/>
                </a:cubicBezTo>
                <a:cubicBezTo>
                  <a:pt x="2711" y="2515"/>
                  <a:pt x="2707" y="2500"/>
                  <a:pt x="2706" y="2485"/>
                </a:cubicBezTo>
                <a:cubicBezTo>
                  <a:pt x="2707" y="2483"/>
                  <a:pt x="2707" y="2481"/>
                  <a:pt x="2707" y="2479"/>
                </a:cubicBezTo>
                <a:cubicBezTo>
                  <a:pt x="2707" y="2477"/>
                  <a:pt x="2707" y="2475"/>
                  <a:pt x="2706" y="2473"/>
                </a:cubicBezTo>
                <a:cubicBezTo>
                  <a:pt x="2706" y="2464"/>
                  <a:pt x="2707" y="2454"/>
                  <a:pt x="2709" y="2445"/>
                </a:cubicBezTo>
                <a:cubicBezTo>
                  <a:pt x="2710" y="2444"/>
                  <a:pt x="2711" y="2442"/>
                  <a:pt x="2712" y="2441"/>
                </a:cubicBezTo>
                <a:cubicBezTo>
                  <a:pt x="2720" y="2430"/>
                  <a:pt x="2727" y="2418"/>
                  <a:pt x="2734" y="2407"/>
                </a:cubicBezTo>
                <a:cubicBezTo>
                  <a:pt x="2746" y="2385"/>
                  <a:pt x="2757" y="2362"/>
                  <a:pt x="2766" y="2339"/>
                </a:cubicBezTo>
                <a:moveTo>
                  <a:pt x="2800" y="2238"/>
                </a:moveTo>
                <a:cubicBezTo>
                  <a:pt x="2800" y="2242"/>
                  <a:pt x="2800" y="2246"/>
                  <a:pt x="2801" y="2250"/>
                </a:cubicBezTo>
                <a:cubicBezTo>
                  <a:pt x="2801" y="2251"/>
                  <a:pt x="2802" y="2253"/>
                  <a:pt x="2802" y="2254"/>
                </a:cubicBezTo>
                <a:cubicBezTo>
                  <a:pt x="2803" y="2256"/>
                  <a:pt x="2804" y="2257"/>
                  <a:pt x="2806" y="2258"/>
                </a:cubicBezTo>
                <a:cubicBezTo>
                  <a:pt x="2798" y="2267"/>
                  <a:pt x="2791" y="2277"/>
                  <a:pt x="2785" y="2287"/>
                </a:cubicBezTo>
                <a:cubicBezTo>
                  <a:pt x="2790" y="2271"/>
                  <a:pt x="2795" y="2255"/>
                  <a:pt x="2800" y="2238"/>
                </a:cubicBezTo>
                <a:moveTo>
                  <a:pt x="3627" y="2659"/>
                </a:moveTo>
                <a:cubicBezTo>
                  <a:pt x="3655" y="2711"/>
                  <a:pt x="3649" y="2768"/>
                  <a:pt x="3656" y="2824"/>
                </a:cubicBezTo>
                <a:cubicBezTo>
                  <a:pt x="3639" y="2825"/>
                  <a:pt x="3623" y="2827"/>
                  <a:pt x="3607" y="2830"/>
                </a:cubicBezTo>
                <a:cubicBezTo>
                  <a:pt x="3579" y="2836"/>
                  <a:pt x="3552" y="2846"/>
                  <a:pt x="3527" y="2859"/>
                </a:cubicBezTo>
                <a:cubicBezTo>
                  <a:pt x="3527" y="2857"/>
                  <a:pt x="3528" y="2855"/>
                  <a:pt x="3529" y="2854"/>
                </a:cubicBezTo>
                <a:cubicBezTo>
                  <a:pt x="3529" y="2853"/>
                  <a:pt x="3530" y="2852"/>
                  <a:pt x="3530" y="2852"/>
                </a:cubicBezTo>
                <a:cubicBezTo>
                  <a:pt x="3535" y="2847"/>
                  <a:pt x="3527" y="2840"/>
                  <a:pt x="3522" y="2845"/>
                </a:cubicBezTo>
                <a:cubicBezTo>
                  <a:pt x="3518" y="2849"/>
                  <a:pt x="3514" y="2854"/>
                  <a:pt x="3511" y="2859"/>
                </a:cubicBezTo>
                <a:cubicBezTo>
                  <a:pt x="3508" y="2863"/>
                  <a:pt x="3505" y="2865"/>
                  <a:pt x="3502" y="2868"/>
                </a:cubicBezTo>
                <a:cubicBezTo>
                  <a:pt x="3498" y="2872"/>
                  <a:pt x="3494" y="2876"/>
                  <a:pt x="3491" y="2880"/>
                </a:cubicBezTo>
                <a:cubicBezTo>
                  <a:pt x="3491" y="2881"/>
                  <a:pt x="3491" y="2881"/>
                  <a:pt x="3491" y="2881"/>
                </a:cubicBezTo>
                <a:lnTo>
                  <a:pt x="3491" y="2882"/>
                </a:lnTo>
                <a:cubicBezTo>
                  <a:pt x="3466" y="2901"/>
                  <a:pt x="3444" y="2923"/>
                  <a:pt x="3425" y="2948"/>
                </a:cubicBezTo>
                <a:cubicBezTo>
                  <a:pt x="3415" y="2961"/>
                  <a:pt x="3407" y="2974"/>
                  <a:pt x="3399" y="2987"/>
                </a:cubicBezTo>
                <a:cubicBezTo>
                  <a:pt x="3393" y="2998"/>
                  <a:pt x="3387" y="3009"/>
                  <a:pt x="3382" y="3020"/>
                </a:cubicBezTo>
                <a:cubicBezTo>
                  <a:pt x="3381" y="3013"/>
                  <a:pt x="3380" y="3006"/>
                  <a:pt x="3378" y="2999"/>
                </a:cubicBezTo>
                <a:cubicBezTo>
                  <a:pt x="3380" y="2998"/>
                  <a:pt x="3381" y="2998"/>
                  <a:pt x="3382" y="2997"/>
                </a:cubicBezTo>
                <a:cubicBezTo>
                  <a:pt x="3384" y="2996"/>
                  <a:pt x="3385" y="2995"/>
                  <a:pt x="3387" y="2993"/>
                </a:cubicBezTo>
                <a:cubicBezTo>
                  <a:pt x="3401" y="2974"/>
                  <a:pt x="3412" y="2952"/>
                  <a:pt x="3426" y="2932"/>
                </a:cubicBezTo>
                <a:cubicBezTo>
                  <a:pt x="3436" y="2917"/>
                  <a:pt x="3447" y="2904"/>
                  <a:pt x="3459" y="2891"/>
                </a:cubicBezTo>
                <a:cubicBezTo>
                  <a:pt x="3470" y="2879"/>
                  <a:pt x="3477" y="2863"/>
                  <a:pt x="3487" y="2850"/>
                </a:cubicBezTo>
                <a:cubicBezTo>
                  <a:pt x="3490" y="2847"/>
                  <a:pt x="3486" y="2843"/>
                  <a:pt x="3483" y="2846"/>
                </a:cubicBezTo>
                <a:cubicBezTo>
                  <a:pt x="3461" y="2869"/>
                  <a:pt x="3445" y="2895"/>
                  <a:pt x="3422" y="2916"/>
                </a:cubicBezTo>
                <a:cubicBezTo>
                  <a:pt x="3403" y="2931"/>
                  <a:pt x="3386" y="2947"/>
                  <a:pt x="3370" y="2964"/>
                </a:cubicBezTo>
                <a:cubicBezTo>
                  <a:pt x="3370" y="2961"/>
                  <a:pt x="3368" y="2957"/>
                  <a:pt x="3367" y="2953"/>
                </a:cubicBezTo>
                <a:cubicBezTo>
                  <a:pt x="3368" y="2953"/>
                  <a:pt x="3369" y="2953"/>
                  <a:pt x="3369" y="2953"/>
                </a:cubicBezTo>
                <a:cubicBezTo>
                  <a:pt x="3371" y="2951"/>
                  <a:pt x="3372" y="2948"/>
                  <a:pt x="3374" y="2947"/>
                </a:cubicBezTo>
                <a:cubicBezTo>
                  <a:pt x="3374" y="2946"/>
                  <a:pt x="3375" y="2946"/>
                  <a:pt x="3375" y="2946"/>
                </a:cubicBezTo>
                <a:cubicBezTo>
                  <a:pt x="3377" y="2943"/>
                  <a:pt x="3381" y="2941"/>
                  <a:pt x="3384" y="2939"/>
                </a:cubicBezTo>
                <a:cubicBezTo>
                  <a:pt x="3386" y="2936"/>
                  <a:pt x="3388" y="2933"/>
                  <a:pt x="3390" y="2930"/>
                </a:cubicBezTo>
                <a:cubicBezTo>
                  <a:pt x="3399" y="2916"/>
                  <a:pt x="3410" y="2904"/>
                  <a:pt x="3423" y="2893"/>
                </a:cubicBezTo>
                <a:cubicBezTo>
                  <a:pt x="3427" y="2890"/>
                  <a:pt x="3422" y="2882"/>
                  <a:pt x="3417" y="2885"/>
                </a:cubicBezTo>
                <a:cubicBezTo>
                  <a:pt x="3406" y="2893"/>
                  <a:pt x="3397" y="2905"/>
                  <a:pt x="3387" y="2912"/>
                </a:cubicBezTo>
                <a:cubicBezTo>
                  <a:pt x="3381" y="2917"/>
                  <a:pt x="3376" y="2921"/>
                  <a:pt x="3370" y="2924"/>
                </a:cubicBezTo>
                <a:cubicBezTo>
                  <a:pt x="3367" y="2926"/>
                  <a:pt x="3364" y="2927"/>
                  <a:pt x="3361" y="2929"/>
                </a:cubicBezTo>
                <a:lnTo>
                  <a:pt x="3360" y="2930"/>
                </a:lnTo>
                <a:cubicBezTo>
                  <a:pt x="3358" y="2925"/>
                  <a:pt x="3356" y="2920"/>
                  <a:pt x="3354" y="2914"/>
                </a:cubicBezTo>
                <a:lnTo>
                  <a:pt x="3355" y="2914"/>
                </a:lnTo>
                <a:cubicBezTo>
                  <a:pt x="3356" y="2914"/>
                  <a:pt x="3357" y="2914"/>
                  <a:pt x="3357" y="2914"/>
                </a:cubicBezTo>
                <a:cubicBezTo>
                  <a:pt x="3370" y="2910"/>
                  <a:pt x="3376" y="2892"/>
                  <a:pt x="3383" y="2881"/>
                </a:cubicBezTo>
                <a:cubicBezTo>
                  <a:pt x="3389" y="2869"/>
                  <a:pt x="3397" y="2853"/>
                  <a:pt x="3405" y="2839"/>
                </a:cubicBezTo>
                <a:lnTo>
                  <a:pt x="3405" y="2838"/>
                </a:lnTo>
                <a:lnTo>
                  <a:pt x="3405" y="2837"/>
                </a:lnTo>
                <a:cubicBezTo>
                  <a:pt x="3404" y="2836"/>
                  <a:pt x="3403" y="2837"/>
                  <a:pt x="3403" y="2836"/>
                </a:cubicBezTo>
                <a:cubicBezTo>
                  <a:pt x="3402" y="2835"/>
                  <a:pt x="3402" y="2835"/>
                  <a:pt x="3402" y="2835"/>
                </a:cubicBezTo>
                <a:cubicBezTo>
                  <a:pt x="3401" y="2835"/>
                  <a:pt x="3401" y="2835"/>
                  <a:pt x="3400" y="2836"/>
                </a:cubicBezTo>
                <a:cubicBezTo>
                  <a:pt x="3393" y="2847"/>
                  <a:pt x="3386" y="2856"/>
                  <a:pt x="3378" y="2865"/>
                </a:cubicBezTo>
                <a:cubicBezTo>
                  <a:pt x="3366" y="2874"/>
                  <a:pt x="3355" y="2886"/>
                  <a:pt x="3347" y="2898"/>
                </a:cubicBezTo>
                <a:cubicBezTo>
                  <a:pt x="3342" y="2888"/>
                  <a:pt x="3337" y="2878"/>
                  <a:pt x="3332" y="2868"/>
                </a:cubicBezTo>
                <a:cubicBezTo>
                  <a:pt x="3331" y="2868"/>
                  <a:pt x="3331" y="2867"/>
                  <a:pt x="3331" y="2867"/>
                </a:cubicBezTo>
                <a:cubicBezTo>
                  <a:pt x="3339" y="2857"/>
                  <a:pt x="3346" y="2847"/>
                  <a:pt x="3353" y="2838"/>
                </a:cubicBezTo>
                <a:cubicBezTo>
                  <a:pt x="3360" y="2826"/>
                  <a:pt x="3369" y="2814"/>
                  <a:pt x="3378" y="2803"/>
                </a:cubicBezTo>
                <a:cubicBezTo>
                  <a:pt x="3386" y="2795"/>
                  <a:pt x="3388" y="2782"/>
                  <a:pt x="3398" y="2775"/>
                </a:cubicBezTo>
                <a:lnTo>
                  <a:pt x="3399" y="2774"/>
                </a:lnTo>
                <a:cubicBezTo>
                  <a:pt x="3399" y="2773"/>
                  <a:pt x="3400" y="2773"/>
                  <a:pt x="3400" y="2772"/>
                </a:cubicBezTo>
                <a:cubicBezTo>
                  <a:pt x="3400" y="2772"/>
                  <a:pt x="3399" y="2771"/>
                  <a:pt x="3399" y="2770"/>
                </a:cubicBezTo>
                <a:lnTo>
                  <a:pt x="3398" y="2769"/>
                </a:lnTo>
                <a:cubicBezTo>
                  <a:pt x="3397" y="2769"/>
                  <a:pt x="3397" y="2769"/>
                  <a:pt x="3396" y="2769"/>
                </a:cubicBezTo>
                <a:cubicBezTo>
                  <a:pt x="3395" y="2769"/>
                  <a:pt x="3395" y="2769"/>
                  <a:pt x="3394" y="2769"/>
                </a:cubicBezTo>
                <a:cubicBezTo>
                  <a:pt x="3385" y="2774"/>
                  <a:pt x="3383" y="2776"/>
                  <a:pt x="3379" y="2784"/>
                </a:cubicBezTo>
                <a:cubicBezTo>
                  <a:pt x="3373" y="2799"/>
                  <a:pt x="3359" y="2807"/>
                  <a:pt x="3349" y="2818"/>
                </a:cubicBezTo>
                <a:cubicBezTo>
                  <a:pt x="3344" y="2824"/>
                  <a:pt x="3336" y="2831"/>
                  <a:pt x="3332" y="2838"/>
                </a:cubicBezTo>
                <a:cubicBezTo>
                  <a:pt x="3327" y="2845"/>
                  <a:pt x="3325" y="2847"/>
                  <a:pt x="3322" y="2852"/>
                </a:cubicBezTo>
                <a:cubicBezTo>
                  <a:pt x="3318" y="2846"/>
                  <a:pt x="3314" y="2840"/>
                  <a:pt x="3309" y="2834"/>
                </a:cubicBezTo>
                <a:cubicBezTo>
                  <a:pt x="3314" y="2827"/>
                  <a:pt x="3319" y="2819"/>
                  <a:pt x="3323" y="2812"/>
                </a:cubicBezTo>
                <a:cubicBezTo>
                  <a:pt x="3324" y="2810"/>
                  <a:pt x="3325" y="2809"/>
                  <a:pt x="3326" y="2808"/>
                </a:cubicBezTo>
                <a:cubicBezTo>
                  <a:pt x="3330" y="2801"/>
                  <a:pt x="3336" y="2794"/>
                  <a:pt x="3340" y="2787"/>
                </a:cubicBezTo>
                <a:cubicBezTo>
                  <a:pt x="3341" y="2786"/>
                  <a:pt x="3341" y="2785"/>
                  <a:pt x="3341" y="2785"/>
                </a:cubicBezTo>
                <a:cubicBezTo>
                  <a:pt x="3344" y="2780"/>
                  <a:pt x="3348" y="2775"/>
                  <a:pt x="3353" y="2772"/>
                </a:cubicBezTo>
                <a:cubicBezTo>
                  <a:pt x="3357" y="2770"/>
                  <a:pt x="3353" y="2764"/>
                  <a:pt x="3350" y="2765"/>
                </a:cubicBezTo>
                <a:cubicBezTo>
                  <a:pt x="3338" y="2770"/>
                  <a:pt x="3328" y="2785"/>
                  <a:pt x="3319" y="2794"/>
                </a:cubicBezTo>
                <a:cubicBezTo>
                  <a:pt x="3311" y="2802"/>
                  <a:pt x="3303" y="2810"/>
                  <a:pt x="3297" y="2820"/>
                </a:cubicBezTo>
                <a:lnTo>
                  <a:pt x="3290" y="2812"/>
                </a:lnTo>
                <a:cubicBezTo>
                  <a:pt x="3293" y="2808"/>
                  <a:pt x="3295" y="2804"/>
                  <a:pt x="3298" y="2799"/>
                </a:cubicBezTo>
                <a:cubicBezTo>
                  <a:pt x="3302" y="2791"/>
                  <a:pt x="3306" y="2783"/>
                  <a:pt x="3309" y="2774"/>
                </a:cubicBezTo>
                <a:cubicBezTo>
                  <a:pt x="3310" y="2774"/>
                  <a:pt x="3310" y="2774"/>
                  <a:pt x="3310" y="2774"/>
                </a:cubicBezTo>
                <a:cubicBezTo>
                  <a:pt x="3323" y="2751"/>
                  <a:pt x="3339" y="2729"/>
                  <a:pt x="3358" y="2709"/>
                </a:cubicBezTo>
                <a:cubicBezTo>
                  <a:pt x="3361" y="2706"/>
                  <a:pt x="3355" y="2700"/>
                  <a:pt x="3352" y="2703"/>
                </a:cubicBezTo>
                <a:cubicBezTo>
                  <a:pt x="3335" y="2719"/>
                  <a:pt x="3319" y="2736"/>
                  <a:pt x="3304" y="2755"/>
                </a:cubicBezTo>
                <a:cubicBezTo>
                  <a:pt x="3297" y="2763"/>
                  <a:pt x="3291" y="2772"/>
                  <a:pt x="3284" y="2781"/>
                </a:cubicBezTo>
                <a:cubicBezTo>
                  <a:pt x="3282" y="2784"/>
                  <a:pt x="3278" y="2793"/>
                  <a:pt x="3275" y="2796"/>
                </a:cubicBezTo>
                <a:cubicBezTo>
                  <a:pt x="3270" y="2791"/>
                  <a:pt x="3264" y="2785"/>
                  <a:pt x="3259" y="2780"/>
                </a:cubicBezTo>
                <a:cubicBezTo>
                  <a:pt x="3261" y="2779"/>
                  <a:pt x="3262" y="2778"/>
                  <a:pt x="3263" y="2776"/>
                </a:cubicBezTo>
                <a:cubicBezTo>
                  <a:pt x="3267" y="2769"/>
                  <a:pt x="3269" y="2760"/>
                  <a:pt x="3271" y="2752"/>
                </a:cubicBezTo>
                <a:cubicBezTo>
                  <a:pt x="3273" y="2746"/>
                  <a:pt x="3275" y="2741"/>
                  <a:pt x="3278" y="2736"/>
                </a:cubicBezTo>
                <a:cubicBezTo>
                  <a:pt x="3281" y="2730"/>
                  <a:pt x="3286" y="2724"/>
                  <a:pt x="3291" y="2719"/>
                </a:cubicBezTo>
                <a:cubicBezTo>
                  <a:pt x="3294" y="2717"/>
                  <a:pt x="3289" y="2712"/>
                  <a:pt x="3286" y="2714"/>
                </a:cubicBezTo>
                <a:cubicBezTo>
                  <a:pt x="3276" y="2722"/>
                  <a:pt x="3266" y="2730"/>
                  <a:pt x="3257" y="2739"/>
                </a:cubicBezTo>
                <a:cubicBezTo>
                  <a:pt x="3253" y="2743"/>
                  <a:pt x="3250" y="2748"/>
                  <a:pt x="3247" y="2753"/>
                </a:cubicBezTo>
                <a:cubicBezTo>
                  <a:pt x="3245" y="2757"/>
                  <a:pt x="3243" y="2761"/>
                  <a:pt x="3241" y="2765"/>
                </a:cubicBezTo>
                <a:lnTo>
                  <a:pt x="3227" y="2752"/>
                </a:lnTo>
                <a:cubicBezTo>
                  <a:pt x="3229" y="2751"/>
                  <a:pt x="3230" y="2749"/>
                  <a:pt x="3232" y="2747"/>
                </a:cubicBezTo>
                <a:cubicBezTo>
                  <a:pt x="3233" y="2745"/>
                  <a:pt x="3233" y="2743"/>
                  <a:pt x="3233" y="2740"/>
                </a:cubicBezTo>
                <a:cubicBezTo>
                  <a:pt x="3233" y="2739"/>
                  <a:pt x="3233" y="2737"/>
                  <a:pt x="3233" y="2736"/>
                </a:cubicBezTo>
                <a:cubicBezTo>
                  <a:pt x="3227" y="2716"/>
                  <a:pt x="3251" y="2699"/>
                  <a:pt x="3261" y="2686"/>
                </a:cubicBezTo>
                <a:cubicBezTo>
                  <a:pt x="3264" y="2682"/>
                  <a:pt x="3259" y="2674"/>
                  <a:pt x="3254" y="2678"/>
                </a:cubicBezTo>
                <a:cubicBezTo>
                  <a:pt x="3242" y="2687"/>
                  <a:pt x="3229" y="2693"/>
                  <a:pt x="3218" y="2702"/>
                </a:cubicBezTo>
                <a:cubicBezTo>
                  <a:pt x="3215" y="2705"/>
                  <a:pt x="3211" y="2708"/>
                  <a:pt x="3209" y="2712"/>
                </a:cubicBezTo>
                <a:cubicBezTo>
                  <a:pt x="3205" y="2717"/>
                  <a:pt x="3204" y="2725"/>
                  <a:pt x="3204" y="2731"/>
                </a:cubicBezTo>
                <a:cubicBezTo>
                  <a:pt x="3204" y="2732"/>
                  <a:pt x="3204" y="2732"/>
                  <a:pt x="3204" y="2733"/>
                </a:cubicBezTo>
                <a:lnTo>
                  <a:pt x="3191" y="2723"/>
                </a:lnTo>
                <a:cubicBezTo>
                  <a:pt x="3191" y="2721"/>
                  <a:pt x="3191" y="2720"/>
                  <a:pt x="3191" y="2719"/>
                </a:cubicBezTo>
                <a:cubicBezTo>
                  <a:pt x="3191" y="2718"/>
                  <a:pt x="3191" y="2717"/>
                  <a:pt x="3191" y="2716"/>
                </a:cubicBezTo>
                <a:cubicBezTo>
                  <a:pt x="3187" y="2700"/>
                  <a:pt x="3213" y="2670"/>
                  <a:pt x="3224" y="2657"/>
                </a:cubicBezTo>
                <a:cubicBezTo>
                  <a:pt x="3234" y="2645"/>
                  <a:pt x="3245" y="2634"/>
                  <a:pt x="3257" y="2624"/>
                </a:cubicBezTo>
                <a:cubicBezTo>
                  <a:pt x="3261" y="2621"/>
                  <a:pt x="3254" y="2614"/>
                  <a:pt x="3250" y="2618"/>
                </a:cubicBezTo>
                <a:cubicBezTo>
                  <a:pt x="3245" y="2621"/>
                  <a:pt x="3235" y="2626"/>
                  <a:pt x="3228" y="2632"/>
                </a:cubicBezTo>
                <a:cubicBezTo>
                  <a:pt x="3216" y="2641"/>
                  <a:pt x="3205" y="2652"/>
                  <a:pt x="3195" y="2663"/>
                </a:cubicBezTo>
                <a:cubicBezTo>
                  <a:pt x="3186" y="2672"/>
                  <a:pt x="3179" y="2681"/>
                  <a:pt x="3173" y="2691"/>
                </a:cubicBezTo>
                <a:cubicBezTo>
                  <a:pt x="3170" y="2696"/>
                  <a:pt x="3168" y="2700"/>
                  <a:pt x="3166" y="2705"/>
                </a:cubicBezTo>
                <a:lnTo>
                  <a:pt x="3156" y="2698"/>
                </a:lnTo>
                <a:cubicBezTo>
                  <a:pt x="3156" y="2697"/>
                  <a:pt x="3156" y="2696"/>
                  <a:pt x="3156" y="2695"/>
                </a:cubicBezTo>
                <a:cubicBezTo>
                  <a:pt x="3156" y="2694"/>
                  <a:pt x="3156" y="2693"/>
                  <a:pt x="3156" y="2692"/>
                </a:cubicBezTo>
                <a:cubicBezTo>
                  <a:pt x="3156" y="2688"/>
                  <a:pt x="3156" y="2684"/>
                  <a:pt x="3156" y="2680"/>
                </a:cubicBezTo>
                <a:cubicBezTo>
                  <a:pt x="3156" y="2676"/>
                  <a:pt x="3158" y="2673"/>
                  <a:pt x="3159" y="2669"/>
                </a:cubicBezTo>
                <a:cubicBezTo>
                  <a:pt x="3162" y="2662"/>
                  <a:pt x="3164" y="2656"/>
                  <a:pt x="3168" y="2650"/>
                </a:cubicBezTo>
                <a:cubicBezTo>
                  <a:pt x="3170" y="2646"/>
                  <a:pt x="3174" y="2641"/>
                  <a:pt x="3177" y="2637"/>
                </a:cubicBezTo>
                <a:cubicBezTo>
                  <a:pt x="3180" y="2632"/>
                  <a:pt x="3174" y="2627"/>
                  <a:pt x="3170" y="2631"/>
                </a:cubicBezTo>
                <a:cubicBezTo>
                  <a:pt x="3160" y="2639"/>
                  <a:pt x="3150" y="2648"/>
                  <a:pt x="3142" y="2658"/>
                </a:cubicBezTo>
                <a:cubicBezTo>
                  <a:pt x="3140" y="2660"/>
                  <a:pt x="3139" y="2661"/>
                  <a:pt x="3138" y="2663"/>
                </a:cubicBezTo>
                <a:cubicBezTo>
                  <a:pt x="3135" y="2669"/>
                  <a:pt x="3133" y="2674"/>
                  <a:pt x="3131" y="2680"/>
                </a:cubicBezTo>
                <a:lnTo>
                  <a:pt x="3118" y="2671"/>
                </a:lnTo>
                <a:cubicBezTo>
                  <a:pt x="3118" y="2669"/>
                  <a:pt x="3119" y="2667"/>
                  <a:pt x="3119" y="2665"/>
                </a:cubicBezTo>
                <a:cubicBezTo>
                  <a:pt x="3122" y="2656"/>
                  <a:pt x="3126" y="2648"/>
                  <a:pt x="3131" y="2640"/>
                </a:cubicBezTo>
                <a:lnTo>
                  <a:pt x="3131" y="2639"/>
                </a:lnTo>
                <a:cubicBezTo>
                  <a:pt x="3133" y="2633"/>
                  <a:pt x="3135" y="2627"/>
                  <a:pt x="3139" y="2621"/>
                </a:cubicBezTo>
                <a:cubicBezTo>
                  <a:pt x="3146" y="2609"/>
                  <a:pt x="3157" y="2598"/>
                  <a:pt x="3168" y="2590"/>
                </a:cubicBezTo>
                <a:cubicBezTo>
                  <a:pt x="3174" y="2587"/>
                  <a:pt x="3169" y="2579"/>
                  <a:pt x="3164" y="2582"/>
                </a:cubicBezTo>
                <a:cubicBezTo>
                  <a:pt x="3163" y="2582"/>
                  <a:pt x="3161" y="2583"/>
                  <a:pt x="3160" y="2584"/>
                </a:cubicBezTo>
                <a:cubicBezTo>
                  <a:pt x="3154" y="2587"/>
                  <a:pt x="3149" y="2591"/>
                  <a:pt x="3145" y="2595"/>
                </a:cubicBezTo>
                <a:cubicBezTo>
                  <a:pt x="3136" y="2600"/>
                  <a:pt x="3127" y="2607"/>
                  <a:pt x="3120" y="2614"/>
                </a:cubicBezTo>
                <a:cubicBezTo>
                  <a:pt x="3114" y="2621"/>
                  <a:pt x="3109" y="2628"/>
                  <a:pt x="3105" y="2636"/>
                </a:cubicBezTo>
                <a:cubicBezTo>
                  <a:pt x="3101" y="2642"/>
                  <a:pt x="3098" y="2649"/>
                  <a:pt x="3095" y="2656"/>
                </a:cubicBezTo>
                <a:lnTo>
                  <a:pt x="3089" y="2651"/>
                </a:lnTo>
                <a:cubicBezTo>
                  <a:pt x="3089" y="2651"/>
                  <a:pt x="3090" y="2651"/>
                  <a:pt x="3091" y="2650"/>
                </a:cubicBezTo>
                <a:cubicBezTo>
                  <a:pt x="3093" y="2649"/>
                  <a:pt x="3094" y="2648"/>
                  <a:pt x="3095" y="2646"/>
                </a:cubicBezTo>
                <a:cubicBezTo>
                  <a:pt x="3096" y="2644"/>
                  <a:pt x="3097" y="2642"/>
                  <a:pt x="3097" y="2640"/>
                </a:cubicBezTo>
                <a:cubicBezTo>
                  <a:pt x="3097" y="2639"/>
                  <a:pt x="3097" y="2639"/>
                  <a:pt x="3097" y="2638"/>
                </a:cubicBezTo>
                <a:cubicBezTo>
                  <a:pt x="3097" y="2636"/>
                  <a:pt x="3096" y="2633"/>
                  <a:pt x="3096" y="2630"/>
                </a:cubicBezTo>
                <a:cubicBezTo>
                  <a:pt x="3096" y="2621"/>
                  <a:pt x="3098" y="2611"/>
                  <a:pt x="3102" y="2603"/>
                </a:cubicBezTo>
                <a:cubicBezTo>
                  <a:pt x="3104" y="2594"/>
                  <a:pt x="3107" y="2587"/>
                  <a:pt x="3112" y="2579"/>
                </a:cubicBezTo>
                <a:cubicBezTo>
                  <a:pt x="3113" y="2578"/>
                  <a:pt x="3114" y="2576"/>
                  <a:pt x="3115" y="2574"/>
                </a:cubicBezTo>
                <a:cubicBezTo>
                  <a:pt x="3118" y="2571"/>
                  <a:pt x="3112" y="2566"/>
                  <a:pt x="3109" y="2569"/>
                </a:cubicBezTo>
                <a:cubicBezTo>
                  <a:pt x="3105" y="2572"/>
                  <a:pt x="3102" y="2575"/>
                  <a:pt x="3100" y="2579"/>
                </a:cubicBezTo>
                <a:cubicBezTo>
                  <a:pt x="3094" y="2589"/>
                  <a:pt x="3084" y="2594"/>
                  <a:pt x="3079" y="2603"/>
                </a:cubicBezTo>
                <a:cubicBezTo>
                  <a:pt x="3079" y="2604"/>
                  <a:pt x="3078" y="2605"/>
                  <a:pt x="3078" y="2605"/>
                </a:cubicBezTo>
                <a:cubicBezTo>
                  <a:pt x="3073" y="2613"/>
                  <a:pt x="3071" y="2622"/>
                  <a:pt x="3071" y="2631"/>
                </a:cubicBezTo>
                <a:cubicBezTo>
                  <a:pt x="3071" y="2634"/>
                  <a:pt x="3071" y="2638"/>
                  <a:pt x="3072" y="2641"/>
                </a:cubicBezTo>
                <a:cubicBezTo>
                  <a:pt x="3066" y="2637"/>
                  <a:pt x="3060" y="2634"/>
                  <a:pt x="3052" y="2630"/>
                </a:cubicBezTo>
                <a:cubicBezTo>
                  <a:pt x="3053" y="2630"/>
                  <a:pt x="3054" y="2630"/>
                  <a:pt x="3055" y="2629"/>
                </a:cubicBezTo>
                <a:cubicBezTo>
                  <a:pt x="3057" y="2628"/>
                  <a:pt x="3058" y="2627"/>
                  <a:pt x="3059" y="2625"/>
                </a:cubicBezTo>
                <a:cubicBezTo>
                  <a:pt x="3060" y="2623"/>
                  <a:pt x="3061" y="2621"/>
                  <a:pt x="3061" y="2619"/>
                </a:cubicBezTo>
                <a:lnTo>
                  <a:pt x="3061" y="2618"/>
                </a:lnTo>
                <a:cubicBezTo>
                  <a:pt x="3062" y="2610"/>
                  <a:pt x="3063" y="2602"/>
                  <a:pt x="3065" y="2595"/>
                </a:cubicBezTo>
                <a:cubicBezTo>
                  <a:pt x="3065" y="2588"/>
                  <a:pt x="3064" y="2575"/>
                  <a:pt x="3070" y="2571"/>
                </a:cubicBezTo>
                <a:cubicBezTo>
                  <a:pt x="3072" y="2569"/>
                  <a:pt x="3072" y="2566"/>
                  <a:pt x="3069" y="2566"/>
                </a:cubicBezTo>
                <a:cubicBezTo>
                  <a:pt x="3061" y="2567"/>
                  <a:pt x="3058" y="2575"/>
                  <a:pt x="3054" y="2581"/>
                </a:cubicBezTo>
                <a:cubicBezTo>
                  <a:pt x="3049" y="2586"/>
                  <a:pt x="3045" y="2592"/>
                  <a:pt x="3041" y="2598"/>
                </a:cubicBezTo>
                <a:cubicBezTo>
                  <a:pt x="3037" y="2604"/>
                  <a:pt x="3036" y="2611"/>
                  <a:pt x="3036" y="2618"/>
                </a:cubicBezTo>
                <a:cubicBezTo>
                  <a:pt x="3036" y="2619"/>
                  <a:pt x="3036" y="2620"/>
                  <a:pt x="3036" y="2621"/>
                </a:cubicBezTo>
                <a:cubicBezTo>
                  <a:pt x="3036" y="2622"/>
                  <a:pt x="3036" y="2622"/>
                  <a:pt x="3036" y="2622"/>
                </a:cubicBezTo>
                <a:lnTo>
                  <a:pt x="3021" y="2616"/>
                </a:lnTo>
                <a:cubicBezTo>
                  <a:pt x="3063" y="2406"/>
                  <a:pt x="3372" y="2382"/>
                  <a:pt x="3507" y="2511"/>
                </a:cubicBezTo>
                <a:cubicBezTo>
                  <a:pt x="3527" y="2531"/>
                  <a:pt x="3551" y="2540"/>
                  <a:pt x="3570" y="2562"/>
                </a:cubicBezTo>
                <a:cubicBezTo>
                  <a:pt x="3582" y="2578"/>
                  <a:pt x="3594" y="2596"/>
                  <a:pt x="3604" y="2613"/>
                </a:cubicBezTo>
                <a:cubicBezTo>
                  <a:pt x="3612" y="2628"/>
                  <a:pt x="3620" y="2644"/>
                  <a:pt x="3627" y="2659"/>
                </a:cubicBezTo>
                <a:moveTo>
                  <a:pt x="3160" y="3183"/>
                </a:moveTo>
                <a:cubicBezTo>
                  <a:pt x="3139" y="3213"/>
                  <a:pt x="3101" y="3234"/>
                  <a:pt x="3077" y="3263"/>
                </a:cubicBezTo>
                <a:cubicBezTo>
                  <a:pt x="3074" y="3267"/>
                  <a:pt x="3071" y="3272"/>
                  <a:pt x="3067" y="3278"/>
                </a:cubicBezTo>
                <a:cubicBezTo>
                  <a:pt x="3057" y="3295"/>
                  <a:pt x="3051" y="3315"/>
                  <a:pt x="3049" y="3335"/>
                </a:cubicBezTo>
                <a:cubicBezTo>
                  <a:pt x="3048" y="3336"/>
                  <a:pt x="3048" y="3336"/>
                  <a:pt x="3048" y="3337"/>
                </a:cubicBezTo>
                <a:cubicBezTo>
                  <a:pt x="3048" y="3338"/>
                  <a:pt x="3048" y="3339"/>
                  <a:pt x="3049" y="3339"/>
                </a:cubicBezTo>
                <a:cubicBezTo>
                  <a:pt x="3048" y="3334"/>
                  <a:pt x="3047" y="3329"/>
                  <a:pt x="3045" y="3325"/>
                </a:cubicBezTo>
                <a:cubicBezTo>
                  <a:pt x="3043" y="3322"/>
                  <a:pt x="3040" y="3319"/>
                  <a:pt x="3038" y="3316"/>
                </a:cubicBezTo>
                <a:cubicBezTo>
                  <a:pt x="3038" y="3315"/>
                  <a:pt x="3038" y="3314"/>
                  <a:pt x="3038" y="3314"/>
                </a:cubicBezTo>
                <a:cubicBezTo>
                  <a:pt x="3038" y="3313"/>
                  <a:pt x="3038" y="3312"/>
                  <a:pt x="3038" y="3311"/>
                </a:cubicBezTo>
                <a:cubicBezTo>
                  <a:pt x="3038" y="3295"/>
                  <a:pt x="3043" y="3278"/>
                  <a:pt x="3051" y="3264"/>
                </a:cubicBezTo>
                <a:cubicBezTo>
                  <a:pt x="3053" y="3260"/>
                  <a:pt x="3056" y="3256"/>
                  <a:pt x="3059" y="3252"/>
                </a:cubicBezTo>
                <a:cubicBezTo>
                  <a:pt x="3066" y="3240"/>
                  <a:pt x="3075" y="3228"/>
                  <a:pt x="3084" y="3217"/>
                </a:cubicBezTo>
                <a:cubicBezTo>
                  <a:pt x="3097" y="3204"/>
                  <a:pt x="3108" y="3181"/>
                  <a:pt x="3126" y="3175"/>
                </a:cubicBezTo>
                <a:cubicBezTo>
                  <a:pt x="3127" y="3175"/>
                  <a:pt x="3127" y="3175"/>
                  <a:pt x="3127" y="3175"/>
                </a:cubicBezTo>
                <a:cubicBezTo>
                  <a:pt x="3127" y="3174"/>
                  <a:pt x="3128" y="3174"/>
                  <a:pt x="3129" y="3173"/>
                </a:cubicBezTo>
                <a:cubicBezTo>
                  <a:pt x="3129" y="3172"/>
                  <a:pt x="3129" y="3171"/>
                  <a:pt x="3129" y="3170"/>
                </a:cubicBezTo>
                <a:cubicBezTo>
                  <a:pt x="3129" y="3170"/>
                  <a:pt x="3129" y="3169"/>
                  <a:pt x="3129" y="3168"/>
                </a:cubicBezTo>
                <a:cubicBezTo>
                  <a:pt x="3128" y="3167"/>
                  <a:pt x="3127" y="3166"/>
                  <a:pt x="3127" y="3166"/>
                </a:cubicBezTo>
                <a:cubicBezTo>
                  <a:pt x="3126" y="3166"/>
                  <a:pt x="3125" y="3165"/>
                  <a:pt x="3124" y="3165"/>
                </a:cubicBezTo>
                <a:lnTo>
                  <a:pt x="3123" y="3165"/>
                </a:lnTo>
                <a:cubicBezTo>
                  <a:pt x="3120" y="3167"/>
                  <a:pt x="3117" y="3168"/>
                  <a:pt x="3114" y="3170"/>
                </a:cubicBezTo>
                <a:cubicBezTo>
                  <a:pt x="3103" y="3176"/>
                  <a:pt x="3094" y="3185"/>
                  <a:pt x="3086" y="3194"/>
                </a:cubicBezTo>
                <a:cubicBezTo>
                  <a:pt x="3073" y="3207"/>
                  <a:pt x="3057" y="3218"/>
                  <a:pt x="3045" y="3232"/>
                </a:cubicBezTo>
                <a:cubicBezTo>
                  <a:pt x="3039" y="3239"/>
                  <a:pt x="3033" y="3247"/>
                  <a:pt x="3028" y="3255"/>
                </a:cubicBezTo>
                <a:cubicBezTo>
                  <a:pt x="3024" y="3262"/>
                  <a:pt x="3021" y="3269"/>
                  <a:pt x="3018" y="3276"/>
                </a:cubicBezTo>
                <a:cubicBezTo>
                  <a:pt x="3022" y="3254"/>
                  <a:pt x="3028" y="3231"/>
                  <a:pt x="3037" y="3209"/>
                </a:cubicBezTo>
                <a:cubicBezTo>
                  <a:pt x="3039" y="3204"/>
                  <a:pt x="3042" y="3198"/>
                  <a:pt x="3045" y="3193"/>
                </a:cubicBezTo>
                <a:cubicBezTo>
                  <a:pt x="3049" y="3186"/>
                  <a:pt x="3054" y="3179"/>
                  <a:pt x="3059" y="3172"/>
                </a:cubicBezTo>
                <a:cubicBezTo>
                  <a:pt x="3066" y="3162"/>
                  <a:pt x="3073" y="3153"/>
                  <a:pt x="3082" y="3146"/>
                </a:cubicBezTo>
                <a:cubicBezTo>
                  <a:pt x="3085" y="3144"/>
                  <a:pt x="3083" y="3138"/>
                  <a:pt x="3079" y="3140"/>
                </a:cubicBezTo>
                <a:cubicBezTo>
                  <a:pt x="3062" y="3147"/>
                  <a:pt x="3045" y="3170"/>
                  <a:pt x="3032" y="3183"/>
                </a:cubicBezTo>
                <a:cubicBezTo>
                  <a:pt x="3024" y="3192"/>
                  <a:pt x="3016" y="3203"/>
                  <a:pt x="3009" y="3214"/>
                </a:cubicBezTo>
                <a:cubicBezTo>
                  <a:pt x="3001" y="3228"/>
                  <a:pt x="2995" y="3244"/>
                  <a:pt x="2992" y="3261"/>
                </a:cubicBezTo>
                <a:cubicBezTo>
                  <a:pt x="2985" y="3253"/>
                  <a:pt x="2977" y="3246"/>
                  <a:pt x="2970" y="3240"/>
                </a:cubicBezTo>
                <a:cubicBezTo>
                  <a:pt x="2970" y="3239"/>
                  <a:pt x="2970" y="3239"/>
                  <a:pt x="2970" y="3239"/>
                </a:cubicBezTo>
                <a:lnTo>
                  <a:pt x="2970" y="3238"/>
                </a:lnTo>
                <a:cubicBezTo>
                  <a:pt x="2970" y="3222"/>
                  <a:pt x="2989" y="3197"/>
                  <a:pt x="2998" y="3185"/>
                </a:cubicBezTo>
                <a:cubicBezTo>
                  <a:pt x="3017" y="3159"/>
                  <a:pt x="3041" y="3119"/>
                  <a:pt x="3071" y="3105"/>
                </a:cubicBezTo>
                <a:cubicBezTo>
                  <a:pt x="3072" y="3104"/>
                  <a:pt x="3072" y="3104"/>
                  <a:pt x="3073" y="3103"/>
                </a:cubicBezTo>
                <a:cubicBezTo>
                  <a:pt x="3073" y="3103"/>
                  <a:pt x="3073" y="3102"/>
                  <a:pt x="3073" y="3101"/>
                </a:cubicBezTo>
                <a:cubicBezTo>
                  <a:pt x="3073" y="3101"/>
                  <a:pt x="3074" y="3100"/>
                  <a:pt x="3073" y="3099"/>
                </a:cubicBezTo>
                <a:cubicBezTo>
                  <a:pt x="3072" y="3098"/>
                  <a:pt x="3072" y="3098"/>
                  <a:pt x="3071" y="3098"/>
                </a:cubicBezTo>
                <a:lnTo>
                  <a:pt x="3070" y="3098"/>
                </a:lnTo>
                <a:cubicBezTo>
                  <a:pt x="3069" y="3098"/>
                  <a:pt x="3069" y="3098"/>
                  <a:pt x="3068" y="3098"/>
                </a:cubicBezTo>
                <a:cubicBezTo>
                  <a:pt x="3035" y="3109"/>
                  <a:pt x="3012" y="3139"/>
                  <a:pt x="2987" y="3161"/>
                </a:cubicBezTo>
                <a:cubicBezTo>
                  <a:pt x="2974" y="3173"/>
                  <a:pt x="2963" y="3187"/>
                  <a:pt x="2954" y="3202"/>
                </a:cubicBezTo>
                <a:cubicBezTo>
                  <a:pt x="2951" y="3208"/>
                  <a:pt x="2947" y="3214"/>
                  <a:pt x="2945" y="3220"/>
                </a:cubicBezTo>
                <a:cubicBezTo>
                  <a:pt x="2939" y="3217"/>
                  <a:pt x="2933" y="3213"/>
                  <a:pt x="2928" y="3210"/>
                </a:cubicBezTo>
                <a:cubicBezTo>
                  <a:pt x="2928" y="3209"/>
                  <a:pt x="2928" y="3208"/>
                  <a:pt x="2928" y="3207"/>
                </a:cubicBezTo>
                <a:cubicBezTo>
                  <a:pt x="2928" y="3206"/>
                  <a:pt x="2928" y="3205"/>
                  <a:pt x="2928" y="3204"/>
                </a:cubicBezTo>
                <a:cubicBezTo>
                  <a:pt x="2928" y="3201"/>
                  <a:pt x="2931" y="3194"/>
                  <a:pt x="2932" y="3190"/>
                </a:cubicBezTo>
                <a:cubicBezTo>
                  <a:pt x="2934" y="3186"/>
                  <a:pt x="2936" y="3181"/>
                  <a:pt x="2938" y="3177"/>
                </a:cubicBezTo>
                <a:cubicBezTo>
                  <a:pt x="2940" y="3173"/>
                  <a:pt x="2943" y="3170"/>
                  <a:pt x="2946" y="3166"/>
                </a:cubicBezTo>
                <a:cubicBezTo>
                  <a:pt x="2957" y="3150"/>
                  <a:pt x="2970" y="3135"/>
                  <a:pt x="2983" y="3120"/>
                </a:cubicBezTo>
                <a:cubicBezTo>
                  <a:pt x="2985" y="3117"/>
                  <a:pt x="2981" y="3113"/>
                  <a:pt x="2978" y="3115"/>
                </a:cubicBezTo>
                <a:cubicBezTo>
                  <a:pt x="2960" y="3126"/>
                  <a:pt x="2944" y="3138"/>
                  <a:pt x="2928" y="3152"/>
                </a:cubicBezTo>
                <a:cubicBezTo>
                  <a:pt x="2922" y="3157"/>
                  <a:pt x="2917" y="3163"/>
                  <a:pt x="2913" y="3170"/>
                </a:cubicBezTo>
                <a:cubicBezTo>
                  <a:pt x="2911" y="3174"/>
                  <a:pt x="2909" y="3178"/>
                  <a:pt x="2907" y="3182"/>
                </a:cubicBezTo>
                <a:cubicBezTo>
                  <a:pt x="2906" y="3188"/>
                  <a:pt x="2904" y="3193"/>
                  <a:pt x="2902" y="3198"/>
                </a:cubicBezTo>
                <a:cubicBezTo>
                  <a:pt x="2897" y="3196"/>
                  <a:pt x="2892" y="3193"/>
                  <a:pt x="2887" y="3192"/>
                </a:cubicBezTo>
                <a:cubicBezTo>
                  <a:pt x="2888" y="3191"/>
                  <a:pt x="2889" y="3190"/>
                  <a:pt x="2890" y="3189"/>
                </a:cubicBezTo>
                <a:cubicBezTo>
                  <a:pt x="2891" y="3187"/>
                  <a:pt x="2891" y="3185"/>
                  <a:pt x="2891" y="3183"/>
                </a:cubicBezTo>
                <a:cubicBezTo>
                  <a:pt x="2891" y="3182"/>
                  <a:pt x="2891" y="3182"/>
                  <a:pt x="2891" y="3181"/>
                </a:cubicBezTo>
                <a:cubicBezTo>
                  <a:pt x="2891" y="3179"/>
                  <a:pt x="2897" y="3164"/>
                  <a:pt x="2898" y="3164"/>
                </a:cubicBezTo>
                <a:cubicBezTo>
                  <a:pt x="2900" y="3155"/>
                  <a:pt x="2903" y="3146"/>
                  <a:pt x="2907" y="3138"/>
                </a:cubicBezTo>
                <a:cubicBezTo>
                  <a:pt x="2921" y="3114"/>
                  <a:pt x="2939" y="3091"/>
                  <a:pt x="2958" y="3071"/>
                </a:cubicBezTo>
                <a:cubicBezTo>
                  <a:pt x="2960" y="3069"/>
                  <a:pt x="2956" y="3066"/>
                  <a:pt x="2954" y="3067"/>
                </a:cubicBezTo>
                <a:cubicBezTo>
                  <a:pt x="2934" y="3087"/>
                  <a:pt x="2913" y="3107"/>
                  <a:pt x="2892" y="3126"/>
                </a:cubicBezTo>
                <a:cubicBezTo>
                  <a:pt x="2887" y="3131"/>
                  <a:pt x="2883" y="3137"/>
                  <a:pt x="2880" y="3143"/>
                </a:cubicBezTo>
                <a:cubicBezTo>
                  <a:pt x="2877" y="3148"/>
                  <a:pt x="2874" y="3154"/>
                  <a:pt x="2873" y="3159"/>
                </a:cubicBezTo>
                <a:cubicBezTo>
                  <a:pt x="2869" y="3168"/>
                  <a:pt x="2863" y="3172"/>
                  <a:pt x="2863" y="3181"/>
                </a:cubicBezTo>
                <a:cubicBezTo>
                  <a:pt x="2863" y="3182"/>
                  <a:pt x="2863" y="3182"/>
                  <a:pt x="2863" y="3183"/>
                </a:cubicBezTo>
                <a:lnTo>
                  <a:pt x="2863" y="3184"/>
                </a:lnTo>
                <a:cubicBezTo>
                  <a:pt x="2851" y="3181"/>
                  <a:pt x="2840" y="3178"/>
                  <a:pt x="2829" y="3176"/>
                </a:cubicBezTo>
                <a:cubicBezTo>
                  <a:pt x="2835" y="3137"/>
                  <a:pt x="2870" y="3100"/>
                  <a:pt x="2897" y="3074"/>
                </a:cubicBezTo>
                <a:cubicBezTo>
                  <a:pt x="2919" y="3054"/>
                  <a:pt x="2944" y="3034"/>
                  <a:pt x="2965" y="3015"/>
                </a:cubicBezTo>
                <a:cubicBezTo>
                  <a:pt x="2968" y="3012"/>
                  <a:pt x="2963" y="3007"/>
                  <a:pt x="2960" y="3009"/>
                </a:cubicBezTo>
                <a:cubicBezTo>
                  <a:pt x="2929" y="3035"/>
                  <a:pt x="2892" y="3056"/>
                  <a:pt x="2861" y="3082"/>
                </a:cubicBezTo>
                <a:cubicBezTo>
                  <a:pt x="2834" y="3103"/>
                  <a:pt x="2802" y="3137"/>
                  <a:pt x="2793" y="3172"/>
                </a:cubicBezTo>
                <a:lnTo>
                  <a:pt x="2776" y="3171"/>
                </a:lnTo>
                <a:cubicBezTo>
                  <a:pt x="2776" y="3170"/>
                  <a:pt x="2776" y="3170"/>
                  <a:pt x="2776" y="3169"/>
                </a:cubicBezTo>
                <a:cubicBezTo>
                  <a:pt x="2776" y="3167"/>
                  <a:pt x="2776" y="3165"/>
                  <a:pt x="2775" y="3163"/>
                </a:cubicBezTo>
                <a:cubicBezTo>
                  <a:pt x="2774" y="3161"/>
                  <a:pt x="2772" y="3160"/>
                  <a:pt x="2770" y="3159"/>
                </a:cubicBezTo>
                <a:cubicBezTo>
                  <a:pt x="2769" y="3158"/>
                  <a:pt x="2768" y="3157"/>
                  <a:pt x="2766" y="3157"/>
                </a:cubicBezTo>
                <a:cubicBezTo>
                  <a:pt x="2767" y="3157"/>
                  <a:pt x="2767" y="3157"/>
                  <a:pt x="2767" y="3157"/>
                </a:cubicBezTo>
                <a:cubicBezTo>
                  <a:pt x="2768" y="3157"/>
                  <a:pt x="2768" y="3158"/>
                  <a:pt x="2769" y="3157"/>
                </a:cubicBezTo>
                <a:cubicBezTo>
                  <a:pt x="2770" y="3156"/>
                  <a:pt x="2769" y="3156"/>
                  <a:pt x="2770" y="3156"/>
                </a:cubicBezTo>
                <a:cubicBezTo>
                  <a:pt x="2770" y="3156"/>
                  <a:pt x="2771" y="3156"/>
                  <a:pt x="2772" y="3155"/>
                </a:cubicBezTo>
                <a:cubicBezTo>
                  <a:pt x="2774" y="3154"/>
                  <a:pt x="2775" y="3153"/>
                  <a:pt x="2776" y="3151"/>
                </a:cubicBezTo>
                <a:cubicBezTo>
                  <a:pt x="2777" y="3149"/>
                  <a:pt x="2778" y="3147"/>
                  <a:pt x="2779" y="3146"/>
                </a:cubicBezTo>
                <a:cubicBezTo>
                  <a:pt x="2787" y="3133"/>
                  <a:pt x="2793" y="3120"/>
                  <a:pt x="2797" y="3106"/>
                </a:cubicBezTo>
                <a:cubicBezTo>
                  <a:pt x="2809" y="3086"/>
                  <a:pt x="2824" y="3068"/>
                  <a:pt x="2840" y="3051"/>
                </a:cubicBezTo>
                <a:cubicBezTo>
                  <a:pt x="2853" y="3036"/>
                  <a:pt x="2871" y="3009"/>
                  <a:pt x="2890" y="3002"/>
                </a:cubicBezTo>
                <a:cubicBezTo>
                  <a:pt x="2891" y="3002"/>
                  <a:pt x="2891" y="3001"/>
                  <a:pt x="2891" y="3001"/>
                </a:cubicBezTo>
                <a:cubicBezTo>
                  <a:pt x="2892" y="3000"/>
                  <a:pt x="2892" y="2999"/>
                  <a:pt x="2892" y="2999"/>
                </a:cubicBezTo>
                <a:cubicBezTo>
                  <a:pt x="2892" y="2998"/>
                  <a:pt x="2892" y="2998"/>
                  <a:pt x="2891" y="2997"/>
                </a:cubicBezTo>
                <a:lnTo>
                  <a:pt x="2890" y="2996"/>
                </a:lnTo>
                <a:cubicBezTo>
                  <a:pt x="2889" y="2995"/>
                  <a:pt x="2889" y="2995"/>
                  <a:pt x="2888" y="2995"/>
                </a:cubicBezTo>
                <a:lnTo>
                  <a:pt x="2887" y="2996"/>
                </a:lnTo>
                <a:cubicBezTo>
                  <a:pt x="2883" y="2997"/>
                  <a:pt x="2879" y="2998"/>
                  <a:pt x="2875" y="3001"/>
                </a:cubicBezTo>
                <a:cubicBezTo>
                  <a:pt x="2871" y="3003"/>
                  <a:pt x="2867" y="3006"/>
                  <a:pt x="2864" y="3009"/>
                </a:cubicBezTo>
                <a:cubicBezTo>
                  <a:pt x="2844" y="3025"/>
                  <a:pt x="2825" y="3042"/>
                  <a:pt x="2805" y="3057"/>
                </a:cubicBezTo>
                <a:cubicBezTo>
                  <a:pt x="2792" y="3066"/>
                  <a:pt x="2781" y="3078"/>
                  <a:pt x="2772" y="3091"/>
                </a:cubicBezTo>
                <a:cubicBezTo>
                  <a:pt x="2772" y="3088"/>
                  <a:pt x="2772" y="3084"/>
                  <a:pt x="2771" y="3080"/>
                </a:cubicBezTo>
                <a:cubicBezTo>
                  <a:pt x="2773" y="3079"/>
                  <a:pt x="2774" y="3077"/>
                  <a:pt x="2776" y="3075"/>
                </a:cubicBezTo>
                <a:cubicBezTo>
                  <a:pt x="2777" y="3073"/>
                  <a:pt x="2778" y="3070"/>
                  <a:pt x="2778" y="3068"/>
                </a:cubicBezTo>
                <a:lnTo>
                  <a:pt x="2778" y="3067"/>
                </a:lnTo>
                <a:cubicBezTo>
                  <a:pt x="2778" y="3042"/>
                  <a:pt x="2818" y="3002"/>
                  <a:pt x="2832" y="2989"/>
                </a:cubicBezTo>
                <a:cubicBezTo>
                  <a:pt x="2855" y="2965"/>
                  <a:pt x="2879" y="2943"/>
                  <a:pt x="2904" y="2923"/>
                </a:cubicBezTo>
                <a:cubicBezTo>
                  <a:pt x="2909" y="2919"/>
                  <a:pt x="2904" y="2912"/>
                  <a:pt x="2899" y="2915"/>
                </a:cubicBezTo>
                <a:cubicBezTo>
                  <a:pt x="2868" y="2934"/>
                  <a:pt x="2840" y="2955"/>
                  <a:pt x="2811" y="2976"/>
                </a:cubicBezTo>
                <a:cubicBezTo>
                  <a:pt x="2792" y="2990"/>
                  <a:pt x="2776" y="3007"/>
                  <a:pt x="2763" y="3026"/>
                </a:cubicBezTo>
                <a:cubicBezTo>
                  <a:pt x="2761" y="3017"/>
                  <a:pt x="2760" y="3009"/>
                  <a:pt x="2758" y="3002"/>
                </a:cubicBezTo>
                <a:cubicBezTo>
                  <a:pt x="2759" y="3002"/>
                  <a:pt x="2759" y="3002"/>
                  <a:pt x="2759" y="3002"/>
                </a:cubicBezTo>
                <a:cubicBezTo>
                  <a:pt x="2761" y="3001"/>
                  <a:pt x="2763" y="2999"/>
                  <a:pt x="2764" y="2997"/>
                </a:cubicBezTo>
                <a:lnTo>
                  <a:pt x="2765" y="2996"/>
                </a:lnTo>
                <a:cubicBezTo>
                  <a:pt x="2767" y="2990"/>
                  <a:pt x="2769" y="2984"/>
                  <a:pt x="2773" y="2978"/>
                </a:cubicBezTo>
                <a:cubicBezTo>
                  <a:pt x="2778" y="2970"/>
                  <a:pt x="2783" y="2963"/>
                  <a:pt x="2788" y="2957"/>
                </a:cubicBezTo>
                <a:cubicBezTo>
                  <a:pt x="2795" y="2949"/>
                  <a:pt x="2801" y="2940"/>
                  <a:pt x="2807" y="2933"/>
                </a:cubicBezTo>
                <a:cubicBezTo>
                  <a:pt x="2812" y="2925"/>
                  <a:pt x="2815" y="2915"/>
                  <a:pt x="2824" y="2911"/>
                </a:cubicBezTo>
                <a:cubicBezTo>
                  <a:pt x="2827" y="2909"/>
                  <a:pt x="2824" y="2904"/>
                  <a:pt x="2821" y="2904"/>
                </a:cubicBezTo>
                <a:cubicBezTo>
                  <a:pt x="2819" y="2905"/>
                  <a:pt x="2817" y="2906"/>
                  <a:pt x="2815" y="2907"/>
                </a:cubicBezTo>
                <a:cubicBezTo>
                  <a:pt x="2811" y="2909"/>
                  <a:pt x="2808" y="2912"/>
                  <a:pt x="2805" y="2916"/>
                </a:cubicBezTo>
                <a:cubicBezTo>
                  <a:pt x="2799" y="2921"/>
                  <a:pt x="2792" y="2926"/>
                  <a:pt x="2785" y="2930"/>
                </a:cubicBezTo>
                <a:cubicBezTo>
                  <a:pt x="2781" y="2932"/>
                  <a:pt x="2778" y="2934"/>
                  <a:pt x="2774" y="2936"/>
                </a:cubicBezTo>
                <a:cubicBezTo>
                  <a:pt x="2763" y="2944"/>
                  <a:pt x="2754" y="2953"/>
                  <a:pt x="2747" y="2965"/>
                </a:cubicBezTo>
                <a:lnTo>
                  <a:pt x="2747" y="2966"/>
                </a:lnTo>
                <a:cubicBezTo>
                  <a:pt x="2744" y="2960"/>
                  <a:pt x="2741" y="2955"/>
                  <a:pt x="2738" y="2949"/>
                </a:cubicBezTo>
                <a:cubicBezTo>
                  <a:pt x="2742" y="2927"/>
                  <a:pt x="2766" y="2910"/>
                  <a:pt x="2780" y="2894"/>
                </a:cubicBezTo>
                <a:cubicBezTo>
                  <a:pt x="2796" y="2878"/>
                  <a:pt x="2813" y="2863"/>
                  <a:pt x="2831" y="2848"/>
                </a:cubicBezTo>
                <a:cubicBezTo>
                  <a:pt x="2834" y="2845"/>
                  <a:pt x="2831" y="2840"/>
                  <a:pt x="2827" y="2842"/>
                </a:cubicBezTo>
                <a:cubicBezTo>
                  <a:pt x="2802" y="2859"/>
                  <a:pt x="2778" y="2878"/>
                  <a:pt x="2754" y="2896"/>
                </a:cubicBezTo>
                <a:cubicBezTo>
                  <a:pt x="2743" y="2903"/>
                  <a:pt x="2732" y="2912"/>
                  <a:pt x="2723" y="2923"/>
                </a:cubicBezTo>
                <a:lnTo>
                  <a:pt x="2719" y="2917"/>
                </a:lnTo>
                <a:cubicBezTo>
                  <a:pt x="2721" y="2917"/>
                  <a:pt x="2722" y="2916"/>
                  <a:pt x="2723" y="2916"/>
                </a:cubicBezTo>
                <a:cubicBezTo>
                  <a:pt x="2724" y="2915"/>
                  <a:pt x="2725" y="2914"/>
                  <a:pt x="2726" y="2912"/>
                </a:cubicBezTo>
                <a:cubicBezTo>
                  <a:pt x="2726" y="2910"/>
                  <a:pt x="2727" y="2910"/>
                  <a:pt x="2727" y="2909"/>
                </a:cubicBezTo>
                <a:cubicBezTo>
                  <a:pt x="2730" y="2895"/>
                  <a:pt x="2735" y="2881"/>
                  <a:pt x="2743" y="2869"/>
                </a:cubicBezTo>
                <a:cubicBezTo>
                  <a:pt x="2749" y="2858"/>
                  <a:pt x="2757" y="2847"/>
                  <a:pt x="2767" y="2838"/>
                </a:cubicBezTo>
                <a:lnTo>
                  <a:pt x="2768" y="2837"/>
                </a:lnTo>
                <a:cubicBezTo>
                  <a:pt x="2768" y="2837"/>
                  <a:pt x="2768" y="2836"/>
                  <a:pt x="2768" y="2835"/>
                </a:cubicBezTo>
                <a:cubicBezTo>
                  <a:pt x="2768" y="2834"/>
                  <a:pt x="2768" y="2833"/>
                  <a:pt x="2768" y="2833"/>
                </a:cubicBezTo>
                <a:cubicBezTo>
                  <a:pt x="2767" y="2832"/>
                  <a:pt x="2767" y="2831"/>
                  <a:pt x="2766" y="2831"/>
                </a:cubicBezTo>
                <a:cubicBezTo>
                  <a:pt x="2765" y="2830"/>
                  <a:pt x="2764" y="2830"/>
                  <a:pt x="2764" y="2830"/>
                </a:cubicBezTo>
                <a:cubicBezTo>
                  <a:pt x="2763" y="2830"/>
                  <a:pt x="2762" y="2830"/>
                  <a:pt x="2761" y="2831"/>
                </a:cubicBezTo>
                <a:lnTo>
                  <a:pt x="2760" y="2832"/>
                </a:lnTo>
                <a:cubicBezTo>
                  <a:pt x="2744" y="2843"/>
                  <a:pt x="2729" y="2858"/>
                  <a:pt x="2720" y="2875"/>
                </a:cubicBezTo>
                <a:cubicBezTo>
                  <a:pt x="2715" y="2883"/>
                  <a:pt x="2712" y="2892"/>
                  <a:pt x="2709" y="2901"/>
                </a:cubicBezTo>
                <a:cubicBezTo>
                  <a:pt x="2705" y="2896"/>
                  <a:pt x="2702" y="2892"/>
                  <a:pt x="2698" y="2888"/>
                </a:cubicBezTo>
                <a:cubicBezTo>
                  <a:pt x="2699" y="2888"/>
                  <a:pt x="2700" y="2886"/>
                  <a:pt x="2701" y="2885"/>
                </a:cubicBezTo>
                <a:cubicBezTo>
                  <a:pt x="2702" y="2884"/>
                  <a:pt x="2703" y="2882"/>
                  <a:pt x="2703" y="2880"/>
                </a:cubicBezTo>
                <a:cubicBezTo>
                  <a:pt x="2704" y="2869"/>
                  <a:pt x="2708" y="2858"/>
                  <a:pt x="2714" y="2848"/>
                </a:cubicBezTo>
                <a:cubicBezTo>
                  <a:pt x="2718" y="2841"/>
                  <a:pt x="2723" y="2835"/>
                  <a:pt x="2729" y="2829"/>
                </a:cubicBezTo>
                <a:cubicBezTo>
                  <a:pt x="2738" y="2814"/>
                  <a:pt x="2751" y="2800"/>
                  <a:pt x="2766" y="2790"/>
                </a:cubicBezTo>
                <a:cubicBezTo>
                  <a:pt x="2770" y="2788"/>
                  <a:pt x="2766" y="2782"/>
                  <a:pt x="2763" y="2783"/>
                </a:cubicBezTo>
                <a:cubicBezTo>
                  <a:pt x="2762" y="2784"/>
                  <a:pt x="2761" y="2784"/>
                  <a:pt x="2760" y="2784"/>
                </a:cubicBezTo>
                <a:cubicBezTo>
                  <a:pt x="2752" y="2790"/>
                  <a:pt x="2744" y="2796"/>
                  <a:pt x="2736" y="2803"/>
                </a:cubicBezTo>
                <a:cubicBezTo>
                  <a:pt x="2727" y="2810"/>
                  <a:pt x="2718" y="2817"/>
                  <a:pt x="2709" y="2825"/>
                </a:cubicBezTo>
                <a:cubicBezTo>
                  <a:pt x="2702" y="2831"/>
                  <a:pt x="2696" y="2839"/>
                  <a:pt x="2691" y="2847"/>
                </a:cubicBezTo>
                <a:cubicBezTo>
                  <a:pt x="2686" y="2855"/>
                  <a:pt x="2683" y="2863"/>
                  <a:pt x="2681" y="2872"/>
                </a:cubicBezTo>
                <a:cubicBezTo>
                  <a:pt x="2677" y="2868"/>
                  <a:pt x="2672" y="2863"/>
                  <a:pt x="2667" y="2859"/>
                </a:cubicBezTo>
                <a:cubicBezTo>
                  <a:pt x="2668" y="2850"/>
                  <a:pt x="2670" y="2841"/>
                  <a:pt x="2674" y="2832"/>
                </a:cubicBezTo>
                <a:cubicBezTo>
                  <a:pt x="2675" y="2831"/>
                  <a:pt x="2675" y="2829"/>
                  <a:pt x="2676" y="2828"/>
                </a:cubicBezTo>
                <a:cubicBezTo>
                  <a:pt x="2677" y="2827"/>
                  <a:pt x="2677" y="2827"/>
                  <a:pt x="2678" y="2826"/>
                </a:cubicBezTo>
                <a:cubicBezTo>
                  <a:pt x="2682" y="2820"/>
                  <a:pt x="2683" y="2810"/>
                  <a:pt x="2688" y="2805"/>
                </a:cubicBezTo>
                <a:cubicBezTo>
                  <a:pt x="2693" y="2799"/>
                  <a:pt x="2686" y="2793"/>
                  <a:pt x="2681" y="2797"/>
                </a:cubicBezTo>
                <a:cubicBezTo>
                  <a:pt x="2678" y="2800"/>
                  <a:pt x="2675" y="2803"/>
                  <a:pt x="2672" y="2807"/>
                </a:cubicBezTo>
                <a:cubicBezTo>
                  <a:pt x="2670" y="2810"/>
                  <a:pt x="2667" y="2812"/>
                  <a:pt x="2664" y="2814"/>
                </a:cubicBezTo>
                <a:cubicBezTo>
                  <a:pt x="2662" y="2815"/>
                  <a:pt x="2661" y="2815"/>
                  <a:pt x="2660" y="2816"/>
                </a:cubicBezTo>
                <a:cubicBezTo>
                  <a:pt x="2655" y="2819"/>
                  <a:pt x="2651" y="2824"/>
                  <a:pt x="2648" y="2829"/>
                </a:cubicBezTo>
                <a:cubicBezTo>
                  <a:pt x="2646" y="2833"/>
                  <a:pt x="2645" y="2836"/>
                  <a:pt x="2644" y="2840"/>
                </a:cubicBezTo>
                <a:lnTo>
                  <a:pt x="2637" y="2834"/>
                </a:lnTo>
                <a:cubicBezTo>
                  <a:pt x="2639" y="2820"/>
                  <a:pt x="2644" y="2806"/>
                  <a:pt x="2652" y="2794"/>
                </a:cubicBezTo>
                <a:cubicBezTo>
                  <a:pt x="2654" y="2790"/>
                  <a:pt x="2657" y="2785"/>
                  <a:pt x="2660" y="2782"/>
                </a:cubicBezTo>
                <a:cubicBezTo>
                  <a:pt x="2670" y="2768"/>
                  <a:pt x="2681" y="2756"/>
                  <a:pt x="2693" y="2745"/>
                </a:cubicBezTo>
                <a:cubicBezTo>
                  <a:pt x="2699" y="2737"/>
                  <a:pt x="2705" y="2730"/>
                  <a:pt x="2713" y="2724"/>
                </a:cubicBezTo>
                <a:cubicBezTo>
                  <a:pt x="2715" y="2722"/>
                  <a:pt x="2714" y="2718"/>
                  <a:pt x="2710" y="2718"/>
                </a:cubicBezTo>
                <a:cubicBezTo>
                  <a:pt x="2688" y="2726"/>
                  <a:pt x="2671" y="2750"/>
                  <a:pt x="2651" y="2764"/>
                </a:cubicBezTo>
                <a:cubicBezTo>
                  <a:pt x="2638" y="2773"/>
                  <a:pt x="2626" y="2786"/>
                  <a:pt x="2618" y="2801"/>
                </a:cubicBezTo>
                <a:cubicBezTo>
                  <a:pt x="2615" y="2806"/>
                  <a:pt x="2612" y="2811"/>
                  <a:pt x="2610" y="2816"/>
                </a:cubicBezTo>
                <a:lnTo>
                  <a:pt x="2598" y="2809"/>
                </a:lnTo>
                <a:cubicBezTo>
                  <a:pt x="2599" y="2808"/>
                  <a:pt x="2600" y="2807"/>
                  <a:pt x="2601" y="2806"/>
                </a:cubicBezTo>
                <a:cubicBezTo>
                  <a:pt x="2601" y="2805"/>
                  <a:pt x="2601" y="2805"/>
                  <a:pt x="2601" y="2805"/>
                </a:cubicBezTo>
                <a:cubicBezTo>
                  <a:pt x="2603" y="2799"/>
                  <a:pt x="2604" y="2793"/>
                  <a:pt x="2606" y="2787"/>
                </a:cubicBezTo>
                <a:cubicBezTo>
                  <a:pt x="2608" y="2781"/>
                  <a:pt x="2611" y="2777"/>
                  <a:pt x="2612" y="2772"/>
                </a:cubicBezTo>
                <a:cubicBezTo>
                  <a:pt x="2614" y="2764"/>
                  <a:pt x="2617" y="2756"/>
                  <a:pt x="2621" y="2749"/>
                </a:cubicBezTo>
                <a:cubicBezTo>
                  <a:pt x="2622" y="2748"/>
                  <a:pt x="2622" y="2746"/>
                  <a:pt x="2623" y="2745"/>
                </a:cubicBezTo>
                <a:cubicBezTo>
                  <a:pt x="2625" y="2742"/>
                  <a:pt x="2626" y="2739"/>
                  <a:pt x="2627" y="2735"/>
                </a:cubicBezTo>
                <a:cubicBezTo>
                  <a:pt x="2627" y="2733"/>
                  <a:pt x="2623" y="2732"/>
                  <a:pt x="2622" y="2734"/>
                </a:cubicBezTo>
                <a:cubicBezTo>
                  <a:pt x="2617" y="2741"/>
                  <a:pt x="2611" y="2747"/>
                  <a:pt x="2604" y="2752"/>
                </a:cubicBezTo>
                <a:cubicBezTo>
                  <a:pt x="2596" y="2758"/>
                  <a:pt x="2589" y="2764"/>
                  <a:pt x="2584" y="2772"/>
                </a:cubicBezTo>
                <a:cubicBezTo>
                  <a:pt x="2583" y="2773"/>
                  <a:pt x="2582" y="2775"/>
                  <a:pt x="2581" y="2776"/>
                </a:cubicBezTo>
                <a:cubicBezTo>
                  <a:pt x="2577" y="2782"/>
                  <a:pt x="2576" y="2789"/>
                  <a:pt x="2575" y="2796"/>
                </a:cubicBezTo>
                <a:lnTo>
                  <a:pt x="2565" y="2791"/>
                </a:lnTo>
                <a:cubicBezTo>
                  <a:pt x="2609" y="2617"/>
                  <a:pt x="2781" y="2583"/>
                  <a:pt x="2934" y="2623"/>
                </a:cubicBezTo>
                <a:lnTo>
                  <a:pt x="2936" y="2623"/>
                </a:lnTo>
                <a:cubicBezTo>
                  <a:pt x="2977" y="2634"/>
                  <a:pt x="3017" y="2650"/>
                  <a:pt x="3054" y="2671"/>
                </a:cubicBezTo>
                <a:cubicBezTo>
                  <a:pt x="3062" y="2676"/>
                  <a:pt x="3069" y="2680"/>
                  <a:pt x="3077" y="2685"/>
                </a:cubicBezTo>
                <a:cubicBezTo>
                  <a:pt x="3135" y="2722"/>
                  <a:pt x="3190" y="2763"/>
                  <a:pt x="3240" y="2809"/>
                </a:cubicBezTo>
                <a:cubicBezTo>
                  <a:pt x="3315" y="2881"/>
                  <a:pt x="3333" y="2980"/>
                  <a:pt x="3347" y="3078"/>
                </a:cubicBezTo>
                <a:cubicBezTo>
                  <a:pt x="3348" y="3081"/>
                  <a:pt x="3349" y="3083"/>
                  <a:pt x="3350" y="3085"/>
                </a:cubicBezTo>
                <a:lnTo>
                  <a:pt x="3342" y="3088"/>
                </a:lnTo>
                <a:cubicBezTo>
                  <a:pt x="3283" y="3116"/>
                  <a:pt x="3218" y="3147"/>
                  <a:pt x="3174" y="3198"/>
                </a:cubicBezTo>
                <a:cubicBezTo>
                  <a:pt x="3153" y="3221"/>
                  <a:pt x="3133" y="3245"/>
                  <a:pt x="3115" y="3271"/>
                </a:cubicBezTo>
                <a:lnTo>
                  <a:pt x="3106" y="3285"/>
                </a:lnTo>
                <a:cubicBezTo>
                  <a:pt x="3107" y="3280"/>
                  <a:pt x="3109" y="3275"/>
                  <a:pt x="3111" y="3270"/>
                </a:cubicBezTo>
                <a:cubicBezTo>
                  <a:pt x="3117" y="3257"/>
                  <a:pt x="3123" y="3245"/>
                  <a:pt x="3130" y="3233"/>
                </a:cubicBezTo>
                <a:cubicBezTo>
                  <a:pt x="3134" y="3226"/>
                  <a:pt x="3139" y="3218"/>
                  <a:pt x="3143" y="3211"/>
                </a:cubicBezTo>
                <a:cubicBezTo>
                  <a:pt x="3150" y="3202"/>
                  <a:pt x="3158" y="3196"/>
                  <a:pt x="3163" y="3186"/>
                </a:cubicBezTo>
                <a:lnTo>
                  <a:pt x="3163" y="3185"/>
                </a:lnTo>
                <a:cubicBezTo>
                  <a:pt x="3162" y="3184"/>
                  <a:pt x="3162" y="3184"/>
                  <a:pt x="3162" y="3184"/>
                </a:cubicBezTo>
                <a:cubicBezTo>
                  <a:pt x="3161" y="3184"/>
                  <a:pt x="3161" y="3184"/>
                  <a:pt x="3160" y="3183"/>
                </a:cubicBezTo>
                <a:moveTo>
                  <a:pt x="3014" y="3288"/>
                </a:moveTo>
                <a:lnTo>
                  <a:pt x="3014" y="3287"/>
                </a:lnTo>
                <a:lnTo>
                  <a:pt x="3016" y="3286"/>
                </a:lnTo>
                <a:lnTo>
                  <a:pt x="3014" y="3288"/>
                </a:lnTo>
                <a:moveTo>
                  <a:pt x="2663" y="2533"/>
                </a:moveTo>
                <a:cubicBezTo>
                  <a:pt x="2664" y="2535"/>
                  <a:pt x="2664" y="2537"/>
                  <a:pt x="2665" y="2539"/>
                </a:cubicBezTo>
                <a:lnTo>
                  <a:pt x="2660" y="2537"/>
                </a:lnTo>
                <a:cubicBezTo>
                  <a:pt x="2661" y="2536"/>
                  <a:pt x="2662" y="2534"/>
                  <a:pt x="2663" y="2533"/>
                </a:cubicBezTo>
                <a:moveTo>
                  <a:pt x="1960" y="2990"/>
                </a:moveTo>
                <a:cubicBezTo>
                  <a:pt x="1960" y="2988"/>
                  <a:pt x="1960" y="2985"/>
                  <a:pt x="1960" y="2984"/>
                </a:cubicBezTo>
                <a:cubicBezTo>
                  <a:pt x="1960" y="2982"/>
                  <a:pt x="1960" y="2978"/>
                  <a:pt x="1960" y="2975"/>
                </a:cubicBezTo>
                <a:cubicBezTo>
                  <a:pt x="1961" y="2975"/>
                  <a:pt x="1962" y="2975"/>
                  <a:pt x="1963" y="2975"/>
                </a:cubicBezTo>
                <a:cubicBezTo>
                  <a:pt x="1965" y="2975"/>
                  <a:pt x="1968" y="2975"/>
                  <a:pt x="1970" y="2974"/>
                </a:cubicBezTo>
                <a:lnTo>
                  <a:pt x="1960" y="2990"/>
                </a:lnTo>
                <a:moveTo>
                  <a:pt x="1827" y="2681"/>
                </a:moveTo>
                <a:lnTo>
                  <a:pt x="1823" y="2677"/>
                </a:lnTo>
                <a:cubicBezTo>
                  <a:pt x="1824" y="2677"/>
                  <a:pt x="1824" y="2677"/>
                  <a:pt x="1825" y="2676"/>
                </a:cubicBezTo>
                <a:cubicBezTo>
                  <a:pt x="1826" y="2675"/>
                  <a:pt x="1826" y="2673"/>
                  <a:pt x="1826" y="2672"/>
                </a:cubicBezTo>
                <a:cubicBezTo>
                  <a:pt x="1826" y="2675"/>
                  <a:pt x="1826" y="2679"/>
                  <a:pt x="1827" y="2681"/>
                </a:cubicBezTo>
                <a:moveTo>
                  <a:pt x="1518" y="2590"/>
                </a:moveTo>
                <a:cubicBezTo>
                  <a:pt x="1494" y="2571"/>
                  <a:pt x="1498" y="2513"/>
                  <a:pt x="1503" y="2489"/>
                </a:cubicBezTo>
                <a:cubicBezTo>
                  <a:pt x="1507" y="2465"/>
                  <a:pt x="1515" y="2442"/>
                  <a:pt x="1528" y="2420"/>
                </a:cubicBezTo>
                <a:cubicBezTo>
                  <a:pt x="1538" y="2403"/>
                  <a:pt x="1550" y="2387"/>
                  <a:pt x="1565" y="2373"/>
                </a:cubicBezTo>
                <a:cubicBezTo>
                  <a:pt x="1580" y="2357"/>
                  <a:pt x="1597" y="2342"/>
                  <a:pt x="1617" y="2331"/>
                </a:cubicBezTo>
                <a:cubicBezTo>
                  <a:pt x="1635" y="2320"/>
                  <a:pt x="1656" y="2312"/>
                  <a:pt x="1678" y="2307"/>
                </a:cubicBezTo>
                <a:cubicBezTo>
                  <a:pt x="1667" y="2318"/>
                  <a:pt x="1658" y="2331"/>
                  <a:pt x="1650" y="2344"/>
                </a:cubicBezTo>
                <a:cubicBezTo>
                  <a:pt x="1641" y="2360"/>
                  <a:pt x="1634" y="2376"/>
                  <a:pt x="1630" y="2393"/>
                </a:cubicBezTo>
                <a:cubicBezTo>
                  <a:pt x="1625" y="2416"/>
                  <a:pt x="1615" y="2562"/>
                  <a:pt x="1629" y="2589"/>
                </a:cubicBezTo>
                <a:cubicBezTo>
                  <a:pt x="1615" y="2587"/>
                  <a:pt x="1601" y="2587"/>
                  <a:pt x="1587" y="2587"/>
                </a:cubicBezTo>
                <a:cubicBezTo>
                  <a:pt x="1585" y="2587"/>
                  <a:pt x="1584" y="2587"/>
                  <a:pt x="1582" y="2587"/>
                </a:cubicBezTo>
                <a:cubicBezTo>
                  <a:pt x="1560" y="2587"/>
                  <a:pt x="1539" y="2588"/>
                  <a:pt x="1518" y="2590"/>
                </a:cubicBezTo>
                <a:moveTo>
                  <a:pt x="1122" y="2877"/>
                </a:moveTo>
                <a:lnTo>
                  <a:pt x="1117" y="2881"/>
                </a:lnTo>
                <a:cubicBezTo>
                  <a:pt x="1119" y="2879"/>
                  <a:pt x="1121" y="2876"/>
                  <a:pt x="1123" y="2874"/>
                </a:cubicBezTo>
                <a:cubicBezTo>
                  <a:pt x="1123" y="2876"/>
                  <a:pt x="1122" y="2876"/>
                  <a:pt x="1122" y="2877"/>
                </a:cubicBezTo>
                <a:moveTo>
                  <a:pt x="943" y="3017"/>
                </a:moveTo>
                <a:lnTo>
                  <a:pt x="945" y="3019"/>
                </a:lnTo>
                <a:lnTo>
                  <a:pt x="940" y="3018"/>
                </a:lnTo>
                <a:lnTo>
                  <a:pt x="943" y="3017"/>
                </a:lnTo>
                <a:moveTo>
                  <a:pt x="1182" y="3141"/>
                </a:moveTo>
                <a:cubicBezTo>
                  <a:pt x="1184" y="3146"/>
                  <a:pt x="1186" y="3151"/>
                  <a:pt x="1188" y="3157"/>
                </a:cubicBezTo>
                <a:lnTo>
                  <a:pt x="1180" y="3146"/>
                </a:lnTo>
                <a:cubicBezTo>
                  <a:pt x="1180" y="3145"/>
                  <a:pt x="1180" y="3145"/>
                  <a:pt x="1181" y="3144"/>
                </a:cubicBezTo>
                <a:cubicBezTo>
                  <a:pt x="1182" y="3143"/>
                  <a:pt x="1182" y="3142"/>
                  <a:pt x="1182" y="3141"/>
                </a:cubicBezTo>
                <a:moveTo>
                  <a:pt x="1155" y="2866"/>
                </a:moveTo>
                <a:lnTo>
                  <a:pt x="1154" y="2866"/>
                </a:lnTo>
                <a:cubicBezTo>
                  <a:pt x="1154" y="2864"/>
                  <a:pt x="1154" y="2861"/>
                  <a:pt x="1154" y="2859"/>
                </a:cubicBezTo>
                <a:cubicBezTo>
                  <a:pt x="1154" y="2857"/>
                  <a:pt x="1154" y="2854"/>
                  <a:pt x="1154" y="2852"/>
                </a:cubicBezTo>
                <a:lnTo>
                  <a:pt x="1154" y="2851"/>
                </a:lnTo>
                <a:cubicBezTo>
                  <a:pt x="1154" y="2840"/>
                  <a:pt x="1153" y="2829"/>
                  <a:pt x="1150" y="2819"/>
                </a:cubicBezTo>
                <a:cubicBezTo>
                  <a:pt x="1160" y="2796"/>
                  <a:pt x="1164" y="2772"/>
                  <a:pt x="1164" y="2748"/>
                </a:cubicBezTo>
                <a:cubicBezTo>
                  <a:pt x="1164" y="2734"/>
                  <a:pt x="1164" y="2721"/>
                  <a:pt x="1164" y="2708"/>
                </a:cubicBezTo>
                <a:cubicBezTo>
                  <a:pt x="1180" y="2696"/>
                  <a:pt x="1175" y="2675"/>
                  <a:pt x="1181" y="2658"/>
                </a:cubicBezTo>
                <a:cubicBezTo>
                  <a:pt x="1184" y="2644"/>
                  <a:pt x="1193" y="2630"/>
                  <a:pt x="1185" y="2616"/>
                </a:cubicBezTo>
                <a:cubicBezTo>
                  <a:pt x="1184" y="2616"/>
                  <a:pt x="1184" y="2615"/>
                  <a:pt x="1183" y="2615"/>
                </a:cubicBezTo>
                <a:cubicBezTo>
                  <a:pt x="1182" y="2615"/>
                  <a:pt x="1181" y="2614"/>
                  <a:pt x="1181" y="2614"/>
                </a:cubicBezTo>
                <a:cubicBezTo>
                  <a:pt x="1180" y="2614"/>
                  <a:pt x="1179" y="2615"/>
                  <a:pt x="1178" y="2615"/>
                </a:cubicBezTo>
                <a:cubicBezTo>
                  <a:pt x="1177" y="2615"/>
                  <a:pt x="1177" y="2616"/>
                  <a:pt x="1176" y="2616"/>
                </a:cubicBezTo>
                <a:cubicBezTo>
                  <a:pt x="1172" y="2622"/>
                  <a:pt x="1168" y="2628"/>
                  <a:pt x="1165" y="2634"/>
                </a:cubicBezTo>
                <a:cubicBezTo>
                  <a:pt x="1163" y="2637"/>
                  <a:pt x="1161" y="2640"/>
                  <a:pt x="1160" y="2643"/>
                </a:cubicBezTo>
                <a:cubicBezTo>
                  <a:pt x="1160" y="2638"/>
                  <a:pt x="1158" y="2634"/>
                  <a:pt x="1158" y="2629"/>
                </a:cubicBezTo>
                <a:cubicBezTo>
                  <a:pt x="1158" y="2628"/>
                  <a:pt x="1158" y="2627"/>
                  <a:pt x="1159" y="2626"/>
                </a:cubicBezTo>
                <a:cubicBezTo>
                  <a:pt x="1164" y="2618"/>
                  <a:pt x="1166" y="2609"/>
                  <a:pt x="1167" y="2600"/>
                </a:cubicBezTo>
                <a:cubicBezTo>
                  <a:pt x="1169" y="2592"/>
                  <a:pt x="1181" y="2554"/>
                  <a:pt x="1193" y="2557"/>
                </a:cubicBezTo>
                <a:cubicBezTo>
                  <a:pt x="1194" y="2557"/>
                  <a:pt x="1194" y="2557"/>
                  <a:pt x="1194" y="2557"/>
                </a:cubicBezTo>
                <a:cubicBezTo>
                  <a:pt x="1195" y="2557"/>
                  <a:pt x="1195" y="2558"/>
                  <a:pt x="1196" y="2557"/>
                </a:cubicBezTo>
                <a:cubicBezTo>
                  <a:pt x="1197" y="2556"/>
                  <a:pt x="1196" y="2557"/>
                  <a:pt x="1197" y="2556"/>
                </a:cubicBezTo>
                <a:cubicBezTo>
                  <a:pt x="1198" y="2555"/>
                  <a:pt x="1197" y="2555"/>
                  <a:pt x="1197" y="2554"/>
                </a:cubicBezTo>
                <a:lnTo>
                  <a:pt x="1197" y="2553"/>
                </a:lnTo>
                <a:cubicBezTo>
                  <a:pt x="1196" y="2553"/>
                  <a:pt x="1196" y="2552"/>
                  <a:pt x="1196" y="2552"/>
                </a:cubicBezTo>
                <a:cubicBezTo>
                  <a:pt x="1189" y="2547"/>
                  <a:pt x="1185" y="2543"/>
                  <a:pt x="1176" y="2546"/>
                </a:cubicBezTo>
                <a:cubicBezTo>
                  <a:pt x="1175" y="2547"/>
                  <a:pt x="1174" y="2547"/>
                  <a:pt x="1173" y="2548"/>
                </a:cubicBezTo>
                <a:cubicBezTo>
                  <a:pt x="1165" y="2553"/>
                  <a:pt x="1158" y="2559"/>
                  <a:pt x="1154" y="2567"/>
                </a:cubicBezTo>
                <a:cubicBezTo>
                  <a:pt x="1154" y="2568"/>
                  <a:pt x="1154" y="2568"/>
                  <a:pt x="1153" y="2568"/>
                </a:cubicBezTo>
                <a:cubicBezTo>
                  <a:pt x="1152" y="2570"/>
                  <a:pt x="1150" y="2573"/>
                  <a:pt x="1149" y="2575"/>
                </a:cubicBezTo>
                <a:cubicBezTo>
                  <a:pt x="1148" y="2577"/>
                  <a:pt x="1147" y="2579"/>
                  <a:pt x="1146" y="2581"/>
                </a:cubicBezTo>
                <a:cubicBezTo>
                  <a:pt x="1144" y="2576"/>
                  <a:pt x="1142" y="2571"/>
                  <a:pt x="1140" y="2566"/>
                </a:cubicBezTo>
                <a:cubicBezTo>
                  <a:pt x="1144" y="2561"/>
                  <a:pt x="1148" y="2556"/>
                  <a:pt x="1150" y="2551"/>
                </a:cubicBezTo>
                <a:cubicBezTo>
                  <a:pt x="1152" y="2549"/>
                  <a:pt x="1153" y="2546"/>
                  <a:pt x="1154" y="2544"/>
                </a:cubicBezTo>
                <a:cubicBezTo>
                  <a:pt x="1161" y="2532"/>
                  <a:pt x="1168" y="2516"/>
                  <a:pt x="1156" y="2504"/>
                </a:cubicBezTo>
                <a:cubicBezTo>
                  <a:pt x="1155" y="2503"/>
                  <a:pt x="1154" y="2503"/>
                  <a:pt x="1153" y="2503"/>
                </a:cubicBezTo>
                <a:cubicBezTo>
                  <a:pt x="1152" y="2503"/>
                  <a:pt x="1151" y="2503"/>
                  <a:pt x="1150" y="2504"/>
                </a:cubicBezTo>
                <a:cubicBezTo>
                  <a:pt x="1143" y="2511"/>
                  <a:pt x="1136" y="2519"/>
                  <a:pt x="1132" y="2527"/>
                </a:cubicBezTo>
                <a:cubicBezTo>
                  <a:pt x="1130" y="2530"/>
                  <a:pt x="1129" y="2533"/>
                  <a:pt x="1127" y="2537"/>
                </a:cubicBezTo>
                <a:cubicBezTo>
                  <a:pt x="1125" y="2533"/>
                  <a:pt x="1123" y="2530"/>
                  <a:pt x="1121" y="2526"/>
                </a:cubicBezTo>
                <a:cubicBezTo>
                  <a:pt x="1122" y="2526"/>
                  <a:pt x="1123" y="2526"/>
                  <a:pt x="1123" y="2525"/>
                </a:cubicBezTo>
                <a:cubicBezTo>
                  <a:pt x="1134" y="2518"/>
                  <a:pt x="1129" y="2506"/>
                  <a:pt x="1131" y="2494"/>
                </a:cubicBezTo>
                <a:cubicBezTo>
                  <a:pt x="1132" y="2486"/>
                  <a:pt x="1133" y="2478"/>
                  <a:pt x="1133" y="2469"/>
                </a:cubicBezTo>
                <a:cubicBezTo>
                  <a:pt x="1133" y="2467"/>
                  <a:pt x="1133" y="2465"/>
                  <a:pt x="1133" y="2462"/>
                </a:cubicBezTo>
                <a:cubicBezTo>
                  <a:pt x="1133" y="2457"/>
                  <a:pt x="1125" y="2458"/>
                  <a:pt x="1125" y="2462"/>
                </a:cubicBezTo>
                <a:cubicBezTo>
                  <a:pt x="1125" y="2467"/>
                  <a:pt x="1123" y="2471"/>
                  <a:pt x="1121" y="2475"/>
                </a:cubicBezTo>
                <a:cubicBezTo>
                  <a:pt x="1120" y="2476"/>
                  <a:pt x="1120" y="2477"/>
                  <a:pt x="1119" y="2478"/>
                </a:cubicBezTo>
                <a:cubicBezTo>
                  <a:pt x="1117" y="2481"/>
                  <a:pt x="1115" y="2483"/>
                  <a:pt x="1113" y="2486"/>
                </a:cubicBezTo>
                <a:cubicBezTo>
                  <a:pt x="1112" y="2488"/>
                  <a:pt x="1111" y="2491"/>
                  <a:pt x="1110" y="2493"/>
                </a:cubicBezTo>
                <a:cubicBezTo>
                  <a:pt x="1109" y="2498"/>
                  <a:pt x="1108" y="2502"/>
                  <a:pt x="1108" y="2507"/>
                </a:cubicBezTo>
                <a:cubicBezTo>
                  <a:pt x="1103" y="2501"/>
                  <a:pt x="1099" y="2495"/>
                  <a:pt x="1094" y="2490"/>
                </a:cubicBezTo>
                <a:cubicBezTo>
                  <a:pt x="1089" y="2484"/>
                  <a:pt x="1088" y="2484"/>
                  <a:pt x="1084" y="2481"/>
                </a:cubicBezTo>
                <a:cubicBezTo>
                  <a:pt x="1084" y="2477"/>
                  <a:pt x="1084" y="2473"/>
                  <a:pt x="1085" y="2469"/>
                </a:cubicBezTo>
                <a:cubicBezTo>
                  <a:pt x="1086" y="2461"/>
                  <a:pt x="1088" y="2452"/>
                  <a:pt x="1091" y="2444"/>
                </a:cubicBezTo>
                <a:cubicBezTo>
                  <a:pt x="1092" y="2442"/>
                  <a:pt x="1092" y="2439"/>
                  <a:pt x="1092" y="2437"/>
                </a:cubicBezTo>
                <a:cubicBezTo>
                  <a:pt x="1092" y="2434"/>
                  <a:pt x="1092" y="2433"/>
                  <a:pt x="1091" y="2431"/>
                </a:cubicBezTo>
                <a:cubicBezTo>
                  <a:pt x="1091" y="2430"/>
                  <a:pt x="1091" y="2430"/>
                  <a:pt x="1090" y="2429"/>
                </a:cubicBezTo>
                <a:cubicBezTo>
                  <a:pt x="1089" y="2428"/>
                  <a:pt x="1090" y="2427"/>
                  <a:pt x="1089" y="2427"/>
                </a:cubicBezTo>
                <a:cubicBezTo>
                  <a:pt x="1088" y="2427"/>
                  <a:pt x="1087" y="2427"/>
                  <a:pt x="1087" y="2427"/>
                </a:cubicBezTo>
                <a:cubicBezTo>
                  <a:pt x="1086" y="2427"/>
                  <a:pt x="1085" y="2427"/>
                  <a:pt x="1085" y="2427"/>
                </a:cubicBezTo>
                <a:cubicBezTo>
                  <a:pt x="1084" y="2427"/>
                  <a:pt x="1083" y="2428"/>
                  <a:pt x="1083" y="2429"/>
                </a:cubicBezTo>
                <a:cubicBezTo>
                  <a:pt x="1083" y="2429"/>
                  <a:pt x="1082" y="2430"/>
                  <a:pt x="1082" y="2431"/>
                </a:cubicBezTo>
                <a:cubicBezTo>
                  <a:pt x="1082" y="2437"/>
                  <a:pt x="1075" y="2441"/>
                  <a:pt x="1071" y="2445"/>
                </a:cubicBezTo>
                <a:cubicBezTo>
                  <a:pt x="1070" y="2446"/>
                  <a:pt x="1069" y="2447"/>
                  <a:pt x="1069" y="2448"/>
                </a:cubicBezTo>
                <a:cubicBezTo>
                  <a:pt x="1067" y="2451"/>
                  <a:pt x="1066" y="2455"/>
                  <a:pt x="1065" y="2458"/>
                </a:cubicBezTo>
                <a:cubicBezTo>
                  <a:pt x="1065" y="2460"/>
                  <a:pt x="1065" y="2462"/>
                  <a:pt x="1064" y="2464"/>
                </a:cubicBezTo>
                <a:cubicBezTo>
                  <a:pt x="1057" y="2459"/>
                  <a:pt x="1051" y="2455"/>
                  <a:pt x="1044" y="2450"/>
                </a:cubicBezTo>
                <a:cubicBezTo>
                  <a:pt x="1044" y="2443"/>
                  <a:pt x="1046" y="2436"/>
                  <a:pt x="1047" y="2428"/>
                </a:cubicBezTo>
                <a:cubicBezTo>
                  <a:pt x="1050" y="2412"/>
                  <a:pt x="1061" y="2400"/>
                  <a:pt x="1063" y="2384"/>
                </a:cubicBezTo>
                <a:cubicBezTo>
                  <a:pt x="1064" y="2378"/>
                  <a:pt x="1056" y="2375"/>
                  <a:pt x="1054" y="2381"/>
                </a:cubicBezTo>
                <a:cubicBezTo>
                  <a:pt x="1050" y="2402"/>
                  <a:pt x="1035" y="2421"/>
                  <a:pt x="1029" y="2440"/>
                </a:cubicBezTo>
                <a:cubicBezTo>
                  <a:pt x="1023" y="2438"/>
                  <a:pt x="1018" y="2435"/>
                  <a:pt x="1012" y="2432"/>
                </a:cubicBezTo>
                <a:cubicBezTo>
                  <a:pt x="1012" y="2429"/>
                  <a:pt x="1012" y="2426"/>
                  <a:pt x="1012" y="2423"/>
                </a:cubicBezTo>
                <a:cubicBezTo>
                  <a:pt x="1012" y="2419"/>
                  <a:pt x="1012" y="2416"/>
                  <a:pt x="1012" y="2413"/>
                </a:cubicBezTo>
                <a:cubicBezTo>
                  <a:pt x="1015" y="2405"/>
                  <a:pt x="1017" y="2396"/>
                  <a:pt x="1018" y="2387"/>
                </a:cubicBezTo>
                <a:lnTo>
                  <a:pt x="1017" y="2386"/>
                </a:lnTo>
                <a:cubicBezTo>
                  <a:pt x="1017" y="2385"/>
                  <a:pt x="1017" y="2385"/>
                  <a:pt x="1016" y="2384"/>
                </a:cubicBezTo>
                <a:cubicBezTo>
                  <a:pt x="1015" y="2383"/>
                  <a:pt x="1014" y="2384"/>
                  <a:pt x="1013" y="2384"/>
                </a:cubicBezTo>
                <a:cubicBezTo>
                  <a:pt x="1013" y="2384"/>
                  <a:pt x="1012" y="2383"/>
                  <a:pt x="1011" y="2384"/>
                </a:cubicBezTo>
                <a:cubicBezTo>
                  <a:pt x="1010" y="2385"/>
                  <a:pt x="1010" y="2385"/>
                  <a:pt x="1010" y="2385"/>
                </a:cubicBezTo>
                <a:cubicBezTo>
                  <a:pt x="1006" y="2391"/>
                  <a:pt x="1002" y="2395"/>
                  <a:pt x="996" y="2399"/>
                </a:cubicBezTo>
                <a:cubicBezTo>
                  <a:pt x="995" y="2401"/>
                  <a:pt x="993" y="2403"/>
                  <a:pt x="992" y="2405"/>
                </a:cubicBezTo>
                <a:cubicBezTo>
                  <a:pt x="991" y="2407"/>
                  <a:pt x="990" y="2409"/>
                  <a:pt x="989" y="2412"/>
                </a:cubicBezTo>
                <a:cubicBezTo>
                  <a:pt x="988" y="2415"/>
                  <a:pt x="988" y="2419"/>
                  <a:pt x="987" y="2422"/>
                </a:cubicBezTo>
                <a:cubicBezTo>
                  <a:pt x="984" y="2421"/>
                  <a:pt x="981" y="2420"/>
                  <a:pt x="978" y="2418"/>
                </a:cubicBezTo>
                <a:cubicBezTo>
                  <a:pt x="979" y="2407"/>
                  <a:pt x="982" y="2395"/>
                  <a:pt x="985" y="2384"/>
                </a:cubicBezTo>
                <a:cubicBezTo>
                  <a:pt x="988" y="2378"/>
                  <a:pt x="991" y="2371"/>
                  <a:pt x="995" y="2365"/>
                </a:cubicBezTo>
                <a:cubicBezTo>
                  <a:pt x="999" y="2357"/>
                  <a:pt x="1004" y="2349"/>
                  <a:pt x="1010" y="2342"/>
                </a:cubicBezTo>
                <a:cubicBezTo>
                  <a:pt x="1013" y="2338"/>
                  <a:pt x="1007" y="2334"/>
                  <a:pt x="1004" y="2336"/>
                </a:cubicBezTo>
                <a:cubicBezTo>
                  <a:pt x="990" y="2346"/>
                  <a:pt x="978" y="2359"/>
                  <a:pt x="970" y="2373"/>
                </a:cubicBezTo>
                <a:cubicBezTo>
                  <a:pt x="968" y="2376"/>
                  <a:pt x="967" y="2379"/>
                  <a:pt x="965" y="2381"/>
                </a:cubicBezTo>
                <a:cubicBezTo>
                  <a:pt x="961" y="2389"/>
                  <a:pt x="958" y="2397"/>
                  <a:pt x="955" y="2405"/>
                </a:cubicBezTo>
                <a:cubicBezTo>
                  <a:pt x="948" y="2400"/>
                  <a:pt x="941" y="2395"/>
                  <a:pt x="933" y="2390"/>
                </a:cubicBezTo>
                <a:cubicBezTo>
                  <a:pt x="936" y="2382"/>
                  <a:pt x="939" y="2375"/>
                  <a:pt x="943" y="2367"/>
                </a:cubicBezTo>
                <a:cubicBezTo>
                  <a:pt x="949" y="2355"/>
                  <a:pt x="963" y="2347"/>
                  <a:pt x="961" y="2332"/>
                </a:cubicBezTo>
                <a:lnTo>
                  <a:pt x="961" y="2331"/>
                </a:lnTo>
                <a:cubicBezTo>
                  <a:pt x="961" y="2330"/>
                  <a:pt x="961" y="2330"/>
                  <a:pt x="960" y="2329"/>
                </a:cubicBezTo>
                <a:cubicBezTo>
                  <a:pt x="959" y="2328"/>
                  <a:pt x="959" y="2329"/>
                  <a:pt x="958" y="2329"/>
                </a:cubicBezTo>
                <a:cubicBezTo>
                  <a:pt x="957" y="2329"/>
                  <a:pt x="957" y="2328"/>
                  <a:pt x="956" y="2329"/>
                </a:cubicBezTo>
                <a:cubicBezTo>
                  <a:pt x="955" y="2330"/>
                  <a:pt x="955" y="2330"/>
                  <a:pt x="955" y="2331"/>
                </a:cubicBezTo>
                <a:cubicBezTo>
                  <a:pt x="949" y="2341"/>
                  <a:pt x="935" y="2346"/>
                  <a:pt x="927" y="2355"/>
                </a:cubicBezTo>
                <a:cubicBezTo>
                  <a:pt x="924" y="2359"/>
                  <a:pt x="921" y="2363"/>
                  <a:pt x="918" y="2368"/>
                </a:cubicBezTo>
                <a:cubicBezTo>
                  <a:pt x="916" y="2371"/>
                  <a:pt x="915" y="2374"/>
                  <a:pt x="914" y="2377"/>
                </a:cubicBezTo>
                <a:cubicBezTo>
                  <a:pt x="909" y="2374"/>
                  <a:pt x="905" y="2371"/>
                  <a:pt x="901" y="2369"/>
                </a:cubicBezTo>
                <a:cubicBezTo>
                  <a:pt x="896" y="2367"/>
                  <a:pt x="905" y="2361"/>
                  <a:pt x="906" y="2358"/>
                </a:cubicBezTo>
                <a:lnTo>
                  <a:pt x="910" y="2353"/>
                </a:lnTo>
                <a:cubicBezTo>
                  <a:pt x="911" y="2349"/>
                  <a:pt x="912" y="2345"/>
                  <a:pt x="913" y="2342"/>
                </a:cubicBezTo>
                <a:cubicBezTo>
                  <a:pt x="916" y="2337"/>
                  <a:pt x="917" y="2331"/>
                  <a:pt x="918" y="2325"/>
                </a:cubicBezTo>
                <a:cubicBezTo>
                  <a:pt x="918" y="2324"/>
                  <a:pt x="917" y="2324"/>
                  <a:pt x="917" y="2323"/>
                </a:cubicBezTo>
                <a:cubicBezTo>
                  <a:pt x="917" y="2322"/>
                  <a:pt x="916" y="2322"/>
                  <a:pt x="915" y="2321"/>
                </a:cubicBezTo>
                <a:cubicBezTo>
                  <a:pt x="915" y="2321"/>
                  <a:pt x="914" y="2321"/>
                  <a:pt x="913" y="2321"/>
                </a:cubicBezTo>
                <a:cubicBezTo>
                  <a:pt x="912" y="2321"/>
                  <a:pt x="912" y="2320"/>
                  <a:pt x="911" y="2321"/>
                </a:cubicBezTo>
                <a:cubicBezTo>
                  <a:pt x="910" y="2321"/>
                  <a:pt x="910" y="2322"/>
                  <a:pt x="909" y="2323"/>
                </a:cubicBezTo>
                <a:cubicBezTo>
                  <a:pt x="906" y="2326"/>
                  <a:pt x="903" y="2328"/>
                  <a:pt x="899" y="2331"/>
                </a:cubicBezTo>
                <a:cubicBezTo>
                  <a:pt x="898" y="2331"/>
                  <a:pt x="898" y="2331"/>
                  <a:pt x="898" y="2331"/>
                </a:cubicBezTo>
                <a:cubicBezTo>
                  <a:pt x="892" y="2335"/>
                  <a:pt x="887" y="2340"/>
                  <a:pt x="884" y="2346"/>
                </a:cubicBezTo>
                <a:cubicBezTo>
                  <a:pt x="882" y="2349"/>
                  <a:pt x="881" y="2353"/>
                  <a:pt x="880" y="2356"/>
                </a:cubicBezTo>
                <a:cubicBezTo>
                  <a:pt x="880" y="2357"/>
                  <a:pt x="880" y="2358"/>
                  <a:pt x="880" y="2358"/>
                </a:cubicBezTo>
                <a:cubicBezTo>
                  <a:pt x="880" y="2359"/>
                  <a:pt x="880" y="2360"/>
                  <a:pt x="880" y="2360"/>
                </a:cubicBezTo>
                <a:cubicBezTo>
                  <a:pt x="876" y="2359"/>
                  <a:pt x="873" y="2359"/>
                  <a:pt x="869" y="2358"/>
                </a:cubicBezTo>
                <a:cubicBezTo>
                  <a:pt x="872" y="2346"/>
                  <a:pt x="876" y="2334"/>
                  <a:pt x="881" y="2323"/>
                </a:cubicBezTo>
                <a:cubicBezTo>
                  <a:pt x="885" y="2311"/>
                  <a:pt x="890" y="2300"/>
                  <a:pt x="896" y="2289"/>
                </a:cubicBezTo>
                <a:cubicBezTo>
                  <a:pt x="898" y="2285"/>
                  <a:pt x="893" y="2282"/>
                  <a:pt x="890" y="2285"/>
                </a:cubicBezTo>
                <a:cubicBezTo>
                  <a:pt x="887" y="2288"/>
                  <a:pt x="885" y="2291"/>
                  <a:pt x="883" y="2295"/>
                </a:cubicBezTo>
                <a:cubicBezTo>
                  <a:pt x="882" y="2296"/>
                  <a:pt x="881" y="2298"/>
                  <a:pt x="881" y="2299"/>
                </a:cubicBezTo>
                <a:cubicBezTo>
                  <a:pt x="878" y="2303"/>
                  <a:pt x="875" y="2306"/>
                  <a:pt x="872" y="2308"/>
                </a:cubicBezTo>
                <a:cubicBezTo>
                  <a:pt x="875" y="2284"/>
                  <a:pt x="879" y="2260"/>
                  <a:pt x="882" y="2236"/>
                </a:cubicBezTo>
                <a:lnTo>
                  <a:pt x="896" y="2239"/>
                </a:lnTo>
                <a:cubicBezTo>
                  <a:pt x="897" y="2239"/>
                  <a:pt x="898" y="2240"/>
                  <a:pt x="899" y="2241"/>
                </a:cubicBezTo>
                <a:cubicBezTo>
                  <a:pt x="901" y="2242"/>
                  <a:pt x="904" y="2243"/>
                  <a:pt x="906" y="2243"/>
                </a:cubicBezTo>
                <a:cubicBezTo>
                  <a:pt x="909" y="2243"/>
                  <a:pt x="911" y="2242"/>
                  <a:pt x="913" y="2241"/>
                </a:cubicBezTo>
                <a:cubicBezTo>
                  <a:pt x="936" y="2244"/>
                  <a:pt x="959" y="2245"/>
                  <a:pt x="982" y="2249"/>
                </a:cubicBezTo>
                <a:cubicBezTo>
                  <a:pt x="984" y="2250"/>
                  <a:pt x="986" y="2250"/>
                  <a:pt x="988" y="2250"/>
                </a:cubicBezTo>
                <a:cubicBezTo>
                  <a:pt x="989" y="2250"/>
                  <a:pt x="990" y="2250"/>
                  <a:pt x="991" y="2250"/>
                </a:cubicBezTo>
                <a:cubicBezTo>
                  <a:pt x="1005" y="2252"/>
                  <a:pt x="1018" y="2256"/>
                  <a:pt x="1031" y="2261"/>
                </a:cubicBezTo>
                <a:cubicBezTo>
                  <a:pt x="1058" y="2272"/>
                  <a:pt x="1084" y="2280"/>
                  <a:pt x="1107" y="2291"/>
                </a:cubicBezTo>
                <a:lnTo>
                  <a:pt x="1110" y="2293"/>
                </a:lnTo>
                <a:lnTo>
                  <a:pt x="1111" y="2293"/>
                </a:lnTo>
                <a:cubicBezTo>
                  <a:pt x="1112" y="2293"/>
                  <a:pt x="1112" y="2293"/>
                  <a:pt x="1113" y="2293"/>
                </a:cubicBezTo>
                <a:cubicBezTo>
                  <a:pt x="1122" y="2296"/>
                  <a:pt x="1131" y="2301"/>
                  <a:pt x="1139" y="2305"/>
                </a:cubicBezTo>
                <a:cubicBezTo>
                  <a:pt x="1167" y="2321"/>
                  <a:pt x="1190" y="2344"/>
                  <a:pt x="1208" y="2370"/>
                </a:cubicBezTo>
                <a:cubicBezTo>
                  <a:pt x="1277" y="2476"/>
                  <a:pt x="1287" y="2628"/>
                  <a:pt x="1220" y="2737"/>
                </a:cubicBezTo>
                <a:lnTo>
                  <a:pt x="1206" y="2754"/>
                </a:lnTo>
                <a:cubicBezTo>
                  <a:pt x="1199" y="2763"/>
                  <a:pt x="1192" y="2773"/>
                  <a:pt x="1186" y="2783"/>
                </a:cubicBezTo>
                <a:cubicBezTo>
                  <a:pt x="1171" y="2809"/>
                  <a:pt x="1161" y="2837"/>
                  <a:pt x="1156" y="2866"/>
                </a:cubicBezTo>
                <a:lnTo>
                  <a:pt x="1155" y="2866"/>
                </a:lnTo>
                <a:moveTo>
                  <a:pt x="2203" y="1769"/>
                </a:moveTo>
                <a:cubicBezTo>
                  <a:pt x="2072" y="1749"/>
                  <a:pt x="1940" y="1799"/>
                  <a:pt x="1809" y="1786"/>
                </a:cubicBezTo>
                <a:cubicBezTo>
                  <a:pt x="1793" y="1785"/>
                  <a:pt x="1777" y="1784"/>
                  <a:pt x="1761" y="1784"/>
                </a:cubicBezTo>
                <a:cubicBezTo>
                  <a:pt x="1724" y="1784"/>
                  <a:pt x="1688" y="1788"/>
                  <a:pt x="1652" y="1795"/>
                </a:cubicBezTo>
                <a:cubicBezTo>
                  <a:pt x="1615" y="1802"/>
                  <a:pt x="1578" y="1805"/>
                  <a:pt x="1541" y="1805"/>
                </a:cubicBezTo>
                <a:cubicBezTo>
                  <a:pt x="1539" y="1805"/>
                  <a:pt x="1538" y="1805"/>
                  <a:pt x="1536" y="1805"/>
                </a:cubicBezTo>
                <a:cubicBezTo>
                  <a:pt x="1535" y="1805"/>
                  <a:pt x="1534" y="1805"/>
                  <a:pt x="1532" y="1805"/>
                </a:cubicBezTo>
                <a:cubicBezTo>
                  <a:pt x="1522" y="1805"/>
                  <a:pt x="1512" y="1806"/>
                  <a:pt x="1502" y="1807"/>
                </a:cubicBezTo>
                <a:cubicBezTo>
                  <a:pt x="1494" y="1807"/>
                  <a:pt x="1485" y="1809"/>
                  <a:pt x="1477" y="1811"/>
                </a:cubicBezTo>
                <a:cubicBezTo>
                  <a:pt x="1454" y="1814"/>
                  <a:pt x="1358" y="1830"/>
                  <a:pt x="1253" y="1848"/>
                </a:cubicBezTo>
                <a:cubicBezTo>
                  <a:pt x="1244" y="1848"/>
                  <a:pt x="1234" y="1848"/>
                  <a:pt x="1226" y="1848"/>
                </a:cubicBezTo>
                <a:cubicBezTo>
                  <a:pt x="1199" y="1848"/>
                  <a:pt x="1173" y="1852"/>
                  <a:pt x="1147" y="1860"/>
                </a:cubicBezTo>
                <a:cubicBezTo>
                  <a:pt x="1146" y="1860"/>
                  <a:pt x="1145" y="1860"/>
                  <a:pt x="1143" y="1860"/>
                </a:cubicBezTo>
                <a:cubicBezTo>
                  <a:pt x="1141" y="1860"/>
                  <a:pt x="1139" y="1860"/>
                  <a:pt x="1137" y="1861"/>
                </a:cubicBezTo>
                <a:cubicBezTo>
                  <a:pt x="1136" y="1862"/>
                  <a:pt x="1134" y="1863"/>
                  <a:pt x="1134" y="1864"/>
                </a:cubicBezTo>
                <a:cubicBezTo>
                  <a:pt x="1119" y="1869"/>
                  <a:pt x="1104" y="1873"/>
                  <a:pt x="1090" y="1878"/>
                </a:cubicBezTo>
                <a:cubicBezTo>
                  <a:pt x="1045" y="1887"/>
                  <a:pt x="1007" y="1897"/>
                  <a:pt x="980" y="1905"/>
                </a:cubicBezTo>
                <a:lnTo>
                  <a:pt x="960" y="1909"/>
                </a:lnTo>
                <a:cubicBezTo>
                  <a:pt x="963" y="1896"/>
                  <a:pt x="967" y="1883"/>
                  <a:pt x="972" y="1869"/>
                </a:cubicBezTo>
                <a:cubicBezTo>
                  <a:pt x="975" y="1868"/>
                  <a:pt x="978" y="1866"/>
                  <a:pt x="981" y="1865"/>
                </a:cubicBezTo>
                <a:cubicBezTo>
                  <a:pt x="982" y="1864"/>
                  <a:pt x="983" y="1864"/>
                  <a:pt x="984" y="1863"/>
                </a:cubicBezTo>
                <a:cubicBezTo>
                  <a:pt x="998" y="1859"/>
                  <a:pt x="1012" y="1854"/>
                  <a:pt x="1026" y="1849"/>
                </a:cubicBezTo>
                <a:cubicBezTo>
                  <a:pt x="1052" y="1841"/>
                  <a:pt x="1079" y="1837"/>
                  <a:pt x="1105" y="1830"/>
                </a:cubicBezTo>
                <a:cubicBezTo>
                  <a:pt x="1158" y="1815"/>
                  <a:pt x="1212" y="1806"/>
                  <a:pt x="1267" y="1802"/>
                </a:cubicBezTo>
                <a:cubicBezTo>
                  <a:pt x="1370" y="1795"/>
                  <a:pt x="1472" y="1769"/>
                  <a:pt x="1576" y="1762"/>
                </a:cubicBezTo>
                <a:cubicBezTo>
                  <a:pt x="1630" y="1760"/>
                  <a:pt x="1685" y="1757"/>
                  <a:pt x="1739" y="1751"/>
                </a:cubicBezTo>
                <a:cubicBezTo>
                  <a:pt x="1780" y="1746"/>
                  <a:pt x="1838" y="1754"/>
                  <a:pt x="1876" y="1742"/>
                </a:cubicBezTo>
                <a:cubicBezTo>
                  <a:pt x="1939" y="1722"/>
                  <a:pt x="2014" y="1738"/>
                  <a:pt x="2078" y="1739"/>
                </a:cubicBezTo>
                <a:cubicBezTo>
                  <a:pt x="2104" y="1740"/>
                  <a:pt x="2130" y="1741"/>
                  <a:pt x="2157" y="1741"/>
                </a:cubicBezTo>
                <a:cubicBezTo>
                  <a:pt x="2183" y="1741"/>
                  <a:pt x="2209" y="1740"/>
                  <a:pt x="2235" y="1739"/>
                </a:cubicBezTo>
                <a:cubicBezTo>
                  <a:pt x="2225" y="1750"/>
                  <a:pt x="2214" y="1759"/>
                  <a:pt x="2203" y="1768"/>
                </a:cubicBezTo>
                <a:lnTo>
                  <a:pt x="2203" y="1769"/>
                </a:lnTo>
                <a:moveTo>
                  <a:pt x="798" y="2847"/>
                </a:moveTo>
                <a:cubicBezTo>
                  <a:pt x="799" y="2847"/>
                  <a:pt x="800" y="2847"/>
                  <a:pt x="801" y="2846"/>
                </a:cubicBezTo>
                <a:cubicBezTo>
                  <a:pt x="803" y="2845"/>
                  <a:pt x="805" y="2843"/>
                  <a:pt x="806" y="2841"/>
                </a:cubicBezTo>
                <a:cubicBezTo>
                  <a:pt x="807" y="2839"/>
                  <a:pt x="808" y="2838"/>
                  <a:pt x="808" y="2836"/>
                </a:cubicBezTo>
                <a:cubicBezTo>
                  <a:pt x="834" y="2718"/>
                  <a:pt x="823" y="2598"/>
                  <a:pt x="844" y="2481"/>
                </a:cubicBezTo>
                <a:cubicBezTo>
                  <a:pt x="850" y="2448"/>
                  <a:pt x="856" y="2415"/>
                  <a:pt x="861" y="2382"/>
                </a:cubicBezTo>
                <a:cubicBezTo>
                  <a:pt x="906" y="2410"/>
                  <a:pt x="951" y="2437"/>
                  <a:pt x="998" y="2462"/>
                </a:cubicBezTo>
                <a:cubicBezTo>
                  <a:pt x="1003" y="2465"/>
                  <a:pt x="1008" y="2467"/>
                  <a:pt x="1013" y="2470"/>
                </a:cubicBezTo>
                <a:cubicBezTo>
                  <a:pt x="1045" y="2488"/>
                  <a:pt x="1074" y="2514"/>
                  <a:pt x="1097" y="2543"/>
                </a:cubicBezTo>
                <a:cubicBezTo>
                  <a:pt x="1100" y="2548"/>
                  <a:pt x="1103" y="2552"/>
                  <a:pt x="1105" y="2556"/>
                </a:cubicBezTo>
                <a:cubicBezTo>
                  <a:pt x="1118" y="2578"/>
                  <a:pt x="1125" y="2602"/>
                  <a:pt x="1128" y="2627"/>
                </a:cubicBezTo>
                <a:cubicBezTo>
                  <a:pt x="1128" y="2630"/>
                  <a:pt x="1127" y="2633"/>
                  <a:pt x="1127" y="2636"/>
                </a:cubicBezTo>
                <a:cubicBezTo>
                  <a:pt x="1127" y="2651"/>
                  <a:pt x="1129" y="2665"/>
                  <a:pt x="1131" y="2680"/>
                </a:cubicBezTo>
                <a:cubicBezTo>
                  <a:pt x="1137" y="2696"/>
                  <a:pt x="1140" y="2713"/>
                  <a:pt x="1140" y="2730"/>
                </a:cubicBezTo>
                <a:cubicBezTo>
                  <a:pt x="1140" y="2751"/>
                  <a:pt x="1135" y="2772"/>
                  <a:pt x="1126" y="2791"/>
                </a:cubicBezTo>
                <a:cubicBezTo>
                  <a:pt x="1124" y="2783"/>
                  <a:pt x="1121" y="2776"/>
                  <a:pt x="1119" y="2769"/>
                </a:cubicBezTo>
                <a:cubicBezTo>
                  <a:pt x="1117" y="2761"/>
                  <a:pt x="1108" y="2764"/>
                  <a:pt x="1109" y="2770"/>
                </a:cubicBezTo>
                <a:cubicBezTo>
                  <a:pt x="1113" y="2799"/>
                  <a:pt x="1094" y="2823"/>
                  <a:pt x="1093" y="2850"/>
                </a:cubicBezTo>
                <a:cubicBezTo>
                  <a:pt x="1086" y="2860"/>
                  <a:pt x="1079" y="2870"/>
                  <a:pt x="1072" y="2878"/>
                </a:cubicBezTo>
                <a:cubicBezTo>
                  <a:pt x="1075" y="2851"/>
                  <a:pt x="1077" y="2823"/>
                  <a:pt x="1077" y="2795"/>
                </a:cubicBezTo>
                <a:cubicBezTo>
                  <a:pt x="1077" y="2789"/>
                  <a:pt x="1069" y="2788"/>
                  <a:pt x="1068" y="2795"/>
                </a:cubicBezTo>
                <a:cubicBezTo>
                  <a:pt x="1067" y="2821"/>
                  <a:pt x="1062" y="2847"/>
                  <a:pt x="1054" y="2872"/>
                </a:cubicBezTo>
                <a:cubicBezTo>
                  <a:pt x="1050" y="2885"/>
                  <a:pt x="1047" y="2901"/>
                  <a:pt x="1042" y="2915"/>
                </a:cubicBezTo>
                <a:lnTo>
                  <a:pt x="1036" y="2921"/>
                </a:lnTo>
                <a:cubicBezTo>
                  <a:pt x="1030" y="2928"/>
                  <a:pt x="1022" y="2935"/>
                  <a:pt x="1015" y="2941"/>
                </a:cubicBezTo>
                <a:cubicBezTo>
                  <a:pt x="1017" y="2932"/>
                  <a:pt x="1019" y="2922"/>
                  <a:pt x="1020" y="2913"/>
                </a:cubicBezTo>
                <a:cubicBezTo>
                  <a:pt x="1024" y="2890"/>
                  <a:pt x="1026" y="2867"/>
                  <a:pt x="1026" y="2844"/>
                </a:cubicBezTo>
                <a:cubicBezTo>
                  <a:pt x="1026" y="2831"/>
                  <a:pt x="1025" y="2818"/>
                  <a:pt x="1024" y="2805"/>
                </a:cubicBezTo>
                <a:lnTo>
                  <a:pt x="1024" y="2804"/>
                </a:lnTo>
                <a:cubicBezTo>
                  <a:pt x="1023" y="2803"/>
                  <a:pt x="1023" y="2804"/>
                  <a:pt x="1022" y="2803"/>
                </a:cubicBezTo>
                <a:cubicBezTo>
                  <a:pt x="1021" y="2802"/>
                  <a:pt x="1021" y="2802"/>
                  <a:pt x="1021" y="2802"/>
                </a:cubicBezTo>
                <a:cubicBezTo>
                  <a:pt x="1020" y="2802"/>
                  <a:pt x="1020" y="2802"/>
                  <a:pt x="1019" y="2803"/>
                </a:cubicBezTo>
                <a:cubicBezTo>
                  <a:pt x="1019" y="2803"/>
                  <a:pt x="1018" y="2803"/>
                  <a:pt x="1018" y="2804"/>
                </a:cubicBezTo>
                <a:lnTo>
                  <a:pt x="1018" y="2805"/>
                </a:lnTo>
                <a:lnTo>
                  <a:pt x="1018" y="2806"/>
                </a:lnTo>
                <a:cubicBezTo>
                  <a:pt x="1018" y="2841"/>
                  <a:pt x="1012" y="2876"/>
                  <a:pt x="1002" y="2909"/>
                </a:cubicBezTo>
                <a:cubicBezTo>
                  <a:pt x="996" y="2927"/>
                  <a:pt x="983" y="2944"/>
                  <a:pt x="983" y="2962"/>
                </a:cubicBezTo>
                <a:cubicBezTo>
                  <a:pt x="975" y="2966"/>
                  <a:pt x="967" y="2970"/>
                  <a:pt x="958" y="2974"/>
                </a:cubicBezTo>
                <a:cubicBezTo>
                  <a:pt x="961" y="2963"/>
                  <a:pt x="961" y="2951"/>
                  <a:pt x="963" y="2942"/>
                </a:cubicBezTo>
                <a:cubicBezTo>
                  <a:pt x="970" y="2917"/>
                  <a:pt x="975" y="2893"/>
                  <a:pt x="978" y="2867"/>
                </a:cubicBezTo>
                <a:cubicBezTo>
                  <a:pt x="978" y="2864"/>
                  <a:pt x="973" y="2864"/>
                  <a:pt x="973" y="2867"/>
                </a:cubicBezTo>
                <a:cubicBezTo>
                  <a:pt x="970" y="2889"/>
                  <a:pt x="964" y="2911"/>
                  <a:pt x="956" y="2931"/>
                </a:cubicBezTo>
                <a:cubicBezTo>
                  <a:pt x="951" y="2947"/>
                  <a:pt x="949" y="2964"/>
                  <a:pt x="943" y="2980"/>
                </a:cubicBezTo>
                <a:cubicBezTo>
                  <a:pt x="934" y="2984"/>
                  <a:pt x="924" y="2987"/>
                  <a:pt x="915" y="2990"/>
                </a:cubicBezTo>
                <a:cubicBezTo>
                  <a:pt x="922" y="2968"/>
                  <a:pt x="928" y="2945"/>
                  <a:pt x="933" y="2922"/>
                </a:cubicBezTo>
                <a:cubicBezTo>
                  <a:pt x="943" y="2878"/>
                  <a:pt x="948" y="2832"/>
                  <a:pt x="948" y="2786"/>
                </a:cubicBezTo>
                <a:cubicBezTo>
                  <a:pt x="948" y="2784"/>
                  <a:pt x="948" y="2782"/>
                  <a:pt x="948" y="2780"/>
                </a:cubicBezTo>
                <a:cubicBezTo>
                  <a:pt x="948" y="2776"/>
                  <a:pt x="940" y="2776"/>
                  <a:pt x="940" y="2780"/>
                </a:cubicBezTo>
                <a:cubicBezTo>
                  <a:pt x="939" y="2825"/>
                  <a:pt x="932" y="2870"/>
                  <a:pt x="918" y="2912"/>
                </a:cubicBezTo>
                <a:cubicBezTo>
                  <a:pt x="912" y="2941"/>
                  <a:pt x="903" y="2969"/>
                  <a:pt x="891" y="2995"/>
                </a:cubicBezTo>
                <a:cubicBezTo>
                  <a:pt x="885" y="2997"/>
                  <a:pt x="879" y="2998"/>
                  <a:pt x="872" y="2998"/>
                </a:cubicBezTo>
                <a:lnTo>
                  <a:pt x="866" y="2997"/>
                </a:lnTo>
                <a:cubicBezTo>
                  <a:pt x="868" y="2993"/>
                  <a:pt x="870" y="2989"/>
                  <a:pt x="872" y="2986"/>
                </a:cubicBezTo>
                <a:cubicBezTo>
                  <a:pt x="881" y="2971"/>
                  <a:pt x="887" y="2954"/>
                  <a:pt x="890" y="2938"/>
                </a:cubicBezTo>
                <a:cubicBezTo>
                  <a:pt x="901" y="2913"/>
                  <a:pt x="908" y="2886"/>
                  <a:pt x="910" y="2859"/>
                </a:cubicBezTo>
                <a:cubicBezTo>
                  <a:pt x="910" y="2854"/>
                  <a:pt x="902" y="2854"/>
                  <a:pt x="902" y="2859"/>
                </a:cubicBezTo>
                <a:cubicBezTo>
                  <a:pt x="899" y="2885"/>
                  <a:pt x="890" y="2910"/>
                  <a:pt x="878" y="2932"/>
                </a:cubicBezTo>
                <a:cubicBezTo>
                  <a:pt x="871" y="2952"/>
                  <a:pt x="863" y="2972"/>
                  <a:pt x="854" y="2991"/>
                </a:cubicBezTo>
                <a:lnTo>
                  <a:pt x="836" y="2985"/>
                </a:lnTo>
                <a:cubicBezTo>
                  <a:pt x="851" y="2948"/>
                  <a:pt x="862" y="2910"/>
                  <a:pt x="870" y="2872"/>
                </a:cubicBezTo>
                <a:cubicBezTo>
                  <a:pt x="875" y="2842"/>
                  <a:pt x="875" y="2803"/>
                  <a:pt x="889" y="2776"/>
                </a:cubicBezTo>
                <a:cubicBezTo>
                  <a:pt x="890" y="2775"/>
                  <a:pt x="890" y="2775"/>
                  <a:pt x="890" y="2774"/>
                </a:cubicBezTo>
                <a:cubicBezTo>
                  <a:pt x="890" y="2773"/>
                  <a:pt x="890" y="2772"/>
                  <a:pt x="889" y="2771"/>
                </a:cubicBezTo>
                <a:cubicBezTo>
                  <a:pt x="889" y="2771"/>
                  <a:pt x="888" y="2771"/>
                  <a:pt x="887" y="2770"/>
                </a:cubicBezTo>
                <a:cubicBezTo>
                  <a:pt x="886" y="2769"/>
                  <a:pt x="886" y="2769"/>
                  <a:pt x="885" y="2769"/>
                </a:cubicBezTo>
                <a:cubicBezTo>
                  <a:pt x="884" y="2769"/>
                  <a:pt x="883" y="2769"/>
                  <a:pt x="882" y="2770"/>
                </a:cubicBezTo>
                <a:cubicBezTo>
                  <a:pt x="882" y="2770"/>
                  <a:pt x="881" y="2770"/>
                  <a:pt x="881" y="2771"/>
                </a:cubicBezTo>
                <a:cubicBezTo>
                  <a:pt x="866" y="2796"/>
                  <a:pt x="869" y="2831"/>
                  <a:pt x="854" y="2856"/>
                </a:cubicBezTo>
                <a:cubicBezTo>
                  <a:pt x="847" y="2874"/>
                  <a:pt x="842" y="2893"/>
                  <a:pt x="839" y="2912"/>
                </a:cubicBezTo>
                <a:cubicBezTo>
                  <a:pt x="832" y="2934"/>
                  <a:pt x="823" y="2955"/>
                  <a:pt x="815" y="2977"/>
                </a:cubicBezTo>
                <a:lnTo>
                  <a:pt x="815" y="2978"/>
                </a:lnTo>
                <a:cubicBezTo>
                  <a:pt x="811" y="2978"/>
                  <a:pt x="807" y="2977"/>
                  <a:pt x="802" y="2977"/>
                </a:cubicBezTo>
                <a:cubicBezTo>
                  <a:pt x="801" y="2977"/>
                  <a:pt x="800" y="2977"/>
                  <a:pt x="798" y="2977"/>
                </a:cubicBezTo>
                <a:cubicBezTo>
                  <a:pt x="815" y="2949"/>
                  <a:pt x="818" y="2914"/>
                  <a:pt x="827" y="2882"/>
                </a:cubicBezTo>
                <a:cubicBezTo>
                  <a:pt x="832" y="2860"/>
                  <a:pt x="834" y="2836"/>
                  <a:pt x="834" y="2813"/>
                </a:cubicBezTo>
                <a:cubicBezTo>
                  <a:pt x="834" y="2806"/>
                  <a:pt x="834" y="2798"/>
                  <a:pt x="833" y="2790"/>
                </a:cubicBezTo>
                <a:cubicBezTo>
                  <a:pt x="833" y="2785"/>
                  <a:pt x="826" y="2786"/>
                  <a:pt x="826" y="2790"/>
                </a:cubicBezTo>
                <a:cubicBezTo>
                  <a:pt x="824" y="2824"/>
                  <a:pt x="815" y="2857"/>
                  <a:pt x="801" y="2888"/>
                </a:cubicBezTo>
                <a:cubicBezTo>
                  <a:pt x="794" y="2913"/>
                  <a:pt x="784" y="2936"/>
                  <a:pt x="772" y="2959"/>
                </a:cubicBezTo>
                <a:cubicBezTo>
                  <a:pt x="760" y="2982"/>
                  <a:pt x="772" y="2959"/>
                  <a:pt x="772" y="2960"/>
                </a:cubicBezTo>
                <a:cubicBezTo>
                  <a:pt x="770" y="2957"/>
                  <a:pt x="768" y="2953"/>
                  <a:pt x="766" y="2949"/>
                </a:cubicBezTo>
                <a:cubicBezTo>
                  <a:pt x="783" y="2933"/>
                  <a:pt x="792" y="2887"/>
                  <a:pt x="798" y="2847"/>
                </a:cubicBezTo>
                <a:moveTo>
                  <a:pt x="1830" y="3383"/>
                </a:moveTo>
                <a:cubicBezTo>
                  <a:pt x="1830" y="3385"/>
                  <a:pt x="1830" y="3387"/>
                  <a:pt x="1831" y="3388"/>
                </a:cubicBezTo>
                <a:lnTo>
                  <a:pt x="1826" y="3388"/>
                </a:lnTo>
                <a:cubicBezTo>
                  <a:pt x="1827" y="3387"/>
                  <a:pt x="1828" y="3386"/>
                  <a:pt x="1829" y="3385"/>
                </a:cubicBezTo>
                <a:cubicBezTo>
                  <a:pt x="1829" y="3384"/>
                  <a:pt x="1829" y="3384"/>
                  <a:pt x="1830" y="3383"/>
                </a:cubicBezTo>
                <a:moveTo>
                  <a:pt x="3895" y="3104"/>
                </a:moveTo>
                <a:cubicBezTo>
                  <a:pt x="3894" y="3112"/>
                  <a:pt x="3871" y="3125"/>
                  <a:pt x="3865" y="3130"/>
                </a:cubicBezTo>
                <a:cubicBezTo>
                  <a:pt x="3858" y="3136"/>
                  <a:pt x="3850" y="3142"/>
                  <a:pt x="3842" y="3147"/>
                </a:cubicBezTo>
                <a:cubicBezTo>
                  <a:pt x="3835" y="3151"/>
                  <a:pt x="3827" y="3154"/>
                  <a:pt x="3819" y="3157"/>
                </a:cubicBezTo>
                <a:cubicBezTo>
                  <a:pt x="3824" y="3150"/>
                  <a:pt x="3828" y="3141"/>
                  <a:pt x="3831" y="3134"/>
                </a:cubicBezTo>
                <a:cubicBezTo>
                  <a:pt x="3834" y="3127"/>
                  <a:pt x="3837" y="3120"/>
                  <a:pt x="3841" y="3113"/>
                </a:cubicBezTo>
                <a:cubicBezTo>
                  <a:pt x="3844" y="3108"/>
                  <a:pt x="3847" y="3103"/>
                  <a:pt x="3851" y="3098"/>
                </a:cubicBezTo>
                <a:cubicBezTo>
                  <a:pt x="3855" y="3094"/>
                  <a:pt x="3849" y="3088"/>
                  <a:pt x="3845" y="3092"/>
                </a:cubicBezTo>
                <a:cubicBezTo>
                  <a:pt x="3839" y="3098"/>
                  <a:pt x="3834" y="3104"/>
                  <a:pt x="3829" y="3111"/>
                </a:cubicBezTo>
                <a:cubicBezTo>
                  <a:pt x="3821" y="3121"/>
                  <a:pt x="3812" y="3128"/>
                  <a:pt x="3804" y="3136"/>
                </a:cubicBezTo>
                <a:cubicBezTo>
                  <a:pt x="3801" y="3139"/>
                  <a:pt x="3798" y="3145"/>
                  <a:pt x="3796" y="3147"/>
                </a:cubicBezTo>
                <a:cubicBezTo>
                  <a:pt x="3793" y="3149"/>
                  <a:pt x="3785" y="3151"/>
                  <a:pt x="3782" y="3156"/>
                </a:cubicBezTo>
                <a:cubicBezTo>
                  <a:pt x="3778" y="3160"/>
                  <a:pt x="3776" y="3167"/>
                  <a:pt x="3773" y="3171"/>
                </a:cubicBezTo>
                <a:lnTo>
                  <a:pt x="3753" y="3177"/>
                </a:lnTo>
                <a:cubicBezTo>
                  <a:pt x="3764" y="3156"/>
                  <a:pt x="3777" y="3138"/>
                  <a:pt x="3788" y="3116"/>
                </a:cubicBezTo>
                <a:cubicBezTo>
                  <a:pt x="3789" y="3115"/>
                  <a:pt x="3790" y="3114"/>
                  <a:pt x="3790" y="3113"/>
                </a:cubicBezTo>
                <a:cubicBezTo>
                  <a:pt x="3796" y="3103"/>
                  <a:pt x="3801" y="3093"/>
                  <a:pt x="3804" y="3082"/>
                </a:cubicBezTo>
                <a:lnTo>
                  <a:pt x="3804" y="3081"/>
                </a:lnTo>
                <a:cubicBezTo>
                  <a:pt x="3804" y="3080"/>
                  <a:pt x="3804" y="3079"/>
                  <a:pt x="3804" y="3078"/>
                </a:cubicBezTo>
                <a:cubicBezTo>
                  <a:pt x="3803" y="3077"/>
                  <a:pt x="3803" y="3077"/>
                  <a:pt x="3802" y="3077"/>
                </a:cubicBezTo>
                <a:cubicBezTo>
                  <a:pt x="3801" y="3076"/>
                  <a:pt x="3800" y="3076"/>
                  <a:pt x="3800" y="3076"/>
                </a:cubicBezTo>
                <a:cubicBezTo>
                  <a:pt x="3799" y="3076"/>
                  <a:pt x="3798" y="3076"/>
                  <a:pt x="3797" y="3077"/>
                </a:cubicBezTo>
                <a:lnTo>
                  <a:pt x="3796" y="3078"/>
                </a:lnTo>
                <a:cubicBezTo>
                  <a:pt x="3796" y="3079"/>
                  <a:pt x="3795" y="3079"/>
                  <a:pt x="3795" y="3079"/>
                </a:cubicBezTo>
                <a:cubicBezTo>
                  <a:pt x="3789" y="3089"/>
                  <a:pt x="3782" y="3099"/>
                  <a:pt x="3774" y="3107"/>
                </a:cubicBezTo>
                <a:cubicBezTo>
                  <a:pt x="3769" y="3114"/>
                  <a:pt x="3763" y="3120"/>
                  <a:pt x="3757" y="3126"/>
                </a:cubicBezTo>
                <a:cubicBezTo>
                  <a:pt x="3748" y="3137"/>
                  <a:pt x="3739" y="3149"/>
                  <a:pt x="3732" y="3162"/>
                </a:cubicBezTo>
                <a:lnTo>
                  <a:pt x="3725" y="3149"/>
                </a:lnTo>
                <a:cubicBezTo>
                  <a:pt x="3730" y="3133"/>
                  <a:pt x="3739" y="3117"/>
                  <a:pt x="3746" y="3102"/>
                </a:cubicBezTo>
                <a:cubicBezTo>
                  <a:pt x="3750" y="3086"/>
                  <a:pt x="3757" y="3070"/>
                  <a:pt x="3764" y="3055"/>
                </a:cubicBezTo>
                <a:cubicBezTo>
                  <a:pt x="3766" y="3052"/>
                  <a:pt x="3761" y="3048"/>
                  <a:pt x="3759" y="3051"/>
                </a:cubicBezTo>
                <a:cubicBezTo>
                  <a:pt x="3748" y="3063"/>
                  <a:pt x="3742" y="3079"/>
                  <a:pt x="3732" y="3092"/>
                </a:cubicBezTo>
                <a:cubicBezTo>
                  <a:pt x="3723" y="3102"/>
                  <a:pt x="3716" y="3113"/>
                  <a:pt x="3710" y="3124"/>
                </a:cubicBezTo>
                <a:cubicBezTo>
                  <a:pt x="3707" y="3120"/>
                  <a:pt x="3703" y="3116"/>
                  <a:pt x="3700" y="3112"/>
                </a:cubicBezTo>
                <a:cubicBezTo>
                  <a:pt x="3701" y="3111"/>
                  <a:pt x="3701" y="3111"/>
                  <a:pt x="3702" y="3110"/>
                </a:cubicBezTo>
                <a:cubicBezTo>
                  <a:pt x="3702" y="3108"/>
                  <a:pt x="3703" y="3107"/>
                  <a:pt x="3703" y="3105"/>
                </a:cubicBezTo>
                <a:lnTo>
                  <a:pt x="3703" y="3104"/>
                </a:lnTo>
                <a:cubicBezTo>
                  <a:pt x="3704" y="3093"/>
                  <a:pt x="3707" y="3082"/>
                  <a:pt x="3712" y="3072"/>
                </a:cubicBezTo>
                <a:cubicBezTo>
                  <a:pt x="3719" y="3058"/>
                  <a:pt x="3723" y="3042"/>
                  <a:pt x="3723" y="3027"/>
                </a:cubicBezTo>
                <a:cubicBezTo>
                  <a:pt x="3723" y="3026"/>
                  <a:pt x="3723" y="3025"/>
                  <a:pt x="3723" y="3024"/>
                </a:cubicBezTo>
                <a:cubicBezTo>
                  <a:pt x="3723" y="3021"/>
                  <a:pt x="3717" y="3022"/>
                  <a:pt x="3717" y="3024"/>
                </a:cubicBezTo>
                <a:cubicBezTo>
                  <a:pt x="3715" y="3051"/>
                  <a:pt x="3688" y="3071"/>
                  <a:pt x="3683" y="3097"/>
                </a:cubicBezTo>
                <a:cubicBezTo>
                  <a:pt x="3678" y="3093"/>
                  <a:pt x="3674" y="3090"/>
                  <a:pt x="3669" y="3088"/>
                </a:cubicBezTo>
                <a:cubicBezTo>
                  <a:pt x="3666" y="3086"/>
                  <a:pt x="3663" y="3084"/>
                  <a:pt x="3659" y="3083"/>
                </a:cubicBezTo>
                <a:cubicBezTo>
                  <a:pt x="3660" y="3082"/>
                  <a:pt x="3660" y="3082"/>
                  <a:pt x="3660" y="3082"/>
                </a:cubicBezTo>
                <a:cubicBezTo>
                  <a:pt x="3661" y="3081"/>
                  <a:pt x="3661" y="3080"/>
                  <a:pt x="3661" y="3078"/>
                </a:cubicBezTo>
                <a:cubicBezTo>
                  <a:pt x="3666" y="3054"/>
                  <a:pt x="3673" y="3031"/>
                  <a:pt x="3683" y="3009"/>
                </a:cubicBezTo>
                <a:cubicBezTo>
                  <a:pt x="3684" y="3004"/>
                  <a:pt x="3677" y="3000"/>
                  <a:pt x="3675" y="3005"/>
                </a:cubicBezTo>
                <a:cubicBezTo>
                  <a:pt x="3663" y="3027"/>
                  <a:pt x="3636" y="3046"/>
                  <a:pt x="3640" y="3074"/>
                </a:cubicBezTo>
                <a:cubicBezTo>
                  <a:pt x="3632" y="3071"/>
                  <a:pt x="3622" y="3068"/>
                  <a:pt x="3613" y="3066"/>
                </a:cubicBezTo>
                <a:cubicBezTo>
                  <a:pt x="3616" y="3060"/>
                  <a:pt x="3619" y="3055"/>
                  <a:pt x="3620" y="3049"/>
                </a:cubicBezTo>
                <a:cubicBezTo>
                  <a:pt x="3623" y="3041"/>
                  <a:pt x="3618" y="3029"/>
                  <a:pt x="3617" y="3021"/>
                </a:cubicBezTo>
                <a:cubicBezTo>
                  <a:pt x="3617" y="3020"/>
                  <a:pt x="3617" y="3019"/>
                  <a:pt x="3617" y="3019"/>
                </a:cubicBezTo>
                <a:cubicBezTo>
                  <a:pt x="3616" y="3018"/>
                  <a:pt x="3616" y="3017"/>
                  <a:pt x="3615" y="3017"/>
                </a:cubicBezTo>
                <a:cubicBezTo>
                  <a:pt x="3614" y="3017"/>
                  <a:pt x="3613" y="3016"/>
                  <a:pt x="3613" y="3016"/>
                </a:cubicBezTo>
                <a:cubicBezTo>
                  <a:pt x="3612" y="3016"/>
                  <a:pt x="3611" y="3017"/>
                  <a:pt x="3610" y="3017"/>
                </a:cubicBezTo>
                <a:cubicBezTo>
                  <a:pt x="3610" y="3017"/>
                  <a:pt x="3609" y="3018"/>
                  <a:pt x="3609" y="3019"/>
                </a:cubicBezTo>
                <a:cubicBezTo>
                  <a:pt x="3608" y="3020"/>
                  <a:pt x="3608" y="3020"/>
                  <a:pt x="3608" y="3021"/>
                </a:cubicBezTo>
                <a:cubicBezTo>
                  <a:pt x="3608" y="3030"/>
                  <a:pt x="3606" y="3039"/>
                  <a:pt x="3602" y="3047"/>
                </a:cubicBezTo>
                <a:cubicBezTo>
                  <a:pt x="3602" y="3048"/>
                  <a:pt x="3602" y="3048"/>
                  <a:pt x="3601" y="3049"/>
                </a:cubicBezTo>
                <a:cubicBezTo>
                  <a:pt x="3599" y="3053"/>
                  <a:pt x="3598" y="3057"/>
                  <a:pt x="3598" y="3062"/>
                </a:cubicBezTo>
                <a:cubicBezTo>
                  <a:pt x="3590" y="3060"/>
                  <a:pt x="3583" y="3058"/>
                  <a:pt x="3575" y="3057"/>
                </a:cubicBezTo>
                <a:cubicBezTo>
                  <a:pt x="3577" y="3052"/>
                  <a:pt x="3578" y="3047"/>
                  <a:pt x="3578" y="3042"/>
                </a:cubicBezTo>
                <a:cubicBezTo>
                  <a:pt x="3578" y="3034"/>
                  <a:pt x="3579" y="3026"/>
                  <a:pt x="3581" y="3019"/>
                </a:cubicBezTo>
                <a:cubicBezTo>
                  <a:pt x="3581" y="3016"/>
                  <a:pt x="3577" y="3013"/>
                  <a:pt x="3576" y="3016"/>
                </a:cubicBezTo>
                <a:cubicBezTo>
                  <a:pt x="3572" y="3025"/>
                  <a:pt x="3569" y="3035"/>
                  <a:pt x="3568" y="3044"/>
                </a:cubicBezTo>
                <a:cubicBezTo>
                  <a:pt x="3566" y="3048"/>
                  <a:pt x="3565" y="3052"/>
                  <a:pt x="3563" y="3055"/>
                </a:cubicBezTo>
                <a:cubicBezTo>
                  <a:pt x="3556" y="3054"/>
                  <a:pt x="3549" y="3053"/>
                  <a:pt x="3543" y="3053"/>
                </a:cubicBezTo>
                <a:lnTo>
                  <a:pt x="3543" y="3050"/>
                </a:lnTo>
                <a:cubicBezTo>
                  <a:pt x="3544" y="3049"/>
                  <a:pt x="3544" y="3048"/>
                  <a:pt x="3544" y="3046"/>
                </a:cubicBezTo>
                <a:cubicBezTo>
                  <a:pt x="3544" y="3039"/>
                  <a:pt x="3542" y="3032"/>
                  <a:pt x="3539" y="3026"/>
                </a:cubicBezTo>
                <a:cubicBezTo>
                  <a:pt x="3539" y="3026"/>
                  <a:pt x="3538" y="3026"/>
                  <a:pt x="3538" y="3025"/>
                </a:cubicBezTo>
                <a:cubicBezTo>
                  <a:pt x="3537" y="3024"/>
                  <a:pt x="3537" y="3024"/>
                  <a:pt x="3536" y="3023"/>
                </a:cubicBezTo>
                <a:cubicBezTo>
                  <a:pt x="3536" y="3023"/>
                  <a:pt x="3535" y="3023"/>
                  <a:pt x="3534" y="3023"/>
                </a:cubicBezTo>
                <a:cubicBezTo>
                  <a:pt x="3533" y="3023"/>
                  <a:pt x="3532" y="3022"/>
                  <a:pt x="3531" y="3023"/>
                </a:cubicBezTo>
                <a:cubicBezTo>
                  <a:pt x="3530" y="3023"/>
                  <a:pt x="3529" y="3024"/>
                  <a:pt x="3529" y="3025"/>
                </a:cubicBezTo>
                <a:cubicBezTo>
                  <a:pt x="3529" y="3026"/>
                  <a:pt x="3529" y="3026"/>
                  <a:pt x="3529" y="3026"/>
                </a:cubicBezTo>
                <a:cubicBezTo>
                  <a:pt x="3526" y="3032"/>
                  <a:pt x="3524" y="3039"/>
                  <a:pt x="3522" y="3046"/>
                </a:cubicBezTo>
                <a:cubicBezTo>
                  <a:pt x="3521" y="3048"/>
                  <a:pt x="3520" y="3050"/>
                  <a:pt x="3520" y="3052"/>
                </a:cubicBezTo>
                <a:lnTo>
                  <a:pt x="3506" y="3052"/>
                </a:lnTo>
                <a:cubicBezTo>
                  <a:pt x="3507" y="3049"/>
                  <a:pt x="3507" y="3046"/>
                  <a:pt x="3507" y="3044"/>
                </a:cubicBezTo>
                <a:cubicBezTo>
                  <a:pt x="3507" y="3041"/>
                  <a:pt x="3507" y="3038"/>
                  <a:pt x="3506" y="3036"/>
                </a:cubicBezTo>
                <a:cubicBezTo>
                  <a:pt x="3505" y="3023"/>
                  <a:pt x="3516" y="3011"/>
                  <a:pt x="3517" y="2997"/>
                </a:cubicBezTo>
                <a:cubicBezTo>
                  <a:pt x="3517" y="2993"/>
                  <a:pt x="3511" y="2993"/>
                  <a:pt x="3510" y="2997"/>
                </a:cubicBezTo>
                <a:cubicBezTo>
                  <a:pt x="3506" y="3008"/>
                  <a:pt x="3497" y="3014"/>
                  <a:pt x="3493" y="3024"/>
                </a:cubicBezTo>
                <a:cubicBezTo>
                  <a:pt x="3492" y="3029"/>
                  <a:pt x="3491" y="3034"/>
                  <a:pt x="3491" y="3040"/>
                </a:cubicBezTo>
                <a:cubicBezTo>
                  <a:pt x="3491" y="3042"/>
                  <a:pt x="3491" y="3043"/>
                  <a:pt x="3491" y="3045"/>
                </a:cubicBezTo>
                <a:cubicBezTo>
                  <a:pt x="3491" y="3048"/>
                  <a:pt x="3491" y="3050"/>
                  <a:pt x="3490" y="3052"/>
                </a:cubicBezTo>
                <a:cubicBezTo>
                  <a:pt x="3483" y="3052"/>
                  <a:pt x="3475" y="3052"/>
                  <a:pt x="3468" y="3054"/>
                </a:cubicBezTo>
                <a:cubicBezTo>
                  <a:pt x="3468" y="3053"/>
                  <a:pt x="3468" y="3051"/>
                  <a:pt x="3468" y="3050"/>
                </a:cubicBezTo>
                <a:cubicBezTo>
                  <a:pt x="3468" y="3045"/>
                  <a:pt x="3467" y="3040"/>
                  <a:pt x="3465" y="3035"/>
                </a:cubicBezTo>
                <a:cubicBezTo>
                  <a:pt x="3465" y="3034"/>
                  <a:pt x="3464" y="3035"/>
                  <a:pt x="3464" y="3034"/>
                </a:cubicBezTo>
                <a:cubicBezTo>
                  <a:pt x="3463" y="3033"/>
                  <a:pt x="3463" y="3033"/>
                  <a:pt x="3463" y="3032"/>
                </a:cubicBezTo>
                <a:cubicBezTo>
                  <a:pt x="3462" y="3031"/>
                  <a:pt x="3461" y="3032"/>
                  <a:pt x="3461" y="3032"/>
                </a:cubicBezTo>
                <a:cubicBezTo>
                  <a:pt x="3460" y="3032"/>
                  <a:pt x="3459" y="3032"/>
                  <a:pt x="3459" y="3032"/>
                </a:cubicBezTo>
                <a:cubicBezTo>
                  <a:pt x="3458" y="3033"/>
                  <a:pt x="3458" y="3033"/>
                  <a:pt x="3457" y="3034"/>
                </a:cubicBezTo>
                <a:lnTo>
                  <a:pt x="3457" y="3035"/>
                </a:lnTo>
                <a:cubicBezTo>
                  <a:pt x="3455" y="3039"/>
                  <a:pt x="3454" y="3044"/>
                  <a:pt x="3451" y="3048"/>
                </a:cubicBezTo>
                <a:cubicBezTo>
                  <a:pt x="3450" y="3050"/>
                  <a:pt x="3449" y="3051"/>
                  <a:pt x="3448" y="3053"/>
                </a:cubicBezTo>
                <a:lnTo>
                  <a:pt x="3448" y="3054"/>
                </a:lnTo>
                <a:cubicBezTo>
                  <a:pt x="3448" y="3055"/>
                  <a:pt x="3448" y="3055"/>
                  <a:pt x="3448" y="3056"/>
                </a:cubicBezTo>
                <a:lnTo>
                  <a:pt x="3438" y="3058"/>
                </a:lnTo>
                <a:cubicBezTo>
                  <a:pt x="3438" y="3056"/>
                  <a:pt x="3438" y="3054"/>
                  <a:pt x="3438" y="3053"/>
                </a:cubicBezTo>
                <a:cubicBezTo>
                  <a:pt x="3437" y="3050"/>
                  <a:pt x="3437" y="3047"/>
                  <a:pt x="3437" y="3045"/>
                </a:cubicBezTo>
                <a:cubicBezTo>
                  <a:pt x="3437" y="3042"/>
                  <a:pt x="3437" y="3040"/>
                  <a:pt x="3438" y="3038"/>
                </a:cubicBezTo>
                <a:cubicBezTo>
                  <a:pt x="3442" y="3029"/>
                  <a:pt x="3446" y="3021"/>
                  <a:pt x="3448" y="3012"/>
                </a:cubicBezTo>
                <a:cubicBezTo>
                  <a:pt x="3448" y="3007"/>
                  <a:pt x="3442" y="3005"/>
                  <a:pt x="3440" y="3010"/>
                </a:cubicBezTo>
                <a:cubicBezTo>
                  <a:pt x="3438" y="3016"/>
                  <a:pt x="3435" y="3022"/>
                  <a:pt x="3431" y="3028"/>
                </a:cubicBezTo>
                <a:cubicBezTo>
                  <a:pt x="3429" y="3031"/>
                  <a:pt x="3428" y="3034"/>
                  <a:pt x="3425" y="3037"/>
                </a:cubicBezTo>
                <a:cubicBezTo>
                  <a:pt x="3424" y="3042"/>
                  <a:pt x="3422" y="3047"/>
                  <a:pt x="3421" y="3052"/>
                </a:cubicBezTo>
                <a:cubicBezTo>
                  <a:pt x="3419" y="3055"/>
                  <a:pt x="3418" y="3059"/>
                  <a:pt x="3417" y="3062"/>
                </a:cubicBezTo>
                <a:cubicBezTo>
                  <a:pt x="3410" y="3064"/>
                  <a:pt x="3403" y="3066"/>
                  <a:pt x="3396" y="3068"/>
                </a:cubicBezTo>
                <a:cubicBezTo>
                  <a:pt x="3382" y="3019"/>
                  <a:pt x="3464" y="2940"/>
                  <a:pt x="3494" y="2914"/>
                </a:cubicBezTo>
                <a:cubicBezTo>
                  <a:pt x="3505" y="2906"/>
                  <a:pt x="3514" y="2898"/>
                  <a:pt x="3526" y="2892"/>
                </a:cubicBezTo>
                <a:cubicBezTo>
                  <a:pt x="3568" y="2867"/>
                  <a:pt x="3616" y="2855"/>
                  <a:pt x="3665" y="2855"/>
                </a:cubicBezTo>
                <a:cubicBezTo>
                  <a:pt x="3666" y="2856"/>
                  <a:pt x="3667" y="2856"/>
                  <a:pt x="3668" y="2857"/>
                </a:cubicBezTo>
                <a:cubicBezTo>
                  <a:pt x="3670" y="2859"/>
                  <a:pt x="3673" y="2859"/>
                  <a:pt x="3676" y="2859"/>
                </a:cubicBezTo>
                <a:cubicBezTo>
                  <a:pt x="3679" y="2859"/>
                  <a:pt x="3682" y="2859"/>
                  <a:pt x="3685" y="2857"/>
                </a:cubicBezTo>
                <a:cubicBezTo>
                  <a:pt x="3686" y="2856"/>
                  <a:pt x="3687" y="2856"/>
                  <a:pt x="3688" y="2855"/>
                </a:cubicBezTo>
                <a:cubicBezTo>
                  <a:pt x="3760" y="2855"/>
                  <a:pt x="3819" y="2882"/>
                  <a:pt x="3885" y="2910"/>
                </a:cubicBezTo>
                <a:cubicBezTo>
                  <a:pt x="3958" y="2941"/>
                  <a:pt x="4003" y="3002"/>
                  <a:pt x="4062" y="3051"/>
                </a:cubicBezTo>
                <a:cubicBezTo>
                  <a:pt x="4009" y="3079"/>
                  <a:pt x="3956" y="3105"/>
                  <a:pt x="3901" y="3128"/>
                </a:cubicBezTo>
                <a:cubicBezTo>
                  <a:pt x="3905" y="3121"/>
                  <a:pt x="3907" y="3113"/>
                  <a:pt x="3907" y="3105"/>
                </a:cubicBezTo>
                <a:lnTo>
                  <a:pt x="3907" y="3104"/>
                </a:lnTo>
                <a:cubicBezTo>
                  <a:pt x="3907" y="3103"/>
                  <a:pt x="3907" y="3102"/>
                  <a:pt x="3906" y="3101"/>
                </a:cubicBezTo>
                <a:cubicBezTo>
                  <a:pt x="3906" y="3101"/>
                  <a:pt x="3905" y="3099"/>
                  <a:pt x="3904" y="3099"/>
                </a:cubicBezTo>
                <a:cubicBezTo>
                  <a:pt x="3903" y="3098"/>
                  <a:pt x="3902" y="3098"/>
                  <a:pt x="3901" y="3098"/>
                </a:cubicBezTo>
                <a:cubicBezTo>
                  <a:pt x="3900" y="3098"/>
                  <a:pt x="3899" y="3098"/>
                  <a:pt x="3898" y="3099"/>
                </a:cubicBezTo>
                <a:cubicBezTo>
                  <a:pt x="3897" y="3099"/>
                  <a:pt x="3896" y="3100"/>
                  <a:pt x="3896" y="3101"/>
                </a:cubicBezTo>
                <a:cubicBezTo>
                  <a:pt x="3895" y="3102"/>
                  <a:pt x="3895" y="3103"/>
                  <a:pt x="3895" y="3104"/>
                </a:cubicBezTo>
                <a:moveTo>
                  <a:pt x="3914" y="2420"/>
                </a:moveTo>
                <a:cubicBezTo>
                  <a:pt x="3918" y="2407"/>
                  <a:pt x="3921" y="2414"/>
                  <a:pt x="3922" y="2420"/>
                </a:cubicBezTo>
                <a:lnTo>
                  <a:pt x="3914" y="2420"/>
                </a:lnTo>
                <a:moveTo>
                  <a:pt x="4274" y="2908"/>
                </a:moveTo>
                <a:cubicBezTo>
                  <a:pt x="4275" y="2910"/>
                  <a:pt x="4275" y="2912"/>
                  <a:pt x="4276" y="2913"/>
                </a:cubicBezTo>
                <a:cubicBezTo>
                  <a:pt x="4277" y="2914"/>
                  <a:pt x="4277" y="2915"/>
                  <a:pt x="4278" y="2916"/>
                </a:cubicBezTo>
                <a:lnTo>
                  <a:pt x="4268" y="2923"/>
                </a:lnTo>
                <a:cubicBezTo>
                  <a:pt x="4270" y="2918"/>
                  <a:pt x="4272" y="2913"/>
                  <a:pt x="4274" y="2908"/>
                </a:cubicBezTo>
                <a:moveTo>
                  <a:pt x="2711" y="1901"/>
                </a:moveTo>
                <a:cubicBezTo>
                  <a:pt x="2744" y="1953"/>
                  <a:pt x="2757" y="2014"/>
                  <a:pt x="2780" y="2070"/>
                </a:cubicBezTo>
                <a:cubicBezTo>
                  <a:pt x="2808" y="2138"/>
                  <a:pt x="2798" y="2202"/>
                  <a:pt x="2774" y="2264"/>
                </a:cubicBezTo>
                <a:cubicBezTo>
                  <a:pt x="2774" y="2258"/>
                  <a:pt x="2773" y="2252"/>
                  <a:pt x="2773" y="2246"/>
                </a:cubicBezTo>
                <a:cubicBezTo>
                  <a:pt x="2773" y="2233"/>
                  <a:pt x="2772" y="2221"/>
                  <a:pt x="2771" y="2208"/>
                </a:cubicBezTo>
                <a:cubicBezTo>
                  <a:pt x="2771" y="2191"/>
                  <a:pt x="2759" y="2177"/>
                  <a:pt x="2759" y="2160"/>
                </a:cubicBezTo>
                <a:cubicBezTo>
                  <a:pt x="2759" y="2156"/>
                  <a:pt x="2751" y="2155"/>
                  <a:pt x="2751" y="2160"/>
                </a:cubicBezTo>
                <a:cubicBezTo>
                  <a:pt x="2751" y="2173"/>
                  <a:pt x="2756" y="2185"/>
                  <a:pt x="2755" y="2199"/>
                </a:cubicBezTo>
                <a:cubicBezTo>
                  <a:pt x="2755" y="2208"/>
                  <a:pt x="2752" y="2218"/>
                  <a:pt x="2751" y="2227"/>
                </a:cubicBezTo>
                <a:cubicBezTo>
                  <a:pt x="2751" y="2240"/>
                  <a:pt x="2750" y="2254"/>
                  <a:pt x="2750" y="2267"/>
                </a:cubicBezTo>
                <a:cubicBezTo>
                  <a:pt x="2750" y="2280"/>
                  <a:pt x="2751" y="2294"/>
                  <a:pt x="2751" y="2307"/>
                </a:cubicBezTo>
                <a:cubicBezTo>
                  <a:pt x="2751" y="2309"/>
                  <a:pt x="2752" y="2310"/>
                  <a:pt x="2753" y="2312"/>
                </a:cubicBezTo>
                <a:cubicBezTo>
                  <a:pt x="2753" y="2312"/>
                  <a:pt x="2753" y="2313"/>
                  <a:pt x="2754" y="2313"/>
                </a:cubicBezTo>
                <a:lnTo>
                  <a:pt x="2749" y="2325"/>
                </a:lnTo>
                <a:cubicBezTo>
                  <a:pt x="2749" y="2313"/>
                  <a:pt x="2748" y="2301"/>
                  <a:pt x="2747" y="2290"/>
                </a:cubicBezTo>
                <a:cubicBezTo>
                  <a:pt x="2745" y="2263"/>
                  <a:pt x="2734" y="2236"/>
                  <a:pt x="2733" y="2209"/>
                </a:cubicBezTo>
                <a:cubicBezTo>
                  <a:pt x="2733" y="2208"/>
                  <a:pt x="2733" y="2207"/>
                  <a:pt x="2733" y="2205"/>
                </a:cubicBezTo>
                <a:cubicBezTo>
                  <a:pt x="2733" y="2196"/>
                  <a:pt x="2732" y="2186"/>
                  <a:pt x="2728" y="2177"/>
                </a:cubicBezTo>
                <a:cubicBezTo>
                  <a:pt x="2727" y="2176"/>
                  <a:pt x="2727" y="2176"/>
                  <a:pt x="2726" y="2175"/>
                </a:cubicBezTo>
                <a:lnTo>
                  <a:pt x="2725" y="2175"/>
                </a:lnTo>
                <a:cubicBezTo>
                  <a:pt x="2724" y="2175"/>
                  <a:pt x="2723" y="2175"/>
                  <a:pt x="2723" y="2175"/>
                </a:cubicBezTo>
                <a:cubicBezTo>
                  <a:pt x="2722" y="2176"/>
                  <a:pt x="2722" y="2176"/>
                  <a:pt x="2721" y="2177"/>
                </a:cubicBezTo>
                <a:lnTo>
                  <a:pt x="2721" y="2178"/>
                </a:lnTo>
                <a:cubicBezTo>
                  <a:pt x="2721" y="2179"/>
                  <a:pt x="2721" y="2179"/>
                  <a:pt x="2721" y="2180"/>
                </a:cubicBezTo>
                <a:cubicBezTo>
                  <a:pt x="2723" y="2186"/>
                  <a:pt x="2724" y="2192"/>
                  <a:pt x="2724" y="2199"/>
                </a:cubicBezTo>
                <a:cubicBezTo>
                  <a:pt x="2724" y="2205"/>
                  <a:pt x="2723" y="2212"/>
                  <a:pt x="2721" y="2219"/>
                </a:cubicBezTo>
                <a:cubicBezTo>
                  <a:pt x="2718" y="2242"/>
                  <a:pt x="2725" y="2266"/>
                  <a:pt x="2723" y="2290"/>
                </a:cubicBezTo>
                <a:cubicBezTo>
                  <a:pt x="2720" y="2321"/>
                  <a:pt x="2717" y="2352"/>
                  <a:pt x="2716" y="2383"/>
                </a:cubicBezTo>
                <a:cubicBezTo>
                  <a:pt x="2716" y="2384"/>
                  <a:pt x="2716" y="2384"/>
                  <a:pt x="2716" y="2385"/>
                </a:cubicBezTo>
                <a:cubicBezTo>
                  <a:pt x="2716" y="2386"/>
                  <a:pt x="2716" y="2386"/>
                  <a:pt x="2716" y="2387"/>
                </a:cubicBezTo>
                <a:cubicBezTo>
                  <a:pt x="2717" y="2388"/>
                  <a:pt x="2716" y="2387"/>
                  <a:pt x="2716" y="2387"/>
                </a:cubicBezTo>
                <a:cubicBezTo>
                  <a:pt x="2709" y="2400"/>
                  <a:pt x="2701" y="2413"/>
                  <a:pt x="2692" y="2426"/>
                </a:cubicBezTo>
                <a:cubicBezTo>
                  <a:pt x="2705" y="2371"/>
                  <a:pt x="2698" y="2319"/>
                  <a:pt x="2694" y="2261"/>
                </a:cubicBezTo>
                <a:cubicBezTo>
                  <a:pt x="2694" y="2260"/>
                  <a:pt x="2694" y="2259"/>
                  <a:pt x="2694" y="2259"/>
                </a:cubicBezTo>
                <a:cubicBezTo>
                  <a:pt x="2693" y="2258"/>
                  <a:pt x="2693" y="2258"/>
                  <a:pt x="2692" y="2257"/>
                </a:cubicBezTo>
                <a:cubicBezTo>
                  <a:pt x="2691" y="2256"/>
                  <a:pt x="2691" y="2256"/>
                  <a:pt x="2690" y="2256"/>
                </a:cubicBezTo>
                <a:cubicBezTo>
                  <a:pt x="2689" y="2256"/>
                  <a:pt x="2689" y="2256"/>
                  <a:pt x="2688" y="2257"/>
                </a:cubicBezTo>
                <a:cubicBezTo>
                  <a:pt x="2687" y="2258"/>
                  <a:pt x="2686" y="2258"/>
                  <a:pt x="2686" y="2259"/>
                </a:cubicBezTo>
                <a:cubicBezTo>
                  <a:pt x="2686" y="2259"/>
                  <a:pt x="2685" y="2260"/>
                  <a:pt x="2685" y="2261"/>
                </a:cubicBezTo>
                <a:cubicBezTo>
                  <a:pt x="2683" y="2294"/>
                  <a:pt x="2678" y="2326"/>
                  <a:pt x="2677" y="2360"/>
                </a:cubicBezTo>
                <a:cubicBezTo>
                  <a:pt x="2676" y="2393"/>
                  <a:pt x="2661" y="2426"/>
                  <a:pt x="2656" y="2459"/>
                </a:cubicBezTo>
                <a:cubicBezTo>
                  <a:pt x="2648" y="2464"/>
                  <a:pt x="2640" y="2470"/>
                  <a:pt x="2631" y="2475"/>
                </a:cubicBezTo>
                <a:cubicBezTo>
                  <a:pt x="2641" y="2448"/>
                  <a:pt x="2648" y="2420"/>
                  <a:pt x="2651" y="2392"/>
                </a:cubicBezTo>
                <a:cubicBezTo>
                  <a:pt x="2654" y="2365"/>
                  <a:pt x="2654" y="2336"/>
                  <a:pt x="2658" y="2309"/>
                </a:cubicBezTo>
                <a:cubicBezTo>
                  <a:pt x="2658" y="2308"/>
                  <a:pt x="2658" y="2307"/>
                  <a:pt x="2658" y="2307"/>
                </a:cubicBezTo>
                <a:cubicBezTo>
                  <a:pt x="2658" y="2306"/>
                  <a:pt x="2657" y="2306"/>
                  <a:pt x="2657" y="2306"/>
                </a:cubicBezTo>
                <a:cubicBezTo>
                  <a:pt x="2656" y="2305"/>
                  <a:pt x="2656" y="2305"/>
                  <a:pt x="2655" y="2305"/>
                </a:cubicBezTo>
                <a:cubicBezTo>
                  <a:pt x="2654" y="2305"/>
                  <a:pt x="2654" y="2305"/>
                  <a:pt x="2653" y="2306"/>
                </a:cubicBezTo>
                <a:cubicBezTo>
                  <a:pt x="2653" y="2306"/>
                  <a:pt x="2652" y="2306"/>
                  <a:pt x="2652" y="2307"/>
                </a:cubicBezTo>
                <a:cubicBezTo>
                  <a:pt x="2639" y="2373"/>
                  <a:pt x="2617" y="2437"/>
                  <a:pt x="2586" y="2498"/>
                </a:cubicBezTo>
                <a:lnTo>
                  <a:pt x="2572" y="2505"/>
                </a:lnTo>
                <a:lnTo>
                  <a:pt x="2555" y="2502"/>
                </a:lnTo>
                <a:cubicBezTo>
                  <a:pt x="2619" y="2445"/>
                  <a:pt x="2630" y="2325"/>
                  <a:pt x="2614" y="2249"/>
                </a:cubicBezTo>
                <a:cubicBezTo>
                  <a:pt x="2614" y="2247"/>
                  <a:pt x="2612" y="2248"/>
                  <a:pt x="2612" y="2249"/>
                </a:cubicBezTo>
                <a:cubicBezTo>
                  <a:pt x="2598" y="2337"/>
                  <a:pt x="2589" y="2434"/>
                  <a:pt x="2515" y="2497"/>
                </a:cubicBezTo>
                <a:lnTo>
                  <a:pt x="2503" y="2497"/>
                </a:lnTo>
                <a:cubicBezTo>
                  <a:pt x="2568" y="2438"/>
                  <a:pt x="2565" y="2334"/>
                  <a:pt x="2554" y="2252"/>
                </a:cubicBezTo>
                <a:cubicBezTo>
                  <a:pt x="2554" y="2249"/>
                  <a:pt x="2549" y="2250"/>
                  <a:pt x="2548" y="2252"/>
                </a:cubicBezTo>
                <a:cubicBezTo>
                  <a:pt x="2543" y="2321"/>
                  <a:pt x="2537" y="2412"/>
                  <a:pt x="2489" y="2465"/>
                </a:cubicBezTo>
                <a:cubicBezTo>
                  <a:pt x="2494" y="2448"/>
                  <a:pt x="2496" y="2429"/>
                  <a:pt x="2496" y="2411"/>
                </a:cubicBezTo>
                <a:cubicBezTo>
                  <a:pt x="2496" y="2404"/>
                  <a:pt x="2496" y="2398"/>
                  <a:pt x="2495" y="2392"/>
                </a:cubicBezTo>
                <a:cubicBezTo>
                  <a:pt x="2495" y="2386"/>
                  <a:pt x="2494" y="2380"/>
                  <a:pt x="2494" y="2374"/>
                </a:cubicBezTo>
                <a:cubicBezTo>
                  <a:pt x="2494" y="2364"/>
                  <a:pt x="2495" y="2354"/>
                  <a:pt x="2497" y="2344"/>
                </a:cubicBezTo>
                <a:cubicBezTo>
                  <a:pt x="2503" y="2313"/>
                  <a:pt x="2491" y="2273"/>
                  <a:pt x="2490" y="2241"/>
                </a:cubicBezTo>
                <a:cubicBezTo>
                  <a:pt x="2490" y="2237"/>
                  <a:pt x="2483" y="2237"/>
                  <a:pt x="2483" y="2241"/>
                </a:cubicBezTo>
                <a:cubicBezTo>
                  <a:pt x="2480" y="2322"/>
                  <a:pt x="2459" y="2393"/>
                  <a:pt x="2443" y="2469"/>
                </a:cubicBezTo>
                <a:cubicBezTo>
                  <a:pt x="2440" y="2458"/>
                  <a:pt x="2437" y="2446"/>
                  <a:pt x="2434" y="2435"/>
                </a:cubicBezTo>
                <a:cubicBezTo>
                  <a:pt x="2436" y="2434"/>
                  <a:pt x="2438" y="2431"/>
                  <a:pt x="2439" y="2430"/>
                </a:cubicBezTo>
                <a:cubicBezTo>
                  <a:pt x="2440" y="2428"/>
                  <a:pt x="2440" y="2427"/>
                  <a:pt x="2440" y="2425"/>
                </a:cubicBezTo>
                <a:cubicBezTo>
                  <a:pt x="2440" y="2424"/>
                  <a:pt x="2440" y="2422"/>
                  <a:pt x="2440" y="2421"/>
                </a:cubicBezTo>
                <a:cubicBezTo>
                  <a:pt x="2441" y="2390"/>
                  <a:pt x="2447" y="2358"/>
                  <a:pt x="2448" y="2327"/>
                </a:cubicBezTo>
                <a:cubicBezTo>
                  <a:pt x="2450" y="2281"/>
                  <a:pt x="2443" y="2233"/>
                  <a:pt x="2443" y="2187"/>
                </a:cubicBezTo>
                <a:cubicBezTo>
                  <a:pt x="2443" y="2181"/>
                  <a:pt x="2434" y="2180"/>
                  <a:pt x="2434" y="2187"/>
                </a:cubicBezTo>
                <a:cubicBezTo>
                  <a:pt x="2434" y="2228"/>
                  <a:pt x="2434" y="2269"/>
                  <a:pt x="2430" y="2310"/>
                </a:cubicBezTo>
                <a:cubicBezTo>
                  <a:pt x="2426" y="2336"/>
                  <a:pt x="2422" y="2361"/>
                  <a:pt x="2415" y="2386"/>
                </a:cubicBezTo>
                <a:cubicBezTo>
                  <a:pt x="2413" y="2381"/>
                  <a:pt x="2410" y="2375"/>
                  <a:pt x="2407" y="2369"/>
                </a:cubicBezTo>
                <a:cubicBezTo>
                  <a:pt x="2409" y="2368"/>
                  <a:pt x="2410" y="2367"/>
                  <a:pt x="2411" y="2365"/>
                </a:cubicBezTo>
                <a:cubicBezTo>
                  <a:pt x="2412" y="2364"/>
                  <a:pt x="2412" y="2363"/>
                  <a:pt x="2413" y="2361"/>
                </a:cubicBezTo>
                <a:cubicBezTo>
                  <a:pt x="2424" y="2314"/>
                  <a:pt x="2410" y="2262"/>
                  <a:pt x="2408" y="2214"/>
                </a:cubicBezTo>
                <a:cubicBezTo>
                  <a:pt x="2408" y="2210"/>
                  <a:pt x="2400" y="2210"/>
                  <a:pt x="2400" y="2214"/>
                </a:cubicBezTo>
                <a:cubicBezTo>
                  <a:pt x="2400" y="2240"/>
                  <a:pt x="2398" y="2265"/>
                  <a:pt x="2394" y="2291"/>
                </a:cubicBezTo>
                <a:cubicBezTo>
                  <a:pt x="2391" y="2306"/>
                  <a:pt x="2389" y="2321"/>
                  <a:pt x="2388" y="2337"/>
                </a:cubicBezTo>
                <a:cubicBezTo>
                  <a:pt x="2383" y="2330"/>
                  <a:pt x="2379" y="2324"/>
                  <a:pt x="2374" y="2318"/>
                </a:cubicBezTo>
                <a:cubicBezTo>
                  <a:pt x="2375" y="2318"/>
                  <a:pt x="2375" y="2317"/>
                  <a:pt x="2376" y="2316"/>
                </a:cubicBezTo>
                <a:cubicBezTo>
                  <a:pt x="2376" y="2315"/>
                  <a:pt x="2376" y="2315"/>
                  <a:pt x="2377" y="2314"/>
                </a:cubicBezTo>
                <a:cubicBezTo>
                  <a:pt x="2378" y="2307"/>
                  <a:pt x="2378" y="2300"/>
                  <a:pt x="2378" y="2294"/>
                </a:cubicBezTo>
                <a:cubicBezTo>
                  <a:pt x="2378" y="2287"/>
                  <a:pt x="2378" y="2281"/>
                  <a:pt x="2377" y="2275"/>
                </a:cubicBezTo>
                <a:cubicBezTo>
                  <a:pt x="2375" y="2260"/>
                  <a:pt x="2372" y="2246"/>
                  <a:pt x="2371" y="2231"/>
                </a:cubicBezTo>
                <a:cubicBezTo>
                  <a:pt x="2371" y="2227"/>
                  <a:pt x="2363" y="2227"/>
                  <a:pt x="2362" y="2231"/>
                </a:cubicBezTo>
                <a:cubicBezTo>
                  <a:pt x="2361" y="2246"/>
                  <a:pt x="2357" y="2260"/>
                  <a:pt x="2356" y="2274"/>
                </a:cubicBezTo>
                <a:cubicBezTo>
                  <a:pt x="2356" y="2281"/>
                  <a:pt x="2355" y="2287"/>
                  <a:pt x="2354" y="2294"/>
                </a:cubicBezTo>
                <a:cubicBezTo>
                  <a:pt x="2349" y="2289"/>
                  <a:pt x="2345" y="2284"/>
                  <a:pt x="2340" y="2279"/>
                </a:cubicBezTo>
                <a:cubicBezTo>
                  <a:pt x="2340" y="2278"/>
                  <a:pt x="2341" y="2276"/>
                  <a:pt x="2341" y="2275"/>
                </a:cubicBezTo>
                <a:cubicBezTo>
                  <a:pt x="2341" y="2273"/>
                  <a:pt x="2340" y="2273"/>
                  <a:pt x="2340" y="2272"/>
                </a:cubicBezTo>
                <a:lnTo>
                  <a:pt x="2337" y="2266"/>
                </a:lnTo>
                <a:cubicBezTo>
                  <a:pt x="2337" y="2265"/>
                  <a:pt x="2336" y="2265"/>
                  <a:pt x="2335" y="2264"/>
                </a:cubicBezTo>
                <a:lnTo>
                  <a:pt x="2334" y="2264"/>
                </a:lnTo>
                <a:cubicBezTo>
                  <a:pt x="2330" y="2228"/>
                  <a:pt x="2339" y="2190"/>
                  <a:pt x="2326" y="2154"/>
                </a:cubicBezTo>
                <a:cubicBezTo>
                  <a:pt x="2324" y="2148"/>
                  <a:pt x="2314" y="2150"/>
                  <a:pt x="2316" y="2157"/>
                </a:cubicBezTo>
                <a:cubicBezTo>
                  <a:pt x="2323" y="2176"/>
                  <a:pt x="2315" y="2196"/>
                  <a:pt x="2315" y="2216"/>
                </a:cubicBezTo>
                <a:cubicBezTo>
                  <a:pt x="2315" y="2228"/>
                  <a:pt x="2313" y="2241"/>
                  <a:pt x="2313" y="2255"/>
                </a:cubicBezTo>
                <a:lnTo>
                  <a:pt x="2297" y="2242"/>
                </a:lnTo>
                <a:cubicBezTo>
                  <a:pt x="2298" y="2242"/>
                  <a:pt x="2298" y="2241"/>
                  <a:pt x="2298" y="2240"/>
                </a:cubicBezTo>
                <a:cubicBezTo>
                  <a:pt x="2299" y="2234"/>
                  <a:pt x="2300" y="2227"/>
                  <a:pt x="2300" y="2221"/>
                </a:cubicBezTo>
                <a:cubicBezTo>
                  <a:pt x="2300" y="2213"/>
                  <a:pt x="2299" y="2204"/>
                  <a:pt x="2297" y="2196"/>
                </a:cubicBezTo>
                <a:cubicBezTo>
                  <a:pt x="2296" y="2181"/>
                  <a:pt x="2293" y="2167"/>
                  <a:pt x="2286" y="2154"/>
                </a:cubicBezTo>
                <a:cubicBezTo>
                  <a:pt x="2284" y="2151"/>
                  <a:pt x="2278" y="2154"/>
                  <a:pt x="2280" y="2157"/>
                </a:cubicBezTo>
                <a:cubicBezTo>
                  <a:pt x="2285" y="2170"/>
                  <a:pt x="2276" y="2192"/>
                  <a:pt x="2274" y="2207"/>
                </a:cubicBezTo>
                <a:cubicBezTo>
                  <a:pt x="2273" y="2212"/>
                  <a:pt x="2273" y="2217"/>
                  <a:pt x="2273" y="2222"/>
                </a:cubicBezTo>
                <a:cubicBezTo>
                  <a:pt x="2273" y="2223"/>
                  <a:pt x="2273" y="2224"/>
                  <a:pt x="2273" y="2225"/>
                </a:cubicBezTo>
                <a:lnTo>
                  <a:pt x="2262" y="2218"/>
                </a:lnTo>
                <a:cubicBezTo>
                  <a:pt x="2262" y="2217"/>
                  <a:pt x="2262" y="2216"/>
                  <a:pt x="2262" y="2215"/>
                </a:cubicBezTo>
                <a:cubicBezTo>
                  <a:pt x="2262" y="2215"/>
                  <a:pt x="2262" y="2214"/>
                  <a:pt x="2262" y="2213"/>
                </a:cubicBezTo>
                <a:cubicBezTo>
                  <a:pt x="2257" y="2193"/>
                  <a:pt x="2252" y="2174"/>
                  <a:pt x="2245" y="2154"/>
                </a:cubicBezTo>
                <a:cubicBezTo>
                  <a:pt x="2238" y="2132"/>
                  <a:pt x="2233" y="2109"/>
                  <a:pt x="2230" y="2086"/>
                </a:cubicBezTo>
                <a:lnTo>
                  <a:pt x="2230" y="2085"/>
                </a:lnTo>
                <a:cubicBezTo>
                  <a:pt x="2229" y="2084"/>
                  <a:pt x="2229" y="2084"/>
                  <a:pt x="2229" y="2084"/>
                </a:cubicBezTo>
                <a:cubicBezTo>
                  <a:pt x="2228" y="2084"/>
                  <a:pt x="2228" y="2083"/>
                  <a:pt x="2227" y="2083"/>
                </a:cubicBezTo>
                <a:cubicBezTo>
                  <a:pt x="2227" y="2083"/>
                  <a:pt x="2227" y="2084"/>
                  <a:pt x="2226" y="2084"/>
                </a:cubicBezTo>
                <a:lnTo>
                  <a:pt x="2225" y="2085"/>
                </a:lnTo>
                <a:lnTo>
                  <a:pt x="2225" y="2086"/>
                </a:lnTo>
                <a:cubicBezTo>
                  <a:pt x="2225" y="2093"/>
                  <a:pt x="2219" y="2115"/>
                  <a:pt x="2223" y="2122"/>
                </a:cubicBezTo>
                <a:cubicBezTo>
                  <a:pt x="2227" y="2129"/>
                  <a:pt x="2221" y="2140"/>
                  <a:pt x="2223" y="2148"/>
                </a:cubicBezTo>
                <a:cubicBezTo>
                  <a:pt x="2225" y="2159"/>
                  <a:pt x="2226" y="2170"/>
                  <a:pt x="2226" y="2181"/>
                </a:cubicBezTo>
                <a:cubicBezTo>
                  <a:pt x="2226" y="2186"/>
                  <a:pt x="2228" y="2192"/>
                  <a:pt x="2230" y="2197"/>
                </a:cubicBezTo>
                <a:lnTo>
                  <a:pt x="2217" y="2190"/>
                </a:lnTo>
                <a:cubicBezTo>
                  <a:pt x="2218" y="2189"/>
                  <a:pt x="2218" y="2187"/>
                  <a:pt x="2218" y="2186"/>
                </a:cubicBezTo>
                <a:cubicBezTo>
                  <a:pt x="2218" y="2184"/>
                  <a:pt x="2218" y="2182"/>
                  <a:pt x="2217" y="2181"/>
                </a:cubicBezTo>
                <a:cubicBezTo>
                  <a:pt x="2216" y="2179"/>
                  <a:pt x="2215" y="2178"/>
                  <a:pt x="2214" y="2177"/>
                </a:cubicBezTo>
                <a:cubicBezTo>
                  <a:pt x="2208" y="2166"/>
                  <a:pt x="2197" y="2158"/>
                  <a:pt x="2196" y="2144"/>
                </a:cubicBezTo>
                <a:cubicBezTo>
                  <a:pt x="2195" y="2141"/>
                  <a:pt x="2195" y="2139"/>
                  <a:pt x="2193" y="2137"/>
                </a:cubicBezTo>
                <a:cubicBezTo>
                  <a:pt x="2192" y="2135"/>
                  <a:pt x="2191" y="2134"/>
                  <a:pt x="2190" y="2132"/>
                </a:cubicBezTo>
                <a:cubicBezTo>
                  <a:pt x="2189" y="2131"/>
                  <a:pt x="2183" y="2113"/>
                  <a:pt x="2183" y="2113"/>
                </a:cubicBezTo>
                <a:cubicBezTo>
                  <a:pt x="2182" y="2113"/>
                  <a:pt x="2175" y="2110"/>
                  <a:pt x="2176" y="2114"/>
                </a:cubicBezTo>
                <a:cubicBezTo>
                  <a:pt x="2177" y="2117"/>
                  <a:pt x="2177" y="2121"/>
                  <a:pt x="2177" y="2124"/>
                </a:cubicBezTo>
                <a:cubicBezTo>
                  <a:pt x="2177" y="2127"/>
                  <a:pt x="2177" y="2131"/>
                  <a:pt x="2176" y="2134"/>
                </a:cubicBezTo>
                <a:cubicBezTo>
                  <a:pt x="2175" y="2138"/>
                  <a:pt x="2177" y="2143"/>
                  <a:pt x="2176" y="2148"/>
                </a:cubicBezTo>
                <a:cubicBezTo>
                  <a:pt x="2176" y="2156"/>
                  <a:pt x="2178" y="2163"/>
                  <a:pt x="2182" y="2170"/>
                </a:cubicBezTo>
                <a:cubicBezTo>
                  <a:pt x="2183" y="2172"/>
                  <a:pt x="2184" y="2173"/>
                  <a:pt x="2185" y="2175"/>
                </a:cubicBezTo>
                <a:lnTo>
                  <a:pt x="2160" y="2163"/>
                </a:lnTo>
                <a:cubicBezTo>
                  <a:pt x="2157" y="2155"/>
                  <a:pt x="2155" y="2146"/>
                  <a:pt x="2155" y="2137"/>
                </a:cubicBezTo>
                <a:cubicBezTo>
                  <a:pt x="2154" y="2129"/>
                  <a:pt x="2154" y="2120"/>
                  <a:pt x="2152" y="2112"/>
                </a:cubicBezTo>
                <a:cubicBezTo>
                  <a:pt x="2152" y="2106"/>
                  <a:pt x="2151" y="2100"/>
                  <a:pt x="2151" y="2094"/>
                </a:cubicBezTo>
                <a:cubicBezTo>
                  <a:pt x="2151" y="2079"/>
                  <a:pt x="2153" y="2064"/>
                  <a:pt x="2155" y="2049"/>
                </a:cubicBezTo>
                <a:cubicBezTo>
                  <a:pt x="2155" y="2043"/>
                  <a:pt x="2147" y="2043"/>
                  <a:pt x="2146" y="2049"/>
                </a:cubicBezTo>
                <a:cubicBezTo>
                  <a:pt x="2139" y="2082"/>
                  <a:pt x="2136" y="2116"/>
                  <a:pt x="2136" y="2150"/>
                </a:cubicBezTo>
                <a:cubicBezTo>
                  <a:pt x="2136" y="2151"/>
                  <a:pt x="2136" y="2152"/>
                  <a:pt x="2136" y="2153"/>
                </a:cubicBezTo>
                <a:cubicBezTo>
                  <a:pt x="2127" y="2149"/>
                  <a:pt x="2119" y="2146"/>
                  <a:pt x="2110" y="2144"/>
                </a:cubicBezTo>
                <a:cubicBezTo>
                  <a:pt x="2110" y="2142"/>
                  <a:pt x="2110" y="2141"/>
                  <a:pt x="2109" y="2140"/>
                </a:cubicBezTo>
                <a:cubicBezTo>
                  <a:pt x="2108" y="2139"/>
                  <a:pt x="2108" y="2139"/>
                  <a:pt x="2107" y="2138"/>
                </a:cubicBezTo>
                <a:cubicBezTo>
                  <a:pt x="2103" y="2131"/>
                  <a:pt x="2101" y="2124"/>
                  <a:pt x="2101" y="2116"/>
                </a:cubicBezTo>
                <a:cubicBezTo>
                  <a:pt x="2099" y="2103"/>
                  <a:pt x="2097" y="2090"/>
                  <a:pt x="2096" y="2077"/>
                </a:cubicBezTo>
                <a:cubicBezTo>
                  <a:pt x="2096" y="2072"/>
                  <a:pt x="2088" y="2072"/>
                  <a:pt x="2088" y="2077"/>
                </a:cubicBezTo>
                <a:cubicBezTo>
                  <a:pt x="2087" y="2094"/>
                  <a:pt x="2082" y="2110"/>
                  <a:pt x="2081" y="2127"/>
                </a:cubicBezTo>
                <a:cubicBezTo>
                  <a:pt x="2081" y="2129"/>
                  <a:pt x="2081" y="2131"/>
                  <a:pt x="2081" y="2132"/>
                </a:cubicBezTo>
                <a:cubicBezTo>
                  <a:pt x="2081" y="2134"/>
                  <a:pt x="2081" y="2135"/>
                  <a:pt x="2081" y="2137"/>
                </a:cubicBezTo>
                <a:cubicBezTo>
                  <a:pt x="2072" y="2135"/>
                  <a:pt x="2062" y="2134"/>
                  <a:pt x="2053" y="2133"/>
                </a:cubicBezTo>
                <a:cubicBezTo>
                  <a:pt x="2042" y="2004"/>
                  <a:pt x="2121" y="1871"/>
                  <a:pt x="2214" y="1787"/>
                </a:cubicBezTo>
                <a:cubicBezTo>
                  <a:pt x="2355" y="1657"/>
                  <a:pt x="2617" y="1753"/>
                  <a:pt x="2711" y="1901"/>
                </a:cubicBezTo>
                <a:moveTo>
                  <a:pt x="2502" y="1724"/>
                </a:moveTo>
                <a:cubicBezTo>
                  <a:pt x="2488" y="1719"/>
                  <a:pt x="2473" y="1715"/>
                  <a:pt x="2457" y="1711"/>
                </a:cubicBezTo>
                <a:cubicBezTo>
                  <a:pt x="2403" y="1698"/>
                  <a:pt x="2319" y="1697"/>
                  <a:pt x="2263" y="1724"/>
                </a:cubicBezTo>
                <a:cubicBezTo>
                  <a:pt x="2148" y="1709"/>
                  <a:pt x="2036" y="1737"/>
                  <a:pt x="1921" y="1730"/>
                </a:cubicBezTo>
                <a:cubicBezTo>
                  <a:pt x="1801" y="1723"/>
                  <a:pt x="1681" y="1744"/>
                  <a:pt x="1561" y="1750"/>
                </a:cubicBezTo>
                <a:cubicBezTo>
                  <a:pt x="1514" y="1752"/>
                  <a:pt x="1467" y="1765"/>
                  <a:pt x="1420" y="1771"/>
                </a:cubicBezTo>
                <a:cubicBezTo>
                  <a:pt x="1365" y="1778"/>
                  <a:pt x="1308" y="1780"/>
                  <a:pt x="1253" y="1791"/>
                </a:cubicBezTo>
                <a:cubicBezTo>
                  <a:pt x="1159" y="1808"/>
                  <a:pt x="1068" y="1830"/>
                  <a:pt x="976" y="1854"/>
                </a:cubicBezTo>
                <a:cubicBezTo>
                  <a:pt x="1003" y="1777"/>
                  <a:pt x="1034" y="1701"/>
                  <a:pt x="1072" y="1628"/>
                </a:cubicBezTo>
                <a:cubicBezTo>
                  <a:pt x="1096" y="1579"/>
                  <a:pt x="1119" y="1527"/>
                  <a:pt x="1141" y="1477"/>
                </a:cubicBezTo>
                <a:cubicBezTo>
                  <a:pt x="1167" y="1425"/>
                  <a:pt x="1189" y="1372"/>
                  <a:pt x="1207" y="1317"/>
                </a:cubicBezTo>
                <a:cubicBezTo>
                  <a:pt x="1236" y="1261"/>
                  <a:pt x="1283" y="1211"/>
                  <a:pt x="1309" y="1154"/>
                </a:cubicBezTo>
                <a:lnTo>
                  <a:pt x="1320" y="1138"/>
                </a:lnTo>
                <a:cubicBezTo>
                  <a:pt x="1465" y="961"/>
                  <a:pt x="1581" y="760"/>
                  <a:pt x="1731" y="586"/>
                </a:cubicBezTo>
                <a:cubicBezTo>
                  <a:pt x="1740" y="577"/>
                  <a:pt x="1749" y="569"/>
                  <a:pt x="1759" y="561"/>
                </a:cubicBezTo>
                <a:cubicBezTo>
                  <a:pt x="1791" y="535"/>
                  <a:pt x="1820" y="505"/>
                  <a:pt x="1852" y="478"/>
                </a:cubicBezTo>
                <a:cubicBezTo>
                  <a:pt x="1867" y="465"/>
                  <a:pt x="1887" y="458"/>
                  <a:pt x="1901" y="443"/>
                </a:cubicBezTo>
                <a:cubicBezTo>
                  <a:pt x="1960" y="383"/>
                  <a:pt x="2058" y="339"/>
                  <a:pt x="2130" y="296"/>
                </a:cubicBezTo>
                <a:cubicBezTo>
                  <a:pt x="2132" y="295"/>
                  <a:pt x="2135" y="294"/>
                  <a:pt x="2137" y="292"/>
                </a:cubicBezTo>
                <a:cubicBezTo>
                  <a:pt x="2239" y="233"/>
                  <a:pt x="2350" y="189"/>
                  <a:pt x="2466" y="162"/>
                </a:cubicBezTo>
                <a:cubicBezTo>
                  <a:pt x="2556" y="138"/>
                  <a:pt x="2648" y="125"/>
                  <a:pt x="2741" y="122"/>
                </a:cubicBezTo>
                <a:cubicBezTo>
                  <a:pt x="2760" y="120"/>
                  <a:pt x="2778" y="119"/>
                  <a:pt x="2797" y="119"/>
                </a:cubicBezTo>
                <a:cubicBezTo>
                  <a:pt x="2826" y="119"/>
                  <a:pt x="2856" y="121"/>
                  <a:pt x="2885" y="125"/>
                </a:cubicBezTo>
                <a:lnTo>
                  <a:pt x="2886" y="126"/>
                </a:lnTo>
                <a:lnTo>
                  <a:pt x="2887" y="127"/>
                </a:lnTo>
                <a:cubicBezTo>
                  <a:pt x="2888" y="128"/>
                  <a:pt x="2888" y="128"/>
                  <a:pt x="2888" y="128"/>
                </a:cubicBezTo>
                <a:cubicBezTo>
                  <a:pt x="2911" y="133"/>
                  <a:pt x="2928" y="150"/>
                  <a:pt x="2949" y="159"/>
                </a:cubicBezTo>
                <a:cubicBezTo>
                  <a:pt x="2976" y="169"/>
                  <a:pt x="3003" y="182"/>
                  <a:pt x="3029" y="197"/>
                </a:cubicBezTo>
                <a:cubicBezTo>
                  <a:pt x="3037" y="201"/>
                  <a:pt x="3045" y="206"/>
                  <a:pt x="3053" y="211"/>
                </a:cubicBezTo>
                <a:cubicBezTo>
                  <a:pt x="3084" y="234"/>
                  <a:pt x="3118" y="255"/>
                  <a:pt x="3149" y="277"/>
                </a:cubicBezTo>
                <a:cubicBezTo>
                  <a:pt x="3211" y="321"/>
                  <a:pt x="3251" y="393"/>
                  <a:pt x="3289" y="457"/>
                </a:cubicBezTo>
                <a:cubicBezTo>
                  <a:pt x="3293" y="464"/>
                  <a:pt x="3297" y="471"/>
                  <a:pt x="3301" y="478"/>
                </a:cubicBezTo>
                <a:cubicBezTo>
                  <a:pt x="3375" y="606"/>
                  <a:pt x="3433" y="743"/>
                  <a:pt x="3474" y="886"/>
                </a:cubicBezTo>
                <a:cubicBezTo>
                  <a:pt x="3488" y="960"/>
                  <a:pt x="3506" y="1035"/>
                  <a:pt x="3513" y="1109"/>
                </a:cubicBezTo>
                <a:cubicBezTo>
                  <a:pt x="3527" y="1250"/>
                  <a:pt x="3523" y="1394"/>
                  <a:pt x="3526" y="1536"/>
                </a:cubicBezTo>
                <a:cubicBezTo>
                  <a:pt x="3525" y="1536"/>
                  <a:pt x="3524" y="1536"/>
                  <a:pt x="3523" y="1536"/>
                </a:cubicBezTo>
                <a:cubicBezTo>
                  <a:pt x="3523" y="1536"/>
                  <a:pt x="3522" y="1536"/>
                  <a:pt x="3521" y="1536"/>
                </a:cubicBezTo>
                <a:cubicBezTo>
                  <a:pt x="3406" y="1567"/>
                  <a:pt x="3435" y="1746"/>
                  <a:pt x="3477" y="1829"/>
                </a:cubicBezTo>
                <a:cubicBezTo>
                  <a:pt x="3472" y="1828"/>
                  <a:pt x="3467" y="1827"/>
                  <a:pt x="3461" y="1827"/>
                </a:cubicBezTo>
                <a:cubicBezTo>
                  <a:pt x="3407" y="1824"/>
                  <a:pt x="3352" y="1807"/>
                  <a:pt x="3298" y="1807"/>
                </a:cubicBezTo>
                <a:cubicBezTo>
                  <a:pt x="3235" y="1805"/>
                  <a:pt x="3173" y="1795"/>
                  <a:pt x="3113" y="1777"/>
                </a:cubicBezTo>
                <a:cubicBezTo>
                  <a:pt x="3056" y="1762"/>
                  <a:pt x="2998" y="1752"/>
                  <a:pt x="2939" y="1749"/>
                </a:cubicBezTo>
                <a:cubicBezTo>
                  <a:pt x="2875" y="1746"/>
                  <a:pt x="2809" y="1744"/>
                  <a:pt x="2745" y="1738"/>
                </a:cubicBezTo>
                <a:cubicBezTo>
                  <a:pt x="2707" y="1733"/>
                  <a:pt x="2669" y="1730"/>
                  <a:pt x="2631" y="1730"/>
                </a:cubicBezTo>
                <a:cubicBezTo>
                  <a:pt x="2627" y="1730"/>
                  <a:pt x="2622" y="1730"/>
                  <a:pt x="2618" y="1730"/>
                </a:cubicBezTo>
                <a:cubicBezTo>
                  <a:pt x="2595" y="1731"/>
                  <a:pt x="2529" y="1737"/>
                  <a:pt x="2508" y="1723"/>
                </a:cubicBezTo>
                <a:cubicBezTo>
                  <a:pt x="2508" y="1723"/>
                  <a:pt x="2507" y="1723"/>
                  <a:pt x="2506" y="1723"/>
                </a:cubicBezTo>
                <a:cubicBezTo>
                  <a:pt x="2505" y="1723"/>
                  <a:pt x="2504" y="1723"/>
                  <a:pt x="2504" y="1723"/>
                </a:cubicBezTo>
                <a:cubicBezTo>
                  <a:pt x="2503" y="1724"/>
                  <a:pt x="2502" y="1724"/>
                  <a:pt x="2502" y="1725"/>
                </a:cubicBezTo>
                <a:lnTo>
                  <a:pt x="2502" y="1724"/>
                </a:lnTo>
                <a:moveTo>
                  <a:pt x="3702" y="1724"/>
                </a:moveTo>
                <a:cubicBezTo>
                  <a:pt x="3700" y="1714"/>
                  <a:pt x="3698" y="1703"/>
                  <a:pt x="3697" y="1693"/>
                </a:cubicBezTo>
                <a:cubicBezTo>
                  <a:pt x="3698" y="1694"/>
                  <a:pt x="3699" y="1694"/>
                  <a:pt x="3701" y="1695"/>
                </a:cubicBezTo>
                <a:cubicBezTo>
                  <a:pt x="3703" y="1696"/>
                  <a:pt x="3705" y="1697"/>
                  <a:pt x="3708" y="1697"/>
                </a:cubicBezTo>
                <a:cubicBezTo>
                  <a:pt x="3745" y="1697"/>
                  <a:pt x="3775" y="1732"/>
                  <a:pt x="3789" y="1762"/>
                </a:cubicBezTo>
                <a:cubicBezTo>
                  <a:pt x="3794" y="1774"/>
                  <a:pt x="3798" y="1786"/>
                  <a:pt x="3800" y="1799"/>
                </a:cubicBezTo>
                <a:cubicBezTo>
                  <a:pt x="3798" y="1794"/>
                  <a:pt x="3795" y="1789"/>
                  <a:pt x="3793" y="1785"/>
                </a:cubicBezTo>
                <a:cubicBezTo>
                  <a:pt x="3788" y="1777"/>
                  <a:pt x="3783" y="1770"/>
                  <a:pt x="3777" y="1764"/>
                </a:cubicBezTo>
                <a:cubicBezTo>
                  <a:pt x="3770" y="1758"/>
                  <a:pt x="3762" y="1752"/>
                  <a:pt x="3753" y="1747"/>
                </a:cubicBezTo>
                <a:cubicBezTo>
                  <a:pt x="3749" y="1745"/>
                  <a:pt x="3745" y="1743"/>
                  <a:pt x="3741" y="1741"/>
                </a:cubicBezTo>
                <a:cubicBezTo>
                  <a:pt x="3729" y="1734"/>
                  <a:pt x="3711" y="1741"/>
                  <a:pt x="3706" y="1727"/>
                </a:cubicBezTo>
                <a:cubicBezTo>
                  <a:pt x="3706" y="1726"/>
                  <a:pt x="3706" y="1726"/>
                  <a:pt x="3706" y="1726"/>
                </a:cubicBezTo>
                <a:cubicBezTo>
                  <a:pt x="3705" y="1726"/>
                  <a:pt x="3705" y="1725"/>
                  <a:pt x="3704" y="1725"/>
                </a:cubicBezTo>
                <a:lnTo>
                  <a:pt x="3703" y="1725"/>
                </a:lnTo>
                <a:cubicBezTo>
                  <a:pt x="3702" y="1725"/>
                  <a:pt x="3701" y="1725"/>
                  <a:pt x="3701" y="1725"/>
                </a:cubicBezTo>
                <a:lnTo>
                  <a:pt x="3702" y="1724"/>
                </a:lnTo>
                <a:moveTo>
                  <a:pt x="3737" y="1554"/>
                </a:moveTo>
                <a:cubicBezTo>
                  <a:pt x="3724" y="1547"/>
                  <a:pt x="3711" y="1541"/>
                  <a:pt x="3697" y="1536"/>
                </a:cubicBezTo>
                <a:cubicBezTo>
                  <a:pt x="3696" y="1535"/>
                  <a:pt x="3695" y="1535"/>
                  <a:pt x="3694" y="1535"/>
                </a:cubicBezTo>
                <a:cubicBezTo>
                  <a:pt x="3693" y="1535"/>
                  <a:pt x="3692" y="1535"/>
                  <a:pt x="3691" y="1536"/>
                </a:cubicBezTo>
                <a:cubicBezTo>
                  <a:pt x="3690" y="1488"/>
                  <a:pt x="3688" y="1441"/>
                  <a:pt x="3682" y="1394"/>
                </a:cubicBezTo>
                <a:cubicBezTo>
                  <a:pt x="3682" y="1392"/>
                  <a:pt x="3682" y="1390"/>
                  <a:pt x="3682" y="1387"/>
                </a:cubicBezTo>
                <a:cubicBezTo>
                  <a:pt x="3699" y="1443"/>
                  <a:pt x="3742" y="1493"/>
                  <a:pt x="3736" y="1555"/>
                </a:cubicBezTo>
                <a:lnTo>
                  <a:pt x="3737" y="1554"/>
                </a:lnTo>
                <a:moveTo>
                  <a:pt x="3705" y="1269"/>
                </a:moveTo>
                <a:cubicBezTo>
                  <a:pt x="3761" y="1271"/>
                  <a:pt x="3789" y="1343"/>
                  <a:pt x="3813" y="1384"/>
                </a:cubicBezTo>
                <a:cubicBezTo>
                  <a:pt x="3837" y="1428"/>
                  <a:pt x="3854" y="1475"/>
                  <a:pt x="3861" y="1525"/>
                </a:cubicBezTo>
                <a:cubicBezTo>
                  <a:pt x="3868" y="1574"/>
                  <a:pt x="3861" y="1525"/>
                  <a:pt x="3861" y="1525"/>
                </a:cubicBezTo>
                <a:cubicBezTo>
                  <a:pt x="3860" y="1553"/>
                  <a:pt x="3852" y="1582"/>
                  <a:pt x="3839" y="1607"/>
                </a:cubicBezTo>
                <a:cubicBezTo>
                  <a:pt x="3837" y="1610"/>
                  <a:pt x="3833" y="1617"/>
                  <a:pt x="3830" y="1625"/>
                </a:cubicBezTo>
                <a:cubicBezTo>
                  <a:pt x="3809" y="1604"/>
                  <a:pt x="3786" y="1584"/>
                  <a:pt x="3761" y="1568"/>
                </a:cubicBezTo>
                <a:cubicBezTo>
                  <a:pt x="3782" y="1475"/>
                  <a:pt x="3702" y="1408"/>
                  <a:pt x="3683" y="1324"/>
                </a:cubicBezTo>
                <a:cubicBezTo>
                  <a:pt x="3687" y="1303"/>
                  <a:pt x="3689" y="1270"/>
                  <a:pt x="3704" y="1270"/>
                </a:cubicBezTo>
                <a:lnTo>
                  <a:pt x="3705" y="1269"/>
                </a:lnTo>
                <a:moveTo>
                  <a:pt x="1343" y="821"/>
                </a:moveTo>
                <a:cubicBezTo>
                  <a:pt x="1397" y="749"/>
                  <a:pt x="1447" y="674"/>
                  <a:pt x="1500" y="602"/>
                </a:cubicBezTo>
                <a:cubicBezTo>
                  <a:pt x="1506" y="595"/>
                  <a:pt x="1512" y="589"/>
                  <a:pt x="1518" y="582"/>
                </a:cubicBezTo>
                <a:cubicBezTo>
                  <a:pt x="1529" y="572"/>
                  <a:pt x="1539" y="561"/>
                  <a:pt x="1549" y="550"/>
                </a:cubicBezTo>
                <a:cubicBezTo>
                  <a:pt x="1614" y="491"/>
                  <a:pt x="1674" y="426"/>
                  <a:pt x="1748" y="377"/>
                </a:cubicBezTo>
                <a:cubicBezTo>
                  <a:pt x="1806" y="339"/>
                  <a:pt x="1857" y="293"/>
                  <a:pt x="1914" y="255"/>
                </a:cubicBezTo>
                <a:cubicBezTo>
                  <a:pt x="1932" y="244"/>
                  <a:pt x="1949" y="233"/>
                  <a:pt x="1967" y="223"/>
                </a:cubicBezTo>
                <a:cubicBezTo>
                  <a:pt x="2013" y="197"/>
                  <a:pt x="2061" y="172"/>
                  <a:pt x="2110" y="151"/>
                </a:cubicBezTo>
                <a:cubicBezTo>
                  <a:pt x="2254" y="83"/>
                  <a:pt x="2428" y="54"/>
                  <a:pt x="2585" y="34"/>
                </a:cubicBezTo>
                <a:cubicBezTo>
                  <a:pt x="2688" y="21"/>
                  <a:pt x="2784" y="46"/>
                  <a:pt x="2884" y="53"/>
                </a:cubicBezTo>
                <a:cubicBezTo>
                  <a:pt x="2919" y="61"/>
                  <a:pt x="2954" y="72"/>
                  <a:pt x="2986" y="88"/>
                </a:cubicBezTo>
                <a:cubicBezTo>
                  <a:pt x="3059" y="128"/>
                  <a:pt x="3146" y="141"/>
                  <a:pt x="3207" y="201"/>
                </a:cubicBezTo>
                <a:cubicBezTo>
                  <a:pt x="3236" y="225"/>
                  <a:pt x="3264" y="251"/>
                  <a:pt x="3290" y="278"/>
                </a:cubicBezTo>
                <a:cubicBezTo>
                  <a:pt x="3321" y="314"/>
                  <a:pt x="3343" y="356"/>
                  <a:pt x="3375" y="393"/>
                </a:cubicBezTo>
                <a:cubicBezTo>
                  <a:pt x="3410" y="432"/>
                  <a:pt x="3439" y="475"/>
                  <a:pt x="3466" y="520"/>
                </a:cubicBezTo>
                <a:cubicBezTo>
                  <a:pt x="3468" y="524"/>
                  <a:pt x="3471" y="529"/>
                  <a:pt x="3473" y="533"/>
                </a:cubicBezTo>
                <a:lnTo>
                  <a:pt x="3473" y="534"/>
                </a:lnTo>
                <a:cubicBezTo>
                  <a:pt x="3473" y="535"/>
                  <a:pt x="3473" y="536"/>
                  <a:pt x="3473" y="536"/>
                </a:cubicBezTo>
                <a:cubicBezTo>
                  <a:pt x="3565" y="711"/>
                  <a:pt x="3616" y="899"/>
                  <a:pt x="3644" y="1095"/>
                </a:cubicBezTo>
                <a:cubicBezTo>
                  <a:pt x="3652" y="1156"/>
                  <a:pt x="3658" y="1218"/>
                  <a:pt x="3662" y="1280"/>
                </a:cubicBezTo>
                <a:cubicBezTo>
                  <a:pt x="3661" y="1286"/>
                  <a:pt x="3660" y="1293"/>
                  <a:pt x="3660" y="1299"/>
                </a:cubicBezTo>
                <a:cubicBezTo>
                  <a:pt x="3660" y="1310"/>
                  <a:pt x="3662" y="1321"/>
                  <a:pt x="3665" y="1332"/>
                </a:cubicBezTo>
                <a:cubicBezTo>
                  <a:pt x="3672" y="1468"/>
                  <a:pt x="3675" y="1605"/>
                  <a:pt x="3692" y="1741"/>
                </a:cubicBezTo>
                <a:cubicBezTo>
                  <a:pt x="3692" y="1742"/>
                  <a:pt x="3693" y="1742"/>
                  <a:pt x="3693" y="1743"/>
                </a:cubicBezTo>
                <a:cubicBezTo>
                  <a:pt x="3693" y="1743"/>
                  <a:pt x="3694" y="1743"/>
                  <a:pt x="3695" y="1744"/>
                </a:cubicBezTo>
                <a:cubicBezTo>
                  <a:pt x="3695" y="1745"/>
                  <a:pt x="3696" y="1745"/>
                  <a:pt x="3696" y="1745"/>
                </a:cubicBezTo>
                <a:cubicBezTo>
                  <a:pt x="3701" y="1757"/>
                  <a:pt x="3721" y="1757"/>
                  <a:pt x="3736" y="1765"/>
                </a:cubicBezTo>
                <a:cubicBezTo>
                  <a:pt x="3739" y="1766"/>
                  <a:pt x="3743" y="1767"/>
                  <a:pt x="3746" y="1768"/>
                </a:cubicBezTo>
                <a:cubicBezTo>
                  <a:pt x="3758" y="1768"/>
                  <a:pt x="3769" y="1798"/>
                  <a:pt x="3772" y="1806"/>
                </a:cubicBezTo>
                <a:cubicBezTo>
                  <a:pt x="3776" y="1819"/>
                  <a:pt x="3772" y="1831"/>
                  <a:pt x="3773" y="1844"/>
                </a:cubicBezTo>
                <a:cubicBezTo>
                  <a:pt x="3675" y="1883"/>
                  <a:pt x="3593" y="1811"/>
                  <a:pt x="3570" y="1718"/>
                </a:cubicBezTo>
                <a:cubicBezTo>
                  <a:pt x="3540" y="1598"/>
                  <a:pt x="3550" y="1468"/>
                  <a:pt x="3547" y="1346"/>
                </a:cubicBezTo>
                <a:cubicBezTo>
                  <a:pt x="3547" y="1245"/>
                  <a:pt x="3541" y="1145"/>
                  <a:pt x="3530" y="1045"/>
                </a:cubicBezTo>
                <a:cubicBezTo>
                  <a:pt x="3524" y="999"/>
                  <a:pt x="3513" y="953"/>
                  <a:pt x="3499" y="909"/>
                </a:cubicBezTo>
                <a:cubicBezTo>
                  <a:pt x="3500" y="830"/>
                  <a:pt x="3442" y="748"/>
                  <a:pt x="3424" y="673"/>
                </a:cubicBezTo>
                <a:cubicBezTo>
                  <a:pt x="3401" y="581"/>
                  <a:pt x="3330" y="494"/>
                  <a:pt x="3286" y="410"/>
                </a:cubicBezTo>
                <a:cubicBezTo>
                  <a:pt x="3235" y="312"/>
                  <a:pt x="3154" y="262"/>
                  <a:pt x="3070" y="198"/>
                </a:cubicBezTo>
                <a:cubicBezTo>
                  <a:pt x="3033" y="170"/>
                  <a:pt x="2962" y="121"/>
                  <a:pt x="2909" y="115"/>
                </a:cubicBezTo>
                <a:cubicBezTo>
                  <a:pt x="2873" y="103"/>
                  <a:pt x="2835" y="97"/>
                  <a:pt x="2797" y="95"/>
                </a:cubicBezTo>
                <a:cubicBezTo>
                  <a:pt x="2778" y="94"/>
                  <a:pt x="2759" y="94"/>
                  <a:pt x="2740" y="94"/>
                </a:cubicBezTo>
                <a:cubicBezTo>
                  <a:pt x="2662" y="94"/>
                  <a:pt x="2585" y="104"/>
                  <a:pt x="2509" y="123"/>
                </a:cubicBezTo>
                <a:cubicBezTo>
                  <a:pt x="2406" y="147"/>
                  <a:pt x="2306" y="172"/>
                  <a:pt x="2211" y="221"/>
                </a:cubicBezTo>
                <a:cubicBezTo>
                  <a:pt x="2132" y="261"/>
                  <a:pt x="2042" y="304"/>
                  <a:pt x="1975" y="360"/>
                </a:cubicBezTo>
                <a:cubicBezTo>
                  <a:pt x="1944" y="385"/>
                  <a:pt x="1909" y="406"/>
                  <a:pt x="1878" y="430"/>
                </a:cubicBezTo>
                <a:cubicBezTo>
                  <a:pt x="1828" y="471"/>
                  <a:pt x="1780" y="515"/>
                  <a:pt x="1731" y="558"/>
                </a:cubicBezTo>
                <a:cubicBezTo>
                  <a:pt x="1667" y="615"/>
                  <a:pt x="1622" y="688"/>
                  <a:pt x="1572" y="757"/>
                </a:cubicBezTo>
                <a:cubicBezTo>
                  <a:pt x="1547" y="788"/>
                  <a:pt x="1523" y="820"/>
                  <a:pt x="1501" y="854"/>
                </a:cubicBezTo>
                <a:cubicBezTo>
                  <a:pt x="1469" y="902"/>
                  <a:pt x="1419" y="948"/>
                  <a:pt x="1394" y="1000"/>
                </a:cubicBezTo>
                <a:cubicBezTo>
                  <a:pt x="1378" y="1027"/>
                  <a:pt x="1360" y="1052"/>
                  <a:pt x="1339" y="1076"/>
                </a:cubicBezTo>
                <a:cubicBezTo>
                  <a:pt x="1335" y="1081"/>
                  <a:pt x="1331" y="1087"/>
                  <a:pt x="1328" y="1093"/>
                </a:cubicBezTo>
                <a:cubicBezTo>
                  <a:pt x="1323" y="1102"/>
                  <a:pt x="1319" y="1111"/>
                  <a:pt x="1315" y="1120"/>
                </a:cubicBezTo>
                <a:cubicBezTo>
                  <a:pt x="1314" y="1120"/>
                  <a:pt x="1314" y="1120"/>
                  <a:pt x="1313" y="1120"/>
                </a:cubicBezTo>
                <a:lnTo>
                  <a:pt x="1312" y="1121"/>
                </a:lnTo>
                <a:cubicBezTo>
                  <a:pt x="1274" y="1171"/>
                  <a:pt x="1240" y="1223"/>
                  <a:pt x="1209" y="1277"/>
                </a:cubicBezTo>
                <a:cubicBezTo>
                  <a:pt x="1204" y="1285"/>
                  <a:pt x="1199" y="1294"/>
                  <a:pt x="1194" y="1303"/>
                </a:cubicBezTo>
                <a:cubicBezTo>
                  <a:pt x="1183" y="1315"/>
                  <a:pt x="1173" y="1327"/>
                  <a:pt x="1166" y="1341"/>
                </a:cubicBezTo>
                <a:cubicBezTo>
                  <a:pt x="1165" y="1342"/>
                  <a:pt x="1164" y="1343"/>
                  <a:pt x="1164" y="1344"/>
                </a:cubicBezTo>
                <a:cubicBezTo>
                  <a:pt x="1153" y="1365"/>
                  <a:pt x="1146" y="1390"/>
                  <a:pt x="1138" y="1412"/>
                </a:cubicBezTo>
                <a:cubicBezTo>
                  <a:pt x="1126" y="1437"/>
                  <a:pt x="1114" y="1462"/>
                  <a:pt x="1102" y="1488"/>
                </a:cubicBezTo>
                <a:lnTo>
                  <a:pt x="1091" y="1514"/>
                </a:lnTo>
                <a:cubicBezTo>
                  <a:pt x="1071" y="1552"/>
                  <a:pt x="1051" y="1590"/>
                  <a:pt x="1036" y="1630"/>
                </a:cubicBezTo>
                <a:cubicBezTo>
                  <a:pt x="1003" y="1714"/>
                  <a:pt x="963" y="1796"/>
                  <a:pt x="932" y="1881"/>
                </a:cubicBezTo>
                <a:cubicBezTo>
                  <a:pt x="928" y="1893"/>
                  <a:pt x="924" y="1905"/>
                  <a:pt x="921" y="1917"/>
                </a:cubicBezTo>
                <a:cubicBezTo>
                  <a:pt x="919" y="1918"/>
                  <a:pt x="917" y="1920"/>
                  <a:pt x="916" y="1922"/>
                </a:cubicBezTo>
                <a:cubicBezTo>
                  <a:pt x="915" y="1924"/>
                  <a:pt x="914" y="1925"/>
                  <a:pt x="914" y="1928"/>
                </a:cubicBezTo>
                <a:cubicBezTo>
                  <a:pt x="914" y="1930"/>
                  <a:pt x="915" y="1933"/>
                  <a:pt x="916" y="1935"/>
                </a:cubicBezTo>
                <a:lnTo>
                  <a:pt x="912" y="1952"/>
                </a:lnTo>
                <a:cubicBezTo>
                  <a:pt x="903" y="1981"/>
                  <a:pt x="895" y="2011"/>
                  <a:pt x="888" y="2040"/>
                </a:cubicBezTo>
                <a:cubicBezTo>
                  <a:pt x="884" y="2050"/>
                  <a:pt x="879" y="2060"/>
                  <a:pt x="874" y="2070"/>
                </a:cubicBezTo>
                <a:cubicBezTo>
                  <a:pt x="848" y="2116"/>
                  <a:pt x="854" y="2193"/>
                  <a:pt x="844" y="2245"/>
                </a:cubicBezTo>
                <a:cubicBezTo>
                  <a:pt x="834" y="2296"/>
                  <a:pt x="829" y="2345"/>
                  <a:pt x="822" y="2396"/>
                </a:cubicBezTo>
                <a:cubicBezTo>
                  <a:pt x="820" y="2415"/>
                  <a:pt x="817" y="2434"/>
                  <a:pt x="814" y="2453"/>
                </a:cubicBezTo>
                <a:cubicBezTo>
                  <a:pt x="800" y="2531"/>
                  <a:pt x="792" y="2611"/>
                  <a:pt x="791" y="2691"/>
                </a:cubicBezTo>
                <a:cubicBezTo>
                  <a:pt x="790" y="2717"/>
                  <a:pt x="787" y="2744"/>
                  <a:pt x="783" y="2770"/>
                </a:cubicBezTo>
                <a:cubicBezTo>
                  <a:pt x="779" y="2788"/>
                  <a:pt x="775" y="2805"/>
                  <a:pt x="771" y="2823"/>
                </a:cubicBezTo>
                <a:cubicBezTo>
                  <a:pt x="767" y="2840"/>
                  <a:pt x="756" y="2902"/>
                  <a:pt x="752" y="2922"/>
                </a:cubicBezTo>
                <a:cubicBezTo>
                  <a:pt x="746" y="2914"/>
                  <a:pt x="739" y="2907"/>
                  <a:pt x="732" y="2900"/>
                </a:cubicBezTo>
                <a:cubicBezTo>
                  <a:pt x="702" y="2876"/>
                  <a:pt x="683" y="2856"/>
                  <a:pt x="658" y="2847"/>
                </a:cubicBezTo>
                <a:cubicBezTo>
                  <a:pt x="660" y="2844"/>
                  <a:pt x="662" y="2842"/>
                  <a:pt x="663" y="2839"/>
                </a:cubicBezTo>
                <a:cubicBezTo>
                  <a:pt x="666" y="2834"/>
                  <a:pt x="668" y="2828"/>
                  <a:pt x="668" y="2822"/>
                </a:cubicBezTo>
                <a:cubicBezTo>
                  <a:pt x="675" y="2798"/>
                  <a:pt x="674" y="2772"/>
                  <a:pt x="679" y="2748"/>
                </a:cubicBezTo>
                <a:cubicBezTo>
                  <a:pt x="686" y="2716"/>
                  <a:pt x="691" y="2684"/>
                  <a:pt x="694" y="2652"/>
                </a:cubicBezTo>
                <a:cubicBezTo>
                  <a:pt x="697" y="2646"/>
                  <a:pt x="700" y="2639"/>
                  <a:pt x="703" y="2633"/>
                </a:cubicBezTo>
                <a:cubicBezTo>
                  <a:pt x="704" y="2632"/>
                  <a:pt x="704" y="2632"/>
                  <a:pt x="704" y="2631"/>
                </a:cubicBezTo>
                <a:cubicBezTo>
                  <a:pt x="705" y="2630"/>
                  <a:pt x="705" y="2629"/>
                  <a:pt x="706" y="2629"/>
                </a:cubicBezTo>
                <a:cubicBezTo>
                  <a:pt x="714" y="2614"/>
                  <a:pt x="719" y="2597"/>
                  <a:pt x="719" y="2580"/>
                </a:cubicBezTo>
                <a:cubicBezTo>
                  <a:pt x="719" y="2574"/>
                  <a:pt x="718" y="2567"/>
                  <a:pt x="717" y="2561"/>
                </a:cubicBezTo>
                <a:cubicBezTo>
                  <a:pt x="717" y="2559"/>
                  <a:pt x="717" y="2557"/>
                  <a:pt x="717" y="2555"/>
                </a:cubicBezTo>
                <a:cubicBezTo>
                  <a:pt x="717" y="2545"/>
                  <a:pt x="715" y="2535"/>
                  <a:pt x="710" y="2525"/>
                </a:cubicBezTo>
                <a:cubicBezTo>
                  <a:pt x="712" y="2523"/>
                  <a:pt x="712" y="2520"/>
                  <a:pt x="712" y="2517"/>
                </a:cubicBezTo>
                <a:cubicBezTo>
                  <a:pt x="712" y="2510"/>
                  <a:pt x="712" y="2503"/>
                  <a:pt x="712" y="2496"/>
                </a:cubicBezTo>
                <a:cubicBezTo>
                  <a:pt x="721" y="2460"/>
                  <a:pt x="716" y="2410"/>
                  <a:pt x="721" y="2381"/>
                </a:cubicBezTo>
                <a:cubicBezTo>
                  <a:pt x="727" y="2346"/>
                  <a:pt x="727" y="2310"/>
                  <a:pt x="729" y="2274"/>
                </a:cubicBezTo>
                <a:cubicBezTo>
                  <a:pt x="740" y="2197"/>
                  <a:pt x="756" y="2121"/>
                  <a:pt x="775" y="2046"/>
                </a:cubicBezTo>
                <a:cubicBezTo>
                  <a:pt x="809" y="1906"/>
                  <a:pt x="839" y="1768"/>
                  <a:pt x="897" y="1636"/>
                </a:cubicBezTo>
                <a:cubicBezTo>
                  <a:pt x="954" y="1503"/>
                  <a:pt x="1030" y="1378"/>
                  <a:pt x="1086" y="1245"/>
                </a:cubicBezTo>
                <a:cubicBezTo>
                  <a:pt x="1117" y="1175"/>
                  <a:pt x="1152" y="1107"/>
                  <a:pt x="1191" y="1040"/>
                </a:cubicBezTo>
                <a:cubicBezTo>
                  <a:pt x="1203" y="1019"/>
                  <a:pt x="1215" y="999"/>
                  <a:pt x="1228" y="978"/>
                </a:cubicBezTo>
                <a:cubicBezTo>
                  <a:pt x="1268" y="931"/>
                  <a:pt x="1303" y="873"/>
                  <a:pt x="1343" y="821"/>
                </a:cubicBezTo>
                <a:moveTo>
                  <a:pt x="65" y="2731"/>
                </a:moveTo>
                <a:cubicBezTo>
                  <a:pt x="51" y="2699"/>
                  <a:pt x="41" y="2666"/>
                  <a:pt x="33" y="2633"/>
                </a:cubicBezTo>
                <a:cubicBezTo>
                  <a:pt x="26" y="2605"/>
                  <a:pt x="22" y="2577"/>
                  <a:pt x="22" y="2549"/>
                </a:cubicBezTo>
                <a:cubicBezTo>
                  <a:pt x="22" y="2545"/>
                  <a:pt x="22" y="2541"/>
                  <a:pt x="22" y="2537"/>
                </a:cubicBezTo>
                <a:cubicBezTo>
                  <a:pt x="24" y="2537"/>
                  <a:pt x="25" y="2537"/>
                  <a:pt x="25" y="2534"/>
                </a:cubicBezTo>
                <a:cubicBezTo>
                  <a:pt x="14" y="2467"/>
                  <a:pt x="66" y="2344"/>
                  <a:pt x="115" y="2295"/>
                </a:cubicBezTo>
                <a:cubicBezTo>
                  <a:pt x="185" y="2225"/>
                  <a:pt x="243" y="2154"/>
                  <a:pt x="331" y="2105"/>
                </a:cubicBezTo>
                <a:cubicBezTo>
                  <a:pt x="356" y="2091"/>
                  <a:pt x="381" y="2078"/>
                  <a:pt x="406" y="2064"/>
                </a:cubicBezTo>
                <a:cubicBezTo>
                  <a:pt x="443" y="2042"/>
                  <a:pt x="491" y="2032"/>
                  <a:pt x="526" y="2008"/>
                </a:cubicBezTo>
                <a:cubicBezTo>
                  <a:pt x="560" y="1984"/>
                  <a:pt x="603" y="1983"/>
                  <a:pt x="638" y="1963"/>
                </a:cubicBezTo>
                <a:cubicBezTo>
                  <a:pt x="658" y="1952"/>
                  <a:pt x="680" y="1943"/>
                  <a:pt x="703" y="1935"/>
                </a:cubicBezTo>
                <a:cubicBezTo>
                  <a:pt x="703" y="1936"/>
                  <a:pt x="703" y="1936"/>
                  <a:pt x="704" y="1936"/>
                </a:cubicBezTo>
                <a:lnTo>
                  <a:pt x="705" y="1937"/>
                </a:lnTo>
                <a:cubicBezTo>
                  <a:pt x="707" y="1937"/>
                  <a:pt x="709" y="1937"/>
                  <a:pt x="711" y="1937"/>
                </a:cubicBezTo>
                <a:cubicBezTo>
                  <a:pt x="732" y="1937"/>
                  <a:pt x="752" y="1931"/>
                  <a:pt x="769" y="1921"/>
                </a:cubicBezTo>
                <a:cubicBezTo>
                  <a:pt x="770" y="1920"/>
                  <a:pt x="770" y="1921"/>
                  <a:pt x="770" y="1921"/>
                </a:cubicBezTo>
                <a:cubicBezTo>
                  <a:pt x="766" y="1937"/>
                  <a:pt x="763" y="1953"/>
                  <a:pt x="759" y="1968"/>
                </a:cubicBezTo>
                <a:cubicBezTo>
                  <a:pt x="724" y="1979"/>
                  <a:pt x="691" y="1992"/>
                  <a:pt x="658" y="2006"/>
                </a:cubicBezTo>
                <a:cubicBezTo>
                  <a:pt x="605" y="2024"/>
                  <a:pt x="553" y="2046"/>
                  <a:pt x="503" y="2071"/>
                </a:cubicBezTo>
                <a:cubicBezTo>
                  <a:pt x="457" y="2097"/>
                  <a:pt x="409" y="2121"/>
                  <a:pt x="365" y="2148"/>
                </a:cubicBezTo>
                <a:cubicBezTo>
                  <a:pt x="345" y="2159"/>
                  <a:pt x="326" y="2168"/>
                  <a:pt x="308" y="2180"/>
                </a:cubicBezTo>
                <a:cubicBezTo>
                  <a:pt x="289" y="2191"/>
                  <a:pt x="273" y="2214"/>
                  <a:pt x="253" y="2223"/>
                </a:cubicBezTo>
                <a:cubicBezTo>
                  <a:pt x="208" y="2246"/>
                  <a:pt x="138" y="2322"/>
                  <a:pt x="116" y="2365"/>
                </a:cubicBezTo>
                <a:cubicBezTo>
                  <a:pt x="94" y="2407"/>
                  <a:pt x="69" y="2447"/>
                  <a:pt x="72" y="2496"/>
                </a:cubicBezTo>
                <a:cubicBezTo>
                  <a:pt x="74" y="2523"/>
                  <a:pt x="77" y="2551"/>
                  <a:pt x="81" y="2578"/>
                </a:cubicBezTo>
                <a:cubicBezTo>
                  <a:pt x="82" y="2610"/>
                  <a:pt x="89" y="2641"/>
                  <a:pt x="101" y="2670"/>
                </a:cubicBezTo>
                <a:cubicBezTo>
                  <a:pt x="128" y="2729"/>
                  <a:pt x="165" y="2779"/>
                  <a:pt x="199" y="2834"/>
                </a:cubicBezTo>
                <a:cubicBezTo>
                  <a:pt x="230" y="2884"/>
                  <a:pt x="282" y="2909"/>
                  <a:pt x="322" y="2948"/>
                </a:cubicBezTo>
                <a:cubicBezTo>
                  <a:pt x="343" y="2967"/>
                  <a:pt x="381" y="2975"/>
                  <a:pt x="406" y="2993"/>
                </a:cubicBezTo>
                <a:cubicBezTo>
                  <a:pt x="412" y="2997"/>
                  <a:pt x="418" y="3000"/>
                  <a:pt x="424" y="3004"/>
                </a:cubicBezTo>
                <a:cubicBezTo>
                  <a:pt x="434" y="3009"/>
                  <a:pt x="445" y="3015"/>
                  <a:pt x="456" y="3020"/>
                </a:cubicBezTo>
                <a:cubicBezTo>
                  <a:pt x="456" y="3021"/>
                  <a:pt x="457" y="3023"/>
                  <a:pt x="458" y="3025"/>
                </a:cubicBezTo>
                <a:cubicBezTo>
                  <a:pt x="462" y="3032"/>
                  <a:pt x="468" y="3038"/>
                  <a:pt x="474" y="3043"/>
                </a:cubicBezTo>
                <a:lnTo>
                  <a:pt x="490" y="3056"/>
                </a:lnTo>
                <a:cubicBezTo>
                  <a:pt x="494" y="3082"/>
                  <a:pt x="504" y="3138"/>
                  <a:pt x="485" y="3134"/>
                </a:cubicBezTo>
                <a:cubicBezTo>
                  <a:pt x="469" y="3132"/>
                  <a:pt x="431" y="3097"/>
                  <a:pt x="418" y="3086"/>
                </a:cubicBezTo>
                <a:cubicBezTo>
                  <a:pt x="392" y="3066"/>
                  <a:pt x="354" y="3027"/>
                  <a:pt x="318" y="3014"/>
                </a:cubicBezTo>
                <a:cubicBezTo>
                  <a:pt x="305" y="2982"/>
                  <a:pt x="243" y="2943"/>
                  <a:pt x="215" y="2925"/>
                </a:cubicBezTo>
                <a:cubicBezTo>
                  <a:pt x="174" y="2899"/>
                  <a:pt x="115" y="2835"/>
                  <a:pt x="98" y="2787"/>
                </a:cubicBezTo>
                <a:cubicBezTo>
                  <a:pt x="94" y="2778"/>
                  <a:pt x="89" y="2770"/>
                  <a:pt x="84" y="2761"/>
                </a:cubicBezTo>
                <a:cubicBezTo>
                  <a:pt x="78" y="2751"/>
                  <a:pt x="72" y="2741"/>
                  <a:pt x="65" y="2731"/>
                </a:cubicBezTo>
                <a:moveTo>
                  <a:pt x="3699" y="5772"/>
                </a:moveTo>
                <a:cubicBezTo>
                  <a:pt x="3697" y="5776"/>
                  <a:pt x="3694" y="5780"/>
                  <a:pt x="3692" y="5784"/>
                </a:cubicBezTo>
                <a:cubicBezTo>
                  <a:pt x="3691" y="5784"/>
                  <a:pt x="3690" y="5784"/>
                  <a:pt x="3689" y="5785"/>
                </a:cubicBezTo>
                <a:cubicBezTo>
                  <a:pt x="3688" y="5785"/>
                  <a:pt x="3686" y="5787"/>
                  <a:pt x="3685" y="5788"/>
                </a:cubicBezTo>
                <a:cubicBezTo>
                  <a:pt x="3654" y="5826"/>
                  <a:pt x="3615" y="5863"/>
                  <a:pt x="3582" y="5900"/>
                </a:cubicBezTo>
                <a:cubicBezTo>
                  <a:pt x="3565" y="5920"/>
                  <a:pt x="3546" y="5938"/>
                  <a:pt x="3526" y="5955"/>
                </a:cubicBezTo>
                <a:cubicBezTo>
                  <a:pt x="3519" y="5959"/>
                  <a:pt x="3513" y="5963"/>
                  <a:pt x="3506" y="5967"/>
                </a:cubicBezTo>
                <a:cubicBezTo>
                  <a:pt x="3495" y="5973"/>
                  <a:pt x="3485" y="5979"/>
                  <a:pt x="3474" y="5984"/>
                </a:cubicBezTo>
                <a:cubicBezTo>
                  <a:pt x="3454" y="5996"/>
                  <a:pt x="3435" y="6011"/>
                  <a:pt x="3418" y="6026"/>
                </a:cubicBezTo>
                <a:cubicBezTo>
                  <a:pt x="3409" y="6033"/>
                  <a:pt x="3399" y="6039"/>
                  <a:pt x="3389" y="6046"/>
                </a:cubicBezTo>
                <a:cubicBezTo>
                  <a:pt x="3350" y="6067"/>
                  <a:pt x="3311" y="6087"/>
                  <a:pt x="3270" y="6105"/>
                </a:cubicBezTo>
                <a:lnTo>
                  <a:pt x="3259" y="6110"/>
                </a:lnTo>
                <a:cubicBezTo>
                  <a:pt x="3200" y="6135"/>
                  <a:pt x="3141" y="6159"/>
                  <a:pt x="3081" y="6181"/>
                </a:cubicBezTo>
                <a:cubicBezTo>
                  <a:pt x="3014" y="6207"/>
                  <a:pt x="2948" y="6232"/>
                  <a:pt x="2882" y="6255"/>
                </a:cubicBezTo>
                <a:cubicBezTo>
                  <a:pt x="2859" y="6259"/>
                  <a:pt x="2837" y="6264"/>
                  <a:pt x="2815" y="6271"/>
                </a:cubicBezTo>
                <a:cubicBezTo>
                  <a:pt x="2761" y="6291"/>
                  <a:pt x="2698" y="6291"/>
                  <a:pt x="2642" y="6305"/>
                </a:cubicBezTo>
                <a:cubicBezTo>
                  <a:pt x="2615" y="6312"/>
                  <a:pt x="2582" y="6305"/>
                  <a:pt x="2554" y="6309"/>
                </a:cubicBezTo>
                <a:cubicBezTo>
                  <a:pt x="2520" y="6313"/>
                  <a:pt x="2487" y="6313"/>
                  <a:pt x="2453" y="6314"/>
                </a:cubicBezTo>
                <a:lnTo>
                  <a:pt x="2450" y="6314"/>
                </a:lnTo>
                <a:cubicBezTo>
                  <a:pt x="2328" y="6304"/>
                  <a:pt x="2203" y="6306"/>
                  <a:pt x="2082" y="6288"/>
                </a:cubicBezTo>
                <a:cubicBezTo>
                  <a:pt x="1999" y="6276"/>
                  <a:pt x="1915" y="6277"/>
                  <a:pt x="1831" y="6268"/>
                </a:cubicBezTo>
                <a:lnTo>
                  <a:pt x="1761" y="6255"/>
                </a:lnTo>
                <a:cubicBezTo>
                  <a:pt x="1748" y="6249"/>
                  <a:pt x="1734" y="6245"/>
                  <a:pt x="1720" y="6243"/>
                </a:cubicBezTo>
                <a:cubicBezTo>
                  <a:pt x="1696" y="6239"/>
                  <a:pt x="1673" y="6234"/>
                  <a:pt x="1650" y="6227"/>
                </a:cubicBezTo>
                <a:cubicBezTo>
                  <a:pt x="1623" y="6213"/>
                  <a:pt x="1594" y="6203"/>
                  <a:pt x="1564" y="6197"/>
                </a:cubicBezTo>
                <a:cubicBezTo>
                  <a:pt x="1546" y="6191"/>
                  <a:pt x="1527" y="6184"/>
                  <a:pt x="1510" y="6177"/>
                </a:cubicBezTo>
                <a:cubicBezTo>
                  <a:pt x="1492" y="6170"/>
                  <a:pt x="1477" y="6155"/>
                  <a:pt x="1456" y="6154"/>
                </a:cubicBezTo>
                <a:lnTo>
                  <a:pt x="1454" y="6154"/>
                </a:lnTo>
                <a:lnTo>
                  <a:pt x="1454" y="6145"/>
                </a:lnTo>
                <a:cubicBezTo>
                  <a:pt x="1450" y="6111"/>
                  <a:pt x="1446" y="6078"/>
                  <a:pt x="1439" y="6043"/>
                </a:cubicBezTo>
                <a:cubicBezTo>
                  <a:pt x="1439" y="6040"/>
                  <a:pt x="1433" y="6039"/>
                  <a:pt x="1432" y="6043"/>
                </a:cubicBezTo>
                <a:cubicBezTo>
                  <a:pt x="1426" y="6075"/>
                  <a:pt x="1422" y="6107"/>
                  <a:pt x="1422" y="6140"/>
                </a:cubicBezTo>
                <a:cubicBezTo>
                  <a:pt x="1422" y="6159"/>
                  <a:pt x="1424" y="6177"/>
                  <a:pt x="1400" y="6179"/>
                </a:cubicBezTo>
                <a:cubicBezTo>
                  <a:pt x="1398" y="6179"/>
                  <a:pt x="1396" y="6179"/>
                  <a:pt x="1395" y="6179"/>
                </a:cubicBezTo>
                <a:cubicBezTo>
                  <a:pt x="1393" y="6179"/>
                  <a:pt x="1392" y="6179"/>
                  <a:pt x="1391" y="6179"/>
                </a:cubicBezTo>
                <a:cubicBezTo>
                  <a:pt x="1363" y="6162"/>
                  <a:pt x="1329" y="6157"/>
                  <a:pt x="1325" y="6116"/>
                </a:cubicBezTo>
                <a:cubicBezTo>
                  <a:pt x="1320" y="6060"/>
                  <a:pt x="1322" y="6004"/>
                  <a:pt x="1312" y="5949"/>
                </a:cubicBezTo>
                <a:cubicBezTo>
                  <a:pt x="1312" y="5949"/>
                  <a:pt x="1313" y="5948"/>
                  <a:pt x="1312" y="5948"/>
                </a:cubicBezTo>
                <a:cubicBezTo>
                  <a:pt x="1311" y="5947"/>
                  <a:pt x="1311" y="5947"/>
                  <a:pt x="1310" y="5947"/>
                </a:cubicBezTo>
                <a:lnTo>
                  <a:pt x="1309" y="5947"/>
                </a:lnTo>
                <a:cubicBezTo>
                  <a:pt x="1308" y="5947"/>
                  <a:pt x="1308" y="5947"/>
                  <a:pt x="1307" y="5947"/>
                </a:cubicBezTo>
                <a:lnTo>
                  <a:pt x="1306" y="5948"/>
                </a:lnTo>
                <a:cubicBezTo>
                  <a:pt x="1306" y="5949"/>
                  <a:pt x="1306" y="5949"/>
                  <a:pt x="1306" y="5949"/>
                </a:cubicBezTo>
                <a:cubicBezTo>
                  <a:pt x="1299" y="5987"/>
                  <a:pt x="1296" y="6026"/>
                  <a:pt x="1296" y="6065"/>
                </a:cubicBezTo>
                <a:cubicBezTo>
                  <a:pt x="1296" y="6087"/>
                  <a:pt x="1297" y="6110"/>
                  <a:pt x="1299" y="6132"/>
                </a:cubicBezTo>
                <a:cubicBezTo>
                  <a:pt x="1289" y="6128"/>
                  <a:pt x="1278" y="6125"/>
                  <a:pt x="1268" y="6122"/>
                </a:cubicBezTo>
                <a:cubicBezTo>
                  <a:pt x="1269" y="6115"/>
                  <a:pt x="1270" y="6108"/>
                  <a:pt x="1270" y="6101"/>
                </a:cubicBezTo>
                <a:cubicBezTo>
                  <a:pt x="1270" y="6097"/>
                  <a:pt x="1270" y="6092"/>
                  <a:pt x="1269" y="6087"/>
                </a:cubicBezTo>
                <a:cubicBezTo>
                  <a:pt x="1269" y="6069"/>
                  <a:pt x="1267" y="6050"/>
                  <a:pt x="1266" y="6032"/>
                </a:cubicBezTo>
                <a:cubicBezTo>
                  <a:pt x="1266" y="6021"/>
                  <a:pt x="1248" y="6022"/>
                  <a:pt x="1247" y="6032"/>
                </a:cubicBezTo>
                <a:cubicBezTo>
                  <a:pt x="1246" y="6048"/>
                  <a:pt x="1245" y="6064"/>
                  <a:pt x="1244" y="6079"/>
                </a:cubicBezTo>
                <a:cubicBezTo>
                  <a:pt x="1243" y="6087"/>
                  <a:pt x="1242" y="6095"/>
                  <a:pt x="1242" y="6103"/>
                </a:cubicBezTo>
                <a:cubicBezTo>
                  <a:pt x="1242" y="6107"/>
                  <a:pt x="1243" y="6110"/>
                  <a:pt x="1243" y="6114"/>
                </a:cubicBezTo>
                <a:cubicBezTo>
                  <a:pt x="1236" y="6112"/>
                  <a:pt x="1229" y="6110"/>
                  <a:pt x="1223" y="6107"/>
                </a:cubicBezTo>
                <a:cubicBezTo>
                  <a:pt x="1228" y="6101"/>
                  <a:pt x="1225" y="6093"/>
                  <a:pt x="1223" y="6085"/>
                </a:cubicBezTo>
                <a:cubicBezTo>
                  <a:pt x="1219" y="6071"/>
                  <a:pt x="1217" y="6057"/>
                  <a:pt x="1216" y="6042"/>
                </a:cubicBezTo>
                <a:cubicBezTo>
                  <a:pt x="1216" y="6038"/>
                  <a:pt x="1208" y="6038"/>
                  <a:pt x="1207" y="6042"/>
                </a:cubicBezTo>
                <a:cubicBezTo>
                  <a:pt x="1206" y="6053"/>
                  <a:pt x="1205" y="6064"/>
                  <a:pt x="1205" y="6075"/>
                </a:cubicBezTo>
                <a:cubicBezTo>
                  <a:pt x="1205" y="6078"/>
                  <a:pt x="1205" y="6080"/>
                  <a:pt x="1205" y="6082"/>
                </a:cubicBezTo>
                <a:cubicBezTo>
                  <a:pt x="1205" y="6088"/>
                  <a:pt x="1206" y="6094"/>
                  <a:pt x="1208" y="6100"/>
                </a:cubicBezTo>
                <a:cubicBezTo>
                  <a:pt x="1201" y="6097"/>
                  <a:pt x="1194" y="6093"/>
                  <a:pt x="1187" y="6089"/>
                </a:cubicBezTo>
                <a:cubicBezTo>
                  <a:pt x="1188" y="6087"/>
                  <a:pt x="1188" y="6086"/>
                  <a:pt x="1188" y="6084"/>
                </a:cubicBezTo>
                <a:cubicBezTo>
                  <a:pt x="1188" y="6082"/>
                  <a:pt x="1188" y="6080"/>
                  <a:pt x="1187" y="6078"/>
                </a:cubicBezTo>
                <a:cubicBezTo>
                  <a:pt x="1188" y="6078"/>
                  <a:pt x="1188" y="6077"/>
                  <a:pt x="1189" y="6076"/>
                </a:cubicBezTo>
                <a:cubicBezTo>
                  <a:pt x="1190" y="6074"/>
                  <a:pt x="1190" y="6072"/>
                  <a:pt x="1190" y="6070"/>
                </a:cubicBezTo>
                <a:cubicBezTo>
                  <a:pt x="1190" y="6068"/>
                  <a:pt x="1190" y="6066"/>
                  <a:pt x="1189" y="6064"/>
                </a:cubicBezTo>
                <a:cubicBezTo>
                  <a:pt x="1183" y="6046"/>
                  <a:pt x="1179" y="6027"/>
                  <a:pt x="1177" y="6007"/>
                </a:cubicBezTo>
                <a:cubicBezTo>
                  <a:pt x="1177" y="6006"/>
                  <a:pt x="1176" y="6006"/>
                  <a:pt x="1176" y="6005"/>
                </a:cubicBezTo>
                <a:cubicBezTo>
                  <a:pt x="1175" y="6002"/>
                  <a:pt x="1173" y="6002"/>
                  <a:pt x="1172" y="6001"/>
                </a:cubicBezTo>
                <a:cubicBezTo>
                  <a:pt x="1170" y="6000"/>
                  <a:pt x="1169" y="6000"/>
                  <a:pt x="1167" y="6000"/>
                </a:cubicBezTo>
                <a:cubicBezTo>
                  <a:pt x="1165" y="6000"/>
                  <a:pt x="1164" y="6000"/>
                  <a:pt x="1162" y="6001"/>
                </a:cubicBezTo>
                <a:cubicBezTo>
                  <a:pt x="1160" y="6002"/>
                  <a:pt x="1159" y="6002"/>
                  <a:pt x="1158" y="6005"/>
                </a:cubicBezTo>
                <a:cubicBezTo>
                  <a:pt x="1158" y="6006"/>
                  <a:pt x="1158" y="6006"/>
                  <a:pt x="1157" y="6007"/>
                </a:cubicBezTo>
                <a:cubicBezTo>
                  <a:pt x="1155" y="6016"/>
                  <a:pt x="1153" y="6026"/>
                  <a:pt x="1153" y="6035"/>
                </a:cubicBezTo>
                <a:cubicBezTo>
                  <a:pt x="1153" y="6049"/>
                  <a:pt x="1156" y="6062"/>
                  <a:pt x="1162" y="6075"/>
                </a:cubicBezTo>
                <a:lnTo>
                  <a:pt x="1136" y="6061"/>
                </a:lnTo>
                <a:cubicBezTo>
                  <a:pt x="1137" y="6060"/>
                  <a:pt x="1137" y="6060"/>
                  <a:pt x="1138" y="6059"/>
                </a:cubicBezTo>
                <a:cubicBezTo>
                  <a:pt x="1138" y="6058"/>
                  <a:pt x="1139" y="6056"/>
                  <a:pt x="1139" y="6055"/>
                </a:cubicBezTo>
                <a:cubicBezTo>
                  <a:pt x="1139" y="6054"/>
                  <a:pt x="1139" y="6053"/>
                  <a:pt x="1139" y="6052"/>
                </a:cubicBezTo>
                <a:cubicBezTo>
                  <a:pt x="1139" y="6030"/>
                  <a:pt x="1137" y="6009"/>
                  <a:pt x="1132" y="5987"/>
                </a:cubicBezTo>
                <a:cubicBezTo>
                  <a:pt x="1132" y="5987"/>
                  <a:pt x="1131" y="5986"/>
                  <a:pt x="1131" y="5985"/>
                </a:cubicBezTo>
                <a:cubicBezTo>
                  <a:pt x="1130" y="5983"/>
                  <a:pt x="1129" y="5982"/>
                  <a:pt x="1128" y="5982"/>
                </a:cubicBezTo>
                <a:cubicBezTo>
                  <a:pt x="1127" y="5981"/>
                  <a:pt x="1125" y="5981"/>
                  <a:pt x="1124" y="5981"/>
                </a:cubicBezTo>
                <a:cubicBezTo>
                  <a:pt x="1123" y="5981"/>
                  <a:pt x="1121" y="5981"/>
                  <a:pt x="1120" y="5982"/>
                </a:cubicBezTo>
                <a:cubicBezTo>
                  <a:pt x="1119" y="5982"/>
                  <a:pt x="1118" y="5984"/>
                  <a:pt x="1117" y="5985"/>
                </a:cubicBezTo>
                <a:cubicBezTo>
                  <a:pt x="1116" y="5986"/>
                  <a:pt x="1116" y="5987"/>
                  <a:pt x="1116" y="5987"/>
                </a:cubicBezTo>
                <a:cubicBezTo>
                  <a:pt x="1113" y="5998"/>
                  <a:pt x="1111" y="6010"/>
                  <a:pt x="1111" y="6021"/>
                </a:cubicBezTo>
                <a:cubicBezTo>
                  <a:pt x="1111" y="6030"/>
                  <a:pt x="1112" y="6039"/>
                  <a:pt x="1114" y="6048"/>
                </a:cubicBezTo>
                <a:lnTo>
                  <a:pt x="1101" y="6041"/>
                </a:lnTo>
                <a:cubicBezTo>
                  <a:pt x="1102" y="6036"/>
                  <a:pt x="1102" y="6031"/>
                  <a:pt x="1102" y="6026"/>
                </a:cubicBezTo>
                <a:cubicBezTo>
                  <a:pt x="1102" y="6018"/>
                  <a:pt x="1101" y="6010"/>
                  <a:pt x="1100" y="6002"/>
                </a:cubicBezTo>
                <a:cubicBezTo>
                  <a:pt x="1099" y="5996"/>
                  <a:pt x="1096" y="5997"/>
                  <a:pt x="1095" y="5993"/>
                </a:cubicBezTo>
                <a:cubicBezTo>
                  <a:pt x="1093" y="5983"/>
                  <a:pt x="1092" y="5974"/>
                  <a:pt x="1091" y="5965"/>
                </a:cubicBezTo>
                <a:cubicBezTo>
                  <a:pt x="1091" y="5964"/>
                  <a:pt x="1091" y="5963"/>
                  <a:pt x="1091" y="5962"/>
                </a:cubicBezTo>
                <a:cubicBezTo>
                  <a:pt x="1090" y="5960"/>
                  <a:pt x="1090" y="5960"/>
                  <a:pt x="1089" y="5960"/>
                </a:cubicBezTo>
                <a:cubicBezTo>
                  <a:pt x="1088" y="5959"/>
                  <a:pt x="1087" y="5959"/>
                  <a:pt x="1086" y="5959"/>
                </a:cubicBezTo>
                <a:cubicBezTo>
                  <a:pt x="1085" y="5959"/>
                  <a:pt x="1084" y="5959"/>
                  <a:pt x="1083" y="5960"/>
                </a:cubicBezTo>
                <a:cubicBezTo>
                  <a:pt x="1082" y="5960"/>
                  <a:pt x="1082" y="5960"/>
                  <a:pt x="1081" y="5962"/>
                </a:cubicBezTo>
                <a:cubicBezTo>
                  <a:pt x="1080" y="5963"/>
                  <a:pt x="1080" y="5964"/>
                  <a:pt x="1080" y="5965"/>
                </a:cubicBezTo>
                <a:cubicBezTo>
                  <a:pt x="1079" y="5978"/>
                  <a:pt x="1070" y="5996"/>
                  <a:pt x="1078" y="6008"/>
                </a:cubicBezTo>
                <a:cubicBezTo>
                  <a:pt x="1078" y="6015"/>
                  <a:pt x="1079" y="6022"/>
                  <a:pt x="1080" y="6029"/>
                </a:cubicBezTo>
                <a:lnTo>
                  <a:pt x="1062" y="6018"/>
                </a:lnTo>
                <a:cubicBezTo>
                  <a:pt x="1064" y="6015"/>
                  <a:pt x="1064" y="6011"/>
                  <a:pt x="1064" y="6007"/>
                </a:cubicBezTo>
                <a:cubicBezTo>
                  <a:pt x="1064" y="6005"/>
                  <a:pt x="1064" y="6002"/>
                  <a:pt x="1064" y="6000"/>
                </a:cubicBezTo>
                <a:cubicBezTo>
                  <a:pt x="1055" y="5969"/>
                  <a:pt x="1049" y="5938"/>
                  <a:pt x="1046" y="5906"/>
                </a:cubicBezTo>
                <a:cubicBezTo>
                  <a:pt x="1046" y="5905"/>
                  <a:pt x="1046" y="5904"/>
                  <a:pt x="1045" y="5903"/>
                </a:cubicBezTo>
                <a:cubicBezTo>
                  <a:pt x="1045" y="5903"/>
                  <a:pt x="1044" y="5902"/>
                  <a:pt x="1043" y="5901"/>
                </a:cubicBezTo>
                <a:cubicBezTo>
                  <a:pt x="1043" y="5901"/>
                  <a:pt x="1042" y="5901"/>
                  <a:pt x="1041" y="5901"/>
                </a:cubicBezTo>
                <a:cubicBezTo>
                  <a:pt x="1040" y="5901"/>
                  <a:pt x="1039" y="5900"/>
                  <a:pt x="1038" y="5901"/>
                </a:cubicBezTo>
                <a:cubicBezTo>
                  <a:pt x="1037" y="5901"/>
                  <a:pt x="1037" y="5902"/>
                  <a:pt x="1036" y="5903"/>
                </a:cubicBezTo>
                <a:cubicBezTo>
                  <a:pt x="1035" y="5903"/>
                  <a:pt x="1035" y="5905"/>
                  <a:pt x="1035" y="5906"/>
                </a:cubicBezTo>
                <a:cubicBezTo>
                  <a:pt x="1032" y="5920"/>
                  <a:pt x="1031" y="5933"/>
                  <a:pt x="1031" y="5947"/>
                </a:cubicBezTo>
                <a:cubicBezTo>
                  <a:pt x="1031" y="5967"/>
                  <a:pt x="1034" y="5986"/>
                  <a:pt x="1040" y="6004"/>
                </a:cubicBezTo>
                <a:lnTo>
                  <a:pt x="1022" y="5992"/>
                </a:lnTo>
                <a:cubicBezTo>
                  <a:pt x="1015" y="5974"/>
                  <a:pt x="1011" y="5955"/>
                  <a:pt x="1009" y="5935"/>
                </a:cubicBezTo>
                <a:cubicBezTo>
                  <a:pt x="1009" y="5902"/>
                  <a:pt x="1009" y="5870"/>
                  <a:pt x="1008" y="5837"/>
                </a:cubicBezTo>
                <a:cubicBezTo>
                  <a:pt x="1008" y="5831"/>
                  <a:pt x="998" y="5830"/>
                  <a:pt x="997" y="5837"/>
                </a:cubicBezTo>
                <a:cubicBezTo>
                  <a:pt x="995" y="5885"/>
                  <a:pt x="985" y="5928"/>
                  <a:pt x="994" y="5972"/>
                </a:cubicBezTo>
                <a:lnTo>
                  <a:pt x="979" y="5961"/>
                </a:lnTo>
                <a:cubicBezTo>
                  <a:pt x="974" y="5934"/>
                  <a:pt x="970" y="5908"/>
                  <a:pt x="967" y="5882"/>
                </a:cubicBezTo>
                <a:cubicBezTo>
                  <a:pt x="967" y="5850"/>
                  <a:pt x="966" y="5818"/>
                  <a:pt x="963" y="5786"/>
                </a:cubicBezTo>
                <a:cubicBezTo>
                  <a:pt x="963" y="5779"/>
                  <a:pt x="952" y="5779"/>
                  <a:pt x="952" y="5786"/>
                </a:cubicBezTo>
                <a:cubicBezTo>
                  <a:pt x="952" y="5817"/>
                  <a:pt x="942" y="5849"/>
                  <a:pt x="941" y="5881"/>
                </a:cubicBezTo>
                <a:cubicBezTo>
                  <a:pt x="940" y="5886"/>
                  <a:pt x="940" y="5892"/>
                  <a:pt x="940" y="5897"/>
                </a:cubicBezTo>
                <a:cubicBezTo>
                  <a:pt x="940" y="5902"/>
                  <a:pt x="940" y="5907"/>
                  <a:pt x="941" y="5912"/>
                </a:cubicBezTo>
                <a:cubicBezTo>
                  <a:pt x="930" y="5883"/>
                  <a:pt x="924" y="5851"/>
                  <a:pt x="922" y="5820"/>
                </a:cubicBezTo>
                <a:cubicBezTo>
                  <a:pt x="920" y="5781"/>
                  <a:pt x="918" y="5741"/>
                  <a:pt x="915" y="5703"/>
                </a:cubicBezTo>
                <a:cubicBezTo>
                  <a:pt x="915" y="5699"/>
                  <a:pt x="909" y="5699"/>
                  <a:pt x="908" y="5703"/>
                </a:cubicBezTo>
                <a:cubicBezTo>
                  <a:pt x="904" y="5751"/>
                  <a:pt x="900" y="5800"/>
                  <a:pt x="898" y="5848"/>
                </a:cubicBezTo>
                <a:cubicBezTo>
                  <a:pt x="898" y="5851"/>
                  <a:pt x="898" y="5855"/>
                  <a:pt x="898" y="5858"/>
                </a:cubicBezTo>
                <a:cubicBezTo>
                  <a:pt x="897" y="5850"/>
                  <a:pt x="895" y="5839"/>
                  <a:pt x="895" y="5837"/>
                </a:cubicBezTo>
                <a:cubicBezTo>
                  <a:pt x="890" y="5813"/>
                  <a:pt x="887" y="5788"/>
                  <a:pt x="887" y="5763"/>
                </a:cubicBezTo>
                <a:lnTo>
                  <a:pt x="887" y="5762"/>
                </a:lnTo>
                <a:cubicBezTo>
                  <a:pt x="887" y="5712"/>
                  <a:pt x="887" y="5664"/>
                  <a:pt x="886" y="5613"/>
                </a:cubicBezTo>
                <a:cubicBezTo>
                  <a:pt x="886" y="5607"/>
                  <a:pt x="875" y="5607"/>
                  <a:pt x="875" y="5613"/>
                </a:cubicBezTo>
                <a:cubicBezTo>
                  <a:pt x="872" y="5672"/>
                  <a:pt x="870" y="5734"/>
                  <a:pt x="865" y="5793"/>
                </a:cubicBezTo>
                <a:cubicBezTo>
                  <a:pt x="862" y="5779"/>
                  <a:pt x="854" y="5764"/>
                  <a:pt x="854" y="5756"/>
                </a:cubicBezTo>
                <a:cubicBezTo>
                  <a:pt x="852" y="5710"/>
                  <a:pt x="844" y="5664"/>
                  <a:pt x="840" y="5619"/>
                </a:cubicBezTo>
                <a:cubicBezTo>
                  <a:pt x="840" y="5618"/>
                  <a:pt x="841" y="5616"/>
                  <a:pt x="840" y="5616"/>
                </a:cubicBezTo>
                <a:cubicBezTo>
                  <a:pt x="839" y="5615"/>
                  <a:pt x="839" y="5615"/>
                  <a:pt x="838" y="5615"/>
                </a:cubicBezTo>
                <a:cubicBezTo>
                  <a:pt x="837" y="5614"/>
                  <a:pt x="836" y="5614"/>
                  <a:pt x="835" y="5614"/>
                </a:cubicBezTo>
                <a:cubicBezTo>
                  <a:pt x="835" y="5614"/>
                  <a:pt x="834" y="5614"/>
                  <a:pt x="833" y="5615"/>
                </a:cubicBezTo>
                <a:cubicBezTo>
                  <a:pt x="832" y="5615"/>
                  <a:pt x="832" y="5615"/>
                  <a:pt x="831" y="5616"/>
                </a:cubicBezTo>
                <a:cubicBezTo>
                  <a:pt x="830" y="5616"/>
                  <a:pt x="831" y="5618"/>
                  <a:pt x="831" y="5619"/>
                </a:cubicBezTo>
                <a:cubicBezTo>
                  <a:pt x="827" y="5641"/>
                  <a:pt x="824" y="5664"/>
                  <a:pt x="824" y="5686"/>
                </a:cubicBezTo>
                <a:cubicBezTo>
                  <a:pt x="824" y="5693"/>
                  <a:pt x="825" y="5701"/>
                  <a:pt x="825" y="5708"/>
                </a:cubicBezTo>
                <a:cubicBezTo>
                  <a:pt x="826" y="5713"/>
                  <a:pt x="826" y="5717"/>
                  <a:pt x="826" y="5723"/>
                </a:cubicBezTo>
                <a:cubicBezTo>
                  <a:pt x="826" y="5728"/>
                  <a:pt x="826" y="5734"/>
                  <a:pt x="825" y="5739"/>
                </a:cubicBezTo>
                <a:cubicBezTo>
                  <a:pt x="808" y="5678"/>
                  <a:pt x="799" y="5614"/>
                  <a:pt x="799" y="5551"/>
                </a:cubicBezTo>
                <a:cubicBezTo>
                  <a:pt x="799" y="5547"/>
                  <a:pt x="799" y="5543"/>
                  <a:pt x="799" y="5540"/>
                </a:cubicBezTo>
                <a:cubicBezTo>
                  <a:pt x="799" y="5492"/>
                  <a:pt x="798" y="5443"/>
                  <a:pt x="796" y="5395"/>
                </a:cubicBezTo>
                <a:cubicBezTo>
                  <a:pt x="797" y="5398"/>
                  <a:pt x="798" y="5400"/>
                  <a:pt x="799" y="5403"/>
                </a:cubicBezTo>
                <a:cubicBezTo>
                  <a:pt x="805" y="5415"/>
                  <a:pt x="813" y="5448"/>
                  <a:pt x="833" y="5442"/>
                </a:cubicBezTo>
                <a:cubicBezTo>
                  <a:pt x="834" y="5442"/>
                  <a:pt x="834" y="5441"/>
                  <a:pt x="835" y="5441"/>
                </a:cubicBezTo>
                <a:cubicBezTo>
                  <a:pt x="837" y="5439"/>
                  <a:pt x="838" y="5439"/>
                  <a:pt x="839" y="5437"/>
                </a:cubicBezTo>
                <a:cubicBezTo>
                  <a:pt x="840" y="5435"/>
                  <a:pt x="841" y="5433"/>
                  <a:pt x="841" y="5431"/>
                </a:cubicBezTo>
                <a:cubicBezTo>
                  <a:pt x="841" y="5429"/>
                  <a:pt x="841" y="5428"/>
                  <a:pt x="840" y="5426"/>
                </a:cubicBezTo>
                <a:cubicBezTo>
                  <a:pt x="832" y="5404"/>
                  <a:pt x="819" y="5384"/>
                  <a:pt x="810" y="5362"/>
                </a:cubicBezTo>
                <a:cubicBezTo>
                  <a:pt x="806" y="5346"/>
                  <a:pt x="803" y="5330"/>
                  <a:pt x="802" y="5314"/>
                </a:cubicBezTo>
                <a:cubicBezTo>
                  <a:pt x="806" y="5296"/>
                  <a:pt x="810" y="5279"/>
                  <a:pt x="814" y="5262"/>
                </a:cubicBezTo>
                <a:cubicBezTo>
                  <a:pt x="838" y="5313"/>
                  <a:pt x="863" y="5364"/>
                  <a:pt x="885" y="5415"/>
                </a:cubicBezTo>
                <a:cubicBezTo>
                  <a:pt x="888" y="5422"/>
                  <a:pt x="891" y="5427"/>
                  <a:pt x="895" y="5434"/>
                </a:cubicBezTo>
                <a:cubicBezTo>
                  <a:pt x="897" y="5437"/>
                  <a:pt x="900" y="5442"/>
                  <a:pt x="902" y="5446"/>
                </a:cubicBezTo>
                <a:lnTo>
                  <a:pt x="903" y="5450"/>
                </a:lnTo>
                <a:cubicBezTo>
                  <a:pt x="904" y="5451"/>
                  <a:pt x="903" y="5451"/>
                  <a:pt x="904" y="5452"/>
                </a:cubicBezTo>
                <a:cubicBezTo>
                  <a:pt x="905" y="5453"/>
                  <a:pt x="906" y="5454"/>
                  <a:pt x="908" y="5455"/>
                </a:cubicBezTo>
                <a:lnTo>
                  <a:pt x="909" y="5456"/>
                </a:lnTo>
                <a:cubicBezTo>
                  <a:pt x="916" y="5466"/>
                  <a:pt x="924" y="5475"/>
                  <a:pt x="932" y="5486"/>
                </a:cubicBezTo>
                <a:cubicBezTo>
                  <a:pt x="938" y="5505"/>
                  <a:pt x="945" y="5524"/>
                  <a:pt x="955" y="5541"/>
                </a:cubicBezTo>
                <a:cubicBezTo>
                  <a:pt x="956" y="5543"/>
                  <a:pt x="958" y="5545"/>
                  <a:pt x="959" y="5546"/>
                </a:cubicBezTo>
                <a:cubicBezTo>
                  <a:pt x="961" y="5547"/>
                  <a:pt x="963" y="5547"/>
                  <a:pt x="965" y="5547"/>
                </a:cubicBezTo>
                <a:cubicBezTo>
                  <a:pt x="966" y="5547"/>
                  <a:pt x="967" y="5547"/>
                  <a:pt x="968" y="5547"/>
                </a:cubicBezTo>
                <a:cubicBezTo>
                  <a:pt x="970" y="5550"/>
                  <a:pt x="971" y="5553"/>
                  <a:pt x="973" y="5555"/>
                </a:cubicBezTo>
                <a:cubicBezTo>
                  <a:pt x="981" y="5569"/>
                  <a:pt x="990" y="5582"/>
                  <a:pt x="1000" y="5594"/>
                </a:cubicBezTo>
                <a:cubicBezTo>
                  <a:pt x="1042" y="5642"/>
                  <a:pt x="1091" y="5671"/>
                  <a:pt x="1140" y="5709"/>
                </a:cubicBezTo>
                <a:cubicBezTo>
                  <a:pt x="1159" y="5722"/>
                  <a:pt x="1178" y="5734"/>
                  <a:pt x="1197" y="5746"/>
                </a:cubicBezTo>
                <a:cubicBezTo>
                  <a:pt x="1230" y="5765"/>
                  <a:pt x="1265" y="5781"/>
                  <a:pt x="1301" y="5794"/>
                </a:cubicBezTo>
                <a:cubicBezTo>
                  <a:pt x="1301" y="5799"/>
                  <a:pt x="1301" y="5804"/>
                  <a:pt x="1301" y="5809"/>
                </a:cubicBezTo>
                <a:cubicBezTo>
                  <a:pt x="1259" y="5786"/>
                  <a:pt x="1209" y="5780"/>
                  <a:pt x="1167" y="5758"/>
                </a:cubicBezTo>
                <a:cubicBezTo>
                  <a:pt x="1092" y="5720"/>
                  <a:pt x="990" y="5668"/>
                  <a:pt x="942" y="5593"/>
                </a:cubicBezTo>
                <a:cubicBezTo>
                  <a:pt x="942" y="5593"/>
                  <a:pt x="939" y="5593"/>
                  <a:pt x="940" y="5593"/>
                </a:cubicBezTo>
                <a:cubicBezTo>
                  <a:pt x="949" y="5624"/>
                  <a:pt x="973" y="5638"/>
                  <a:pt x="994" y="5661"/>
                </a:cubicBezTo>
                <a:cubicBezTo>
                  <a:pt x="1026" y="5696"/>
                  <a:pt x="1063" y="5727"/>
                  <a:pt x="1104" y="5752"/>
                </a:cubicBezTo>
                <a:cubicBezTo>
                  <a:pt x="1164" y="5789"/>
                  <a:pt x="1232" y="5808"/>
                  <a:pt x="1295" y="5840"/>
                </a:cubicBezTo>
                <a:cubicBezTo>
                  <a:pt x="1296" y="5841"/>
                  <a:pt x="1298" y="5841"/>
                  <a:pt x="1299" y="5841"/>
                </a:cubicBezTo>
                <a:cubicBezTo>
                  <a:pt x="1299" y="5847"/>
                  <a:pt x="1297" y="5852"/>
                  <a:pt x="1297" y="5857"/>
                </a:cubicBezTo>
                <a:cubicBezTo>
                  <a:pt x="1297" y="5861"/>
                  <a:pt x="1296" y="5866"/>
                  <a:pt x="1296" y="5870"/>
                </a:cubicBezTo>
                <a:cubicBezTo>
                  <a:pt x="1296" y="5881"/>
                  <a:pt x="1297" y="5892"/>
                  <a:pt x="1298" y="5903"/>
                </a:cubicBezTo>
                <a:cubicBezTo>
                  <a:pt x="1298" y="5905"/>
                  <a:pt x="1299" y="5908"/>
                  <a:pt x="1300" y="5910"/>
                </a:cubicBezTo>
                <a:cubicBezTo>
                  <a:pt x="1301" y="5912"/>
                  <a:pt x="1303" y="5912"/>
                  <a:pt x="1305" y="5914"/>
                </a:cubicBezTo>
                <a:cubicBezTo>
                  <a:pt x="1307" y="5915"/>
                  <a:pt x="1308" y="5916"/>
                  <a:pt x="1311" y="5916"/>
                </a:cubicBezTo>
                <a:cubicBezTo>
                  <a:pt x="1313" y="5916"/>
                  <a:pt x="1316" y="5915"/>
                  <a:pt x="1318" y="5914"/>
                </a:cubicBezTo>
                <a:cubicBezTo>
                  <a:pt x="1320" y="5912"/>
                  <a:pt x="1322" y="5911"/>
                  <a:pt x="1323" y="5910"/>
                </a:cubicBezTo>
                <a:cubicBezTo>
                  <a:pt x="1324" y="5908"/>
                  <a:pt x="1324" y="5908"/>
                  <a:pt x="1324" y="5907"/>
                </a:cubicBezTo>
                <a:cubicBezTo>
                  <a:pt x="1326" y="5899"/>
                  <a:pt x="1327" y="5890"/>
                  <a:pt x="1327" y="5882"/>
                </a:cubicBezTo>
                <a:cubicBezTo>
                  <a:pt x="1327" y="5877"/>
                  <a:pt x="1327" y="5872"/>
                  <a:pt x="1326" y="5868"/>
                </a:cubicBezTo>
                <a:cubicBezTo>
                  <a:pt x="1327" y="5852"/>
                  <a:pt x="1328" y="5836"/>
                  <a:pt x="1331" y="5821"/>
                </a:cubicBezTo>
                <a:cubicBezTo>
                  <a:pt x="1331" y="5816"/>
                  <a:pt x="1331" y="5810"/>
                  <a:pt x="1331" y="5805"/>
                </a:cubicBezTo>
                <a:cubicBezTo>
                  <a:pt x="1358" y="5815"/>
                  <a:pt x="1386" y="5824"/>
                  <a:pt x="1414" y="5833"/>
                </a:cubicBezTo>
                <a:cubicBezTo>
                  <a:pt x="1414" y="5835"/>
                  <a:pt x="1415" y="5836"/>
                  <a:pt x="1415" y="5838"/>
                </a:cubicBezTo>
                <a:cubicBezTo>
                  <a:pt x="1417" y="5840"/>
                  <a:pt x="1420" y="5843"/>
                  <a:pt x="1422" y="5844"/>
                </a:cubicBezTo>
                <a:cubicBezTo>
                  <a:pt x="1424" y="5845"/>
                  <a:pt x="1426" y="5846"/>
                  <a:pt x="1427" y="5846"/>
                </a:cubicBezTo>
                <a:cubicBezTo>
                  <a:pt x="1427" y="5860"/>
                  <a:pt x="1427" y="5875"/>
                  <a:pt x="1427" y="5889"/>
                </a:cubicBezTo>
                <a:cubicBezTo>
                  <a:pt x="1427" y="5909"/>
                  <a:pt x="1421" y="5937"/>
                  <a:pt x="1439" y="5949"/>
                </a:cubicBezTo>
                <a:cubicBezTo>
                  <a:pt x="1440" y="5950"/>
                  <a:pt x="1440" y="5950"/>
                  <a:pt x="1442" y="5950"/>
                </a:cubicBezTo>
                <a:cubicBezTo>
                  <a:pt x="1443" y="5950"/>
                  <a:pt x="1445" y="5950"/>
                  <a:pt x="1446" y="5949"/>
                </a:cubicBezTo>
                <a:cubicBezTo>
                  <a:pt x="1461" y="5938"/>
                  <a:pt x="1456" y="5923"/>
                  <a:pt x="1455" y="5905"/>
                </a:cubicBezTo>
                <a:cubicBezTo>
                  <a:pt x="1455" y="5903"/>
                  <a:pt x="1455" y="5900"/>
                  <a:pt x="1455" y="5897"/>
                </a:cubicBezTo>
                <a:cubicBezTo>
                  <a:pt x="1460" y="5899"/>
                  <a:pt x="1464" y="5902"/>
                  <a:pt x="1467" y="5904"/>
                </a:cubicBezTo>
                <a:cubicBezTo>
                  <a:pt x="1468" y="5905"/>
                  <a:pt x="1469" y="5905"/>
                  <a:pt x="1470" y="5906"/>
                </a:cubicBezTo>
                <a:cubicBezTo>
                  <a:pt x="1478" y="5910"/>
                  <a:pt x="1487" y="5914"/>
                  <a:pt x="1497" y="5915"/>
                </a:cubicBezTo>
                <a:cubicBezTo>
                  <a:pt x="1512" y="5917"/>
                  <a:pt x="1526" y="5921"/>
                  <a:pt x="1540" y="5927"/>
                </a:cubicBezTo>
                <a:cubicBezTo>
                  <a:pt x="1541" y="5927"/>
                  <a:pt x="1542" y="5928"/>
                  <a:pt x="1543" y="5928"/>
                </a:cubicBezTo>
                <a:cubicBezTo>
                  <a:pt x="1545" y="5928"/>
                  <a:pt x="1547" y="5927"/>
                  <a:pt x="1548" y="5926"/>
                </a:cubicBezTo>
                <a:cubicBezTo>
                  <a:pt x="1549" y="5925"/>
                  <a:pt x="1550" y="5924"/>
                  <a:pt x="1551" y="5923"/>
                </a:cubicBezTo>
                <a:cubicBezTo>
                  <a:pt x="1551" y="5921"/>
                  <a:pt x="1553" y="5919"/>
                  <a:pt x="1553" y="5918"/>
                </a:cubicBezTo>
                <a:cubicBezTo>
                  <a:pt x="1553" y="5916"/>
                  <a:pt x="1552" y="5915"/>
                  <a:pt x="1551" y="5914"/>
                </a:cubicBezTo>
                <a:cubicBezTo>
                  <a:pt x="1550" y="5913"/>
                  <a:pt x="1551" y="5913"/>
                  <a:pt x="1551" y="5912"/>
                </a:cubicBezTo>
                <a:cubicBezTo>
                  <a:pt x="1547" y="5909"/>
                  <a:pt x="1543" y="5906"/>
                  <a:pt x="1538" y="5903"/>
                </a:cubicBezTo>
                <a:cubicBezTo>
                  <a:pt x="1530" y="5898"/>
                  <a:pt x="1520" y="5895"/>
                  <a:pt x="1510" y="5895"/>
                </a:cubicBezTo>
                <a:cubicBezTo>
                  <a:pt x="1500" y="5894"/>
                  <a:pt x="1490" y="5891"/>
                  <a:pt x="1480" y="5886"/>
                </a:cubicBezTo>
                <a:cubicBezTo>
                  <a:pt x="1477" y="5885"/>
                  <a:pt x="1474" y="5883"/>
                  <a:pt x="1471" y="5882"/>
                </a:cubicBezTo>
                <a:cubicBezTo>
                  <a:pt x="1465" y="5878"/>
                  <a:pt x="1460" y="5875"/>
                  <a:pt x="1455" y="5871"/>
                </a:cubicBezTo>
                <a:cubicBezTo>
                  <a:pt x="1455" y="5863"/>
                  <a:pt x="1455" y="5855"/>
                  <a:pt x="1453" y="5847"/>
                </a:cubicBezTo>
                <a:cubicBezTo>
                  <a:pt x="1471" y="5853"/>
                  <a:pt x="1488" y="5860"/>
                  <a:pt x="1506" y="5867"/>
                </a:cubicBezTo>
                <a:cubicBezTo>
                  <a:pt x="1562" y="5889"/>
                  <a:pt x="1627" y="5890"/>
                  <a:pt x="1686" y="5910"/>
                </a:cubicBezTo>
                <a:cubicBezTo>
                  <a:pt x="1711" y="5918"/>
                  <a:pt x="1740" y="5915"/>
                  <a:pt x="1767" y="5922"/>
                </a:cubicBezTo>
                <a:cubicBezTo>
                  <a:pt x="1792" y="5931"/>
                  <a:pt x="1818" y="5937"/>
                  <a:pt x="1845" y="5941"/>
                </a:cubicBezTo>
                <a:cubicBezTo>
                  <a:pt x="1904" y="5942"/>
                  <a:pt x="1961" y="5953"/>
                  <a:pt x="2021" y="5952"/>
                </a:cubicBezTo>
                <a:cubicBezTo>
                  <a:pt x="2025" y="5952"/>
                  <a:pt x="2057" y="5950"/>
                  <a:pt x="2090" y="5947"/>
                </a:cubicBezTo>
                <a:cubicBezTo>
                  <a:pt x="2091" y="5947"/>
                  <a:pt x="2092" y="5948"/>
                  <a:pt x="2094" y="5948"/>
                </a:cubicBezTo>
                <a:cubicBezTo>
                  <a:pt x="2095" y="5948"/>
                  <a:pt x="2097" y="5947"/>
                  <a:pt x="2098" y="5947"/>
                </a:cubicBezTo>
                <a:lnTo>
                  <a:pt x="2130" y="5943"/>
                </a:lnTo>
                <a:cubicBezTo>
                  <a:pt x="2181" y="5943"/>
                  <a:pt x="2281" y="5944"/>
                  <a:pt x="2286" y="5943"/>
                </a:cubicBezTo>
                <a:cubicBezTo>
                  <a:pt x="2306" y="5940"/>
                  <a:pt x="2327" y="5937"/>
                  <a:pt x="2347" y="5935"/>
                </a:cubicBezTo>
                <a:cubicBezTo>
                  <a:pt x="2349" y="5936"/>
                  <a:pt x="2350" y="5937"/>
                  <a:pt x="2353" y="5937"/>
                </a:cubicBezTo>
                <a:cubicBezTo>
                  <a:pt x="2355" y="5937"/>
                  <a:pt x="2358" y="5936"/>
                  <a:pt x="2360" y="5935"/>
                </a:cubicBezTo>
                <a:cubicBezTo>
                  <a:pt x="2360" y="5935"/>
                  <a:pt x="2361" y="5934"/>
                  <a:pt x="2362" y="5934"/>
                </a:cubicBezTo>
                <a:cubicBezTo>
                  <a:pt x="2414" y="5929"/>
                  <a:pt x="2468" y="5925"/>
                  <a:pt x="2519" y="5920"/>
                </a:cubicBezTo>
                <a:lnTo>
                  <a:pt x="2530" y="5918"/>
                </a:lnTo>
                <a:cubicBezTo>
                  <a:pt x="2530" y="5919"/>
                  <a:pt x="2531" y="5919"/>
                  <a:pt x="2532" y="5919"/>
                </a:cubicBezTo>
                <a:cubicBezTo>
                  <a:pt x="2533" y="5919"/>
                  <a:pt x="2533" y="5919"/>
                  <a:pt x="2534" y="5918"/>
                </a:cubicBezTo>
                <a:cubicBezTo>
                  <a:pt x="2685" y="5902"/>
                  <a:pt x="2837" y="5885"/>
                  <a:pt x="2984" y="5842"/>
                </a:cubicBezTo>
                <a:cubicBezTo>
                  <a:pt x="3029" y="5829"/>
                  <a:pt x="3073" y="5814"/>
                  <a:pt x="3117" y="5798"/>
                </a:cubicBezTo>
                <a:lnTo>
                  <a:pt x="3121" y="5798"/>
                </a:lnTo>
                <a:cubicBezTo>
                  <a:pt x="3122" y="5797"/>
                  <a:pt x="3124" y="5797"/>
                  <a:pt x="3125" y="5796"/>
                </a:cubicBezTo>
                <a:lnTo>
                  <a:pt x="3126" y="5796"/>
                </a:lnTo>
                <a:cubicBezTo>
                  <a:pt x="3127" y="5795"/>
                  <a:pt x="3128" y="5794"/>
                  <a:pt x="3129" y="5793"/>
                </a:cubicBezTo>
                <a:cubicBezTo>
                  <a:pt x="3204" y="5764"/>
                  <a:pt x="3277" y="5728"/>
                  <a:pt x="3346" y="5688"/>
                </a:cubicBezTo>
                <a:cubicBezTo>
                  <a:pt x="3384" y="5665"/>
                  <a:pt x="3421" y="5643"/>
                  <a:pt x="3457" y="5619"/>
                </a:cubicBezTo>
                <a:cubicBezTo>
                  <a:pt x="3486" y="5599"/>
                  <a:pt x="3515" y="5579"/>
                  <a:pt x="3545" y="5560"/>
                </a:cubicBezTo>
                <a:cubicBezTo>
                  <a:pt x="3574" y="5540"/>
                  <a:pt x="3599" y="5504"/>
                  <a:pt x="3629" y="5479"/>
                </a:cubicBezTo>
                <a:cubicBezTo>
                  <a:pt x="3645" y="5462"/>
                  <a:pt x="3659" y="5443"/>
                  <a:pt x="3670" y="5423"/>
                </a:cubicBezTo>
                <a:cubicBezTo>
                  <a:pt x="3680" y="5406"/>
                  <a:pt x="3689" y="5387"/>
                  <a:pt x="3695" y="5368"/>
                </a:cubicBezTo>
                <a:cubicBezTo>
                  <a:pt x="3696" y="5368"/>
                  <a:pt x="3697" y="5368"/>
                  <a:pt x="3697" y="5368"/>
                </a:cubicBezTo>
                <a:cubicBezTo>
                  <a:pt x="3698" y="5368"/>
                  <a:pt x="3699" y="5368"/>
                  <a:pt x="3700" y="5368"/>
                </a:cubicBezTo>
                <a:cubicBezTo>
                  <a:pt x="3703" y="5386"/>
                  <a:pt x="3706" y="5404"/>
                  <a:pt x="3707" y="5422"/>
                </a:cubicBezTo>
                <a:cubicBezTo>
                  <a:pt x="3687" y="5445"/>
                  <a:pt x="3684" y="5464"/>
                  <a:pt x="3665" y="5491"/>
                </a:cubicBezTo>
                <a:cubicBezTo>
                  <a:pt x="3642" y="5525"/>
                  <a:pt x="3614" y="5557"/>
                  <a:pt x="3583" y="5584"/>
                </a:cubicBezTo>
                <a:cubicBezTo>
                  <a:pt x="3522" y="5638"/>
                  <a:pt x="3455" y="5677"/>
                  <a:pt x="3389" y="5723"/>
                </a:cubicBezTo>
                <a:cubicBezTo>
                  <a:pt x="3257" y="5817"/>
                  <a:pt x="3084" y="5872"/>
                  <a:pt x="2926" y="5906"/>
                </a:cubicBezTo>
                <a:cubicBezTo>
                  <a:pt x="2923" y="5906"/>
                  <a:pt x="2923" y="5911"/>
                  <a:pt x="2926" y="5911"/>
                </a:cubicBezTo>
                <a:cubicBezTo>
                  <a:pt x="3080" y="5906"/>
                  <a:pt x="3224" y="5831"/>
                  <a:pt x="3360" y="5766"/>
                </a:cubicBezTo>
                <a:cubicBezTo>
                  <a:pt x="3427" y="5733"/>
                  <a:pt x="3488" y="5686"/>
                  <a:pt x="3550" y="5645"/>
                </a:cubicBezTo>
                <a:cubicBezTo>
                  <a:pt x="3591" y="5617"/>
                  <a:pt x="3629" y="5586"/>
                  <a:pt x="3665" y="5551"/>
                </a:cubicBezTo>
                <a:cubicBezTo>
                  <a:pt x="3675" y="5539"/>
                  <a:pt x="3685" y="5526"/>
                  <a:pt x="3693" y="5512"/>
                </a:cubicBezTo>
                <a:cubicBezTo>
                  <a:pt x="3700" y="5500"/>
                  <a:pt x="3706" y="5487"/>
                  <a:pt x="3711" y="5474"/>
                </a:cubicBezTo>
                <a:cubicBezTo>
                  <a:pt x="3718" y="5584"/>
                  <a:pt x="3717" y="5739"/>
                  <a:pt x="3699" y="5772"/>
                </a:cubicBezTo>
                <a:moveTo>
                  <a:pt x="1036" y="5584"/>
                </a:moveTo>
                <a:cubicBezTo>
                  <a:pt x="1036" y="5587"/>
                  <a:pt x="1037" y="5590"/>
                  <a:pt x="1038" y="5594"/>
                </a:cubicBezTo>
                <a:lnTo>
                  <a:pt x="1033" y="5589"/>
                </a:lnTo>
                <a:cubicBezTo>
                  <a:pt x="1034" y="5588"/>
                  <a:pt x="1034" y="5587"/>
                  <a:pt x="1035" y="5586"/>
                </a:cubicBezTo>
                <a:cubicBezTo>
                  <a:pt x="1035" y="5585"/>
                  <a:pt x="1036" y="5585"/>
                  <a:pt x="1036" y="5584"/>
                </a:cubicBezTo>
                <a:moveTo>
                  <a:pt x="1089" y="5626"/>
                </a:moveTo>
                <a:lnTo>
                  <a:pt x="1092" y="5641"/>
                </a:lnTo>
                <a:cubicBezTo>
                  <a:pt x="1088" y="5638"/>
                  <a:pt x="1085" y="5635"/>
                  <a:pt x="1082" y="5633"/>
                </a:cubicBezTo>
                <a:cubicBezTo>
                  <a:pt x="1085" y="5631"/>
                  <a:pt x="1087" y="5629"/>
                  <a:pt x="1089" y="5626"/>
                </a:cubicBezTo>
                <a:moveTo>
                  <a:pt x="4345" y="3188"/>
                </a:moveTo>
                <a:cubicBezTo>
                  <a:pt x="4319" y="3263"/>
                  <a:pt x="4288" y="3348"/>
                  <a:pt x="4282" y="3427"/>
                </a:cubicBezTo>
                <a:cubicBezTo>
                  <a:pt x="4275" y="3506"/>
                  <a:pt x="4235" y="3588"/>
                  <a:pt x="4205" y="3658"/>
                </a:cubicBezTo>
                <a:cubicBezTo>
                  <a:pt x="4187" y="3709"/>
                  <a:pt x="4173" y="3761"/>
                  <a:pt x="4163" y="3814"/>
                </a:cubicBezTo>
                <a:cubicBezTo>
                  <a:pt x="4147" y="3882"/>
                  <a:pt x="4128" y="3948"/>
                  <a:pt x="4113" y="4017"/>
                </a:cubicBezTo>
                <a:cubicBezTo>
                  <a:pt x="4087" y="4140"/>
                  <a:pt x="4034" y="4259"/>
                  <a:pt x="3995" y="4378"/>
                </a:cubicBezTo>
                <a:cubicBezTo>
                  <a:pt x="3956" y="4496"/>
                  <a:pt x="3916" y="4613"/>
                  <a:pt x="3887" y="4734"/>
                </a:cubicBezTo>
                <a:cubicBezTo>
                  <a:pt x="3854" y="4873"/>
                  <a:pt x="3812" y="5011"/>
                  <a:pt x="3763" y="5147"/>
                </a:cubicBezTo>
                <a:cubicBezTo>
                  <a:pt x="3752" y="5177"/>
                  <a:pt x="3739" y="5208"/>
                  <a:pt x="3727" y="5238"/>
                </a:cubicBezTo>
                <a:cubicBezTo>
                  <a:pt x="3736" y="5188"/>
                  <a:pt x="3745" y="5138"/>
                  <a:pt x="3751" y="5086"/>
                </a:cubicBezTo>
                <a:cubicBezTo>
                  <a:pt x="3751" y="5085"/>
                  <a:pt x="3750" y="5085"/>
                  <a:pt x="3750" y="5084"/>
                </a:cubicBezTo>
                <a:cubicBezTo>
                  <a:pt x="3749" y="5083"/>
                  <a:pt x="3749" y="5082"/>
                  <a:pt x="3748" y="5082"/>
                </a:cubicBezTo>
                <a:cubicBezTo>
                  <a:pt x="3747" y="5081"/>
                  <a:pt x="3746" y="5081"/>
                  <a:pt x="3745" y="5081"/>
                </a:cubicBezTo>
                <a:cubicBezTo>
                  <a:pt x="3744" y="5081"/>
                  <a:pt x="3743" y="5081"/>
                  <a:pt x="3742" y="5082"/>
                </a:cubicBezTo>
                <a:cubicBezTo>
                  <a:pt x="3741" y="5082"/>
                  <a:pt x="3740" y="5083"/>
                  <a:pt x="3740" y="5084"/>
                </a:cubicBezTo>
                <a:cubicBezTo>
                  <a:pt x="3739" y="5084"/>
                  <a:pt x="3739" y="5085"/>
                  <a:pt x="3739" y="5085"/>
                </a:cubicBezTo>
                <a:cubicBezTo>
                  <a:pt x="3733" y="5139"/>
                  <a:pt x="3711" y="5193"/>
                  <a:pt x="3698" y="5246"/>
                </a:cubicBezTo>
                <a:cubicBezTo>
                  <a:pt x="3689" y="5281"/>
                  <a:pt x="3667" y="5323"/>
                  <a:pt x="3669" y="5360"/>
                </a:cubicBezTo>
                <a:lnTo>
                  <a:pt x="3661" y="5376"/>
                </a:lnTo>
                <a:cubicBezTo>
                  <a:pt x="3671" y="5340"/>
                  <a:pt x="3674" y="5300"/>
                  <a:pt x="3681" y="5264"/>
                </a:cubicBezTo>
                <a:cubicBezTo>
                  <a:pt x="3689" y="5225"/>
                  <a:pt x="3692" y="5185"/>
                  <a:pt x="3692" y="5145"/>
                </a:cubicBezTo>
                <a:cubicBezTo>
                  <a:pt x="3692" y="5137"/>
                  <a:pt x="3692" y="5128"/>
                  <a:pt x="3692" y="5119"/>
                </a:cubicBezTo>
                <a:cubicBezTo>
                  <a:pt x="3692" y="5113"/>
                  <a:pt x="3680" y="5113"/>
                  <a:pt x="3680" y="5119"/>
                </a:cubicBezTo>
                <a:cubicBezTo>
                  <a:pt x="3679" y="5177"/>
                  <a:pt x="3659" y="5240"/>
                  <a:pt x="3647" y="5296"/>
                </a:cubicBezTo>
                <a:cubicBezTo>
                  <a:pt x="3641" y="5330"/>
                  <a:pt x="3631" y="5364"/>
                  <a:pt x="3642" y="5397"/>
                </a:cubicBezTo>
                <a:cubicBezTo>
                  <a:pt x="3642" y="5398"/>
                  <a:pt x="3642" y="5397"/>
                  <a:pt x="3643" y="5398"/>
                </a:cubicBezTo>
                <a:cubicBezTo>
                  <a:pt x="3643" y="5398"/>
                  <a:pt x="3644" y="5400"/>
                  <a:pt x="3645" y="5401"/>
                </a:cubicBezTo>
                <a:lnTo>
                  <a:pt x="3646" y="5401"/>
                </a:lnTo>
                <a:lnTo>
                  <a:pt x="3619" y="5447"/>
                </a:lnTo>
                <a:cubicBezTo>
                  <a:pt x="3610" y="5457"/>
                  <a:pt x="3601" y="5467"/>
                  <a:pt x="3591" y="5475"/>
                </a:cubicBezTo>
                <a:cubicBezTo>
                  <a:pt x="3611" y="5406"/>
                  <a:pt x="3603" y="5325"/>
                  <a:pt x="3603" y="5254"/>
                </a:cubicBezTo>
                <a:cubicBezTo>
                  <a:pt x="3603" y="5253"/>
                  <a:pt x="3602" y="5252"/>
                  <a:pt x="3602" y="5251"/>
                </a:cubicBezTo>
                <a:cubicBezTo>
                  <a:pt x="3601" y="5249"/>
                  <a:pt x="3600" y="5248"/>
                  <a:pt x="3599" y="5248"/>
                </a:cubicBezTo>
                <a:cubicBezTo>
                  <a:pt x="3598" y="5247"/>
                  <a:pt x="3597" y="5247"/>
                  <a:pt x="3596" y="5247"/>
                </a:cubicBezTo>
                <a:cubicBezTo>
                  <a:pt x="3595" y="5247"/>
                  <a:pt x="3594" y="5247"/>
                  <a:pt x="3593" y="5248"/>
                </a:cubicBezTo>
                <a:cubicBezTo>
                  <a:pt x="3592" y="5248"/>
                  <a:pt x="3590" y="5249"/>
                  <a:pt x="3590" y="5251"/>
                </a:cubicBezTo>
                <a:cubicBezTo>
                  <a:pt x="3589" y="5252"/>
                  <a:pt x="3589" y="5253"/>
                  <a:pt x="3589" y="5254"/>
                </a:cubicBezTo>
                <a:cubicBezTo>
                  <a:pt x="3589" y="5326"/>
                  <a:pt x="3561" y="5413"/>
                  <a:pt x="3582" y="5483"/>
                </a:cubicBezTo>
                <a:cubicBezTo>
                  <a:pt x="3567" y="5497"/>
                  <a:pt x="3552" y="5510"/>
                  <a:pt x="3535" y="5523"/>
                </a:cubicBezTo>
                <a:cubicBezTo>
                  <a:pt x="3540" y="5484"/>
                  <a:pt x="3543" y="5445"/>
                  <a:pt x="3543" y="5406"/>
                </a:cubicBezTo>
                <a:cubicBezTo>
                  <a:pt x="3547" y="5368"/>
                  <a:pt x="3549" y="5330"/>
                  <a:pt x="3549" y="5292"/>
                </a:cubicBezTo>
                <a:cubicBezTo>
                  <a:pt x="3549" y="5287"/>
                  <a:pt x="3549" y="5282"/>
                  <a:pt x="3549" y="5278"/>
                </a:cubicBezTo>
                <a:cubicBezTo>
                  <a:pt x="3549" y="5271"/>
                  <a:pt x="3539" y="5272"/>
                  <a:pt x="3539" y="5278"/>
                </a:cubicBezTo>
                <a:cubicBezTo>
                  <a:pt x="3538" y="5320"/>
                  <a:pt x="3534" y="5363"/>
                  <a:pt x="3528" y="5404"/>
                </a:cubicBezTo>
                <a:cubicBezTo>
                  <a:pt x="3522" y="5444"/>
                  <a:pt x="3511" y="5493"/>
                  <a:pt x="3520" y="5533"/>
                </a:cubicBezTo>
                <a:cubicBezTo>
                  <a:pt x="3504" y="5546"/>
                  <a:pt x="3487" y="5558"/>
                  <a:pt x="3470" y="5569"/>
                </a:cubicBezTo>
                <a:cubicBezTo>
                  <a:pt x="3474" y="5543"/>
                  <a:pt x="3477" y="5517"/>
                  <a:pt x="3477" y="5490"/>
                </a:cubicBezTo>
                <a:cubicBezTo>
                  <a:pt x="3477" y="5478"/>
                  <a:pt x="3476" y="5467"/>
                  <a:pt x="3475" y="5455"/>
                </a:cubicBezTo>
                <a:cubicBezTo>
                  <a:pt x="3473" y="5411"/>
                  <a:pt x="3479" y="5367"/>
                  <a:pt x="3475" y="5322"/>
                </a:cubicBezTo>
                <a:cubicBezTo>
                  <a:pt x="3475" y="5321"/>
                  <a:pt x="3475" y="5321"/>
                  <a:pt x="3475" y="5320"/>
                </a:cubicBezTo>
                <a:cubicBezTo>
                  <a:pt x="3474" y="5318"/>
                  <a:pt x="3473" y="5317"/>
                  <a:pt x="3472" y="5317"/>
                </a:cubicBezTo>
                <a:cubicBezTo>
                  <a:pt x="3471" y="5316"/>
                  <a:pt x="3470" y="5316"/>
                  <a:pt x="3469" y="5316"/>
                </a:cubicBezTo>
                <a:cubicBezTo>
                  <a:pt x="3467" y="5316"/>
                  <a:pt x="3466" y="5316"/>
                  <a:pt x="3465" y="5317"/>
                </a:cubicBezTo>
                <a:cubicBezTo>
                  <a:pt x="3464" y="5317"/>
                  <a:pt x="3463" y="5319"/>
                  <a:pt x="3463" y="5320"/>
                </a:cubicBezTo>
                <a:cubicBezTo>
                  <a:pt x="3462" y="5321"/>
                  <a:pt x="3462" y="5321"/>
                  <a:pt x="3462" y="5322"/>
                </a:cubicBezTo>
                <a:cubicBezTo>
                  <a:pt x="3455" y="5366"/>
                  <a:pt x="3450" y="5411"/>
                  <a:pt x="3448" y="5455"/>
                </a:cubicBezTo>
                <a:cubicBezTo>
                  <a:pt x="3447" y="5481"/>
                  <a:pt x="3445" y="5507"/>
                  <a:pt x="3441" y="5532"/>
                </a:cubicBezTo>
                <a:cubicBezTo>
                  <a:pt x="3440" y="5544"/>
                  <a:pt x="3447" y="5570"/>
                  <a:pt x="3447" y="5586"/>
                </a:cubicBezTo>
                <a:lnTo>
                  <a:pt x="3421" y="5603"/>
                </a:lnTo>
                <a:lnTo>
                  <a:pt x="3406" y="5613"/>
                </a:lnTo>
                <a:cubicBezTo>
                  <a:pt x="3415" y="5547"/>
                  <a:pt x="3408" y="5474"/>
                  <a:pt x="3406" y="5409"/>
                </a:cubicBezTo>
                <a:cubicBezTo>
                  <a:pt x="3406" y="5401"/>
                  <a:pt x="3394" y="5400"/>
                  <a:pt x="3393" y="5409"/>
                </a:cubicBezTo>
                <a:cubicBezTo>
                  <a:pt x="3391" y="5480"/>
                  <a:pt x="3369" y="5558"/>
                  <a:pt x="3382" y="5629"/>
                </a:cubicBezTo>
                <a:cubicBezTo>
                  <a:pt x="3370" y="5637"/>
                  <a:pt x="3357" y="5645"/>
                  <a:pt x="3345" y="5652"/>
                </a:cubicBezTo>
                <a:cubicBezTo>
                  <a:pt x="3354" y="5597"/>
                  <a:pt x="3345" y="5533"/>
                  <a:pt x="3341" y="5478"/>
                </a:cubicBezTo>
                <a:cubicBezTo>
                  <a:pt x="3341" y="5477"/>
                  <a:pt x="3340" y="5476"/>
                  <a:pt x="3340" y="5475"/>
                </a:cubicBezTo>
                <a:cubicBezTo>
                  <a:pt x="3339" y="5473"/>
                  <a:pt x="3338" y="5473"/>
                  <a:pt x="3337" y="5473"/>
                </a:cubicBezTo>
                <a:cubicBezTo>
                  <a:pt x="3336" y="5472"/>
                  <a:pt x="3335" y="5472"/>
                  <a:pt x="3334" y="5472"/>
                </a:cubicBezTo>
                <a:cubicBezTo>
                  <a:pt x="3333" y="5472"/>
                  <a:pt x="3332" y="5472"/>
                  <a:pt x="3331" y="5473"/>
                </a:cubicBezTo>
                <a:cubicBezTo>
                  <a:pt x="3329" y="5473"/>
                  <a:pt x="3329" y="5474"/>
                  <a:pt x="3328" y="5475"/>
                </a:cubicBezTo>
                <a:cubicBezTo>
                  <a:pt x="3327" y="5476"/>
                  <a:pt x="3327" y="5477"/>
                  <a:pt x="3327" y="5478"/>
                </a:cubicBezTo>
                <a:cubicBezTo>
                  <a:pt x="3322" y="5536"/>
                  <a:pt x="3312" y="5604"/>
                  <a:pt x="3324" y="5661"/>
                </a:cubicBezTo>
                <a:cubicBezTo>
                  <a:pt x="3324" y="5661"/>
                  <a:pt x="3325" y="5662"/>
                  <a:pt x="3326" y="5663"/>
                </a:cubicBezTo>
                <a:cubicBezTo>
                  <a:pt x="3311" y="5671"/>
                  <a:pt x="3297" y="5679"/>
                  <a:pt x="3282" y="5686"/>
                </a:cubicBezTo>
                <a:cubicBezTo>
                  <a:pt x="3295" y="5617"/>
                  <a:pt x="3281" y="5536"/>
                  <a:pt x="3277" y="5467"/>
                </a:cubicBezTo>
                <a:cubicBezTo>
                  <a:pt x="3277" y="5460"/>
                  <a:pt x="3266" y="5461"/>
                  <a:pt x="3266" y="5467"/>
                </a:cubicBezTo>
                <a:cubicBezTo>
                  <a:pt x="3262" y="5539"/>
                  <a:pt x="3246" y="5624"/>
                  <a:pt x="3263" y="5696"/>
                </a:cubicBezTo>
                <a:cubicBezTo>
                  <a:pt x="3249" y="5703"/>
                  <a:pt x="3236" y="5709"/>
                  <a:pt x="3223" y="5716"/>
                </a:cubicBezTo>
                <a:cubicBezTo>
                  <a:pt x="3224" y="5703"/>
                  <a:pt x="3225" y="5689"/>
                  <a:pt x="3225" y="5677"/>
                </a:cubicBezTo>
                <a:cubicBezTo>
                  <a:pt x="3225" y="5664"/>
                  <a:pt x="3224" y="5652"/>
                  <a:pt x="3223" y="5639"/>
                </a:cubicBezTo>
                <a:cubicBezTo>
                  <a:pt x="3223" y="5604"/>
                  <a:pt x="3220" y="5569"/>
                  <a:pt x="3216" y="5534"/>
                </a:cubicBezTo>
                <a:cubicBezTo>
                  <a:pt x="3216" y="5533"/>
                  <a:pt x="3216" y="5532"/>
                  <a:pt x="3215" y="5531"/>
                </a:cubicBezTo>
                <a:cubicBezTo>
                  <a:pt x="3214" y="5530"/>
                  <a:pt x="3214" y="5528"/>
                  <a:pt x="3213" y="5528"/>
                </a:cubicBezTo>
                <a:cubicBezTo>
                  <a:pt x="3212" y="5527"/>
                  <a:pt x="3210" y="5527"/>
                  <a:pt x="3209" y="5527"/>
                </a:cubicBezTo>
                <a:cubicBezTo>
                  <a:pt x="3207" y="5527"/>
                  <a:pt x="3207" y="5527"/>
                  <a:pt x="3206" y="5528"/>
                </a:cubicBezTo>
                <a:cubicBezTo>
                  <a:pt x="3205" y="5528"/>
                  <a:pt x="3204" y="5530"/>
                  <a:pt x="3204" y="5531"/>
                </a:cubicBezTo>
                <a:cubicBezTo>
                  <a:pt x="3203" y="5532"/>
                  <a:pt x="3203" y="5533"/>
                  <a:pt x="3203" y="5534"/>
                </a:cubicBezTo>
                <a:cubicBezTo>
                  <a:pt x="3199" y="5570"/>
                  <a:pt x="3196" y="5605"/>
                  <a:pt x="3195" y="5641"/>
                </a:cubicBezTo>
                <a:cubicBezTo>
                  <a:pt x="3195" y="5652"/>
                  <a:pt x="3194" y="5662"/>
                  <a:pt x="3194" y="5672"/>
                </a:cubicBezTo>
                <a:cubicBezTo>
                  <a:pt x="3194" y="5691"/>
                  <a:pt x="3195" y="5709"/>
                  <a:pt x="3198" y="5727"/>
                </a:cubicBezTo>
                <a:lnTo>
                  <a:pt x="3181" y="5735"/>
                </a:lnTo>
                <a:cubicBezTo>
                  <a:pt x="3181" y="5730"/>
                  <a:pt x="3181" y="5724"/>
                  <a:pt x="3181" y="5719"/>
                </a:cubicBezTo>
                <a:cubicBezTo>
                  <a:pt x="3181" y="5690"/>
                  <a:pt x="3176" y="5660"/>
                  <a:pt x="3174" y="5630"/>
                </a:cubicBezTo>
                <a:cubicBezTo>
                  <a:pt x="3174" y="5623"/>
                  <a:pt x="3163" y="5624"/>
                  <a:pt x="3163" y="5630"/>
                </a:cubicBezTo>
                <a:cubicBezTo>
                  <a:pt x="3161" y="5662"/>
                  <a:pt x="3157" y="5694"/>
                  <a:pt x="3156" y="5726"/>
                </a:cubicBezTo>
                <a:cubicBezTo>
                  <a:pt x="3156" y="5733"/>
                  <a:pt x="3155" y="5740"/>
                  <a:pt x="3154" y="5746"/>
                </a:cubicBezTo>
                <a:lnTo>
                  <a:pt x="3132" y="5754"/>
                </a:lnTo>
                <a:cubicBezTo>
                  <a:pt x="3132" y="5690"/>
                  <a:pt x="3124" y="5626"/>
                  <a:pt x="3121" y="5561"/>
                </a:cubicBezTo>
                <a:cubicBezTo>
                  <a:pt x="3121" y="5560"/>
                  <a:pt x="3122" y="5558"/>
                  <a:pt x="3121" y="5558"/>
                </a:cubicBezTo>
                <a:cubicBezTo>
                  <a:pt x="3120" y="5557"/>
                  <a:pt x="3120" y="5557"/>
                  <a:pt x="3119" y="5557"/>
                </a:cubicBezTo>
                <a:cubicBezTo>
                  <a:pt x="3118" y="5556"/>
                  <a:pt x="3117" y="5556"/>
                  <a:pt x="3117" y="5556"/>
                </a:cubicBezTo>
                <a:cubicBezTo>
                  <a:pt x="3116" y="5556"/>
                  <a:pt x="3115" y="5556"/>
                  <a:pt x="3114" y="5557"/>
                </a:cubicBezTo>
                <a:lnTo>
                  <a:pt x="3113" y="5558"/>
                </a:lnTo>
                <a:cubicBezTo>
                  <a:pt x="3112" y="5559"/>
                  <a:pt x="3112" y="5560"/>
                  <a:pt x="3112" y="5561"/>
                </a:cubicBezTo>
                <a:cubicBezTo>
                  <a:pt x="3109" y="5629"/>
                  <a:pt x="3106" y="5696"/>
                  <a:pt x="3108" y="5764"/>
                </a:cubicBezTo>
                <a:cubicBezTo>
                  <a:pt x="3092" y="5770"/>
                  <a:pt x="3076" y="5776"/>
                  <a:pt x="3060" y="5782"/>
                </a:cubicBezTo>
                <a:cubicBezTo>
                  <a:pt x="3060" y="5780"/>
                  <a:pt x="3060" y="5778"/>
                  <a:pt x="3060" y="5776"/>
                </a:cubicBezTo>
                <a:cubicBezTo>
                  <a:pt x="3060" y="5761"/>
                  <a:pt x="3055" y="5745"/>
                  <a:pt x="3053" y="5730"/>
                </a:cubicBezTo>
                <a:cubicBezTo>
                  <a:pt x="3053" y="5724"/>
                  <a:pt x="3043" y="5724"/>
                  <a:pt x="3042" y="5730"/>
                </a:cubicBezTo>
                <a:cubicBezTo>
                  <a:pt x="3041" y="5744"/>
                  <a:pt x="3038" y="5758"/>
                  <a:pt x="3036" y="5771"/>
                </a:cubicBezTo>
                <a:cubicBezTo>
                  <a:pt x="3036" y="5775"/>
                  <a:pt x="3035" y="5778"/>
                  <a:pt x="3035" y="5781"/>
                </a:cubicBezTo>
                <a:cubicBezTo>
                  <a:pt x="3035" y="5784"/>
                  <a:pt x="3036" y="5788"/>
                  <a:pt x="3036" y="5791"/>
                </a:cubicBezTo>
                <a:lnTo>
                  <a:pt x="2993" y="5805"/>
                </a:lnTo>
                <a:cubicBezTo>
                  <a:pt x="2993" y="5799"/>
                  <a:pt x="2993" y="5792"/>
                  <a:pt x="2993" y="5786"/>
                </a:cubicBezTo>
                <a:cubicBezTo>
                  <a:pt x="2993" y="5747"/>
                  <a:pt x="2992" y="5707"/>
                  <a:pt x="2988" y="5667"/>
                </a:cubicBezTo>
                <a:cubicBezTo>
                  <a:pt x="2988" y="5660"/>
                  <a:pt x="2977" y="5661"/>
                  <a:pt x="2976" y="5667"/>
                </a:cubicBezTo>
                <a:cubicBezTo>
                  <a:pt x="2973" y="5704"/>
                  <a:pt x="2972" y="5742"/>
                  <a:pt x="2972" y="5779"/>
                </a:cubicBezTo>
                <a:cubicBezTo>
                  <a:pt x="2972" y="5790"/>
                  <a:pt x="2972" y="5800"/>
                  <a:pt x="2972" y="5810"/>
                </a:cubicBezTo>
                <a:cubicBezTo>
                  <a:pt x="2957" y="5814"/>
                  <a:pt x="2943" y="5818"/>
                  <a:pt x="2928" y="5822"/>
                </a:cubicBezTo>
                <a:cubicBezTo>
                  <a:pt x="2929" y="5822"/>
                  <a:pt x="2930" y="5821"/>
                  <a:pt x="2931" y="5821"/>
                </a:cubicBezTo>
                <a:cubicBezTo>
                  <a:pt x="2933" y="5820"/>
                  <a:pt x="2934" y="5818"/>
                  <a:pt x="2935" y="5817"/>
                </a:cubicBezTo>
                <a:cubicBezTo>
                  <a:pt x="2936" y="5815"/>
                  <a:pt x="2936" y="5814"/>
                  <a:pt x="2936" y="5812"/>
                </a:cubicBezTo>
                <a:cubicBezTo>
                  <a:pt x="2936" y="5811"/>
                  <a:pt x="2936" y="5809"/>
                  <a:pt x="2935" y="5808"/>
                </a:cubicBezTo>
                <a:cubicBezTo>
                  <a:pt x="2935" y="5804"/>
                  <a:pt x="2935" y="5800"/>
                  <a:pt x="2935" y="5796"/>
                </a:cubicBezTo>
                <a:cubicBezTo>
                  <a:pt x="2935" y="5774"/>
                  <a:pt x="2934" y="5752"/>
                  <a:pt x="2931" y="5729"/>
                </a:cubicBezTo>
                <a:cubicBezTo>
                  <a:pt x="2932" y="5723"/>
                  <a:pt x="2932" y="5717"/>
                  <a:pt x="2932" y="5711"/>
                </a:cubicBezTo>
                <a:cubicBezTo>
                  <a:pt x="2932" y="5684"/>
                  <a:pt x="2929" y="5657"/>
                  <a:pt x="2922" y="5631"/>
                </a:cubicBezTo>
                <a:cubicBezTo>
                  <a:pt x="2922" y="5631"/>
                  <a:pt x="2921" y="5631"/>
                  <a:pt x="2921" y="5630"/>
                </a:cubicBezTo>
                <a:cubicBezTo>
                  <a:pt x="2921" y="5629"/>
                  <a:pt x="2920" y="5629"/>
                  <a:pt x="2919" y="5628"/>
                </a:cubicBezTo>
                <a:cubicBezTo>
                  <a:pt x="2919" y="5628"/>
                  <a:pt x="2918" y="5628"/>
                  <a:pt x="2917" y="5628"/>
                </a:cubicBezTo>
                <a:cubicBezTo>
                  <a:pt x="2916" y="5628"/>
                  <a:pt x="2915" y="5627"/>
                  <a:pt x="2914" y="5628"/>
                </a:cubicBezTo>
                <a:cubicBezTo>
                  <a:pt x="2913" y="5628"/>
                  <a:pt x="2912" y="5629"/>
                  <a:pt x="2912" y="5630"/>
                </a:cubicBezTo>
                <a:cubicBezTo>
                  <a:pt x="2911" y="5631"/>
                  <a:pt x="2912" y="5632"/>
                  <a:pt x="2912" y="5633"/>
                </a:cubicBezTo>
                <a:cubicBezTo>
                  <a:pt x="2912" y="5633"/>
                  <a:pt x="2912" y="5634"/>
                  <a:pt x="2912" y="5635"/>
                </a:cubicBezTo>
                <a:cubicBezTo>
                  <a:pt x="2913" y="5645"/>
                  <a:pt x="2913" y="5655"/>
                  <a:pt x="2913" y="5665"/>
                </a:cubicBezTo>
                <a:cubicBezTo>
                  <a:pt x="2913" y="5681"/>
                  <a:pt x="2912" y="5698"/>
                  <a:pt x="2909" y="5714"/>
                </a:cubicBezTo>
                <a:cubicBezTo>
                  <a:pt x="2908" y="5726"/>
                  <a:pt x="2907" y="5738"/>
                  <a:pt x="2907" y="5750"/>
                </a:cubicBezTo>
                <a:cubicBezTo>
                  <a:pt x="2907" y="5772"/>
                  <a:pt x="2910" y="5794"/>
                  <a:pt x="2914" y="5815"/>
                </a:cubicBezTo>
                <a:cubicBezTo>
                  <a:pt x="2915" y="5816"/>
                  <a:pt x="2915" y="5817"/>
                  <a:pt x="2915" y="5817"/>
                </a:cubicBezTo>
                <a:cubicBezTo>
                  <a:pt x="2916" y="5819"/>
                  <a:pt x="2917" y="5820"/>
                  <a:pt x="2919" y="5821"/>
                </a:cubicBezTo>
                <a:cubicBezTo>
                  <a:pt x="2920" y="5822"/>
                  <a:pt x="2923" y="5822"/>
                  <a:pt x="2924" y="5822"/>
                </a:cubicBezTo>
                <a:cubicBezTo>
                  <a:pt x="2925" y="5822"/>
                  <a:pt x="2926" y="5822"/>
                  <a:pt x="2927" y="5822"/>
                </a:cubicBezTo>
                <a:cubicBezTo>
                  <a:pt x="2907" y="5827"/>
                  <a:pt x="2887" y="5832"/>
                  <a:pt x="2866" y="5836"/>
                </a:cubicBezTo>
                <a:cubicBezTo>
                  <a:pt x="2865" y="5825"/>
                  <a:pt x="2864" y="5814"/>
                  <a:pt x="2864" y="5804"/>
                </a:cubicBezTo>
                <a:cubicBezTo>
                  <a:pt x="2863" y="5793"/>
                  <a:pt x="2845" y="5795"/>
                  <a:pt x="2844" y="5805"/>
                </a:cubicBezTo>
                <a:cubicBezTo>
                  <a:pt x="2842" y="5817"/>
                  <a:pt x="2842" y="5828"/>
                  <a:pt x="2842" y="5840"/>
                </a:cubicBezTo>
                <a:lnTo>
                  <a:pt x="2822" y="5844"/>
                </a:lnTo>
                <a:cubicBezTo>
                  <a:pt x="2822" y="5842"/>
                  <a:pt x="2821" y="5841"/>
                  <a:pt x="2820" y="5839"/>
                </a:cubicBezTo>
                <a:cubicBezTo>
                  <a:pt x="2820" y="5838"/>
                  <a:pt x="2819" y="5828"/>
                  <a:pt x="2818" y="5825"/>
                </a:cubicBezTo>
                <a:cubicBezTo>
                  <a:pt x="2817" y="5822"/>
                  <a:pt x="2815" y="5818"/>
                  <a:pt x="2814" y="5814"/>
                </a:cubicBezTo>
                <a:cubicBezTo>
                  <a:pt x="2813" y="5807"/>
                  <a:pt x="2813" y="5801"/>
                  <a:pt x="2812" y="5794"/>
                </a:cubicBezTo>
                <a:cubicBezTo>
                  <a:pt x="2812" y="5793"/>
                  <a:pt x="2812" y="5791"/>
                  <a:pt x="2811" y="5790"/>
                </a:cubicBezTo>
                <a:cubicBezTo>
                  <a:pt x="2810" y="5789"/>
                  <a:pt x="2808" y="5787"/>
                  <a:pt x="2807" y="5786"/>
                </a:cubicBezTo>
                <a:cubicBezTo>
                  <a:pt x="2805" y="5785"/>
                  <a:pt x="2804" y="5785"/>
                  <a:pt x="2802" y="5785"/>
                </a:cubicBezTo>
                <a:cubicBezTo>
                  <a:pt x="2800" y="5785"/>
                  <a:pt x="2798" y="5785"/>
                  <a:pt x="2797" y="5786"/>
                </a:cubicBezTo>
                <a:cubicBezTo>
                  <a:pt x="2795" y="5787"/>
                  <a:pt x="2794" y="5789"/>
                  <a:pt x="2793" y="5790"/>
                </a:cubicBezTo>
                <a:cubicBezTo>
                  <a:pt x="2792" y="5791"/>
                  <a:pt x="2792" y="5792"/>
                  <a:pt x="2792" y="5793"/>
                </a:cubicBezTo>
                <a:cubicBezTo>
                  <a:pt x="2790" y="5800"/>
                  <a:pt x="2789" y="5808"/>
                  <a:pt x="2788" y="5815"/>
                </a:cubicBezTo>
                <a:cubicBezTo>
                  <a:pt x="2787" y="5822"/>
                  <a:pt x="2791" y="5829"/>
                  <a:pt x="2791" y="5835"/>
                </a:cubicBezTo>
                <a:cubicBezTo>
                  <a:pt x="2791" y="5835"/>
                  <a:pt x="2791" y="5836"/>
                  <a:pt x="2791" y="5837"/>
                </a:cubicBezTo>
                <a:cubicBezTo>
                  <a:pt x="2791" y="5841"/>
                  <a:pt x="2792" y="5845"/>
                  <a:pt x="2793" y="5848"/>
                </a:cubicBezTo>
                <a:lnTo>
                  <a:pt x="2766" y="5852"/>
                </a:lnTo>
                <a:cubicBezTo>
                  <a:pt x="2764" y="5843"/>
                  <a:pt x="2763" y="5833"/>
                  <a:pt x="2763" y="5824"/>
                </a:cubicBezTo>
                <a:cubicBezTo>
                  <a:pt x="2763" y="5823"/>
                  <a:pt x="2763" y="5822"/>
                  <a:pt x="2763" y="5820"/>
                </a:cubicBezTo>
                <a:cubicBezTo>
                  <a:pt x="2763" y="5811"/>
                  <a:pt x="2763" y="5801"/>
                  <a:pt x="2761" y="5791"/>
                </a:cubicBezTo>
                <a:cubicBezTo>
                  <a:pt x="2761" y="5786"/>
                  <a:pt x="2761" y="5778"/>
                  <a:pt x="2758" y="5774"/>
                </a:cubicBezTo>
                <a:lnTo>
                  <a:pt x="2757" y="5773"/>
                </a:lnTo>
                <a:cubicBezTo>
                  <a:pt x="2756" y="5772"/>
                  <a:pt x="2754" y="5772"/>
                  <a:pt x="2753" y="5772"/>
                </a:cubicBezTo>
                <a:cubicBezTo>
                  <a:pt x="2751" y="5772"/>
                  <a:pt x="2751" y="5772"/>
                  <a:pt x="2750" y="5773"/>
                </a:cubicBezTo>
                <a:cubicBezTo>
                  <a:pt x="2749" y="5774"/>
                  <a:pt x="2748" y="5773"/>
                  <a:pt x="2748" y="5775"/>
                </a:cubicBezTo>
                <a:cubicBezTo>
                  <a:pt x="2747" y="5776"/>
                  <a:pt x="2747" y="5777"/>
                  <a:pt x="2747" y="5778"/>
                </a:cubicBezTo>
                <a:cubicBezTo>
                  <a:pt x="2746" y="5801"/>
                  <a:pt x="2735" y="5831"/>
                  <a:pt x="2741" y="5856"/>
                </a:cubicBezTo>
                <a:lnTo>
                  <a:pt x="2719" y="5859"/>
                </a:lnTo>
                <a:cubicBezTo>
                  <a:pt x="2719" y="5817"/>
                  <a:pt x="2718" y="5776"/>
                  <a:pt x="2715" y="5734"/>
                </a:cubicBezTo>
                <a:cubicBezTo>
                  <a:pt x="2715" y="5734"/>
                  <a:pt x="2716" y="5733"/>
                  <a:pt x="2715" y="5733"/>
                </a:cubicBezTo>
                <a:cubicBezTo>
                  <a:pt x="2714" y="5732"/>
                  <a:pt x="2714" y="5733"/>
                  <a:pt x="2713" y="5732"/>
                </a:cubicBezTo>
                <a:lnTo>
                  <a:pt x="2712" y="5732"/>
                </a:lnTo>
                <a:cubicBezTo>
                  <a:pt x="2711" y="5732"/>
                  <a:pt x="2711" y="5731"/>
                  <a:pt x="2710" y="5732"/>
                </a:cubicBezTo>
                <a:cubicBezTo>
                  <a:pt x="2709" y="5732"/>
                  <a:pt x="2709" y="5733"/>
                  <a:pt x="2709" y="5733"/>
                </a:cubicBezTo>
                <a:cubicBezTo>
                  <a:pt x="2709" y="5734"/>
                  <a:pt x="2709" y="5734"/>
                  <a:pt x="2709" y="5734"/>
                </a:cubicBezTo>
                <a:cubicBezTo>
                  <a:pt x="2707" y="5777"/>
                  <a:pt x="2697" y="5819"/>
                  <a:pt x="2698" y="5862"/>
                </a:cubicBezTo>
                <a:lnTo>
                  <a:pt x="2646" y="5868"/>
                </a:lnTo>
                <a:cubicBezTo>
                  <a:pt x="2646" y="5868"/>
                  <a:pt x="2646" y="5867"/>
                  <a:pt x="2646" y="5866"/>
                </a:cubicBezTo>
                <a:cubicBezTo>
                  <a:pt x="2645" y="5852"/>
                  <a:pt x="2642" y="5838"/>
                  <a:pt x="2641" y="5824"/>
                </a:cubicBezTo>
                <a:cubicBezTo>
                  <a:pt x="2641" y="5818"/>
                  <a:pt x="2631" y="5817"/>
                  <a:pt x="2630" y="5824"/>
                </a:cubicBezTo>
                <a:cubicBezTo>
                  <a:pt x="2629" y="5836"/>
                  <a:pt x="2628" y="5848"/>
                  <a:pt x="2626" y="5860"/>
                </a:cubicBezTo>
                <a:cubicBezTo>
                  <a:pt x="2625" y="5863"/>
                  <a:pt x="2625" y="5867"/>
                  <a:pt x="2625" y="5871"/>
                </a:cubicBezTo>
                <a:lnTo>
                  <a:pt x="2598" y="5874"/>
                </a:lnTo>
                <a:cubicBezTo>
                  <a:pt x="2596" y="5863"/>
                  <a:pt x="2595" y="5852"/>
                  <a:pt x="2593" y="5841"/>
                </a:cubicBezTo>
                <a:cubicBezTo>
                  <a:pt x="2592" y="5834"/>
                  <a:pt x="2593" y="5827"/>
                  <a:pt x="2592" y="5819"/>
                </a:cubicBezTo>
                <a:cubicBezTo>
                  <a:pt x="2590" y="5816"/>
                  <a:pt x="2589" y="5812"/>
                  <a:pt x="2587" y="5809"/>
                </a:cubicBezTo>
                <a:cubicBezTo>
                  <a:pt x="2587" y="5806"/>
                  <a:pt x="2586" y="5804"/>
                  <a:pt x="2586" y="5801"/>
                </a:cubicBezTo>
                <a:cubicBezTo>
                  <a:pt x="2586" y="5799"/>
                  <a:pt x="2587" y="5796"/>
                  <a:pt x="2587" y="5794"/>
                </a:cubicBezTo>
                <a:cubicBezTo>
                  <a:pt x="2587" y="5793"/>
                  <a:pt x="2586" y="5792"/>
                  <a:pt x="2586" y="5791"/>
                </a:cubicBezTo>
                <a:cubicBezTo>
                  <a:pt x="2585" y="5789"/>
                  <a:pt x="2584" y="5788"/>
                  <a:pt x="2583" y="5788"/>
                </a:cubicBezTo>
                <a:cubicBezTo>
                  <a:pt x="2582" y="5787"/>
                  <a:pt x="2581" y="5787"/>
                  <a:pt x="2580" y="5787"/>
                </a:cubicBezTo>
                <a:cubicBezTo>
                  <a:pt x="2579" y="5787"/>
                  <a:pt x="2578" y="5787"/>
                  <a:pt x="2577" y="5788"/>
                </a:cubicBezTo>
                <a:cubicBezTo>
                  <a:pt x="2576" y="5788"/>
                  <a:pt x="2575" y="5790"/>
                  <a:pt x="2575" y="5791"/>
                </a:cubicBezTo>
                <a:cubicBezTo>
                  <a:pt x="2574" y="5792"/>
                  <a:pt x="2574" y="5793"/>
                  <a:pt x="2574" y="5794"/>
                </a:cubicBezTo>
                <a:cubicBezTo>
                  <a:pt x="2573" y="5800"/>
                  <a:pt x="2572" y="5806"/>
                  <a:pt x="2572" y="5812"/>
                </a:cubicBezTo>
                <a:cubicBezTo>
                  <a:pt x="2572" y="5813"/>
                  <a:pt x="2573" y="5815"/>
                  <a:pt x="2573" y="5816"/>
                </a:cubicBezTo>
                <a:cubicBezTo>
                  <a:pt x="2574" y="5821"/>
                  <a:pt x="2575" y="5827"/>
                  <a:pt x="2575" y="5832"/>
                </a:cubicBezTo>
                <a:cubicBezTo>
                  <a:pt x="2575" y="5843"/>
                  <a:pt x="2576" y="5853"/>
                  <a:pt x="2577" y="5864"/>
                </a:cubicBezTo>
                <a:cubicBezTo>
                  <a:pt x="2577" y="5869"/>
                  <a:pt x="2577" y="5873"/>
                  <a:pt x="2577" y="5877"/>
                </a:cubicBezTo>
                <a:lnTo>
                  <a:pt x="2544" y="5881"/>
                </a:lnTo>
                <a:cubicBezTo>
                  <a:pt x="2545" y="5823"/>
                  <a:pt x="2544" y="5764"/>
                  <a:pt x="2541" y="5707"/>
                </a:cubicBezTo>
                <a:cubicBezTo>
                  <a:pt x="2541" y="5701"/>
                  <a:pt x="2531" y="5700"/>
                  <a:pt x="2530" y="5707"/>
                </a:cubicBezTo>
                <a:cubicBezTo>
                  <a:pt x="2526" y="5766"/>
                  <a:pt x="2520" y="5825"/>
                  <a:pt x="2521" y="5884"/>
                </a:cubicBezTo>
                <a:lnTo>
                  <a:pt x="2515" y="5884"/>
                </a:lnTo>
                <a:cubicBezTo>
                  <a:pt x="2506" y="5885"/>
                  <a:pt x="2495" y="5886"/>
                  <a:pt x="2487" y="5887"/>
                </a:cubicBezTo>
                <a:cubicBezTo>
                  <a:pt x="2486" y="5881"/>
                  <a:pt x="2485" y="5875"/>
                  <a:pt x="2483" y="5870"/>
                </a:cubicBezTo>
                <a:cubicBezTo>
                  <a:pt x="2480" y="5865"/>
                  <a:pt x="2483" y="5861"/>
                  <a:pt x="2479" y="5856"/>
                </a:cubicBezTo>
                <a:cubicBezTo>
                  <a:pt x="2476" y="5848"/>
                  <a:pt x="2474" y="5840"/>
                  <a:pt x="2474" y="5831"/>
                </a:cubicBezTo>
                <a:cubicBezTo>
                  <a:pt x="2474" y="5830"/>
                  <a:pt x="2474" y="5829"/>
                  <a:pt x="2474" y="5827"/>
                </a:cubicBezTo>
                <a:cubicBezTo>
                  <a:pt x="2474" y="5827"/>
                  <a:pt x="2474" y="5826"/>
                  <a:pt x="2474" y="5825"/>
                </a:cubicBezTo>
                <a:cubicBezTo>
                  <a:pt x="2473" y="5824"/>
                  <a:pt x="2473" y="5823"/>
                  <a:pt x="2472" y="5823"/>
                </a:cubicBezTo>
                <a:cubicBezTo>
                  <a:pt x="2471" y="5822"/>
                  <a:pt x="2471" y="5823"/>
                  <a:pt x="2470" y="5823"/>
                </a:cubicBezTo>
                <a:cubicBezTo>
                  <a:pt x="2469" y="5823"/>
                  <a:pt x="2468" y="5822"/>
                  <a:pt x="2467" y="5823"/>
                </a:cubicBezTo>
                <a:cubicBezTo>
                  <a:pt x="2466" y="5823"/>
                  <a:pt x="2466" y="5824"/>
                  <a:pt x="2466" y="5825"/>
                </a:cubicBezTo>
                <a:cubicBezTo>
                  <a:pt x="2465" y="5826"/>
                  <a:pt x="2465" y="5827"/>
                  <a:pt x="2465" y="5827"/>
                </a:cubicBezTo>
                <a:cubicBezTo>
                  <a:pt x="2464" y="5835"/>
                  <a:pt x="2463" y="5842"/>
                  <a:pt x="2463" y="5849"/>
                </a:cubicBezTo>
                <a:cubicBezTo>
                  <a:pt x="2463" y="5857"/>
                  <a:pt x="2464" y="5864"/>
                  <a:pt x="2465" y="5871"/>
                </a:cubicBezTo>
                <a:cubicBezTo>
                  <a:pt x="2466" y="5877"/>
                  <a:pt x="2467" y="5883"/>
                  <a:pt x="2468" y="5889"/>
                </a:cubicBezTo>
                <a:lnTo>
                  <a:pt x="2434" y="5892"/>
                </a:lnTo>
                <a:cubicBezTo>
                  <a:pt x="2431" y="5868"/>
                  <a:pt x="2433" y="5842"/>
                  <a:pt x="2431" y="5818"/>
                </a:cubicBezTo>
                <a:cubicBezTo>
                  <a:pt x="2430" y="5790"/>
                  <a:pt x="2430" y="5762"/>
                  <a:pt x="2428" y="5734"/>
                </a:cubicBezTo>
                <a:lnTo>
                  <a:pt x="2428" y="5733"/>
                </a:lnTo>
                <a:cubicBezTo>
                  <a:pt x="2427" y="5733"/>
                  <a:pt x="2427" y="5732"/>
                  <a:pt x="2427" y="5732"/>
                </a:cubicBezTo>
                <a:cubicBezTo>
                  <a:pt x="2426" y="5732"/>
                  <a:pt x="2426" y="5732"/>
                  <a:pt x="2425" y="5732"/>
                </a:cubicBezTo>
                <a:cubicBezTo>
                  <a:pt x="2424" y="5732"/>
                  <a:pt x="2424" y="5732"/>
                  <a:pt x="2423" y="5732"/>
                </a:cubicBezTo>
                <a:cubicBezTo>
                  <a:pt x="2423" y="5732"/>
                  <a:pt x="2423" y="5733"/>
                  <a:pt x="2422" y="5733"/>
                </a:cubicBezTo>
                <a:lnTo>
                  <a:pt x="2422" y="5734"/>
                </a:lnTo>
                <a:cubicBezTo>
                  <a:pt x="2420" y="5762"/>
                  <a:pt x="2414" y="5790"/>
                  <a:pt x="2412" y="5818"/>
                </a:cubicBezTo>
                <a:cubicBezTo>
                  <a:pt x="2409" y="5835"/>
                  <a:pt x="2407" y="5852"/>
                  <a:pt x="2407" y="5869"/>
                </a:cubicBezTo>
                <a:cubicBezTo>
                  <a:pt x="2407" y="5877"/>
                  <a:pt x="2408" y="5886"/>
                  <a:pt x="2408" y="5894"/>
                </a:cubicBezTo>
                <a:lnTo>
                  <a:pt x="2366" y="5896"/>
                </a:lnTo>
                <a:cubicBezTo>
                  <a:pt x="2365" y="5876"/>
                  <a:pt x="2362" y="5855"/>
                  <a:pt x="2359" y="5834"/>
                </a:cubicBezTo>
                <a:cubicBezTo>
                  <a:pt x="2359" y="5830"/>
                  <a:pt x="2353" y="5830"/>
                  <a:pt x="2352" y="5834"/>
                </a:cubicBezTo>
                <a:cubicBezTo>
                  <a:pt x="2350" y="5855"/>
                  <a:pt x="2347" y="5876"/>
                  <a:pt x="2346" y="5897"/>
                </a:cubicBezTo>
                <a:lnTo>
                  <a:pt x="2303" y="5900"/>
                </a:lnTo>
                <a:cubicBezTo>
                  <a:pt x="2308" y="5874"/>
                  <a:pt x="2310" y="5718"/>
                  <a:pt x="2309" y="5693"/>
                </a:cubicBezTo>
                <a:cubicBezTo>
                  <a:pt x="2309" y="5692"/>
                  <a:pt x="2308" y="5691"/>
                  <a:pt x="2308" y="5691"/>
                </a:cubicBezTo>
                <a:cubicBezTo>
                  <a:pt x="2308" y="5690"/>
                  <a:pt x="2307" y="5689"/>
                  <a:pt x="2306" y="5689"/>
                </a:cubicBezTo>
                <a:cubicBezTo>
                  <a:pt x="2305" y="5688"/>
                  <a:pt x="2305" y="5688"/>
                  <a:pt x="2304" y="5688"/>
                </a:cubicBezTo>
                <a:cubicBezTo>
                  <a:pt x="2303" y="5688"/>
                  <a:pt x="2302" y="5688"/>
                  <a:pt x="2301" y="5689"/>
                </a:cubicBezTo>
                <a:cubicBezTo>
                  <a:pt x="2300" y="5689"/>
                  <a:pt x="2300" y="5690"/>
                  <a:pt x="2299" y="5691"/>
                </a:cubicBezTo>
                <a:cubicBezTo>
                  <a:pt x="2299" y="5691"/>
                  <a:pt x="2299" y="5692"/>
                  <a:pt x="2299" y="5693"/>
                </a:cubicBezTo>
                <a:cubicBezTo>
                  <a:pt x="2296" y="5762"/>
                  <a:pt x="2281" y="5830"/>
                  <a:pt x="2286" y="5900"/>
                </a:cubicBezTo>
                <a:lnTo>
                  <a:pt x="2256" y="5902"/>
                </a:lnTo>
                <a:cubicBezTo>
                  <a:pt x="2256" y="5900"/>
                  <a:pt x="2255" y="5898"/>
                  <a:pt x="2254" y="5896"/>
                </a:cubicBezTo>
                <a:cubicBezTo>
                  <a:pt x="2253" y="5890"/>
                  <a:pt x="2252" y="5885"/>
                  <a:pt x="2251" y="5879"/>
                </a:cubicBezTo>
                <a:cubicBezTo>
                  <a:pt x="2251" y="5878"/>
                  <a:pt x="2251" y="5877"/>
                  <a:pt x="2250" y="5876"/>
                </a:cubicBezTo>
                <a:cubicBezTo>
                  <a:pt x="2249" y="5875"/>
                  <a:pt x="2247" y="5873"/>
                  <a:pt x="2246" y="5873"/>
                </a:cubicBezTo>
                <a:cubicBezTo>
                  <a:pt x="2244" y="5872"/>
                  <a:pt x="2242" y="5871"/>
                  <a:pt x="2241" y="5871"/>
                </a:cubicBezTo>
                <a:cubicBezTo>
                  <a:pt x="2239" y="5871"/>
                  <a:pt x="2237" y="5872"/>
                  <a:pt x="2236" y="5873"/>
                </a:cubicBezTo>
                <a:cubicBezTo>
                  <a:pt x="2234" y="5873"/>
                  <a:pt x="2234" y="5875"/>
                  <a:pt x="2233" y="5876"/>
                </a:cubicBezTo>
                <a:cubicBezTo>
                  <a:pt x="2232" y="5877"/>
                  <a:pt x="2232" y="5878"/>
                  <a:pt x="2232" y="5879"/>
                </a:cubicBezTo>
                <a:cubicBezTo>
                  <a:pt x="2232" y="5881"/>
                  <a:pt x="2231" y="5883"/>
                  <a:pt x="2231" y="5884"/>
                </a:cubicBezTo>
                <a:cubicBezTo>
                  <a:pt x="2231" y="5891"/>
                  <a:pt x="2232" y="5898"/>
                  <a:pt x="2234" y="5904"/>
                </a:cubicBezTo>
                <a:lnTo>
                  <a:pt x="2204" y="5907"/>
                </a:lnTo>
                <a:cubicBezTo>
                  <a:pt x="2204" y="5906"/>
                  <a:pt x="2204" y="5905"/>
                  <a:pt x="2204" y="5903"/>
                </a:cubicBezTo>
                <a:cubicBezTo>
                  <a:pt x="2204" y="5900"/>
                  <a:pt x="2204" y="5897"/>
                  <a:pt x="2203" y="5893"/>
                </a:cubicBezTo>
                <a:cubicBezTo>
                  <a:pt x="2201" y="5884"/>
                  <a:pt x="2199" y="5874"/>
                  <a:pt x="2197" y="5864"/>
                </a:cubicBezTo>
                <a:cubicBezTo>
                  <a:pt x="2197" y="5863"/>
                  <a:pt x="2197" y="5863"/>
                  <a:pt x="2197" y="5862"/>
                </a:cubicBezTo>
                <a:cubicBezTo>
                  <a:pt x="2196" y="5860"/>
                  <a:pt x="2195" y="5860"/>
                  <a:pt x="2194" y="5859"/>
                </a:cubicBezTo>
                <a:cubicBezTo>
                  <a:pt x="2192" y="5858"/>
                  <a:pt x="2191" y="5858"/>
                  <a:pt x="2190" y="5858"/>
                </a:cubicBezTo>
                <a:cubicBezTo>
                  <a:pt x="2188" y="5858"/>
                  <a:pt x="2187" y="5858"/>
                  <a:pt x="2186" y="5859"/>
                </a:cubicBezTo>
                <a:cubicBezTo>
                  <a:pt x="2185" y="5860"/>
                  <a:pt x="2183" y="5860"/>
                  <a:pt x="2183" y="5862"/>
                </a:cubicBezTo>
                <a:cubicBezTo>
                  <a:pt x="2182" y="5863"/>
                  <a:pt x="2182" y="5863"/>
                  <a:pt x="2182" y="5864"/>
                </a:cubicBezTo>
                <a:cubicBezTo>
                  <a:pt x="2181" y="5872"/>
                  <a:pt x="2180" y="5879"/>
                  <a:pt x="2180" y="5887"/>
                </a:cubicBezTo>
                <a:cubicBezTo>
                  <a:pt x="2180" y="5890"/>
                  <a:pt x="2180" y="5894"/>
                  <a:pt x="2181" y="5898"/>
                </a:cubicBezTo>
                <a:cubicBezTo>
                  <a:pt x="2181" y="5901"/>
                  <a:pt x="2181" y="5904"/>
                  <a:pt x="2183" y="5907"/>
                </a:cubicBezTo>
                <a:cubicBezTo>
                  <a:pt x="2183" y="5907"/>
                  <a:pt x="2184" y="5908"/>
                  <a:pt x="2185" y="5909"/>
                </a:cubicBezTo>
                <a:lnTo>
                  <a:pt x="2181" y="5909"/>
                </a:lnTo>
                <a:cubicBezTo>
                  <a:pt x="2172" y="5907"/>
                  <a:pt x="2164" y="5907"/>
                  <a:pt x="2155" y="5907"/>
                </a:cubicBezTo>
                <a:cubicBezTo>
                  <a:pt x="2154" y="5907"/>
                  <a:pt x="2153" y="5907"/>
                  <a:pt x="2151" y="5907"/>
                </a:cubicBezTo>
                <a:cubicBezTo>
                  <a:pt x="2159" y="5896"/>
                  <a:pt x="2154" y="5883"/>
                  <a:pt x="2153" y="5871"/>
                </a:cubicBezTo>
                <a:cubicBezTo>
                  <a:pt x="2152" y="5860"/>
                  <a:pt x="2150" y="5849"/>
                  <a:pt x="2148" y="5838"/>
                </a:cubicBezTo>
                <a:lnTo>
                  <a:pt x="2147" y="5837"/>
                </a:lnTo>
                <a:cubicBezTo>
                  <a:pt x="2146" y="5836"/>
                  <a:pt x="2146" y="5834"/>
                  <a:pt x="2145" y="5834"/>
                </a:cubicBezTo>
                <a:cubicBezTo>
                  <a:pt x="2143" y="5833"/>
                  <a:pt x="2142" y="5833"/>
                  <a:pt x="2141" y="5833"/>
                </a:cubicBezTo>
                <a:cubicBezTo>
                  <a:pt x="2140" y="5833"/>
                  <a:pt x="2139" y="5833"/>
                  <a:pt x="2138" y="5834"/>
                </a:cubicBezTo>
                <a:cubicBezTo>
                  <a:pt x="2137" y="5834"/>
                  <a:pt x="2136" y="5836"/>
                  <a:pt x="2135" y="5837"/>
                </a:cubicBezTo>
                <a:cubicBezTo>
                  <a:pt x="2135" y="5837"/>
                  <a:pt x="2135" y="5838"/>
                  <a:pt x="2134" y="5838"/>
                </a:cubicBezTo>
                <a:cubicBezTo>
                  <a:pt x="2129" y="5851"/>
                  <a:pt x="2127" y="5864"/>
                  <a:pt x="2127" y="5878"/>
                </a:cubicBezTo>
                <a:cubicBezTo>
                  <a:pt x="2127" y="5885"/>
                  <a:pt x="2127" y="5893"/>
                  <a:pt x="2129" y="5900"/>
                </a:cubicBezTo>
                <a:cubicBezTo>
                  <a:pt x="2129" y="5901"/>
                  <a:pt x="2130" y="5902"/>
                  <a:pt x="2130" y="5902"/>
                </a:cubicBezTo>
                <a:cubicBezTo>
                  <a:pt x="2131" y="5904"/>
                  <a:pt x="2133" y="5906"/>
                  <a:pt x="2134" y="5907"/>
                </a:cubicBezTo>
                <a:lnTo>
                  <a:pt x="2117" y="5909"/>
                </a:lnTo>
                <a:cubicBezTo>
                  <a:pt x="2117" y="5903"/>
                  <a:pt x="2115" y="5897"/>
                  <a:pt x="2112" y="5892"/>
                </a:cubicBezTo>
                <a:cubicBezTo>
                  <a:pt x="2110" y="5886"/>
                  <a:pt x="2108" y="5880"/>
                  <a:pt x="2107" y="5874"/>
                </a:cubicBezTo>
                <a:cubicBezTo>
                  <a:pt x="2106" y="5872"/>
                  <a:pt x="2104" y="5869"/>
                  <a:pt x="2103" y="5867"/>
                </a:cubicBezTo>
                <a:cubicBezTo>
                  <a:pt x="2102" y="5863"/>
                  <a:pt x="2102" y="5860"/>
                  <a:pt x="2102" y="5856"/>
                </a:cubicBezTo>
                <a:cubicBezTo>
                  <a:pt x="2102" y="5849"/>
                  <a:pt x="2091" y="5850"/>
                  <a:pt x="2090" y="5856"/>
                </a:cubicBezTo>
                <a:cubicBezTo>
                  <a:pt x="2089" y="5863"/>
                  <a:pt x="2088" y="5869"/>
                  <a:pt x="2088" y="5876"/>
                </a:cubicBezTo>
                <a:cubicBezTo>
                  <a:pt x="2088" y="5888"/>
                  <a:pt x="2090" y="5900"/>
                  <a:pt x="2095" y="5911"/>
                </a:cubicBezTo>
                <a:cubicBezTo>
                  <a:pt x="2082" y="5913"/>
                  <a:pt x="2069" y="5914"/>
                  <a:pt x="2055" y="5915"/>
                </a:cubicBezTo>
                <a:lnTo>
                  <a:pt x="2053" y="5915"/>
                </a:lnTo>
                <a:cubicBezTo>
                  <a:pt x="2053" y="5913"/>
                  <a:pt x="2053" y="5910"/>
                  <a:pt x="2053" y="5908"/>
                </a:cubicBezTo>
                <a:cubicBezTo>
                  <a:pt x="2053" y="5900"/>
                  <a:pt x="2053" y="5893"/>
                  <a:pt x="2051" y="5885"/>
                </a:cubicBezTo>
                <a:cubicBezTo>
                  <a:pt x="2050" y="5869"/>
                  <a:pt x="2048" y="5853"/>
                  <a:pt x="2043" y="5837"/>
                </a:cubicBezTo>
                <a:cubicBezTo>
                  <a:pt x="2041" y="5830"/>
                  <a:pt x="2031" y="5832"/>
                  <a:pt x="2030" y="5837"/>
                </a:cubicBezTo>
                <a:cubicBezTo>
                  <a:pt x="2025" y="5857"/>
                  <a:pt x="2015" y="5893"/>
                  <a:pt x="2026" y="5914"/>
                </a:cubicBezTo>
                <a:lnTo>
                  <a:pt x="2001" y="5913"/>
                </a:lnTo>
                <a:cubicBezTo>
                  <a:pt x="2002" y="5912"/>
                  <a:pt x="2002" y="5911"/>
                  <a:pt x="2002" y="5911"/>
                </a:cubicBezTo>
                <a:cubicBezTo>
                  <a:pt x="2002" y="5909"/>
                  <a:pt x="2001" y="5907"/>
                  <a:pt x="2000" y="5906"/>
                </a:cubicBezTo>
                <a:cubicBezTo>
                  <a:pt x="1996" y="5898"/>
                  <a:pt x="1998" y="5885"/>
                  <a:pt x="1996" y="5876"/>
                </a:cubicBezTo>
                <a:cubicBezTo>
                  <a:pt x="1995" y="5860"/>
                  <a:pt x="1992" y="5844"/>
                  <a:pt x="1988" y="5828"/>
                </a:cubicBezTo>
                <a:cubicBezTo>
                  <a:pt x="1987" y="5827"/>
                  <a:pt x="1986" y="5826"/>
                  <a:pt x="1985" y="5825"/>
                </a:cubicBezTo>
                <a:cubicBezTo>
                  <a:pt x="1984" y="5824"/>
                  <a:pt x="1982" y="5824"/>
                  <a:pt x="1981" y="5824"/>
                </a:cubicBezTo>
                <a:cubicBezTo>
                  <a:pt x="1980" y="5824"/>
                  <a:pt x="1978" y="5824"/>
                  <a:pt x="1977" y="5825"/>
                </a:cubicBezTo>
                <a:cubicBezTo>
                  <a:pt x="1976" y="5826"/>
                  <a:pt x="1975" y="5827"/>
                  <a:pt x="1974" y="5828"/>
                </a:cubicBezTo>
                <a:cubicBezTo>
                  <a:pt x="1970" y="5839"/>
                  <a:pt x="1968" y="5851"/>
                  <a:pt x="1968" y="5863"/>
                </a:cubicBezTo>
                <a:cubicBezTo>
                  <a:pt x="1968" y="5869"/>
                  <a:pt x="1969" y="5876"/>
                  <a:pt x="1970" y="5883"/>
                </a:cubicBezTo>
                <a:cubicBezTo>
                  <a:pt x="1970" y="5892"/>
                  <a:pt x="1971" y="5901"/>
                  <a:pt x="1973" y="5910"/>
                </a:cubicBezTo>
                <a:lnTo>
                  <a:pt x="1953" y="5908"/>
                </a:lnTo>
                <a:cubicBezTo>
                  <a:pt x="1954" y="5907"/>
                  <a:pt x="1954" y="5905"/>
                  <a:pt x="1954" y="5904"/>
                </a:cubicBezTo>
                <a:cubicBezTo>
                  <a:pt x="1954" y="5902"/>
                  <a:pt x="1954" y="5901"/>
                  <a:pt x="1953" y="5899"/>
                </a:cubicBezTo>
                <a:cubicBezTo>
                  <a:pt x="1941" y="5864"/>
                  <a:pt x="1949" y="5816"/>
                  <a:pt x="1948" y="5779"/>
                </a:cubicBezTo>
                <a:cubicBezTo>
                  <a:pt x="1949" y="5773"/>
                  <a:pt x="1949" y="5767"/>
                  <a:pt x="1949" y="5760"/>
                </a:cubicBezTo>
                <a:cubicBezTo>
                  <a:pt x="1949" y="5713"/>
                  <a:pt x="1946" y="5666"/>
                  <a:pt x="1941" y="5619"/>
                </a:cubicBezTo>
                <a:cubicBezTo>
                  <a:pt x="1941" y="5618"/>
                  <a:pt x="1941" y="5618"/>
                  <a:pt x="1940" y="5617"/>
                </a:cubicBezTo>
                <a:cubicBezTo>
                  <a:pt x="1939" y="5616"/>
                  <a:pt x="1939" y="5615"/>
                  <a:pt x="1938" y="5615"/>
                </a:cubicBezTo>
                <a:cubicBezTo>
                  <a:pt x="1937" y="5614"/>
                  <a:pt x="1936" y="5614"/>
                  <a:pt x="1935" y="5614"/>
                </a:cubicBezTo>
                <a:cubicBezTo>
                  <a:pt x="1934" y="5614"/>
                  <a:pt x="1933" y="5615"/>
                  <a:pt x="1933" y="5615"/>
                </a:cubicBezTo>
                <a:cubicBezTo>
                  <a:pt x="1932" y="5616"/>
                  <a:pt x="1931" y="5615"/>
                  <a:pt x="1930" y="5617"/>
                </a:cubicBezTo>
                <a:cubicBezTo>
                  <a:pt x="1929" y="5618"/>
                  <a:pt x="1930" y="5618"/>
                  <a:pt x="1930" y="5619"/>
                </a:cubicBezTo>
                <a:cubicBezTo>
                  <a:pt x="1925" y="5670"/>
                  <a:pt x="1922" y="5721"/>
                  <a:pt x="1922" y="5772"/>
                </a:cubicBezTo>
                <a:cubicBezTo>
                  <a:pt x="1922" y="5782"/>
                  <a:pt x="1922" y="5791"/>
                  <a:pt x="1922" y="5800"/>
                </a:cubicBezTo>
                <a:cubicBezTo>
                  <a:pt x="1922" y="5833"/>
                  <a:pt x="1915" y="5874"/>
                  <a:pt x="1927" y="5906"/>
                </a:cubicBezTo>
                <a:lnTo>
                  <a:pt x="1899" y="5904"/>
                </a:lnTo>
                <a:cubicBezTo>
                  <a:pt x="1899" y="5901"/>
                  <a:pt x="1898" y="5898"/>
                  <a:pt x="1897" y="5897"/>
                </a:cubicBezTo>
                <a:cubicBezTo>
                  <a:pt x="1896" y="5895"/>
                  <a:pt x="1896" y="5896"/>
                  <a:pt x="1895" y="5895"/>
                </a:cubicBezTo>
                <a:cubicBezTo>
                  <a:pt x="1893" y="5887"/>
                  <a:pt x="1892" y="5879"/>
                  <a:pt x="1891" y="5871"/>
                </a:cubicBezTo>
                <a:cubicBezTo>
                  <a:pt x="1889" y="5863"/>
                  <a:pt x="1889" y="5854"/>
                  <a:pt x="1887" y="5846"/>
                </a:cubicBezTo>
                <a:cubicBezTo>
                  <a:pt x="1885" y="5838"/>
                  <a:pt x="1882" y="5832"/>
                  <a:pt x="1881" y="5825"/>
                </a:cubicBezTo>
                <a:cubicBezTo>
                  <a:pt x="1880" y="5817"/>
                  <a:pt x="1865" y="5818"/>
                  <a:pt x="1865" y="5827"/>
                </a:cubicBezTo>
                <a:cubicBezTo>
                  <a:pt x="1866" y="5833"/>
                  <a:pt x="1866" y="5840"/>
                  <a:pt x="1866" y="5846"/>
                </a:cubicBezTo>
                <a:cubicBezTo>
                  <a:pt x="1866" y="5848"/>
                  <a:pt x="1866" y="5850"/>
                  <a:pt x="1866" y="5852"/>
                </a:cubicBezTo>
                <a:cubicBezTo>
                  <a:pt x="1865" y="5856"/>
                  <a:pt x="1865" y="5860"/>
                  <a:pt x="1865" y="5865"/>
                </a:cubicBezTo>
                <a:cubicBezTo>
                  <a:pt x="1865" y="5865"/>
                  <a:pt x="1865" y="5866"/>
                  <a:pt x="1865" y="5867"/>
                </a:cubicBezTo>
                <a:cubicBezTo>
                  <a:pt x="1866" y="5879"/>
                  <a:pt x="1867" y="5892"/>
                  <a:pt x="1870" y="5903"/>
                </a:cubicBezTo>
                <a:lnTo>
                  <a:pt x="1864" y="5903"/>
                </a:lnTo>
                <a:cubicBezTo>
                  <a:pt x="1862" y="5904"/>
                  <a:pt x="1859" y="5904"/>
                  <a:pt x="1857" y="5904"/>
                </a:cubicBezTo>
                <a:cubicBezTo>
                  <a:pt x="1854" y="5904"/>
                  <a:pt x="1853" y="5904"/>
                  <a:pt x="1851" y="5903"/>
                </a:cubicBezTo>
                <a:cubicBezTo>
                  <a:pt x="1849" y="5893"/>
                  <a:pt x="1846" y="5883"/>
                  <a:pt x="1843" y="5873"/>
                </a:cubicBezTo>
                <a:cubicBezTo>
                  <a:pt x="1841" y="5868"/>
                  <a:pt x="1840" y="5863"/>
                  <a:pt x="1839" y="5857"/>
                </a:cubicBezTo>
                <a:cubicBezTo>
                  <a:pt x="1839" y="5851"/>
                  <a:pt x="1834" y="5846"/>
                  <a:pt x="1833" y="5841"/>
                </a:cubicBezTo>
                <a:cubicBezTo>
                  <a:pt x="1833" y="5840"/>
                  <a:pt x="1832" y="5838"/>
                  <a:pt x="1832" y="5838"/>
                </a:cubicBezTo>
                <a:cubicBezTo>
                  <a:pt x="1831" y="5836"/>
                  <a:pt x="1829" y="5835"/>
                  <a:pt x="1828" y="5834"/>
                </a:cubicBezTo>
                <a:cubicBezTo>
                  <a:pt x="1826" y="5833"/>
                  <a:pt x="1825" y="5833"/>
                  <a:pt x="1824" y="5833"/>
                </a:cubicBezTo>
                <a:cubicBezTo>
                  <a:pt x="1823" y="5833"/>
                  <a:pt x="1822" y="5833"/>
                  <a:pt x="1822" y="5833"/>
                </a:cubicBezTo>
                <a:cubicBezTo>
                  <a:pt x="1816" y="5834"/>
                  <a:pt x="1815" y="5839"/>
                  <a:pt x="1814" y="5844"/>
                </a:cubicBezTo>
                <a:cubicBezTo>
                  <a:pt x="1813" y="5849"/>
                  <a:pt x="1817" y="5859"/>
                  <a:pt x="1816" y="5867"/>
                </a:cubicBezTo>
                <a:cubicBezTo>
                  <a:pt x="1815" y="5869"/>
                  <a:pt x="1815" y="5871"/>
                  <a:pt x="1815" y="5874"/>
                </a:cubicBezTo>
                <a:cubicBezTo>
                  <a:pt x="1815" y="5876"/>
                  <a:pt x="1815" y="5878"/>
                  <a:pt x="1816" y="5881"/>
                </a:cubicBezTo>
                <a:cubicBezTo>
                  <a:pt x="1818" y="5887"/>
                  <a:pt x="1819" y="5893"/>
                  <a:pt x="1821" y="5899"/>
                </a:cubicBezTo>
                <a:lnTo>
                  <a:pt x="1805" y="5895"/>
                </a:lnTo>
                <a:lnTo>
                  <a:pt x="1805" y="5894"/>
                </a:lnTo>
                <a:cubicBezTo>
                  <a:pt x="1805" y="5893"/>
                  <a:pt x="1805" y="5893"/>
                  <a:pt x="1805" y="5892"/>
                </a:cubicBezTo>
                <a:cubicBezTo>
                  <a:pt x="1785" y="5859"/>
                  <a:pt x="1792" y="5805"/>
                  <a:pt x="1790" y="5768"/>
                </a:cubicBezTo>
                <a:cubicBezTo>
                  <a:pt x="1788" y="5731"/>
                  <a:pt x="1787" y="5693"/>
                  <a:pt x="1784" y="5656"/>
                </a:cubicBezTo>
                <a:cubicBezTo>
                  <a:pt x="1784" y="5655"/>
                  <a:pt x="1783" y="5654"/>
                  <a:pt x="1783" y="5653"/>
                </a:cubicBezTo>
                <a:cubicBezTo>
                  <a:pt x="1782" y="5652"/>
                  <a:pt x="1782" y="5652"/>
                  <a:pt x="1781" y="5651"/>
                </a:cubicBezTo>
                <a:cubicBezTo>
                  <a:pt x="1781" y="5651"/>
                  <a:pt x="1780" y="5651"/>
                  <a:pt x="1779" y="5651"/>
                </a:cubicBezTo>
                <a:cubicBezTo>
                  <a:pt x="1778" y="5651"/>
                  <a:pt x="1777" y="5650"/>
                  <a:pt x="1776" y="5651"/>
                </a:cubicBezTo>
                <a:cubicBezTo>
                  <a:pt x="1775" y="5651"/>
                  <a:pt x="1775" y="5652"/>
                  <a:pt x="1775" y="5653"/>
                </a:cubicBezTo>
                <a:cubicBezTo>
                  <a:pt x="1774" y="5654"/>
                  <a:pt x="1774" y="5655"/>
                  <a:pt x="1774" y="5656"/>
                </a:cubicBezTo>
                <a:cubicBezTo>
                  <a:pt x="1772" y="5678"/>
                  <a:pt x="1754" y="5829"/>
                  <a:pt x="1774" y="5886"/>
                </a:cubicBezTo>
                <a:lnTo>
                  <a:pt x="1772" y="5886"/>
                </a:lnTo>
                <a:cubicBezTo>
                  <a:pt x="1766" y="5885"/>
                  <a:pt x="1760" y="5884"/>
                  <a:pt x="1755" y="5882"/>
                </a:cubicBezTo>
                <a:cubicBezTo>
                  <a:pt x="1761" y="5871"/>
                  <a:pt x="1747" y="5843"/>
                  <a:pt x="1744" y="5835"/>
                </a:cubicBezTo>
                <a:cubicBezTo>
                  <a:pt x="1739" y="5817"/>
                  <a:pt x="1737" y="5799"/>
                  <a:pt x="1736" y="5780"/>
                </a:cubicBezTo>
                <a:cubicBezTo>
                  <a:pt x="1736" y="5779"/>
                  <a:pt x="1735" y="5779"/>
                  <a:pt x="1735" y="5778"/>
                </a:cubicBezTo>
                <a:cubicBezTo>
                  <a:pt x="1735" y="5777"/>
                  <a:pt x="1734" y="5776"/>
                  <a:pt x="1733" y="5776"/>
                </a:cubicBezTo>
                <a:cubicBezTo>
                  <a:pt x="1732" y="5775"/>
                  <a:pt x="1731" y="5775"/>
                  <a:pt x="1730" y="5775"/>
                </a:cubicBezTo>
                <a:cubicBezTo>
                  <a:pt x="1729" y="5775"/>
                  <a:pt x="1728" y="5775"/>
                  <a:pt x="1727" y="5776"/>
                </a:cubicBezTo>
                <a:cubicBezTo>
                  <a:pt x="1726" y="5776"/>
                  <a:pt x="1726" y="5776"/>
                  <a:pt x="1725" y="5778"/>
                </a:cubicBezTo>
                <a:cubicBezTo>
                  <a:pt x="1724" y="5779"/>
                  <a:pt x="1725" y="5779"/>
                  <a:pt x="1725" y="5780"/>
                </a:cubicBezTo>
                <a:cubicBezTo>
                  <a:pt x="1723" y="5793"/>
                  <a:pt x="1722" y="5806"/>
                  <a:pt x="1722" y="5819"/>
                </a:cubicBezTo>
                <a:cubicBezTo>
                  <a:pt x="1722" y="5832"/>
                  <a:pt x="1723" y="5846"/>
                  <a:pt x="1725" y="5859"/>
                </a:cubicBezTo>
                <a:cubicBezTo>
                  <a:pt x="1725" y="5863"/>
                  <a:pt x="1727" y="5870"/>
                  <a:pt x="1729" y="5877"/>
                </a:cubicBezTo>
                <a:lnTo>
                  <a:pt x="1714" y="5874"/>
                </a:lnTo>
                <a:cubicBezTo>
                  <a:pt x="1709" y="5857"/>
                  <a:pt x="1703" y="5839"/>
                  <a:pt x="1699" y="5823"/>
                </a:cubicBezTo>
                <a:cubicBezTo>
                  <a:pt x="1694" y="5806"/>
                  <a:pt x="1692" y="5790"/>
                  <a:pt x="1688" y="5774"/>
                </a:cubicBezTo>
                <a:cubicBezTo>
                  <a:pt x="1682" y="5758"/>
                  <a:pt x="1677" y="5741"/>
                  <a:pt x="1674" y="5724"/>
                </a:cubicBezTo>
                <a:cubicBezTo>
                  <a:pt x="1674" y="5721"/>
                  <a:pt x="1669" y="5721"/>
                  <a:pt x="1669" y="5724"/>
                </a:cubicBezTo>
                <a:cubicBezTo>
                  <a:pt x="1669" y="5725"/>
                  <a:pt x="1669" y="5727"/>
                  <a:pt x="1669" y="5728"/>
                </a:cubicBezTo>
                <a:cubicBezTo>
                  <a:pt x="1669" y="5744"/>
                  <a:pt x="1671" y="5761"/>
                  <a:pt x="1675" y="5776"/>
                </a:cubicBezTo>
                <a:cubicBezTo>
                  <a:pt x="1680" y="5796"/>
                  <a:pt x="1677" y="5821"/>
                  <a:pt x="1684" y="5839"/>
                </a:cubicBezTo>
                <a:cubicBezTo>
                  <a:pt x="1686" y="5845"/>
                  <a:pt x="1687" y="5853"/>
                  <a:pt x="1687" y="5860"/>
                </a:cubicBezTo>
                <a:cubicBezTo>
                  <a:pt x="1687" y="5863"/>
                  <a:pt x="1687" y="5866"/>
                  <a:pt x="1687" y="5868"/>
                </a:cubicBezTo>
                <a:cubicBezTo>
                  <a:pt x="1679" y="5867"/>
                  <a:pt x="1672" y="5865"/>
                  <a:pt x="1666" y="5863"/>
                </a:cubicBezTo>
                <a:cubicBezTo>
                  <a:pt x="1660" y="5861"/>
                  <a:pt x="1654" y="5859"/>
                  <a:pt x="1649" y="5857"/>
                </a:cubicBezTo>
                <a:cubicBezTo>
                  <a:pt x="1649" y="5855"/>
                  <a:pt x="1648" y="5854"/>
                  <a:pt x="1647" y="5852"/>
                </a:cubicBezTo>
                <a:cubicBezTo>
                  <a:pt x="1647" y="5851"/>
                  <a:pt x="1646" y="5850"/>
                  <a:pt x="1645" y="5849"/>
                </a:cubicBezTo>
                <a:cubicBezTo>
                  <a:pt x="1634" y="5839"/>
                  <a:pt x="1645" y="5817"/>
                  <a:pt x="1640" y="5803"/>
                </a:cubicBezTo>
                <a:cubicBezTo>
                  <a:pt x="1633" y="5780"/>
                  <a:pt x="1638" y="5756"/>
                  <a:pt x="1631" y="5733"/>
                </a:cubicBezTo>
                <a:cubicBezTo>
                  <a:pt x="1622" y="5705"/>
                  <a:pt x="1628" y="5665"/>
                  <a:pt x="1623" y="5635"/>
                </a:cubicBezTo>
                <a:cubicBezTo>
                  <a:pt x="1621" y="5628"/>
                  <a:pt x="1609" y="5630"/>
                  <a:pt x="1610" y="5637"/>
                </a:cubicBezTo>
                <a:cubicBezTo>
                  <a:pt x="1613" y="5688"/>
                  <a:pt x="1612" y="5742"/>
                  <a:pt x="1610" y="5793"/>
                </a:cubicBezTo>
                <a:cubicBezTo>
                  <a:pt x="1609" y="5800"/>
                  <a:pt x="1609" y="5808"/>
                  <a:pt x="1609" y="5815"/>
                </a:cubicBezTo>
                <a:cubicBezTo>
                  <a:pt x="1609" y="5826"/>
                  <a:pt x="1609" y="5837"/>
                  <a:pt x="1611" y="5848"/>
                </a:cubicBezTo>
                <a:lnTo>
                  <a:pt x="1598" y="5845"/>
                </a:lnTo>
                <a:cubicBezTo>
                  <a:pt x="1597" y="5835"/>
                  <a:pt x="1594" y="5824"/>
                  <a:pt x="1592" y="5814"/>
                </a:cubicBezTo>
                <a:cubicBezTo>
                  <a:pt x="1588" y="5794"/>
                  <a:pt x="1582" y="5775"/>
                  <a:pt x="1576" y="5754"/>
                </a:cubicBezTo>
                <a:cubicBezTo>
                  <a:pt x="1575" y="5750"/>
                  <a:pt x="1568" y="5747"/>
                  <a:pt x="1566" y="5753"/>
                </a:cubicBezTo>
                <a:cubicBezTo>
                  <a:pt x="1555" y="5782"/>
                  <a:pt x="1564" y="5810"/>
                  <a:pt x="1568" y="5839"/>
                </a:cubicBezTo>
                <a:lnTo>
                  <a:pt x="1556" y="5837"/>
                </a:lnTo>
                <a:cubicBezTo>
                  <a:pt x="1540" y="5802"/>
                  <a:pt x="1544" y="5758"/>
                  <a:pt x="1532" y="5723"/>
                </a:cubicBezTo>
                <a:cubicBezTo>
                  <a:pt x="1519" y="5680"/>
                  <a:pt x="1513" y="5637"/>
                  <a:pt x="1512" y="5593"/>
                </a:cubicBezTo>
                <a:cubicBezTo>
                  <a:pt x="1512" y="5592"/>
                  <a:pt x="1512" y="5591"/>
                  <a:pt x="1512" y="5591"/>
                </a:cubicBezTo>
                <a:cubicBezTo>
                  <a:pt x="1511" y="5590"/>
                  <a:pt x="1511" y="5589"/>
                  <a:pt x="1510" y="5589"/>
                </a:cubicBezTo>
                <a:cubicBezTo>
                  <a:pt x="1510" y="5589"/>
                  <a:pt x="1509" y="5589"/>
                  <a:pt x="1508" y="5589"/>
                </a:cubicBezTo>
                <a:cubicBezTo>
                  <a:pt x="1507" y="5589"/>
                  <a:pt x="1507" y="5589"/>
                  <a:pt x="1506" y="5589"/>
                </a:cubicBezTo>
                <a:cubicBezTo>
                  <a:pt x="1505" y="5589"/>
                  <a:pt x="1505" y="5590"/>
                  <a:pt x="1504" y="5591"/>
                </a:cubicBezTo>
                <a:cubicBezTo>
                  <a:pt x="1504" y="5591"/>
                  <a:pt x="1504" y="5592"/>
                  <a:pt x="1504" y="5593"/>
                </a:cubicBezTo>
                <a:cubicBezTo>
                  <a:pt x="1500" y="5616"/>
                  <a:pt x="1499" y="5638"/>
                  <a:pt x="1499" y="5661"/>
                </a:cubicBezTo>
                <a:cubicBezTo>
                  <a:pt x="1499" y="5680"/>
                  <a:pt x="1500" y="5699"/>
                  <a:pt x="1502" y="5717"/>
                </a:cubicBezTo>
                <a:cubicBezTo>
                  <a:pt x="1508" y="5750"/>
                  <a:pt x="1505" y="5793"/>
                  <a:pt x="1515" y="5828"/>
                </a:cubicBezTo>
                <a:lnTo>
                  <a:pt x="1500" y="5823"/>
                </a:lnTo>
                <a:cubicBezTo>
                  <a:pt x="1501" y="5822"/>
                  <a:pt x="1502" y="5821"/>
                  <a:pt x="1503" y="5820"/>
                </a:cubicBezTo>
                <a:cubicBezTo>
                  <a:pt x="1504" y="5817"/>
                  <a:pt x="1505" y="5815"/>
                  <a:pt x="1505" y="5813"/>
                </a:cubicBezTo>
                <a:cubicBezTo>
                  <a:pt x="1505" y="5812"/>
                  <a:pt x="1505" y="5811"/>
                  <a:pt x="1505" y="5810"/>
                </a:cubicBezTo>
                <a:cubicBezTo>
                  <a:pt x="1491" y="5745"/>
                  <a:pt x="1480" y="5679"/>
                  <a:pt x="1473" y="5613"/>
                </a:cubicBezTo>
                <a:cubicBezTo>
                  <a:pt x="1470" y="5576"/>
                  <a:pt x="1452" y="5538"/>
                  <a:pt x="1446" y="5500"/>
                </a:cubicBezTo>
                <a:cubicBezTo>
                  <a:pt x="1446" y="5500"/>
                  <a:pt x="1446" y="5499"/>
                  <a:pt x="1445" y="5498"/>
                </a:cubicBezTo>
                <a:cubicBezTo>
                  <a:pt x="1445" y="5498"/>
                  <a:pt x="1445" y="5497"/>
                  <a:pt x="1444" y="5497"/>
                </a:cubicBezTo>
                <a:cubicBezTo>
                  <a:pt x="1444" y="5497"/>
                  <a:pt x="1443" y="5496"/>
                  <a:pt x="1442" y="5496"/>
                </a:cubicBezTo>
                <a:cubicBezTo>
                  <a:pt x="1442" y="5496"/>
                  <a:pt x="1441" y="5497"/>
                  <a:pt x="1440" y="5497"/>
                </a:cubicBezTo>
                <a:lnTo>
                  <a:pt x="1439" y="5498"/>
                </a:lnTo>
                <a:cubicBezTo>
                  <a:pt x="1439" y="5499"/>
                  <a:pt x="1438" y="5500"/>
                  <a:pt x="1438" y="5500"/>
                </a:cubicBezTo>
                <a:cubicBezTo>
                  <a:pt x="1439" y="5537"/>
                  <a:pt x="1443" y="5574"/>
                  <a:pt x="1449" y="5610"/>
                </a:cubicBezTo>
                <a:cubicBezTo>
                  <a:pt x="1465" y="5676"/>
                  <a:pt x="1453" y="5748"/>
                  <a:pt x="1469" y="5814"/>
                </a:cubicBezTo>
                <a:lnTo>
                  <a:pt x="1446" y="5806"/>
                </a:lnTo>
                <a:cubicBezTo>
                  <a:pt x="1445" y="5784"/>
                  <a:pt x="1438" y="5762"/>
                  <a:pt x="1438" y="5740"/>
                </a:cubicBezTo>
                <a:cubicBezTo>
                  <a:pt x="1438" y="5693"/>
                  <a:pt x="1421" y="5645"/>
                  <a:pt x="1414" y="5598"/>
                </a:cubicBezTo>
                <a:cubicBezTo>
                  <a:pt x="1399" y="5497"/>
                  <a:pt x="1379" y="5396"/>
                  <a:pt x="1353" y="5298"/>
                </a:cubicBezTo>
                <a:cubicBezTo>
                  <a:pt x="1352" y="5293"/>
                  <a:pt x="1346" y="5295"/>
                  <a:pt x="1346" y="5299"/>
                </a:cubicBezTo>
                <a:cubicBezTo>
                  <a:pt x="1365" y="5383"/>
                  <a:pt x="1362" y="5470"/>
                  <a:pt x="1376" y="5555"/>
                </a:cubicBezTo>
                <a:cubicBezTo>
                  <a:pt x="1383" y="5599"/>
                  <a:pt x="1387" y="5647"/>
                  <a:pt x="1390" y="5693"/>
                </a:cubicBezTo>
                <a:cubicBezTo>
                  <a:pt x="1391" y="5728"/>
                  <a:pt x="1395" y="5763"/>
                  <a:pt x="1401" y="5797"/>
                </a:cubicBezTo>
                <a:cubicBezTo>
                  <a:pt x="1376" y="5789"/>
                  <a:pt x="1351" y="5781"/>
                  <a:pt x="1326" y="5772"/>
                </a:cubicBezTo>
                <a:cubicBezTo>
                  <a:pt x="1325" y="5768"/>
                  <a:pt x="1324" y="5764"/>
                  <a:pt x="1322" y="5761"/>
                </a:cubicBezTo>
                <a:cubicBezTo>
                  <a:pt x="1323" y="5758"/>
                  <a:pt x="1324" y="5756"/>
                  <a:pt x="1324" y="5753"/>
                </a:cubicBezTo>
                <a:cubicBezTo>
                  <a:pt x="1324" y="5750"/>
                  <a:pt x="1322" y="5747"/>
                  <a:pt x="1321" y="5745"/>
                </a:cubicBezTo>
                <a:cubicBezTo>
                  <a:pt x="1319" y="5742"/>
                  <a:pt x="1318" y="5741"/>
                  <a:pt x="1315" y="5739"/>
                </a:cubicBezTo>
                <a:cubicBezTo>
                  <a:pt x="1314" y="5738"/>
                  <a:pt x="1312" y="5738"/>
                  <a:pt x="1310" y="5737"/>
                </a:cubicBezTo>
                <a:cubicBezTo>
                  <a:pt x="1306" y="5737"/>
                  <a:pt x="1289" y="5610"/>
                  <a:pt x="1286" y="5600"/>
                </a:cubicBezTo>
                <a:cubicBezTo>
                  <a:pt x="1271" y="5545"/>
                  <a:pt x="1274" y="5485"/>
                  <a:pt x="1267" y="5429"/>
                </a:cubicBezTo>
                <a:cubicBezTo>
                  <a:pt x="1249" y="5307"/>
                  <a:pt x="1219" y="5184"/>
                  <a:pt x="1194" y="5062"/>
                </a:cubicBezTo>
                <a:cubicBezTo>
                  <a:pt x="1175" y="4958"/>
                  <a:pt x="1145" y="4855"/>
                  <a:pt x="1116" y="4753"/>
                </a:cubicBezTo>
                <a:cubicBezTo>
                  <a:pt x="1081" y="4629"/>
                  <a:pt x="1064" y="4496"/>
                  <a:pt x="1014" y="4377"/>
                </a:cubicBezTo>
                <a:cubicBezTo>
                  <a:pt x="1013" y="4374"/>
                  <a:pt x="1008" y="4375"/>
                  <a:pt x="1009" y="4378"/>
                </a:cubicBezTo>
                <a:cubicBezTo>
                  <a:pt x="1059" y="4616"/>
                  <a:pt x="1124" y="4850"/>
                  <a:pt x="1170" y="5090"/>
                </a:cubicBezTo>
                <a:cubicBezTo>
                  <a:pt x="1193" y="5215"/>
                  <a:pt x="1217" y="5339"/>
                  <a:pt x="1240" y="5464"/>
                </a:cubicBezTo>
                <a:cubicBezTo>
                  <a:pt x="1249" y="5508"/>
                  <a:pt x="1242" y="5556"/>
                  <a:pt x="1254" y="5600"/>
                </a:cubicBezTo>
                <a:cubicBezTo>
                  <a:pt x="1266" y="5644"/>
                  <a:pt x="1274" y="5689"/>
                  <a:pt x="1283" y="5733"/>
                </a:cubicBezTo>
                <a:cubicBezTo>
                  <a:pt x="1269" y="5728"/>
                  <a:pt x="1270" y="5730"/>
                  <a:pt x="1264" y="5708"/>
                </a:cubicBezTo>
                <a:cubicBezTo>
                  <a:pt x="1256" y="5677"/>
                  <a:pt x="1244" y="5644"/>
                  <a:pt x="1239" y="5613"/>
                </a:cubicBezTo>
                <a:cubicBezTo>
                  <a:pt x="1231" y="5562"/>
                  <a:pt x="1216" y="5512"/>
                  <a:pt x="1208" y="5462"/>
                </a:cubicBezTo>
                <a:cubicBezTo>
                  <a:pt x="1203" y="5422"/>
                  <a:pt x="1203" y="5374"/>
                  <a:pt x="1187" y="5337"/>
                </a:cubicBezTo>
                <a:cubicBezTo>
                  <a:pt x="1184" y="5331"/>
                  <a:pt x="1176" y="5336"/>
                  <a:pt x="1178" y="5341"/>
                </a:cubicBezTo>
                <a:cubicBezTo>
                  <a:pt x="1196" y="5385"/>
                  <a:pt x="1198" y="5462"/>
                  <a:pt x="1198" y="5509"/>
                </a:cubicBezTo>
                <a:cubicBezTo>
                  <a:pt x="1198" y="5550"/>
                  <a:pt x="1216" y="5598"/>
                  <a:pt x="1211" y="5636"/>
                </a:cubicBezTo>
                <a:cubicBezTo>
                  <a:pt x="1211" y="5639"/>
                  <a:pt x="1211" y="5642"/>
                  <a:pt x="1211" y="5646"/>
                </a:cubicBezTo>
                <a:cubicBezTo>
                  <a:pt x="1211" y="5672"/>
                  <a:pt x="1215" y="5698"/>
                  <a:pt x="1223" y="5724"/>
                </a:cubicBezTo>
                <a:lnTo>
                  <a:pt x="1216" y="5720"/>
                </a:lnTo>
                <a:cubicBezTo>
                  <a:pt x="1217" y="5719"/>
                  <a:pt x="1217" y="5717"/>
                  <a:pt x="1217" y="5716"/>
                </a:cubicBezTo>
                <a:cubicBezTo>
                  <a:pt x="1217" y="5714"/>
                  <a:pt x="1217" y="5712"/>
                  <a:pt x="1216" y="5711"/>
                </a:cubicBezTo>
                <a:cubicBezTo>
                  <a:pt x="1203" y="5684"/>
                  <a:pt x="1207" y="5650"/>
                  <a:pt x="1199" y="5623"/>
                </a:cubicBezTo>
                <a:cubicBezTo>
                  <a:pt x="1189" y="5591"/>
                  <a:pt x="1183" y="5558"/>
                  <a:pt x="1181" y="5526"/>
                </a:cubicBezTo>
                <a:cubicBezTo>
                  <a:pt x="1178" y="5464"/>
                  <a:pt x="1156" y="5398"/>
                  <a:pt x="1142" y="5338"/>
                </a:cubicBezTo>
                <a:cubicBezTo>
                  <a:pt x="1140" y="5333"/>
                  <a:pt x="1132" y="5334"/>
                  <a:pt x="1132" y="5339"/>
                </a:cubicBezTo>
                <a:cubicBezTo>
                  <a:pt x="1139" y="5407"/>
                  <a:pt x="1147" y="5474"/>
                  <a:pt x="1158" y="5542"/>
                </a:cubicBezTo>
                <a:cubicBezTo>
                  <a:pt x="1165" y="5592"/>
                  <a:pt x="1167" y="5657"/>
                  <a:pt x="1189" y="5705"/>
                </a:cubicBezTo>
                <a:lnTo>
                  <a:pt x="1176" y="5698"/>
                </a:lnTo>
                <a:cubicBezTo>
                  <a:pt x="1177" y="5697"/>
                  <a:pt x="1177" y="5696"/>
                  <a:pt x="1177" y="5695"/>
                </a:cubicBezTo>
                <a:cubicBezTo>
                  <a:pt x="1177" y="5693"/>
                  <a:pt x="1177" y="5692"/>
                  <a:pt x="1176" y="5691"/>
                </a:cubicBezTo>
                <a:cubicBezTo>
                  <a:pt x="1165" y="5655"/>
                  <a:pt x="1158" y="5619"/>
                  <a:pt x="1154" y="5582"/>
                </a:cubicBezTo>
                <a:cubicBezTo>
                  <a:pt x="1150" y="5549"/>
                  <a:pt x="1134" y="5517"/>
                  <a:pt x="1132" y="5484"/>
                </a:cubicBezTo>
                <a:lnTo>
                  <a:pt x="1131" y="5484"/>
                </a:lnTo>
                <a:cubicBezTo>
                  <a:pt x="1130" y="5483"/>
                  <a:pt x="1131" y="5483"/>
                  <a:pt x="1131" y="5483"/>
                </a:cubicBezTo>
                <a:cubicBezTo>
                  <a:pt x="1130" y="5483"/>
                  <a:pt x="1130" y="5483"/>
                  <a:pt x="1130" y="5483"/>
                </a:cubicBezTo>
                <a:cubicBezTo>
                  <a:pt x="1129" y="5483"/>
                  <a:pt x="1129" y="5483"/>
                  <a:pt x="1129" y="5483"/>
                </a:cubicBezTo>
                <a:cubicBezTo>
                  <a:pt x="1128" y="5483"/>
                  <a:pt x="1128" y="5483"/>
                  <a:pt x="1128" y="5484"/>
                </a:cubicBezTo>
                <a:cubicBezTo>
                  <a:pt x="1129" y="5524"/>
                  <a:pt x="1134" y="5563"/>
                  <a:pt x="1133" y="5601"/>
                </a:cubicBezTo>
                <a:cubicBezTo>
                  <a:pt x="1133" y="5627"/>
                  <a:pt x="1137" y="5654"/>
                  <a:pt x="1145" y="5679"/>
                </a:cubicBezTo>
                <a:lnTo>
                  <a:pt x="1124" y="5665"/>
                </a:lnTo>
                <a:cubicBezTo>
                  <a:pt x="1124" y="5664"/>
                  <a:pt x="1124" y="5664"/>
                  <a:pt x="1124" y="5664"/>
                </a:cubicBezTo>
                <a:cubicBezTo>
                  <a:pt x="1125" y="5662"/>
                  <a:pt x="1126" y="5660"/>
                  <a:pt x="1126" y="5658"/>
                </a:cubicBezTo>
                <a:cubicBezTo>
                  <a:pt x="1126" y="5658"/>
                  <a:pt x="1126" y="5657"/>
                  <a:pt x="1125" y="5656"/>
                </a:cubicBezTo>
                <a:cubicBezTo>
                  <a:pt x="1103" y="5536"/>
                  <a:pt x="1078" y="5417"/>
                  <a:pt x="1057" y="5297"/>
                </a:cubicBezTo>
                <a:lnTo>
                  <a:pt x="1057" y="5296"/>
                </a:lnTo>
                <a:cubicBezTo>
                  <a:pt x="1056" y="5295"/>
                  <a:pt x="1056" y="5295"/>
                  <a:pt x="1055" y="5294"/>
                </a:cubicBezTo>
                <a:lnTo>
                  <a:pt x="1054" y="5294"/>
                </a:lnTo>
                <a:cubicBezTo>
                  <a:pt x="1053" y="5294"/>
                  <a:pt x="1052" y="5294"/>
                  <a:pt x="1052" y="5294"/>
                </a:cubicBezTo>
                <a:cubicBezTo>
                  <a:pt x="1051" y="5295"/>
                  <a:pt x="1052" y="5295"/>
                  <a:pt x="1051" y="5296"/>
                </a:cubicBezTo>
                <a:cubicBezTo>
                  <a:pt x="1050" y="5296"/>
                  <a:pt x="1050" y="5297"/>
                  <a:pt x="1050" y="5297"/>
                </a:cubicBezTo>
                <a:cubicBezTo>
                  <a:pt x="1051" y="5401"/>
                  <a:pt x="1062" y="5505"/>
                  <a:pt x="1084" y="5606"/>
                </a:cubicBezTo>
                <a:cubicBezTo>
                  <a:pt x="1071" y="5597"/>
                  <a:pt x="1068" y="5551"/>
                  <a:pt x="1064" y="5538"/>
                </a:cubicBezTo>
                <a:cubicBezTo>
                  <a:pt x="1060" y="5505"/>
                  <a:pt x="1053" y="5473"/>
                  <a:pt x="1042" y="5441"/>
                </a:cubicBezTo>
                <a:cubicBezTo>
                  <a:pt x="1026" y="5408"/>
                  <a:pt x="1021" y="5355"/>
                  <a:pt x="1015" y="5318"/>
                </a:cubicBezTo>
                <a:cubicBezTo>
                  <a:pt x="1015" y="5314"/>
                  <a:pt x="1008" y="5313"/>
                  <a:pt x="1007" y="5318"/>
                </a:cubicBezTo>
                <a:cubicBezTo>
                  <a:pt x="1007" y="5326"/>
                  <a:pt x="1007" y="5333"/>
                  <a:pt x="1007" y="5341"/>
                </a:cubicBezTo>
                <a:cubicBezTo>
                  <a:pt x="1007" y="5376"/>
                  <a:pt x="1011" y="5410"/>
                  <a:pt x="1018" y="5443"/>
                </a:cubicBezTo>
                <a:cubicBezTo>
                  <a:pt x="1029" y="5486"/>
                  <a:pt x="1030" y="5530"/>
                  <a:pt x="1038" y="5572"/>
                </a:cubicBezTo>
                <a:cubicBezTo>
                  <a:pt x="1037" y="5572"/>
                  <a:pt x="1036" y="5573"/>
                  <a:pt x="1036" y="5573"/>
                </a:cubicBezTo>
                <a:cubicBezTo>
                  <a:pt x="1035" y="5573"/>
                  <a:pt x="1035" y="5574"/>
                  <a:pt x="1035" y="5574"/>
                </a:cubicBezTo>
                <a:cubicBezTo>
                  <a:pt x="1031" y="5546"/>
                  <a:pt x="1012" y="5519"/>
                  <a:pt x="1005" y="5491"/>
                </a:cubicBezTo>
                <a:cubicBezTo>
                  <a:pt x="995" y="5456"/>
                  <a:pt x="998" y="5417"/>
                  <a:pt x="988" y="5382"/>
                </a:cubicBezTo>
                <a:cubicBezTo>
                  <a:pt x="970" y="5323"/>
                  <a:pt x="972" y="5252"/>
                  <a:pt x="945" y="5195"/>
                </a:cubicBezTo>
                <a:cubicBezTo>
                  <a:pt x="945" y="5195"/>
                  <a:pt x="945" y="5194"/>
                  <a:pt x="944" y="5194"/>
                </a:cubicBezTo>
                <a:cubicBezTo>
                  <a:pt x="943" y="5193"/>
                  <a:pt x="943" y="5194"/>
                  <a:pt x="942" y="5194"/>
                </a:cubicBezTo>
                <a:cubicBezTo>
                  <a:pt x="941" y="5194"/>
                  <a:pt x="940" y="5194"/>
                  <a:pt x="940" y="5194"/>
                </a:cubicBezTo>
                <a:cubicBezTo>
                  <a:pt x="939" y="5195"/>
                  <a:pt x="939" y="5195"/>
                  <a:pt x="938" y="5196"/>
                </a:cubicBezTo>
                <a:cubicBezTo>
                  <a:pt x="938" y="5196"/>
                  <a:pt x="938" y="5197"/>
                  <a:pt x="938" y="5198"/>
                </a:cubicBezTo>
                <a:lnTo>
                  <a:pt x="938" y="5199"/>
                </a:lnTo>
                <a:cubicBezTo>
                  <a:pt x="958" y="5261"/>
                  <a:pt x="943" y="5336"/>
                  <a:pt x="958" y="5400"/>
                </a:cubicBezTo>
                <a:cubicBezTo>
                  <a:pt x="967" y="5442"/>
                  <a:pt x="965" y="5484"/>
                  <a:pt x="975" y="5523"/>
                </a:cubicBezTo>
                <a:lnTo>
                  <a:pt x="974" y="5522"/>
                </a:lnTo>
                <a:cubicBezTo>
                  <a:pt x="971" y="5507"/>
                  <a:pt x="963" y="5492"/>
                  <a:pt x="960" y="5477"/>
                </a:cubicBezTo>
                <a:cubicBezTo>
                  <a:pt x="944" y="5412"/>
                  <a:pt x="927" y="5348"/>
                  <a:pt x="917" y="5282"/>
                </a:cubicBezTo>
                <a:cubicBezTo>
                  <a:pt x="903" y="5197"/>
                  <a:pt x="879" y="5113"/>
                  <a:pt x="858" y="5030"/>
                </a:cubicBezTo>
                <a:cubicBezTo>
                  <a:pt x="858" y="5028"/>
                  <a:pt x="853" y="5029"/>
                  <a:pt x="854" y="5030"/>
                </a:cubicBezTo>
                <a:cubicBezTo>
                  <a:pt x="857" y="5063"/>
                  <a:pt x="866" y="5096"/>
                  <a:pt x="872" y="5129"/>
                </a:cubicBezTo>
                <a:cubicBezTo>
                  <a:pt x="878" y="5162"/>
                  <a:pt x="870" y="5229"/>
                  <a:pt x="889" y="5259"/>
                </a:cubicBezTo>
                <a:cubicBezTo>
                  <a:pt x="893" y="5273"/>
                  <a:pt x="894" y="5288"/>
                  <a:pt x="894" y="5302"/>
                </a:cubicBezTo>
                <a:cubicBezTo>
                  <a:pt x="894" y="5303"/>
                  <a:pt x="894" y="5304"/>
                  <a:pt x="894" y="5306"/>
                </a:cubicBezTo>
                <a:cubicBezTo>
                  <a:pt x="895" y="5315"/>
                  <a:pt x="897" y="5325"/>
                  <a:pt x="899" y="5335"/>
                </a:cubicBezTo>
                <a:cubicBezTo>
                  <a:pt x="893" y="5315"/>
                  <a:pt x="888" y="5297"/>
                  <a:pt x="883" y="5278"/>
                </a:cubicBezTo>
                <a:cubicBezTo>
                  <a:pt x="868" y="5216"/>
                  <a:pt x="867" y="5150"/>
                  <a:pt x="841" y="5091"/>
                </a:cubicBezTo>
                <a:cubicBezTo>
                  <a:pt x="808" y="5017"/>
                  <a:pt x="791" y="4937"/>
                  <a:pt x="757" y="4864"/>
                </a:cubicBezTo>
                <a:cubicBezTo>
                  <a:pt x="756" y="4862"/>
                  <a:pt x="752" y="4863"/>
                  <a:pt x="753" y="4865"/>
                </a:cubicBezTo>
                <a:cubicBezTo>
                  <a:pt x="784" y="4940"/>
                  <a:pt x="807" y="5018"/>
                  <a:pt x="824" y="5097"/>
                </a:cubicBezTo>
                <a:cubicBezTo>
                  <a:pt x="837" y="5181"/>
                  <a:pt x="852" y="5263"/>
                  <a:pt x="872" y="5344"/>
                </a:cubicBezTo>
                <a:cubicBezTo>
                  <a:pt x="863" y="5321"/>
                  <a:pt x="855" y="5298"/>
                  <a:pt x="847" y="5277"/>
                </a:cubicBezTo>
                <a:cubicBezTo>
                  <a:pt x="799" y="5151"/>
                  <a:pt x="768" y="5023"/>
                  <a:pt x="727" y="4895"/>
                </a:cubicBezTo>
                <a:cubicBezTo>
                  <a:pt x="650" y="4658"/>
                  <a:pt x="588" y="4417"/>
                  <a:pt x="523" y="4176"/>
                </a:cubicBezTo>
                <a:cubicBezTo>
                  <a:pt x="463" y="3949"/>
                  <a:pt x="405" y="3719"/>
                  <a:pt x="330" y="3497"/>
                </a:cubicBezTo>
                <a:cubicBezTo>
                  <a:pt x="290" y="3389"/>
                  <a:pt x="257" y="3279"/>
                  <a:pt x="230" y="3167"/>
                </a:cubicBezTo>
                <a:cubicBezTo>
                  <a:pt x="216" y="3108"/>
                  <a:pt x="196" y="3051"/>
                  <a:pt x="171" y="2996"/>
                </a:cubicBezTo>
                <a:cubicBezTo>
                  <a:pt x="157" y="2964"/>
                  <a:pt x="155" y="2927"/>
                  <a:pt x="145" y="2892"/>
                </a:cubicBezTo>
                <a:cubicBezTo>
                  <a:pt x="181" y="2937"/>
                  <a:pt x="225" y="2974"/>
                  <a:pt x="274" y="3002"/>
                </a:cubicBezTo>
                <a:cubicBezTo>
                  <a:pt x="279" y="3005"/>
                  <a:pt x="284" y="3008"/>
                  <a:pt x="289" y="3010"/>
                </a:cubicBezTo>
                <a:cubicBezTo>
                  <a:pt x="248" y="3016"/>
                  <a:pt x="226" y="3080"/>
                  <a:pt x="241" y="3114"/>
                </a:cubicBezTo>
                <a:cubicBezTo>
                  <a:pt x="253" y="3141"/>
                  <a:pt x="266" y="3166"/>
                  <a:pt x="280" y="3191"/>
                </a:cubicBezTo>
                <a:cubicBezTo>
                  <a:pt x="287" y="3204"/>
                  <a:pt x="294" y="3216"/>
                  <a:pt x="302" y="3227"/>
                </a:cubicBezTo>
                <a:cubicBezTo>
                  <a:pt x="302" y="3250"/>
                  <a:pt x="307" y="3273"/>
                  <a:pt x="316" y="3294"/>
                </a:cubicBezTo>
                <a:cubicBezTo>
                  <a:pt x="322" y="3310"/>
                  <a:pt x="328" y="3326"/>
                  <a:pt x="333" y="3343"/>
                </a:cubicBezTo>
                <a:cubicBezTo>
                  <a:pt x="335" y="3348"/>
                  <a:pt x="338" y="3354"/>
                  <a:pt x="341" y="3359"/>
                </a:cubicBezTo>
                <a:cubicBezTo>
                  <a:pt x="346" y="3368"/>
                  <a:pt x="352" y="3376"/>
                  <a:pt x="359" y="3384"/>
                </a:cubicBezTo>
                <a:lnTo>
                  <a:pt x="360" y="3385"/>
                </a:lnTo>
                <a:cubicBezTo>
                  <a:pt x="361" y="3385"/>
                  <a:pt x="362" y="3386"/>
                  <a:pt x="363" y="3386"/>
                </a:cubicBezTo>
                <a:cubicBezTo>
                  <a:pt x="364" y="3386"/>
                  <a:pt x="364" y="3385"/>
                  <a:pt x="365" y="3385"/>
                </a:cubicBezTo>
                <a:cubicBezTo>
                  <a:pt x="366" y="3385"/>
                  <a:pt x="366" y="3384"/>
                  <a:pt x="367" y="3383"/>
                </a:cubicBezTo>
                <a:cubicBezTo>
                  <a:pt x="367" y="3383"/>
                  <a:pt x="368" y="3382"/>
                  <a:pt x="368" y="3381"/>
                </a:cubicBezTo>
                <a:cubicBezTo>
                  <a:pt x="368" y="3381"/>
                  <a:pt x="368" y="3380"/>
                  <a:pt x="367" y="3380"/>
                </a:cubicBezTo>
                <a:cubicBezTo>
                  <a:pt x="361" y="3355"/>
                  <a:pt x="353" y="3331"/>
                  <a:pt x="346" y="3306"/>
                </a:cubicBezTo>
                <a:cubicBezTo>
                  <a:pt x="342" y="3293"/>
                  <a:pt x="337" y="3281"/>
                  <a:pt x="333" y="3269"/>
                </a:cubicBezTo>
                <a:cubicBezTo>
                  <a:pt x="339" y="3276"/>
                  <a:pt x="344" y="3281"/>
                  <a:pt x="351" y="3288"/>
                </a:cubicBezTo>
                <a:cubicBezTo>
                  <a:pt x="357" y="3294"/>
                  <a:pt x="361" y="3298"/>
                  <a:pt x="366" y="3303"/>
                </a:cubicBezTo>
                <a:cubicBezTo>
                  <a:pt x="367" y="3324"/>
                  <a:pt x="372" y="3345"/>
                  <a:pt x="380" y="3365"/>
                </a:cubicBezTo>
                <a:cubicBezTo>
                  <a:pt x="391" y="3394"/>
                  <a:pt x="398" y="3431"/>
                  <a:pt x="418" y="3456"/>
                </a:cubicBezTo>
                <a:cubicBezTo>
                  <a:pt x="422" y="3461"/>
                  <a:pt x="428" y="3455"/>
                  <a:pt x="425" y="3450"/>
                </a:cubicBezTo>
                <a:cubicBezTo>
                  <a:pt x="419" y="3439"/>
                  <a:pt x="415" y="3427"/>
                  <a:pt x="413" y="3414"/>
                </a:cubicBezTo>
                <a:cubicBezTo>
                  <a:pt x="409" y="3396"/>
                  <a:pt x="401" y="3379"/>
                  <a:pt x="398" y="3360"/>
                </a:cubicBezTo>
                <a:cubicBezTo>
                  <a:pt x="395" y="3349"/>
                  <a:pt x="394" y="3337"/>
                  <a:pt x="392" y="3325"/>
                </a:cubicBezTo>
                <a:cubicBezTo>
                  <a:pt x="401" y="3333"/>
                  <a:pt x="411" y="3340"/>
                  <a:pt x="420" y="3348"/>
                </a:cubicBezTo>
                <a:cubicBezTo>
                  <a:pt x="425" y="3354"/>
                  <a:pt x="422" y="3364"/>
                  <a:pt x="423" y="3371"/>
                </a:cubicBezTo>
                <a:cubicBezTo>
                  <a:pt x="424" y="3377"/>
                  <a:pt x="426" y="3383"/>
                  <a:pt x="429" y="3388"/>
                </a:cubicBezTo>
                <a:cubicBezTo>
                  <a:pt x="431" y="3397"/>
                  <a:pt x="433" y="3405"/>
                  <a:pt x="434" y="3414"/>
                </a:cubicBezTo>
                <a:cubicBezTo>
                  <a:pt x="438" y="3428"/>
                  <a:pt x="443" y="3441"/>
                  <a:pt x="449" y="3455"/>
                </a:cubicBezTo>
                <a:lnTo>
                  <a:pt x="449" y="3456"/>
                </a:lnTo>
                <a:cubicBezTo>
                  <a:pt x="450" y="3456"/>
                  <a:pt x="450" y="3456"/>
                  <a:pt x="451" y="3457"/>
                </a:cubicBezTo>
                <a:cubicBezTo>
                  <a:pt x="452" y="3457"/>
                  <a:pt x="452" y="3458"/>
                  <a:pt x="453" y="3458"/>
                </a:cubicBezTo>
                <a:cubicBezTo>
                  <a:pt x="453" y="3458"/>
                  <a:pt x="454" y="3458"/>
                  <a:pt x="455" y="3457"/>
                </a:cubicBezTo>
                <a:lnTo>
                  <a:pt x="456" y="3456"/>
                </a:lnTo>
                <a:lnTo>
                  <a:pt x="456" y="3455"/>
                </a:lnTo>
                <a:cubicBezTo>
                  <a:pt x="457" y="3452"/>
                  <a:pt x="457" y="3450"/>
                  <a:pt x="457" y="3447"/>
                </a:cubicBezTo>
                <a:cubicBezTo>
                  <a:pt x="457" y="3439"/>
                  <a:pt x="455" y="3431"/>
                  <a:pt x="452" y="3424"/>
                </a:cubicBezTo>
                <a:cubicBezTo>
                  <a:pt x="448" y="3412"/>
                  <a:pt x="448" y="3398"/>
                  <a:pt x="445" y="3385"/>
                </a:cubicBezTo>
                <a:cubicBezTo>
                  <a:pt x="444" y="3379"/>
                  <a:pt x="443" y="3373"/>
                  <a:pt x="442" y="3366"/>
                </a:cubicBezTo>
                <a:cubicBezTo>
                  <a:pt x="453" y="3375"/>
                  <a:pt x="464" y="3385"/>
                  <a:pt x="474" y="3394"/>
                </a:cubicBezTo>
                <a:cubicBezTo>
                  <a:pt x="474" y="3396"/>
                  <a:pt x="473" y="3398"/>
                  <a:pt x="473" y="3400"/>
                </a:cubicBezTo>
                <a:cubicBezTo>
                  <a:pt x="473" y="3466"/>
                  <a:pt x="507" y="3522"/>
                  <a:pt x="523" y="3583"/>
                </a:cubicBezTo>
                <a:cubicBezTo>
                  <a:pt x="523" y="3585"/>
                  <a:pt x="528" y="3584"/>
                  <a:pt x="528" y="3583"/>
                </a:cubicBezTo>
                <a:cubicBezTo>
                  <a:pt x="522" y="3534"/>
                  <a:pt x="519" y="3485"/>
                  <a:pt x="510" y="3437"/>
                </a:cubicBezTo>
                <a:cubicBezTo>
                  <a:pt x="512" y="3440"/>
                  <a:pt x="514" y="3443"/>
                  <a:pt x="516" y="3446"/>
                </a:cubicBezTo>
                <a:cubicBezTo>
                  <a:pt x="526" y="3462"/>
                  <a:pt x="537" y="3478"/>
                  <a:pt x="549" y="3493"/>
                </a:cubicBezTo>
                <a:cubicBezTo>
                  <a:pt x="548" y="3502"/>
                  <a:pt x="548" y="3511"/>
                  <a:pt x="548" y="3520"/>
                </a:cubicBezTo>
                <a:cubicBezTo>
                  <a:pt x="548" y="3538"/>
                  <a:pt x="549" y="3556"/>
                  <a:pt x="552" y="3573"/>
                </a:cubicBezTo>
                <a:cubicBezTo>
                  <a:pt x="552" y="3609"/>
                  <a:pt x="559" y="3645"/>
                  <a:pt x="572" y="3678"/>
                </a:cubicBezTo>
                <a:cubicBezTo>
                  <a:pt x="572" y="3678"/>
                  <a:pt x="572" y="3679"/>
                  <a:pt x="573" y="3679"/>
                </a:cubicBezTo>
                <a:cubicBezTo>
                  <a:pt x="573" y="3679"/>
                  <a:pt x="573" y="3680"/>
                  <a:pt x="574" y="3681"/>
                </a:cubicBezTo>
                <a:cubicBezTo>
                  <a:pt x="575" y="3681"/>
                  <a:pt x="576" y="3681"/>
                  <a:pt x="577" y="3681"/>
                </a:cubicBezTo>
                <a:cubicBezTo>
                  <a:pt x="578" y="3681"/>
                  <a:pt x="579" y="3681"/>
                  <a:pt x="580" y="3681"/>
                </a:cubicBezTo>
                <a:cubicBezTo>
                  <a:pt x="581" y="3680"/>
                  <a:pt x="581" y="3679"/>
                  <a:pt x="582" y="3679"/>
                </a:cubicBezTo>
                <a:cubicBezTo>
                  <a:pt x="583" y="3678"/>
                  <a:pt x="582" y="3677"/>
                  <a:pt x="582" y="3676"/>
                </a:cubicBezTo>
                <a:cubicBezTo>
                  <a:pt x="583" y="3670"/>
                  <a:pt x="583" y="3663"/>
                  <a:pt x="583" y="3657"/>
                </a:cubicBezTo>
                <a:cubicBezTo>
                  <a:pt x="583" y="3632"/>
                  <a:pt x="581" y="3607"/>
                  <a:pt x="578" y="3583"/>
                </a:cubicBezTo>
                <a:cubicBezTo>
                  <a:pt x="577" y="3566"/>
                  <a:pt x="577" y="3549"/>
                  <a:pt x="576" y="3531"/>
                </a:cubicBezTo>
                <a:cubicBezTo>
                  <a:pt x="581" y="3539"/>
                  <a:pt x="585" y="3547"/>
                  <a:pt x="590" y="3555"/>
                </a:cubicBezTo>
                <a:cubicBezTo>
                  <a:pt x="602" y="3576"/>
                  <a:pt x="614" y="3599"/>
                  <a:pt x="623" y="3621"/>
                </a:cubicBezTo>
                <a:cubicBezTo>
                  <a:pt x="623" y="3625"/>
                  <a:pt x="623" y="3629"/>
                  <a:pt x="623" y="3632"/>
                </a:cubicBezTo>
                <a:cubicBezTo>
                  <a:pt x="623" y="3659"/>
                  <a:pt x="628" y="3687"/>
                  <a:pt x="637" y="3712"/>
                </a:cubicBezTo>
                <a:cubicBezTo>
                  <a:pt x="647" y="3748"/>
                  <a:pt x="653" y="3784"/>
                  <a:pt x="663" y="3819"/>
                </a:cubicBezTo>
                <a:cubicBezTo>
                  <a:pt x="677" y="3868"/>
                  <a:pt x="680" y="3931"/>
                  <a:pt x="708" y="3974"/>
                </a:cubicBezTo>
                <a:cubicBezTo>
                  <a:pt x="711" y="3979"/>
                  <a:pt x="719" y="3975"/>
                  <a:pt x="717" y="3970"/>
                </a:cubicBezTo>
                <a:cubicBezTo>
                  <a:pt x="711" y="3946"/>
                  <a:pt x="707" y="3922"/>
                  <a:pt x="705" y="3898"/>
                </a:cubicBezTo>
                <a:cubicBezTo>
                  <a:pt x="698" y="3873"/>
                  <a:pt x="693" y="3848"/>
                  <a:pt x="689" y="3822"/>
                </a:cubicBezTo>
                <a:cubicBezTo>
                  <a:pt x="689" y="3789"/>
                  <a:pt x="684" y="3757"/>
                  <a:pt x="674" y="3726"/>
                </a:cubicBezTo>
                <a:cubicBezTo>
                  <a:pt x="674" y="3727"/>
                  <a:pt x="675" y="3728"/>
                  <a:pt x="675" y="3728"/>
                </a:cubicBezTo>
                <a:cubicBezTo>
                  <a:pt x="691" y="3756"/>
                  <a:pt x="711" y="3780"/>
                  <a:pt x="735" y="3800"/>
                </a:cubicBezTo>
                <a:cubicBezTo>
                  <a:pt x="729" y="3862"/>
                  <a:pt x="762" y="3925"/>
                  <a:pt x="772" y="3985"/>
                </a:cubicBezTo>
                <a:cubicBezTo>
                  <a:pt x="772" y="3987"/>
                  <a:pt x="775" y="3986"/>
                  <a:pt x="775" y="3985"/>
                </a:cubicBezTo>
                <a:cubicBezTo>
                  <a:pt x="775" y="3929"/>
                  <a:pt x="770" y="3873"/>
                  <a:pt x="761" y="3817"/>
                </a:cubicBezTo>
                <a:cubicBezTo>
                  <a:pt x="770" y="3822"/>
                  <a:pt x="779" y="3826"/>
                  <a:pt x="788" y="3829"/>
                </a:cubicBezTo>
                <a:cubicBezTo>
                  <a:pt x="783" y="3849"/>
                  <a:pt x="790" y="3870"/>
                  <a:pt x="790" y="3891"/>
                </a:cubicBezTo>
                <a:cubicBezTo>
                  <a:pt x="790" y="3892"/>
                  <a:pt x="790" y="3892"/>
                  <a:pt x="790" y="3892"/>
                </a:cubicBezTo>
                <a:cubicBezTo>
                  <a:pt x="790" y="3897"/>
                  <a:pt x="792" y="3901"/>
                  <a:pt x="794" y="3905"/>
                </a:cubicBezTo>
                <a:cubicBezTo>
                  <a:pt x="800" y="3913"/>
                  <a:pt x="797" y="3922"/>
                  <a:pt x="804" y="3930"/>
                </a:cubicBezTo>
                <a:cubicBezTo>
                  <a:pt x="808" y="3934"/>
                  <a:pt x="816" y="3930"/>
                  <a:pt x="814" y="3925"/>
                </a:cubicBezTo>
                <a:cubicBezTo>
                  <a:pt x="813" y="3922"/>
                  <a:pt x="812" y="3918"/>
                  <a:pt x="812" y="3915"/>
                </a:cubicBezTo>
                <a:cubicBezTo>
                  <a:pt x="812" y="3912"/>
                  <a:pt x="813" y="3908"/>
                  <a:pt x="814" y="3905"/>
                </a:cubicBezTo>
                <a:cubicBezTo>
                  <a:pt x="813" y="3903"/>
                  <a:pt x="813" y="3901"/>
                  <a:pt x="812" y="3899"/>
                </a:cubicBezTo>
                <a:cubicBezTo>
                  <a:pt x="811" y="3895"/>
                  <a:pt x="811" y="3892"/>
                  <a:pt x="811" y="3889"/>
                </a:cubicBezTo>
                <a:cubicBezTo>
                  <a:pt x="811" y="3885"/>
                  <a:pt x="811" y="3882"/>
                  <a:pt x="812" y="3879"/>
                </a:cubicBezTo>
                <a:cubicBezTo>
                  <a:pt x="811" y="3872"/>
                  <a:pt x="810" y="3866"/>
                  <a:pt x="809" y="3859"/>
                </a:cubicBezTo>
                <a:cubicBezTo>
                  <a:pt x="807" y="3850"/>
                  <a:pt x="809" y="3842"/>
                  <a:pt x="808" y="3833"/>
                </a:cubicBezTo>
                <a:cubicBezTo>
                  <a:pt x="817" y="3835"/>
                  <a:pt x="827" y="3837"/>
                  <a:pt x="836" y="3837"/>
                </a:cubicBezTo>
                <a:cubicBezTo>
                  <a:pt x="839" y="3921"/>
                  <a:pt x="854" y="4004"/>
                  <a:pt x="881" y="4083"/>
                </a:cubicBezTo>
                <a:cubicBezTo>
                  <a:pt x="882" y="4088"/>
                  <a:pt x="890" y="4086"/>
                  <a:pt x="889" y="4081"/>
                </a:cubicBezTo>
                <a:cubicBezTo>
                  <a:pt x="873" y="4002"/>
                  <a:pt x="881" y="3919"/>
                  <a:pt x="864" y="3839"/>
                </a:cubicBezTo>
                <a:lnTo>
                  <a:pt x="879" y="3842"/>
                </a:lnTo>
                <a:cubicBezTo>
                  <a:pt x="878" y="3849"/>
                  <a:pt x="877" y="3855"/>
                  <a:pt x="877" y="3862"/>
                </a:cubicBezTo>
                <a:cubicBezTo>
                  <a:pt x="877" y="3875"/>
                  <a:pt x="880" y="3889"/>
                  <a:pt x="886" y="3901"/>
                </a:cubicBezTo>
                <a:cubicBezTo>
                  <a:pt x="892" y="3925"/>
                  <a:pt x="901" y="3948"/>
                  <a:pt x="911" y="3971"/>
                </a:cubicBezTo>
                <a:cubicBezTo>
                  <a:pt x="912" y="3972"/>
                  <a:pt x="913" y="3973"/>
                  <a:pt x="914" y="3974"/>
                </a:cubicBezTo>
                <a:cubicBezTo>
                  <a:pt x="916" y="3975"/>
                  <a:pt x="918" y="3976"/>
                  <a:pt x="921" y="3976"/>
                </a:cubicBezTo>
                <a:cubicBezTo>
                  <a:pt x="923" y="3976"/>
                  <a:pt x="925" y="3975"/>
                  <a:pt x="927" y="3974"/>
                </a:cubicBezTo>
                <a:cubicBezTo>
                  <a:pt x="929" y="3973"/>
                  <a:pt x="930" y="3972"/>
                  <a:pt x="931" y="3970"/>
                </a:cubicBezTo>
                <a:cubicBezTo>
                  <a:pt x="931" y="3970"/>
                  <a:pt x="931" y="3969"/>
                  <a:pt x="932" y="3969"/>
                </a:cubicBezTo>
                <a:cubicBezTo>
                  <a:pt x="941" y="3949"/>
                  <a:pt x="923" y="3923"/>
                  <a:pt x="918" y="3906"/>
                </a:cubicBezTo>
                <a:cubicBezTo>
                  <a:pt x="912" y="3885"/>
                  <a:pt x="904" y="3864"/>
                  <a:pt x="893" y="3845"/>
                </a:cubicBezTo>
                <a:cubicBezTo>
                  <a:pt x="898" y="3845"/>
                  <a:pt x="903" y="3846"/>
                  <a:pt x="907" y="3846"/>
                </a:cubicBezTo>
                <a:cubicBezTo>
                  <a:pt x="933" y="3846"/>
                  <a:pt x="959" y="3840"/>
                  <a:pt x="982" y="3828"/>
                </a:cubicBezTo>
                <a:cubicBezTo>
                  <a:pt x="982" y="3828"/>
                  <a:pt x="981" y="3828"/>
                  <a:pt x="982" y="3829"/>
                </a:cubicBezTo>
                <a:cubicBezTo>
                  <a:pt x="983" y="3829"/>
                  <a:pt x="983" y="3830"/>
                  <a:pt x="984" y="3830"/>
                </a:cubicBezTo>
                <a:lnTo>
                  <a:pt x="984" y="3831"/>
                </a:lnTo>
                <a:cubicBezTo>
                  <a:pt x="986" y="3831"/>
                  <a:pt x="987" y="3832"/>
                  <a:pt x="988" y="3831"/>
                </a:cubicBezTo>
                <a:cubicBezTo>
                  <a:pt x="960" y="3850"/>
                  <a:pt x="1018" y="3985"/>
                  <a:pt x="1024" y="4015"/>
                </a:cubicBezTo>
                <a:cubicBezTo>
                  <a:pt x="1036" y="4079"/>
                  <a:pt x="1054" y="4142"/>
                  <a:pt x="1077" y="4203"/>
                </a:cubicBezTo>
                <a:cubicBezTo>
                  <a:pt x="1077" y="4204"/>
                  <a:pt x="1078" y="4204"/>
                  <a:pt x="1079" y="4205"/>
                </a:cubicBezTo>
                <a:cubicBezTo>
                  <a:pt x="1080" y="4205"/>
                  <a:pt x="1081" y="4206"/>
                  <a:pt x="1082" y="4206"/>
                </a:cubicBezTo>
                <a:cubicBezTo>
                  <a:pt x="1083" y="4206"/>
                  <a:pt x="1085" y="4206"/>
                  <a:pt x="1086" y="4205"/>
                </a:cubicBezTo>
                <a:cubicBezTo>
                  <a:pt x="1086" y="4205"/>
                  <a:pt x="1087" y="4204"/>
                  <a:pt x="1088" y="4203"/>
                </a:cubicBezTo>
                <a:lnTo>
                  <a:pt x="1088" y="4202"/>
                </a:lnTo>
                <a:cubicBezTo>
                  <a:pt x="1103" y="4137"/>
                  <a:pt x="1059" y="4054"/>
                  <a:pt x="1045" y="3989"/>
                </a:cubicBezTo>
                <a:cubicBezTo>
                  <a:pt x="1037" y="3950"/>
                  <a:pt x="1020" y="3913"/>
                  <a:pt x="1009" y="3874"/>
                </a:cubicBezTo>
                <a:cubicBezTo>
                  <a:pt x="1004" y="3855"/>
                  <a:pt x="1009" y="3837"/>
                  <a:pt x="992" y="3823"/>
                </a:cubicBezTo>
                <a:cubicBezTo>
                  <a:pt x="1013" y="3813"/>
                  <a:pt x="1034" y="3803"/>
                  <a:pt x="1053" y="3794"/>
                </a:cubicBezTo>
                <a:cubicBezTo>
                  <a:pt x="1054" y="3830"/>
                  <a:pt x="1071" y="3859"/>
                  <a:pt x="1075" y="3896"/>
                </a:cubicBezTo>
                <a:cubicBezTo>
                  <a:pt x="1080" y="3918"/>
                  <a:pt x="1088" y="3939"/>
                  <a:pt x="1098" y="3959"/>
                </a:cubicBezTo>
                <a:cubicBezTo>
                  <a:pt x="1099" y="3959"/>
                  <a:pt x="1099" y="3960"/>
                  <a:pt x="1100" y="3961"/>
                </a:cubicBezTo>
                <a:cubicBezTo>
                  <a:pt x="1101" y="3961"/>
                  <a:pt x="1102" y="3961"/>
                  <a:pt x="1103" y="3961"/>
                </a:cubicBezTo>
                <a:cubicBezTo>
                  <a:pt x="1104" y="3961"/>
                  <a:pt x="1105" y="3961"/>
                  <a:pt x="1106" y="3961"/>
                </a:cubicBezTo>
                <a:cubicBezTo>
                  <a:pt x="1107" y="3960"/>
                  <a:pt x="1107" y="3958"/>
                  <a:pt x="1108" y="3958"/>
                </a:cubicBezTo>
                <a:cubicBezTo>
                  <a:pt x="1109" y="3957"/>
                  <a:pt x="1109" y="3957"/>
                  <a:pt x="1109" y="3956"/>
                </a:cubicBezTo>
                <a:cubicBezTo>
                  <a:pt x="1109" y="3955"/>
                  <a:pt x="1109" y="3955"/>
                  <a:pt x="1109" y="3954"/>
                </a:cubicBezTo>
                <a:cubicBezTo>
                  <a:pt x="1102" y="3929"/>
                  <a:pt x="1098" y="3902"/>
                  <a:pt x="1098" y="3876"/>
                </a:cubicBezTo>
                <a:cubicBezTo>
                  <a:pt x="1092" y="3846"/>
                  <a:pt x="1088" y="3817"/>
                  <a:pt x="1085" y="3787"/>
                </a:cubicBezTo>
                <a:cubicBezTo>
                  <a:pt x="1085" y="3785"/>
                  <a:pt x="1084" y="3784"/>
                  <a:pt x="1084" y="3782"/>
                </a:cubicBezTo>
                <a:cubicBezTo>
                  <a:pt x="1091" y="3779"/>
                  <a:pt x="1098" y="3775"/>
                  <a:pt x="1105" y="3772"/>
                </a:cubicBezTo>
                <a:cubicBezTo>
                  <a:pt x="1107" y="3784"/>
                  <a:pt x="1109" y="3795"/>
                  <a:pt x="1111" y="3807"/>
                </a:cubicBezTo>
                <a:cubicBezTo>
                  <a:pt x="1113" y="3816"/>
                  <a:pt x="1115" y="3825"/>
                  <a:pt x="1117" y="3834"/>
                </a:cubicBezTo>
                <a:cubicBezTo>
                  <a:pt x="1121" y="3847"/>
                  <a:pt x="1132" y="3857"/>
                  <a:pt x="1133" y="3871"/>
                </a:cubicBezTo>
                <a:cubicBezTo>
                  <a:pt x="1133" y="3877"/>
                  <a:pt x="1143" y="3877"/>
                  <a:pt x="1143" y="3871"/>
                </a:cubicBezTo>
                <a:cubicBezTo>
                  <a:pt x="1143" y="3833"/>
                  <a:pt x="1134" y="3795"/>
                  <a:pt x="1131" y="3757"/>
                </a:cubicBezTo>
                <a:cubicBezTo>
                  <a:pt x="1140" y="3751"/>
                  <a:pt x="1149" y="3744"/>
                  <a:pt x="1157" y="3737"/>
                </a:cubicBezTo>
                <a:cubicBezTo>
                  <a:pt x="1157" y="3753"/>
                  <a:pt x="1160" y="3768"/>
                  <a:pt x="1164" y="3783"/>
                </a:cubicBezTo>
                <a:lnTo>
                  <a:pt x="1164" y="3784"/>
                </a:lnTo>
                <a:cubicBezTo>
                  <a:pt x="1165" y="3785"/>
                  <a:pt x="1166" y="3785"/>
                  <a:pt x="1167" y="3786"/>
                </a:cubicBezTo>
                <a:cubicBezTo>
                  <a:pt x="1168" y="3786"/>
                  <a:pt x="1169" y="3787"/>
                  <a:pt x="1170" y="3787"/>
                </a:cubicBezTo>
                <a:cubicBezTo>
                  <a:pt x="1171" y="3787"/>
                  <a:pt x="1172" y="3786"/>
                  <a:pt x="1173" y="3786"/>
                </a:cubicBezTo>
                <a:cubicBezTo>
                  <a:pt x="1174" y="3785"/>
                  <a:pt x="1174" y="3785"/>
                  <a:pt x="1175" y="3784"/>
                </a:cubicBezTo>
                <a:lnTo>
                  <a:pt x="1175" y="3783"/>
                </a:lnTo>
                <a:cubicBezTo>
                  <a:pt x="1180" y="3765"/>
                  <a:pt x="1183" y="3746"/>
                  <a:pt x="1183" y="3727"/>
                </a:cubicBezTo>
                <a:cubicBezTo>
                  <a:pt x="1183" y="3721"/>
                  <a:pt x="1183" y="3715"/>
                  <a:pt x="1182" y="3709"/>
                </a:cubicBezTo>
                <a:lnTo>
                  <a:pt x="1182" y="3708"/>
                </a:lnTo>
                <a:cubicBezTo>
                  <a:pt x="1185" y="3704"/>
                  <a:pt x="1187" y="3700"/>
                  <a:pt x="1189" y="3697"/>
                </a:cubicBezTo>
                <a:cubicBezTo>
                  <a:pt x="1192" y="3692"/>
                  <a:pt x="1195" y="3686"/>
                  <a:pt x="1197" y="3681"/>
                </a:cubicBezTo>
                <a:cubicBezTo>
                  <a:pt x="1197" y="3683"/>
                  <a:pt x="1198" y="3684"/>
                  <a:pt x="1199" y="3685"/>
                </a:cubicBezTo>
                <a:cubicBezTo>
                  <a:pt x="1200" y="3691"/>
                  <a:pt x="1209" y="3693"/>
                  <a:pt x="1210" y="3685"/>
                </a:cubicBezTo>
                <a:cubicBezTo>
                  <a:pt x="1215" y="3676"/>
                  <a:pt x="1217" y="3666"/>
                  <a:pt x="1217" y="3656"/>
                </a:cubicBezTo>
                <a:cubicBezTo>
                  <a:pt x="1217" y="3650"/>
                  <a:pt x="1216" y="3644"/>
                  <a:pt x="1215" y="3639"/>
                </a:cubicBezTo>
                <a:cubicBezTo>
                  <a:pt x="1214" y="3637"/>
                  <a:pt x="1213" y="3636"/>
                  <a:pt x="1211" y="3635"/>
                </a:cubicBezTo>
                <a:lnTo>
                  <a:pt x="1210" y="3635"/>
                </a:lnTo>
                <a:cubicBezTo>
                  <a:pt x="1211" y="3628"/>
                  <a:pt x="1212" y="3621"/>
                  <a:pt x="1212" y="3614"/>
                </a:cubicBezTo>
                <a:cubicBezTo>
                  <a:pt x="1212" y="3593"/>
                  <a:pt x="1206" y="3572"/>
                  <a:pt x="1195" y="3554"/>
                </a:cubicBezTo>
                <a:cubicBezTo>
                  <a:pt x="1189" y="3543"/>
                  <a:pt x="1181" y="3533"/>
                  <a:pt x="1172" y="3524"/>
                </a:cubicBezTo>
                <a:cubicBezTo>
                  <a:pt x="1171" y="3524"/>
                  <a:pt x="1171" y="3523"/>
                  <a:pt x="1170" y="3523"/>
                </a:cubicBezTo>
                <a:cubicBezTo>
                  <a:pt x="1169" y="3523"/>
                  <a:pt x="1168" y="3522"/>
                  <a:pt x="1167" y="3522"/>
                </a:cubicBezTo>
                <a:cubicBezTo>
                  <a:pt x="1157" y="3513"/>
                  <a:pt x="1146" y="3505"/>
                  <a:pt x="1135" y="3496"/>
                </a:cubicBezTo>
                <a:cubicBezTo>
                  <a:pt x="1122" y="3484"/>
                  <a:pt x="1108" y="3473"/>
                  <a:pt x="1094" y="3461"/>
                </a:cubicBezTo>
                <a:cubicBezTo>
                  <a:pt x="1121" y="3462"/>
                  <a:pt x="1149" y="3467"/>
                  <a:pt x="1175" y="3474"/>
                </a:cubicBezTo>
                <a:cubicBezTo>
                  <a:pt x="1196" y="3479"/>
                  <a:pt x="1217" y="3482"/>
                  <a:pt x="1238" y="3482"/>
                </a:cubicBezTo>
                <a:cubicBezTo>
                  <a:pt x="1239" y="3497"/>
                  <a:pt x="1242" y="3512"/>
                  <a:pt x="1248" y="3526"/>
                </a:cubicBezTo>
                <a:cubicBezTo>
                  <a:pt x="1259" y="3557"/>
                  <a:pt x="1265" y="3590"/>
                  <a:pt x="1268" y="3623"/>
                </a:cubicBezTo>
                <a:lnTo>
                  <a:pt x="1268" y="3624"/>
                </a:lnTo>
                <a:cubicBezTo>
                  <a:pt x="1268" y="3625"/>
                  <a:pt x="1269" y="3625"/>
                  <a:pt x="1270" y="3626"/>
                </a:cubicBezTo>
                <a:cubicBezTo>
                  <a:pt x="1270" y="3626"/>
                  <a:pt x="1271" y="3626"/>
                  <a:pt x="1272" y="3626"/>
                </a:cubicBezTo>
                <a:cubicBezTo>
                  <a:pt x="1272" y="3626"/>
                  <a:pt x="1273" y="3626"/>
                  <a:pt x="1274" y="3626"/>
                </a:cubicBezTo>
                <a:cubicBezTo>
                  <a:pt x="1275" y="3625"/>
                  <a:pt x="1275" y="3625"/>
                  <a:pt x="1275" y="3624"/>
                </a:cubicBezTo>
                <a:lnTo>
                  <a:pt x="1276" y="3623"/>
                </a:lnTo>
                <a:cubicBezTo>
                  <a:pt x="1277" y="3597"/>
                  <a:pt x="1276" y="3572"/>
                  <a:pt x="1276" y="3546"/>
                </a:cubicBezTo>
                <a:cubicBezTo>
                  <a:pt x="1276" y="3525"/>
                  <a:pt x="1267" y="3505"/>
                  <a:pt x="1266" y="3483"/>
                </a:cubicBezTo>
                <a:cubicBezTo>
                  <a:pt x="1277" y="3483"/>
                  <a:pt x="1288" y="3483"/>
                  <a:pt x="1300" y="3485"/>
                </a:cubicBezTo>
                <a:cubicBezTo>
                  <a:pt x="1300" y="3485"/>
                  <a:pt x="1299" y="3486"/>
                  <a:pt x="1299" y="3487"/>
                </a:cubicBezTo>
                <a:cubicBezTo>
                  <a:pt x="1299" y="3488"/>
                  <a:pt x="1300" y="3488"/>
                  <a:pt x="1300" y="3489"/>
                </a:cubicBezTo>
                <a:cubicBezTo>
                  <a:pt x="1326" y="3572"/>
                  <a:pt x="1328" y="3660"/>
                  <a:pt x="1330" y="3747"/>
                </a:cubicBezTo>
                <a:cubicBezTo>
                  <a:pt x="1330" y="3752"/>
                  <a:pt x="1338" y="3753"/>
                  <a:pt x="1339" y="3747"/>
                </a:cubicBezTo>
                <a:cubicBezTo>
                  <a:pt x="1340" y="3705"/>
                  <a:pt x="1342" y="3663"/>
                  <a:pt x="1343" y="3622"/>
                </a:cubicBezTo>
                <a:cubicBezTo>
                  <a:pt x="1344" y="3575"/>
                  <a:pt x="1332" y="3532"/>
                  <a:pt x="1326" y="3486"/>
                </a:cubicBezTo>
                <a:cubicBezTo>
                  <a:pt x="1333" y="3487"/>
                  <a:pt x="1340" y="3489"/>
                  <a:pt x="1347" y="3491"/>
                </a:cubicBezTo>
                <a:cubicBezTo>
                  <a:pt x="1360" y="3494"/>
                  <a:pt x="1373" y="3496"/>
                  <a:pt x="1386" y="3497"/>
                </a:cubicBezTo>
                <a:cubicBezTo>
                  <a:pt x="1388" y="3528"/>
                  <a:pt x="1389" y="3560"/>
                  <a:pt x="1394" y="3590"/>
                </a:cubicBezTo>
                <a:cubicBezTo>
                  <a:pt x="1398" y="3605"/>
                  <a:pt x="1400" y="3621"/>
                  <a:pt x="1400" y="3637"/>
                </a:cubicBezTo>
                <a:cubicBezTo>
                  <a:pt x="1400" y="3639"/>
                  <a:pt x="1400" y="3640"/>
                  <a:pt x="1400" y="3642"/>
                </a:cubicBezTo>
                <a:cubicBezTo>
                  <a:pt x="1398" y="3658"/>
                  <a:pt x="1414" y="3680"/>
                  <a:pt x="1420" y="3694"/>
                </a:cubicBezTo>
                <a:cubicBezTo>
                  <a:pt x="1420" y="3695"/>
                  <a:pt x="1421" y="3695"/>
                  <a:pt x="1422" y="3696"/>
                </a:cubicBezTo>
                <a:cubicBezTo>
                  <a:pt x="1423" y="3696"/>
                  <a:pt x="1424" y="3697"/>
                  <a:pt x="1425" y="3697"/>
                </a:cubicBezTo>
                <a:cubicBezTo>
                  <a:pt x="1426" y="3697"/>
                  <a:pt x="1427" y="3696"/>
                  <a:pt x="1428" y="3696"/>
                </a:cubicBezTo>
                <a:cubicBezTo>
                  <a:pt x="1429" y="3695"/>
                  <a:pt x="1429" y="3695"/>
                  <a:pt x="1430" y="3694"/>
                </a:cubicBezTo>
                <a:cubicBezTo>
                  <a:pt x="1430" y="3693"/>
                  <a:pt x="1431" y="3692"/>
                  <a:pt x="1431" y="3691"/>
                </a:cubicBezTo>
                <a:lnTo>
                  <a:pt x="1431" y="3690"/>
                </a:lnTo>
                <a:cubicBezTo>
                  <a:pt x="1417" y="3629"/>
                  <a:pt x="1409" y="3567"/>
                  <a:pt x="1409" y="3504"/>
                </a:cubicBezTo>
                <a:cubicBezTo>
                  <a:pt x="1409" y="3502"/>
                  <a:pt x="1409" y="3500"/>
                  <a:pt x="1409" y="3499"/>
                </a:cubicBezTo>
                <a:cubicBezTo>
                  <a:pt x="1434" y="3500"/>
                  <a:pt x="1460" y="3499"/>
                  <a:pt x="1485" y="3499"/>
                </a:cubicBezTo>
                <a:cubicBezTo>
                  <a:pt x="1485" y="3501"/>
                  <a:pt x="1485" y="3504"/>
                  <a:pt x="1486" y="3507"/>
                </a:cubicBezTo>
                <a:cubicBezTo>
                  <a:pt x="1488" y="3521"/>
                  <a:pt x="1495" y="3545"/>
                  <a:pt x="1484" y="3556"/>
                </a:cubicBezTo>
                <a:cubicBezTo>
                  <a:pt x="1478" y="3561"/>
                  <a:pt x="1486" y="3570"/>
                  <a:pt x="1491" y="3565"/>
                </a:cubicBezTo>
                <a:cubicBezTo>
                  <a:pt x="1493" y="3563"/>
                  <a:pt x="1495" y="3560"/>
                  <a:pt x="1497" y="3557"/>
                </a:cubicBezTo>
                <a:cubicBezTo>
                  <a:pt x="1502" y="3548"/>
                  <a:pt x="1505" y="3537"/>
                  <a:pt x="1505" y="3527"/>
                </a:cubicBezTo>
                <a:cubicBezTo>
                  <a:pt x="1505" y="3526"/>
                  <a:pt x="1505" y="3525"/>
                  <a:pt x="1505" y="3525"/>
                </a:cubicBezTo>
                <a:cubicBezTo>
                  <a:pt x="1505" y="3517"/>
                  <a:pt x="1507" y="3507"/>
                  <a:pt x="1507" y="3498"/>
                </a:cubicBezTo>
                <a:cubicBezTo>
                  <a:pt x="1522" y="3498"/>
                  <a:pt x="1536" y="3497"/>
                  <a:pt x="1550" y="3497"/>
                </a:cubicBezTo>
                <a:cubicBezTo>
                  <a:pt x="1621" y="3497"/>
                  <a:pt x="1691" y="3502"/>
                  <a:pt x="1762" y="3502"/>
                </a:cubicBezTo>
                <a:cubicBezTo>
                  <a:pt x="1916" y="3502"/>
                  <a:pt x="2066" y="3536"/>
                  <a:pt x="2221" y="3527"/>
                </a:cubicBezTo>
                <a:cubicBezTo>
                  <a:pt x="2275" y="3523"/>
                  <a:pt x="2326" y="3511"/>
                  <a:pt x="2378" y="3505"/>
                </a:cubicBezTo>
                <a:lnTo>
                  <a:pt x="2495" y="3502"/>
                </a:lnTo>
                <a:cubicBezTo>
                  <a:pt x="2495" y="3503"/>
                  <a:pt x="2495" y="3503"/>
                  <a:pt x="2495" y="3503"/>
                </a:cubicBezTo>
                <a:cubicBezTo>
                  <a:pt x="2496" y="3504"/>
                  <a:pt x="2496" y="3504"/>
                  <a:pt x="2497" y="3505"/>
                </a:cubicBezTo>
                <a:cubicBezTo>
                  <a:pt x="2533" y="3524"/>
                  <a:pt x="2579" y="3520"/>
                  <a:pt x="2619" y="3515"/>
                </a:cubicBezTo>
                <a:cubicBezTo>
                  <a:pt x="2653" y="3511"/>
                  <a:pt x="2687" y="3515"/>
                  <a:pt x="2720" y="3511"/>
                </a:cubicBezTo>
                <a:cubicBezTo>
                  <a:pt x="2860" y="3496"/>
                  <a:pt x="3003" y="3487"/>
                  <a:pt x="3141" y="3460"/>
                </a:cubicBezTo>
                <a:cubicBezTo>
                  <a:pt x="3321" y="3426"/>
                  <a:pt x="3502" y="3398"/>
                  <a:pt x="3678" y="3345"/>
                </a:cubicBezTo>
                <a:cubicBezTo>
                  <a:pt x="3678" y="3350"/>
                  <a:pt x="3679" y="3355"/>
                  <a:pt x="3678" y="3360"/>
                </a:cubicBezTo>
                <a:cubicBezTo>
                  <a:pt x="3677" y="3361"/>
                  <a:pt x="3677" y="3362"/>
                  <a:pt x="3677" y="3362"/>
                </a:cubicBezTo>
                <a:cubicBezTo>
                  <a:pt x="3677" y="3363"/>
                  <a:pt x="3677" y="3364"/>
                  <a:pt x="3678" y="3365"/>
                </a:cubicBezTo>
                <a:cubicBezTo>
                  <a:pt x="3678" y="3366"/>
                  <a:pt x="3679" y="3366"/>
                  <a:pt x="3680" y="3367"/>
                </a:cubicBezTo>
                <a:cubicBezTo>
                  <a:pt x="3681" y="3367"/>
                  <a:pt x="3682" y="3368"/>
                  <a:pt x="3683" y="3368"/>
                </a:cubicBezTo>
                <a:cubicBezTo>
                  <a:pt x="3684" y="3368"/>
                  <a:pt x="3685" y="3368"/>
                  <a:pt x="3686" y="3368"/>
                </a:cubicBezTo>
                <a:cubicBezTo>
                  <a:pt x="3691" y="3364"/>
                  <a:pt x="3694" y="3360"/>
                  <a:pt x="3697" y="3355"/>
                </a:cubicBezTo>
                <a:cubicBezTo>
                  <a:pt x="3698" y="3354"/>
                  <a:pt x="3698" y="3353"/>
                  <a:pt x="3699" y="3352"/>
                </a:cubicBezTo>
                <a:cubicBezTo>
                  <a:pt x="3699" y="3350"/>
                  <a:pt x="3701" y="3347"/>
                  <a:pt x="3701" y="3346"/>
                </a:cubicBezTo>
                <a:cubicBezTo>
                  <a:pt x="3703" y="3344"/>
                  <a:pt x="3704" y="3343"/>
                  <a:pt x="3705" y="3341"/>
                </a:cubicBezTo>
                <a:cubicBezTo>
                  <a:pt x="3705" y="3340"/>
                  <a:pt x="3706" y="3339"/>
                  <a:pt x="3706" y="3338"/>
                </a:cubicBezTo>
                <a:cubicBezTo>
                  <a:pt x="3706" y="3338"/>
                  <a:pt x="3705" y="3337"/>
                  <a:pt x="3705" y="3336"/>
                </a:cubicBezTo>
                <a:lnTo>
                  <a:pt x="3733" y="3327"/>
                </a:lnTo>
                <a:cubicBezTo>
                  <a:pt x="3731" y="3335"/>
                  <a:pt x="3731" y="3344"/>
                  <a:pt x="3729" y="3351"/>
                </a:cubicBezTo>
                <a:cubicBezTo>
                  <a:pt x="3725" y="3367"/>
                  <a:pt x="3723" y="3383"/>
                  <a:pt x="3723" y="3399"/>
                </a:cubicBezTo>
                <a:cubicBezTo>
                  <a:pt x="3723" y="3409"/>
                  <a:pt x="3724" y="3420"/>
                  <a:pt x="3726" y="3430"/>
                </a:cubicBezTo>
                <a:lnTo>
                  <a:pt x="3726" y="3431"/>
                </a:lnTo>
                <a:cubicBezTo>
                  <a:pt x="3726" y="3432"/>
                  <a:pt x="3726" y="3432"/>
                  <a:pt x="3727" y="3433"/>
                </a:cubicBezTo>
                <a:cubicBezTo>
                  <a:pt x="3727" y="3433"/>
                  <a:pt x="3729" y="3433"/>
                  <a:pt x="3730" y="3433"/>
                </a:cubicBezTo>
                <a:cubicBezTo>
                  <a:pt x="3730" y="3433"/>
                  <a:pt x="3731" y="3433"/>
                  <a:pt x="3732" y="3433"/>
                </a:cubicBezTo>
                <a:cubicBezTo>
                  <a:pt x="3732" y="3432"/>
                  <a:pt x="3733" y="3432"/>
                  <a:pt x="3733" y="3431"/>
                </a:cubicBezTo>
                <a:cubicBezTo>
                  <a:pt x="3733" y="3431"/>
                  <a:pt x="3733" y="3430"/>
                  <a:pt x="3734" y="3430"/>
                </a:cubicBezTo>
                <a:cubicBezTo>
                  <a:pt x="3735" y="3417"/>
                  <a:pt x="3738" y="3416"/>
                  <a:pt x="3741" y="3407"/>
                </a:cubicBezTo>
                <a:cubicBezTo>
                  <a:pt x="3744" y="3397"/>
                  <a:pt x="3744" y="3386"/>
                  <a:pt x="3746" y="3376"/>
                </a:cubicBezTo>
                <a:cubicBezTo>
                  <a:pt x="3748" y="3366"/>
                  <a:pt x="3749" y="3357"/>
                  <a:pt x="3751" y="3346"/>
                </a:cubicBezTo>
                <a:cubicBezTo>
                  <a:pt x="3753" y="3341"/>
                  <a:pt x="3751" y="3330"/>
                  <a:pt x="3756" y="3326"/>
                </a:cubicBezTo>
                <a:cubicBezTo>
                  <a:pt x="3757" y="3326"/>
                  <a:pt x="3757" y="3324"/>
                  <a:pt x="3758" y="3323"/>
                </a:cubicBezTo>
                <a:cubicBezTo>
                  <a:pt x="3758" y="3321"/>
                  <a:pt x="3760" y="3319"/>
                  <a:pt x="3760" y="3317"/>
                </a:cubicBezTo>
                <a:lnTo>
                  <a:pt x="3763" y="3316"/>
                </a:lnTo>
                <a:cubicBezTo>
                  <a:pt x="3763" y="3316"/>
                  <a:pt x="3765" y="3315"/>
                  <a:pt x="3765" y="3314"/>
                </a:cubicBezTo>
                <a:cubicBezTo>
                  <a:pt x="3773" y="3313"/>
                  <a:pt x="3781" y="3311"/>
                  <a:pt x="3788" y="3309"/>
                </a:cubicBezTo>
                <a:cubicBezTo>
                  <a:pt x="3788" y="3311"/>
                  <a:pt x="3788" y="3312"/>
                  <a:pt x="3788" y="3313"/>
                </a:cubicBezTo>
                <a:cubicBezTo>
                  <a:pt x="3788" y="3322"/>
                  <a:pt x="3786" y="3331"/>
                  <a:pt x="3785" y="3339"/>
                </a:cubicBezTo>
                <a:cubicBezTo>
                  <a:pt x="3785" y="3344"/>
                  <a:pt x="3784" y="3349"/>
                  <a:pt x="3784" y="3354"/>
                </a:cubicBezTo>
                <a:cubicBezTo>
                  <a:pt x="3784" y="3360"/>
                  <a:pt x="3786" y="3364"/>
                  <a:pt x="3787" y="3370"/>
                </a:cubicBezTo>
                <a:cubicBezTo>
                  <a:pt x="3787" y="3375"/>
                  <a:pt x="3796" y="3377"/>
                  <a:pt x="3797" y="3371"/>
                </a:cubicBezTo>
                <a:cubicBezTo>
                  <a:pt x="3799" y="3356"/>
                  <a:pt x="3803" y="3341"/>
                  <a:pt x="3808" y="3327"/>
                </a:cubicBezTo>
                <a:cubicBezTo>
                  <a:pt x="3809" y="3322"/>
                  <a:pt x="3810" y="3318"/>
                  <a:pt x="3811" y="3313"/>
                </a:cubicBezTo>
                <a:cubicBezTo>
                  <a:pt x="3811" y="3311"/>
                  <a:pt x="3811" y="3309"/>
                  <a:pt x="3811" y="3308"/>
                </a:cubicBezTo>
                <a:cubicBezTo>
                  <a:pt x="3811" y="3307"/>
                  <a:pt x="3811" y="3307"/>
                  <a:pt x="3811" y="3307"/>
                </a:cubicBezTo>
                <a:lnTo>
                  <a:pt x="3813" y="3306"/>
                </a:lnTo>
                <a:cubicBezTo>
                  <a:pt x="3814" y="3305"/>
                  <a:pt x="3815" y="3304"/>
                  <a:pt x="3816" y="3303"/>
                </a:cubicBezTo>
                <a:cubicBezTo>
                  <a:pt x="3816" y="3302"/>
                  <a:pt x="3816" y="3302"/>
                  <a:pt x="3816" y="3301"/>
                </a:cubicBezTo>
                <a:cubicBezTo>
                  <a:pt x="3826" y="3298"/>
                  <a:pt x="3835" y="3295"/>
                  <a:pt x="3844" y="3291"/>
                </a:cubicBezTo>
                <a:cubicBezTo>
                  <a:pt x="3843" y="3300"/>
                  <a:pt x="3842" y="3308"/>
                  <a:pt x="3842" y="3316"/>
                </a:cubicBezTo>
                <a:cubicBezTo>
                  <a:pt x="3842" y="3329"/>
                  <a:pt x="3844" y="3342"/>
                  <a:pt x="3848" y="3355"/>
                </a:cubicBezTo>
                <a:lnTo>
                  <a:pt x="3848" y="3356"/>
                </a:lnTo>
                <a:cubicBezTo>
                  <a:pt x="3849" y="3357"/>
                  <a:pt x="3850" y="3358"/>
                  <a:pt x="3851" y="3359"/>
                </a:cubicBezTo>
                <a:cubicBezTo>
                  <a:pt x="3852" y="3359"/>
                  <a:pt x="3853" y="3359"/>
                  <a:pt x="3854" y="3359"/>
                </a:cubicBezTo>
                <a:cubicBezTo>
                  <a:pt x="3855" y="3359"/>
                  <a:pt x="3856" y="3359"/>
                  <a:pt x="3857" y="3359"/>
                </a:cubicBezTo>
                <a:cubicBezTo>
                  <a:pt x="3858" y="3358"/>
                  <a:pt x="3859" y="3357"/>
                  <a:pt x="3860" y="3356"/>
                </a:cubicBezTo>
                <a:lnTo>
                  <a:pt x="3860" y="3355"/>
                </a:lnTo>
                <a:cubicBezTo>
                  <a:pt x="3864" y="3340"/>
                  <a:pt x="3866" y="3326"/>
                  <a:pt x="3869" y="3312"/>
                </a:cubicBezTo>
                <a:cubicBezTo>
                  <a:pt x="3871" y="3297"/>
                  <a:pt x="3878" y="3290"/>
                  <a:pt x="3881" y="3278"/>
                </a:cubicBezTo>
                <a:lnTo>
                  <a:pt x="3881" y="3277"/>
                </a:lnTo>
                <a:cubicBezTo>
                  <a:pt x="3895" y="3271"/>
                  <a:pt x="3909" y="3265"/>
                  <a:pt x="3923" y="3257"/>
                </a:cubicBezTo>
                <a:cubicBezTo>
                  <a:pt x="3912" y="3294"/>
                  <a:pt x="3905" y="3332"/>
                  <a:pt x="3901" y="3371"/>
                </a:cubicBezTo>
                <a:cubicBezTo>
                  <a:pt x="3898" y="3395"/>
                  <a:pt x="3897" y="3419"/>
                  <a:pt x="3897" y="3443"/>
                </a:cubicBezTo>
                <a:cubicBezTo>
                  <a:pt x="3897" y="3454"/>
                  <a:pt x="3897" y="3464"/>
                  <a:pt x="3898" y="3474"/>
                </a:cubicBezTo>
                <a:cubicBezTo>
                  <a:pt x="3898" y="3479"/>
                  <a:pt x="3907" y="3478"/>
                  <a:pt x="3907" y="3474"/>
                </a:cubicBezTo>
                <a:cubicBezTo>
                  <a:pt x="3909" y="3395"/>
                  <a:pt x="3949" y="3322"/>
                  <a:pt x="3954" y="3243"/>
                </a:cubicBezTo>
                <a:lnTo>
                  <a:pt x="3982" y="3230"/>
                </a:lnTo>
                <a:cubicBezTo>
                  <a:pt x="3976" y="3249"/>
                  <a:pt x="3975" y="3270"/>
                  <a:pt x="3971" y="3289"/>
                </a:cubicBezTo>
                <a:cubicBezTo>
                  <a:pt x="3962" y="3329"/>
                  <a:pt x="3966" y="3373"/>
                  <a:pt x="3959" y="3415"/>
                </a:cubicBezTo>
                <a:cubicBezTo>
                  <a:pt x="3959" y="3417"/>
                  <a:pt x="3963" y="3418"/>
                  <a:pt x="3963" y="3416"/>
                </a:cubicBezTo>
                <a:cubicBezTo>
                  <a:pt x="3975" y="3380"/>
                  <a:pt x="3985" y="3343"/>
                  <a:pt x="3991" y="3306"/>
                </a:cubicBezTo>
                <a:cubicBezTo>
                  <a:pt x="3993" y="3289"/>
                  <a:pt x="3997" y="3273"/>
                  <a:pt x="4003" y="3258"/>
                </a:cubicBezTo>
                <a:cubicBezTo>
                  <a:pt x="4006" y="3247"/>
                  <a:pt x="4003" y="3231"/>
                  <a:pt x="4009" y="3220"/>
                </a:cubicBezTo>
                <a:cubicBezTo>
                  <a:pt x="4009" y="3219"/>
                  <a:pt x="4009" y="3218"/>
                  <a:pt x="4010" y="3217"/>
                </a:cubicBezTo>
                <a:lnTo>
                  <a:pt x="4034" y="3206"/>
                </a:lnTo>
                <a:cubicBezTo>
                  <a:pt x="4024" y="3245"/>
                  <a:pt x="4019" y="3286"/>
                  <a:pt x="4019" y="3327"/>
                </a:cubicBezTo>
                <a:cubicBezTo>
                  <a:pt x="4019" y="3331"/>
                  <a:pt x="4019" y="3334"/>
                  <a:pt x="4019" y="3338"/>
                </a:cubicBezTo>
                <a:cubicBezTo>
                  <a:pt x="4019" y="3339"/>
                  <a:pt x="4018" y="3340"/>
                  <a:pt x="4019" y="3341"/>
                </a:cubicBezTo>
                <a:cubicBezTo>
                  <a:pt x="4019" y="3341"/>
                  <a:pt x="4020" y="3341"/>
                  <a:pt x="4021" y="3342"/>
                </a:cubicBezTo>
                <a:cubicBezTo>
                  <a:pt x="4022" y="3342"/>
                  <a:pt x="4022" y="3343"/>
                  <a:pt x="4023" y="3343"/>
                </a:cubicBezTo>
                <a:cubicBezTo>
                  <a:pt x="4024" y="3343"/>
                  <a:pt x="4024" y="3342"/>
                  <a:pt x="4025" y="3342"/>
                </a:cubicBezTo>
                <a:cubicBezTo>
                  <a:pt x="4025" y="3341"/>
                  <a:pt x="4027" y="3341"/>
                  <a:pt x="4027" y="3341"/>
                </a:cubicBezTo>
                <a:cubicBezTo>
                  <a:pt x="4028" y="3340"/>
                  <a:pt x="4028" y="3339"/>
                  <a:pt x="4028" y="3338"/>
                </a:cubicBezTo>
                <a:cubicBezTo>
                  <a:pt x="4030" y="3317"/>
                  <a:pt x="4039" y="3297"/>
                  <a:pt x="4041" y="3275"/>
                </a:cubicBezTo>
                <a:cubicBezTo>
                  <a:pt x="4043" y="3262"/>
                  <a:pt x="4049" y="3247"/>
                  <a:pt x="4052" y="3234"/>
                </a:cubicBezTo>
                <a:cubicBezTo>
                  <a:pt x="4052" y="3230"/>
                  <a:pt x="4056" y="3205"/>
                  <a:pt x="4057" y="3204"/>
                </a:cubicBezTo>
                <a:cubicBezTo>
                  <a:pt x="4058" y="3203"/>
                  <a:pt x="4058" y="3202"/>
                  <a:pt x="4059" y="3201"/>
                </a:cubicBezTo>
                <a:cubicBezTo>
                  <a:pt x="4060" y="3200"/>
                  <a:pt x="4060" y="3198"/>
                  <a:pt x="4060" y="3197"/>
                </a:cubicBezTo>
                <a:cubicBezTo>
                  <a:pt x="4060" y="3196"/>
                  <a:pt x="4060" y="3196"/>
                  <a:pt x="4060" y="3195"/>
                </a:cubicBezTo>
                <a:lnTo>
                  <a:pt x="4109" y="3176"/>
                </a:lnTo>
                <a:cubicBezTo>
                  <a:pt x="4107" y="3181"/>
                  <a:pt x="4105" y="3186"/>
                  <a:pt x="4104" y="3190"/>
                </a:cubicBezTo>
                <a:cubicBezTo>
                  <a:pt x="4098" y="3207"/>
                  <a:pt x="4097" y="3226"/>
                  <a:pt x="4093" y="3243"/>
                </a:cubicBezTo>
                <a:cubicBezTo>
                  <a:pt x="4087" y="3268"/>
                  <a:pt x="4083" y="3294"/>
                  <a:pt x="4081" y="3320"/>
                </a:cubicBezTo>
                <a:cubicBezTo>
                  <a:pt x="4081" y="3321"/>
                  <a:pt x="4081" y="3321"/>
                  <a:pt x="4082" y="3322"/>
                </a:cubicBezTo>
                <a:lnTo>
                  <a:pt x="4083" y="3324"/>
                </a:lnTo>
                <a:cubicBezTo>
                  <a:pt x="4084" y="3324"/>
                  <a:pt x="4085" y="3324"/>
                  <a:pt x="4085" y="3324"/>
                </a:cubicBezTo>
                <a:cubicBezTo>
                  <a:pt x="4086" y="3324"/>
                  <a:pt x="4087" y="3324"/>
                  <a:pt x="4087" y="3324"/>
                </a:cubicBezTo>
                <a:cubicBezTo>
                  <a:pt x="4088" y="3324"/>
                  <a:pt x="4089" y="3323"/>
                  <a:pt x="4089" y="3322"/>
                </a:cubicBezTo>
                <a:cubicBezTo>
                  <a:pt x="4089" y="3322"/>
                  <a:pt x="4090" y="3321"/>
                  <a:pt x="4090" y="3320"/>
                </a:cubicBezTo>
                <a:cubicBezTo>
                  <a:pt x="4096" y="3293"/>
                  <a:pt x="4105" y="3267"/>
                  <a:pt x="4115" y="3241"/>
                </a:cubicBezTo>
                <a:cubicBezTo>
                  <a:pt x="4123" y="3215"/>
                  <a:pt x="4133" y="3189"/>
                  <a:pt x="4141" y="3163"/>
                </a:cubicBezTo>
                <a:cubicBezTo>
                  <a:pt x="4153" y="3158"/>
                  <a:pt x="4165" y="3153"/>
                  <a:pt x="4176" y="3147"/>
                </a:cubicBezTo>
                <a:cubicBezTo>
                  <a:pt x="4175" y="3167"/>
                  <a:pt x="4170" y="3187"/>
                  <a:pt x="4162" y="3206"/>
                </a:cubicBezTo>
                <a:cubicBezTo>
                  <a:pt x="4161" y="3209"/>
                  <a:pt x="4165" y="3210"/>
                  <a:pt x="4167" y="3208"/>
                </a:cubicBezTo>
                <a:cubicBezTo>
                  <a:pt x="4171" y="3203"/>
                  <a:pt x="4175" y="3197"/>
                  <a:pt x="4179" y="3190"/>
                </a:cubicBezTo>
                <a:cubicBezTo>
                  <a:pt x="4183" y="3184"/>
                  <a:pt x="4186" y="3176"/>
                  <a:pt x="4189" y="3169"/>
                </a:cubicBezTo>
                <a:cubicBezTo>
                  <a:pt x="4194" y="3161"/>
                  <a:pt x="4197" y="3152"/>
                  <a:pt x="4200" y="3143"/>
                </a:cubicBezTo>
                <a:cubicBezTo>
                  <a:pt x="4201" y="3140"/>
                  <a:pt x="4203" y="3136"/>
                  <a:pt x="4204" y="3133"/>
                </a:cubicBezTo>
                <a:cubicBezTo>
                  <a:pt x="4211" y="3129"/>
                  <a:pt x="4217" y="3125"/>
                  <a:pt x="4224" y="3121"/>
                </a:cubicBezTo>
                <a:cubicBezTo>
                  <a:pt x="4217" y="3141"/>
                  <a:pt x="4211" y="3161"/>
                  <a:pt x="4207" y="3182"/>
                </a:cubicBezTo>
                <a:cubicBezTo>
                  <a:pt x="4198" y="3221"/>
                  <a:pt x="4181" y="3264"/>
                  <a:pt x="4182" y="3304"/>
                </a:cubicBezTo>
                <a:cubicBezTo>
                  <a:pt x="4182" y="3312"/>
                  <a:pt x="4195" y="3312"/>
                  <a:pt x="4196" y="3304"/>
                </a:cubicBezTo>
                <a:cubicBezTo>
                  <a:pt x="4204" y="3276"/>
                  <a:pt x="4214" y="3250"/>
                  <a:pt x="4226" y="3224"/>
                </a:cubicBezTo>
                <a:cubicBezTo>
                  <a:pt x="4242" y="3180"/>
                  <a:pt x="4252" y="3134"/>
                  <a:pt x="4267" y="3090"/>
                </a:cubicBezTo>
                <a:cubicBezTo>
                  <a:pt x="4269" y="3088"/>
                  <a:pt x="4272" y="3087"/>
                  <a:pt x="4274" y="3085"/>
                </a:cubicBezTo>
                <a:cubicBezTo>
                  <a:pt x="4284" y="3076"/>
                  <a:pt x="4294" y="3068"/>
                  <a:pt x="4305" y="3061"/>
                </a:cubicBezTo>
                <a:cubicBezTo>
                  <a:pt x="4304" y="3068"/>
                  <a:pt x="4302" y="3074"/>
                  <a:pt x="4301" y="3080"/>
                </a:cubicBezTo>
                <a:cubicBezTo>
                  <a:pt x="4293" y="3107"/>
                  <a:pt x="4288" y="3136"/>
                  <a:pt x="4288" y="3164"/>
                </a:cubicBezTo>
                <a:cubicBezTo>
                  <a:pt x="4288" y="3170"/>
                  <a:pt x="4297" y="3171"/>
                  <a:pt x="4298" y="3165"/>
                </a:cubicBezTo>
                <a:cubicBezTo>
                  <a:pt x="4304" y="3142"/>
                  <a:pt x="4313" y="3119"/>
                  <a:pt x="4325" y="3097"/>
                </a:cubicBezTo>
                <a:lnTo>
                  <a:pt x="4331" y="3084"/>
                </a:lnTo>
                <a:cubicBezTo>
                  <a:pt x="4316" y="3127"/>
                  <a:pt x="4306" y="3170"/>
                  <a:pt x="4301" y="3215"/>
                </a:cubicBezTo>
                <a:cubicBezTo>
                  <a:pt x="4301" y="3221"/>
                  <a:pt x="4310" y="3224"/>
                  <a:pt x="4312" y="3218"/>
                </a:cubicBezTo>
                <a:cubicBezTo>
                  <a:pt x="4321" y="3199"/>
                  <a:pt x="4328" y="3180"/>
                  <a:pt x="4334" y="3160"/>
                </a:cubicBezTo>
                <a:cubicBezTo>
                  <a:pt x="4345" y="3112"/>
                  <a:pt x="4361" y="3064"/>
                  <a:pt x="4380" y="3018"/>
                </a:cubicBezTo>
                <a:lnTo>
                  <a:pt x="4385" y="3015"/>
                </a:lnTo>
                <a:cubicBezTo>
                  <a:pt x="4390" y="3012"/>
                  <a:pt x="4395" y="3009"/>
                  <a:pt x="4400" y="3005"/>
                </a:cubicBezTo>
                <a:cubicBezTo>
                  <a:pt x="4379" y="3065"/>
                  <a:pt x="4366" y="3130"/>
                  <a:pt x="4345" y="3189"/>
                </a:cubicBezTo>
                <a:lnTo>
                  <a:pt x="4345" y="3188"/>
                </a:lnTo>
                <a:moveTo>
                  <a:pt x="4604" y="2594"/>
                </a:moveTo>
                <a:cubicBezTo>
                  <a:pt x="4597" y="2645"/>
                  <a:pt x="4583" y="2695"/>
                  <a:pt x="4562" y="2742"/>
                </a:cubicBezTo>
                <a:cubicBezTo>
                  <a:pt x="4530" y="2788"/>
                  <a:pt x="4508" y="2842"/>
                  <a:pt x="4471" y="2885"/>
                </a:cubicBezTo>
                <a:cubicBezTo>
                  <a:pt x="4425" y="2937"/>
                  <a:pt x="4371" y="2981"/>
                  <a:pt x="4311" y="3016"/>
                </a:cubicBezTo>
                <a:cubicBezTo>
                  <a:pt x="4299" y="3023"/>
                  <a:pt x="4287" y="3030"/>
                  <a:pt x="4275" y="3036"/>
                </a:cubicBezTo>
                <a:cubicBezTo>
                  <a:pt x="4238" y="3053"/>
                  <a:pt x="4205" y="3081"/>
                  <a:pt x="4170" y="3102"/>
                </a:cubicBezTo>
                <a:cubicBezTo>
                  <a:pt x="4117" y="3132"/>
                  <a:pt x="4061" y="3154"/>
                  <a:pt x="4006" y="3180"/>
                </a:cubicBezTo>
                <a:cubicBezTo>
                  <a:pt x="3940" y="3212"/>
                  <a:pt x="3866" y="3239"/>
                  <a:pt x="3798" y="3273"/>
                </a:cubicBezTo>
                <a:cubicBezTo>
                  <a:pt x="3788" y="3276"/>
                  <a:pt x="3777" y="3280"/>
                  <a:pt x="3766" y="3283"/>
                </a:cubicBezTo>
                <a:cubicBezTo>
                  <a:pt x="3747" y="3289"/>
                  <a:pt x="3729" y="3296"/>
                  <a:pt x="3711" y="3304"/>
                </a:cubicBezTo>
                <a:cubicBezTo>
                  <a:pt x="3663" y="3314"/>
                  <a:pt x="3616" y="3333"/>
                  <a:pt x="3566" y="3335"/>
                </a:cubicBezTo>
                <a:cubicBezTo>
                  <a:pt x="3518" y="3340"/>
                  <a:pt x="3471" y="3349"/>
                  <a:pt x="3424" y="3363"/>
                </a:cubicBezTo>
                <a:cubicBezTo>
                  <a:pt x="3334" y="3386"/>
                  <a:pt x="3236" y="3380"/>
                  <a:pt x="3145" y="3407"/>
                </a:cubicBezTo>
                <a:cubicBezTo>
                  <a:pt x="3077" y="3427"/>
                  <a:pt x="3006" y="3427"/>
                  <a:pt x="2936" y="3428"/>
                </a:cubicBezTo>
                <a:cubicBezTo>
                  <a:pt x="2875" y="3429"/>
                  <a:pt x="2816" y="3452"/>
                  <a:pt x="2756" y="3461"/>
                </a:cubicBezTo>
                <a:cubicBezTo>
                  <a:pt x="2734" y="3464"/>
                  <a:pt x="2712" y="3467"/>
                  <a:pt x="2689" y="3469"/>
                </a:cubicBezTo>
                <a:cubicBezTo>
                  <a:pt x="2549" y="3448"/>
                  <a:pt x="2409" y="3462"/>
                  <a:pt x="2269" y="3480"/>
                </a:cubicBezTo>
                <a:cubicBezTo>
                  <a:pt x="2119" y="3499"/>
                  <a:pt x="1973" y="3473"/>
                  <a:pt x="1823" y="3464"/>
                </a:cubicBezTo>
                <a:cubicBezTo>
                  <a:pt x="1682" y="3456"/>
                  <a:pt x="1538" y="3453"/>
                  <a:pt x="1395" y="3446"/>
                </a:cubicBezTo>
                <a:cubicBezTo>
                  <a:pt x="1283" y="3443"/>
                  <a:pt x="1172" y="3432"/>
                  <a:pt x="1062" y="3413"/>
                </a:cubicBezTo>
                <a:cubicBezTo>
                  <a:pt x="1058" y="3411"/>
                  <a:pt x="1028" y="3401"/>
                  <a:pt x="1011" y="3395"/>
                </a:cubicBezTo>
                <a:cubicBezTo>
                  <a:pt x="971" y="3366"/>
                  <a:pt x="936" y="3330"/>
                  <a:pt x="909" y="3289"/>
                </a:cubicBezTo>
                <a:cubicBezTo>
                  <a:pt x="907" y="3286"/>
                  <a:pt x="905" y="3283"/>
                  <a:pt x="903" y="3280"/>
                </a:cubicBezTo>
                <a:cubicBezTo>
                  <a:pt x="946" y="3313"/>
                  <a:pt x="1013" y="3326"/>
                  <a:pt x="1059" y="3344"/>
                </a:cubicBezTo>
                <a:cubicBezTo>
                  <a:pt x="1159" y="3382"/>
                  <a:pt x="1289" y="3370"/>
                  <a:pt x="1394" y="3367"/>
                </a:cubicBezTo>
                <a:cubicBezTo>
                  <a:pt x="1398" y="3367"/>
                  <a:pt x="1403" y="3367"/>
                  <a:pt x="1408" y="3367"/>
                </a:cubicBezTo>
                <a:cubicBezTo>
                  <a:pt x="1434" y="3367"/>
                  <a:pt x="1460" y="3368"/>
                  <a:pt x="1485" y="3371"/>
                </a:cubicBezTo>
                <a:cubicBezTo>
                  <a:pt x="1486" y="3371"/>
                  <a:pt x="1487" y="3372"/>
                  <a:pt x="1488" y="3373"/>
                </a:cubicBezTo>
                <a:cubicBezTo>
                  <a:pt x="1490" y="3374"/>
                  <a:pt x="1493" y="3375"/>
                  <a:pt x="1496" y="3375"/>
                </a:cubicBezTo>
                <a:cubicBezTo>
                  <a:pt x="1498" y="3375"/>
                  <a:pt x="1501" y="3374"/>
                  <a:pt x="1503" y="3373"/>
                </a:cubicBezTo>
                <a:lnTo>
                  <a:pt x="1504" y="3372"/>
                </a:lnTo>
                <a:cubicBezTo>
                  <a:pt x="1523" y="3374"/>
                  <a:pt x="1542" y="3376"/>
                  <a:pt x="1561" y="3379"/>
                </a:cubicBezTo>
                <a:cubicBezTo>
                  <a:pt x="1561" y="3379"/>
                  <a:pt x="1561" y="3378"/>
                  <a:pt x="1562" y="3379"/>
                </a:cubicBezTo>
                <a:cubicBezTo>
                  <a:pt x="1564" y="3379"/>
                  <a:pt x="1566" y="3381"/>
                  <a:pt x="1568" y="3381"/>
                </a:cubicBezTo>
                <a:cubicBezTo>
                  <a:pt x="1569" y="3381"/>
                  <a:pt x="1570" y="3381"/>
                  <a:pt x="1572" y="3380"/>
                </a:cubicBezTo>
                <a:lnTo>
                  <a:pt x="1618" y="3386"/>
                </a:lnTo>
                <a:cubicBezTo>
                  <a:pt x="1619" y="3386"/>
                  <a:pt x="1619" y="3387"/>
                  <a:pt x="1619" y="3387"/>
                </a:cubicBezTo>
                <a:cubicBezTo>
                  <a:pt x="1621" y="3388"/>
                  <a:pt x="1624" y="3388"/>
                  <a:pt x="1626" y="3388"/>
                </a:cubicBezTo>
                <a:cubicBezTo>
                  <a:pt x="1627" y="3388"/>
                  <a:pt x="1629" y="3388"/>
                  <a:pt x="1630" y="3388"/>
                </a:cubicBezTo>
                <a:lnTo>
                  <a:pt x="1657" y="3391"/>
                </a:lnTo>
                <a:cubicBezTo>
                  <a:pt x="1657" y="3392"/>
                  <a:pt x="1657" y="3392"/>
                  <a:pt x="1657" y="3392"/>
                </a:cubicBezTo>
                <a:cubicBezTo>
                  <a:pt x="1658" y="3394"/>
                  <a:pt x="1660" y="3395"/>
                  <a:pt x="1662" y="3396"/>
                </a:cubicBezTo>
                <a:cubicBezTo>
                  <a:pt x="1664" y="3397"/>
                  <a:pt x="1666" y="3398"/>
                  <a:pt x="1668" y="3398"/>
                </a:cubicBezTo>
                <a:cubicBezTo>
                  <a:pt x="1670" y="3398"/>
                  <a:pt x="1672" y="3396"/>
                  <a:pt x="1674" y="3396"/>
                </a:cubicBezTo>
                <a:cubicBezTo>
                  <a:pt x="1675" y="3395"/>
                  <a:pt x="1676" y="3395"/>
                  <a:pt x="1677" y="3394"/>
                </a:cubicBezTo>
                <a:lnTo>
                  <a:pt x="1684" y="3394"/>
                </a:lnTo>
                <a:cubicBezTo>
                  <a:pt x="1737" y="3400"/>
                  <a:pt x="1790" y="3399"/>
                  <a:pt x="1843" y="3407"/>
                </a:cubicBezTo>
                <a:cubicBezTo>
                  <a:pt x="1908" y="3417"/>
                  <a:pt x="1976" y="3403"/>
                  <a:pt x="2042" y="3407"/>
                </a:cubicBezTo>
                <a:cubicBezTo>
                  <a:pt x="2117" y="3419"/>
                  <a:pt x="2193" y="3425"/>
                  <a:pt x="2269" y="3426"/>
                </a:cubicBezTo>
                <a:cubicBezTo>
                  <a:pt x="2301" y="3426"/>
                  <a:pt x="2333" y="3424"/>
                  <a:pt x="2366" y="3422"/>
                </a:cubicBezTo>
                <a:cubicBezTo>
                  <a:pt x="2369" y="3425"/>
                  <a:pt x="2376" y="3426"/>
                  <a:pt x="2379" y="3422"/>
                </a:cubicBezTo>
                <a:lnTo>
                  <a:pt x="2380" y="3421"/>
                </a:lnTo>
                <a:lnTo>
                  <a:pt x="2436" y="3418"/>
                </a:lnTo>
                <a:cubicBezTo>
                  <a:pt x="2448" y="3418"/>
                  <a:pt x="2459" y="3419"/>
                  <a:pt x="2470" y="3419"/>
                </a:cubicBezTo>
                <a:cubicBezTo>
                  <a:pt x="2515" y="3419"/>
                  <a:pt x="2576" y="3428"/>
                  <a:pt x="2620" y="3415"/>
                </a:cubicBezTo>
                <a:cubicBezTo>
                  <a:pt x="2663" y="3402"/>
                  <a:pt x="2721" y="3403"/>
                  <a:pt x="2769" y="3402"/>
                </a:cubicBezTo>
                <a:cubicBezTo>
                  <a:pt x="2824" y="3400"/>
                  <a:pt x="2879" y="3391"/>
                  <a:pt x="2934" y="3385"/>
                </a:cubicBezTo>
                <a:cubicBezTo>
                  <a:pt x="2972" y="3382"/>
                  <a:pt x="3010" y="3376"/>
                  <a:pt x="3048" y="3370"/>
                </a:cubicBezTo>
                <a:cubicBezTo>
                  <a:pt x="3048" y="3371"/>
                  <a:pt x="3049" y="3371"/>
                  <a:pt x="3050" y="3371"/>
                </a:cubicBezTo>
                <a:cubicBezTo>
                  <a:pt x="3050" y="3371"/>
                  <a:pt x="3051" y="3371"/>
                  <a:pt x="3051" y="3370"/>
                </a:cubicBezTo>
                <a:cubicBezTo>
                  <a:pt x="3104" y="3362"/>
                  <a:pt x="3156" y="3353"/>
                  <a:pt x="3209" y="3343"/>
                </a:cubicBezTo>
                <a:cubicBezTo>
                  <a:pt x="3273" y="3332"/>
                  <a:pt x="3335" y="3316"/>
                  <a:pt x="3398" y="3300"/>
                </a:cubicBezTo>
                <a:cubicBezTo>
                  <a:pt x="3427" y="3296"/>
                  <a:pt x="3456" y="3289"/>
                  <a:pt x="3484" y="3280"/>
                </a:cubicBezTo>
                <a:cubicBezTo>
                  <a:pt x="3514" y="3276"/>
                  <a:pt x="3545" y="3269"/>
                  <a:pt x="3574" y="3259"/>
                </a:cubicBezTo>
                <a:lnTo>
                  <a:pt x="3575" y="3259"/>
                </a:lnTo>
                <a:cubicBezTo>
                  <a:pt x="3614" y="3251"/>
                  <a:pt x="3668" y="3239"/>
                  <a:pt x="3700" y="3215"/>
                </a:cubicBezTo>
                <a:lnTo>
                  <a:pt x="3714" y="3210"/>
                </a:lnTo>
                <a:cubicBezTo>
                  <a:pt x="3715" y="3211"/>
                  <a:pt x="3714" y="3212"/>
                  <a:pt x="3715" y="3213"/>
                </a:cubicBezTo>
                <a:cubicBezTo>
                  <a:pt x="3716" y="3215"/>
                  <a:pt x="3719" y="3216"/>
                  <a:pt x="3721" y="3218"/>
                </a:cubicBezTo>
                <a:cubicBezTo>
                  <a:pt x="3723" y="3219"/>
                  <a:pt x="3726" y="3220"/>
                  <a:pt x="3728" y="3220"/>
                </a:cubicBezTo>
                <a:cubicBezTo>
                  <a:pt x="3730" y="3220"/>
                  <a:pt x="3731" y="3220"/>
                  <a:pt x="3733" y="3220"/>
                </a:cubicBezTo>
                <a:cubicBezTo>
                  <a:pt x="3747" y="3216"/>
                  <a:pt x="3761" y="3210"/>
                  <a:pt x="3774" y="3202"/>
                </a:cubicBezTo>
                <a:cubicBezTo>
                  <a:pt x="3776" y="3201"/>
                  <a:pt x="3778" y="3200"/>
                  <a:pt x="3780" y="3199"/>
                </a:cubicBezTo>
                <a:lnTo>
                  <a:pt x="3783" y="3197"/>
                </a:lnTo>
                <a:cubicBezTo>
                  <a:pt x="3784" y="3197"/>
                  <a:pt x="3784" y="3197"/>
                  <a:pt x="3784" y="3197"/>
                </a:cubicBezTo>
                <a:cubicBezTo>
                  <a:pt x="3794" y="3191"/>
                  <a:pt x="3805" y="3186"/>
                  <a:pt x="3816" y="3182"/>
                </a:cubicBezTo>
                <a:lnTo>
                  <a:pt x="3820" y="3182"/>
                </a:lnTo>
                <a:lnTo>
                  <a:pt x="3827" y="3180"/>
                </a:lnTo>
                <a:cubicBezTo>
                  <a:pt x="3832" y="3179"/>
                  <a:pt x="3836" y="3178"/>
                  <a:pt x="3841" y="3178"/>
                </a:cubicBezTo>
                <a:cubicBezTo>
                  <a:pt x="3847" y="3177"/>
                  <a:pt x="3853" y="3175"/>
                  <a:pt x="3859" y="3171"/>
                </a:cubicBezTo>
                <a:cubicBezTo>
                  <a:pt x="3861" y="3170"/>
                  <a:pt x="3864" y="3168"/>
                  <a:pt x="3866" y="3167"/>
                </a:cubicBezTo>
                <a:cubicBezTo>
                  <a:pt x="3908" y="3150"/>
                  <a:pt x="3950" y="3127"/>
                  <a:pt x="3990" y="3108"/>
                </a:cubicBezTo>
                <a:cubicBezTo>
                  <a:pt x="4020" y="3093"/>
                  <a:pt x="4050" y="3077"/>
                  <a:pt x="4080" y="3061"/>
                </a:cubicBezTo>
                <a:cubicBezTo>
                  <a:pt x="4082" y="3061"/>
                  <a:pt x="4083" y="3060"/>
                  <a:pt x="4085" y="3059"/>
                </a:cubicBezTo>
                <a:cubicBezTo>
                  <a:pt x="4086" y="3058"/>
                  <a:pt x="4087" y="3057"/>
                  <a:pt x="4088" y="3056"/>
                </a:cubicBezTo>
                <a:lnTo>
                  <a:pt x="4140" y="3027"/>
                </a:lnTo>
                <a:cubicBezTo>
                  <a:pt x="4141" y="3028"/>
                  <a:pt x="4141" y="3029"/>
                  <a:pt x="4143" y="3030"/>
                </a:cubicBezTo>
                <a:cubicBezTo>
                  <a:pt x="4146" y="3031"/>
                  <a:pt x="4149" y="3032"/>
                  <a:pt x="4152" y="3032"/>
                </a:cubicBezTo>
                <a:cubicBezTo>
                  <a:pt x="4155" y="3032"/>
                  <a:pt x="4158" y="3031"/>
                  <a:pt x="4160" y="3030"/>
                </a:cubicBezTo>
                <a:lnTo>
                  <a:pt x="4161" y="3030"/>
                </a:lnTo>
                <a:cubicBezTo>
                  <a:pt x="4169" y="3023"/>
                  <a:pt x="4175" y="3016"/>
                  <a:pt x="4180" y="3007"/>
                </a:cubicBezTo>
                <a:cubicBezTo>
                  <a:pt x="4181" y="3006"/>
                  <a:pt x="4181" y="3005"/>
                  <a:pt x="4182" y="3004"/>
                </a:cubicBezTo>
                <a:cubicBezTo>
                  <a:pt x="4191" y="3000"/>
                  <a:pt x="4200" y="2995"/>
                  <a:pt x="4209" y="2990"/>
                </a:cubicBezTo>
                <a:cubicBezTo>
                  <a:pt x="4216" y="2986"/>
                  <a:pt x="4222" y="2982"/>
                  <a:pt x="4229" y="2978"/>
                </a:cubicBezTo>
                <a:cubicBezTo>
                  <a:pt x="4259" y="2958"/>
                  <a:pt x="4294" y="2916"/>
                  <a:pt x="4326" y="2902"/>
                </a:cubicBezTo>
                <a:cubicBezTo>
                  <a:pt x="4343" y="2894"/>
                  <a:pt x="4359" y="2870"/>
                  <a:pt x="4372" y="2857"/>
                </a:cubicBezTo>
                <a:lnTo>
                  <a:pt x="4393" y="2835"/>
                </a:lnTo>
                <a:cubicBezTo>
                  <a:pt x="4395" y="2834"/>
                  <a:pt x="4396" y="2832"/>
                  <a:pt x="4397" y="2831"/>
                </a:cubicBezTo>
                <a:cubicBezTo>
                  <a:pt x="4408" y="2820"/>
                  <a:pt x="4420" y="2808"/>
                  <a:pt x="4431" y="2796"/>
                </a:cubicBezTo>
                <a:cubicBezTo>
                  <a:pt x="4432" y="2796"/>
                  <a:pt x="4433" y="2795"/>
                  <a:pt x="4434" y="2795"/>
                </a:cubicBezTo>
                <a:cubicBezTo>
                  <a:pt x="4436" y="2794"/>
                  <a:pt x="4437" y="2793"/>
                  <a:pt x="4438" y="2791"/>
                </a:cubicBezTo>
                <a:cubicBezTo>
                  <a:pt x="4438" y="2791"/>
                  <a:pt x="4438" y="2790"/>
                  <a:pt x="4439" y="2789"/>
                </a:cubicBezTo>
                <a:cubicBezTo>
                  <a:pt x="4439" y="2788"/>
                  <a:pt x="4441" y="2786"/>
                  <a:pt x="4442" y="2784"/>
                </a:cubicBezTo>
                <a:cubicBezTo>
                  <a:pt x="4458" y="2767"/>
                  <a:pt x="4473" y="2748"/>
                  <a:pt x="4486" y="2729"/>
                </a:cubicBezTo>
                <a:cubicBezTo>
                  <a:pt x="4492" y="2721"/>
                  <a:pt x="4498" y="2712"/>
                  <a:pt x="4503" y="2703"/>
                </a:cubicBezTo>
                <a:cubicBezTo>
                  <a:pt x="4523" y="2668"/>
                  <a:pt x="4537" y="2630"/>
                  <a:pt x="4545" y="2590"/>
                </a:cubicBezTo>
                <a:cubicBezTo>
                  <a:pt x="4548" y="2586"/>
                  <a:pt x="4551" y="2582"/>
                  <a:pt x="4553" y="2578"/>
                </a:cubicBezTo>
                <a:cubicBezTo>
                  <a:pt x="4553" y="2578"/>
                  <a:pt x="4554" y="2577"/>
                  <a:pt x="4554" y="2576"/>
                </a:cubicBezTo>
                <a:cubicBezTo>
                  <a:pt x="4574" y="2539"/>
                  <a:pt x="4552" y="2470"/>
                  <a:pt x="4546" y="2431"/>
                </a:cubicBezTo>
                <a:cubicBezTo>
                  <a:pt x="4539" y="2391"/>
                  <a:pt x="4503" y="2364"/>
                  <a:pt x="4479" y="2334"/>
                </a:cubicBezTo>
                <a:cubicBezTo>
                  <a:pt x="4439" y="2290"/>
                  <a:pt x="4394" y="2251"/>
                  <a:pt x="4344" y="2218"/>
                </a:cubicBezTo>
                <a:cubicBezTo>
                  <a:pt x="4300" y="2186"/>
                  <a:pt x="4254" y="2157"/>
                  <a:pt x="4211" y="2124"/>
                </a:cubicBezTo>
                <a:cubicBezTo>
                  <a:pt x="4206" y="2121"/>
                  <a:pt x="4201" y="2118"/>
                  <a:pt x="4196" y="2115"/>
                </a:cubicBezTo>
                <a:cubicBezTo>
                  <a:pt x="4164" y="2097"/>
                  <a:pt x="4130" y="2082"/>
                  <a:pt x="4094" y="2071"/>
                </a:cubicBezTo>
                <a:lnTo>
                  <a:pt x="4093" y="2071"/>
                </a:lnTo>
                <a:cubicBezTo>
                  <a:pt x="4079" y="2065"/>
                  <a:pt x="4066" y="2059"/>
                  <a:pt x="4052" y="2052"/>
                </a:cubicBezTo>
                <a:lnTo>
                  <a:pt x="4052" y="2051"/>
                </a:lnTo>
                <a:cubicBezTo>
                  <a:pt x="4050" y="2049"/>
                  <a:pt x="4049" y="2047"/>
                  <a:pt x="4047" y="2046"/>
                </a:cubicBezTo>
                <a:cubicBezTo>
                  <a:pt x="4046" y="2045"/>
                  <a:pt x="4044" y="2045"/>
                  <a:pt x="4043" y="2045"/>
                </a:cubicBezTo>
                <a:lnTo>
                  <a:pt x="4038" y="2045"/>
                </a:lnTo>
                <a:cubicBezTo>
                  <a:pt x="3979" y="2014"/>
                  <a:pt x="3916" y="1993"/>
                  <a:pt x="3850" y="1984"/>
                </a:cubicBezTo>
                <a:cubicBezTo>
                  <a:pt x="3834" y="1982"/>
                  <a:pt x="3819" y="1980"/>
                  <a:pt x="3803" y="1978"/>
                </a:cubicBezTo>
                <a:cubicBezTo>
                  <a:pt x="3758" y="1963"/>
                  <a:pt x="3712" y="1949"/>
                  <a:pt x="3666" y="1939"/>
                </a:cubicBezTo>
                <a:cubicBezTo>
                  <a:pt x="3619" y="1928"/>
                  <a:pt x="3575" y="1929"/>
                  <a:pt x="3531" y="1917"/>
                </a:cubicBezTo>
                <a:cubicBezTo>
                  <a:pt x="3478" y="1903"/>
                  <a:pt x="3426" y="1896"/>
                  <a:pt x="3373" y="1884"/>
                </a:cubicBezTo>
                <a:cubicBezTo>
                  <a:pt x="3311" y="1870"/>
                  <a:pt x="3248" y="1844"/>
                  <a:pt x="3185" y="1835"/>
                </a:cubicBezTo>
                <a:cubicBezTo>
                  <a:pt x="3084" y="1821"/>
                  <a:pt x="2975" y="1800"/>
                  <a:pt x="2872" y="1799"/>
                </a:cubicBezTo>
                <a:cubicBezTo>
                  <a:pt x="2837" y="1799"/>
                  <a:pt x="2801" y="1791"/>
                  <a:pt x="2766" y="1788"/>
                </a:cubicBezTo>
                <a:cubicBezTo>
                  <a:pt x="2721" y="1783"/>
                  <a:pt x="2667" y="1795"/>
                  <a:pt x="2621" y="1788"/>
                </a:cubicBezTo>
                <a:cubicBezTo>
                  <a:pt x="2611" y="1779"/>
                  <a:pt x="2600" y="1770"/>
                  <a:pt x="2589" y="1764"/>
                </a:cubicBezTo>
                <a:cubicBezTo>
                  <a:pt x="2586" y="1762"/>
                  <a:pt x="2583" y="1761"/>
                  <a:pt x="2580" y="1760"/>
                </a:cubicBezTo>
                <a:cubicBezTo>
                  <a:pt x="2569" y="1754"/>
                  <a:pt x="2557" y="1749"/>
                  <a:pt x="2547" y="1745"/>
                </a:cubicBezTo>
                <a:cubicBezTo>
                  <a:pt x="2575" y="1751"/>
                  <a:pt x="2604" y="1755"/>
                  <a:pt x="2633" y="1755"/>
                </a:cubicBezTo>
                <a:cubicBezTo>
                  <a:pt x="2706" y="1751"/>
                  <a:pt x="2785" y="1762"/>
                  <a:pt x="2858" y="1766"/>
                </a:cubicBezTo>
                <a:cubicBezTo>
                  <a:pt x="2915" y="1768"/>
                  <a:pt x="2973" y="1773"/>
                  <a:pt x="3030" y="1781"/>
                </a:cubicBezTo>
                <a:cubicBezTo>
                  <a:pt x="3079" y="1790"/>
                  <a:pt x="3133" y="1813"/>
                  <a:pt x="3184" y="1810"/>
                </a:cubicBezTo>
                <a:cubicBezTo>
                  <a:pt x="3214" y="1809"/>
                  <a:pt x="3246" y="1822"/>
                  <a:pt x="3276" y="1824"/>
                </a:cubicBezTo>
                <a:cubicBezTo>
                  <a:pt x="3313" y="1826"/>
                  <a:pt x="3350" y="1827"/>
                  <a:pt x="3387" y="1830"/>
                </a:cubicBezTo>
                <a:cubicBezTo>
                  <a:pt x="3445" y="1838"/>
                  <a:pt x="3502" y="1851"/>
                  <a:pt x="3558" y="1868"/>
                </a:cubicBezTo>
                <a:cubicBezTo>
                  <a:pt x="3622" y="1884"/>
                  <a:pt x="3698" y="1890"/>
                  <a:pt x="3757" y="1919"/>
                </a:cubicBezTo>
                <a:cubicBezTo>
                  <a:pt x="3781" y="1931"/>
                  <a:pt x="3812" y="1932"/>
                  <a:pt x="3837" y="1941"/>
                </a:cubicBezTo>
                <a:cubicBezTo>
                  <a:pt x="3839" y="1941"/>
                  <a:pt x="3883" y="1955"/>
                  <a:pt x="3912" y="1963"/>
                </a:cubicBezTo>
                <a:cubicBezTo>
                  <a:pt x="3912" y="1964"/>
                  <a:pt x="3912" y="1965"/>
                  <a:pt x="3913" y="1967"/>
                </a:cubicBezTo>
                <a:cubicBezTo>
                  <a:pt x="3914" y="1967"/>
                  <a:pt x="3914" y="1968"/>
                  <a:pt x="3914" y="1968"/>
                </a:cubicBezTo>
                <a:cubicBezTo>
                  <a:pt x="3916" y="1971"/>
                  <a:pt x="3918" y="1973"/>
                  <a:pt x="3920" y="1974"/>
                </a:cubicBezTo>
                <a:cubicBezTo>
                  <a:pt x="3922" y="1975"/>
                  <a:pt x="3924" y="1976"/>
                  <a:pt x="3927" y="1976"/>
                </a:cubicBezTo>
                <a:cubicBezTo>
                  <a:pt x="3929" y="1976"/>
                  <a:pt x="3933" y="1975"/>
                  <a:pt x="3935" y="1974"/>
                </a:cubicBezTo>
                <a:cubicBezTo>
                  <a:pt x="3937" y="1973"/>
                  <a:pt x="3939" y="1971"/>
                  <a:pt x="3940" y="1970"/>
                </a:cubicBezTo>
                <a:cubicBezTo>
                  <a:pt x="3940" y="1970"/>
                  <a:pt x="3940" y="1971"/>
                  <a:pt x="3941" y="1972"/>
                </a:cubicBezTo>
                <a:cubicBezTo>
                  <a:pt x="3942" y="1973"/>
                  <a:pt x="3942" y="1974"/>
                  <a:pt x="3944" y="1975"/>
                </a:cubicBezTo>
                <a:cubicBezTo>
                  <a:pt x="3945" y="1975"/>
                  <a:pt x="3947" y="1977"/>
                  <a:pt x="3949" y="1977"/>
                </a:cubicBezTo>
                <a:cubicBezTo>
                  <a:pt x="3951" y="1977"/>
                  <a:pt x="3952" y="1975"/>
                  <a:pt x="3954" y="1975"/>
                </a:cubicBezTo>
                <a:cubicBezTo>
                  <a:pt x="3955" y="1974"/>
                  <a:pt x="3956" y="1973"/>
                  <a:pt x="3957" y="1972"/>
                </a:cubicBezTo>
                <a:cubicBezTo>
                  <a:pt x="3958" y="1971"/>
                  <a:pt x="3958" y="1970"/>
                  <a:pt x="3958" y="1970"/>
                </a:cubicBezTo>
                <a:cubicBezTo>
                  <a:pt x="3993" y="1986"/>
                  <a:pt x="4028" y="2007"/>
                  <a:pt x="4061" y="2024"/>
                </a:cubicBezTo>
                <a:cubicBezTo>
                  <a:pt x="4118" y="2052"/>
                  <a:pt x="4180" y="2073"/>
                  <a:pt x="4239" y="2098"/>
                </a:cubicBezTo>
                <a:cubicBezTo>
                  <a:pt x="4262" y="2109"/>
                  <a:pt x="4284" y="2120"/>
                  <a:pt x="4306" y="2133"/>
                </a:cubicBezTo>
                <a:cubicBezTo>
                  <a:pt x="4340" y="2153"/>
                  <a:pt x="4374" y="2175"/>
                  <a:pt x="4405" y="2199"/>
                </a:cubicBezTo>
                <a:cubicBezTo>
                  <a:pt x="4412" y="2205"/>
                  <a:pt x="4419" y="2210"/>
                  <a:pt x="4426" y="2216"/>
                </a:cubicBezTo>
                <a:cubicBezTo>
                  <a:pt x="4452" y="2244"/>
                  <a:pt x="4475" y="2275"/>
                  <a:pt x="4499" y="2304"/>
                </a:cubicBezTo>
                <a:cubicBezTo>
                  <a:pt x="4517" y="2327"/>
                  <a:pt x="4533" y="2350"/>
                  <a:pt x="4548" y="2375"/>
                </a:cubicBezTo>
                <a:cubicBezTo>
                  <a:pt x="4559" y="2391"/>
                  <a:pt x="4575" y="2407"/>
                  <a:pt x="4585" y="2425"/>
                </a:cubicBezTo>
                <a:cubicBezTo>
                  <a:pt x="4599" y="2469"/>
                  <a:pt x="4606" y="2514"/>
                  <a:pt x="4606" y="2559"/>
                </a:cubicBezTo>
                <a:cubicBezTo>
                  <a:pt x="4606" y="2571"/>
                  <a:pt x="4605" y="2583"/>
                  <a:pt x="4604" y="2595"/>
                </a:cubicBezTo>
                <a:lnTo>
                  <a:pt x="4604" y="25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5" name="Shape 2145"/>
        <p:cNvGrpSpPr/>
        <p:nvPr/>
      </p:nvGrpSpPr>
      <p:grpSpPr>
        <a:xfrm>
          <a:off x="0" y="0"/>
          <a:ext cx="0" cy="0"/>
          <a:chOff x="0" y="0"/>
          <a:chExt cx="0" cy="0"/>
        </a:xfrm>
      </p:grpSpPr>
      <p:sp>
        <p:nvSpPr>
          <p:cNvPr id="2146" name="Google Shape;2146;p32"/>
          <p:cNvSpPr txBox="1"/>
          <p:nvPr>
            <p:ph type="title"/>
          </p:nvPr>
        </p:nvSpPr>
        <p:spPr>
          <a:xfrm>
            <a:off x="2728050" y="2678875"/>
            <a:ext cx="3687900" cy="146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a:t>
            </a:r>
            <a:endParaRPr/>
          </a:p>
          <a:p>
            <a:pPr indent="0" lvl="0" marL="0" rtl="0" algn="ctr">
              <a:spcBef>
                <a:spcPts val="0"/>
              </a:spcBef>
              <a:spcAft>
                <a:spcPts val="0"/>
              </a:spcAft>
              <a:buNone/>
            </a:pPr>
            <a:r>
              <a:rPr lang="en"/>
              <a:t>of the project</a:t>
            </a:r>
            <a:endParaRPr/>
          </a:p>
        </p:txBody>
      </p:sp>
      <p:sp>
        <p:nvSpPr>
          <p:cNvPr id="2147" name="Google Shape;2147;p32"/>
          <p:cNvSpPr txBox="1"/>
          <p:nvPr>
            <p:ph idx="2" type="title"/>
          </p:nvPr>
        </p:nvSpPr>
        <p:spPr>
          <a:xfrm>
            <a:off x="3834750" y="998525"/>
            <a:ext cx="1474500" cy="119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2148" name="Google Shape;2148;p32"/>
          <p:cNvGrpSpPr/>
          <p:nvPr/>
        </p:nvGrpSpPr>
        <p:grpSpPr>
          <a:xfrm flipH="1">
            <a:off x="-2300174" y="1958939"/>
            <a:ext cx="4332272" cy="5143556"/>
            <a:chOff x="7855920" y="2772000"/>
            <a:chExt cx="2108880" cy="2503800"/>
          </a:xfrm>
        </p:grpSpPr>
        <p:sp>
          <p:nvSpPr>
            <p:cNvPr id="2149" name="Google Shape;2149;p32"/>
            <p:cNvSpPr/>
            <p:nvPr/>
          </p:nvSpPr>
          <p:spPr>
            <a:xfrm>
              <a:off x="7925760" y="2772000"/>
              <a:ext cx="609840" cy="891000"/>
            </a:xfrm>
            <a:custGeom>
              <a:rect b="b" l="l" r="r" t="t"/>
              <a:pathLst>
                <a:path extrusionOk="0" h="2475" w="1694">
                  <a:moveTo>
                    <a:pt x="89" y="767"/>
                  </a:moveTo>
                  <a:cubicBezTo>
                    <a:pt x="117" y="783"/>
                    <a:pt x="149" y="793"/>
                    <a:pt x="182" y="795"/>
                  </a:cubicBezTo>
                  <a:cubicBezTo>
                    <a:pt x="168" y="799"/>
                    <a:pt x="155" y="805"/>
                    <a:pt x="142" y="812"/>
                  </a:cubicBezTo>
                  <a:cubicBezTo>
                    <a:pt x="133" y="817"/>
                    <a:pt x="125" y="822"/>
                    <a:pt x="118" y="829"/>
                  </a:cubicBezTo>
                  <a:cubicBezTo>
                    <a:pt x="78" y="857"/>
                    <a:pt x="41" y="898"/>
                    <a:pt x="43" y="949"/>
                  </a:cubicBezTo>
                  <a:lnTo>
                    <a:pt x="42" y="950"/>
                  </a:lnTo>
                  <a:cubicBezTo>
                    <a:pt x="42" y="951"/>
                    <a:pt x="43" y="953"/>
                    <a:pt x="44" y="954"/>
                  </a:cubicBezTo>
                  <a:cubicBezTo>
                    <a:pt x="45" y="956"/>
                    <a:pt x="45" y="957"/>
                    <a:pt x="47" y="958"/>
                  </a:cubicBezTo>
                  <a:cubicBezTo>
                    <a:pt x="49" y="959"/>
                    <a:pt x="50" y="959"/>
                    <a:pt x="52" y="959"/>
                  </a:cubicBezTo>
                  <a:cubicBezTo>
                    <a:pt x="53" y="959"/>
                    <a:pt x="54" y="959"/>
                    <a:pt x="56" y="958"/>
                  </a:cubicBezTo>
                  <a:cubicBezTo>
                    <a:pt x="61" y="956"/>
                    <a:pt x="64" y="955"/>
                    <a:pt x="67" y="951"/>
                  </a:cubicBezTo>
                  <a:cubicBezTo>
                    <a:pt x="67" y="949"/>
                    <a:pt x="68" y="948"/>
                    <a:pt x="69" y="947"/>
                  </a:cubicBezTo>
                  <a:cubicBezTo>
                    <a:pt x="71" y="943"/>
                    <a:pt x="73" y="940"/>
                    <a:pt x="76" y="936"/>
                  </a:cubicBezTo>
                  <a:cubicBezTo>
                    <a:pt x="99" y="930"/>
                    <a:pt x="135" y="946"/>
                    <a:pt x="156" y="951"/>
                  </a:cubicBezTo>
                  <a:cubicBezTo>
                    <a:pt x="168" y="953"/>
                    <a:pt x="179" y="954"/>
                    <a:pt x="190" y="954"/>
                  </a:cubicBezTo>
                  <a:cubicBezTo>
                    <a:pt x="197" y="954"/>
                    <a:pt x="203" y="954"/>
                    <a:pt x="209" y="953"/>
                  </a:cubicBezTo>
                  <a:cubicBezTo>
                    <a:pt x="224" y="952"/>
                    <a:pt x="238" y="947"/>
                    <a:pt x="251" y="940"/>
                  </a:cubicBezTo>
                  <a:cubicBezTo>
                    <a:pt x="254" y="939"/>
                    <a:pt x="257" y="937"/>
                    <a:pt x="259" y="935"/>
                  </a:cubicBezTo>
                  <a:cubicBezTo>
                    <a:pt x="268" y="941"/>
                    <a:pt x="277" y="926"/>
                    <a:pt x="283" y="914"/>
                  </a:cubicBezTo>
                  <a:cubicBezTo>
                    <a:pt x="284" y="916"/>
                    <a:pt x="285" y="919"/>
                    <a:pt x="286" y="921"/>
                  </a:cubicBezTo>
                  <a:cubicBezTo>
                    <a:pt x="285" y="934"/>
                    <a:pt x="284" y="948"/>
                    <a:pt x="283" y="962"/>
                  </a:cubicBezTo>
                  <a:cubicBezTo>
                    <a:pt x="275" y="1017"/>
                    <a:pt x="257" y="1071"/>
                    <a:pt x="230" y="1119"/>
                  </a:cubicBezTo>
                  <a:cubicBezTo>
                    <a:pt x="226" y="1126"/>
                    <a:pt x="221" y="1132"/>
                    <a:pt x="217" y="1139"/>
                  </a:cubicBezTo>
                  <a:cubicBezTo>
                    <a:pt x="189" y="1178"/>
                    <a:pt x="143" y="1209"/>
                    <a:pt x="125" y="1256"/>
                  </a:cubicBezTo>
                  <a:cubicBezTo>
                    <a:pt x="112" y="1290"/>
                    <a:pt x="104" y="1325"/>
                    <a:pt x="99" y="1361"/>
                  </a:cubicBezTo>
                  <a:cubicBezTo>
                    <a:pt x="90" y="1429"/>
                    <a:pt x="116" y="1499"/>
                    <a:pt x="138" y="1562"/>
                  </a:cubicBezTo>
                  <a:cubicBezTo>
                    <a:pt x="150" y="1595"/>
                    <a:pt x="146" y="1629"/>
                    <a:pt x="164" y="1661"/>
                  </a:cubicBezTo>
                  <a:cubicBezTo>
                    <a:pt x="183" y="1696"/>
                    <a:pt x="180" y="1733"/>
                    <a:pt x="192" y="1770"/>
                  </a:cubicBezTo>
                  <a:cubicBezTo>
                    <a:pt x="184" y="1816"/>
                    <a:pt x="192" y="1862"/>
                    <a:pt x="238" y="1892"/>
                  </a:cubicBezTo>
                  <a:cubicBezTo>
                    <a:pt x="239" y="1893"/>
                    <a:pt x="240" y="1893"/>
                    <a:pt x="242" y="1894"/>
                  </a:cubicBezTo>
                  <a:cubicBezTo>
                    <a:pt x="261" y="1905"/>
                    <a:pt x="283" y="1911"/>
                    <a:pt x="305" y="1911"/>
                  </a:cubicBezTo>
                  <a:cubicBezTo>
                    <a:pt x="306" y="1911"/>
                    <a:pt x="306" y="1911"/>
                    <a:pt x="307" y="1911"/>
                  </a:cubicBezTo>
                  <a:lnTo>
                    <a:pt x="328" y="1911"/>
                  </a:lnTo>
                  <a:cubicBezTo>
                    <a:pt x="329" y="1912"/>
                    <a:pt x="329" y="1912"/>
                    <a:pt x="330" y="1912"/>
                  </a:cubicBezTo>
                  <a:cubicBezTo>
                    <a:pt x="331" y="1912"/>
                    <a:pt x="331" y="1912"/>
                    <a:pt x="332" y="1911"/>
                  </a:cubicBezTo>
                  <a:cubicBezTo>
                    <a:pt x="347" y="1911"/>
                    <a:pt x="363" y="1909"/>
                    <a:pt x="378" y="1905"/>
                  </a:cubicBezTo>
                  <a:cubicBezTo>
                    <a:pt x="363" y="1917"/>
                    <a:pt x="350" y="1929"/>
                    <a:pt x="338" y="1943"/>
                  </a:cubicBezTo>
                  <a:cubicBezTo>
                    <a:pt x="302" y="1978"/>
                    <a:pt x="267" y="2015"/>
                    <a:pt x="234" y="2053"/>
                  </a:cubicBezTo>
                  <a:cubicBezTo>
                    <a:pt x="176" y="2119"/>
                    <a:pt x="167" y="2207"/>
                    <a:pt x="167" y="2290"/>
                  </a:cubicBezTo>
                  <a:cubicBezTo>
                    <a:pt x="167" y="2291"/>
                    <a:pt x="167" y="2293"/>
                    <a:pt x="168" y="2294"/>
                  </a:cubicBezTo>
                  <a:cubicBezTo>
                    <a:pt x="149" y="2345"/>
                    <a:pt x="140" y="2399"/>
                    <a:pt x="140" y="2453"/>
                  </a:cubicBezTo>
                  <a:cubicBezTo>
                    <a:pt x="140" y="2458"/>
                    <a:pt x="140" y="2462"/>
                    <a:pt x="140" y="2467"/>
                  </a:cubicBezTo>
                  <a:cubicBezTo>
                    <a:pt x="140" y="2474"/>
                    <a:pt x="150" y="2472"/>
                    <a:pt x="150" y="2467"/>
                  </a:cubicBezTo>
                  <a:cubicBezTo>
                    <a:pt x="152" y="2424"/>
                    <a:pt x="186" y="2378"/>
                    <a:pt x="206" y="2342"/>
                  </a:cubicBezTo>
                  <a:cubicBezTo>
                    <a:pt x="209" y="2337"/>
                    <a:pt x="211" y="2332"/>
                    <a:pt x="214" y="2327"/>
                  </a:cubicBezTo>
                  <a:cubicBezTo>
                    <a:pt x="239" y="2283"/>
                    <a:pt x="269" y="2242"/>
                    <a:pt x="303" y="2204"/>
                  </a:cubicBezTo>
                  <a:cubicBezTo>
                    <a:pt x="336" y="2166"/>
                    <a:pt x="303" y="2203"/>
                    <a:pt x="303" y="2204"/>
                  </a:cubicBezTo>
                  <a:cubicBezTo>
                    <a:pt x="256" y="2252"/>
                    <a:pt x="223" y="2310"/>
                    <a:pt x="182" y="2363"/>
                  </a:cubicBezTo>
                  <a:cubicBezTo>
                    <a:pt x="177" y="2370"/>
                    <a:pt x="173" y="2377"/>
                    <a:pt x="169" y="2384"/>
                  </a:cubicBezTo>
                  <a:cubicBezTo>
                    <a:pt x="163" y="2394"/>
                    <a:pt x="158" y="2404"/>
                    <a:pt x="154" y="2414"/>
                  </a:cubicBezTo>
                  <a:cubicBezTo>
                    <a:pt x="158" y="2375"/>
                    <a:pt x="168" y="2336"/>
                    <a:pt x="182" y="2298"/>
                  </a:cubicBezTo>
                  <a:cubicBezTo>
                    <a:pt x="182" y="2298"/>
                    <a:pt x="181" y="2298"/>
                    <a:pt x="182" y="2297"/>
                  </a:cubicBezTo>
                  <a:cubicBezTo>
                    <a:pt x="183" y="2296"/>
                    <a:pt x="183" y="2296"/>
                    <a:pt x="183" y="2295"/>
                  </a:cubicBezTo>
                  <a:cubicBezTo>
                    <a:pt x="192" y="2271"/>
                    <a:pt x="204" y="2247"/>
                    <a:pt x="217" y="2225"/>
                  </a:cubicBezTo>
                  <a:cubicBezTo>
                    <a:pt x="236" y="2191"/>
                    <a:pt x="260" y="2159"/>
                    <a:pt x="287" y="2130"/>
                  </a:cubicBezTo>
                  <a:cubicBezTo>
                    <a:pt x="327" y="2088"/>
                    <a:pt x="359" y="2038"/>
                    <a:pt x="405" y="2002"/>
                  </a:cubicBezTo>
                  <a:cubicBezTo>
                    <a:pt x="459" y="1962"/>
                    <a:pt x="507" y="1915"/>
                    <a:pt x="547" y="1862"/>
                  </a:cubicBezTo>
                  <a:cubicBezTo>
                    <a:pt x="548" y="1860"/>
                    <a:pt x="545" y="1857"/>
                    <a:pt x="543" y="1859"/>
                  </a:cubicBezTo>
                  <a:cubicBezTo>
                    <a:pt x="469" y="1952"/>
                    <a:pt x="356" y="2009"/>
                    <a:pt x="290" y="2110"/>
                  </a:cubicBezTo>
                  <a:cubicBezTo>
                    <a:pt x="272" y="2137"/>
                    <a:pt x="247" y="2167"/>
                    <a:pt x="227" y="2193"/>
                  </a:cubicBezTo>
                  <a:cubicBezTo>
                    <a:pt x="217" y="2206"/>
                    <a:pt x="208" y="2220"/>
                    <a:pt x="200" y="2234"/>
                  </a:cubicBezTo>
                  <a:cubicBezTo>
                    <a:pt x="195" y="2244"/>
                    <a:pt x="189" y="2253"/>
                    <a:pt x="185" y="2263"/>
                  </a:cubicBezTo>
                  <a:cubicBezTo>
                    <a:pt x="188" y="2181"/>
                    <a:pt x="207" y="2106"/>
                    <a:pt x="265" y="2041"/>
                  </a:cubicBezTo>
                  <a:cubicBezTo>
                    <a:pt x="290" y="2015"/>
                    <a:pt x="314" y="1989"/>
                    <a:pt x="338" y="1963"/>
                  </a:cubicBezTo>
                  <a:cubicBezTo>
                    <a:pt x="347" y="1953"/>
                    <a:pt x="378" y="1913"/>
                    <a:pt x="393" y="1908"/>
                  </a:cubicBezTo>
                  <a:cubicBezTo>
                    <a:pt x="394" y="1908"/>
                    <a:pt x="394" y="1908"/>
                    <a:pt x="395" y="1907"/>
                  </a:cubicBezTo>
                  <a:cubicBezTo>
                    <a:pt x="396" y="1906"/>
                    <a:pt x="395" y="1905"/>
                    <a:pt x="395" y="1905"/>
                  </a:cubicBezTo>
                  <a:cubicBezTo>
                    <a:pt x="395" y="1904"/>
                    <a:pt x="395" y="1904"/>
                    <a:pt x="395" y="1903"/>
                  </a:cubicBezTo>
                  <a:lnTo>
                    <a:pt x="394" y="1903"/>
                  </a:lnTo>
                  <a:cubicBezTo>
                    <a:pt x="397" y="1902"/>
                    <a:pt x="400" y="1900"/>
                    <a:pt x="403" y="1899"/>
                  </a:cubicBezTo>
                  <a:cubicBezTo>
                    <a:pt x="404" y="1898"/>
                    <a:pt x="405" y="1898"/>
                    <a:pt x="406" y="1897"/>
                  </a:cubicBezTo>
                  <a:cubicBezTo>
                    <a:pt x="455" y="1864"/>
                    <a:pt x="476" y="1790"/>
                    <a:pt x="500" y="1738"/>
                  </a:cubicBezTo>
                  <a:cubicBezTo>
                    <a:pt x="523" y="1687"/>
                    <a:pt x="540" y="1637"/>
                    <a:pt x="561" y="1588"/>
                  </a:cubicBezTo>
                  <a:cubicBezTo>
                    <a:pt x="580" y="1554"/>
                    <a:pt x="596" y="1519"/>
                    <a:pt x="609" y="1482"/>
                  </a:cubicBezTo>
                  <a:cubicBezTo>
                    <a:pt x="618" y="1449"/>
                    <a:pt x="627" y="1413"/>
                    <a:pt x="634" y="1376"/>
                  </a:cubicBezTo>
                  <a:cubicBezTo>
                    <a:pt x="634" y="1380"/>
                    <a:pt x="634" y="1383"/>
                    <a:pt x="634" y="1387"/>
                  </a:cubicBezTo>
                  <a:cubicBezTo>
                    <a:pt x="634" y="1419"/>
                    <a:pt x="636" y="1451"/>
                    <a:pt x="640" y="1482"/>
                  </a:cubicBezTo>
                  <a:cubicBezTo>
                    <a:pt x="644" y="1510"/>
                    <a:pt x="646" y="1538"/>
                    <a:pt x="646" y="1565"/>
                  </a:cubicBezTo>
                  <a:cubicBezTo>
                    <a:pt x="646" y="1577"/>
                    <a:pt x="646" y="1589"/>
                    <a:pt x="645" y="1600"/>
                  </a:cubicBezTo>
                  <a:cubicBezTo>
                    <a:pt x="641" y="1615"/>
                    <a:pt x="638" y="1630"/>
                    <a:pt x="636" y="1645"/>
                  </a:cubicBezTo>
                  <a:cubicBezTo>
                    <a:pt x="636" y="1647"/>
                    <a:pt x="639" y="1647"/>
                    <a:pt x="639" y="1645"/>
                  </a:cubicBezTo>
                  <a:cubicBezTo>
                    <a:pt x="644" y="1631"/>
                    <a:pt x="653" y="1617"/>
                    <a:pt x="658" y="1602"/>
                  </a:cubicBezTo>
                  <a:cubicBezTo>
                    <a:pt x="660" y="1588"/>
                    <a:pt x="661" y="1574"/>
                    <a:pt x="661" y="1559"/>
                  </a:cubicBezTo>
                  <a:cubicBezTo>
                    <a:pt x="661" y="1545"/>
                    <a:pt x="660" y="1531"/>
                    <a:pt x="658" y="1516"/>
                  </a:cubicBezTo>
                  <a:cubicBezTo>
                    <a:pt x="654" y="1452"/>
                    <a:pt x="642" y="1390"/>
                    <a:pt x="640" y="1326"/>
                  </a:cubicBezTo>
                  <a:cubicBezTo>
                    <a:pt x="641" y="1315"/>
                    <a:pt x="642" y="1303"/>
                    <a:pt x="643" y="1292"/>
                  </a:cubicBezTo>
                  <a:cubicBezTo>
                    <a:pt x="655" y="1275"/>
                    <a:pt x="671" y="1260"/>
                    <a:pt x="689" y="1249"/>
                  </a:cubicBezTo>
                  <a:cubicBezTo>
                    <a:pt x="706" y="1238"/>
                    <a:pt x="710" y="1207"/>
                    <a:pt x="717" y="1191"/>
                  </a:cubicBezTo>
                  <a:cubicBezTo>
                    <a:pt x="737" y="1147"/>
                    <a:pt x="787" y="1106"/>
                    <a:pt x="817" y="1069"/>
                  </a:cubicBezTo>
                  <a:cubicBezTo>
                    <a:pt x="842" y="1039"/>
                    <a:pt x="866" y="928"/>
                    <a:pt x="801" y="934"/>
                  </a:cubicBezTo>
                  <a:cubicBezTo>
                    <a:pt x="802" y="932"/>
                    <a:pt x="802" y="930"/>
                    <a:pt x="802" y="928"/>
                  </a:cubicBezTo>
                  <a:cubicBezTo>
                    <a:pt x="802" y="926"/>
                    <a:pt x="802" y="924"/>
                    <a:pt x="801" y="922"/>
                  </a:cubicBezTo>
                  <a:cubicBezTo>
                    <a:pt x="800" y="910"/>
                    <a:pt x="794" y="889"/>
                    <a:pt x="778" y="893"/>
                  </a:cubicBezTo>
                  <a:cubicBezTo>
                    <a:pt x="779" y="887"/>
                    <a:pt x="780" y="882"/>
                    <a:pt x="783" y="877"/>
                  </a:cubicBezTo>
                  <a:cubicBezTo>
                    <a:pt x="787" y="871"/>
                    <a:pt x="792" y="866"/>
                    <a:pt x="798" y="863"/>
                  </a:cubicBezTo>
                  <a:cubicBezTo>
                    <a:pt x="820" y="847"/>
                    <a:pt x="831" y="837"/>
                    <a:pt x="822" y="810"/>
                  </a:cubicBezTo>
                  <a:lnTo>
                    <a:pt x="822" y="808"/>
                  </a:lnTo>
                  <a:cubicBezTo>
                    <a:pt x="823" y="809"/>
                    <a:pt x="824" y="811"/>
                    <a:pt x="825" y="812"/>
                  </a:cubicBezTo>
                  <a:cubicBezTo>
                    <a:pt x="832" y="825"/>
                    <a:pt x="838" y="838"/>
                    <a:pt x="843" y="851"/>
                  </a:cubicBezTo>
                  <a:cubicBezTo>
                    <a:pt x="848" y="866"/>
                    <a:pt x="854" y="879"/>
                    <a:pt x="861" y="893"/>
                  </a:cubicBezTo>
                  <a:cubicBezTo>
                    <a:pt x="869" y="907"/>
                    <a:pt x="878" y="920"/>
                    <a:pt x="889" y="932"/>
                  </a:cubicBezTo>
                  <a:cubicBezTo>
                    <a:pt x="890" y="935"/>
                    <a:pt x="894" y="935"/>
                    <a:pt x="894" y="931"/>
                  </a:cubicBezTo>
                  <a:cubicBezTo>
                    <a:pt x="894" y="905"/>
                    <a:pt x="871" y="878"/>
                    <a:pt x="862" y="855"/>
                  </a:cubicBezTo>
                  <a:cubicBezTo>
                    <a:pt x="855" y="838"/>
                    <a:pt x="848" y="822"/>
                    <a:pt x="839" y="805"/>
                  </a:cubicBezTo>
                  <a:cubicBezTo>
                    <a:pt x="826" y="785"/>
                    <a:pt x="812" y="766"/>
                    <a:pt x="796" y="750"/>
                  </a:cubicBezTo>
                  <a:cubicBezTo>
                    <a:pt x="795" y="749"/>
                    <a:pt x="795" y="749"/>
                    <a:pt x="795" y="749"/>
                  </a:cubicBezTo>
                  <a:lnTo>
                    <a:pt x="794" y="749"/>
                  </a:lnTo>
                  <a:lnTo>
                    <a:pt x="793" y="749"/>
                  </a:lnTo>
                  <a:lnTo>
                    <a:pt x="793" y="750"/>
                  </a:lnTo>
                  <a:lnTo>
                    <a:pt x="793" y="751"/>
                  </a:lnTo>
                  <a:cubicBezTo>
                    <a:pt x="798" y="764"/>
                    <a:pt x="803" y="775"/>
                    <a:pt x="810" y="787"/>
                  </a:cubicBezTo>
                  <a:cubicBezTo>
                    <a:pt x="811" y="788"/>
                    <a:pt x="811" y="789"/>
                    <a:pt x="812" y="791"/>
                  </a:cubicBezTo>
                  <a:cubicBezTo>
                    <a:pt x="787" y="761"/>
                    <a:pt x="728" y="766"/>
                    <a:pt x="701" y="788"/>
                  </a:cubicBezTo>
                  <a:cubicBezTo>
                    <a:pt x="699" y="789"/>
                    <a:pt x="701" y="792"/>
                    <a:pt x="704" y="791"/>
                  </a:cubicBezTo>
                  <a:cubicBezTo>
                    <a:pt x="737" y="773"/>
                    <a:pt x="808" y="776"/>
                    <a:pt x="812" y="824"/>
                  </a:cubicBezTo>
                  <a:cubicBezTo>
                    <a:pt x="813" y="838"/>
                    <a:pt x="777" y="857"/>
                    <a:pt x="768" y="866"/>
                  </a:cubicBezTo>
                  <a:cubicBezTo>
                    <a:pt x="758" y="875"/>
                    <a:pt x="762" y="887"/>
                    <a:pt x="762" y="898"/>
                  </a:cubicBezTo>
                  <a:cubicBezTo>
                    <a:pt x="743" y="907"/>
                    <a:pt x="724" y="909"/>
                    <a:pt x="705" y="919"/>
                  </a:cubicBezTo>
                  <a:cubicBezTo>
                    <a:pt x="705" y="920"/>
                    <a:pt x="704" y="920"/>
                    <a:pt x="704" y="920"/>
                  </a:cubicBezTo>
                  <a:cubicBezTo>
                    <a:pt x="692" y="927"/>
                    <a:pt x="683" y="936"/>
                    <a:pt x="675" y="946"/>
                  </a:cubicBezTo>
                  <a:cubicBezTo>
                    <a:pt x="678" y="931"/>
                    <a:pt x="675" y="916"/>
                    <a:pt x="679" y="901"/>
                  </a:cubicBezTo>
                  <a:cubicBezTo>
                    <a:pt x="680" y="898"/>
                    <a:pt x="681" y="894"/>
                    <a:pt x="681" y="890"/>
                  </a:cubicBezTo>
                  <a:cubicBezTo>
                    <a:pt x="681" y="884"/>
                    <a:pt x="679" y="879"/>
                    <a:pt x="676" y="874"/>
                  </a:cubicBezTo>
                  <a:cubicBezTo>
                    <a:pt x="676" y="873"/>
                    <a:pt x="675" y="872"/>
                    <a:pt x="675" y="871"/>
                  </a:cubicBezTo>
                  <a:lnTo>
                    <a:pt x="674" y="871"/>
                  </a:lnTo>
                  <a:lnTo>
                    <a:pt x="673" y="871"/>
                  </a:lnTo>
                  <a:lnTo>
                    <a:pt x="672" y="871"/>
                  </a:lnTo>
                  <a:cubicBezTo>
                    <a:pt x="672" y="871"/>
                    <a:pt x="673" y="871"/>
                    <a:pt x="672" y="872"/>
                  </a:cubicBezTo>
                  <a:cubicBezTo>
                    <a:pt x="671" y="873"/>
                    <a:pt x="671" y="872"/>
                    <a:pt x="671" y="872"/>
                  </a:cubicBezTo>
                  <a:cubicBezTo>
                    <a:pt x="671" y="873"/>
                    <a:pt x="671" y="873"/>
                    <a:pt x="671" y="874"/>
                  </a:cubicBezTo>
                  <a:cubicBezTo>
                    <a:pt x="671" y="886"/>
                    <a:pt x="671" y="898"/>
                    <a:pt x="670" y="909"/>
                  </a:cubicBezTo>
                  <a:cubicBezTo>
                    <a:pt x="669" y="914"/>
                    <a:pt x="669" y="918"/>
                    <a:pt x="669" y="923"/>
                  </a:cubicBezTo>
                  <a:cubicBezTo>
                    <a:pt x="669" y="931"/>
                    <a:pt x="670" y="939"/>
                    <a:pt x="671" y="947"/>
                  </a:cubicBezTo>
                  <a:cubicBezTo>
                    <a:pt x="671" y="948"/>
                    <a:pt x="673" y="948"/>
                    <a:pt x="674" y="947"/>
                  </a:cubicBezTo>
                  <a:cubicBezTo>
                    <a:pt x="670" y="953"/>
                    <a:pt x="666" y="959"/>
                    <a:pt x="662" y="966"/>
                  </a:cubicBezTo>
                  <a:cubicBezTo>
                    <a:pt x="661" y="968"/>
                    <a:pt x="660" y="969"/>
                    <a:pt x="659" y="971"/>
                  </a:cubicBezTo>
                  <a:cubicBezTo>
                    <a:pt x="648" y="995"/>
                    <a:pt x="642" y="1020"/>
                    <a:pt x="640" y="1045"/>
                  </a:cubicBezTo>
                  <a:cubicBezTo>
                    <a:pt x="639" y="1045"/>
                    <a:pt x="638" y="1044"/>
                    <a:pt x="637" y="1044"/>
                  </a:cubicBezTo>
                  <a:cubicBezTo>
                    <a:pt x="636" y="1044"/>
                    <a:pt x="635" y="1045"/>
                    <a:pt x="634" y="1045"/>
                  </a:cubicBezTo>
                  <a:cubicBezTo>
                    <a:pt x="626" y="1051"/>
                    <a:pt x="624" y="1058"/>
                    <a:pt x="619" y="1066"/>
                  </a:cubicBezTo>
                  <a:cubicBezTo>
                    <a:pt x="616" y="1071"/>
                    <a:pt x="612" y="1076"/>
                    <a:pt x="608" y="1080"/>
                  </a:cubicBezTo>
                  <a:lnTo>
                    <a:pt x="600" y="1080"/>
                  </a:lnTo>
                  <a:cubicBezTo>
                    <a:pt x="587" y="1080"/>
                    <a:pt x="575" y="1083"/>
                    <a:pt x="562" y="1082"/>
                  </a:cubicBezTo>
                  <a:cubicBezTo>
                    <a:pt x="545" y="1082"/>
                    <a:pt x="537" y="1057"/>
                    <a:pt x="519" y="1056"/>
                  </a:cubicBezTo>
                  <a:cubicBezTo>
                    <a:pt x="492" y="1030"/>
                    <a:pt x="468" y="992"/>
                    <a:pt x="448" y="969"/>
                  </a:cubicBezTo>
                  <a:cubicBezTo>
                    <a:pt x="411" y="926"/>
                    <a:pt x="362" y="852"/>
                    <a:pt x="296" y="863"/>
                  </a:cubicBezTo>
                  <a:cubicBezTo>
                    <a:pt x="295" y="863"/>
                    <a:pt x="294" y="864"/>
                    <a:pt x="294" y="864"/>
                  </a:cubicBezTo>
                  <a:cubicBezTo>
                    <a:pt x="293" y="864"/>
                    <a:pt x="292" y="865"/>
                    <a:pt x="292" y="865"/>
                  </a:cubicBezTo>
                  <a:cubicBezTo>
                    <a:pt x="290" y="862"/>
                    <a:pt x="289" y="859"/>
                    <a:pt x="287" y="856"/>
                  </a:cubicBezTo>
                  <a:cubicBezTo>
                    <a:pt x="286" y="855"/>
                    <a:pt x="286" y="854"/>
                    <a:pt x="285" y="853"/>
                  </a:cubicBezTo>
                  <a:cubicBezTo>
                    <a:pt x="283" y="847"/>
                    <a:pt x="282" y="840"/>
                    <a:pt x="282" y="833"/>
                  </a:cubicBezTo>
                  <a:cubicBezTo>
                    <a:pt x="281" y="829"/>
                    <a:pt x="279" y="825"/>
                    <a:pt x="277" y="821"/>
                  </a:cubicBezTo>
                  <a:cubicBezTo>
                    <a:pt x="276" y="820"/>
                    <a:pt x="275" y="819"/>
                    <a:pt x="275" y="818"/>
                  </a:cubicBezTo>
                  <a:lnTo>
                    <a:pt x="276" y="818"/>
                  </a:lnTo>
                  <a:cubicBezTo>
                    <a:pt x="280" y="819"/>
                    <a:pt x="282" y="813"/>
                    <a:pt x="278" y="812"/>
                  </a:cubicBezTo>
                  <a:lnTo>
                    <a:pt x="266" y="808"/>
                  </a:lnTo>
                  <a:cubicBezTo>
                    <a:pt x="264" y="807"/>
                    <a:pt x="263" y="806"/>
                    <a:pt x="262" y="805"/>
                  </a:cubicBezTo>
                  <a:cubicBezTo>
                    <a:pt x="261" y="805"/>
                    <a:pt x="261" y="805"/>
                    <a:pt x="261" y="805"/>
                  </a:cubicBezTo>
                  <a:cubicBezTo>
                    <a:pt x="260" y="804"/>
                    <a:pt x="259" y="804"/>
                    <a:pt x="258" y="804"/>
                  </a:cubicBezTo>
                  <a:cubicBezTo>
                    <a:pt x="258" y="804"/>
                    <a:pt x="257" y="804"/>
                    <a:pt x="256" y="805"/>
                  </a:cubicBezTo>
                  <a:lnTo>
                    <a:pt x="255" y="805"/>
                  </a:lnTo>
                  <a:cubicBezTo>
                    <a:pt x="242" y="801"/>
                    <a:pt x="229" y="799"/>
                    <a:pt x="216" y="796"/>
                  </a:cubicBezTo>
                  <a:lnTo>
                    <a:pt x="215" y="796"/>
                  </a:lnTo>
                  <a:cubicBezTo>
                    <a:pt x="220" y="796"/>
                    <a:pt x="225" y="796"/>
                    <a:pt x="230" y="794"/>
                  </a:cubicBezTo>
                  <a:cubicBezTo>
                    <a:pt x="231" y="794"/>
                    <a:pt x="231" y="795"/>
                    <a:pt x="231" y="795"/>
                  </a:cubicBezTo>
                  <a:cubicBezTo>
                    <a:pt x="231" y="795"/>
                    <a:pt x="231" y="796"/>
                    <a:pt x="232" y="796"/>
                  </a:cubicBezTo>
                  <a:cubicBezTo>
                    <a:pt x="264" y="805"/>
                    <a:pt x="287" y="791"/>
                    <a:pt x="316" y="777"/>
                  </a:cubicBezTo>
                  <a:cubicBezTo>
                    <a:pt x="344" y="763"/>
                    <a:pt x="353" y="729"/>
                    <a:pt x="381" y="713"/>
                  </a:cubicBezTo>
                  <a:cubicBezTo>
                    <a:pt x="391" y="707"/>
                    <a:pt x="399" y="688"/>
                    <a:pt x="404" y="680"/>
                  </a:cubicBezTo>
                  <a:cubicBezTo>
                    <a:pt x="424" y="651"/>
                    <a:pt x="450" y="649"/>
                    <a:pt x="474" y="631"/>
                  </a:cubicBezTo>
                  <a:cubicBezTo>
                    <a:pt x="481" y="626"/>
                    <a:pt x="487" y="620"/>
                    <a:pt x="491" y="613"/>
                  </a:cubicBezTo>
                  <a:cubicBezTo>
                    <a:pt x="495" y="605"/>
                    <a:pt x="498" y="597"/>
                    <a:pt x="498" y="588"/>
                  </a:cubicBezTo>
                  <a:cubicBezTo>
                    <a:pt x="499" y="588"/>
                    <a:pt x="499" y="588"/>
                    <a:pt x="500" y="587"/>
                  </a:cubicBezTo>
                  <a:cubicBezTo>
                    <a:pt x="503" y="585"/>
                    <a:pt x="506" y="584"/>
                    <a:pt x="510" y="582"/>
                  </a:cubicBezTo>
                  <a:lnTo>
                    <a:pt x="507" y="585"/>
                  </a:lnTo>
                  <a:lnTo>
                    <a:pt x="506" y="586"/>
                  </a:lnTo>
                  <a:lnTo>
                    <a:pt x="506" y="587"/>
                  </a:lnTo>
                  <a:cubicBezTo>
                    <a:pt x="506" y="588"/>
                    <a:pt x="506" y="588"/>
                    <a:pt x="506" y="588"/>
                  </a:cubicBezTo>
                  <a:cubicBezTo>
                    <a:pt x="507" y="589"/>
                    <a:pt x="507" y="589"/>
                    <a:pt x="507" y="589"/>
                  </a:cubicBezTo>
                  <a:cubicBezTo>
                    <a:pt x="511" y="592"/>
                    <a:pt x="514" y="596"/>
                    <a:pt x="519" y="595"/>
                  </a:cubicBezTo>
                  <a:cubicBezTo>
                    <a:pt x="524" y="595"/>
                    <a:pt x="529" y="592"/>
                    <a:pt x="534" y="592"/>
                  </a:cubicBezTo>
                  <a:cubicBezTo>
                    <a:pt x="539" y="592"/>
                    <a:pt x="549" y="592"/>
                    <a:pt x="554" y="587"/>
                  </a:cubicBezTo>
                  <a:cubicBezTo>
                    <a:pt x="555" y="587"/>
                    <a:pt x="555" y="586"/>
                    <a:pt x="555" y="586"/>
                  </a:cubicBezTo>
                  <a:cubicBezTo>
                    <a:pt x="555" y="586"/>
                    <a:pt x="556" y="585"/>
                    <a:pt x="556" y="584"/>
                  </a:cubicBezTo>
                  <a:cubicBezTo>
                    <a:pt x="556" y="583"/>
                    <a:pt x="555" y="582"/>
                    <a:pt x="555" y="582"/>
                  </a:cubicBezTo>
                  <a:cubicBezTo>
                    <a:pt x="555" y="581"/>
                    <a:pt x="555" y="581"/>
                    <a:pt x="554" y="581"/>
                  </a:cubicBezTo>
                  <a:cubicBezTo>
                    <a:pt x="553" y="580"/>
                    <a:pt x="551" y="578"/>
                    <a:pt x="550" y="577"/>
                  </a:cubicBezTo>
                  <a:cubicBezTo>
                    <a:pt x="545" y="575"/>
                    <a:pt x="541" y="574"/>
                    <a:pt x="536" y="574"/>
                  </a:cubicBezTo>
                  <a:cubicBezTo>
                    <a:pt x="534" y="574"/>
                    <a:pt x="533" y="574"/>
                    <a:pt x="531" y="574"/>
                  </a:cubicBezTo>
                  <a:lnTo>
                    <a:pt x="526" y="574"/>
                  </a:lnTo>
                  <a:cubicBezTo>
                    <a:pt x="529" y="572"/>
                    <a:pt x="532" y="570"/>
                    <a:pt x="534" y="567"/>
                  </a:cubicBezTo>
                  <a:lnTo>
                    <a:pt x="536" y="569"/>
                  </a:lnTo>
                  <a:lnTo>
                    <a:pt x="537" y="569"/>
                  </a:lnTo>
                  <a:cubicBezTo>
                    <a:pt x="538" y="570"/>
                    <a:pt x="539" y="572"/>
                    <a:pt x="541" y="573"/>
                  </a:cubicBezTo>
                  <a:cubicBezTo>
                    <a:pt x="542" y="574"/>
                    <a:pt x="543" y="574"/>
                    <a:pt x="544" y="574"/>
                  </a:cubicBezTo>
                  <a:lnTo>
                    <a:pt x="550" y="574"/>
                  </a:lnTo>
                  <a:cubicBezTo>
                    <a:pt x="553" y="575"/>
                    <a:pt x="556" y="575"/>
                    <a:pt x="560" y="575"/>
                  </a:cubicBezTo>
                  <a:cubicBezTo>
                    <a:pt x="563" y="575"/>
                    <a:pt x="566" y="575"/>
                    <a:pt x="569" y="574"/>
                  </a:cubicBezTo>
                  <a:lnTo>
                    <a:pt x="572" y="574"/>
                  </a:lnTo>
                  <a:lnTo>
                    <a:pt x="585" y="572"/>
                  </a:lnTo>
                  <a:cubicBezTo>
                    <a:pt x="596" y="569"/>
                    <a:pt x="607" y="568"/>
                    <a:pt x="618" y="568"/>
                  </a:cubicBezTo>
                  <a:cubicBezTo>
                    <a:pt x="627" y="568"/>
                    <a:pt x="635" y="569"/>
                    <a:pt x="644" y="570"/>
                  </a:cubicBezTo>
                  <a:cubicBezTo>
                    <a:pt x="655" y="573"/>
                    <a:pt x="666" y="575"/>
                    <a:pt x="678" y="575"/>
                  </a:cubicBezTo>
                  <a:cubicBezTo>
                    <a:pt x="681" y="575"/>
                    <a:pt x="685" y="575"/>
                    <a:pt x="688" y="575"/>
                  </a:cubicBezTo>
                  <a:lnTo>
                    <a:pt x="693" y="575"/>
                  </a:lnTo>
                  <a:cubicBezTo>
                    <a:pt x="694" y="575"/>
                    <a:pt x="696" y="575"/>
                    <a:pt x="697" y="575"/>
                  </a:cubicBezTo>
                  <a:cubicBezTo>
                    <a:pt x="701" y="575"/>
                    <a:pt x="705" y="574"/>
                    <a:pt x="709" y="573"/>
                  </a:cubicBezTo>
                  <a:lnTo>
                    <a:pt x="710" y="573"/>
                  </a:lnTo>
                  <a:cubicBezTo>
                    <a:pt x="711" y="573"/>
                    <a:pt x="711" y="572"/>
                    <a:pt x="712" y="571"/>
                  </a:cubicBezTo>
                  <a:lnTo>
                    <a:pt x="712" y="570"/>
                  </a:lnTo>
                  <a:cubicBezTo>
                    <a:pt x="712" y="569"/>
                    <a:pt x="712" y="568"/>
                    <a:pt x="712" y="568"/>
                  </a:cubicBezTo>
                  <a:cubicBezTo>
                    <a:pt x="711" y="567"/>
                    <a:pt x="711" y="567"/>
                    <a:pt x="711" y="567"/>
                  </a:cubicBezTo>
                  <a:lnTo>
                    <a:pt x="717" y="569"/>
                  </a:lnTo>
                  <a:cubicBezTo>
                    <a:pt x="722" y="570"/>
                    <a:pt x="726" y="571"/>
                    <a:pt x="730" y="571"/>
                  </a:cubicBezTo>
                  <a:cubicBezTo>
                    <a:pt x="734" y="571"/>
                    <a:pt x="738" y="570"/>
                    <a:pt x="742" y="569"/>
                  </a:cubicBezTo>
                  <a:cubicBezTo>
                    <a:pt x="746" y="572"/>
                    <a:pt x="748" y="576"/>
                    <a:pt x="753" y="579"/>
                  </a:cubicBezTo>
                  <a:cubicBezTo>
                    <a:pt x="757" y="582"/>
                    <a:pt x="765" y="587"/>
                    <a:pt x="771" y="590"/>
                  </a:cubicBezTo>
                  <a:cubicBezTo>
                    <a:pt x="786" y="598"/>
                    <a:pt x="801" y="599"/>
                    <a:pt x="816" y="606"/>
                  </a:cubicBezTo>
                  <a:lnTo>
                    <a:pt x="817" y="606"/>
                  </a:lnTo>
                  <a:lnTo>
                    <a:pt x="818" y="606"/>
                  </a:lnTo>
                  <a:cubicBezTo>
                    <a:pt x="819" y="605"/>
                    <a:pt x="819" y="605"/>
                    <a:pt x="819" y="605"/>
                  </a:cubicBezTo>
                  <a:cubicBezTo>
                    <a:pt x="820" y="604"/>
                    <a:pt x="820" y="604"/>
                    <a:pt x="820" y="603"/>
                  </a:cubicBezTo>
                  <a:cubicBezTo>
                    <a:pt x="820" y="603"/>
                    <a:pt x="820" y="602"/>
                    <a:pt x="819" y="602"/>
                  </a:cubicBezTo>
                  <a:cubicBezTo>
                    <a:pt x="815" y="596"/>
                    <a:pt x="809" y="591"/>
                    <a:pt x="802" y="587"/>
                  </a:cubicBezTo>
                  <a:cubicBezTo>
                    <a:pt x="799" y="585"/>
                    <a:pt x="795" y="583"/>
                    <a:pt x="791" y="582"/>
                  </a:cubicBezTo>
                  <a:cubicBezTo>
                    <a:pt x="784" y="579"/>
                    <a:pt x="776" y="574"/>
                    <a:pt x="768" y="570"/>
                  </a:cubicBezTo>
                  <a:cubicBezTo>
                    <a:pt x="771" y="570"/>
                    <a:pt x="773" y="571"/>
                    <a:pt x="775" y="571"/>
                  </a:cubicBezTo>
                  <a:cubicBezTo>
                    <a:pt x="777" y="571"/>
                    <a:pt x="779" y="570"/>
                    <a:pt x="782" y="570"/>
                  </a:cubicBezTo>
                  <a:cubicBezTo>
                    <a:pt x="783" y="570"/>
                    <a:pt x="785" y="570"/>
                    <a:pt x="787" y="570"/>
                  </a:cubicBezTo>
                  <a:cubicBezTo>
                    <a:pt x="788" y="570"/>
                    <a:pt x="790" y="570"/>
                    <a:pt x="791" y="570"/>
                  </a:cubicBezTo>
                  <a:cubicBezTo>
                    <a:pt x="800" y="576"/>
                    <a:pt x="807" y="583"/>
                    <a:pt x="816" y="588"/>
                  </a:cubicBezTo>
                  <a:cubicBezTo>
                    <a:pt x="824" y="594"/>
                    <a:pt x="838" y="600"/>
                    <a:pt x="847" y="606"/>
                  </a:cubicBezTo>
                  <a:cubicBezTo>
                    <a:pt x="848" y="607"/>
                    <a:pt x="848" y="607"/>
                    <a:pt x="849" y="607"/>
                  </a:cubicBezTo>
                  <a:cubicBezTo>
                    <a:pt x="850" y="607"/>
                    <a:pt x="850" y="607"/>
                    <a:pt x="851" y="606"/>
                  </a:cubicBezTo>
                  <a:cubicBezTo>
                    <a:pt x="851" y="606"/>
                    <a:pt x="852" y="606"/>
                    <a:pt x="852" y="605"/>
                  </a:cubicBezTo>
                  <a:lnTo>
                    <a:pt x="852" y="604"/>
                  </a:lnTo>
                  <a:cubicBezTo>
                    <a:pt x="852" y="603"/>
                    <a:pt x="852" y="603"/>
                    <a:pt x="852" y="602"/>
                  </a:cubicBezTo>
                  <a:cubicBezTo>
                    <a:pt x="852" y="601"/>
                    <a:pt x="851" y="600"/>
                    <a:pt x="850" y="599"/>
                  </a:cubicBezTo>
                  <a:lnTo>
                    <a:pt x="854" y="601"/>
                  </a:lnTo>
                  <a:cubicBezTo>
                    <a:pt x="855" y="602"/>
                    <a:pt x="856" y="603"/>
                    <a:pt x="857" y="604"/>
                  </a:cubicBezTo>
                  <a:cubicBezTo>
                    <a:pt x="859" y="605"/>
                    <a:pt x="861" y="606"/>
                    <a:pt x="862" y="606"/>
                  </a:cubicBezTo>
                  <a:cubicBezTo>
                    <a:pt x="863" y="606"/>
                    <a:pt x="864" y="607"/>
                    <a:pt x="864" y="607"/>
                  </a:cubicBezTo>
                  <a:cubicBezTo>
                    <a:pt x="873" y="612"/>
                    <a:pt x="881" y="619"/>
                    <a:pt x="888" y="627"/>
                  </a:cubicBezTo>
                  <a:cubicBezTo>
                    <a:pt x="892" y="631"/>
                    <a:pt x="897" y="634"/>
                    <a:pt x="902" y="637"/>
                  </a:cubicBezTo>
                  <a:cubicBezTo>
                    <a:pt x="905" y="639"/>
                    <a:pt x="909" y="641"/>
                    <a:pt x="912" y="642"/>
                  </a:cubicBezTo>
                  <a:lnTo>
                    <a:pt x="918" y="644"/>
                  </a:lnTo>
                  <a:lnTo>
                    <a:pt x="919" y="645"/>
                  </a:lnTo>
                  <a:cubicBezTo>
                    <a:pt x="920" y="646"/>
                    <a:pt x="919" y="646"/>
                    <a:pt x="919" y="646"/>
                  </a:cubicBezTo>
                  <a:lnTo>
                    <a:pt x="920" y="646"/>
                  </a:lnTo>
                  <a:cubicBezTo>
                    <a:pt x="935" y="653"/>
                    <a:pt x="944" y="669"/>
                    <a:pt x="959" y="677"/>
                  </a:cubicBezTo>
                  <a:cubicBezTo>
                    <a:pt x="962" y="679"/>
                    <a:pt x="965" y="681"/>
                    <a:pt x="969" y="682"/>
                  </a:cubicBezTo>
                  <a:cubicBezTo>
                    <a:pt x="984" y="691"/>
                    <a:pt x="999" y="701"/>
                    <a:pt x="1013" y="712"/>
                  </a:cubicBezTo>
                  <a:cubicBezTo>
                    <a:pt x="1047" y="741"/>
                    <a:pt x="1084" y="767"/>
                    <a:pt x="1116" y="799"/>
                  </a:cubicBezTo>
                  <a:cubicBezTo>
                    <a:pt x="1130" y="812"/>
                    <a:pt x="1143" y="826"/>
                    <a:pt x="1156" y="840"/>
                  </a:cubicBezTo>
                  <a:cubicBezTo>
                    <a:pt x="1161" y="846"/>
                    <a:pt x="1189" y="878"/>
                    <a:pt x="1162" y="862"/>
                  </a:cubicBezTo>
                  <a:cubicBezTo>
                    <a:pt x="1151" y="856"/>
                    <a:pt x="1140" y="851"/>
                    <a:pt x="1128" y="846"/>
                  </a:cubicBezTo>
                  <a:cubicBezTo>
                    <a:pt x="1126" y="842"/>
                    <a:pt x="1125" y="839"/>
                    <a:pt x="1125" y="835"/>
                  </a:cubicBezTo>
                  <a:lnTo>
                    <a:pt x="1125" y="834"/>
                  </a:lnTo>
                  <a:lnTo>
                    <a:pt x="1124" y="833"/>
                  </a:lnTo>
                  <a:cubicBezTo>
                    <a:pt x="1123" y="833"/>
                    <a:pt x="1123" y="833"/>
                    <a:pt x="1123" y="833"/>
                  </a:cubicBezTo>
                  <a:cubicBezTo>
                    <a:pt x="1122" y="833"/>
                    <a:pt x="1122" y="833"/>
                    <a:pt x="1121" y="833"/>
                  </a:cubicBezTo>
                  <a:cubicBezTo>
                    <a:pt x="1121" y="833"/>
                    <a:pt x="1121" y="834"/>
                    <a:pt x="1120" y="834"/>
                  </a:cubicBezTo>
                  <a:lnTo>
                    <a:pt x="1120" y="835"/>
                  </a:lnTo>
                  <a:cubicBezTo>
                    <a:pt x="1120" y="838"/>
                    <a:pt x="1121" y="840"/>
                    <a:pt x="1122" y="842"/>
                  </a:cubicBezTo>
                  <a:cubicBezTo>
                    <a:pt x="1114" y="839"/>
                    <a:pt x="1106" y="835"/>
                    <a:pt x="1099" y="831"/>
                  </a:cubicBezTo>
                  <a:cubicBezTo>
                    <a:pt x="1097" y="830"/>
                    <a:pt x="1096" y="829"/>
                    <a:pt x="1094" y="828"/>
                  </a:cubicBezTo>
                  <a:cubicBezTo>
                    <a:pt x="1092" y="826"/>
                    <a:pt x="1089" y="831"/>
                    <a:pt x="1091" y="832"/>
                  </a:cubicBezTo>
                  <a:cubicBezTo>
                    <a:pt x="1093" y="833"/>
                    <a:pt x="1095" y="834"/>
                    <a:pt x="1096" y="835"/>
                  </a:cubicBezTo>
                  <a:cubicBezTo>
                    <a:pt x="1104" y="840"/>
                    <a:pt x="1112" y="843"/>
                    <a:pt x="1121" y="846"/>
                  </a:cubicBezTo>
                  <a:cubicBezTo>
                    <a:pt x="1129" y="849"/>
                    <a:pt x="1121" y="846"/>
                    <a:pt x="1121" y="846"/>
                  </a:cubicBezTo>
                  <a:lnTo>
                    <a:pt x="1125" y="850"/>
                  </a:lnTo>
                  <a:cubicBezTo>
                    <a:pt x="1130" y="857"/>
                    <a:pt x="1135" y="862"/>
                    <a:pt x="1142" y="868"/>
                  </a:cubicBezTo>
                  <a:cubicBezTo>
                    <a:pt x="1168" y="891"/>
                    <a:pt x="1176" y="926"/>
                    <a:pt x="1194" y="953"/>
                  </a:cubicBezTo>
                  <a:cubicBezTo>
                    <a:pt x="1195" y="955"/>
                    <a:pt x="1199" y="953"/>
                    <a:pt x="1198" y="952"/>
                  </a:cubicBezTo>
                  <a:cubicBezTo>
                    <a:pt x="1193" y="935"/>
                    <a:pt x="1185" y="919"/>
                    <a:pt x="1177" y="904"/>
                  </a:cubicBezTo>
                  <a:cubicBezTo>
                    <a:pt x="1174" y="899"/>
                    <a:pt x="1172" y="895"/>
                    <a:pt x="1170" y="891"/>
                  </a:cubicBezTo>
                  <a:cubicBezTo>
                    <a:pt x="1166" y="886"/>
                    <a:pt x="1162" y="882"/>
                    <a:pt x="1157" y="878"/>
                  </a:cubicBezTo>
                  <a:cubicBezTo>
                    <a:pt x="1202" y="913"/>
                    <a:pt x="1238" y="956"/>
                    <a:pt x="1267" y="1005"/>
                  </a:cubicBezTo>
                  <a:cubicBezTo>
                    <a:pt x="1272" y="1014"/>
                    <a:pt x="1278" y="1024"/>
                    <a:pt x="1282" y="1033"/>
                  </a:cubicBezTo>
                  <a:cubicBezTo>
                    <a:pt x="1287" y="1044"/>
                    <a:pt x="1292" y="1054"/>
                    <a:pt x="1297" y="1063"/>
                  </a:cubicBezTo>
                  <a:cubicBezTo>
                    <a:pt x="1302" y="1071"/>
                    <a:pt x="1307" y="1079"/>
                    <a:pt x="1313" y="1087"/>
                  </a:cubicBezTo>
                  <a:cubicBezTo>
                    <a:pt x="1307" y="1079"/>
                    <a:pt x="1293" y="1068"/>
                    <a:pt x="1285" y="1059"/>
                  </a:cubicBezTo>
                  <a:cubicBezTo>
                    <a:pt x="1278" y="1051"/>
                    <a:pt x="1271" y="1045"/>
                    <a:pt x="1262" y="1040"/>
                  </a:cubicBezTo>
                  <a:cubicBezTo>
                    <a:pt x="1258" y="1038"/>
                    <a:pt x="1254" y="1036"/>
                    <a:pt x="1250" y="1034"/>
                  </a:cubicBezTo>
                  <a:cubicBezTo>
                    <a:pt x="1242" y="1023"/>
                    <a:pt x="1234" y="1012"/>
                    <a:pt x="1227" y="1000"/>
                  </a:cubicBezTo>
                  <a:cubicBezTo>
                    <a:pt x="1226" y="1000"/>
                    <a:pt x="1226" y="1000"/>
                    <a:pt x="1226" y="1000"/>
                  </a:cubicBezTo>
                  <a:cubicBezTo>
                    <a:pt x="1225" y="1000"/>
                    <a:pt x="1225" y="1000"/>
                    <a:pt x="1224" y="1000"/>
                  </a:cubicBezTo>
                  <a:cubicBezTo>
                    <a:pt x="1224" y="1000"/>
                    <a:pt x="1225" y="1000"/>
                    <a:pt x="1224" y="1001"/>
                  </a:cubicBezTo>
                  <a:cubicBezTo>
                    <a:pt x="1223" y="1002"/>
                    <a:pt x="1223" y="1001"/>
                    <a:pt x="1223" y="1002"/>
                  </a:cubicBezTo>
                  <a:lnTo>
                    <a:pt x="1224" y="1003"/>
                  </a:lnTo>
                  <a:cubicBezTo>
                    <a:pt x="1229" y="1012"/>
                    <a:pt x="1234" y="1022"/>
                    <a:pt x="1239" y="1031"/>
                  </a:cubicBezTo>
                  <a:cubicBezTo>
                    <a:pt x="1234" y="1030"/>
                    <a:pt x="1230" y="1029"/>
                    <a:pt x="1225" y="1029"/>
                  </a:cubicBezTo>
                  <a:cubicBezTo>
                    <a:pt x="1222" y="1029"/>
                    <a:pt x="1223" y="1033"/>
                    <a:pt x="1225" y="1033"/>
                  </a:cubicBezTo>
                  <a:cubicBezTo>
                    <a:pt x="1231" y="1033"/>
                    <a:pt x="1237" y="1035"/>
                    <a:pt x="1242" y="1036"/>
                  </a:cubicBezTo>
                  <a:cubicBezTo>
                    <a:pt x="1250" y="1052"/>
                    <a:pt x="1259" y="1067"/>
                    <a:pt x="1267" y="1082"/>
                  </a:cubicBezTo>
                  <a:cubicBezTo>
                    <a:pt x="1269" y="1087"/>
                    <a:pt x="1271" y="1092"/>
                    <a:pt x="1274" y="1097"/>
                  </a:cubicBezTo>
                  <a:cubicBezTo>
                    <a:pt x="1284" y="1115"/>
                    <a:pt x="1299" y="1131"/>
                    <a:pt x="1315" y="1144"/>
                  </a:cubicBezTo>
                  <a:lnTo>
                    <a:pt x="1316" y="1145"/>
                  </a:lnTo>
                  <a:cubicBezTo>
                    <a:pt x="1317" y="1146"/>
                    <a:pt x="1318" y="1146"/>
                    <a:pt x="1319" y="1146"/>
                  </a:cubicBezTo>
                  <a:cubicBezTo>
                    <a:pt x="1320" y="1146"/>
                    <a:pt x="1321" y="1146"/>
                    <a:pt x="1322" y="1145"/>
                  </a:cubicBezTo>
                  <a:cubicBezTo>
                    <a:pt x="1323" y="1144"/>
                    <a:pt x="1324" y="1144"/>
                    <a:pt x="1325" y="1143"/>
                  </a:cubicBezTo>
                  <a:cubicBezTo>
                    <a:pt x="1325" y="1142"/>
                    <a:pt x="1326" y="1141"/>
                    <a:pt x="1326" y="1139"/>
                  </a:cubicBezTo>
                  <a:cubicBezTo>
                    <a:pt x="1326" y="1138"/>
                    <a:pt x="1326" y="1137"/>
                    <a:pt x="1325" y="1136"/>
                  </a:cubicBezTo>
                  <a:cubicBezTo>
                    <a:pt x="1324" y="1135"/>
                    <a:pt x="1324" y="1136"/>
                    <a:pt x="1324" y="1135"/>
                  </a:cubicBezTo>
                  <a:cubicBezTo>
                    <a:pt x="1321" y="1130"/>
                    <a:pt x="1318" y="1126"/>
                    <a:pt x="1314" y="1121"/>
                  </a:cubicBezTo>
                  <a:lnTo>
                    <a:pt x="1327" y="1135"/>
                  </a:lnTo>
                  <a:cubicBezTo>
                    <a:pt x="1354" y="1165"/>
                    <a:pt x="1369" y="1216"/>
                    <a:pt x="1386" y="1253"/>
                  </a:cubicBezTo>
                  <a:cubicBezTo>
                    <a:pt x="1393" y="1268"/>
                    <a:pt x="1398" y="1283"/>
                    <a:pt x="1404" y="1299"/>
                  </a:cubicBezTo>
                  <a:cubicBezTo>
                    <a:pt x="1393" y="1285"/>
                    <a:pt x="1379" y="1274"/>
                    <a:pt x="1364" y="1265"/>
                  </a:cubicBezTo>
                  <a:cubicBezTo>
                    <a:pt x="1353" y="1259"/>
                    <a:pt x="1342" y="1254"/>
                    <a:pt x="1330" y="1250"/>
                  </a:cubicBezTo>
                  <a:cubicBezTo>
                    <a:pt x="1327" y="1250"/>
                    <a:pt x="1326" y="1253"/>
                    <a:pt x="1328" y="1254"/>
                  </a:cubicBezTo>
                  <a:lnTo>
                    <a:pt x="1330" y="1254"/>
                  </a:lnTo>
                  <a:cubicBezTo>
                    <a:pt x="1337" y="1261"/>
                    <a:pt x="1344" y="1268"/>
                    <a:pt x="1350" y="1277"/>
                  </a:cubicBezTo>
                  <a:cubicBezTo>
                    <a:pt x="1350" y="1276"/>
                    <a:pt x="1349" y="1276"/>
                    <a:pt x="1349" y="1276"/>
                  </a:cubicBezTo>
                  <a:cubicBezTo>
                    <a:pt x="1340" y="1271"/>
                    <a:pt x="1331" y="1265"/>
                    <a:pt x="1323" y="1258"/>
                  </a:cubicBezTo>
                  <a:cubicBezTo>
                    <a:pt x="1293" y="1234"/>
                    <a:pt x="1263" y="1211"/>
                    <a:pt x="1235" y="1184"/>
                  </a:cubicBezTo>
                  <a:cubicBezTo>
                    <a:pt x="1176" y="1126"/>
                    <a:pt x="1137" y="1048"/>
                    <a:pt x="1097" y="976"/>
                  </a:cubicBezTo>
                  <a:cubicBezTo>
                    <a:pt x="1097" y="975"/>
                    <a:pt x="1095" y="976"/>
                    <a:pt x="1095" y="976"/>
                  </a:cubicBezTo>
                  <a:cubicBezTo>
                    <a:pt x="1108" y="1008"/>
                    <a:pt x="1124" y="1039"/>
                    <a:pt x="1141" y="1069"/>
                  </a:cubicBezTo>
                  <a:cubicBezTo>
                    <a:pt x="1166" y="1112"/>
                    <a:pt x="1195" y="1152"/>
                    <a:pt x="1228" y="1190"/>
                  </a:cubicBezTo>
                  <a:cubicBezTo>
                    <a:pt x="1255" y="1220"/>
                    <a:pt x="1293" y="1242"/>
                    <a:pt x="1321" y="1272"/>
                  </a:cubicBezTo>
                  <a:cubicBezTo>
                    <a:pt x="1327" y="1278"/>
                    <a:pt x="1334" y="1283"/>
                    <a:pt x="1341" y="1287"/>
                  </a:cubicBezTo>
                  <a:cubicBezTo>
                    <a:pt x="1349" y="1291"/>
                    <a:pt x="1356" y="1294"/>
                    <a:pt x="1364" y="1297"/>
                  </a:cubicBezTo>
                  <a:lnTo>
                    <a:pt x="1366" y="1301"/>
                  </a:lnTo>
                  <a:cubicBezTo>
                    <a:pt x="1349" y="1291"/>
                    <a:pt x="1331" y="1284"/>
                    <a:pt x="1312" y="1279"/>
                  </a:cubicBezTo>
                  <a:cubicBezTo>
                    <a:pt x="1301" y="1276"/>
                    <a:pt x="1290" y="1271"/>
                    <a:pt x="1280" y="1265"/>
                  </a:cubicBezTo>
                  <a:cubicBezTo>
                    <a:pt x="1274" y="1262"/>
                    <a:pt x="1269" y="1258"/>
                    <a:pt x="1263" y="1254"/>
                  </a:cubicBezTo>
                  <a:cubicBezTo>
                    <a:pt x="1261" y="1252"/>
                    <a:pt x="1259" y="1251"/>
                    <a:pt x="1257" y="1250"/>
                  </a:cubicBezTo>
                  <a:cubicBezTo>
                    <a:pt x="1252" y="1247"/>
                    <a:pt x="1248" y="1245"/>
                    <a:pt x="1243" y="1243"/>
                  </a:cubicBezTo>
                  <a:cubicBezTo>
                    <a:pt x="1243" y="1242"/>
                    <a:pt x="1243" y="1242"/>
                    <a:pt x="1242" y="1241"/>
                  </a:cubicBezTo>
                  <a:cubicBezTo>
                    <a:pt x="1232" y="1223"/>
                    <a:pt x="1219" y="1205"/>
                    <a:pt x="1204" y="1190"/>
                  </a:cubicBezTo>
                  <a:cubicBezTo>
                    <a:pt x="1184" y="1171"/>
                    <a:pt x="1181" y="1145"/>
                    <a:pt x="1157" y="1131"/>
                  </a:cubicBezTo>
                  <a:cubicBezTo>
                    <a:pt x="1154" y="1129"/>
                    <a:pt x="1152" y="1134"/>
                    <a:pt x="1155" y="1135"/>
                  </a:cubicBezTo>
                  <a:cubicBezTo>
                    <a:pt x="1174" y="1148"/>
                    <a:pt x="1209" y="1207"/>
                    <a:pt x="1218" y="1229"/>
                  </a:cubicBezTo>
                  <a:cubicBezTo>
                    <a:pt x="1220" y="1231"/>
                    <a:pt x="1221" y="1233"/>
                    <a:pt x="1223" y="1236"/>
                  </a:cubicBezTo>
                  <a:cubicBezTo>
                    <a:pt x="1236" y="1259"/>
                    <a:pt x="1251" y="1281"/>
                    <a:pt x="1268" y="1301"/>
                  </a:cubicBezTo>
                  <a:cubicBezTo>
                    <a:pt x="1283" y="1321"/>
                    <a:pt x="1298" y="1340"/>
                    <a:pt x="1312" y="1361"/>
                  </a:cubicBezTo>
                  <a:cubicBezTo>
                    <a:pt x="1315" y="1367"/>
                    <a:pt x="1318" y="1373"/>
                    <a:pt x="1321" y="1379"/>
                  </a:cubicBezTo>
                  <a:cubicBezTo>
                    <a:pt x="1326" y="1388"/>
                    <a:pt x="1331" y="1396"/>
                    <a:pt x="1337" y="1404"/>
                  </a:cubicBezTo>
                  <a:cubicBezTo>
                    <a:pt x="1356" y="1424"/>
                    <a:pt x="1373" y="1446"/>
                    <a:pt x="1387" y="1470"/>
                  </a:cubicBezTo>
                  <a:cubicBezTo>
                    <a:pt x="1396" y="1485"/>
                    <a:pt x="1403" y="1501"/>
                    <a:pt x="1410" y="1517"/>
                  </a:cubicBezTo>
                  <a:cubicBezTo>
                    <a:pt x="1410" y="1517"/>
                    <a:pt x="1410" y="1518"/>
                    <a:pt x="1411" y="1518"/>
                  </a:cubicBezTo>
                  <a:lnTo>
                    <a:pt x="1412" y="1518"/>
                  </a:lnTo>
                  <a:lnTo>
                    <a:pt x="1416" y="1518"/>
                  </a:lnTo>
                  <a:cubicBezTo>
                    <a:pt x="1418" y="1518"/>
                    <a:pt x="1419" y="1515"/>
                    <a:pt x="1417" y="1514"/>
                  </a:cubicBezTo>
                  <a:cubicBezTo>
                    <a:pt x="1411" y="1511"/>
                    <a:pt x="1400" y="1472"/>
                    <a:pt x="1396" y="1465"/>
                  </a:cubicBezTo>
                  <a:cubicBezTo>
                    <a:pt x="1387" y="1448"/>
                    <a:pt x="1377" y="1433"/>
                    <a:pt x="1370" y="1416"/>
                  </a:cubicBezTo>
                  <a:cubicBezTo>
                    <a:pt x="1364" y="1403"/>
                    <a:pt x="1350" y="1398"/>
                    <a:pt x="1344" y="1382"/>
                  </a:cubicBezTo>
                  <a:cubicBezTo>
                    <a:pt x="1342" y="1380"/>
                    <a:pt x="1341" y="1378"/>
                    <a:pt x="1340" y="1376"/>
                  </a:cubicBezTo>
                  <a:cubicBezTo>
                    <a:pt x="1329" y="1357"/>
                    <a:pt x="1317" y="1340"/>
                    <a:pt x="1302" y="1324"/>
                  </a:cubicBezTo>
                  <a:cubicBezTo>
                    <a:pt x="1291" y="1308"/>
                    <a:pt x="1280" y="1293"/>
                    <a:pt x="1268" y="1279"/>
                  </a:cubicBezTo>
                  <a:cubicBezTo>
                    <a:pt x="1262" y="1271"/>
                    <a:pt x="1256" y="1263"/>
                    <a:pt x="1251" y="1254"/>
                  </a:cubicBezTo>
                  <a:cubicBezTo>
                    <a:pt x="1253" y="1255"/>
                    <a:pt x="1255" y="1257"/>
                    <a:pt x="1257" y="1258"/>
                  </a:cubicBezTo>
                  <a:cubicBezTo>
                    <a:pt x="1261" y="1260"/>
                    <a:pt x="1264" y="1262"/>
                    <a:pt x="1268" y="1264"/>
                  </a:cubicBezTo>
                  <a:cubicBezTo>
                    <a:pt x="1301" y="1289"/>
                    <a:pt x="1342" y="1294"/>
                    <a:pt x="1374" y="1318"/>
                  </a:cubicBezTo>
                  <a:cubicBezTo>
                    <a:pt x="1375" y="1318"/>
                    <a:pt x="1375" y="1318"/>
                    <a:pt x="1376" y="1318"/>
                  </a:cubicBezTo>
                  <a:lnTo>
                    <a:pt x="1377" y="1318"/>
                  </a:lnTo>
                  <a:cubicBezTo>
                    <a:pt x="1385" y="1337"/>
                    <a:pt x="1395" y="1355"/>
                    <a:pt x="1405" y="1373"/>
                  </a:cubicBezTo>
                  <a:cubicBezTo>
                    <a:pt x="1416" y="1392"/>
                    <a:pt x="1428" y="1411"/>
                    <a:pt x="1441" y="1429"/>
                  </a:cubicBezTo>
                  <a:cubicBezTo>
                    <a:pt x="1455" y="1447"/>
                    <a:pt x="1458" y="1463"/>
                    <a:pt x="1462" y="1472"/>
                  </a:cubicBezTo>
                  <a:cubicBezTo>
                    <a:pt x="1475" y="1498"/>
                    <a:pt x="1489" y="1522"/>
                    <a:pt x="1500" y="1548"/>
                  </a:cubicBezTo>
                  <a:cubicBezTo>
                    <a:pt x="1503" y="1553"/>
                    <a:pt x="1534" y="1612"/>
                    <a:pt x="1533" y="1625"/>
                  </a:cubicBezTo>
                  <a:cubicBezTo>
                    <a:pt x="1513" y="1591"/>
                    <a:pt x="1494" y="1557"/>
                    <a:pt x="1472" y="1525"/>
                  </a:cubicBezTo>
                  <a:cubicBezTo>
                    <a:pt x="1471" y="1522"/>
                    <a:pt x="1467" y="1525"/>
                    <a:pt x="1469" y="1527"/>
                  </a:cubicBezTo>
                  <a:cubicBezTo>
                    <a:pt x="1476" y="1539"/>
                    <a:pt x="1484" y="1552"/>
                    <a:pt x="1491" y="1564"/>
                  </a:cubicBezTo>
                  <a:cubicBezTo>
                    <a:pt x="1509" y="1595"/>
                    <a:pt x="1525" y="1627"/>
                    <a:pt x="1540" y="1660"/>
                  </a:cubicBezTo>
                  <a:cubicBezTo>
                    <a:pt x="1542" y="1664"/>
                    <a:pt x="1544" y="1668"/>
                    <a:pt x="1546" y="1673"/>
                  </a:cubicBezTo>
                  <a:cubicBezTo>
                    <a:pt x="1550" y="1694"/>
                    <a:pt x="1554" y="1715"/>
                    <a:pt x="1557" y="1737"/>
                  </a:cubicBezTo>
                  <a:cubicBezTo>
                    <a:pt x="1557" y="1740"/>
                    <a:pt x="1561" y="1740"/>
                    <a:pt x="1561" y="1737"/>
                  </a:cubicBezTo>
                  <a:cubicBezTo>
                    <a:pt x="1561" y="1730"/>
                    <a:pt x="1561" y="1722"/>
                    <a:pt x="1561" y="1715"/>
                  </a:cubicBezTo>
                  <a:cubicBezTo>
                    <a:pt x="1572" y="1752"/>
                    <a:pt x="1577" y="1791"/>
                    <a:pt x="1585" y="1829"/>
                  </a:cubicBezTo>
                  <a:cubicBezTo>
                    <a:pt x="1603" y="1919"/>
                    <a:pt x="1610" y="2010"/>
                    <a:pt x="1621" y="2101"/>
                  </a:cubicBezTo>
                  <a:lnTo>
                    <a:pt x="1619" y="2095"/>
                  </a:lnTo>
                  <a:cubicBezTo>
                    <a:pt x="1598" y="2038"/>
                    <a:pt x="1602" y="1970"/>
                    <a:pt x="1580" y="1913"/>
                  </a:cubicBezTo>
                  <a:cubicBezTo>
                    <a:pt x="1572" y="1887"/>
                    <a:pt x="1566" y="1860"/>
                    <a:pt x="1560" y="1834"/>
                  </a:cubicBezTo>
                  <a:cubicBezTo>
                    <a:pt x="1550" y="1793"/>
                    <a:pt x="1531" y="1754"/>
                    <a:pt x="1523" y="1713"/>
                  </a:cubicBezTo>
                  <a:cubicBezTo>
                    <a:pt x="1523" y="1710"/>
                    <a:pt x="1519" y="1711"/>
                    <a:pt x="1519" y="1713"/>
                  </a:cubicBezTo>
                  <a:cubicBezTo>
                    <a:pt x="1530" y="1773"/>
                    <a:pt x="1546" y="1832"/>
                    <a:pt x="1558" y="1892"/>
                  </a:cubicBezTo>
                  <a:cubicBezTo>
                    <a:pt x="1570" y="1952"/>
                    <a:pt x="1595" y="2010"/>
                    <a:pt x="1600" y="2071"/>
                  </a:cubicBezTo>
                  <a:cubicBezTo>
                    <a:pt x="1604" y="2133"/>
                    <a:pt x="1634" y="2184"/>
                    <a:pt x="1655" y="2240"/>
                  </a:cubicBezTo>
                  <a:cubicBezTo>
                    <a:pt x="1667" y="2278"/>
                    <a:pt x="1674" y="2317"/>
                    <a:pt x="1674" y="2358"/>
                  </a:cubicBezTo>
                  <a:cubicBezTo>
                    <a:pt x="1675" y="2374"/>
                    <a:pt x="1674" y="2391"/>
                    <a:pt x="1676" y="2408"/>
                  </a:cubicBezTo>
                  <a:cubicBezTo>
                    <a:pt x="1677" y="2425"/>
                    <a:pt x="1685" y="2444"/>
                    <a:pt x="1684" y="2464"/>
                  </a:cubicBezTo>
                  <a:cubicBezTo>
                    <a:pt x="1684" y="2468"/>
                    <a:pt x="1691" y="2468"/>
                    <a:pt x="1692" y="2464"/>
                  </a:cubicBezTo>
                  <a:cubicBezTo>
                    <a:pt x="1693" y="2445"/>
                    <a:pt x="1693" y="2427"/>
                    <a:pt x="1693" y="2408"/>
                  </a:cubicBezTo>
                  <a:cubicBezTo>
                    <a:pt x="1693" y="2361"/>
                    <a:pt x="1689" y="2314"/>
                    <a:pt x="1681" y="2267"/>
                  </a:cubicBezTo>
                  <a:cubicBezTo>
                    <a:pt x="1675" y="2239"/>
                    <a:pt x="1665" y="2212"/>
                    <a:pt x="1652" y="2186"/>
                  </a:cubicBezTo>
                  <a:cubicBezTo>
                    <a:pt x="1644" y="2168"/>
                    <a:pt x="1638" y="2150"/>
                    <a:pt x="1632" y="2131"/>
                  </a:cubicBezTo>
                  <a:cubicBezTo>
                    <a:pt x="1634" y="2114"/>
                    <a:pt x="1635" y="2097"/>
                    <a:pt x="1635" y="2079"/>
                  </a:cubicBezTo>
                  <a:cubicBezTo>
                    <a:pt x="1635" y="2049"/>
                    <a:pt x="1632" y="2019"/>
                    <a:pt x="1627" y="1989"/>
                  </a:cubicBezTo>
                  <a:cubicBezTo>
                    <a:pt x="1619" y="1935"/>
                    <a:pt x="1614" y="1881"/>
                    <a:pt x="1603" y="1827"/>
                  </a:cubicBezTo>
                  <a:cubicBezTo>
                    <a:pt x="1592" y="1774"/>
                    <a:pt x="1587" y="1714"/>
                    <a:pt x="1560" y="1668"/>
                  </a:cubicBezTo>
                  <a:lnTo>
                    <a:pt x="1555" y="1660"/>
                  </a:lnTo>
                  <a:cubicBezTo>
                    <a:pt x="1545" y="1607"/>
                    <a:pt x="1529" y="1555"/>
                    <a:pt x="1516" y="1504"/>
                  </a:cubicBezTo>
                  <a:cubicBezTo>
                    <a:pt x="1504" y="1463"/>
                    <a:pt x="1487" y="1423"/>
                    <a:pt x="1465" y="1385"/>
                  </a:cubicBezTo>
                  <a:cubicBezTo>
                    <a:pt x="1454" y="1367"/>
                    <a:pt x="1443" y="1349"/>
                    <a:pt x="1430" y="1332"/>
                  </a:cubicBezTo>
                  <a:cubicBezTo>
                    <a:pt x="1417" y="1315"/>
                    <a:pt x="1430" y="1332"/>
                    <a:pt x="1429" y="1332"/>
                  </a:cubicBezTo>
                  <a:cubicBezTo>
                    <a:pt x="1415" y="1287"/>
                    <a:pt x="1396" y="1244"/>
                    <a:pt x="1373" y="1203"/>
                  </a:cubicBezTo>
                  <a:cubicBezTo>
                    <a:pt x="1372" y="1202"/>
                    <a:pt x="1372" y="1201"/>
                    <a:pt x="1371" y="1201"/>
                  </a:cubicBezTo>
                  <a:cubicBezTo>
                    <a:pt x="1366" y="1188"/>
                    <a:pt x="1360" y="1175"/>
                    <a:pt x="1353" y="1163"/>
                  </a:cubicBezTo>
                  <a:cubicBezTo>
                    <a:pt x="1344" y="1147"/>
                    <a:pt x="1333" y="1132"/>
                    <a:pt x="1322" y="1118"/>
                  </a:cubicBezTo>
                  <a:cubicBezTo>
                    <a:pt x="1312" y="1108"/>
                    <a:pt x="1302" y="1099"/>
                    <a:pt x="1293" y="1089"/>
                  </a:cubicBezTo>
                  <a:cubicBezTo>
                    <a:pt x="1281" y="1073"/>
                    <a:pt x="1269" y="1058"/>
                    <a:pt x="1258" y="1042"/>
                  </a:cubicBezTo>
                  <a:cubicBezTo>
                    <a:pt x="1282" y="1058"/>
                    <a:pt x="1295" y="1086"/>
                    <a:pt x="1323" y="1098"/>
                  </a:cubicBezTo>
                  <a:cubicBezTo>
                    <a:pt x="1323" y="1099"/>
                    <a:pt x="1323" y="1099"/>
                    <a:pt x="1323" y="1099"/>
                  </a:cubicBezTo>
                  <a:cubicBezTo>
                    <a:pt x="1324" y="1099"/>
                    <a:pt x="1324" y="1099"/>
                    <a:pt x="1324" y="1099"/>
                  </a:cubicBezTo>
                  <a:cubicBezTo>
                    <a:pt x="1325" y="1099"/>
                    <a:pt x="1325" y="1099"/>
                    <a:pt x="1325" y="1099"/>
                  </a:cubicBezTo>
                  <a:cubicBezTo>
                    <a:pt x="1326" y="1099"/>
                    <a:pt x="1326" y="1098"/>
                    <a:pt x="1326" y="1098"/>
                  </a:cubicBezTo>
                  <a:cubicBezTo>
                    <a:pt x="1297" y="1045"/>
                    <a:pt x="1273" y="990"/>
                    <a:pt x="1236" y="943"/>
                  </a:cubicBezTo>
                  <a:cubicBezTo>
                    <a:pt x="1206" y="909"/>
                    <a:pt x="1173" y="879"/>
                    <a:pt x="1137" y="853"/>
                  </a:cubicBezTo>
                  <a:cubicBezTo>
                    <a:pt x="1142" y="855"/>
                    <a:pt x="1147" y="857"/>
                    <a:pt x="1151" y="860"/>
                  </a:cubicBezTo>
                  <a:cubicBezTo>
                    <a:pt x="1165" y="868"/>
                    <a:pt x="1173" y="878"/>
                    <a:pt x="1189" y="877"/>
                  </a:cubicBezTo>
                  <a:cubicBezTo>
                    <a:pt x="1190" y="877"/>
                    <a:pt x="1190" y="878"/>
                    <a:pt x="1191" y="877"/>
                  </a:cubicBezTo>
                  <a:cubicBezTo>
                    <a:pt x="1192" y="876"/>
                    <a:pt x="1192" y="876"/>
                    <a:pt x="1192" y="876"/>
                  </a:cubicBezTo>
                  <a:cubicBezTo>
                    <a:pt x="1192" y="875"/>
                    <a:pt x="1193" y="874"/>
                    <a:pt x="1193" y="874"/>
                  </a:cubicBezTo>
                  <a:lnTo>
                    <a:pt x="1193" y="873"/>
                  </a:lnTo>
                  <a:cubicBezTo>
                    <a:pt x="1189" y="848"/>
                    <a:pt x="1164" y="830"/>
                    <a:pt x="1148" y="811"/>
                  </a:cubicBezTo>
                  <a:cubicBezTo>
                    <a:pt x="1125" y="784"/>
                    <a:pt x="1099" y="761"/>
                    <a:pt x="1069" y="741"/>
                  </a:cubicBezTo>
                  <a:cubicBezTo>
                    <a:pt x="1040" y="722"/>
                    <a:pt x="1017" y="697"/>
                    <a:pt x="986" y="682"/>
                  </a:cubicBezTo>
                  <a:cubicBezTo>
                    <a:pt x="971" y="673"/>
                    <a:pt x="957" y="663"/>
                    <a:pt x="943" y="652"/>
                  </a:cubicBezTo>
                  <a:cubicBezTo>
                    <a:pt x="949" y="654"/>
                    <a:pt x="956" y="656"/>
                    <a:pt x="963" y="657"/>
                  </a:cubicBezTo>
                  <a:cubicBezTo>
                    <a:pt x="1002" y="692"/>
                    <a:pt x="1120" y="719"/>
                    <a:pt x="1157" y="667"/>
                  </a:cubicBezTo>
                  <a:cubicBezTo>
                    <a:pt x="1230" y="638"/>
                    <a:pt x="1228" y="510"/>
                    <a:pt x="1203" y="448"/>
                  </a:cubicBezTo>
                  <a:cubicBezTo>
                    <a:pt x="1199" y="441"/>
                    <a:pt x="1196" y="434"/>
                    <a:pt x="1192" y="427"/>
                  </a:cubicBezTo>
                  <a:cubicBezTo>
                    <a:pt x="1184" y="414"/>
                    <a:pt x="1176" y="401"/>
                    <a:pt x="1167" y="389"/>
                  </a:cubicBezTo>
                  <a:cubicBezTo>
                    <a:pt x="1163" y="382"/>
                    <a:pt x="1159" y="375"/>
                    <a:pt x="1155" y="368"/>
                  </a:cubicBezTo>
                  <a:cubicBezTo>
                    <a:pt x="1144" y="348"/>
                    <a:pt x="1131" y="329"/>
                    <a:pt x="1116" y="311"/>
                  </a:cubicBezTo>
                  <a:cubicBezTo>
                    <a:pt x="1093" y="287"/>
                    <a:pt x="1078" y="257"/>
                    <a:pt x="1055" y="234"/>
                  </a:cubicBezTo>
                  <a:cubicBezTo>
                    <a:pt x="1032" y="212"/>
                    <a:pt x="1010" y="215"/>
                    <a:pt x="985" y="204"/>
                  </a:cubicBezTo>
                  <a:cubicBezTo>
                    <a:pt x="986" y="204"/>
                    <a:pt x="986" y="203"/>
                    <a:pt x="986" y="203"/>
                  </a:cubicBezTo>
                  <a:cubicBezTo>
                    <a:pt x="986" y="202"/>
                    <a:pt x="985" y="201"/>
                    <a:pt x="985" y="199"/>
                  </a:cubicBezTo>
                  <a:cubicBezTo>
                    <a:pt x="984" y="198"/>
                    <a:pt x="983" y="197"/>
                    <a:pt x="982" y="197"/>
                  </a:cubicBezTo>
                  <a:lnTo>
                    <a:pt x="981" y="196"/>
                  </a:lnTo>
                  <a:cubicBezTo>
                    <a:pt x="949" y="182"/>
                    <a:pt x="931" y="168"/>
                    <a:pt x="896" y="182"/>
                  </a:cubicBezTo>
                  <a:cubicBezTo>
                    <a:pt x="849" y="202"/>
                    <a:pt x="858" y="151"/>
                    <a:pt x="855" y="127"/>
                  </a:cubicBezTo>
                  <a:cubicBezTo>
                    <a:pt x="851" y="97"/>
                    <a:pt x="858" y="64"/>
                    <a:pt x="852" y="34"/>
                  </a:cubicBezTo>
                  <a:cubicBezTo>
                    <a:pt x="846" y="5"/>
                    <a:pt x="832" y="0"/>
                    <a:pt x="805" y="9"/>
                  </a:cubicBezTo>
                  <a:cubicBezTo>
                    <a:pt x="755" y="25"/>
                    <a:pt x="737" y="71"/>
                    <a:pt x="712" y="112"/>
                  </a:cubicBezTo>
                  <a:cubicBezTo>
                    <a:pt x="696" y="139"/>
                    <a:pt x="681" y="171"/>
                    <a:pt x="667" y="199"/>
                  </a:cubicBezTo>
                  <a:cubicBezTo>
                    <a:pt x="646" y="241"/>
                    <a:pt x="621" y="184"/>
                    <a:pt x="615" y="168"/>
                  </a:cubicBezTo>
                  <a:cubicBezTo>
                    <a:pt x="608" y="154"/>
                    <a:pt x="601" y="139"/>
                    <a:pt x="593" y="126"/>
                  </a:cubicBezTo>
                  <a:cubicBezTo>
                    <a:pt x="592" y="123"/>
                    <a:pt x="590" y="120"/>
                    <a:pt x="588" y="117"/>
                  </a:cubicBezTo>
                  <a:cubicBezTo>
                    <a:pt x="580" y="104"/>
                    <a:pt x="580" y="83"/>
                    <a:pt x="570" y="71"/>
                  </a:cubicBezTo>
                  <a:cubicBezTo>
                    <a:pt x="554" y="53"/>
                    <a:pt x="518" y="79"/>
                    <a:pt x="507" y="91"/>
                  </a:cubicBezTo>
                  <a:cubicBezTo>
                    <a:pt x="497" y="104"/>
                    <a:pt x="487" y="118"/>
                    <a:pt x="479" y="132"/>
                  </a:cubicBezTo>
                  <a:cubicBezTo>
                    <a:pt x="464" y="158"/>
                    <a:pt x="452" y="186"/>
                    <a:pt x="444" y="216"/>
                  </a:cubicBezTo>
                  <a:cubicBezTo>
                    <a:pt x="440" y="225"/>
                    <a:pt x="440" y="248"/>
                    <a:pt x="426" y="250"/>
                  </a:cubicBezTo>
                  <a:cubicBezTo>
                    <a:pt x="421" y="250"/>
                    <a:pt x="415" y="248"/>
                    <a:pt x="411" y="251"/>
                  </a:cubicBezTo>
                  <a:cubicBezTo>
                    <a:pt x="403" y="256"/>
                    <a:pt x="363" y="290"/>
                    <a:pt x="362" y="255"/>
                  </a:cubicBezTo>
                  <a:cubicBezTo>
                    <a:pt x="362" y="253"/>
                    <a:pt x="362" y="252"/>
                    <a:pt x="362" y="251"/>
                  </a:cubicBezTo>
                  <a:cubicBezTo>
                    <a:pt x="362" y="243"/>
                    <a:pt x="361" y="235"/>
                    <a:pt x="357" y="228"/>
                  </a:cubicBezTo>
                  <a:cubicBezTo>
                    <a:pt x="348" y="205"/>
                    <a:pt x="370" y="156"/>
                    <a:pt x="332" y="152"/>
                  </a:cubicBezTo>
                  <a:cubicBezTo>
                    <a:pt x="303" y="148"/>
                    <a:pt x="270" y="197"/>
                    <a:pt x="256" y="215"/>
                  </a:cubicBezTo>
                  <a:cubicBezTo>
                    <a:pt x="220" y="260"/>
                    <a:pt x="207" y="345"/>
                    <a:pt x="151" y="364"/>
                  </a:cubicBezTo>
                  <a:cubicBezTo>
                    <a:pt x="112" y="377"/>
                    <a:pt x="81" y="378"/>
                    <a:pt x="59" y="415"/>
                  </a:cubicBezTo>
                  <a:cubicBezTo>
                    <a:pt x="43" y="448"/>
                    <a:pt x="34" y="484"/>
                    <a:pt x="34" y="520"/>
                  </a:cubicBezTo>
                  <a:cubicBezTo>
                    <a:pt x="34" y="526"/>
                    <a:pt x="35" y="531"/>
                    <a:pt x="35" y="537"/>
                  </a:cubicBezTo>
                  <a:cubicBezTo>
                    <a:pt x="35" y="545"/>
                    <a:pt x="7" y="549"/>
                    <a:pt x="4" y="560"/>
                  </a:cubicBezTo>
                  <a:cubicBezTo>
                    <a:pt x="2" y="574"/>
                    <a:pt x="0" y="589"/>
                    <a:pt x="0" y="603"/>
                  </a:cubicBezTo>
                  <a:cubicBezTo>
                    <a:pt x="0" y="609"/>
                    <a:pt x="1" y="616"/>
                    <a:pt x="1" y="622"/>
                  </a:cubicBezTo>
                  <a:cubicBezTo>
                    <a:pt x="0" y="678"/>
                    <a:pt x="43" y="739"/>
                    <a:pt x="89" y="767"/>
                  </a:cubicBezTo>
                  <a:moveTo>
                    <a:pt x="639" y="1210"/>
                  </a:moveTo>
                  <a:cubicBezTo>
                    <a:pt x="644" y="1197"/>
                    <a:pt x="646" y="1182"/>
                    <a:pt x="646" y="1168"/>
                  </a:cubicBezTo>
                  <a:cubicBezTo>
                    <a:pt x="646" y="1160"/>
                    <a:pt x="646" y="1152"/>
                    <a:pt x="644" y="1144"/>
                  </a:cubicBezTo>
                  <a:cubicBezTo>
                    <a:pt x="659" y="1072"/>
                    <a:pt x="636" y="973"/>
                    <a:pt x="711" y="928"/>
                  </a:cubicBezTo>
                  <a:cubicBezTo>
                    <a:pt x="722" y="921"/>
                    <a:pt x="735" y="923"/>
                    <a:pt x="745" y="917"/>
                  </a:cubicBezTo>
                  <a:cubicBezTo>
                    <a:pt x="746" y="917"/>
                    <a:pt x="753" y="911"/>
                    <a:pt x="761" y="907"/>
                  </a:cubicBezTo>
                  <a:cubicBezTo>
                    <a:pt x="762" y="908"/>
                    <a:pt x="762" y="908"/>
                    <a:pt x="762" y="908"/>
                  </a:cubicBezTo>
                  <a:cubicBezTo>
                    <a:pt x="763" y="908"/>
                    <a:pt x="763" y="909"/>
                    <a:pt x="764" y="909"/>
                  </a:cubicBezTo>
                  <a:cubicBezTo>
                    <a:pt x="764" y="909"/>
                    <a:pt x="765" y="909"/>
                    <a:pt x="765" y="908"/>
                  </a:cubicBezTo>
                  <a:cubicBezTo>
                    <a:pt x="770" y="906"/>
                    <a:pt x="773" y="904"/>
                    <a:pt x="774" y="900"/>
                  </a:cubicBezTo>
                  <a:cubicBezTo>
                    <a:pt x="784" y="896"/>
                    <a:pt x="792" y="896"/>
                    <a:pt x="789" y="908"/>
                  </a:cubicBezTo>
                  <a:cubicBezTo>
                    <a:pt x="786" y="924"/>
                    <a:pt x="781" y="940"/>
                    <a:pt x="772" y="954"/>
                  </a:cubicBezTo>
                  <a:cubicBezTo>
                    <a:pt x="765" y="966"/>
                    <a:pt x="757" y="977"/>
                    <a:pt x="746" y="987"/>
                  </a:cubicBezTo>
                  <a:cubicBezTo>
                    <a:pt x="746" y="987"/>
                    <a:pt x="745" y="987"/>
                    <a:pt x="745" y="988"/>
                  </a:cubicBezTo>
                  <a:cubicBezTo>
                    <a:pt x="745" y="989"/>
                    <a:pt x="744" y="990"/>
                    <a:pt x="744" y="990"/>
                  </a:cubicBezTo>
                  <a:cubicBezTo>
                    <a:pt x="744" y="991"/>
                    <a:pt x="745" y="992"/>
                    <a:pt x="745" y="993"/>
                  </a:cubicBezTo>
                  <a:cubicBezTo>
                    <a:pt x="745" y="994"/>
                    <a:pt x="746" y="995"/>
                    <a:pt x="747" y="995"/>
                  </a:cubicBezTo>
                  <a:cubicBezTo>
                    <a:pt x="748" y="996"/>
                    <a:pt x="749" y="996"/>
                    <a:pt x="749" y="996"/>
                  </a:cubicBezTo>
                  <a:cubicBezTo>
                    <a:pt x="750" y="996"/>
                    <a:pt x="750" y="996"/>
                    <a:pt x="751" y="995"/>
                  </a:cubicBezTo>
                  <a:cubicBezTo>
                    <a:pt x="753" y="994"/>
                    <a:pt x="756" y="993"/>
                    <a:pt x="758" y="992"/>
                  </a:cubicBezTo>
                  <a:cubicBezTo>
                    <a:pt x="771" y="984"/>
                    <a:pt x="782" y="974"/>
                    <a:pt x="789" y="961"/>
                  </a:cubicBezTo>
                  <a:cubicBezTo>
                    <a:pt x="793" y="953"/>
                    <a:pt x="797" y="944"/>
                    <a:pt x="798" y="935"/>
                  </a:cubicBezTo>
                  <a:cubicBezTo>
                    <a:pt x="845" y="945"/>
                    <a:pt x="823" y="1012"/>
                    <a:pt x="809" y="1044"/>
                  </a:cubicBezTo>
                  <a:cubicBezTo>
                    <a:pt x="797" y="1064"/>
                    <a:pt x="781" y="1082"/>
                    <a:pt x="763" y="1098"/>
                  </a:cubicBezTo>
                  <a:cubicBezTo>
                    <a:pt x="750" y="1113"/>
                    <a:pt x="739" y="1129"/>
                    <a:pt x="724" y="1144"/>
                  </a:cubicBezTo>
                  <a:cubicBezTo>
                    <a:pt x="706" y="1163"/>
                    <a:pt x="690" y="1223"/>
                    <a:pt x="669" y="1232"/>
                  </a:cubicBezTo>
                  <a:cubicBezTo>
                    <a:pt x="667" y="1233"/>
                    <a:pt x="666" y="1234"/>
                    <a:pt x="664" y="1235"/>
                  </a:cubicBezTo>
                  <a:cubicBezTo>
                    <a:pt x="654" y="1241"/>
                    <a:pt x="646" y="1249"/>
                    <a:pt x="640" y="1258"/>
                  </a:cubicBezTo>
                  <a:cubicBezTo>
                    <a:pt x="640" y="1242"/>
                    <a:pt x="639" y="1226"/>
                    <a:pt x="636" y="1210"/>
                  </a:cubicBezTo>
                  <a:cubicBezTo>
                    <a:pt x="637" y="1211"/>
                    <a:pt x="637" y="1211"/>
                    <a:pt x="638" y="1211"/>
                  </a:cubicBezTo>
                  <a:cubicBezTo>
                    <a:pt x="638" y="1211"/>
                    <a:pt x="639" y="1211"/>
                    <a:pt x="640" y="1210"/>
                  </a:cubicBezTo>
                  <a:lnTo>
                    <a:pt x="639" y="1210"/>
                  </a:lnTo>
                  <a:moveTo>
                    <a:pt x="634" y="1173"/>
                  </a:moveTo>
                  <a:cubicBezTo>
                    <a:pt x="634" y="1173"/>
                    <a:pt x="634" y="1174"/>
                    <a:pt x="634" y="1175"/>
                  </a:cubicBezTo>
                  <a:cubicBezTo>
                    <a:pt x="634" y="1181"/>
                    <a:pt x="634" y="1186"/>
                    <a:pt x="633" y="1192"/>
                  </a:cubicBezTo>
                  <a:cubicBezTo>
                    <a:pt x="633" y="1190"/>
                    <a:pt x="633" y="1188"/>
                    <a:pt x="632" y="1186"/>
                  </a:cubicBezTo>
                  <a:cubicBezTo>
                    <a:pt x="632" y="1182"/>
                    <a:pt x="633" y="1178"/>
                    <a:pt x="635" y="1174"/>
                  </a:cubicBezTo>
                  <a:lnTo>
                    <a:pt x="634" y="1173"/>
                  </a:lnTo>
                  <a:moveTo>
                    <a:pt x="631" y="1167"/>
                  </a:moveTo>
                  <a:cubicBezTo>
                    <a:pt x="632" y="1166"/>
                    <a:pt x="633" y="1166"/>
                    <a:pt x="633" y="1165"/>
                  </a:cubicBezTo>
                  <a:cubicBezTo>
                    <a:pt x="633" y="1171"/>
                    <a:pt x="631" y="1177"/>
                    <a:pt x="631" y="1183"/>
                  </a:cubicBezTo>
                  <a:cubicBezTo>
                    <a:pt x="631" y="1182"/>
                    <a:pt x="631" y="1180"/>
                    <a:pt x="629" y="1179"/>
                  </a:cubicBezTo>
                  <a:cubicBezTo>
                    <a:pt x="630" y="1175"/>
                    <a:pt x="631" y="1171"/>
                    <a:pt x="631" y="1167"/>
                  </a:cubicBezTo>
                  <a:moveTo>
                    <a:pt x="233" y="1145"/>
                  </a:moveTo>
                  <a:lnTo>
                    <a:pt x="231" y="1150"/>
                  </a:lnTo>
                  <a:cubicBezTo>
                    <a:pt x="231" y="1149"/>
                    <a:pt x="231" y="1149"/>
                    <a:pt x="231" y="1149"/>
                  </a:cubicBezTo>
                  <a:lnTo>
                    <a:pt x="231" y="1148"/>
                  </a:lnTo>
                  <a:lnTo>
                    <a:pt x="233" y="1145"/>
                  </a:lnTo>
                  <a:moveTo>
                    <a:pt x="159" y="1226"/>
                  </a:moveTo>
                  <a:cubicBezTo>
                    <a:pt x="159" y="1230"/>
                    <a:pt x="159" y="1234"/>
                    <a:pt x="159" y="1238"/>
                  </a:cubicBezTo>
                  <a:cubicBezTo>
                    <a:pt x="159" y="1237"/>
                    <a:pt x="159" y="1237"/>
                    <a:pt x="158" y="1236"/>
                  </a:cubicBezTo>
                  <a:cubicBezTo>
                    <a:pt x="158" y="1235"/>
                    <a:pt x="157" y="1234"/>
                    <a:pt x="156" y="1233"/>
                  </a:cubicBezTo>
                  <a:lnTo>
                    <a:pt x="159" y="1226"/>
                  </a:lnTo>
                  <a:moveTo>
                    <a:pt x="248" y="1875"/>
                  </a:moveTo>
                  <a:lnTo>
                    <a:pt x="250" y="1873"/>
                  </a:lnTo>
                  <a:cubicBezTo>
                    <a:pt x="250" y="1874"/>
                    <a:pt x="250" y="1876"/>
                    <a:pt x="250" y="1877"/>
                  </a:cubicBezTo>
                  <a:lnTo>
                    <a:pt x="248" y="1875"/>
                  </a:lnTo>
                  <a:moveTo>
                    <a:pt x="619" y="1146"/>
                  </a:moveTo>
                  <a:lnTo>
                    <a:pt x="619" y="1146"/>
                  </a:lnTo>
                  <a:moveTo>
                    <a:pt x="601" y="1110"/>
                  </a:moveTo>
                  <a:lnTo>
                    <a:pt x="607" y="1110"/>
                  </a:lnTo>
                  <a:cubicBezTo>
                    <a:pt x="604" y="1110"/>
                    <a:pt x="601" y="1110"/>
                    <a:pt x="598" y="1111"/>
                  </a:cubicBezTo>
                  <a:lnTo>
                    <a:pt x="596" y="1109"/>
                  </a:lnTo>
                  <a:lnTo>
                    <a:pt x="601" y="1110"/>
                  </a:lnTo>
                  <a:moveTo>
                    <a:pt x="297" y="876"/>
                  </a:moveTo>
                  <a:lnTo>
                    <a:pt x="295" y="876"/>
                  </a:lnTo>
                  <a:lnTo>
                    <a:pt x="295" y="875"/>
                  </a:lnTo>
                  <a:cubicBezTo>
                    <a:pt x="295" y="875"/>
                    <a:pt x="296" y="876"/>
                    <a:pt x="297" y="876"/>
                  </a:cubicBezTo>
                  <a:moveTo>
                    <a:pt x="294" y="1190"/>
                  </a:moveTo>
                  <a:cubicBezTo>
                    <a:pt x="294" y="1192"/>
                    <a:pt x="299" y="1193"/>
                    <a:pt x="299" y="1190"/>
                  </a:cubicBezTo>
                  <a:cubicBezTo>
                    <a:pt x="302" y="1160"/>
                    <a:pt x="302" y="1131"/>
                    <a:pt x="303" y="1100"/>
                  </a:cubicBezTo>
                  <a:cubicBezTo>
                    <a:pt x="304" y="1070"/>
                    <a:pt x="312" y="1040"/>
                    <a:pt x="311" y="1010"/>
                  </a:cubicBezTo>
                  <a:cubicBezTo>
                    <a:pt x="312" y="997"/>
                    <a:pt x="313" y="983"/>
                    <a:pt x="314" y="970"/>
                  </a:cubicBezTo>
                  <a:cubicBezTo>
                    <a:pt x="319" y="984"/>
                    <a:pt x="322" y="998"/>
                    <a:pt x="323" y="1012"/>
                  </a:cubicBezTo>
                  <a:cubicBezTo>
                    <a:pt x="326" y="1058"/>
                    <a:pt x="323" y="1102"/>
                    <a:pt x="323" y="1147"/>
                  </a:cubicBezTo>
                  <a:cubicBezTo>
                    <a:pt x="323" y="1150"/>
                    <a:pt x="328" y="1150"/>
                    <a:pt x="329" y="1147"/>
                  </a:cubicBezTo>
                  <a:cubicBezTo>
                    <a:pt x="338" y="1098"/>
                    <a:pt x="342" y="1048"/>
                    <a:pt x="343" y="998"/>
                  </a:cubicBezTo>
                  <a:cubicBezTo>
                    <a:pt x="343" y="998"/>
                    <a:pt x="343" y="997"/>
                    <a:pt x="343" y="996"/>
                  </a:cubicBezTo>
                  <a:cubicBezTo>
                    <a:pt x="343" y="989"/>
                    <a:pt x="342" y="982"/>
                    <a:pt x="340" y="975"/>
                  </a:cubicBezTo>
                  <a:cubicBezTo>
                    <a:pt x="342" y="977"/>
                    <a:pt x="344" y="979"/>
                    <a:pt x="345" y="981"/>
                  </a:cubicBezTo>
                  <a:cubicBezTo>
                    <a:pt x="352" y="997"/>
                    <a:pt x="358" y="1014"/>
                    <a:pt x="362" y="1031"/>
                  </a:cubicBezTo>
                  <a:cubicBezTo>
                    <a:pt x="366" y="1044"/>
                    <a:pt x="370" y="1058"/>
                    <a:pt x="372" y="1072"/>
                  </a:cubicBezTo>
                  <a:cubicBezTo>
                    <a:pt x="372" y="1076"/>
                    <a:pt x="378" y="1075"/>
                    <a:pt x="378" y="1072"/>
                  </a:cubicBezTo>
                  <a:cubicBezTo>
                    <a:pt x="376" y="1049"/>
                    <a:pt x="373" y="1026"/>
                    <a:pt x="368" y="1004"/>
                  </a:cubicBezTo>
                  <a:lnTo>
                    <a:pt x="369" y="1006"/>
                  </a:lnTo>
                  <a:cubicBezTo>
                    <a:pt x="398" y="1050"/>
                    <a:pt x="434" y="1114"/>
                    <a:pt x="441" y="1167"/>
                  </a:cubicBezTo>
                  <a:cubicBezTo>
                    <a:pt x="441" y="1168"/>
                    <a:pt x="441" y="1168"/>
                    <a:pt x="441" y="1169"/>
                  </a:cubicBezTo>
                  <a:lnTo>
                    <a:pt x="442" y="1170"/>
                  </a:lnTo>
                  <a:cubicBezTo>
                    <a:pt x="443" y="1171"/>
                    <a:pt x="443" y="1170"/>
                    <a:pt x="444" y="1170"/>
                  </a:cubicBezTo>
                  <a:lnTo>
                    <a:pt x="445" y="1170"/>
                  </a:lnTo>
                  <a:cubicBezTo>
                    <a:pt x="445" y="1169"/>
                    <a:pt x="446" y="1169"/>
                    <a:pt x="446" y="1169"/>
                  </a:cubicBezTo>
                  <a:cubicBezTo>
                    <a:pt x="446" y="1168"/>
                    <a:pt x="446" y="1168"/>
                    <a:pt x="446" y="1167"/>
                  </a:cubicBezTo>
                  <a:cubicBezTo>
                    <a:pt x="444" y="1098"/>
                    <a:pt x="410" y="1031"/>
                    <a:pt x="372" y="969"/>
                  </a:cubicBezTo>
                  <a:lnTo>
                    <a:pt x="375" y="972"/>
                  </a:lnTo>
                  <a:cubicBezTo>
                    <a:pt x="376" y="974"/>
                    <a:pt x="378" y="975"/>
                    <a:pt x="381" y="977"/>
                  </a:cubicBezTo>
                  <a:cubicBezTo>
                    <a:pt x="383" y="979"/>
                    <a:pt x="387" y="980"/>
                    <a:pt x="390" y="980"/>
                  </a:cubicBezTo>
                  <a:cubicBezTo>
                    <a:pt x="391" y="980"/>
                    <a:pt x="392" y="979"/>
                    <a:pt x="391" y="978"/>
                  </a:cubicBezTo>
                  <a:cubicBezTo>
                    <a:pt x="383" y="968"/>
                    <a:pt x="380" y="958"/>
                    <a:pt x="372" y="948"/>
                  </a:cubicBezTo>
                  <a:cubicBezTo>
                    <a:pt x="364" y="939"/>
                    <a:pt x="354" y="930"/>
                    <a:pt x="347" y="920"/>
                  </a:cubicBezTo>
                  <a:cubicBezTo>
                    <a:pt x="341" y="912"/>
                    <a:pt x="335" y="905"/>
                    <a:pt x="327" y="898"/>
                  </a:cubicBezTo>
                  <a:lnTo>
                    <a:pt x="322" y="891"/>
                  </a:lnTo>
                  <a:lnTo>
                    <a:pt x="322" y="890"/>
                  </a:lnTo>
                  <a:cubicBezTo>
                    <a:pt x="322" y="890"/>
                    <a:pt x="321" y="889"/>
                    <a:pt x="320" y="888"/>
                  </a:cubicBezTo>
                  <a:cubicBezTo>
                    <a:pt x="319" y="888"/>
                    <a:pt x="318" y="887"/>
                    <a:pt x="317" y="887"/>
                  </a:cubicBezTo>
                  <a:cubicBezTo>
                    <a:pt x="316" y="887"/>
                    <a:pt x="315" y="888"/>
                    <a:pt x="314" y="888"/>
                  </a:cubicBezTo>
                  <a:lnTo>
                    <a:pt x="307" y="883"/>
                  </a:lnTo>
                  <a:cubicBezTo>
                    <a:pt x="306" y="881"/>
                    <a:pt x="305" y="880"/>
                    <a:pt x="303" y="879"/>
                  </a:cubicBezTo>
                  <a:cubicBezTo>
                    <a:pt x="302" y="878"/>
                    <a:pt x="301" y="878"/>
                    <a:pt x="299" y="878"/>
                  </a:cubicBezTo>
                  <a:cubicBezTo>
                    <a:pt x="358" y="885"/>
                    <a:pt x="402" y="934"/>
                    <a:pt x="436" y="978"/>
                  </a:cubicBezTo>
                  <a:cubicBezTo>
                    <a:pt x="464" y="1015"/>
                    <a:pt x="495" y="1049"/>
                    <a:pt x="531" y="1079"/>
                  </a:cubicBezTo>
                  <a:cubicBezTo>
                    <a:pt x="536" y="1089"/>
                    <a:pt x="541" y="1101"/>
                    <a:pt x="550" y="1105"/>
                  </a:cubicBezTo>
                  <a:cubicBezTo>
                    <a:pt x="558" y="1108"/>
                    <a:pt x="566" y="1109"/>
                    <a:pt x="574" y="1110"/>
                  </a:cubicBezTo>
                  <a:cubicBezTo>
                    <a:pt x="579" y="1113"/>
                    <a:pt x="583" y="1117"/>
                    <a:pt x="587" y="1121"/>
                  </a:cubicBezTo>
                  <a:lnTo>
                    <a:pt x="587" y="1122"/>
                  </a:lnTo>
                  <a:cubicBezTo>
                    <a:pt x="587" y="1124"/>
                    <a:pt x="586" y="1125"/>
                    <a:pt x="587" y="1126"/>
                  </a:cubicBezTo>
                  <a:cubicBezTo>
                    <a:pt x="588" y="1127"/>
                    <a:pt x="589" y="1128"/>
                    <a:pt x="590" y="1128"/>
                  </a:cubicBezTo>
                  <a:lnTo>
                    <a:pt x="591" y="1129"/>
                  </a:lnTo>
                  <a:cubicBezTo>
                    <a:pt x="595" y="1131"/>
                    <a:pt x="597" y="1134"/>
                    <a:pt x="600" y="1137"/>
                  </a:cubicBezTo>
                  <a:cubicBezTo>
                    <a:pt x="648" y="1208"/>
                    <a:pt x="611" y="1322"/>
                    <a:pt x="609" y="1401"/>
                  </a:cubicBezTo>
                  <a:cubicBezTo>
                    <a:pt x="605" y="1447"/>
                    <a:pt x="591" y="1492"/>
                    <a:pt x="568" y="1532"/>
                  </a:cubicBezTo>
                  <a:lnTo>
                    <a:pt x="568" y="1533"/>
                  </a:lnTo>
                  <a:cubicBezTo>
                    <a:pt x="567" y="1527"/>
                    <a:pt x="566" y="1522"/>
                    <a:pt x="565" y="1517"/>
                  </a:cubicBezTo>
                  <a:cubicBezTo>
                    <a:pt x="565" y="1513"/>
                    <a:pt x="559" y="1514"/>
                    <a:pt x="558" y="1517"/>
                  </a:cubicBezTo>
                  <a:cubicBezTo>
                    <a:pt x="556" y="1524"/>
                    <a:pt x="555" y="1532"/>
                    <a:pt x="555" y="1539"/>
                  </a:cubicBezTo>
                  <a:cubicBezTo>
                    <a:pt x="555" y="1544"/>
                    <a:pt x="556" y="1549"/>
                    <a:pt x="557" y="1554"/>
                  </a:cubicBezTo>
                  <a:lnTo>
                    <a:pt x="545" y="1578"/>
                  </a:lnTo>
                  <a:cubicBezTo>
                    <a:pt x="542" y="1584"/>
                    <a:pt x="539" y="1590"/>
                    <a:pt x="536" y="1596"/>
                  </a:cubicBezTo>
                  <a:cubicBezTo>
                    <a:pt x="536" y="1579"/>
                    <a:pt x="535" y="1563"/>
                    <a:pt x="532" y="1547"/>
                  </a:cubicBezTo>
                  <a:cubicBezTo>
                    <a:pt x="532" y="1546"/>
                    <a:pt x="532" y="1546"/>
                    <a:pt x="532" y="1546"/>
                  </a:cubicBezTo>
                  <a:cubicBezTo>
                    <a:pt x="531" y="1546"/>
                    <a:pt x="531" y="1545"/>
                    <a:pt x="531" y="1545"/>
                  </a:cubicBezTo>
                  <a:cubicBezTo>
                    <a:pt x="530" y="1545"/>
                    <a:pt x="530" y="1544"/>
                    <a:pt x="529" y="1544"/>
                  </a:cubicBezTo>
                  <a:lnTo>
                    <a:pt x="528" y="1545"/>
                  </a:lnTo>
                  <a:cubicBezTo>
                    <a:pt x="527" y="1545"/>
                    <a:pt x="527" y="1546"/>
                    <a:pt x="526" y="1546"/>
                  </a:cubicBezTo>
                  <a:lnTo>
                    <a:pt x="526" y="1547"/>
                  </a:lnTo>
                  <a:cubicBezTo>
                    <a:pt x="525" y="1565"/>
                    <a:pt x="523" y="1584"/>
                    <a:pt x="519" y="1603"/>
                  </a:cubicBezTo>
                  <a:cubicBezTo>
                    <a:pt x="517" y="1608"/>
                    <a:pt x="516" y="1613"/>
                    <a:pt x="516" y="1618"/>
                  </a:cubicBezTo>
                  <a:cubicBezTo>
                    <a:pt x="516" y="1624"/>
                    <a:pt x="517" y="1629"/>
                    <a:pt x="519" y="1634"/>
                  </a:cubicBezTo>
                  <a:cubicBezTo>
                    <a:pt x="512" y="1650"/>
                    <a:pt x="505" y="1666"/>
                    <a:pt x="499" y="1682"/>
                  </a:cubicBezTo>
                  <a:cubicBezTo>
                    <a:pt x="499" y="1677"/>
                    <a:pt x="501" y="1672"/>
                    <a:pt x="502" y="1667"/>
                  </a:cubicBezTo>
                  <a:cubicBezTo>
                    <a:pt x="508" y="1644"/>
                    <a:pt x="511" y="1620"/>
                    <a:pt x="511" y="1596"/>
                  </a:cubicBezTo>
                  <a:cubicBezTo>
                    <a:pt x="511" y="1591"/>
                    <a:pt x="510" y="1585"/>
                    <a:pt x="510" y="1579"/>
                  </a:cubicBezTo>
                  <a:cubicBezTo>
                    <a:pt x="510" y="1575"/>
                    <a:pt x="504" y="1576"/>
                    <a:pt x="504" y="1579"/>
                  </a:cubicBezTo>
                  <a:cubicBezTo>
                    <a:pt x="501" y="1612"/>
                    <a:pt x="494" y="1645"/>
                    <a:pt x="482" y="1675"/>
                  </a:cubicBezTo>
                  <a:cubicBezTo>
                    <a:pt x="478" y="1689"/>
                    <a:pt x="475" y="1703"/>
                    <a:pt x="474" y="1717"/>
                  </a:cubicBezTo>
                  <a:cubicBezTo>
                    <a:pt x="474" y="1727"/>
                    <a:pt x="473" y="1737"/>
                    <a:pt x="471" y="1747"/>
                  </a:cubicBezTo>
                  <a:cubicBezTo>
                    <a:pt x="466" y="1758"/>
                    <a:pt x="461" y="1770"/>
                    <a:pt x="456" y="1781"/>
                  </a:cubicBezTo>
                  <a:cubicBezTo>
                    <a:pt x="453" y="1787"/>
                    <a:pt x="450" y="1793"/>
                    <a:pt x="447" y="1799"/>
                  </a:cubicBezTo>
                  <a:cubicBezTo>
                    <a:pt x="447" y="1797"/>
                    <a:pt x="447" y="1795"/>
                    <a:pt x="447" y="1793"/>
                  </a:cubicBezTo>
                  <a:cubicBezTo>
                    <a:pt x="454" y="1738"/>
                    <a:pt x="469" y="1681"/>
                    <a:pt x="463" y="1625"/>
                  </a:cubicBezTo>
                  <a:lnTo>
                    <a:pt x="463" y="1624"/>
                  </a:lnTo>
                  <a:lnTo>
                    <a:pt x="462" y="1623"/>
                  </a:lnTo>
                  <a:cubicBezTo>
                    <a:pt x="461" y="1623"/>
                    <a:pt x="461" y="1622"/>
                    <a:pt x="460" y="1622"/>
                  </a:cubicBezTo>
                  <a:cubicBezTo>
                    <a:pt x="459" y="1622"/>
                    <a:pt x="459" y="1623"/>
                    <a:pt x="458" y="1623"/>
                  </a:cubicBezTo>
                  <a:lnTo>
                    <a:pt x="457" y="1624"/>
                  </a:lnTo>
                  <a:lnTo>
                    <a:pt x="457" y="1625"/>
                  </a:lnTo>
                  <a:cubicBezTo>
                    <a:pt x="452" y="1672"/>
                    <a:pt x="443" y="1719"/>
                    <a:pt x="431" y="1766"/>
                  </a:cubicBezTo>
                  <a:cubicBezTo>
                    <a:pt x="424" y="1805"/>
                    <a:pt x="416" y="1840"/>
                    <a:pt x="387" y="1867"/>
                  </a:cubicBezTo>
                  <a:cubicBezTo>
                    <a:pt x="394" y="1849"/>
                    <a:pt x="399" y="1832"/>
                    <a:pt x="403" y="1814"/>
                  </a:cubicBezTo>
                  <a:cubicBezTo>
                    <a:pt x="407" y="1801"/>
                    <a:pt x="413" y="1787"/>
                    <a:pt x="416" y="1775"/>
                  </a:cubicBezTo>
                  <a:cubicBezTo>
                    <a:pt x="416" y="1757"/>
                    <a:pt x="419" y="1739"/>
                    <a:pt x="424" y="1722"/>
                  </a:cubicBezTo>
                  <a:cubicBezTo>
                    <a:pt x="424" y="1721"/>
                    <a:pt x="424" y="1721"/>
                    <a:pt x="424" y="1720"/>
                  </a:cubicBezTo>
                  <a:cubicBezTo>
                    <a:pt x="424" y="1719"/>
                    <a:pt x="425" y="1719"/>
                    <a:pt x="424" y="1718"/>
                  </a:cubicBezTo>
                  <a:cubicBezTo>
                    <a:pt x="423" y="1717"/>
                    <a:pt x="423" y="1717"/>
                    <a:pt x="422" y="1717"/>
                  </a:cubicBezTo>
                  <a:lnTo>
                    <a:pt x="421" y="1716"/>
                  </a:lnTo>
                  <a:cubicBezTo>
                    <a:pt x="420" y="1716"/>
                    <a:pt x="419" y="1717"/>
                    <a:pt x="419" y="1717"/>
                  </a:cubicBezTo>
                  <a:cubicBezTo>
                    <a:pt x="418" y="1717"/>
                    <a:pt x="418" y="1718"/>
                    <a:pt x="417" y="1718"/>
                  </a:cubicBezTo>
                  <a:cubicBezTo>
                    <a:pt x="406" y="1736"/>
                    <a:pt x="405" y="1760"/>
                    <a:pt x="398" y="1779"/>
                  </a:cubicBezTo>
                  <a:cubicBezTo>
                    <a:pt x="383" y="1812"/>
                    <a:pt x="378" y="1850"/>
                    <a:pt x="355" y="1878"/>
                  </a:cubicBezTo>
                  <a:cubicBezTo>
                    <a:pt x="359" y="1865"/>
                    <a:pt x="363" y="1852"/>
                    <a:pt x="366" y="1838"/>
                  </a:cubicBezTo>
                  <a:cubicBezTo>
                    <a:pt x="373" y="1811"/>
                    <a:pt x="379" y="1782"/>
                    <a:pt x="388" y="1755"/>
                  </a:cubicBezTo>
                  <a:lnTo>
                    <a:pt x="388" y="1754"/>
                  </a:lnTo>
                  <a:lnTo>
                    <a:pt x="388" y="1753"/>
                  </a:lnTo>
                  <a:cubicBezTo>
                    <a:pt x="388" y="1752"/>
                    <a:pt x="387" y="1752"/>
                    <a:pt x="387" y="1752"/>
                  </a:cubicBezTo>
                  <a:cubicBezTo>
                    <a:pt x="386" y="1751"/>
                    <a:pt x="386" y="1751"/>
                    <a:pt x="385" y="1751"/>
                  </a:cubicBezTo>
                  <a:cubicBezTo>
                    <a:pt x="385" y="1751"/>
                    <a:pt x="384" y="1751"/>
                    <a:pt x="384" y="1752"/>
                  </a:cubicBezTo>
                  <a:cubicBezTo>
                    <a:pt x="384" y="1752"/>
                    <a:pt x="383" y="1752"/>
                    <a:pt x="383" y="1753"/>
                  </a:cubicBezTo>
                  <a:cubicBezTo>
                    <a:pt x="377" y="1767"/>
                    <a:pt x="327" y="1889"/>
                    <a:pt x="328" y="1889"/>
                  </a:cubicBezTo>
                  <a:cubicBezTo>
                    <a:pt x="327" y="1889"/>
                    <a:pt x="325" y="1889"/>
                    <a:pt x="324" y="1889"/>
                  </a:cubicBezTo>
                  <a:cubicBezTo>
                    <a:pt x="322" y="1889"/>
                    <a:pt x="322" y="1889"/>
                    <a:pt x="321" y="1889"/>
                  </a:cubicBezTo>
                  <a:cubicBezTo>
                    <a:pt x="328" y="1867"/>
                    <a:pt x="333" y="1843"/>
                    <a:pt x="337" y="1820"/>
                  </a:cubicBezTo>
                  <a:cubicBezTo>
                    <a:pt x="344" y="1794"/>
                    <a:pt x="349" y="1768"/>
                    <a:pt x="353" y="1741"/>
                  </a:cubicBezTo>
                  <a:lnTo>
                    <a:pt x="353" y="1740"/>
                  </a:lnTo>
                  <a:cubicBezTo>
                    <a:pt x="353" y="1740"/>
                    <a:pt x="354" y="1739"/>
                    <a:pt x="353" y="1738"/>
                  </a:cubicBezTo>
                  <a:cubicBezTo>
                    <a:pt x="352" y="1737"/>
                    <a:pt x="352" y="1737"/>
                    <a:pt x="351" y="1737"/>
                  </a:cubicBezTo>
                  <a:cubicBezTo>
                    <a:pt x="351" y="1737"/>
                    <a:pt x="350" y="1736"/>
                    <a:pt x="349" y="1736"/>
                  </a:cubicBezTo>
                  <a:cubicBezTo>
                    <a:pt x="349" y="1736"/>
                    <a:pt x="348" y="1737"/>
                    <a:pt x="347" y="1737"/>
                  </a:cubicBezTo>
                  <a:lnTo>
                    <a:pt x="346" y="1738"/>
                  </a:lnTo>
                  <a:lnTo>
                    <a:pt x="346" y="1739"/>
                  </a:lnTo>
                  <a:cubicBezTo>
                    <a:pt x="336" y="1764"/>
                    <a:pt x="328" y="1788"/>
                    <a:pt x="320" y="1813"/>
                  </a:cubicBezTo>
                  <a:cubicBezTo>
                    <a:pt x="311" y="1839"/>
                    <a:pt x="311" y="1869"/>
                    <a:pt x="298" y="1888"/>
                  </a:cubicBezTo>
                  <a:cubicBezTo>
                    <a:pt x="298" y="1888"/>
                    <a:pt x="299" y="1888"/>
                    <a:pt x="299" y="1889"/>
                  </a:cubicBezTo>
                  <a:cubicBezTo>
                    <a:pt x="300" y="1889"/>
                    <a:pt x="300" y="1890"/>
                    <a:pt x="300" y="1890"/>
                  </a:cubicBezTo>
                  <a:cubicBezTo>
                    <a:pt x="300" y="1890"/>
                    <a:pt x="300" y="1891"/>
                    <a:pt x="299" y="1891"/>
                  </a:cubicBezTo>
                  <a:lnTo>
                    <a:pt x="298" y="1892"/>
                  </a:lnTo>
                  <a:cubicBezTo>
                    <a:pt x="298" y="1892"/>
                    <a:pt x="298" y="1891"/>
                    <a:pt x="297" y="1891"/>
                  </a:cubicBezTo>
                  <a:lnTo>
                    <a:pt x="297" y="1890"/>
                  </a:lnTo>
                  <a:cubicBezTo>
                    <a:pt x="291" y="1879"/>
                    <a:pt x="298" y="1870"/>
                    <a:pt x="298" y="1859"/>
                  </a:cubicBezTo>
                  <a:cubicBezTo>
                    <a:pt x="298" y="1839"/>
                    <a:pt x="302" y="1819"/>
                    <a:pt x="311" y="1800"/>
                  </a:cubicBezTo>
                  <a:cubicBezTo>
                    <a:pt x="311" y="1800"/>
                    <a:pt x="311" y="1799"/>
                    <a:pt x="311" y="1798"/>
                  </a:cubicBezTo>
                  <a:cubicBezTo>
                    <a:pt x="311" y="1798"/>
                    <a:pt x="312" y="1797"/>
                    <a:pt x="311" y="1796"/>
                  </a:cubicBezTo>
                  <a:cubicBezTo>
                    <a:pt x="310" y="1795"/>
                    <a:pt x="310" y="1796"/>
                    <a:pt x="309" y="1795"/>
                  </a:cubicBezTo>
                  <a:cubicBezTo>
                    <a:pt x="308" y="1794"/>
                    <a:pt x="308" y="1794"/>
                    <a:pt x="307" y="1794"/>
                  </a:cubicBezTo>
                  <a:cubicBezTo>
                    <a:pt x="306" y="1794"/>
                    <a:pt x="306" y="1794"/>
                    <a:pt x="305" y="1795"/>
                  </a:cubicBezTo>
                  <a:cubicBezTo>
                    <a:pt x="304" y="1796"/>
                    <a:pt x="304" y="1795"/>
                    <a:pt x="304" y="1795"/>
                  </a:cubicBezTo>
                  <a:cubicBezTo>
                    <a:pt x="299" y="1800"/>
                    <a:pt x="294" y="1806"/>
                    <a:pt x="290" y="1813"/>
                  </a:cubicBezTo>
                  <a:cubicBezTo>
                    <a:pt x="289" y="1815"/>
                    <a:pt x="288" y="1818"/>
                    <a:pt x="287" y="1820"/>
                  </a:cubicBezTo>
                  <a:cubicBezTo>
                    <a:pt x="284" y="1827"/>
                    <a:pt x="282" y="1834"/>
                    <a:pt x="279" y="1840"/>
                  </a:cubicBezTo>
                  <a:cubicBezTo>
                    <a:pt x="276" y="1846"/>
                    <a:pt x="279" y="1853"/>
                    <a:pt x="275" y="1860"/>
                  </a:cubicBezTo>
                  <a:cubicBezTo>
                    <a:pt x="274" y="1863"/>
                    <a:pt x="273" y="1865"/>
                    <a:pt x="272" y="1869"/>
                  </a:cubicBezTo>
                  <a:cubicBezTo>
                    <a:pt x="272" y="1857"/>
                    <a:pt x="274" y="1836"/>
                    <a:pt x="275" y="1832"/>
                  </a:cubicBezTo>
                  <a:cubicBezTo>
                    <a:pt x="278" y="1808"/>
                    <a:pt x="284" y="1784"/>
                    <a:pt x="292" y="1761"/>
                  </a:cubicBezTo>
                  <a:cubicBezTo>
                    <a:pt x="292" y="1760"/>
                    <a:pt x="292" y="1760"/>
                    <a:pt x="292" y="1760"/>
                  </a:cubicBezTo>
                  <a:lnTo>
                    <a:pt x="292" y="1759"/>
                  </a:lnTo>
                  <a:cubicBezTo>
                    <a:pt x="292" y="1758"/>
                    <a:pt x="292" y="1758"/>
                    <a:pt x="291" y="1758"/>
                  </a:cubicBezTo>
                  <a:lnTo>
                    <a:pt x="290" y="1757"/>
                  </a:lnTo>
                  <a:cubicBezTo>
                    <a:pt x="289" y="1757"/>
                    <a:pt x="289" y="1758"/>
                    <a:pt x="289" y="1758"/>
                  </a:cubicBezTo>
                  <a:cubicBezTo>
                    <a:pt x="288" y="1758"/>
                    <a:pt x="288" y="1758"/>
                    <a:pt x="288" y="1758"/>
                  </a:cubicBezTo>
                  <a:cubicBezTo>
                    <a:pt x="284" y="1764"/>
                    <a:pt x="280" y="1770"/>
                    <a:pt x="276" y="1776"/>
                  </a:cubicBezTo>
                  <a:cubicBezTo>
                    <a:pt x="265" y="1796"/>
                    <a:pt x="257" y="1818"/>
                    <a:pt x="254" y="1840"/>
                  </a:cubicBezTo>
                  <a:cubicBezTo>
                    <a:pt x="254" y="1848"/>
                    <a:pt x="252" y="1855"/>
                    <a:pt x="251" y="1863"/>
                  </a:cubicBezTo>
                  <a:cubicBezTo>
                    <a:pt x="250" y="1862"/>
                    <a:pt x="250" y="1861"/>
                    <a:pt x="249" y="1861"/>
                  </a:cubicBezTo>
                  <a:cubicBezTo>
                    <a:pt x="246" y="1859"/>
                    <a:pt x="247" y="1836"/>
                    <a:pt x="247" y="1834"/>
                  </a:cubicBezTo>
                  <a:cubicBezTo>
                    <a:pt x="247" y="1810"/>
                    <a:pt x="251" y="1786"/>
                    <a:pt x="260" y="1764"/>
                  </a:cubicBezTo>
                  <a:cubicBezTo>
                    <a:pt x="269" y="1747"/>
                    <a:pt x="276" y="1729"/>
                    <a:pt x="282" y="1711"/>
                  </a:cubicBezTo>
                  <a:cubicBezTo>
                    <a:pt x="282" y="1709"/>
                    <a:pt x="280" y="1708"/>
                    <a:pt x="279" y="1711"/>
                  </a:cubicBezTo>
                  <a:cubicBezTo>
                    <a:pt x="275" y="1722"/>
                    <a:pt x="264" y="1730"/>
                    <a:pt x="261" y="1742"/>
                  </a:cubicBezTo>
                  <a:cubicBezTo>
                    <a:pt x="255" y="1762"/>
                    <a:pt x="247" y="1782"/>
                    <a:pt x="239" y="1801"/>
                  </a:cubicBezTo>
                  <a:cubicBezTo>
                    <a:pt x="233" y="1815"/>
                    <a:pt x="229" y="1830"/>
                    <a:pt x="227" y="1845"/>
                  </a:cubicBezTo>
                  <a:cubicBezTo>
                    <a:pt x="219" y="1833"/>
                    <a:pt x="243" y="1751"/>
                    <a:pt x="244" y="1745"/>
                  </a:cubicBezTo>
                  <a:cubicBezTo>
                    <a:pt x="247" y="1735"/>
                    <a:pt x="250" y="1725"/>
                    <a:pt x="255" y="1715"/>
                  </a:cubicBezTo>
                  <a:cubicBezTo>
                    <a:pt x="262" y="1693"/>
                    <a:pt x="270" y="1672"/>
                    <a:pt x="279" y="1650"/>
                  </a:cubicBezTo>
                  <a:cubicBezTo>
                    <a:pt x="279" y="1649"/>
                    <a:pt x="277" y="1648"/>
                    <a:pt x="276" y="1649"/>
                  </a:cubicBezTo>
                  <a:cubicBezTo>
                    <a:pt x="274" y="1652"/>
                    <a:pt x="271" y="1655"/>
                    <a:pt x="269" y="1659"/>
                  </a:cubicBezTo>
                  <a:cubicBezTo>
                    <a:pt x="262" y="1671"/>
                    <a:pt x="257" y="1684"/>
                    <a:pt x="253" y="1696"/>
                  </a:cubicBezTo>
                  <a:cubicBezTo>
                    <a:pt x="243" y="1713"/>
                    <a:pt x="235" y="1731"/>
                    <a:pt x="228" y="1748"/>
                  </a:cubicBezTo>
                  <a:cubicBezTo>
                    <a:pt x="220" y="1765"/>
                    <a:pt x="213" y="1782"/>
                    <a:pt x="208" y="1800"/>
                  </a:cubicBezTo>
                  <a:cubicBezTo>
                    <a:pt x="208" y="1806"/>
                    <a:pt x="206" y="1812"/>
                    <a:pt x="206" y="1820"/>
                  </a:cubicBezTo>
                  <a:lnTo>
                    <a:pt x="206" y="1819"/>
                  </a:lnTo>
                  <a:cubicBezTo>
                    <a:pt x="195" y="1778"/>
                    <a:pt x="211" y="1729"/>
                    <a:pt x="224" y="1690"/>
                  </a:cubicBezTo>
                  <a:cubicBezTo>
                    <a:pt x="224" y="1688"/>
                    <a:pt x="221" y="1687"/>
                    <a:pt x="220" y="1689"/>
                  </a:cubicBezTo>
                  <a:cubicBezTo>
                    <a:pt x="213" y="1705"/>
                    <a:pt x="207" y="1721"/>
                    <a:pt x="201" y="1737"/>
                  </a:cubicBezTo>
                  <a:cubicBezTo>
                    <a:pt x="202" y="1734"/>
                    <a:pt x="202" y="1731"/>
                    <a:pt x="202" y="1728"/>
                  </a:cubicBezTo>
                  <a:cubicBezTo>
                    <a:pt x="202" y="1720"/>
                    <a:pt x="201" y="1712"/>
                    <a:pt x="200" y="1705"/>
                  </a:cubicBezTo>
                  <a:cubicBezTo>
                    <a:pt x="197" y="1690"/>
                    <a:pt x="191" y="1675"/>
                    <a:pt x="184" y="1662"/>
                  </a:cubicBezTo>
                  <a:cubicBezTo>
                    <a:pt x="182" y="1659"/>
                    <a:pt x="181" y="1656"/>
                    <a:pt x="179" y="1653"/>
                  </a:cubicBezTo>
                  <a:cubicBezTo>
                    <a:pt x="164" y="1630"/>
                    <a:pt x="172" y="1618"/>
                    <a:pt x="166" y="1594"/>
                  </a:cubicBezTo>
                  <a:cubicBezTo>
                    <a:pt x="148" y="1511"/>
                    <a:pt x="107" y="1437"/>
                    <a:pt x="120" y="1350"/>
                  </a:cubicBezTo>
                  <a:cubicBezTo>
                    <a:pt x="120" y="1343"/>
                    <a:pt x="122" y="1336"/>
                    <a:pt x="123" y="1330"/>
                  </a:cubicBezTo>
                  <a:cubicBezTo>
                    <a:pt x="124" y="1333"/>
                    <a:pt x="124" y="1337"/>
                    <a:pt x="125" y="1340"/>
                  </a:cubicBezTo>
                  <a:cubicBezTo>
                    <a:pt x="127" y="1349"/>
                    <a:pt x="129" y="1357"/>
                    <a:pt x="133" y="1364"/>
                  </a:cubicBezTo>
                  <a:lnTo>
                    <a:pt x="133" y="1365"/>
                  </a:lnTo>
                  <a:cubicBezTo>
                    <a:pt x="134" y="1366"/>
                    <a:pt x="134" y="1366"/>
                    <a:pt x="135" y="1366"/>
                  </a:cubicBezTo>
                  <a:cubicBezTo>
                    <a:pt x="136" y="1367"/>
                    <a:pt x="136" y="1367"/>
                    <a:pt x="137" y="1367"/>
                  </a:cubicBezTo>
                  <a:cubicBezTo>
                    <a:pt x="138" y="1367"/>
                    <a:pt x="138" y="1367"/>
                    <a:pt x="139" y="1366"/>
                  </a:cubicBezTo>
                  <a:cubicBezTo>
                    <a:pt x="139" y="1366"/>
                    <a:pt x="140" y="1366"/>
                    <a:pt x="140" y="1365"/>
                  </a:cubicBezTo>
                  <a:lnTo>
                    <a:pt x="141" y="1364"/>
                  </a:lnTo>
                  <a:cubicBezTo>
                    <a:pt x="142" y="1356"/>
                    <a:pt x="142" y="1347"/>
                    <a:pt x="142" y="1339"/>
                  </a:cubicBezTo>
                  <a:cubicBezTo>
                    <a:pt x="142" y="1331"/>
                    <a:pt x="142" y="1322"/>
                    <a:pt x="141" y="1314"/>
                  </a:cubicBezTo>
                  <a:cubicBezTo>
                    <a:pt x="141" y="1313"/>
                    <a:pt x="140" y="1311"/>
                    <a:pt x="140" y="1310"/>
                  </a:cubicBezTo>
                  <a:cubicBezTo>
                    <a:pt x="140" y="1309"/>
                    <a:pt x="141" y="1308"/>
                    <a:pt x="141" y="1306"/>
                  </a:cubicBezTo>
                  <a:cubicBezTo>
                    <a:pt x="143" y="1313"/>
                    <a:pt x="145" y="1320"/>
                    <a:pt x="147" y="1328"/>
                  </a:cubicBezTo>
                  <a:cubicBezTo>
                    <a:pt x="147" y="1330"/>
                    <a:pt x="152" y="1331"/>
                    <a:pt x="152" y="1328"/>
                  </a:cubicBezTo>
                  <a:cubicBezTo>
                    <a:pt x="154" y="1314"/>
                    <a:pt x="155" y="1300"/>
                    <a:pt x="155" y="1286"/>
                  </a:cubicBezTo>
                  <a:cubicBezTo>
                    <a:pt x="155" y="1283"/>
                    <a:pt x="155" y="1280"/>
                    <a:pt x="155" y="1277"/>
                  </a:cubicBezTo>
                  <a:cubicBezTo>
                    <a:pt x="156" y="1269"/>
                    <a:pt x="158" y="1261"/>
                    <a:pt x="161" y="1254"/>
                  </a:cubicBezTo>
                  <a:cubicBezTo>
                    <a:pt x="162" y="1272"/>
                    <a:pt x="165" y="1290"/>
                    <a:pt x="166" y="1304"/>
                  </a:cubicBezTo>
                  <a:cubicBezTo>
                    <a:pt x="166" y="1305"/>
                    <a:pt x="166" y="1304"/>
                    <a:pt x="167" y="1305"/>
                  </a:cubicBezTo>
                  <a:cubicBezTo>
                    <a:pt x="168" y="1306"/>
                    <a:pt x="167" y="1306"/>
                    <a:pt x="168" y="1307"/>
                  </a:cubicBezTo>
                  <a:cubicBezTo>
                    <a:pt x="168" y="1307"/>
                    <a:pt x="169" y="1307"/>
                    <a:pt x="170" y="1307"/>
                  </a:cubicBezTo>
                  <a:lnTo>
                    <a:pt x="171" y="1307"/>
                  </a:lnTo>
                  <a:cubicBezTo>
                    <a:pt x="172" y="1306"/>
                    <a:pt x="172" y="1306"/>
                    <a:pt x="173" y="1305"/>
                  </a:cubicBezTo>
                  <a:lnTo>
                    <a:pt x="173" y="1304"/>
                  </a:lnTo>
                  <a:cubicBezTo>
                    <a:pt x="175" y="1278"/>
                    <a:pt x="181" y="1251"/>
                    <a:pt x="183" y="1224"/>
                  </a:cubicBezTo>
                  <a:cubicBezTo>
                    <a:pt x="184" y="1221"/>
                    <a:pt x="185" y="1218"/>
                    <a:pt x="187" y="1215"/>
                  </a:cubicBezTo>
                  <a:cubicBezTo>
                    <a:pt x="187" y="1214"/>
                    <a:pt x="188" y="1214"/>
                    <a:pt x="188" y="1213"/>
                  </a:cubicBezTo>
                  <a:cubicBezTo>
                    <a:pt x="188" y="1219"/>
                    <a:pt x="187" y="1225"/>
                    <a:pt x="187" y="1231"/>
                  </a:cubicBezTo>
                  <a:cubicBezTo>
                    <a:pt x="187" y="1261"/>
                    <a:pt x="182" y="1317"/>
                    <a:pt x="200" y="1343"/>
                  </a:cubicBezTo>
                  <a:cubicBezTo>
                    <a:pt x="202" y="1346"/>
                    <a:pt x="207" y="1343"/>
                    <a:pt x="205" y="1339"/>
                  </a:cubicBezTo>
                  <a:cubicBezTo>
                    <a:pt x="194" y="1318"/>
                    <a:pt x="201" y="1279"/>
                    <a:pt x="202" y="1255"/>
                  </a:cubicBezTo>
                  <a:cubicBezTo>
                    <a:pt x="202" y="1224"/>
                    <a:pt x="211" y="1194"/>
                    <a:pt x="226" y="1167"/>
                  </a:cubicBezTo>
                  <a:cubicBezTo>
                    <a:pt x="227" y="1165"/>
                    <a:pt x="228" y="1163"/>
                    <a:pt x="230" y="1161"/>
                  </a:cubicBezTo>
                  <a:cubicBezTo>
                    <a:pt x="218" y="1187"/>
                    <a:pt x="212" y="1215"/>
                    <a:pt x="212" y="1243"/>
                  </a:cubicBezTo>
                  <a:cubicBezTo>
                    <a:pt x="212" y="1265"/>
                    <a:pt x="216" y="1288"/>
                    <a:pt x="223" y="1309"/>
                  </a:cubicBezTo>
                  <a:cubicBezTo>
                    <a:pt x="223" y="1311"/>
                    <a:pt x="227" y="1310"/>
                    <a:pt x="227" y="1309"/>
                  </a:cubicBezTo>
                  <a:cubicBezTo>
                    <a:pt x="233" y="1259"/>
                    <a:pt x="225" y="1214"/>
                    <a:pt x="250" y="1167"/>
                  </a:cubicBezTo>
                  <a:cubicBezTo>
                    <a:pt x="253" y="1161"/>
                    <a:pt x="257" y="1154"/>
                    <a:pt x="261" y="1147"/>
                  </a:cubicBezTo>
                  <a:cubicBezTo>
                    <a:pt x="261" y="1171"/>
                    <a:pt x="259" y="1194"/>
                    <a:pt x="257" y="1218"/>
                  </a:cubicBezTo>
                  <a:cubicBezTo>
                    <a:pt x="252" y="1242"/>
                    <a:pt x="250" y="1268"/>
                    <a:pt x="250" y="1293"/>
                  </a:cubicBezTo>
                  <a:cubicBezTo>
                    <a:pt x="250" y="1319"/>
                    <a:pt x="252" y="1343"/>
                    <a:pt x="257" y="1368"/>
                  </a:cubicBezTo>
                  <a:cubicBezTo>
                    <a:pt x="266" y="1398"/>
                    <a:pt x="273" y="1429"/>
                    <a:pt x="276" y="1461"/>
                  </a:cubicBezTo>
                  <a:cubicBezTo>
                    <a:pt x="277" y="1488"/>
                    <a:pt x="270" y="1512"/>
                    <a:pt x="269" y="1538"/>
                  </a:cubicBezTo>
                  <a:lnTo>
                    <a:pt x="270" y="1538"/>
                  </a:lnTo>
                  <a:cubicBezTo>
                    <a:pt x="281" y="1513"/>
                    <a:pt x="286" y="1486"/>
                    <a:pt x="286" y="1459"/>
                  </a:cubicBezTo>
                  <a:cubicBezTo>
                    <a:pt x="286" y="1442"/>
                    <a:pt x="284" y="1425"/>
                    <a:pt x="280" y="1408"/>
                  </a:cubicBezTo>
                  <a:cubicBezTo>
                    <a:pt x="270" y="1371"/>
                    <a:pt x="266" y="1332"/>
                    <a:pt x="266" y="1293"/>
                  </a:cubicBezTo>
                  <a:cubicBezTo>
                    <a:pt x="266" y="1268"/>
                    <a:pt x="268" y="1243"/>
                    <a:pt x="272" y="1218"/>
                  </a:cubicBezTo>
                  <a:cubicBezTo>
                    <a:pt x="275" y="1193"/>
                    <a:pt x="271" y="1169"/>
                    <a:pt x="275" y="1144"/>
                  </a:cubicBezTo>
                  <a:cubicBezTo>
                    <a:pt x="278" y="1120"/>
                    <a:pt x="283" y="1093"/>
                    <a:pt x="288" y="1068"/>
                  </a:cubicBezTo>
                  <a:cubicBezTo>
                    <a:pt x="288" y="1081"/>
                    <a:pt x="292" y="1095"/>
                    <a:pt x="292" y="1107"/>
                  </a:cubicBezTo>
                  <a:cubicBezTo>
                    <a:pt x="292" y="1131"/>
                    <a:pt x="290" y="1161"/>
                    <a:pt x="294" y="1190"/>
                  </a:cubicBezTo>
                  <a:moveTo>
                    <a:pt x="1538" y="1633"/>
                  </a:moveTo>
                  <a:lnTo>
                    <a:pt x="1538" y="1634"/>
                  </a:lnTo>
                  <a:lnTo>
                    <a:pt x="1538" y="1633"/>
                  </a:lnTo>
                  <a:moveTo>
                    <a:pt x="1426" y="1340"/>
                  </a:moveTo>
                  <a:cubicBezTo>
                    <a:pt x="1439" y="1359"/>
                    <a:pt x="1445" y="1381"/>
                    <a:pt x="1457" y="1400"/>
                  </a:cubicBezTo>
                  <a:cubicBezTo>
                    <a:pt x="1459" y="1404"/>
                    <a:pt x="1462" y="1407"/>
                    <a:pt x="1464" y="1411"/>
                  </a:cubicBezTo>
                  <a:cubicBezTo>
                    <a:pt x="1484" y="1447"/>
                    <a:pt x="1500" y="1486"/>
                    <a:pt x="1510" y="1526"/>
                  </a:cubicBezTo>
                  <a:cubicBezTo>
                    <a:pt x="1514" y="1543"/>
                    <a:pt x="1519" y="1559"/>
                    <a:pt x="1523" y="1575"/>
                  </a:cubicBezTo>
                  <a:cubicBezTo>
                    <a:pt x="1521" y="1570"/>
                    <a:pt x="1518" y="1565"/>
                    <a:pt x="1516" y="1561"/>
                  </a:cubicBezTo>
                  <a:cubicBezTo>
                    <a:pt x="1496" y="1519"/>
                    <a:pt x="1473" y="1480"/>
                    <a:pt x="1455" y="1438"/>
                  </a:cubicBezTo>
                  <a:cubicBezTo>
                    <a:pt x="1437" y="1396"/>
                    <a:pt x="1400" y="1362"/>
                    <a:pt x="1379" y="1321"/>
                  </a:cubicBezTo>
                  <a:cubicBezTo>
                    <a:pt x="1380" y="1321"/>
                    <a:pt x="1380" y="1321"/>
                    <a:pt x="1381" y="1320"/>
                  </a:cubicBezTo>
                  <a:lnTo>
                    <a:pt x="1382" y="1319"/>
                  </a:lnTo>
                  <a:cubicBezTo>
                    <a:pt x="1382" y="1318"/>
                    <a:pt x="1383" y="1318"/>
                    <a:pt x="1383" y="1317"/>
                  </a:cubicBezTo>
                  <a:cubicBezTo>
                    <a:pt x="1383" y="1316"/>
                    <a:pt x="1383" y="1316"/>
                    <a:pt x="1382" y="1315"/>
                  </a:cubicBezTo>
                  <a:cubicBezTo>
                    <a:pt x="1379" y="1311"/>
                    <a:pt x="1375" y="1308"/>
                    <a:pt x="1371" y="1305"/>
                  </a:cubicBezTo>
                  <a:lnTo>
                    <a:pt x="1368" y="1300"/>
                  </a:lnTo>
                  <a:cubicBezTo>
                    <a:pt x="1375" y="1303"/>
                    <a:pt x="1382" y="1306"/>
                    <a:pt x="1388" y="1309"/>
                  </a:cubicBezTo>
                  <a:lnTo>
                    <a:pt x="1389" y="1309"/>
                  </a:lnTo>
                  <a:lnTo>
                    <a:pt x="1390" y="1309"/>
                  </a:lnTo>
                  <a:cubicBezTo>
                    <a:pt x="1391" y="1309"/>
                    <a:pt x="1391" y="1309"/>
                    <a:pt x="1391" y="1308"/>
                  </a:cubicBezTo>
                  <a:lnTo>
                    <a:pt x="1391" y="1307"/>
                  </a:lnTo>
                  <a:lnTo>
                    <a:pt x="1391" y="1306"/>
                  </a:lnTo>
                  <a:lnTo>
                    <a:pt x="1391" y="1305"/>
                  </a:lnTo>
                  <a:cubicBezTo>
                    <a:pt x="1381" y="1297"/>
                    <a:pt x="1371" y="1289"/>
                    <a:pt x="1360" y="1283"/>
                  </a:cubicBezTo>
                  <a:cubicBezTo>
                    <a:pt x="1359" y="1282"/>
                    <a:pt x="1358" y="1282"/>
                    <a:pt x="1357" y="1281"/>
                  </a:cubicBezTo>
                  <a:cubicBezTo>
                    <a:pt x="1351" y="1273"/>
                    <a:pt x="1345" y="1265"/>
                    <a:pt x="1337" y="1258"/>
                  </a:cubicBezTo>
                  <a:cubicBezTo>
                    <a:pt x="1343" y="1260"/>
                    <a:pt x="1348" y="1263"/>
                    <a:pt x="1354" y="1266"/>
                  </a:cubicBezTo>
                  <a:cubicBezTo>
                    <a:pt x="1382" y="1282"/>
                    <a:pt x="1405" y="1305"/>
                    <a:pt x="1421" y="1334"/>
                  </a:cubicBezTo>
                  <a:cubicBezTo>
                    <a:pt x="1422" y="1335"/>
                    <a:pt x="1423" y="1336"/>
                    <a:pt x="1424" y="1338"/>
                  </a:cubicBezTo>
                  <a:cubicBezTo>
                    <a:pt x="1424" y="1339"/>
                    <a:pt x="1424" y="1339"/>
                    <a:pt x="1425" y="1339"/>
                  </a:cubicBezTo>
                  <a:lnTo>
                    <a:pt x="1426" y="1340"/>
                  </a:lnTo>
                  <a:moveTo>
                    <a:pt x="269" y="852"/>
                  </a:moveTo>
                  <a:lnTo>
                    <a:pt x="269" y="856"/>
                  </a:lnTo>
                  <a:lnTo>
                    <a:pt x="268" y="855"/>
                  </a:lnTo>
                  <a:cubicBezTo>
                    <a:pt x="268" y="855"/>
                    <a:pt x="268" y="854"/>
                    <a:pt x="267" y="854"/>
                  </a:cubicBezTo>
                  <a:lnTo>
                    <a:pt x="269" y="852"/>
                  </a:lnTo>
                  <a:moveTo>
                    <a:pt x="269" y="890"/>
                  </a:moveTo>
                  <a:lnTo>
                    <a:pt x="274" y="891"/>
                  </a:lnTo>
                  <a:cubicBezTo>
                    <a:pt x="275" y="891"/>
                    <a:pt x="275" y="891"/>
                    <a:pt x="276" y="891"/>
                  </a:cubicBezTo>
                  <a:cubicBezTo>
                    <a:pt x="277" y="891"/>
                    <a:pt x="278" y="891"/>
                    <a:pt x="278" y="891"/>
                  </a:cubicBezTo>
                  <a:cubicBezTo>
                    <a:pt x="278" y="892"/>
                    <a:pt x="278" y="892"/>
                    <a:pt x="277" y="893"/>
                  </a:cubicBezTo>
                  <a:cubicBezTo>
                    <a:pt x="277" y="893"/>
                    <a:pt x="276" y="894"/>
                    <a:pt x="276" y="895"/>
                  </a:cubicBezTo>
                  <a:cubicBezTo>
                    <a:pt x="272" y="902"/>
                    <a:pt x="267" y="908"/>
                    <a:pt x="263" y="915"/>
                  </a:cubicBezTo>
                  <a:cubicBezTo>
                    <a:pt x="257" y="918"/>
                    <a:pt x="246" y="925"/>
                    <a:pt x="249" y="923"/>
                  </a:cubicBezTo>
                  <a:cubicBezTo>
                    <a:pt x="248" y="923"/>
                    <a:pt x="248" y="924"/>
                    <a:pt x="247" y="924"/>
                  </a:cubicBezTo>
                  <a:cubicBezTo>
                    <a:pt x="230" y="933"/>
                    <a:pt x="212" y="939"/>
                    <a:pt x="193" y="939"/>
                  </a:cubicBezTo>
                  <a:cubicBezTo>
                    <a:pt x="190" y="939"/>
                    <a:pt x="186" y="938"/>
                    <a:pt x="183" y="938"/>
                  </a:cubicBezTo>
                  <a:cubicBezTo>
                    <a:pt x="157" y="938"/>
                    <a:pt x="112" y="918"/>
                    <a:pt x="84" y="927"/>
                  </a:cubicBezTo>
                  <a:cubicBezTo>
                    <a:pt x="95" y="914"/>
                    <a:pt x="108" y="903"/>
                    <a:pt x="123" y="894"/>
                  </a:cubicBezTo>
                  <a:cubicBezTo>
                    <a:pt x="124" y="893"/>
                    <a:pt x="125" y="893"/>
                    <a:pt x="126" y="892"/>
                  </a:cubicBezTo>
                  <a:cubicBezTo>
                    <a:pt x="138" y="885"/>
                    <a:pt x="150" y="881"/>
                    <a:pt x="164" y="878"/>
                  </a:cubicBezTo>
                  <a:cubicBezTo>
                    <a:pt x="163" y="878"/>
                    <a:pt x="162" y="879"/>
                    <a:pt x="162" y="880"/>
                  </a:cubicBezTo>
                  <a:cubicBezTo>
                    <a:pt x="162" y="881"/>
                    <a:pt x="161" y="882"/>
                    <a:pt x="161" y="883"/>
                  </a:cubicBezTo>
                  <a:cubicBezTo>
                    <a:pt x="161" y="884"/>
                    <a:pt x="161" y="885"/>
                    <a:pt x="162" y="886"/>
                  </a:cubicBezTo>
                  <a:cubicBezTo>
                    <a:pt x="163" y="887"/>
                    <a:pt x="163" y="888"/>
                    <a:pt x="164" y="888"/>
                  </a:cubicBezTo>
                  <a:cubicBezTo>
                    <a:pt x="165" y="889"/>
                    <a:pt x="165" y="889"/>
                    <a:pt x="166" y="889"/>
                  </a:cubicBezTo>
                  <a:cubicBezTo>
                    <a:pt x="176" y="892"/>
                    <a:pt x="180" y="884"/>
                    <a:pt x="188" y="881"/>
                  </a:cubicBezTo>
                  <a:lnTo>
                    <a:pt x="189" y="881"/>
                  </a:lnTo>
                  <a:cubicBezTo>
                    <a:pt x="191" y="880"/>
                    <a:pt x="191" y="879"/>
                    <a:pt x="192" y="878"/>
                  </a:cubicBezTo>
                  <a:cubicBezTo>
                    <a:pt x="193" y="877"/>
                    <a:pt x="193" y="875"/>
                    <a:pt x="193" y="874"/>
                  </a:cubicBezTo>
                  <a:lnTo>
                    <a:pt x="193" y="873"/>
                  </a:lnTo>
                  <a:lnTo>
                    <a:pt x="206" y="871"/>
                  </a:lnTo>
                  <a:cubicBezTo>
                    <a:pt x="206" y="872"/>
                    <a:pt x="205" y="874"/>
                    <a:pt x="204" y="875"/>
                  </a:cubicBezTo>
                  <a:cubicBezTo>
                    <a:pt x="203" y="876"/>
                    <a:pt x="202" y="878"/>
                    <a:pt x="202" y="879"/>
                  </a:cubicBezTo>
                  <a:cubicBezTo>
                    <a:pt x="201" y="880"/>
                    <a:pt x="201" y="880"/>
                    <a:pt x="201" y="881"/>
                  </a:cubicBezTo>
                  <a:cubicBezTo>
                    <a:pt x="199" y="884"/>
                    <a:pt x="196" y="887"/>
                    <a:pt x="193" y="888"/>
                  </a:cubicBezTo>
                  <a:cubicBezTo>
                    <a:pt x="191" y="889"/>
                    <a:pt x="190" y="890"/>
                    <a:pt x="188" y="891"/>
                  </a:cubicBezTo>
                  <a:lnTo>
                    <a:pt x="187" y="891"/>
                  </a:lnTo>
                  <a:cubicBezTo>
                    <a:pt x="187" y="891"/>
                    <a:pt x="187" y="890"/>
                    <a:pt x="186" y="891"/>
                  </a:cubicBezTo>
                  <a:cubicBezTo>
                    <a:pt x="185" y="892"/>
                    <a:pt x="186" y="892"/>
                    <a:pt x="186" y="892"/>
                  </a:cubicBezTo>
                  <a:cubicBezTo>
                    <a:pt x="186" y="893"/>
                    <a:pt x="186" y="893"/>
                    <a:pt x="186" y="893"/>
                  </a:cubicBezTo>
                  <a:cubicBezTo>
                    <a:pt x="187" y="894"/>
                    <a:pt x="187" y="894"/>
                    <a:pt x="187" y="894"/>
                  </a:cubicBezTo>
                  <a:lnTo>
                    <a:pt x="188" y="894"/>
                  </a:lnTo>
                  <a:cubicBezTo>
                    <a:pt x="190" y="895"/>
                    <a:pt x="191" y="895"/>
                    <a:pt x="193" y="895"/>
                  </a:cubicBezTo>
                  <a:cubicBezTo>
                    <a:pt x="197" y="895"/>
                    <a:pt x="201" y="894"/>
                    <a:pt x="204" y="893"/>
                  </a:cubicBezTo>
                  <a:cubicBezTo>
                    <a:pt x="206" y="891"/>
                    <a:pt x="209" y="890"/>
                    <a:pt x="211" y="889"/>
                  </a:cubicBezTo>
                  <a:cubicBezTo>
                    <a:pt x="217" y="886"/>
                    <a:pt x="222" y="882"/>
                    <a:pt x="226" y="879"/>
                  </a:cubicBezTo>
                  <a:lnTo>
                    <a:pt x="227" y="879"/>
                  </a:lnTo>
                  <a:cubicBezTo>
                    <a:pt x="228" y="878"/>
                    <a:pt x="229" y="877"/>
                    <a:pt x="230" y="875"/>
                  </a:cubicBezTo>
                  <a:cubicBezTo>
                    <a:pt x="231" y="874"/>
                    <a:pt x="232" y="872"/>
                    <a:pt x="232" y="870"/>
                  </a:cubicBezTo>
                  <a:cubicBezTo>
                    <a:pt x="232" y="869"/>
                    <a:pt x="231" y="868"/>
                    <a:pt x="231" y="866"/>
                  </a:cubicBezTo>
                  <a:lnTo>
                    <a:pt x="244" y="866"/>
                  </a:lnTo>
                  <a:cubicBezTo>
                    <a:pt x="244" y="867"/>
                    <a:pt x="244" y="867"/>
                    <a:pt x="244" y="867"/>
                  </a:cubicBezTo>
                  <a:cubicBezTo>
                    <a:pt x="243" y="868"/>
                    <a:pt x="243" y="869"/>
                    <a:pt x="243" y="870"/>
                  </a:cubicBezTo>
                  <a:cubicBezTo>
                    <a:pt x="243" y="871"/>
                    <a:pt x="243" y="872"/>
                    <a:pt x="244" y="873"/>
                  </a:cubicBezTo>
                  <a:lnTo>
                    <a:pt x="244" y="874"/>
                  </a:lnTo>
                  <a:lnTo>
                    <a:pt x="244" y="875"/>
                  </a:lnTo>
                  <a:cubicBezTo>
                    <a:pt x="236" y="880"/>
                    <a:pt x="228" y="887"/>
                    <a:pt x="222" y="896"/>
                  </a:cubicBezTo>
                  <a:cubicBezTo>
                    <a:pt x="219" y="898"/>
                    <a:pt x="215" y="900"/>
                    <a:pt x="212" y="902"/>
                  </a:cubicBezTo>
                  <a:cubicBezTo>
                    <a:pt x="208" y="904"/>
                    <a:pt x="205" y="906"/>
                    <a:pt x="201" y="908"/>
                  </a:cubicBezTo>
                  <a:cubicBezTo>
                    <a:pt x="191" y="911"/>
                    <a:pt x="182" y="914"/>
                    <a:pt x="172" y="915"/>
                  </a:cubicBezTo>
                  <a:cubicBezTo>
                    <a:pt x="170" y="915"/>
                    <a:pt x="170" y="918"/>
                    <a:pt x="172" y="919"/>
                  </a:cubicBezTo>
                  <a:cubicBezTo>
                    <a:pt x="182" y="923"/>
                    <a:pt x="192" y="925"/>
                    <a:pt x="202" y="925"/>
                  </a:cubicBezTo>
                  <a:cubicBezTo>
                    <a:pt x="206" y="925"/>
                    <a:pt x="209" y="924"/>
                    <a:pt x="213" y="924"/>
                  </a:cubicBezTo>
                  <a:cubicBezTo>
                    <a:pt x="219" y="923"/>
                    <a:pt x="225" y="921"/>
                    <a:pt x="230" y="917"/>
                  </a:cubicBezTo>
                  <a:cubicBezTo>
                    <a:pt x="232" y="916"/>
                    <a:pt x="234" y="915"/>
                    <a:pt x="236" y="914"/>
                  </a:cubicBezTo>
                  <a:cubicBezTo>
                    <a:pt x="246" y="905"/>
                    <a:pt x="257" y="897"/>
                    <a:pt x="269" y="890"/>
                  </a:cubicBezTo>
                  <a:moveTo>
                    <a:pt x="253" y="813"/>
                  </a:moveTo>
                  <a:cubicBezTo>
                    <a:pt x="254" y="814"/>
                    <a:pt x="255" y="814"/>
                    <a:pt x="255" y="815"/>
                  </a:cubicBezTo>
                  <a:cubicBezTo>
                    <a:pt x="257" y="816"/>
                    <a:pt x="258" y="818"/>
                    <a:pt x="258" y="819"/>
                  </a:cubicBezTo>
                  <a:cubicBezTo>
                    <a:pt x="261" y="824"/>
                    <a:pt x="263" y="829"/>
                    <a:pt x="264" y="835"/>
                  </a:cubicBezTo>
                  <a:cubicBezTo>
                    <a:pt x="264" y="834"/>
                    <a:pt x="263" y="834"/>
                    <a:pt x="262" y="834"/>
                  </a:cubicBezTo>
                  <a:cubicBezTo>
                    <a:pt x="261" y="834"/>
                    <a:pt x="261" y="834"/>
                    <a:pt x="260" y="835"/>
                  </a:cubicBezTo>
                  <a:cubicBezTo>
                    <a:pt x="249" y="835"/>
                    <a:pt x="239" y="826"/>
                    <a:pt x="228" y="824"/>
                  </a:cubicBezTo>
                  <a:cubicBezTo>
                    <a:pt x="227" y="824"/>
                    <a:pt x="226" y="824"/>
                    <a:pt x="225" y="824"/>
                  </a:cubicBezTo>
                  <a:cubicBezTo>
                    <a:pt x="215" y="824"/>
                    <a:pt x="204" y="826"/>
                    <a:pt x="194" y="831"/>
                  </a:cubicBezTo>
                  <a:cubicBezTo>
                    <a:pt x="194" y="831"/>
                    <a:pt x="194" y="830"/>
                    <a:pt x="193" y="831"/>
                  </a:cubicBezTo>
                  <a:cubicBezTo>
                    <a:pt x="192" y="832"/>
                    <a:pt x="193" y="832"/>
                    <a:pt x="193" y="832"/>
                  </a:cubicBezTo>
                  <a:cubicBezTo>
                    <a:pt x="193" y="833"/>
                    <a:pt x="193" y="833"/>
                    <a:pt x="193" y="833"/>
                  </a:cubicBezTo>
                  <a:cubicBezTo>
                    <a:pt x="194" y="834"/>
                    <a:pt x="194" y="834"/>
                    <a:pt x="194" y="834"/>
                  </a:cubicBezTo>
                  <a:cubicBezTo>
                    <a:pt x="206" y="838"/>
                    <a:pt x="221" y="836"/>
                    <a:pt x="231" y="843"/>
                  </a:cubicBezTo>
                  <a:cubicBezTo>
                    <a:pt x="236" y="847"/>
                    <a:pt x="240" y="850"/>
                    <a:pt x="245" y="853"/>
                  </a:cubicBezTo>
                  <a:lnTo>
                    <a:pt x="234" y="853"/>
                  </a:lnTo>
                  <a:lnTo>
                    <a:pt x="231" y="853"/>
                  </a:lnTo>
                  <a:cubicBezTo>
                    <a:pt x="195" y="845"/>
                    <a:pt x="162" y="859"/>
                    <a:pt x="128" y="868"/>
                  </a:cubicBezTo>
                  <a:cubicBezTo>
                    <a:pt x="123" y="870"/>
                    <a:pt x="118" y="873"/>
                    <a:pt x="114" y="875"/>
                  </a:cubicBezTo>
                  <a:cubicBezTo>
                    <a:pt x="106" y="880"/>
                    <a:pt x="98" y="885"/>
                    <a:pt x="92" y="892"/>
                  </a:cubicBezTo>
                  <a:cubicBezTo>
                    <a:pt x="81" y="903"/>
                    <a:pt x="72" y="915"/>
                    <a:pt x="64" y="928"/>
                  </a:cubicBezTo>
                  <a:cubicBezTo>
                    <a:pt x="73" y="888"/>
                    <a:pt x="108" y="857"/>
                    <a:pt x="139" y="835"/>
                  </a:cubicBezTo>
                  <a:cubicBezTo>
                    <a:pt x="142" y="832"/>
                    <a:pt x="145" y="830"/>
                    <a:pt x="148" y="829"/>
                  </a:cubicBezTo>
                  <a:cubicBezTo>
                    <a:pt x="170" y="816"/>
                    <a:pt x="195" y="809"/>
                    <a:pt x="221" y="809"/>
                  </a:cubicBezTo>
                  <a:cubicBezTo>
                    <a:pt x="232" y="809"/>
                    <a:pt x="243" y="810"/>
                    <a:pt x="253" y="813"/>
                  </a:cubicBezTo>
                  <a:moveTo>
                    <a:pt x="273" y="774"/>
                  </a:moveTo>
                  <a:lnTo>
                    <a:pt x="273" y="774"/>
                  </a:lnTo>
                  <a:moveTo>
                    <a:pt x="297" y="760"/>
                  </a:moveTo>
                  <a:cubicBezTo>
                    <a:pt x="297" y="759"/>
                    <a:pt x="297" y="759"/>
                    <a:pt x="297" y="758"/>
                  </a:cubicBezTo>
                  <a:cubicBezTo>
                    <a:pt x="296" y="757"/>
                    <a:pt x="295" y="756"/>
                    <a:pt x="294" y="755"/>
                  </a:cubicBezTo>
                  <a:lnTo>
                    <a:pt x="300" y="758"/>
                  </a:lnTo>
                  <a:lnTo>
                    <a:pt x="297" y="760"/>
                  </a:lnTo>
                  <a:moveTo>
                    <a:pt x="54" y="562"/>
                  </a:moveTo>
                  <a:cubicBezTo>
                    <a:pt x="55" y="563"/>
                    <a:pt x="55" y="564"/>
                    <a:pt x="56" y="565"/>
                  </a:cubicBezTo>
                  <a:cubicBezTo>
                    <a:pt x="59" y="570"/>
                    <a:pt x="64" y="575"/>
                    <a:pt x="69" y="579"/>
                  </a:cubicBezTo>
                  <a:cubicBezTo>
                    <a:pt x="70" y="583"/>
                    <a:pt x="71" y="586"/>
                    <a:pt x="72" y="590"/>
                  </a:cubicBezTo>
                  <a:cubicBezTo>
                    <a:pt x="72" y="595"/>
                    <a:pt x="79" y="595"/>
                    <a:pt x="80" y="590"/>
                  </a:cubicBezTo>
                  <a:cubicBezTo>
                    <a:pt x="81" y="586"/>
                    <a:pt x="85" y="582"/>
                    <a:pt x="84" y="576"/>
                  </a:cubicBezTo>
                  <a:cubicBezTo>
                    <a:pt x="83" y="571"/>
                    <a:pt x="79" y="569"/>
                    <a:pt x="77" y="564"/>
                  </a:cubicBezTo>
                  <a:cubicBezTo>
                    <a:pt x="76" y="563"/>
                    <a:pt x="76" y="563"/>
                    <a:pt x="75" y="562"/>
                  </a:cubicBezTo>
                  <a:cubicBezTo>
                    <a:pt x="72" y="557"/>
                    <a:pt x="70" y="551"/>
                    <a:pt x="69" y="545"/>
                  </a:cubicBezTo>
                  <a:cubicBezTo>
                    <a:pt x="70" y="542"/>
                    <a:pt x="70" y="541"/>
                    <a:pt x="70" y="538"/>
                  </a:cubicBezTo>
                  <a:cubicBezTo>
                    <a:pt x="70" y="536"/>
                    <a:pt x="70" y="533"/>
                    <a:pt x="69" y="531"/>
                  </a:cubicBezTo>
                  <a:cubicBezTo>
                    <a:pt x="69" y="530"/>
                    <a:pt x="68" y="530"/>
                    <a:pt x="68" y="529"/>
                  </a:cubicBezTo>
                  <a:cubicBezTo>
                    <a:pt x="67" y="527"/>
                    <a:pt x="66" y="526"/>
                    <a:pt x="65" y="525"/>
                  </a:cubicBezTo>
                  <a:cubicBezTo>
                    <a:pt x="64" y="525"/>
                    <a:pt x="63" y="524"/>
                    <a:pt x="61" y="524"/>
                  </a:cubicBezTo>
                  <a:cubicBezTo>
                    <a:pt x="61" y="520"/>
                    <a:pt x="61" y="516"/>
                    <a:pt x="61" y="512"/>
                  </a:cubicBezTo>
                  <a:cubicBezTo>
                    <a:pt x="61" y="508"/>
                    <a:pt x="61" y="504"/>
                    <a:pt x="61" y="500"/>
                  </a:cubicBezTo>
                  <a:cubicBezTo>
                    <a:pt x="62" y="478"/>
                    <a:pt x="66" y="457"/>
                    <a:pt x="74" y="436"/>
                  </a:cubicBezTo>
                  <a:cubicBezTo>
                    <a:pt x="92" y="402"/>
                    <a:pt x="117" y="400"/>
                    <a:pt x="148" y="388"/>
                  </a:cubicBezTo>
                  <a:cubicBezTo>
                    <a:pt x="161" y="383"/>
                    <a:pt x="173" y="377"/>
                    <a:pt x="185" y="371"/>
                  </a:cubicBezTo>
                  <a:cubicBezTo>
                    <a:pt x="185" y="377"/>
                    <a:pt x="186" y="384"/>
                    <a:pt x="188" y="390"/>
                  </a:cubicBezTo>
                  <a:cubicBezTo>
                    <a:pt x="190" y="397"/>
                    <a:pt x="191" y="403"/>
                    <a:pt x="192" y="410"/>
                  </a:cubicBezTo>
                  <a:cubicBezTo>
                    <a:pt x="192" y="417"/>
                    <a:pt x="202" y="424"/>
                    <a:pt x="206" y="429"/>
                  </a:cubicBezTo>
                  <a:lnTo>
                    <a:pt x="207" y="430"/>
                  </a:lnTo>
                  <a:cubicBezTo>
                    <a:pt x="207" y="430"/>
                    <a:pt x="208" y="430"/>
                    <a:pt x="209" y="430"/>
                  </a:cubicBezTo>
                  <a:lnTo>
                    <a:pt x="212" y="430"/>
                  </a:lnTo>
                  <a:cubicBezTo>
                    <a:pt x="212" y="430"/>
                    <a:pt x="212" y="431"/>
                    <a:pt x="213" y="430"/>
                  </a:cubicBezTo>
                  <a:cubicBezTo>
                    <a:pt x="214" y="429"/>
                    <a:pt x="213" y="430"/>
                    <a:pt x="214" y="429"/>
                  </a:cubicBezTo>
                  <a:cubicBezTo>
                    <a:pt x="215" y="428"/>
                    <a:pt x="214" y="428"/>
                    <a:pt x="214" y="427"/>
                  </a:cubicBezTo>
                  <a:lnTo>
                    <a:pt x="214" y="426"/>
                  </a:lnTo>
                  <a:cubicBezTo>
                    <a:pt x="213" y="426"/>
                    <a:pt x="213" y="425"/>
                    <a:pt x="213" y="425"/>
                  </a:cubicBezTo>
                  <a:cubicBezTo>
                    <a:pt x="213" y="425"/>
                    <a:pt x="211" y="400"/>
                    <a:pt x="211" y="402"/>
                  </a:cubicBezTo>
                  <a:cubicBezTo>
                    <a:pt x="211" y="401"/>
                    <a:pt x="211" y="400"/>
                    <a:pt x="211" y="399"/>
                  </a:cubicBezTo>
                  <a:cubicBezTo>
                    <a:pt x="211" y="389"/>
                    <a:pt x="211" y="379"/>
                    <a:pt x="210" y="370"/>
                  </a:cubicBezTo>
                  <a:cubicBezTo>
                    <a:pt x="210" y="357"/>
                    <a:pt x="224" y="343"/>
                    <a:pt x="219" y="330"/>
                  </a:cubicBezTo>
                  <a:cubicBezTo>
                    <a:pt x="219" y="328"/>
                    <a:pt x="221" y="327"/>
                    <a:pt x="222" y="325"/>
                  </a:cubicBezTo>
                  <a:cubicBezTo>
                    <a:pt x="232" y="300"/>
                    <a:pt x="244" y="275"/>
                    <a:pt x="256" y="251"/>
                  </a:cubicBezTo>
                  <a:cubicBezTo>
                    <a:pt x="266" y="234"/>
                    <a:pt x="278" y="219"/>
                    <a:pt x="292" y="205"/>
                  </a:cubicBezTo>
                  <a:cubicBezTo>
                    <a:pt x="306" y="192"/>
                    <a:pt x="331" y="163"/>
                    <a:pt x="333" y="187"/>
                  </a:cubicBezTo>
                  <a:cubicBezTo>
                    <a:pt x="336" y="223"/>
                    <a:pt x="330" y="270"/>
                    <a:pt x="365" y="291"/>
                  </a:cubicBezTo>
                  <a:cubicBezTo>
                    <a:pt x="388" y="306"/>
                    <a:pt x="418" y="267"/>
                    <a:pt x="437" y="262"/>
                  </a:cubicBezTo>
                  <a:cubicBezTo>
                    <a:pt x="456" y="258"/>
                    <a:pt x="467" y="203"/>
                    <a:pt x="469" y="190"/>
                  </a:cubicBezTo>
                  <a:cubicBezTo>
                    <a:pt x="474" y="175"/>
                    <a:pt x="480" y="160"/>
                    <a:pt x="487" y="147"/>
                  </a:cubicBezTo>
                  <a:cubicBezTo>
                    <a:pt x="490" y="142"/>
                    <a:pt x="494" y="137"/>
                    <a:pt x="497" y="132"/>
                  </a:cubicBezTo>
                  <a:cubicBezTo>
                    <a:pt x="501" y="126"/>
                    <a:pt x="504" y="120"/>
                    <a:pt x="508" y="114"/>
                  </a:cubicBezTo>
                  <a:cubicBezTo>
                    <a:pt x="509" y="116"/>
                    <a:pt x="511" y="118"/>
                    <a:pt x="512" y="119"/>
                  </a:cubicBezTo>
                  <a:cubicBezTo>
                    <a:pt x="514" y="120"/>
                    <a:pt x="516" y="120"/>
                    <a:pt x="518" y="120"/>
                  </a:cubicBezTo>
                  <a:cubicBezTo>
                    <a:pt x="520" y="120"/>
                    <a:pt x="521" y="120"/>
                    <a:pt x="522" y="119"/>
                  </a:cubicBezTo>
                  <a:cubicBezTo>
                    <a:pt x="539" y="115"/>
                    <a:pt x="545" y="144"/>
                    <a:pt x="554" y="154"/>
                  </a:cubicBezTo>
                  <a:cubicBezTo>
                    <a:pt x="565" y="166"/>
                    <a:pt x="575" y="178"/>
                    <a:pt x="584" y="191"/>
                  </a:cubicBezTo>
                  <a:cubicBezTo>
                    <a:pt x="593" y="204"/>
                    <a:pt x="586" y="191"/>
                    <a:pt x="585" y="191"/>
                  </a:cubicBezTo>
                  <a:cubicBezTo>
                    <a:pt x="580" y="169"/>
                    <a:pt x="572" y="147"/>
                    <a:pt x="563" y="127"/>
                  </a:cubicBezTo>
                  <a:cubicBezTo>
                    <a:pt x="558" y="118"/>
                    <a:pt x="552" y="110"/>
                    <a:pt x="546" y="102"/>
                  </a:cubicBezTo>
                  <a:cubicBezTo>
                    <a:pt x="544" y="100"/>
                    <a:pt x="542" y="97"/>
                    <a:pt x="539" y="96"/>
                  </a:cubicBezTo>
                  <a:cubicBezTo>
                    <a:pt x="535" y="94"/>
                    <a:pt x="531" y="93"/>
                    <a:pt x="527" y="92"/>
                  </a:cubicBezTo>
                  <a:cubicBezTo>
                    <a:pt x="554" y="66"/>
                    <a:pt x="560" y="88"/>
                    <a:pt x="566" y="110"/>
                  </a:cubicBezTo>
                  <a:cubicBezTo>
                    <a:pt x="572" y="133"/>
                    <a:pt x="593" y="159"/>
                    <a:pt x="603" y="184"/>
                  </a:cubicBezTo>
                  <a:cubicBezTo>
                    <a:pt x="605" y="190"/>
                    <a:pt x="608" y="196"/>
                    <a:pt x="612" y="202"/>
                  </a:cubicBezTo>
                  <a:cubicBezTo>
                    <a:pt x="616" y="210"/>
                    <a:pt x="621" y="217"/>
                    <a:pt x="627" y="223"/>
                  </a:cubicBezTo>
                  <a:cubicBezTo>
                    <a:pt x="646" y="240"/>
                    <a:pt x="660" y="231"/>
                    <a:pt x="672" y="212"/>
                  </a:cubicBezTo>
                  <a:cubicBezTo>
                    <a:pt x="697" y="169"/>
                    <a:pt x="716" y="122"/>
                    <a:pt x="742" y="81"/>
                  </a:cubicBezTo>
                  <a:cubicBezTo>
                    <a:pt x="759" y="61"/>
                    <a:pt x="778" y="43"/>
                    <a:pt x="799" y="29"/>
                  </a:cubicBezTo>
                  <a:cubicBezTo>
                    <a:pt x="800" y="30"/>
                    <a:pt x="800" y="31"/>
                    <a:pt x="801" y="32"/>
                  </a:cubicBezTo>
                  <a:cubicBezTo>
                    <a:pt x="814" y="52"/>
                    <a:pt x="805" y="91"/>
                    <a:pt x="803" y="113"/>
                  </a:cubicBezTo>
                  <a:cubicBezTo>
                    <a:pt x="802" y="120"/>
                    <a:pt x="802" y="127"/>
                    <a:pt x="802" y="135"/>
                  </a:cubicBezTo>
                  <a:cubicBezTo>
                    <a:pt x="802" y="146"/>
                    <a:pt x="803" y="158"/>
                    <a:pt x="806" y="169"/>
                  </a:cubicBezTo>
                  <a:cubicBezTo>
                    <a:pt x="809" y="181"/>
                    <a:pt x="807" y="169"/>
                    <a:pt x="808" y="169"/>
                  </a:cubicBezTo>
                  <a:cubicBezTo>
                    <a:pt x="810" y="159"/>
                    <a:pt x="818" y="150"/>
                    <a:pt x="820" y="140"/>
                  </a:cubicBezTo>
                  <a:cubicBezTo>
                    <a:pt x="823" y="126"/>
                    <a:pt x="823" y="111"/>
                    <a:pt x="826" y="96"/>
                  </a:cubicBezTo>
                  <a:cubicBezTo>
                    <a:pt x="828" y="86"/>
                    <a:pt x="829" y="76"/>
                    <a:pt x="829" y="66"/>
                  </a:cubicBezTo>
                  <a:cubicBezTo>
                    <a:pt x="829" y="51"/>
                    <a:pt x="827" y="37"/>
                    <a:pt x="822" y="23"/>
                  </a:cubicBezTo>
                  <a:cubicBezTo>
                    <a:pt x="828" y="25"/>
                    <a:pt x="832" y="32"/>
                    <a:pt x="833" y="46"/>
                  </a:cubicBezTo>
                  <a:cubicBezTo>
                    <a:pt x="833" y="69"/>
                    <a:pt x="832" y="93"/>
                    <a:pt x="834" y="116"/>
                  </a:cubicBezTo>
                  <a:cubicBezTo>
                    <a:pt x="836" y="143"/>
                    <a:pt x="821" y="197"/>
                    <a:pt x="856" y="209"/>
                  </a:cubicBezTo>
                  <a:cubicBezTo>
                    <a:pt x="859" y="209"/>
                    <a:pt x="862" y="209"/>
                    <a:pt x="865" y="209"/>
                  </a:cubicBezTo>
                  <a:cubicBezTo>
                    <a:pt x="874" y="209"/>
                    <a:pt x="883" y="207"/>
                    <a:pt x="891" y="203"/>
                  </a:cubicBezTo>
                  <a:cubicBezTo>
                    <a:pt x="892" y="202"/>
                    <a:pt x="892" y="202"/>
                    <a:pt x="893" y="201"/>
                  </a:cubicBezTo>
                  <a:cubicBezTo>
                    <a:pt x="923" y="187"/>
                    <a:pt x="936" y="194"/>
                    <a:pt x="961" y="206"/>
                  </a:cubicBezTo>
                  <a:cubicBezTo>
                    <a:pt x="961" y="207"/>
                    <a:pt x="961" y="208"/>
                    <a:pt x="962" y="209"/>
                  </a:cubicBezTo>
                  <a:cubicBezTo>
                    <a:pt x="962" y="210"/>
                    <a:pt x="963" y="211"/>
                    <a:pt x="965" y="212"/>
                  </a:cubicBezTo>
                  <a:cubicBezTo>
                    <a:pt x="966" y="213"/>
                    <a:pt x="968" y="214"/>
                    <a:pt x="969" y="215"/>
                  </a:cubicBezTo>
                  <a:cubicBezTo>
                    <a:pt x="982" y="222"/>
                    <a:pt x="996" y="227"/>
                    <a:pt x="1010" y="229"/>
                  </a:cubicBezTo>
                  <a:cubicBezTo>
                    <a:pt x="1039" y="235"/>
                    <a:pt x="1056" y="275"/>
                    <a:pt x="1072" y="293"/>
                  </a:cubicBezTo>
                  <a:cubicBezTo>
                    <a:pt x="1090" y="310"/>
                    <a:pt x="1105" y="329"/>
                    <a:pt x="1119" y="349"/>
                  </a:cubicBezTo>
                  <a:cubicBezTo>
                    <a:pt x="1130" y="366"/>
                    <a:pt x="1152" y="386"/>
                    <a:pt x="1156" y="406"/>
                  </a:cubicBezTo>
                  <a:cubicBezTo>
                    <a:pt x="1160" y="426"/>
                    <a:pt x="1182" y="442"/>
                    <a:pt x="1189" y="460"/>
                  </a:cubicBezTo>
                  <a:cubicBezTo>
                    <a:pt x="1196" y="476"/>
                    <a:pt x="1199" y="492"/>
                    <a:pt x="1199" y="509"/>
                  </a:cubicBezTo>
                  <a:cubicBezTo>
                    <a:pt x="1199" y="510"/>
                    <a:pt x="1199" y="511"/>
                    <a:pt x="1199" y="512"/>
                  </a:cubicBezTo>
                  <a:cubicBezTo>
                    <a:pt x="1199" y="550"/>
                    <a:pt x="1199" y="600"/>
                    <a:pt x="1170" y="628"/>
                  </a:cubicBezTo>
                  <a:cubicBezTo>
                    <a:pt x="1168" y="629"/>
                    <a:pt x="1166" y="631"/>
                    <a:pt x="1164" y="632"/>
                  </a:cubicBezTo>
                  <a:cubicBezTo>
                    <a:pt x="1163" y="631"/>
                    <a:pt x="1162" y="631"/>
                    <a:pt x="1161" y="630"/>
                  </a:cubicBezTo>
                  <a:cubicBezTo>
                    <a:pt x="1160" y="629"/>
                    <a:pt x="1159" y="629"/>
                    <a:pt x="1157" y="629"/>
                  </a:cubicBezTo>
                  <a:cubicBezTo>
                    <a:pt x="1156" y="629"/>
                    <a:pt x="1156" y="629"/>
                    <a:pt x="1155" y="629"/>
                  </a:cubicBezTo>
                  <a:cubicBezTo>
                    <a:pt x="1151" y="630"/>
                    <a:pt x="1148" y="632"/>
                    <a:pt x="1145" y="633"/>
                  </a:cubicBezTo>
                  <a:cubicBezTo>
                    <a:pt x="1150" y="628"/>
                    <a:pt x="1154" y="622"/>
                    <a:pt x="1158" y="616"/>
                  </a:cubicBezTo>
                  <a:cubicBezTo>
                    <a:pt x="1161" y="613"/>
                    <a:pt x="1163" y="609"/>
                    <a:pt x="1166" y="604"/>
                  </a:cubicBezTo>
                  <a:cubicBezTo>
                    <a:pt x="1174" y="590"/>
                    <a:pt x="1180" y="573"/>
                    <a:pt x="1180" y="555"/>
                  </a:cubicBezTo>
                  <a:lnTo>
                    <a:pt x="1180" y="554"/>
                  </a:lnTo>
                  <a:cubicBezTo>
                    <a:pt x="1179" y="553"/>
                    <a:pt x="1179" y="554"/>
                    <a:pt x="1178" y="553"/>
                  </a:cubicBezTo>
                  <a:cubicBezTo>
                    <a:pt x="1177" y="552"/>
                    <a:pt x="1177" y="552"/>
                    <a:pt x="1177" y="552"/>
                  </a:cubicBezTo>
                  <a:cubicBezTo>
                    <a:pt x="1176" y="552"/>
                    <a:pt x="1176" y="552"/>
                    <a:pt x="1175" y="553"/>
                  </a:cubicBezTo>
                  <a:cubicBezTo>
                    <a:pt x="1175" y="553"/>
                    <a:pt x="1174" y="553"/>
                    <a:pt x="1174" y="554"/>
                  </a:cubicBezTo>
                  <a:cubicBezTo>
                    <a:pt x="1170" y="562"/>
                    <a:pt x="1166" y="570"/>
                    <a:pt x="1162" y="577"/>
                  </a:cubicBezTo>
                  <a:cubicBezTo>
                    <a:pt x="1157" y="585"/>
                    <a:pt x="1152" y="593"/>
                    <a:pt x="1146" y="601"/>
                  </a:cubicBezTo>
                  <a:cubicBezTo>
                    <a:pt x="1134" y="619"/>
                    <a:pt x="1118" y="634"/>
                    <a:pt x="1099" y="646"/>
                  </a:cubicBezTo>
                  <a:cubicBezTo>
                    <a:pt x="1099" y="646"/>
                    <a:pt x="1098" y="647"/>
                    <a:pt x="1097" y="648"/>
                  </a:cubicBezTo>
                  <a:lnTo>
                    <a:pt x="1090" y="648"/>
                  </a:lnTo>
                  <a:lnTo>
                    <a:pt x="1092" y="645"/>
                  </a:lnTo>
                  <a:cubicBezTo>
                    <a:pt x="1099" y="638"/>
                    <a:pt x="1105" y="630"/>
                    <a:pt x="1110" y="621"/>
                  </a:cubicBezTo>
                  <a:cubicBezTo>
                    <a:pt x="1112" y="619"/>
                    <a:pt x="1113" y="616"/>
                    <a:pt x="1114" y="613"/>
                  </a:cubicBezTo>
                  <a:cubicBezTo>
                    <a:pt x="1117" y="606"/>
                    <a:pt x="1121" y="599"/>
                    <a:pt x="1125" y="592"/>
                  </a:cubicBezTo>
                  <a:cubicBezTo>
                    <a:pt x="1125" y="592"/>
                    <a:pt x="1125" y="591"/>
                    <a:pt x="1126" y="591"/>
                  </a:cubicBezTo>
                  <a:cubicBezTo>
                    <a:pt x="1129" y="585"/>
                    <a:pt x="1131" y="579"/>
                    <a:pt x="1134" y="573"/>
                  </a:cubicBezTo>
                  <a:cubicBezTo>
                    <a:pt x="1134" y="571"/>
                    <a:pt x="1135" y="553"/>
                    <a:pt x="1138" y="553"/>
                  </a:cubicBezTo>
                  <a:cubicBezTo>
                    <a:pt x="1139" y="553"/>
                    <a:pt x="1139" y="552"/>
                    <a:pt x="1139" y="552"/>
                  </a:cubicBezTo>
                  <a:cubicBezTo>
                    <a:pt x="1139" y="551"/>
                    <a:pt x="1139" y="551"/>
                    <a:pt x="1139" y="551"/>
                  </a:cubicBezTo>
                  <a:lnTo>
                    <a:pt x="1138" y="550"/>
                  </a:lnTo>
                  <a:lnTo>
                    <a:pt x="1135" y="550"/>
                  </a:lnTo>
                  <a:cubicBezTo>
                    <a:pt x="1134" y="550"/>
                    <a:pt x="1134" y="550"/>
                    <a:pt x="1134" y="550"/>
                  </a:cubicBezTo>
                  <a:cubicBezTo>
                    <a:pt x="1134" y="551"/>
                    <a:pt x="1134" y="551"/>
                    <a:pt x="1133" y="551"/>
                  </a:cubicBezTo>
                  <a:cubicBezTo>
                    <a:pt x="1130" y="560"/>
                    <a:pt x="1126" y="568"/>
                    <a:pt x="1121" y="576"/>
                  </a:cubicBezTo>
                  <a:cubicBezTo>
                    <a:pt x="1114" y="588"/>
                    <a:pt x="1106" y="600"/>
                    <a:pt x="1096" y="610"/>
                  </a:cubicBezTo>
                  <a:cubicBezTo>
                    <a:pt x="1086" y="624"/>
                    <a:pt x="1075" y="636"/>
                    <a:pt x="1063" y="648"/>
                  </a:cubicBezTo>
                  <a:lnTo>
                    <a:pt x="1056" y="648"/>
                  </a:lnTo>
                  <a:lnTo>
                    <a:pt x="1055" y="648"/>
                  </a:lnTo>
                  <a:cubicBezTo>
                    <a:pt x="1052" y="648"/>
                    <a:pt x="1048" y="647"/>
                    <a:pt x="1044" y="646"/>
                  </a:cubicBezTo>
                  <a:cubicBezTo>
                    <a:pt x="1050" y="641"/>
                    <a:pt x="1054" y="636"/>
                    <a:pt x="1058" y="630"/>
                  </a:cubicBezTo>
                  <a:cubicBezTo>
                    <a:pt x="1075" y="604"/>
                    <a:pt x="1103" y="571"/>
                    <a:pt x="1101" y="537"/>
                  </a:cubicBezTo>
                  <a:lnTo>
                    <a:pt x="1101" y="536"/>
                  </a:lnTo>
                  <a:cubicBezTo>
                    <a:pt x="1100" y="536"/>
                    <a:pt x="1100" y="535"/>
                    <a:pt x="1100" y="535"/>
                  </a:cubicBezTo>
                  <a:cubicBezTo>
                    <a:pt x="1099" y="535"/>
                    <a:pt x="1099" y="535"/>
                    <a:pt x="1099" y="535"/>
                  </a:cubicBezTo>
                  <a:cubicBezTo>
                    <a:pt x="1098" y="535"/>
                    <a:pt x="1098" y="535"/>
                    <a:pt x="1097" y="535"/>
                  </a:cubicBezTo>
                  <a:cubicBezTo>
                    <a:pt x="1097" y="535"/>
                    <a:pt x="1097" y="536"/>
                    <a:pt x="1096" y="536"/>
                  </a:cubicBezTo>
                  <a:lnTo>
                    <a:pt x="1096" y="537"/>
                  </a:lnTo>
                  <a:cubicBezTo>
                    <a:pt x="1089" y="565"/>
                    <a:pt x="1065" y="587"/>
                    <a:pt x="1048" y="610"/>
                  </a:cubicBezTo>
                  <a:cubicBezTo>
                    <a:pt x="1042" y="619"/>
                    <a:pt x="1034" y="627"/>
                    <a:pt x="1025" y="634"/>
                  </a:cubicBezTo>
                  <a:cubicBezTo>
                    <a:pt x="1024" y="635"/>
                    <a:pt x="1022" y="636"/>
                    <a:pt x="1021" y="636"/>
                  </a:cubicBezTo>
                  <a:cubicBezTo>
                    <a:pt x="1017" y="639"/>
                    <a:pt x="1012" y="641"/>
                    <a:pt x="1007" y="641"/>
                  </a:cubicBezTo>
                  <a:lnTo>
                    <a:pt x="991" y="641"/>
                  </a:lnTo>
                  <a:cubicBezTo>
                    <a:pt x="1000" y="633"/>
                    <a:pt x="1009" y="627"/>
                    <a:pt x="1018" y="618"/>
                  </a:cubicBezTo>
                  <a:cubicBezTo>
                    <a:pt x="1023" y="613"/>
                    <a:pt x="1026" y="605"/>
                    <a:pt x="1032" y="599"/>
                  </a:cubicBezTo>
                  <a:cubicBezTo>
                    <a:pt x="1032" y="599"/>
                    <a:pt x="1032" y="598"/>
                    <a:pt x="1033" y="597"/>
                  </a:cubicBezTo>
                  <a:cubicBezTo>
                    <a:pt x="1035" y="594"/>
                    <a:pt x="1036" y="591"/>
                    <a:pt x="1036" y="588"/>
                  </a:cubicBezTo>
                  <a:cubicBezTo>
                    <a:pt x="1036" y="587"/>
                    <a:pt x="1036" y="587"/>
                    <a:pt x="1036" y="586"/>
                  </a:cubicBezTo>
                  <a:cubicBezTo>
                    <a:pt x="1036" y="583"/>
                    <a:pt x="1031" y="582"/>
                    <a:pt x="1030" y="585"/>
                  </a:cubicBezTo>
                  <a:cubicBezTo>
                    <a:pt x="1029" y="588"/>
                    <a:pt x="1021" y="591"/>
                    <a:pt x="1017" y="593"/>
                  </a:cubicBezTo>
                  <a:cubicBezTo>
                    <a:pt x="1009" y="596"/>
                    <a:pt x="1004" y="604"/>
                    <a:pt x="998" y="608"/>
                  </a:cubicBezTo>
                  <a:cubicBezTo>
                    <a:pt x="986" y="616"/>
                    <a:pt x="975" y="625"/>
                    <a:pt x="965" y="635"/>
                  </a:cubicBezTo>
                  <a:cubicBezTo>
                    <a:pt x="964" y="636"/>
                    <a:pt x="964" y="637"/>
                    <a:pt x="964" y="638"/>
                  </a:cubicBezTo>
                  <a:lnTo>
                    <a:pt x="952" y="635"/>
                  </a:lnTo>
                  <a:cubicBezTo>
                    <a:pt x="962" y="625"/>
                    <a:pt x="975" y="615"/>
                    <a:pt x="985" y="607"/>
                  </a:cubicBezTo>
                  <a:cubicBezTo>
                    <a:pt x="996" y="597"/>
                    <a:pt x="1005" y="586"/>
                    <a:pt x="1013" y="573"/>
                  </a:cubicBezTo>
                  <a:cubicBezTo>
                    <a:pt x="1024" y="554"/>
                    <a:pt x="1031" y="533"/>
                    <a:pt x="1033" y="511"/>
                  </a:cubicBezTo>
                  <a:lnTo>
                    <a:pt x="1032" y="510"/>
                  </a:lnTo>
                  <a:cubicBezTo>
                    <a:pt x="1031" y="509"/>
                    <a:pt x="1032" y="509"/>
                    <a:pt x="1031" y="508"/>
                  </a:cubicBezTo>
                  <a:lnTo>
                    <a:pt x="1030" y="508"/>
                  </a:lnTo>
                  <a:cubicBezTo>
                    <a:pt x="1029" y="508"/>
                    <a:pt x="1028" y="508"/>
                    <a:pt x="1028" y="508"/>
                  </a:cubicBezTo>
                  <a:cubicBezTo>
                    <a:pt x="1027" y="509"/>
                    <a:pt x="1027" y="509"/>
                    <a:pt x="1027" y="510"/>
                  </a:cubicBezTo>
                  <a:lnTo>
                    <a:pt x="1026" y="511"/>
                  </a:lnTo>
                  <a:cubicBezTo>
                    <a:pt x="1024" y="518"/>
                    <a:pt x="1021" y="524"/>
                    <a:pt x="1018" y="530"/>
                  </a:cubicBezTo>
                  <a:cubicBezTo>
                    <a:pt x="1016" y="533"/>
                    <a:pt x="1014" y="536"/>
                    <a:pt x="1012" y="539"/>
                  </a:cubicBezTo>
                  <a:cubicBezTo>
                    <a:pt x="1009" y="549"/>
                    <a:pt x="1004" y="559"/>
                    <a:pt x="999" y="568"/>
                  </a:cubicBezTo>
                  <a:cubicBezTo>
                    <a:pt x="997" y="571"/>
                    <a:pt x="995" y="575"/>
                    <a:pt x="993" y="578"/>
                  </a:cubicBezTo>
                  <a:cubicBezTo>
                    <a:pt x="982" y="590"/>
                    <a:pt x="970" y="601"/>
                    <a:pt x="958" y="612"/>
                  </a:cubicBezTo>
                  <a:cubicBezTo>
                    <a:pt x="950" y="617"/>
                    <a:pt x="942" y="624"/>
                    <a:pt x="935" y="631"/>
                  </a:cubicBezTo>
                  <a:lnTo>
                    <a:pt x="931" y="630"/>
                  </a:lnTo>
                  <a:lnTo>
                    <a:pt x="937" y="626"/>
                  </a:lnTo>
                  <a:cubicBezTo>
                    <a:pt x="946" y="618"/>
                    <a:pt x="949" y="606"/>
                    <a:pt x="958" y="599"/>
                  </a:cubicBezTo>
                  <a:cubicBezTo>
                    <a:pt x="964" y="594"/>
                    <a:pt x="965" y="585"/>
                    <a:pt x="970" y="579"/>
                  </a:cubicBezTo>
                  <a:cubicBezTo>
                    <a:pt x="974" y="573"/>
                    <a:pt x="970" y="573"/>
                    <a:pt x="976" y="567"/>
                  </a:cubicBezTo>
                  <a:cubicBezTo>
                    <a:pt x="978" y="565"/>
                    <a:pt x="979" y="562"/>
                    <a:pt x="981" y="560"/>
                  </a:cubicBezTo>
                  <a:cubicBezTo>
                    <a:pt x="982" y="559"/>
                    <a:pt x="982" y="557"/>
                    <a:pt x="983" y="556"/>
                  </a:cubicBezTo>
                  <a:cubicBezTo>
                    <a:pt x="983" y="555"/>
                    <a:pt x="983" y="555"/>
                    <a:pt x="983" y="554"/>
                  </a:cubicBezTo>
                  <a:lnTo>
                    <a:pt x="983" y="553"/>
                  </a:lnTo>
                  <a:cubicBezTo>
                    <a:pt x="983" y="552"/>
                    <a:pt x="982" y="552"/>
                    <a:pt x="982" y="552"/>
                  </a:cubicBezTo>
                  <a:cubicBezTo>
                    <a:pt x="982" y="551"/>
                    <a:pt x="981" y="551"/>
                    <a:pt x="980" y="551"/>
                  </a:cubicBezTo>
                  <a:cubicBezTo>
                    <a:pt x="980" y="551"/>
                    <a:pt x="979" y="551"/>
                    <a:pt x="979" y="552"/>
                  </a:cubicBezTo>
                  <a:cubicBezTo>
                    <a:pt x="979" y="552"/>
                    <a:pt x="978" y="552"/>
                    <a:pt x="978" y="553"/>
                  </a:cubicBezTo>
                  <a:cubicBezTo>
                    <a:pt x="974" y="558"/>
                    <a:pt x="966" y="564"/>
                    <a:pt x="964" y="570"/>
                  </a:cubicBezTo>
                  <a:cubicBezTo>
                    <a:pt x="962" y="576"/>
                    <a:pt x="956" y="580"/>
                    <a:pt x="953" y="585"/>
                  </a:cubicBezTo>
                  <a:cubicBezTo>
                    <a:pt x="950" y="591"/>
                    <a:pt x="940" y="596"/>
                    <a:pt x="936" y="601"/>
                  </a:cubicBezTo>
                  <a:cubicBezTo>
                    <a:pt x="932" y="606"/>
                    <a:pt x="928" y="609"/>
                    <a:pt x="923" y="612"/>
                  </a:cubicBezTo>
                  <a:cubicBezTo>
                    <a:pt x="920" y="614"/>
                    <a:pt x="917" y="615"/>
                    <a:pt x="913" y="616"/>
                  </a:cubicBezTo>
                  <a:cubicBezTo>
                    <a:pt x="912" y="616"/>
                    <a:pt x="911" y="617"/>
                    <a:pt x="910" y="617"/>
                  </a:cubicBezTo>
                  <a:cubicBezTo>
                    <a:pt x="909" y="618"/>
                    <a:pt x="909" y="618"/>
                    <a:pt x="908" y="618"/>
                  </a:cubicBezTo>
                  <a:cubicBezTo>
                    <a:pt x="905" y="617"/>
                    <a:pt x="903" y="614"/>
                    <a:pt x="900" y="612"/>
                  </a:cubicBezTo>
                  <a:cubicBezTo>
                    <a:pt x="912" y="603"/>
                    <a:pt x="921" y="592"/>
                    <a:pt x="929" y="579"/>
                  </a:cubicBezTo>
                  <a:cubicBezTo>
                    <a:pt x="932" y="574"/>
                    <a:pt x="934" y="568"/>
                    <a:pt x="937" y="562"/>
                  </a:cubicBezTo>
                  <a:cubicBezTo>
                    <a:pt x="945" y="534"/>
                    <a:pt x="956" y="506"/>
                    <a:pt x="968" y="480"/>
                  </a:cubicBezTo>
                  <a:cubicBezTo>
                    <a:pt x="968" y="478"/>
                    <a:pt x="967" y="477"/>
                    <a:pt x="966" y="478"/>
                  </a:cubicBezTo>
                  <a:cubicBezTo>
                    <a:pt x="960" y="495"/>
                    <a:pt x="953" y="512"/>
                    <a:pt x="944" y="527"/>
                  </a:cubicBezTo>
                  <a:cubicBezTo>
                    <a:pt x="940" y="534"/>
                    <a:pt x="936" y="541"/>
                    <a:pt x="931" y="548"/>
                  </a:cubicBezTo>
                  <a:cubicBezTo>
                    <a:pt x="926" y="553"/>
                    <a:pt x="926" y="560"/>
                    <a:pt x="921" y="565"/>
                  </a:cubicBezTo>
                  <a:cubicBezTo>
                    <a:pt x="908" y="575"/>
                    <a:pt x="898" y="588"/>
                    <a:pt x="886" y="599"/>
                  </a:cubicBezTo>
                  <a:cubicBezTo>
                    <a:pt x="883" y="596"/>
                    <a:pt x="879" y="593"/>
                    <a:pt x="875" y="590"/>
                  </a:cubicBezTo>
                  <a:cubicBezTo>
                    <a:pt x="883" y="575"/>
                    <a:pt x="894" y="562"/>
                    <a:pt x="902" y="546"/>
                  </a:cubicBezTo>
                  <a:cubicBezTo>
                    <a:pt x="905" y="536"/>
                    <a:pt x="908" y="526"/>
                    <a:pt x="911" y="516"/>
                  </a:cubicBezTo>
                  <a:cubicBezTo>
                    <a:pt x="914" y="507"/>
                    <a:pt x="917" y="499"/>
                    <a:pt x="920" y="490"/>
                  </a:cubicBezTo>
                  <a:cubicBezTo>
                    <a:pt x="922" y="487"/>
                    <a:pt x="917" y="485"/>
                    <a:pt x="916" y="488"/>
                  </a:cubicBezTo>
                  <a:cubicBezTo>
                    <a:pt x="908" y="505"/>
                    <a:pt x="900" y="523"/>
                    <a:pt x="890" y="539"/>
                  </a:cubicBezTo>
                  <a:cubicBezTo>
                    <a:pt x="888" y="544"/>
                    <a:pt x="885" y="548"/>
                    <a:pt x="882" y="552"/>
                  </a:cubicBezTo>
                  <a:cubicBezTo>
                    <a:pt x="875" y="562"/>
                    <a:pt x="866" y="572"/>
                    <a:pt x="859" y="581"/>
                  </a:cubicBezTo>
                  <a:lnTo>
                    <a:pt x="851" y="578"/>
                  </a:lnTo>
                  <a:cubicBezTo>
                    <a:pt x="853" y="575"/>
                    <a:pt x="855" y="572"/>
                    <a:pt x="857" y="569"/>
                  </a:cubicBezTo>
                  <a:cubicBezTo>
                    <a:pt x="860" y="565"/>
                    <a:pt x="862" y="559"/>
                    <a:pt x="863" y="554"/>
                  </a:cubicBezTo>
                  <a:cubicBezTo>
                    <a:pt x="870" y="533"/>
                    <a:pt x="883" y="516"/>
                    <a:pt x="889" y="495"/>
                  </a:cubicBezTo>
                  <a:cubicBezTo>
                    <a:pt x="889" y="492"/>
                    <a:pt x="892" y="470"/>
                    <a:pt x="893" y="469"/>
                  </a:cubicBezTo>
                  <a:cubicBezTo>
                    <a:pt x="894" y="469"/>
                    <a:pt x="895" y="463"/>
                    <a:pt x="891" y="463"/>
                  </a:cubicBezTo>
                  <a:lnTo>
                    <a:pt x="889" y="463"/>
                  </a:lnTo>
                  <a:lnTo>
                    <a:pt x="888" y="464"/>
                  </a:lnTo>
                  <a:cubicBezTo>
                    <a:pt x="887" y="465"/>
                    <a:pt x="887" y="464"/>
                    <a:pt x="886" y="465"/>
                  </a:cubicBezTo>
                  <a:cubicBezTo>
                    <a:pt x="879" y="486"/>
                    <a:pt x="869" y="506"/>
                    <a:pt x="858" y="524"/>
                  </a:cubicBezTo>
                  <a:cubicBezTo>
                    <a:pt x="855" y="531"/>
                    <a:pt x="845" y="564"/>
                    <a:pt x="837" y="566"/>
                  </a:cubicBezTo>
                  <a:cubicBezTo>
                    <a:pt x="837" y="566"/>
                    <a:pt x="836" y="566"/>
                    <a:pt x="835" y="567"/>
                  </a:cubicBezTo>
                  <a:lnTo>
                    <a:pt x="834" y="567"/>
                  </a:lnTo>
                  <a:lnTo>
                    <a:pt x="824" y="559"/>
                  </a:lnTo>
                  <a:cubicBezTo>
                    <a:pt x="825" y="556"/>
                    <a:pt x="827" y="554"/>
                    <a:pt x="829" y="551"/>
                  </a:cubicBezTo>
                  <a:cubicBezTo>
                    <a:pt x="830" y="550"/>
                    <a:pt x="831" y="549"/>
                    <a:pt x="832" y="548"/>
                  </a:cubicBezTo>
                  <a:cubicBezTo>
                    <a:pt x="835" y="542"/>
                    <a:pt x="837" y="536"/>
                    <a:pt x="839" y="530"/>
                  </a:cubicBezTo>
                  <a:cubicBezTo>
                    <a:pt x="843" y="518"/>
                    <a:pt x="853" y="506"/>
                    <a:pt x="852" y="492"/>
                  </a:cubicBezTo>
                  <a:lnTo>
                    <a:pt x="851" y="492"/>
                  </a:lnTo>
                  <a:cubicBezTo>
                    <a:pt x="851" y="491"/>
                    <a:pt x="851" y="491"/>
                    <a:pt x="851" y="491"/>
                  </a:cubicBezTo>
                  <a:cubicBezTo>
                    <a:pt x="850" y="491"/>
                    <a:pt x="850" y="491"/>
                    <a:pt x="849" y="491"/>
                  </a:cubicBezTo>
                  <a:lnTo>
                    <a:pt x="848" y="491"/>
                  </a:lnTo>
                  <a:cubicBezTo>
                    <a:pt x="848" y="491"/>
                    <a:pt x="847" y="491"/>
                    <a:pt x="847" y="492"/>
                  </a:cubicBezTo>
                  <a:cubicBezTo>
                    <a:pt x="847" y="500"/>
                    <a:pt x="840" y="507"/>
                    <a:pt x="835" y="512"/>
                  </a:cubicBezTo>
                  <a:cubicBezTo>
                    <a:pt x="831" y="516"/>
                    <a:pt x="828" y="521"/>
                    <a:pt x="825" y="525"/>
                  </a:cubicBezTo>
                  <a:cubicBezTo>
                    <a:pt x="824" y="527"/>
                    <a:pt x="823" y="529"/>
                    <a:pt x="822" y="532"/>
                  </a:cubicBezTo>
                  <a:cubicBezTo>
                    <a:pt x="819" y="538"/>
                    <a:pt x="813" y="544"/>
                    <a:pt x="809" y="550"/>
                  </a:cubicBezTo>
                  <a:cubicBezTo>
                    <a:pt x="807" y="549"/>
                    <a:pt x="805" y="549"/>
                    <a:pt x="803" y="549"/>
                  </a:cubicBezTo>
                  <a:lnTo>
                    <a:pt x="796" y="549"/>
                  </a:lnTo>
                  <a:cubicBezTo>
                    <a:pt x="802" y="538"/>
                    <a:pt x="807" y="524"/>
                    <a:pt x="812" y="516"/>
                  </a:cubicBezTo>
                  <a:cubicBezTo>
                    <a:pt x="821" y="497"/>
                    <a:pt x="828" y="477"/>
                    <a:pt x="831" y="456"/>
                  </a:cubicBezTo>
                  <a:cubicBezTo>
                    <a:pt x="834" y="441"/>
                    <a:pt x="828" y="417"/>
                    <a:pt x="835" y="404"/>
                  </a:cubicBezTo>
                  <a:cubicBezTo>
                    <a:pt x="835" y="403"/>
                    <a:pt x="834" y="402"/>
                    <a:pt x="833" y="403"/>
                  </a:cubicBezTo>
                  <a:cubicBezTo>
                    <a:pt x="822" y="424"/>
                    <a:pt x="815" y="446"/>
                    <a:pt x="812" y="469"/>
                  </a:cubicBezTo>
                  <a:cubicBezTo>
                    <a:pt x="810" y="477"/>
                    <a:pt x="785" y="546"/>
                    <a:pt x="771" y="548"/>
                  </a:cubicBezTo>
                  <a:cubicBezTo>
                    <a:pt x="766" y="547"/>
                    <a:pt x="760" y="546"/>
                    <a:pt x="755" y="544"/>
                  </a:cubicBezTo>
                  <a:cubicBezTo>
                    <a:pt x="758" y="538"/>
                    <a:pt x="760" y="531"/>
                    <a:pt x="762" y="524"/>
                  </a:cubicBezTo>
                  <a:cubicBezTo>
                    <a:pt x="764" y="518"/>
                    <a:pt x="767" y="511"/>
                    <a:pt x="768" y="505"/>
                  </a:cubicBezTo>
                  <a:cubicBezTo>
                    <a:pt x="769" y="500"/>
                    <a:pt x="769" y="495"/>
                    <a:pt x="769" y="490"/>
                  </a:cubicBezTo>
                  <a:cubicBezTo>
                    <a:pt x="769" y="485"/>
                    <a:pt x="769" y="480"/>
                    <a:pt x="768" y="475"/>
                  </a:cubicBezTo>
                  <a:cubicBezTo>
                    <a:pt x="768" y="471"/>
                    <a:pt x="763" y="472"/>
                    <a:pt x="763" y="475"/>
                  </a:cubicBezTo>
                  <a:cubicBezTo>
                    <a:pt x="758" y="492"/>
                    <a:pt x="751" y="509"/>
                    <a:pt x="742" y="524"/>
                  </a:cubicBezTo>
                  <a:cubicBezTo>
                    <a:pt x="741" y="526"/>
                    <a:pt x="741" y="527"/>
                    <a:pt x="740" y="529"/>
                  </a:cubicBezTo>
                  <a:cubicBezTo>
                    <a:pt x="739" y="532"/>
                    <a:pt x="737" y="533"/>
                    <a:pt x="736" y="535"/>
                  </a:cubicBezTo>
                  <a:lnTo>
                    <a:pt x="729" y="535"/>
                  </a:lnTo>
                  <a:lnTo>
                    <a:pt x="728" y="535"/>
                  </a:lnTo>
                  <a:cubicBezTo>
                    <a:pt x="732" y="523"/>
                    <a:pt x="733" y="510"/>
                    <a:pt x="736" y="498"/>
                  </a:cubicBezTo>
                  <a:cubicBezTo>
                    <a:pt x="739" y="487"/>
                    <a:pt x="737" y="473"/>
                    <a:pt x="740" y="459"/>
                  </a:cubicBezTo>
                  <a:cubicBezTo>
                    <a:pt x="741" y="451"/>
                    <a:pt x="742" y="444"/>
                    <a:pt x="742" y="436"/>
                  </a:cubicBezTo>
                  <a:cubicBezTo>
                    <a:pt x="742" y="431"/>
                    <a:pt x="741" y="425"/>
                    <a:pt x="741" y="420"/>
                  </a:cubicBezTo>
                  <a:cubicBezTo>
                    <a:pt x="741" y="420"/>
                    <a:pt x="742" y="420"/>
                    <a:pt x="741" y="419"/>
                  </a:cubicBezTo>
                  <a:cubicBezTo>
                    <a:pt x="740" y="418"/>
                    <a:pt x="740" y="419"/>
                    <a:pt x="740" y="419"/>
                  </a:cubicBezTo>
                  <a:lnTo>
                    <a:pt x="739" y="419"/>
                  </a:lnTo>
                  <a:lnTo>
                    <a:pt x="738" y="419"/>
                  </a:lnTo>
                  <a:cubicBezTo>
                    <a:pt x="738" y="420"/>
                    <a:pt x="738" y="420"/>
                    <a:pt x="738" y="420"/>
                  </a:cubicBezTo>
                  <a:cubicBezTo>
                    <a:pt x="736" y="439"/>
                    <a:pt x="728" y="456"/>
                    <a:pt x="727" y="475"/>
                  </a:cubicBezTo>
                  <a:cubicBezTo>
                    <a:pt x="725" y="494"/>
                    <a:pt x="721" y="513"/>
                    <a:pt x="713" y="531"/>
                  </a:cubicBezTo>
                  <a:cubicBezTo>
                    <a:pt x="707" y="531"/>
                    <a:pt x="701" y="532"/>
                    <a:pt x="695" y="534"/>
                  </a:cubicBezTo>
                  <a:lnTo>
                    <a:pt x="694" y="534"/>
                  </a:lnTo>
                  <a:cubicBezTo>
                    <a:pt x="691" y="535"/>
                    <a:pt x="688" y="536"/>
                    <a:pt x="686" y="537"/>
                  </a:cubicBezTo>
                  <a:cubicBezTo>
                    <a:pt x="681" y="539"/>
                    <a:pt x="675" y="540"/>
                    <a:pt x="670" y="540"/>
                  </a:cubicBezTo>
                  <a:cubicBezTo>
                    <a:pt x="687" y="533"/>
                    <a:pt x="694" y="515"/>
                    <a:pt x="695" y="490"/>
                  </a:cubicBezTo>
                  <a:cubicBezTo>
                    <a:pt x="697" y="471"/>
                    <a:pt x="707" y="456"/>
                    <a:pt x="706" y="436"/>
                  </a:cubicBezTo>
                  <a:cubicBezTo>
                    <a:pt x="704" y="411"/>
                    <a:pt x="703" y="386"/>
                    <a:pt x="700" y="361"/>
                  </a:cubicBezTo>
                  <a:cubicBezTo>
                    <a:pt x="700" y="357"/>
                    <a:pt x="694" y="356"/>
                    <a:pt x="693" y="361"/>
                  </a:cubicBezTo>
                  <a:cubicBezTo>
                    <a:pt x="691" y="379"/>
                    <a:pt x="690" y="397"/>
                    <a:pt x="690" y="415"/>
                  </a:cubicBezTo>
                  <a:cubicBezTo>
                    <a:pt x="690" y="419"/>
                    <a:pt x="690" y="424"/>
                    <a:pt x="690" y="428"/>
                  </a:cubicBezTo>
                  <a:cubicBezTo>
                    <a:pt x="691" y="457"/>
                    <a:pt x="681" y="523"/>
                    <a:pt x="646" y="525"/>
                  </a:cubicBezTo>
                  <a:cubicBezTo>
                    <a:pt x="645" y="525"/>
                    <a:pt x="644" y="526"/>
                    <a:pt x="643" y="526"/>
                  </a:cubicBezTo>
                  <a:cubicBezTo>
                    <a:pt x="641" y="527"/>
                    <a:pt x="640" y="528"/>
                    <a:pt x="639" y="530"/>
                  </a:cubicBezTo>
                  <a:cubicBezTo>
                    <a:pt x="639" y="531"/>
                    <a:pt x="638" y="532"/>
                    <a:pt x="638" y="533"/>
                  </a:cubicBezTo>
                  <a:lnTo>
                    <a:pt x="635" y="533"/>
                  </a:lnTo>
                  <a:cubicBezTo>
                    <a:pt x="635" y="527"/>
                    <a:pt x="638" y="520"/>
                    <a:pt x="639" y="513"/>
                  </a:cubicBezTo>
                  <a:cubicBezTo>
                    <a:pt x="639" y="507"/>
                    <a:pt x="641" y="503"/>
                    <a:pt x="642" y="497"/>
                  </a:cubicBezTo>
                  <a:cubicBezTo>
                    <a:pt x="641" y="490"/>
                    <a:pt x="640" y="482"/>
                    <a:pt x="638" y="475"/>
                  </a:cubicBezTo>
                  <a:cubicBezTo>
                    <a:pt x="638" y="471"/>
                    <a:pt x="632" y="472"/>
                    <a:pt x="632" y="475"/>
                  </a:cubicBezTo>
                  <a:cubicBezTo>
                    <a:pt x="629" y="490"/>
                    <a:pt x="621" y="503"/>
                    <a:pt x="620" y="519"/>
                  </a:cubicBezTo>
                  <a:cubicBezTo>
                    <a:pt x="620" y="525"/>
                    <a:pt x="616" y="531"/>
                    <a:pt x="616" y="537"/>
                  </a:cubicBezTo>
                  <a:lnTo>
                    <a:pt x="606" y="540"/>
                  </a:lnTo>
                  <a:cubicBezTo>
                    <a:pt x="606" y="535"/>
                    <a:pt x="606" y="531"/>
                    <a:pt x="606" y="527"/>
                  </a:cubicBezTo>
                  <a:cubicBezTo>
                    <a:pt x="606" y="491"/>
                    <a:pt x="601" y="456"/>
                    <a:pt x="591" y="422"/>
                  </a:cubicBezTo>
                  <a:cubicBezTo>
                    <a:pt x="591" y="421"/>
                    <a:pt x="591" y="421"/>
                    <a:pt x="590" y="421"/>
                  </a:cubicBezTo>
                  <a:lnTo>
                    <a:pt x="590" y="420"/>
                  </a:lnTo>
                  <a:lnTo>
                    <a:pt x="589" y="420"/>
                  </a:lnTo>
                  <a:lnTo>
                    <a:pt x="588" y="420"/>
                  </a:lnTo>
                  <a:lnTo>
                    <a:pt x="588" y="421"/>
                  </a:lnTo>
                  <a:lnTo>
                    <a:pt x="588" y="422"/>
                  </a:lnTo>
                  <a:cubicBezTo>
                    <a:pt x="595" y="459"/>
                    <a:pt x="586" y="500"/>
                    <a:pt x="585" y="540"/>
                  </a:cubicBezTo>
                  <a:lnTo>
                    <a:pt x="573" y="536"/>
                  </a:lnTo>
                  <a:cubicBezTo>
                    <a:pt x="571" y="530"/>
                    <a:pt x="570" y="525"/>
                    <a:pt x="570" y="519"/>
                  </a:cubicBezTo>
                  <a:cubicBezTo>
                    <a:pt x="570" y="516"/>
                    <a:pt x="570" y="514"/>
                    <a:pt x="571" y="511"/>
                  </a:cubicBezTo>
                  <a:cubicBezTo>
                    <a:pt x="582" y="492"/>
                    <a:pt x="568" y="462"/>
                    <a:pt x="564" y="441"/>
                  </a:cubicBezTo>
                  <a:cubicBezTo>
                    <a:pt x="562" y="420"/>
                    <a:pt x="556" y="400"/>
                    <a:pt x="546" y="382"/>
                  </a:cubicBezTo>
                  <a:cubicBezTo>
                    <a:pt x="543" y="378"/>
                    <a:pt x="538" y="382"/>
                    <a:pt x="540" y="385"/>
                  </a:cubicBezTo>
                  <a:cubicBezTo>
                    <a:pt x="550" y="401"/>
                    <a:pt x="546" y="426"/>
                    <a:pt x="549" y="444"/>
                  </a:cubicBezTo>
                  <a:cubicBezTo>
                    <a:pt x="549" y="449"/>
                    <a:pt x="550" y="453"/>
                    <a:pt x="550" y="457"/>
                  </a:cubicBezTo>
                  <a:cubicBezTo>
                    <a:pt x="543" y="444"/>
                    <a:pt x="535" y="430"/>
                    <a:pt x="530" y="416"/>
                  </a:cubicBezTo>
                  <a:cubicBezTo>
                    <a:pt x="514" y="383"/>
                    <a:pt x="503" y="348"/>
                    <a:pt x="498" y="312"/>
                  </a:cubicBezTo>
                  <a:cubicBezTo>
                    <a:pt x="498" y="308"/>
                    <a:pt x="492" y="309"/>
                    <a:pt x="492" y="312"/>
                  </a:cubicBezTo>
                  <a:cubicBezTo>
                    <a:pt x="486" y="380"/>
                    <a:pt x="519" y="439"/>
                    <a:pt x="547" y="499"/>
                  </a:cubicBezTo>
                  <a:cubicBezTo>
                    <a:pt x="547" y="500"/>
                    <a:pt x="547" y="500"/>
                    <a:pt x="547" y="500"/>
                  </a:cubicBezTo>
                  <a:cubicBezTo>
                    <a:pt x="548" y="501"/>
                    <a:pt x="549" y="502"/>
                    <a:pt x="550" y="503"/>
                  </a:cubicBezTo>
                  <a:cubicBezTo>
                    <a:pt x="548" y="508"/>
                    <a:pt x="546" y="513"/>
                    <a:pt x="543" y="518"/>
                  </a:cubicBezTo>
                  <a:cubicBezTo>
                    <a:pt x="542" y="517"/>
                    <a:pt x="540" y="516"/>
                    <a:pt x="538" y="516"/>
                  </a:cubicBezTo>
                  <a:cubicBezTo>
                    <a:pt x="534" y="516"/>
                    <a:pt x="530" y="514"/>
                    <a:pt x="526" y="512"/>
                  </a:cubicBezTo>
                  <a:cubicBezTo>
                    <a:pt x="525" y="512"/>
                    <a:pt x="525" y="512"/>
                    <a:pt x="524" y="511"/>
                  </a:cubicBezTo>
                  <a:cubicBezTo>
                    <a:pt x="520" y="509"/>
                    <a:pt x="514" y="504"/>
                    <a:pt x="514" y="499"/>
                  </a:cubicBezTo>
                  <a:cubicBezTo>
                    <a:pt x="514" y="494"/>
                    <a:pt x="509" y="495"/>
                    <a:pt x="508" y="498"/>
                  </a:cubicBezTo>
                  <a:cubicBezTo>
                    <a:pt x="506" y="507"/>
                    <a:pt x="514" y="518"/>
                    <a:pt x="521" y="523"/>
                  </a:cubicBezTo>
                  <a:cubicBezTo>
                    <a:pt x="522" y="523"/>
                    <a:pt x="523" y="524"/>
                    <a:pt x="523" y="524"/>
                  </a:cubicBezTo>
                  <a:cubicBezTo>
                    <a:pt x="527" y="526"/>
                    <a:pt x="532" y="528"/>
                    <a:pt x="537" y="528"/>
                  </a:cubicBezTo>
                  <a:cubicBezTo>
                    <a:pt x="538" y="528"/>
                    <a:pt x="538" y="528"/>
                    <a:pt x="539" y="528"/>
                  </a:cubicBezTo>
                  <a:cubicBezTo>
                    <a:pt x="538" y="530"/>
                    <a:pt x="537" y="532"/>
                    <a:pt x="535" y="534"/>
                  </a:cubicBezTo>
                  <a:cubicBezTo>
                    <a:pt x="533" y="537"/>
                    <a:pt x="531" y="541"/>
                    <a:pt x="529" y="544"/>
                  </a:cubicBezTo>
                  <a:cubicBezTo>
                    <a:pt x="522" y="534"/>
                    <a:pt x="509" y="535"/>
                    <a:pt x="499" y="527"/>
                  </a:cubicBezTo>
                  <a:cubicBezTo>
                    <a:pt x="491" y="520"/>
                    <a:pt x="484" y="513"/>
                    <a:pt x="477" y="506"/>
                  </a:cubicBezTo>
                  <a:cubicBezTo>
                    <a:pt x="470" y="501"/>
                    <a:pt x="465" y="495"/>
                    <a:pt x="460" y="488"/>
                  </a:cubicBezTo>
                  <a:cubicBezTo>
                    <a:pt x="460" y="487"/>
                    <a:pt x="458" y="488"/>
                    <a:pt x="458" y="490"/>
                  </a:cubicBezTo>
                  <a:cubicBezTo>
                    <a:pt x="459" y="495"/>
                    <a:pt x="462" y="500"/>
                    <a:pt x="464" y="505"/>
                  </a:cubicBezTo>
                  <a:cubicBezTo>
                    <a:pt x="467" y="513"/>
                    <a:pt x="470" y="520"/>
                    <a:pt x="475" y="528"/>
                  </a:cubicBezTo>
                  <a:cubicBezTo>
                    <a:pt x="476" y="530"/>
                    <a:pt x="478" y="533"/>
                    <a:pt x="479" y="535"/>
                  </a:cubicBezTo>
                  <a:cubicBezTo>
                    <a:pt x="484" y="541"/>
                    <a:pt x="489" y="546"/>
                    <a:pt x="495" y="550"/>
                  </a:cubicBezTo>
                  <a:cubicBezTo>
                    <a:pt x="496" y="550"/>
                    <a:pt x="496" y="550"/>
                    <a:pt x="496" y="550"/>
                  </a:cubicBezTo>
                  <a:cubicBezTo>
                    <a:pt x="499" y="552"/>
                    <a:pt x="501" y="553"/>
                    <a:pt x="504" y="554"/>
                  </a:cubicBezTo>
                  <a:cubicBezTo>
                    <a:pt x="506" y="555"/>
                    <a:pt x="509" y="556"/>
                    <a:pt x="512" y="557"/>
                  </a:cubicBezTo>
                  <a:cubicBezTo>
                    <a:pt x="513" y="558"/>
                    <a:pt x="513" y="558"/>
                    <a:pt x="514" y="559"/>
                  </a:cubicBezTo>
                  <a:cubicBezTo>
                    <a:pt x="513" y="560"/>
                    <a:pt x="511" y="561"/>
                    <a:pt x="510" y="562"/>
                  </a:cubicBezTo>
                  <a:cubicBezTo>
                    <a:pt x="507" y="564"/>
                    <a:pt x="505" y="564"/>
                    <a:pt x="502" y="565"/>
                  </a:cubicBezTo>
                  <a:cubicBezTo>
                    <a:pt x="499" y="566"/>
                    <a:pt x="497" y="567"/>
                    <a:pt x="494" y="569"/>
                  </a:cubicBezTo>
                  <a:cubicBezTo>
                    <a:pt x="493" y="569"/>
                    <a:pt x="492" y="569"/>
                    <a:pt x="492" y="569"/>
                  </a:cubicBezTo>
                  <a:cubicBezTo>
                    <a:pt x="491" y="569"/>
                    <a:pt x="490" y="569"/>
                    <a:pt x="489" y="570"/>
                  </a:cubicBezTo>
                  <a:cubicBezTo>
                    <a:pt x="488" y="571"/>
                    <a:pt x="488" y="570"/>
                    <a:pt x="488" y="570"/>
                  </a:cubicBezTo>
                  <a:lnTo>
                    <a:pt x="481" y="576"/>
                  </a:lnTo>
                  <a:cubicBezTo>
                    <a:pt x="470" y="573"/>
                    <a:pt x="460" y="569"/>
                    <a:pt x="450" y="563"/>
                  </a:cubicBezTo>
                  <a:cubicBezTo>
                    <a:pt x="441" y="558"/>
                    <a:pt x="433" y="552"/>
                    <a:pt x="426" y="545"/>
                  </a:cubicBezTo>
                  <a:cubicBezTo>
                    <a:pt x="411" y="530"/>
                    <a:pt x="402" y="510"/>
                    <a:pt x="386" y="497"/>
                  </a:cubicBezTo>
                  <a:cubicBezTo>
                    <a:pt x="383" y="494"/>
                    <a:pt x="380" y="499"/>
                    <a:pt x="382" y="501"/>
                  </a:cubicBezTo>
                  <a:cubicBezTo>
                    <a:pt x="386" y="506"/>
                    <a:pt x="389" y="511"/>
                    <a:pt x="392" y="516"/>
                  </a:cubicBezTo>
                  <a:cubicBezTo>
                    <a:pt x="396" y="523"/>
                    <a:pt x="399" y="530"/>
                    <a:pt x="402" y="536"/>
                  </a:cubicBezTo>
                  <a:cubicBezTo>
                    <a:pt x="402" y="537"/>
                    <a:pt x="402" y="537"/>
                    <a:pt x="403" y="538"/>
                  </a:cubicBezTo>
                  <a:cubicBezTo>
                    <a:pt x="408" y="548"/>
                    <a:pt x="416" y="557"/>
                    <a:pt x="425" y="566"/>
                  </a:cubicBezTo>
                  <a:cubicBezTo>
                    <a:pt x="432" y="573"/>
                    <a:pt x="441" y="580"/>
                    <a:pt x="450" y="585"/>
                  </a:cubicBezTo>
                  <a:cubicBezTo>
                    <a:pt x="454" y="587"/>
                    <a:pt x="457" y="589"/>
                    <a:pt x="461" y="591"/>
                  </a:cubicBezTo>
                  <a:lnTo>
                    <a:pt x="449" y="600"/>
                  </a:lnTo>
                  <a:cubicBezTo>
                    <a:pt x="441" y="598"/>
                    <a:pt x="434" y="596"/>
                    <a:pt x="426" y="594"/>
                  </a:cubicBezTo>
                  <a:cubicBezTo>
                    <a:pt x="413" y="586"/>
                    <a:pt x="401" y="575"/>
                    <a:pt x="391" y="562"/>
                  </a:cubicBezTo>
                  <a:cubicBezTo>
                    <a:pt x="388" y="560"/>
                    <a:pt x="383" y="562"/>
                    <a:pt x="385" y="566"/>
                  </a:cubicBezTo>
                  <a:cubicBezTo>
                    <a:pt x="395" y="580"/>
                    <a:pt x="400" y="598"/>
                    <a:pt x="415" y="607"/>
                  </a:cubicBezTo>
                  <a:cubicBezTo>
                    <a:pt x="420" y="610"/>
                    <a:pt x="426" y="613"/>
                    <a:pt x="431" y="615"/>
                  </a:cubicBezTo>
                  <a:lnTo>
                    <a:pt x="427" y="619"/>
                  </a:lnTo>
                  <a:lnTo>
                    <a:pt x="425" y="620"/>
                  </a:lnTo>
                  <a:cubicBezTo>
                    <a:pt x="424" y="619"/>
                    <a:pt x="423" y="619"/>
                    <a:pt x="422" y="618"/>
                  </a:cubicBezTo>
                  <a:cubicBezTo>
                    <a:pt x="421" y="617"/>
                    <a:pt x="420" y="617"/>
                    <a:pt x="419" y="617"/>
                  </a:cubicBezTo>
                  <a:cubicBezTo>
                    <a:pt x="415" y="616"/>
                    <a:pt x="411" y="614"/>
                    <a:pt x="407" y="612"/>
                  </a:cubicBezTo>
                  <a:cubicBezTo>
                    <a:pt x="403" y="610"/>
                    <a:pt x="400" y="607"/>
                    <a:pt x="397" y="604"/>
                  </a:cubicBezTo>
                  <a:cubicBezTo>
                    <a:pt x="392" y="599"/>
                    <a:pt x="387" y="595"/>
                    <a:pt x="381" y="591"/>
                  </a:cubicBezTo>
                  <a:cubicBezTo>
                    <a:pt x="375" y="587"/>
                    <a:pt x="364" y="581"/>
                    <a:pt x="362" y="574"/>
                  </a:cubicBezTo>
                  <a:cubicBezTo>
                    <a:pt x="362" y="573"/>
                    <a:pt x="362" y="574"/>
                    <a:pt x="361" y="573"/>
                  </a:cubicBezTo>
                  <a:cubicBezTo>
                    <a:pt x="360" y="572"/>
                    <a:pt x="361" y="572"/>
                    <a:pt x="361" y="572"/>
                  </a:cubicBezTo>
                  <a:cubicBezTo>
                    <a:pt x="360" y="572"/>
                    <a:pt x="360" y="571"/>
                    <a:pt x="359" y="571"/>
                  </a:cubicBezTo>
                  <a:cubicBezTo>
                    <a:pt x="359" y="571"/>
                    <a:pt x="359" y="572"/>
                    <a:pt x="358" y="572"/>
                  </a:cubicBezTo>
                  <a:lnTo>
                    <a:pt x="357" y="573"/>
                  </a:lnTo>
                  <a:lnTo>
                    <a:pt x="357" y="574"/>
                  </a:lnTo>
                  <a:cubicBezTo>
                    <a:pt x="359" y="581"/>
                    <a:pt x="361" y="588"/>
                    <a:pt x="365" y="594"/>
                  </a:cubicBezTo>
                  <a:cubicBezTo>
                    <a:pt x="368" y="600"/>
                    <a:pt x="373" y="606"/>
                    <a:pt x="379" y="611"/>
                  </a:cubicBezTo>
                  <a:cubicBezTo>
                    <a:pt x="384" y="619"/>
                    <a:pt x="392" y="627"/>
                    <a:pt x="401" y="632"/>
                  </a:cubicBezTo>
                  <a:cubicBezTo>
                    <a:pt x="404" y="634"/>
                    <a:pt x="407" y="635"/>
                    <a:pt x="410" y="636"/>
                  </a:cubicBezTo>
                  <a:cubicBezTo>
                    <a:pt x="408" y="640"/>
                    <a:pt x="406" y="644"/>
                    <a:pt x="403" y="647"/>
                  </a:cubicBezTo>
                  <a:lnTo>
                    <a:pt x="394" y="658"/>
                  </a:lnTo>
                  <a:cubicBezTo>
                    <a:pt x="380" y="650"/>
                    <a:pt x="363" y="645"/>
                    <a:pt x="349" y="635"/>
                  </a:cubicBezTo>
                  <a:cubicBezTo>
                    <a:pt x="330" y="620"/>
                    <a:pt x="313" y="603"/>
                    <a:pt x="296" y="585"/>
                  </a:cubicBezTo>
                  <a:cubicBezTo>
                    <a:pt x="296" y="585"/>
                    <a:pt x="296" y="584"/>
                    <a:pt x="295" y="584"/>
                  </a:cubicBezTo>
                  <a:lnTo>
                    <a:pt x="294" y="584"/>
                  </a:lnTo>
                  <a:cubicBezTo>
                    <a:pt x="293" y="584"/>
                    <a:pt x="293" y="584"/>
                    <a:pt x="292" y="584"/>
                  </a:cubicBezTo>
                  <a:lnTo>
                    <a:pt x="291" y="585"/>
                  </a:lnTo>
                  <a:cubicBezTo>
                    <a:pt x="290" y="586"/>
                    <a:pt x="291" y="586"/>
                    <a:pt x="291" y="587"/>
                  </a:cubicBezTo>
                  <a:lnTo>
                    <a:pt x="291" y="588"/>
                  </a:lnTo>
                  <a:cubicBezTo>
                    <a:pt x="291" y="588"/>
                    <a:pt x="292" y="588"/>
                    <a:pt x="292" y="589"/>
                  </a:cubicBezTo>
                  <a:lnTo>
                    <a:pt x="292" y="590"/>
                  </a:lnTo>
                  <a:cubicBezTo>
                    <a:pt x="306" y="613"/>
                    <a:pt x="322" y="636"/>
                    <a:pt x="341" y="656"/>
                  </a:cubicBezTo>
                  <a:cubicBezTo>
                    <a:pt x="347" y="661"/>
                    <a:pt x="354" y="666"/>
                    <a:pt x="362" y="671"/>
                  </a:cubicBezTo>
                  <a:cubicBezTo>
                    <a:pt x="366" y="673"/>
                    <a:pt x="371" y="676"/>
                    <a:pt x="376" y="678"/>
                  </a:cubicBezTo>
                  <a:cubicBezTo>
                    <a:pt x="369" y="685"/>
                    <a:pt x="361" y="692"/>
                    <a:pt x="353" y="697"/>
                  </a:cubicBezTo>
                  <a:cubicBezTo>
                    <a:pt x="346" y="695"/>
                    <a:pt x="340" y="693"/>
                    <a:pt x="334" y="689"/>
                  </a:cubicBezTo>
                  <a:cubicBezTo>
                    <a:pt x="326" y="685"/>
                    <a:pt x="319" y="680"/>
                    <a:pt x="313" y="673"/>
                  </a:cubicBezTo>
                  <a:cubicBezTo>
                    <a:pt x="304" y="666"/>
                    <a:pt x="294" y="661"/>
                    <a:pt x="284" y="652"/>
                  </a:cubicBezTo>
                  <a:cubicBezTo>
                    <a:pt x="272" y="641"/>
                    <a:pt x="265" y="624"/>
                    <a:pt x="248" y="618"/>
                  </a:cubicBezTo>
                  <a:cubicBezTo>
                    <a:pt x="247" y="618"/>
                    <a:pt x="247" y="618"/>
                    <a:pt x="247" y="618"/>
                  </a:cubicBezTo>
                  <a:cubicBezTo>
                    <a:pt x="246" y="618"/>
                    <a:pt x="246" y="618"/>
                    <a:pt x="246" y="619"/>
                  </a:cubicBezTo>
                  <a:cubicBezTo>
                    <a:pt x="246" y="619"/>
                    <a:pt x="245" y="619"/>
                    <a:pt x="245" y="620"/>
                  </a:cubicBezTo>
                  <a:lnTo>
                    <a:pt x="246" y="621"/>
                  </a:lnTo>
                  <a:cubicBezTo>
                    <a:pt x="257" y="630"/>
                    <a:pt x="266" y="641"/>
                    <a:pt x="273" y="653"/>
                  </a:cubicBezTo>
                  <a:cubicBezTo>
                    <a:pt x="281" y="661"/>
                    <a:pt x="289" y="670"/>
                    <a:pt x="298" y="677"/>
                  </a:cubicBezTo>
                  <a:cubicBezTo>
                    <a:pt x="308" y="691"/>
                    <a:pt x="320" y="703"/>
                    <a:pt x="334" y="713"/>
                  </a:cubicBezTo>
                  <a:cubicBezTo>
                    <a:pt x="333" y="714"/>
                    <a:pt x="331" y="716"/>
                    <a:pt x="330" y="718"/>
                  </a:cubicBezTo>
                  <a:cubicBezTo>
                    <a:pt x="324" y="717"/>
                    <a:pt x="318" y="715"/>
                    <a:pt x="313" y="712"/>
                  </a:cubicBezTo>
                  <a:cubicBezTo>
                    <a:pt x="306" y="708"/>
                    <a:pt x="300" y="703"/>
                    <a:pt x="293" y="700"/>
                  </a:cubicBezTo>
                  <a:cubicBezTo>
                    <a:pt x="289" y="698"/>
                    <a:pt x="285" y="696"/>
                    <a:pt x="281" y="693"/>
                  </a:cubicBezTo>
                  <a:cubicBezTo>
                    <a:pt x="275" y="690"/>
                    <a:pt x="270" y="687"/>
                    <a:pt x="265" y="683"/>
                  </a:cubicBezTo>
                  <a:cubicBezTo>
                    <a:pt x="263" y="681"/>
                    <a:pt x="260" y="684"/>
                    <a:pt x="262" y="687"/>
                  </a:cubicBezTo>
                  <a:cubicBezTo>
                    <a:pt x="271" y="700"/>
                    <a:pt x="283" y="711"/>
                    <a:pt x="296" y="720"/>
                  </a:cubicBezTo>
                  <a:cubicBezTo>
                    <a:pt x="300" y="724"/>
                    <a:pt x="305" y="727"/>
                    <a:pt x="309" y="730"/>
                  </a:cubicBezTo>
                  <a:cubicBezTo>
                    <a:pt x="313" y="732"/>
                    <a:pt x="317" y="734"/>
                    <a:pt x="322" y="735"/>
                  </a:cubicBezTo>
                  <a:lnTo>
                    <a:pt x="321" y="738"/>
                  </a:lnTo>
                  <a:lnTo>
                    <a:pt x="319" y="737"/>
                  </a:lnTo>
                  <a:cubicBezTo>
                    <a:pt x="315" y="735"/>
                    <a:pt x="311" y="733"/>
                    <a:pt x="306" y="733"/>
                  </a:cubicBezTo>
                  <a:cubicBezTo>
                    <a:pt x="296" y="730"/>
                    <a:pt x="287" y="726"/>
                    <a:pt x="278" y="721"/>
                  </a:cubicBezTo>
                  <a:cubicBezTo>
                    <a:pt x="277" y="721"/>
                    <a:pt x="277" y="721"/>
                    <a:pt x="276" y="720"/>
                  </a:cubicBezTo>
                  <a:cubicBezTo>
                    <a:pt x="270" y="717"/>
                    <a:pt x="263" y="714"/>
                    <a:pt x="256" y="710"/>
                  </a:cubicBezTo>
                  <a:cubicBezTo>
                    <a:pt x="241" y="701"/>
                    <a:pt x="226" y="690"/>
                    <a:pt x="213" y="677"/>
                  </a:cubicBezTo>
                  <a:cubicBezTo>
                    <a:pt x="211" y="676"/>
                    <a:pt x="208" y="677"/>
                    <a:pt x="210" y="680"/>
                  </a:cubicBezTo>
                  <a:cubicBezTo>
                    <a:pt x="219" y="694"/>
                    <a:pt x="230" y="708"/>
                    <a:pt x="243" y="719"/>
                  </a:cubicBezTo>
                  <a:cubicBezTo>
                    <a:pt x="255" y="730"/>
                    <a:pt x="271" y="736"/>
                    <a:pt x="284" y="746"/>
                  </a:cubicBezTo>
                  <a:cubicBezTo>
                    <a:pt x="285" y="746"/>
                    <a:pt x="287" y="747"/>
                    <a:pt x="288" y="748"/>
                  </a:cubicBezTo>
                  <a:cubicBezTo>
                    <a:pt x="289" y="749"/>
                    <a:pt x="291" y="749"/>
                    <a:pt x="292" y="750"/>
                  </a:cubicBezTo>
                  <a:cubicBezTo>
                    <a:pt x="289" y="750"/>
                    <a:pt x="287" y="749"/>
                    <a:pt x="284" y="749"/>
                  </a:cubicBezTo>
                  <a:cubicBezTo>
                    <a:pt x="281" y="749"/>
                    <a:pt x="279" y="750"/>
                    <a:pt x="276" y="750"/>
                  </a:cubicBezTo>
                  <a:cubicBezTo>
                    <a:pt x="268" y="750"/>
                    <a:pt x="262" y="745"/>
                    <a:pt x="254" y="743"/>
                  </a:cubicBezTo>
                  <a:cubicBezTo>
                    <a:pt x="240" y="739"/>
                    <a:pt x="226" y="732"/>
                    <a:pt x="212" y="728"/>
                  </a:cubicBezTo>
                  <a:cubicBezTo>
                    <a:pt x="209" y="728"/>
                    <a:pt x="207" y="732"/>
                    <a:pt x="210" y="733"/>
                  </a:cubicBezTo>
                  <a:cubicBezTo>
                    <a:pt x="213" y="735"/>
                    <a:pt x="218" y="742"/>
                    <a:pt x="224" y="744"/>
                  </a:cubicBezTo>
                  <a:cubicBezTo>
                    <a:pt x="225" y="744"/>
                    <a:pt x="226" y="745"/>
                    <a:pt x="227" y="745"/>
                  </a:cubicBezTo>
                  <a:cubicBezTo>
                    <a:pt x="232" y="749"/>
                    <a:pt x="238" y="752"/>
                    <a:pt x="243" y="756"/>
                  </a:cubicBezTo>
                  <a:cubicBezTo>
                    <a:pt x="249" y="759"/>
                    <a:pt x="254" y="765"/>
                    <a:pt x="260" y="767"/>
                  </a:cubicBezTo>
                  <a:cubicBezTo>
                    <a:pt x="258" y="767"/>
                    <a:pt x="256" y="767"/>
                    <a:pt x="255" y="767"/>
                  </a:cubicBezTo>
                  <a:cubicBezTo>
                    <a:pt x="253" y="767"/>
                    <a:pt x="251" y="767"/>
                    <a:pt x="249" y="767"/>
                  </a:cubicBezTo>
                  <a:cubicBezTo>
                    <a:pt x="236" y="766"/>
                    <a:pt x="223" y="764"/>
                    <a:pt x="210" y="761"/>
                  </a:cubicBezTo>
                  <a:cubicBezTo>
                    <a:pt x="202" y="759"/>
                    <a:pt x="184" y="756"/>
                    <a:pt x="180" y="749"/>
                  </a:cubicBezTo>
                  <a:lnTo>
                    <a:pt x="179" y="748"/>
                  </a:lnTo>
                  <a:lnTo>
                    <a:pt x="178" y="748"/>
                  </a:lnTo>
                  <a:cubicBezTo>
                    <a:pt x="177" y="748"/>
                    <a:pt x="176" y="748"/>
                    <a:pt x="176" y="748"/>
                  </a:cubicBezTo>
                  <a:cubicBezTo>
                    <a:pt x="175" y="749"/>
                    <a:pt x="175" y="749"/>
                    <a:pt x="175" y="749"/>
                  </a:cubicBezTo>
                  <a:cubicBezTo>
                    <a:pt x="175" y="750"/>
                    <a:pt x="174" y="750"/>
                    <a:pt x="174" y="751"/>
                  </a:cubicBezTo>
                  <a:lnTo>
                    <a:pt x="174" y="752"/>
                  </a:lnTo>
                  <a:cubicBezTo>
                    <a:pt x="179" y="767"/>
                    <a:pt x="200" y="776"/>
                    <a:pt x="217" y="781"/>
                  </a:cubicBezTo>
                  <a:cubicBezTo>
                    <a:pt x="177" y="780"/>
                    <a:pt x="139" y="770"/>
                    <a:pt x="105" y="749"/>
                  </a:cubicBezTo>
                  <a:cubicBezTo>
                    <a:pt x="101" y="747"/>
                    <a:pt x="96" y="744"/>
                    <a:pt x="92" y="741"/>
                  </a:cubicBezTo>
                  <a:cubicBezTo>
                    <a:pt x="43" y="705"/>
                    <a:pt x="31" y="638"/>
                    <a:pt x="31" y="583"/>
                  </a:cubicBezTo>
                  <a:cubicBezTo>
                    <a:pt x="29" y="574"/>
                    <a:pt x="46" y="570"/>
                    <a:pt x="55" y="562"/>
                  </a:cubicBezTo>
                  <a:lnTo>
                    <a:pt x="54" y="5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2"/>
            <p:cNvSpPr/>
            <p:nvPr/>
          </p:nvSpPr>
          <p:spPr>
            <a:xfrm>
              <a:off x="8010360" y="3337560"/>
              <a:ext cx="7920" cy="25560"/>
            </a:xfrm>
            <a:custGeom>
              <a:rect b="b" l="l" r="r" t="t"/>
              <a:pathLst>
                <a:path extrusionOk="0" h="71" w="22">
                  <a:moveTo>
                    <a:pt x="15" y="3"/>
                  </a:moveTo>
                  <a:cubicBezTo>
                    <a:pt x="15" y="19"/>
                    <a:pt x="12" y="34"/>
                    <a:pt x="8" y="49"/>
                  </a:cubicBezTo>
                  <a:cubicBezTo>
                    <a:pt x="6" y="56"/>
                    <a:pt x="0" y="61"/>
                    <a:pt x="4" y="69"/>
                  </a:cubicBezTo>
                  <a:cubicBezTo>
                    <a:pt x="4" y="69"/>
                    <a:pt x="5" y="68"/>
                    <a:pt x="5" y="69"/>
                  </a:cubicBezTo>
                  <a:cubicBezTo>
                    <a:pt x="6" y="70"/>
                    <a:pt x="5" y="70"/>
                    <a:pt x="6" y="70"/>
                  </a:cubicBezTo>
                  <a:lnTo>
                    <a:pt x="7" y="69"/>
                  </a:lnTo>
                  <a:cubicBezTo>
                    <a:pt x="10" y="64"/>
                    <a:pt x="13" y="60"/>
                    <a:pt x="16" y="55"/>
                  </a:cubicBezTo>
                  <a:cubicBezTo>
                    <a:pt x="18" y="50"/>
                    <a:pt x="19" y="45"/>
                    <a:pt x="20" y="40"/>
                  </a:cubicBezTo>
                  <a:cubicBezTo>
                    <a:pt x="21" y="34"/>
                    <a:pt x="21" y="28"/>
                    <a:pt x="21" y="22"/>
                  </a:cubicBezTo>
                  <a:cubicBezTo>
                    <a:pt x="21" y="16"/>
                    <a:pt x="21" y="10"/>
                    <a:pt x="20" y="4"/>
                  </a:cubicBezTo>
                  <a:cubicBezTo>
                    <a:pt x="20" y="0"/>
                    <a:pt x="15" y="0"/>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2"/>
            <p:cNvSpPr/>
            <p:nvPr/>
          </p:nvSpPr>
          <p:spPr>
            <a:xfrm>
              <a:off x="8075520" y="3135960"/>
              <a:ext cx="8640" cy="12240"/>
            </a:xfrm>
            <a:custGeom>
              <a:rect b="b" l="l" r="r" t="t"/>
              <a:pathLst>
                <a:path extrusionOk="0" h="34" w="24">
                  <a:moveTo>
                    <a:pt x="16" y="18"/>
                  </a:moveTo>
                  <a:cubicBezTo>
                    <a:pt x="16" y="16"/>
                    <a:pt x="15" y="15"/>
                    <a:pt x="14" y="14"/>
                  </a:cubicBezTo>
                  <a:cubicBezTo>
                    <a:pt x="13" y="12"/>
                    <a:pt x="12" y="10"/>
                    <a:pt x="11" y="9"/>
                  </a:cubicBezTo>
                  <a:cubicBezTo>
                    <a:pt x="10" y="8"/>
                    <a:pt x="7" y="5"/>
                    <a:pt x="7" y="4"/>
                  </a:cubicBezTo>
                  <a:cubicBezTo>
                    <a:pt x="7" y="3"/>
                    <a:pt x="7" y="3"/>
                    <a:pt x="7" y="3"/>
                  </a:cubicBezTo>
                  <a:lnTo>
                    <a:pt x="7" y="2"/>
                  </a:lnTo>
                  <a:cubicBezTo>
                    <a:pt x="6" y="1"/>
                    <a:pt x="6" y="1"/>
                    <a:pt x="6" y="1"/>
                  </a:cubicBezTo>
                  <a:cubicBezTo>
                    <a:pt x="5" y="0"/>
                    <a:pt x="5" y="0"/>
                    <a:pt x="4" y="0"/>
                  </a:cubicBezTo>
                  <a:lnTo>
                    <a:pt x="3" y="1"/>
                  </a:lnTo>
                  <a:cubicBezTo>
                    <a:pt x="2" y="2"/>
                    <a:pt x="2" y="1"/>
                    <a:pt x="1" y="2"/>
                  </a:cubicBezTo>
                  <a:lnTo>
                    <a:pt x="1" y="3"/>
                  </a:lnTo>
                  <a:cubicBezTo>
                    <a:pt x="1" y="4"/>
                    <a:pt x="0" y="5"/>
                    <a:pt x="0" y="6"/>
                  </a:cubicBezTo>
                  <a:cubicBezTo>
                    <a:pt x="0" y="7"/>
                    <a:pt x="1" y="8"/>
                    <a:pt x="1" y="9"/>
                  </a:cubicBezTo>
                  <a:cubicBezTo>
                    <a:pt x="2" y="10"/>
                    <a:pt x="3" y="11"/>
                    <a:pt x="3" y="12"/>
                  </a:cubicBezTo>
                  <a:cubicBezTo>
                    <a:pt x="4" y="14"/>
                    <a:pt x="5" y="17"/>
                    <a:pt x="6" y="19"/>
                  </a:cubicBezTo>
                  <a:cubicBezTo>
                    <a:pt x="6" y="21"/>
                    <a:pt x="7" y="22"/>
                    <a:pt x="8" y="24"/>
                  </a:cubicBezTo>
                  <a:cubicBezTo>
                    <a:pt x="9" y="25"/>
                    <a:pt x="10" y="27"/>
                    <a:pt x="11" y="28"/>
                  </a:cubicBezTo>
                  <a:cubicBezTo>
                    <a:pt x="12" y="29"/>
                    <a:pt x="13" y="29"/>
                    <a:pt x="14" y="30"/>
                  </a:cubicBezTo>
                  <a:cubicBezTo>
                    <a:pt x="16" y="31"/>
                    <a:pt x="17" y="32"/>
                    <a:pt x="19" y="32"/>
                  </a:cubicBezTo>
                  <a:lnTo>
                    <a:pt x="20" y="33"/>
                  </a:lnTo>
                  <a:cubicBezTo>
                    <a:pt x="21" y="33"/>
                    <a:pt x="21" y="32"/>
                    <a:pt x="21" y="32"/>
                  </a:cubicBezTo>
                  <a:cubicBezTo>
                    <a:pt x="22" y="32"/>
                    <a:pt x="22" y="32"/>
                    <a:pt x="22" y="31"/>
                  </a:cubicBezTo>
                  <a:cubicBezTo>
                    <a:pt x="23" y="31"/>
                    <a:pt x="23" y="31"/>
                    <a:pt x="23" y="31"/>
                  </a:cubicBezTo>
                  <a:cubicBezTo>
                    <a:pt x="23" y="30"/>
                    <a:pt x="23" y="29"/>
                    <a:pt x="23" y="28"/>
                  </a:cubicBezTo>
                  <a:cubicBezTo>
                    <a:pt x="23" y="27"/>
                    <a:pt x="23" y="26"/>
                    <a:pt x="23" y="25"/>
                  </a:cubicBezTo>
                  <a:lnTo>
                    <a:pt x="22" y="25"/>
                  </a:lnTo>
                  <a:cubicBezTo>
                    <a:pt x="20" y="23"/>
                    <a:pt x="18" y="20"/>
                    <a:pt x="1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2"/>
            <p:cNvSpPr/>
            <p:nvPr/>
          </p:nvSpPr>
          <p:spPr>
            <a:xfrm>
              <a:off x="8096040" y="3160080"/>
              <a:ext cx="6480" cy="8280"/>
            </a:xfrm>
            <a:custGeom>
              <a:rect b="b" l="l" r="r" t="t"/>
              <a:pathLst>
                <a:path extrusionOk="0" h="23" w="18">
                  <a:moveTo>
                    <a:pt x="15" y="22"/>
                  </a:moveTo>
                  <a:cubicBezTo>
                    <a:pt x="16" y="22"/>
                    <a:pt x="17" y="22"/>
                    <a:pt x="17" y="20"/>
                  </a:cubicBezTo>
                  <a:cubicBezTo>
                    <a:pt x="17" y="19"/>
                    <a:pt x="17" y="18"/>
                    <a:pt x="16" y="17"/>
                  </a:cubicBezTo>
                  <a:cubicBezTo>
                    <a:pt x="16" y="16"/>
                    <a:pt x="13" y="14"/>
                    <a:pt x="12" y="13"/>
                  </a:cubicBezTo>
                  <a:cubicBezTo>
                    <a:pt x="10" y="10"/>
                    <a:pt x="8" y="7"/>
                    <a:pt x="6" y="4"/>
                  </a:cubicBezTo>
                  <a:cubicBezTo>
                    <a:pt x="6" y="3"/>
                    <a:pt x="6" y="3"/>
                    <a:pt x="5" y="2"/>
                  </a:cubicBezTo>
                  <a:cubicBezTo>
                    <a:pt x="4" y="0"/>
                    <a:pt x="0" y="2"/>
                    <a:pt x="1" y="5"/>
                  </a:cubicBezTo>
                  <a:cubicBezTo>
                    <a:pt x="2" y="7"/>
                    <a:pt x="3" y="8"/>
                    <a:pt x="4" y="10"/>
                  </a:cubicBezTo>
                  <a:cubicBezTo>
                    <a:pt x="6" y="15"/>
                    <a:pt x="10" y="19"/>
                    <a:pt x="1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2"/>
            <p:cNvSpPr/>
            <p:nvPr/>
          </p:nvSpPr>
          <p:spPr>
            <a:xfrm>
              <a:off x="8111160" y="3178800"/>
              <a:ext cx="19440" cy="24120"/>
            </a:xfrm>
            <a:custGeom>
              <a:rect b="b" l="l" r="r" t="t"/>
              <a:pathLst>
                <a:path extrusionOk="0" h="67" w="54">
                  <a:moveTo>
                    <a:pt x="26" y="32"/>
                  </a:moveTo>
                  <a:cubicBezTo>
                    <a:pt x="35" y="42"/>
                    <a:pt x="35" y="55"/>
                    <a:pt x="43" y="65"/>
                  </a:cubicBezTo>
                  <a:cubicBezTo>
                    <a:pt x="43" y="66"/>
                    <a:pt x="43" y="66"/>
                    <a:pt x="44" y="66"/>
                  </a:cubicBezTo>
                  <a:lnTo>
                    <a:pt x="45" y="66"/>
                  </a:lnTo>
                  <a:lnTo>
                    <a:pt x="46" y="66"/>
                  </a:lnTo>
                  <a:cubicBezTo>
                    <a:pt x="47" y="66"/>
                    <a:pt x="47" y="66"/>
                    <a:pt x="47" y="65"/>
                  </a:cubicBezTo>
                  <a:cubicBezTo>
                    <a:pt x="53" y="57"/>
                    <a:pt x="44" y="41"/>
                    <a:pt x="39" y="33"/>
                  </a:cubicBezTo>
                  <a:cubicBezTo>
                    <a:pt x="30" y="20"/>
                    <a:pt x="18" y="9"/>
                    <a:pt x="5" y="0"/>
                  </a:cubicBezTo>
                  <a:cubicBezTo>
                    <a:pt x="4" y="0"/>
                    <a:pt x="4" y="0"/>
                    <a:pt x="3" y="0"/>
                  </a:cubicBezTo>
                  <a:lnTo>
                    <a:pt x="2" y="0"/>
                  </a:lnTo>
                  <a:cubicBezTo>
                    <a:pt x="1" y="0"/>
                    <a:pt x="1" y="1"/>
                    <a:pt x="1" y="1"/>
                  </a:cubicBezTo>
                  <a:lnTo>
                    <a:pt x="0" y="2"/>
                  </a:lnTo>
                  <a:cubicBezTo>
                    <a:pt x="0" y="3"/>
                    <a:pt x="1" y="3"/>
                    <a:pt x="1" y="4"/>
                  </a:cubicBezTo>
                  <a:cubicBezTo>
                    <a:pt x="8" y="14"/>
                    <a:pt x="17" y="24"/>
                    <a:pt x="2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2"/>
            <p:cNvSpPr/>
            <p:nvPr/>
          </p:nvSpPr>
          <p:spPr>
            <a:xfrm>
              <a:off x="8128080" y="3211560"/>
              <a:ext cx="7200" cy="46440"/>
            </a:xfrm>
            <a:custGeom>
              <a:rect b="b" l="l" r="r" t="t"/>
              <a:pathLst>
                <a:path extrusionOk="0" h="129" w="20">
                  <a:moveTo>
                    <a:pt x="2" y="6"/>
                  </a:moveTo>
                  <a:cubicBezTo>
                    <a:pt x="5" y="19"/>
                    <a:pt x="7" y="33"/>
                    <a:pt x="7" y="47"/>
                  </a:cubicBezTo>
                  <a:cubicBezTo>
                    <a:pt x="7" y="49"/>
                    <a:pt x="7" y="52"/>
                    <a:pt x="7" y="54"/>
                  </a:cubicBezTo>
                  <a:cubicBezTo>
                    <a:pt x="7" y="66"/>
                    <a:pt x="7" y="78"/>
                    <a:pt x="7" y="89"/>
                  </a:cubicBezTo>
                  <a:cubicBezTo>
                    <a:pt x="8" y="95"/>
                    <a:pt x="8" y="101"/>
                    <a:pt x="8" y="107"/>
                  </a:cubicBezTo>
                  <a:cubicBezTo>
                    <a:pt x="8" y="113"/>
                    <a:pt x="8" y="119"/>
                    <a:pt x="7" y="125"/>
                  </a:cubicBezTo>
                  <a:cubicBezTo>
                    <a:pt x="7" y="127"/>
                    <a:pt x="9" y="128"/>
                    <a:pt x="11" y="127"/>
                  </a:cubicBezTo>
                  <a:cubicBezTo>
                    <a:pt x="12" y="125"/>
                    <a:pt x="12" y="124"/>
                    <a:pt x="14" y="122"/>
                  </a:cubicBezTo>
                  <a:cubicBezTo>
                    <a:pt x="15" y="119"/>
                    <a:pt x="17" y="116"/>
                    <a:pt x="17" y="113"/>
                  </a:cubicBezTo>
                  <a:lnTo>
                    <a:pt x="17" y="112"/>
                  </a:lnTo>
                  <a:cubicBezTo>
                    <a:pt x="19" y="96"/>
                    <a:pt x="16" y="78"/>
                    <a:pt x="17" y="61"/>
                  </a:cubicBezTo>
                  <a:cubicBezTo>
                    <a:pt x="17" y="49"/>
                    <a:pt x="14" y="37"/>
                    <a:pt x="15" y="25"/>
                  </a:cubicBezTo>
                  <a:cubicBezTo>
                    <a:pt x="15" y="24"/>
                    <a:pt x="15" y="23"/>
                    <a:pt x="15" y="22"/>
                  </a:cubicBezTo>
                  <a:cubicBezTo>
                    <a:pt x="15" y="17"/>
                    <a:pt x="14" y="13"/>
                    <a:pt x="11" y="8"/>
                  </a:cubicBezTo>
                  <a:cubicBezTo>
                    <a:pt x="10" y="6"/>
                    <a:pt x="8" y="4"/>
                    <a:pt x="7" y="3"/>
                  </a:cubicBezTo>
                  <a:cubicBezTo>
                    <a:pt x="3" y="0"/>
                    <a:pt x="0"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2"/>
            <p:cNvSpPr/>
            <p:nvPr/>
          </p:nvSpPr>
          <p:spPr>
            <a:xfrm>
              <a:off x="8124840" y="3280320"/>
              <a:ext cx="7920" cy="26280"/>
            </a:xfrm>
            <a:custGeom>
              <a:rect b="b" l="l" r="r" t="t"/>
              <a:pathLst>
                <a:path extrusionOk="0" h="73" w="22">
                  <a:moveTo>
                    <a:pt x="11" y="5"/>
                  </a:moveTo>
                  <a:cubicBezTo>
                    <a:pt x="11" y="8"/>
                    <a:pt x="11" y="11"/>
                    <a:pt x="11" y="14"/>
                  </a:cubicBezTo>
                  <a:cubicBezTo>
                    <a:pt x="11" y="33"/>
                    <a:pt x="8" y="51"/>
                    <a:pt x="0" y="68"/>
                  </a:cubicBezTo>
                  <a:cubicBezTo>
                    <a:pt x="0" y="69"/>
                    <a:pt x="0" y="69"/>
                    <a:pt x="0" y="69"/>
                  </a:cubicBezTo>
                  <a:cubicBezTo>
                    <a:pt x="0" y="70"/>
                    <a:pt x="0" y="70"/>
                    <a:pt x="0" y="70"/>
                  </a:cubicBezTo>
                  <a:cubicBezTo>
                    <a:pt x="0" y="71"/>
                    <a:pt x="1" y="71"/>
                    <a:pt x="1" y="71"/>
                  </a:cubicBezTo>
                  <a:lnTo>
                    <a:pt x="2" y="72"/>
                  </a:lnTo>
                  <a:cubicBezTo>
                    <a:pt x="3" y="72"/>
                    <a:pt x="3" y="71"/>
                    <a:pt x="3" y="71"/>
                  </a:cubicBezTo>
                  <a:cubicBezTo>
                    <a:pt x="4" y="71"/>
                    <a:pt x="4" y="71"/>
                    <a:pt x="4" y="71"/>
                  </a:cubicBezTo>
                  <a:cubicBezTo>
                    <a:pt x="21" y="57"/>
                    <a:pt x="18" y="25"/>
                    <a:pt x="18" y="6"/>
                  </a:cubicBezTo>
                  <a:cubicBezTo>
                    <a:pt x="17" y="1"/>
                    <a:pt x="11" y="0"/>
                    <a:pt x="1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2"/>
            <p:cNvSpPr/>
            <p:nvPr/>
          </p:nvSpPr>
          <p:spPr>
            <a:xfrm>
              <a:off x="8178480" y="3137400"/>
              <a:ext cx="12240" cy="16200"/>
            </a:xfrm>
            <a:custGeom>
              <a:rect b="b" l="l" r="r" t="t"/>
              <a:pathLst>
                <a:path extrusionOk="0" h="45" w="34">
                  <a:moveTo>
                    <a:pt x="5" y="44"/>
                  </a:moveTo>
                  <a:cubicBezTo>
                    <a:pt x="7" y="44"/>
                    <a:pt x="7" y="42"/>
                    <a:pt x="9" y="42"/>
                  </a:cubicBezTo>
                  <a:cubicBezTo>
                    <a:pt x="10" y="40"/>
                    <a:pt x="13" y="40"/>
                    <a:pt x="14" y="39"/>
                  </a:cubicBezTo>
                  <a:cubicBezTo>
                    <a:pt x="15" y="38"/>
                    <a:pt x="16" y="36"/>
                    <a:pt x="17" y="35"/>
                  </a:cubicBezTo>
                  <a:cubicBezTo>
                    <a:pt x="18" y="33"/>
                    <a:pt x="18" y="32"/>
                    <a:pt x="19" y="30"/>
                  </a:cubicBezTo>
                  <a:cubicBezTo>
                    <a:pt x="22" y="24"/>
                    <a:pt x="25" y="18"/>
                    <a:pt x="28" y="12"/>
                  </a:cubicBezTo>
                  <a:cubicBezTo>
                    <a:pt x="29" y="10"/>
                    <a:pt x="30" y="8"/>
                    <a:pt x="31" y="7"/>
                  </a:cubicBezTo>
                  <a:cubicBezTo>
                    <a:pt x="33" y="4"/>
                    <a:pt x="29" y="0"/>
                    <a:pt x="27" y="2"/>
                  </a:cubicBezTo>
                  <a:cubicBezTo>
                    <a:pt x="19" y="9"/>
                    <a:pt x="13" y="17"/>
                    <a:pt x="7" y="26"/>
                  </a:cubicBezTo>
                  <a:cubicBezTo>
                    <a:pt x="4" y="31"/>
                    <a:pt x="0" y="36"/>
                    <a:pt x="2" y="43"/>
                  </a:cubicBezTo>
                  <a:lnTo>
                    <a:pt x="3" y="44"/>
                  </a:lnTo>
                  <a:cubicBezTo>
                    <a:pt x="4" y="44"/>
                    <a:pt x="4" y="44"/>
                    <a:pt x="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2"/>
            <p:cNvSpPr/>
            <p:nvPr/>
          </p:nvSpPr>
          <p:spPr>
            <a:xfrm>
              <a:off x="8166600" y="3061080"/>
              <a:ext cx="6120" cy="12960"/>
            </a:xfrm>
            <a:custGeom>
              <a:rect b="b" l="l" r="r" t="t"/>
              <a:pathLst>
                <a:path extrusionOk="0" h="36" w="17">
                  <a:moveTo>
                    <a:pt x="3" y="34"/>
                  </a:moveTo>
                  <a:cubicBezTo>
                    <a:pt x="5" y="32"/>
                    <a:pt x="6" y="31"/>
                    <a:pt x="7" y="29"/>
                  </a:cubicBezTo>
                  <a:cubicBezTo>
                    <a:pt x="8" y="26"/>
                    <a:pt x="9" y="23"/>
                    <a:pt x="10" y="20"/>
                  </a:cubicBezTo>
                  <a:cubicBezTo>
                    <a:pt x="11" y="17"/>
                    <a:pt x="13" y="15"/>
                    <a:pt x="14" y="12"/>
                  </a:cubicBezTo>
                  <a:cubicBezTo>
                    <a:pt x="15" y="10"/>
                    <a:pt x="15" y="9"/>
                    <a:pt x="15" y="8"/>
                  </a:cubicBezTo>
                  <a:cubicBezTo>
                    <a:pt x="16" y="6"/>
                    <a:pt x="15" y="5"/>
                    <a:pt x="15" y="4"/>
                  </a:cubicBezTo>
                  <a:lnTo>
                    <a:pt x="16" y="4"/>
                  </a:lnTo>
                  <a:cubicBezTo>
                    <a:pt x="16" y="3"/>
                    <a:pt x="16" y="3"/>
                    <a:pt x="16" y="2"/>
                  </a:cubicBezTo>
                  <a:lnTo>
                    <a:pt x="16" y="1"/>
                  </a:lnTo>
                  <a:cubicBezTo>
                    <a:pt x="16" y="1"/>
                    <a:pt x="15" y="1"/>
                    <a:pt x="15" y="0"/>
                  </a:cubicBezTo>
                  <a:lnTo>
                    <a:pt x="14" y="0"/>
                  </a:lnTo>
                  <a:cubicBezTo>
                    <a:pt x="13" y="0"/>
                    <a:pt x="13" y="0"/>
                    <a:pt x="12" y="0"/>
                  </a:cubicBezTo>
                  <a:cubicBezTo>
                    <a:pt x="12" y="0"/>
                    <a:pt x="11" y="0"/>
                    <a:pt x="10" y="1"/>
                  </a:cubicBezTo>
                  <a:cubicBezTo>
                    <a:pt x="10" y="1"/>
                    <a:pt x="9" y="1"/>
                    <a:pt x="9" y="2"/>
                  </a:cubicBezTo>
                  <a:cubicBezTo>
                    <a:pt x="8" y="3"/>
                    <a:pt x="7" y="4"/>
                    <a:pt x="7" y="6"/>
                  </a:cubicBezTo>
                  <a:cubicBezTo>
                    <a:pt x="5" y="9"/>
                    <a:pt x="3" y="12"/>
                    <a:pt x="2" y="15"/>
                  </a:cubicBezTo>
                  <a:cubicBezTo>
                    <a:pt x="1" y="21"/>
                    <a:pt x="3" y="26"/>
                    <a:pt x="0" y="31"/>
                  </a:cubicBezTo>
                  <a:cubicBezTo>
                    <a:pt x="0" y="32"/>
                    <a:pt x="0" y="32"/>
                    <a:pt x="0" y="33"/>
                  </a:cubicBezTo>
                  <a:lnTo>
                    <a:pt x="1" y="34"/>
                  </a:lnTo>
                  <a:cubicBezTo>
                    <a:pt x="2" y="35"/>
                    <a:pt x="2" y="34"/>
                    <a:pt x="2" y="34"/>
                  </a:cubicBezTo>
                  <a:cubicBezTo>
                    <a:pt x="3" y="34"/>
                    <a:pt x="3" y="34"/>
                    <a:pt x="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2"/>
            <p:cNvSpPr/>
            <p:nvPr/>
          </p:nvSpPr>
          <p:spPr>
            <a:xfrm>
              <a:off x="8114040" y="3038400"/>
              <a:ext cx="23040" cy="23400"/>
            </a:xfrm>
            <a:custGeom>
              <a:rect b="b" l="l" r="r" t="t"/>
              <a:pathLst>
                <a:path extrusionOk="0" h="65" w="64">
                  <a:moveTo>
                    <a:pt x="19" y="33"/>
                  </a:moveTo>
                  <a:cubicBezTo>
                    <a:pt x="18" y="32"/>
                    <a:pt x="18" y="30"/>
                    <a:pt x="17" y="30"/>
                  </a:cubicBezTo>
                  <a:cubicBezTo>
                    <a:pt x="15" y="29"/>
                    <a:pt x="14" y="29"/>
                    <a:pt x="13" y="29"/>
                  </a:cubicBezTo>
                  <a:cubicBezTo>
                    <a:pt x="12" y="29"/>
                    <a:pt x="10" y="29"/>
                    <a:pt x="9" y="30"/>
                  </a:cubicBezTo>
                  <a:cubicBezTo>
                    <a:pt x="8" y="31"/>
                    <a:pt x="6" y="32"/>
                    <a:pt x="6" y="33"/>
                  </a:cubicBezTo>
                  <a:cubicBezTo>
                    <a:pt x="5" y="34"/>
                    <a:pt x="6" y="34"/>
                    <a:pt x="6" y="35"/>
                  </a:cubicBezTo>
                  <a:cubicBezTo>
                    <a:pt x="4" y="43"/>
                    <a:pt x="0" y="53"/>
                    <a:pt x="8" y="59"/>
                  </a:cubicBezTo>
                  <a:cubicBezTo>
                    <a:pt x="8" y="60"/>
                    <a:pt x="9" y="60"/>
                    <a:pt x="10" y="61"/>
                  </a:cubicBezTo>
                  <a:cubicBezTo>
                    <a:pt x="14" y="63"/>
                    <a:pt x="19" y="64"/>
                    <a:pt x="23" y="64"/>
                  </a:cubicBezTo>
                  <a:cubicBezTo>
                    <a:pt x="27" y="64"/>
                    <a:pt x="30" y="64"/>
                    <a:pt x="33" y="62"/>
                  </a:cubicBezTo>
                  <a:cubicBezTo>
                    <a:pt x="35" y="62"/>
                    <a:pt x="38" y="61"/>
                    <a:pt x="40" y="59"/>
                  </a:cubicBezTo>
                  <a:cubicBezTo>
                    <a:pt x="41" y="58"/>
                    <a:pt x="43" y="57"/>
                    <a:pt x="44" y="56"/>
                  </a:cubicBezTo>
                  <a:cubicBezTo>
                    <a:pt x="45" y="56"/>
                    <a:pt x="47" y="55"/>
                    <a:pt x="48" y="55"/>
                  </a:cubicBezTo>
                  <a:cubicBezTo>
                    <a:pt x="51" y="53"/>
                    <a:pt x="54" y="50"/>
                    <a:pt x="56" y="47"/>
                  </a:cubicBezTo>
                  <a:cubicBezTo>
                    <a:pt x="58" y="45"/>
                    <a:pt x="59" y="44"/>
                    <a:pt x="60" y="42"/>
                  </a:cubicBezTo>
                  <a:cubicBezTo>
                    <a:pt x="62" y="38"/>
                    <a:pt x="63" y="33"/>
                    <a:pt x="63" y="28"/>
                  </a:cubicBezTo>
                  <a:cubicBezTo>
                    <a:pt x="63" y="23"/>
                    <a:pt x="62" y="18"/>
                    <a:pt x="60" y="14"/>
                  </a:cubicBezTo>
                  <a:cubicBezTo>
                    <a:pt x="57" y="10"/>
                    <a:pt x="53" y="7"/>
                    <a:pt x="49" y="4"/>
                  </a:cubicBezTo>
                  <a:cubicBezTo>
                    <a:pt x="44" y="1"/>
                    <a:pt x="40" y="0"/>
                    <a:pt x="35" y="0"/>
                  </a:cubicBezTo>
                  <a:cubicBezTo>
                    <a:pt x="32" y="0"/>
                    <a:pt x="30" y="0"/>
                    <a:pt x="27" y="1"/>
                  </a:cubicBezTo>
                  <a:cubicBezTo>
                    <a:pt x="26" y="2"/>
                    <a:pt x="25" y="2"/>
                    <a:pt x="25" y="2"/>
                  </a:cubicBezTo>
                  <a:cubicBezTo>
                    <a:pt x="23" y="3"/>
                    <a:pt x="22" y="4"/>
                    <a:pt x="22" y="5"/>
                  </a:cubicBezTo>
                  <a:cubicBezTo>
                    <a:pt x="21" y="6"/>
                    <a:pt x="20" y="8"/>
                    <a:pt x="20" y="9"/>
                  </a:cubicBezTo>
                  <a:cubicBezTo>
                    <a:pt x="20" y="11"/>
                    <a:pt x="21" y="12"/>
                    <a:pt x="21" y="13"/>
                  </a:cubicBezTo>
                  <a:cubicBezTo>
                    <a:pt x="24" y="16"/>
                    <a:pt x="27" y="20"/>
                    <a:pt x="29" y="23"/>
                  </a:cubicBezTo>
                  <a:lnTo>
                    <a:pt x="29" y="24"/>
                  </a:lnTo>
                  <a:cubicBezTo>
                    <a:pt x="31" y="28"/>
                    <a:pt x="28" y="32"/>
                    <a:pt x="26" y="35"/>
                  </a:cubicBezTo>
                  <a:cubicBezTo>
                    <a:pt x="24" y="38"/>
                    <a:pt x="25" y="37"/>
                    <a:pt x="26" y="38"/>
                  </a:cubicBezTo>
                  <a:cubicBezTo>
                    <a:pt x="25" y="38"/>
                    <a:pt x="24" y="38"/>
                    <a:pt x="23" y="38"/>
                  </a:cubicBezTo>
                  <a:cubicBezTo>
                    <a:pt x="22" y="38"/>
                    <a:pt x="22" y="38"/>
                    <a:pt x="21" y="38"/>
                  </a:cubicBezTo>
                  <a:cubicBezTo>
                    <a:pt x="20" y="36"/>
                    <a:pt x="20" y="34"/>
                    <a:pt x="1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2"/>
            <p:cNvSpPr/>
            <p:nvPr/>
          </p:nvSpPr>
          <p:spPr>
            <a:xfrm>
              <a:off x="8103960" y="3064320"/>
              <a:ext cx="10440" cy="11160"/>
            </a:xfrm>
            <a:custGeom>
              <a:rect b="b" l="l" r="r" t="t"/>
              <a:pathLst>
                <a:path extrusionOk="0" h="31" w="29">
                  <a:moveTo>
                    <a:pt x="12" y="12"/>
                  </a:moveTo>
                  <a:cubicBezTo>
                    <a:pt x="11" y="10"/>
                    <a:pt x="10" y="6"/>
                    <a:pt x="9" y="4"/>
                  </a:cubicBezTo>
                  <a:cubicBezTo>
                    <a:pt x="8" y="3"/>
                    <a:pt x="7" y="2"/>
                    <a:pt x="5" y="1"/>
                  </a:cubicBezTo>
                  <a:cubicBezTo>
                    <a:pt x="3" y="0"/>
                    <a:pt x="0" y="1"/>
                    <a:pt x="1" y="5"/>
                  </a:cubicBezTo>
                  <a:cubicBezTo>
                    <a:pt x="2" y="7"/>
                    <a:pt x="3" y="10"/>
                    <a:pt x="3" y="13"/>
                  </a:cubicBezTo>
                  <a:cubicBezTo>
                    <a:pt x="3" y="15"/>
                    <a:pt x="4" y="17"/>
                    <a:pt x="5" y="19"/>
                  </a:cubicBezTo>
                  <a:cubicBezTo>
                    <a:pt x="5" y="19"/>
                    <a:pt x="6" y="19"/>
                    <a:pt x="6" y="20"/>
                  </a:cubicBezTo>
                  <a:cubicBezTo>
                    <a:pt x="7" y="22"/>
                    <a:pt x="10" y="25"/>
                    <a:pt x="12" y="26"/>
                  </a:cubicBezTo>
                  <a:cubicBezTo>
                    <a:pt x="14" y="28"/>
                    <a:pt x="16" y="27"/>
                    <a:pt x="18" y="28"/>
                  </a:cubicBezTo>
                  <a:cubicBezTo>
                    <a:pt x="24" y="30"/>
                    <a:pt x="28" y="19"/>
                    <a:pt x="21" y="17"/>
                  </a:cubicBezTo>
                  <a:cubicBezTo>
                    <a:pt x="20" y="17"/>
                    <a:pt x="18" y="17"/>
                    <a:pt x="17" y="16"/>
                  </a:cubicBezTo>
                  <a:cubicBezTo>
                    <a:pt x="15" y="16"/>
                    <a:pt x="14" y="13"/>
                    <a:pt x="1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2"/>
            <p:cNvSpPr/>
            <p:nvPr/>
          </p:nvSpPr>
          <p:spPr>
            <a:xfrm>
              <a:off x="8098200" y="3021120"/>
              <a:ext cx="51840" cy="54000"/>
            </a:xfrm>
            <a:custGeom>
              <a:rect b="b" l="l" r="r" t="t"/>
              <a:pathLst>
                <a:path extrusionOk="0" h="150" w="144">
                  <a:moveTo>
                    <a:pt x="57" y="148"/>
                  </a:moveTo>
                  <a:cubicBezTo>
                    <a:pt x="61" y="148"/>
                    <a:pt x="64" y="149"/>
                    <a:pt x="67" y="149"/>
                  </a:cubicBezTo>
                  <a:cubicBezTo>
                    <a:pt x="79" y="149"/>
                    <a:pt x="91" y="146"/>
                    <a:pt x="101" y="140"/>
                  </a:cubicBezTo>
                  <a:cubicBezTo>
                    <a:pt x="110" y="135"/>
                    <a:pt x="117" y="128"/>
                    <a:pt x="123" y="119"/>
                  </a:cubicBezTo>
                  <a:cubicBezTo>
                    <a:pt x="128" y="108"/>
                    <a:pt x="132" y="97"/>
                    <a:pt x="135" y="86"/>
                  </a:cubicBezTo>
                  <a:cubicBezTo>
                    <a:pt x="141" y="75"/>
                    <a:pt x="143" y="64"/>
                    <a:pt x="143" y="52"/>
                  </a:cubicBezTo>
                  <a:cubicBezTo>
                    <a:pt x="143" y="51"/>
                    <a:pt x="143" y="49"/>
                    <a:pt x="143" y="48"/>
                  </a:cubicBezTo>
                  <a:cubicBezTo>
                    <a:pt x="143" y="47"/>
                    <a:pt x="143" y="45"/>
                    <a:pt x="142" y="44"/>
                  </a:cubicBezTo>
                  <a:lnTo>
                    <a:pt x="141" y="43"/>
                  </a:lnTo>
                  <a:cubicBezTo>
                    <a:pt x="141" y="42"/>
                    <a:pt x="142" y="41"/>
                    <a:pt x="142" y="41"/>
                  </a:cubicBezTo>
                  <a:cubicBezTo>
                    <a:pt x="142" y="40"/>
                    <a:pt x="141" y="39"/>
                    <a:pt x="141" y="39"/>
                  </a:cubicBezTo>
                  <a:cubicBezTo>
                    <a:pt x="140" y="37"/>
                    <a:pt x="139" y="35"/>
                    <a:pt x="138" y="33"/>
                  </a:cubicBezTo>
                  <a:cubicBezTo>
                    <a:pt x="133" y="24"/>
                    <a:pt x="125" y="17"/>
                    <a:pt x="116" y="11"/>
                  </a:cubicBezTo>
                  <a:cubicBezTo>
                    <a:pt x="116" y="11"/>
                    <a:pt x="115" y="10"/>
                    <a:pt x="114" y="10"/>
                  </a:cubicBezTo>
                  <a:cubicBezTo>
                    <a:pt x="99" y="0"/>
                    <a:pt x="72" y="10"/>
                    <a:pt x="57" y="14"/>
                  </a:cubicBezTo>
                  <a:cubicBezTo>
                    <a:pt x="52" y="16"/>
                    <a:pt x="47" y="18"/>
                    <a:pt x="43" y="20"/>
                  </a:cubicBezTo>
                  <a:cubicBezTo>
                    <a:pt x="33" y="26"/>
                    <a:pt x="24" y="34"/>
                    <a:pt x="17" y="44"/>
                  </a:cubicBezTo>
                  <a:cubicBezTo>
                    <a:pt x="13" y="53"/>
                    <a:pt x="10" y="62"/>
                    <a:pt x="10" y="72"/>
                  </a:cubicBezTo>
                  <a:lnTo>
                    <a:pt x="10" y="73"/>
                  </a:lnTo>
                  <a:cubicBezTo>
                    <a:pt x="4" y="89"/>
                    <a:pt x="0" y="111"/>
                    <a:pt x="12" y="119"/>
                  </a:cubicBezTo>
                  <a:cubicBezTo>
                    <a:pt x="12" y="120"/>
                    <a:pt x="12" y="120"/>
                    <a:pt x="12" y="120"/>
                  </a:cubicBezTo>
                  <a:cubicBezTo>
                    <a:pt x="13" y="120"/>
                    <a:pt x="14" y="121"/>
                    <a:pt x="15" y="121"/>
                  </a:cubicBezTo>
                  <a:cubicBezTo>
                    <a:pt x="16" y="121"/>
                    <a:pt x="17" y="120"/>
                    <a:pt x="17" y="120"/>
                  </a:cubicBezTo>
                  <a:cubicBezTo>
                    <a:pt x="18" y="120"/>
                    <a:pt x="19" y="119"/>
                    <a:pt x="19" y="118"/>
                  </a:cubicBezTo>
                  <a:lnTo>
                    <a:pt x="20" y="117"/>
                  </a:lnTo>
                  <a:cubicBezTo>
                    <a:pt x="21" y="107"/>
                    <a:pt x="21" y="98"/>
                    <a:pt x="21" y="88"/>
                  </a:cubicBezTo>
                  <a:cubicBezTo>
                    <a:pt x="21" y="85"/>
                    <a:pt x="21" y="81"/>
                    <a:pt x="21" y="78"/>
                  </a:cubicBezTo>
                  <a:cubicBezTo>
                    <a:pt x="22" y="68"/>
                    <a:pt x="24" y="59"/>
                    <a:pt x="29" y="51"/>
                  </a:cubicBezTo>
                  <a:cubicBezTo>
                    <a:pt x="34" y="42"/>
                    <a:pt x="42" y="35"/>
                    <a:pt x="50" y="29"/>
                  </a:cubicBezTo>
                  <a:cubicBezTo>
                    <a:pt x="51" y="29"/>
                    <a:pt x="51" y="29"/>
                    <a:pt x="51" y="29"/>
                  </a:cubicBezTo>
                  <a:cubicBezTo>
                    <a:pt x="70" y="15"/>
                    <a:pt x="117" y="16"/>
                    <a:pt x="129" y="39"/>
                  </a:cubicBezTo>
                  <a:cubicBezTo>
                    <a:pt x="129" y="40"/>
                    <a:pt x="128" y="40"/>
                    <a:pt x="128" y="40"/>
                  </a:cubicBezTo>
                  <a:cubicBezTo>
                    <a:pt x="126" y="41"/>
                    <a:pt x="125" y="43"/>
                    <a:pt x="124" y="44"/>
                  </a:cubicBezTo>
                  <a:cubicBezTo>
                    <a:pt x="123" y="46"/>
                    <a:pt x="123" y="47"/>
                    <a:pt x="123" y="49"/>
                  </a:cubicBezTo>
                  <a:cubicBezTo>
                    <a:pt x="123" y="50"/>
                    <a:pt x="123" y="51"/>
                    <a:pt x="123" y="52"/>
                  </a:cubicBezTo>
                  <a:cubicBezTo>
                    <a:pt x="127" y="64"/>
                    <a:pt x="120" y="79"/>
                    <a:pt x="120" y="92"/>
                  </a:cubicBezTo>
                  <a:cubicBezTo>
                    <a:pt x="120" y="128"/>
                    <a:pt x="89" y="141"/>
                    <a:pt x="57" y="143"/>
                  </a:cubicBezTo>
                  <a:lnTo>
                    <a:pt x="56" y="143"/>
                  </a:lnTo>
                  <a:lnTo>
                    <a:pt x="55" y="144"/>
                  </a:lnTo>
                  <a:lnTo>
                    <a:pt x="55" y="145"/>
                  </a:lnTo>
                  <a:cubicBezTo>
                    <a:pt x="55" y="146"/>
                    <a:pt x="55" y="146"/>
                    <a:pt x="55" y="147"/>
                  </a:cubicBezTo>
                  <a:lnTo>
                    <a:pt x="56" y="147"/>
                  </a:lnTo>
                  <a:cubicBezTo>
                    <a:pt x="56" y="148"/>
                    <a:pt x="57" y="148"/>
                    <a:pt x="57"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2"/>
            <p:cNvSpPr/>
            <p:nvPr/>
          </p:nvSpPr>
          <p:spPr>
            <a:xfrm>
              <a:off x="8263440" y="3555360"/>
              <a:ext cx="25560" cy="106200"/>
            </a:xfrm>
            <a:custGeom>
              <a:rect b="b" l="l" r="r" t="t"/>
              <a:pathLst>
                <a:path extrusionOk="0" h="295" w="71">
                  <a:moveTo>
                    <a:pt x="42" y="178"/>
                  </a:moveTo>
                  <a:cubicBezTo>
                    <a:pt x="37" y="195"/>
                    <a:pt x="34" y="212"/>
                    <a:pt x="29" y="229"/>
                  </a:cubicBezTo>
                  <a:cubicBezTo>
                    <a:pt x="22" y="252"/>
                    <a:pt x="6" y="268"/>
                    <a:pt x="0" y="291"/>
                  </a:cubicBezTo>
                  <a:cubicBezTo>
                    <a:pt x="0" y="292"/>
                    <a:pt x="1" y="292"/>
                    <a:pt x="1" y="293"/>
                  </a:cubicBezTo>
                  <a:cubicBezTo>
                    <a:pt x="1" y="293"/>
                    <a:pt x="1" y="292"/>
                    <a:pt x="2" y="293"/>
                  </a:cubicBezTo>
                  <a:cubicBezTo>
                    <a:pt x="3" y="293"/>
                    <a:pt x="2" y="294"/>
                    <a:pt x="3" y="294"/>
                  </a:cubicBezTo>
                  <a:cubicBezTo>
                    <a:pt x="3" y="294"/>
                    <a:pt x="4" y="294"/>
                    <a:pt x="4" y="293"/>
                  </a:cubicBezTo>
                  <a:lnTo>
                    <a:pt x="5" y="293"/>
                  </a:lnTo>
                  <a:cubicBezTo>
                    <a:pt x="5" y="292"/>
                    <a:pt x="6" y="291"/>
                    <a:pt x="6" y="290"/>
                  </a:cubicBezTo>
                  <a:cubicBezTo>
                    <a:pt x="44" y="225"/>
                    <a:pt x="65" y="151"/>
                    <a:pt x="68" y="75"/>
                  </a:cubicBezTo>
                  <a:cubicBezTo>
                    <a:pt x="70" y="0"/>
                    <a:pt x="66" y="74"/>
                    <a:pt x="66" y="75"/>
                  </a:cubicBezTo>
                  <a:cubicBezTo>
                    <a:pt x="58" y="109"/>
                    <a:pt x="50" y="144"/>
                    <a:pt x="42"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2"/>
            <p:cNvSpPr/>
            <p:nvPr/>
          </p:nvSpPr>
          <p:spPr>
            <a:xfrm>
              <a:off x="8235720" y="3680640"/>
              <a:ext cx="17280" cy="28440"/>
            </a:xfrm>
            <a:custGeom>
              <a:rect b="b" l="l" r="r" t="t"/>
              <a:pathLst>
                <a:path extrusionOk="0" h="79" w="48">
                  <a:moveTo>
                    <a:pt x="18" y="57"/>
                  </a:moveTo>
                  <a:cubicBezTo>
                    <a:pt x="23" y="47"/>
                    <a:pt x="30" y="38"/>
                    <a:pt x="34" y="28"/>
                  </a:cubicBezTo>
                  <a:cubicBezTo>
                    <a:pt x="37" y="20"/>
                    <a:pt x="40" y="13"/>
                    <a:pt x="44" y="6"/>
                  </a:cubicBezTo>
                  <a:cubicBezTo>
                    <a:pt x="45" y="5"/>
                    <a:pt x="46" y="4"/>
                    <a:pt x="46" y="2"/>
                  </a:cubicBezTo>
                  <a:lnTo>
                    <a:pt x="47" y="2"/>
                  </a:lnTo>
                  <a:cubicBezTo>
                    <a:pt x="47" y="1"/>
                    <a:pt x="47" y="1"/>
                    <a:pt x="47" y="1"/>
                  </a:cubicBezTo>
                  <a:cubicBezTo>
                    <a:pt x="46" y="1"/>
                    <a:pt x="46" y="0"/>
                    <a:pt x="46" y="0"/>
                  </a:cubicBezTo>
                  <a:lnTo>
                    <a:pt x="45" y="0"/>
                  </a:lnTo>
                  <a:cubicBezTo>
                    <a:pt x="44" y="0"/>
                    <a:pt x="44" y="1"/>
                    <a:pt x="44" y="1"/>
                  </a:cubicBezTo>
                  <a:cubicBezTo>
                    <a:pt x="40" y="6"/>
                    <a:pt x="35" y="12"/>
                    <a:pt x="32" y="17"/>
                  </a:cubicBezTo>
                  <a:cubicBezTo>
                    <a:pt x="28" y="23"/>
                    <a:pt x="27" y="28"/>
                    <a:pt x="25" y="34"/>
                  </a:cubicBezTo>
                  <a:cubicBezTo>
                    <a:pt x="24" y="35"/>
                    <a:pt x="24" y="35"/>
                    <a:pt x="23" y="36"/>
                  </a:cubicBezTo>
                  <a:cubicBezTo>
                    <a:pt x="21" y="41"/>
                    <a:pt x="18" y="45"/>
                    <a:pt x="14" y="50"/>
                  </a:cubicBezTo>
                  <a:cubicBezTo>
                    <a:pt x="9" y="57"/>
                    <a:pt x="7" y="68"/>
                    <a:pt x="1" y="74"/>
                  </a:cubicBezTo>
                  <a:cubicBezTo>
                    <a:pt x="0" y="74"/>
                    <a:pt x="0" y="74"/>
                    <a:pt x="0" y="74"/>
                  </a:cubicBezTo>
                  <a:lnTo>
                    <a:pt x="0" y="75"/>
                  </a:lnTo>
                  <a:cubicBezTo>
                    <a:pt x="0" y="76"/>
                    <a:pt x="0" y="76"/>
                    <a:pt x="0" y="76"/>
                  </a:cubicBezTo>
                  <a:lnTo>
                    <a:pt x="1" y="77"/>
                  </a:lnTo>
                  <a:lnTo>
                    <a:pt x="2" y="77"/>
                  </a:lnTo>
                  <a:cubicBezTo>
                    <a:pt x="12" y="78"/>
                    <a:pt x="13" y="65"/>
                    <a:pt x="18"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2"/>
            <p:cNvSpPr/>
            <p:nvPr/>
          </p:nvSpPr>
          <p:spPr>
            <a:xfrm>
              <a:off x="8182440" y="3783960"/>
              <a:ext cx="25200" cy="28080"/>
            </a:xfrm>
            <a:custGeom>
              <a:rect b="b" l="l" r="r" t="t"/>
              <a:pathLst>
                <a:path extrusionOk="0" h="78" w="70">
                  <a:moveTo>
                    <a:pt x="64" y="0"/>
                  </a:moveTo>
                  <a:cubicBezTo>
                    <a:pt x="64" y="13"/>
                    <a:pt x="42" y="23"/>
                    <a:pt x="33" y="32"/>
                  </a:cubicBezTo>
                  <a:cubicBezTo>
                    <a:pt x="27" y="38"/>
                    <a:pt x="21" y="46"/>
                    <a:pt x="15" y="53"/>
                  </a:cubicBezTo>
                  <a:cubicBezTo>
                    <a:pt x="10" y="60"/>
                    <a:pt x="3" y="64"/>
                    <a:pt x="0" y="73"/>
                  </a:cubicBezTo>
                  <a:cubicBezTo>
                    <a:pt x="0" y="75"/>
                    <a:pt x="2" y="77"/>
                    <a:pt x="4" y="75"/>
                  </a:cubicBezTo>
                  <a:cubicBezTo>
                    <a:pt x="9" y="67"/>
                    <a:pt x="18" y="62"/>
                    <a:pt x="23" y="55"/>
                  </a:cubicBezTo>
                  <a:cubicBezTo>
                    <a:pt x="29" y="47"/>
                    <a:pt x="35" y="40"/>
                    <a:pt x="43" y="34"/>
                  </a:cubicBezTo>
                  <a:cubicBezTo>
                    <a:pt x="52" y="26"/>
                    <a:pt x="69" y="14"/>
                    <a:pt x="65" y="1"/>
                  </a:cubicBezTo>
                  <a:cubicBezTo>
                    <a:pt x="65" y="0"/>
                    <a:pt x="65" y="0"/>
                    <a:pt x="65" y="0"/>
                  </a:cubicBezTo>
                  <a:lnTo>
                    <a:pt x="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2"/>
            <p:cNvSpPr/>
            <p:nvPr/>
          </p:nvSpPr>
          <p:spPr>
            <a:xfrm>
              <a:off x="8217360" y="3754800"/>
              <a:ext cx="21960" cy="18000"/>
            </a:xfrm>
            <a:custGeom>
              <a:rect b="b" l="l" r="r" t="t"/>
              <a:pathLst>
                <a:path extrusionOk="0" h="50" w="61">
                  <a:moveTo>
                    <a:pt x="56" y="0"/>
                  </a:moveTo>
                  <a:cubicBezTo>
                    <a:pt x="47" y="7"/>
                    <a:pt x="38" y="16"/>
                    <a:pt x="30" y="24"/>
                  </a:cubicBezTo>
                  <a:cubicBezTo>
                    <a:pt x="27" y="27"/>
                    <a:pt x="23" y="29"/>
                    <a:pt x="20" y="32"/>
                  </a:cubicBezTo>
                  <a:cubicBezTo>
                    <a:pt x="17" y="35"/>
                    <a:pt x="11" y="42"/>
                    <a:pt x="3" y="43"/>
                  </a:cubicBezTo>
                  <a:lnTo>
                    <a:pt x="2" y="43"/>
                  </a:lnTo>
                  <a:cubicBezTo>
                    <a:pt x="1" y="43"/>
                    <a:pt x="1" y="43"/>
                    <a:pt x="0" y="44"/>
                  </a:cubicBezTo>
                  <a:cubicBezTo>
                    <a:pt x="0" y="45"/>
                    <a:pt x="0" y="45"/>
                    <a:pt x="0" y="46"/>
                  </a:cubicBezTo>
                  <a:lnTo>
                    <a:pt x="0" y="47"/>
                  </a:lnTo>
                  <a:cubicBezTo>
                    <a:pt x="1" y="48"/>
                    <a:pt x="1" y="48"/>
                    <a:pt x="2" y="49"/>
                  </a:cubicBezTo>
                  <a:lnTo>
                    <a:pt x="3" y="49"/>
                  </a:lnTo>
                  <a:cubicBezTo>
                    <a:pt x="15" y="49"/>
                    <a:pt x="24" y="40"/>
                    <a:pt x="34" y="35"/>
                  </a:cubicBezTo>
                  <a:cubicBezTo>
                    <a:pt x="43" y="28"/>
                    <a:pt x="51" y="19"/>
                    <a:pt x="57" y="8"/>
                  </a:cubicBezTo>
                  <a:cubicBezTo>
                    <a:pt x="58" y="7"/>
                    <a:pt x="59" y="5"/>
                    <a:pt x="60" y="3"/>
                  </a:cubicBezTo>
                  <a:cubicBezTo>
                    <a:pt x="60" y="1"/>
                    <a:pt x="58" y="0"/>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2"/>
            <p:cNvSpPr/>
            <p:nvPr/>
          </p:nvSpPr>
          <p:spPr>
            <a:xfrm>
              <a:off x="8221680" y="3624120"/>
              <a:ext cx="22320" cy="48960"/>
            </a:xfrm>
            <a:custGeom>
              <a:rect b="b" l="l" r="r" t="t"/>
              <a:pathLst>
                <a:path extrusionOk="0" h="136" w="62">
                  <a:moveTo>
                    <a:pt x="2" y="135"/>
                  </a:moveTo>
                  <a:cubicBezTo>
                    <a:pt x="38" y="97"/>
                    <a:pt x="33" y="43"/>
                    <a:pt x="61" y="2"/>
                  </a:cubicBezTo>
                  <a:cubicBezTo>
                    <a:pt x="61" y="1"/>
                    <a:pt x="61" y="0"/>
                    <a:pt x="59" y="1"/>
                  </a:cubicBezTo>
                  <a:cubicBezTo>
                    <a:pt x="55" y="5"/>
                    <a:pt x="51" y="11"/>
                    <a:pt x="48" y="16"/>
                  </a:cubicBezTo>
                  <a:cubicBezTo>
                    <a:pt x="42" y="27"/>
                    <a:pt x="38" y="38"/>
                    <a:pt x="36" y="50"/>
                  </a:cubicBezTo>
                  <a:cubicBezTo>
                    <a:pt x="26" y="79"/>
                    <a:pt x="14" y="107"/>
                    <a:pt x="0" y="133"/>
                  </a:cubicBezTo>
                  <a:lnTo>
                    <a:pt x="0" y="134"/>
                  </a:lnTo>
                  <a:lnTo>
                    <a:pt x="0" y="135"/>
                  </a:lnTo>
                  <a:lnTo>
                    <a:pt x="1" y="135"/>
                  </a:lnTo>
                  <a:cubicBezTo>
                    <a:pt x="2" y="135"/>
                    <a:pt x="2" y="135"/>
                    <a:pt x="2"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2"/>
            <p:cNvSpPr/>
            <p:nvPr/>
          </p:nvSpPr>
          <p:spPr>
            <a:xfrm>
              <a:off x="8184960" y="3680640"/>
              <a:ext cx="33840" cy="45000"/>
            </a:xfrm>
            <a:custGeom>
              <a:rect b="b" l="l" r="r" t="t"/>
              <a:pathLst>
                <a:path extrusionOk="0" h="125" w="94">
                  <a:moveTo>
                    <a:pt x="56" y="51"/>
                  </a:moveTo>
                  <a:cubicBezTo>
                    <a:pt x="36" y="72"/>
                    <a:pt x="18" y="94"/>
                    <a:pt x="1" y="118"/>
                  </a:cubicBezTo>
                  <a:cubicBezTo>
                    <a:pt x="0" y="120"/>
                    <a:pt x="2" y="124"/>
                    <a:pt x="5" y="122"/>
                  </a:cubicBezTo>
                  <a:cubicBezTo>
                    <a:pt x="27" y="108"/>
                    <a:pt x="40" y="83"/>
                    <a:pt x="56" y="63"/>
                  </a:cubicBezTo>
                  <a:cubicBezTo>
                    <a:pt x="65" y="52"/>
                    <a:pt x="72" y="40"/>
                    <a:pt x="80" y="28"/>
                  </a:cubicBezTo>
                  <a:cubicBezTo>
                    <a:pt x="82" y="25"/>
                    <a:pt x="88" y="21"/>
                    <a:pt x="89" y="17"/>
                  </a:cubicBezTo>
                  <a:cubicBezTo>
                    <a:pt x="90" y="13"/>
                    <a:pt x="89" y="9"/>
                    <a:pt x="93" y="3"/>
                  </a:cubicBezTo>
                  <a:cubicBezTo>
                    <a:pt x="93" y="1"/>
                    <a:pt x="93" y="0"/>
                    <a:pt x="91" y="1"/>
                  </a:cubicBezTo>
                  <a:cubicBezTo>
                    <a:pt x="79" y="17"/>
                    <a:pt x="67" y="34"/>
                    <a:pt x="5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2"/>
            <p:cNvSpPr/>
            <p:nvPr/>
          </p:nvSpPr>
          <p:spPr>
            <a:xfrm>
              <a:off x="7948440" y="3720960"/>
              <a:ext cx="369720" cy="333000"/>
            </a:xfrm>
            <a:custGeom>
              <a:rect b="b" l="l" r="r" t="t"/>
              <a:pathLst>
                <a:path extrusionOk="0" h="925" w="1027">
                  <a:moveTo>
                    <a:pt x="13" y="552"/>
                  </a:moveTo>
                  <a:cubicBezTo>
                    <a:pt x="23" y="542"/>
                    <a:pt x="32" y="532"/>
                    <a:pt x="41" y="521"/>
                  </a:cubicBezTo>
                  <a:cubicBezTo>
                    <a:pt x="47" y="517"/>
                    <a:pt x="52" y="514"/>
                    <a:pt x="58" y="510"/>
                  </a:cubicBezTo>
                  <a:cubicBezTo>
                    <a:pt x="90" y="492"/>
                    <a:pt x="124" y="478"/>
                    <a:pt x="159" y="467"/>
                  </a:cubicBezTo>
                  <a:cubicBezTo>
                    <a:pt x="152" y="473"/>
                    <a:pt x="146" y="479"/>
                    <a:pt x="139" y="487"/>
                  </a:cubicBezTo>
                  <a:cubicBezTo>
                    <a:pt x="106" y="522"/>
                    <a:pt x="48" y="578"/>
                    <a:pt x="66" y="633"/>
                  </a:cubicBezTo>
                  <a:cubicBezTo>
                    <a:pt x="66" y="633"/>
                    <a:pt x="67" y="634"/>
                    <a:pt x="67" y="635"/>
                  </a:cubicBezTo>
                  <a:cubicBezTo>
                    <a:pt x="68" y="636"/>
                    <a:pt x="69" y="636"/>
                    <a:pt x="70" y="637"/>
                  </a:cubicBezTo>
                  <a:cubicBezTo>
                    <a:pt x="72" y="638"/>
                    <a:pt x="72" y="638"/>
                    <a:pt x="73" y="638"/>
                  </a:cubicBezTo>
                  <a:cubicBezTo>
                    <a:pt x="74" y="638"/>
                    <a:pt x="76" y="638"/>
                    <a:pt x="77" y="637"/>
                  </a:cubicBezTo>
                  <a:cubicBezTo>
                    <a:pt x="78" y="637"/>
                    <a:pt x="78" y="636"/>
                    <a:pt x="79" y="635"/>
                  </a:cubicBezTo>
                  <a:cubicBezTo>
                    <a:pt x="89" y="620"/>
                    <a:pt x="100" y="606"/>
                    <a:pt x="113" y="594"/>
                  </a:cubicBezTo>
                  <a:cubicBezTo>
                    <a:pt x="118" y="591"/>
                    <a:pt x="123" y="587"/>
                    <a:pt x="128" y="584"/>
                  </a:cubicBezTo>
                  <a:cubicBezTo>
                    <a:pt x="139" y="578"/>
                    <a:pt x="151" y="573"/>
                    <a:pt x="163" y="568"/>
                  </a:cubicBezTo>
                  <a:cubicBezTo>
                    <a:pt x="189" y="560"/>
                    <a:pt x="214" y="549"/>
                    <a:pt x="238" y="536"/>
                  </a:cubicBezTo>
                  <a:cubicBezTo>
                    <a:pt x="242" y="534"/>
                    <a:pt x="246" y="531"/>
                    <a:pt x="250" y="529"/>
                  </a:cubicBezTo>
                  <a:cubicBezTo>
                    <a:pt x="255" y="526"/>
                    <a:pt x="260" y="523"/>
                    <a:pt x="265" y="520"/>
                  </a:cubicBezTo>
                  <a:lnTo>
                    <a:pt x="246" y="536"/>
                  </a:lnTo>
                  <a:cubicBezTo>
                    <a:pt x="194" y="582"/>
                    <a:pt x="138" y="658"/>
                    <a:pt x="133" y="729"/>
                  </a:cubicBezTo>
                  <a:cubicBezTo>
                    <a:pt x="133" y="730"/>
                    <a:pt x="134" y="731"/>
                    <a:pt x="134" y="732"/>
                  </a:cubicBezTo>
                  <a:cubicBezTo>
                    <a:pt x="135" y="733"/>
                    <a:pt x="136" y="734"/>
                    <a:pt x="137" y="735"/>
                  </a:cubicBezTo>
                  <a:cubicBezTo>
                    <a:pt x="137" y="735"/>
                    <a:pt x="139" y="735"/>
                    <a:pt x="140" y="735"/>
                  </a:cubicBezTo>
                  <a:cubicBezTo>
                    <a:pt x="142" y="735"/>
                    <a:pt x="142" y="735"/>
                    <a:pt x="143" y="735"/>
                  </a:cubicBezTo>
                  <a:cubicBezTo>
                    <a:pt x="144" y="734"/>
                    <a:pt x="144" y="733"/>
                    <a:pt x="145" y="732"/>
                  </a:cubicBezTo>
                  <a:cubicBezTo>
                    <a:pt x="149" y="724"/>
                    <a:pt x="152" y="716"/>
                    <a:pt x="157" y="709"/>
                  </a:cubicBezTo>
                  <a:cubicBezTo>
                    <a:pt x="157" y="708"/>
                    <a:pt x="158" y="707"/>
                    <a:pt x="159" y="706"/>
                  </a:cubicBezTo>
                  <a:cubicBezTo>
                    <a:pt x="160" y="706"/>
                    <a:pt x="160" y="707"/>
                    <a:pt x="161" y="707"/>
                  </a:cubicBezTo>
                  <a:lnTo>
                    <a:pt x="162" y="706"/>
                  </a:lnTo>
                  <a:lnTo>
                    <a:pt x="163" y="706"/>
                  </a:lnTo>
                  <a:cubicBezTo>
                    <a:pt x="229" y="640"/>
                    <a:pt x="322" y="596"/>
                    <a:pt x="407" y="558"/>
                  </a:cubicBezTo>
                  <a:cubicBezTo>
                    <a:pt x="424" y="550"/>
                    <a:pt x="441" y="541"/>
                    <a:pt x="458" y="532"/>
                  </a:cubicBezTo>
                  <a:cubicBezTo>
                    <a:pt x="481" y="518"/>
                    <a:pt x="504" y="503"/>
                    <a:pt x="525" y="487"/>
                  </a:cubicBezTo>
                  <a:cubicBezTo>
                    <a:pt x="541" y="475"/>
                    <a:pt x="558" y="462"/>
                    <a:pt x="574" y="450"/>
                  </a:cubicBezTo>
                  <a:cubicBezTo>
                    <a:pt x="590" y="438"/>
                    <a:pt x="612" y="427"/>
                    <a:pt x="630" y="416"/>
                  </a:cubicBezTo>
                  <a:cubicBezTo>
                    <a:pt x="633" y="414"/>
                    <a:pt x="635" y="412"/>
                    <a:pt x="637" y="411"/>
                  </a:cubicBezTo>
                  <a:cubicBezTo>
                    <a:pt x="625" y="426"/>
                    <a:pt x="614" y="442"/>
                    <a:pt x="602" y="457"/>
                  </a:cubicBezTo>
                  <a:cubicBezTo>
                    <a:pt x="571" y="493"/>
                    <a:pt x="544" y="532"/>
                    <a:pt x="520" y="574"/>
                  </a:cubicBezTo>
                  <a:cubicBezTo>
                    <a:pt x="512" y="588"/>
                    <a:pt x="504" y="602"/>
                    <a:pt x="497" y="617"/>
                  </a:cubicBezTo>
                  <a:cubicBezTo>
                    <a:pt x="474" y="669"/>
                    <a:pt x="462" y="726"/>
                    <a:pt x="462" y="783"/>
                  </a:cubicBezTo>
                  <a:cubicBezTo>
                    <a:pt x="462" y="784"/>
                    <a:pt x="462" y="785"/>
                    <a:pt x="462" y="786"/>
                  </a:cubicBezTo>
                  <a:cubicBezTo>
                    <a:pt x="462" y="824"/>
                    <a:pt x="469" y="900"/>
                    <a:pt x="504" y="922"/>
                  </a:cubicBezTo>
                  <a:cubicBezTo>
                    <a:pt x="504" y="923"/>
                    <a:pt x="505" y="923"/>
                    <a:pt x="505" y="923"/>
                  </a:cubicBezTo>
                  <a:cubicBezTo>
                    <a:pt x="506" y="923"/>
                    <a:pt x="507" y="924"/>
                    <a:pt x="508" y="924"/>
                  </a:cubicBezTo>
                  <a:cubicBezTo>
                    <a:pt x="509" y="924"/>
                    <a:pt x="511" y="923"/>
                    <a:pt x="512" y="923"/>
                  </a:cubicBezTo>
                  <a:cubicBezTo>
                    <a:pt x="514" y="922"/>
                    <a:pt x="514" y="921"/>
                    <a:pt x="514" y="920"/>
                  </a:cubicBezTo>
                  <a:cubicBezTo>
                    <a:pt x="515" y="919"/>
                    <a:pt x="515" y="918"/>
                    <a:pt x="515" y="918"/>
                  </a:cubicBezTo>
                  <a:cubicBezTo>
                    <a:pt x="515" y="914"/>
                    <a:pt x="515" y="911"/>
                    <a:pt x="515" y="908"/>
                  </a:cubicBezTo>
                  <a:cubicBezTo>
                    <a:pt x="515" y="904"/>
                    <a:pt x="515" y="901"/>
                    <a:pt x="515" y="898"/>
                  </a:cubicBezTo>
                  <a:cubicBezTo>
                    <a:pt x="515" y="898"/>
                    <a:pt x="516" y="898"/>
                    <a:pt x="517" y="897"/>
                  </a:cubicBezTo>
                  <a:lnTo>
                    <a:pt x="518" y="896"/>
                  </a:lnTo>
                  <a:cubicBezTo>
                    <a:pt x="518" y="895"/>
                    <a:pt x="519" y="894"/>
                    <a:pt x="519" y="894"/>
                  </a:cubicBezTo>
                  <a:cubicBezTo>
                    <a:pt x="519" y="893"/>
                    <a:pt x="518" y="892"/>
                    <a:pt x="518" y="891"/>
                  </a:cubicBezTo>
                  <a:cubicBezTo>
                    <a:pt x="516" y="889"/>
                    <a:pt x="515" y="887"/>
                    <a:pt x="514" y="885"/>
                  </a:cubicBezTo>
                  <a:cubicBezTo>
                    <a:pt x="512" y="872"/>
                    <a:pt x="509" y="858"/>
                    <a:pt x="506" y="846"/>
                  </a:cubicBezTo>
                  <a:cubicBezTo>
                    <a:pt x="511" y="817"/>
                    <a:pt x="519" y="790"/>
                    <a:pt x="532" y="764"/>
                  </a:cubicBezTo>
                  <a:cubicBezTo>
                    <a:pt x="555" y="710"/>
                    <a:pt x="593" y="678"/>
                    <a:pt x="624" y="631"/>
                  </a:cubicBezTo>
                  <a:cubicBezTo>
                    <a:pt x="642" y="606"/>
                    <a:pt x="661" y="581"/>
                    <a:pt x="681" y="558"/>
                  </a:cubicBezTo>
                  <a:cubicBezTo>
                    <a:pt x="679" y="566"/>
                    <a:pt x="678" y="583"/>
                    <a:pt x="673" y="586"/>
                  </a:cubicBezTo>
                  <a:lnTo>
                    <a:pt x="672" y="587"/>
                  </a:lnTo>
                  <a:cubicBezTo>
                    <a:pt x="672" y="588"/>
                    <a:pt x="672" y="589"/>
                    <a:pt x="672" y="589"/>
                  </a:cubicBezTo>
                  <a:cubicBezTo>
                    <a:pt x="672" y="590"/>
                    <a:pt x="672" y="591"/>
                    <a:pt x="672" y="591"/>
                  </a:cubicBezTo>
                  <a:cubicBezTo>
                    <a:pt x="672" y="592"/>
                    <a:pt x="673" y="592"/>
                    <a:pt x="673" y="593"/>
                  </a:cubicBezTo>
                  <a:cubicBezTo>
                    <a:pt x="674" y="594"/>
                    <a:pt x="674" y="593"/>
                    <a:pt x="675" y="593"/>
                  </a:cubicBezTo>
                  <a:cubicBezTo>
                    <a:pt x="693" y="594"/>
                    <a:pt x="699" y="557"/>
                    <a:pt x="705" y="547"/>
                  </a:cubicBezTo>
                  <a:cubicBezTo>
                    <a:pt x="718" y="527"/>
                    <a:pt x="730" y="507"/>
                    <a:pt x="743" y="488"/>
                  </a:cubicBezTo>
                  <a:cubicBezTo>
                    <a:pt x="757" y="475"/>
                    <a:pt x="769" y="461"/>
                    <a:pt x="778" y="445"/>
                  </a:cubicBezTo>
                  <a:cubicBezTo>
                    <a:pt x="781" y="440"/>
                    <a:pt x="784" y="435"/>
                    <a:pt x="786" y="430"/>
                  </a:cubicBezTo>
                  <a:cubicBezTo>
                    <a:pt x="787" y="428"/>
                    <a:pt x="787" y="427"/>
                    <a:pt x="787" y="426"/>
                  </a:cubicBezTo>
                  <a:cubicBezTo>
                    <a:pt x="787" y="424"/>
                    <a:pt x="787" y="423"/>
                    <a:pt x="786" y="422"/>
                  </a:cubicBezTo>
                  <a:cubicBezTo>
                    <a:pt x="787" y="419"/>
                    <a:pt x="789" y="416"/>
                    <a:pt x="790" y="413"/>
                  </a:cubicBezTo>
                  <a:cubicBezTo>
                    <a:pt x="815" y="390"/>
                    <a:pt x="838" y="364"/>
                    <a:pt x="859" y="337"/>
                  </a:cubicBezTo>
                  <a:cubicBezTo>
                    <a:pt x="880" y="308"/>
                    <a:pt x="913" y="271"/>
                    <a:pt x="927" y="238"/>
                  </a:cubicBezTo>
                  <a:cubicBezTo>
                    <a:pt x="941" y="204"/>
                    <a:pt x="968" y="182"/>
                    <a:pt x="981" y="148"/>
                  </a:cubicBezTo>
                  <a:cubicBezTo>
                    <a:pt x="999" y="99"/>
                    <a:pt x="1012" y="49"/>
                    <a:pt x="1026" y="1"/>
                  </a:cubicBezTo>
                  <a:cubicBezTo>
                    <a:pt x="1026" y="0"/>
                    <a:pt x="1026" y="0"/>
                    <a:pt x="1026" y="0"/>
                  </a:cubicBezTo>
                  <a:cubicBezTo>
                    <a:pt x="1025" y="0"/>
                    <a:pt x="1025" y="0"/>
                    <a:pt x="1025" y="0"/>
                  </a:cubicBezTo>
                  <a:lnTo>
                    <a:pt x="1025" y="1"/>
                  </a:lnTo>
                  <a:cubicBezTo>
                    <a:pt x="1005" y="42"/>
                    <a:pt x="994" y="89"/>
                    <a:pt x="977" y="132"/>
                  </a:cubicBezTo>
                  <a:cubicBezTo>
                    <a:pt x="969" y="150"/>
                    <a:pt x="960" y="168"/>
                    <a:pt x="950" y="185"/>
                  </a:cubicBezTo>
                  <a:cubicBezTo>
                    <a:pt x="934" y="213"/>
                    <a:pt x="915" y="240"/>
                    <a:pt x="895" y="265"/>
                  </a:cubicBezTo>
                  <a:cubicBezTo>
                    <a:pt x="850" y="330"/>
                    <a:pt x="799" y="390"/>
                    <a:pt x="742" y="444"/>
                  </a:cubicBezTo>
                  <a:lnTo>
                    <a:pt x="741" y="445"/>
                  </a:lnTo>
                  <a:cubicBezTo>
                    <a:pt x="723" y="461"/>
                    <a:pt x="704" y="477"/>
                    <a:pt x="685" y="492"/>
                  </a:cubicBezTo>
                  <a:cubicBezTo>
                    <a:pt x="654" y="520"/>
                    <a:pt x="626" y="551"/>
                    <a:pt x="601" y="585"/>
                  </a:cubicBezTo>
                  <a:cubicBezTo>
                    <a:pt x="585" y="604"/>
                    <a:pt x="570" y="623"/>
                    <a:pt x="556" y="644"/>
                  </a:cubicBezTo>
                  <a:cubicBezTo>
                    <a:pt x="544" y="658"/>
                    <a:pt x="534" y="672"/>
                    <a:pt x="525" y="687"/>
                  </a:cubicBezTo>
                  <a:cubicBezTo>
                    <a:pt x="507" y="719"/>
                    <a:pt x="494" y="754"/>
                    <a:pt x="489" y="791"/>
                  </a:cubicBezTo>
                  <a:cubicBezTo>
                    <a:pt x="488" y="796"/>
                    <a:pt x="487" y="801"/>
                    <a:pt x="487" y="806"/>
                  </a:cubicBezTo>
                  <a:cubicBezTo>
                    <a:pt x="487" y="809"/>
                    <a:pt x="487" y="811"/>
                    <a:pt x="488" y="814"/>
                  </a:cubicBezTo>
                  <a:cubicBezTo>
                    <a:pt x="488" y="815"/>
                    <a:pt x="488" y="815"/>
                    <a:pt x="488" y="817"/>
                  </a:cubicBezTo>
                  <a:cubicBezTo>
                    <a:pt x="488" y="818"/>
                    <a:pt x="488" y="823"/>
                    <a:pt x="489" y="827"/>
                  </a:cubicBezTo>
                  <a:cubicBezTo>
                    <a:pt x="491" y="843"/>
                    <a:pt x="494" y="860"/>
                    <a:pt x="497" y="875"/>
                  </a:cubicBezTo>
                  <a:cubicBezTo>
                    <a:pt x="497" y="879"/>
                    <a:pt x="500" y="883"/>
                    <a:pt x="501" y="886"/>
                  </a:cubicBezTo>
                  <a:cubicBezTo>
                    <a:pt x="502" y="887"/>
                    <a:pt x="501" y="887"/>
                    <a:pt x="501" y="887"/>
                  </a:cubicBezTo>
                  <a:cubicBezTo>
                    <a:pt x="502" y="892"/>
                    <a:pt x="502" y="896"/>
                    <a:pt x="503" y="900"/>
                  </a:cubicBezTo>
                  <a:cubicBezTo>
                    <a:pt x="491" y="877"/>
                    <a:pt x="484" y="853"/>
                    <a:pt x="481" y="828"/>
                  </a:cubicBezTo>
                  <a:cubicBezTo>
                    <a:pt x="478" y="811"/>
                    <a:pt x="477" y="795"/>
                    <a:pt x="477" y="778"/>
                  </a:cubicBezTo>
                  <a:cubicBezTo>
                    <a:pt x="477" y="769"/>
                    <a:pt x="478" y="761"/>
                    <a:pt x="478" y="752"/>
                  </a:cubicBezTo>
                  <a:cubicBezTo>
                    <a:pt x="480" y="672"/>
                    <a:pt x="523" y="586"/>
                    <a:pt x="567" y="521"/>
                  </a:cubicBezTo>
                  <a:cubicBezTo>
                    <a:pt x="598" y="475"/>
                    <a:pt x="635" y="433"/>
                    <a:pt x="666" y="387"/>
                  </a:cubicBezTo>
                  <a:cubicBezTo>
                    <a:pt x="677" y="375"/>
                    <a:pt x="688" y="363"/>
                    <a:pt x="701" y="352"/>
                  </a:cubicBezTo>
                  <a:cubicBezTo>
                    <a:pt x="722" y="331"/>
                    <a:pt x="740" y="308"/>
                    <a:pt x="757" y="283"/>
                  </a:cubicBezTo>
                  <a:cubicBezTo>
                    <a:pt x="772" y="266"/>
                    <a:pt x="786" y="248"/>
                    <a:pt x="797" y="229"/>
                  </a:cubicBezTo>
                  <a:cubicBezTo>
                    <a:pt x="797" y="228"/>
                    <a:pt x="797" y="228"/>
                    <a:pt x="798" y="228"/>
                  </a:cubicBezTo>
                  <a:cubicBezTo>
                    <a:pt x="820" y="203"/>
                    <a:pt x="840" y="176"/>
                    <a:pt x="857" y="148"/>
                  </a:cubicBezTo>
                  <a:cubicBezTo>
                    <a:pt x="869" y="129"/>
                    <a:pt x="880" y="110"/>
                    <a:pt x="893" y="91"/>
                  </a:cubicBezTo>
                  <a:cubicBezTo>
                    <a:pt x="901" y="79"/>
                    <a:pt x="903" y="58"/>
                    <a:pt x="914" y="49"/>
                  </a:cubicBezTo>
                  <a:cubicBezTo>
                    <a:pt x="916" y="47"/>
                    <a:pt x="914" y="44"/>
                    <a:pt x="910" y="45"/>
                  </a:cubicBezTo>
                  <a:cubicBezTo>
                    <a:pt x="891" y="59"/>
                    <a:pt x="883" y="93"/>
                    <a:pt x="870" y="113"/>
                  </a:cubicBezTo>
                  <a:cubicBezTo>
                    <a:pt x="846" y="146"/>
                    <a:pt x="820" y="177"/>
                    <a:pt x="793" y="206"/>
                  </a:cubicBezTo>
                  <a:cubicBezTo>
                    <a:pt x="770" y="229"/>
                    <a:pt x="749" y="254"/>
                    <a:pt x="729" y="280"/>
                  </a:cubicBezTo>
                  <a:cubicBezTo>
                    <a:pt x="707" y="295"/>
                    <a:pt x="687" y="314"/>
                    <a:pt x="670" y="334"/>
                  </a:cubicBezTo>
                  <a:lnTo>
                    <a:pt x="666" y="339"/>
                  </a:lnTo>
                  <a:cubicBezTo>
                    <a:pt x="652" y="349"/>
                    <a:pt x="639" y="361"/>
                    <a:pt x="626" y="374"/>
                  </a:cubicBezTo>
                  <a:cubicBezTo>
                    <a:pt x="604" y="391"/>
                    <a:pt x="578" y="405"/>
                    <a:pt x="559" y="418"/>
                  </a:cubicBezTo>
                  <a:cubicBezTo>
                    <a:pt x="552" y="421"/>
                    <a:pt x="545" y="424"/>
                    <a:pt x="539" y="428"/>
                  </a:cubicBezTo>
                  <a:cubicBezTo>
                    <a:pt x="530" y="433"/>
                    <a:pt x="521" y="439"/>
                    <a:pt x="512" y="445"/>
                  </a:cubicBezTo>
                  <a:cubicBezTo>
                    <a:pt x="448" y="485"/>
                    <a:pt x="383" y="520"/>
                    <a:pt x="318" y="558"/>
                  </a:cubicBezTo>
                  <a:cubicBezTo>
                    <a:pt x="254" y="596"/>
                    <a:pt x="192" y="631"/>
                    <a:pt x="153" y="693"/>
                  </a:cubicBezTo>
                  <a:cubicBezTo>
                    <a:pt x="172" y="627"/>
                    <a:pt x="228" y="567"/>
                    <a:pt x="274" y="523"/>
                  </a:cubicBezTo>
                  <a:cubicBezTo>
                    <a:pt x="291" y="507"/>
                    <a:pt x="308" y="492"/>
                    <a:pt x="327" y="479"/>
                  </a:cubicBezTo>
                  <a:cubicBezTo>
                    <a:pt x="330" y="477"/>
                    <a:pt x="333" y="476"/>
                    <a:pt x="336" y="474"/>
                  </a:cubicBezTo>
                  <a:cubicBezTo>
                    <a:pt x="348" y="467"/>
                    <a:pt x="359" y="460"/>
                    <a:pt x="370" y="451"/>
                  </a:cubicBezTo>
                  <a:cubicBezTo>
                    <a:pt x="376" y="448"/>
                    <a:pt x="382" y="444"/>
                    <a:pt x="388" y="441"/>
                  </a:cubicBezTo>
                  <a:cubicBezTo>
                    <a:pt x="393" y="439"/>
                    <a:pt x="399" y="436"/>
                    <a:pt x="404" y="433"/>
                  </a:cubicBezTo>
                  <a:cubicBezTo>
                    <a:pt x="412" y="428"/>
                    <a:pt x="420" y="423"/>
                    <a:pt x="427" y="417"/>
                  </a:cubicBezTo>
                  <a:cubicBezTo>
                    <a:pt x="441" y="410"/>
                    <a:pt x="455" y="403"/>
                    <a:pt x="468" y="395"/>
                  </a:cubicBezTo>
                  <a:cubicBezTo>
                    <a:pt x="488" y="384"/>
                    <a:pt x="507" y="371"/>
                    <a:pt x="526" y="358"/>
                  </a:cubicBezTo>
                  <a:cubicBezTo>
                    <a:pt x="554" y="337"/>
                    <a:pt x="581" y="314"/>
                    <a:pt x="610" y="295"/>
                  </a:cubicBezTo>
                  <a:cubicBezTo>
                    <a:pt x="611" y="295"/>
                    <a:pt x="612" y="294"/>
                    <a:pt x="612" y="294"/>
                  </a:cubicBezTo>
                  <a:cubicBezTo>
                    <a:pt x="618" y="290"/>
                    <a:pt x="624" y="285"/>
                    <a:pt x="627" y="279"/>
                  </a:cubicBezTo>
                  <a:cubicBezTo>
                    <a:pt x="630" y="274"/>
                    <a:pt x="631" y="270"/>
                    <a:pt x="632" y="265"/>
                  </a:cubicBezTo>
                  <a:cubicBezTo>
                    <a:pt x="632" y="264"/>
                    <a:pt x="632" y="264"/>
                    <a:pt x="632" y="263"/>
                  </a:cubicBezTo>
                  <a:cubicBezTo>
                    <a:pt x="632" y="262"/>
                    <a:pt x="632" y="261"/>
                    <a:pt x="632" y="261"/>
                  </a:cubicBezTo>
                  <a:cubicBezTo>
                    <a:pt x="631" y="260"/>
                    <a:pt x="631" y="260"/>
                    <a:pt x="630" y="259"/>
                  </a:cubicBezTo>
                  <a:cubicBezTo>
                    <a:pt x="629" y="258"/>
                    <a:pt x="628" y="258"/>
                    <a:pt x="627" y="258"/>
                  </a:cubicBezTo>
                  <a:cubicBezTo>
                    <a:pt x="626" y="258"/>
                    <a:pt x="626" y="258"/>
                    <a:pt x="625" y="259"/>
                  </a:cubicBezTo>
                  <a:cubicBezTo>
                    <a:pt x="624" y="260"/>
                    <a:pt x="623" y="260"/>
                    <a:pt x="623" y="261"/>
                  </a:cubicBezTo>
                  <a:lnTo>
                    <a:pt x="622" y="262"/>
                  </a:lnTo>
                  <a:cubicBezTo>
                    <a:pt x="613" y="280"/>
                    <a:pt x="583" y="294"/>
                    <a:pt x="567" y="305"/>
                  </a:cubicBezTo>
                  <a:cubicBezTo>
                    <a:pt x="541" y="325"/>
                    <a:pt x="517" y="345"/>
                    <a:pt x="490" y="363"/>
                  </a:cubicBezTo>
                  <a:cubicBezTo>
                    <a:pt x="438" y="398"/>
                    <a:pt x="379" y="417"/>
                    <a:pt x="324" y="445"/>
                  </a:cubicBezTo>
                  <a:cubicBezTo>
                    <a:pt x="290" y="460"/>
                    <a:pt x="257" y="477"/>
                    <a:pt x="225" y="496"/>
                  </a:cubicBezTo>
                  <a:cubicBezTo>
                    <a:pt x="197" y="512"/>
                    <a:pt x="169" y="530"/>
                    <a:pt x="142" y="549"/>
                  </a:cubicBezTo>
                  <a:cubicBezTo>
                    <a:pt x="138" y="550"/>
                    <a:pt x="135" y="552"/>
                    <a:pt x="132" y="554"/>
                  </a:cubicBezTo>
                  <a:cubicBezTo>
                    <a:pt x="119" y="561"/>
                    <a:pt x="108" y="572"/>
                    <a:pt x="100" y="585"/>
                  </a:cubicBezTo>
                  <a:cubicBezTo>
                    <a:pt x="100" y="586"/>
                    <a:pt x="99" y="587"/>
                    <a:pt x="99" y="588"/>
                  </a:cubicBezTo>
                  <a:cubicBezTo>
                    <a:pt x="94" y="594"/>
                    <a:pt x="89" y="599"/>
                    <a:pt x="84" y="604"/>
                  </a:cubicBezTo>
                  <a:cubicBezTo>
                    <a:pt x="89" y="588"/>
                    <a:pt x="96" y="572"/>
                    <a:pt x="104" y="558"/>
                  </a:cubicBezTo>
                  <a:cubicBezTo>
                    <a:pt x="127" y="524"/>
                    <a:pt x="154" y="494"/>
                    <a:pt x="185" y="467"/>
                  </a:cubicBezTo>
                  <a:cubicBezTo>
                    <a:pt x="193" y="460"/>
                    <a:pt x="202" y="453"/>
                    <a:pt x="211" y="446"/>
                  </a:cubicBezTo>
                  <a:cubicBezTo>
                    <a:pt x="212" y="445"/>
                    <a:pt x="213" y="445"/>
                    <a:pt x="214" y="444"/>
                  </a:cubicBezTo>
                  <a:cubicBezTo>
                    <a:pt x="222" y="440"/>
                    <a:pt x="229" y="434"/>
                    <a:pt x="235" y="429"/>
                  </a:cubicBezTo>
                  <a:lnTo>
                    <a:pt x="239" y="425"/>
                  </a:lnTo>
                  <a:cubicBezTo>
                    <a:pt x="266" y="407"/>
                    <a:pt x="294" y="391"/>
                    <a:pt x="323" y="375"/>
                  </a:cubicBezTo>
                  <a:lnTo>
                    <a:pt x="348" y="368"/>
                  </a:lnTo>
                  <a:cubicBezTo>
                    <a:pt x="349" y="368"/>
                    <a:pt x="349" y="368"/>
                    <a:pt x="350" y="367"/>
                  </a:cubicBezTo>
                  <a:cubicBezTo>
                    <a:pt x="350" y="367"/>
                    <a:pt x="352" y="366"/>
                    <a:pt x="352" y="365"/>
                  </a:cubicBezTo>
                  <a:cubicBezTo>
                    <a:pt x="353" y="364"/>
                    <a:pt x="352" y="363"/>
                    <a:pt x="352" y="362"/>
                  </a:cubicBezTo>
                  <a:cubicBezTo>
                    <a:pt x="352" y="361"/>
                    <a:pt x="352" y="360"/>
                    <a:pt x="352" y="360"/>
                  </a:cubicBezTo>
                  <a:cubicBezTo>
                    <a:pt x="352" y="359"/>
                    <a:pt x="352" y="359"/>
                    <a:pt x="352" y="359"/>
                  </a:cubicBezTo>
                  <a:cubicBezTo>
                    <a:pt x="373" y="347"/>
                    <a:pt x="394" y="335"/>
                    <a:pt x="414" y="322"/>
                  </a:cubicBezTo>
                  <a:cubicBezTo>
                    <a:pt x="482" y="276"/>
                    <a:pt x="566" y="245"/>
                    <a:pt x="619" y="180"/>
                  </a:cubicBezTo>
                  <a:cubicBezTo>
                    <a:pt x="653" y="140"/>
                    <a:pt x="689" y="104"/>
                    <a:pt x="728" y="71"/>
                  </a:cubicBezTo>
                  <a:cubicBezTo>
                    <a:pt x="750" y="53"/>
                    <a:pt x="759" y="20"/>
                    <a:pt x="781" y="5"/>
                  </a:cubicBezTo>
                  <a:lnTo>
                    <a:pt x="781" y="3"/>
                  </a:lnTo>
                  <a:cubicBezTo>
                    <a:pt x="767" y="9"/>
                    <a:pt x="776" y="5"/>
                    <a:pt x="761" y="23"/>
                  </a:cubicBezTo>
                  <a:cubicBezTo>
                    <a:pt x="746" y="42"/>
                    <a:pt x="730" y="59"/>
                    <a:pt x="712" y="75"/>
                  </a:cubicBezTo>
                  <a:cubicBezTo>
                    <a:pt x="675" y="103"/>
                    <a:pt x="640" y="134"/>
                    <a:pt x="608" y="169"/>
                  </a:cubicBezTo>
                  <a:cubicBezTo>
                    <a:pt x="579" y="200"/>
                    <a:pt x="545" y="227"/>
                    <a:pt x="508" y="249"/>
                  </a:cubicBezTo>
                  <a:lnTo>
                    <a:pt x="507" y="249"/>
                  </a:lnTo>
                  <a:cubicBezTo>
                    <a:pt x="461" y="277"/>
                    <a:pt x="414" y="308"/>
                    <a:pt x="365" y="330"/>
                  </a:cubicBezTo>
                  <a:cubicBezTo>
                    <a:pt x="354" y="336"/>
                    <a:pt x="343" y="341"/>
                    <a:pt x="333" y="348"/>
                  </a:cubicBezTo>
                  <a:cubicBezTo>
                    <a:pt x="319" y="355"/>
                    <a:pt x="306" y="364"/>
                    <a:pt x="293" y="372"/>
                  </a:cubicBezTo>
                  <a:lnTo>
                    <a:pt x="282" y="376"/>
                  </a:lnTo>
                  <a:lnTo>
                    <a:pt x="282" y="375"/>
                  </a:lnTo>
                  <a:cubicBezTo>
                    <a:pt x="280" y="374"/>
                    <a:pt x="278" y="374"/>
                    <a:pt x="276" y="374"/>
                  </a:cubicBezTo>
                  <a:lnTo>
                    <a:pt x="275" y="374"/>
                  </a:lnTo>
                  <a:cubicBezTo>
                    <a:pt x="262" y="376"/>
                    <a:pt x="249" y="380"/>
                    <a:pt x="237" y="387"/>
                  </a:cubicBezTo>
                  <a:cubicBezTo>
                    <a:pt x="233" y="389"/>
                    <a:pt x="229" y="392"/>
                    <a:pt x="225" y="395"/>
                  </a:cubicBezTo>
                  <a:cubicBezTo>
                    <a:pt x="203" y="404"/>
                    <a:pt x="181" y="414"/>
                    <a:pt x="159" y="426"/>
                  </a:cubicBezTo>
                  <a:cubicBezTo>
                    <a:pt x="130" y="443"/>
                    <a:pt x="100" y="456"/>
                    <a:pt x="73" y="475"/>
                  </a:cubicBezTo>
                  <a:cubicBezTo>
                    <a:pt x="55" y="488"/>
                    <a:pt x="39" y="504"/>
                    <a:pt x="26" y="522"/>
                  </a:cubicBezTo>
                  <a:cubicBezTo>
                    <a:pt x="50" y="471"/>
                    <a:pt x="110" y="428"/>
                    <a:pt x="150" y="400"/>
                  </a:cubicBezTo>
                  <a:cubicBezTo>
                    <a:pt x="201" y="364"/>
                    <a:pt x="259" y="332"/>
                    <a:pt x="307" y="292"/>
                  </a:cubicBezTo>
                  <a:cubicBezTo>
                    <a:pt x="401" y="213"/>
                    <a:pt x="507" y="150"/>
                    <a:pt x="601" y="70"/>
                  </a:cubicBezTo>
                  <a:cubicBezTo>
                    <a:pt x="602" y="68"/>
                    <a:pt x="601" y="66"/>
                    <a:pt x="599" y="67"/>
                  </a:cubicBezTo>
                  <a:cubicBezTo>
                    <a:pt x="496" y="150"/>
                    <a:pt x="387" y="224"/>
                    <a:pt x="278" y="300"/>
                  </a:cubicBezTo>
                  <a:cubicBezTo>
                    <a:pt x="218" y="342"/>
                    <a:pt x="148" y="373"/>
                    <a:pt x="93" y="421"/>
                  </a:cubicBezTo>
                  <a:cubicBezTo>
                    <a:pt x="59" y="451"/>
                    <a:pt x="7" y="501"/>
                    <a:pt x="2" y="548"/>
                  </a:cubicBezTo>
                  <a:cubicBezTo>
                    <a:pt x="0" y="553"/>
                    <a:pt x="8" y="555"/>
                    <a:pt x="13" y="552"/>
                  </a:cubicBezTo>
                  <a:moveTo>
                    <a:pt x="785" y="414"/>
                  </a:moveTo>
                  <a:lnTo>
                    <a:pt x="783" y="416"/>
                  </a:lnTo>
                  <a:lnTo>
                    <a:pt x="785" y="414"/>
                  </a:lnTo>
                  <a:moveTo>
                    <a:pt x="226" y="630"/>
                  </a:moveTo>
                  <a:cubicBezTo>
                    <a:pt x="220" y="637"/>
                    <a:pt x="213" y="643"/>
                    <a:pt x="205" y="649"/>
                  </a:cubicBezTo>
                  <a:cubicBezTo>
                    <a:pt x="212" y="642"/>
                    <a:pt x="219" y="636"/>
                    <a:pt x="226" y="630"/>
                  </a:cubicBezTo>
                  <a:moveTo>
                    <a:pt x="386" y="435"/>
                  </a:moveTo>
                  <a:lnTo>
                    <a:pt x="393" y="432"/>
                  </a:lnTo>
                  <a:lnTo>
                    <a:pt x="386" y="436"/>
                  </a:lnTo>
                  <a:lnTo>
                    <a:pt x="386" y="4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2"/>
            <p:cNvSpPr/>
            <p:nvPr/>
          </p:nvSpPr>
          <p:spPr>
            <a:xfrm>
              <a:off x="8145000" y="3360600"/>
              <a:ext cx="52920" cy="99000"/>
            </a:xfrm>
            <a:custGeom>
              <a:rect b="b" l="l" r="r" t="t"/>
              <a:pathLst>
                <a:path extrusionOk="0" h="275" w="147">
                  <a:moveTo>
                    <a:pt x="1" y="270"/>
                  </a:moveTo>
                  <a:cubicBezTo>
                    <a:pt x="0" y="272"/>
                    <a:pt x="2" y="274"/>
                    <a:pt x="3" y="273"/>
                  </a:cubicBezTo>
                  <a:cubicBezTo>
                    <a:pt x="84" y="218"/>
                    <a:pt x="132" y="95"/>
                    <a:pt x="146" y="1"/>
                  </a:cubicBezTo>
                  <a:cubicBezTo>
                    <a:pt x="146" y="0"/>
                    <a:pt x="146" y="0"/>
                    <a:pt x="146" y="0"/>
                  </a:cubicBezTo>
                  <a:cubicBezTo>
                    <a:pt x="145" y="0"/>
                    <a:pt x="145" y="0"/>
                    <a:pt x="145" y="0"/>
                  </a:cubicBezTo>
                  <a:lnTo>
                    <a:pt x="144" y="0"/>
                  </a:lnTo>
                  <a:lnTo>
                    <a:pt x="144" y="1"/>
                  </a:lnTo>
                  <a:cubicBezTo>
                    <a:pt x="129" y="56"/>
                    <a:pt x="108" y="109"/>
                    <a:pt x="81" y="159"/>
                  </a:cubicBezTo>
                  <a:cubicBezTo>
                    <a:pt x="59" y="199"/>
                    <a:pt x="27" y="232"/>
                    <a:pt x="1"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2"/>
            <p:cNvSpPr/>
            <p:nvPr/>
          </p:nvSpPr>
          <p:spPr>
            <a:xfrm>
              <a:off x="8085960" y="3470760"/>
              <a:ext cx="46080" cy="42480"/>
            </a:xfrm>
            <a:custGeom>
              <a:rect b="b" l="l" r="r" t="t"/>
              <a:pathLst>
                <a:path extrusionOk="0" h="118" w="128">
                  <a:moveTo>
                    <a:pt x="106" y="14"/>
                  </a:moveTo>
                  <a:cubicBezTo>
                    <a:pt x="95" y="26"/>
                    <a:pt x="83" y="38"/>
                    <a:pt x="69" y="49"/>
                  </a:cubicBezTo>
                  <a:cubicBezTo>
                    <a:pt x="68" y="49"/>
                    <a:pt x="67" y="50"/>
                    <a:pt x="66" y="51"/>
                  </a:cubicBezTo>
                  <a:cubicBezTo>
                    <a:pt x="61" y="54"/>
                    <a:pt x="56" y="57"/>
                    <a:pt x="51" y="60"/>
                  </a:cubicBezTo>
                  <a:cubicBezTo>
                    <a:pt x="45" y="66"/>
                    <a:pt x="39" y="73"/>
                    <a:pt x="33" y="80"/>
                  </a:cubicBezTo>
                  <a:cubicBezTo>
                    <a:pt x="23" y="90"/>
                    <a:pt x="8" y="99"/>
                    <a:pt x="1" y="112"/>
                  </a:cubicBezTo>
                  <a:cubicBezTo>
                    <a:pt x="0" y="115"/>
                    <a:pt x="3" y="117"/>
                    <a:pt x="6" y="116"/>
                  </a:cubicBezTo>
                  <a:cubicBezTo>
                    <a:pt x="35" y="102"/>
                    <a:pt x="47" y="73"/>
                    <a:pt x="75" y="57"/>
                  </a:cubicBezTo>
                  <a:cubicBezTo>
                    <a:pt x="85" y="49"/>
                    <a:pt x="94" y="40"/>
                    <a:pt x="101" y="29"/>
                  </a:cubicBezTo>
                  <a:cubicBezTo>
                    <a:pt x="110" y="20"/>
                    <a:pt x="113" y="4"/>
                    <a:pt x="127" y="0"/>
                  </a:cubicBezTo>
                  <a:cubicBezTo>
                    <a:pt x="124" y="1"/>
                    <a:pt x="120" y="2"/>
                    <a:pt x="117" y="4"/>
                  </a:cubicBezTo>
                  <a:cubicBezTo>
                    <a:pt x="113" y="7"/>
                    <a:pt x="109" y="10"/>
                    <a:pt x="10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2"/>
            <p:cNvSpPr/>
            <p:nvPr/>
          </p:nvSpPr>
          <p:spPr>
            <a:xfrm>
              <a:off x="7976880" y="3521160"/>
              <a:ext cx="140040" cy="199080"/>
            </a:xfrm>
            <a:custGeom>
              <a:rect b="b" l="l" r="r" t="t"/>
              <a:pathLst>
                <a:path extrusionOk="0" h="553" w="389">
                  <a:moveTo>
                    <a:pt x="179" y="129"/>
                  </a:moveTo>
                  <a:cubicBezTo>
                    <a:pt x="207" y="84"/>
                    <a:pt x="247" y="50"/>
                    <a:pt x="275" y="4"/>
                  </a:cubicBezTo>
                  <a:cubicBezTo>
                    <a:pt x="276" y="2"/>
                    <a:pt x="273" y="0"/>
                    <a:pt x="271" y="2"/>
                  </a:cubicBezTo>
                  <a:cubicBezTo>
                    <a:pt x="245" y="40"/>
                    <a:pt x="208" y="70"/>
                    <a:pt x="179" y="106"/>
                  </a:cubicBezTo>
                  <a:cubicBezTo>
                    <a:pt x="162" y="130"/>
                    <a:pt x="146" y="155"/>
                    <a:pt x="131" y="181"/>
                  </a:cubicBezTo>
                  <a:cubicBezTo>
                    <a:pt x="118" y="203"/>
                    <a:pt x="106" y="227"/>
                    <a:pt x="95" y="251"/>
                  </a:cubicBezTo>
                  <a:cubicBezTo>
                    <a:pt x="51" y="339"/>
                    <a:pt x="6" y="443"/>
                    <a:pt x="0" y="543"/>
                  </a:cubicBezTo>
                  <a:cubicBezTo>
                    <a:pt x="0" y="552"/>
                    <a:pt x="14" y="552"/>
                    <a:pt x="14" y="543"/>
                  </a:cubicBezTo>
                  <a:cubicBezTo>
                    <a:pt x="20" y="518"/>
                    <a:pt x="29" y="494"/>
                    <a:pt x="41" y="471"/>
                  </a:cubicBezTo>
                  <a:cubicBezTo>
                    <a:pt x="55" y="438"/>
                    <a:pt x="69" y="403"/>
                    <a:pt x="86" y="370"/>
                  </a:cubicBezTo>
                  <a:cubicBezTo>
                    <a:pt x="94" y="353"/>
                    <a:pt x="102" y="336"/>
                    <a:pt x="112" y="320"/>
                  </a:cubicBezTo>
                  <a:cubicBezTo>
                    <a:pt x="125" y="296"/>
                    <a:pt x="141" y="275"/>
                    <a:pt x="157" y="253"/>
                  </a:cubicBezTo>
                  <a:cubicBezTo>
                    <a:pt x="228" y="170"/>
                    <a:pt x="305" y="91"/>
                    <a:pt x="387" y="19"/>
                  </a:cubicBezTo>
                  <a:cubicBezTo>
                    <a:pt x="388" y="17"/>
                    <a:pt x="387" y="16"/>
                    <a:pt x="385" y="17"/>
                  </a:cubicBezTo>
                  <a:cubicBezTo>
                    <a:pt x="333" y="50"/>
                    <a:pt x="297" y="103"/>
                    <a:pt x="250" y="142"/>
                  </a:cubicBezTo>
                  <a:cubicBezTo>
                    <a:pt x="210" y="178"/>
                    <a:pt x="174" y="217"/>
                    <a:pt x="142" y="260"/>
                  </a:cubicBezTo>
                  <a:cubicBezTo>
                    <a:pt x="112" y="296"/>
                    <a:pt x="94" y="340"/>
                    <a:pt x="70" y="380"/>
                  </a:cubicBezTo>
                  <a:cubicBezTo>
                    <a:pt x="53" y="412"/>
                    <a:pt x="38" y="445"/>
                    <a:pt x="25" y="478"/>
                  </a:cubicBezTo>
                  <a:lnTo>
                    <a:pt x="22" y="484"/>
                  </a:lnTo>
                  <a:cubicBezTo>
                    <a:pt x="39" y="399"/>
                    <a:pt x="79" y="316"/>
                    <a:pt x="117" y="240"/>
                  </a:cubicBezTo>
                  <a:cubicBezTo>
                    <a:pt x="136" y="203"/>
                    <a:pt x="156" y="165"/>
                    <a:pt x="179"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2"/>
            <p:cNvSpPr/>
            <p:nvPr/>
          </p:nvSpPr>
          <p:spPr>
            <a:xfrm>
              <a:off x="8125920" y="3485880"/>
              <a:ext cx="39240" cy="33840"/>
            </a:xfrm>
            <a:custGeom>
              <a:rect b="b" l="l" r="r" t="t"/>
              <a:pathLst>
                <a:path extrusionOk="0" h="94" w="109">
                  <a:moveTo>
                    <a:pt x="0" y="91"/>
                  </a:moveTo>
                  <a:lnTo>
                    <a:pt x="0" y="92"/>
                  </a:lnTo>
                  <a:lnTo>
                    <a:pt x="1" y="93"/>
                  </a:lnTo>
                  <a:lnTo>
                    <a:pt x="2" y="93"/>
                  </a:lnTo>
                  <a:cubicBezTo>
                    <a:pt x="2" y="93"/>
                    <a:pt x="3" y="93"/>
                    <a:pt x="3" y="92"/>
                  </a:cubicBezTo>
                  <a:cubicBezTo>
                    <a:pt x="33" y="60"/>
                    <a:pt x="80" y="41"/>
                    <a:pt x="106" y="4"/>
                  </a:cubicBezTo>
                  <a:cubicBezTo>
                    <a:pt x="108" y="2"/>
                    <a:pt x="105" y="0"/>
                    <a:pt x="103" y="2"/>
                  </a:cubicBezTo>
                  <a:cubicBezTo>
                    <a:pt x="84" y="15"/>
                    <a:pt x="67" y="30"/>
                    <a:pt x="49" y="44"/>
                  </a:cubicBezTo>
                  <a:cubicBezTo>
                    <a:pt x="31" y="58"/>
                    <a:pt x="15" y="73"/>
                    <a:pt x="0"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2"/>
            <p:cNvSpPr/>
            <p:nvPr/>
          </p:nvSpPr>
          <p:spPr>
            <a:xfrm>
              <a:off x="8169480" y="3446640"/>
              <a:ext cx="34560" cy="33480"/>
            </a:xfrm>
            <a:custGeom>
              <a:rect b="b" l="l" r="r" t="t"/>
              <a:pathLst>
                <a:path extrusionOk="0" h="93" w="96">
                  <a:moveTo>
                    <a:pt x="79" y="30"/>
                  </a:moveTo>
                  <a:cubicBezTo>
                    <a:pt x="86" y="23"/>
                    <a:pt x="86" y="10"/>
                    <a:pt x="94" y="5"/>
                  </a:cubicBezTo>
                  <a:cubicBezTo>
                    <a:pt x="95" y="5"/>
                    <a:pt x="95" y="4"/>
                    <a:pt x="95" y="4"/>
                  </a:cubicBezTo>
                  <a:lnTo>
                    <a:pt x="95" y="3"/>
                  </a:lnTo>
                  <a:cubicBezTo>
                    <a:pt x="95" y="2"/>
                    <a:pt x="95" y="2"/>
                    <a:pt x="95" y="1"/>
                  </a:cubicBezTo>
                  <a:lnTo>
                    <a:pt x="94" y="0"/>
                  </a:lnTo>
                  <a:lnTo>
                    <a:pt x="93" y="0"/>
                  </a:lnTo>
                  <a:lnTo>
                    <a:pt x="92" y="0"/>
                  </a:lnTo>
                  <a:cubicBezTo>
                    <a:pt x="84" y="1"/>
                    <a:pt x="82" y="6"/>
                    <a:pt x="78" y="13"/>
                  </a:cubicBezTo>
                  <a:cubicBezTo>
                    <a:pt x="71" y="23"/>
                    <a:pt x="63" y="32"/>
                    <a:pt x="53" y="40"/>
                  </a:cubicBezTo>
                  <a:cubicBezTo>
                    <a:pt x="45" y="49"/>
                    <a:pt x="36" y="57"/>
                    <a:pt x="27" y="65"/>
                  </a:cubicBezTo>
                  <a:cubicBezTo>
                    <a:pt x="18" y="70"/>
                    <a:pt x="10" y="77"/>
                    <a:pt x="2" y="84"/>
                  </a:cubicBezTo>
                  <a:cubicBezTo>
                    <a:pt x="0" y="87"/>
                    <a:pt x="3" y="92"/>
                    <a:pt x="6" y="89"/>
                  </a:cubicBezTo>
                  <a:cubicBezTo>
                    <a:pt x="21" y="74"/>
                    <a:pt x="41" y="65"/>
                    <a:pt x="57" y="51"/>
                  </a:cubicBezTo>
                  <a:cubicBezTo>
                    <a:pt x="64" y="44"/>
                    <a:pt x="72" y="37"/>
                    <a:pt x="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2"/>
            <p:cNvSpPr/>
            <p:nvPr/>
          </p:nvSpPr>
          <p:spPr>
            <a:xfrm>
              <a:off x="8180640" y="3482280"/>
              <a:ext cx="26640" cy="36360"/>
            </a:xfrm>
            <a:custGeom>
              <a:rect b="b" l="l" r="r" t="t"/>
              <a:pathLst>
                <a:path extrusionOk="0" h="101" w="74">
                  <a:moveTo>
                    <a:pt x="3" y="96"/>
                  </a:moveTo>
                  <a:cubicBezTo>
                    <a:pt x="14" y="81"/>
                    <a:pt x="26" y="66"/>
                    <a:pt x="39" y="54"/>
                  </a:cubicBezTo>
                  <a:cubicBezTo>
                    <a:pt x="51" y="39"/>
                    <a:pt x="62" y="23"/>
                    <a:pt x="72" y="6"/>
                  </a:cubicBezTo>
                  <a:cubicBezTo>
                    <a:pt x="72" y="5"/>
                    <a:pt x="73" y="4"/>
                    <a:pt x="73" y="3"/>
                  </a:cubicBezTo>
                  <a:lnTo>
                    <a:pt x="73" y="2"/>
                  </a:lnTo>
                  <a:lnTo>
                    <a:pt x="73" y="1"/>
                  </a:lnTo>
                  <a:cubicBezTo>
                    <a:pt x="73" y="1"/>
                    <a:pt x="72" y="2"/>
                    <a:pt x="72" y="1"/>
                  </a:cubicBezTo>
                  <a:cubicBezTo>
                    <a:pt x="71" y="0"/>
                    <a:pt x="72" y="0"/>
                    <a:pt x="72" y="0"/>
                  </a:cubicBezTo>
                  <a:cubicBezTo>
                    <a:pt x="71" y="0"/>
                    <a:pt x="71" y="0"/>
                    <a:pt x="71" y="1"/>
                  </a:cubicBezTo>
                  <a:cubicBezTo>
                    <a:pt x="70" y="2"/>
                    <a:pt x="70" y="1"/>
                    <a:pt x="70" y="1"/>
                  </a:cubicBezTo>
                  <a:cubicBezTo>
                    <a:pt x="56" y="18"/>
                    <a:pt x="45" y="37"/>
                    <a:pt x="31" y="53"/>
                  </a:cubicBezTo>
                  <a:cubicBezTo>
                    <a:pt x="22" y="61"/>
                    <a:pt x="15" y="71"/>
                    <a:pt x="9" y="82"/>
                  </a:cubicBezTo>
                  <a:cubicBezTo>
                    <a:pt x="6" y="86"/>
                    <a:pt x="4" y="91"/>
                    <a:pt x="2" y="95"/>
                  </a:cubicBezTo>
                  <a:cubicBezTo>
                    <a:pt x="0" y="100"/>
                    <a:pt x="3" y="97"/>
                    <a:pt x="3"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2"/>
            <p:cNvSpPr/>
            <p:nvPr/>
          </p:nvSpPr>
          <p:spPr>
            <a:xfrm>
              <a:off x="8150400" y="3530160"/>
              <a:ext cx="23040" cy="28440"/>
            </a:xfrm>
            <a:custGeom>
              <a:rect b="b" l="l" r="r" t="t"/>
              <a:pathLst>
                <a:path extrusionOk="0" h="79" w="64">
                  <a:moveTo>
                    <a:pt x="60" y="1"/>
                  </a:moveTo>
                  <a:cubicBezTo>
                    <a:pt x="58" y="5"/>
                    <a:pt x="57" y="9"/>
                    <a:pt x="55" y="12"/>
                  </a:cubicBezTo>
                  <a:cubicBezTo>
                    <a:pt x="49" y="23"/>
                    <a:pt x="41" y="32"/>
                    <a:pt x="31" y="41"/>
                  </a:cubicBezTo>
                  <a:cubicBezTo>
                    <a:pt x="19" y="50"/>
                    <a:pt x="8" y="62"/>
                    <a:pt x="0" y="76"/>
                  </a:cubicBezTo>
                  <a:cubicBezTo>
                    <a:pt x="0" y="77"/>
                    <a:pt x="0" y="77"/>
                    <a:pt x="0" y="77"/>
                  </a:cubicBezTo>
                  <a:cubicBezTo>
                    <a:pt x="0" y="78"/>
                    <a:pt x="1" y="78"/>
                    <a:pt x="1" y="78"/>
                  </a:cubicBezTo>
                  <a:lnTo>
                    <a:pt x="2" y="78"/>
                  </a:lnTo>
                  <a:lnTo>
                    <a:pt x="3" y="78"/>
                  </a:lnTo>
                  <a:cubicBezTo>
                    <a:pt x="3" y="78"/>
                    <a:pt x="4" y="78"/>
                    <a:pt x="5" y="77"/>
                  </a:cubicBezTo>
                  <a:cubicBezTo>
                    <a:pt x="18" y="70"/>
                    <a:pt x="29" y="59"/>
                    <a:pt x="38" y="46"/>
                  </a:cubicBezTo>
                  <a:cubicBezTo>
                    <a:pt x="43" y="40"/>
                    <a:pt x="48" y="34"/>
                    <a:pt x="52" y="26"/>
                  </a:cubicBezTo>
                  <a:cubicBezTo>
                    <a:pt x="56" y="19"/>
                    <a:pt x="60" y="11"/>
                    <a:pt x="62" y="3"/>
                  </a:cubicBezTo>
                  <a:cubicBezTo>
                    <a:pt x="63" y="1"/>
                    <a:pt x="61" y="0"/>
                    <a:pt x="6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2"/>
            <p:cNvSpPr/>
            <p:nvPr/>
          </p:nvSpPr>
          <p:spPr>
            <a:xfrm>
              <a:off x="7942320" y="3526560"/>
              <a:ext cx="201960" cy="348480"/>
            </a:xfrm>
            <a:custGeom>
              <a:rect b="b" l="l" r="r" t="t"/>
              <a:pathLst>
                <a:path extrusionOk="0" h="968" w="561">
                  <a:moveTo>
                    <a:pt x="224" y="501"/>
                  </a:moveTo>
                  <a:cubicBezTo>
                    <a:pt x="207" y="536"/>
                    <a:pt x="194" y="573"/>
                    <a:pt x="184" y="611"/>
                  </a:cubicBezTo>
                  <a:cubicBezTo>
                    <a:pt x="169" y="659"/>
                    <a:pt x="150" y="705"/>
                    <a:pt x="129" y="751"/>
                  </a:cubicBezTo>
                  <a:cubicBezTo>
                    <a:pt x="118" y="772"/>
                    <a:pt x="108" y="792"/>
                    <a:pt x="95" y="813"/>
                  </a:cubicBezTo>
                  <a:cubicBezTo>
                    <a:pt x="73" y="852"/>
                    <a:pt x="48" y="891"/>
                    <a:pt x="21" y="928"/>
                  </a:cubicBezTo>
                  <a:cubicBezTo>
                    <a:pt x="17" y="932"/>
                    <a:pt x="13" y="935"/>
                    <a:pt x="10" y="941"/>
                  </a:cubicBezTo>
                  <a:cubicBezTo>
                    <a:pt x="8" y="944"/>
                    <a:pt x="6" y="950"/>
                    <a:pt x="5" y="954"/>
                  </a:cubicBezTo>
                  <a:lnTo>
                    <a:pt x="2" y="959"/>
                  </a:lnTo>
                  <a:cubicBezTo>
                    <a:pt x="0" y="963"/>
                    <a:pt x="5" y="967"/>
                    <a:pt x="8" y="963"/>
                  </a:cubicBezTo>
                  <a:cubicBezTo>
                    <a:pt x="16" y="954"/>
                    <a:pt x="25" y="944"/>
                    <a:pt x="33" y="934"/>
                  </a:cubicBezTo>
                  <a:cubicBezTo>
                    <a:pt x="50" y="921"/>
                    <a:pt x="65" y="904"/>
                    <a:pt x="80" y="889"/>
                  </a:cubicBezTo>
                  <a:cubicBezTo>
                    <a:pt x="104" y="868"/>
                    <a:pt x="124" y="844"/>
                    <a:pt x="140" y="816"/>
                  </a:cubicBezTo>
                  <a:cubicBezTo>
                    <a:pt x="141" y="815"/>
                    <a:pt x="142" y="813"/>
                    <a:pt x="143" y="812"/>
                  </a:cubicBezTo>
                  <a:cubicBezTo>
                    <a:pt x="162" y="776"/>
                    <a:pt x="179" y="740"/>
                    <a:pt x="195" y="702"/>
                  </a:cubicBezTo>
                  <a:cubicBezTo>
                    <a:pt x="209" y="663"/>
                    <a:pt x="239" y="628"/>
                    <a:pt x="247" y="588"/>
                  </a:cubicBezTo>
                  <a:lnTo>
                    <a:pt x="245" y="588"/>
                  </a:lnTo>
                  <a:cubicBezTo>
                    <a:pt x="238" y="610"/>
                    <a:pt x="228" y="631"/>
                    <a:pt x="215" y="653"/>
                  </a:cubicBezTo>
                  <a:cubicBezTo>
                    <a:pt x="209" y="663"/>
                    <a:pt x="202" y="674"/>
                    <a:pt x="195" y="685"/>
                  </a:cubicBezTo>
                  <a:cubicBezTo>
                    <a:pt x="189" y="694"/>
                    <a:pt x="183" y="703"/>
                    <a:pt x="177" y="714"/>
                  </a:cubicBezTo>
                  <a:cubicBezTo>
                    <a:pt x="165" y="735"/>
                    <a:pt x="153" y="758"/>
                    <a:pt x="143" y="780"/>
                  </a:cubicBezTo>
                  <a:cubicBezTo>
                    <a:pt x="139" y="788"/>
                    <a:pt x="136" y="795"/>
                    <a:pt x="131" y="803"/>
                  </a:cubicBezTo>
                  <a:cubicBezTo>
                    <a:pt x="118" y="827"/>
                    <a:pt x="100" y="850"/>
                    <a:pt x="80" y="871"/>
                  </a:cubicBezTo>
                  <a:cubicBezTo>
                    <a:pt x="88" y="858"/>
                    <a:pt x="97" y="845"/>
                    <a:pt x="104" y="832"/>
                  </a:cubicBezTo>
                  <a:cubicBezTo>
                    <a:pt x="113" y="816"/>
                    <a:pt x="122" y="800"/>
                    <a:pt x="129" y="783"/>
                  </a:cubicBezTo>
                  <a:cubicBezTo>
                    <a:pt x="145" y="742"/>
                    <a:pt x="166" y="701"/>
                    <a:pt x="183" y="660"/>
                  </a:cubicBezTo>
                  <a:cubicBezTo>
                    <a:pt x="200" y="619"/>
                    <a:pt x="209" y="575"/>
                    <a:pt x="224" y="533"/>
                  </a:cubicBezTo>
                  <a:cubicBezTo>
                    <a:pt x="252" y="454"/>
                    <a:pt x="302" y="393"/>
                    <a:pt x="349" y="327"/>
                  </a:cubicBezTo>
                  <a:cubicBezTo>
                    <a:pt x="408" y="245"/>
                    <a:pt x="496" y="188"/>
                    <a:pt x="557" y="108"/>
                  </a:cubicBezTo>
                  <a:cubicBezTo>
                    <a:pt x="559" y="105"/>
                    <a:pt x="556" y="102"/>
                    <a:pt x="554" y="104"/>
                  </a:cubicBezTo>
                  <a:cubicBezTo>
                    <a:pt x="516" y="142"/>
                    <a:pt x="477" y="178"/>
                    <a:pt x="436" y="212"/>
                  </a:cubicBezTo>
                  <a:cubicBezTo>
                    <a:pt x="405" y="237"/>
                    <a:pt x="378" y="265"/>
                    <a:pt x="354" y="296"/>
                  </a:cubicBezTo>
                  <a:cubicBezTo>
                    <a:pt x="351" y="301"/>
                    <a:pt x="348" y="305"/>
                    <a:pt x="344" y="310"/>
                  </a:cubicBezTo>
                  <a:cubicBezTo>
                    <a:pt x="284" y="360"/>
                    <a:pt x="232" y="420"/>
                    <a:pt x="193" y="489"/>
                  </a:cubicBezTo>
                  <a:cubicBezTo>
                    <a:pt x="189" y="496"/>
                    <a:pt x="185" y="503"/>
                    <a:pt x="181" y="510"/>
                  </a:cubicBezTo>
                  <a:cubicBezTo>
                    <a:pt x="160" y="551"/>
                    <a:pt x="140" y="590"/>
                    <a:pt x="116" y="630"/>
                  </a:cubicBezTo>
                  <a:cubicBezTo>
                    <a:pt x="125" y="612"/>
                    <a:pt x="133" y="594"/>
                    <a:pt x="140" y="576"/>
                  </a:cubicBezTo>
                  <a:cubicBezTo>
                    <a:pt x="161" y="502"/>
                    <a:pt x="189" y="431"/>
                    <a:pt x="221" y="362"/>
                  </a:cubicBezTo>
                  <a:cubicBezTo>
                    <a:pt x="290" y="214"/>
                    <a:pt x="447" y="120"/>
                    <a:pt x="558" y="6"/>
                  </a:cubicBezTo>
                  <a:cubicBezTo>
                    <a:pt x="560" y="3"/>
                    <a:pt x="557" y="0"/>
                    <a:pt x="555" y="2"/>
                  </a:cubicBezTo>
                  <a:cubicBezTo>
                    <a:pt x="498" y="57"/>
                    <a:pt x="435" y="109"/>
                    <a:pt x="373" y="160"/>
                  </a:cubicBezTo>
                  <a:cubicBezTo>
                    <a:pt x="317" y="205"/>
                    <a:pt x="253" y="263"/>
                    <a:pt x="217" y="326"/>
                  </a:cubicBezTo>
                  <a:cubicBezTo>
                    <a:pt x="202" y="355"/>
                    <a:pt x="189" y="386"/>
                    <a:pt x="178" y="417"/>
                  </a:cubicBezTo>
                  <a:cubicBezTo>
                    <a:pt x="163" y="447"/>
                    <a:pt x="151" y="479"/>
                    <a:pt x="141" y="511"/>
                  </a:cubicBezTo>
                  <a:cubicBezTo>
                    <a:pt x="133" y="552"/>
                    <a:pt x="119" y="591"/>
                    <a:pt x="101" y="628"/>
                  </a:cubicBezTo>
                  <a:cubicBezTo>
                    <a:pt x="93" y="647"/>
                    <a:pt x="87" y="668"/>
                    <a:pt x="85" y="688"/>
                  </a:cubicBezTo>
                  <a:cubicBezTo>
                    <a:pt x="75" y="708"/>
                    <a:pt x="70" y="729"/>
                    <a:pt x="69" y="750"/>
                  </a:cubicBezTo>
                  <a:cubicBezTo>
                    <a:pt x="69" y="755"/>
                    <a:pt x="77" y="759"/>
                    <a:pt x="79" y="753"/>
                  </a:cubicBezTo>
                  <a:cubicBezTo>
                    <a:pt x="90" y="732"/>
                    <a:pt x="96" y="709"/>
                    <a:pt x="99" y="685"/>
                  </a:cubicBezTo>
                  <a:cubicBezTo>
                    <a:pt x="100" y="681"/>
                    <a:pt x="101" y="676"/>
                    <a:pt x="102" y="671"/>
                  </a:cubicBezTo>
                  <a:cubicBezTo>
                    <a:pt x="122" y="632"/>
                    <a:pt x="153" y="593"/>
                    <a:pt x="169" y="555"/>
                  </a:cubicBezTo>
                  <a:cubicBezTo>
                    <a:pt x="177" y="534"/>
                    <a:pt x="188" y="513"/>
                    <a:pt x="199" y="494"/>
                  </a:cubicBezTo>
                  <a:cubicBezTo>
                    <a:pt x="217" y="463"/>
                    <a:pt x="237" y="435"/>
                    <a:pt x="261" y="410"/>
                  </a:cubicBezTo>
                  <a:cubicBezTo>
                    <a:pt x="274" y="397"/>
                    <a:pt x="286" y="385"/>
                    <a:pt x="298" y="372"/>
                  </a:cubicBezTo>
                  <a:cubicBezTo>
                    <a:pt x="294" y="377"/>
                    <a:pt x="291" y="382"/>
                    <a:pt x="287" y="388"/>
                  </a:cubicBezTo>
                  <a:cubicBezTo>
                    <a:pt x="262" y="424"/>
                    <a:pt x="245" y="462"/>
                    <a:pt x="224" y="5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2"/>
            <p:cNvSpPr/>
            <p:nvPr/>
          </p:nvSpPr>
          <p:spPr>
            <a:xfrm>
              <a:off x="8040960" y="3582720"/>
              <a:ext cx="129600" cy="143640"/>
            </a:xfrm>
            <a:custGeom>
              <a:rect b="b" l="l" r="r" t="t"/>
              <a:pathLst>
                <a:path extrusionOk="0" h="399" w="360">
                  <a:moveTo>
                    <a:pt x="354" y="0"/>
                  </a:moveTo>
                  <a:cubicBezTo>
                    <a:pt x="343" y="6"/>
                    <a:pt x="332" y="12"/>
                    <a:pt x="321" y="19"/>
                  </a:cubicBezTo>
                  <a:cubicBezTo>
                    <a:pt x="286" y="39"/>
                    <a:pt x="252" y="61"/>
                    <a:pt x="219" y="84"/>
                  </a:cubicBezTo>
                  <a:cubicBezTo>
                    <a:pt x="178" y="116"/>
                    <a:pt x="152" y="157"/>
                    <a:pt x="118" y="195"/>
                  </a:cubicBezTo>
                  <a:cubicBezTo>
                    <a:pt x="93" y="225"/>
                    <a:pt x="70" y="257"/>
                    <a:pt x="49" y="291"/>
                  </a:cubicBezTo>
                  <a:cubicBezTo>
                    <a:pt x="30" y="323"/>
                    <a:pt x="4" y="359"/>
                    <a:pt x="0" y="396"/>
                  </a:cubicBezTo>
                  <a:cubicBezTo>
                    <a:pt x="0" y="397"/>
                    <a:pt x="2" y="398"/>
                    <a:pt x="2" y="396"/>
                  </a:cubicBezTo>
                  <a:cubicBezTo>
                    <a:pt x="7" y="369"/>
                    <a:pt x="29" y="342"/>
                    <a:pt x="42" y="319"/>
                  </a:cubicBezTo>
                  <a:cubicBezTo>
                    <a:pt x="68" y="273"/>
                    <a:pt x="101" y="230"/>
                    <a:pt x="138" y="192"/>
                  </a:cubicBezTo>
                  <a:cubicBezTo>
                    <a:pt x="178" y="151"/>
                    <a:pt x="209" y="110"/>
                    <a:pt x="256" y="77"/>
                  </a:cubicBezTo>
                  <a:cubicBezTo>
                    <a:pt x="257" y="77"/>
                    <a:pt x="258" y="76"/>
                    <a:pt x="259" y="75"/>
                  </a:cubicBezTo>
                  <a:cubicBezTo>
                    <a:pt x="294" y="55"/>
                    <a:pt x="327" y="32"/>
                    <a:pt x="358" y="6"/>
                  </a:cubicBezTo>
                  <a:cubicBezTo>
                    <a:pt x="358" y="5"/>
                    <a:pt x="358" y="4"/>
                    <a:pt x="358" y="4"/>
                  </a:cubicBezTo>
                  <a:cubicBezTo>
                    <a:pt x="358" y="3"/>
                    <a:pt x="359" y="3"/>
                    <a:pt x="358" y="2"/>
                  </a:cubicBezTo>
                  <a:cubicBezTo>
                    <a:pt x="357" y="1"/>
                    <a:pt x="357" y="2"/>
                    <a:pt x="356" y="1"/>
                  </a:cubicBezTo>
                  <a:cubicBezTo>
                    <a:pt x="355" y="0"/>
                    <a:pt x="355" y="0"/>
                    <a:pt x="355" y="0"/>
                  </a:cubicBezTo>
                  <a:cubicBezTo>
                    <a:pt x="354" y="0"/>
                    <a:pt x="354" y="0"/>
                    <a:pt x="35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2"/>
            <p:cNvSpPr/>
            <p:nvPr/>
          </p:nvSpPr>
          <p:spPr>
            <a:xfrm>
              <a:off x="8196480" y="3475440"/>
              <a:ext cx="58320" cy="109800"/>
            </a:xfrm>
            <a:custGeom>
              <a:rect b="b" l="l" r="r" t="t"/>
              <a:pathLst>
                <a:path extrusionOk="0" h="305" w="162">
                  <a:moveTo>
                    <a:pt x="3" y="302"/>
                  </a:moveTo>
                  <a:cubicBezTo>
                    <a:pt x="25" y="279"/>
                    <a:pt x="44" y="253"/>
                    <a:pt x="60" y="225"/>
                  </a:cubicBezTo>
                  <a:cubicBezTo>
                    <a:pt x="67" y="212"/>
                    <a:pt x="74" y="199"/>
                    <a:pt x="81" y="184"/>
                  </a:cubicBezTo>
                  <a:cubicBezTo>
                    <a:pt x="112" y="126"/>
                    <a:pt x="139" y="65"/>
                    <a:pt x="161" y="3"/>
                  </a:cubicBezTo>
                  <a:lnTo>
                    <a:pt x="161" y="2"/>
                  </a:lnTo>
                  <a:lnTo>
                    <a:pt x="161" y="1"/>
                  </a:lnTo>
                  <a:lnTo>
                    <a:pt x="160" y="1"/>
                  </a:lnTo>
                  <a:cubicBezTo>
                    <a:pt x="160" y="0"/>
                    <a:pt x="159" y="0"/>
                    <a:pt x="159" y="0"/>
                  </a:cubicBezTo>
                  <a:lnTo>
                    <a:pt x="158" y="1"/>
                  </a:lnTo>
                  <a:cubicBezTo>
                    <a:pt x="157" y="1"/>
                    <a:pt x="157" y="2"/>
                    <a:pt x="157" y="2"/>
                  </a:cubicBezTo>
                  <a:cubicBezTo>
                    <a:pt x="138" y="54"/>
                    <a:pt x="115" y="105"/>
                    <a:pt x="89" y="154"/>
                  </a:cubicBezTo>
                  <a:cubicBezTo>
                    <a:pt x="60" y="202"/>
                    <a:pt x="39" y="261"/>
                    <a:pt x="1" y="301"/>
                  </a:cubicBezTo>
                  <a:cubicBezTo>
                    <a:pt x="0" y="301"/>
                    <a:pt x="2" y="304"/>
                    <a:pt x="3" y="3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2"/>
            <p:cNvSpPr/>
            <p:nvPr/>
          </p:nvSpPr>
          <p:spPr>
            <a:xfrm>
              <a:off x="8126280" y="3669840"/>
              <a:ext cx="54360" cy="61920"/>
            </a:xfrm>
            <a:custGeom>
              <a:rect b="b" l="l" r="r" t="t"/>
              <a:pathLst>
                <a:path extrusionOk="0" h="172" w="151">
                  <a:moveTo>
                    <a:pt x="147" y="1"/>
                  </a:moveTo>
                  <a:cubicBezTo>
                    <a:pt x="119" y="23"/>
                    <a:pt x="101" y="54"/>
                    <a:pt x="78" y="81"/>
                  </a:cubicBezTo>
                  <a:cubicBezTo>
                    <a:pt x="55" y="109"/>
                    <a:pt x="24" y="138"/>
                    <a:pt x="0" y="168"/>
                  </a:cubicBezTo>
                  <a:cubicBezTo>
                    <a:pt x="0" y="169"/>
                    <a:pt x="0" y="171"/>
                    <a:pt x="1" y="170"/>
                  </a:cubicBezTo>
                  <a:cubicBezTo>
                    <a:pt x="29" y="148"/>
                    <a:pt x="54" y="123"/>
                    <a:pt x="77" y="95"/>
                  </a:cubicBezTo>
                  <a:cubicBezTo>
                    <a:pt x="102" y="66"/>
                    <a:pt x="121" y="30"/>
                    <a:pt x="149" y="4"/>
                  </a:cubicBezTo>
                  <a:cubicBezTo>
                    <a:pt x="150" y="2"/>
                    <a:pt x="148" y="0"/>
                    <a:pt x="1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2"/>
            <p:cNvSpPr/>
            <p:nvPr/>
          </p:nvSpPr>
          <p:spPr>
            <a:xfrm>
              <a:off x="7949880" y="3569760"/>
              <a:ext cx="281160" cy="315360"/>
            </a:xfrm>
            <a:custGeom>
              <a:rect b="b" l="l" r="r" t="t"/>
              <a:pathLst>
                <a:path extrusionOk="0" h="876" w="781">
                  <a:moveTo>
                    <a:pt x="15" y="867"/>
                  </a:moveTo>
                  <a:cubicBezTo>
                    <a:pt x="32" y="835"/>
                    <a:pt x="88" y="817"/>
                    <a:pt x="117" y="795"/>
                  </a:cubicBezTo>
                  <a:cubicBezTo>
                    <a:pt x="161" y="762"/>
                    <a:pt x="196" y="720"/>
                    <a:pt x="243" y="689"/>
                  </a:cubicBezTo>
                  <a:cubicBezTo>
                    <a:pt x="282" y="664"/>
                    <a:pt x="315" y="627"/>
                    <a:pt x="352" y="598"/>
                  </a:cubicBezTo>
                  <a:cubicBezTo>
                    <a:pt x="385" y="572"/>
                    <a:pt x="406" y="533"/>
                    <a:pt x="439" y="508"/>
                  </a:cubicBezTo>
                  <a:cubicBezTo>
                    <a:pt x="441" y="506"/>
                    <a:pt x="439" y="503"/>
                    <a:pt x="436" y="504"/>
                  </a:cubicBezTo>
                  <a:cubicBezTo>
                    <a:pt x="402" y="528"/>
                    <a:pt x="379" y="563"/>
                    <a:pt x="346" y="589"/>
                  </a:cubicBezTo>
                  <a:cubicBezTo>
                    <a:pt x="300" y="624"/>
                    <a:pt x="256" y="661"/>
                    <a:pt x="209" y="695"/>
                  </a:cubicBezTo>
                  <a:cubicBezTo>
                    <a:pt x="170" y="723"/>
                    <a:pt x="138" y="763"/>
                    <a:pt x="99" y="793"/>
                  </a:cubicBezTo>
                  <a:cubicBezTo>
                    <a:pt x="93" y="797"/>
                    <a:pt x="86" y="802"/>
                    <a:pt x="80" y="805"/>
                  </a:cubicBezTo>
                  <a:cubicBezTo>
                    <a:pt x="70" y="811"/>
                    <a:pt x="60" y="816"/>
                    <a:pt x="49" y="820"/>
                  </a:cubicBezTo>
                  <a:cubicBezTo>
                    <a:pt x="51" y="818"/>
                    <a:pt x="53" y="816"/>
                    <a:pt x="55" y="813"/>
                  </a:cubicBezTo>
                  <a:cubicBezTo>
                    <a:pt x="69" y="790"/>
                    <a:pt x="86" y="768"/>
                    <a:pt x="105" y="748"/>
                  </a:cubicBezTo>
                  <a:cubicBezTo>
                    <a:pt x="110" y="743"/>
                    <a:pt x="115" y="739"/>
                    <a:pt x="121" y="734"/>
                  </a:cubicBezTo>
                  <a:cubicBezTo>
                    <a:pt x="121" y="735"/>
                    <a:pt x="121" y="735"/>
                    <a:pt x="122" y="735"/>
                  </a:cubicBezTo>
                  <a:lnTo>
                    <a:pt x="123" y="735"/>
                  </a:lnTo>
                  <a:cubicBezTo>
                    <a:pt x="132" y="734"/>
                    <a:pt x="135" y="725"/>
                    <a:pt x="139" y="716"/>
                  </a:cubicBezTo>
                  <a:cubicBezTo>
                    <a:pt x="148" y="707"/>
                    <a:pt x="155" y="697"/>
                    <a:pt x="162" y="687"/>
                  </a:cubicBezTo>
                  <a:cubicBezTo>
                    <a:pt x="177" y="684"/>
                    <a:pt x="185" y="671"/>
                    <a:pt x="197" y="660"/>
                  </a:cubicBezTo>
                  <a:cubicBezTo>
                    <a:pt x="231" y="626"/>
                    <a:pt x="272" y="595"/>
                    <a:pt x="310" y="563"/>
                  </a:cubicBezTo>
                  <a:cubicBezTo>
                    <a:pt x="337" y="540"/>
                    <a:pt x="359" y="509"/>
                    <a:pt x="388" y="485"/>
                  </a:cubicBezTo>
                  <a:cubicBezTo>
                    <a:pt x="416" y="462"/>
                    <a:pt x="442" y="436"/>
                    <a:pt x="466" y="408"/>
                  </a:cubicBezTo>
                  <a:cubicBezTo>
                    <a:pt x="523" y="339"/>
                    <a:pt x="579" y="270"/>
                    <a:pt x="636" y="201"/>
                  </a:cubicBezTo>
                  <a:cubicBezTo>
                    <a:pt x="664" y="166"/>
                    <a:pt x="684" y="124"/>
                    <a:pt x="715" y="93"/>
                  </a:cubicBezTo>
                  <a:cubicBezTo>
                    <a:pt x="736" y="72"/>
                    <a:pt x="754" y="49"/>
                    <a:pt x="769" y="24"/>
                  </a:cubicBezTo>
                  <a:cubicBezTo>
                    <a:pt x="772" y="18"/>
                    <a:pt x="776" y="11"/>
                    <a:pt x="779" y="5"/>
                  </a:cubicBezTo>
                  <a:cubicBezTo>
                    <a:pt x="780" y="2"/>
                    <a:pt x="776" y="0"/>
                    <a:pt x="774" y="3"/>
                  </a:cubicBezTo>
                  <a:cubicBezTo>
                    <a:pt x="773" y="5"/>
                    <a:pt x="772" y="7"/>
                    <a:pt x="770" y="10"/>
                  </a:cubicBezTo>
                  <a:cubicBezTo>
                    <a:pt x="754" y="39"/>
                    <a:pt x="734" y="65"/>
                    <a:pt x="710" y="89"/>
                  </a:cubicBezTo>
                  <a:cubicBezTo>
                    <a:pt x="686" y="120"/>
                    <a:pt x="665" y="153"/>
                    <a:pt x="641" y="184"/>
                  </a:cubicBezTo>
                  <a:cubicBezTo>
                    <a:pt x="590" y="251"/>
                    <a:pt x="531" y="313"/>
                    <a:pt x="479" y="380"/>
                  </a:cubicBezTo>
                  <a:cubicBezTo>
                    <a:pt x="430" y="442"/>
                    <a:pt x="361" y="486"/>
                    <a:pt x="309" y="545"/>
                  </a:cubicBezTo>
                  <a:cubicBezTo>
                    <a:pt x="294" y="559"/>
                    <a:pt x="278" y="571"/>
                    <a:pt x="260" y="583"/>
                  </a:cubicBezTo>
                  <a:cubicBezTo>
                    <a:pt x="246" y="594"/>
                    <a:pt x="234" y="610"/>
                    <a:pt x="221" y="622"/>
                  </a:cubicBezTo>
                  <a:cubicBezTo>
                    <a:pt x="207" y="635"/>
                    <a:pt x="194" y="642"/>
                    <a:pt x="182" y="654"/>
                  </a:cubicBezTo>
                  <a:cubicBezTo>
                    <a:pt x="178" y="658"/>
                    <a:pt x="174" y="663"/>
                    <a:pt x="170" y="668"/>
                  </a:cubicBezTo>
                  <a:lnTo>
                    <a:pt x="170" y="667"/>
                  </a:lnTo>
                  <a:lnTo>
                    <a:pt x="169" y="666"/>
                  </a:lnTo>
                  <a:lnTo>
                    <a:pt x="168" y="666"/>
                  </a:lnTo>
                  <a:lnTo>
                    <a:pt x="167" y="666"/>
                  </a:lnTo>
                  <a:cubicBezTo>
                    <a:pt x="167" y="666"/>
                    <a:pt x="166" y="666"/>
                    <a:pt x="166" y="667"/>
                  </a:cubicBezTo>
                  <a:lnTo>
                    <a:pt x="165" y="668"/>
                  </a:lnTo>
                  <a:cubicBezTo>
                    <a:pt x="177" y="643"/>
                    <a:pt x="188" y="617"/>
                    <a:pt x="201" y="593"/>
                  </a:cubicBezTo>
                  <a:cubicBezTo>
                    <a:pt x="215" y="566"/>
                    <a:pt x="238" y="540"/>
                    <a:pt x="253" y="513"/>
                  </a:cubicBezTo>
                  <a:cubicBezTo>
                    <a:pt x="273" y="480"/>
                    <a:pt x="296" y="449"/>
                    <a:pt x="321" y="420"/>
                  </a:cubicBezTo>
                  <a:cubicBezTo>
                    <a:pt x="373" y="355"/>
                    <a:pt x="432" y="295"/>
                    <a:pt x="496" y="241"/>
                  </a:cubicBezTo>
                  <a:cubicBezTo>
                    <a:pt x="553" y="195"/>
                    <a:pt x="614" y="143"/>
                    <a:pt x="651" y="78"/>
                  </a:cubicBezTo>
                  <a:cubicBezTo>
                    <a:pt x="651" y="77"/>
                    <a:pt x="651" y="76"/>
                    <a:pt x="649" y="77"/>
                  </a:cubicBezTo>
                  <a:cubicBezTo>
                    <a:pt x="535" y="187"/>
                    <a:pt x="409" y="284"/>
                    <a:pt x="311" y="410"/>
                  </a:cubicBezTo>
                  <a:cubicBezTo>
                    <a:pt x="274" y="456"/>
                    <a:pt x="245" y="504"/>
                    <a:pt x="212" y="553"/>
                  </a:cubicBezTo>
                  <a:cubicBezTo>
                    <a:pt x="198" y="572"/>
                    <a:pt x="184" y="592"/>
                    <a:pt x="172" y="613"/>
                  </a:cubicBezTo>
                  <a:cubicBezTo>
                    <a:pt x="170" y="616"/>
                    <a:pt x="169" y="619"/>
                    <a:pt x="167" y="621"/>
                  </a:cubicBezTo>
                  <a:cubicBezTo>
                    <a:pt x="164" y="629"/>
                    <a:pt x="151" y="668"/>
                    <a:pt x="139" y="697"/>
                  </a:cubicBezTo>
                  <a:cubicBezTo>
                    <a:pt x="118" y="720"/>
                    <a:pt x="94" y="741"/>
                    <a:pt x="73" y="764"/>
                  </a:cubicBezTo>
                  <a:cubicBezTo>
                    <a:pt x="48" y="792"/>
                    <a:pt x="16" y="825"/>
                    <a:pt x="4" y="861"/>
                  </a:cubicBezTo>
                  <a:cubicBezTo>
                    <a:pt x="0" y="869"/>
                    <a:pt x="12" y="875"/>
                    <a:pt x="15" y="8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2"/>
            <p:cNvSpPr/>
            <p:nvPr/>
          </p:nvSpPr>
          <p:spPr>
            <a:xfrm>
              <a:off x="8132760" y="3385440"/>
              <a:ext cx="20520" cy="36720"/>
            </a:xfrm>
            <a:custGeom>
              <a:rect b="b" l="l" r="r" t="t"/>
              <a:pathLst>
                <a:path extrusionOk="0" h="102" w="57">
                  <a:moveTo>
                    <a:pt x="50" y="1"/>
                  </a:moveTo>
                  <a:cubicBezTo>
                    <a:pt x="48" y="16"/>
                    <a:pt x="43" y="30"/>
                    <a:pt x="35" y="43"/>
                  </a:cubicBezTo>
                  <a:cubicBezTo>
                    <a:pt x="35" y="44"/>
                    <a:pt x="34" y="45"/>
                    <a:pt x="34" y="46"/>
                  </a:cubicBezTo>
                  <a:cubicBezTo>
                    <a:pt x="31" y="54"/>
                    <a:pt x="27" y="62"/>
                    <a:pt x="23" y="70"/>
                  </a:cubicBezTo>
                  <a:cubicBezTo>
                    <a:pt x="17" y="80"/>
                    <a:pt x="9" y="89"/>
                    <a:pt x="1" y="98"/>
                  </a:cubicBezTo>
                  <a:lnTo>
                    <a:pt x="0" y="98"/>
                  </a:lnTo>
                  <a:cubicBezTo>
                    <a:pt x="0" y="99"/>
                    <a:pt x="0" y="99"/>
                    <a:pt x="0" y="99"/>
                  </a:cubicBezTo>
                  <a:lnTo>
                    <a:pt x="0" y="100"/>
                  </a:lnTo>
                  <a:cubicBezTo>
                    <a:pt x="0" y="100"/>
                    <a:pt x="1" y="100"/>
                    <a:pt x="1" y="101"/>
                  </a:cubicBezTo>
                  <a:lnTo>
                    <a:pt x="2" y="101"/>
                  </a:lnTo>
                  <a:cubicBezTo>
                    <a:pt x="20" y="99"/>
                    <a:pt x="30" y="72"/>
                    <a:pt x="36" y="59"/>
                  </a:cubicBezTo>
                  <a:cubicBezTo>
                    <a:pt x="44" y="41"/>
                    <a:pt x="56" y="20"/>
                    <a:pt x="53" y="1"/>
                  </a:cubicBezTo>
                  <a:lnTo>
                    <a:pt x="53" y="0"/>
                  </a:lnTo>
                  <a:cubicBezTo>
                    <a:pt x="52" y="0"/>
                    <a:pt x="52" y="0"/>
                    <a:pt x="52" y="0"/>
                  </a:cubicBezTo>
                  <a:lnTo>
                    <a:pt x="51" y="0"/>
                  </a:lnTo>
                  <a:lnTo>
                    <a:pt x="50" y="0"/>
                  </a:lnTo>
                  <a:cubicBezTo>
                    <a:pt x="50" y="1"/>
                    <a:pt x="50" y="1"/>
                    <a:pt x="5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2"/>
            <p:cNvSpPr/>
            <p:nvPr/>
          </p:nvSpPr>
          <p:spPr>
            <a:xfrm>
              <a:off x="8326440" y="3516480"/>
              <a:ext cx="10080" cy="47520"/>
            </a:xfrm>
            <a:custGeom>
              <a:rect b="b" l="l" r="r" t="t"/>
              <a:pathLst>
                <a:path extrusionOk="0" h="132" w="28">
                  <a:moveTo>
                    <a:pt x="0" y="0"/>
                  </a:moveTo>
                  <a:cubicBezTo>
                    <a:pt x="0" y="43"/>
                    <a:pt x="16" y="87"/>
                    <a:pt x="23" y="129"/>
                  </a:cubicBezTo>
                  <a:cubicBezTo>
                    <a:pt x="23" y="131"/>
                    <a:pt x="27" y="131"/>
                    <a:pt x="27" y="129"/>
                  </a:cubicBezTo>
                  <a:cubicBezTo>
                    <a:pt x="27" y="126"/>
                    <a:pt x="27" y="124"/>
                    <a:pt x="27" y="122"/>
                  </a:cubicBezTo>
                  <a:cubicBezTo>
                    <a:pt x="27" y="101"/>
                    <a:pt x="24" y="81"/>
                    <a:pt x="16" y="63"/>
                  </a:cubicBezTo>
                  <a:cubicBezTo>
                    <a:pt x="9" y="42"/>
                    <a:pt x="4"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2"/>
            <p:cNvSpPr/>
            <p:nvPr/>
          </p:nvSpPr>
          <p:spPr>
            <a:xfrm>
              <a:off x="8337600" y="3593520"/>
              <a:ext cx="6840" cy="33120"/>
            </a:xfrm>
            <a:custGeom>
              <a:rect b="b" l="l" r="r" t="t"/>
              <a:pathLst>
                <a:path extrusionOk="0" h="92" w="19">
                  <a:moveTo>
                    <a:pt x="5" y="4"/>
                  </a:moveTo>
                  <a:cubicBezTo>
                    <a:pt x="5" y="1"/>
                    <a:pt x="1" y="0"/>
                    <a:pt x="1" y="4"/>
                  </a:cubicBezTo>
                  <a:cubicBezTo>
                    <a:pt x="0" y="5"/>
                    <a:pt x="0" y="6"/>
                    <a:pt x="0" y="8"/>
                  </a:cubicBezTo>
                  <a:cubicBezTo>
                    <a:pt x="0" y="10"/>
                    <a:pt x="0" y="11"/>
                    <a:pt x="1" y="12"/>
                  </a:cubicBezTo>
                  <a:cubicBezTo>
                    <a:pt x="7" y="23"/>
                    <a:pt x="2" y="29"/>
                    <a:pt x="3" y="39"/>
                  </a:cubicBezTo>
                  <a:cubicBezTo>
                    <a:pt x="4" y="45"/>
                    <a:pt x="5" y="51"/>
                    <a:pt x="8" y="56"/>
                  </a:cubicBezTo>
                  <a:cubicBezTo>
                    <a:pt x="11" y="66"/>
                    <a:pt x="6" y="78"/>
                    <a:pt x="10" y="88"/>
                  </a:cubicBezTo>
                  <a:cubicBezTo>
                    <a:pt x="10" y="90"/>
                    <a:pt x="14" y="91"/>
                    <a:pt x="15" y="88"/>
                  </a:cubicBezTo>
                  <a:cubicBezTo>
                    <a:pt x="17" y="82"/>
                    <a:pt x="18" y="75"/>
                    <a:pt x="18" y="69"/>
                  </a:cubicBezTo>
                  <a:cubicBezTo>
                    <a:pt x="18" y="62"/>
                    <a:pt x="17" y="55"/>
                    <a:pt x="15" y="49"/>
                  </a:cubicBezTo>
                  <a:cubicBezTo>
                    <a:pt x="12" y="38"/>
                    <a:pt x="11" y="28"/>
                    <a:pt x="11" y="17"/>
                  </a:cubicBezTo>
                  <a:cubicBezTo>
                    <a:pt x="11" y="12"/>
                    <a:pt x="5" y="11"/>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2"/>
            <p:cNvSpPr/>
            <p:nvPr/>
          </p:nvSpPr>
          <p:spPr>
            <a:xfrm>
              <a:off x="8334360" y="3636000"/>
              <a:ext cx="15480" cy="106560"/>
            </a:xfrm>
            <a:custGeom>
              <a:rect b="b" l="l" r="r" t="t"/>
              <a:pathLst>
                <a:path extrusionOk="0" h="296" w="43">
                  <a:moveTo>
                    <a:pt x="5" y="294"/>
                  </a:moveTo>
                  <a:cubicBezTo>
                    <a:pt x="27" y="264"/>
                    <a:pt x="16" y="227"/>
                    <a:pt x="32" y="196"/>
                  </a:cubicBezTo>
                  <a:cubicBezTo>
                    <a:pt x="42" y="178"/>
                    <a:pt x="31" y="137"/>
                    <a:pt x="31" y="117"/>
                  </a:cubicBezTo>
                  <a:cubicBezTo>
                    <a:pt x="31" y="79"/>
                    <a:pt x="31" y="41"/>
                    <a:pt x="29" y="3"/>
                  </a:cubicBezTo>
                  <a:cubicBezTo>
                    <a:pt x="29" y="0"/>
                    <a:pt x="25" y="0"/>
                    <a:pt x="25" y="3"/>
                  </a:cubicBezTo>
                  <a:cubicBezTo>
                    <a:pt x="23" y="58"/>
                    <a:pt x="21" y="114"/>
                    <a:pt x="23" y="169"/>
                  </a:cubicBezTo>
                  <a:cubicBezTo>
                    <a:pt x="25" y="208"/>
                    <a:pt x="4" y="253"/>
                    <a:pt x="0" y="293"/>
                  </a:cubicBezTo>
                  <a:lnTo>
                    <a:pt x="0" y="294"/>
                  </a:lnTo>
                  <a:lnTo>
                    <a:pt x="1" y="295"/>
                  </a:lnTo>
                  <a:lnTo>
                    <a:pt x="2" y="295"/>
                  </a:lnTo>
                  <a:cubicBezTo>
                    <a:pt x="3" y="295"/>
                    <a:pt x="3" y="295"/>
                    <a:pt x="4" y="295"/>
                  </a:cubicBezTo>
                  <a:lnTo>
                    <a:pt x="5" y="2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2"/>
            <p:cNvSpPr/>
            <p:nvPr/>
          </p:nvSpPr>
          <p:spPr>
            <a:xfrm>
              <a:off x="8364240" y="3634560"/>
              <a:ext cx="12960" cy="64080"/>
            </a:xfrm>
            <a:custGeom>
              <a:rect b="b" l="l" r="r" t="t"/>
              <a:pathLst>
                <a:path extrusionOk="0" h="178" w="36">
                  <a:moveTo>
                    <a:pt x="25" y="2"/>
                  </a:moveTo>
                  <a:lnTo>
                    <a:pt x="24" y="1"/>
                  </a:lnTo>
                  <a:cubicBezTo>
                    <a:pt x="23" y="0"/>
                    <a:pt x="23" y="0"/>
                    <a:pt x="23" y="0"/>
                  </a:cubicBezTo>
                  <a:cubicBezTo>
                    <a:pt x="22" y="0"/>
                    <a:pt x="23" y="0"/>
                    <a:pt x="22" y="1"/>
                  </a:cubicBezTo>
                  <a:cubicBezTo>
                    <a:pt x="21" y="2"/>
                    <a:pt x="21" y="1"/>
                    <a:pt x="21" y="1"/>
                  </a:cubicBezTo>
                  <a:cubicBezTo>
                    <a:pt x="21" y="2"/>
                    <a:pt x="21" y="2"/>
                    <a:pt x="21" y="2"/>
                  </a:cubicBezTo>
                  <a:cubicBezTo>
                    <a:pt x="21" y="32"/>
                    <a:pt x="19" y="62"/>
                    <a:pt x="17" y="92"/>
                  </a:cubicBezTo>
                  <a:cubicBezTo>
                    <a:pt x="17" y="102"/>
                    <a:pt x="9" y="167"/>
                    <a:pt x="1" y="171"/>
                  </a:cubicBezTo>
                  <a:cubicBezTo>
                    <a:pt x="1" y="171"/>
                    <a:pt x="0" y="171"/>
                    <a:pt x="0" y="172"/>
                  </a:cubicBezTo>
                  <a:lnTo>
                    <a:pt x="0" y="173"/>
                  </a:lnTo>
                  <a:cubicBezTo>
                    <a:pt x="0" y="174"/>
                    <a:pt x="0" y="175"/>
                    <a:pt x="0" y="175"/>
                  </a:cubicBezTo>
                  <a:cubicBezTo>
                    <a:pt x="0" y="176"/>
                    <a:pt x="1" y="176"/>
                    <a:pt x="1" y="176"/>
                  </a:cubicBezTo>
                  <a:cubicBezTo>
                    <a:pt x="2" y="177"/>
                    <a:pt x="2" y="177"/>
                    <a:pt x="3" y="177"/>
                  </a:cubicBezTo>
                  <a:lnTo>
                    <a:pt x="7" y="177"/>
                  </a:lnTo>
                  <a:cubicBezTo>
                    <a:pt x="8" y="177"/>
                    <a:pt x="8" y="177"/>
                    <a:pt x="9" y="176"/>
                  </a:cubicBezTo>
                  <a:cubicBezTo>
                    <a:pt x="10" y="175"/>
                    <a:pt x="11" y="175"/>
                    <a:pt x="11" y="175"/>
                  </a:cubicBezTo>
                  <a:cubicBezTo>
                    <a:pt x="11" y="174"/>
                    <a:pt x="11" y="174"/>
                    <a:pt x="11" y="174"/>
                  </a:cubicBezTo>
                  <a:cubicBezTo>
                    <a:pt x="35" y="122"/>
                    <a:pt x="26" y="58"/>
                    <a:pt x="2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2"/>
            <p:cNvSpPr/>
            <p:nvPr/>
          </p:nvSpPr>
          <p:spPr>
            <a:xfrm>
              <a:off x="8347320" y="3734280"/>
              <a:ext cx="11520" cy="47160"/>
            </a:xfrm>
            <a:custGeom>
              <a:rect b="b" l="l" r="r" t="t"/>
              <a:pathLst>
                <a:path extrusionOk="0" h="131" w="32">
                  <a:moveTo>
                    <a:pt x="31" y="0"/>
                  </a:moveTo>
                  <a:lnTo>
                    <a:pt x="30" y="0"/>
                  </a:lnTo>
                  <a:cubicBezTo>
                    <a:pt x="26" y="27"/>
                    <a:pt x="19" y="54"/>
                    <a:pt x="10" y="80"/>
                  </a:cubicBezTo>
                  <a:cubicBezTo>
                    <a:pt x="3" y="93"/>
                    <a:pt x="0" y="109"/>
                    <a:pt x="0" y="124"/>
                  </a:cubicBezTo>
                  <a:cubicBezTo>
                    <a:pt x="0" y="125"/>
                    <a:pt x="0" y="127"/>
                    <a:pt x="0" y="128"/>
                  </a:cubicBezTo>
                  <a:lnTo>
                    <a:pt x="0" y="129"/>
                  </a:lnTo>
                  <a:cubicBezTo>
                    <a:pt x="0" y="129"/>
                    <a:pt x="0" y="128"/>
                    <a:pt x="1" y="129"/>
                  </a:cubicBezTo>
                  <a:cubicBezTo>
                    <a:pt x="2" y="130"/>
                    <a:pt x="1" y="130"/>
                    <a:pt x="2" y="130"/>
                  </a:cubicBezTo>
                  <a:lnTo>
                    <a:pt x="3" y="129"/>
                  </a:lnTo>
                  <a:lnTo>
                    <a:pt x="3" y="128"/>
                  </a:lnTo>
                  <a:cubicBezTo>
                    <a:pt x="5" y="122"/>
                    <a:pt x="10" y="121"/>
                    <a:pt x="11" y="115"/>
                  </a:cubicBezTo>
                  <a:cubicBezTo>
                    <a:pt x="15" y="104"/>
                    <a:pt x="18" y="93"/>
                    <a:pt x="21" y="83"/>
                  </a:cubicBezTo>
                  <a:cubicBezTo>
                    <a:pt x="28" y="60"/>
                    <a:pt x="31" y="36"/>
                    <a:pt x="31" y="13"/>
                  </a:cubicBezTo>
                  <a:cubicBezTo>
                    <a:pt x="31" y="9"/>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2"/>
            <p:cNvSpPr/>
            <p:nvPr/>
          </p:nvSpPr>
          <p:spPr>
            <a:xfrm>
              <a:off x="8163720" y="3651480"/>
              <a:ext cx="304920" cy="442440"/>
            </a:xfrm>
            <a:custGeom>
              <a:rect b="b" l="l" r="r" t="t"/>
              <a:pathLst>
                <a:path extrusionOk="0" h="1229" w="847">
                  <a:moveTo>
                    <a:pt x="302" y="1094"/>
                  </a:moveTo>
                  <a:cubicBezTo>
                    <a:pt x="305" y="1074"/>
                    <a:pt x="307" y="1055"/>
                    <a:pt x="307" y="1035"/>
                  </a:cubicBezTo>
                  <a:cubicBezTo>
                    <a:pt x="313" y="1008"/>
                    <a:pt x="323" y="981"/>
                    <a:pt x="334" y="956"/>
                  </a:cubicBezTo>
                  <a:cubicBezTo>
                    <a:pt x="354" y="912"/>
                    <a:pt x="374" y="866"/>
                    <a:pt x="392" y="821"/>
                  </a:cubicBezTo>
                  <a:cubicBezTo>
                    <a:pt x="397" y="810"/>
                    <a:pt x="403" y="797"/>
                    <a:pt x="410" y="784"/>
                  </a:cubicBezTo>
                  <a:cubicBezTo>
                    <a:pt x="397" y="822"/>
                    <a:pt x="388" y="862"/>
                    <a:pt x="383" y="902"/>
                  </a:cubicBezTo>
                  <a:cubicBezTo>
                    <a:pt x="373" y="962"/>
                    <a:pt x="367" y="1022"/>
                    <a:pt x="364" y="1082"/>
                  </a:cubicBezTo>
                  <a:cubicBezTo>
                    <a:pt x="354" y="1110"/>
                    <a:pt x="347" y="1138"/>
                    <a:pt x="345" y="1167"/>
                  </a:cubicBezTo>
                  <a:cubicBezTo>
                    <a:pt x="345" y="1169"/>
                    <a:pt x="344" y="1170"/>
                    <a:pt x="345" y="1171"/>
                  </a:cubicBezTo>
                  <a:cubicBezTo>
                    <a:pt x="346" y="1173"/>
                    <a:pt x="347" y="1173"/>
                    <a:pt x="348" y="1173"/>
                  </a:cubicBezTo>
                  <a:cubicBezTo>
                    <a:pt x="349" y="1174"/>
                    <a:pt x="349" y="1174"/>
                    <a:pt x="351" y="1174"/>
                  </a:cubicBezTo>
                  <a:cubicBezTo>
                    <a:pt x="352" y="1174"/>
                    <a:pt x="354" y="1174"/>
                    <a:pt x="355" y="1173"/>
                  </a:cubicBezTo>
                  <a:cubicBezTo>
                    <a:pt x="355" y="1173"/>
                    <a:pt x="356" y="1173"/>
                    <a:pt x="356" y="1172"/>
                  </a:cubicBezTo>
                  <a:cubicBezTo>
                    <a:pt x="357" y="1173"/>
                    <a:pt x="357" y="1173"/>
                    <a:pt x="358" y="1173"/>
                  </a:cubicBezTo>
                  <a:cubicBezTo>
                    <a:pt x="358" y="1173"/>
                    <a:pt x="359" y="1173"/>
                    <a:pt x="360" y="1172"/>
                  </a:cubicBezTo>
                  <a:lnTo>
                    <a:pt x="361" y="1171"/>
                  </a:lnTo>
                  <a:cubicBezTo>
                    <a:pt x="378" y="1149"/>
                    <a:pt x="380" y="1111"/>
                    <a:pt x="387" y="1081"/>
                  </a:cubicBezTo>
                  <a:cubicBezTo>
                    <a:pt x="396" y="1056"/>
                    <a:pt x="407" y="1032"/>
                    <a:pt x="420" y="1010"/>
                  </a:cubicBezTo>
                  <a:cubicBezTo>
                    <a:pt x="427" y="998"/>
                    <a:pt x="434" y="987"/>
                    <a:pt x="441" y="977"/>
                  </a:cubicBezTo>
                  <a:cubicBezTo>
                    <a:pt x="452" y="961"/>
                    <a:pt x="463" y="946"/>
                    <a:pt x="472" y="929"/>
                  </a:cubicBezTo>
                  <a:cubicBezTo>
                    <a:pt x="489" y="900"/>
                    <a:pt x="503" y="869"/>
                    <a:pt x="514" y="837"/>
                  </a:cubicBezTo>
                  <a:cubicBezTo>
                    <a:pt x="505" y="874"/>
                    <a:pt x="501" y="913"/>
                    <a:pt x="501" y="951"/>
                  </a:cubicBezTo>
                  <a:cubicBezTo>
                    <a:pt x="501" y="952"/>
                    <a:pt x="501" y="954"/>
                    <a:pt x="501" y="955"/>
                  </a:cubicBezTo>
                  <a:cubicBezTo>
                    <a:pt x="501" y="962"/>
                    <a:pt x="511" y="961"/>
                    <a:pt x="511" y="954"/>
                  </a:cubicBezTo>
                  <a:cubicBezTo>
                    <a:pt x="511" y="947"/>
                    <a:pt x="511" y="937"/>
                    <a:pt x="511" y="928"/>
                  </a:cubicBezTo>
                  <a:cubicBezTo>
                    <a:pt x="511" y="926"/>
                    <a:pt x="511" y="924"/>
                    <a:pt x="512" y="922"/>
                  </a:cubicBezTo>
                  <a:lnTo>
                    <a:pt x="513" y="922"/>
                  </a:lnTo>
                  <a:cubicBezTo>
                    <a:pt x="514" y="922"/>
                    <a:pt x="514" y="922"/>
                    <a:pt x="515" y="921"/>
                  </a:cubicBezTo>
                  <a:lnTo>
                    <a:pt x="516" y="921"/>
                  </a:lnTo>
                  <a:cubicBezTo>
                    <a:pt x="518" y="917"/>
                    <a:pt x="521" y="914"/>
                    <a:pt x="523" y="910"/>
                  </a:cubicBezTo>
                  <a:cubicBezTo>
                    <a:pt x="524" y="908"/>
                    <a:pt x="525" y="906"/>
                    <a:pt x="526" y="904"/>
                  </a:cubicBezTo>
                  <a:cubicBezTo>
                    <a:pt x="530" y="896"/>
                    <a:pt x="535" y="889"/>
                    <a:pt x="539" y="881"/>
                  </a:cubicBezTo>
                  <a:cubicBezTo>
                    <a:pt x="548" y="867"/>
                    <a:pt x="557" y="851"/>
                    <a:pt x="568" y="838"/>
                  </a:cubicBezTo>
                  <a:cubicBezTo>
                    <a:pt x="572" y="831"/>
                    <a:pt x="581" y="822"/>
                    <a:pt x="590" y="813"/>
                  </a:cubicBezTo>
                  <a:cubicBezTo>
                    <a:pt x="585" y="837"/>
                    <a:pt x="582" y="860"/>
                    <a:pt x="580" y="884"/>
                  </a:cubicBezTo>
                  <a:cubicBezTo>
                    <a:pt x="578" y="909"/>
                    <a:pt x="576" y="934"/>
                    <a:pt x="576" y="959"/>
                  </a:cubicBezTo>
                  <a:cubicBezTo>
                    <a:pt x="576" y="987"/>
                    <a:pt x="578" y="1015"/>
                    <a:pt x="581" y="1043"/>
                  </a:cubicBezTo>
                  <a:cubicBezTo>
                    <a:pt x="585" y="1066"/>
                    <a:pt x="601" y="1092"/>
                    <a:pt x="600" y="1115"/>
                  </a:cubicBezTo>
                  <a:cubicBezTo>
                    <a:pt x="600" y="1125"/>
                    <a:pt x="598" y="1130"/>
                    <a:pt x="605" y="1137"/>
                  </a:cubicBezTo>
                  <a:cubicBezTo>
                    <a:pt x="605" y="1138"/>
                    <a:pt x="605" y="1138"/>
                    <a:pt x="606" y="1138"/>
                  </a:cubicBezTo>
                  <a:lnTo>
                    <a:pt x="607" y="1139"/>
                  </a:lnTo>
                  <a:cubicBezTo>
                    <a:pt x="608" y="1139"/>
                    <a:pt x="608" y="1138"/>
                    <a:pt x="609" y="1138"/>
                  </a:cubicBezTo>
                  <a:cubicBezTo>
                    <a:pt x="610" y="1138"/>
                    <a:pt x="610" y="1137"/>
                    <a:pt x="610" y="1137"/>
                  </a:cubicBezTo>
                  <a:cubicBezTo>
                    <a:pt x="610" y="1137"/>
                    <a:pt x="610" y="1136"/>
                    <a:pt x="611" y="1136"/>
                  </a:cubicBezTo>
                  <a:cubicBezTo>
                    <a:pt x="616" y="1102"/>
                    <a:pt x="608" y="1068"/>
                    <a:pt x="617" y="1034"/>
                  </a:cubicBezTo>
                  <a:cubicBezTo>
                    <a:pt x="619" y="1028"/>
                    <a:pt x="620" y="1020"/>
                    <a:pt x="622" y="1013"/>
                  </a:cubicBezTo>
                  <a:cubicBezTo>
                    <a:pt x="637" y="976"/>
                    <a:pt x="663" y="931"/>
                    <a:pt x="665" y="891"/>
                  </a:cubicBezTo>
                  <a:cubicBezTo>
                    <a:pt x="666" y="858"/>
                    <a:pt x="684" y="824"/>
                    <a:pt x="700" y="790"/>
                  </a:cubicBezTo>
                  <a:cubicBezTo>
                    <a:pt x="700" y="807"/>
                    <a:pt x="700" y="823"/>
                    <a:pt x="700" y="840"/>
                  </a:cubicBezTo>
                  <a:cubicBezTo>
                    <a:pt x="701" y="888"/>
                    <a:pt x="710" y="936"/>
                    <a:pt x="725" y="982"/>
                  </a:cubicBezTo>
                  <a:cubicBezTo>
                    <a:pt x="738" y="1033"/>
                    <a:pt x="757" y="1082"/>
                    <a:pt x="780" y="1129"/>
                  </a:cubicBezTo>
                  <a:cubicBezTo>
                    <a:pt x="781" y="1130"/>
                    <a:pt x="781" y="1131"/>
                    <a:pt x="782" y="1131"/>
                  </a:cubicBezTo>
                  <a:cubicBezTo>
                    <a:pt x="784" y="1132"/>
                    <a:pt x="785" y="1132"/>
                    <a:pt x="786" y="1132"/>
                  </a:cubicBezTo>
                  <a:cubicBezTo>
                    <a:pt x="787" y="1132"/>
                    <a:pt x="789" y="1132"/>
                    <a:pt x="790" y="1131"/>
                  </a:cubicBezTo>
                  <a:cubicBezTo>
                    <a:pt x="791" y="1131"/>
                    <a:pt x="792" y="1131"/>
                    <a:pt x="793" y="1129"/>
                  </a:cubicBezTo>
                  <a:cubicBezTo>
                    <a:pt x="794" y="1128"/>
                    <a:pt x="794" y="1126"/>
                    <a:pt x="794" y="1125"/>
                  </a:cubicBezTo>
                  <a:cubicBezTo>
                    <a:pt x="787" y="1052"/>
                    <a:pt x="772" y="980"/>
                    <a:pt x="774" y="906"/>
                  </a:cubicBezTo>
                  <a:cubicBezTo>
                    <a:pt x="775" y="832"/>
                    <a:pt x="782" y="758"/>
                    <a:pt x="795" y="684"/>
                  </a:cubicBezTo>
                  <a:cubicBezTo>
                    <a:pt x="795" y="708"/>
                    <a:pt x="798" y="731"/>
                    <a:pt x="803" y="754"/>
                  </a:cubicBezTo>
                  <a:cubicBezTo>
                    <a:pt x="803" y="757"/>
                    <a:pt x="808" y="758"/>
                    <a:pt x="809" y="754"/>
                  </a:cubicBezTo>
                  <a:cubicBezTo>
                    <a:pt x="814" y="731"/>
                    <a:pt x="816" y="708"/>
                    <a:pt x="816" y="685"/>
                  </a:cubicBezTo>
                  <a:cubicBezTo>
                    <a:pt x="816" y="683"/>
                    <a:pt x="816" y="681"/>
                    <a:pt x="816" y="679"/>
                  </a:cubicBezTo>
                  <a:cubicBezTo>
                    <a:pt x="815" y="671"/>
                    <a:pt x="815" y="663"/>
                    <a:pt x="815" y="655"/>
                  </a:cubicBezTo>
                  <a:cubicBezTo>
                    <a:pt x="815" y="647"/>
                    <a:pt x="815" y="639"/>
                    <a:pt x="816" y="631"/>
                  </a:cubicBezTo>
                  <a:cubicBezTo>
                    <a:pt x="817" y="626"/>
                    <a:pt x="817" y="621"/>
                    <a:pt x="817" y="616"/>
                  </a:cubicBezTo>
                  <a:cubicBezTo>
                    <a:pt x="817" y="611"/>
                    <a:pt x="817" y="606"/>
                    <a:pt x="816" y="601"/>
                  </a:cubicBezTo>
                  <a:cubicBezTo>
                    <a:pt x="815" y="600"/>
                    <a:pt x="815" y="600"/>
                    <a:pt x="814" y="599"/>
                  </a:cubicBezTo>
                  <a:lnTo>
                    <a:pt x="813" y="599"/>
                  </a:lnTo>
                  <a:cubicBezTo>
                    <a:pt x="812" y="599"/>
                    <a:pt x="812" y="599"/>
                    <a:pt x="812" y="599"/>
                  </a:cubicBezTo>
                  <a:cubicBezTo>
                    <a:pt x="829" y="529"/>
                    <a:pt x="839" y="457"/>
                    <a:pt x="842" y="385"/>
                  </a:cubicBezTo>
                  <a:cubicBezTo>
                    <a:pt x="842" y="339"/>
                    <a:pt x="842" y="292"/>
                    <a:pt x="841" y="246"/>
                  </a:cubicBezTo>
                  <a:cubicBezTo>
                    <a:pt x="841" y="222"/>
                    <a:pt x="846" y="195"/>
                    <a:pt x="833" y="174"/>
                  </a:cubicBezTo>
                  <a:cubicBezTo>
                    <a:pt x="830" y="170"/>
                    <a:pt x="823" y="174"/>
                    <a:pt x="826" y="179"/>
                  </a:cubicBezTo>
                  <a:cubicBezTo>
                    <a:pt x="840" y="202"/>
                    <a:pt x="827" y="260"/>
                    <a:pt x="827" y="285"/>
                  </a:cubicBezTo>
                  <a:cubicBezTo>
                    <a:pt x="828" y="303"/>
                    <a:pt x="829" y="322"/>
                    <a:pt x="829" y="340"/>
                  </a:cubicBezTo>
                  <a:cubicBezTo>
                    <a:pt x="829" y="366"/>
                    <a:pt x="828" y="392"/>
                    <a:pt x="826" y="418"/>
                  </a:cubicBezTo>
                  <a:cubicBezTo>
                    <a:pt x="816" y="508"/>
                    <a:pt x="798" y="597"/>
                    <a:pt x="779" y="686"/>
                  </a:cubicBezTo>
                  <a:cubicBezTo>
                    <a:pt x="766" y="751"/>
                    <a:pt x="760" y="818"/>
                    <a:pt x="760" y="885"/>
                  </a:cubicBezTo>
                  <a:cubicBezTo>
                    <a:pt x="760" y="893"/>
                    <a:pt x="760" y="900"/>
                    <a:pt x="760" y="907"/>
                  </a:cubicBezTo>
                  <a:cubicBezTo>
                    <a:pt x="760" y="970"/>
                    <a:pt x="769" y="1029"/>
                    <a:pt x="776" y="1090"/>
                  </a:cubicBezTo>
                  <a:cubicBezTo>
                    <a:pt x="736" y="1001"/>
                    <a:pt x="716" y="905"/>
                    <a:pt x="715" y="807"/>
                  </a:cubicBezTo>
                  <a:cubicBezTo>
                    <a:pt x="715" y="791"/>
                    <a:pt x="715" y="774"/>
                    <a:pt x="715" y="757"/>
                  </a:cubicBezTo>
                  <a:cubicBezTo>
                    <a:pt x="719" y="746"/>
                    <a:pt x="721" y="734"/>
                    <a:pt x="721" y="721"/>
                  </a:cubicBezTo>
                  <a:cubicBezTo>
                    <a:pt x="721" y="714"/>
                    <a:pt x="720" y="706"/>
                    <a:pt x="718" y="698"/>
                  </a:cubicBezTo>
                  <a:cubicBezTo>
                    <a:pt x="718" y="698"/>
                    <a:pt x="718" y="697"/>
                    <a:pt x="718" y="696"/>
                  </a:cubicBezTo>
                  <a:cubicBezTo>
                    <a:pt x="717" y="695"/>
                    <a:pt x="717" y="695"/>
                    <a:pt x="716" y="694"/>
                  </a:cubicBezTo>
                  <a:cubicBezTo>
                    <a:pt x="716" y="679"/>
                    <a:pt x="717" y="664"/>
                    <a:pt x="718" y="649"/>
                  </a:cubicBezTo>
                  <a:cubicBezTo>
                    <a:pt x="723" y="632"/>
                    <a:pt x="727" y="614"/>
                    <a:pt x="731" y="597"/>
                  </a:cubicBezTo>
                  <a:cubicBezTo>
                    <a:pt x="743" y="540"/>
                    <a:pt x="761" y="493"/>
                    <a:pt x="760" y="433"/>
                  </a:cubicBezTo>
                  <a:cubicBezTo>
                    <a:pt x="760" y="429"/>
                    <a:pt x="754" y="429"/>
                    <a:pt x="754" y="433"/>
                  </a:cubicBezTo>
                  <a:cubicBezTo>
                    <a:pt x="753" y="495"/>
                    <a:pt x="741" y="557"/>
                    <a:pt x="720" y="615"/>
                  </a:cubicBezTo>
                  <a:cubicBezTo>
                    <a:pt x="721" y="602"/>
                    <a:pt x="722" y="589"/>
                    <a:pt x="724" y="576"/>
                  </a:cubicBezTo>
                  <a:cubicBezTo>
                    <a:pt x="724" y="575"/>
                    <a:pt x="722" y="574"/>
                    <a:pt x="722" y="576"/>
                  </a:cubicBezTo>
                  <a:cubicBezTo>
                    <a:pt x="718" y="598"/>
                    <a:pt x="715" y="620"/>
                    <a:pt x="712" y="643"/>
                  </a:cubicBezTo>
                  <a:cubicBezTo>
                    <a:pt x="705" y="665"/>
                    <a:pt x="698" y="687"/>
                    <a:pt x="691" y="709"/>
                  </a:cubicBezTo>
                  <a:lnTo>
                    <a:pt x="684" y="731"/>
                  </a:lnTo>
                  <a:cubicBezTo>
                    <a:pt x="659" y="779"/>
                    <a:pt x="643" y="830"/>
                    <a:pt x="636" y="884"/>
                  </a:cubicBezTo>
                  <a:cubicBezTo>
                    <a:pt x="636" y="891"/>
                    <a:pt x="635" y="898"/>
                    <a:pt x="634" y="905"/>
                  </a:cubicBezTo>
                  <a:cubicBezTo>
                    <a:pt x="631" y="916"/>
                    <a:pt x="629" y="927"/>
                    <a:pt x="626" y="938"/>
                  </a:cubicBezTo>
                  <a:cubicBezTo>
                    <a:pt x="614" y="987"/>
                    <a:pt x="608" y="1036"/>
                    <a:pt x="607" y="1086"/>
                  </a:cubicBezTo>
                  <a:cubicBezTo>
                    <a:pt x="602" y="1066"/>
                    <a:pt x="594" y="1047"/>
                    <a:pt x="591" y="1027"/>
                  </a:cubicBezTo>
                  <a:cubicBezTo>
                    <a:pt x="589" y="1006"/>
                    <a:pt x="587" y="984"/>
                    <a:pt x="587" y="962"/>
                  </a:cubicBezTo>
                  <a:cubicBezTo>
                    <a:pt x="587" y="932"/>
                    <a:pt x="590" y="902"/>
                    <a:pt x="595" y="872"/>
                  </a:cubicBezTo>
                  <a:cubicBezTo>
                    <a:pt x="599" y="849"/>
                    <a:pt x="601" y="827"/>
                    <a:pt x="603" y="804"/>
                  </a:cubicBezTo>
                  <a:cubicBezTo>
                    <a:pt x="605" y="802"/>
                    <a:pt x="607" y="799"/>
                    <a:pt x="608" y="797"/>
                  </a:cubicBezTo>
                  <a:cubicBezTo>
                    <a:pt x="611" y="791"/>
                    <a:pt x="613" y="786"/>
                    <a:pt x="613" y="780"/>
                  </a:cubicBezTo>
                  <a:cubicBezTo>
                    <a:pt x="613" y="776"/>
                    <a:pt x="612" y="772"/>
                    <a:pt x="611" y="768"/>
                  </a:cubicBezTo>
                  <a:lnTo>
                    <a:pt x="611" y="767"/>
                  </a:lnTo>
                  <a:cubicBezTo>
                    <a:pt x="613" y="758"/>
                    <a:pt x="616" y="747"/>
                    <a:pt x="619" y="738"/>
                  </a:cubicBezTo>
                  <a:cubicBezTo>
                    <a:pt x="627" y="727"/>
                    <a:pt x="634" y="716"/>
                    <a:pt x="641" y="706"/>
                  </a:cubicBezTo>
                  <a:cubicBezTo>
                    <a:pt x="665" y="666"/>
                    <a:pt x="689" y="629"/>
                    <a:pt x="710" y="588"/>
                  </a:cubicBezTo>
                  <a:cubicBezTo>
                    <a:pt x="730" y="547"/>
                    <a:pt x="759" y="491"/>
                    <a:pt x="753" y="442"/>
                  </a:cubicBezTo>
                  <a:cubicBezTo>
                    <a:pt x="752" y="442"/>
                    <a:pt x="752" y="442"/>
                    <a:pt x="752" y="442"/>
                  </a:cubicBezTo>
                  <a:cubicBezTo>
                    <a:pt x="752" y="441"/>
                    <a:pt x="752" y="442"/>
                    <a:pt x="751" y="441"/>
                  </a:cubicBezTo>
                  <a:cubicBezTo>
                    <a:pt x="750" y="441"/>
                    <a:pt x="750" y="440"/>
                    <a:pt x="750" y="440"/>
                  </a:cubicBezTo>
                  <a:cubicBezTo>
                    <a:pt x="749" y="440"/>
                    <a:pt x="749" y="440"/>
                    <a:pt x="748" y="441"/>
                  </a:cubicBezTo>
                  <a:cubicBezTo>
                    <a:pt x="748" y="441"/>
                    <a:pt x="747" y="441"/>
                    <a:pt x="747" y="442"/>
                  </a:cubicBezTo>
                  <a:cubicBezTo>
                    <a:pt x="725" y="515"/>
                    <a:pt x="694" y="586"/>
                    <a:pt x="656" y="651"/>
                  </a:cubicBezTo>
                  <a:cubicBezTo>
                    <a:pt x="639" y="680"/>
                    <a:pt x="621" y="708"/>
                    <a:pt x="602" y="735"/>
                  </a:cubicBezTo>
                  <a:cubicBezTo>
                    <a:pt x="592" y="748"/>
                    <a:pt x="582" y="763"/>
                    <a:pt x="573" y="777"/>
                  </a:cubicBezTo>
                  <a:cubicBezTo>
                    <a:pt x="563" y="788"/>
                    <a:pt x="555" y="802"/>
                    <a:pt x="547" y="814"/>
                  </a:cubicBezTo>
                  <a:cubicBezTo>
                    <a:pt x="544" y="820"/>
                    <a:pt x="540" y="825"/>
                    <a:pt x="538" y="831"/>
                  </a:cubicBezTo>
                  <a:cubicBezTo>
                    <a:pt x="532" y="841"/>
                    <a:pt x="528" y="853"/>
                    <a:pt x="524" y="864"/>
                  </a:cubicBezTo>
                  <a:cubicBezTo>
                    <a:pt x="530" y="834"/>
                    <a:pt x="534" y="804"/>
                    <a:pt x="536" y="774"/>
                  </a:cubicBezTo>
                  <a:lnTo>
                    <a:pt x="602" y="648"/>
                  </a:lnTo>
                  <a:cubicBezTo>
                    <a:pt x="648" y="563"/>
                    <a:pt x="686" y="474"/>
                    <a:pt x="716" y="381"/>
                  </a:cubicBezTo>
                  <a:cubicBezTo>
                    <a:pt x="755" y="259"/>
                    <a:pt x="748" y="128"/>
                    <a:pt x="741" y="1"/>
                  </a:cubicBezTo>
                  <a:cubicBezTo>
                    <a:pt x="741" y="0"/>
                    <a:pt x="739" y="0"/>
                    <a:pt x="738" y="1"/>
                  </a:cubicBezTo>
                  <a:cubicBezTo>
                    <a:pt x="735" y="63"/>
                    <a:pt x="735" y="126"/>
                    <a:pt x="735" y="188"/>
                  </a:cubicBezTo>
                  <a:cubicBezTo>
                    <a:pt x="732" y="253"/>
                    <a:pt x="721" y="317"/>
                    <a:pt x="702" y="378"/>
                  </a:cubicBezTo>
                  <a:cubicBezTo>
                    <a:pt x="678" y="468"/>
                    <a:pt x="632" y="559"/>
                    <a:pt x="590" y="642"/>
                  </a:cubicBezTo>
                  <a:lnTo>
                    <a:pt x="583" y="653"/>
                  </a:lnTo>
                  <a:cubicBezTo>
                    <a:pt x="586" y="647"/>
                    <a:pt x="588" y="641"/>
                    <a:pt x="591" y="635"/>
                  </a:cubicBezTo>
                  <a:cubicBezTo>
                    <a:pt x="601" y="608"/>
                    <a:pt x="615" y="583"/>
                    <a:pt x="625" y="556"/>
                  </a:cubicBezTo>
                  <a:cubicBezTo>
                    <a:pt x="635" y="529"/>
                    <a:pt x="638" y="503"/>
                    <a:pt x="647" y="477"/>
                  </a:cubicBezTo>
                  <a:cubicBezTo>
                    <a:pt x="647" y="476"/>
                    <a:pt x="646" y="475"/>
                    <a:pt x="645" y="477"/>
                  </a:cubicBezTo>
                  <a:cubicBezTo>
                    <a:pt x="638" y="498"/>
                    <a:pt x="632" y="519"/>
                    <a:pt x="627" y="540"/>
                  </a:cubicBezTo>
                  <a:cubicBezTo>
                    <a:pt x="614" y="577"/>
                    <a:pt x="599" y="613"/>
                    <a:pt x="582" y="649"/>
                  </a:cubicBezTo>
                  <a:cubicBezTo>
                    <a:pt x="579" y="658"/>
                    <a:pt x="575" y="667"/>
                    <a:pt x="571" y="675"/>
                  </a:cubicBezTo>
                  <a:cubicBezTo>
                    <a:pt x="551" y="710"/>
                    <a:pt x="532" y="744"/>
                    <a:pt x="514" y="778"/>
                  </a:cubicBezTo>
                  <a:lnTo>
                    <a:pt x="506" y="794"/>
                  </a:lnTo>
                  <a:lnTo>
                    <a:pt x="502" y="801"/>
                  </a:lnTo>
                  <a:cubicBezTo>
                    <a:pt x="495" y="809"/>
                    <a:pt x="489" y="817"/>
                    <a:pt x="484" y="826"/>
                  </a:cubicBezTo>
                  <a:cubicBezTo>
                    <a:pt x="482" y="830"/>
                    <a:pt x="480" y="833"/>
                    <a:pt x="478" y="837"/>
                  </a:cubicBezTo>
                  <a:cubicBezTo>
                    <a:pt x="472" y="846"/>
                    <a:pt x="467" y="856"/>
                    <a:pt x="461" y="865"/>
                  </a:cubicBezTo>
                  <a:cubicBezTo>
                    <a:pt x="443" y="896"/>
                    <a:pt x="427" y="929"/>
                    <a:pt x="414" y="962"/>
                  </a:cubicBezTo>
                  <a:cubicBezTo>
                    <a:pt x="403" y="989"/>
                    <a:pt x="391" y="1018"/>
                    <a:pt x="381" y="1047"/>
                  </a:cubicBezTo>
                  <a:cubicBezTo>
                    <a:pt x="382" y="1005"/>
                    <a:pt x="385" y="963"/>
                    <a:pt x="391" y="921"/>
                  </a:cubicBezTo>
                  <a:cubicBezTo>
                    <a:pt x="399" y="872"/>
                    <a:pt x="404" y="801"/>
                    <a:pt x="430" y="758"/>
                  </a:cubicBezTo>
                  <a:cubicBezTo>
                    <a:pt x="430" y="757"/>
                    <a:pt x="429" y="756"/>
                    <a:pt x="429" y="757"/>
                  </a:cubicBezTo>
                  <a:cubicBezTo>
                    <a:pt x="426" y="760"/>
                    <a:pt x="423" y="764"/>
                    <a:pt x="421" y="768"/>
                  </a:cubicBezTo>
                  <a:cubicBezTo>
                    <a:pt x="421" y="768"/>
                    <a:pt x="421" y="769"/>
                    <a:pt x="420" y="769"/>
                  </a:cubicBezTo>
                  <a:cubicBezTo>
                    <a:pt x="428" y="755"/>
                    <a:pt x="433" y="739"/>
                    <a:pt x="435" y="723"/>
                  </a:cubicBezTo>
                  <a:cubicBezTo>
                    <a:pt x="437" y="707"/>
                    <a:pt x="434" y="722"/>
                    <a:pt x="434" y="723"/>
                  </a:cubicBezTo>
                  <a:cubicBezTo>
                    <a:pt x="427" y="739"/>
                    <a:pt x="420" y="755"/>
                    <a:pt x="411" y="770"/>
                  </a:cubicBezTo>
                  <a:cubicBezTo>
                    <a:pt x="407" y="777"/>
                    <a:pt x="403" y="784"/>
                    <a:pt x="398" y="791"/>
                  </a:cubicBezTo>
                  <a:cubicBezTo>
                    <a:pt x="382" y="821"/>
                    <a:pt x="369" y="852"/>
                    <a:pt x="357" y="885"/>
                  </a:cubicBezTo>
                  <a:cubicBezTo>
                    <a:pt x="338" y="925"/>
                    <a:pt x="322" y="967"/>
                    <a:pt x="309" y="1009"/>
                  </a:cubicBezTo>
                  <a:cubicBezTo>
                    <a:pt x="309" y="1004"/>
                    <a:pt x="309" y="998"/>
                    <a:pt x="309" y="993"/>
                  </a:cubicBezTo>
                  <a:cubicBezTo>
                    <a:pt x="309" y="960"/>
                    <a:pt x="314" y="928"/>
                    <a:pt x="323" y="897"/>
                  </a:cubicBezTo>
                  <a:cubicBezTo>
                    <a:pt x="348" y="827"/>
                    <a:pt x="374" y="758"/>
                    <a:pt x="402" y="689"/>
                  </a:cubicBezTo>
                  <a:cubicBezTo>
                    <a:pt x="414" y="658"/>
                    <a:pt x="425" y="627"/>
                    <a:pt x="435" y="596"/>
                  </a:cubicBezTo>
                  <a:cubicBezTo>
                    <a:pt x="443" y="581"/>
                    <a:pt x="449" y="566"/>
                    <a:pt x="452" y="549"/>
                  </a:cubicBezTo>
                  <a:cubicBezTo>
                    <a:pt x="456" y="539"/>
                    <a:pt x="460" y="528"/>
                    <a:pt x="464" y="517"/>
                  </a:cubicBezTo>
                  <a:cubicBezTo>
                    <a:pt x="474" y="492"/>
                    <a:pt x="479" y="465"/>
                    <a:pt x="488" y="439"/>
                  </a:cubicBezTo>
                  <a:cubicBezTo>
                    <a:pt x="497" y="418"/>
                    <a:pt x="504" y="396"/>
                    <a:pt x="509" y="374"/>
                  </a:cubicBezTo>
                  <a:lnTo>
                    <a:pt x="508" y="374"/>
                  </a:lnTo>
                  <a:cubicBezTo>
                    <a:pt x="491" y="424"/>
                    <a:pt x="471" y="474"/>
                    <a:pt x="451" y="524"/>
                  </a:cubicBezTo>
                  <a:cubicBezTo>
                    <a:pt x="450" y="524"/>
                    <a:pt x="450" y="524"/>
                    <a:pt x="449" y="523"/>
                  </a:cubicBezTo>
                  <a:cubicBezTo>
                    <a:pt x="448" y="523"/>
                    <a:pt x="448" y="522"/>
                    <a:pt x="447" y="522"/>
                  </a:cubicBezTo>
                  <a:cubicBezTo>
                    <a:pt x="446" y="522"/>
                    <a:pt x="445" y="522"/>
                    <a:pt x="444" y="523"/>
                  </a:cubicBezTo>
                  <a:lnTo>
                    <a:pt x="443" y="524"/>
                  </a:lnTo>
                  <a:cubicBezTo>
                    <a:pt x="410" y="574"/>
                    <a:pt x="379" y="624"/>
                    <a:pt x="346" y="672"/>
                  </a:cubicBezTo>
                  <a:cubicBezTo>
                    <a:pt x="321" y="702"/>
                    <a:pt x="296" y="730"/>
                    <a:pt x="272" y="759"/>
                  </a:cubicBezTo>
                  <a:cubicBezTo>
                    <a:pt x="262" y="770"/>
                    <a:pt x="252" y="781"/>
                    <a:pt x="242" y="792"/>
                  </a:cubicBezTo>
                  <a:cubicBezTo>
                    <a:pt x="210" y="831"/>
                    <a:pt x="184" y="872"/>
                    <a:pt x="154" y="913"/>
                  </a:cubicBezTo>
                  <a:cubicBezTo>
                    <a:pt x="151" y="916"/>
                    <a:pt x="149" y="920"/>
                    <a:pt x="147" y="923"/>
                  </a:cubicBezTo>
                  <a:cubicBezTo>
                    <a:pt x="142" y="933"/>
                    <a:pt x="138" y="942"/>
                    <a:pt x="136" y="952"/>
                  </a:cubicBezTo>
                  <a:cubicBezTo>
                    <a:pt x="133" y="957"/>
                    <a:pt x="129" y="963"/>
                    <a:pt x="126" y="968"/>
                  </a:cubicBezTo>
                  <a:cubicBezTo>
                    <a:pt x="125" y="970"/>
                    <a:pt x="125" y="972"/>
                    <a:pt x="124" y="973"/>
                  </a:cubicBezTo>
                  <a:cubicBezTo>
                    <a:pt x="131" y="932"/>
                    <a:pt x="146" y="893"/>
                    <a:pt x="167" y="856"/>
                  </a:cubicBezTo>
                  <a:cubicBezTo>
                    <a:pt x="169" y="853"/>
                    <a:pt x="170" y="850"/>
                    <a:pt x="172" y="847"/>
                  </a:cubicBezTo>
                  <a:cubicBezTo>
                    <a:pt x="174" y="845"/>
                    <a:pt x="175" y="843"/>
                    <a:pt x="176" y="840"/>
                  </a:cubicBezTo>
                  <a:cubicBezTo>
                    <a:pt x="182" y="830"/>
                    <a:pt x="187" y="819"/>
                    <a:pt x="190" y="808"/>
                  </a:cubicBezTo>
                  <a:cubicBezTo>
                    <a:pt x="194" y="788"/>
                    <a:pt x="209" y="777"/>
                    <a:pt x="212" y="757"/>
                  </a:cubicBezTo>
                  <a:cubicBezTo>
                    <a:pt x="212" y="756"/>
                    <a:pt x="212" y="756"/>
                    <a:pt x="212" y="755"/>
                  </a:cubicBezTo>
                  <a:cubicBezTo>
                    <a:pt x="212" y="755"/>
                    <a:pt x="211" y="755"/>
                    <a:pt x="211" y="754"/>
                  </a:cubicBezTo>
                  <a:lnTo>
                    <a:pt x="210" y="754"/>
                  </a:lnTo>
                  <a:lnTo>
                    <a:pt x="218" y="743"/>
                  </a:lnTo>
                  <a:cubicBezTo>
                    <a:pt x="274" y="664"/>
                    <a:pt x="333" y="591"/>
                    <a:pt x="379" y="507"/>
                  </a:cubicBezTo>
                  <a:cubicBezTo>
                    <a:pt x="419" y="437"/>
                    <a:pt x="434" y="362"/>
                    <a:pt x="455" y="286"/>
                  </a:cubicBezTo>
                  <a:cubicBezTo>
                    <a:pt x="418" y="416"/>
                    <a:pt x="368" y="536"/>
                    <a:pt x="284" y="644"/>
                  </a:cubicBezTo>
                  <a:cubicBezTo>
                    <a:pt x="218" y="725"/>
                    <a:pt x="158" y="810"/>
                    <a:pt x="104" y="900"/>
                  </a:cubicBezTo>
                  <a:cubicBezTo>
                    <a:pt x="81" y="941"/>
                    <a:pt x="55" y="998"/>
                    <a:pt x="52" y="1046"/>
                  </a:cubicBezTo>
                  <a:cubicBezTo>
                    <a:pt x="50" y="1076"/>
                    <a:pt x="52" y="1106"/>
                    <a:pt x="52" y="1136"/>
                  </a:cubicBezTo>
                  <a:cubicBezTo>
                    <a:pt x="52" y="1150"/>
                    <a:pt x="52" y="1165"/>
                    <a:pt x="52" y="1179"/>
                  </a:cubicBezTo>
                  <a:cubicBezTo>
                    <a:pt x="52" y="1194"/>
                    <a:pt x="63" y="1228"/>
                    <a:pt x="44" y="1191"/>
                  </a:cubicBezTo>
                  <a:cubicBezTo>
                    <a:pt x="12" y="1130"/>
                    <a:pt x="34" y="1053"/>
                    <a:pt x="35" y="989"/>
                  </a:cubicBezTo>
                  <a:cubicBezTo>
                    <a:pt x="36" y="938"/>
                    <a:pt x="62" y="891"/>
                    <a:pt x="63" y="841"/>
                  </a:cubicBezTo>
                  <a:cubicBezTo>
                    <a:pt x="63" y="839"/>
                    <a:pt x="60" y="838"/>
                    <a:pt x="60" y="841"/>
                  </a:cubicBezTo>
                  <a:cubicBezTo>
                    <a:pt x="54" y="867"/>
                    <a:pt x="42" y="893"/>
                    <a:pt x="36" y="919"/>
                  </a:cubicBezTo>
                  <a:cubicBezTo>
                    <a:pt x="29" y="956"/>
                    <a:pt x="24" y="993"/>
                    <a:pt x="19" y="1029"/>
                  </a:cubicBezTo>
                  <a:cubicBezTo>
                    <a:pt x="13" y="1081"/>
                    <a:pt x="0" y="1187"/>
                    <a:pt x="51" y="1223"/>
                  </a:cubicBezTo>
                  <a:cubicBezTo>
                    <a:pt x="55" y="1225"/>
                    <a:pt x="61" y="1224"/>
                    <a:pt x="62" y="1219"/>
                  </a:cubicBezTo>
                  <a:cubicBezTo>
                    <a:pt x="64" y="1182"/>
                    <a:pt x="62" y="1144"/>
                    <a:pt x="62" y="1107"/>
                  </a:cubicBezTo>
                  <a:cubicBezTo>
                    <a:pt x="62" y="1057"/>
                    <a:pt x="70" y="1008"/>
                    <a:pt x="86" y="962"/>
                  </a:cubicBezTo>
                  <a:cubicBezTo>
                    <a:pt x="98" y="931"/>
                    <a:pt x="113" y="901"/>
                    <a:pt x="129" y="873"/>
                  </a:cubicBezTo>
                  <a:cubicBezTo>
                    <a:pt x="145" y="845"/>
                    <a:pt x="163" y="819"/>
                    <a:pt x="183" y="794"/>
                  </a:cubicBezTo>
                  <a:cubicBezTo>
                    <a:pt x="169" y="818"/>
                    <a:pt x="156" y="843"/>
                    <a:pt x="143" y="869"/>
                  </a:cubicBezTo>
                  <a:cubicBezTo>
                    <a:pt x="122" y="915"/>
                    <a:pt x="100" y="969"/>
                    <a:pt x="108" y="1020"/>
                  </a:cubicBezTo>
                  <a:cubicBezTo>
                    <a:pt x="108" y="1021"/>
                    <a:pt x="108" y="1021"/>
                    <a:pt x="109" y="1022"/>
                  </a:cubicBezTo>
                  <a:cubicBezTo>
                    <a:pt x="110" y="1023"/>
                    <a:pt x="111" y="1024"/>
                    <a:pt x="112" y="1025"/>
                  </a:cubicBezTo>
                  <a:cubicBezTo>
                    <a:pt x="113" y="1026"/>
                    <a:pt x="115" y="1026"/>
                    <a:pt x="116" y="1026"/>
                  </a:cubicBezTo>
                  <a:cubicBezTo>
                    <a:pt x="118" y="1026"/>
                    <a:pt x="119" y="1026"/>
                    <a:pt x="120" y="1025"/>
                  </a:cubicBezTo>
                  <a:cubicBezTo>
                    <a:pt x="121" y="1025"/>
                    <a:pt x="122" y="1024"/>
                    <a:pt x="122" y="1024"/>
                  </a:cubicBezTo>
                  <a:cubicBezTo>
                    <a:pt x="124" y="1022"/>
                    <a:pt x="126" y="1019"/>
                    <a:pt x="127" y="1017"/>
                  </a:cubicBezTo>
                  <a:cubicBezTo>
                    <a:pt x="131" y="1011"/>
                    <a:pt x="133" y="1004"/>
                    <a:pt x="133" y="997"/>
                  </a:cubicBezTo>
                  <a:cubicBezTo>
                    <a:pt x="134" y="992"/>
                    <a:pt x="136" y="987"/>
                    <a:pt x="137" y="982"/>
                  </a:cubicBezTo>
                  <a:cubicBezTo>
                    <a:pt x="180" y="906"/>
                    <a:pt x="248" y="838"/>
                    <a:pt x="311" y="777"/>
                  </a:cubicBezTo>
                  <a:cubicBezTo>
                    <a:pt x="338" y="750"/>
                    <a:pt x="362" y="719"/>
                    <a:pt x="382" y="686"/>
                  </a:cubicBezTo>
                  <a:cubicBezTo>
                    <a:pt x="347" y="762"/>
                    <a:pt x="319" y="840"/>
                    <a:pt x="297" y="919"/>
                  </a:cubicBezTo>
                  <a:cubicBezTo>
                    <a:pt x="293" y="943"/>
                    <a:pt x="291" y="968"/>
                    <a:pt x="291" y="992"/>
                  </a:cubicBezTo>
                  <a:cubicBezTo>
                    <a:pt x="291" y="1004"/>
                    <a:pt x="292" y="1016"/>
                    <a:pt x="292" y="1027"/>
                  </a:cubicBezTo>
                  <a:cubicBezTo>
                    <a:pt x="292" y="1039"/>
                    <a:pt x="292" y="1051"/>
                    <a:pt x="292" y="1063"/>
                  </a:cubicBezTo>
                  <a:cubicBezTo>
                    <a:pt x="292" y="1077"/>
                    <a:pt x="295" y="1081"/>
                    <a:pt x="297" y="1080"/>
                  </a:cubicBezTo>
                  <a:cubicBezTo>
                    <a:pt x="297" y="1085"/>
                    <a:pt x="297" y="1090"/>
                    <a:pt x="297" y="1096"/>
                  </a:cubicBezTo>
                  <a:cubicBezTo>
                    <a:pt x="298" y="1096"/>
                    <a:pt x="298" y="1096"/>
                    <a:pt x="298" y="1096"/>
                  </a:cubicBezTo>
                  <a:cubicBezTo>
                    <a:pt x="298" y="1097"/>
                    <a:pt x="299" y="1097"/>
                    <a:pt x="300" y="1097"/>
                  </a:cubicBezTo>
                  <a:cubicBezTo>
                    <a:pt x="300" y="1097"/>
                    <a:pt x="301" y="1097"/>
                    <a:pt x="301" y="1096"/>
                  </a:cubicBezTo>
                  <a:cubicBezTo>
                    <a:pt x="301" y="1096"/>
                    <a:pt x="302" y="1096"/>
                    <a:pt x="302" y="1095"/>
                  </a:cubicBezTo>
                  <a:lnTo>
                    <a:pt x="302" y="1094"/>
                  </a:lnTo>
                  <a:moveTo>
                    <a:pt x="707" y="685"/>
                  </a:moveTo>
                  <a:cubicBezTo>
                    <a:pt x="707" y="687"/>
                    <a:pt x="707" y="689"/>
                    <a:pt x="707" y="692"/>
                  </a:cubicBezTo>
                  <a:cubicBezTo>
                    <a:pt x="706" y="692"/>
                    <a:pt x="706" y="693"/>
                    <a:pt x="705" y="694"/>
                  </a:cubicBezTo>
                  <a:lnTo>
                    <a:pt x="707" y="685"/>
                  </a:lnTo>
                  <a:moveTo>
                    <a:pt x="606" y="751"/>
                  </a:moveTo>
                  <a:lnTo>
                    <a:pt x="604" y="761"/>
                  </a:lnTo>
                  <a:cubicBezTo>
                    <a:pt x="603" y="760"/>
                    <a:pt x="601" y="760"/>
                    <a:pt x="600" y="760"/>
                  </a:cubicBezTo>
                  <a:lnTo>
                    <a:pt x="606" y="751"/>
                  </a:lnTo>
                  <a:moveTo>
                    <a:pt x="525" y="787"/>
                  </a:moveTo>
                  <a:lnTo>
                    <a:pt x="523" y="794"/>
                  </a:lnTo>
                  <a:lnTo>
                    <a:pt x="522" y="793"/>
                  </a:lnTo>
                  <a:lnTo>
                    <a:pt x="525" y="787"/>
                  </a:lnTo>
                  <a:moveTo>
                    <a:pt x="428" y="933"/>
                  </a:moveTo>
                  <a:cubicBezTo>
                    <a:pt x="432" y="923"/>
                    <a:pt x="436" y="913"/>
                    <a:pt x="441" y="904"/>
                  </a:cubicBezTo>
                  <a:cubicBezTo>
                    <a:pt x="439" y="909"/>
                    <a:pt x="438" y="914"/>
                    <a:pt x="437" y="920"/>
                  </a:cubicBezTo>
                  <a:lnTo>
                    <a:pt x="435" y="923"/>
                  </a:lnTo>
                  <a:cubicBezTo>
                    <a:pt x="433" y="927"/>
                    <a:pt x="431" y="932"/>
                    <a:pt x="429" y="937"/>
                  </a:cubicBezTo>
                  <a:lnTo>
                    <a:pt x="423" y="949"/>
                  </a:lnTo>
                  <a:lnTo>
                    <a:pt x="417" y="962"/>
                  </a:lnTo>
                  <a:lnTo>
                    <a:pt x="428" y="9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2"/>
            <p:cNvSpPr/>
            <p:nvPr/>
          </p:nvSpPr>
          <p:spPr>
            <a:xfrm>
              <a:off x="8328960" y="3820320"/>
              <a:ext cx="26280" cy="73080"/>
            </a:xfrm>
            <a:custGeom>
              <a:rect b="b" l="l" r="r" t="t"/>
              <a:pathLst>
                <a:path extrusionOk="0" h="203" w="73">
                  <a:moveTo>
                    <a:pt x="36" y="115"/>
                  </a:moveTo>
                  <a:cubicBezTo>
                    <a:pt x="25" y="142"/>
                    <a:pt x="0" y="170"/>
                    <a:pt x="0" y="199"/>
                  </a:cubicBezTo>
                  <a:cubicBezTo>
                    <a:pt x="0" y="202"/>
                    <a:pt x="5" y="201"/>
                    <a:pt x="5" y="199"/>
                  </a:cubicBezTo>
                  <a:cubicBezTo>
                    <a:pt x="10" y="183"/>
                    <a:pt x="16" y="168"/>
                    <a:pt x="24" y="153"/>
                  </a:cubicBezTo>
                  <a:cubicBezTo>
                    <a:pt x="25" y="152"/>
                    <a:pt x="25" y="151"/>
                    <a:pt x="26" y="151"/>
                  </a:cubicBezTo>
                  <a:cubicBezTo>
                    <a:pt x="32" y="136"/>
                    <a:pt x="39" y="121"/>
                    <a:pt x="44" y="106"/>
                  </a:cubicBezTo>
                  <a:cubicBezTo>
                    <a:pt x="55" y="81"/>
                    <a:pt x="62" y="54"/>
                    <a:pt x="67" y="27"/>
                  </a:cubicBezTo>
                  <a:cubicBezTo>
                    <a:pt x="72" y="0"/>
                    <a:pt x="66" y="26"/>
                    <a:pt x="66" y="27"/>
                  </a:cubicBezTo>
                  <a:cubicBezTo>
                    <a:pt x="58" y="57"/>
                    <a:pt x="48" y="87"/>
                    <a:pt x="36" y="1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2"/>
            <p:cNvSpPr/>
            <p:nvPr/>
          </p:nvSpPr>
          <p:spPr>
            <a:xfrm>
              <a:off x="8366760" y="3538800"/>
              <a:ext cx="34920" cy="251280"/>
            </a:xfrm>
            <a:custGeom>
              <a:rect b="b" l="l" r="r" t="t"/>
              <a:pathLst>
                <a:path extrusionOk="0" h="698" w="97">
                  <a:moveTo>
                    <a:pt x="2" y="697"/>
                  </a:moveTo>
                  <a:cubicBezTo>
                    <a:pt x="19" y="638"/>
                    <a:pt x="45" y="580"/>
                    <a:pt x="63" y="520"/>
                  </a:cubicBezTo>
                  <a:cubicBezTo>
                    <a:pt x="80" y="458"/>
                    <a:pt x="89" y="395"/>
                    <a:pt x="89" y="332"/>
                  </a:cubicBezTo>
                  <a:cubicBezTo>
                    <a:pt x="90" y="269"/>
                    <a:pt x="96" y="200"/>
                    <a:pt x="87" y="138"/>
                  </a:cubicBezTo>
                  <a:cubicBezTo>
                    <a:pt x="81" y="96"/>
                    <a:pt x="66" y="35"/>
                    <a:pt x="37" y="2"/>
                  </a:cubicBezTo>
                  <a:cubicBezTo>
                    <a:pt x="35" y="0"/>
                    <a:pt x="32" y="2"/>
                    <a:pt x="33" y="4"/>
                  </a:cubicBezTo>
                  <a:cubicBezTo>
                    <a:pt x="64" y="53"/>
                    <a:pt x="80" y="135"/>
                    <a:pt x="80" y="191"/>
                  </a:cubicBezTo>
                  <a:cubicBezTo>
                    <a:pt x="82" y="213"/>
                    <a:pt x="82" y="235"/>
                    <a:pt x="82" y="257"/>
                  </a:cubicBezTo>
                  <a:cubicBezTo>
                    <a:pt x="82" y="296"/>
                    <a:pt x="80" y="336"/>
                    <a:pt x="76" y="375"/>
                  </a:cubicBezTo>
                  <a:cubicBezTo>
                    <a:pt x="67" y="431"/>
                    <a:pt x="67" y="489"/>
                    <a:pt x="48" y="544"/>
                  </a:cubicBezTo>
                  <a:cubicBezTo>
                    <a:pt x="29" y="594"/>
                    <a:pt x="13" y="644"/>
                    <a:pt x="0" y="696"/>
                  </a:cubicBezTo>
                  <a:lnTo>
                    <a:pt x="2" y="6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2"/>
            <p:cNvSpPr/>
            <p:nvPr/>
          </p:nvSpPr>
          <p:spPr>
            <a:xfrm>
              <a:off x="8436960" y="3736800"/>
              <a:ext cx="14760" cy="64800"/>
            </a:xfrm>
            <a:custGeom>
              <a:rect b="b" l="l" r="r" t="t"/>
              <a:pathLst>
                <a:path extrusionOk="0" h="180" w="41">
                  <a:moveTo>
                    <a:pt x="24" y="3"/>
                  </a:moveTo>
                  <a:cubicBezTo>
                    <a:pt x="16" y="61"/>
                    <a:pt x="14" y="119"/>
                    <a:pt x="0" y="175"/>
                  </a:cubicBezTo>
                  <a:cubicBezTo>
                    <a:pt x="0" y="178"/>
                    <a:pt x="4" y="179"/>
                    <a:pt x="5" y="176"/>
                  </a:cubicBezTo>
                  <a:cubicBezTo>
                    <a:pt x="20" y="123"/>
                    <a:pt x="40" y="58"/>
                    <a:pt x="29" y="4"/>
                  </a:cubicBezTo>
                  <a:cubicBezTo>
                    <a:pt x="29" y="1"/>
                    <a:pt x="24" y="0"/>
                    <a:pt x="2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2"/>
            <p:cNvSpPr/>
            <p:nvPr/>
          </p:nvSpPr>
          <p:spPr>
            <a:xfrm>
              <a:off x="8438760" y="3621960"/>
              <a:ext cx="13680" cy="110880"/>
            </a:xfrm>
            <a:custGeom>
              <a:rect b="b" l="l" r="r" t="t"/>
              <a:pathLst>
                <a:path extrusionOk="0" h="308" w="38">
                  <a:moveTo>
                    <a:pt x="36" y="129"/>
                  </a:moveTo>
                  <a:cubicBezTo>
                    <a:pt x="34" y="96"/>
                    <a:pt x="32" y="26"/>
                    <a:pt x="3" y="2"/>
                  </a:cubicBezTo>
                  <a:cubicBezTo>
                    <a:pt x="2" y="0"/>
                    <a:pt x="0" y="3"/>
                    <a:pt x="1" y="5"/>
                  </a:cubicBezTo>
                  <a:cubicBezTo>
                    <a:pt x="27" y="37"/>
                    <a:pt x="28" y="109"/>
                    <a:pt x="28" y="148"/>
                  </a:cubicBezTo>
                  <a:cubicBezTo>
                    <a:pt x="28" y="157"/>
                    <a:pt x="28" y="167"/>
                    <a:pt x="28" y="176"/>
                  </a:cubicBezTo>
                  <a:cubicBezTo>
                    <a:pt x="28" y="219"/>
                    <a:pt x="25" y="261"/>
                    <a:pt x="20" y="303"/>
                  </a:cubicBezTo>
                  <a:cubicBezTo>
                    <a:pt x="20" y="305"/>
                    <a:pt x="24" y="307"/>
                    <a:pt x="24" y="304"/>
                  </a:cubicBezTo>
                  <a:cubicBezTo>
                    <a:pt x="33" y="260"/>
                    <a:pt x="37" y="215"/>
                    <a:pt x="37" y="169"/>
                  </a:cubicBezTo>
                  <a:cubicBezTo>
                    <a:pt x="37" y="156"/>
                    <a:pt x="37" y="143"/>
                    <a:pt x="3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2"/>
            <p:cNvSpPr/>
            <p:nvPr/>
          </p:nvSpPr>
          <p:spPr>
            <a:xfrm>
              <a:off x="8469360" y="3724920"/>
              <a:ext cx="5400" cy="56160"/>
            </a:xfrm>
            <a:custGeom>
              <a:rect b="b" l="l" r="r" t="t"/>
              <a:pathLst>
                <a:path extrusionOk="0" h="156" w="15">
                  <a:moveTo>
                    <a:pt x="13" y="154"/>
                  </a:moveTo>
                  <a:cubicBezTo>
                    <a:pt x="14" y="143"/>
                    <a:pt x="14" y="133"/>
                    <a:pt x="14" y="122"/>
                  </a:cubicBezTo>
                  <a:cubicBezTo>
                    <a:pt x="14" y="82"/>
                    <a:pt x="10" y="41"/>
                    <a:pt x="3" y="1"/>
                  </a:cubicBezTo>
                  <a:cubicBezTo>
                    <a:pt x="2" y="0"/>
                    <a:pt x="2" y="0"/>
                    <a:pt x="2" y="0"/>
                  </a:cubicBezTo>
                  <a:lnTo>
                    <a:pt x="1" y="0"/>
                  </a:lnTo>
                  <a:lnTo>
                    <a:pt x="0" y="0"/>
                  </a:lnTo>
                  <a:lnTo>
                    <a:pt x="0" y="1"/>
                  </a:lnTo>
                  <a:cubicBezTo>
                    <a:pt x="3" y="52"/>
                    <a:pt x="4" y="102"/>
                    <a:pt x="9" y="153"/>
                  </a:cubicBezTo>
                  <a:lnTo>
                    <a:pt x="9" y="154"/>
                  </a:lnTo>
                  <a:cubicBezTo>
                    <a:pt x="10" y="154"/>
                    <a:pt x="10" y="154"/>
                    <a:pt x="10" y="155"/>
                  </a:cubicBezTo>
                  <a:lnTo>
                    <a:pt x="11" y="155"/>
                  </a:lnTo>
                  <a:cubicBezTo>
                    <a:pt x="12" y="155"/>
                    <a:pt x="12" y="155"/>
                    <a:pt x="12" y="155"/>
                  </a:cubicBezTo>
                  <a:cubicBezTo>
                    <a:pt x="13" y="154"/>
                    <a:pt x="13"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2"/>
            <p:cNvSpPr/>
            <p:nvPr/>
          </p:nvSpPr>
          <p:spPr>
            <a:xfrm>
              <a:off x="8459280" y="3813840"/>
              <a:ext cx="156240" cy="298080"/>
            </a:xfrm>
            <a:custGeom>
              <a:rect b="b" l="l" r="r" t="t"/>
              <a:pathLst>
                <a:path extrusionOk="0" h="828" w="434">
                  <a:moveTo>
                    <a:pt x="45" y="1"/>
                  </a:moveTo>
                  <a:cubicBezTo>
                    <a:pt x="45" y="0"/>
                    <a:pt x="42" y="0"/>
                    <a:pt x="42" y="1"/>
                  </a:cubicBezTo>
                  <a:cubicBezTo>
                    <a:pt x="44" y="85"/>
                    <a:pt x="55" y="169"/>
                    <a:pt x="76" y="251"/>
                  </a:cubicBezTo>
                  <a:cubicBezTo>
                    <a:pt x="76" y="252"/>
                    <a:pt x="76" y="252"/>
                    <a:pt x="76" y="252"/>
                  </a:cubicBezTo>
                  <a:cubicBezTo>
                    <a:pt x="76" y="253"/>
                    <a:pt x="76" y="253"/>
                    <a:pt x="76" y="253"/>
                  </a:cubicBezTo>
                  <a:cubicBezTo>
                    <a:pt x="77" y="261"/>
                    <a:pt x="78" y="268"/>
                    <a:pt x="78" y="275"/>
                  </a:cubicBezTo>
                  <a:cubicBezTo>
                    <a:pt x="78" y="282"/>
                    <a:pt x="77" y="290"/>
                    <a:pt x="76" y="297"/>
                  </a:cubicBezTo>
                  <a:lnTo>
                    <a:pt x="76" y="298"/>
                  </a:lnTo>
                  <a:cubicBezTo>
                    <a:pt x="76" y="326"/>
                    <a:pt x="78" y="354"/>
                    <a:pt x="83" y="382"/>
                  </a:cubicBezTo>
                  <a:cubicBezTo>
                    <a:pt x="88" y="442"/>
                    <a:pt x="90" y="505"/>
                    <a:pt x="111" y="563"/>
                  </a:cubicBezTo>
                  <a:cubicBezTo>
                    <a:pt x="131" y="620"/>
                    <a:pt x="147" y="691"/>
                    <a:pt x="176" y="750"/>
                  </a:cubicBezTo>
                  <a:cubicBezTo>
                    <a:pt x="151" y="722"/>
                    <a:pt x="130" y="691"/>
                    <a:pt x="111" y="659"/>
                  </a:cubicBezTo>
                  <a:cubicBezTo>
                    <a:pt x="104" y="646"/>
                    <a:pt x="97" y="632"/>
                    <a:pt x="90" y="619"/>
                  </a:cubicBezTo>
                  <a:cubicBezTo>
                    <a:pt x="53" y="552"/>
                    <a:pt x="25" y="481"/>
                    <a:pt x="7" y="407"/>
                  </a:cubicBezTo>
                  <a:cubicBezTo>
                    <a:pt x="7" y="403"/>
                    <a:pt x="0" y="404"/>
                    <a:pt x="0" y="407"/>
                  </a:cubicBezTo>
                  <a:cubicBezTo>
                    <a:pt x="10" y="477"/>
                    <a:pt x="31" y="546"/>
                    <a:pt x="62" y="610"/>
                  </a:cubicBezTo>
                  <a:cubicBezTo>
                    <a:pt x="72" y="630"/>
                    <a:pt x="82" y="649"/>
                    <a:pt x="93" y="668"/>
                  </a:cubicBezTo>
                  <a:cubicBezTo>
                    <a:pt x="107" y="691"/>
                    <a:pt x="121" y="714"/>
                    <a:pt x="136" y="736"/>
                  </a:cubicBezTo>
                  <a:cubicBezTo>
                    <a:pt x="157" y="770"/>
                    <a:pt x="186" y="799"/>
                    <a:pt x="220" y="820"/>
                  </a:cubicBezTo>
                  <a:cubicBezTo>
                    <a:pt x="229" y="827"/>
                    <a:pt x="242" y="814"/>
                    <a:pt x="234" y="805"/>
                  </a:cubicBezTo>
                  <a:cubicBezTo>
                    <a:pt x="225" y="796"/>
                    <a:pt x="218" y="786"/>
                    <a:pt x="211" y="775"/>
                  </a:cubicBezTo>
                  <a:cubicBezTo>
                    <a:pt x="210" y="773"/>
                    <a:pt x="209" y="771"/>
                    <a:pt x="208" y="769"/>
                  </a:cubicBezTo>
                  <a:cubicBezTo>
                    <a:pt x="201" y="742"/>
                    <a:pt x="192" y="715"/>
                    <a:pt x="185" y="688"/>
                  </a:cubicBezTo>
                  <a:cubicBezTo>
                    <a:pt x="176" y="655"/>
                    <a:pt x="176" y="620"/>
                    <a:pt x="167" y="588"/>
                  </a:cubicBezTo>
                  <a:cubicBezTo>
                    <a:pt x="157" y="547"/>
                    <a:pt x="154" y="503"/>
                    <a:pt x="146" y="461"/>
                  </a:cubicBezTo>
                  <a:cubicBezTo>
                    <a:pt x="150" y="468"/>
                    <a:pt x="154" y="474"/>
                    <a:pt x="158" y="481"/>
                  </a:cubicBezTo>
                  <a:cubicBezTo>
                    <a:pt x="184" y="521"/>
                    <a:pt x="207" y="577"/>
                    <a:pt x="247" y="605"/>
                  </a:cubicBezTo>
                  <a:cubicBezTo>
                    <a:pt x="251" y="608"/>
                    <a:pt x="256" y="603"/>
                    <a:pt x="255" y="598"/>
                  </a:cubicBezTo>
                  <a:cubicBezTo>
                    <a:pt x="254" y="594"/>
                    <a:pt x="253" y="591"/>
                    <a:pt x="252" y="588"/>
                  </a:cubicBezTo>
                  <a:cubicBezTo>
                    <a:pt x="253" y="587"/>
                    <a:pt x="253" y="587"/>
                    <a:pt x="254" y="587"/>
                  </a:cubicBezTo>
                  <a:cubicBezTo>
                    <a:pt x="255" y="586"/>
                    <a:pt x="256" y="585"/>
                    <a:pt x="256" y="585"/>
                  </a:cubicBezTo>
                  <a:cubicBezTo>
                    <a:pt x="257" y="584"/>
                    <a:pt x="257" y="583"/>
                    <a:pt x="257" y="582"/>
                  </a:cubicBezTo>
                  <a:cubicBezTo>
                    <a:pt x="259" y="555"/>
                    <a:pt x="237" y="533"/>
                    <a:pt x="233" y="506"/>
                  </a:cubicBezTo>
                  <a:cubicBezTo>
                    <a:pt x="229" y="478"/>
                    <a:pt x="216" y="451"/>
                    <a:pt x="215" y="423"/>
                  </a:cubicBezTo>
                  <a:cubicBezTo>
                    <a:pt x="215" y="422"/>
                    <a:pt x="215" y="422"/>
                    <a:pt x="215" y="421"/>
                  </a:cubicBezTo>
                  <a:cubicBezTo>
                    <a:pt x="215" y="393"/>
                    <a:pt x="213" y="364"/>
                    <a:pt x="209" y="336"/>
                  </a:cubicBezTo>
                  <a:cubicBezTo>
                    <a:pt x="229" y="362"/>
                    <a:pt x="247" y="390"/>
                    <a:pt x="264" y="418"/>
                  </a:cubicBezTo>
                  <a:cubicBezTo>
                    <a:pt x="277" y="441"/>
                    <a:pt x="289" y="464"/>
                    <a:pt x="300" y="488"/>
                  </a:cubicBezTo>
                  <a:cubicBezTo>
                    <a:pt x="336" y="572"/>
                    <a:pt x="383" y="652"/>
                    <a:pt x="423" y="734"/>
                  </a:cubicBezTo>
                  <a:cubicBezTo>
                    <a:pt x="425" y="739"/>
                    <a:pt x="433" y="738"/>
                    <a:pt x="432" y="732"/>
                  </a:cubicBezTo>
                  <a:cubicBezTo>
                    <a:pt x="429" y="692"/>
                    <a:pt x="427" y="634"/>
                    <a:pt x="407" y="598"/>
                  </a:cubicBezTo>
                  <a:cubicBezTo>
                    <a:pt x="384" y="559"/>
                    <a:pt x="389" y="506"/>
                    <a:pt x="366" y="466"/>
                  </a:cubicBezTo>
                  <a:cubicBezTo>
                    <a:pt x="353" y="443"/>
                    <a:pt x="346" y="416"/>
                    <a:pt x="334" y="393"/>
                  </a:cubicBezTo>
                  <a:cubicBezTo>
                    <a:pt x="321" y="363"/>
                    <a:pt x="303" y="336"/>
                    <a:pt x="287" y="308"/>
                  </a:cubicBezTo>
                  <a:cubicBezTo>
                    <a:pt x="259" y="260"/>
                    <a:pt x="217" y="221"/>
                    <a:pt x="187" y="173"/>
                  </a:cubicBezTo>
                  <a:cubicBezTo>
                    <a:pt x="187" y="171"/>
                    <a:pt x="184" y="173"/>
                    <a:pt x="185" y="175"/>
                  </a:cubicBezTo>
                  <a:cubicBezTo>
                    <a:pt x="211" y="219"/>
                    <a:pt x="246" y="256"/>
                    <a:pt x="274" y="299"/>
                  </a:cubicBezTo>
                  <a:cubicBezTo>
                    <a:pt x="282" y="310"/>
                    <a:pt x="288" y="320"/>
                    <a:pt x="295" y="332"/>
                  </a:cubicBezTo>
                  <a:cubicBezTo>
                    <a:pt x="318" y="372"/>
                    <a:pt x="338" y="415"/>
                    <a:pt x="353" y="459"/>
                  </a:cubicBezTo>
                  <a:cubicBezTo>
                    <a:pt x="369" y="500"/>
                    <a:pt x="382" y="541"/>
                    <a:pt x="392" y="583"/>
                  </a:cubicBezTo>
                  <a:cubicBezTo>
                    <a:pt x="396" y="602"/>
                    <a:pt x="405" y="618"/>
                    <a:pt x="409" y="637"/>
                  </a:cubicBezTo>
                  <a:cubicBezTo>
                    <a:pt x="414" y="664"/>
                    <a:pt x="415" y="691"/>
                    <a:pt x="420" y="718"/>
                  </a:cubicBezTo>
                  <a:cubicBezTo>
                    <a:pt x="414" y="687"/>
                    <a:pt x="386" y="644"/>
                    <a:pt x="371" y="611"/>
                  </a:cubicBezTo>
                  <a:cubicBezTo>
                    <a:pt x="349" y="564"/>
                    <a:pt x="323" y="520"/>
                    <a:pt x="303" y="473"/>
                  </a:cubicBezTo>
                  <a:cubicBezTo>
                    <a:pt x="285" y="431"/>
                    <a:pt x="255" y="395"/>
                    <a:pt x="234" y="355"/>
                  </a:cubicBezTo>
                  <a:cubicBezTo>
                    <a:pt x="232" y="353"/>
                    <a:pt x="231" y="350"/>
                    <a:pt x="229" y="348"/>
                  </a:cubicBezTo>
                  <a:cubicBezTo>
                    <a:pt x="221" y="334"/>
                    <a:pt x="212" y="320"/>
                    <a:pt x="202" y="307"/>
                  </a:cubicBezTo>
                  <a:cubicBezTo>
                    <a:pt x="200" y="303"/>
                    <a:pt x="198" y="299"/>
                    <a:pt x="196" y="295"/>
                  </a:cubicBezTo>
                  <a:cubicBezTo>
                    <a:pt x="191" y="286"/>
                    <a:pt x="184" y="278"/>
                    <a:pt x="175" y="272"/>
                  </a:cubicBezTo>
                  <a:cubicBezTo>
                    <a:pt x="173" y="271"/>
                    <a:pt x="171" y="270"/>
                    <a:pt x="169" y="270"/>
                  </a:cubicBezTo>
                  <a:cubicBezTo>
                    <a:pt x="167" y="270"/>
                    <a:pt x="165" y="271"/>
                    <a:pt x="163" y="272"/>
                  </a:cubicBezTo>
                  <a:lnTo>
                    <a:pt x="159" y="269"/>
                  </a:lnTo>
                  <a:cubicBezTo>
                    <a:pt x="159" y="263"/>
                    <a:pt x="159" y="257"/>
                    <a:pt x="159" y="251"/>
                  </a:cubicBezTo>
                  <a:cubicBezTo>
                    <a:pt x="159" y="215"/>
                    <a:pt x="143" y="180"/>
                    <a:pt x="142" y="144"/>
                  </a:cubicBezTo>
                  <a:lnTo>
                    <a:pt x="142" y="143"/>
                  </a:lnTo>
                  <a:lnTo>
                    <a:pt x="141" y="142"/>
                  </a:lnTo>
                  <a:cubicBezTo>
                    <a:pt x="140" y="142"/>
                    <a:pt x="140" y="142"/>
                    <a:pt x="139" y="142"/>
                  </a:cubicBezTo>
                  <a:cubicBezTo>
                    <a:pt x="138" y="142"/>
                    <a:pt x="138" y="142"/>
                    <a:pt x="137" y="142"/>
                  </a:cubicBezTo>
                  <a:lnTo>
                    <a:pt x="136" y="143"/>
                  </a:lnTo>
                  <a:cubicBezTo>
                    <a:pt x="136" y="144"/>
                    <a:pt x="136" y="144"/>
                    <a:pt x="136" y="144"/>
                  </a:cubicBezTo>
                  <a:cubicBezTo>
                    <a:pt x="134" y="225"/>
                    <a:pt x="157" y="309"/>
                    <a:pt x="170" y="388"/>
                  </a:cubicBezTo>
                  <a:cubicBezTo>
                    <a:pt x="176" y="424"/>
                    <a:pt x="187" y="460"/>
                    <a:pt x="200" y="493"/>
                  </a:cubicBezTo>
                  <a:cubicBezTo>
                    <a:pt x="208" y="513"/>
                    <a:pt x="215" y="533"/>
                    <a:pt x="225" y="552"/>
                  </a:cubicBezTo>
                  <a:cubicBezTo>
                    <a:pt x="241" y="586"/>
                    <a:pt x="244" y="592"/>
                    <a:pt x="223" y="558"/>
                  </a:cubicBezTo>
                  <a:cubicBezTo>
                    <a:pt x="172" y="476"/>
                    <a:pt x="123" y="395"/>
                    <a:pt x="100" y="300"/>
                  </a:cubicBezTo>
                  <a:cubicBezTo>
                    <a:pt x="75" y="201"/>
                    <a:pt x="47" y="104"/>
                    <a:pt x="45" y="1"/>
                  </a:cubicBezTo>
                  <a:moveTo>
                    <a:pt x="105" y="372"/>
                  </a:moveTo>
                  <a:cubicBezTo>
                    <a:pt x="104" y="374"/>
                    <a:pt x="103" y="376"/>
                    <a:pt x="102" y="378"/>
                  </a:cubicBezTo>
                  <a:cubicBezTo>
                    <a:pt x="102" y="371"/>
                    <a:pt x="102" y="363"/>
                    <a:pt x="101" y="356"/>
                  </a:cubicBezTo>
                  <a:cubicBezTo>
                    <a:pt x="102" y="362"/>
                    <a:pt x="104" y="367"/>
                    <a:pt x="105" y="3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2"/>
            <p:cNvSpPr/>
            <p:nvPr/>
          </p:nvSpPr>
          <p:spPr>
            <a:xfrm>
              <a:off x="8502840" y="3802320"/>
              <a:ext cx="5040" cy="45000"/>
            </a:xfrm>
            <a:custGeom>
              <a:rect b="b" l="l" r="r" t="t"/>
              <a:pathLst>
                <a:path extrusionOk="0" h="125" w="14">
                  <a:moveTo>
                    <a:pt x="12" y="106"/>
                  </a:moveTo>
                  <a:cubicBezTo>
                    <a:pt x="12" y="88"/>
                    <a:pt x="8" y="70"/>
                    <a:pt x="9" y="52"/>
                  </a:cubicBezTo>
                  <a:cubicBezTo>
                    <a:pt x="8" y="35"/>
                    <a:pt x="6" y="19"/>
                    <a:pt x="3" y="2"/>
                  </a:cubicBezTo>
                  <a:cubicBezTo>
                    <a:pt x="3" y="0"/>
                    <a:pt x="0" y="1"/>
                    <a:pt x="0" y="2"/>
                  </a:cubicBezTo>
                  <a:cubicBezTo>
                    <a:pt x="0" y="19"/>
                    <a:pt x="2" y="36"/>
                    <a:pt x="4" y="52"/>
                  </a:cubicBezTo>
                  <a:cubicBezTo>
                    <a:pt x="5" y="70"/>
                    <a:pt x="7" y="88"/>
                    <a:pt x="10" y="106"/>
                  </a:cubicBezTo>
                  <a:cubicBezTo>
                    <a:pt x="13" y="124"/>
                    <a:pt x="12" y="107"/>
                    <a:pt x="12"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2"/>
            <p:cNvSpPr/>
            <p:nvPr/>
          </p:nvSpPr>
          <p:spPr>
            <a:xfrm>
              <a:off x="8449560" y="3583080"/>
              <a:ext cx="52920" cy="191520"/>
            </a:xfrm>
            <a:custGeom>
              <a:rect b="b" l="l" r="r" t="t"/>
              <a:pathLst>
                <a:path extrusionOk="0" h="532" w="147">
                  <a:moveTo>
                    <a:pt x="60" y="131"/>
                  </a:moveTo>
                  <a:cubicBezTo>
                    <a:pt x="43" y="87"/>
                    <a:pt x="33" y="39"/>
                    <a:pt x="4" y="1"/>
                  </a:cubicBezTo>
                  <a:lnTo>
                    <a:pt x="3" y="1"/>
                  </a:lnTo>
                  <a:lnTo>
                    <a:pt x="2" y="0"/>
                  </a:lnTo>
                  <a:lnTo>
                    <a:pt x="1" y="1"/>
                  </a:lnTo>
                  <a:cubicBezTo>
                    <a:pt x="1" y="1"/>
                    <a:pt x="0" y="1"/>
                    <a:pt x="0" y="2"/>
                  </a:cubicBezTo>
                  <a:lnTo>
                    <a:pt x="0" y="3"/>
                  </a:lnTo>
                  <a:cubicBezTo>
                    <a:pt x="16" y="36"/>
                    <a:pt x="29" y="70"/>
                    <a:pt x="39" y="104"/>
                  </a:cubicBezTo>
                  <a:cubicBezTo>
                    <a:pt x="57" y="160"/>
                    <a:pt x="81" y="213"/>
                    <a:pt x="98" y="269"/>
                  </a:cubicBezTo>
                  <a:cubicBezTo>
                    <a:pt x="126" y="353"/>
                    <a:pt x="140" y="440"/>
                    <a:pt x="142" y="528"/>
                  </a:cubicBezTo>
                  <a:cubicBezTo>
                    <a:pt x="142" y="530"/>
                    <a:pt x="145" y="531"/>
                    <a:pt x="145" y="528"/>
                  </a:cubicBezTo>
                  <a:cubicBezTo>
                    <a:pt x="146" y="521"/>
                    <a:pt x="146" y="515"/>
                    <a:pt x="146" y="508"/>
                  </a:cubicBezTo>
                  <a:cubicBezTo>
                    <a:pt x="146" y="432"/>
                    <a:pt x="135" y="357"/>
                    <a:pt x="115" y="284"/>
                  </a:cubicBezTo>
                  <a:cubicBezTo>
                    <a:pt x="101" y="232"/>
                    <a:pt x="79" y="182"/>
                    <a:pt x="60"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2"/>
            <p:cNvSpPr/>
            <p:nvPr/>
          </p:nvSpPr>
          <p:spPr>
            <a:xfrm>
              <a:off x="8524080" y="3687840"/>
              <a:ext cx="17640" cy="45720"/>
            </a:xfrm>
            <a:custGeom>
              <a:rect b="b" l="l" r="r" t="t"/>
              <a:pathLst>
                <a:path extrusionOk="0" h="127" w="49">
                  <a:moveTo>
                    <a:pt x="47" y="124"/>
                  </a:moveTo>
                  <a:cubicBezTo>
                    <a:pt x="48" y="106"/>
                    <a:pt x="33" y="85"/>
                    <a:pt x="28" y="68"/>
                  </a:cubicBezTo>
                  <a:cubicBezTo>
                    <a:pt x="23" y="56"/>
                    <a:pt x="23" y="43"/>
                    <a:pt x="18" y="31"/>
                  </a:cubicBezTo>
                  <a:cubicBezTo>
                    <a:pt x="13" y="19"/>
                    <a:pt x="4" y="16"/>
                    <a:pt x="4" y="1"/>
                  </a:cubicBezTo>
                  <a:cubicBezTo>
                    <a:pt x="4" y="0"/>
                    <a:pt x="3" y="0"/>
                    <a:pt x="3" y="0"/>
                  </a:cubicBezTo>
                  <a:lnTo>
                    <a:pt x="2" y="0"/>
                  </a:lnTo>
                  <a:lnTo>
                    <a:pt x="1" y="0"/>
                  </a:lnTo>
                  <a:cubicBezTo>
                    <a:pt x="0" y="0"/>
                    <a:pt x="0" y="0"/>
                    <a:pt x="0" y="1"/>
                  </a:cubicBezTo>
                  <a:cubicBezTo>
                    <a:pt x="0" y="21"/>
                    <a:pt x="16" y="35"/>
                    <a:pt x="20" y="54"/>
                  </a:cubicBezTo>
                  <a:cubicBezTo>
                    <a:pt x="24" y="79"/>
                    <a:pt x="41" y="100"/>
                    <a:pt x="45" y="124"/>
                  </a:cubicBezTo>
                  <a:lnTo>
                    <a:pt x="45" y="125"/>
                  </a:lnTo>
                  <a:lnTo>
                    <a:pt x="46" y="125"/>
                  </a:lnTo>
                  <a:cubicBezTo>
                    <a:pt x="46" y="125"/>
                    <a:pt x="46" y="126"/>
                    <a:pt x="47" y="125"/>
                  </a:cubicBezTo>
                  <a:cubicBezTo>
                    <a:pt x="48" y="124"/>
                    <a:pt x="47" y="124"/>
                    <a:pt x="47"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2"/>
            <p:cNvSpPr/>
            <p:nvPr/>
          </p:nvSpPr>
          <p:spPr>
            <a:xfrm>
              <a:off x="8486280" y="3512160"/>
              <a:ext cx="282960" cy="580320"/>
            </a:xfrm>
            <a:custGeom>
              <a:rect b="b" l="l" r="r" t="t"/>
              <a:pathLst>
                <a:path extrusionOk="0" h="1612" w="786">
                  <a:moveTo>
                    <a:pt x="108" y="374"/>
                  </a:moveTo>
                  <a:cubicBezTo>
                    <a:pt x="105" y="364"/>
                    <a:pt x="101" y="354"/>
                    <a:pt x="98" y="343"/>
                  </a:cubicBezTo>
                  <a:cubicBezTo>
                    <a:pt x="87" y="312"/>
                    <a:pt x="82" y="280"/>
                    <a:pt x="72" y="249"/>
                  </a:cubicBezTo>
                  <a:cubicBezTo>
                    <a:pt x="65" y="224"/>
                    <a:pt x="66" y="197"/>
                    <a:pt x="57" y="173"/>
                  </a:cubicBezTo>
                  <a:cubicBezTo>
                    <a:pt x="51" y="155"/>
                    <a:pt x="45" y="137"/>
                    <a:pt x="40" y="118"/>
                  </a:cubicBezTo>
                  <a:cubicBezTo>
                    <a:pt x="30" y="79"/>
                    <a:pt x="19" y="41"/>
                    <a:pt x="5" y="2"/>
                  </a:cubicBezTo>
                  <a:cubicBezTo>
                    <a:pt x="5" y="0"/>
                    <a:pt x="0" y="1"/>
                    <a:pt x="1" y="2"/>
                  </a:cubicBezTo>
                  <a:cubicBezTo>
                    <a:pt x="24" y="69"/>
                    <a:pt x="41" y="139"/>
                    <a:pt x="51" y="209"/>
                  </a:cubicBezTo>
                  <a:cubicBezTo>
                    <a:pt x="59" y="259"/>
                    <a:pt x="72" y="309"/>
                    <a:pt x="90" y="357"/>
                  </a:cubicBezTo>
                  <a:cubicBezTo>
                    <a:pt x="90" y="358"/>
                    <a:pt x="89" y="358"/>
                    <a:pt x="89" y="359"/>
                  </a:cubicBezTo>
                  <a:cubicBezTo>
                    <a:pt x="89" y="359"/>
                    <a:pt x="89" y="360"/>
                    <a:pt x="89" y="361"/>
                  </a:cubicBezTo>
                  <a:cubicBezTo>
                    <a:pt x="89" y="361"/>
                    <a:pt x="89" y="362"/>
                    <a:pt x="89" y="363"/>
                  </a:cubicBezTo>
                  <a:lnTo>
                    <a:pt x="90" y="364"/>
                  </a:lnTo>
                  <a:cubicBezTo>
                    <a:pt x="91" y="365"/>
                    <a:pt x="93" y="366"/>
                    <a:pt x="94" y="367"/>
                  </a:cubicBezTo>
                  <a:cubicBezTo>
                    <a:pt x="100" y="385"/>
                    <a:pt x="105" y="403"/>
                    <a:pt x="110" y="421"/>
                  </a:cubicBezTo>
                  <a:cubicBezTo>
                    <a:pt x="110" y="423"/>
                    <a:pt x="115" y="423"/>
                    <a:pt x="115" y="421"/>
                  </a:cubicBezTo>
                  <a:cubicBezTo>
                    <a:pt x="116" y="419"/>
                    <a:pt x="115" y="416"/>
                    <a:pt x="115" y="414"/>
                  </a:cubicBezTo>
                  <a:cubicBezTo>
                    <a:pt x="123" y="439"/>
                    <a:pt x="129" y="466"/>
                    <a:pt x="135" y="479"/>
                  </a:cubicBezTo>
                  <a:cubicBezTo>
                    <a:pt x="149" y="515"/>
                    <a:pt x="164" y="550"/>
                    <a:pt x="178" y="586"/>
                  </a:cubicBezTo>
                  <a:cubicBezTo>
                    <a:pt x="204" y="650"/>
                    <a:pt x="253" y="704"/>
                    <a:pt x="295" y="758"/>
                  </a:cubicBezTo>
                  <a:cubicBezTo>
                    <a:pt x="343" y="819"/>
                    <a:pt x="374" y="893"/>
                    <a:pt x="413" y="960"/>
                  </a:cubicBezTo>
                  <a:cubicBezTo>
                    <a:pt x="430" y="988"/>
                    <a:pt x="446" y="1019"/>
                    <a:pt x="466" y="1045"/>
                  </a:cubicBezTo>
                  <a:cubicBezTo>
                    <a:pt x="474" y="1056"/>
                    <a:pt x="481" y="1068"/>
                    <a:pt x="489" y="1079"/>
                  </a:cubicBezTo>
                  <a:cubicBezTo>
                    <a:pt x="481" y="1076"/>
                    <a:pt x="473" y="1072"/>
                    <a:pt x="466" y="1067"/>
                  </a:cubicBezTo>
                  <a:cubicBezTo>
                    <a:pt x="460" y="1064"/>
                    <a:pt x="455" y="1061"/>
                    <a:pt x="450" y="1057"/>
                  </a:cubicBezTo>
                  <a:cubicBezTo>
                    <a:pt x="407" y="1027"/>
                    <a:pt x="371" y="989"/>
                    <a:pt x="342" y="945"/>
                  </a:cubicBezTo>
                  <a:cubicBezTo>
                    <a:pt x="298" y="878"/>
                    <a:pt x="275" y="792"/>
                    <a:pt x="218" y="733"/>
                  </a:cubicBezTo>
                  <a:cubicBezTo>
                    <a:pt x="216" y="731"/>
                    <a:pt x="213" y="733"/>
                    <a:pt x="215" y="736"/>
                  </a:cubicBezTo>
                  <a:cubicBezTo>
                    <a:pt x="277" y="802"/>
                    <a:pt x="300" y="899"/>
                    <a:pt x="348" y="974"/>
                  </a:cubicBezTo>
                  <a:cubicBezTo>
                    <a:pt x="362" y="997"/>
                    <a:pt x="380" y="1018"/>
                    <a:pt x="400" y="1036"/>
                  </a:cubicBezTo>
                  <a:lnTo>
                    <a:pt x="399" y="1036"/>
                  </a:lnTo>
                  <a:cubicBezTo>
                    <a:pt x="397" y="1036"/>
                    <a:pt x="396" y="1037"/>
                    <a:pt x="394" y="1037"/>
                  </a:cubicBezTo>
                  <a:cubicBezTo>
                    <a:pt x="393" y="1038"/>
                    <a:pt x="392" y="1039"/>
                    <a:pt x="391" y="1040"/>
                  </a:cubicBezTo>
                  <a:cubicBezTo>
                    <a:pt x="390" y="1041"/>
                    <a:pt x="390" y="1043"/>
                    <a:pt x="390" y="1044"/>
                  </a:cubicBezTo>
                  <a:cubicBezTo>
                    <a:pt x="390" y="1046"/>
                    <a:pt x="390" y="1047"/>
                    <a:pt x="391" y="1049"/>
                  </a:cubicBezTo>
                  <a:lnTo>
                    <a:pt x="392" y="1050"/>
                  </a:lnTo>
                  <a:cubicBezTo>
                    <a:pt x="405" y="1063"/>
                    <a:pt x="408" y="1104"/>
                    <a:pt x="411" y="1120"/>
                  </a:cubicBezTo>
                  <a:cubicBezTo>
                    <a:pt x="416" y="1146"/>
                    <a:pt x="419" y="1171"/>
                    <a:pt x="425" y="1197"/>
                  </a:cubicBezTo>
                  <a:cubicBezTo>
                    <a:pt x="432" y="1231"/>
                    <a:pt x="425" y="1276"/>
                    <a:pt x="425" y="1311"/>
                  </a:cubicBezTo>
                  <a:cubicBezTo>
                    <a:pt x="425" y="1334"/>
                    <a:pt x="427" y="1359"/>
                    <a:pt x="427" y="1383"/>
                  </a:cubicBezTo>
                  <a:cubicBezTo>
                    <a:pt x="426" y="1371"/>
                    <a:pt x="424" y="1360"/>
                    <a:pt x="423" y="1353"/>
                  </a:cubicBezTo>
                  <a:cubicBezTo>
                    <a:pt x="414" y="1314"/>
                    <a:pt x="407" y="1276"/>
                    <a:pt x="398" y="1238"/>
                  </a:cubicBezTo>
                  <a:cubicBezTo>
                    <a:pt x="381" y="1168"/>
                    <a:pt x="358" y="1099"/>
                    <a:pt x="332" y="1032"/>
                  </a:cubicBezTo>
                  <a:cubicBezTo>
                    <a:pt x="310" y="977"/>
                    <a:pt x="298" y="908"/>
                    <a:pt x="260" y="860"/>
                  </a:cubicBezTo>
                  <a:cubicBezTo>
                    <a:pt x="254" y="850"/>
                    <a:pt x="247" y="840"/>
                    <a:pt x="241" y="829"/>
                  </a:cubicBezTo>
                  <a:cubicBezTo>
                    <a:pt x="230" y="809"/>
                    <a:pt x="219" y="789"/>
                    <a:pt x="210" y="768"/>
                  </a:cubicBezTo>
                  <a:cubicBezTo>
                    <a:pt x="208" y="763"/>
                    <a:pt x="205" y="758"/>
                    <a:pt x="202" y="754"/>
                  </a:cubicBezTo>
                  <a:cubicBezTo>
                    <a:pt x="189" y="730"/>
                    <a:pt x="173" y="709"/>
                    <a:pt x="154" y="689"/>
                  </a:cubicBezTo>
                  <a:lnTo>
                    <a:pt x="153" y="689"/>
                  </a:lnTo>
                  <a:cubicBezTo>
                    <a:pt x="152" y="689"/>
                    <a:pt x="152" y="689"/>
                    <a:pt x="152" y="689"/>
                  </a:cubicBezTo>
                  <a:cubicBezTo>
                    <a:pt x="151" y="690"/>
                    <a:pt x="151" y="690"/>
                    <a:pt x="151" y="690"/>
                  </a:cubicBezTo>
                  <a:lnTo>
                    <a:pt x="151" y="691"/>
                  </a:lnTo>
                  <a:lnTo>
                    <a:pt x="151" y="692"/>
                  </a:lnTo>
                  <a:cubicBezTo>
                    <a:pt x="191" y="735"/>
                    <a:pt x="204" y="789"/>
                    <a:pt x="235" y="837"/>
                  </a:cubicBezTo>
                  <a:cubicBezTo>
                    <a:pt x="242" y="847"/>
                    <a:pt x="249" y="858"/>
                    <a:pt x="255" y="868"/>
                  </a:cubicBezTo>
                  <a:cubicBezTo>
                    <a:pt x="267" y="889"/>
                    <a:pt x="278" y="911"/>
                    <a:pt x="286" y="934"/>
                  </a:cubicBezTo>
                  <a:cubicBezTo>
                    <a:pt x="299" y="968"/>
                    <a:pt x="308" y="1003"/>
                    <a:pt x="320" y="1037"/>
                  </a:cubicBezTo>
                  <a:cubicBezTo>
                    <a:pt x="343" y="1105"/>
                    <a:pt x="366" y="1172"/>
                    <a:pt x="385" y="1241"/>
                  </a:cubicBezTo>
                  <a:cubicBezTo>
                    <a:pt x="394" y="1275"/>
                    <a:pt x="399" y="1310"/>
                    <a:pt x="407" y="1345"/>
                  </a:cubicBezTo>
                  <a:lnTo>
                    <a:pt x="405" y="1342"/>
                  </a:lnTo>
                  <a:cubicBezTo>
                    <a:pt x="393" y="1312"/>
                    <a:pt x="366" y="1286"/>
                    <a:pt x="349" y="1257"/>
                  </a:cubicBezTo>
                  <a:cubicBezTo>
                    <a:pt x="339" y="1242"/>
                    <a:pt x="330" y="1227"/>
                    <a:pt x="321" y="1211"/>
                  </a:cubicBezTo>
                  <a:cubicBezTo>
                    <a:pt x="313" y="1197"/>
                    <a:pt x="305" y="1183"/>
                    <a:pt x="297" y="1168"/>
                  </a:cubicBezTo>
                  <a:cubicBezTo>
                    <a:pt x="282" y="1132"/>
                    <a:pt x="272" y="1093"/>
                    <a:pt x="253" y="1059"/>
                  </a:cubicBezTo>
                  <a:cubicBezTo>
                    <a:pt x="212" y="980"/>
                    <a:pt x="196" y="897"/>
                    <a:pt x="164" y="815"/>
                  </a:cubicBezTo>
                  <a:cubicBezTo>
                    <a:pt x="143" y="760"/>
                    <a:pt x="131" y="693"/>
                    <a:pt x="95" y="645"/>
                  </a:cubicBezTo>
                  <a:cubicBezTo>
                    <a:pt x="93" y="643"/>
                    <a:pt x="90" y="645"/>
                    <a:pt x="91" y="648"/>
                  </a:cubicBezTo>
                  <a:cubicBezTo>
                    <a:pt x="94" y="652"/>
                    <a:pt x="98" y="657"/>
                    <a:pt x="100" y="662"/>
                  </a:cubicBezTo>
                  <a:cubicBezTo>
                    <a:pt x="113" y="684"/>
                    <a:pt x="122" y="707"/>
                    <a:pt x="127" y="731"/>
                  </a:cubicBezTo>
                  <a:cubicBezTo>
                    <a:pt x="136" y="777"/>
                    <a:pt x="157" y="819"/>
                    <a:pt x="170" y="863"/>
                  </a:cubicBezTo>
                  <a:cubicBezTo>
                    <a:pt x="189" y="937"/>
                    <a:pt x="215" y="1008"/>
                    <a:pt x="248" y="1077"/>
                  </a:cubicBezTo>
                  <a:cubicBezTo>
                    <a:pt x="266" y="1110"/>
                    <a:pt x="276" y="1152"/>
                    <a:pt x="290" y="1187"/>
                  </a:cubicBezTo>
                  <a:cubicBezTo>
                    <a:pt x="298" y="1202"/>
                    <a:pt x="305" y="1216"/>
                    <a:pt x="313" y="1230"/>
                  </a:cubicBezTo>
                  <a:cubicBezTo>
                    <a:pt x="323" y="1247"/>
                    <a:pt x="334" y="1263"/>
                    <a:pt x="345" y="1280"/>
                  </a:cubicBezTo>
                  <a:cubicBezTo>
                    <a:pt x="365" y="1314"/>
                    <a:pt x="387" y="1347"/>
                    <a:pt x="412" y="1378"/>
                  </a:cubicBezTo>
                  <a:cubicBezTo>
                    <a:pt x="412" y="1395"/>
                    <a:pt x="417" y="1411"/>
                    <a:pt x="425" y="1426"/>
                  </a:cubicBezTo>
                  <a:lnTo>
                    <a:pt x="426" y="1427"/>
                  </a:lnTo>
                  <a:lnTo>
                    <a:pt x="427" y="1428"/>
                  </a:lnTo>
                  <a:cubicBezTo>
                    <a:pt x="428" y="1429"/>
                    <a:pt x="430" y="1429"/>
                    <a:pt x="431" y="1429"/>
                  </a:cubicBezTo>
                  <a:cubicBezTo>
                    <a:pt x="433" y="1429"/>
                    <a:pt x="433" y="1429"/>
                    <a:pt x="434" y="1428"/>
                  </a:cubicBezTo>
                  <a:cubicBezTo>
                    <a:pt x="435" y="1428"/>
                    <a:pt x="436" y="1427"/>
                    <a:pt x="436" y="1426"/>
                  </a:cubicBezTo>
                  <a:cubicBezTo>
                    <a:pt x="437" y="1425"/>
                    <a:pt x="437" y="1425"/>
                    <a:pt x="437" y="1424"/>
                  </a:cubicBezTo>
                  <a:cubicBezTo>
                    <a:pt x="454" y="1488"/>
                    <a:pt x="479" y="1549"/>
                    <a:pt x="509" y="1608"/>
                  </a:cubicBezTo>
                  <a:cubicBezTo>
                    <a:pt x="510" y="1609"/>
                    <a:pt x="511" y="1609"/>
                    <a:pt x="512" y="1610"/>
                  </a:cubicBezTo>
                  <a:cubicBezTo>
                    <a:pt x="513" y="1611"/>
                    <a:pt x="514" y="1611"/>
                    <a:pt x="515" y="1611"/>
                  </a:cubicBezTo>
                  <a:cubicBezTo>
                    <a:pt x="517" y="1611"/>
                    <a:pt x="518" y="1611"/>
                    <a:pt x="519" y="1610"/>
                  </a:cubicBezTo>
                  <a:cubicBezTo>
                    <a:pt x="520" y="1609"/>
                    <a:pt x="521" y="1608"/>
                    <a:pt x="522" y="1607"/>
                  </a:cubicBezTo>
                  <a:cubicBezTo>
                    <a:pt x="523" y="1606"/>
                    <a:pt x="523" y="1605"/>
                    <a:pt x="523" y="1604"/>
                  </a:cubicBezTo>
                  <a:cubicBezTo>
                    <a:pt x="516" y="1510"/>
                    <a:pt x="480" y="1418"/>
                    <a:pt x="477" y="1325"/>
                  </a:cubicBezTo>
                  <a:cubicBezTo>
                    <a:pt x="476" y="1286"/>
                    <a:pt x="466" y="1207"/>
                    <a:pt x="436" y="1171"/>
                  </a:cubicBezTo>
                  <a:cubicBezTo>
                    <a:pt x="434" y="1156"/>
                    <a:pt x="431" y="1141"/>
                    <a:pt x="428" y="1126"/>
                  </a:cubicBezTo>
                  <a:lnTo>
                    <a:pt x="432" y="1136"/>
                  </a:lnTo>
                  <a:cubicBezTo>
                    <a:pt x="433" y="1140"/>
                    <a:pt x="436" y="1144"/>
                    <a:pt x="438" y="1148"/>
                  </a:cubicBezTo>
                  <a:cubicBezTo>
                    <a:pt x="442" y="1154"/>
                    <a:pt x="445" y="1159"/>
                    <a:pt x="450" y="1164"/>
                  </a:cubicBezTo>
                  <a:cubicBezTo>
                    <a:pt x="454" y="1169"/>
                    <a:pt x="450" y="1164"/>
                    <a:pt x="450" y="1164"/>
                  </a:cubicBezTo>
                  <a:cubicBezTo>
                    <a:pt x="453" y="1202"/>
                    <a:pt x="496" y="1233"/>
                    <a:pt x="521" y="1258"/>
                  </a:cubicBezTo>
                  <a:cubicBezTo>
                    <a:pt x="565" y="1302"/>
                    <a:pt x="613" y="1341"/>
                    <a:pt x="655" y="1387"/>
                  </a:cubicBezTo>
                  <a:cubicBezTo>
                    <a:pt x="657" y="1389"/>
                    <a:pt x="661" y="1389"/>
                    <a:pt x="662" y="1385"/>
                  </a:cubicBezTo>
                  <a:cubicBezTo>
                    <a:pt x="662" y="1384"/>
                    <a:pt x="663" y="1382"/>
                    <a:pt x="663" y="1381"/>
                  </a:cubicBezTo>
                  <a:cubicBezTo>
                    <a:pt x="663" y="1375"/>
                    <a:pt x="661" y="1369"/>
                    <a:pt x="658" y="1364"/>
                  </a:cubicBezTo>
                  <a:cubicBezTo>
                    <a:pt x="657" y="1362"/>
                    <a:pt x="655" y="1360"/>
                    <a:pt x="654" y="1358"/>
                  </a:cubicBezTo>
                  <a:cubicBezTo>
                    <a:pt x="632" y="1331"/>
                    <a:pt x="607" y="1307"/>
                    <a:pt x="580" y="1285"/>
                  </a:cubicBezTo>
                  <a:cubicBezTo>
                    <a:pt x="548" y="1259"/>
                    <a:pt x="517" y="1230"/>
                    <a:pt x="489" y="1199"/>
                  </a:cubicBezTo>
                  <a:cubicBezTo>
                    <a:pt x="461" y="1169"/>
                    <a:pt x="489" y="1199"/>
                    <a:pt x="489" y="1199"/>
                  </a:cubicBezTo>
                  <a:cubicBezTo>
                    <a:pt x="495" y="1181"/>
                    <a:pt x="476" y="1170"/>
                    <a:pt x="463" y="1160"/>
                  </a:cubicBezTo>
                  <a:cubicBezTo>
                    <a:pt x="458" y="1154"/>
                    <a:pt x="453" y="1148"/>
                    <a:pt x="449" y="1141"/>
                  </a:cubicBezTo>
                  <a:cubicBezTo>
                    <a:pt x="443" y="1130"/>
                    <a:pt x="439" y="1119"/>
                    <a:pt x="436" y="1107"/>
                  </a:cubicBezTo>
                  <a:lnTo>
                    <a:pt x="435" y="1103"/>
                  </a:lnTo>
                  <a:cubicBezTo>
                    <a:pt x="460" y="1135"/>
                    <a:pt x="488" y="1164"/>
                    <a:pt x="518" y="1191"/>
                  </a:cubicBezTo>
                  <a:cubicBezTo>
                    <a:pt x="544" y="1217"/>
                    <a:pt x="572" y="1238"/>
                    <a:pt x="590" y="1272"/>
                  </a:cubicBezTo>
                  <a:cubicBezTo>
                    <a:pt x="600" y="1290"/>
                    <a:pt x="613" y="1306"/>
                    <a:pt x="628" y="1321"/>
                  </a:cubicBezTo>
                  <a:cubicBezTo>
                    <a:pt x="653" y="1349"/>
                    <a:pt x="674" y="1380"/>
                    <a:pt x="693" y="1412"/>
                  </a:cubicBezTo>
                  <a:cubicBezTo>
                    <a:pt x="705" y="1432"/>
                    <a:pt x="715" y="1453"/>
                    <a:pt x="725" y="1475"/>
                  </a:cubicBezTo>
                  <a:cubicBezTo>
                    <a:pt x="738" y="1504"/>
                    <a:pt x="748" y="1536"/>
                    <a:pt x="764" y="1564"/>
                  </a:cubicBezTo>
                  <a:cubicBezTo>
                    <a:pt x="764" y="1566"/>
                    <a:pt x="764" y="1567"/>
                    <a:pt x="765" y="1569"/>
                  </a:cubicBezTo>
                  <a:lnTo>
                    <a:pt x="766" y="1570"/>
                  </a:lnTo>
                  <a:cubicBezTo>
                    <a:pt x="767" y="1571"/>
                    <a:pt x="767" y="1571"/>
                    <a:pt x="768" y="1572"/>
                  </a:cubicBezTo>
                  <a:cubicBezTo>
                    <a:pt x="771" y="1576"/>
                    <a:pt x="772" y="1580"/>
                    <a:pt x="775" y="1583"/>
                  </a:cubicBezTo>
                  <a:cubicBezTo>
                    <a:pt x="775" y="1584"/>
                    <a:pt x="776" y="1585"/>
                    <a:pt x="777" y="1585"/>
                  </a:cubicBezTo>
                  <a:cubicBezTo>
                    <a:pt x="778" y="1586"/>
                    <a:pt x="779" y="1586"/>
                    <a:pt x="780" y="1586"/>
                  </a:cubicBezTo>
                  <a:cubicBezTo>
                    <a:pt x="781" y="1586"/>
                    <a:pt x="781" y="1586"/>
                    <a:pt x="782" y="1585"/>
                  </a:cubicBezTo>
                  <a:cubicBezTo>
                    <a:pt x="783" y="1584"/>
                    <a:pt x="784" y="1584"/>
                    <a:pt x="784" y="1583"/>
                  </a:cubicBezTo>
                  <a:cubicBezTo>
                    <a:pt x="785" y="1582"/>
                    <a:pt x="785" y="1581"/>
                    <a:pt x="785" y="1580"/>
                  </a:cubicBezTo>
                  <a:lnTo>
                    <a:pt x="785" y="1579"/>
                  </a:lnTo>
                  <a:lnTo>
                    <a:pt x="784" y="1567"/>
                  </a:lnTo>
                  <a:cubicBezTo>
                    <a:pt x="783" y="1566"/>
                    <a:pt x="783" y="1566"/>
                    <a:pt x="783" y="1566"/>
                  </a:cubicBezTo>
                  <a:cubicBezTo>
                    <a:pt x="783" y="1566"/>
                    <a:pt x="783" y="1565"/>
                    <a:pt x="782" y="1565"/>
                  </a:cubicBezTo>
                  <a:lnTo>
                    <a:pt x="781" y="1565"/>
                  </a:lnTo>
                  <a:cubicBezTo>
                    <a:pt x="780" y="1565"/>
                    <a:pt x="780" y="1565"/>
                    <a:pt x="779" y="1565"/>
                  </a:cubicBezTo>
                  <a:lnTo>
                    <a:pt x="778" y="1566"/>
                  </a:lnTo>
                  <a:lnTo>
                    <a:pt x="778" y="1567"/>
                  </a:lnTo>
                  <a:cubicBezTo>
                    <a:pt x="778" y="1566"/>
                    <a:pt x="778" y="1564"/>
                    <a:pt x="778" y="1563"/>
                  </a:cubicBezTo>
                  <a:cubicBezTo>
                    <a:pt x="778" y="1560"/>
                    <a:pt x="777" y="1556"/>
                    <a:pt x="776" y="1553"/>
                  </a:cubicBezTo>
                  <a:cubicBezTo>
                    <a:pt x="772" y="1504"/>
                    <a:pt x="765" y="1455"/>
                    <a:pt x="754" y="1407"/>
                  </a:cubicBezTo>
                  <a:cubicBezTo>
                    <a:pt x="745" y="1356"/>
                    <a:pt x="727" y="1308"/>
                    <a:pt x="701" y="1263"/>
                  </a:cubicBezTo>
                  <a:cubicBezTo>
                    <a:pt x="692" y="1247"/>
                    <a:pt x="682" y="1232"/>
                    <a:pt x="671" y="1217"/>
                  </a:cubicBezTo>
                  <a:cubicBezTo>
                    <a:pt x="668" y="1214"/>
                    <a:pt x="662" y="1217"/>
                    <a:pt x="665" y="1221"/>
                  </a:cubicBezTo>
                  <a:cubicBezTo>
                    <a:pt x="672" y="1231"/>
                    <a:pt x="679" y="1242"/>
                    <a:pt x="685" y="1252"/>
                  </a:cubicBezTo>
                  <a:cubicBezTo>
                    <a:pt x="717" y="1308"/>
                    <a:pt x="737" y="1371"/>
                    <a:pt x="743" y="1435"/>
                  </a:cubicBezTo>
                  <a:cubicBezTo>
                    <a:pt x="745" y="1455"/>
                    <a:pt x="746" y="1476"/>
                    <a:pt x="749" y="1496"/>
                  </a:cubicBezTo>
                  <a:cubicBezTo>
                    <a:pt x="739" y="1471"/>
                    <a:pt x="728" y="1448"/>
                    <a:pt x="716" y="1425"/>
                  </a:cubicBezTo>
                  <a:cubicBezTo>
                    <a:pt x="693" y="1382"/>
                    <a:pt x="675" y="1343"/>
                    <a:pt x="637" y="1311"/>
                  </a:cubicBezTo>
                  <a:cubicBezTo>
                    <a:pt x="621" y="1294"/>
                    <a:pt x="606" y="1275"/>
                    <a:pt x="594" y="1254"/>
                  </a:cubicBezTo>
                  <a:lnTo>
                    <a:pt x="593" y="1253"/>
                  </a:lnTo>
                  <a:cubicBezTo>
                    <a:pt x="578" y="1231"/>
                    <a:pt x="559" y="1212"/>
                    <a:pt x="538" y="1195"/>
                  </a:cubicBezTo>
                  <a:cubicBezTo>
                    <a:pt x="499" y="1164"/>
                    <a:pt x="464" y="1129"/>
                    <a:pt x="434" y="1089"/>
                  </a:cubicBezTo>
                  <a:lnTo>
                    <a:pt x="433" y="1088"/>
                  </a:lnTo>
                  <a:cubicBezTo>
                    <a:pt x="432" y="1088"/>
                    <a:pt x="432" y="1088"/>
                    <a:pt x="431" y="1088"/>
                  </a:cubicBezTo>
                  <a:lnTo>
                    <a:pt x="430" y="1088"/>
                  </a:lnTo>
                  <a:cubicBezTo>
                    <a:pt x="429" y="1088"/>
                    <a:pt x="429" y="1089"/>
                    <a:pt x="428" y="1089"/>
                  </a:cubicBezTo>
                  <a:cubicBezTo>
                    <a:pt x="424" y="1079"/>
                    <a:pt x="421" y="1068"/>
                    <a:pt x="420" y="1057"/>
                  </a:cubicBezTo>
                  <a:cubicBezTo>
                    <a:pt x="434" y="1069"/>
                    <a:pt x="449" y="1081"/>
                    <a:pt x="464" y="1091"/>
                  </a:cubicBezTo>
                  <a:cubicBezTo>
                    <a:pt x="480" y="1102"/>
                    <a:pt x="497" y="1104"/>
                    <a:pt x="512" y="1113"/>
                  </a:cubicBezTo>
                  <a:cubicBezTo>
                    <a:pt x="517" y="1118"/>
                    <a:pt x="522" y="1122"/>
                    <a:pt x="529" y="1126"/>
                  </a:cubicBezTo>
                  <a:cubicBezTo>
                    <a:pt x="534" y="1130"/>
                    <a:pt x="543" y="1123"/>
                    <a:pt x="538" y="1117"/>
                  </a:cubicBezTo>
                  <a:cubicBezTo>
                    <a:pt x="531" y="1109"/>
                    <a:pt x="523" y="1103"/>
                    <a:pt x="514" y="1098"/>
                  </a:cubicBezTo>
                  <a:cubicBezTo>
                    <a:pt x="497" y="1076"/>
                    <a:pt x="481" y="1053"/>
                    <a:pt x="467" y="1030"/>
                  </a:cubicBezTo>
                  <a:cubicBezTo>
                    <a:pt x="464" y="1024"/>
                    <a:pt x="461" y="1018"/>
                    <a:pt x="458" y="1012"/>
                  </a:cubicBezTo>
                  <a:cubicBezTo>
                    <a:pt x="452" y="1003"/>
                    <a:pt x="447" y="995"/>
                    <a:pt x="442" y="986"/>
                  </a:cubicBezTo>
                  <a:cubicBezTo>
                    <a:pt x="427" y="960"/>
                    <a:pt x="413" y="933"/>
                    <a:pt x="401" y="905"/>
                  </a:cubicBezTo>
                  <a:cubicBezTo>
                    <a:pt x="398" y="898"/>
                    <a:pt x="395" y="891"/>
                    <a:pt x="391" y="884"/>
                  </a:cubicBezTo>
                  <a:lnTo>
                    <a:pt x="411" y="895"/>
                  </a:lnTo>
                  <a:cubicBezTo>
                    <a:pt x="410" y="895"/>
                    <a:pt x="409" y="895"/>
                    <a:pt x="408" y="896"/>
                  </a:cubicBezTo>
                  <a:cubicBezTo>
                    <a:pt x="408" y="896"/>
                    <a:pt x="407" y="897"/>
                    <a:pt x="406" y="898"/>
                  </a:cubicBezTo>
                  <a:cubicBezTo>
                    <a:pt x="406" y="899"/>
                    <a:pt x="405" y="900"/>
                    <a:pt x="405" y="901"/>
                  </a:cubicBezTo>
                  <a:cubicBezTo>
                    <a:pt x="405" y="902"/>
                    <a:pt x="406" y="903"/>
                    <a:pt x="406" y="904"/>
                  </a:cubicBezTo>
                  <a:cubicBezTo>
                    <a:pt x="429" y="953"/>
                    <a:pt x="465" y="961"/>
                    <a:pt x="509" y="988"/>
                  </a:cubicBezTo>
                  <a:cubicBezTo>
                    <a:pt x="555" y="1012"/>
                    <a:pt x="607" y="1025"/>
                    <a:pt x="659" y="1025"/>
                  </a:cubicBezTo>
                  <a:cubicBezTo>
                    <a:pt x="661" y="1025"/>
                    <a:pt x="664" y="1025"/>
                    <a:pt x="666" y="1025"/>
                  </a:cubicBezTo>
                  <a:cubicBezTo>
                    <a:pt x="670" y="1025"/>
                    <a:pt x="673" y="1020"/>
                    <a:pt x="670" y="1017"/>
                  </a:cubicBezTo>
                  <a:cubicBezTo>
                    <a:pt x="639" y="991"/>
                    <a:pt x="579" y="990"/>
                    <a:pt x="540" y="979"/>
                  </a:cubicBezTo>
                  <a:cubicBezTo>
                    <a:pt x="523" y="973"/>
                    <a:pt x="506" y="966"/>
                    <a:pt x="490" y="957"/>
                  </a:cubicBezTo>
                  <a:cubicBezTo>
                    <a:pt x="464" y="942"/>
                    <a:pt x="440" y="922"/>
                    <a:pt x="420" y="899"/>
                  </a:cubicBezTo>
                  <a:cubicBezTo>
                    <a:pt x="433" y="900"/>
                    <a:pt x="445" y="901"/>
                    <a:pt x="457" y="901"/>
                  </a:cubicBezTo>
                  <a:cubicBezTo>
                    <a:pt x="469" y="901"/>
                    <a:pt x="481" y="900"/>
                    <a:pt x="493" y="899"/>
                  </a:cubicBezTo>
                  <a:cubicBezTo>
                    <a:pt x="507" y="900"/>
                    <a:pt x="521" y="901"/>
                    <a:pt x="534" y="901"/>
                  </a:cubicBezTo>
                  <a:cubicBezTo>
                    <a:pt x="548" y="901"/>
                    <a:pt x="561" y="900"/>
                    <a:pt x="575" y="899"/>
                  </a:cubicBezTo>
                  <a:cubicBezTo>
                    <a:pt x="595" y="896"/>
                    <a:pt x="672" y="859"/>
                    <a:pt x="679" y="879"/>
                  </a:cubicBezTo>
                  <a:cubicBezTo>
                    <a:pt x="679" y="880"/>
                    <a:pt x="679" y="879"/>
                    <a:pt x="680" y="880"/>
                  </a:cubicBezTo>
                  <a:cubicBezTo>
                    <a:pt x="681" y="881"/>
                    <a:pt x="680" y="881"/>
                    <a:pt x="681" y="881"/>
                  </a:cubicBezTo>
                  <a:lnTo>
                    <a:pt x="682" y="880"/>
                  </a:lnTo>
                  <a:cubicBezTo>
                    <a:pt x="683" y="879"/>
                    <a:pt x="682" y="880"/>
                    <a:pt x="683" y="879"/>
                  </a:cubicBezTo>
                  <a:cubicBezTo>
                    <a:pt x="684" y="878"/>
                    <a:pt x="684" y="879"/>
                    <a:pt x="684" y="878"/>
                  </a:cubicBezTo>
                  <a:lnTo>
                    <a:pt x="684" y="874"/>
                  </a:lnTo>
                  <a:lnTo>
                    <a:pt x="684" y="873"/>
                  </a:lnTo>
                  <a:lnTo>
                    <a:pt x="684" y="872"/>
                  </a:lnTo>
                  <a:cubicBezTo>
                    <a:pt x="675" y="859"/>
                    <a:pt x="658" y="861"/>
                    <a:pt x="644" y="860"/>
                  </a:cubicBezTo>
                  <a:cubicBezTo>
                    <a:pt x="603" y="857"/>
                    <a:pt x="563" y="835"/>
                    <a:pt x="520" y="834"/>
                  </a:cubicBezTo>
                  <a:cubicBezTo>
                    <a:pt x="467" y="830"/>
                    <a:pt x="415" y="815"/>
                    <a:pt x="368" y="788"/>
                  </a:cubicBezTo>
                  <a:cubicBezTo>
                    <a:pt x="340" y="772"/>
                    <a:pt x="314" y="750"/>
                    <a:pt x="291" y="726"/>
                  </a:cubicBezTo>
                  <a:cubicBezTo>
                    <a:pt x="271" y="696"/>
                    <a:pt x="244" y="672"/>
                    <a:pt x="226" y="639"/>
                  </a:cubicBezTo>
                  <a:cubicBezTo>
                    <a:pt x="205" y="601"/>
                    <a:pt x="187" y="564"/>
                    <a:pt x="170" y="524"/>
                  </a:cubicBezTo>
                  <a:cubicBezTo>
                    <a:pt x="154" y="488"/>
                    <a:pt x="138" y="452"/>
                    <a:pt x="125" y="414"/>
                  </a:cubicBezTo>
                  <a:cubicBezTo>
                    <a:pt x="121" y="400"/>
                    <a:pt x="115" y="387"/>
                    <a:pt x="108" y="374"/>
                  </a:cubicBezTo>
                  <a:moveTo>
                    <a:pt x="468" y="1362"/>
                  </a:moveTo>
                  <a:cubicBezTo>
                    <a:pt x="485" y="1430"/>
                    <a:pt x="497" y="1500"/>
                    <a:pt x="505" y="1570"/>
                  </a:cubicBezTo>
                  <a:cubicBezTo>
                    <a:pt x="488" y="1532"/>
                    <a:pt x="477" y="1488"/>
                    <a:pt x="465" y="1452"/>
                  </a:cubicBezTo>
                  <a:cubicBezTo>
                    <a:pt x="459" y="1436"/>
                    <a:pt x="456" y="1407"/>
                    <a:pt x="438" y="1400"/>
                  </a:cubicBezTo>
                  <a:cubicBezTo>
                    <a:pt x="440" y="1368"/>
                    <a:pt x="441" y="1337"/>
                    <a:pt x="441" y="1305"/>
                  </a:cubicBezTo>
                  <a:cubicBezTo>
                    <a:pt x="441" y="1273"/>
                    <a:pt x="440" y="1241"/>
                    <a:pt x="438" y="1209"/>
                  </a:cubicBezTo>
                  <a:cubicBezTo>
                    <a:pt x="437" y="1178"/>
                    <a:pt x="438" y="1208"/>
                    <a:pt x="438" y="1207"/>
                  </a:cubicBezTo>
                  <a:cubicBezTo>
                    <a:pt x="456" y="1255"/>
                    <a:pt x="458" y="1312"/>
                    <a:pt x="468" y="1362"/>
                  </a:cubicBezTo>
                  <a:moveTo>
                    <a:pt x="413" y="1049"/>
                  </a:moveTo>
                  <a:cubicBezTo>
                    <a:pt x="413" y="1052"/>
                    <a:pt x="413" y="1054"/>
                    <a:pt x="413" y="1056"/>
                  </a:cubicBezTo>
                  <a:cubicBezTo>
                    <a:pt x="412" y="1053"/>
                    <a:pt x="411" y="1051"/>
                    <a:pt x="410" y="1049"/>
                  </a:cubicBezTo>
                  <a:cubicBezTo>
                    <a:pt x="408" y="1046"/>
                    <a:pt x="406" y="1044"/>
                    <a:pt x="404" y="1041"/>
                  </a:cubicBezTo>
                  <a:lnTo>
                    <a:pt x="414" y="1049"/>
                  </a:lnTo>
                  <a:lnTo>
                    <a:pt x="413" y="1049"/>
                  </a:lnTo>
                  <a:moveTo>
                    <a:pt x="462" y="831"/>
                  </a:moveTo>
                  <a:cubicBezTo>
                    <a:pt x="501" y="838"/>
                    <a:pt x="542" y="845"/>
                    <a:pt x="582" y="853"/>
                  </a:cubicBezTo>
                  <a:cubicBezTo>
                    <a:pt x="613" y="856"/>
                    <a:pt x="643" y="862"/>
                    <a:pt x="672" y="870"/>
                  </a:cubicBezTo>
                  <a:cubicBezTo>
                    <a:pt x="668" y="870"/>
                    <a:pt x="664" y="869"/>
                    <a:pt x="659" y="869"/>
                  </a:cubicBezTo>
                  <a:cubicBezTo>
                    <a:pt x="639" y="869"/>
                    <a:pt x="620" y="874"/>
                    <a:pt x="601" y="883"/>
                  </a:cubicBezTo>
                  <a:cubicBezTo>
                    <a:pt x="568" y="898"/>
                    <a:pt x="512" y="887"/>
                    <a:pt x="476" y="886"/>
                  </a:cubicBezTo>
                  <a:cubicBezTo>
                    <a:pt x="460" y="886"/>
                    <a:pt x="444" y="886"/>
                    <a:pt x="428" y="887"/>
                  </a:cubicBezTo>
                  <a:cubicBezTo>
                    <a:pt x="409" y="887"/>
                    <a:pt x="412" y="878"/>
                    <a:pt x="397" y="877"/>
                  </a:cubicBezTo>
                  <a:cubicBezTo>
                    <a:pt x="393" y="877"/>
                    <a:pt x="389" y="876"/>
                    <a:pt x="386" y="874"/>
                  </a:cubicBezTo>
                  <a:cubicBezTo>
                    <a:pt x="383" y="870"/>
                    <a:pt x="380" y="865"/>
                    <a:pt x="378" y="860"/>
                  </a:cubicBezTo>
                  <a:cubicBezTo>
                    <a:pt x="356" y="823"/>
                    <a:pt x="333" y="787"/>
                    <a:pt x="308" y="752"/>
                  </a:cubicBezTo>
                  <a:cubicBezTo>
                    <a:pt x="325" y="769"/>
                    <a:pt x="345" y="783"/>
                    <a:pt x="366" y="795"/>
                  </a:cubicBezTo>
                  <a:cubicBezTo>
                    <a:pt x="395" y="813"/>
                    <a:pt x="428" y="825"/>
                    <a:pt x="462" y="8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2"/>
            <p:cNvSpPr/>
            <p:nvPr/>
          </p:nvSpPr>
          <p:spPr>
            <a:xfrm>
              <a:off x="8202960" y="2995560"/>
              <a:ext cx="24120" cy="10800"/>
            </a:xfrm>
            <a:custGeom>
              <a:rect b="b" l="l" r="r" t="t"/>
              <a:pathLst>
                <a:path extrusionOk="0" h="30" w="67">
                  <a:moveTo>
                    <a:pt x="54" y="15"/>
                  </a:moveTo>
                  <a:cubicBezTo>
                    <a:pt x="50" y="13"/>
                    <a:pt x="46" y="12"/>
                    <a:pt x="42" y="12"/>
                  </a:cubicBezTo>
                  <a:cubicBezTo>
                    <a:pt x="41" y="12"/>
                    <a:pt x="39" y="13"/>
                    <a:pt x="37" y="13"/>
                  </a:cubicBezTo>
                  <a:cubicBezTo>
                    <a:pt x="29" y="13"/>
                    <a:pt x="19" y="10"/>
                    <a:pt x="12" y="6"/>
                  </a:cubicBezTo>
                  <a:cubicBezTo>
                    <a:pt x="9" y="4"/>
                    <a:pt x="8" y="3"/>
                    <a:pt x="6" y="2"/>
                  </a:cubicBezTo>
                  <a:cubicBezTo>
                    <a:pt x="4" y="0"/>
                    <a:pt x="0" y="3"/>
                    <a:pt x="2" y="5"/>
                  </a:cubicBezTo>
                  <a:cubicBezTo>
                    <a:pt x="7" y="10"/>
                    <a:pt x="12" y="13"/>
                    <a:pt x="17" y="16"/>
                  </a:cubicBezTo>
                  <a:cubicBezTo>
                    <a:pt x="20" y="18"/>
                    <a:pt x="24" y="20"/>
                    <a:pt x="28" y="21"/>
                  </a:cubicBezTo>
                  <a:cubicBezTo>
                    <a:pt x="35" y="25"/>
                    <a:pt x="44" y="21"/>
                    <a:pt x="51" y="24"/>
                  </a:cubicBezTo>
                  <a:cubicBezTo>
                    <a:pt x="58" y="27"/>
                    <a:pt x="60" y="29"/>
                    <a:pt x="65" y="24"/>
                  </a:cubicBezTo>
                  <a:cubicBezTo>
                    <a:pt x="65" y="24"/>
                    <a:pt x="66" y="24"/>
                    <a:pt x="66" y="23"/>
                  </a:cubicBezTo>
                  <a:lnTo>
                    <a:pt x="66" y="22"/>
                  </a:lnTo>
                  <a:lnTo>
                    <a:pt x="66" y="21"/>
                  </a:lnTo>
                  <a:lnTo>
                    <a:pt x="65" y="20"/>
                  </a:lnTo>
                  <a:cubicBezTo>
                    <a:pt x="60" y="20"/>
                    <a:pt x="58" y="16"/>
                    <a:pt x="5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2"/>
            <p:cNvSpPr/>
            <p:nvPr/>
          </p:nvSpPr>
          <p:spPr>
            <a:xfrm>
              <a:off x="8238960" y="3011400"/>
              <a:ext cx="18000" cy="11880"/>
            </a:xfrm>
            <a:custGeom>
              <a:rect b="b" l="l" r="r" t="t"/>
              <a:pathLst>
                <a:path extrusionOk="0" h="33" w="50">
                  <a:moveTo>
                    <a:pt x="37" y="21"/>
                  </a:moveTo>
                  <a:cubicBezTo>
                    <a:pt x="34" y="19"/>
                    <a:pt x="31" y="16"/>
                    <a:pt x="27" y="14"/>
                  </a:cubicBezTo>
                  <a:cubicBezTo>
                    <a:pt x="20" y="8"/>
                    <a:pt x="11" y="8"/>
                    <a:pt x="4" y="1"/>
                  </a:cubicBezTo>
                  <a:cubicBezTo>
                    <a:pt x="4" y="1"/>
                    <a:pt x="4" y="2"/>
                    <a:pt x="3" y="1"/>
                  </a:cubicBezTo>
                  <a:cubicBezTo>
                    <a:pt x="2" y="0"/>
                    <a:pt x="3" y="0"/>
                    <a:pt x="2" y="0"/>
                  </a:cubicBezTo>
                  <a:cubicBezTo>
                    <a:pt x="2" y="0"/>
                    <a:pt x="1" y="0"/>
                    <a:pt x="1" y="1"/>
                  </a:cubicBezTo>
                  <a:cubicBezTo>
                    <a:pt x="1" y="1"/>
                    <a:pt x="0" y="1"/>
                    <a:pt x="0" y="2"/>
                  </a:cubicBezTo>
                  <a:lnTo>
                    <a:pt x="0" y="3"/>
                  </a:lnTo>
                  <a:lnTo>
                    <a:pt x="0" y="4"/>
                  </a:lnTo>
                  <a:lnTo>
                    <a:pt x="0" y="5"/>
                  </a:lnTo>
                  <a:cubicBezTo>
                    <a:pt x="6" y="8"/>
                    <a:pt x="11" y="12"/>
                    <a:pt x="17" y="15"/>
                  </a:cubicBezTo>
                  <a:cubicBezTo>
                    <a:pt x="20" y="17"/>
                    <a:pt x="23" y="19"/>
                    <a:pt x="26" y="20"/>
                  </a:cubicBezTo>
                  <a:cubicBezTo>
                    <a:pt x="31" y="24"/>
                    <a:pt x="39" y="32"/>
                    <a:pt x="47" y="29"/>
                  </a:cubicBezTo>
                  <a:cubicBezTo>
                    <a:pt x="47" y="29"/>
                    <a:pt x="47" y="30"/>
                    <a:pt x="48" y="29"/>
                  </a:cubicBezTo>
                  <a:cubicBezTo>
                    <a:pt x="49" y="28"/>
                    <a:pt x="48" y="28"/>
                    <a:pt x="48" y="27"/>
                  </a:cubicBezTo>
                  <a:cubicBezTo>
                    <a:pt x="48" y="27"/>
                    <a:pt x="49" y="27"/>
                    <a:pt x="48" y="26"/>
                  </a:cubicBezTo>
                  <a:cubicBezTo>
                    <a:pt x="47" y="25"/>
                    <a:pt x="47" y="26"/>
                    <a:pt x="47" y="26"/>
                  </a:cubicBezTo>
                  <a:cubicBezTo>
                    <a:pt x="44" y="24"/>
                    <a:pt x="40" y="23"/>
                    <a:pt x="3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2"/>
            <p:cNvSpPr/>
            <p:nvPr/>
          </p:nvSpPr>
          <p:spPr>
            <a:xfrm>
              <a:off x="8268480" y="3036600"/>
              <a:ext cx="108360" cy="157680"/>
            </a:xfrm>
            <a:custGeom>
              <a:rect b="b" l="l" r="r" t="t"/>
              <a:pathLst>
                <a:path extrusionOk="0" h="438" w="301">
                  <a:moveTo>
                    <a:pt x="296" y="436"/>
                  </a:moveTo>
                  <a:cubicBezTo>
                    <a:pt x="297" y="437"/>
                    <a:pt x="297" y="437"/>
                    <a:pt x="298" y="437"/>
                  </a:cubicBezTo>
                  <a:lnTo>
                    <a:pt x="299" y="436"/>
                  </a:lnTo>
                  <a:lnTo>
                    <a:pt x="300" y="436"/>
                  </a:lnTo>
                  <a:cubicBezTo>
                    <a:pt x="300" y="435"/>
                    <a:pt x="300" y="435"/>
                    <a:pt x="300" y="434"/>
                  </a:cubicBezTo>
                  <a:lnTo>
                    <a:pt x="300" y="433"/>
                  </a:lnTo>
                  <a:cubicBezTo>
                    <a:pt x="292" y="421"/>
                    <a:pt x="285" y="410"/>
                    <a:pt x="278" y="398"/>
                  </a:cubicBezTo>
                  <a:cubicBezTo>
                    <a:pt x="258" y="363"/>
                    <a:pt x="241" y="327"/>
                    <a:pt x="226" y="290"/>
                  </a:cubicBezTo>
                  <a:cubicBezTo>
                    <a:pt x="215" y="266"/>
                    <a:pt x="203" y="242"/>
                    <a:pt x="190" y="220"/>
                  </a:cubicBezTo>
                  <a:cubicBezTo>
                    <a:pt x="182" y="206"/>
                    <a:pt x="174" y="192"/>
                    <a:pt x="165" y="179"/>
                  </a:cubicBezTo>
                  <a:cubicBezTo>
                    <a:pt x="161" y="171"/>
                    <a:pt x="157" y="164"/>
                    <a:pt x="153" y="157"/>
                  </a:cubicBezTo>
                  <a:cubicBezTo>
                    <a:pt x="139" y="133"/>
                    <a:pt x="124" y="111"/>
                    <a:pt x="106" y="91"/>
                  </a:cubicBezTo>
                  <a:cubicBezTo>
                    <a:pt x="76" y="61"/>
                    <a:pt x="46" y="10"/>
                    <a:pt x="2" y="0"/>
                  </a:cubicBezTo>
                  <a:cubicBezTo>
                    <a:pt x="1" y="0"/>
                    <a:pt x="0" y="2"/>
                    <a:pt x="2" y="3"/>
                  </a:cubicBezTo>
                  <a:cubicBezTo>
                    <a:pt x="45" y="17"/>
                    <a:pt x="89" y="79"/>
                    <a:pt x="111" y="118"/>
                  </a:cubicBezTo>
                  <a:cubicBezTo>
                    <a:pt x="128" y="148"/>
                    <a:pt x="150" y="180"/>
                    <a:pt x="170" y="210"/>
                  </a:cubicBezTo>
                  <a:cubicBezTo>
                    <a:pt x="219" y="283"/>
                    <a:pt x="231" y="374"/>
                    <a:pt x="296" y="4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2"/>
            <p:cNvSpPr/>
            <p:nvPr/>
          </p:nvSpPr>
          <p:spPr>
            <a:xfrm>
              <a:off x="8268840" y="3064680"/>
              <a:ext cx="19800" cy="30960"/>
            </a:xfrm>
            <a:custGeom>
              <a:rect b="b" l="l" r="r" t="t"/>
              <a:pathLst>
                <a:path extrusionOk="0" h="86" w="55">
                  <a:moveTo>
                    <a:pt x="50" y="83"/>
                  </a:moveTo>
                  <a:cubicBezTo>
                    <a:pt x="52" y="85"/>
                    <a:pt x="54" y="83"/>
                    <a:pt x="54" y="80"/>
                  </a:cubicBezTo>
                  <a:cubicBezTo>
                    <a:pt x="52" y="72"/>
                    <a:pt x="49" y="64"/>
                    <a:pt x="44" y="57"/>
                  </a:cubicBezTo>
                  <a:cubicBezTo>
                    <a:pt x="41" y="52"/>
                    <a:pt x="38" y="47"/>
                    <a:pt x="34" y="43"/>
                  </a:cubicBezTo>
                  <a:cubicBezTo>
                    <a:pt x="34" y="42"/>
                    <a:pt x="34" y="41"/>
                    <a:pt x="33" y="41"/>
                  </a:cubicBezTo>
                  <a:cubicBezTo>
                    <a:pt x="25" y="26"/>
                    <a:pt x="15" y="13"/>
                    <a:pt x="3" y="0"/>
                  </a:cubicBezTo>
                  <a:lnTo>
                    <a:pt x="2" y="0"/>
                  </a:lnTo>
                  <a:lnTo>
                    <a:pt x="1" y="0"/>
                  </a:lnTo>
                  <a:cubicBezTo>
                    <a:pt x="0" y="1"/>
                    <a:pt x="0" y="1"/>
                    <a:pt x="0" y="1"/>
                  </a:cubicBezTo>
                  <a:cubicBezTo>
                    <a:pt x="0" y="2"/>
                    <a:pt x="0" y="2"/>
                    <a:pt x="0" y="2"/>
                  </a:cubicBezTo>
                  <a:cubicBezTo>
                    <a:pt x="0" y="3"/>
                    <a:pt x="0" y="3"/>
                    <a:pt x="0" y="4"/>
                  </a:cubicBezTo>
                  <a:cubicBezTo>
                    <a:pt x="11" y="15"/>
                    <a:pt x="13" y="31"/>
                    <a:pt x="21" y="43"/>
                  </a:cubicBezTo>
                  <a:cubicBezTo>
                    <a:pt x="29" y="57"/>
                    <a:pt x="39" y="71"/>
                    <a:pt x="50"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2"/>
            <p:cNvSpPr/>
            <p:nvPr/>
          </p:nvSpPr>
          <p:spPr>
            <a:xfrm>
              <a:off x="8294040" y="3114360"/>
              <a:ext cx="92880" cy="185040"/>
            </a:xfrm>
            <a:custGeom>
              <a:rect b="b" l="l" r="r" t="t"/>
              <a:pathLst>
                <a:path extrusionOk="0" h="514" w="258">
                  <a:moveTo>
                    <a:pt x="175" y="378"/>
                  </a:moveTo>
                  <a:cubicBezTo>
                    <a:pt x="174" y="378"/>
                    <a:pt x="174" y="377"/>
                    <a:pt x="174" y="377"/>
                  </a:cubicBezTo>
                  <a:cubicBezTo>
                    <a:pt x="160" y="353"/>
                    <a:pt x="149" y="329"/>
                    <a:pt x="139" y="303"/>
                  </a:cubicBezTo>
                  <a:cubicBezTo>
                    <a:pt x="127" y="278"/>
                    <a:pt x="113" y="254"/>
                    <a:pt x="103" y="227"/>
                  </a:cubicBezTo>
                  <a:cubicBezTo>
                    <a:pt x="89" y="188"/>
                    <a:pt x="75" y="149"/>
                    <a:pt x="59" y="112"/>
                  </a:cubicBezTo>
                  <a:cubicBezTo>
                    <a:pt x="43" y="74"/>
                    <a:pt x="31" y="29"/>
                    <a:pt x="3" y="1"/>
                  </a:cubicBezTo>
                  <a:cubicBezTo>
                    <a:pt x="3" y="0"/>
                    <a:pt x="2" y="0"/>
                    <a:pt x="2" y="0"/>
                  </a:cubicBezTo>
                  <a:cubicBezTo>
                    <a:pt x="2" y="0"/>
                    <a:pt x="1" y="0"/>
                    <a:pt x="1" y="1"/>
                  </a:cubicBezTo>
                  <a:lnTo>
                    <a:pt x="0" y="1"/>
                  </a:lnTo>
                  <a:cubicBezTo>
                    <a:pt x="0" y="2"/>
                    <a:pt x="0" y="2"/>
                    <a:pt x="0" y="2"/>
                  </a:cubicBezTo>
                  <a:cubicBezTo>
                    <a:pt x="0" y="3"/>
                    <a:pt x="0" y="3"/>
                    <a:pt x="0" y="3"/>
                  </a:cubicBezTo>
                  <a:cubicBezTo>
                    <a:pt x="35" y="43"/>
                    <a:pt x="55" y="119"/>
                    <a:pt x="66" y="169"/>
                  </a:cubicBezTo>
                  <a:cubicBezTo>
                    <a:pt x="76" y="203"/>
                    <a:pt x="89" y="235"/>
                    <a:pt x="106" y="265"/>
                  </a:cubicBezTo>
                  <a:cubicBezTo>
                    <a:pt x="128" y="310"/>
                    <a:pt x="145" y="358"/>
                    <a:pt x="173" y="399"/>
                  </a:cubicBezTo>
                  <a:cubicBezTo>
                    <a:pt x="190" y="423"/>
                    <a:pt x="207" y="447"/>
                    <a:pt x="224" y="471"/>
                  </a:cubicBezTo>
                  <a:cubicBezTo>
                    <a:pt x="235" y="488"/>
                    <a:pt x="236" y="501"/>
                    <a:pt x="252" y="511"/>
                  </a:cubicBezTo>
                  <a:cubicBezTo>
                    <a:pt x="255" y="513"/>
                    <a:pt x="257" y="508"/>
                    <a:pt x="255" y="506"/>
                  </a:cubicBezTo>
                  <a:cubicBezTo>
                    <a:pt x="239" y="490"/>
                    <a:pt x="227" y="456"/>
                    <a:pt x="215" y="436"/>
                  </a:cubicBezTo>
                  <a:cubicBezTo>
                    <a:pt x="202" y="416"/>
                    <a:pt x="188" y="397"/>
                    <a:pt x="175"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2"/>
            <p:cNvSpPr/>
            <p:nvPr/>
          </p:nvSpPr>
          <p:spPr>
            <a:xfrm>
              <a:off x="8443800" y="3332880"/>
              <a:ext cx="12960" cy="48960"/>
            </a:xfrm>
            <a:custGeom>
              <a:rect b="b" l="l" r="r" t="t"/>
              <a:pathLst>
                <a:path extrusionOk="0" h="136" w="36">
                  <a:moveTo>
                    <a:pt x="32" y="132"/>
                  </a:moveTo>
                  <a:cubicBezTo>
                    <a:pt x="32" y="135"/>
                    <a:pt x="35" y="134"/>
                    <a:pt x="35" y="132"/>
                  </a:cubicBezTo>
                  <a:cubicBezTo>
                    <a:pt x="35" y="109"/>
                    <a:pt x="32" y="86"/>
                    <a:pt x="26" y="64"/>
                  </a:cubicBezTo>
                  <a:cubicBezTo>
                    <a:pt x="23" y="42"/>
                    <a:pt x="16" y="22"/>
                    <a:pt x="6" y="3"/>
                  </a:cubicBezTo>
                  <a:cubicBezTo>
                    <a:pt x="4" y="0"/>
                    <a:pt x="0" y="3"/>
                    <a:pt x="2" y="6"/>
                  </a:cubicBezTo>
                  <a:cubicBezTo>
                    <a:pt x="10" y="22"/>
                    <a:pt x="16" y="40"/>
                    <a:pt x="19" y="58"/>
                  </a:cubicBezTo>
                  <a:cubicBezTo>
                    <a:pt x="25" y="82"/>
                    <a:pt x="29" y="107"/>
                    <a:pt x="32"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2"/>
            <p:cNvSpPr/>
            <p:nvPr/>
          </p:nvSpPr>
          <p:spPr>
            <a:xfrm>
              <a:off x="8378640" y="3258720"/>
              <a:ext cx="99720" cy="223920"/>
            </a:xfrm>
            <a:custGeom>
              <a:rect b="b" l="l" r="r" t="t"/>
              <a:pathLst>
                <a:path extrusionOk="0" h="622" w="277">
                  <a:moveTo>
                    <a:pt x="5" y="2"/>
                  </a:moveTo>
                  <a:cubicBezTo>
                    <a:pt x="3" y="0"/>
                    <a:pt x="0" y="3"/>
                    <a:pt x="2" y="6"/>
                  </a:cubicBezTo>
                  <a:cubicBezTo>
                    <a:pt x="73" y="89"/>
                    <a:pt x="118" y="198"/>
                    <a:pt x="157" y="299"/>
                  </a:cubicBezTo>
                  <a:cubicBezTo>
                    <a:pt x="179" y="356"/>
                    <a:pt x="204" y="411"/>
                    <a:pt x="221" y="470"/>
                  </a:cubicBezTo>
                  <a:cubicBezTo>
                    <a:pt x="231" y="505"/>
                    <a:pt x="248" y="538"/>
                    <a:pt x="257" y="573"/>
                  </a:cubicBezTo>
                  <a:cubicBezTo>
                    <a:pt x="258" y="579"/>
                    <a:pt x="260" y="584"/>
                    <a:pt x="261" y="589"/>
                  </a:cubicBezTo>
                  <a:cubicBezTo>
                    <a:pt x="261" y="599"/>
                    <a:pt x="261" y="608"/>
                    <a:pt x="261" y="618"/>
                  </a:cubicBezTo>
                  <a:cubicBezTo>
                    <a:pt x="261" y="621"/>
                    <a:pt x="265" y="621"/>
                    <a:pt x="266" y="618"/>
                  </a:cubicBezTo>
                  <a:cubicBezTo>
                    <a:pt x="266" y="615"/>
                    <a:pt x="266" y="610"/>
                    <a:pt x="266" y="605"/>
                  </a:cubicBezTo>
                  <a:cubicBezTo>
                    <a:pt x="266" y="606"/>
                    <a:pt x="266" y="607"/>
                    <a:pt x="267" y="608"/>
                  </a:cubicBezTo>
                  <a:cubicBezTo>
                    <a:pt x="267" y="610"/>
                    <a:pt x="270" y="612"/>
                    <a:pt x="271" y="614"/>
                  </a:cubicBezTo>
                  <a:cubicBezTo>
                    <a:pt x="273" y="616"/>
                    <a:pt x="276" y="614"/>
                    <a:pt x="274" y="612"/>
                  </a:cubicBezTo>
                  <a:cubicBezTo>
                    <a:pt x="270" y="604"/>
                    <a:pt x="267" y="596"/>
                    <a:pt x="265" y="588"/>
                  </a:cubicBezTo>
                  <a:cubicBezTo>
                    <a:pt x="264" y="573"/>
                    <a:pt x="262" y="558"/>
                    <a:pt x="262" y="542"/>
                  </a:cubicBezTo>
                  <a:cubicBezTo>
                    <a:pt x="262" y="539"/>
                    <a:pt x="262" y="535"/>
                    <a:pt x="262" y="532"/>
                  </a:cubicBezTo>
                  <a:cubicBezTo>
                    <a:pt x="262" y="517"/>
                    <a:pt x="261" y="503"/>
                    <a:pt x="258" y="489"/>
                  </a:cubicBezTo>
                  <a:cubicBezTo>
                    <a:pt x="251" y="458"/>
                    <a:pt x="253" y="417"/>
                    <a:pt x="235" y="390"/>
                  </a:cubicBezTo>
                  <a:cubicBezTo>
                    <a:pt x="234" y="388"/>
                    <a:pt x="230" y="390"/>
                    <a:pt x="232" y="392"/>
                  </a:cubicBezTo>
                  <a:cubicBezTo>
                    <a:pt x="245" y="414"/>
                    <a:pt x="246" y="457"/>
                    <a:pt x="250" y="479"/>
                  </a:cubicBezTo>
                  <a:cubicBezTo>
                    <a:pt x="254" y="506"/>
                    <a:pt x="257" y="533"/>
                    <a:pt x="259" y="560"/>
                  </a:cubicBezTo>
                  <a:cubicBezTo>
                    <a:pt x="256" y="548"/>
                    <a:pt x="254" y="537"/>
                    <a:pt x="251" y="526"/>
                  </a:cubicBezTo>
                  <a:cubicBezTo>
                    <a:pt x="244" y="502"/>
                    <a:pt x="233" y="478"/>
                    <a:pt x="227" y="453"/>
                  </a:cubicBezTo>
                  <a:cubicBezTo>
                    <a:pt x="211" y="399"/>
                    <a:pt x="191" y="345"/>
                    <a:pt x="168" y="293"/>
                  </a:cubicBezTo>
                  <a:cubicBezTo>
                    <a:pt x="128" y="191"/>
                    <a:pt x="80" y="86"/>
                    <a:pt x="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2"/>
            <p:cNvSpPr/>
            <p:nvPr/>
          </p:nvSpPr>
          <p:spPr>
            <a:xfrm>
              <a:off x="8249400" y="3059280"/>
              <a:ext cx="57960" cy="204840"/>
            </a:xfrm>
            <a:custGeom>
              <a:rect b="b" l="l" r="r" t="t"/>
              <a:pathLst>
                <a:path extrusionOk="0" h="569" w="161">
                  <a:moveTo>
                    <a:pt x="2" y="6"/>
                  </a:moveTo>
                  <a:cubicBezTo>
                    <a:pt x="61" y="80"/>
                    <a:pt x="83" y="166"/>
                    <a:pt x="104" y="256"/>
                  </a:cubicBezTo>
                  <a:cubicBezTo>
                    <a:pt x="114" y="302"/>
                    <a:pt x="119" y="348"/>
                    <a:pt x="119" y="395"/>
                  </a:cubicBezTo>
                  <a:cubicBezTo>
                    <a:pt x="119" y="399"/>
                    <a:pt x="119" y="403"/>
                    <a:pt x="119" y="407"/>
                  </a:cubicBezTo>
                  <a:cubicBezTo>
                    <a:pt x="119" y="461"/>
                    <a:pt x="106" y="511"/>
                    <a:pt x="104" y="565"/>
                  </a:cubicBezTo>
                  <a:cubicBezTo>
                    <a:pt x="104" y="568"/>
                    <a:pt x="108" y="568"/>
                    <a:pt x="109" y="565"/>
                  </a:cubicBezTo>
                  <a:cubicBezTo>
                    <a:pt x="160" y="376"/>
                    <a:pt x="135" y="155"/>
                    <a:pt x="5" y="2"/>
                  </a:cubicBezTo>
                  <a:cubicBezTo>
                    <a:pt x="3" y="0"/>
                    <a:pt x="0" y="3"/>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2"/>
            <p:cNvSpPr/>
            <p:nvPr/>
          </p:nvSpPr>
          <p:spPr>
            <a:xfrm>
              <a:off x="8253000" y="3273480"/>
              <a:ext cx="30600" cy="67680"/>
            </a:xfrm>
            <a:custGeom>
              <a:rect b="b" l="l" r="r" t="t"/>
              <a:pathLst>
                <a:path extrusionOk="0" h="188" w="85">
                  <a:moveTo>
                    <a:pt x="79" y="2"/>
                  </a:moveTo>
                  <a:cubicBezTo>
                    <a:pt x="76" y="36"/>
                    <a:pt x="66" y="69"/>
                    <a:pt x="51" y="99"/>
                  </a:cubicBezTo>
                  <a:cubicBezTo>
                    <a:pt x="40" y="124"/>
                    <a:pt x="24" y="167"/>
                    <a:pt x="1" y="183"/>
                  </a:cubicBezTo>
                  <a:cubicBezTo>
                    <a:pt x="0" y="184"/>
                    <a:pt x="1" y="187"/>
                    <a:pt x="3" y="186"/>
                  </a:cubicBezTo>
                  <a:cubicBezTo>
                    <a:pt x="30" y="174"/>
                    <a:pt x="40" y="140"/>
                    <a:pt x="53" y="116"/>
                  </a:cubicBezTo>
                  <a:cubicBezTo>
                    <a:pt x="72" y="81"/>
                    <a:pt x="82" y="42"/>
                    <a:pt x="83" y="2"/>
                  </a:cubicBezTo>
                  <a:cubicBezTo>
                    <a:pt x="83" y="2"/>
                    <a:pt x="84" y="2"/>
                    <a:pt x="83" y="1"/>
                  </a:cubicBezTo>
                  <a:cubicBezTo>
                    <a:pt x="83" y="0"/>
                    <a:pt x="82" y="1"/>
                    <a:pt x="82" y="0"/>
                  </a:cubicBezTo>
                  <a:lnTo>
                    <a:pt x="81" y="0"/>
                  </a:lnTo>
                  <a:cubicBezTo>
                    <a:pt x="80" y="0"/>
                    <a:pt x="80" y="0"/>
                    <a:pt x="80" y="0"/>
                  </a:cubicBezTo>
                  <a:cubicBezTo>
                    <a:pt x="79" y="1"/>
                    <a:pt x="79" y="1"/>
                    <a:pt x="79" y="1"/>
                  </a:cubicBezTo>
                  <a:cubicBezTo>
                    <a:pt x="79" y="2"/>
                    <a:pt x="79" y="2"/>
                    <a:pt x="7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2"/>
            <p:cNvSpPr/>
            <p:nvPr/>
          </p:nvSpPr>
          <p:spPr>
            <a:xfrm>
              <a:off x="8264520" y="3333240"/>
              <a:ext cx="12600" cy="81360"/>
            </a:xfrm>
            <a:custGeom>
              <a:rect b="b" l="l" r="r" t="t"/>
              <a:pathLst>
                <a:path extrusionOk="0" h="226" w="35">
                  <a:moveTo>
                    <a:pt x="27" y="4"/>
                  </a:moveTo>
                  <a:cubicBezTo>
                    <a:pt x="26" y="34"/>
                    <a:pt x="23" y="65"/>
                    <a:pt x="18" y="96"/>
                  </a:cubicBezTo>
                  <a:cubicBezTo>
                    <a:pt x="15" y="129"/>
                    <a:pt x="10" y="164"/>
                    <a:pt x="4" y="198"/>
                  </a:cubicBezTo>
                  <a:lnTo>
                    <a:pt x="3" y="198"/>
                  </a:lnTo>
                  <a:lnTo>
                    <a:pt x="3" y="199"/>
                  </a:lnTo>
                  <a:lnTo>
                    <a:pt x="2" y="199"/>
                  </a:lnTo>
                  <a:cubicBezTo>
                    <a:pt x="1" y="205"/>
                    <a:pt x="0" y="211"/>
                    <a:pt x="0" y="216"/>
                  </a:cubicBezTo>
                  <a:cubicBezTo>
                    <a:pt x="0" y="217"/>
                    <a:pt x="0" y="218"/>
                    <a:pt x="0" y="219"/>
                  </a:cubicBezTo>
                  <a:cubicBezTo>
                    <a:pt x="0" y="225"/>
                    <a:pt x="9" y="225"/>
                    <a:pt x="9" y="219"/>
                  </a:cubicBezTo>
                  <a:cubicBezTo>
                    <a:pt x="11" y="147"/>
                    <a:pt x="34" y="77"/>
                    <a:pt x="32" y="4"/>
                  </a:cubicBezTo>
                  <a:cubicBezTo>
                    <a:pt x="32" y="0"/>
                    <a:pt x="27" y="0"/>
                    <a:pt x="27"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2"/>
            <p:cNvSpPr/>
            <p:nvPr/>
          </p:nvSpPr>
          <p:spPr>
            <a:xfrm>
              <a:off x="8269200" y="3194640"/>
              <a:ext cx="54720" cy="248760"/>
            </a:xfrm>
            <a:custGeom>
              <a:rect b="b" l="l" r="r" t="t"/>
              <a:pathLst>
                <a:path extrusionOk="0" h="691" w="152">
                  <a:moveTo>
                    <a:pt x="67" y="689"/>
                  </a:moveTo>
                  <a:cubicBezTo>
                    <a:pt x="92" y="630"/>
                    <a:pt x="102" y="568"/>
                    <a:pt x="122" y="507"/>
                  </a:cubicBezTo>
                  <a:cubicBezTo>
                    <a:pt x="137" y="451"/>
                    <a:pt x="147" y="393"/>
                    <a:pt x="151" y="336"/>
                  </a:cubicBezTo>
                  <a:cubicBezTo>
                    <a:pt x="151" y="334"/>
                    <a:pt x="148" y="333"/>
                    <a:pt x="147" y="336"/>
                  </a:cubicBezTo>
                  <a:cubicBezTo>
                    <a:pt x="137" y="380"/>
                    <a:pt x="134" y="425"/>
                    <a:pt x="122" y="469"/>
                  </a:cubicBezTo>
                  <a:cubicBezTo>
                    <a:pt x="114" y="500"/>
                    <a:pt x="106" y="532"/>
                    <a:pt x="99" y="564"/>
                  </a:cubicBezTo>
                  <a:cubicBezTo>
                    <a:pt x="91" y="595"/>
                    <a:pt x="85" y="627"/>
                    <a:pt x="75" y="658"/>
                  </a:cubicBezTo>
                  <a:lnTo>
                    <a:pt x="69" y="675"/>
                  </a:lnTo>
                  <a:cubicBezTo>
                    <a:pt x="69" y="674"/>
                    <a:pt x="70" y="673"/>
                    <a:pt x="70" y="672"/>
                  </a:cubicBezTo>
                  <a:cubicBezTo>
                    <a:pt x="71" y="649"/>
                    <a:pt x="70" y="627"/>
                    <a:pt x="70" y="605"/>
                  </a:cubicBezTo>
                  <a:cubicBezTo>
                    <a:pt x="70" y="602"/>
                    <a:pt x="70" y="599"/>
                    <a:pt x="70" y="596"/>
                  </a:cubicBezTo>
                  <a:cubicBezTo>
                    <a:pt x="70" y="513"/>
                    <a:pt x="76" y="430"/>
                    <a:pt x="87" y="348"/>
                  </a:cubicBezTo>
                  <a:cubicBezTo>
                    <a:pt x="90" y="337"/>
                    <a:pt x="93" y="325"/>
                    <a:pt x="95" y="314"/>
                  </a:cubicBezTo>
                  <a:cubicBezTo>
                    <a:pt x="105" y="258"/>
                    <a:pt x="115" y="202"/>
                    <a:pt x="126" y="147"/>
                  </a:cubicBezTo>
                  <a:cubicBezTo>
                    <a:pt x="128" y="133"/>
                    <a:pt x="128" y="120"/>
                    <a:pt x="128" y="107"/>
                  </a:cubicBezTo>
                  <a:cubicBezTo>
                    <a:pt x="128" y="80"/>
                    <a:pt x="126" y="53"/>
                    <a:pt x="120" y="26"/>
                  </a:cubicBezTo>
                  <a:cubicBezTo>
                    <a:pt x="115" y="0"/>
                    <a:pt x="119" y="26"/>
                    <a:pt x="119" y="26"/>
                  </a:cubicBezTo>
                  <a:cubicBezTo>
                    <a:pt x="117" y="74"/>
                    <a:pt x="123" y="120"/>
                    <a:pt x="116" y="168"/>
                  </a:cubicBezTo>
                  <a:cubicBezTo>
                    <a:pt x="112" y="193"/>
                    <a:pt x="107" y="218"/>
                    <a:pt x="101" y="243"/>
                  </a:cubicBezTo>
                  <a:cubicBezTo>
                    <a:pt x="101" y="242"/>
                    <a:pt x="99" y="241"/>
                    <a:pt x="98" y="243"/>
                  </a:cubicBezTo>
                  <a:cubicBezTo>
                    <a:pt x="97" y="253"/>
                    <a:pt x="94" y="262"/>
                    <a:pt x="93" y="273"/>
                  </a:cubicBezTo>
                  <a:cubicBezTo>
                    <a:pt x="91" y="283"/>
                    <a:pt x="88" y="299"/>
                    <a:pt x="85" y="312"/>
                  </a:cubicBezTo>
                  <a:cubicBezTo>
                    <a:pt x="77" y="366"/>
                    <a:pt x="62" y="418"/>
                    <a:pt x="41" y="468"/>
                  </a:cubicBezTo>
                  <a:cubicBezTo>
                    <a:pt x="31" y="489"/>
                    <a:pt x="28" y="514"/>
                    <a:pt x="20" y="536"/>
                  </a:cubicBezTo>
                  <a:cubicBezTo>
                    <a:pt x="12" y="553"/>
                    <a:pt x="6" y="570"/>
                    <a:pt x="0" y="587"/>
                  </a:cubicBezTo>
                  <a:cubicBezTo>
                    <a:pt x="0" y="588"/>
                    <a:pt x="1" y="588"/>
                    <a:pt x="1" y="588"/>
                  </a:cubicBezTo>
                  <a:lnTo>
                    <a:pt x="2" y="588"/>
                  </a:lnTo>
                  <a:cubicBezTo>
                    <a:pt x="3" y="588"/>
                    <a:pt x="3" y="588"/>
                    <a:pt x="3" y="587"/>
                  </a:cubicBezTo>
                  <a:cubicBezTo>
                    <a:pt x="27" y="519"/>
                    <a:pt x="56" y="456"/>
                    <a:pt x="77" y="388"/>
                  </a:cubicBezTo>
                  <a:cubicBezTo>
                    <a:pt x="74" y="408"/>
                    <a:pt x="70" y="429"/>
                    <a:pt x="67" y="449"/>
                  </a:cubicBezTo>
                  <a:cubicBezTo>
                    <a:pt x="54" y="528"/>
                    <a:pt x="61" y="610"/>
                    <a:pt x="63" y="688"/>
                  </a:cubicBezTo>
                  <a:cubicBezTo>
                    <a:pt x="63" y="689"/>
                    <a:pt x="63" y="689"/>
                    <a:pt x="63" y="689"/>
                  </a:cubicBezTo>
                  <a:cubicBezTo>
                    <a:pt x="63" y="689"/>
                    <a:pt x="64" y="689"/>
                    <a:pt x="64" y="690"/>
                  </a:cubicBezTo>
                  <a:lnTo>
                    <a:pt x="65" y="690"/>
                  </a:lnTo>
                  <a:cubicBezTo>
                    <a:pt x="66" y="690"/>
                    <a:pt x="66" y="690"/>
                    <a:pt x="67" y="690"/>
                  </a:cubicBezTo>
                  <a:cubicBezTo>
                    <a:pt x="68" y="689"/>
                    <a:pt x="67" y="689"/>
                    <a:pt x="67" y="6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2"/>
            <p:cNvSpPr/>
            <p:nvPr/>
          </p:nvSpPr>
          <p:spPr>
            <a:xfrm>
              <a:off x="8308440" y="3161520"/>
              <a:ext cx="24120" cy="122400"/>
            </a:xfrm>
            <a:custGeom>
              <a:rect b="b" l="l" r="r" t="t"/>
              <a:pathLst>
                <a:path extrusionOk="0" h="340" w="67">
                  <a:moveTo>
                    <a:pt x="8" y="3"/>
                  </a:moveTo>
                  <a:cubicBezTo>
                    <a:pt x="8" y="0"/>
                    <a:pt x="2" y="0"/>
                    <a:pt x="2" y="3"/>
                  </a:cubicBezTo>
                  <a:cubicBezTo>
                    <a:pt x="0" y="43"/>
                    <a:pt x="24" y="91"/>
                    <a:pt x="37" y="127"/>
                  </a:cubicBezTo>
                  <a:cubicBezTo>
                    <a:pt x="60" y="191"/>
                    <a:pt x="52" y="271"/>
                    <a:pt x="53" y="338"/>
                  </a:cubicBezTo>
                  <a:cubicBezTo>
                    <a:pt x="53" y="339"/>
                    <a:pt x="55" y="339"/>
                    <a:pt x="55" y="338"/>
                  </a:cubicBezTo>
                  <a:cubicBezTo>
                    <a:pt x="57" y="277"/>
                    <a:pt x="66" y="216"/>
                    <a:pt x="59" y="155"/>
                  </a:cubicBezTo>
                  <a:cubicBezTo>
                    <a:pt x="54" y="103"/>
                    <a:pt x="23" y="53"/>
                    <a:pt x="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2"/>
            <p:cNvSpPr/>
            <p:nvPr/>
          </p:nvSpPr>
          <p:spPr>
            <a:xfrm>
              <a:off x="8341560" y="3285720"/>
              <a:ext cx="9000" cy="102960"/>
            </a:xfrm>
            <a:custGeom>
              <a:rect b="b" l="l" r="r" t="t"/>
              <a:pathLst>
                <a:path extrusionOk="0" h="286" w="25">
                  <a:moveTo>
                    <a:pt x="6" y="283"/>
                  </a:moveTo>
                  <a:lnTo>
                    <a:pt x="6" y="284"/>
                  </a:lnTo>
                  <a:cubicBezTo>
                    <a:pt x="7" y="284"/>
                    <a:pt x="7" y="284"/>
                    <a:pt x="7" y="284"/>
                  </a:cubicBezTo>
                  <a:cubicBezTo>
                    <a:pt x="7" y="285"/>
                    <a:pt x="8" y="285"/>
                    <a:pt x="8" y="285"/>
                  </a:cubicBezTo>
                  <a:lnTo>
                    <a:pt x="9" y="284"/>
                  </a:lnTo>
                  <a:lnTo>
                    <a:pt x="9" y="283"/>
                  </a:lnTo>
                  <a:cubicBezTo>
                    <a:pt x="13" y="239"/>
                    <a:pt x="24" y="197"/>
                    <a:pt x="23" y="153"/>
                  </a:cubicBezTo>
                  <a:cubicBezTo>
                    <a:pt x="23" y="102"/>
                    <a:pt x="17" y="53"/>
                    <a:pt x="15" y="3"/>
                  </a:cubicBezTo>
                  <a:cubicBezTo>
                    <a:pt x="15" y="2"/>
                    <a:pt x="15" y="2"/>
                    <a:pt x="15" y="1"/>
                  </a:cubicBezTo>
                  <a:lnTo>
                    <a:pt x="14" y="1"/>
                  </a:lnTo>
                  <a:cubicBezTo>
                    <a:pt x="14" y="0"/>
                    <a:pt x="13" y="0"/>
                    <a:pt x="13" y="0"/>
                  </a:cubicBezTo>
                  <a:cubicBezTo>
                    <a:pt x="12" y="0"/>
                    <a:pt x="12" y="0"/>
                    <a:pt x="12" y="1"/>
                  </a:cubicBezTo>
                  <a:cubicBezTo>
                    <a:pt x="11" y="2"/>
                    <a:pt x="11" y="1"/>
                    <a:pt x="11" y="1"/>
                  </a:cubicBezTo>
                  <a:cubicBezTo>
                    <a:pt x="11" y="2"/>
                    <a:pt x="10" y="2"/>
                    <a:pt x="10" y="3"/>
                  </a:cubicBezTo>
                  <a:cubicBezTo>
                    <a:pt x="12" y="49"/>
                    <a:pt x="13" y="94"/>
                    <a:pt x="13" y="140"/>
                  </a:cubicBezTo>
                  <a:cubicBezTo>
                    <a:pt x="12" y="186"/>
                    <a:pt x="0" y="236"/>
                    <a:pt x="6" y="2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2"/>
            <p:cNvSpPr/>
            <p:nvPr/>
          </p:nvSpPr>
          <p:spPr>
            <a:xfrm>
              <a:off x="8342640" y="3422880"/>
              <a:ext cx="8640" cy="113040"/>
            </a:xfrm>
            <a:custGeom>
              <a:rect b="b" l="l" r="r" t="t"/>
              <a:pathLst>
                <a:path extrusionOk="0" h="314" w="24">
                  <a:moveTo>
                    <a:pt x="16" y="310"/>
                  </a:moveTo>
                  <a:cubicBezTo>
                    <a:pt x="16" y="313"/>
                    <a:pt x="21" y="312"/>
                    <a:pt x="21" y="310"/>
                  </a:cubicBezTo>
                  <a:cubicBezTo>
                    <a:pt x="23" y="267"/>
                    <a:pt x="10" y="224"/>
                    <a:pt x="9" y="180"/>
                  </a:cubicBezTo>
                  <a:cubicBezTo>
                    <a:pt x="7" y="121"/>
                    <a:pt x="6" y="60"/>
                    <a:pt x="5" y="1"/>
                  </a:cubicBezTo>
                  <a:cubicBezTo>
                    <a:pt x="5" y="0"/>
                    <a:pt x="2" y="0"/>
                    <a:pt x="2" y="1"/>
                  </a:cubicBezTo>
                  <a:cubicBezTo>
                    <a:pt x="2" y="55"/>
                    <a:pt x="0" y="109"/>
                    <a:pt x="0" y="164"/>
                  </a:cubicBezTo>
                  <a:cubicBezTo>
                    <a:pt x="1" y="213"/>
                    <a:pt x="6" y="262"/>
                    <a:pt x="16" y="3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2"/>
            <p:cNvSpPr/>
            <p:nvPr/>
          </p:nvSpPr>
          <p:spPr>
            <a:xfrm>
              <a:off x="8349120" y="3307320"/>
              <a:ext cx="61560" cy="255240"/>
            </a:xfrm>
            <a:custGeom>
              <a:rect b="b" l="l" r="r" t="t"/>
              <a:pathLst>
                <a:path extrusionOk="0" h="709" w="171">
                  <a:moveTo>
                    <a:pt x="37" y="334"/>
                  </a:moveTo>
                  <a:cubicBezTo>
                    <a:pt x="31" y="357"/>
                    <a:pt x="33" y="382"/>
                    <a:pt x="28" y="406"/>
                  </a:cubicBezTo>
                  <a:cubicBezTo>
                    <a:pt x="23" y="429"/>
                    <a:pt x="23" y="462"/>
                    <a:pt x="13" y="481"/>
                  </a:cubicBezTo>
                  <a:cubicBezTo>
                    <a:pt x="0" y="507"/>
                    <a:pt x="3" y="558"/>
                    <a:pt x="5" y="588"/>
                  </a:cubicBezTo>
                  <a:cubicBezTo>
                    <a:pt x="5" y="589"/>
                    <a:pt x="8" y="589"/>
                    <a:pt x="8" y="588"/>
                  </a:cubicBezTo>
                  <a:cubicBezTo>
                    <a:pt x="8" y="551"/>
                    <a:pt x="22" y="516"/>
                    <a:pt x="28" y="481"/>
                  </a:cubicBezTo>
                  <a:cubicBezTo>
                    <a:pt x="33" y="446"/>
                    <a:pt x="40" y="408"/>
                    <a:pt x="50" y="373"/>
                  </a:cubicBezTo>
                  <a:cubicBezTo>
                    <a:pt x="57" y="421"/>
                    <a:pt x="68" y="468"/>
                    <a:pt x="82" y="515"/>
                  </a:cubicBezTo>
                  <a:cubicBezTo>
                    <a:pt x="90" y="543"/>
                    <a:pt x="102" y="570"/>
                    <a:pt x="110" y="598"/>
                  </a:cubicBezTo>
                  <a:cubicBezTo>
                    <a:pt x="121" y="637"/>
                    <a:pt x="154" y="667"/>
                    <a:pt x="166" y="706"/>
                  </a:cubicBezTo>
                  <a:lnTo>
                    <a:pt x="167" y="707"/>
                  </a:lnTo>
                  <a:cubicBezTo>
                    <a:pt x="168" y="708"/>
                    <a:pt x="168" y="708"/>
                    <a:pt x="168" y="708"/>
                  </a:cubicBezTo>
                  <a:cubicBezTo>
                    <a:pt x="169" y="708"/>
                    <a:pt x="169" y="708"/>
                    <a:pt x="170" y="707"/>
                  </a:cubicBezTo>
                  <a:cubicBezTo>
                    <a:pt x="170" y="706"/>
                    <a:pt x="170" y="706"/>
                    <a:pt x="170" y="706"/>
                  </a:cubicBezTo>
                  <a:cubicBezTo>
                    <a:pt x="165" y="685"/>
                    <a:pt x="157" y="666"/>
                    <a:pt x="146" y="647"/>
                  </a:cubicBezTo>
                  <a:cubicBezTo>
                    <a:pt x="143" y="642"/>
                    <a:pt x="140" y="638"/>
                    <a:pt x="137" y="633"/>
                  </a:cubicBezTo>
                  <a:cubicBezTo>
                    <a:pt x="120" y="599"/>
                    <a:pt x="105" y="564"/>
                    <a:pt x="93" y="528"/>
                  </a:cubicBezTo>
                  <a:cubicBezTo>
                    <a:pt x="72" y="476"/>
                    <a:pt x="59" y="420"/>
                    <a:pt x="53" y="364"/>
                  </a:cubicBezTo>
                  <a:cubicBezTo>
                    <a:pt x="53" y="361"/>
                    <a:pt x="55" y="358"/>
                    <a:pt x="56" y="356"/>
                  </a:cubicBezTo>
                  <a:cubicBezTo>
                    <a:pt x="66" y="323"/>
                    <a:pt x="57" y="287"/>
                    <a:pt x="68" y="253"/>
                  </a:cubicBezTo>
                  <a:cubicBezTo>
                    <a:pt x="73" y="238"/>
                    <a:pt x="75" y="223"/>
                    <a:pt x="76" y="207"/>
                  </a:cubicBezTo>
                  <a:cubicBezTo>
                    <a:pt x="76" y="176"/>
                    <a:pt x="77" y="145"/>
                    <a:pt x="78" y="114"/>
                  </a:cubicBezTo>
                  <a:cubicBezTo>
                    <a:pt x="80" y="76"/>
                    <a:pt x="66" y="40"/>
                    <a:pt x="59" y="3"/>
                  </a:cubicBezTo>
                  <a:cubicBezTo>
                    <a:pt x="59" y="0"/>
                    <a:pt x="54" y="1"/>
                    <a:pt x="54" y="4"/>
                  </a:cubicBezTo>
                  <a:cubicBezTo>
                    <a:pt x="55" y="25"/>
                    <a:pt x="57" y="47"/>
                    <a:pt x="62" y="67"/>
                  </a:cubicBezTo>
                  <a:cubicBezTo>
                    <a:pt x="65" y="96"/>
                    <a:pt x="67" y="126"/>
                    <a:pt x="67" y="155"/>
                  </a:cubicBezTo>
                  <a:cubicBezTo>
                    <a:pt x="67" y="163"/>
                    <a:pt x="67" y="171"/>
                    <a:pt x="67" y="179"/>
                  </a:cubicBezTo>
                  <a:cubicBezTo>
                    <a:pt x="66" y="233"/>
                    <a:pt x="50" y="280"/>
                    <a:pt x="3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2"/>
            <p:cNvSpPr/>
            <p:nvPr/>
          </p:nvSpPr>
          <p:spPr>
            <a:xfrm>
              <a:off x="8386560" y="3341160"/>
              <a:ext cx="76680" cy="242280"/>
            </a:xfrm>
            <a:custGeom>
              <a:rect b="b" l="l" r="r" t="t"/>
              <a:pathLst>
                <a:path extrusionOk="0" h="673" w="213">
                  <a:moveTo>
                    <a:pt x="129" y="434"/>
                  </a:moveTo>
                  <a:cubicBezTo>
                    <a:pt x="104" y="372"/>
                    <a:pt x="61" y="315"/>
                    <a:pt x="41" y="251"/>
                  </a:cubicBezTo>
                  <a:lnTo>
                    <a:pt x="40" y="250"/>
                  </a:lnTo>
                  <a:lnTo>
                    <a:pt x="39" y="250"/>
                  </a:lnTo>
                  <a:lnTo>
                    <a:pt x="38" y="250"/>
                  </a:lnTo>
                  <a:cubicBezTo>
                    <a:pt x="38" y="206"/>
                    <a:pt x="36" y="162"/>
                    <a:pt x="31" y="118"/>
                  </a:cubicBezTo>
                  <a:cubicBezTo>
                    <a:pt x="26" y="82"/>
                    <a:pt x="32" y="33"/>
                    <a:pt x="7" y="3"/>
                  </a:cubicBezTo>
                  <a:cubicBezTo>
                    <a:pt x="5" y="0"/>
                    <a:pt x="0" y="4"/>
                    <a:pt x="2" y="8"/>
                  </a:cubicBezTo>
                  <a:cubicBezTo>
                    <a:pt x="5" y="18"/>
                    <a:pt x="7" y="28"/>
                    <a:pt x="7" y="39"/>
                  </a:cubicBezTo>
                  <a:cubicBezTo>
                    <a:pt x="7" y="44"/>
                    <a:pt x="7" y="50"/>
                    <a:pt x="6" y="56"/>
                  </a:cubicBezTo>
                  <a:cubicBezTo>
                    <a:pt x="6" y="57"/>
                    <a:pt x="5" y="59"/>
                    <a:pt x="5" y="60"/>
                  </a:cubicBezTo>
                  <a:cubicBezTo>
                    <a:pt x="5" y="81"/>
                    <a:pt x="7" y="102"/>
                    <a:pt x="10" y="122"/>
                  </a:cubicBezTo>
                  <a:cubicBezTo>
                    <a:pt x="19" y="187"/>
                    <a:pt x="15" y="252"/>
                    <a:pt x="26" y="316"/>
                  </a:cubicBezTo>
                  <a:cubicBezTo>
                    <a:pt x="32" y="354"/>
                    <a:pt x="12" y="413"/>
                    <a:pt x="33" y="446"/>
                  </a:cubicBezTo>
                  <a:cubicBezTo>
                    <a:pt x="46" y="467"/>
                    <a:pt x="46" y="515"/>
                    <a:pt x="50" y="541"/>
                  </a:cubicBezTo>
                  <a:cubicBezTo>
                    <a:pt x="51" y="555"/>
                    <a:pt x="55" y="570"/>
                    <a:pt x="62" y="582"/>
                  </a:cubicBezTo>
                  <a:cubicBezTo>
                    <a:pt x="64" y="585"/>
                    <a:pt x="68" y="582"/>
                    <a:pt x="66" y="580"/>
                  </a:cubicBezTo>
                  <a:cubicBezTo>
                    <a:pt x="40" y="541"/>
                    <a:pt x="62" y="480"/>
                    <a:pt x="41" y="441"/>
                  </a:cubicBezTo>
                  <a:cubicBezTo>
                    <a:pt x="30" y="421"/>
                    <a:pt x="43" y="357"/>
                    <a:pt x="44" y="332"/>
                  </a:cubicBezTo>
                  <a:cubicBezTo>
                    <a:pt x="44" y="313"/>
                    <a:pt x="42" y="295"/>
                    <a:pt x="39" y="276"/>
                  </a:cubicBezTo>
                  <a:cubicBezTo>
                    <a:pt x="39" y="269"/>
                    <a:pt x="39" y="263"/>
                    <a:pt x="39" y="256"/>
                  </a:cubicBezTo>
                  <a:cubicBezTo>
                    <a:pt x="53" y="304"/>
                    <a:pt x="72" y="349"/>
                    <a:pt x="97" y="392"/>
                  </a:cubicBezTo>
                  <a:cubicBezTo>
                    <a:pt x="99" y="395"/>
                    <a:pt x="101" y="398"/>
                    <a:pt x="102" y="401"/>
                  </a:cubicBezTo>
                  <a:cubicBezTo>
                    <a:pt x="120" y="433"/>
                    <a:pt x="134" y="467"/>
                    <a:pt x="145" y="501"/>
                  </a:cubicBezTo>
                  <a:cubicBezTo>
                    <a:pt x="159" y="539"/>
                    <a:pt x="177" y="578"/>
                    <a:pt x="189" y="617"/>
                  </a:cubicBezTo>
                  <a:cubicBezTo>
                    <a:pt x="189" y="630"/>
                    <a:pt x="189" y="643"/>
                    <a:pt x="189" y="657"/>
                  </a:cubicBezTo>
                  <a:cubicBezTo>
                    <a:pt x="189" y="658"/>
                    <a:pt x="190" y="659"/>
                    <a:pt x="190" y="661"/>
                  </a:cubicBezTo>
                  <a:cubicBezTo>
                    <a:pt x="191" y="663"/>
                    <a:pt x="191" y="662"/>
                    <a:pt x="192" y="663"/>
                  </a:cubicBezTo>
                  <a:cubicBezTo>
                    <a:pt x="194" y="664"/>
                    <a:pt x="195" y="664"/>
                    <a:pt x="196" y="664"/>
                  </a:cubicBezTo>
                  <a:cubicBezTo>
                    <a:pt x="197" y="664"/>
                    <a:pt x="198" y="664"/>
                    <a:pt x="199" y="664"/>
                  </a:cubicBezTo>
                  <a:cubicBezTo>
                    <a:pt x="199" y="666"/>
                    <a:pt x="199" y="668"/>
                    <a:pt x="200" y="670"/>
                  </a:cubicBezTo>
                  <a:cubicBezTo>
                    <a:pt x="200" y="671"/>
                    <a:pt x="200" y="671"/>
                    <a:pt x="200" y="671"/>
                  </a:cubicBezTo>
                  <a:cubicBezTo>
                    <a:pt x="201" y="671"/>
                    <a:pt x="201" y="672"/>
                    <a:pt x="201" y="672"/>
                  </a:cubicBezTo>
                  <a:cubicBezTo>
                    <a:pt x="202" y="672"/>
                    <a:pt x="202" y="672"/>
                    <a:pt x="202" y="672"/>
                  </a:cubicBezTo>
                  <a:cubicBezTo>
                    <a:pt x="203" y="672"/>
                    <a:pt x="203" y="672"/>
                    <a:pt x="204" y="672"/>
                  </a:cubicBezTo>
                  <a:lnTo>
                    <a:pt x="204" y="671"/>
                  </a:lnTo>
                  <a:cubicBezTo>
                    <a:pt x="205" y="671"/>
                    <a:pt x="205" y="671"/>
                    <a:pt x="205" y="670"/>
                  </a:cubicBezTo>
                  <a:cubicBezTo>
                    <a:pt x="205" y="669"/>
                    <a:pt x="205" y="667"/>
                    <a:pt x="205" y="665"/>
                  </a:cubicBezTo>
                  <a:cubicBezTo>
                    <a:pt x="205" y="663"/>
                    <a:pt x="205" y="661"/>
                    <a:pt x="205" y="659"/>
                  </a:cubicBezTo>
                  <a:cubicBezTo>
                    <a:pt x="206" y="658"/>
                    <a:pt x="206" y="656"/>
                    <a:pt x="206" y="655"/>
                  </a:cubicBezTo>
                  <a:cubicBezTo>
                    <a:pt x="206" y="561"/>
                    <a:pt x="212" y="458"/>
                    <a:pt x="180" y="369"/>
                  </a:cubicBezTo>
                  <a:cubicBezTo>
                    <a:pt x="162" y="321"/>
                    <a:pt x="150" y="272"/>
                    <a:pt x="133" y="224"/>
                  </a:cubicBezTo>
                  <a:cubicBezTo>
                    <a:pt x="116" y="176"/>
                    <a:pt x="113" y="103"/>
                    <a:pt x="81" y="60"/>
                  </a:cubicBezTo>
                  <a:cubicBezTo>
                    <a:pt x="80" y="58"/>
                    <a:pt x="76" y="60"/>
                    <a:pt x="77" y="62"/>
                  </a:cubicBezTo>
                  <a:cubicBezTo>
                    <a:pt x="103" y="97"/>
                    <a:pt x="105" y="152"/>
                    <a:pt x="117" y="193"/>
                  </a:cubicBezTo>
                  <a:cubicBezTo>
                    <a:pt x="125" y="220"/>
                    <a:pt x="134" y="247"/>
                    <a:pt x="145" y="274"/>
                  </a:cubicBezTo>
                  <a:cubicBezTo>
                    <a:pt x="157" y="306"/>
                    <a:pt x="159" y="340"/>
                    <a:pt x="169" y="372"/>
                  </a:cubicBezTo>
                  <a:cubicBezTo>
                    <a:pt x="178" y="411"/>
                    <a:pt x="183" y="450"/>
                    <a:pt x="185" y="490"/>
                  </a:cubicBezTo>
                  <a:cubicBezTo>
                    <a:pt x="187" y="524"/>
                    <a:pt x="188" y="558"/>
                    <a:pt x="188" y="592"/>
                  </a:cubicBezTo>
                  <a:cubicBezTo>
                    <a:pt x="185" y="583"/>
                    <a:pt x="181" y="574"/>
                    <a:pt x="178" y="566"/>
                  </a:cubicBezTo>
                  <a:cubicBezTo>
                    <a:pt x="161" y="522"/>
                    <a:pt x="147" y="477"/>
                    <a:pt x="129" y="4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2"/>
            <p:cNvSpPr/>
            <p:nvPr/>
          </p:nvSpPr>
          <p:spPr>
            <a:xfrm>
              <a:off x="8218440" y="3034080"/>
              <a:ext cx="18000" cy="30960"/>
            </a:xfrm>
            <a:custGeom>
              <a:rect b="b" l="l" r="r" t="t"/>
              <a:pathLst>
                <a:path extrusionOk="0" h="86" w="50">
                  <a:moveTo>
                    <a:pt x="28" y="50"/>
                  </a:moveTo>
                  <a:cubicBezTo>
                    <a:pt x="29" y="52"/>
                    <a:pt x="31" y="55"/>
                    <a:pt x="32" y="57"/>
                  </a:cubicBezTo>
                  <a:cubicBezTo>
                    <a:pt x="37" y="65"/>
                    <a:pt x="40" y="74"/>
                    <a:pt x="42" y="83"/>
                  </a:cubicBezTo>
                  <a:lnTo>
                    <a:pt x="42" y="84"/>
                  </a:lnTo>
                  <a:lnTo>
                    <a:pt x="43" y="84"/>
                  </a:lnTo>
                  <a:cubicBezTo>
                    <a:pt x="43" y="85"/>
                    <a:pt x="44" y="85"/>
                    <a:pt x="44" y="85"/>
                  </a:cubicBezTo>
                  <a:cubicBezTo>
                    <a:pt x="45" y="85"/>
                    <a:pt x="45" y="85"/>
                    <a:pt x="45" y="84"/>
                  </a:cubicBezTo>
                  <a:cubicBezTo>
                    <a:pt x="46" y="84"/>
                    <a:pt x="46" y="84"/>
                    <a:pt x="46" y="84"/>
                  </a:cubicBezTo>
                  <a:cubicBezTo>
                    <a:pt x="46" y="83"/>
                    <a:pt x="46" y="83"/>
                    <a:pt x="46" y="83"/>
                  </a:cubicBezTo>
                  <a:cubicBezTo>
                    <a:pt x="48" y="79"/>
                    <a:pt x="49" y="74"/>
                    <a:pt x="49" y="70"/>
                  </a:cubicBezTo>
                  <a:cubicBezTo>
                    <a:pt x="49" y="64"/>
                    <a:pt x="49" y="58"/>
                    <a:pt x="45" y="53"/>
                  </a:cubicBezTo>
                  <a:cubicBezTo>
                    <a:pt x="44" y="51"/>
                    <a:pt x="42" y="48"/>
                    <a:pt x="40" y="47"/>
                  </a:cubicBezTo>
                  <a:cubicBezTo>
                    <a:pt x="35" y="40"/>
                    <a:pt x="29" y="33"/>
                    <a:pt x="23" y="27"/>
                  </a:cubicBezTo>
                  <a:cubicBezTo>
                    <a:pt x="17" y="21"/>
                    <a:pt x="7" y="13"/>
                    <a:pt x="8" y="3"/>
                  </a:cubicBezTo>
                  <a:cubicBezTo>
                    <a:pt x="8" y="0"/>
                    <a:pt x="3" y="0"/>
                    <a:pt x="2" y="3"/>
                  </a:cubicBezTo>
                  <a:cubicBezTo>
                    <a:pt x="0" y="15"/>
                    <a:pt x="10" y="25"/>
                    <a:pt x="16" y="34"/>
                  </a:cubicBezTo>
                  <a:cubicBezTo>
                    <a:pt x="20" y="39"/>
                    <a:pt x="23" y="45"/>
                    <a:pt x="2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2"/>
            <p:cNvSpPr/>
            <p:nvPr/>
          </p:nvSpPr>
          <p:spPr>
            <a:xfrm>
              <a:off x="8242560" y="3073320"/>
              <a:ext cx="41040" cy="196560"/>
            </a:xfrm>
            <a:custGeom>
              <a:rect b="b" l="l" r="r" t="t"/>
              <a:pathLst>
                <a:path extrusionOk="0" h="546" w="114">
                  <a:moveTo>
                    <a:pt x="41" y="108"/>
                  </a:moveTo>
                  <a:cubicBezTo>
                    <a:pt x="60" y="161"/>
                    <a:pt x="75" y="215"/>
                    <a:pt x="84" y="270"/>
                  </a:cubicBezTo>
                  <a:cubicBezTo>
                    <a:pt x="98" y="358"/>
                    <a:pt x="102" y="456"/>
                    <a:pt x="63" y="538"/>
                  </a:cubicBezTo>
                  <a:cubicBezTo>
                    <a:pt x="62" y="541"/>
                    <a:pt x="66" y="545"/>
                    <a:pt x="69" y="543"/>
                  </a:cubicBezTo>
                  <a:cubicBezTo>
                    <a:pt x="78" y="534"/>
                    <a:pt x="86" y="524"/>
                    <a:pt x="93" y="513"/>
                  </a:cubicBezTo>
                  <a:cubicBezTo>
                    <a:pt x="102" y="497"/>
                    <a:pt x="107" y="479"/>
                    <a:pt x="108" y="460"/>
                  </a:cubicBezTo>
                  <a:cubicBezTo>
                    <a:pt x="111" y="436"/>
                    <a:pt x="113" y="413"/>
                    <a:pt x="113" y="389"/>
                  </a:cubicBezTo>
                  <a:cubicBezTo>
                    <a:pt x="113" y="361"/>
                    <a:pt x="110" y="333"/>
                    <a:pt x="106" y="305"/>
                  </a:cubicBezTo>
                  <a:cubicBezTo>
                    <a:pt x="98" y="246"/>
                    <a:pt x="84" y="188"/>
                    <a:pt x="64" y="131"/>
                  </a:cubicBezTo>
                  <a:cubicBezTo>
                    <a:pt x="48" y="88"/>
                    <a:pt x="38" y="35"/>
                    <a:pt x="5" y="2"/>
                  </a:cubicBezTo>
                  <a:cubicBezTo>
                    <a:pt x="3" y="0"/>
                    <a:pt x="0" y="3"/>
                    <a:pt x="2" y="6"/>
                  </a:cubicBezTo>
                  <a:cubicBezTo>
                    <a:pt x="22" y="29"/>
                    <a:pt x="30" y="78"/>
                    <a:pt x="4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2"/>
            <p:cNvSpPr/>
            <p:nvPr/>
          </p:nvSpPr>
          <p:spPr>
            <a:xfrm>
              <a:off x="8222760" y="3282120"/>
              <a:ext cx="41040" cy="76680"/>
            </a:xfrm>
            <a:custGeom>
              <a:rect b="b" l="l" r="r" t="t"/>
              <a:pathLst>
                <a:path extrusionOk="0" h="213" w="114">
                  <a:moveTo>
                    <a:pt x="108" y="2"/>
                  </a:moveTo>
                  <a:cubicBezTo>
                    <a:pt x="102" y="12"/>
                    <a:pt x="96" y="22"/>
                    <a:pt x="90" y="32"/>
                  </a:cubicBezTo>
                  <a:cubicBezTo>
                    <a:pt x="78" y="52"/>
                    <a:pt x="67" y="73"/>
                    <a:pt x="57" y="95"/>
                  </a:cubicBezTo>
                  <a:cubicBezTo>
                    <a:pt x="50" y="114"/>
                    <a:pt x="38" y="130"/>
                    <a:pt x="30" y="149"/>
                  </a:cubicBezTo>
                  <a:cubicBezTo>
                    <a:pt x="22" y="168"/>
                    <a:pt x="7" y="188"/>
                    <a:pt x="0" y="208"/>
                  </a:cubicBezTo>
                  <a:lnTo>
                    <a:pt x="0" y="209"/>
                  </a:lnTo>
                  <a:lnTo>
                    <a:pt x="0" y="210"/>
                  </a:lnTo>
                  <a:cubicBezTo>
                    <a:pt x="0" y="211"/>
                    <a:pt x="1" y="211"/>
                    <a:pt x="1" y="211"/>
                  </a:cubicBezTo>
                  <a:lnTo>
                    <a:pt x="2" y="212"/>
                  </a:lnTo>
                  <a:cubicBezTo>
                    <a:pt x="3" y="212"/>
                    <a:pt x="3" y="211"/>
                    <a:pt x="4" y="211"/>
                  </a:cubicBezTo>
                  <a:cubicBezTo>
                    <a:pt x="19" y="195"/>
                    <a:pt x="33" y="178"/>
                    <a:pt x="44" y="159"/>
                  </a:cubicBezTo>
                  <a:cubicBezTo>
                    <a:pt x="50" y="147"/>
                    <a:pt x="56" y="135"/>
                    <a:pt x="61" y="122"/>
                  </a:cubicBezTo>
                  <a:cubicBezTo>
                    <a:pt x="76" y="82"/>
                    <a:pt x="93" y="42"/>
                    <a:pt x="112" y="4"/>
                  </a:cubicBezTo>
                  <a:cubicBezTo>
                    <a:pt x="113" y="4"/>
                    <a:pt x="113" y="3"/>
                    <a:pt x="113" y="3"/>
                  </a:cubicBezTo>
                  <a:cubicBezTo>
                    <a:pt x="113" y="2"/>
                    <a:pt x="113" y="3"/>
                    <a:pt x="112" y="2"/>
                  </a:cubicBezTo>
                  <a:cubicBezTo>
                    <a:pt x="111" y="1"/>
                    <a:pt x="112" y="1"/>
                    <a:pt x="111" y="1"/>
                  </a:cubicBezTo>
                  <a:cubicBezTo>
                    <a:pt x="111" y="1"/>
                    <a:pt x="111" y="0"/>
                    <a:pt x="110" y="0"/>
                  </a:cubicBezTo>
                  <a:lnTo>
                    <a:pt x="109" y="1"/>
                  </a:lnTo>
                  <a:cubicBezTo>
                    <a:pt x="109" y="1"/>
                    <a:pt x="108" y="1"/>
                    <a:pt x="10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2"/>
            <p:cNvSpPr/>
            <p:nvPr/>
          </p:nvSpPr>
          <p:spPr>
            <a:xfrm>
              <a:off x="8229600" y="3147840"/>
              <a:ext cx="30600" cy="163800"/>
            </a:xfrm>
            <a:custGeom>
              <a:rect b="b" l="l" r="r" t="t"/>
              <a:pathLst>
                <a:path extrusionOk="0" h="455" w="85">
                  <a:moveTo>
                    <a:pt x="0" y="449"/>
                  </a:moveTo>
                  <a:lnTo>
                    <a:pt x="0" y="450"/>
                  </a:lnTo>
                  <a:cubicBezTo>
                    <a:pt x="0" y="451"/>
                    <a:pt x="0" y="452"/>
                    <a:pt x="0" y="452"/>
                  </a:cubicBezTo>
                  <a:cubicBezTo>
                    <a:pt x="1" y="453"/>
                    <a:pt x="1" y="453"/>
                    <a:pt x="2" y="454"/>
                  </a:cubicBezTo>
                  <a:cubicBezTo>
                    <a:pt x="2" y="454"/>
                    <a:pt x="3" y="454"/>
                    <a:pt x="4" y="454"/>
                  </a:cubicBezTo>
                  <a:lnTo>
                    <a:pt x="5" y="454"/>
                  </a:lnTo>
                  <a:cubicBezTo>
                    <a:pt x="32" y="434"/>
                    <a:pt x="41" y="400"/>
                    <a:pt x="54" y="371"/>
                  </a:cubicBezTo>
                  <a:cubicBezTo>
                    <a:pt x="68" y="340"/>
                    <a:pt x="78" y="307"/>
                    <a:pt x="82" y="274"/>
                  </a:cubicBezTo>
                  <a:cubicBezTo>
                    <a:pt x="83" y="250"/>
                    <a:pt x="84" y="226"/>
                    <a:pt x="84" y="202"/>
                  </a:cubicBezTo>
                  <a:cubicBezTo>
                    <a:pt x="84" y="177"/>
                    <a:pt x="83" y="153"/>
                    <a:pt x="82" y="129"/>
                  </a:cubicBezTo>
                  <a:cubicBezTo>
                    <a:pt x="80" y="100"/>
                    <a:pt x="75" y="72"/>
                    <a:pt x="68" y="44"/>
                  </a:cubicBezTo>
                  <a:cubicBezTo>
                    <a:pt x="64" y="24"/>
                    <a:pt x="68" y="16"/>
                    <a:pt x="59" y="2"/>
                  </a:cubicBezTo>
                  <a:cubicBezTo>
                    <a:pt x="58" y="0"/>
                    <a:pt x="55" y="2"/>
                    <a:pt x="56" y="4"/>
                  </a:cubicBezTo>
                  <a:cubicBezTo>
                    <a:pt x="65" y="17"/>
                    <a:pt x="58" y="17"/>
                    <a:pt x="60" y="28"/>
                  </a:cubicBezTo>
                  <a:cubicBezTo>
                    <a:pt x="68" y="61"/>
                    <a:pt x="72" y="95"/>
                    <a:pt x="72" y="129"/>
                  </a:cubicBezTo>
                  <a:cubicBezTo>
                    <a:pt x="69" y="177"/>
                    <a:pt x="72" y="224"/>
                    <a:pt x="65" y="271"/>
                  </a:cubicBezTo>
                  <a:cubicBezTo>
                    <a:pt x="54" y="334"/>
                    <a:pt x="32" y="394"/>
                    <a:pt x="0" y="4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2"/>
            <p:cNvSpPr/>
            <p:nvPr/>
          </p:nvSpPr>
          <p:spPr>
            <a:xfrm>
              <a:off x="8211600" y="3126600"/>
              <a:ext cx="37800" cy="172800"/>
            </a:xfrm>
            <a:custGeom>
              <a:rect b="b" l="l" r="r" t="t"/>
              <a:pathLst>
                <a:path extrusionOk="0" h="480" w="105">
                  <a:moveTo>
                    <a:pt x="71" y="317"/>
                  </a:moveTo>
                  <a:cubicBezTo>
                    <a:pt x="65" y="336"/>
                    <a:pt x="58" y="355"/>
                    <a:pt x="49" y="374"/>
                  </a:cubicBezTo>
                  <a:cubicBezTo>
                    <a:pt x="35" y="407"/>
                    <a:pt x="15" y="439"/>
                    <a:pt x="1" y="472"/>
                  </a:cubicBezTo>
                  <a:cubicBezTo>
                    <a:pt x="0" y="475"/>
                    <a:pt x="4" y="479"/>
                    <a:pt x="7" y="476"/>
                  </a:cubicBezTo>
                  <a:cubicBezTo>
                    <a:pt x="22" y="461"/>
                    <a:pt x="28" y="461"/>
                    <a:pt x="39" y="443"/>
                  </a:cubicBezTo>
                  <a:cubicBezTo>
                    <a:pt x="52" y="418"/>
                    <a:pt x="63" y="392"/>
                    <a:pt x="71" y="365"/>
                  </a:cubicBezTo>
                  <a:cubicBezTo>
                    <a:pt x="83" y="338"/>
                    <a:pt x="91" y="310"/>
                    <a:pt x="95" y="282"/>
                  </a:cubicBezTo>
                  <a:cubicBezTo>
                    <a:pt x="104" y="189"/>
                    <a:pt x="87" y="94"/>
                    <a:pt x="80" y="1"/>
                  </a:cubicBezTo>
                  <a:cubicBezTo>
                    <a:pt x="80" y="0"/>
                    <a:pt x="76" y="0"/>
                    <a:pt x="76" y="1"/>
                  </a:cubicBezTo>
                  <a:cubicBezTo>
                    <a:pt x="76" y="7"/>
                    <a:pt x="76" y="12"/>
                    <a:pt x="76" y="18"/>
                  </a:cubicBezTo>
                  <a:cubicBezTo>
                    <a:pt x="76" y="58"/>
                    <a:pt x="78" y="99"/>
                    <a:pt x="83" y="139"/>
                  </a:cubicBezTo>
                  <a:cubicBezTo>
                    <a:pt x="83" y="147"/>
                    <a:pt x="84" y="155"/>
                    <a:pt x="84" y="163"/>
                  </a:cubicBezTo>
                  <a:cubicBezTo>
                    <a:pt x="84" y="175"/>
                    <a:pt x="83" y="186"/>
                    <a:pt x="82" y="198"/>
                  </a:cubicBezTo>
                  <a:cubicBezTo>
                    <a:pt x="82" y="216"/>
                    <a:pt x="87" y="268"/>
                    <a:pt x="76" y="282"/>
                  </a:cubicBezTo>
                  <a:cubicBezTo>
                    <a:pt x="73" y="293"/>
                    <a:pt x="71" y="305"/>
                    <a:pt x="71"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2"/>
            <p:cNvSpPr/>
            <p:nvPr/>
          </p:nvSpPr>
          <p:spPr>
            <a:xfrm>
              <a:off x="8205120" y="3161880"/>
              <a:ext cx="31680" cy="88920"/>
            </a:xfrm>
            <a:custGeom>
              <a:rect b="b" l="l" r="r" t="t"/>
              <a:pathLst>
                <a:path extrusionOk="0" h="247" w="88">
                  <a:moveTo>
                    <a:pt x="75" y="3"/>
                  </a:moveTo>
                  <a:cubicBezTo>
                    <a:pt x="76" y="9"/>
                    <a:pt x="76" y="16"/>
                    <a:pt x="76" y="22"/>
                  </a:cubicBezTo>
                  <a:cubicBezTo>
                    <a:pt x="76" y="53"/>
                    <a:pt x="73" y="84"/>
                    <a:pt x="67" y="114"/>
                  </a:cubicBezTo>
                  <a:cubicBezTo>
                    <a:pt x="61" y="142"/>
                    <a:pt x="32" y="226"/>
                    <a:pt x="2" y="241"/>
                  </a:cubicBezTo>
                  <a:cubicBezTo>
                    <a:pt x="0" y="243"/>
                    <a:pt x="2" y="246"/>
                    <a:pt x="4" y="246"/>
                  </a:cubicBezTo>
                  <a:cubicBezTo>
                    <a:pt x="39" y="243"/>
                    <a:pt x="58" y="175"/>
                    <a:pt x="69" y="148"/>
                  </a:cubicBezTo>
                  <a:cubicBezTo>
                    <a:pt x="87" y="101"/>
                    <a:pt x="80" y="52"/>
                    <a:pt x="79" y="3"/>
                  </a:cubicBezTo>
                  <a:cubicBezTo>
                    <a:pt x="80" y="0"/>
                    <a:pt x="75" y="0"/>
                    <a:pt x="7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2"/>
            <p:cNvSpPr/>
            <p:nvPr/>
          </p:nvSpPr>
          <p:spPr>
            <a:xfrm>
              <a:off x="8192880" y="3159720"/>
              <a:ext cx="35640" cy="74880"/>
            </a:xfrm>
            <a:custGeom>
              <a:rect b="b" l="l" r="r" t="t"/>
              <a:pathLst>
                <a:path extrusionOk="0" h="208" w="99">
                  <a:moveTo>
                    <a:pt x="2" y="207"/>
                  </a:moveTo>
                  <a:cubicBezTo>
                    <a:pt x="27" y="206"/>
                    <a:pt x="46" y="161"/>
                    <a:pt x="57" y="143"/>
                  </a:cubicBezTo>
                  <a:cubicBezTo>
                    <a:pt x="59" y="140"/>
                    <a:pt x="61" y="137"/>
                    <a:pt x="63" y="134"/>
                  </a:cubicBezTo>
                  <a:cubicBezTo>
                    <a:pt x="86" y="94"/>
                    <a:pt x="98" y="49"/>
                    <a:pt x="98" y="3"/>
                  </a:cubicBezTo>
                  <a:cubicBezTo>
                    <a:pt x="98" y="0"/>
                    <a:pt x="93" y="0"/>
                    <a:pt x="93" y="3"/>
                  </a:cubicBezTo>
                  <a:cubicBezTo>
                    <a:pt x="88" y="45"/>
                    <a:pt x="75" y="84"/>
                    <a:pt x="54" y="120"/>
                  </a:cubicBezTo>
                  <a:cubicBezTo>
                    <a:pt x="51" y="126"/>
                    <a:pt x="48" y="132"/>
                    <a:pt x="44" y="137"/>
                  </a:cubicBezTo>
                  <a:cubicBezTo>
                    <a:pt x="32" y="157"/>
                    <a:pt x="24" y="192"/>
                    <a:pt x="1" y="203"/>
                  </a:cubicBezTo>
                  <a:cubicBezTo>
                    <a:pt x="1" y="204"/>
                    <a:pt x="1" y="204"/>
                    <a:pt x="1" y="204"/>
                  </a:cubicBezTo>
                  <a:cubicBezTo>
                    <a:pt x="0" y="204"/>
                    <a:pt x="0" y="205"/>
                    <a:pt x="0" y="205"/>
                  </a:cubicBezTo>
                  <a:cubicBezTo>
                    <a:pt x="0" y="206"/>
                    <a:pt x="0" y="206"/>
                    <a:pt x="1" y="206"/>
                  </a:cubicBezTo>
                  <a:cubicBezTo>
                    <a:pt x="2" y="207"/>
                    <a:pt x="1" y="207"/>
                    <a:pt x="1" y="207"/>
                  </a:cubicBezTo>
                  <a:cubicBezTo>
                    <a:pt x="2" y="207"/>
                    <a:pt x="2" y="207"/>
                    <a:pt x="2"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2"/>
            <p:cNvSpPr/>
            <p:nvPr/>
          </p:nvSpPr>
          <p:spPr>
            <a:xfrm>
              <a:off x="8194320" y="3166560"/>
              <a:ext cx="29520" cy="42480"/>
            </a:xfrm>
            <a:custGeom>
              <a:rect b="b" l="l" r="r" t="t"/>
              <a:pathLst>
                <a:path extrusionOk="0" h="118" w="82">
                  <a:moveTo>
                    <a:pt x="5" y="114"/>
                  </a:moveTo>
                  <a:cubicBezTo>
                    <a:pt x="13" y="105"/>
                    <a:pt x="26" y="100"/>
                    <a:pt x="32" y="89"/>
                  </a:cubicBezTo>
                  <a:cubicBezTo>
                    <a:pt x="40" y="75"/>
                    <a:pt x="52" y="64"/>
                    <a:pt x="60" y="50"/>
                  </a:cubicBezTo>
                  <a:cubicBezTo>
                    <a:pt x="65" y="41"/>
                    <a:pt x="65" y="33"/>
                    <a:pt x="73" y="26"/>
                  </a:cubicBezTo>
                  <a:cubicBezTo>
                    <a:pt x="81" y="19"/>
                    <a:pt x="76" y="11"/>
                    <a:pt x="75" y="5"/>
                  </a:cubicBezTo>
                  <a:cubicBezTo>
                    <a:pt x="75" y="0"/>
                    <a:pt x="69" y="2"/>
                    <a:pt x="69" y="5"/>
                  </a:cubicBezTo>
                  <a:cubicBezTo>
                    <a:pt x="69" y="16"/>
                    <a:pt x="63" y="20"/>
                    <a:pt x="58" y="28"/>
                  </a:cubicBezTo>
                  <a:cubicBezTo>
                    <a:pt x="57" y="32"/>
                    <a:pt x="55" y="35"/>
                    <a:pt x="53" y="38"/>
                  </a:cubicBezTo>
                  <a:cubicBezTo>
                    <a:pt x="47" y="48"/>
                    <a:pt x="41" y="57"/>
                    <a:pt x="34" y="65"/>
                  </a:cubicBezTo>
                  <a:cubicBezTo>
                    <a:pt x="24" y="74"/>
                    <a:pt x="21" y="87"/>
                    <a:pt x="11" y="96"/>
                  </a:cubicBezTo>
                  <a:cubicBezTo>
                    <a:pt x="8" y="99"/>
                    <a:pt x="6" y="102"/>
                    <a:pt x="4" y="105"/>
                  </a:cubicBezTo>
                  <a:cubicBezTo>
                    <a:pt x="2" y="107"/>
                    <a:pt x="2" y="109"/>
                    <a:pt x="1" y="111"/>
                  </a:cubicBezTo>
                  <a:cubicBezTo>
                    <a:pt x="0" y="114"/>
                    <a:pt x="3" y="117"/>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2"/>
            <p:cNvSpPr/>
            <p:nvPr/>
          </p:nvSpPr>
          <p:spPr>
            <a:xfrm>
              <a:off x="8304120" y="3423600"/>
              <a:ext cx="16920" cy="54000"/>
            </a:xfrm>
            <a:custGeom>
              <a:rect b="b" l="l" r="r" t="t"/>
              <a:pathLst>
                <a:path extrusionOk="0" h="150" w="47">
                  <a:moveTo>
                    <a:pt x="4" y="148"/>
                  </a:moveTo>
                  <a:cubicBezTo>
                    <a:pt x="38" y="115"/>
                    <a:pt x="46" y="48"/>
                    <a:pt x="45" y="4"/>
                  </a:cubicBezTo>
                  <a:cubicBezTo>
                    <a:pt x="45" y="0"/>
                    <a:pt x="39" y="1"/>
                    <a:pt x="39" y="4"/>
                  </a:cubicBezTo>
                  <a:cubicBezTo>
                    <a:pt x="38" y="17"/>
                    <a:pt x="34" y="30"/>
                    <a:pt x="28" y="41"/>
                  </a:cubicBezTo>
                  <a:cubicBezTo>
                    <a:pt x="23" y="53"/>
                    <a:pt x="20" y="66"/>
                    <a:pt x="18" y="79"/>
                  </a:cubicBezTo>
                  <a:cubicBezTo>
                    <a:pt x="12" y="102"/>
                    <a:pt x="14" y="124"/>
                    <a:pt x="1" y="145"/>
                  </a:cubicBezTo>
                  <a:cubicBezTo>
                    <a:pt x="0" y="147"/>
                    <a:pt x="3" y="149"/>
                    <a:pt x="4"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2"/>
            <p:cNvSpPr/>
            <p:nvPr/>
          </p:nvSpPr>
          <p:spPr>
            <a:xfrm>
              <a:off x="8225640" y="3523320"/>
              <a:ext cx="67680" cy="150840"/>
            </a:xfrm>
            <a:custGeom>
              <a:rect b="b" l="l" r="r" t="t"/>
              <a:pathLst>
                <a:path extrusionOk="0" h="419" w="188">
                  <a:moveTo>
                    <a:pt x="186" y="1"/>
                  </a:moveTo>
                  <a:cubicBezTo>
                    <a:pt x="169" y="18"/>
                    <a:pt x="164" y="44"/>
                    <a:pt x="155" y="66"/>
                  </a:cubicBezTo>
                  <a:cubicBezTo>
                    <a:pt x="138" y="108"/>
                    <a:pt x="133" y="155"/>
                    <a:pt x="114" y="198"/>
                  </a:cubicBezTo>
                  <a:cubicBezTo>
                    <a:pt x="96" y="241"/>
                    <a:pt x="67" y="277"/>
                    <a:pt x="49" y="318"/>
                  </a:cubicBezTo>
                  <a:cubicBezTo>
                    <a:pt x="36" y="346"/>
                    <a:pt x="26" y="391"/>
                    <a:pt x="3" y="412"/>
                  </a:cubicBezTo>
                  <a:cubicBezTo>
                    <a:pt x="0" y="414"/>
                    <a:pt x="3" y="418"/>
                    <a:pt x="6" y="417"/>
                  </a:cubicBezTo>
                  <a:cubicBezTo>
                    <a:pt x="18" y="410"/>
                    <a:pt x="28" y="399"/>
                    <a:pt x="35" y="387"/>
                  </a:cubicBezTo>
                  <a:cubicBezTo>
                    <a:pt x="38" y="382"/>
                    <a:pt x="41" y="377"/>
                    <a:pt x="42" y="371"/>
                  </a:cubicBezTo>
                  <a:cubicBezTo>
                    <a:pt x="61" y="324"/>
                    <a:pt x="84" y="278"/>
                    <a:pt x="106" y="233"/>
                  </a:cubicBezTo>
                  <a:cubicBezTo>
                    <a:pt x="123" y="200"/>
                    <a:pt x="137" y="165"/>
                    <a:pt x="146" y="129"/>
                  </a:cubicBezTo>
                  <a:cubicBezTo>
                    <a:pt x="154" y="92"/>
                    <a:pt x="159" y="30"/>
                    <a:pt x="187" y="2"/>
                  </a:cubicBezTo>
                  <a:cubicBezTo>
                    <a:pt x="187" y="1"/>
                    <a:pt x="186" y="0"/>
                    <a:pt x="18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2"/>
            <p:cNvSpPr/>
            <p:nvPr/>
          </p:nvSpPr>
          <p:spPr>
            <a:xfrm>
              <a:off x="8987040" y="3583440"/>
              <a:ext cx="64440" cy="20160"/>
            </a:xfrm>
            <a:custGeom>
              <a:rect b="b" l="l" r="r" t="t"/>
              <a:pathLst>
                <a:path extrusionOk="0" h="56" w="179">
                  <a:moveTo>
                    <a:pt x="176" y="43"/>
                  </a:moveTo>
                  <a:cubicBezTo>
                    <a:pt x="125" y="23"/>
                    <a:pt x="47" y="0"/>
                    <a:pt x="1" y="43"/>
                  </a:cubicBezTo>
                  <a:cubicBezTo>
                    <a:pt x="1" y="43"/>
                    <a:pt x="0" y="43"/>
                    <a:pt x="0" y="44"/>
                  </a:cubicBezTo>
                  <a:lnTo>
                    <a:pt x="0" y="45"/>
                  </a:lnTo>
                  <a:cubicBezTo>
                    <a:pt x="0" y="46"/>
                    <a:pt x="0" y="47"/>
                    <a:pt x="0" y="47"/>
                  </a:cubicBezTo>
                  <a:cubicBezTo>
                    <a:pt x="1" y="48"/>
                    <a:pt x="1" y="48"/>
                    <a:pt x="1" y="48"/>
                  </a:cubicBezTo>
                  <a:cubicBezTo>
                    <a:pt x="2" y="48"/>
                    <a:pt x="2" y="48"/>
                    <a:pt x="3" y="48"/>
                  </a:cubicBezTo>
                  <a:cubicBezTo>
                    <a:pt x="4" y="48"/>
                    <a:pt x="4" y="48"/>
                    <a:pt x="5" y="48"/>
                  </a:cubicBezTo>
                  <a:cubicBezTo>
                    <a:pt x="28" y="30"/>
                    <a:pt x="72" y="31"/>
                    <a:pt x="98" y="35"/>
                  </a:cubicBezTo>
                  <a:cubicBezTo>
                    <a:pt x="125" y="40"/>
                    <a:pt x="148" y="55"/>
                    <a:pt x="176" y="49"/>
                  </a:cubicBezTo>
                  <a:lnTo>
                    <a:pt x="177" y="48"/>
                  </a:lnTo>
                  <a:cubicBezTo>
                    <a:pt x="177" y="47"/>
                    <a:pt x="178" y="46"/>
                    <a:pt x="178" y="46"/>
                  </a:cubicBezTo>
                  <a:cubicBezTo>
                    <a:pt x="178" y="45"/>
                    <a:pt x="177" y="44"/>
                    <a:pt x="177" y="44"/>
                  </a:cubicBezTo>
                  <a:cubicBezTo>
                    <a:pt x="177" y="43"/>
                    <a:pt x="177" y="43"/>
                    <a:pt x="176"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2"/>
            <p:cNvSpPr/>
            <p:nvPr/>
          </p:nvSpPr>
          <p:spPr>
            <a:xfrm>
              <a:off x="8990280" y="3610080"/>
              <a:ext cx="144000" cy="85680"/>
            </a:xfrm>
            <a:custGeom>
              <a:rect b="b" l="l" r="r" t="t"/>
              <a:pathLst>
                <a:path extrusionOk="0" h="238" w="400">
                  <a:moveTo>
                    <a:pt x="4" y="3"/>
                  </a:moveTo>
                  <a:cubicBezTo>
                    <a:pt x="3" y="3"/>
                    <a:pt x="3" y="3"/>
                    <a:pt x="2" y="3"/>
                  </a:cubicBezTo>
                  <a:lnTo>
                    <a:pt x="1" y="4"/>
                  </a:lnTo>
                  <a:cubicBezTo>
                    <a:pt x="1" y="5"/>
                    <a:pt x="0" y="5"/>
                    <a:pt x="0" y="6"/>
                  </a:cubicBezTo>
                  <a:cubicBezTo>
                    <a:pt x="0" y="7"/>
                    <a:pt x="1" y="7"/>
                    <a:pt x="1" y="8"/>
                  </a:cubicBezTo>
                  <a:lnTo>
                    <a:pt x="2" y="9"/>
                  </a:lnTo>
                  <a:cubicBezTo>
                    <a:pt x="3" y="9"/>
                    <a:pt x="3" y="9"/>
                    <a:pt x="4" y="9"/>
                  </a:cubicBezTo>
                  <a:cubicBezTo>
                    <a:pt x="24" y="11"/>
                    <a:pt x="45" y="12"/>
                    <a:pt x="65" y="12"/>
                  </a:cubicBezTo>
                  <a:cubicBezTo>
                    <a:pt x="70" y="12"/>
                    <a:pt x="76" y="12"/>
                    <a:pt x="81" y="12"/>
                  </a:cubicBezTo>
                  <a:cubicBezTo>
                    <a:pt x="107" y="13"/>
                    <a:pt x="133" y="19"/>
                    <a:pt x="157" y="29"/>
                  </a:cubicBezTo>
                  <a:cubicBezTo>
                    <a:pt x="182" y="36"/>
                    <a:pt x="202" y="58"/>
                    <a:pt x="224" y="76"/>
                  </a:cubicBezTo>
                  <a:cubicBezTo>
                    <a:pt x="218" y="73"/>
                    <a:pt x="211" y="71"/>
                    <a:pt x="204" y="71"/>
                  </a:cubicBezTo>
                  <a:cubicBezTo>
                    <a:pt x="196" y="71"/>
                    <a:pt x="189" y="73"/>
                    <a:pt x="183" y="76"/>
                  </a:cubicBezTo>
                  <a:cubicBezTo>
                    <a:pt x="182" y="76"/>
                    <a:pt x="182" y="77"/>
                    <a:pt x="181" y="78"/>
                  </a:cubicBezTo>
                  <a:cubicBezTo>
                    <a:pt x="181" y="78"/>
                    <a:pt x="181" y="79"/>
                    <a:pt x="181" y="80"/>
                  </a:cubicBezTo>
                  <a:cubicBezTo>
                    <a:pt x="190" y="111"/>
                    <a:pt x="252" y="134"/>
                    <a:pt x="278" y="149"/>
                  </a:cubicBezTo>
                  <a:cubicBezTo>
                    <a:pt x="302" y="166"/>
                    <a:pt x="325" y="183"/>
                    <a:pt x="347" y="202"/>
                  </a:cubicBezTo>
                  <a:cubicBezTo>
                    <a:pt x="361" y="213"/>
                    <a:pt x="373" y="232"/>
                    <a:pt x="391" y="237"/>
                  </a:cubicBezTo>
                  <a:cubicBezTo>
                    <a:pt x="394" y="237"/>
                    <a:pt x="399" y="234"/>
                    <a:pt x="395" y="230"/>
                  </a:cubicBezTo>
                  <a:cubicBezTo>
                    <a:pt x="381" y="213"/>
                    <a:pt x="366" y="196"/>
                    <a:pt x="350" y="181"/>
                  </a:cubicBezTo>
                  <a:cubicBezTo>
                    <a:pt x="329" y="165"/>
                    <a:pt x="311" y="147"/>
                    <a:pt x="288" y="133"/>
                  </a:cubicBezTo>
                  <a:cubicBezTo>
                    <a:pt x="265" y="119"/>
                    <a:pt x="244" y="109"/>
                    <a:pt x="223" y="97"/>
                  </a:cubicBezTo>
                  <a:cubicBezTo>
                    <a:pt x="214" y="92"/>
                    <a:pt x="205" y="87"/>
                    <a:pt x="196" y="82"/>
                  </a:cubicBezTo>
                  <a:lnTo>
                    <a:pt x="223" y="80"/>
                  </a:lnTo>
                  <a:lnTo>
                    <a:pt x="233" y="83"/>
                  </a:lnTo>
                  <a:cubicBezTo>
                    <a:pt x="235" y="86"/>
                    <a:pt x="238" y="88"/>
                    <a:pt x="242" y="90"/>
                  </a:cubicBezTo>
                  <a:cubicBezTo>
                    <a:pt x="251" y="95"/>
                    <a:pt x="263" y="98"/>
                    <a:pt x="274" y="98"/>
                  </a:cubicBezTo>
                  <a:cubicBezTo>
                    <a:pt x="277" y="98"/>
                    <a:pt x="279" y="93"/>
                    <a:pt x="275" y="92"/>
                  </a:cubicBezTo>
                  <a:cubicBezTo>
                    <a:pt x="235" y="80"/>
                    <a:pt x="213" y="34"/>
                    <a:pt x="171" y="21"/>
                  </a:cubicBezTo>
                  <a:cubicBezTo>
                    <a:pt x="130" y="7"/>
                    <a:pt x="88" y="0"/>
                    <a:pt x="45" y="0"/>
                  </a:cubicBezTo>
                  <a:cubicBezTo>
                    <a:pt x="31" y="0"/>
                    <a:pt x="17" y="1"/>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2"/>
            <p:cNvSpPr/>
            <p:nvPr/>
          </p:nvSpPr>
          <p:spPr>
            <a:xfrm>
              <a:off x="9049320" y="3657600"/>
              <a:ext cx="107280" cy="73440"/>
            </a:xfrm>
            <a:custGeom>
              <a:rect b="b" l="l" r="r" t="t"/>
              <a:pathLst>
                <a:path extrusionOk="0" h="204" w="298">
                  <a:moveTo>
                    <a:pt x="199" y="105"/>
                  </a:moveTo>
                  <a:cubicBezTo>
                    <a:pt x="208" y="116"/>
                    <a:pt x="217" y="128"/>
                    <a:pt x="225" y="139"/>
                  </a:cubicBezTo>
                  <a:cubicBezTo>
                    <a:pt x="244" y="162"/>
                    <a:pt x="266" y="183"/>
                    <a:pt x="289" y="201"/>
                  </a:cubicBezTo>
                  <a:cubicBezTo>
                    <a:pt x="292" y="203"/>
                    <a:pt x="297" y="201"/>
                    <a:pt x="295" y="196"/>
                  </a:cubicBezTo>
                  <a:cubicBezTo>
                    <a:pt x="273" y="162"/>
                    <a:pt x="242" y="140"/>
                    <a:pt x="216" y="109"/>
                  </a:cubicBezTo>
                  <a:cubicBezTo>
                    <a:pt x="204" y="94"/>
                    <a:pt x="189" y="81"/>
                    <a:pt x="173" y="71"/>
                  </a:cubicBezTo>
                  <a:cubicBezTo>
                    <a:pt x="167" y="68"/>
                    <a:pt x="161" y="65"/>
                    <a:pt x="155" y="62"/>
                  </a:cubicBezTo>
                  <a:cubicBezTo>
                    <a:pt x="109" y="43"/>
                    <a:pt x="41" y="31"/>
                    <a:pt x="2" y="0"/>
                  </a:cubicBezTo>
                  <a:lnTo>
                    <a:pt x="1" y="0"/>
                  </a:lnTo>
                  <a:cubicBezTo>
                    <a:pt x="0" y="0"/>
                    <a:pt x="0" y="1"/>
                    <a:pt x="0" y="1"/>
                  </a:cubicBezTo>
                  <a:lnTo>
                    <a:pt x="0" y="2"/>
                  </a:lnTo>
                  <a:lnTo>
                    <a:pt x="0" y="3"/>
                  </a:lnTo>
                  <a:cubicBezTo>
                    <a:pt x="30" y="30"/>
                    <a:pt x="81" y="46"/>
                    <a:pt x="118" y="60"/>
                  </a:cubicBezTo>
                  <a:cubicBezTo>
                    <a:pt x="151" y="73"/>
                    <a:pt x="175" y="77"/>
                    <a:pt x="199"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2"/>
            <p:cNvSpPr/>
            <p:nvPr/>
          </p:nvSpPr>
          <p:spPr>
            <a:xfrm>
              <a:off x="9074160" y="3694680"/>
              <a:ext cx="93240" cy="62280"/>
            </a:xfrm>
            <a:custGeom>
              <a:rect b="b" l="l" r="r" t="t"/>
              <a:pathLst>
                <a:path extrusionOk="0" h="173" w="259">
                  <a:moveTo>
                    <a:pt x="1" y="4"/>
                  </a:moveTo>
                  <a:cubicBezTo>
                    <a:pt x="34" y="12"/>
                    <a:pt x="67" y="24"/>
                    <a:pt x="97" y="42"/>
                  </a:cubicBezTo>
                  <a:cubicBezTo>
                    <a:pt x="108" y="48"/>
                    <a:pt x="119" y="55"/>
                    <a:pt x="129" y="63"/>
                  </a:cubicBezTo>
                  <a:cubicBezTo>
                    <a:pt x="173" y="92"/>
                    <a:pt x="214" y="128"/>
                    <a:pt x="249" y="168"/>
                  </a:cubicBezTo>
                  <a:cubicBezTo>
                    <a:pt x="253" y="172"/>
                    <a:pt x="258" y="166"/>
                    <a:pt x="256" y="162"/>
                  </a:cubicBezTo>
                  <a:cubicBezTo>
                    <a:pt x="248" y="145"/>
                    <a:pt x="234" y="138"/>
                    <a:pt x="221" y="124"/>
                  </a:cubicBezTo>
                  <a:cubicBezTo>
                    <a:pt x="203" y="104"/>
                    <a:pt x="182" y="86"/>
                    <a:pt x="158" y="72"/>
                  </a:cubicBezTo>
                  <a:cubicBezTo>
                    <a:pt x="112" y="41"/>
                    <a:pt x="59" y="5"/>
                    <a:pt x="1" y="0"/>
                  </a:cubicBezTo>
                  <a:cubicBezTo>
                    <a:pt x="0" y="0"/>
                    <a:pt x="0" y="4"/>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2"/>
            <p:cNvSpPr/>
            <p:nvPr/>
          </p:nvSpPr>
          <p:spPr>
            <a:xfrm>
              <a:off x="9066960" y="3605040"/>
              <a:ext cx="222840" cy="122040"/>
            </a:xfrm>
            <a:custGeom>
              <a:rect b="b" l="l" r="r" t="t"/>
              <a:pathLst>
                <a:path extrusionOk="0" h="339" w="619">
                  <a:moveTo>
                    <a:pt x="2" y="3"/>
                  </a:moveTo>
                  <a:cubicBezTo>
                    <a:pt x="1" y="3"/>
                    <a:pt x="1" y="3"/>
                    <a:pt x="1" y="3"/>
                  </a:cubicBezTo>
                  <a:lnTo>
                    <a:pt x="0" y="3"/>
                  </a:lnTo>
                  <a:cubicBezTo>
                    <a:pt x="0" y="4"/>
                    <a:pt x="0" y="4"/>
                    <a:pt x="0" y="4"/>
                  </a:cubicBezTo>
                  <a:lnTo>
                    <a:pt x="0" y="5"/>
                  </a:lnTo>
                  <a:cubicBezTo>
                    <a:pt x="0" y="5"/>
                    <a:pt x="1" y="5"/>
                    <a:pt x="1" y="6"/>
                  </a:cubicBezTo>
                  <a:lnTo>
                    <a:pt x="2" y="6"/>
                  </a:lnTo>
                  <a:cubicBezTo>
                    <a:pt x="50" y="10"/>
                    <a:pt x="105" y="8"/>
                    <a:pt x="152" y="24"/>
                  </a:cubicBezTo>
                  <a:cubicBezTo>
                    <a:pt x="182" y="37"/>
                    <a:pt x="211" y="50"/>
                    <a:pt x="239" y="66"/>
                  </a:cubicBezTo>
                  <a:cubicBezTo>
                    <a:pt x="271" y="81"/>
                    <a:pt x="305" y="89"/>
                    <a:pt x="336" y="108"/>
                  </a:cubicBezTo>
                  <a:cubicBezTo>
                    <a:pt x="385" y="139"/>
                    <a:pt x="432" y="173"/>
                    <a:pt x="483" y="203"/>
                  </a:cubicBezTo>
                  <a:cubicBezTo>
                    <a:pt x="533" y="232"/>
                    <a:pt x="569" y="298"/>
                    <a:pt x="614" y="337"/>
                  </a:cubicBezTo>
                  <a:lnTo>
                    <a:pt x="615" y="337"/>
                  </a:lnTo>
                  <a:cubicBezTo>
                    <a:pt x="615" y="337"/>
                    <a:pt x="615" y="338"/>
                    <a:pt x="616" y="338"/>
                  </a:cubicBezTo>
                  <a:cubicBezTo>
                    <a:pt x="616" y="338"/>
                    <a:pt x="616" y="337"/>
                    <a:pt x="617" y="337"/>
                  </a:cubicBezTo>
                  <a:lnTo>
                    <a:pt x="618" y="336"/>
                  </a:lnTo>
                  <a:lnTo>
                    <a:pt x="618" y="335"/>
                  </a:lnTo>
                  <a:lnTo>
                    <a:pt x="618" y="334"/>
                  </a:lnTo>
                  <a:lnTo>
                    <a:pt x="617" y="334"/>
                  </a:lnTo>
                  <a:cubicBezTo>
                    <a:pt x="582" y="289"/>
                    <a:pt x="545" y="235"/>
                    <a:pt x="498" y="201"/>
                  </a:cubicBezTo>
                  <a:cubicBezTo>
                    <a:pt x="454" y="170"/>
                    <a:pt x="411" y="139"/>
                    <a:pt x="366" y="111"/>
                  </a:cubicBezTo>
                  <a:cubicBezTo>
                    <a:pt x="312" y="81"/>
                    <a:pt x="257" y="56"/>
                    <a:pt x="199" y="34"/>
                  </a:cubicBezTo>
                  <a:cubicBezTo>
                    <a:pt x="151" y="12"/>
                    <a:pt x="98" y="0"/>
                    <a:pt x="44" y="0"/>
                  </a:cubicBezTo>
                  <a:cubicBezTo>
                    <a:pt x="30" y="0"/>
                    <a:pt x="16"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2"/>
            <p:cNvSpPr/>
            <p:nvPr/>
          </p:nvSpPr>
          <p:spPr>
            <a:xfrm>
              <a:off x="9063000" y="3611520"/>
              <a:ext cx="142560" cy="107280"/>
            </a:xfrm>
            <a:custGeom>
              <a:rect b="b" l="l" r="r" t="t"/>
              <a:pathLst>
                <a:path extrusionOk="0" h="298" w="396">
                  <a:moveTo>
                    <a:pt x="1" y="4"/>
                  </a:moveTo>
                  <a:cubicBezTo>
                    <a:pt x="27" y="58"/>
                    <a:pt x="93" y="72"/>
                    <a:pt x="131" y="115"/>
                  </a:cubicBezTo>
                  <a:cubicBezTo>
                    <a:pt x="148" y="133"/>
                    <a:pt x="193" y="160"/>
                    <a:pt x="218" y="152"/>
                  </a:cubicBezTo>
                  <a:cubicBezTo>
                    <a:pt x="219" y="152"/>
                    <a:pt x="219" y="152"/>
                    <a:pt x="219" y="152"/>
                  </a:cubicBezTo>
                  <a:cubicBezTo>
                    <a:pt x="220" y="152"/>
                    <a:pt x="221" y="151"/>
                    <a:pt x="221" y="150"/>
                  </a:cubicBezTo>
                  <a:cubicBezTo>
                    <a:pt x="221" y="149"/>
                    <a:pt x="222" y="148"/>
                    <a:pt x="222" y="148"/>
                  </a:cubicBezTo>
                  <a:cubicBezTo>
                    <a:pt x="222" y="147"/>
                    <a:pt x="222" y="147"/>
                    <a:pt x="222" y="147"/>
                  </a:cubicBezTo>
                  <a:cubicBezTo>
                    <a:pt x="222" y="134"/>
                    <a:pt x="209" y="127"/>
                    <a:pt x="209" y="113"/>
                  </a:cubicBezTo>
                  <a:cubicBezTo>
                    <a:pt x="209" y="112"/>
                    <a:pt x="210" y="111"/>
                    <a:pt x="210" y="110"/>
                  </a:cubicBezTo>
                  <a:cubicBezTo>
                    <a:pt x="210" y="108"/>
                    <a:pt x="209" y="106"/>
                    <a:pt x="208" y="103"/>
                  </a:cubicBezTo>
                  <a:cubicBezTo>
                    <a:pt x="215" y="115"/>
                    <a:pt x="225" y="124"/>
                    <a:pt x="235" y="132"/>
                  </a:cubicBezTo>
                  <a:cubicBezTo>
                    <a:pt x="266" y="158"/>
                    <a:pt x="295" y="186"/>
                    <a:pt x="322" y="215"/>
                  </a:cubicBezTo>
                  <a:cubicBezTo>
                    <a:pt x="343" y="238"/>
                    <a:pt x="377" y="264"/>
                    <a:pt x="388" y="294"/>
                  </a:cubicBezTo>
                  <a:cubicBezTo>
                    <a:pt x="390" y="297"/>
                    <a:pt x="395" y="297"/>
                    <a:pt x="395" y="294"/>
                  </a:cubicBezTo>
                  <a:cubicBezTo>
                    <a:pt x="392" y="264"/>
                    <a:pt x="365" y="243"/>
                    <a:pt x="346" y="220"/>
                  </a:cubicBezTo>
                  <a:cubicBezTo>
                    <a:pt x="306" y="169"/>
                    <a:pt x="257" y="125"/>
                    <a:pt x="202" y="90"/>
                  </a:cubicBezTo>
                  <a:cubicBezTo>
                    <a:pt x="198" y="88"/>
                    <a:pt x="193" y="93"/>
                    <a:pt x="195" y="97"/>
                  </a:cubicBezTo>
                  <a:cubicBezTo>
                    <a:pt x="201" y="108"/>
                    <a:pt x="198" y="119"/>
                    <a:pt x="203" y="131"/>
                  </a:cubicBezTo>
                  <a:cubicBezTo>
                    <a:pt x="216" y="160"/>
                    <a:pt x="133" y="102"/>
                    <a:pt x="130" y="99"/>
                  </a:cubicBezTo>
                  <a:cubicBezTo>
                    <a:pt x="94" y="58"/>
                    <a:pt x="39" y="45"/>
                    <a:pt x="5" y="3"/>
                  </a:cubicBezTo>
                  <a:cubicBezTo>
                    <a:pt x="3" y="0"/>
                    <a:pt x="0" y="2"/>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2"/>
            <p:cNvSpPr/>
            <p:nvPr/>
          </p:nvSpPr>
          <p:spPr>
            <a:xfrm>
              <a:off x="9160920" y="3600720"/>
              <a:ext cx="140400" cy="96120"/>
            </a:xfrm>
            <a:custGeom>
              <a:rect b="b" l="l" r="r" t="t"/>
              <a:pathLst>
                <a:path extrusionOk="0" h="267" w="390">
                  <a:moveTo>
                    <a:pt x="259" y="138"/>
                  </a:moveTo>
                  <a:cubicBezTo>
                    <a:pt x="232" y="106"/>
                    <a:pt x="197" y="57"/>
                    <a:pt x="157" y="41"/>
                  </a:cubicBezTo>
                  <a:cubicBezTo>
                    <a:pt x="131" y="31"/>
                    <a:pt x="118" y="17"/>
                    <a:pt x="90" y="13"/>
                  </a:cubicBezTo>
                  <a:cubicBezTo>
                    <a:pt x="62" y="8"/>
                    <a:pt x="32" y="3"/>
                    <a:pt x="1" y="0"/>
                  </a:cubicBezTo>
                  <a:cubicBezTo>
                    <a:pt x="1" y="1"/>
                    <a:pt x="0" y="1"/>
                    <a:pt x="0" y="1"/>
                  </a:cubicBezTo>
                  <a:cubicBezTo>
                    <a:pt x="0" y="2"/>
                    <a:pt x="0" y="2"/>
                    <a:pt x="0" y="2"/>
                  </a:cubicBezTo>
                  <a:cubicBezTo>
                    <a:pt x="0" y="3"/>
                    <a:pt x="0" y="3"/>
                    <a:pt x="0" y="3"/>
                  </a:cubicBezTo>
                  <a:cubicBezTo>
                    <a:pt x="0" y="4"/>
                    <a:pt x="1" y="4"/>
                    <a:pt x="1" y="4"/>
                  </a:cubicBezTo>
                  <a:cubicBezTo>
                    <a:pt x="41" y="13"/>
                    <a:pt x="100" y="11"/>
                    <a:pt x="131" y="41"/>
                  </a:cubicBezTo>
                  <a:cubicBezTo>
                    <a:pt x="148" y="58"/>
                    <a:pt x="175" y="66"/>
                    <a:pt x="193" y="83"/>
                  </a:cubicBezTo>
                  <a:cubicBezTo>
                    <a:pt x="213" y="104"/>
                    <a:pt x="233" y="123"/>
                    <a:pt x="255" y="141"/>
                  </a:cubicBezTo>
                  <a:cubicBezTo>
                    <a:pt x="231" y="127"/>
                    <a:pt x="204" y="116"/>
                    <a:pt x="177" y="107"/>
                  </a:cubicBezTo>
                  <a:cubicBezTo>
                    <a:pt x="151" y="96"/>
                    <a:pt x="124" y="88"/>
                    <a:pt x="96" y="83"/>
                  </a:cubicBezTo>
                  <a:cubicBezTo>
                    <a:pt x="95" y="83"/>
                    <a:pt x="95" y="82"/>
                    <a:pt x="94" y="83"/>
                  </a:cubicBezTo>
                  <a:cubicBezTo>
                    <a:pt x="93" y="84"/>
                    <a:pt x="93" y="84"/>
                    <a:pt x="93" y="85"/>
                  </a:cubicBezTo>
                  <a:lnTo>
                    <a:pt x="93" y="86"/>
                  </a:lnTo>
                  <a:cubicBezTo>
                    <a:pt x="93" y="87"/>
                    <a:pt x="93" y="87"/>
                    <a:pt x="93" y="87"/>
                  </a:cubicBezTo>
                  <a:cubicBezTo>
                    <a:pt x="93" y="88"/>
                    <a:pt x="93" y="88"/>
                    <a:pt x="94" y="89"/>
                  </a:cubicBezTo>
                  <a:cubicBezTo>
                    <a:pt x="95" y="90"/>
                    <a:pt x="95" y="89"/>
                    <a:pt x="96" y="89"/>
                  </a:cubicBezTo>
                  <a:cubicBezTo>
                    <a:pt x="117" y="94"/>
                    <a:pt x="137" y="102"/>
                    <a:pt x="157" y="112"/>
                  </a:cubicBezTo>
                  <a:cubicBezTo>
                    <a:pt x="191" y="123"/>
                    <a:pt x="225" y="138"/>
                    <a:pt x="257" y="155"/>
                  </a:cubicBezTo>
                  <a:cubicBezTo>
                    <a:pt x="261" y="158"/>
                    <a:pt x="266" y="160"/>
                    <a:pt x="270" y="163"/>
                  </a:cubicBezTo>
                  <a:cubicBezTo>
                    <a:pt x="290" y="174"/>
                    <a:pt x="310" y="188"/>
                    <a:pt x="328" y="203"/>
                  </a:cubicBezTo>
                  <a:cubicBezTo>
                    <a:pt x="331" y="206"/>
                    <a:pt x="378" y="262"/>
                    <a:pt x="380" y="262"/>
                  </a:cubicBezTo>
                  <a:cubicBezTo>
                    <a:pt x="378" y="263"/>
                    <a:pt x="380" y="266"/>
                    <a:pt x="381" y="266"/>
                  </a:cubicBezTo>
                  <a:lnTo>
                    <a:pt x="385" y="266"/>
                  </a:lnTo>
                  <a:lnTo>
                    <a:pt x="386" y="266"/>
                  </a:lnTo>
                  <a:cubicBezTo>
                    <a:pt x="386" y="266"/>
                    <a:pt x="387" y="266"/>
                    <a:pt x="388" y="265"/>
                  </a:cubicBezTo>
                  <a:cubicBezTo>
                    <a:pt x="388" y="265"/>
                    <a:pt x="389" y="265"/>
                    <a:pt x="389" y="264"/>
                  </a:cubicBezTo>
                  <a:cubicBezTo>
                    <a:pt x="389" y="263"/>
                    <a:pt x="389" y="263"/>
                    <a:pt x="389" y="262"/>
                  </a:cubicBezTo>
                  <a:cubicBezTo>
                    <a:pt x="389" y="261"/>
                    <a:pt x="389" y="261"/>
                    <a:pt x="389" y="260"/>
                  </a:cubicBezTo>
                  <a:cubicBezTo>
                    <a:pt x="360" y="207"/>
                    <a:pt x="312" y="175"/>
                    <a:pt x="263" y="145"/>
                  </a:cubicBezTo>
                  <a:lnTo>
                    <a:pt x="258" y="142"/>
                  </a:lnTo>
                  <a:cubicBezTo>
                    <a:pt x="259" y="142"/>
                    <a:pt x="259" y="142"/>
                    <a:pt x="259" y="141"/>
                  </a:cubicBezTo>
                  <a:lnTo>
                    <a:pt x="259" y="140"/>
                  </a:lnTo>
                  <a:lnTo>
                    <a:pt x="259" y="139"/>
                  </a:lnTo>
                  <a:lnTo>
                    <a:pt x="259" y="1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2"/>
            <p:cNvSpPr/>
            <p:nvPr/>
          </p:nvSpPr>
          <p:spPr>
            <a:xfrm>
              <a:off x="9283320" y="3689640"/>
              <a:ext cx="62280" cy="129960"/>
            </a:xfrm>
            <a:custGeom>
              <a:rect b="b" l="l" r="r" t="t"/>
              <a:pathLst>
                <a:path extrusionOk="0" h="361" w="173">
                  <a:moveTo>
                    <a:pt x="46" y="36"/>
                  </a:moveTo>
                  <a:cubicBezTo>
                    <a:pt x="35" y="24"/>
                    <a:pt x="20" y="17"/>
                    <a:pt x="9" y="4"/>
                  </a:cubicBezTo>
                  <a:cubicBezTo>
                    <a:pt x="5" y="0"/>
                    <a:pt x="0" y="4"/>
                    <a:pt x="2" y="9"/>
                  </a:cubicBezTo>
                  <a:cubicBezTo>
                    <a:pt x="11" y="30"/>
                    <a:pt x="33" y="41"/>
                    <a:pt x="44" y="63"/>
                  </a:cubicBezTo>
                  <a:cubicBezTo>
                    <a:pt x="58" y="94"/>
                    <a:pt x="79" y="122"/>
                    <a:pt x="93" y="154"/>
                  </a:cubicBezTo>
                  <a:cubicBezTo>
                    <a:pt x="124" y="219"/>
                    <a:pt x="141" y="289"/>
                    <a:pt x="164" y="357"/>
                  </a:cubicBezTo>
                  <a:cubicBezTo>
                    <a:pt x="164" y="358"/>
                    <a:pt x="164" y="358"/>
                    <a:pt x="164" y="358"/>
                  </a:cubicBezTo>
                  <a:cubicBezTo>
                    <a:pt x="165" y="359"/>
                    <a:pt x="166" y="358"/>
                    <a:pt x="166" y="359"/>
                  </a:cubicBezTo>
                  <a:cubicBezTo>
                    <a:pt x="167" y="359"/>
                    <a:pt x="167" y="360"/>
                    <a:pt x="168" y="360"/>
                  </a:cubicBezTo>
                  <a:cubicBezTo>
                    <a:pt x="169" y="360"/>
                    <a:pt x="169" y="360"/>
                    <a:pt x="170" y="359"/>
                  </a:cubicBezTo>
                  <a:cubicBezTo>
                    <a:pt x="170" y="359"/>
                    <a:pt x="171" y="359"/>
                    <a:pt x="171" y="358"/>
                  </a:cubicBezTo>
                  <a:cubicBezTo>
                    <a:pt x="171" y="358"/>
                    <a:pt x="172" y="358"/>
                    <a:pt x="172" y="357"/>
                  </a:cubicBezTo>
                  <a:cubicBezTo>
                    <a:pt x="171" y="330"/>
                    <a:pt x="165" y="304"/>
                    <a:pt x="156" y="279"/>
                  </a:cubicBezTo>
                  <a:cubicBezTo>
                    <a:pt x="145" y="238"/>
                    <a:pt x="132" y="198"/>
                    <a:pt x="117" y="160"/>
                  </a:cubicBezTo>
                  <a:cubicBezTo>
                    <a:pt x="108" y="139"/>
                    <a:pt x="98" y="117"/>
                    <a:pt x="86" y="98"/>
                  </a:cubicBezTo>
                  <a:cubicBezTo>
                    <a:pt x="83" y="91"/>
                    <a:pt x="78" y="85"/>
                    <a:pt x="74" y="79"/>
                  </a:cubicBezTo>
                  <a:cubicBezTo>
                    <a:pt x="73" y="77"/>
                    <a:pt x="73" y="74"/>
                    <a:pt x="71" y="72"/>
                  </a:cubicBezTo>
                  <a:cubicBezTo>
                    <a:pt x="64" y="59"/>
                    <a:pt x="55" y="48"/>
                    <a:pt x="46"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2"/>
            <p:cNvSpPr/>
            <p:nvPr/>
          </p:nvSpPr>
          <p:spPr>
            <a:xfrm>
              <a:off x="9109800" y="3479040"/>
              <a:ext cx="431640" cy="399600"/>
            </a:xfrm>
            <a:custGeom>
              <a:rect b="b" l="l" r="r" t="t"/>
              <a:pathLst>
                <a:path extrusionOk="0" h="1110" w="1199">
                  <a:moveTo>
                    <a:pt x="1044" y="670"/>
                  </a:moveTo>
                  <a:cubicBezTo>
                    <a:pt x="985" y="532"/>
                    <a:pt x="878" y="414"/>
                    <a:pt x="771" y="313"/>
                  </a:cubicBezTo>
                  <a:cubicBezTo>
                    <a:pt x="746" y="287"/>
                    <a:pt x="718" y="263"/>
                    <a:pt x="689" y="241"/>
                  </a:cubicBezTo>
                  <a:cubicBezTo>
                    <a:pt x="661" y="220"/>
                    <a:pt x="630" y="201"/>
                    <a:pt x="601" y="183"/>
                  </a:cubicBezTo>
                  <a:cubicBezTo>
                    <a:pt x="570" y="168"/>
                    <a:pt x="537" y="158"/>
                    <a:pt x="503" y="153"/>
                  </a:cubicBezTo>
                  <a:cubicBezTo>
                    <a:pt x="459" y="144"/>
                    <a:pt x="415" y="133"/>
                    <a:pt x="371" y="124"/>
                  </a:cubicBezTo>
                  <a:cubicBezTo>
                    <a:pt x="335" y="119"/>
                    <a:pt x="299" y="116"/>
                    <a:pt x="262" y="116"/>
                  </a:cubicBezTo>
                  <a:cubicBezTo>
                    <a:pt x="259" y="116"/>
                    <a:pt x="256" y="116"/>
                    <a:pt x="253" y="116"/>
                  </a:cubicBezTo>
                  <a:cubicBezTo>
                    <a:pt x="287" y="99"/>
                    <a:pt x="319" y="78"/>
                    <a:pt x="351" y="60"/>
                  </a:cubicBezTo>
                  <a:cubicBezTo>
                    <a:pt x="380" y="45"/>
                    <a:pt x="411" y="34"/>
                    <a:pt x="443" y="27"/>
                  </a:cubicBezTo>
                  <a:cubicBezTo>
                    <a:pt x="459" y="23"/>
                    <a:pt x="480" y="22"/>
                    <a:pt x="494" y="17"/>
                  </a:cubicBezTo>
                  <a:cubicBezTo>
                    <a:pt x="510" y="13"/>
                    <a:pt x="527" y="11"/>
                    <a:pt x="545" y="11"/>
                  </a:cubicBezTo>
                  <a:cubicBezTo>
                    <a:pt x="552" y="11"/>
                    <a:pt x="559" y="11"/>
                    <a:pt x="567" y="12"/>
                  </a:cubicBezTo>
                  <a:cubicBezTo>
                    <a:pt x="593" y="15"/>
                    <a:pt x="618" y="20"/>
                    <a:pt x="644" y="26"/>
                  </a:cubicBezTo>
                  <a:cubicBezTo>
                    <a:pt x="683" y="31"/>
                    <a:pt x="748" y="54"/>
                    <a:pt x="773" y="86"/>
                  </a:cubicBezTo>
                  <a:cubicBezTo>
                    <a:pt x="774" y="87"/>
                    <a:pt x="774" y="87"/>
                    <a:pt x="775" y="88"/>
                  </a:cubicBezTo>
                  <a:lnTo>
                    <a:pt x="776" y="88"/>
                  </a:lnTo>
                  <a:cubicBezTo>
                    <a:pt x="777" y="88"/>
                    <a:pt x="778" y="88"/>
                    <a:pt x="778" y="88"/>
                  </a:cubicBezTo>
                  <a:cubicBezTo>
                    <a:pt x="779" y="87"/>
                    <a:pt x="779" y="87"/>
                    <a:pt x="779" y="86"/>
                  </a:cubicBezTo>
                  <a:cubicBezTo>
                    <a:pt x="780" y="85"/>
                    <a:pt x="780" y="85"/>
                    <a:pt x="780" y="85"/>
                  </a:cubicBezTo>
                  <a:cubicBezTo>
                    <a:pt x="780" y="84"/>
                    <a:pt x="780" y="83"/>
                    <a:pt x="779" y="83"/>
                  </a:cubicBezTo>
                  <a:cubicBezTo>
                    <a:pt x="764" y="50"/>
                    <a:pt x="725" y="40"/>
                    <a:pt x="695" y="27"/>
                  </a:cubicBezTo>
                  <a:cubicBezTo>
                    <a:pt x="654" y="9"/>
                    <a:pt x="610" y="0"/>
                    <a:pt x="566" y="0"/>
                  </a:cubicBezTo>
                  <a:cubicBezTo>
                    <a:pt x="518" y="0"/>
                    <a:pt x="471" y="6"/>
                    <a:pt x="424" y="18"/>
                  </a:cubicBezTo>
                  <a:cubicBezTo>
                    <a:pt x="357" y="34"/>
                    <a:pt x="303" y="71"/>
                    <a:pt x="250" y="112"/>
                  </a:cubicBezTo>
                  <a:cubicBezTo>
                    <a:pt x="249" y="112"/>
                    <a:pt x="249" y="113"/>
                    <a:pt x="249" y="113"/>
                  </a:cubicBezTo>
                  <a:lnTo>
                    <a:pt x="248" y="114"/>
                  </a:lnTo>
                  <a:cubicBezTo>
                    <a:pt x="248" y="115"/>
                    <a:pt x="249" y="115"/>
                    <a:pt x="249" y="115"/>
                  </a:cubicBezTo>
                  <a:cubicBezTo>
                    <a:pt x="249" y="116"/>
                    <a:pt x="249" y="116"/>
                    <a:pt x="250" y="116"/>
                  </a:cubicBezTo>
                  <a:lnTo>
                    <a:pt x="244" y="116"/>
                  </a:lnTo>
                  <a:cubicBezTo>
                    <a:pt x="235" y="115"/>
                    <a:pt x="226" y="115"/>
                    <a:pt x="217" y="115"/>
                  </a:cubicBezTo>
                  <a:cubicBezTo>
                    <a:pt x="191" y="115"/>
                    <a:pt x="165" y="119"/>
                    <a:pt x="140" y="126"/>
                  </a:cubicBezTo>
                  <a:cubicBezTo>
                    <a:pt x="126" y="133"/>
                    <a:pt x="113" y="139"/>
                    <a:pt x="100" y="147"/>
                  </a:cubicBezTo>
                  <a:cubicBezTo>
                    <a:pt x="85" y="156"/>
                    <a:pt x="71" y="165"/>
                    <a:pt x="56" y="175"/>
                  </a:cubicBezTo>
                  <a:cubicBezTo>
                    <a:pt x="35" y="189"/>
                    <a:pt x="14" y="197"/>
                    <a:pt x="2" y="221"/>
                  </a:cubicBezTo>
                  <a:cubicBezTo>
                    <a:pt x="0" y="224"/>
                    <a:pt x="6" y="228"/>
                    <a:pt x="8" y="224"/>
                  </a:cubicBezTo>
                  <a:cubicBezTo>
                    <a:pt x="24" y="195"/>
                    <a:pt x="69" y="179"/>
                    <a:pt x="98" y="164"/>
                  </a:cubicBezTo>
                  <a:cubicBezTo>
                    <a:pt x="132" y="144"/>
                    <a:pt x="170" y="134"/>
                    <a:pt x="209" y="133"/>
                  </a:cubicBezTo>
                  <a:cubicBezTo>
                    <a:pt x="214" y="133"/>
                    <a:pt x="219" y="132"/>
                    <a:pt x="224" y="132"/>
                  </a:cubicBezTo>
                  <a:cubicBezTo>
                    <a:pt x="302" y="132"/>
                    <a:pt x="380" y="142"/>
                    <a:pt x="456" y="159"/>
                  </a:cubicBezTo>
                  <a:cubicBezTo>
                    <a:pt x="531" y="179"/>
                    <a:pt x="602" y="199"/>
                    <a:pt x="666" y="243"/>
                  </a:cubicBezTo>
                  <a:cubicBezTo>
                    <a:pt x="693" y="261"/>
                    <a:pt x="718" y="281"/>
                    <a:pt x="741" y="304"/>
                  </a:cubicBezTo>
                  <a:cubicBezTo>
                    <a:pt x="763" y="329"/>
                    <a:pt x="787" y="353"/>
                    <a:pt x="813" y="374"/>
                  </a:cubicBezTo>
                  <a:cubicBezTo>
                    <a:pt x="829" y="388"/>
                    <a:pt x="844" y="403"/>
                    <a:pt x="856" y="420"/>
                  </a:cubicBezTo>
                  <a:cubicBezTo>
                    <a:pt x="861" y="425"/>
                    <a:pt x="865" y="429"/>
                    <a:pt x="871" y="433"/>
                  </a:cubicBezTo>
                  <a:cubicBezTo>
                    <a:pt x="889" y="451"/>
                    <a:pt x="906" y="471"/>
                    <a:pt x="922" y="492"/>
                  </a:cubicBezTo>
                  <a:cubicBezTo>
                    <a:pt x="949" y="524"/>
                    <a:pt x="974" y="558"/>
                    <a:pt x="994" y="594"/>
                  </a:cubicBezTo>
                  <a:cubicBezTo>
                    <a:pt x="1012" y="624"/>
                    <a:pt x="1026" y="655"/>
                    <a:pt x="1039" y="686"/>
                  </a:cubicBezTo>
                  <a:cubicBezTo>
                    <a:pt x="1065" y="750"/>
                    <a:pt x="1093" y="811"/>
                    <a:pt x="1117" y="876"/>
                  </a:cubicBezTo>
                  <a:cubicBezTo>
                    <a:pt x="1144" y="950"/>
                    <a:pt x="1152" y="1034"/>
                    <a:pt x="1188" y="1104"/>
                  </a:cubicBezTo>
                  <a:cubicBezTo>
                    <a:pt x="1190" y="1109"/>
                    <a:pt x="1198" y="1106"/>
                    <a:pt x="1196" y="1101"/>
                  </a:cubicBezTo>
                  <a:cubicBezTo>
                    <a:pt x="1171" y="1032"/>
                    <a:pt x="1165" y="957"/>
                    <a:pt x="1138" y="888"/>
                  </a:cubicBezTo>
                  <a:cubicBezTo>
                    <a:pt x="1108" y="813"/>
                    <a:pt x="1076" y="743"/>
                    <a:pt x="1044" y="6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2"/>
            <p:cNvSpPr/>
            <p:nvPr/>
          </p:nvSpPr>
          <p:spPr>
            <a:xfrm>
              <a:off x="9045360" y="3341880"/>
              <a:ext cx="531000" cy="924840"/>
            </a:xfrm>
            <a:custGeom>
              <a:rect b="b" l="l" r="r" t="t"/>
              <a:pathLst>
                <a:path extrusionOk="0" h="2569" w="1475">
                  <a:moveTo>
                    <a:pt x="1441" y="1361"/>
                  </a:moveTo>
                  <a:cubicBezTo>
                    <a:pt x="1438" y="1340"/>
                    <a:pt x="1431" y="1319"/>
                    <a:pt x="1427" y="1298"/>
                  </a:cubicBezTo>
                  <a:cubicBezTo>
                    <a:pt x="1421" y="1266"/>
                    <a:pt x="1416" y="1235"/>
                    <a:pt x="1409" y="1204"/>
                  </a:cubicBezTo>
                  <a:cubicBezTo>
                    <a:pt x="1403" y="1178"/>
                    <a:pt x="1393" y="1153"/>
                    <a:pt x="1381" y="1130"/>
                  </a:cubicBezTo>
                  <a:cubicBezTo>
                    <a:pt x="1380" y="1126"/>
                    <a:pt x="1378" y="1123"/>
                    <a:pt x="1376" y="1120"/>
                  </a:cubicBezTo>
                  <a:cubicBezTo>
                    <a:pt x="1374" y="1116"/>
                    <a:pt x="1371" y="1111"/>
                    <a:pt x="1368" y="1107"/>
                  </a:cubicBezTo>
                  <a:cubicBezTo>
                    <a:pt x="1343" y="1068"/>
                    <a:pt x="1379" y="1104"/>
                    <a:pt x="1382" y="1092"/>
                  </a:cubicBezTo>
                  <a:lnTo>
                    <a:pt x="1382" y="1094"/>
                  </a:lnTo>
                  <a:cubicBezTo>
                    <a:pt x="1382" y="1094"/>
                    <a:pt x="1381" y="1095"/>
                    <a:pt x="1382" y="1095"/>
                  </a:cubicBezTo>
                  <a:cubicBezTo>
                    <a:pt x="1383" y="1096"/>
                    <a:pt x="1383" y="1097"/>
                    <a:pt x="1384" y="1097"/>
                  </a:cubicBezTo>
                  <a:cubicBezTo>
                    <a:pt x="1385" y="1098"/>
                    <a:pt x="1386" y="1097"/>
                    <a:pt x="1387" y="1097"/>
                  </a:cubicBezTo>
                  <a:cubicBezTo>
                    <a:pt x="1388" y="1097"/>
                    <a:pt x="1389" y="1098"/>
                    <a:pt x="1390" y="1097"/>
                  </a:cubicBezTo>
                  <a:cubicBezTo>
                    <a:pt x="1391" y="1097"/>
                    <a:pt x="1392" y="1095"/>
                    <a:pt x="1392" y="1095"/>
                  </a:cubicBezTo>
                  <a:cubicBezTo>
                    <a:pt x="1393" y="1094"/>
                    <a:pt x="1393" y="1093"/>
                    <a:pt x="1393" y="1092"/>
                  </a:cubicBezTo>
                  <a:lnTo>
                    <a:pt x="1393" y="1083"/>
                  </a:lnTo>
                  <a:cubicBezTo>
                    <a:pt x="1400" y="1112"/>
                    <a:pt x="1410" y="1141"/>
                    <a:pt x="1421" y="1168"/>
                  </a:cubicBezTo>
                  <a:cubicBezTo>
                    <a:pt x="1432" y="1195"/>
                    <a:pt x="1451" y="1217"/>
                    <a:pt x="1462" y="1243"/>
                  </a:cubicBezTo>
                  <a:lnTo>
                    <a:pt x="1462" y="1244"/>
                  </a:lnTo>
                  <a:lnTo>
                    <a:pt x="1463" y="1244"/>
                  </a:lnTo>
                  <a:cubicBezTo>
                    <a:pt x="1463" y="1244"/>
                    <a:pt x="1463" y="1245"/>
                    <a:pt x="1464" y="1244"/>
                  </a:cubicBezTo>
                  <a:cubicBezTo>
                    <a:pt x="1465" y="1244"/>
                    <a:pt x="1464" y="1243"/>
                    <a:pt x="1464" y="1243"/>
                  </a:cubicBezTo>
                  <a:cubicBezTo>
                    <a:pt x="1458" y="1227"/>
                    <a:pt x="1451" y="1212"/>
                    <a:pt x="1443" y="1198"/>
                  </a:cubicBezTo>
                  <a:cubicBezTo>
                    <a:pt x="1419" y="1147"/>
                    <a:pt x="1404" y="1093"/>
                    <a:pt x="1400" y="1037"/>
                  </a:cubicBezTo>
                  <a:cubicBezTo>
                    <a:pt x="1397" y="973"/>
                    <a:pt x="1411" y="914"/>
                    <a:pt x="1404" y="850"/>
                  </a:cubicBezTo>
                  <a:cubicBezTo>
                    <a:pt x="1404" y="849"/>
                    <a:pt x="1404" y="849"/>
                    <a:pt x="1403" y="847"/>
                  </a:cubicBezTo>
                  <a:cubicBezTo>
                    <a:pt x="1402" y="846"/>
                    <a:pt x="1403" y="846"/>
                    <a:pt x="1402" y="845"/>
                  </a:cubicBezTo>
                  <a:cubicBezTo>
                    <a:pt x="1401" y="845"/>
                    <a:pt x="1400" y="845"/>
                    <a:pt x="1399" y="845"/>
                  </a:cubicBezTo>
                  <a:cubicBezTo>
                    <a:pt x="1398" y="845"/>
                    <a:pt x="1397" y="845"/>
                    <a:pt x="1396" y="845"/>
                  </a:cubicBezTo>
                  <a:cubicBezTo>
                    <a:pt x="1395" y="846"/>
                    <a:pt x="1395" y="846"/>
                    <a:pt x="1395" y="847"/>
                  </a:cubicBezTo>
                  <a:cubicBezTo>
                    <a:pt x="1394" y="849"/>
                    <a:pt x="1394" y="849"/>
                    <a:pt x="1394" y="850"/>
                  </a:cubicBezTo>
                  <a:cubicBezTo>
                    <a:pt x="1390" y="884"/>
                    <a:pt x="1398" y="925"/>
                    <a:pt x="1389" y="958"/>
                  </a:cubicBezTo>
                  <a:cubicBezTo>
                    <a:pt x="1387" y="966"/>
                    <a:pt x="1385" y="974"/>
                    <a:pt x="1385" y="983"/>
                  </a:cubicBezTo>
                  <a:cubicBezTo>
                    <a:pt x="1375" y="961"/>
                    <a:pt x="1365" y="940"/>
                    <a:pt x="1353" y="919"/>
                  </a:cubicBezTo>
                  <a:cubicBezTo>
                    <a:pt x="1351" y="917"/>
                    <a:pt x="1350" y="914"/>
                    <a:pt x="1349" y="912"/>
                  </a:cubicBezTo>
                  <a:cubicBezTo>
                    <a:pt x="1349" y="911"/>
                    <a:pt x="1350" y="910"/>
                    <a:pt x="1350" y="909"/>
                  </a:cubicBezTo>
                  <a:cubicBezTo>
                    <a:pt x="1350" y="908"/>
                    <a:pt x="1349" y="907"/>
                    <a:pt x="1349" y="907"/>
                  </a:cubicBezTo>
                  <a:cubicBezTo>
                    <a:pt x="1349" y="906"/>
                    <a:pt x="1349" y="906"/>
                    <a:pt x="1349" y="906"/>
                  </a:cubicBezTo>
                  <a:cubicBezTo>
                    <a:pt x="1346" y="902"/>
                    <a:pt x="1343" y="899"/>
                    <a:pt x="1341" y="895"/>
                  </a:cubicBezTo>
                  <a:cubicBezTo>
                    <a:pt x="1338" y="889"/>
                    <a:pt x="1335" y="883"/>
                    <a:pt x="1333" y="877"/>
                  </a:cubicBezTo>
                  <a:cubicBezTo>
                    <a:pt x="1309" y="814"/>
                    <a:pt x="1311" y="745"/>
                    <a:pt x="1308" y="678"/>
                  </a:cubicBezTo>
                  <a:cubicBezTo>
                    <a:pt x="1307" y="678"/>
                    <a:pt x="1307" y="678"/>
                    <a:pt x="1307" y="678"/>
                  </a:cubicBezTo>
                  <a:cubicBezTo>
                    <a:pt x="1307" y="677"/>
                    <a:pt x="1306" y="677"/>
                    <a:pt x="1306" y="677"/>
                  </a:cubicBezTo>
                  <a:lnTo>
                    <a:pt x="1305" y="678"/>
                  </a:lnTo>
                  <a:cubicBezTo>
                    <a:pt x="1301" y="713"/>
                    <a:pt x="1299" y="749"/>
                    <a:pt x="1299" y="784"/>
                  </a:cubicBezTo>
                  <a:cubicBezTo>
                    <a:pt x="1299" y="786"/>
                    <a:pt x="1299" y="789"/>
                    <a:pt x="1299" y="791"/>
                  </a:cubicBezTo>
                  <a:cubicBezTo>
                    <a:pt x="1284" y="759"/>
                    <a:pt x="1265" y="729"/>
                    <a:pt x="1249" y="697"/>
                  </a:cubicBezTo>
                  <a:cubicBezTo>
                    <a:pt x="1248" y="696"/>
                    <a:pt x="1248" y="696"/>
                    <a:pt x="1248" y="695"/>
                  </a:cubicBezTo>
                  <a:cubicBezTo>
                    <a:pt x="1228" y="660"/>
                    <a:pt x="1214" y="622"/>
                    <a:pt x="1208" y="583"/>
                  </a:cubicBezTo>
                  <a:cubicBezTo>
                    <a:pt x="1208" y="583"/>
                    <a:pt x="1207" y="583"/>
                    <a:pt x="1208" y="582"/>
                  </a:cubicBezTo>
                  <a:cubicBezTo>
                    <a:pt x="1209" y="581"/>
                    <a:pt x="1209" y="580"/>
                    <a:pt x="1209" y="579"/>
                  </a:cubicBezTo>
                  <a:lnTo>
                    <a:pt x="1209" y="578"/>
                  </a:lnTo>
                  <a:cubicBezTo>
                    <a:pt x="1208" y="571"/>
                    <a:pt x="1207" y="564"/>
                    <a:pt x="1206" y="558"/>
                  </a:cubicBezTo>
                  <a:cubicBezTo>
                    <a:pt x="1204" y="523"/>
                    <a:pt x="1206" y="488"/>
                    <a:pt x="1204" y="454"/>
                  </a:cubicBezTo>
                  <a:cubicBezTo>
                    <a:pt x="1204" y="446"/>
                    <a:pt x="1192" y="446"/>
                    <a:pt x="1192" y="454"/>
                  </a:cubicBezTo>
                  <a:cubicBezTo>
                    <a:pt x="1190" y="477"/>
                    <a:pt x="1189" y="500"/>
                    <a:pt x="1189" y="523"/>
                  </a:cubicBezTo>
                  <a:cubicBezTo>
                    <a:pt x="1189" y="534"/>
                    <a:pt x="1189" y="545"/>
                    <a:pt x="1189" y="555"/>
                  </a:cubicBezTo>
                  <a:cubicBezTo>
                    <a:pt x="1177" y="540"/>
                    <a:pt x="1166" y="523"/>
                    <a:pt x="1156" y="506"/>
                  </a:cubicBezTo>
                  <a:cubicBezTo>
                    <a:pt x="1139" y="477"/>
                    <a:pt x="1126" y="446"/>
                    <a:pt x="1117" y="414"/>
                  </a:cubicBezTo>
                  <a:cubicBezTo>
                    <a:pt x="1097" y="362"/>
                    <a:pt x="1082" y="309"/>
                    <a:pt x="1071" y="255"/>
                  </a:cubicBezTo>
                  <a:cubicBezTo>
                    <a:pt x="1071" y="254"/>
                    <a:pt x="1071" y="254"/>
                    <a:pt x="1071" y="254"/>
                  </a:cubicBezTo>
                  <a:lnTo>
                    <a:pt x="1070" y="254"/>
                  </a:lnTo>
                  <a:lnTo>
                    <a:pt x="1069" y="254"/>
                  </a:lnTo>
                  <a:lnTo>
                    <a:pt x="1069" y="255"/>
                  </a:lnTo>
                  <a:cubicBezTo>
                    <a:pt x="1072" y="304"/>
                    <a:pt x="1080" y="352"/>
                    <a:pt x="1093" y="398"/>
                  </a:cubicBezTo>
                  <a:cubicBezTo>
                    <a:pt x="1075" y="383"/>
                    <a:pt x="1057" y="367"/>
                    <a:pt x="1040" y="351"/>
                  </a:cubicBezTo>
                  <a:cubicBezTo>
                    <a:pt x="1034" y="346"/>
                    <a:pt x="1028" y="339"/>
                    <a:pt x="1022" y="333"/>
                  </a:cubicBezTo>
                  <a:lnTo>
                    <a:pt x="1023" y="333"/>
                  </a:lnTo>
                  <a:cubicBezTo>
                    <a:pt x="1024" y="332"/>
                    <a:pt x="1024" y="332"/>
                    <a:pt x="1025" y="331"/>
                  </a:cubicBezTo>
                  <a:cubicBezTo>
                    <a:pt x="1025" y="330"/>
                    <a:pt x="1025" y="330"/>
                    <a:pt x="1025" y="329"/>
                  </a:cubicBezTo>
                  <a:cubicBezTo>
                    <a:pt x="1025" y="328"/>
                    <a:pt x="1026" y="327"/>
                    <a:pt x="1025" y="326"/>
                  </a:cubicBezTo>
                  <a:cubicBezTo>
                    <a:pt x="1024" y="326"/>
                    <a:pt x="1024" y="325"/>
                    <a:pt x="1023" y="325"/>
                  </a:cubicBezTo>
                  <a:cubicBezTo>
                    <a:pt x="1023" y="325"/>
                    <a:pt x="1022" y="325"/>
                    <a:pt x="1022" y="324"/>
                  </a:cubicBezTo>
                  <a:cubicBezTo>
                    <a:pt x="1019" y="323"/>
                    <a:pt x="1015" y="322"/>
                    <a:pt x="1011" y="321"/>
                  </a:cubicBezTo>
                  <a:cubicBezTo>
                    <a:pt x="1003" y="311"/>
                    <a:pt x="995" y="301"/>
                    <a:pt x="987" y="291"/>
                  </a:cubicBezTo>
                  <a:cubicBezTo>
                    <a:pt x="967" y="267"/>
                    <a:pt x="941" y="246"/>
                    <a:pt x="923" y="220"/>
                  </a:cubicBezTo>
                  <a:cubicBezTo>
                    <a:pt x="897" y="180"/>
                    <a:pt x="863" y="145"/>
                    <a:pt x="823" y="118"/>
                  </a:cubicBezTo>
                  <a:cubicBezTo>
                    <a:pt x="815" y="113"/>
                    <a:pt x="808" y="108"/>
                    <a:pt x="800" y="103"/>
                  </a:cubicBezTo>
                  <a:cubicBezTo>
                    <a:pt x="784" y="94"/>
                    <a:pt x="766" y="87"/>
                    <a:pt x="748" y="82"/>
                  </a:cubicBezTo>
                  <a:cubicBezTo>
                    <a:pt x="740" y="80"/>
                    <a:pt x="687" y="73"/>
                    <a:pt x="683" y="63"/>
                  </a:cubicBezTo>
                  <a:lnTo>
                    <a:pt x="683" y="62"/>
                  </a:lnTo>
                  <a:cubicBezTo>
                    <a:pt x="682" y="62"/>
                    <a:pt x="682" y="62"/>
                    <a:pt x="682" y="62"/>
                  </a:cubicBezTo>
                  <a:lnTo>
                    <a:pt x="681" y="62"/>
                  </a:lnTo>
                  <a:cubicBezTo>
                    <a:pt x="681" y="63"/>
                    <a:pt x="681" y="63"/>
                    <a:pt x="681" y="63"/>
                  </a:cubicBezTo>
                  <a:lnTo>
                    <a:pt x="681" y="67"/>
                  </a:lnTo>
                  <a:lnTo>
                    <a:pt x="681" y="68"/>
                  </a:lnTo>
                  <a:lnTo>
                    <a:pt x="682" y="69"/>
                  </a:lnTo>
                  <a:cubicBezTo>
                    <a:pt x="698" y="76"/>
                    <a:pt x="714" y="82"/>
                    <a:pt x="730" y="87"/>
                  </a:cubicBezTo>
                  <a:cubicBezTo>
                    <a:pt x="738" y="89"/>
                    <a:pt x="745" y="92"/>
                    <a:pt x="752" y="94"/>
                  </a:cubicBezTo>
                  <a:cubicBezTo>
                    <a:pt x="726" y="94"/>
                    <a:pt x="702" y="107"/>
                    <a:pt x="677" y="105"/>
                  </a:cubicBezTo>
                  <a:cubicBezTo>
                    <a:pt x="638" y="103"/>
                    <a:pt x="595" y="121"/>
                    <a:pt x="559" y="135"/>
                  </a:cubicBezTo>
                  <a:cubicBezTo>
                    <a:pt x="484" y="165"/>
                    <a:pt x="431" y="220"/>
                    <a:pt x="371" y="273"/>
                  </a:cubicBezTo>
                  <a:cubicBezTo>
                    <a:pt x="316" y="321"/>
                    <a:pt x="263" y="372"/>
                    <a:pt x="214" y="426"/>
                  </a:cubicBezTo>
                  <a:cubicBezTo>
                    <a:pt x="241" y="388"/>
                    <a:pt x="268" y="350"/>
                    <a:pt x="294" y="311"/>
                  </a:cubicBezTo>
                  <a:cubicBezTo>
                    <a:pt x="298" y="305"/>
                    <a:pt x="289" y="301"/>
                    <a:pt x="284" y="304"/>
                  </a:cubicBezTo>
                  <a:cubicBezTo>
                    <a:pt x="261" y="323"/>
                    <a:pt x="241" y="344"/>
                    <a:pt x="223" y="367"/>
                  </a:cubicBezTo>
                  <a:lnTo>
                    <a:pt x="225" y="364"/>
                  </a:lnTo>
                  <a:cubicBezTo>
                    <a:pt x="226" y="363"/>
                    <a:pt x="226" y="362"/>
                    <a:pt x="226" y="361"/>
                  </a:cubicBezTo>
                  <a:cubicBezTo>
                    <a:pt x="226" y="360"/>
                    <a:pt x="226" y="359"/>
                    <a:pt x="225" y="358"/>
                  </a:cubicBezTo>
                  <a:cubicBezTo>
                    <a:pt x="224" y="357"/>
                    <a:pt x="224" y="356"/>
                    <a:pt x="223" y="355"/>
                  </a:cubicBezTo>
                  <a:cubicBezTo>
                    <a:pt x="222" y="355"/>
                    <a:pt x="221" y="355"/>
                    <a:pt x="220" y="355"/>
                  </a:cubicBezTo>
                  <a:cubicBezTo>
                    <a:pt x="219" y="355"/>
                    <a:pt x="218" y="355"/>
                    <a:pt x="217" y="355"/>
                  </a:cubicBezTo>
                  <a:cubicBezTo>
                    <a:pt x="216" y="356"/>
                    <a:pt x="216" y="356"/>
                    <a:pt x="215" y="357"/>
                  </a:cubicBezTo>
                  <a:cubicBezTo>
                    <a:pt x="201" y="371"/>
                    <a:pt x="188" y="388"/>
                    <a:pt x="178" y="405"/>
                  </a:cubicBezTo>
                  <a:cubicBezTo>
                    <a:pt x="174" y="412"/>
                    <a:pt x="171" y="417"/>
                    <a:pt x="168" y="423"/>
                  </a:cubicBezTo>
                  <a:cubicBezTo>
                    <a:pt x="168" y="421"/>
                    <a:pt x="168" y="419"/>
                    <a:pt x="170" y="417"/>
                  </a:cubicBezTo>
                  <a:cubicBezTo>
                    <a:pt x="170" y="416"/>
                    <a:pt x="170" y="415"/>
                    <a:pt x="169" y="414"/>
                  </a:cubicBezTo>
                  <a:cubicBezTo>
                    <a:pt x="168" y="413"/>
                    <a:pt x="168" y="413"/>
                    <a:pt x="167" y="412"/>
                  </a:cubicBezTo>
                  <a:cubicBezTo>
                    <a:pt x="166" y="412"/>
                    <a:pt x="165" y="411"/>
                    <a:pt x="164" y="411"/>
                  </a:cubicBezTo>
                  <a:cubicBezTo>
                    <a:pt x="163" y="411"/>
                    <a:pt x="162" y="411"/>
                    <a:pt x="161" y="412"/>
                  </a:cubicBezTo>
                  <a:cubicBezTo>
                    <a:pt x="161" y="412"/>
                    <a:pt x="160" y="413"/>
                    <a:pt x="160" y="414"/>
                  </a:cubicBezTo>
                  <a:lnTo>
                    <a:pt x="155" y="422"/>
                  </a:lnTo>
                  <a:cubicBezTo>
                    <a:pt x="159" y="386"/>
                    <a:pt x="170" y="352"/>
                    <a:pt x="187" y="320"/>
                  </a:cubicBezTo>
                  <a:lnTo>
                    <a:pt x="189" y="318"/>
                  </a:lnTo>
                  <a:lnTo>
                    <a:pt x="190" y="317"/>
                  </a:lnTo>
                  <a:cubicBezTo>
                    <a:pt x="191" y="316"/>
                    <a:pt x="191" y="315"/>
                    <a:pt x="191" y="315"/>
                  </a:cubicBezTo>
                  <a:cubicBezTo>
                    <a:pt x="191" y="314"/>
                    <a:pt x="191" y="314"/>
                    <a:pt x="191" y="313"/>
                  </a:cubicBezTo>
                  <a:cubicBezTo>
                    <a:pt x="192" y="311"/>
                    <a:pt x="194" y="308"/>
                    <a:pt x="195" y="305"/>
                  </a:cubicBezTo>
                  <a:cubicBezTo>
                    <a:pt x="214" y="274"/>
                    <a:pt x="237" y="245"/>
                    <a:pt x="265" y="222"/>
                  </a:cubicBezTo>
                  <a:cubicBezTo>
                    <a:pt x="263" y="225"/>
                    <a:pt x="261" y="228"/>
                    <a:pt x="259" y="232"/>
                  </a:cubicBezTo>
                  <a:cubicBezTo>
                    <a:pt x="246" y="254"/>
                    <a:pt x="238" y="279"/>
                    <a:pt x="236" y="304"/>
                  </a:cubicBezTo>
                  <a:lnTo>
                    <a:pt x="236" y="305"/>
                  </a:lnTo>
                  <a:lnTo>
                    <a:pt x="237" y="306"/>
                  </a:lnTo>
                  <a:cubicBezTo>
                    <a:pt x="238" y="306"/>
                    <a:pt x="238" y="306"/>
                    <a:pt x="239" y="306"/>
                  </a:cubicBezTo>
                  <a:lnTo>
                    <a:pt x="240" y="306"/>
                  </a:lnTo>
                  <a:cubicBezTo>
                    <a:pt x="241" y="306"/>
                    <a:pt x="241" y="305"/>
                    <a:pt x="241" y="305"/>
                  </a:cubicBezTo>
                  <a:cubicBezTo>
                    <a:pt x="241" y="305"/>
                    <a:pt x="241" y="304"/>
                    <a:pt x="242" y="304"/>
                  </a:cubicBezTo>
                  <a:cubicBezTo>
                    <a:pt x="256" y="236"/>
                    <a:pt x="320" y="177"/>
                    <a:pt x="371" y="132"/>
                  </a:cubicBezTo>
                  <a:cubicBezTo>
                    <a:pt x="390" y="117"/>
                    <a:pt x="410" y="103"/>
                    <a:pt x="432" y="90"/>
                  </a:cubicBezTo>
                  <a:cubicBezTo>
                    <a:pt x="445" y="83"/>
                    <a:pt x="458" y="76"/>
                    <a:pt x="472" y="70"/>
                  </a:cubicBezTo>
                  <a:cubicBezTo>
                    <a:pt x="462" y="80"/>
                    <a:pt x="453" y="91"/>
                    <a:pt x="445" y="104"/>
                  </a:cubicBezTo>
                  <a:cubicBezTo>
                    <a:pt x="440" y="113"/>
                    <a:pt x="436" y="122"/>
                    <a:pt x="433" y="131"/>
                  </a:cubicBezTo>
                  <a:cubicBezTo>
                    <a:pt x="433" y="134"/>
                    <a:pt x="436" y="136"/>
                    <a:pt x="437" y="133"/>
                  </a:cubicBezTo>
                  <a:cubicBezTo>
                    <a:pt x="464" y="72"/>
                    <a:pt x="548" y="30"/>
                    <a:pt x="610" y="32"/>
                  </a:cubicBezTo>
                  <a:cubicBezTo>
                    <a:pt x="630" y="32"/>
                    <a:pt x="650" y="36"/>
                    <a:pt x="669" y="38"/>
                  </a:cubicBezTo>
                  <a:cubicBezTo>
                    <a:pt x="693" y="40"/>
                    <a:pt x="726" y="66"/>
                    <a:pt x="748" y="76"/>
                  </a:cubicBezTo>
                  <a:cubicBezTo>
                    <a:pt x="751" y="77"/>
                    <a:pt x="753" y="73"/>
                    <a:pt x="751" y="71"/>
                  </a:cubicBezTo>
                  <a:cubicBezTo>
                    <a:pt x="709" y="14"/>
                    <a:pt x="632" y="0"/>
                    <a:pt x="564" y="18"/>
                  </a:cubicBezTo>
                  <a:cubicBezTo>
                    <a:pt x="541" y="19"/>
                    <a:pt x="519" y="26"/>
                    <a:pt x="499" y="37"/>
                  </a:cubicBezTo>
                  <a:cubicBezTo>
                    <a:pt x="498" y="38"/>
                    <a:pt x="498" y="37"/>
                    <a:pt x="497" y="38"/>
                  </a:cubicBezTo>
                  <a:cubicBezTo>
                    <a:pt x="444" y="66"/>
                    <a:pt x="392" y="89"/>
                    <a:pt x="347" y="129"/>
                  </a:cubicBezTo>
                  <a:cubicBezTo>
                    <a:pt x="322" y="151"/>
                    <a:pt x="298" y="176"/>
                    <a:pt x="278" y="202"/>
                  </a:cubicBezTo>
                  <a:cubicBezTo>
                    <a:pt x="277" y="201"/>
                    <a:pt x="277" y="201"/>
                    <a:pt x="276" y="200"/>
                  </a:cubicBezTo>
                  <a:cubicBezTo>
                    <a:pt x="274" y="199"/>
                    <a:pt x="273" y="199"/>
                    <a:pt x="272" y="199"/>
                  </a:cubicBezTo>
                  <a:cubicBezTo>
                    <a:pt x="271" y="199"/>
                    <a:pt x="270" y="200"/>
                    <a:pt x="269" y="200"/>
                  </a:cubicBezTo>
                  <a:cubicBezTo>
                    <a:pt x="228" y="222"/>
                    <a:pt x="196" y="273"/>
                    <a:pt x="174" y="315"/>
                  </a:cubicBezTo>
                  <a:cubicBezTo>
                    <a:pt x="127" y="356"/>
                    <a:pt x="106" y="396"/>
                    <a:pt x="83" y="455"/>
                  </a:cubicBezTo>
                  <a:cubicBezTo>
                    <a:pt x="69" y="482"/>
                    <a:pt x="58" y="509"/>
                    <a:pt x="51" y="538"/>
                  </a:cubicBezTo>
                  <a:cubicBezTo>
                    <a:pt x="49" y="543"/>
                    <a:pt x="48" y="548"/>
                    <a:pt x="47" y="553"/>
                  </a:cubicBezTo>
                  <a:cubicBezTo>
                    <a:pt x="36" y="583"/>
                    <a:pt x="28" y="614"/>
                    <a:pt x="23" y="645"/>
                  </a:cubicBezTo>
                  <a:cubicBezTo>
                    <a:pt x="18" y="660"/>
                    <a:pt x="12" y="673"/>
                    <a:pt x="5" y="687"/>
                  </a:cubicBezTo>
                  <a:cubicBezTo>
                    <a:pt x="3" y="688"/>
                    <a:pt x="2" y="689"/>
                    <a:pt x="1" y="690"/>
                  </a:cubicBezTo>
                  <a:cubicBezTo>
                    <a:pt x="0" y="692"/>
                    <a:pt x="0" y="693"/>
                    <a:pt x="0" y="695"/>
                  </a:cubicBezTo>
                  <a:cubicBezTo>
                    <a:pt x="0" y="697"/>
                    <a:pt x="0" y="699"/>
                    <a:pt x="1" y="700"/>
                  </a:cubicBezTo>
                  <a:cubicBezTo>
                    <a:pt x="2" y="702"/>
                    <a:pt x="3" y="703"/>
                    <a:pt x="5" y="703"/>
                  </a:cubicBezTo>
                  <a:cubicBezTo>
                    <a:pt x="6" y="704"/>
                    <a:pt x="8" y="705"/>
                    <a:pt x="9" y="705"/>
                  </a:cubicBezTo>
                  <a:lnTo>
                    <a:pt x="11" y="705"/>
                  </a:lnTo>
                  <a:cubicBezTo>
                    <a:pt x="12" y="705"/>
                    <a:pt x="13" y="705"/>
                    <a:pt x="13" y="705"/>
                  </a:cubicBezTo>
                  <a:cubicBezTo>
                    <a:pt x="14" y="705"/>
                    <a:pt x="15" y="705"/>
                    <a:pt x="15" y="705"/>
                  </a:cubicBezTo>
                  <a:cubicBezTo>
                    <a:pt x="16" y="705"/>
                    <a:pt x="17" y="706"/>
                    <a:pt x="17" y="706"/>
                  </a:cubicBezTo>
                  <a:cubicBezTo>
                    <a:pt x="19" y="707"/>
                    <a:pt x="22" y="708"/>
                    <a:pt x="24" y="708"/>
                  </a:cubicBezTo>
                  <a:cubicBezTo>
                    <a:pt x="26" y="708"/>
                    <a:pt x="29" y="707"/>
                    <a:pt x="31" y="706"/>
                  </a:cubicBezTo>
                  <a:cubicBezTo>
                    <a:pt x="48" y="695"/>
                    <a:pt x="83" y="674"/>
                    <a:pt x="90" y="650"/>
                  </a:cubicBezTo>
                  <a:cubicBezTo>
                    <a:pt x="115" y="637"/>
                    <a:pt x="142" y="629"/>
                    <a:pt x="171" y="628"/>
                  </a:cubicBezTo>
                  <a:cubicBezTo>
                    <a:pt x="193" y="626"/>
                    <a:pt x="215" y="625"/>
                    <a:pt x="237" y="624"/>
                  </a:cubicBezTo>
                  <a:cubicBezTo>
                    <a:pt x="259" y="623"/>
                    <a:pt x="307" y="648"/>
                    <a:pt x="325" y="658"/>
                  </a:cubicBezTo>
                  <a:cubicBezTo>
                    <a:pt x="343" y="669"/>
                    <a:pt x="353" y="676"/>
                    <a:pt x="367" y="686"/>
                  </a:cubicBezTo>
                  <a:cubicBezTo>
                    <a:pt x="374" y="691"/>
                    <a:pt x="386" y="698"/>
                    <a:pt x="397" y="705"/>
                  </a:cubicBezTo>
                  <a:cubicBezTo>
                    <a:pt x="407" y="714"/>
                    <a:pt x="417" y="723"/>
                    <a:pt x="428" y="729"/>
                  </a:cubicBezTo>
                  <a:cubicBezTo>
                    <a:pt x="429" y="730"/>
                    <a:pt x="430" y="730"/>
                    <a:pt x="431" y="730"/>
                  </a:cubicBezTo>
                  <a:cubicBezTo>
                    <a:pt x="434" y="733"/>
                    <a:pt x="436" y="735"/>
                    <a:pt x="438" y="738"/>
                  </a:cubicBezTo>
                  <a:cubicBezTo>
                    <a:pt x="439" y="738"/>
                    <a:pt x="439" y="738"/>
                    <a:pt x="439" y="739"/>
                  </a:cubicBezTo>
                  <a:lnTo>
                    <a:pt x="440" y="739"/>
                  </a:lnTo>
                  <a:cubicBezTo>
                    <a:pt x="441" y="739"/>
                    <a:pt x="441" y="739"/>
                    <a:pt x="441" y="739"/>
                  </a:cubicBezTo>
                  <a:cubicBezTo>
                    <a:pt x="442" y="738"/>
                    <a:pt x="442" y="738"/>
                    <a:pt x="442" y="738"/>
                  </a:cubicBezTo>
                  <a:lnTo>
                    <a:pt x="442" y="737"/>
                  </a:lnTo>
                  <a:lnTo>
                    <a:pt x="442" y="736"/>
                  </a:lnTo>
                  <a:cubicBezTo>
                    <a:pt x="456" y="744"/>
                    <a:pt x="470" y="750"/>
                    <a:pt x="482" y="756"/>
                  </a:cubicBezTo>
                  <a:cubicBezTo>
                    <a:pt x="483" y="757"/>
                    <a:pt x="484" y="757"/>
                    <a:pt x="485" y="757"/>
                  </a:cubicBezTo>
                  <a:cubicBezTo>
                    <a:pt x="486" y="757"/>
                    <a:pt x="487" y="757"/>
                    <a:pt x="488" y="756"/>
                  </a:cubicBezTo>
                  <a:cubicBezTo>
                    <a:pt x="488" y="756"/>
                    <a:pt x="489" y="755"/>
                    <a:pt x="490" y="754"/>
                  </a:cubicBezTo>
                  <a:cubicBezTo>
                    <a:pt x="491" y="753"/>
                    <a:pt x="490" y="752"/>
                    <a:pt x="490" y="751"/>
                  </a:cubicBezTo>
                  <a:cubicBezTo>
                    <a:pt x="490" y="750"/>
                    <a:pt x="490" y="749"/>
                    <a:pt x="490" y="748"/>
                  </a:cubicBezTo>
                  <a:cubicBezTo>
                    <a:pt x="483" y="738"/>
                    <a:pt x="475" y="730"/>
                    <a:pt x="465" y="724"/>
                  </a:cubicBezTo>
                  <a:cubicBezTo>
                    <a:pt x="463" y="723"/>
                    <a:pt x="462" y="722"/>
                    <a:pt x="461" y="722"/>
                  </a:cubicBezTo>
                  <a:cubicBezTo>
                    <a:pt x="461" y="721"/>
                    <a:pt x="461" y="720"/>
                    <a:pt x="461" y="719"/>
                  </a:cubicBezTo>
                  <a:cubicBezTo>
                    <a:pt x="461" y="717"/>
                    <a:pt x="461" y="715"/>
                    <a:pt x="459" y="713"/>
                  </a:cubicBezTo>
                  <a:lnTo>
                    <a:pt x="461" y="713"/>
                  </a:lnTo>
                  <a:cubicBezTo>
                    <a:pt x="481" y="725"/>
                    <a:pt x="501" y="740"/>
                    <a:pt x="520" y="755"/>
                  </a:cubicBezTo>
                  <a:cubicBezTo>
                    <a:pt x="520" y="755"/>
                    <a:pt x="520" y="756"/>
                    <a:pt x="521" y="756"/>
                  </a:cubicBezTo>
                  <a:cubicBezTo>
                    <a:pt x="522" y="757"/>
                    <a:pt x="523" y="757"/>
                    <a:pt x="524" y="757"/>
                  </a:cubicBezTo>
                  <a:cubicBezTo>
                    <a:pt x="525" y="757"/>
                    <a:pt x="526" y="757"/>
                    <a:pt x="527" y="756"/>
                  </a:cubicBezTo>
                  <a:cubicBezTo>
                    <a:pt x="528" y="755"/>
                    <a:pt x="529" y="755"/>
                    <a:pt x="530" y="754"/>
                  </a:cubicBezTo>
                  <a:cubicBezTo>
                    <a:pt x="531" y="753"/>
                    <a:pt x="531" y="753"/>
                    <a:pt x="531" y="751"/>
                  </a:cubicBezTo>
                  <a:cubicBezTo>
                    <a:pt x="531" y="750"/>
                    <a:pt x="531" y="748"/>
                    <a:pt x="530" y="747"/>
                  </a:cubicBezTo>
                  <a:cubicBezTo>
                    <a:pt x="529" y="747"/>
                    <a:pt x="529" y="747"/>
                    <a:pt x="529" y="746"/>
                  </a:cubicBezTo>
                  <a:cubicBezTo>
                    <a:pt x="516" y="725"/>
                    <a:pt x="498" y="708"/>
                    <a:pt x="478" y="694"/>
                  </a:cubicBezTo>
                  <a:lnTo>
                    <a:pt x="473" y="692"/>
                  </a:lnTo>
                  <a:lnTo>
                    <a:pt x="481" y="692"/>
                  </a:lnTo>
                  <a:cubicBezTo>
                    <a:pt x="482" y="692"/>
                    <a:pt x="483" y="692"/>
                    <a:pt x="483" y="692"/>
                  </a:cubicBezTo>
                  <a:cubicBezTo>
                    <a:pt x="484" y="692"/>
                    <a:pt x="485" y="692"/>
                    <a:pt x="486" y="692"/>
                  </a:cubicBezTo>
                  <a:cubicBezTo>
                    <a:pt x="509" y="708"/>
                    <a:pt x="531" y="729"/>
                    <a:pt x="555" y="743"/>
                  </a:cubicBezTo>
                  <a:cubicBezTo>
                    <a:pt x="559" y="746"/>
                    <a:pt x="566" y="741"/>
                    <a:pt x="563" y="736"/>
                  </a:cubicBezTo>
                  <a:cubicBezTo>
                    <a:pt x="549" y="715"/>
                    <a:pt x="530" y="697"/>
                    <a:pt x="508" y="684"/>
                  </a:cubicBezTo>
                  <a:lnTo>
                    <a:pt x="515" y="682"/>
                  </a:lnTo>
                  <a:cubicBezTo>
                    <a:pt x="519" y="686"/>
                    <a:pt x="522" y="690"/>
                    <a:pt x="526" y="693"/>
                  </a:cubicBezTo>
                  <a:cubicBezTo>
                    <a:pt x="537" y="704"/>
                    <a:pt x="548" y="715"/>
                    <a:pt x="559" y="726"/>
                  </a:cubicBezTo>
                  <a:cubicBezTo>
                    <a:pt x="578" y="748"/>
                    <a:pt x="599" y="767"/>
                    <a:pt x="623" y="784"/>
                  </a:cubicBezTo>
                  <a:cubicBezTo>
                    <a:pt x="628" y="787"/>
                    <a:pt x="636" y="781"/>
                    <a:pt x="633" y="775"/>
                  </a:cubicBezTo>
                  <a:cubicBezTo>
                    <a:pt x="611" y="743"/>
                    <a:pt x="585" y="714"/>
                    <a:pt x="556" y="689"/>
                  </a:cubicBezTo>
                  <a:cubicBezTo>
                    <a:pt x="551" y="684"/>
                    <a:pt x="545" y="678"/>
                    <a:pt x="538" y="672"/>
                  </a:cubicBezTo>
                  <a:lnTo>
                    <a:pt x="541" y="670"/>
                  </a:lnTo>
                  <a:cubicBezTo>
                    <a:pt x="541" y="669"/>
                    <a:pt x="542" y="668"/>
                    <a:pt x="543" y="667"/>
                  </a:cubicBezTo>
                  <a:cubicBezTo>
                    <a:pt x="553" y="676"/>
                    <a:pt x="563" y="687"/>
                    <a:pt x="574" y="694"/>
                  </a:cubicBezTo>
                  <a:cubicBezTo>
                    <a:pt x="599" y="718"/>
                    <a:pt x="626" y="740"/>
                    <a:pt x="655" y="760"/>
                  </a:cubicBezTo>
                  <a:cubicBezTo>
                    <a:pt x="656" y="761"/>
                    <a:pt x="658" y="761"/>
                    <a:pt x="659" y="761"/>
                  </a:cubicBezTo>
                  <a:cubicBezTo>
                    <a:pt x="660" y="761"/>
                    <a:pt x="661" y="761"/>
                    <a:pt x="662" y="760"/>
                  </a:cubicBezTo>
                  <a:cubicBezTo>
                    <a:pt x="663" y="760"/>
                    <a:pt x="664" y="759"/>
                    <a:pt x="665" y="758"/>
                  </a:cubicBezTo>
                  <a:cubicBezTo>
                    <a:pt x="666" y="757"/>
                    <a:pt x="665" y="757"/>
                    <a:pt x="665" y="755"/>
                  </a:cubicBezTo>
                  <a:cubicBezTo>
                    <a:pt x="665" y="754"/>
                    <a:pt x="666" y="752"/>
                    <a:pt x="665" y="751"/>
                  </a:cubicBezTo>
                  <a:cubicBezTo>
                    <a:pt x="664" y="751"/>
                    <a:pt x="664" y="751"/>
                    <a:pt x="664" y="751"/>
                  </a:cubicBezTo>
                  <a:cubicBezTo>
                    <a:pt x="651" y="731"/>
                    <a:pt x="634" y="713"/>
                    <a:pt x="614" y="698"/>
                  </a:cubicBezTo>
                  <a:cubicBezTo>
                    <a:pt x="629" y="708"/>
                    <a:pt x="642" y="720"/>
                    <a:pt x="657" y="730"/>
                  </a:cubicBezTo>
                  <a:cubicBezTo>
                    <a:pt x="707" y="767"/>
                    <a:pt x="740" y="823"/>
                    <a:pt x="791" y="859"/>
                  </a:cubicBezTo>
                  <a:cubicBezTo>
                    <a:pt x="796" y="862"/>
                    <a:pt x="802" y="855"/>
                    <a:pt x="799" y="850"/>
                  </a:cubicBezTo>
                  <a:cubicBezTo>
                    <a:pt x="788" y="834"/>
                    <a:pt x="777" y="818"/>
                    <a:pt x="765" y="802"/>
                  </a:cubicBezTo>
                  <a:cubicBezTo>
                    <a:pt x="791" y="822"/>
                    <a:pt x="814" y="848"/>
                    <a:pt x="830" y="876"/>
                  </a:cubicBezTo>
                  <a:cubicBezTo>
                    <a:pt x="833" y="882"/>
                    <a:pt x="836" y="887"/>
                    <a:pt x="839" y="893"/>
                  </a:cubicBezTo>
                  <a:cubicBezTo>
                    <a:pt x="856" y="930"/>
                    <a:pt x="880" y="965"/>
                    <a:pt x="899" y="1001"/>
                  </a:cubicBezTo>
                  <a:cubicBezTo>
                    <a:pt x="899" y="1002"/>
                    <a:pt x="900" y="1004"/>
                    <a:pt x="901" y="1004"/>
                  </a:cubicBezTo>
                  <a:cubicBezTo>
                    <a:pt x="902" y="1005"/>
                    <a:pt x="904" y="1005"/>
                    <a:pt x="905" y="1005"/>
                  </a:cubicBezTo>
                  <a:cubicBezTo>
                    <a:pt x="906" y="1005"/>
                    <a:pt x="907" y="1005"/>
                    <a:pt x="909" y="1004"/>
                  </a:cubicBezTo>
                  <a:cubicBezTo>
                    <a:pt x="911" y="1004"/>
                    <a:pt x="911" y="1002"/>
                    <a:pt x="911" y="1001"/>
                  </a:cubicBezTo>
                  <a:cubicBezTo>
                    <a:pt x="912" y="1000"/>
                    <a:pt x="912" y="999"/>
                    <a:pt x="912" y="997"/>
                  </a:cubicBezTo>
                  <a:cubicBezTo>
                    <a:pt x="912" y="995"/>
                    <a:pt x="912" y="993"/>
                    <a:pt x="912" y="991"/>
                  </a:cubicBezTo>
                  <a:lnTo>
                    <a:pt x="923" y="1014"/>
                  </a:lnTo>
                  <a:cubicBezTo>
                    <a:pt x="934" y="1039"/>
                    <a:pt x="937" y="1066"/>
                    <a:pt x="951" y="1091"/>
                  </a:cubicBezTo>
                  <a:cubicBezTo>
                    <a:pt x="955" y="1100"/>
                    <a:pt x="966" y="1093"/>
                    <a:pt x="966" y="1085"/>
                  </a:cubicBezTo>
                  <a:cubicBezTo>
                    <a:pt x="966" y="1082"/>
                    <a:pt x="966" y="1080"/>
                    <a:pt x="966" y="1077"/>
                  </a:cubicBezTo>
                  <a:cubicBezTo>
                    <a:pt x="985" y="1119"/>
                    <a:pt x="995" y="1164"/>
                    <a:pt x="1018" y="1205"/>
                  </a:cubicBezTo>
                  <a:cubicBezTo>
                    <a:pt x="1021" y="1212"/>
                    <a:pt x="1031" y="1207"/>
                    <a:pt x="1031" y="1200"/>
                  </a:cubicBezTo>
                  <a:cubicBezTo>
                    <a:pt x="1031" y="1192"/>
                    <a:pt x="1030" y="1183"/>
                    <a:pt x="1028" y="1174"/>
                  </a:cubicBezTo>
                  <a:cubicBezTo>
                    <a:pt x="1048" y="1206"/>
                    <a:pt x="1069" y="1236"/>
                    <a:pt x="1093" y="1265"/>
                  </a:cubicBezTo>
                  <a:cubicBezTo>
                    <a:pt x="1094" y="1266"/>
                    <a:pt x="1094" y="1266"/>
                    <a:pt x="1095" y="1266"/>
                  </a:cubicBezTo>
                  <a:cubicBezTo>
                    <a:pt x="1096" y="1267"/>
                    <a:pt x="1098" y="1268"/>
                    <a:pt x="1099" y="1268"/>
                  </a:cubicBezTo>
                  <a:cubicBezTo>
                    <a:pt x="1100" y="1268"/>
                    <a:pt x="1102" y="1267"/>
                    <a:pt x="1103" y="1266"/>
                  </a:cubicBezTo>
                  <a:cubicBezTo>
                    <a:pt x="1104" y="1266"/>
                    <a:pt x="1104" y="1265"/>
                    <a:pt x="1106" y="1263"/>
                  </a:cubicBezTo>
                  <a:cubicBezTo>
                    <a:pt x="1107" y="1263"/>
                    <a:pt x="1107" y="1262"/>
                    <a:pt x="1107" y="1261"/>
                  </a:cubicBezTo>
                  <a:cubicBezTo>
                    <a:pt x="1123" y="1296"/>
                    <a:pt x="1136" y="1333"/>
                    <a:pt x="1148" y="1370"/>
                  </a:cubicBezTo>
                  <a:cubicBezTo>
                    <a:pt x="1155" y="1404"/>
                    <a:pt x="1167" y="1437"/>
                    <a:pt x="1182" y="1468"/>
                  </a:cubicBezTo>
                  <a:cubicBezTo>
                    <a:pt x="1194" y="1489"/>
                    <a:pt x="1221" y="1514"/>
                    <a:pt x="1187" y="1516"/>
                  </a:cubicBezTo>
                  <a:cubicBezTo>
                    <a:pt x="1186" y="1517"/>
                    <a:pt x="1185" y="1517"/>
                    <a:pt x="1184" y="1518"/>
                  </a:cubicBezTo>
                  <a:cubicBezTo>
                    <a:pt x="1182" y="1520"/>
                    <a:pt x="1180" y="1520"/>
                    <a:pt x="1179" y="1522"/>
                  </a:cubicBezTo>
                  <a:cubicBezTo>
                    <a:pt x="1175" y="1529"/>
                    <a:pt x="1184" y="1541"/>
                    <a:pt x="1187" y="1546"/>
                  </a:cubicBezTo>
                  <a:cubicBezTo>
                    <a:pt x="1207" y="1584"/>
                    <a:pt x="1223" y="1625"/>
                    <a:pt x="1232" y="1667"/>
                  </a:cubicBezTo>
                  <a:cubicBezTo>
                    <a:pt x="1243" y="1711"/>
                    <a:pt x="1256" y="1755"/>
                    <a:pt x="1270" y="1798"/>
                  </a:cubicBezTo>
                  <a:cubicBezTo>
                    <a:pt x="1275" y="1813"/>
                    <a:pt x="1278" y="1829"/>
                    <a:pt x="1283" y="1844"/>
                  </a:cubicBezTo>
                  <a:cubicBezTo>
                    <a:pt x="1285" y="1848"/>
                    <a:pt x="1299" y="1881"/>
                    <a:pt x="1292" y="1873"/>
                  </a:cubicBezTo>
                  <a:cubicBezTo>
                    <a:pt x="1292" y="1873"/>
                    <a:pt x="1290" y="1873"/>
                    <a:pt x="1291" y="1875"/>
                  </a:cubicBezTo>
                  <a:cubicBezTo>
                    <a:pt x="1291" y="1880"/>
                    <a:pt x="1293" y="1885"/>
                    <a:pt x="1296" y="1890"/>
                  </a:cubicBezTo>
                  <a:cubicBezTo>
                    <a:pt x="1297" y="1892"/>
                    <a:pt x="1299" y="1895"/>
                    <a:pt x="1300" y="1897"/>
                  </a:cubicBezTo>
                  <a:cubicBezTo>
                    <a:pt x="1304" y="1902"/>
                    <a:pt x="1311" y="1898"/>
                    <a:pt x="1312" y="1893"/>
                  </a:cubicBezTo>
                  <a:cubicBezTo>
                    <a:pt x="1312" y="1891"/>
                    <a:pt x="1312" y="1888"/>
                    <a:pt x="1312" y="1885"/>
                  </a:cubicBezTo>
                  <a:cubicBezTo>
                    <a:pt x="1312" y="1872"/>
                    <a:pt x="1309" y="1859"/>
                    <a:pt x="1302" y="1847"/>
                  </a:cubicBezTo>
                  <a:cubicBezTo>
                    <a:pt x="1302" y="1847"/>
                    <a:pt x="1301" y="1846"/>
                    <a:pt x="1301" y="1845"/>
                  </a:cubicBezTo>
                  <a:cubicBezTo>
                    <a:pt x="1286" y="1804"/>
                    <a:pt x="1273" y="1762"/>
                    <a:pt x="1264" y="1719"/>
                  </a:cubicBezTo>
                  <a:cubicBezTo>
                    <a:pt x="1256" y="1689"/>
                    <a:pt x="1246" y="1659"/>
                    <a:pt x="1236" y="1629"/>
                  </a:cubicBezTo>
                  <a:cubicBezTo>
                    <a:pt x="1229" y="1607"/>
                    <a:pt x="1220" y="1585"/>
                    <a:pt x="1210" y="1564"/>
                  </a:cubicBezTo>
                  <a:cubicBezTo>
                    <a:pt x="1206" y="1554"/>
                    <a:pt x="1182" y="1523"/>
                    <a:pt x="1211" y="1526"/>
                  </a:cubicBezTo>
                  <a:cubicBezTo>
                    <a:pt x="1215" y="1526"/>
                    <a:pt x="1220" y="1523"/>
                    <a:pt x="1219" y="1519"/>
                  </a:cubicBezTo>
                  <a:cubicBezTo>
                    <a:pt x="1212" y="1497"/>
                    <a:pt x="1203" y="1475"/>
                    <a:pt x="1192" y="1456"/>
                  </a:cubicBezTo>
                  <a:cubicBezTo>
                    <a:pt x="1190" y="1453"/>
                    <a:pt x="1188" y="1450"/>
                    <a:pt x="1187" y="1447"/>
                  </a:cubicBezTo>
                  <a:cubicBezTo>
                    <a:pt x="1167" y="1412"/>
                    <a:pt x="1164" y="1370"/>
                    <a:pt x="1151" y="1333"/>
                  </a:cubicBezTo>
                  <a:cubicBezTo>
                    <a:pt x="1144" y="1313"/>
                    <a:pt x="1135" y="1294"/>
                    <a:pt x="1127" y="1274"/>
                  </a:cubicBezTo>
                  <a:cubicBezTo>
                    <a:pt x="1136" y="1286"/>
                    <a:pt x="1148" y="1296"/>
                    <a:pt x="1158" y="1306"/>
                  </a:cubicBezTo>
                  <a:cubicBezTo>
                    <a:pt x="1171" y="1324"/>
                    <a:pt x="1187" y="1342"/>
                    <a:pt x="1203" y="1358"/>
                  </a:cubicBezTo>
                  <a:lnTo>
                    <a:pt x="1204" y="1358"/>
                  </a:lnTo>
                  <a:cubicBezTo>
                    <a:pt x="1205" y="1359"/>
                    <a:pt x="1206" y="1359"/>
                    <a:pt x="1207" y="1359"/>
                  </a:cubicBezTo>
                  <a:cubicBezTo>
                    <a:pt x="1208" y="1359"/>
                    <a:pt x="1209" y="1359"/>
                    <a:pt x="1210" y="1358"/>
                  </a:cubicBezTo>
                  <a:cubicBezTo>
                    <a:pt x="1221" y="1389"/>
                    <a:pt x="1234" y="1420"/>
                    <a:pt x="1248" y="1449"/>
                  </a:cubicBezTo>
                  <a:cubicBezTo>
                    <a:pt x="1281" y="1514"/>
                    <a:pt x="1288" y="1585"/>
                    <a:pt x="1301" y="1655"/>
                  </a:cubicBezTo>
                  <a:lnTo>
                    <a:pt x="1301" y="1656"/>
                  </a:lnTo>
                  <a:cubicBezTo>
                    <a:pt x="1302" y="1657"/>
                    <a:pt x="1302" y="1658"/>
                    <a:pt x="1303" y="1658"/>
                  </a:cubicBezTo>
                  <a:cubicBezTo>
                    <a:pt x="1304" y="1659"/>
                    <a:pt x="1305" y="1659"/>
                    <a:pt x="1306" y="1659"/>
                  </a:cubicBezTo>
                  <a:cubicBezTo>
                    <a:pt x="1310" y="1684"/>
                    <a:pt x="1316" y="1710"/>
                    <a:pt x="1324" y="1734"/>
                  </a:cubicBezTo>
                  <a:cubicBezTo>
                    <a:pt x="1328" y="1748"/>
                    <a:pt x="1324" y="1763"/>
                    <a:pt x="1335" y="1773"/>
                  </a:cubicBezTo>
                  <a:cubicBezTo>
                    <a:pt x="1336" y="1774"/>
                    <a:pt x="1336" y="1775"/>
                    <a:pt x="1337" y="1775"/>
                  </a:cubicBezTo>
                  <a:cubicBezTo>
                    <a:pt x="1338" y="1776"/>
                    <a:pt x="1339" y="1776"/>
                    <a:pt x="1340" y="1776"/>
                  </a:cubicBezTo>
                  <a:cubicBezTo>
                    <a:pt x="1341" y="1776"/>
                    <a:pt x="1343" y="1776"/>
                    <a:pt x="1344" y="1775"/>
                  </a:cubicBezTo>
                  <a:cubicBezTo>
                    <a:pt x="1345" y="1775"/>
                    <a:pt x="1345" y="1774"/>
                    <a:pt x="1345" y="1773"/>
                  </a:cubicBezTo>
                  <a:cubicBezTo>
                    <a:pt x="1346" y="1772"/>
                    <a:pt x="1347" y="1770"/>
                    <a:pt x="1348" y="1768"/>
                  </a:cubicBezTo>
                  <a:cubicBezTo>
                    <a:pt x="1354" y="1759"/>
                    <a:pt x="1357" y="1748"/>
                    <a:pt x="1358" y="1737"/>
                  </a:cubicBezTo>
                  <a:cubicBezTo>
                    <a:pt x="1362" y="1712"/>
                    <a:pt x="1374" y="1690"/>
                    <a:pt x="1379" y="1666"/>
                  </a:cubicBezTo>
                  <a:cubicBezTo>
                    <a:pt x="1373" y="1702"/>
                    <a:pt x="1370" y="1737"/>
                    <a:pt x="1370" y="1773"/>
                  </a:cubicBezTo>
                  <a:cubicBezTo>
                    <a:pt x="1370" y="1777"/>
                    <a:pt x="1370" y="1780"/>
                    <a:pt x="1370" y="1784"/>
                  </a:cubicBezTo>
                  <a:cubicBezTo>
                    <a:pt x="1371" y="1808"/>
                    <a:pt x="1372" y="1832"/>
                    <a:pt x="1376" y="1855"/>
                  </a:cubicBezTo>
                  <a:cubicBezTo>
                    <a:pt x="1379" y="1883"/>
                    <a:pt x="1374" y="1911"/>
                    <a:pt x="1378" y="1940"/>
                  </a:cubicBezTo>
                  <a:cubicBezTo>
                    <a:pt x="1384" y="1986"/>
                    <a:pt x="1392" y="2032"/>
                    <a:pt x="1404" y="2077"/>
                  </a:cubicBezTo>
                  <a:cubicBezTo>
                    <a:pt x="1385" y="2153"/>
                    <a:pt x="1361" y="2227"/>
                    <a:pt x="1331" y="2298"/>
                  </a:cubicBezTo>
                  <a:cubicBezTo>
                    <a:pt x="1316" y="2337"/>
                    <a:pt x="1313" y="2380"/>
                    <a:pt x="1303" y="2420"/>
                  </a:cubicBezTo>
                  <a:cubicBezTo>
                    <a:pt x="1294" y="2459"/>
                    <a:pt x="1290" y="2499"/>
                    <a:pt x="1290" y="2538"/>
                  </a:cubicBezTo>
                  <a:cubicBezTo>
                    <a:pt x="1290" y="2545"/>
                    <a:pt x="1290" y="2551"/>
                    <a:pt x="1291" y="2558"/>
                  </a:cubicBezTo>
                  <a:cubicBezTo>
                    <a:pt x="1291" y="2560"/>
                    <a:pt x="1291" y="2561"/>
                    <a:pt x="1292" y="2563"/>
                  </a:cubicBezTo>
                  <a:cubicBezTo>
                    <a:pt x="1293" y="2565"/>
                    <a:pt x="1294" y="2566"/>
                    <a:pt x="1296" y="2567"/>
                  </a:cubicBezTo>
                  <a:cubicBezTo>
                    <a:pt x="1298" y="2568"/>
                    <a:pt x="1299" y="2568"/>
                    <a:pt x="1301" y="2568"/>
                  </a:cubicBezTo>
                  <a:cubicBezTo>
                    <a:pt x="1303" y="2568"/>
                    <a:pt x="1304" y="2568"/>
                    <a:pt x="1306" y="2567"/>
                  </a:cubicBezTo>
                  <a:cubicBezTo>
                    <a:pt x="1307" y="2566"/>
                    <a:pt x="1309" y="2565"/>
                    <a:pt x="1310" y="2563"/>
                  </a:cubicBezTo>
                  <a:cubicBezTo>
                    <a:pt x="1346" y="2477"/>
                    <a:pt x="1357" y="2386"/>
                    <a:pt x="1379" y="2297"/>
                  </a:cubicBezTo>
                  <a:cubicBezTo>
                    <a:pt x="1390" y="2254"/>
                    <a:pt x="1414" y="2218"/>
                    <a:pt x="1427" y="2176"/>
                  </a:cubicBezTo>
                  <a:cubicBezTo>
                    <a:pt x="1440" y="2135"/>
                    <a:pt x="1436" y="2085"/>
                    <a:pt x="1447" y="2041"/>
                  </a:cubicBezTo>
                  <a:cubicBezTo>
                    <a:pt x="1460" y="1970"/>
                    <a:pt x="1467" y="1898"/>
                    <a:pt x="1467" y="1826"/>
                  </a:cubicBezTo>
                  <a:cubicBezTo>
                    <a:pt x="1467" y="1810"/>
                    <a:pt x="1467" y="1795"/>
                    <a:pt x="1466" y="1780"/>
                  </a:cubicBezTo>
                  <a:cubicBezTo>
                    <a:pt x="1466" y="1779"/>
                    <a:pt x="1466" y="1778"/>
                    <a:pt x="1466" y="1778"/>
                  </a:cubicBezTo>
                  <a:cubicBezTo>
                    <a:pt x="1466" y="1747"/>
                    <a:pt x="1465" y="1717"/>
                    <a:pt x="1461" y="1687"/>
                  </a:cubicBezTo>
                  <a:cubicBezTo>
                    <a:pt x="1461" y="1687"/>
                    <a:pt x="1461" y="1688"/>
                    <a:pt x="1462" y="1688"/>
                  </a:cubicBezTo>
                  <a:lnTo>
                    <a:pt x="1463" y="1688"/>
                  </a:lnTo>
                  <a:cubicBezTo>
                    <a:pt x="1464" y="1688"/>
                    <a:pt x="1465" y="1688"/>
                    <a:pt x="1465" y="1688"/>
                  </a:cubicBezTo>
                  <a:cubicBezTo>
                    <a:pt x="1466" y="1687"/>
                    <a:pt x="1466" y="1687"/>
                    <a:pt x="1466" y="1687"/>
                  </a:cubicBezTo>
                  <a:cubicBezTo>
                    <a:pt x="1466" y="1686"/>
                    <a:pt x="1467" y="1686"/>
                    <a:pt x="1467" y="1685"/>
                  </a:cubicBezTo>
                  <a:cubicBezTo>
                    <a:pt x="1474" y="1610"/>
                    <a:pt x="1458" y="1536"/>
                    <a:pt x="1459" y="1461"/>
                  </a:cubicBezTo>
                  <a:lnTo>
                    <a:pt x="1459" y="1460"/>
                  </a:lnTo>
                  <a:cubicBezTo>
                    <a:pt x="1459" y="1426"/>
                    <a:pt x="1453" y="1393"/>
                    <a:pt x="1441" y="1361"/>
                  </a:cubicBezTo>
                  <a:moveTo>
                    <a:pt x="918" y="234"/>
                  </a:moveTo>
                  <a:cubicBezTo>
                    <a:pt x="939" y="263"/>
                    <a:pt x="962" y="290"/>
                    <a:pt x="987" y="315"/>
                  </a:cubicBezTo>
                  <a:cubicBezTo>
                    <a:pt x="981" y="314"/>
                    <a:pt x="974" y="313"/>
                    <a:pt x="968" y="312"/>
                  </a:cubicBezTo>
                  <a:cubicBezTo>
                    <a:pt x="936" y="304"/>
                    <a:pt x="903" y="311"/>
                    <a:pt x="875" y="292"/>
                  </a:cubicBezTo>
                  <a:cubicBezTo>
                    <a:pt x="874" y="292"/>
                    <a:pt x="874" y="292"/>
                    <a:pt x="874" y="292"/>
                  </a:cubicBezTo>
                  <a:cubicBezTo>
                    <a:pt x="873" y="292"/>
                    <a:pt x="873" y="292"/>
                    <a:pt x="872" y="292"/>
                  </a:cubicBezTo>
                  <a:cubicBezTo>
                    <a:pt x="871" y="293"/>
                    <a:pt x="871" y="293"/>
                    <a:pt x="871" y="293"/>
                  </a:cubicBezTo>
                  <a:cubicBezTo>
                    <a:pt x="871" y="294"/>
                    <a:pt x="871" y="294"/>
                    <a:pt x="871" y="295"/>
                  </a:cubicBezTo>
                  <a:lnTo>
                    <a:pt x="871" y="296"/>
                  </a:lnTo>
                  <a:lnTo>
                    <a:pt x="871" y="297"/>
                  </a:lnTo>
                  <a:cubicBezTo>
                    <a:pt x="878" y="303"/>
                    <a:pt x="885" y="309"/>
                    <a:pt x="892" y="313"/>
                  </a:cubicBezTo>
                  <a:cubicBezTo>
                    <a:pt x="894" y="314"/>
                    <a:pt x="895" y="314"/>
                    <a:pt x="896" y="315"/>
                  </a:cubicBezTo>
                  <a:cubicBezTo>
                    <a:pt x="916" y="322"/>
                    <a:pt x="934" y="317"/>
                    <a:pt x="955" y="321"/>
                  </a:cubicBezTo>
                  <a:cubicBezTo>
                    <a:pt x="970" y="325"/>
                    <a:pt x="986" y="328"/>
                    <a:pt x="1001" y="331"/>
                  </a:cubicBezTo>
                  <a:lnTo>
                    <a:pt x="1008" y="338"/>
                  </a:lnTo>
                  <a:cubicBezTo>
                    <a:pt x="1011" y="342"/>
                    <a:pt x="1015" y="346"/>
                    <a:pt x="1018" y="349"/>
                  </a:cubicBezTo>
                  <a:lnTo>
                    <a:pt x="1017" y="349"/>
                  </a:lnTo>
                  <a:lnTo>
                    <a:pt x="1016" y="349"/>
                  </a:lnTo>
                  <a:cubicBezTo>
                    <a:pt x="966" y="349"/>
                    <a:pt x="918" y="344"/>
                    <a:pt x="869" y="345"/>
                  </a:cubicBezTo>
                  <a:cubicBezTo>
                    <a:pt x="823" y="345"/>
                    <a:pt x="777" y="330"/>
                    <a:pt x="731" y="327"/>
                  </a:cubicBezTo>
                  <a:cubicBezTo>
                    <a:pt x="728" y="327"/>
                    <a:pt x="727" y="332"/>
                    <a:pt x="731" y="332"/>
                  </a:cubicBezTo>
                  <a:cubicBezTo>
                    <a:pt x="800" y="341"/>
                    <a:pt x="868" y="355"/>
                    <a:pt x="937" y="359"/>
                  </a:cubicBezTo>
                  <a:cubicBezTo>
                    <a:pt x="931" y="361"/>
                    <a:pt x="925" y="362"/>
                    <a:pt x="919" y="363"/>
                  </a:cubicBezTo>
                  <a:cubicBezTo>
                    <a:pt x="885" y="366"/>
                    <a:pt x="850" y="360"/>
                    <a:pt x="817" y="360"/>
                  </a:cubicBezTo>
                  <a:cubicBezTo>
                    <a:pt x="783" y="361"/>
                    <a:pt x="755" y="356"/>
                    <a:pt x="726" y="369"/>
                  </a:cubicBezTo>
                  <a:cubicBezTo>
                    <a:pt x="688" y="362"/>
                    <a:pt x="650" y="358"/>
                    <a:pt x="611" y="358"/>
                  </a:cubicBezTo>
                  <a:cubicBezTo>
                    <a:pt x="598" y="358"/>
                    <a:pt x="585" y="359"/>
                    <a:pt x="572" y="360"/>
                  </a:cubicBezTo>
                  <a:cubicBezTo>
                    <a:pt x="598" y="332"/>
                    <a:pt x="628" y="308"/>
                    <a:pt x="662" y="289"/>
                  </a:cubicBezTo>
                  <a:cubicBezTo>
                    <a:pt x="669" y="285"/>
                    <a:pt x="677" y="281"/>
                    <a:pt x="685" y="277"/>
                  </a:cubicBezTo>
                  <a:cubicBezTo>
                    <a:pt x="745" y="247"/>
                    <a:pt x="806" y="207"/>
                    <a:pt x="875" y="197"/>
                  </a:cubicBezTo>
                  <a:lnTo>
                    <a:pt x="876" y="197"/>
                  </a:lnTo>
                  <a:lnTo>
                    <a:pt x="896" y="202"/>
                  </a:lnTo>
                  <a:cubicBezTo>
                    <a:pt x="902" y="212"/>
                    <a:pt x="910" y="224"/>
                    <a:pt x="918" y="234"/>
                  </a:cubicBezTo>
                  <a:moveTo>
                    <a:pt x="323" y="335"/>
                  </a:moveTo>
                  <a:cubicBezTo>
                    <a:pt x="387" y="278"/>
                    <a:pt x="449" y="217"/>
                    <a:pt x="524" y="175"/>
                  </a:cubicBezTo>
                  <a:cubicBezTo>
                    <a:pt x="598" y="137"/>
                    <a:pt x="678" y="111"/>
                    <a:pt x="760" y="100"/>
                  </a:cubicBezTo>
                  <a:lnTo>
                    <a:pt x="761" y="100"/>
                  </a:lnTo>
                  <a:cubicBezTo>
                    <a:pt x="761" y="99"/>
                    <a:pt x="762" y="99"/>
                    <a:pt x="762" y="99"/>
                  </a:cubicBezTo>
                  <a:cubicBezTo>
                    <a:pt x="777" y="105"/>
                    <a:pt x="792" y="112"/>
                    <a:pt x="807" y="121"/>
                  </a:cubicBezTo>
                  <a:cubicBezTo>
                    <a:pt x="813" y="124"/>
                    <a:pt x="819" y="128"/>
                    <a:pt x="826" y="132"/>
                  </a:cubicBezTo>
                  <a:cubicBezTo>
                    <a:pt x="848" y="148"/>
                    <a:pt x="868" y="167"/>
                    <a:pt x="885" y="188"/>
                  </a:cubicBezTo>
                  <a:lnTo>
                    <a:pt x="877" y="186"/>
                  </a:lnTo>
                  <a:lnTo>
                    <a:pt x="877" y="184"/>
                  </a:lnTo>
                  <a:cubicBezTo>
                    <a:pt x="877" y="183"/>
                    <a:pt x="876" y="183"/>
                    <a:pt x="875" y="182"/>
                  </a:cubicBezTo>
                  <a:lnTo>
                    <a:pt x="874" y="182"/>
                  </a:lnTo>
                  <a:cubicBezTo>
                    <a:pt x="873" y="182"/>
                    <a:pt x="872" y="182"/>
                    <a:pt x="872" y="182"/>
                  </a:cubicBezTo>
                  <a:cubicBezTo>
                    <a:pt x="871" y="182"/>
                    <a:pt x="871" y="183"/>
                    <a:pt x="871" y="183"/>
                  </a:cubicBezTo>
                  <a:cubicBezTo>
                    <a:pt x="822" y="167"/>
                    <a:pt x="762" y="170"/>
                    <a:pt x="716" y="173"/>
                  </a:cubicBezTo>
                  <a:cubicBezTo>
                    <a:pt x="685" y="176"/>
                    <a:pt x="654" y="187"/>
                    <a:pt x="627" y="202"/>
                  </a:cubicBezTo>
                  <a:cubicBezTo>
                    <a:pt x="616" y="209"/>
                    <a:pt x="605" y="216"/>
                    <a:pt x="594" y="225"/>
                  </a:cubicBezTo>
                  <a:cubicBezTo>
                    <a:pt x="594" y="225"/>
                    <a:pt x="594" y="226"/>
                    <a:pt x="593" y="226"/>
                  </a:cubicBezTo>
                  <a:cubicBezTo>
                    <a:pt x="592" y="227"/>
                    <a:pt x="592" y="229"/>
                    <a:pt x="592" y="230"/>
                  </a:cubicBezTo>
                  <a:cubicBezTo>
                    <a:pt x="592" y="231"/>
                    <a:pt x="592" y="234"/>
                    <a:pt x="593" y="234"/>
                  </a:cubicBezTo>
                  <a:cubicBezTo>
                    <a:pt x="594" y="235"/>
                    <a:pt x="594" y="235"/>
                    <a:pt x="594" y="235"/>
                  </a:cubicBezTo>
                  <a:cubicBezTo>
                    <a:pt x="597" y="238"/>
                    <a:pt x="599" y="241"/>
                    <a:pt x="602" y="242"/>
                  </a:cubicBezTo>
                  <a:cubicBezTo>
                    <a:pt x="606" y="245"/>
                    <a:pt x="611" y="245"/>
                    <a:pt x="615" y="245"/>
                  </a:cubicBezTo>
                  <a:cubicBezTo>
                    <a:pt x="578" y="263"/>
                    <a:pt x="539" y="279"/>
                    <a:pt x="503" y="299"/>
                  </a:cubicBezTo>
                  <a:cubicBezTo>
                    <a:pt x="496" y="302"/>
                    <a:pt x="490" y="306"/>
                    <a:pt x="483" y="310"/>
                  </a:cubicBezTo>
                  <a:cubicBezTo>
                    <a:pt x="473" y="316"/>
                    <a:pt x="463" y="322"/>
                    <a:pt x="453" y="329"/>
                  </a:cubicBezTo>
                  <a:cubicBezTo>
                    <a:pt x="438" y="340"/>
                    <a:pt x="421" y="363"/>
                    <a:pt x="405" y="370"/>
                  </a:cubicBezTo>
                  <a:cubicBezTo>
                    <a:pt x="402" y="371"/>
                    <a:pt x="405" y="375"/>
                    <a:pt x="407" y="375"/>
                  </a:cubicBezTo>
                  <a:cubicBezTo>
                    <a:pt x="438" y="368"/>
                    <a:pt x="467" y="330"/>
                    <a:pt x="496" y="316"/>
                  </a:cubicBezTo>
                  <a:cubicBezTo>
                    <a:pt x="545" y="290"/>
                    <a:pt x="595" y="271"/>
                    <a:pt x="644" y="247"/>
                  </a:cubicBezTo>
                  <a:lnTo>
                    <a:pt x="645" y="247"/>
                  </a:lnTo>
                  <a:cubicBezTo>
                    <a:pt x="646" y="246"/>
                    <a:pt x="646" y="245"/>
                    <a:pt x="647" y="244"/>
                  </a:cubicBezTo>
                  <a:cubicBezTo>
                    <a:pt x="648" y="243"/>
                    <a:pt x="648" y="243"/>
                    <a:pt x="648" y="241"/>
                  </a:cubicBezTo>
                  <a:cubicBezTo>
                    <a:pt x="648" y="240"/>
                    <a:pt x="648" y="238"/>
                    <a:pt x="647" y="237"/>
                  </a:cubicBezTo>
                  <a:cubicBezTo>
                    <a:pt x="646" y="236"/>
                    <a:pt x="646" y="235"/>
                    <a:pt x="645" y="234"/>
                  </a:cubicBezTo>
                  <a:cubicBezTo>
                    <a:pt x="644" y="234"/>
                    <a:pt x="644" y="234"/>
                    <a:pt x="643" y="234"/>
                  </a:cubicBezTo>
                  <a:cubicBezTo>
                    <a:pt x="628" y="230"/>
                    <a:pt x="612" y="228"/>
                    <a:pt x="638" y="217"/>
                  </a:cubicBezTo>
                  <a:cubicBezTo>
                    <a:pt x="663" y="207"/>
                    <a:pt x="682" y="198"/>
                    <a:pt x="705" y="191"/>
                  </a:cubicBezTo>
                  <a:cubicBezTo>
                    <a:pt x="731" y="185"/>
                    <a:pt x="757" y="182"/>
                    <a:pt x="782" y="182"/>
                  </a:cubicBezTo>
                  <a:cubicBezTo>
                    <a:pt x="802" y="182"/>
                    <a:pt x="821" y="184"/>
                    <a:pt x="840" y="187"/>
                  </a:cubicBezTo>
                  <a:cubicBezTo>
                    <a:pt x="830" y="190"/>
                    <a:pt x="820" y="195"/>
                    <a:pt x="810" y="199"/>
                  </a:cubicBezTo>
                  <a:cubicBezTo>
                    <a:pt x="780" y="210"/>
                    <a:pt x="751" y="225"/>
                    <a:pt x="723" y="241"/>
                  </a:cubicBezTo>
                  <a:cubicBezTo>
                    <a:pt x="709" y="246"/>
                    <a:pt x="696" y="253"/>
                    <a:pt x="683" y="260"/>
                  </a:cubicBezTo>
                  <a:cubicBezTo>
                    <a:pt x="673" y="266"/>
                    <a:pt x="663" y="273"/>
                    <a:pt x="653" y="280"/>
                  </a:cubicBezTo>
                  <a:cubicBezTo>
                    <a:pt x="629" y="303"/>
                    <a:pt x="577" y="322"/>
                    <a:pt x="567" y="357"/>
                  </a:cubicBezTo>
                  <a:cubicBezTo>
                    <a:pt x="567" y="358"/>
                    <a:pt x="567" y="358"/>
                    <a:pt x="567" y="358"/>
                  </a:cubicBezTo>
                  <a:cubicBezTo>
                    <a:pt x="527" y="361"/>
                    <a:pt x="487" y="368"/>
                    <a:pt x="449" y="378"/>
                  </a:cubicBezTo>
                  <a:cubicBezTo>
                    <a:pt x="442" y="380"/>
                    <a:pt x="435" y="382"/>
                    <a:pt x="429" y="386"/>
                  </a:cubicBezTo>
                  <a:cubicBezTo>
                    <a:pt x="419" y="386"/>
                    <a:pt x="409" y="388"/>
                    <a:pt x="400" y="389"/>
                  </a:cubicBezTo>
                  <a:cubicBezTo>
                    <a:pt x="398" y="389"/>
                    <a:pt x="396" y="390"/>
                    <a:pt x="394" y="391"/>
                  </a:cubicBezTo>
                  <a:cubicBezTo>
                    <a:pt x="394" y="389"/>
                    <a:pt x="394" y="388"/>
                    <a:pt x="394" y="387"/>
                  </a:cubicBezTo>
                  <a:cubicBezTo>
                    <a:pt x="394" y="385"/>
                    <a:pt x="394" y="384"/>
                    <a:pt x="393" y="382"/>
                  </a:cubicBezTo>
                  <a:cubicBezTo>
                    <a:pt x="392" y="381"/>
                    <a:pt x="391" y="379"/>
                    <a:pt x="389" y="378"/>
                  </a:cubicBezTo>
                  <a:cubicBezTo>
                    <a:pt x="387" y="377"/>
                    <a:pt x="386" y="377"/>
                    <a:pt x="384" y="377"/>
                  </a:cubicBezTo>
                  <a:cubicBezTo>
                    <a:pt x="377" y="377"/>
                    <a:pt x="370" y="379"/>
                    <a:pt x="364" y="381"/>
                  </a:cubicBezTo>
                  <a:cubicBezTo>
                    <a:pt x="364" y="380"/>
                    <a:pt x="364" y="380"/>
                    <a:pt x="364" y="380"/>
                  </a:cubicBezTo>
                  <a:cubicBezTo>
                    <a:pt x="364" y="379"/>
                    <a:pt x="364" y="378"/>
                    <a:pt x="363" y="377"/>
                  </a:cubicBezTo>
                  <a:cubicBezTo>
                    <a:pt x="362" y="376"/>
                    <a:pt x="362" y="376"/>
                    <a:pt x="361" y="375"/>
                  </a:cubicBezTo>
                  <a:cubicBezTo>
                    <a:pt x="361" y="375"/>
                    <a:pt x="360" y="375"/>
                    <a:pt x="359" y="375"/>
                  </a:cubicBezTo>
                  <a:cubicBezTo>
                    <a:pt x="358" y="375"/>
                    <a:pt x="358" y="375"/>
                    <a:pt x="358" y="375"/>
                  </a:cubicBezTo>
                  <a:cubicBezTo>
                    <a:pt x="339" y="379"/>
                    <a:pt x="320" y="387"/>
                    <a:pt x="304" y="396"/>
                  </a:cubicBezTo>
                  <a:cubicBezTo>
                    <a:pt x="296" y="401"/>
                    <a:pt x="289" y="405"/>
                    <a:pt x="283" y="410"/>
                  </a:cubicBezTo>
                  <a:cubicBezTo>
                    <a:pt x="301" y="396"/>
                    <a:pt x="316" y="380"/>
                    <a:pt x="329" y="361"/>
                  </a:cubicBezTo>
                  <a:cubicBezTo>
                    <a:pt x="330" y="360"/>
                    <a:pt x="330" y="359"/>
                    <a:pt x="330" y="358"/>
                  </a:cubicBezTo>
                  <a:cubicBezTo>
                    <a:pt x="330" y="356"/>
                    <a:pt x="330" y="355"/>
                    <a:pt x="329" y="354"/>
                  </a:cubicBezTo>
                  <a:cubicBezTo>
                    <a:pt x="328" y="353"/>
                    <a:pt x="327" y="352"/>
                    <a:pt x="326" y="351"/>
                  </a:cubicBezTo>
                  <a:cubicBezTo>
                    <a:pt x="325" y="351"/>
                    <a:pt x="324" y="350"/>
                    <a:pt x="322" y="350"/>
                  </a:cubicBezTo>
                  <a:cubicBezTo>
                    <a:pt x="321" y="350"/>
                    <a:pt x="320" y="351"/>
                    <a:pt x="319" y="351"/>
                  </a:cubicBezTo>
                  <a:cubicBezTo>
                    <a:pt x="287" y="372"/>
                    <a:pt x="257" y="398"/>
                    <a:pt x="231" y="426"/>
                  </a:cubicBezTo>
                  <a:cubicBezTo>
                    <a:pt x="260" y="394"/>
                    <a:pt x="290" y="364"/>
                    <a:pt x="322" y="335"/>
                  </a:cubicBezTo>
                  <a:lnTo>
                    <a:pt x="323" y="335"/>
                  </a:lnTo>
                  <a:moveTo>
                    <a:pt x="74" y="597"/>
                  </a:moveTo>
                  <a:cubicBezTo>
                    <a:pt x="75" y="593"/>
                    <a:pt x="75" y="589"/>
                    <a:pt x="75" y="585"/>
                  </a:cubicBezTo>
                  <a:cubicBezTo>
                    <a:pt x="76" y="534"/>
                    <a:pt x="120" y="489"/>
                    <a:pt x="115" y="439"/>
                  </a:cubicBezTo>
                  <a:cubicBezTo>
                    <a:pt x="114" y="437"/>
                    <a:pt x="114" y="437"/>
                    <a:pt x="113" y="435"/>
                  </a:cubicBezTo>
                  <a:cubicBezTo>
                    <a:pt x="113" y="434"/>
                    <a:pt x="111" y="433"/>
                    <a:pt x="110" y="432"/>
                  </a:cubicBezTo>
                  <a:cubicBezTo>
                    <a:pt x="109" y="431"/>
                    <a:pt x="108" y="431"/>
                    <a:pt x="107" y="431"/>
                  </a:cubicBezTo>
                  <a:lnTo>
                    <a:pt x="115" y="411"/>
                  </a:lnTo>
                  <a:cubicBezTo>
                    <a:pt x="118" y="404"/>
                    <a:pt x="122" y="396"/>
                    <a:pt x="126" y="389"/>
                  </a:cubicBezTo>
                  <a:cubicBezTo>
                    <a:pt x="136" y="372"/>
                    <a:pt x="148" y="357"/>
                    <a:pt x="163" y="343"/>
                  </a:cubicBezTo>
                  <a:cubicBezTo>
                    <a:pt x="152" y="369"/>
                    <a:pt x="147" y="396"/>
                    <a:pt x="147" y="424"/>
                  </a:cubicBezTo>
                  <a:cubicBezTo>
                    <a:pt x="147" y="428"/>
                    <a:pt x="147" y="432"/>
                    <a:pt x="148" y="436"/>
                  </a:cubicBezTo>
                  <a:cubicBezTo>
                    <a:pt x="133" y="463"/>
                    <a:pt x="120" y="490"/>
                    <a:pt x="108" y="519"/>
                  </a:cubicBezTo>
                  <a:cubicBezTo>
                    <a:pt x="100" y="537"/>
                    <a:pt x="91" y="556"/>
                    <a:pt x="83" y="575"/>
                  </a:cubicBezTo>
                  <a:cubicBezTo>
                    <a:pt x="80" y="578"/>
                    <a:pt x="77" y="587"/>
                    <a:pt x="74" y="597"/>
                  </a:cubicBezTo>
                  <a:moveTo>
                    <a:pt x="150" y="527"/>
                  </a:moveTo>
                  <a:lnTo>
                    <a:pt x="147" y="530"/>
                  </a:lnTo>
                  <a:lnTo>
                    <a:pt x="150" y="526"/>
                  </a:lnTo>
                  <a:lnTo>
                    <a:pt x="150" y="527"/>
                  </a:lnTo>
                  <a:moveTo>
                    <a:pt x="313" y="638"/>
                  </a:moveTo>
                  <a:lnTo>
                    <a:pt x="316" y="638"/>
                  </a:lnTo>
                  <a:lnTo>
                    <a:pt x="316" y="639"/>
                  </a:lnTo>
                  <a:lnTo>
                    <a:pt x="313" y="638"/>
                  </a:lnTo>
                  <a:moveTo>
                    <a:pt x="352" y="645"/>
                  </a:moveTo>
                  <a:lnTo>
                    <a:pt x="351" y="645"/>
                  </a:lnTo>
                  <a:lnTo>
                    <a:pt x="359" y="647"/>
                  </a:lnTo>
                  <a:lnTo>
                    <a:pt x="352" y="645"/>
                  </a:lnTo>
                  <a:moveTo>
                    <a:pt x="381" y="653"/>
                  </a:moveTo>
                  <a:cubicBezTo>
                    <a:pt x="377" y="651"/>
                    <a:pt x="373" y="650"/>
                    <a:pt x="370" y="649"/>
                  </a:cubicBezTo>
                  <a:lnTo>
                    <a:pt x="382" y="652"/>
                  </a:lnTo>
                  <a:lnTo>
                    <a:pt x="381" y="653"/>
                  </a:lnTo>
                  <a:moveTo>
                    <a:pt x="429" y="658"/>
                  </a:moveTo>
                  <a:lnTo>
                    <a:pt x="435" y="658"/>
                  </a:lnTo>
                  <a:cubicBezTo>
                    <a:pt x="435" y="658"/>
                    <a:pt x="435" y="659"/>
                    <a:pt x="435" y="660"/>
                  </a:cubicBezTo>
                  <a:cubicBezTo>
                    <a:pt x="435" y="660"/>
                    <a:pt x="435" y="661"/>
                    <a:pt x="435" y="662"/>
                  </a:cubicBezTo>
                  <a:lnTo>
                    <a:pt x="434" y="662"/>
                  </a:lnTo>
                  <a:lnTo>
                    <a:pt x="433" y="662"/>
                  </a:lnTo>
                  <a:cubicBezTo>
                    <a:pt x="432" y="660"/>
                    <a:pt x="430" y="658"/>
                    <a:pt x="429" y="657"/>
                  </a:cubicBezTo>
                  <a:lnTo>
                    <a:pt x="429" y="658"/>
                  </a:lnTo>
                  <a:moveTo>
                    <a:pt x="434" y="697"/>
                  </a:moveTo>
                  <a:lnTo>
                    <a:pt x="438" y="697"/>
                  </a:lnTo>
                  <a:lnTo>
                    <a:pt x="446" y="703"/>
                  </a:lnTo>
                  <a:lnTo>
                    <a:pt x="434" y="697"/>
                  </a:lnTo>
                  <a:moveTo>
                    <a:pt x="745" y="776"/>
                  </a:moveTo>
                  <a:lnTo>
                    <a:pt x="742" y="771"/>
                  </a:lnTo>
                  <a:lnTo>
                    <a:pt x="748" y="774"/>
                  </a:lnTo>
                  <a:lnTo>
                    <a:pt x="747" y="774"/>
                  </a:lnTo>
                  <a:cubicBezTo>
                    <a:pt x="746" y="775"/>
                    <a:pt x="745" y="776"/>
                    <a:pt x="745" y="777"/>
                  </a:cubicBezTo>
                  <a:lnTo>
                    <a:pt x="745" y="776"/>
                  </a:lnTo>
                  <a:moveTo>
                    <a:pt x="922" y="933"/>
                  </a:moveTo>
                  <a:lnTo>
                    <a:pt x="922" y="931"/>
                  </a:lnTo>
                  <a:lnTo>
                    <a:pt x="923" y="932"/>
                  </a:lnTo>
                  <a:cubicBezTo>
                    <a:pt x="923" y="933"/>
                    <a:pt x="922" y="934"/>
                    <a:pt x="922" y="935"/>
                  </a:cubicBezTo>
                  <a:lnTo>
                    <a:pt x="922" y="933"/>
                  </a:lnTo>
                  <a:moveTo>
                    <a:pt x="1064" y="1177"/>
                  </a:moveTo>
                  <a:cubicBezTo>
                    <a:pt x="1060" y="1171"/>
                    <a:pt x="1057" y="1166"/>
                    <a:pt x="1054" y="1161"/>
                  </a:cubicBezTo>
                  <a:lnTo>
                    <a:pt x="1046" y="1148"/>
                  </a:lnTo>
                  <a:cubicBezTo>
                    <a:pt x="1052" y="1157"/>
                    <a:pt x="1058" y="1167"/>
                    <a:pt x="1064" y="1176"/>
                  </a:cubicBezTo>
                  <a:lnTo>
                    <a:pt x="1064" y="1177"/>
                  </a:lnTo>
                  <a:moveTo>
                    <a:pt x="1095" y="1209"/>
                  </a:moveTo>
                  <a:lnTo>
                    <a:pt x="1096" y="1212"/>
                  </a:lnTo>
                  <a:lnTo>
                    <a:pt x="1095" y="1209"/>
                  </a:lnTo>
                  <a:moveTo>
                    <a:pt x="1414" y="2103"/>
                  </a:moveTo>
                  <a:cubicBezTo>
                    <a:pt x="1412" y="2119"/>
                    <a:pt x="1412" y="2135"/>
                    <a:pt x="1410" y="2152"/>
                  </a:cubicBezTo>
                  <a:cubicBezTo>
                    <a:pt x="1405" y="2190"/>
                    <a:pt x="1388" y="2190"/>
                    <a:pt x="1380" y="2219"/>
                  </a:cubicBezTo>
                  <a:cubicBezTo>
                    <a:pt x="1367" y="2256"/>
                    <a:pt x="1358" y="2294"/>
                    <a:pt x="1353" y="2333"/>
                  </a:cubicBezTo>
                  <a:cubicBezTo>
                    <a:pt x="1351" y="2363"/>
                    <a:pt x="1334" y="2392"/>
                    <a:pt x="1327" y="2422"/>
                  </a:cubicBezTo>
                  <a:cubicBezTo>
                    <a:pt x="1323" y="2442"/>
                    <a:pt x="1318" y="2462"/>
                    <a:pt x="1313" y="2482"/>
                  </a:cubicBezTo>
                  <a:cubicBezTo>
                    <a:pt x="1315" y="2416"/>
                    <a:pt x="1327" y="2350"/>
                    <a:pt x="1351" y="2287"/>
                  </a:cubicBezTo>
                  <a:cubicBezTo>
                    <a:pt x="1367" y="2252"/>
                    <a:pt x="1381" y="2215"/>
                    <a:pt x="1392" y="2177"/>
                  </a:cubicBezTo>
                  <a:cubicBezTo>
                    <a:pt x="1398" y="2153"/>
                    <a:pt x="1408" y="2126"/>
                    <a:pt x="1414" y="2101"/>
                  </a:cubicBezTo>
                  <a:lnTo>
                    <a:pt x="1414" y="2103"/>
                  </a:lnTo>
                  <a:moveTo>
                    <a:pt x="1452" y="1642"/>
                  </a:moveTo>
                  <a:cubicBezTo>
                    <a:pt x="1444" y="1609"/>
                    <a:pt x="1437" y="1570"/>
                    <a:pt x="1416" y="1543"/>
                  </a:cubicBezTo>
                  <a:cubicBezTo>
                    <a:pt x="1413" y="1540"/>
                    <a:pt x="1408" y="1543"/>
                    <a:pt x="1410" y="1547"/>
                  </a:cubicBezTo>
                  <a:cubicBezTo>
                    <a:pt x="1434" y="1585"/>
                    <a:pt x="1444" y="1649"/>
                    <a:pt x="1449" y="1693"/>
                  </a:cubicBezTo>
                  <a:cubicBezTo>
                    <a:pt x="1451" y="1719"/>
                    <a:pt x="1452" y="1745"/>
                    <a:pt x="1452" y="1771"/>
                  </a:cubicBezTo>
                  <a:cubicBezTo>
                    <a:pt x="1452" y="1797"/>
                    <a:pt x="1451" y="1823"/>
                    <a:pt x="1449" y="1849"/>
                  </a:cubicBezTo>
                  <a:cubicBezTo>
                    <a:pt x="1449" y="1919"/>
                    <a:pt x="1431" y="1989"/>
                    <a:pt x="1420" y="2059"/>
                  </a:cubicBezTo>
                  <a:lnTo>
                    <a:pt x="1420" y="2058"/>
                  </a:lnTo>
                  <a:cubicBezTo>
                    <a:pt x="1420" y="2057"/>
                    <a:pt x="1419" y="2057"/>
                    <a:pt x="1418" y="2056"/>
                  </a:cubicBezTo>
                  <a:cubicBezTo>
                    <a:pt x="1415" y="2027"/>
                    <a:pt x="1407" y="1997"/>
                    <a:pt x="1403" y="1968"/>
                  </a:cubicBezTo>
                  <a:cubicBezTo>
                    <a:pt x="1397" y="1924"/>
                    <a:pt x="1398" y="1879"/>
                    <a:pt x="1393" y="1834"/>
                  </a:cubicBezTo>
                  <a:cubicBezTo>
                    <a:pt x="1389" y="1792"/>
                    <a:pt x="1387" y="1749"/>
                    <a:pt x="1387" y="1706"/>
                  </a:cubicBezTo>
                  <a:cubicBezTo>
                    <a:pt x="1387" y="1700"/>
                    <a:pt x="1387" y="1694"/>
                    <a:pt x="1387" y="1689"/>
                  </a:cubicBezTo>
                  <a:cubicBezTo>
                    <a:pt x="1388" y="1685"/>
                    <a:pt x="1388" y="1682"/>
                    <a:pt x="1388" y="1679"/>
                  </a:cubicBezTo>
                  <a:cubicBezTo>
                    <a:pt x="1388" y="1667"/>
                    <a:pt x="1385" y="1656"/>
                    <a:pt x="1380" y="1645"/>
                  </a:cubicBezTo>
                  <a:cubicBezTo>
                    <a:pt x="1379" y="1645"/>
                    <a:pt x="1379" y="1644"/>
                    <a:pt x="1378" y="1644"/>
                  </a:cubicBezTo>
                  <a:cubicBezTo>
                    <a:pt x="1378" y="1644"/>
                    <a:pt x="1377" y="1643"/>
                    <a:pt x="1376" y="1643"/>
                  </a:cubicBezTo>
                  <a:cubicBezTo>
                    <a:pt x="1375" y="1643"/>
                    <a:pt x="1374" y="1644"/>
                    <a:pt x="1373" y="1644"/>
                  </a:cubicBezTo>
                  <a:cubicBezTo>
                    <a:pt x="1372" y="1644"/>
                    <a:pt x="1371" y="1645"/>
                    <a:pt x="1371" y="1646"/>
                  </a:cubicBezTo>
                  <a:lnTo>
                    <a:pt x="1371" y="1647"/>
                  </a:lnTo>
                  <a:cubicBezTo>
                    <a:pt x="1358" y="1678"/>
                    <a:pt x="1349" y="1710"/>
                    <a:pt x="1343" y="1742"/>
                  </a:cubicBezTo>
                  <a:cubicBezTo>
                    <a:pt x="1343" y="1747"/>
                    <a:pt x="1338" y="1730"/>
                    <a:pt x="1338" y="1727"/>
                  </a:cubicBezTo>
                  <a:cubicBezTo>
                    <a:pt x="1334" y="1710"/>
                    <a:pt x="1329" y="1693"/>
                    <a:pt x="1321" y="1677"/>
                  </a:cubicBezTo>
                  <a:cubicBezTo>
                    <a:pt x="1307" y="1638"/>
                    <a:pt x="1325" y="1592"/>
                    <a:pt x="1324" y="1551"/>
                  </a:cubicBezTo>
                  <a:cubicBezTo>
                    <a:pt x="1322" y="1511"/>
                    <a:pt x="1322" y="1472"/>
                    <a:pt x="1319" y="1433"/>
                  </a:cubicBezTo>
                  <a:cubicBezTo>
                    <a:pt x="1319" y="1428"/>
                    <a:pt x="1312" y="1429"/>
                    <a:pt x="1312" y="1433"/>
                  </a:cubicBezTo>
                  <a:cubicBezTo>
                    <a:pt x="1310" y="1455"/>
                    <a:pt x="1309" y="1478"/>
                    <a:pt x="1309" y="1501"/>
                  </a:cubicBezTo>
                  <a:cubicBezTo>
                    <a:pt x="1309" y="1508"/>
                    <a:pt x="1309" y="1515"/>
                    <a:pt x="1309" y="1522"/>
                  </a:cubicBezTo>
                  <a:cubicBezTo>
                    <a:pt x="1309" y="1525"/>
                    <a:pt x="1310" y="1528"/>
                    <a:pt x="1310" y="1531"/>
                  </a:cubicBezTo>
                  <a:cubicBezTo>
                    <a:pt x="1310" y="1540"/>
                    <a:pt x="1309" y="1550"/>
                    <a:pt x="1308" y="1560"/>
                  </a:cubicBezTo>
                  <a:cubicBezTo>
                    <a:pt x="1299" y="1517"/>
                    <a:pt x="1286" y="1476"/>
                    <a:pt x="1267" y="1438"/>
                  </a:cubicBezTo>
                  <a:cubicBezTo>
                    <a:pt x="1229" y="1362"/>
                    <a:pt x="1203" y="1281"/>
                    <a:pt x="1192" y="1197"/>
                  </a:cubicBezTo>
                  <a:cubicBezTo>
                    <a:pt x="1192" y="1193"/>
                    <a:pt x="1184" y="1193"/>
                    <a:pt x="1184" y="1197"/>
                  </a:cubicBezTo>
                  <a:cubicBezTo>
                    <a:pt x="1184" y="1200"/>
                    <a:pt x="1183" y="1203"/>
                    <a:pt x="1183" y="1206"/>
                  </a:cubicBezTo>
                  <a:cubicBezTo>
                    <a:pt x="1183" y="1209"/>
                    <a:pt x="1184" y="1211"/>
                    <a:pt x="1184" y="1214"/>
                  </a:cubicBezTo>
                  <a:lnTo>
                    <a:pt x="1182" y="1214"/>
                  </a:lnTo>
                  <a:cubicBezTo>
                    <a:pt x="1181" y="1220"/>
                    <a:pt x="1181" y="1226"/>
                    <a:pt x="1181" y="1232"/>
                  </a:cubicBezTo>
                  <a:cubicBezTo>
                    <a:pt x="1181" y="1237"/>
                    <a:pt x="1181" y="1243"/>
                    <a:pt x="1182" y="1249"/>
                  </a:cubicBezTo>
                  <a:cubicBezTo>
                    <a:pt x="1184" y="1268"/>
                    <a:pt x="1188" y="1286"/>
                    <a:pt x="1195" y="1303"/>
                  </a:cubicBezTo>
                  <a:cubicBezTo>
                    <a:pt x="1195" y="1304"/>
                    <a:pt x="1195" y="1304"/>
                    <a:pt x="1195" y="1304"/>
                  </a:cubicBezTo>
                  <a:cubicBezTo>
                    <a:pt x="1195" y="1312"/>
                    <a:pt x="1197" y="1321"/>
                    <a:pt x="1201" y="1329"/>
                  </a:cubicBezTo>
                  <a:cubicBezTo>
                    <a:pt x="1178" y="1292"/>
                    <a:pt x="1141" y="1267"/>
                    <a:pt x="1121" y="1228"/>
                  </a:cubicBezTo>
                  <a:cubicBezTo>
                    <a:pt x="1068" y="1121"/>
                    <a:pt x="1023" y="1013"/>
                    <a:pt x="1019" y="892"/>
                  </a:cubicBezTo>
                  <a:lnTo>
                    <a:pt x="1019" y="891"/>
                  </a:lnTo>
                  <a:cubicBezTo>
                    <a:pt x="1019" y="891"/>
                    <a:pt x="1018" y="891"/>
                    <a:pt x="1018" y="890"/>
                  </a:cubicBezTo>
                  <a:lnTo>
                    <a:pt x="1017" y="890"/>
                  </a:lnTo>
                  <a:cubicBezTo>
                    <a:pt x="1016" y="890"/>
                    <a:pt x="1016" y="890"/>
                    <a:pt x="1016" y="890"/>
                  </a:cubicBezTo>
                  <a:cubicBezTo>
                    <a:pt x="1015" y="891"/>
                    <a:pt x="1015" y="891"/>
                    <a:pt x="1015" y="891"/>
                  </a:cubicBezTo>
                  <a:cubicBezTo>
                    <a:pt x="1015" y="891"/>
                    <a:pt x="1015" y="892"/>
                    <a:pt x="1014" y="892"/>
                  </a:cubicBezTo>
                  <a:cubicBezTo>
                    <a:pt x="1013" y="905"/>
                    <a:pt x="1013" y="918"/>
                    <a:pt x="1013" y="931"/>
                  </a:cubicBezTo>
                  <a:cubicBezTo>
                    <a:pt x="1013" y="1004"/>
                    <a:pt x="1031" y="1076"/>
                    <a:pt x="1066" y="1140"/>
                  </a:cubicBezTo>
                  <a:cubicBezTo>
                    <a:pt x="1073" y="1153"/>
                    <a:pt x="1080" y="1167"/>
                    <a:pt x="1086" y="1181"/>
                  </a:cubicBezTo>
                  <a:lnTo>
                    <a:pt x="1081" y="1175"/>
                  </a:lnTo>
                  <a:cubicBezTo>
                    <a:pt x="1080" y="1173"/>
                    <a:pt x="1079" y="1170"/>
                    <a:pt x="1078" y="1167"/>
                  </a:cubicBezTo>
                  <a:lnTo>
                    <a:pt x="1078" y="1166"/>
                  </a:lnTo>
                  <a:cubicBezTo>
                    <a:pt x="1077" y="1166"/>
                    <a:pt x="1077" y="1166"/>
                    <a:pt x="1077" y="1166"/>
                  </a:cubicBezTo>
                  <a:cubicBezTo>
                    <a:pt x="1076" y="1166"/>
                    <a:pt x="1076" y="1166"/>
                    <a:pt x="1076" y="1166"/>
                  </a:cubicBezTo>
                  <a:lnTo>
                    <a:pt x="1075" y="1167"/>
                  </a:lnTo>
                  <a:cubicBezTo>
                    <a:pt x="1075" y="1167"/>
                    <a:pt x="1074" y="1166"/>
                    <a:pt x="1074" y="1165"/>
                  </a:cubicBezTo>
                  <a:cubicBezTo>
                    <a:pt x="1061" y="1144"/>
                    <a:pt x="1048" y="1122"/>
                    <a:pt x="1033" y="1102"/>
                  </a:cubicBezTo>
                  <a:cubicBezTo>
                    <a:pt x="1010" y="1066"/>
                    <a:pt x="992" y="1027"/>
                    <a:pt x="972" y="990"/>
                  </a:cubicBezTo>
                  <a:cubicBezTo>
                    <a:pt x="965" y="975"/>
                    <a:pt x="959" y="961"/>
                    <a:pt x="954" y="945"/>
                  </a:cubicBezTo>
                  <a:cubicBezTo>
                    <a:pt x="955" y="945"/>
                    <a:pt x="955" y="944"/>
                    <a:pt x="955" y="944"/>
                  </a:cubicBezTo>
                  <a:cubicBezTo>
                    <a:pt x="956" y="942"/>
                    <a:pt x="956" y="941"/>
                    <a:pt x="956" y="940"/>
                  </a:cubicBezTo>
                  <a:cubicBezTo>
                    <a:pt x="956" y="939"/>
                    <a:pt x="956" y="939"/>
                    <a:pt x="955" y="937"/>
                  </a:cubicBezTo>
                  <a:cubicBezTo>
                    <a:pt x="955" y="936"/>
                    <a:pt x="955" y="935"/>
                    <a:pt x="954" y="935"/>
                  </a:cubicBezTo>
                  <a:lnTo>
                    <a:pt x="951" y="932"/>
                  </a:lnTo>
                  <a:cubicBezTo>
                    <a:pt x="944" y="910"/>
                    <a:pt x="939" y="887"/>
                    <a:pt x="934" y="867"/>
                  </a:cubicBezTo>
                  <a:cubicBezTo>
                    <a:pt x="926" y="836"/>
                    <a:pt x="921" y="805"/>
                    <a:pt x="918" y="773"/>
                  </a:cubicBezTo>
                  <a:lnTo>
                    <a:pt x="918" y="772"/>
                  </a:lnTo>
                  <a:cubicBezTo>
                    <a:pt x="917" y="771"/>
                    <a:pt x="917" y="771"/>
                    <a:pt x="917" y="771"/>
                  </a:cubicBezTo>
                  <a:cubicBezTo>
                    <a:pt x="916" y="770"/>
                    <a:pt x="915" y="770"/>
                    <a:pt x="915" y="770"/>
                  </a:cubicBezTo>
                  <a:cubicBezTo>
                    <a:pt x="914" y="770"/>
                    <a:pt x="914" y="770"/>
                    <a:pt x="913" y="771"/>
                  </a:cubicBezTo>
                  <a:cubicBezTo>
                    <a:pt x="913" y="771"/>
                    <a:pt x="912" y="771"/>
                    <a:pt x="912" y="772"/>
                  </a:cubicBezTo>
                  <a:lnTo>
                    <a:pt x="912" y="773"/>
                  </a:lnTo>
                  <a:cubicBezTo>
                    <a:pt x="913" y="822"/>
                    <a:pt x="921" y="871"/>
                    <a:pt x="936" y="918"/>
                  </a:cubicBezTo>
                  <a:cubicBezTo>
                    <a:pt x="917" y="898"/>
                    <a:pt x="901" y="876"/>
                    <a:pt x="887" y="853"/>
                  </a:cubicBezTo>
                  <a:cubicBezTo>
                    <a:pt x="884" y="848"/>
                    <a:pt x="882" y="843"/>
                    <a:pt x="879" y="838"/>
                  </a:cubicBezTo>
                  <a:cubicBezTo>
                    <a:pt x="881" y="838"/>
                    <a:pt x="883" y="838"/>
                    <a:pt x="885" y="838"/>
                  </a:cubicBezTo>
                  <a:cubicBezTo>
                    <a:pt x="887" y="838"/>
                    <a:pt x="889" y="838"/>
                    <a:pt x="891" y="838"/>
                  </a:cubicBezTo>
                  <a:cubicBezTo>
                    <a:pt x="892" y="838"/>
                    <a:pt x="892" y="837"/>
                    <a:pt x="892" y="837"/>
                  </a:cubicBezTo>
                  <a:cubicBezTo>
                    <a:pt x="893" y="837"/>
                    <a:pt x="894" y="836"/>
                    <a:pt x="894" y="836"/>
                  </a:cubicBezTo>
                  <a:cubicBezTo>
                    <a:pt x="894" y="835"/>
                    <a:pt x="895" y="834"/>
                    <a:pt x="895" y="833"/>
                  </a:cubicBezTo>
                  <a:cubicBezTo>
                    <a:pt x="895" y="833"/>
                    <a:pt x="894" y="832"/>
                    <a:pt x="894" y="831"/>
                  </a:cubicBezTo>
                  <a:cubicBezTo>
                    <a:pt x="894" y="830"/>
                    <a:pt x="893" y="830"/>
                    <a:pt x="892" y="829"/>
                  </a:cubicBezTo>
                  <a:lnTo>
                    <a:pt x="891" y="829"/>
                  </a:lnTo>
                  <a:cubicBezTo>
                    <a:pt x="883" y="826"/>
                    <a:pt x="875" y="822"/>
                    <a:pt x="868" y="817"/>
                  </a:cubicBezTo>
                  <a:cubicBezTo>
                    <a:pt x="854" y="787"/>
                    <a:pt x="839" y="758"/>
                    <a:pt x="823" y="730"/>
                  </a:cubicBezTo>
                  <a:cubicBezTo>
                    <a:pt x="815" y="716"/>
                    <a:pt x="807" y="703"/>
                    <a:pt x="798" y="690"/>
                  </a:cubicBezTo>
                  <a:cubicBezTo>
                    <a:pt x="797" y="688"/>
                    <a:pt x="794" y="690"/>
                    <a:pt x="795" y="692"/>
                  </a:cubicBezTo>
                  <a:cubicBezTo>
                    <a:pt x="815" y="727"/>
                    <a:pt x="828" y="766"/>
                    <a:pt x="845" y="803"/>
                  </a:cubicBezTo>
                  <a:cubicBezTo>
                    <a:pt x="840" y="797"/>
                    <a:pt x="835" y="793"/>
                    <a:pt x="829" y="789"/>
                  </a:cubicBezTo>
                  <a:cubicBezTo>
                    <a:pt x="825" y="787"/>
                    <a:pt x="821" y="786"/>
                    <a:pt x="817" y="784"/>
                  </a:cubicBezTo>
                  <a:cubicBezTo>
                    <a:pt x="802" y="773"/>
                    <a:pt x="787" y="762"/>
                    <a:pt x="773" y="751"/>
                  </a:cubicBezTo>
                  <a:cubicBezTo>
                    <a:pt x="735" y="724"/>
                    <a:pt x="710" y="686"/>
                    <a:pt x="681" y="650"/>
                  </a:cubicBezTo>
                  <a:lnTo>
                    <a:pt x="680" y="649"/>
                  </a:lnTo>
                  <a:lnTo>
                    <a:pt x="679" y="649"/>
                  </a:lnTo>
                  <a:cubicBezTo>
                    <a:pt x="678" y="649"/>
                    <a:pt x="678" y="649"/>
                    <a:pt x="678" y="649"/>
                  </a:cubicBezTo>
                  <a:cubicBezTo>
                    <a:pt x="677" y="649"/>
                    <a:pt x="677" y="650"/>
                    <a:pt x="677" y="650"/>
                  </a:cubicBezTo>
                  <a:cubicBezTo>
                    <a:pt x="676" y="650"/>
                    <a:pt x="676" y="651"/>
                    <a:pt x="676" y="651"/>
                  </a:cubicBezTo>
                  <a:cubicBezTo>
                    <a:pt x="676" y="652"/>
                    <a:pt x="676" y="652"/>
                    <a:pt x="677" y="653"/>
                  </a:cubicBezTo>
                  <a:cubicBezTo>
                    <a:pt x="699" y="690"/>
                    <a:pt x="725" y="724"/>
                    <a:pt x="755" y="754"/>
                  </a:cubicBezTo>
                  <a:cubicBezTo>
                    <a:pt x="746" y="750"/>
                    <a:pt x="736" y="745"/>
                    <a:pt x="727" y="740"/>
                  </a:cubicBezTo>
                  <a:cubicBezTo>
                    <a:pt x="716" y="734"/>
                    <a:pt x="705" y="726"/>
                    <a:pt x="695" y="718"/>
                  </a:cubicBezTo>
                  <a:cubicBezTo>
                    <a:pt x="671" y="696"/>
                    <a:pt x="645" y="675"/>
                    <a:pt x="618" y="657"/>
                  </a:cubicBezTo>
                  <a:cubicBezTo>
                    <a:pt x="613" y="654"/>
                    <a:pt x="607" y="651"/>
                    <a:pt x="602" y="648"/>
                  </a:cubicBezTo>
                  <a:cubicBezTo>
                    <a:pt x="594" y="642"/>
                    <a:pt x="585" y="636"/>
                    <a:pt x="577" y="631"/>
                  </a:cubicBezTo>
                  <a:cubicBezTo>
                    <a:pt x="559" y="621"/>
                    <a:pt x="541" y="613"/>
                    <a:pt x="521" y="609"/>
                  </a:cubicBezTo>
                  <a:lnTo>
                    <a:pt x="519" y="609"/>
                  </a:lnTo>
                  <a:cubicBezTo>
                    <a:pt x="519" y="608"/>
                    <a:pt x="519" y="608"/>
                    <a:pt x="519" y="608"/>
                  </a:cubicBezTo>
                  <a:cubicBezTo>
                    <a:pt x="494" y="594"/>
                    <a:pt x="469" y="582"/>
                    <a:pt x="443" y="572"/>
                  </a:cubicBezTo>
                  <a:cubicBezTo>
                    <a:pt x="437" y="569"/>
                    <a:pt x="433" y="578"/>
                    <a:pt x="438" y="582"/>
                  </a:cubicBezTo>
                  <a:cubicBezTo>
                    <a:pt x="447" y="592"/>
                    <a:pt x="458" y="601"/>
                    <a:pt x="470" y="607"/>
                  </a:cubicBezTo>
                  <a:cubicBezTo>
                    <a:pt x="473" y="609"/>
                    <a:pt x="476" y="610"/>
                    <a:pt x="479" y="612"/>
                  </a:cubicBezTo>
                  <a:cubicBezTo>
                    <a:pt x="497" y="620"/>
                    <a:pt x="499" y="653"/>
                    <a:pt x="475" y="649"/>
                  </a:cubicBezTo>
                  <a:cubicBezTo>
                    <a:pt x="455" y="646"/>
                    <a:pt x="436" y="645"/>
                    <a:pt x="416" y="640"/>
                  </a:cubicBezTo>
                  <a:cubicBezTo>
                    <a:pt x="396" y="635"/>
                    <a:pt x="377" y="637"/>
                    <a:pt x="357" y="633"/>
                  </a:cubicBezTo>
                  <a:cubicBezTo>
                    <a:pt x="343" y="630"/>
                    <a:pt x="294" y="625"/>
                    <a:pt x="284" y="615"/>
                  </a:cubicBezTo>
                  <a:cubicBezTo>
                    <a:pt x="283" y="615"/>
                    <a:pt x="283" y="615"/>
                    <a:pt x="283" y="614"/>
                  </a:cubicBezTo>
                  <a:lnTo>
                    <a:pt x="282" y="614"/>
                  </a:lnTo>
                  <a:lnTo>
                    <a:pt x="281" y="614"/>
                  </a:lnTo>
                  <a:cubicBezTo>
                    <a:pt x="281" y="615"/>
                    <a:pt x="281" y="615"/>
                    <a:pt x="280" y="615"/>
                  </a:cubicBezTo>
                  <a:lnTo>
                    <a:pt x="280" y="616"/>
                  </a:lnTo>
                  <a:lnTo>
                    <a:pt x="280" y="617"/>
                  </a:lnTo>
                  <a:cubicBezTo>
                    <a:pt x="281" y="617"/>
                    <a:pt x="281" y="618"/>
                    <a:pt x="281" y="618"/>
                  </a:cubicBezTo>
                  <a:cubicBezTo>
                    <a:pt x="281" y="618"/>
                    <a:pt x="282" y="619"/>
                    <a:pt x="282" y="620"/>
                  </a:cubicBezTo>
                  <a:cubicBezTo>
                    <a:pt x="269" y="615"/>
                    <a:pt x="255" y="612"/>
                    <a:pt x="241" y="611"/>
                  </a:cubicBezTo>
                  <a:cubicBezTo>
                    <a:pt x="209" y="611"/>
                    <a:pt x="160" y="608"/>
                    <a:pt x="130" y="621"/>
                  </a:cubicBezTo>
                  <a:cubicBezTo>
                    <a:pt x="119" y="625"/>
                    <a:pt x="108" y="631"/>
                    <a:pt x="97" y="637"/>
                  </a:cubicBezTo>
                  <a:cubicBezTo>
                    <a:pt x="96" y="638"/>
                    <a:pt x="95" y="638"/>
                    <a:pt x="94" y="639"/>
                  </a:cubicBezTo>
                  <a:cubicBezTo>
                    <a:pt x="94" y="636"/>
                    <a:pt x="94" y="633"/>
                    <a:pt x="93" y="630"/>
                  </a:cubicBezTo>
                  <a:cubicBezTo>
                    <a:pt x="93" y="629"/>
                    <a:pt x="92" y="629"/>
                    <a:pt x="92" y="629"/>
                  </a:cubicBezTo>
                  <a:cubicBezTo>
                    <a:pt x="91" y="627"/>
                    <a:pt x="90" y="626"/>
                    <a:pt x="88" y="625"/>
                  </a:cubicBezTo>
                  <a:lnTo>
                    <a:pt x="94" y="616"/>
                  </a:lnTo>
                  <a:cubicBezTo>
                    <a:pt x="100" y="607"/>
                    <a:pt x="106" y="599"/>
                    <a:pt x="112" y="590"/>
                  </a:cubicBezTo>
                  <a:cubicBezTo>
                    <a:pt x="115" y="586"/>
                    <a:pt x="117" y="582"/>
                    <a:pt x="119" y="577"/>
                  </a:cubicBezTo>
                  <a:cubicBezTo>
                    <a:pt x="149" y="544"/>
                    <a:pt x="184" y="515"/>
                    <a:pt x="222" y="490"/>
                  </a:cubicBezTo>
                  <a:cubicBezTo>
                    <a:pt x="270" y="463"/>
                    <a:pt x="321" y="438"/>
                    <a:pt x="373" y="416"/>
                  </a:cubicBezTo>
                  <a:cubicBezTo>
                    <a:pt x="380" y="413"/>
                    <a:pt x="387" y="411"/>
                    <a:pt x="394" y="410"/>
                  </a:cubicBezTo>
                  <a:cubicBezTo>
                    <a:pt x="386" y="416"/>
                    <a:pt x="378" y="423"/>
                    <a:pt x="370" y="427"/>
                  </a:cubicBezTo>
                  <a:cubicBezTo>
                    <a:pt x="366" y="430"/>
                    <a:pt x="362" y="431"/>
                    <a:pt x="358" y="433"/>
                  </a:cubicBezTo>
                  <a:cubicBezTo>
                    <a:pt x="331" y="444"/>
                    <a:pt x="326" y="481"/>
                    <a:pt x="307" y="498"/>
                  </a:cubicBezTo>
                  <a:cubicBezTo>
                    <a:pt x="307" y="498"/>
                    <a:pt x="307" y="499"/>
                    <a:pt x="307" y="498"/>
                  </a:cubicBezTo>
                  <a:cubicBezTo>
                    <a:pt x="321" y="489"/>
                    <a:pt x="329" y="475"/>
                    <a:pt x="343" y="466"/>
                  </a:cubicBezTo>
                  <a:cubicBezTo>
                    <a:pt x="370" y="447"/>
                    <a:pt x="398" y="428"/>
                    <a:pt x="425" y="408"/>
                  </a:cubicBezTo>
                  <a:cubicBezTo>
                    <a:pt x="430" y="405"/>
                    <a:pt x="435" y="402"/>
                    <a:pt x="440" y="399"/>
                  </a:cubicBezTo>
                  <a:cubicBezTo>
                    <a:pt x="447" y="398"/>
                    <a:pt x="453" y="395"/>
                    <a:pt x="459" y="391"/>
                  </a:cubicBezTo>
                  <a:cubicBezTo>
                    <a:pt x="462" y="390"/>
                    <a:pt x="464" y="389"/>
                    <a:pt x="466" y="387"/>
                  </a:cubicBezTo>
                  <a:cubicBezTo>
                    <a:pt x="548" y="357"/>
                    <a:pt x="646" y="385"/>
                    <a:pt x="729" y="374"/>
                  </a:cubicBezTo>
                  <a:lnTo>
                    <a:pt x="730" y="374"/>
                  </a:lnTo>
                  <a:lnTo>
                    <a:pt x="731" y="374"/>
                  </a:lnTo>
                  <a:cubicBezTo>
                    <a:pt x="749" y="376"/>
                    <a:pt x="767" y="377"/>
                    <a:pt x="785" y="377"/>
                  </a:cubicBezTo>
                  <a:cubicBezTo>
                    <a:pt x="803" y="377"/>
                    <a:pt x="821" y="376"/>
                    <a:pt x="838" y="374"/>
                  </a:cubicBezTo>
                  <a:cubicBezTo>
                    <a:pt x="866" y="374"/>
                    <a:pt x="894" y="372"/>
                    <a:pt x="922" y="372"/>
                  </a:cubicBezTo>
                  <a:cubicBezTo>
                    <a:pt x="939" y="372"/>
                    <a:pt x="945" y="364"/>
                    <a:pt x="961" y="359"/>
                  </a:cubicBezTo>
                  <a:cubicBezTo>
                    <a:pt x="962" y="358"/>
                    <a:pt x="962" y="358"/>
                    <a:pt x="962" y="358"/>
                  </a:cubicBezTo>
                  <a:cubicBezTo>
                    <a:pt x="962" y="357"/>
                    <a:pt x="963" y="357"/>
                    <a:pt x="963" y="357"/>
                  </a:cubicBezTo>
                  <a:cubicBezTo>
                    <a:pt x="972" y="358"/>
                    <a:pt x="981" y="358"/>
                    <a:pt x="991" y="358"/>
                  </a:cubicBezTo>
                  <a:cubicBezTo>
                    <a:pt x="1000" y="358"/>
                    <a:pt x="1010" y="358"/>
                    <a:pt x="1019" y="357"/>
                  </a:cubicBezTo>
                  <a:cubicBezTo>
                    <a:pt x="1020" y="357"/>
                    <a:pt x="1021" y="357"/>
                    <a:pt x="1021" y="357"/>
                  </a:cubicBezTo>
                  <a:cubicBezTo>
                    <a:pt x="1022" y="356"/>
                    <a:pt x="1023" y="356"/>
                    <a:pt x="1023" y="355"/>
                  </a:cubicBezTo>
                  <a:cubicBezTo>
                    <a:pt x="1023" y="354"/>
                    <a:pt x="1024" y="353"/>
                    <a:pt x="1024" y="353"/>
                  </a:cubicBezTo>
                  <a:cubicBezTo>
                    <a:pt x="1024" y="352"/>
                    <a:pt x="1023" y="351"/>
                    <a:pt x="1023" y="350"/>
                  </a:cubicBezTo>
                  <a:cubicBezTo>
                    <a:pt x="1037" y="365"/>
                    <a:pt x="1053" y="378"/>
                    <a:pt x="1067" y="392"/>
                  </a:cubicBezTo>
                  <a:cubicBezTo>
                    <a:pt x="1076" y="400"/>
                    <a:pt x="1093" y="412"/>
                    <a:pt x="1103" y="421"/>
                  </a:cubicBezTo>
                  <a:cubicBezTo>
                    <a:pt x="1111" y="450"/>
                    <a:pt x="1122" y="477"/>
                    <a:pt x="1137" y="502"/>
                  </a:cubicBezTo>
                  <a:cubicBezTo>
                    <a:pt x="1153" y="529"/>
                    <a:pt x="1172" y="554"/>
                    <a:pt x="1194" y="576"/>
                  </a:cubicBezTo>
                  <a:cubicBezTo>
                    <a:pt x="1197" y="610"/>
                    <a:pt x="1207" y="644"/>
                    <a:pt x="1222" y="675"/>
                  </a:cubicBezTo>
                  <a:cubicBezTo>
                    <a:pt x="1247" y="726"/>
                    <a:pt x="1275" y="775"/>
                    <a:pt x="1302" y="824"/>
                  </a:cubicBezTo>
                  <a:cubicBezTo>
                    <a:pt x="1300" y="823"/>
                    <a:pt x="1299" y="822"/>
                    <a:pt x="1297" y="821"/>
                  </a:cubicBezTo>
                  <a:cubicBezTo>
                    <a:pt x="1293" y="819"/>
                    <a:pt x="1289" y="817"/>
                    <a:pt x="1285" y="817"/>
                  </a:cubicBezTo>
                  <a:lnTo>
                    <a:pt x="1284" y="817"/>
                  </a:lnTo>
                  <a:cubicBezTo>
                    <a:pt x="1283" y="817"/>
                    <a:pt x="1282" y="818"/>
                    <a:pt x="1281" y="818"/>
                  </a:cubicBezTo>
                  <a:cubicBezTo>
                    <a:pt x="1280" y="819"/>
                    <a:pt x="1279" y="819"/>
                    <a:pt x="1279" y="820"/>
                  </a:cubicBezTo>
                  <a:cubicBezTo>
                    <a:pt x="1278" y="821"/>
                    <a:pt x="1278" y="822"/>
                    <a:pt x="1278" y="823"/>
                  </a:cubicBezTo>
                  <a:cubicBezTo>
                    <a:pt x="1278" y="824"/>
                    <a:pt x="1278" y="825"/>
                    <a:pt x="1279" y="826"/>
                  </a:cubicBezTo>
                  <a:cubicBezTo>
                    <a:pt x="1279" y="827"/>
                    <a:pt x="1280" y="828"/>
                    <a:pt x="1280" y="828"/>
                  </a:cubicBezTo>
                  <a:cubicBezTo>
                    <a:pt x="1290" y="835"/>
                    <a:pt x="1288" y="843"/>
                    <a:pt x="1294" y="852"/>
                  </a:cubicBezTo>
                  <a:cubicBezTo>
                    <a:pt x="1299" y="861"/>
                    <a:pt x="1310" y="870"/>
                    <a:pt x="1317" y="880"/>
                  </a:cubicBezTo>
                  <a:cubicBezTo>
                    <a:pt x="1318" y="882"/>
                    <a:pt x="1319" y="884"/>
                    <a:pt x="1320" y="886"/>
                  </a:cubicBezTo>
                  <a:cubicBezTo>
                    <a:pt x="1324" y="892"/>
                    <a:pt x="1328" y="899"/>
                    <a:pt x="1334" y="905"/>
                  </a:cubicBezTo>
                  <a:cubicBezTo>
                    <a:pt x="1338" y="918"/>
                    <a:pt x="1344" y="930"/>
                    <a:pt x="1350" y="942"/>
                  </a:cubicBezTo>
                  <a:cubicBezTo>
                    <a:pt x="1369" y="976"/>
                    <a:pt x="1383" y="1012"/>
                    <a:pt x="1392" y="1050"/>
                  </a:cubicBezTo>
                  <a:lnTo>
                    <a:pt x="1392" y="1052"/>
                  </a:lnTo>
                  <a:cubicBezTo>
                    <a:pt x="1393" y="1060"/>
                    <a:pt x="1395" y="1068"/>
                    <a:pt x="1396" y="1076"/>
                  </a:cubicBezTo>
                  <a:cubicBezTo>
                    <a:pt x="1396" y="1076"/>
                    <a:pt x="1395" y="1076"/>
                    <a:pt x="1394" y="1075"/>
                  </a:cubicBezTo>
                  <a:cubicBezTo>
                    <a:pt x="1393" y="1075"/>
                    <a:pt x="1394" y="1074"/>
                    <a:pt x="1393" y="1074"/>
                  </a:cubicBezTo>
                  <a:lnTo>
                    <a:pt x="1389" y="1074"/>
                  </a:lnTo>
                  <a:cubicBezTo>
                    <a:pt x="1377" y="1046"/>
                    <a:pt x="1371" y="1012"/>
                    <a:pt x="1358" y="984"/>
                  </a:cubicBezTo>
                  <a:cubicBezTo>
                    <a:pt x="1354" y="976"/>
                    <a:pt x="1351" y="969"/>
                    <a:pt x="1347" y="962"/>
                  </a:cubicBezTo>
                  <a:cubicBezTo>
                    <a:pt x="1331" y="935"/>
                    <a:pt x="1311" y="910"/>
                    <a:pt x="1288" y="889"/>
                  </a:cubicBezTo>
                  <a:cubicBezTo>
                    <a:pt x="1258" y="860"/>
                    <a:pt x="1221" y="839"/>
                    <a:pt x="1191" y="810"/>
                  </a:cubicBezTo>
                  <a:cubicBezTo>
                    <a:pt x="1160" y="782"/>
                    <a:pt x="1122" y="767"/>
                    <a:pt x="1088" y="743"/>
                  </a:cubicBezTo>
                  <a:cubicBezTo>
                    <a:pt x="1086" y="742"/>
                    <a:pt x="1084" y="745"/>
                    <a:pt x="1086" y="747"/>
                  </a:cubicBezTo>
                  <a:cubicBezTo>
                    <a:pt x="1103" y="761"/>
                    <a:pt x="1121" y="775"/>
                    <a:pt x="1140" y="785"/>
                  </a:cubicBezTo>
                  <a:cubicBezTo>
                    <a:pt x="1144" y="788"/>
                    <a:pt x="1147" y="788"/>
                    <a:pt x="1150" y="790"/>
                  </a:cubicBezTo>
                  <a:cubicBezTo>
                    <a:pt x="1184" y="812"/>
                    <a:pt x="1216" y="838"/>
                    <a:pt x="1245" y="867"/>
                  </a:cubicBezTo>
                  <a:cubicBezTo>
                    <a:pt x="1284" y="897"/>
                    <a:pt x="1316" y="934"/>
                    <a:pt x="1341" y="975"/>
                  </a:cubicBezTo>
                  <a:cubicBezTo>
                    <a:pt x="1358" y="1006"/>
                    <a:pt x="1363" y="1041"/>
                    <a:pt x="1376" y="1072"/>
                  </a:cubicBezTo>
                  <a:cubicBezTo>
                    <a:pt x="1356" y="1071"/>
                    <a:pt x="1339" y="1076"/>
                    <a:pt x="1348" y="1102"/>
                  </a:cubicBezTo>
                  <a:cubicBezTo>
                    <a:pt x="1360" y="1139"/>
                    <a:pt x="1384" y="1170"/>
                    <a:pt x="1393" y="1209"/>
                  </a:cubicBezTo>
                  <a:cubicBezTo>
                    <a:pt x="1399" y="1233"/>
                    <a:pt x="1404" y="1257"/>
                    <a:pt x="1408" y="1281"/>
                  </a:cubicBezTo>
                  <a:cubicBezTo>
                    <a:pt x="1409" y="1287"/>
                    <a:pt x="1411" y="1291"/>
                    <a:pt x="1412" y="1296"/>
                  </a:cubicBezTo>
                  <a:cubicBezTo>
                    <a:pt x="1409" y="1291"/>
                    <a:pt x="1406" y="1286"/>
                    <a:pt x="1403" y="1280"/>
                  </a:cubicBezTo>
                  <a:cubicBezTo>
                    <a:pt x="1402" y="1280"/>
                    <a:pt x="1402" y="1280"/>
                    <a:pt x="1402" y="1280"/>
                  </a:cubicBezTo>
                  <a:lnTo>
                    <a:pt x="1401" y="1280"/>
                  </a:lnTo>
                  <a:cubicBezTo>
                    <a:pt x="1401" y="1281"/>
                    <a:pt x="1401" y="1281"/>
                    <a:pt x="1401" y="1281"/>
                  </a:cubicBezTo>
                  <a:cubicBezTo>
                    <a:pt x="1408" y="1295"/>
                    <a:pt x="1415" y="1309"/>
                    <a:pt x="1420" y="1323"/>
                  </a:cubicBezTo>
                  <a:cubicBezTo>
                    <a:pt x="1428" y="1342"/>
                    <a:pt x="1433" y="1361"/>
                    <a:pt x="1437" y="1380"/>
                  </a:cubicBezTo>
                  <a:cubicBezTo>
                    <a:pt x="1437" y="1380"/>
                    <a:pt x="1437" y="1381"/>
                    <a:pt x="1438" y="1381"/>
                  </a:cubicBezTo>
                  <a:cubicBezTo>
                    <a:pt x="1439" y="1382"/>
                    <a:pt x="1438" y="1382"/>
                    <a:pt x="1439" y="1382"/>
                  </a:cubicBezTo>
                  <a:cubicBezTo>
                    <a:pt x="1460" y="1476"/>
                    <a:pt x="1453" y="1579"/>
                    <a:pt x="1461" y="1674"/>
                  </a:cubicBezTo>
                  <a:cubicBezTo>
                    <a:pt x="1457" y="1664"/>
                    <a:pt x="1455" y="1654"/>
                    <a:pt x="1452" y="1644"/>
                  </a:cubicBezTo>
                  <a:lnTo>
                    <a:pt x="1452" y="16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2"/>
            <p:cNvSpPr/>
            <p:nvPr/>
          </p:nvSpPr>
          <p:spPr>
            <a:xfrm>
              <a:off x="9388800" y="3383280"/>
              <a:ext cx="192240" cy="312120"/>
            </a:xfrm>
            <a:custGeom>
              <a:rect b="b" l="l" r="r" t="t"/>
              <a:pathLst>
                <a:path extrusionOk="0" h="867" w="534">
                  <a:moveTo>
                    <a:pt x="531" y="861"/>
                  </a:moveTo>
                  <a:cubicBezTo>
                    <a:pt x="516" y="833"/>
                    <a:pt x="504" y="804"/>
                    <a:pt x="494" y="774"/>
                  </a:cubicBezTo>
                  <a:cubicBezTo>
                    <a:pt x="480" y="722"/>
                    <a:pt x="463" y="671"/>
                    <a:pt x="443" y="621"/>
                  </a:cubicBezTo>
                  <a:cubicBezTo>
                    <a:pt x="410" y="532"/>
                    <a:pt x="359" y="450"/>
                    <a:pt x="318" y="363"/>
                  </a:cubicBezTo>
                  <a:cubicBezTo>
                    <a:pt x="311" y="348"/>
                    <a:pt x="304" y="333"/>
                    <a:pt x="295" y="318"/>
                  </a:cubicBezTo>
                  <a:cubicBezTo>
                    <a:pt x="280" y="292"/>
                    <a:pt x="262" y="267"/>
                    <a:pt x="242" y="244"/>
                  </a:cubicBezTo>
                  <a:cubicBezTo>
                    <a:pt x="230" y="228"/>
                    <a:pt x="219" y="212"/>
                    <a:pt x="209" y="195"/>
                  </a:cubicBezTo>
                  <a:cubicBezTo>
                    <a:pt x="207" y="192"/>
                    <a:pt x="207" y="190"/>
                    <a:pt x="205" y="187"/>
                  </a:cubicBezTo>
                  <a:cubicBezTo>
                    <a:pt x="198" y="174"/>
                    <a:pt x="188" y="162"/>
                    <a:pt x="178" y="150"/>
                  </a:cubicBezTo>
                  <a:cubicBezTo>
                    <a:pt x="151" y="130"/>
                    <a:pt x="127" y="107"/>
                    <a:pt x="104" y="82"/>
                  </a:cubicBezTo>
                  <a:cubicBezTo>
                    <a:pt x="74" y="52"/>
                    <a:pt x="35" y="30"/>
                    <a:pt x="3" y="1"/>
                  </a:cubicBezTo>
                  <a:cubicBezTo>
                    <a:pt x="2" y="0"/>
                    <a:pt x="0" y="1"/>
                    <a:pt x="1" y="3"/>
                  </a:cubicBezTo>
                  <a:cubicBezTo>
                    <a:pt x="34" y="39"/>
                    <a:pt x="76" y="67"/>
                    <a:pt x="110" y="101"/>
                  </a:cubicBezTo>
                  <a:cubicBezTo>
                    <a:pt x="133" y="125"/>
                    <a:pt x="169" y="151"/>
                    <a:pt x="183" y="182"/>
                  </a:cubicBezTo>
                  <a:cubicBezTo>
                    <a:pt x="185" y="184"/>
                    <a:pt x="186" y="186"/>
                    <a:pt x="187" y="189"/>
                  </a:cubicBezTo>
                  <a:cubicBezTo>
                    <a:pt x="204" y="219"/>
                    <a:pt x="225" y="247"/>
                    <a:pt x="247" y="272"/>
                  </a:cubicBezTo>
                  <a:cubicBezTo>
                    <a:pt x="258" y="288"/>
                    <a:pt x="269" y="304"/>
                    <a:pt x="278" y="321"/>
                  </a:cubicBezTo>
                  <a:cubicBezTo>
                    <a:pt x="293" y="346"/>
                    <a:pt x="305" y="371"/>
                    <a:pt x="316" y="397"/>
                  </a:cubicBezTo>
                  <a:cubicBezTo>
                    <a:pt x="355" y="485"/>
                    <a:pt x="405" y="566"/>
                    <a:pt x="439" y="657"/>
                  </a:cubicBezTo>
                  <a:cubicBezTo>
                    <a:pt x="456" y="695"/>
                    <a:pt x="470" y="735"/>
                    <a:pt x="481" y="775"/>
                  </a:cubicBezTo>
                  <a:cubicBezTo>
                    <a:pt x="486" y="795"/>
                    <a:pt x="494" y="814"/>
                    <a:pt x="504" y="831"/>
                  </a:cubicBezTo>
                  <a:cubicBezTo>
                    <a:pt x="510" y="842"/>
                    <a:pt x="518" y="853"/>
                    <a:pt x="526" y="863"/>
                  </a:cubicBezTo>
                  <a:cubicBezTo>
                    <a:pt x="528" y="866"/>
                    <a:pt x="533" y="864"/>
                    <a:pt x="531" y="8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2"/>
            <p:cNvSpPr/>
            <p:nvPr/>
          </p:nvSpPr>
          <p:spPr>
            <a:xfrm>
              <a:off x="9578520" y="3800880"/>
              <a:ext cx="10440" cy="19800"/>
            </a:xfrm>
            <a:custGeom>
              <a:rect b="b" l="l" r="r" t="t"/>
              <a:pathLst>
                <a:path extrusionOk="0" h="55" w="29">
                  <a:moveTo>
                    <a:pt x="25" y="1"/>
                  </a:moveTo>
                  <a:cubicBezTo>
                    <a:pt x="15" y="9"/>
                    <a:pt x="18" y="24"/>
                    <a:pt x="18" y="36"/>
                  </a:cubicBezTo>
                  <a:cubicBezTo>
                    <a:pt x="18" y="37"/>
                    <a:pt x="18" y="49"/>
                    <a:pt x="15" y="47"/>
                  </a:cubicBezTo>
                  <a:cubicBezTo>
                    <a:pt x="13" y="45"/>
                    <a:pt x="11" y="44"/>
                    <a:pt x="9" y="40"/>
                  </a:cubicBezTo>
                  <a:cubicBezTo>
                    <a:pt x="9" y="40"/>
                    <a:pt x="9" y="39"/>
                    <a:pt x="8" y="38"/>
                  </a:cubicBezTo>
                  <a:cubicBezTo>
                    <a:pt x="5" y="33"/>
                    <a:pt x="3" y="27"/>
                    <a:pt x="2" y="21"/>
                  </a:cubicBezTo>
                  <a:lnTo>
                    <a:pt x="0" y="21"/>
                  </a:lnTo>
                  <a:cubicBezTo>
                    <a:pt x="2" y="31"/>
                    <a:pt x="6" y="53"/>
                    <a:pt x="18" y="54"/>
                  </a:cubicBezTo>
                  <a:cubicBezTo>
                    <a:pt x="26" y="54"/>
                    <a:pt x="25" y="45"/>
                    <a:pt x="25" y="40"/>
                  </a:cubicBezTo>
                  <a:cubicBezTo>
                    <a:pt x="25" y="29"/>
                    <a:pt x="18" y="11"/>
                    <a:pt x="27" y="2"/>
                  </a:cubicBezTo>
                  <a:cubicBezTo>
                    <a:pt x="28" y="1"/>
                    <a:pt x="26" y="0"/>
                    <a:pt x="2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2"/>
            <p:cNvSpPr/>
            <p:nvPr/>
          </p:nvSpPr>
          <p:spPr>
            <a:xfrm>
              <a:off x="9569520" y="3641040"/>
              <a:ext cx="79920" cy="283320"/>
            </a:xfrm>
            <a:custGeom>
              <a:rect b="b" l="l" r="r" t="t"/>
              <a:pathLst>
                <a:path extrusionOk="0" h="787" w="222">
                  <a:moveTo>
                    <a:pt x="195" y="725"/>
                  </a:moveTo>
                  <a:cubicBezTo>
                    <a:pt x="193" y="701"/>
                    <a:pt x="196" y="676"/>
                    <a:pt x="195" y="654"/>
                  </a:cubicBezTo>
                  <a:cubicBezTo>
                    <a:pt x="191" y="608"/>
                    <a:pt x="187" y="562"/>
                    <a:pt x="179" y="516"/>
                  </a:cubicBezTo>
                  <a:cubicBezTo>
                    <a:pt x="171" y="470"/>
                    <a:pt x="148" y="429"/>
                    <a:pt x="134" y="388"/>
                  </a:cubicBezTo>
                  <a:cubicBezTo>
                    <a:pt x="130" y="377"/>
                    <a:pt x="125" y="366"/>
                    <a:pt x="119" y="355"/>
                  </a:cubicBezTo>
                  <a:lnTo>
                    <a:pt x="112" y="339"/>
                  </a:lnTo>
                  <a:cubicBezTo>
                    <a:pt x="104" y="332"/>
                    <a:pt x="104" y="325"/>
                    <a:pt x="112" y="320"/>
                  </a:cubicBezTo>
                  <a:cubicBezTo>
                    <a:pt x="116" y="326"/>
                    <a:pt x="120" y="333"/>
                    <a:pt x="124" y="340"/>
                  </a:cubicBezTo>
                  <a:cubicBezTo>
                    <a:pt x="127" y="344"/>
                    <a:pt x="129" y="348"/>
                    <a:pt x="131" y="353"/>
                  </a:cubicBezTo>
                  <a:lnTo>
                    <a:pt x="134" y="358"/>
                  </a:lnTo>
                  <a:cubicBezTo>
                    <a:pt x="137" y="367"/>
                    <a:pt x="151" y="361"/>
                    <a:pt x="148" y="351"/>
                  </a:cubicBezTo>
                  <a:cubicBezTo>
                    <a:pt x="125" y="285"/>
                    <a:pt x="118" y="215"/>
                    <a:pt x="91" y="151"/>
                  </a:cubicBezTo>
                  <a:cubicBezTo>
                    <a:pt x="80" y="125"/>
                    <a:pt x="68" y="99"/>
                    <a:pt x="53" y="74"/>
                  </a:cubicBezTo>
                  <a:cubicBezTo>
                    <a:pt x="39" y="49"/>
                    <a:pt x="22" y="25"/>
                    <a:pt x="4" y="2"/>
                  </a:cubicBezTo>
                  <a:cubicBezTo>
                    <a:pt x="3" y="0"/>
                    <a:pt x="0" y="2"/>
                    <a:pt x="1" y="5"/>
                  </a:cubicBezTo>
                  <a:cubicBezTo>
                    <a:pt x="9" y="16"/>
                    <a:pt x="17" y="28"/>
                    <a:pt x="24" y="40"/>
                  </a:cubicBezTo>
                  <a:cubicBezTo>
                    <a:pt x="45" y="77"/>
                    <a:pt x="62" y="116"/>
                    <a:pt x="74" y="156"/>
                  </a:cubicBezTo>
                  <a:cubicBezTo>
                    <a:pt x="90" y="208"/>
                    <a:pt x="100" y="261"/>
                    <a:pt x="117" y="314"/>
                  </a:cubicBezTo>
                  <a:cubicBezTo>
                    <a:pt x="110" y="308"/>
                    <a:pt x="104" y="303"/>
                    <a:pt x="98" y="298"/>
                  </a:cubicBezTo>
                  <a:lnTo>
                    <a:pt x="97" y="298"/>
                  </a:lnTo>
                  <a:lnTo>
                    <a:pt x="96" y="298"/>
                  </a:lnTo>
                  <a:lnTo>
                    <a:pt x="96" y="299"/>
                  </a:lnTo>
                  <a:lnTo>
                    <a:pt x="95" y="299"/>
                  </a:lnTo>
                  <a:cubicBezTo>
                    <a:pt x="84" y="334"/>
                    <a:pt x="106" y="363"/>
                    <a:pt x="117" y="396"/>
                  </a:cubicBezTo>
                  <a:cubicBezTo>
                    <a:pt x="136" y="441"/>
                    <a:pt x="150" y="489"/>
                    <a:pt x="161" y="537"/>
                  </a:cubicBezTo>
                  <a:cubicBezTo>
                    <a:pt x="170" y="584"/>
                    <a:pt x="175" y="632"/>
                    <a:pt x="175" y="679"/>
                  </a:cubicBezTo>
                  <a:cubicBezTo>
                    <a:pt x="175" y="686"/>
                    <a:pt x="175" y="692"/>
                    <a:pt x="175" y="699"/>
                  </a:cubicBezTo>
                  <a:cubicBezTo>
                    <a:pt x="159" y="679"/>
                    <a:pt x="144" y="656"/>
                    <a:pt x="130" y="633"/>
                  </a:cubicBezTo>
                  <a:cubicBezTo>
                    <a:pt x="128" y="628"/>
                    <a:pt x="125" y="624"/>
                    <a:pt x="122" y="619"/>
                  </a:cubicBezTo>
                  <a:cubicBezTo>
                    <a:pt x="87" y="556"/>
                    <a:pt x="65" y="485"/>
                    <a:pt x="60" y="412"/>
                  </a:cubicBezTo>
                  <a:cubicBezTo>
                    <a:pt x="60" y="412"/>
                    <a:pt x="60" y="411"/>
                    <a:pt x="59" y="411"/>
                  </a:cubicBezTo>
                  <a:cubicBezTo>
                    <a:pt x="58" y="410"/>
                    <a:pt x="59" y="410"/>
                    <a:pt x="58" y="410"/>
                  </a:cubicBezTo>
                  <a:lnTo>
                    <a:pt x="57" y="410"/>
                  </a:lnTo>
                  <a:lnTo>
                    <a:pt x="56" y="410"/>
                  </a:lnTo>
                  <a:cubicBezTo>
                    <a:pt x="56" y="410"/>
                    <a:pt x="55" y="410"/>
                    <a:pt x="55" y="411"/>
                  </a:cubicBezTo>
                  <a:lnTo>
                    <a:pt x="55" y="412"/>
                  </a:lnTo>
                  <a:cubicBezTo>
                    <a:pt x="49" y="526"/>
                    <a:pt x="102" y="643"/>
                    <a:pt x="177" y="731"/>
                  </a:cubicBezTo>
                  <a:cubicBezTo>
                    <a:pt x="177" y="745"/>
                    <a:pt x="181" y="758"/>
                    <a:pt x="188" y="770"/>
                  </a:cubicBezTo>
                  <a:cubicBezTo>
                    <a:pt x="190" y="773"/>
                    <a:pt x="191" y="775"/>
                    <a:pt x="193" y="777"/>
                  </a:cubicBezTo>
                  <a:cubicBezTo>
                    <a:pt x="200" y="786"/>
                    <a:pt x="212" y="775"/>
                    <a:pt x="208" y="766"/>
                  </a:cubicBezTo>
                  <a:lnTo>
                    <a:pt x="211" y="770"/>
                  </a:lnTo>
                  <a:lnTo>
                    <a:pt x="212" y="770"/>
                  </a:lnTo>
                  <a:cubicBezTo>
                    <a:pt x="213" y="771"/>
                    <a:pt x="214" y="771"/>
                    <a:pt x="214" y="771"/>
                  </a:cubicBezTo>
                  <a:cubicBezTo>
                    <a:pt x="215" y="771"/>
                    <a:pt x="216" y="771"/>
                    <a:pt x="217" y="770"/>
                  </a:cubicBezTo>
                  <a:cubicBezTo>
                    <a:pt x="217" y="770"/>
                    <a:pt x="217" y="768"/>
                    <a:pt x="218" y="768"/>
                  </a:cubicBezTo>
                  <a:cubicBezTo>
                    <a:pt x="219" y="767"/>
                    <a:pt x="219" y="767"/>
                    <a:pt x="219" y="766"/>
                  </a:cubicBezTo>
                  <a:cubicBezTo>
                    <a:pt x="221" y="753"/>
                    <a:pt x="216" y="748"/>
                    <a:pt x="207" y="737"/>
                  </a:cubicBezTo>
                  <a:lnTo>
                    <a:pt x="195" y="7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2"/>
            <p:cNvSpPr/>
            <p:nvPr/>
          </p:nvSpPr>
          <p:spPr>
            <a:xfrm>
              <a:off x="9282960" y="3504960"/>
              <a:ext cx="190080" cy="88560"/>
            </a:xfrm>
            <a:custGeom>
              <a:rect b="b" l="l" r="r" t="t"/>
              <a:pathLst>
                <a:path extrusionOk="0" h="246" w="528">
                  <a:moveTo>
                    <a:pt x="239" y="7"/>
                  </a:moveTo>
                  <a:cubicBezTo>
                    <a:pt x="213" y="2"/>
                    <a:pt x="188" y="0"/>
                    <a:pt x="162" y="0"/>
                  </a:cubicBezTo>
                  <a:cubicBezTo>
                    <a:pt x="151" y="0"/>
                    <a:pt x="141" y="0"/>
                    <a:pt x="131" y="1"/>
                  </a:cubicBezTo>
                  <a:cubicBezTo>
                    <a:pt x="84" y="1"/>
                    <a:pt x="46" y="19"/>
                    <a:pt x="2" y="26"/>
                  </a:cubicBezTo>
                  <a:cubicBezTo>
                    <a:pt x="1" y="26"/>
                    <a:pt x="1" y="26"/>
                    <a:pt x="1" y="26"/>
                  </a:cubicBezTo>
                  <a:cubicBezTo>
                    <a:pt x="1" y="26"/>
                    <a:pt x="1" y="27"/>
                    <a:pt x="0" y="27"/>
                  </a:cubicBezTo>
                  <a:cubicBezTo>
                    <a:pt x="0" y="28"/>
                    <a:pt x="0" y="28"/>
                    <a:pt x="0" y="28"/>
                  </a:cubicBezTo>
                  <a:cubicBezTo>
                    <a:pt x="1" y="28"/>
                    <a:pt x="1" y="28"/>
                    <a:pt x="1" y="29"/>
                  </a:cubicBezTo>
                  <a:lnTo>
                    <a:pt x="2" y="29"/>
                  </a:lnTo>
                  <a:cubicBezTo>
                    <a:pt x="46" y="27"/>
                    <a:pt x="86" y="10"/>
                    <a:pt x="131" y="11"/>
                  </a:cubicBezTo>
                  <a:cubicBezTo>
                    <a:pt x="142" y="11"/>
                    <a:pt x="154" y="10"/>
                    <a:pt x="166" y="10"/>
                  </a:cubicBezTo>
                  <a:cubicBezTo>
                    <a:pt x="189" y="10"/>
                    <a:pt x="213" y="12"/>
                    <a:pt x="237" y="15"/>
                  </a:cubicBezTo>
                  <a:cubicBezTo>
                    <a:pt x="284" y="24"/>
                    <a:pt x="312" y="34"/>
                    <a:pt x="344" y="66"/>
                  </a:cubicBezTo>
                  <a:lnTo>
                    <a:pt x="341" y="66"/>
                  </a:lnTo>
                  <a:cubicBezTo>
                    <a:pt x="335" y="65"/>
                    <a:pt x="328" y="65"/>
                    <a:pt x="321" y="65"/>
                  </a:cubicBezTo>
                  <a:cubicBezTo>
                    <a:pt x="306" y="65"/>
                    <a:pt x="291" y="66"/>
                    <a:pt x="276" y="69"/>
                  </a:cubicBezTo>
                  <a:cubicBezTo>
                    <a:pt x="272" y="69"/>
                    <a:pt x="273" y="69"/>
                    <a:pt x="276" y="69"/>
                  </a:cubicBezTo>
                  <a:cubicBezTo>
                    <a:pt x="271" y="69"/>
                    <a:pt x="266" y="69"/>
                    <a:pt x="262" y="69"/>
                  </a:cubicBezTo>
                  <a:cubicBezTo>
                    <a:pt x="257" y="69"/>
                    <a:pt x="254" y="69"/>
                    <a:pt x="249" y="69"/>
                  </a:cubicBezTo>
                  <a:cubicBezTo>
                    <a:pt x="246" y="69"/>
                    <a:pt x="245" y="73"/>
                    <a:pt x="248" y="75"/>
                  </a:cubicBezTo>
                  <a:cubicBezTo>
                    <a:pt x="264" y="84"/>
                    <a:pt x="281" y="90"/>
                    <a:pt x="299" y="95"/>
                  </a:cubicBezTo>
                  <a:cubicBezTo>
                    <a:pt x="343" y="111"/>
                    <a:pt x="378" y="121"/>
                    <a:pt x="413" y="154"/>
                  </a:cubicBezTo>
                  <a:cubicBezTo>
                    <a:pt x="431" y="170"/>
                    <a:pt x="454" y="180"/>
                    <a:pt x="472" y="197"/>
                  </a:cubicBezTo>
                  <a:cubicBezTo>
                    <a:pt x="487" y="213"/>
                    <a:pt x="503" y="229"/>
                    <a:pt x="520" y="244"/>
                  </a:cubicBezTo>
                  <a:cubicBezTo>
                    <a:pt x="521" y="244"/>
                    <a:pt x="522" y="244"/>
                    <a:pt x="523" y="244"/>
                  </a:cubicBezTo>
                  <a:cubicBezTo>
                    <a:pt x="523" y="244"/>
                    <a:pt x="524" y="245"/>
                    <a:pt x="525" y="244"/>
                  </a:cubicBezTo>
                  <a:cubicBezTo>
                    <a:pt x="526" y="243"/>
                    <a:pt x="525" y="243"/>
                    <a:pt x="526" y="242"/>
                  </a:cubicBezTo>
                  <a:cubicBezTo>
                    <a:pt x="527" y="241"/>
                    <a:pt x="527" y="241"/>
                    <a:pt x="527" y="240"/>
                  </a:cubicBezTo>
                  <a:cubicBezTo>
                    <a:pt x="527" y="239"/>
                    <a:pt x="527" y="239"/>
                    <a:pt x="527" y="238"/>
                  </a:cubicBezTo>
                  <a:cubicBezTo>
                    <a:pt x="495" y="182"/>
                    <a:pt x="441" y="145"/>
                    <a:pt x="389" y="110"/>
                  </a:cubicBezTo>
                  <a:cubicBezTo>
                    <a:pt x="360" y="90"/>
                    <a:pt x="322" y="85"/>
                    <a:pt x="290" y="74"/>
                  </a:cubicBezTo>
                  <a:cubicBezTo>
                    <a:pt x="294" y="75"/>
                    <a:pt x="298" y="76"/>
                    <a:pt x="302" y="77"/>
                  </a:cubicBezTo>
                  <a:cubicBezTo>
                    <a:pt x="307" y="76"/>
                    <a:pt x="312" y="76"/>
                    <a:pt x="317" y="76"/>
                  </a:cubicBezTo>
                  <a:cubicBezTo>
                    <a:pt x="332" y="76"/>
                    <a:pt x="347" y="78"/>
                    <a:pt x="362" y="83"/>
                  </a:cubicBezTo>
                  <a:lnTo>
                    <a:pt x="363" y="83"/>
                  </a:lnTo>
                  <a:cubicBezTo>
                    <a:pt x="364" y="83"/>
                    <a:pt x="365" y="83"/>
                    <a:pt x="366" y="82"/>
                  </a:cubicBezTo>
                  <a:cubicBezTo>
                    <a:pt x="366" y="82"/>
                    <a:pt x="366" y="81"/>
                    <a:pt x="367" y="80"/>
                  </a:cubicBezTo>
                  <a:cubicBezTo>
                    <a:pt x="368" y="79"/>
                    <a:pt x="368" y="79"/>
                    <a:pt x="368" y="78"/>
                  </a:cubicBezTo>
                  <a:cubicBezTo>
                    <a:pt x="368" y="77"/>
                    <a:pt x="368" y="77"/>
                    <a:pt x="367" y="76"/>
                  </a:cubicBezTo>
                  <a:cubicBezTo>
                    <a:pt x="366" y="75"/>
                    <a:pt x="367" y="75"/>
                    <a:pt x="367" y="75"/>
                  </a:cubicBezTo>
                  <a:cubicBezTo>
                    <a:pt x="341" y="56"/>
                    <a:pt x="330" y="38"/>
                    <a:pt x="299" y="25"/>
                  </a:cubicBezTo>
                  <a:cubicBezTo>
                    <a:pt x="280" y="17"/>
                    <a:pt x="260" y="11"/>
                    <a:pt x="23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2"/>
            <p:cNvSpPr/>
            <p:nvPr/>
          </p:nvSpPr>
          <p:spPr>
            <a:xfrm>
              <a:off x="9351360" y="3551040"/>
              <a:ext cx="153360" cy="91440"/>
            </a:xfrm>
            <a:custGeom>
              <a:rect b="b" l="l" r="r" t="t"/>
              <a:pathLst>
                <a:path extrusionOk="0" h="254" w="426">
                  <a:moveTo>
                    <a:pt x="398" y="205"/>
                  </a:moveTo>
                  <a:cubicBezTo>
                    <a:pt x="393" y="198"/>
                    <a:pt x="387" y="193"/>
                    <a:pt x="380" y="188"/>
                  </a:cubicBezTo>
                  <a:cubicBezTo>
                    <a:pt x="320" y="148"/>
                    <a:pt x="282" y="78"/>
                    <a:pt x="220" y="42"/>
                  </a:cubicBezTo>
                  <a:cubicBezTo>
                    <a:pt x="171" y="15"/>
                    <a:pt x="116" y="0"/>
                    <a:pt x="60" y="0"/>
                  </a:cubicBezTo>
                  <a:cubicBezTo>
                    <a:pt x="41" y="0"/>
                    <a:pt x="22" y="2"/>
                    <a:pt x="4" y="5"/>
                  </a:cubicBezTo>
                  <a:cubicBezTo>
                    <a:pt x="0" y="5"/>
                    <a:pt x="1" y="11"/>
                    <a:pt x="4" y="11"/>
                  </a:cubicBezTo>
                  <a:cubicBezTo>
                    <a:pt x="86" y="18"/>
                    <a:pt x="186" y="16"/>
                    <a:pt x="248" y="82"/>
                  </a:cubicBezTo>
                  <a:cubicBezTo>
                    <a:pt x="266" y="100"/>
                    <a:pt x="283" y="119"/>
                    <a:pt x="301" y="137"/>
                  </a:cubicBezTo>
                  <a:cubicBezTo>
                    <a:pt x="267" y="110"/>
                    <a:pt x="209" y="75"/>
                    <a:pt x="166" y="74"/>
                  </a:cubicBezTo>
                  <a:cubicBezTo>
                    <a:pt x="163" y="74"/>
                    <a:pt x="163" y="79"/>
                    <a:pt x="166" y="79"/>
                  </a:cubicBezTo>
                  <a:cubicBezTo>
                    <a:pt x="214" y="89"/>
                    <a:pt x="271" y="128"/>
                    <a:pt x="309" y="158"/>
                  </a:cubicBezTo>
                  <a:cubicBezTo>
                    <a:pt x="340" y="182"/>
                    <a:pt x="368" y="209"/>
                    <a:pt x="399" y="234"/>
                  </a:cubicBezTo>
                  <a:cubicBezTo>
                    <a:pt x="400" y="236"/>
                    <a:pt x="401" y="237"/>
                    <a:pt x="402" y="239"/>
                  </a:cubicBezTo>
                  <a:cubicBezTo>
                    <a:pt x="402" y="240"/>
                    <a:pt x="402" y="240"/>
                    <a:pt x="402" y="240"/>
                  </a:cubicBezTo>
                  <a:cubicBezTo>
                    <a:pt x="403" y="241"/>
                    <a:pt x="403" y="241"/>
                    <a:pt x="404" y="242"/>
                  </a:cubicBezTo>
                  <a:cubicBezTo>
                    <a:pt x="404" y="242"/>
                    <a:pt x="405" y="242"/>
                    <a:pt x="406" y="242"/>
                  </a:cubicBezTo>
                  <a:cubicBezTo>
                    <a:pt x="407" y="242"/>
                    <a:pt x="407" y="242"/>
                    <a:pt x="408" y="242"/>
                  </a:cubicBezTo>
                  <a:lnTo>
                    <a:pt x="408" y="241"/>
                  </a:lnTo>
                  <a:lnTo>
                    <a:pt x="421" y="251"/>
                  </a:lnTo>
                  <a:cubicBezTo>
                    <a:pt x="423" y="253"/>
                    <a:pt x="425" y="250"/>
                    <a:pt x="423" y="248"/>
                  </a:cubicBezTo>
                  <a:cubicBezTo>
                    <a:pt x="419" y="242"/>
                    <a:pt x="414" y="236"/>
                    <a:pt x="409" y="231"/>
                  </a:cubicBezTo>
                  <a:cubicBezTo>
                    <a:pt x="403" y="201"/>
                    <a:pt x="385" y="172"/>
                    <a:pt x="384" y="142"/>
                  </a:cubicBezTo>
                  <a:cubicBezTo>
                    <a:pt x="384" y="135"/>
                    <a:pt x="377" y="130"/>
                    <a:pt x="373" y="126"/>
                  </a:cubicBezTo>
                  <a:cubicBezTo>
                    <a:pt x="363" y="114"/>
                    <a:pt x="353" y="101"/>
                    <a:pt x="345" y="87"/>
                  </a:cubicBezTo>
                  <a:cubicBezTo>
                    <a:pt x="341" y="80"/>
                    <a:pt x="337" y="73"/>
                    <a:pt x="334" y="65"/>
                  </a:cubicBezTo>
                  <a:lnTo>
                    <a:pt x="334" y="64"/>
                  </a:lnTo>
                  <a:cubicBezTo>
                    <a:pt x="333" y="63"/>
                    <a:pt x="333" y="63"/>
                    <a:pt x="332" y="62"/>
                  </a:cubicBezTo>
                  <a:cubicBezTo>
                    <a:pt x="331" y="61"/>
                    <a:pt x="330" y="62"/>
                    <a:pt x="329" y="62"/>
                  </a:cubicBezTo>
                  <a:cubicBezTo>
                    <a:pt x="328" y="62"/>
                    <a:pt x="326" y="61"/>
                    <a:pt x="326" y="62"/>
                  </a:cubicBezTo>
                  <a:cubicBezTo>
                    <a:pt x="325" y="63"/>
                    <a:pt x="325" y="64"/>
                    <a:pt x="325" y="64"/>
                  </a:cubicBezTo>
                  <a:cubicBezTo>
                    <a:pt x="324" y="65"/>
                    <a:pt x="324" y="66"/>
                    <a:pt x="324" y="67"/>
                  </a:cubicBezTo>
                  <a:lnTo>
                    <a:pt x="324" y="68"/>
                  </a:lnTo>
                  <a:cubicBezTo>
                    <a:pt x="328" y="84"/>
                    <a:pt x="334" y="99"/>
                    <a:pt x="342" y="113"/>
                  </a:cubicBezTo>
                  <a:cubicBezTo>
                    <a:pt x="351" y="129"/>
                    <a:pt x="362" y="143"/>
                    <a:pt x="375" y="155"/>
                  </a:cubicBezTo>
                  <a:cubicBezTo>
                    <a:pt x="376" y="156"/>
                    <a:pt x="390" y="186"/>
                    <a:pt x="398" y="205"/>
                  </a:cubicBezTo>
                  <a:moveTo>
                    <a:pt x="376" y="197"/>
                  </a:moveTo>
                  <a:cubicBezTo>
                    <a:pt x="381" y="200"/>
                    <a:pt x="385" y="204"/>
                    <a:pt x="388" y="208"/>
                  </a:cubicBezTo>
                  <a:lnTo>
                    <a:pt x="376" y="1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2"/>
            <p:cNvSpPr/>
            <p:nvPr/>
          </p:nvSpPr>
          <p:spPr>
            <a:xfrm>
              <a:off x="9351000" y="3339000"/>
              <a:ext cx="358560" cy="346320"/>
            </a:xfrm>
            <a:custGeom>
              <a:rect b="b" l="l" r="r" t="t"/>
              <a:pathLst>
                <a:path extrusionOk="0" h="962" w="996">
                  <a:moveTo>
                    <a:pt x="860" y="155"/>
                  </a:moveTo>
                  <a:cubicBezTo>
                    <a:pt x="856" y="152"/>
                    <a:pt x="852" y="150"/>
                    <a:pt x="849" y="148"/>
                  </a:cubicBezTo>
                  <a:cubicBezTo>
                    <a:pt x="826" y="106"/>
                    <a:pt x="773" y="73"/>
                    <a:pt x="733" y="58"/>
                  </a:cubicBezTo>
                  <a:cubicBezTo>
                    <a:pt x="712" y="50"/>
                    <a:pt x="689" y="44"/>
                    <a:pt x="666" y="42"/>
                  </a:cubicBezTo>
                  <a:lnTo>
                    <a:pt x="666" y="38"/>
                  </a:lnTo>
                  <a:cubicBezTo>
                    <a:pt x="666" y="37"/>
                    <a:pt x="666" y="36"/>
                    <a:pt x="665" y="35"/>
                  </a:cubicBezTo>
                  <a:lnTo>
                    <a:pt x="664" y="34"/>
                  </a:lnTo>
                  <a:cubicBezTo>
                    <a:pt x="663" y="34"/>
                    <a:pt x="663" y="33"/>
                    <a:pt x="663" y="33"/>
                  </a:cubicBezTo>
                  <a:cubicBezTo>
                    <a:pt x="604" y="6"/>
                    <a:pt x="532" y="4"/>
                    <a:pt x="468" y="12"/>
                  </a:cubicBezTo>
                  <a:lnTo>
                    <a:pt x="459" y="13"/>
                  </a:lnTo>
                  <a:lnTo>
                    <a:pt x="459" y="12"/>
                  </a:lnTo>
                  <a:cubicBezTo>
                    <a:pt x="459" y="11"/>
                    <a:pt x="459" y="11"/>
                    <a:pt x="459" y="10"/>
                  </a:cubicBezTo>
                  <a:lnTo>
                    <a:pt x="458" y="9"/>
                  </a:lnTo>
                  <a:cubicBezTo>
                    <a:pt x="457" y="9"/>
                    <a:pt x="457" y="9"/>
                    <a:pt x="456" y="9"/>
                  </a:cubicBezTo>
                  <a:cubicBezTo>
                    <a:pt x="382" y="0"/>
                    <a:pt x="312" y="13"/>
                    <a:pt x="238" y="23"/>
                  </a:cubicBezTo>
                  <a:cubicBezTo>
                    <a:pt x="189" y="30"/>
                    <a:pt x="142" y="46"/>
                    <a:pt x="100" y="70"/>
                  </a:cubicBezTo>
                  <a:cubicBezTo>
                    <a:pt x="93" y="74"/>
                    <a:pt x="87" y="78"/>
                    <a:pt x="81" y="82"/>
                  </a:cubicBezTo>
                  <a:cubicBezTo>
                    <a:pt x="80" y="83"/>
                    <a:pt x="80" y="83"/>
                    <a:pt x="79" y="84"/>
                  </a:cubicBezTo>
                  <a:cubicBezTo>
                    <a:pt x="79" y="84"/>
                    <a:pt x="79" y="85"/>
                    <a:pt x="79" y="86"/>
                  </a:cubicBezTo>
                  <a:cubicBezTo>
                    <a:pt x="79" y="87"/>
                    <a:pt x="79" y="87"/>
                    <a:pt x="79" y="88"/>
                  </a:cubicBezTo>
                  <a:cubicBezTo>
                    <a:pt x="58" y="82"/>
                    <a:pt x="37" y="79"/>
                    <a:pt x="15" y="79"/>
                  </a:cubicBezTo>
                  <a:cubicBezTo>
                    <a:pt x="10" y="79"/>
                    <a:pt x="5" y="79"/>
                    <a:pt x="1" y="80"/>
                  </a:cubicBezTo>
                  <a:cubicBezTo>
                    <a:pt x="0" y="80"/>
                    <a:pt x="0" y="83"/>
                    <a:pt x="1" y="83"/>
                  </a:cubicBezTo>
                  <a:cubicBezTo>
                    <a:pt x="48" y="86"/>
                    <a:pt x="95" y="99"/>
                    <a:pt x="136" y="123"/>
                  </a:cubicBezTo>
                  <a:cubicBezTo>
                    <a:pt x="140" y="125"/>
                    <a:pt x="143" y="127"/>
                    <a:pt x="147" y="130"/>
                  </a:cubicBezTo>
                  <a:cubicBezTo>
                    <a:pt x="147" y="131"/>
                    <a:pt x="148" y="131"/>
                    <a:pt x="149" y="132"/>
                  </a:cubicBezTo>
                  <a:cubicBezTo>
                    <a:pt x="150" y="133"/>
                    <a:pt x="151" y="133"/>
                    <a:pt x="152" y="133"/>
                  </a:cubicBezTo>
                  <a:cubicBezTo>
                    <a:pt x="169" y="143"/>
                    <a:pt x="184" y="155"/>
                    <a:pt x="198" y="168"/>
                  </a:cubicBezTo>
                  <a:cubicBezTo>
                    <a:pt x="232" y="200"/>
                    <a:pt x="276" y="220"/>
                    <a:pt x="311" y="253"/>
                  </a:cubicBezTo>
                  <a:cubicBezTo>
                    <a:pt x="347" y="284"/>
                    <a:pt x="379" y="321"/>
                    <a:pt x="406" y="361"/>
                  </a:cubicBezTo>
                  <a:cubicBezTo>
                    <a:pt x="427" y="396"/>
                    <a:pt x="462" y="422"/>
                    <a:pt x="484" y="456"/>
                  </a:cubicBezTo>
                  <a:lnTo>
                    <a:pt x="484" y="457"/>
                  </a:lnTo>
                  <a:cubicBezTo>
                    <a:pt x="485" y="457"/>
                    <a:pt x="485" y="457"/>
                    <a:pt x="486" y="458"/>
                  </a:cubicBezTo>
                  <a:cubicBezTo>
                    <a:pt x="488" y="459"/>
                    <a:pt x="487" y="459"/>
                    <a:pt x="488" y="459"/>
                  </a:cubicBezTo>
                  <a:cubicBezTo>
                    <a:pt x="489" y="459"/>
                    <a:pt x="490" y="459"/>
                    <a:pt x="490" y="458"/>
                  </a:cubicBezTo>
                  <a:cubicBezTo>
                    <a:pt x="491" y="457"/>
                    <a:pt x="491" y="457"/>
                    <a:pt x="492" y="457"/>
                  </a:cubicBezTo>
                  <a:lnTo>
                    <a:pt x="492" y="456"/>
                  </a:lnTo>
                  <a:cubicBezTo>
                    <a:pt x="493" y="454"/>
                    <a:pt x="493" y="451"/>
                    <a:pt x="493" y="449"/>
                  </a:cubicBezTo>
                  <a:cubicBezTo>
                    <a:pt x="493" y="446"/>
                    <a:pt x="493" y="445"/>
                    <a:pt x="492" y="443"/>
                  </a:cubicBezTo>
                  <a:cubicBezTo>
                    <a:pt x="513" y="481"/>
                    <a:pt x="532" y="520"/>
                    <a:pt x="548" y="561"/>
                  </a:cubicBezTo>
                  <a:cubicBezTo>
                    <a:pt x="560" y="591"/>
                    <a:pt x="570" y="623"/>
                    <a:pt x="577" y="655"/>
                  </a:cubicBezTo>
                  <a:cubicBezTo>
                    <a:pt x="581" y="671"/>
                    <a:pt x="587" y="687"/>
                    <a:pt x="593" y="702"/>
                  </a:cubicBezTo>
                  <a:cubicBezTo>
                    <a:pt x="580" y="683"/>
                    <a:pt x="566" y="665"/>
                    <a:pt x="549" y="649"/>
                  </a:cubicBezTo>
                  <a:cubicBezTo>
                    <a:pt x="545" y="645"/>
                    <a:pt x="541" y="651"/>
                    <a:pt x="544" y="655"/>
                  </a:cubicBezTo>
                  <a:cubicBezTo>
                    <a:pt x="550" y="662"/>
                    <a:pt x="556" y="669"/>
                    <a:pt x="560" y="677"/>
                  </a:cubicBezTo>
                  <a:cubicBezTo>
                    <a:pt x="564" y="683"/>
                    <a:pt x="566" y="689"/>
                    <a:pt x="569" y="695"/>
                  </a:cubicBezTo>
                  <a:cubicBezTo>
                    <a:pt x="584" y="726"/>
                    <a:pt x="604" y="754"/>
                    <a:pt x="621" y="784"/>
                  </a:cubicBezTo>
                  <a:cubicBezTo>
                    <a:pt x="653" y="839"/>
                    <a:pt x="665" y="899"/>
                    <a:pt x="686" y="958"/>
                  </a:cubicBezTo>
                  <a:cubicBezTo>
                    <a:pt x="686" y="959"/>
                    <a:pt x="686" y="959"/>
                    <a:pt x="687" y="960"/>
                  </a:cubicBezTo>
                  <a:cubicBezTo>
                    <a:pt x="689" y="961"/>
                    <a:pt x="688" y="960"/>
                    <a:pt x="689" y="960"/>
                  </a:cubicBezTo>
                  <a:cubicBezTo>
                    <a:pt x="690" y="960"/>
                    <a:pt x="691" y="960"/>
                    <a:pt x="691" y="960"/>
                  </a:cubicBezTo>
                  <a:cubicBezTo>
                    <a:pt x="692" y="959"/>
                    <a:pt x="692" y="959"/>
                    <a:pt x="693" y="958"/>
                  </a:cubicBezTo>
                  <a:lnTo>
                    <a:pt x="693" y="957"/>
                  </a:lnTo>
                  <a:cubicBezTo>
                    <a:pt x="693" y="956"/>
                    <a:pt x="693" y="955"/>
                    <a:pt x="693" y="955"/>
                  </a:cubicBezTo>
                  <a:cubicBezTo>
                    <a:pt x="693" y="901"/>
                    <a:pt x="679" y="848"/>
                    <a:pt x="652" y="802"/>
                  </a:cubicBezTo>
                  <a:lnTo>
                    <a:pt x="652" y="801"/>
                  </a:lnTo>
                  <a:cubicBezTo>
                    <a:pt x="639" y="779"/>
                    <a:pt x="626" y="755"/>
                    <a:pt x="612" y="731"/>
                  </a:cubicBezTo>
                  <a:cubicBezTo>
                    <a:pt x="606" y="678"/>
                    <a:pt x="581" y="621"/>
                    <a:pt x="565" y="572"/>
                  </a:cubicBezTo>
                  <a:cubicBezTo>
                    <a:pt x="553" y="538"/>
                    <a:pt x="538" y="505"/>
                    <a:pt x="520" y="474"/>
                  </a:cubicBezTo>
                  <a:cubicBezTo>
                    <a:pt x="504" y="446"/>
                    <a:pt x="486" y="420"/>
                    <a:pt x="465" y="395"/>
                  </a:cubicBezTo>
                  <a:cubicBezTo>
                    <a:pt x="464" y="393"/>
                    <a:pt x="461" y="395"/>
                    <a:pt x="463" y="397"/>
                  </a:cubicBezTo>
                  <a:lnTo>
                    <a:pt x="464" y="399"/>
                  </a:lnTo>
                  <a:cubicBezTo>
                    <a:pt x="450" y="385"/>
                    <a:pt x="436" y="372"/>
                    <a:pt x="429" y="362"/>
                  </a:cubicBezTo>
                  <a:cubicBezTo>
                    <a:pt x="422" y="352"/>
                    <a:pt x="418" y="348"/>
                    <a:pt x="413" y="342"/>
                  </a:cubicBezTo>
                  <a:cubicBezTo>
                    <a:pt x="420" y="347"/>
                    <a:pt x="426" y="353"/>
                    <a:pt x="433" y="357"/>
                  </a:cubicBezTo>
                  <a:cubicBezTo>
                    <a:pt x="470" y="381"/>
                    <a:pt x="516" y="411"/>
                    <a:pt x="563" y="414"/>
                  </a:cubicBezTo>
                  <a:cubicBezTo>
                    <a:pt x="606" y="447"/>
                    <a:pt x="661" y="471"/>
                    <a:pt x="710" y="460"/>
                  </a:cubicBezTo>
                  <a:cubicBezTo>
                    <a:pt x="711" y="460"/>
                    <a:pt x="711" y="460"/>
                    <a:pt x="712" y="460"/>
                  </a:cubicBezTo>
                  <a:lnTo>
                    <a:pt x="713" y="459"/>
                  </a:lnTo>
                  <a:cubicBezTo>
                    <a:pt x="737" y="469"/>
                    <a:pt x="763" y="475"/>
                    <a:pt x="790" y="476"/>
                  </a:cubicBezTo>
                  <a:cubicBezTo>
                    <a:pt x="827" y="479"/>
                    <a:pt x="871" y="501"/>
                    <a:pt x="908" y="490"/>
                  </a:cubicBezTo>
                  <a:cubicBezTo>
                    <a:pt x="909" y="489"/>
                    <a:pt x="910" y="489"/>
                    <a:pt x="910" y="488"/>
                  </a:cubicBezTo>
                  <a:cubicBezTo>
                    <a:pt x="911" y="487"/>
                    <a:pt x="911" y="486"/>
                    <a:pt x="911" y="485"/>
                  </a:cubicBezTo>
                  <a:cubicBezTo>
                    <a:pt x="911" y="484"/>
                    <a:pt x="911" y="484"/>
                    <a:pt x="910" y="483"/>
                  </a:cubicBezTo>
                  <a:cubicBezTo>
                    <a:pt x="910" y="482"/>
                    <a:pt x="909" y="481"/>
                    <a:pt x="908" y="481"/>
                  </a:cubicBezTo>
                  <a:cubicBezTo>
                    <a:pt x="849" y="455"/>
                    <a:pt x="788" y="461"/>
                    <a:pt x="728" y="443"/>
                  </a:cubicBezTo>
                  <a:cubicBezTo>
                    <a:pt x="689" y="431"/>
                    <a:pt x="660" y="396"/>
                    <a:pt x="636" y="364"/>
                  </a:cubicBezTo>
                  <a:cubicBezTo>
                    <a:pt x="613" y="332"/>
                    <a:pt x="571" y="304"/>
                    <a:pt x="560" y="263"/>
                  </a:cubicBezTo>
                  <a:cubicBezTo>
                    <a:pt x="559" y="260"/>
                    <a:pt x="553" y="261"/>
                    <a:pt x="554" y="264"/>
                  </a:cubicBezTo>
                  <a:cubicBezTo>
                    <a:pt x="561" y="298"/>
                    <a:pt x="585" y="319"/>
                    <a:pt x="605" y="346"/>
                  </a:cubicBezTo>
                  <a:cubicBezTo>
                    <a:pt x="634" y="386"/>
                    <a:pt x="653" y="417"/>
                    <a:pt x="691" y="446"/>
                  </a:cubicBezTo>
                  <a:lnTo>
                    <a:pt x="693" y="447"/>
                  </a:lnTo>
                  <a:cubicBezTo>
                    <a:pt x="665" y="444"/>
                    <a:pt x="638" y="435"/>
                    <a:pt x="613" y="421"/>
                  </a:cubicBezTo>
                  <a:cubicBezTo>
                    <a:pt x="613" y="420"/>
                    <a:pt x="612" y="420"/>
                    <a:pt x="612" y="420"/>
                  </a:cubicBezTo>
                  <a:cubicBezTo>
                    <a:pt x="581" y="400"/>
                    <a:pt x="542" y="384"/>
                    <a:pt x="525" y="349"/>
                  </a:cubicBezTo>
                  <a:cubicBezTo>
                    <a:pt x="513" y="325"/>
                    <a:pt x="489" y="310"/>
                    <a:pt x="472" y="290"/>
                  </a:cubicBezTo>
                  <a:cubicBezTo>
                    <a:pt x="458" y="275"/>
                    <a:pt x="428" y="248"/>
                    <a:pt x="421" y="228"/>
                  </a:cubicBezTo>
                  <a:cubicBezTo>
                    <a:pt x="421" y="226"/>
                    <a:pt x="417" y="228"/>
                    <a:pt x="418" y="230"/>
                  </a:cubicBezTo>
                  <a:cubicBezTo>
                    <a:pt x="425" y="258"/>
                    <a:pt x="454" y="284"/>
                    <a:pt x="471" y="308"/>
                  </a:cubicBezTo>
                  <a:cubicBezTo>
                    <a:pt x="479" y="319"/>
                    <a:pt x="488" y="329"/>
                    <a:pt x="498" y="338"/>
                  </a:cubicBezTo>
                  <a:cubicBezTo>
                    <a:pt x="511" y="350"/>
                    <a:pt x="512" y="366"/>
                    <a:pt x="524" y="379"/>
                  </a:cubicBezTo>
                  <a:cubicBezTo>
                    <a:pt x="530" y="385"/>
                    <a:pt x="537" y="392"/>
                    <a:pt x="544" y="398"/>
                  </a:cubicBezTo>
                  <a:lnTo>
                    <a:pt x="526" y="394"/>
                  </a:lnTo>
                  <a:cubicBezTo>
                    <a:pt x="506" y="387"/>
                    <a:pt x="487" y="379"/>
                    <a:pt x="469" y="368"/>
                  </a:cubicBezTo>
                  <a:cubicBezTo>
                    <a:pt x="462" y="364"/>
                    <a:pt x="454" y="360"/>
                    <a:pt x="447" y="355"/>
                  </a:cubicBezTo>
                  <a:cubicBezTo>
                    <a:pt x="422" y="340"/>
                    <a:pt x="399" y="322"/>
                    <a:pt x="378" y="301"/>
                  </a:cubicBezTo>
                  <a:cubicBezTo>
                    <a:pt x="349" y="270"/>
                    <a:pt x="318" y="240"/>
                    <a:pt x="285" y="213"/>
                  </a:cubicBezTo>
                  <a:cubicBezTo>
                    <a:pt x="260" y="194"/>
                    <a:pt x="229" y="184"/>
                    <a:pt x="208" y="159"/>
                  </a:cubicBezTo>
                  <a:cubicBezTo>
                    <a:pt x="196" y="146"/>
                    <a:pt x="183" y="135"/>
                    <a:pt x="168" y="126"/>
                  </a:cubicBezTo>
                  <a:cubicBezTo>
                    <a:pt x="167" y="126"/>
                    <a:pt x="166" y="126"/>
                    <a:pt x="165" y="125"/>
                  </a:cubicBezTo>
                  <a:cubicBezTo>
                    <a:pt x="193" y="108"/>
                    <a:pt x="274" y="120"/>
                    <a:pt x="297" y="120"/>
                  </a:cubicBezTo>
                  <a:cubicBezTo>
                    <a:pt x="309" y="119"/>
                    <a:pt x="321" y="119"/>
                    <a:pt x="332" y="119"/>
                  </a:cubicBezTo>
                  <a:cubicBezTo>
                    <a:pt x="374" y="119"/>
                    <a:pt x="416" y="123"/>
                    <a:pt x="458" y="131"/>
                  </a:cubicBezTo>
                  <a:cubicBezTo>
                    <a:pt x="515" y="146"/>
                    <a:pt x="571" y="167"/>
                    <a:pt x="624" y="193"/>
                  </a:cubicBezTo>
                  <a:cubicBezTo>
                    <a:pt x="662" y="211"/>
                    <a:pt x="705" y="249"/>
                    <a:pt x="747" y="252"/>
                  </a:cubicBezTo>
                  <a:lnTo>
                    <a:pt x="748" y="252"/>
                  </a:lnTo>
                  <a:cubicBezTo>
                    <a:pt x="749" y="252"/>
                    <a:pt x="749" y="252"/>
                    <a:pt x="750" y="252"/>
                  </a:cubicBezTo>
                  <a:lnTo>
                    <a:pt x="751" y="251"/>
                  </a:lnTo>
                  <a:cubicBezTo>
                    <a:pt x="752" y="250"/>
                    <a:pt x="752" y="249"/>
                    <a:pt x="752" y="249"/>
                  </a:cubicBezTo>
                  <a:cubicBezTo>
                    <a:pt x="752" y="248"/>
                    <a:pt x="752" y="248"/>
                    <a:pt x="751" y="247"/>
                  </a:cubicBezTo>
                  <a:cubicBezTo>
                    <a:pt x="751" y="246"/>
                    <a:pt x="750" y="246"/>
                    <a:pt x="750" y="245"/>
                  </a:cubicBezTo>
                  <a:lnTo>
                    <a:pt x="749" y="245"/>
                  </a:lnTo>
                  <a:cubicBezTo>
                    <a:pt x="644" y="188"/>
                    <a:pt x="549" y="130"/>
                    <a:pt x="429" y="106"/>
                  </a:cubicBezTo>
                  <a:cubicBezTo>
                    <a:pt x="359" y="92"/>
                    <a:pt x="282" y="102"/>
                    <a:pt x="211" y="102"/>
                  </a:cubicBezTo>
                  <a:cubicBezTo>
                    <a:pt x="193" y="102"/>
                    <a:pt x="162" y="100"/>
                    <a:pt x="150" y="117"/>
                  </a:cubicBezTo>
                  <a:cubicBezTo>
                    <a:pt x="130" y="106"/>
                    <a:pt x="109" y="98"/>
                    <a:pt x="87" y="91"/>
                  </a:cubicBezTo>
                  <a:cubicBezTo>
                    <a:pt x="112" y="81"/>
                    <a:pt x="132" y="65"/>
                    <a:pt x="159" y="58"/>
                  </a:cubicBezTo>
                  <a:cubicBezTo>
                    <a:pt x="191" y="48"/>
                    <a:pt x="224" y="41"/>
                    <a:pt x="257" y="35"/>
                  </a:cubicBezTo>
                  <a:cubicBezTo>
                    <a:pt x="287" y="31"/>
                    <a:pt x="318" y="27"/>
                    <a:pt x="348" y="22"/>
                  </a:cubicBezTo>
                  <a:cubicBezTo>
                    <a:pt x="372" y="19"/>
                    <a:pt x="396" y="17"/>
                    <a:pt x="420" y="17"/>
                  </a:cubicBezTo>
                  <a:cubicBezTo>
                    <a:pt x="426" y="17"/>
                    <a:pt x="432" y="17"/>
                    <a:pt x="438" y="17"/>
                  </a:cubicBezTo>
                  <a:cubicBezTo>
                    <a:pt x="399" y="25"/>
                    <a:pt x="359" y="36"/>
                    <a:pt x="322" y="46"/>
                  </a:cubicBezTo>
                  <a:cubicBezTo>
                    <a:pt x="309" y="50"/>
                    <a:pt x="296" y="55"/>
                    <a:pt x="283" y="62"/>
                  </a:cubicBezTo>
                  <a:cubicBezTo>
                    <a:pt x="271" y="69"/>
                    <a:pt x="259" y="78"/>
                    <a:pt x="249" y="89"/>
                  </a:cubicBezTo>
                  <a:cubicBezTo>
                    <a:pt x="246" y="92"/>
                    <a:pt x="251" y="97"/>
                    <a:pt x="254" y="94"/>
                  </a:cubicBezTo>
                  <a:cubicBezTo>
                    <a:pt x="285" y="62"/>
                    <a:pt x="333" y="52"/>
                    <a:pt x="374" y="43"/>
                  </a:cubicBezTo>
                  <a:cubicBezTo>
                    <a:pt x="411" y="32"/>
                    <a:pt x="449" y="25"/>
                    <a:pt x="487" y="21"/>
                  </a:cubicBezTo>
                  <a:cubicBezTo>
                    <a:pt x="519" y="21"/>
                    <a:pt x="552" y="22"/>
                    <a:pt x="584" y="22"/>
                  </a:cubicBezTo>
                  <a:cubicBezTo>
                    <a:pt x="596" y="22"/>
                    <a:pt x="648" y="28"/>
                    <a:pt x="660" y="42"/>
                  </a:cubicBezTo>
                  <a:cubicBezTo>
                    <a:pt x="652" y="42"/>
                    <a:pt x="645" y="41"/>
                    <a:pt x="637" y="41"/>
                  </a:cubicBezTo>
                  <a:cubicBezTo>
                    <a:pt x="591" y="41"/>
                    <a:pt x="545" y="50"/>
                    <a:pt x="501" y="65"/>
                  </a:cubicBezTo>
                  <a:lnTo>
                    <a:pt x="501" y="66"/>
                  </a:lnTo>
                  <a:lnTo>
                    <a:pt x="500" y="67"/>
                  </a:lnTo>
                  <a:cubicBezTo>
                    <a:pt x="500" y="67"/>
                    <a:pt x="501" y="67"/>
                    <a:pt x="501" y="68"/>
                  </a:cubicBezTo>
                  <a:cubicBezTo>
                    <a:pt x="542" y="65"/>
                    <a:pt x="582" y="58"/>
                    <a:pt x="623" y="56"/>
                  </a:cubicBezTo>
                  <a:cubicBezTo>
                    <a:pt x="655" y="54"/>
                    <a:pt x="677" y="67"/>
                    <a:pt x="707" y="71"/>
                  </a:cubicBezTo>
                  <a:cubicBezTo>
                    <a:pt x="742" y="76"/>
                    <a:pt x="779" y="107"/>
                    <a:pt x="805" y="128"/>
                  </a:cubicBezTo>
                  <a:cubicBezTo>
                    <a:pt x="782" y="118"/>
                    <a:pt x="759" y="110"/>
                    <a:pt x="735" y="103"/>
                  </a:cubicBezTo>
                  <a:cubicBezTo>
                    <a:pt x="715" y="96"/>
                    <a:pt x="695" y="92"/>
                    <a:pt x="674" y="91"/>
                  </a:cubicBezTo>
                  <a:cubicBezTo>
                    <a:pt x="666" y="93"/>
                    <a:pt x="658" y="93"/>
                    <a:pt x="649" y="93"/>
                  </a:cubicBezTo>
                  <a:cubicBezTo>
                    <a:pt x="641" y="93"/>
                    <a:pt x="633" y="93"/>
                    <a:pt x="625" y="91"/>
                  </a:cubicBezTo>
                  <a:cubicBezTo>
                    <a:pt x="624" y="91"/>
                    <a:pt x="624" y="91"/>
                    <a:pt x="624" y="91"/>
                  </a:cubicBezTo>
                  <a:cubicBezTo>
                    <a:pt x="623" y="91"/>
                    <a:pt x="623" y="91"/>
                    <a:pt x="621" y="92"/>
                  </a:cubicBezTo>
                  <a:cubicBezTo>
                    <a:pt x="620" y="93"/>
                    <a:pt x="620" y="92"/>
                    <a:pt x="619" y="93"/>
                  </a:cubicBezTo>
                  <a:cubicBezTo>
                    <a:pt x="619" y="94"/>
                    <a:pt x="619" y="95"/>
                    <a:pt x="619" y="96"/>
                  </a:cubicBezTo>
                  <a:cubicBezTo>
                    <a:pt x="619" y="97"/>
                    <a:pt x="619" y="98"/>
                    <a:pt x="619" y="98"/>
                  </a:cubicBezTo>
                  <a:cubicBezTo>
                    <a:pt x="619" y="99"/>
                    <a:pt x="620" y="99"/>
                    <a:pt x="620" y="99"/>
                  </a:cubicBezTo>
                  <a:cubicBezTo>
                    <a:pt x="622" y="101"/>
                    <a:pt x="625" y="103"/>
                    <a:pt x="628" y="105"/>
                  </a:cubicBezTo>
                  <a:cubicBezTo>
                    <a:pt x="634" y="109"/>
                    <a:pt x="642" y="111"/>
                    <a:pt x="650" y="111"/>
                  </a:cubicBezTo>
                  <a:cubicBezTo>
                    <a:pt x="651" y="111"/>
                    <a:pt x="653" y="111"/>
                    <a:pt x="655" y="110"/>
                  </a:cubicBezTo>
                  <a:cubicBezTo>
                    <a:pt x="690" y="111"/>
                    <a:pt x="725" y="117"/>
                    <a:pt x="758" y="130"/>
                  </a:cubicBezTo>
                  <a:cubicBezTo>
                    <a:pt x="784" y="140"/>
                    <a:pt x="809" y="151"/>
                    <a:pt x="833" y="164"/>
                  </a:cubicBezTo>
                  <a:cubicBezTo>
                    <a:pt x="835" y="168"/>
                    <a:pt x="838" y="172"/>
                    <a:pt x="840" y="176"/>
                  </a:cubicBezTo>
                  <a:cubicBezTo>
                    <a:pt x="843" y="181"/>
                    <a:pt x="847" y="187"/>
                    <a:pt x="850" y="192"/>
                  </a:cubicBezTo>
                  <a:cubicBezTo>
                    <a:pt x="850" y="192"/>
                    <a:pt x="852" y="192"/>
                    <a:pt x="852" y="193"/>
                  </a:cubicBezTo>
                  <a:cubicBezTo>
                    <a:pt x="853" y="194"/>
                    <a:pt x="853" y="194"/>
                    <a:pt x="854" y="194"/>
                  </a:cubicBezTo>
                  <a:cubicBezTo>
                    <a:pt x="855" y="194"/>
                    <a:pt x="856" y="194"/>
                    <a:pt x="857" y="193"/>
                  </a:cubicBezTo>
                  <a:cubicBezTo>
                    <a:pt x="859" y="192"/>
                    <a:pt x="859" y="192"/>
                    <a:pt x="859" y="191"/>
                  </a:cubicBezTo>
                  <a:cubicBezTo>
                    <a:pt x="859" y="190"/>
                    <a:pt x="860" y="190"/>
                    <a:pt x="860" y="189"/>
                  </a:cubicBezTo>
                  <a:cubicBezTo>
                    <a:pt x="860" y="185"/>
                    <a:pt x="859" y="181"/>
                    <a:pt x="859" y="177"/>
                  </a:cubicBezTo>
                  <a:cubicBezTo>
                    <a:pt x="881" y="195"/>
                    <a:pt x="900" y="215"/>
                    <a:pt x="916" y="238"/>
                  </a:cubicBezTo>
                  <a:cubicBezTo>
                    <a:pt x="964" y="295"/>
                    <a:pt x="995" y="474"/>
                    <a:pt x="873" y="449"/>
                  </a:cubicBezTo>
                  <a:cubicBezTo>
                    <a:pt x="806" y="434"/>
                    <a:pt x="777" y="373"/>
                    <a:pt x="739" y="324"/>
                  </a:cubicBezTo>
                  <a:cubicBezTo>
                    <a:pt x="739" y="324"/>
                    <a:pt x="740" y="324"/>
                    <a:pt x="739" y="323"/>
                  </a:cubicBezTo>
                  <a:cubicBezTo>
                    <a:pt x="739" y="322"/>
                    <a:pt x="737" y="323"/>
                    <a:pt x="737" y="323"/>
                  </a:cubicBezTo>
                  <a:cubicBezTo>
                    <a:pt x="736" y="323"/>
                    <a:pt x="737" y="322"/>
                    <a:pt x="735" y="323"/>
                  </a:cubicBezTo>
                  <a:cubicBezTo>
                    <a:pt x="734" y="324"/>
                    <a:pt x="735" y="324"/>
                    <a:pt x="734" y="325"/>
                  </a:cubicBezTo>
                  <a:cubicBezTo>
                    <a:pt x="734" y="326"/>
                    <a:pt x="733" y="326"/>
                    <a:pt x="733" y="327"/>
                  </a:cubicBezTo>
                  <a:lnTo>
                    <a:pt x="733" y="328"/>
                  </a:lnTo>
                  <a:cubicBezTo>
                    <a:pt x="754" y="364"/>
                    <a:pt x="766" y="399"/>
                    <a:pt x="798" y="426"/>
                  </a:cubicBezTo>
                  <a:cubicBezTo>
                    <a:pt x="808" y="435"/>
                    <a:pt x="818" y="442"/>
                    <a:pt x="829" y="449"/>
                  </a:cubicBezTo>
                  <a:cubicBezTo>
                    <a:pt x="856" y="464"/>
                    <a:pt x="886" y="473"/>
                    <a:pt x="918" y="473"/>
                  </a:cubicBezTo>
                  <a:cubicBezTo>
                    <a:pt x="978" y="475"/>
                    <a:pt x="988" y="359"/>
                    <a:pt x="974" y="319"/>
                  </a:cubicBezTo>
                  <a:cubicBezTo>
                    <a:pt x="950" y="255"/>
                    <a:pt x="918" y="193"/>
                    <a:pt x="86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2"/>
            <p:cNvSpPr/>
            <p:nvPr/>
          </p:nvSpPr>
          <p:spPr>
            <a:xfrm>
              <a:off x="9188640" y="3751200"/>
              <a:ext cx="37800" cy="28080"/>
            </a:xfrm>
            <a:custGeom>
              <a:rect b="b" l="l" r="r" t="t"/>
              <a:pathLst>
                <a:path extrusionOk="0" h="78" w="105">
                  <a:moveTo>
                    <a:pt x="4" y="0"/>
                  </a:moveTo>
                  <a:cubicBezTo>
                    <a:pt x="2" y="0"/>
                    <a:pt x="0" y="3"/>
                    <a:pt x="2" y="4"/>
                  </a:cubicBezTo>
                  <a:cubicBezTo>
                    <a:pt x="14" y="12"/>
                    <a:pt x="25" y="22"/>
                    <a:pt x="35" y="33"/>
                  </a:cubicBezTo>
                  <a:cubicBezTo>
                    <a:pt x="43" y="40"/>
                    <a:pt x="52" y="46"/>
                    <a:pt x="61" y="53"/>
                  </a:cubicBezTo>
                  <a:cubicBezTo>
                    <a:pt x="69" y="59"/>
                    <a:pt x="87" y="77"/>
                    <a:pt x="102" y="72"/>
                  </a:cubicBezTo>
                  <a:lnTo>
                    <a:pt x="103" y="72"/>
                  </a:lnTo>
                  <a:cubicBezTo>
                    <a:pt x="103" y="72"/>
                    <a:pt x="104" y="72"/>
                    <a:pt x="104" y="71"/>
                  </a:cubicBezTo>
                  <a:lnTo>
                    <a:pt x="104" y="70"/>
                  </a:lnTo>
                  <a:lnTo>
                    <a:pt x="104" y="69"/>
                  </a:lnTo>
                  <a:cubicBezTo>
                    <a:pt x="104" y="69"/>
                    <a:pt x="103" y="69"/>
                    <a:pt x="103" y="68"/>
                  </a:cubicBezTo>
                  <a:lnTo>
                    <a:pt x="102" y="68"/>
                  </a:lnTo>
                  <a:cubicBezTo>
                    <a:pt x="98" y="67"/>
                    <a:pt x="95" y="65"/>
                    <a:pt x="92" y="63"/>
                  </a:cubicBezTo>
                  <a:cubicBezTo>
                    <a:pt x="85" y="59"/>
                    <a:pt x="78" y="54"/>
                    <a:pt x="73" y="48"/>
                  </a:cubicBezTo>
                  <a:cubicBezTo>
                    <a:pt x="62" y="41"/>
                    <a:pt x="52" y="33"/>
                    <a:pt x="42" y="25"/>
                  </a:cubicBezTo>
                  <a:cubicBezTo>
                    <a:pt x="35" y="18"/>
                    <a:pt x="28" y="13"/>
                    <a:pt x="19" y="8"/>
                  </a:cubicBezTo>
                  <a:cubicBezTo>
                    <a:pt x="14" y="5"/>
                    <a:pt x="9" y="3"/>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2"/>
            <p:cNvSpPr/>
            <p:nvPr/>
          </p:nvSpPr>
          <p:spPr>
            <a:xfrm>
              <a:off x="9270360" y="3824280"/>
              <a:ext cx="138600" cy="382320"/>
            </a:xfrm>
            <a:custGeom>
              <a:rect b="b" l="l" r="r" t="t"/>
              <a:pathLst>
                <a:path extrusionOk="0" h="1062" w="385">
                  <a:moveTo>
                    <a:pt x="346" y="621"/>
                  </a:moveTo>
                  <a:cubicBezTo>
                    <a:pt x="345" y="576"/>
                    <a:pt x="319" y="534"/>
                    <a:pt x="310" y="491"/>
                  </a:cubicBezTo>
                  <a:cubicBezTo>
                    <a:pt x="298" y="429"/>
                    <a:pt x="262" y="370"/>
                    <a:pt x="239" y="314"/>
                  </a:cubicBezTo>
                  <a:cubicBezTo>
                    <a:pt x="231" y="299"/>
                    <a:pt x="224" y="284"/>
                    <a:pt x="215" y="269"/>
                  </a:cubicBezTo>
                  <a:cubicBezTo>
                    <a:pt x="203" y="248"/>
                    <a:pt x="190" y="228"/>
                    <a:pt x="176" y="209"/>
                  </a:cubicBezTo>
                  <a:cubicBezTo>
                    <a:pt x="124" y="135"/>
                    <a:pt x="67" y="65"/>
                    <a:pt x="4" y="0"/>
                  </a:cubicBezTo>
                  <a:cubicBezTo>
                    <a:pt x="3" y="0"/>
                    <a:pt x="3" y="0"/>
                    <a:pt x="3" y="0"/>
                  </a:cubicBezTo>
                  <a:lnTo>
                    <a:pt x="2" y="0"/>
                  </a:lnTo>
                  <a:lnTo>
                    <a:pt x="1" y="0"/>
                  </a:lnTo>
                  <a:cubicBezTo>
                    <a:pt x="0" y="1"/>
                    <a:pt x="0" y="1"/>
                    <a:pt x="0" y="1"/>
                  </a:cubicBezTo>
                  <a:cubicBezTo>
                    <a:pt x="0" y="2"/>
                    <a:pt x="0" y="2"/>
                    <a:pt x="1" y="2"/>
                  </a:cubicBezTo>
                  <a:lnTo>
                    <a:pt x="1" y="3"/>
                  </a:lnTo>
                  <a:cubicBezTo>
                    <a:pt x="41" y="48"/>
                    <a:pt x="77" y="97"/>
                    <a:pt x="110" y="148"/>
                  </a:cubicBezTo>
                  <a:cubicBezTo>
                    <a:pt x="119" y="165"/>
                    <a:pt x="135" y="178"/>
                    <a:pt x="144" y="196"/>
                  </a:cubicBezTo>
                  <a:cubicBezTo>
                    <a:pt x="159" y="219"/>
                    <a:pt x="176" y="241"/>
                    <a:pt x="194" y="261"/>
                  </a:cubicBezTo>
                  <a:cubicBezTo>
                    <a:pt x="197" y="265"/>
                    <a:pt x="199" y="269"/>
                    <a:pt x="201" y="273"/>
                  </a:cubicBezTo>
                  <a:cubicBezTo>
                    <a:pt x="211" y="288"/>
                    <a:pt x="218" y="305"/>
                    <a:pt x="224" y="322"/>
                  </a:cubicBezTo>
                  <a:cubicBezTo>
                    <a:pt x="233" y="341"/>
                    <a:pt x="240" y="361"/>
                    <a:pt x="250" y="381"/>
                  </a:cubicBezTo>
                  <a:cubicBezTo>
                    <a:pt x="270" y="426"/>
                    <a:pt x="286" y="473"/>
                    <a:pt x="297" y="521"/>
                  </a:cubicBezTo>
                  <a:cubicBezTo>
                    <a:pt x="310" y="561"/>
                    <a:pt x="317" y="603"/>
                    <a:pt x="329" y="641"/>
                  </a:cubicBezTo>
                  <a:cubicBezTo>
                    <a:pt x="344" y="688"/>
                    <a:pt x="329" y="743"/>
                    <a:pt x="341" y="790"/>
                  </a:cubicBezTo>
                  <a:cubicBezTo>
                    <a:pt x="351" y="828"/>
                    <a:pt x="344" y="869"/>
                    <a:pt x="346" y="908"/>
                  </a:cubicBezTo>
                  <a:cubicBezTo>
                    <a:pt x="350" y="958"/>
                    <a:pt x="357" y="1008"/>
                    <a:pt x="367" y="1058"/>
                  </a:cubicBezTo>
                  <a:cubicBezTo>
                    <a:pt x="367" y="1058"/>
                    <a:pt x="366" y="1058"/>
                    <a:pt x="367" y="1059"/>
                  </a:cubicBezTo>
                  <a:cubicBezTo>
                    <a:pt x="368" y="1060"/>
                    <a:pt x="368" y="1059"/>
                    <a:pt x="369" y="1060"/>
                  </a:cubicBezTo>
                  <a:cubicBezTo>
                    <a:pt x="370" y="1060"/>
                    <a:pt x="370" y="1061"/>
                    <a:pt x="371" y="1061"/>
                  </a:cubicBezTo>
                  <a:cubicBezTo>
                    <a:pt x="372" y="1061"/>
                    <a:pt x="372" y="1061"/>
                    <a:pt x="373" y="1060"/>
                  </a:cubicBezTo>
                  <a:cubicBezTo>
                    <a:pt x="374" y="1059"/>
                    <a:pt x="374" y="1060"/>
                    <a:pt x="375" y="1059"/>
                  </a:cubicBezTo>
                  <a:cubicBezTo>
                    <a:pt x="376" y="1058"/>
                    <a:pt x="375" y="1058"/>
                    <a:pt x="375" y="1058"/>
                  </a:cubicBezTo>
                  <a:cubicBezTo>
                    <a:pt x="384" y="998"/>
                    <a:pt x="365" y="943"/>
                    <a:pt x="367" y="884"/>
                  </a:cubicBezTo>
                  <a:cubicBezTo>
                    <a:pt x="367" y="859"/>
                    <a:pt x="367" y="833"/>
                    <a:pt x="368" y="808"/>
                  </a:cubicBezTo>
                  <a:cubicBezTo>
                    <a:pt x="368" y="793"/>
                    <a:pt x="361" y="783"/>
                    <a:pt x="362" y="767"/>
                  </a:cubicBezTo>
                  <a:cubicBezTo>
                    <a:pt x="365" y="719"/>
                    <a:pt x="348" y="669"/>
                    <a:pt x="346" y="6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2"/>
            <p:cNvSpPr/>
            <p:nvPr/>
          </p:nvSpPr>
          <p:spPr>
            <a:xfrm>
              <a:off x="9184320" y="3664440"/>
              <a:ext cx="283320" cy="570960"/>
            </a:xfrm>
            <a:custGeom>
              <a:rect b="b" l="l" r="r" t="t"/>
              <a:pathLst>
                <a:path extrusionOk="0" h="1586" w="787">
                  <a:moveTo>
                    <a:pt x="743" y="1331"/>
                  </a:moveTo>
                  <a:lnTo>
                    <a:pt x="745" y="1334"/>
                  </a:lnTo>
                  <a:cubicBezTo>
                    <a:pt x="748" y="1337"/>
                    <a:pt x="755" y="1334"/>
                    <a:pt x="754" y="1330"/>
                  </a:cubicBezTo>
                  <a:cubicBezTo>
                    <a:pt x="750" y="1315"/>
                    <a:pt x="754" y="1296"/>
                    <a:pt x="751" y="1280"/>
                  </a:cubicBezTo>
                  <a:cubicBezTo>
                    <a:pt x="747" y="1254"/>
                    <a:pt x="746" y="1228"/>
                    <a:pt x="741" y="1201"/>
                  </a:cubicBezTo>
                  <a:cubicBezTo>
                    <a:pt x="732" y="1142"/>
                    <a:pt x="737" y="1082"/>
                    <a:pt x="723" y="1024"/>
                  </a:cubicBezTo>
                  <a:cubicBezTo>
                    <a:pt x="713" y="992"/>
                    <a:pt x="699" y="961"/>
                    <a:pt x="683" y="932"/>
                  </a:cubicBezTo>
                  <a:cubicBezTo>
                    <a:pt x="679" y="926"/>
                    <a:pt x="676" y="920"/>
                    <a:pt x="673" y="915"/>
                  </a:cubicBezTo>
                  <a:cubicBezTo>
                    <a:pt x="668" y="907"/>
                    <a:pt x="628" y="859"/>
                    <a:pt x="657" y="886"/>
                  </a:cubicBezTo>
                  <a:cubicBezTo>
                    <a:pt x="660" y="889"/>
                    <a:pt x="663" y="891"/>
                    <a:pt x="667" y="893"/>
                  </a:cubicBezTo>
                  <a:cubicBezTo>
                    <a:pt x="672" y="896"/>
                    <a:pt x="677" y="898"/>
                    <a:pt x="682" y="900"/>
                  </a:cubicBezTo>
                  <a:cubicBezTo>
                    <a:pt x="683" y="900"/>
                    <a:pt x="683" y="900"/>
                    <a:pt x="684" y="900"/>
                  </a:cubicBezTo>
                  <a:cubicBezTo>
                    <a:pt x="685" y="900"/>
                    <a:pt x="686" y="900"/>
                    <a:pt x="687" y="899"/>
                  </a:cubicBezTo>
                  <a:cubicBezTo>
                    <a:pt x="688" y="898"/>
                    <a:pt x="689" y="897"/>
                    <a:pt x="690" y="896"/>
                  </a:cubicBezTo>
                  <a:cubicBezTo>
                    <a:pt x="691" y="894"/>
                    <a:pt x="691" y="894"/>
                    <a:pt x="691" y="893"/>
                  </a:cubicBezTo>
                  <a:cubicBezTo>
                    <a:pt x="691" y="892"/>
                    <a:pt x="691" y="892"/>
                    <a:pt x="691" y="892"/>
                  </a:cubicBezTo>
                  <a:cubicBezTo>
                    <a:pt x="686" y="854"/>
                    <a:pt x="670" y="816"/>
                    <a:pt x="662" y="778"/>
                  </a:cubicBezTo>
                  <a:cubicBezTo>
                    <a:pt x="654" y="740"/>
                    <a:pt x="628" y="708"/>
                    <a:pt x="610" y="676"/>
                  </a:cubicBezTo>
                  <a:cubicBezTo>
                    <a:pt x="609" y="674"/>
                    <a:pt x="608" y="672"/>
                    <a:pt x="606" y="669"/>
                  </a:cubicBezTo>
                  <a:cubicBezTo>
                    <a:pt x="569" y="605"/>
                    <a:pt x="522" y="547"/>
                    <a:pt x="465" y="499"/>
                  </a:cubicBezTo>
                  <a:lnTo>
                    <a:pt x="464" y="499"/>
                  </a:lnTo>
                  <a:lnTo>
                    <a:pt x="463" y="499"/>
                  </a:lnTo>
                  <a:cubicBezTo>
                    <a:pt x="462" y="481"/>
                    <a:pt x="455" y="462"/>
                    <a:pt x="446" y="446"/>
                  </a:cubicBezTo>
                  <a:cubicBezTo>
                    <a:pt x="443" y="441"/>
                    <a:pt x="440" y="436"/>
                    <a:pt x="437" y="432"/>
                  </a:cubicBezTo>
                  <a:cubicBezTo>
                    <a:pt x="434" y="424"/>
                    <a:pt x="431" y="416"/>
                    <a:pt x="427" y="409"/>
                  </a:cubicBezTo>
                  <a:cubicBezTo>
                    <a:pt x="423" y="396"/>
                    <a:pt x="418" y="384"/>
                    <a:pt x="411" y="372"/>
                  </a:cubicBezTo>
                  <a:lnTo>
                    <a:pt x="410" y="371"/>
                  </a:lnTo>
                  <a:lnTo>
                    <a:pt x="409" y="371"/>
                  </a:lnTo>
                  <a:lnTo>
                    <a:pt x="408" y="371"/>
                  </a:lnTo>
                  <a:lnTo>
                    <a:pt x="408" y="372"/>
                  </a:lnTo>
                  <a:cubicBezTo>
                    <a:pt x="408" y="372"/>
                    <a:pt x="407" y="372"/>
                    <a:pt x="407" y="373"/>
                  </a:cubicBezTo>
                  <a:lnTo>
                    <a:pt x="408" y="373"/>
                  </a:lnTo>
                  <a:cubicBezTo>
                    <a:pt x="408" y="374"/>
                    <a:pt x="408" y="375"/>
                    <a:pt x="409" y="375"/>
                  </a:cubicBezTo>
                  <a:cubicBezTo>
                    <a:pt x="415" y="385"/>
                    <a:pt x="418" y="396"/>
                    <a:pt x="420" y="408"/>
                  </a:cubicBezTo>
                  <a:lnTo>
                    <a:pt x="411" y="396"/>
                  </a:lnTo>
                  <a:cubicBezTo>
                    <a:pt x="387" y="367"/>
                    <a:pt x="366" y="336"/>
                    <a:pt x="347" y="304"/>
                  </a:cubicBezTo>
                  <a:cubicBezTo>
                    <a:pt x="344" y="299"/>
                    <a:pt x="342" y="294"/>
                    <a:pt x="339" y="289"/>
                  </a:cubicBezTo>
                  <a:cubicBezTo>
                    <a:pt x="335" y="282"/>
                    <a:pt x="327" y="292"/>
                    <a:pt x="334" y="295"/>
                  </a:cubicBezTo>
                  <a:cubicBezTo>
                    <a:pt x="334" y="295"/>
                    <a:pt x="335" y="295"/>
                    <a:pt x="336" y="295"/>
                  </a:cubicBezTo>
                  <a:cubicBezTo>
                    <a:pt x="328" y="298"/>
                    <a:pt x="339" y="318"/>
                    <a:pt x="350" y="335"/>
                  </a:cubicBezTo>
                  <a:cubicBezTo>
                    <a:pt x="350" y="335"/>
                    <a:pt x="349" y="335"/>
                    <a:pt x="349" y="336"/>
                  </a:cubicBezTo>
                  <a:lnTo>
                    <a:pt x="348" y="336"/>
                  </a:lnTo>
                  <a:cubicBezTo>
                    <a:pt x="348" y="337"/>
                    <a:pt x="348" y="337"/>
                    <a:pt x="348" y="338"/>
                  </a:cubicBezTo>
                  <a:cubicBezTo>
                    <a:pt x="346" y="372"/>
                    <a:pt x="313" y="354"/>
                    <a:pt x="298" y="339"/>
                  </a:cubicBezTo>
                  <a:lnTo>
                    <a:pt x="299" y="339"/>
                  </a:lnTo>
                  <a:cubicBezTo>
                    <a:pt x="299" y="338"/>
                    <a:pt x="299" y="338"/>
                    <a:pt x="299" y="337"/>
                  </a:cubicBezTo>
                  <a:lnTo>
                    <a:pt x="299" y="336"/>
                  </a:lnTo>
                  <a:lnTo>
                    <a:pt x="298" y="336"/>
                  </a:lnTo>
                  <a:cubicBezTo>
                    <a:pt x="292" y="328"/>
                    <a:pt x="285" y="320"/>
                    <a:pt x="277" y="313"/>
                  </a:cubicBezTo>
                  <a:cubicBezTo>
                    <a:pt x="269" y="302"/>
                    <a:pt x="261" y="291"/>
                    <a:pt x="253" y="280"/>
                  </a:cubicBezTo>
                  <a:cubicBezTo>
                    <a:pt x="243" y="262"/>
                    <a:pt x="234" y="243"/>
                    <a:pt x="226" y="223"/>
                  </a:cubicBezTo>
                  <a:cubicBezTo>
                    <a:pt x="224" y="219"/>
                    <a:pt x="222" y="215"/>
                    <a:pt x="220" y="212"/>
                  </a:cubicBezTo>
                  <a:cubicBezTo>
                    <a:pt x="212" y="198"/>
                    <a:pt x="206" y="185"/>
                    <a:pt x="201" y="170"/>
                  </a:cubicBezTo>
                  <a:cubicBezTo>
                    <a:pt x="201" y="167"/>
                    <a:pt x="195" y="167"/>
                    <a:pt x="195" y="170"/>
                  </a:cubicBezTo>
                  <a:cubicBezTo>
                    <a:pt x="199" y="184"/>
                    <a:pt x="204" y="197"/>
                    <a:pt x="212" y="210"/>
                  </a:cubicBezTo>
                  <a:cubicBezTo>
                    <a:pt x="213" y="212"/>
                    <a:pt x="214" y="214"/>
                    <a:pt x="215" y="215"/>
                  </a:cubicBezTo>
                  <a:cubicBezTo>
                    <a:pt x="225" y="237"/>
                    <a:pt x="232" y="259"/>
                    <a:pt x="242" y="280"/>
                  </a:cubicBezTo>
                  <a:cubicBezTo>
                    <a:pt x="222" y="264"/>
                    <a:pt x="202" y="248"/>
                    <a:pt x="183" y="230"/>
                  </a:cubicBezTo>
                  <a:cubicBezTo>
                    <a:pt x="165" y="212"/>
                    <a:pt x="149" y="191"/>
                    <a:pt x="136" y="168"/>
                  </a:cubicBezTo>
                  <a:cubicBezTo>
                    <a:pt x="129" y="157"/>
                    <a:pt x="124" y="146"/>
                    <a:pt x="119" y="135"/>
                  </a:cubicBezTo>
                  <a:cubicBezTo>
                    <a:pt x="110" y="117"/>
                    <a:pt x="109" y="95"/>
                    <a:pt x="98" y="80"/>
                  </a:cubicBezTo>
                  <a:cubicBezTo>
                    <a:pt x="96" y="78"/>
                    <a:pt x="92" y="80"/>
                    <a:pt x="93" y="83"/>
                  </a:cubicBezTo>
                  <a:cubicBezTo>
                    <a:pt x="108" y="105"/>
                    <a:pt x="113" y="142"/>
                    <a:pt x="123" y="165"/>
                  </a:cubicBezTo>
                  <a:cubicBezTo>
                    <a:pt x="127" y="176"/>
                    <a:pt x="131" y="185"/>
                    <a:pt x="137" y="195"/>
                  </a:cubicBezTo>
                  <a:cubicBezTo>
                    <a:pt x="142" y="204"/>
                    <a:pt x="147" y="212"/>
                    <a:pt x="154" y="220"/>
                  </a:cubicBezTo>
                  <a:cubicBezTo>
                    <a:pt x="103" y="206"/>
                    <a:pt x="83" y="129"/>
                    <a:pt x="56" y="89"/>
                  </a:cubicBezTo>
                  <a:cubicBezTo>
                    <a:pt x="36" y="61"/>
                    <a:pt x="28" y="26"/>
                    <a:pt x="4" y="2"/>
                  </a:cubicBezTo>
                  <a:cubicBezTo>
                    <a:pt x="3" y="0"/>
                    <a:pt x="0" y="2"/>
                    <a:pt x="2" y="4"/>
                  </a:cubicBezTo>
                  <a:cubicBezTo>
                    <a:pt x="20" y="25"/>
                    <a:pt x="30" y="57"/>
                    <a:pt x="43" y="82"/>
                  </a:cubicBezTo>
                  <a:cubicBezTo>
                    <a:pt x="56" y="107"/>
                    <a:pt x="74" y="135"/>
                    <a:pt x="89" y="161"/>
                  </a:cubicBezTo>
                  <a:cubicBezTo>
                    <a:pt x="109" y="196"/>
                    <a:pt x="119" y="230"/>
                    <a:pt x="160" y="226"/>
                  </a:cubicBezTo>
                  <a:lnTo>
                    <a:pt x="163" y="229"/>
                  </a:lnTo>
                  <a:cubicBezTo>
                    <a:pt x="193" y="260"/>
                    <a:pt x="226" y="288"/>
                    <a:pt x="261" y="313"/>
                  </a:cubicBezTo>
                  <a:cubicBezTo>
                    <a:pt x="282" y="346"/>
                    <a:pt x="313" y="387"/>
                    <a:pt x="350" y="387"/>
                  </a:cubicBezTo>
                  <a:cubicBezTo>
                    <a:pt x="351" y="387"/>
                    <a:pt x="352" y="388"/>
                    <a:pt x="353" y="387"/>
                  </a:cubicBezTo>
                  <a:cubicBezTo>
                    <a:pt x="353" y="386"/>
                    <a:pt x="353" y="386"/>
                    <a:pt x="354" y="385"/>
                  </a:cubicBezTo>
                  <a:cubicBezTo>
                    <a:pt x="354" y="384"/>
                    <a:pt x="355" y="384"/>
                    <a:pt x="355" y="384"/>
                  </a:cubicBezTo>
                  <a:cubicBezTo>
                    <a:pt x="356" y="378"/>
                    <a:pt x="356" y="371"/>
                    <a:pt x="356" y="365"/>
                  </a:cubicBezTo>
                  <a:cubicBezTo>
                    <a:pt x="356" y="356"/>
                    <a:pt x="355" y="347"/>
                    <a:pt x="354" y="339"/>
                  </a:cubicBezTo>
                  <a:cubicBezTo>
                    <a:pt x="359" y="347"/>
                    <a:pt x="364" y="354"/>
                    <a:pt x="366" y="357"/>
                  </a:cubicBezTo>
                  <a:cubicBezTo>
                    <a:pt x="385" y="388"/>
                    <a:pt x="409" y="417"/>
                    <a:pt x="427" y="448"/>
                  </a:cubicBezTo>
                  <a:lnTo>
                    <a:pt x="427" y="455"/>
                  </a:lnTo>
                  <a:cubicBezTo>
                    <a:pt x="430" y="481"/>
                    <a:pt x="436" y="508"/>
                    <a:pt x="445" y="533"/>
                  </a:cubicBezTo>
                  <a:cubicBezTo>
                    <a:pt x="445" y="534"/>
                    <a:pt x="445" y="533"/>
                    <a:pt x="446" y="534"/>
                  </a:cubicBezTo>
                  <a:cubicBezTo>
                    <a:pt x="446" y="535"/>
                    <a:pt x="446" y="535"/>
                    <a:pt x="447" y="536"/>
                  </a:cubicBezTo>
                  <a:cubicBezTo>
                    <a:pt x="447" y="536"/>
                    <a:pt x="448" y="536"/>
                    <a:pt x="449" y="536"/>
                  </a:cubicBezTo>
                  <a:lnTo>
                    <a:pt x="450" y="536"/>
                  </a:lnTo>
                  <a:cubicBezTo>
                    <a:pt x="451" y="535"/>
                    <a:pt x="451" y="535"/>
                    <a:pt x="452" y="534"/>
                  </a:cubicBezTo>
                  <a:lnTo>
                    <a:pt x="452" y="533"/>
                  </a:lnTo>
                  <a:cubicBezTo>
                    <a:pt x="453" y="529"/>
                    <a:pt x="453" y="524"/>
                    <a:pt x="453" y="519"/>
                  </a:cubicBezTo>
                  <a:cubicBezTo>
                    <a:pt x="453" y="514"/>
                    <a:pt x="453" y="509"/>
                    <a:pt x="452" y="505"/>
                  </a:cubicBezTo>
                  <a:cubicBezTo>
                    <a:pt x="452" y="508"/>
                    <a:pt x="454" y="511"/>
                    <a:pt x="455" y="514"/>
                  </a:cubicBezTo>
                  <a:lnTo>
                    <a:pt x="455" y="515"/>
                  </a:lnTo>
                  <a:cubicBezTo>
                    <a:pt x="456" y="516"/>
                    <a:pt x="456" y="515"/>
                    <a:pt x="457" y="516"/>
                  </a:cubicBezTo>
                  <a:cubicBezTo>
                    <a:pt x="457" y="517"/>
                    <a:pt x="458" y="517"/>
                    <a:pt x="459" y="517"/>
                  </a:cubicBezTo>
                  <a:cubicBezTo>
                    <a:pt x="459" y="517"/>
                    <a:pt x="460" y="517"/>
                    <a:pt x="461" y="516"/>
                  </a:cubicBezTo>
                  <a:cubicBezTo>
                    <a:pt x="461" y="516"/>
                    <a:pt x="462" y="516"/>
                    <a:pt x="462" y="515"/>
                  </a:cubicBezTo>
                  <a:lnTo>
                    <a:pt x="462" y="514"/>
                  </a:lnTo>
                  <a:cubicBezTo>
                    <a:pt x="462" y="512"/>
                    <a:pt x="463" y="510"/>
                    <a:pt x="463" y="508"/>
                  </a:cubicBezTo>
                  <a:cubicBezTo>
                    <a:pt x="463" y="506"/>
                    <a:pt x="462" y="504"/>
                    <a:pt x="462" y="502"/>
                  </a:cubicBezTo>
                  <a:cubicBezTo>
                    <a:pt x="515" y="556"/>
                    <a:pt x="561" y="616"/>
                    <a:pt x="598" y="681"/>
                  </a:cubicBezTo>
                  <a:cubicBezTo>
                    <a:pt x="600" y="685"/>
                    <a:pt x="603" y="689"/>
                    <a:pt x="605" y="693"/>
                  </a:cubicBezTo>
                  <a:cubicBezTo>
                    <a:pt x="605" y="693"/>
                    <a:pt x="605" y="694"/>
                    <a:pt x="606" y="694"/>
                  </a:cubicBezTo>
                  <a:cubicBezTo>
                    <a:pt x="639" y="752"/>
                    <a:pt x="662" y="815"/>
                    <a:pt x="674" y="881"/>
                  </a:cubicBezTo>
                  <a:cubicBezTo>
                    <a:pt x="657" y="871"/>
                    <a:pt x="648" y="852"/>
                    <a:pt x="627" y="853"/>
                  </a:cubicBezTo>
                  <a:lnTo>
                    <a:pt x="626" y="853"/>
                  </a:lnTo>
                  <a:cubicBezTo>
                    <a:pt x="625" y="853"/>
                    <a:pt x="624" y="853"/>
                    <a:pt x="624" y="854"/>
                  </a:cubicBezTo>
                  <a:cubicBezTo>
                    <a:pt x="623" y="854"/>
                    <a:pt x="622" y="855"/>
                    <a:pt x="621" y="856"/>
                  </a:cubicBezTo>
                  <a:lnTo>
                    <a:pt x="621" y="857"/>
                  </a:lnTo>
                  <a:cubicBezTo>
                    <a:pt x="614" y="884"/>
                    <a:pt x="643" y="900"/>
                    <a:pt x="657" y="921"/>
                  </a:cubicBezTo>
                  <a:cubicBezTo>
                    <a:pt x="661" y="927"/>
                    <a:pt x="664" y="933"/>
                    <a:pt x="668" y="939"/>
                  </a:cubicBezTo>
                  <a:cubicBezTo>
                    <a:pt x="691" y="980"/>
                    <a:pt x="707" y="1027"/>
                    <a:pt x="711" y="1075"/>
                  </a:cubicBezTo>
                  <a:cubicBezTo>
                    <a:pt x="714" y="1118"/>
                    <a:pt x="714" y="1162"/>
                    <a:pt x="720" y="1204"/>
                  </a:cubicBezTo>
                  <a:cubicBezTo>
                    <a:pt x="724" y="1227"/>
                    <a:pt x="725" y="1250"/>
                    <a:pt x="729" y="1274"/>
                  </a:cubicBezTo>
                  <a:lnTo>
                    <a:pt x="729" y="1272"/>
                  </a:lnTo>
                  <a:cubicBezTo>
                    <a:pt x="724" y="1244"/>
                    <a:pt x="710" y="1222"/>
                    <a:pt x="704" y="1195"/>
                  </a:cubicBezTo>
                  <a:cubicBezTo>
                    <a:pt x="696" y="1159"/>
                    <a:pt x="687" y="1109"/>
                    <a:pt x="662" y="1082"/>
                  </a:cubicBezTo>
                  <a:cubicBezTo>
                    <a:pt x="660" y="1079"/>
                    <a:pt x="655" y="1082"/>
                    <a:pt x="657" y="1085"/>
                  </a:cubicBezTo>
                  <a:cubicBezTo>
                    <a:pt x="681" y="1114"/>
                    <a:pt x="686" y="1177"/>
                    <a:pt x="694" y="1212"/>
                  </a:cubicBezTo>
                  <a:cubicBezTo>
                    <a:pt x="704" y="1256"/>
                    <a:pt x="720" y="1299"/>
                    <a:pt x="731" y="1343"/>
                  </a:cubicBezTo>
                  <a:cubicBezTo>
                    <a:pt x="743" y="1388"/>
                    <a:pt x="751" y="1434"/>
                    <a:pt x="755" y="1481"/>
                  </a:cubicBezTo>
                  <a:cubicBezTo>
                    <a:pt x="756" y="1515"/>
                    <a:pt x="761" y="1548"/>
                    <a:pt x="769" y="1581"/>
                  </a:cubicBezTo>
                  <a:cubicBezTo>
                    <a:pt x="770" y="1585"/>
                    <a:pt x="777" y="1584"/>
                    <a:pt x="777" y="1580"/>
                  </a:cubicBezTo>
                  <a:cubicBezTo>
                    <a:pt x="786" y="1503"/>
                    <a:pt x="764" y="1414"/>
                    <a:pt x="745" y="1339"/>
                  </a:cubicBezTo>
                  <a:lnTo>
                    <a:pt x="743" y="1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2"/>
            <p:cNvSpPr/>
            <p:nvPr/>
          </p:nvSpPr>
          <p:spPr>
            <a:xfrm>
              <a:off x="8732520" y="3611520"/>
              <a:ext cx="732600" cy="1013760"/>
            </a:xfrm>
            <a:custGeom>
              <a:rect b="b" l="l" r="r" t="t"/>
              <a:pathLst>
                <a:path extrusionOk="0" h="2816" w="2035">
                  <a:moveTo>
                    <a:pt x="2004" y="1646"/>
                  </a:moveTo>
                  <a:cubicBezTo>
                    <a:pt x="1992" y="1614"/>
                    <a:pt x="1991" y="1576"/>
                    <a:pt x="1969" y="1549"/>
                  </a:cubicBezTo>
                  <a:cubicBezTo>
                    <a:pt x="1968" y="1547"/>
                    <a:pt x="1965" y="1549"/>
                    <a:pt x="1966" y="1551"/>
                  </a:cubicBezTo>
                  <a:cubicBezTo>
                    <a:pt x="1983" y="1575"/>
                    <a:pt x="1981" y="1602"/>
                    <a:pt x="1988" y="1630"/>
                  </a:cubicBezTo>
                  <a:cubicBezTo>
                    <a:pt x="1997" y="1668"/>
                    <a:pt x="2004" y="1707"/>
                    <a:pt x="2008" y="1747"/>
                  </a:cubicBezTo>
                  <a:cubicBezTo>
                    <a:pt x="2008" y="1757"/>
                    <a:pt x="2008" y="1766"/>
                    <a:pt x="2008" y="1776"/>
                  </a:cubicBezTo>
                  <a:cubicBezTo>
                    <a:pt x="2008" y="1854"/>
                    <a:pt x="1992" y="1931"/>
                    <a:pt x="1961" y="2002"/>
                  </a:cubicBezTo>
                  <a:cubicBezTo>
                    <a:pt x="1950" y="2032"/>
                    <a:pt x="1940" y="2063"/>
                    <a:pt x="1933" y="2094"/>
                  </a:cubicBezTo>
                  <a:cubicBezTo>
                    <a:pt x="1922" y="2126"/>
                    <a:pt x="1909" y="2158"/>
                    <a:pt x="1893" y="2188"/>
                  </a:cubicBezTo>
                  <a:cubicBezTo>
                    <a:pt x="1879" y="2222"/>
                    <a:pt x="1850" y="2243"/>
                    <a:pt x="1836" y="2275"/>
                  </a:cubicBezTo>
                  <a:cubicBezTo>
                    <a:pt x="1834" y="2279"/>
                    <a:pt x="1832" y="2282"/>
                    <a:pt x="1830" y="2286"/>
                  </a:cubicBezTo>
                  <a:cubicBezTo>
                    <a:pt x="1824" y="2296"/>
                    <a:pt x="1818" y="2305"/>
                    <a:pt x="1811" y="2315"/>
                  </a:cubicBezTo>
                  <a:cubicBezTo>
                    <a:pt x="1813" y="2295"/>
                    <a:pt x="1815" y="2275"/>
                    <a:pt x="1817" y="2256"/>
                  </a:cubicBezTo>
                  <a:cubicBezTo>
                    <a:pt x="1823" y="2205"/>
                    <a:pt x="1820" y="2150"/>
                    <a:pt x="1829" y="2100"/>
                  </a:cubicBezTo>
                  <a:cubicBezTo>
                    <a:pt x="1847" y="1994"/>
                    <a:pt x="1829" y="1887"/>
                    <a:pt x="1829" y="1782"/>
                  </a:cubicBezTo>
                  <a:cubicBezTo>
                    <a:pt x="1829" y="1770"/>
                    <a:pt x="1837" y="1716"/>
                    <a:pt x="1824" y="1708"/>
                  </a:cubicBezTo>
                  <a:cubicBezTo>
                    <a:pt x="1806" y="1696"/>
                    <a:pt x="1787" y="1714"/>
                    <a:pt x="1791" y="1681"/>
                  </a:cubicBezTo>
                  <a:cubicBezTo>
                    <a:pt x="1796" y="1633"/>
                    <a:pt x="1785" y="1583"/>
                    <a:pt x="1791" y="1533"/>
                  </a:cubicBezTo>
                  <a:cubicBezTo>
                    <a:pt x="1794" y="1514"/>
                    <a:pt x="1795" y="1495"/>
                    <a:pt x="1795" y="1476"/>
                  </a:cubicBezTo>
                  <a:cubicBezTo>
                    <a:pt x="1795" y="1453"/>
                    <a:pt x="1793" y="1431"/>
                    <a:pt x="1789" y="1409"/>
                  </a:cubicBezTo>
                  <a:cubicBezTo>
                    <a:pt x="1789" y="1408"/>
                    <a:pt x="1788" y="1408"/>
                    <a:pt x="1788" y="1407"/>
                  </a:cubicBezTo>
                  <a:cubicBezTo>
                    <a:pt x="1787" y="1406"/>
                    <a:pt x="1787" y="1405"/>
                    <a:pt x="1786" y="1405"/>
                  </a:cubicBezTo>
                  <a:cubicBezTo>
                    <a:pt x="1784" y="1404"/>
                    <a:pt x="1783" y="1404"/>
                    <a:pt x="1782" y="1404"/>
                  </a:cubicBezTo>
                  <a:cubicBezTo>
                    <a:pt x="1780" y="1404"/>
                    <a:pt x="1779" y="1404"/>
                    <a:pt x="1778" y="1405"/>
                  </a:cubicBezTo>
                  <a:cubicBezTo>
                    <a:pt x="1777" y="1405"/>
                    <a:pt x="1777" y="1405"/>
                    <a:pt x="1776" y="1406"/>
                  </a:cubicBezTo>
                  <a:cubicBezTo>
                    <a:pt x="1761" y="1419"/>
                    <a:pt x="1747" y="1434"/>
                    <a:pt x="1737" y="1452"/>
                  </a:cubicBezTo>
                  <a:cubicBezTo>
                    <a:pt x="1733" y="1438"/>
                    <a:pt x="1732" y="1424"/>
                    <a:pt x="1732" y="1410"/>
                  </a:cubicBezTo>
                  <a:cubicBezTo>
                    <a:pt x="1732" y="1403"/>
                    <a:pt x="1732" y="1396"/>
                    <a:pt x="1733" y="1389"/>
                  </a:cubicBezTo>
                  <a:cubicBezTo>
                    <a:pt x="1733" y="1387"/>
                    <a:pt x="1733" y="1384"/>
                    <a:pt x="1733" y="1382"/>
                  </a:cubicBezTo>
                  <a:cubicBezTo>
                    <a:pt x="1733" y="1360"/>
                    <a:pt x="1732" y="1338"/>
                    <a:pt x="1728" y="1316"/>
                  </a:cubicBezTo>
                  <a:lnTo>
                    <a:pt x="1730" y="1316"/>
                  </a:lnTo>
                  <a:cubicBezTo>
                    <a:pt x="1734" y="1315"/>
                    <a:pt x="1736" y="1309"/>
                    <a:pt x="1732" y="1307"/>
                  </a:cubicBezTo>
                  <a:lnTo>
                    <a:pt x="1727" y="1305"/>
                  </a:lnTo>
                  <a:cubicBezTo>
                    <a:pt x="1725" y="1261"/>
                    <a:pt x="1720" y="1217"/>
                    <a:pt x="1713" y="1173"/>
                  </a:cubicBezTo>
                  <a:cubicBezTo>
                    <a:pt x="1694" y="1093"/>
                    <a:pt x="1697" y="1008"/>
                    <a:pt x="1678" y="927"/>
                  </a:cubicBezTo>
                  <a:cubicBezTo>
                    <a:pt x="1678" y="924"/>
                    <a:pt x="1672" y="925"/>
                    <a:pt x="1673" y="927"/>
                  </a:cubicBezTo>
                  <a:cubicBezTo>
                    <a:pt x="1681" y="972"/>
                    <a:pt x="1681" y="1017"/>
                    <a:pt x="1687" y="1062"/>
                  </a:cubicBezTo>
                  <a:cubicBezTo>
                    <a:pt x="1691" y="1090"/>
                    <a:pt x="1692" y="1118"/>
                    <a:pt x="1692" y="1147"/>
                  </a:cubicBezTo>
                  <a:cubicBezTo>
                    <a:pt x="1692" y="1171"/>
                    <a:pt x="1702" y="1193"/>
                    <a:pt x="1702" y="1219"/>
                  </a:cubicBezTo>
                  <a:cubicBezTo>
                    <a:pt x="1703" y="1243"/>
                    <a:pt x="1705" y="1267"/>
                    <a:pt x="1708" y="1291"/>
                  </a:cubicBezTo>
                  <a:cubicBezTo>
                    <a:pt x="1697" y="1281"/>
                    <a:pt x="1688" y="1269"/>
                    <a:pt x="1681" y="1257"/>
                  </a:cubicBezTo>
                  <a:cubicBezTo>
                    <a:pt x="1680" y="1256"/>
                    <a:pt x="1680" y="1255"/>
                    <a:pt x="1679" y="1254"/>
                  </a:cubicBezTo>
                  <a:cubicBezTo>
                    <a:pt x="1679" y="1253"/>
                    <a:pt x="1680" y="1252"/>
                    <a:pt x="1680" y="1251"/>
                  </a:cubicBezTo>
                  <a:cubicBezTo>
                    <a:pt x="1680" y="1250"/>
                    <a:pt x="1678" y="1248"/>
                    <a:pt x="1678" y="1247"/>
                  </a:cubicBezTo>
                  <a:cubicBezTo>
                    <a:pt x="1677" y="1246"/>
                    <a:pt x="1677" y="1245"/>
                    <a:pt x="1675" y="1244"/>
                  </a:cubicBezTo>
                  <a:cubicBezTo>
                    <a:pt x="1674" y="1243"/>
                    <a:pt x="1674" y="1243"/>
                    <a:pt x="1674" y="1243"/>
                  </a:cubicBezTo>
                  <a:cubicBezTo>
                    <a:pt x="1656" y="1202"/>
                    <a:pt x="1644" y="1158"/>
                    <a:pt x="1636" y="1114"/>
                  </a:cubicBezTo>
                  <a:cubicBezTo>
                    <a:pt x="1628" y="1079"/>
                    <a:pt x="1625" y="1043"/>
                    <a:pt x="1616" y="1008"/>
                  </a:cubicBezTo>
                  <a:cubicBezTo>
                    <a:pt x="1614" y="999"/>
                    <a:pt x="1588" y="944"/>
                    <a:pt x="1579" y="918"/>
                  </a:cubicBezTo>
                  <a:cubicBezTo>
                    <a:pt x="1579" y="916"/>
                    <a:pt x="1579" y="914"/>
                    <a:pt x="1579" y="912"/>
                  </a:cubicBezTo>
                  <a:cubicBezTo>
                    <a:pt x="1579" y="911"/>
                    <a:pt x="1579" y="911"/>
                    <a:pt x="1579" y="911"/>
                  </a:cubicBezTo>
                  <a:lnTo>
                    <a:pt x="1578" y="910"/>
                  </a:lnTo>
                  <a:cubicBezTo>
                    <a:pt x="1578" y="907"/>
                    <a:pt x="1578" y="905"/>
                    <a:pt x="1578" y="905"/>
                  </a:cubicBezTo>
                  <a:lnTo>
                    <a:pt x="1579" y="904"/>
                  </a:lnTo>
                  <a:cubicBezTo>
                    <a:pt x="1579" y="904"/>
                    <a:pt x="1580" y="904"/>
                    <a:pt x="1580" y="903"/>
                  </a:cubicBezTo>
                  <a:lnTo>
                    <a:pt x="1580" y="902"/>
                  </a:lnTo>
                  <a:lnTo>
                    <a:pt x="1580" y="901"/>
                  </a:lnTo>
                  <a:lnTo>
                    <a:pt x="1579" y="900"/>
                  </a:lnTo>
                  <a:lnTo>
                    <a:pt x="1578" y="900"/>
                  </a:lnTo>
                  <a:lnTo>
                    <a:pt x="1574" y="900"/>
                  </a:lnTo>
                  <a:cubicBezTo>
                    <a:pt x="1573" y="900"/>
                    <a:pt x="1572" y="899"/>
                    <a:pt x="1572" y="900"/>
                  </a:cubicBezTo>
                  <a:cubicBezTo>
                    <a:pt x="1571" y="901"/>
                    <a:pt x="1571" y="901"/>
                    <a:pt x="1571" y="902"/>
                  </a:cubicBezTo>
                  <a:cubicBezTo>
                    <a:pt x="1569" y="909"/>
                    <a:pt x="1568" y="915"/>
                    <a:pt x="1568" y="922"/>
                  </a:cubicBezTo>
                  <a:cubicBezTo>
                    <a:pt x="1568" y="932"/>
                    <a:pt x="1570" y="942"/>
                    <a:pt x="1575" y="951"/>
                  </a:cubicBezTo>
                  <a:cubicBezTo>
                    <a:pt x="1575" y="959"/>
                    <a:pt x="1575" y="967"/>
                    <a:pt x="1575" y="974"/>
                  </a:cubicBezTo>
                  <a:lnTo>
                    <a:pt x="1574" y="975"/>
                  </a:lnTo>
                  <a:cubicBezTo>
                    <a:pt x="1569" y="967"/>
                    <a:pt x="1563" y="959"/>
                    <a:pt x="1559" y="950"/>
                  </a:cubicBezTo>
                  <a:cubicBezTo>
                    <a:pt x="1548" y="931"/>
                    <a:pt x="1538" y="911"/>
                    <a:pt x="1529" y="891"/>
                  </a:cubicBezTo>
                  <a:cubicBezTo>
                    <a:pt x="1513" y="852"/>
                    <a:pt x="1489" y="819"/>
                    <a:pt x="1480" y="778"/>
                  </a:cubicBezTo>
                  <a:cubicBezTo>
                    <a:pt x="1473" y="743"/>
                    <a:pt x="1458" y="710"/>
                    <a:pt x="1449" y="675"/>
                  </a:cubicBezTo>
                  <a:cubicBezTo>
                    <a:pt x="1444" y="646"/>
                    <a:pt x="1435" y="617"/>
                    <a:pt x="1422" y="591"/>
                  </a:cubicBezTo>
                  <a:cubicBezTo>
                    <a:pt x="1420" y="588"/>
                    <a:pt x="1416" y="591"/>
                    <a:pt x="1418" y="594"/>
                  </a:cubicBezTo>
                  <a:cubicBezTo>
                    <a:pt x="1433" y="622"/>
                    <a:pt x="1436" y="662"/>
                    <a:pt x="1443" y="692"/>
                  </a:cubicBezTo>
                  <a:cubicBezTo>
                    <a:pt x="1453" y="733"/>
                    <a:pt x="1464" y="773"/>
                    <a:pt x="1477" y="812"/>
                  </a:cubicBezTo>
                  <a:cubicBezTo>
                    <a:pt x="1489" y="846"/>
                    <a:pt x="1510" y="876"/>
                    <a:pt x="1523" y="910"/>
                  </a:cubicBezTo>
                  <a:cubicBezTo>
                    <a:pt x="1526" y="917"/>
                    <a:pt x="1529" y="923"/>
                    <a:pt x="1532" y="930"/>
                  </a:cubicBezTo>
                  <a:cubicBezTo>
                    <a:pt x="1524" y="920"/>
                    <a:pt x="1515" y="912"/>
                    <a:pt x="1508" y="904"/>
                  </a:cubicBezTo>
                  <a:lnTo>
                    <a:pt x="1508" y="903"/>
                  </a:lnTo>
                  <a:cubicBezTo>
                    <a:pt x="1508" y="902"/>
                    <a:pt x="1508" y="901"/>
                    <a:pt x="1508" y="901"/>
                  </a:cubicBezTo>
                  <a:cubicBezTo>
                    <a:pt x="1479" y="857"/>
                    <a:pt x="1437" y="817"/>
                    <a:pt x="1403" y="772"/>
                  </a:cubicBezTo>
                  <a:cubicBezTo>
                    <a:pt x="1390" y="750"/>
                    <a:pt x="1379" y="727"/>
                    <a:pt x="1369" y="704"/>
                  </a:cubicBezTo>
                  <a:cubicBezTo>
                    <a:pt x="1354" y="673"/>
                    <a:pt x="1340" y="643"/>
                    <a:pt x="1325" y="612"/>
                  </a:cubicBezTo>
                  <a:cubicBezTo>
                    <a:pt x="1324" y="604"/>
                    <a:pt x="1321" y="596"/>
                    <a:pt x="1317" y="589"/>
                  </a:cubicBezTo>
                  <a:lnTo>
                    <a:pt x="1317" y="588"/>
                  </a:lnTo>
                  <a:cubicBezTo>
                    <a:pt x="1306" y="564"/>
                    <a:pt x="1296" y="538"/>
                    <a:pt x="1290" y="512"/>
                  </a:cubicBezTo>
                  <a:cubicBezTo>
                    <a:pt x="1280" y="491"/>
                    <a:pt x="1273" y="469"/>
                    <a:pt x="1266" y="446"/>
                  </a:cubicBezTo>
                  <a:lnTo>
                    <a:pt x="1266" y="445"/>
                  </a:lnTo>
                  <a:cubicBezTo>
                    <a:pt x="1266" y="444"/>
                    <a:pt x="1266" y="444"/>
                    <a:pt x="1265" y="444"/>
                  </a:cubicBezTo>
                  <a:lnTo>
                    <a:pt x="1264" y="444"/>
                  </a:lnTo>
                  <a:lnTo>
                    <a:pt x="1263" y="444"/>
                  </a:lnTo>
                  <a:cubicBezTo>
                    <a:pt x="1262" y="444"/>
                    <a:pt x="1262" y="444"/>
                    <a:pt x="1262" y="445"/>
                  </a:cubicBezTo>
                  <a:lnTo>
                    <a:pt x="1262" y="446"/>
                  </a:lnTo>
                  <a:cubicBezTo>
                    <a:pt x="1264" y="478"/>
                    <a:pt x="1272" y="509"/>
                    <a:pt x="1284" y="538"/>
                  </a:cubicBezTo>
                  <a:lnTo>
                    <a:pt x="1283" y="538"/>
                  </a:lnTo>
                  <a:cubicBezTo>
                    <a:pt x="1282" y="538"/>
                    <a:pt x="1280" y="539"/>
                    <a:pt x="1279" y="540"/>
                  </a:cubicBezTo>
                  <a:cubicBezTo>
                    <a:pt x="1278" y="540"/>
                    <a:pt x="1278" y="540"/>
                    <a:pt x="1277" y="541"/>
                  </a:cubicBezTo>
                  <a:cubicBezTo>
                    <a:pt x="1273" y="533"/>
                    <a:pt x="1270" y="524"/>
                    <a:pt x="1267" y="516"/>
                  </a:cubicBezTo>
                  <a:cubicBezTo>
                    <a:pt x="1266" y="515"/>
                    <a:pt x="1266" y="515"/>
                    <a:pt x="1265" y="514"/>
                  </a:cubicBezTo>
                  <a:cubicBezTo>
                    <a:pt x="1265" y="514"/>
                    <a:pt x="1264" y="514"/>
                    <a:pt x="1263" y="514"/>
                  </a:cubicBezTo>
                  <a:lnTo>
                    <a:pt x="1262" y="514"/>
                  </a:lnTo>
                  <a:cubicBezTo>
                    <a:pt x="1261" y="514"/>
                    <a:pt x="1261" y="514"/>
                    <a:pt x="1261" y="515"/>
                  </a:cubicBezTo>
                  <a:cubicBezTo>
                    <a:pt x="1258" y="506"/>
                    <a:pt x="1253" y="498"/>
                    <a:pt x="1249" y="491"/>
                  </a:cubicBezTo>
                  <a:cubicBezTo>
                    <a:pt x="1230" y="459"/>
                    <a:pt x="1205" y="432"/>
                    <a:pt x="1173" y="413"/>
                  </a:cubicBezTo>
                  <a:cubicBezTo>
                    <a:pt x="1173" y="412"/>
                    <a:pt x="1172" y="412"/>
                    <a:pt x="1172" y="412"/>
                  </a:cubicBezTo>
                  <a:cubicBezTo>
                    <a:pt x="1171" y="412"/>
                    <a:pt x="1171" y="412"/>
                    <a:pt x="1170" y="413"/>
                  </a:cubicBezTo>
                  <a:cubicBezTo>
                    <a:pt x="1169" y="414"/>
                    <a:pt x="1169" y="413"/>
                    <a:pt x="1169" y="414"/>
                  </a:cubicBezTo>
                  <a:cubicBezTo>
                    <a:pt x="1168" y="415"/>
                    <a:pt x="1168" y="415"/>
                    <a:pt x="1168" y="416"/>
                  </a:cubicBezTo>
                  <a:cubicBezTo>
                    <a:pt x="1168" y="416"/>
                    <a:pt x="1168" y="417"/>
                    <a:pt x="1169" y="418"/>
                  </a:cubicBezTo>
                  <a:cubicBezTo>
                    <a:pt x="1172" y="423"/>
                    <a:pt x="1175" y="428"/>
                    <a:pt x="1178" y="434"/>
                  </a:cubicBezTo>
                  <a:cubicBezTo>
                    <a:pt x="1170" y="420"/>
                    <a:pt x="1159" y="408"/>
                    <a:pt x="1147" y="397"/>
                  </a:cubicBezTo>
                  <a:cubicBezTo>
                    <a:pt x="1129" y="383"/>
                    <a:pt x="1111" y="370"/>
                    <a:pt x="1093" y="357"/>
                  </a:cubicBezTo>
                  <a:cubicBezTo>
                    <a:pt x="1067" y="338"/>
                    <a:pt x="1033" y="334"/>
                    <a:pt x="1005" y="317"/>
                  </a:cubicBezTo>
                  <a:cubicBezTo>
                    <a:pt x="981" y="286"/>
                    <a:pt x="957" y="256"/>
                    <a:pt x="936" y="224"/>
                  </a:cubicBezTo>
                  <a:cubicBezTo>
                    <a:pt x="918" y="197"/>
                    <a:pt x="889" y="178"/>
                    <a:pt x="867" y="156"/>
                  </a:cubicBezTo>
                  <a:cubicBezTo>
                    <a:pt x="840" y="129"/>
                    <a:pt x="812" y="103"/>
                    <a:pt x="785" y="76"/>
                  </a:cubicBezTo>
                  <a:cubicBezTo>
                    <a:pt x="770" y="62"/>
                    <a:pt x="754" y="49"/>
                    <a:pt x="736" y="39"/>
                  </a:cubicBezTo>
                  <a:cubicBezTo>
                    <a:pt x="698" y="17"/>
                    <a:pt x="656" y="6"/>
                    <a:pt x="612" y="6"/>
                  </a:cubicBezTo>
                  <a:cubicBezTo>
                    <a:pt x="605" y="6"/>
                    <a:pt x="598" y="6"/>
                    <a:pt x="591" y="7"/>
                  </a:cubicBezTo>
                  <a:cubicBezTo>
                    <a:pt x="589" y="7"/>
                    <a:pt x="588" y="11"/>
                    <a:pt x="591" y="12"/>
                  </a:cubicBezTo>
                  <a:cubicBezTo>
                    <a:pt x="636" y="15"/>
                    <a:pt x="680" y="26"/>
                    <a:pt x="721" y="45"/>
                  </a:cubicBezTo>
                  <a:cubicBezTo>
                    <a:pt x="751" y="59"/>
                    <a:pt x="769" y="81"/>
                    <a:pt x="795" y="100"/>
                  </a:cubicBezTo>
                  <a:cubicBezTo>
                    <a:pt x="820" y="118"/>
                    <a:pt x="833" y="148"/>
                    <a:pt x="857" y="167"/>
                  </a:cubicBezTo>
                  <a:cubicBezTo>
                    <a:pt x="890" y="193"/>
                    <a:pt x="918" y="224"/>
                    <a:pt x="940" y="259"/>
                  </a:cubicBezTo>
                  <a:cubicBezTo>
                    <a:pt x="971" y="303"/>
                    <a:pt x="1004" y="346"/>
                    <a:pt x="1040" y="387"/>
                  </a:cubicBezTo>
                  <a:cubicBezTo>
                    <a:pt x="1065" y="418"/>
                    <a:pt x="1088" y="451"/>
                    <a:pt x="1109" y="485"/>
                  </a:cubicBezTo>
                  <a:cubicBezTo>
                    <a:pt x="1117" y="498"/>
                    <a:pt x="1125" y="511"/>
                    <a:pt x="1133" y="524"/>
                  </a:cubicBezTo>
                  <a:cubicBezTo>
                    <a:pt x="1139" y="534"/>
                    <a:pt x="1145" y="544"/>
                    <a:pt x="1150" y="555"/>
                  </a:cubicBezTo>
                  <a:cubicBezTo>
                    <a:pt x="1152" y="559"/>
                    <a:pt x="1157" y="555"/>
                    <a:pt x="1156" y="552"/>
                  </a:cubicBezTo>
                  <a:cubicBezTo>
                    <a:pt x="1148" y="503"/>
                    <a:pt x="1099" y="440"/>
                    <a:pt x="1070" y="400"/>
                  </a:cubicBezTo>
                  <a:cubicBezTo>
                    <a:pt x="1051" y="376"/>
                    <a:pt x="1032" y="353"/>
                    <a:pt x="1013" y="329"/>
                  </a:cubicBezTo>
                  <a:cubicBezTo>
                    <a:pt x="1043" y="349"/>
                    <a:pt x="1076" y="359"/>
                    <a:pt x="1104" y="383"/>
                  </a:cubicBezTo>
                  <a:cubicBezTo>
                    <a:pt x="1141" y="415"/>
                    <a:pt x="1163" y="456"/>
                    <a:pt x="1194" y="492"/>
                  </a:cubicBezTo>
                  <a:lnTo>
                    <a:pt x="1195" y="493"/>
                  </a:lnTo>
                  <a:cubicBezTo>
                    <a:pt x="1196" y="493"/>
                    <a:pt x="1197" y="493"/>
                    <a:pt x="1197" y="493"/>
                  </a:cubicBezTo>
                  <a:cubicBezTo>
                    <a:pt x="1198" y="493"/>
                    <a:pt x="1199" y="493"/>
                    <a:pt x="1199" y="493"/>
                  </a:cubicBezTo>
                  <a:cubicBezTo>
                    <a:pt x="1200" y="492"/>
                    <a:pt x="1200" y="492"/>
                    <a:pt x="1201" y="491"/>
                  </a:cubicBezTo>
                  <a:cubicBezTo>
                    <a:pt x="1201" y="491"/>
                    <a:pt x="1201" y="490"/>
                    <a:pt x="1201" y="489"/>
                  </a:cubicBezTo>
                  <a:cubicBezTo>
                    <a:pt x="1201" y="488"/>
                    <a:pt x="1201" y="486"/>
                    <a:pt x="1201" y="485"/>
                  </a:cubicBezTo>
                  <a:cubicBezTo>
                    <a:pt x="1201" y="487"/>
                    <a:pt x="1203" y="489"/>
                    <a:pt x="1204" y="490"/>
                  </a:cubicBezTo>
                  <a:cubicBezTo>
                    <a:pt x="1206" y="494"/>
                    <a:pt x="1208" y="497"/>
                    <a:pt x="1210" y="501"/>
                  </a:cubicBezTo>
                  <a:cubicBezTo>
                    <a:pt x="1220" y="517"/>
                    <a:pt x="1228" y="534"/>
                    <a:pt x="1236" y="552"/>
                  </a:cubicBezTo>
                  <a:cubicBezTo>
                    <a:pt x="1253" y="594"/>
                    <a:pt x="1264" y="638"/>
                    <a:pt x="1268" y="683"/>
                  </a:cubicBezTo>
                  <a:cubicBezTo>
                    <a:pt x="1268" y="687"/>
                    <a:pt x="1268" y="691"/>
                    <a:pt x="1268" y="695"/>
                  </a:cubicBezTo>
                  <a:cubicBezTo>
                    <a:pt x="1268" y="700"/>
                    <a:pt x="1268" y="704"/>
                    <a:pt x="1268" y="709"/>
                  </a:cubicBezTo>
                  <a:cubicBezTo>
                    <a:pt x="1268" y="724"/>
                    <a:pt x="1269" y="739"/>
                    <a:pt x="1271" y="754"/>
                  </a:cubicBezTo>
                  <a:lnTo>
                    <a:pt x="1271" y="758"/>
                  </a:lnTo>
                  <a:cubicBezTo>
                    <a:pt x="1271" y="763"/>
                    <a:pt x="1272" y="768"/>
                    <a:pt x="1272" y="773"/>
                  </a:cubicBezTo>
                  <a:cubicBezTo>
                    <a:pt x="1272" y="779"/>
                    <a:pt x="1271" y="786"/>
                    <a:pt x="1270" y="792"/>
                  </a:cubicBezTo>
                  <a:cubicBezTo>
                    <a:pt x="1262" y="785"/>
                    <a:pt x="1255" y="776"/>
                    <a:pt x="1250" y="767"/>
                  </a:cubicBezTo>
                  <a:cubicBezTo>
                    <a:pt x="1247" y="762"/>
                    <a:pt x="1244" y="757"/>
                    <a:pt x="1242" y="751"/>
                  </a:cubicBezTo>
                  <a:cubicBezTo>
                    <a:pt x="1236" y="739"/>
                    <a:pt x="1230" y="728"/>
                    <a:pt x="1224" y="716"/>
                  </a:cubicBezTo>
                  <a:cubicBezTo>
                    <a:pt x="1208" y="689"/>
                    <a:pt x="1190" y="663"/>
                    <a:pt x="1170" y="639"/>
                  </a:cubicBezTo>
                  <a:lnTo>
                    <a:pt x="1169" y="638"/>
                  </a:lnTo>
                  <a:lnTo>
                    <a:pt x="1168" y="638"/>
                  </a:lnTo>
                  <a:lnTo>
                    <a:pt x="1167" y="638"/>
                  </a:lnTo>
                  <a:cubicBezTo>
                    <a:pt x="1166" y="639"/>
                    <a:pt x="1166" y="639"/>
                    <a:pt x="1166" y="639"/>
                  </a:cubicBezTo>
                  <a:cubicBezTo>
                    <a:pt x="1166" y="640"/>
                    <a:pt x="1166" y="640"/>
                    <a:pt x="1166" y="641"/>
                  </a:cubicBezTo>
                  <a:lnTo>
                    <a:pt x="1166" y="642"/>
                  </a:lnTo>
                  <a:cubicBezTo>
                    <a:pt x="1178" y="660"/>
                    <a:pt x="1191" y="678"/>
                    <a:pt x="1202" y="697"/>
                  </a:cubicBezTo>
                  <a:cubicBezTo>
                    <a:pt x="1199" y="695"/>
                    <a:pt x="1196" y="693"/>
                    <a:pt x="1193" y="691"/>
                  </a:cubicBezTo>
                  <a:cubicBezTo>
                    <a:pt x="1188" y="688"/>
                    <a:pt x="1183" y="686"/>
                    <a:pt x="1179" y="685"/>
                  </a:cubicBezTo>
                  <a:cubicBezTo>
                    <a:pt x="1143" y="673"/>
                    <a:pt x="1120" y="638"/>
                    <a:pt x="1097" y="610"/>
                  </a:cubicBezTo>
                  <a:cubicBezTo>
                    <a:pt x="1077" y="585"/>
                    <a:pt x="1067" y="549"/>
                    <a:pt x="1049" y="522"/>
                  </a:cubicBezTo>
                  <a:cubicBezTo>
                    <a:pt x="1044" y="515"/>
                    <a:pt x="1040" y="508"/>
                    <a:pt x="1036" y="501"/>
                  </a:cubicBezTo>
                  <a:cubicBezTo>
                    <a:pt x="1021" y="475"/>
                    <a:pt x="1009" y="448"/>
                    <a:pt x="1001" y="420"/>
                  </a:cubicBezTo>
                  <a:cubicBezTo>
                    <a:pt x="1001" y="420"/>
                    <a:pt x="1001" y="421"/>
                    <a:pt x="1000" y="420"/>
                  </a:cubicBezTo>
                  <a:cubicBezTo>
                    <a:pt x="999" y="419"/>
                    <a:pt x="999" y="418"/>
                    <a:pt x="999" y="418"/>
                  </a:cubicBezTo>
                  <a:cubicBezTo>
                    <a:pt x="998" y="417"/>
                    <a:pt x="997" y="417"/>
                    <a:pt x="997" y="417"/>
                  </a:cubicBezTo>
                  <a:cubicBezTo>
                    <a:pt x="996" y="417"/>
                    <a:pt x="995" y="417"/>
                    <a:pt x="994" y="418"/>
                  </a:cubicBezTo>
                  <a:cubicBezTo>
                    <a:pt x="994" y="418"/>
                    <a:pt x="994" y="419"/>
                    <a:pt x="993" y="420"/>
                  </a:cubicBezTo>
                  <a:cubicBezTo>
                    <a:pt x="992" y="421"/>
                    <a:pt x="992" y="421"/>
                    <a:pt x="992" y="422"/>
                  </a:cubicBezTo>
                  <a:cubicBezTo>
                    <a:pt x="998" y="469"/>
                    <a:pt x="966" y="418"/>
                    <a:pt x="962" y="411"/>
                  </a:cubicBezTo>
                  <a:cubicBezTo>
                    <a:pt x="952" y="397"/>
                    <a:pt x="940" y="383"/>
                    <a:pt x="928" y="370"/>
                  </a:cubicBezTo>
                  <a:cubicBezTo>
                    <a:pt x="926" y="368"/>
                    <a:pt x="924" y="366"/>
                    <a:pt x="923" y="364"/>
                  </a:cubicBezTo>
                  <a:cubicBezTo>
                    <a:pt x="922" y="361"/>
                    <a:pt x="921" y="359"/>
                    <a:pt x="919" y="357"/>
                  </a:cubicBezTo>
                  <a:cubicBezTo>
                    <a:pt x="917" y="354"/>
                    <a:pt x="915" y="351"/>
                    <a:pt x="913" y="348"/>
                  </a:cubicBezTo>
                  <a:lnTo>
                    <a:pt x="912" y="346"/>
                  </a:lnTo>
                  <a:lnTo>
                    <a:pt x="906" y="339"/>
                  </a:lnTo>
                  <a:cubicBezTo>
                    <a:pt x="892" y="308"/>
                    <a:pt x="881" y="276"/>
                    <a:pt x="875" y="242"/>
                  </a:cubicBezTo>
                  <a:lnTo>
                    <a:pt x="875" y="241"/>
                  </a:lnTo>
                  <a:cubicBezTo>
                    <a:pt x="874" y="241"/>
                    <a:pt x="874" y="241"/>
                    <a:pt x="874" y="241"/>
                  </a:cubicBezTo>
                  <a:lnTo>
                    <a:pt x="873" y="241"/>
                  </a:lnTo>
                  <a:lnTo>
                    <a:pt x="873" y="242"/>
                  </a:lnTo>
                  <a:lnTo>
                    <a:pt x="872" y="242"/>
                  </a:lnTo>
                  <a:cubicBezTo>
                    <a:pt x="873" y="266"/>
                    <a:pt x="877" y="290"/>
                    <a:pt x="884" y="313"/>
                  </a:cubicBezTo>
                  <a:lnTo>
                    <a:pt x="880" y="307"/>
                  </a:lnTo>
                  <a:cubicBezTo>
                    <a:pt x="841" y="254"/>
                    <a:pt x="795" y="196"/>
                    <a:pt x="782" y="128"/>
                  </a:cubicBezTo>
                  <a:cubicBezTo>
                    <a:pt x="782" y="126"/>
                    <a:pt x="777" y="126"/>
                    <a:pt x="777" y="128"/>
                  </a:cubicBezTo>
                  <a:cubicBezTo>
                    <a:pt x="782" y="170"/>
                    <a:pt x="795" y="211"/>
                    <a:pt x="816" y="248"/>
                  </a:cubicBezTo>
                  <a:cubicBezTo>
                    <a:pt x="819" y="253"/>
                    <a:pt x="821" y="257"/>
                    <a:pt x="824" y="261"/>
                  </a:cubicBezTo>
                  <a:lnTo>
                    <a:pt x="823" y="262"/>
                  </a:lnTo>
                  <a:lnTo>
                    <a:pt x="823" y="263"/>
                  </a:lnTo>
                  <a:cubicBezTo>
                    <a:pt x="822" y="264"/>
                    <a:pt x="822" y="264"/>
                    <a:pt x="822" y="265"/>
                  </a:cubicBezTo>
                  <a:cubicBezTo>
                    <a:pt x="804" y="252"/>
                    <a:pt x="788" y="238"/>
                    <a:pt x="773" y="222"/>
                  </a:cubicBezTo>
                  <a:cubicBezTo>
                    <a:pt x="770" y="218"/>
                    <a:pt x="767" y="213"/>
                    <a:pt x="764" y="209"/>
                  </a:cubicBezTo>
                  <a:cubicBezTo>
                    <a:pt x="764" y="208"/>
                    <a:pt x="765" y="207"/>
                    <a:pt x="765" y="206"/>
                  </a:cubicBezTo>
                  <a:cubicBezTo>
                    <a:pt x="765" y="205"/>
                    <a:pt x="764" y="204"/>
                    <a:pt x="764" y="204"/>
                  </a:cubicBezTo>
                  <a:lnTo>
                    <a:pt x="764" y="203"/>
                  </a:lnTo>
                  <a:cubicBezTo>
                    <a:pt x="759" y="198"/>
                    <a:pt x="754" y="193"/>
                    <a:pt x="749" y="188"/>
                  </a:cubicBezTo>
                  <a:cubicBezTo>
                    <a:pt x="747" y="184"/>
                    <a:pt x="744" y="180"/>
                    <a:pt x="742" y="176"/>
                  </a:cubicBezTo>
                  <a:cubicBezTo>
                    <a:pt x="723" y="143"/>
                    <a:pt x="712" y="106"/>
                    <a:pt x="710" y="69"/>
                  </a:cubicBezTo>
                  <a:cubicBezTo>
                    <a:pt x="710" y="66"/>
                    <a:pt x="705" y="66"/>
                    <a:pt x="704" y="69"/>
                  </a:cubicBezTo>
                  <a:cubicBezTo>
                    <a:pt x="704" y="73"/>
                    <a:pt x="704" y="78"/>
                    <a:pt x="704" y="82"/>
                  </a:cubicBezTo>
                  <a:cubicBezTo>
                    <a:pt x="704" y="103"/>
                    <a:pt x="707" y="124"/>
                    <a:pt x="714" y="144"/>
                  </a:cubicBezTo>
                  <a:cubicBezTo>
                    <a:pt x="712" y="142"/>
                    <a:pt x="710" y="139"/>
                    <a:pt x="708" y="137"/>
                  </a:cubicBezTo>
                  <a:cubicBezTo>
                    <a:pt x="679" y="112"/>
                    <a:pt x="637" y="86"/>
                    <a:pt x="631" y="44"/>
                  </a:cubicBezTo>
                  <a:cubicBezTo>
                    <a:pt x="631" y="42"/>
                    <a:pt x="626" y="42"/>
                    <a:pt x="626" y="44"/>
                  </a:cubicBezTo>
                  <a:cubicBezTo>
                    <a:pt x="624" y="73"/>
                    <a:pt x="649" y="99"/>
                    <a:pt x="668" y="117"/>
                  </a:cubicBezTo>
                  <a:cubicBezTo>
                    <a:pt x="682" y="128"/>
                    <a:pt x="695" y="140"/>
                    <a:pt x="708" y="153"/>
                  </a:cubicBezTo>
                  <a:cubicBezTo>
                    <a:pt x="706" y="152"/>
                    <a:pt x="704" y="151"/>
                    <a:pt x="702" y="150"/>
                  </a:cubicBezTo>
                  <a:cubicBezTo>
                    <a:pt x="700" y="149"/>
                    <a:pt x="699" y="148"/>
                    <a:pt x="697" y="147"/>
                  </a:cubicBezTo>
                  <a:cubicBezTo>
                    <a:pt x="686" y="144"/>
                    <a:pt x="674" y="143"/>
                    <a:pt x="663" y="143"/>
                  </a:cubicBezTo>
                  <a:cubicBezTo>
                    <a:pt x="657" y="143"/>
                    <a:pt x="651" y="143"/>
                    <a:pt x="645" y="144"/>
                  </a:cubicBezTo>
                  <a:cubicBezTo>
                    <a:pt x="612" y="143"/>
                    <a:pt x="580" y="133"/>
                    <a:pt x="552" y="117"/>
                  </a:cubicBezTo>
                  <a:cubicBezTo>
                    <a:pt x="544" y="112"/>
                    <a:pt x="537" y="108"/>
                    <a:pt x="530" y="103"/>
                  </a:cubicBezTo>
                  <a:cubicBezTo>
                    <a:pt x="515" y="89"/>
                    <a:pt x="505" y="68"/>
                    <a:pt x="491" y="52"/>
                  </a:cubicBezTo>
                  <a:cubicBezTo>
                    <a:pt x="473" y="33"/>
                    <a:pt x="498" y="35"/>
                    <a:pt x="513" y="36"/>
                  </a:cubicBezTo>
                  <a:cubicBezTo>
                    <a:pt x="534" y="36"/>
                    <a:pt x="554" y="29"/>
                    <a:pt x="575" y="31"/>
                  </a:cubicBezTo>
                  <a:cubicBezTo>
                    <a:pt x="588" y="31"/>
                    <a:pt x="602" y="31"/>
                    <a:pt x="603" y="16"/>
                  </a:cubicBezTo>
                  <a:cubicBezTo>
                    <a:pt x="603" y="12"/>
                    <a:pt x="598" y="9"/>
                    <a:pt x="596" y="13"/>
                  </a:cubicBezTo>
                  <a:cubicBezTo>
                    <a:pt x="587" y="36"/>
                    <a:pt x="439" y="0"/>
                    <a:pt x="470" y="52"/>
                  </a:cubicBezTo>
                  <a:lnTo>
                    <a:pt x="471" y="53"/>
                  </a:lnTo>
                  <a:cubicBezTo>
                    <a:pt x="468" y="97"/>
                    <a:pt x="473" y="143"/>
                    <a:pt x="473" y="188"/>
                  </a:cubicBezTo>
                  <a:cubicBezTo>
                    <a:pt x="474" y="200"/>
                    <a:pt x="475" y="212"/>
                    <a:pt x="475" y="225"/>
                  </a:cubicBezTo>
                  <a:cubicBezTo>
                    <a:pt x="475" y="237"/>
                    <a:pt x="474" y="249"/>
                    <a:pt x="473" y="262"/>
                  </a:cubicBezTo>
                  <a:cubicBezTo>
                    <a:pt x="469" y="289"/>
                    <a:pt x="454" y="315"/>
                    <a:pt x="450" y="343"/>
                  </a:cubicBezTo>
                  <a:cubicBezTo>
                    <a:pt x="443" y="385"/>
                    <a:pt x="440" y="428"/>
                    <a:pt x="440" y="470"/>
                  </a:cubicBezTo>
                  <a:cubicBezTo>
                    <a:pt x="440" y="475"/>
                    <a:pt x="440" y="481"/>
                    <a:pt x="440" y="486"/>
                  </a:cubicBezTo>
                  <a:cubicBezTo>
                    <a:pt x="438" y="506"/>
                    <a:pt x="438" y="527"/>
                    <a:pt x="438" y="547"/>
                  </a:cubicBezTo>
                  <a:cubicBezTo>
                    <a:pt x="438" y="576"/>
                    <a:pt x="439" y="605"/>
                    <a:pt x="442" y="633"/>
                  </a:cubicBezTo>
                  <a:cubicBezTo>
                    <a:pt x="407" y="617"/>
                    <a:pt x="371" y="605"/>
                    <a:pt x="333" y="598"/>
                  </a:cubicBezTo>
                  <a:cubicBezTo>
                    <a:pt x="275" y="584"/>
                    <a:pt x="207" y="606"/>
                    <a:pt x="148" y="604"/>
                  </a:cubicBezTo>
                  <a:cubicBezTo>
                    <a:pt x="145" y="604"/>
                    <a:pt x="142" y="604"/>
                    <a:pt x="139" y="604"/>
                  </a:cubicBezTo>
                  <a:cubicBezTo>
                    <a:pt x="114" y="604"/>
                    <a:pt x="90" y="602"/>
                    <a:pt x="66" y="600"/>
                  </a:cubicBezTo>
                  <a:lnTo>
                    <a:pt x="65" y="600"/>
                  </a:lnTo>
                  <a:cubicBezTo>
                    <a:pt x="46" y="600"/>
                    <a:pt x="26" y="597"/>
                    <a:pt x="7" y="593"/>
                  </a:cubicBezTo>
                  <a:cubicBezTo>
                    <a:pt x="3" y="591"/>
                    <a:pt x="0" y="597"/>
                    <a:pt x="4" y="600"/>
                  </a:cubicBezTo>
                  <a:cubicBezTo>
                    <a:pt x="30" y="616"/>
                    <a:pt x="77" y="618"/>
                    <a:pt x="107" y="619"/>
                  </a:cubicBezTo>
                  <a:cubicBezTo>
                    <a:pt x="163" y="620"/>
                    <a:pt x="217" y="616"/>
                    <a:pt x="272" y="614"/>
                  </a:cubicBezTo>
                  <a:cubicBezTo>
                    <a:pt x="276" y="614"/>
                    <a:pt x="279" y="614"/>
                    <a:pt x="283" y="614"/>
                  </a:cubicBezTo>
                  <a:cubicBezTo>
                    <a:pt x="333" y="614"/>
                    <a:pt x="383" y="626"/>
                    <a:pt x="427" y="648"/>
                  </a:cubicBezTo>
                  <a:cubicBezTo>
                    <a:pt x="468" y="668"/>
                    <a:pt x="492" y="707"/>
                    <a:pt x="515" y="744"/>
                  </a:cubicBezTo>
                  <a:cubicBezTo>
                    <a:pt x="523" y="757"/>
                    <a:pt x="525" y="768"/>
                    <a:pt x="540" y="773"/>
                  </a:cubicBezTo>
                  <a:cubicBezTo>
                    <a:pt x="541" y="773"/>
                    <a:pt x="541" y="773"/>
                    <a:pt x="542" y="773"/>
                  </a:cubicBezTo>
                  <a:cubicBezTo>
                    <a:pt x="543" y="773"/>
                    <a:pt x="543" y="773"/>
                    <a:pt x="544" y="773"/>
                  </a:cubicBezTo>
                  <a:cubicBezTo>
                    <a:pt x="544" y="774"/>
                    <a:pt x="545" y="775"/>
                    <a:pt x="546" y="776"/>
                  </a:cubicBezTo>
                  <a:cubicBezTo>
                    <a:pt x="546" y="777"/>
                    <a:pt x="547" y="778"/>
                    <a:pt x="547" y="779"/>
                  </a:cubicBezTo>
                  <a:cubicBezTo>
                    <a:pt x="548" y="786"/>
                    <a:pt x="551" y="794"/>
                    <a:pt x="554" y="800"/>
                  </a:cubicBezTo>
                  <a:cubicBezTo>
                    <a:pt x="556" y="804"/>
                    <a:pt x="557" y="808"/>
                    <a:pt x="559" y="811"/>
                  </a:cubicBezTo>
                  <a:cubicBezTo>
                    <a:pt x="564" y="819"/>
                    <a:pt x="570" y="827"/>
                    <a:pt x="578" y="833"/>
                  </a:cubicBezTo>
                  <a:cubicBezTo>
                    <a:pt x="578" y="833"/>
                    <a:pt x="578" y="834"/>
                    <a:pt x="579" y="834"/>
                  </a:cubicBezTo>
                  <a:lnTo>
                    <a:pt x="580" y="834"/>
                  </a:lnTo>
                  <a:lnTo>
                    <a:pt x="593" y="861"/>
                  </a:lnTo>
                  <a:cubicBezTo>
                    <a:pt x="587" y="852"/>
                    <a:pt x="579" y="844"/>
                    <a:pt x="571" y="836"/>
                  </a:cubicBezTo>
                  <a:cubicBezTo>
                    <a:pt x="512" y="777"/>
                    <a:pt x="444" y="708"/>
                    <a:pt x="360" y="687"/>
                  </a:cubicBezTo>
                  <a:cubicBezTo>
                    <a:pt x="360" y="686"/>
                    <a:pt x="360" y="686"/>
                    <a:pt x="359" y="686"/>
                  </a:cubicBezTo>
                  <a:cubicBezTo>
                    <a:pt x="359" y="686"/>
                    <a:pt x="358" y="687"/>
                    <a:pt x="357" y="687"/>
                  </a:cubicBezTo>
                  <a:lnTo>
                    <a:pt x="356" y="688"/>
                  </a:lnTo>
                  <a:cubicBezTo>
                    <a:pt x="356" y="689"/>
                    <a:pt x="356" y="689"/>
                    <a:pt x="356" y="690"/>
                  </a:cubicBezTo>
                  <a:cubicBezTo>
                    <a:pt x="356" y="691"/>
                    <a:pt x="356" y="691"/>
                    <a:pt x="356" y="692"/>
                  </a:cubicBezTo>
                  <a:cubicBezTo>
                    <a:pt x="356" y="693"/>
                    <a:pt x="357" y="693"/>
                    <a:pt x="357" y="693"/>
                  </a:cubicBezTo>
                  <a:cubicBezTo>
                    <a:pt x="358" y="693"/>
                    <a:pt x="358" y="694"/>
                    <a:pt x="358" y="694"/>
                  </a:cubicBezTo>
                  <a:cubicBezTo>
                    <a:pt x="439" y="725"/>
                    <a:pt x="511" y="795"/>
                    <a:pt x="568" y="858"/>
                  </a:cubicBezTo>
                  <a:cubicBezTo>
                    <a:pt x="605" y="898"/>
                    <a:pt x="630" y="969"/>
                    <a:pt x="647" y="1021"/>
                  </a:cubicBezTo>
                  <a:lnTo>
                    <a:pt x="645" y="1015"/>
                  </a:lnTo>
                  <a:cubicBezTo>
                    <a:pt x="626" y="973"/>
                    <a:pt x="590" y="941"/>
                    <a:pt x="555" y="910"/>
                  </a:cubicBezTo>
                  <a:cubicBezTo>
                    <a:pt x="548" y="903"/>
                    <a:pt x="540" y="896"/>
                    <a:pt x="532" y="890"/>
                  </a:cubicBezTo>
                  <a:cubicBezTo>
                    <a:pt x="471" y="797"/>
                    <a:pt x="348" y="738"/>
                    <a:pt x="247" y="706"/>
                  </a:cubicBezTo>
                  <a:cubicBezTo>
                    <a:pt x="246" y="706"/>
                    <a:pt x="246" y="706"/>
                    <a:pt x="246" y="706"/>
                  </a:cubicBezTo>
                  <a:cubicBezTo>
                    <a:pt x="245" y="706"/>
                    <a:pt x="244" y="706"/>
                    <a:pt x="244" y="707"/>
                  </a:cubicBezTo>
                  <a:cubicBezTo>
                    <a:pt x="244" y="707"/>
                    <a:pt x="243" y="707"/>
                    <a:pt x="243" y="708"/>
                  </a:cubicBezTo>
                  <a:lnTo>
                    <a:pt x="243" y="709"/>
                  </a:lnTo>
                  <a:cubicBezTo>
                    <a:pt x="243" y="710"/>
                    <a:pt x="243" y="710"/>
                    <a:pt x="243" y="711"/>
                  </a:cubicBezTo>
                  <a:lnTo>
                    <a:pt x="244" y="712"/>
                  </a:lnTo>
                  <a:cubicBezTo>
                    <a:pt x="282" y="727"/>
                    <a:pt x="319" y="744"/>
                    <a:pt x="353" y="764"/>
                  </a:cubicBezTo>
                  <a:cubicBezTo>
                    <a:pt x="368" y="773"/>
                    <a:pt x="382" y="781"/>
                    <a:pt x="396" y="791"/>
                  </a:cubicBezTo>
                  <a:cubicBezTo>
                    <a:pt x="430" y="815"/>
                    <a:pt x="462" y="841"/>
                    <a:pt x="492" y="871"/>
                  </a:cubicBezTo>
                  <a:lnTo>
                    <a:pt x="487" y="870"/>
                  </a:lnTo>
                  <a:cubicBezTo>
                    <a:pt x="486" y="870"/>
                    <a:pt x="486" y="870"/>
                    <a:pt x="486" y="870"/>
                  </a:cubicBezTo>
                  <a:lnTo>
                    <a:pt x="486" y="871"/>
                  </a:lnTo>
                  <a:cubicBezTo>
                    <a:pt x="486" y="871"/>
                    <a:pt x="485" y="871"/>
                    <a:pt x="485" y="872"/>
                  </a:cubicBezTo>
                  <a:lnTo>
                    <a:pt x="486" y="872"/>
                  </a:lnTo>
                  <a:cubicBezTo>
                    <a:pt x="486" y="873"/>
                    <a:pt x="486" y="873"/>
                    <a:pt x="486" y="873"/>
                  </a:cubicBezTo>
                  <a:lnTo>
                    <a:pt x="487" y="873"/>
                  </a:lnTo>
                  <a:cubicBezTo>
                    <a:pt x="491" y="875"/>
                    <a:pt x="495" y="876"/>
                    <a:pt x="499" y="879"/>
                  </a:cubicBezTo>
                  <a:cubicBezTo>
                    <a:pt x="500" y="879"/>
                    <a:pt x="501" y="880"/>
                    <a:pt x="502" y="880"/>
                  </a:cubicBezTo>
                  <a:cubicBezTo>
                    <a:pt x="514" y="892"/>
                    <a:pt x="526" y="903"/>
                    <a:pt x="539" y="913"/>
                  </a:cubicBezTo>
                  <a:lnTo>
                    <a:pt x="539" y="914"/>
                  </a:lnTo>
                  <a:cubicBezTo>
                    <a:pt x="540" y="914"/>
                    <a:pt x="540" y="914"/>
                    <a:pt x="540" y="914"/>
                  </a:cubicBezTo>
                  <a:cubicBezTo>
                    <a:pt x="541" y="914"/>
                    <a:pt x="541" y="914"/>
                    <a:pt x="542" y="914"/>
                  </a:cubicBezTo>
                  <a:lnTo>
                    <a:pt x="542" y="913"/>
                  </a:lnTo>
                  <a:cubicBezTo>
                    <a:pt x="551" y="923"/>
                    <a:pt x="560" y="932"/>
                    <a:pt x="566" y="939"/>
                  </a:cubicBezTo>
                  <a:cubicBezTo>
                    <a:pt x="587" y="960"/>
                    <a:pt x="605" y="984"/>
                    <a:pt x="620" y="1009"/>
                  </a:cubicBezTo>
                  <a:cubicBezTo>
                    <a:pt x="625" y="1019"/>
                    <a:pt x="630" y="1028"/>
                    <a:pt x="634" y="1037"/>
                  </a:cubicBezTo>
                  <a:cubicBezTo>
                    <a:pt x="646" y="1067"/>
                    <a:pt x="663" y="1095"/>
                    <a:pt x="674" y="1125"/>
                  </a:cubicBezTo>
                  <a:cubicBezTo>
                    <a:pt x="684" y="1156"/>
                    <a:pt x="691" y="1187"/>
                    <a:pt x="696" y="1220"/>
                  </a:cubicBezTo>
                  <a:cubicBezTo>
                    <a:pt x="683" y="1189"/>
                    <a:pt x="669" y="1159"/>
                    <a:pt x="656" y="1134"/>
                  </a:cubicBezTo>
                  <a:cubicBezTo>
                    <a:pt x="637" y="1095"/>
                    <a:pt x="601" y="1061"/>
                    <a:pt x="574" y="1027"/>
                  </a:cubicBezTo>
                  <a:cubicBezTo>
                    <a:pt x="561" y="1008"/>
                    <a:pt x="546" y="991"/>
                    <a:pt x="529" y="976"/>
                  </a:cubicBezTo>
                  <a:cubicBezTo>
                    <a:pt x="526" y="974"/>
                    <a:pt x="521" y="978"/>
                    <a:pt x="524" y="981"/>
                  </a:cubicBezTo>
                  <a:cubicBezTo>
                    <a:pt x="540" y="998"/>
                    <a:pt x="554" y="1017"/>
                    <a:pt x="565" y="1037"/>
                  </a:cubicBezTo>
                  <a:cubicBezTo>
                    <a:pt x="567" y="1040"/>
                    <a:pt x="569" y="1044"/>
                    <a:pt x="571" y="1047"/>
                  </a:cubicBezTo>
                  <a:cubicBezTo>
                    <a:pt x="589" y="1076"/>
                    <a:pt x="614" y="1101"/>
                    <a:pt x="633" y="1130"/>
                  </a:cubicBezTo>
                  <a:cubicBezTo>
                    <a:pt x="684" y="1207"/>
                    <a:pt x="692" y="1302"/>
                    <a:pt x="712" y="1388"/>
                  </a:cubicBezTo>
                  <a:cubicBezTo>
                    <a:pt x="712" y="1389"/>
                    <a:pt x="712" y="1389"/>
                    <a:pt x="712" y="1389"/>
                  </a:cubicBezTo>
                  <a:cubicBezTo>
                    <a:pt x="713" y="1390"/>
                    <a:pt x="713" y="1391"/>
                    <a:pt x="714" y="1391"/>
                  </a:cubicBezTo>
                  <a:cubicBezTo>
                    <a:pt x="713" y="1398"/>
                    <a:pt x="713" y="1406"/>
                    <a:pt x="713" y="1413"/>
                  </a:cubicBezTo>
                  <a:cubicBezTo>
                    <a:pt x="713" y="1448"/>
                    <a:pt x="718" y="1482"/>
                    <a:pt x="727" y="1515"/>
                  </a:cubicBezTo>
                  <a:cubicBezTo>
                    <a:pt x="728" y="1525"/>
                    <a:pt x="729" y="1535"/>
                    <a:pt x="730" y="1545"/>
                  </a:cubicBezTo>
                  <a:cubicBezTo>
                    <a:pt x="733" y="1596"/>
                    <a:pt x="724" y="1647"/>
                    <a:pt x="733" y="1698"/>
                  </a:cubicBezTo>
                  <a:cubicBezTo>
                    <a:pt x="671" y="1599"/>
                    <a:pt x="610" y="1490"/>
                    <a:pt x="602" y="1372"/>
                  </a:cubicBezTo>
                  <a:cubicBezTo>
                    <a:pt x="602" y="1372"/>
                    <a:pt x="602" y="1370"/>
                    <a:pt x="602" y="1368"/>
                  </a:cubicBezTo>
                  <a:cubicBezTo>
                    <a:pt x="601" y="1310"/>
                    <a:pt x="604" y="1240"/>
                    <a:pt x="584" y="1184"/>
                  </a:cubicBezTo>
                  <a:cubicBezTo>
                    <a:pt x="582" y="1179"/>
                    <a:pt x="575" y="1183"/>
                    <a:pt x="576" y="1188"/>
                  </a:cubicBezTo>
                  <a:cubicBezTo>
                    <a:pt x="582" y="1208"/>
                    <a:pt x="584" y="1229"/>
                    <a:pt x="584" y="1250"/>
                  </a:cubicBezTo>
                  <a:cubicBezTo>
                    <a:pt x="584" y="1255"/>
                    <a:pt x="584" y="1259"/>
                    <a:pt x="584" y="1264"/>
                  </a:cubicBezTo>
                  <a:cubicBezTo>
                    <a:pt x="584" y="1305"/>
                    <a:pt x="587" y="1345"/>
                    <a:pt x="588" y="1386"/>
                  </a:cubicBezTo>
                  <a:cubicBezTo>
                    <a:pt x="588" y="1427"/>
                    <a:pt x="582" y="1477"/>
                    <a:pt x="586" y="1522"/>
                  </a:cubicBezTo>
                  <a:cubicBezTo>
                    <a:pt x="580" y="1507"/>
                    <a:pt x="576" y="1492"/>
                    <a:pt x="572" y="1479"/>
                  </a:cubicBezTo>
                  <a:cubicBezTo>
                    <a:pt x="564" y="1458"/>
                    <a:pt x="555" y="1437"/>
                    <a:pt x="545" y="1418"/>
                  </a:cubicBezTo>
                  <a:cubicBezTo>
                    <a:pt x="528" y="1382"/>
                    <a:pt x="528" y="1341"/>
                    <a:pt x="525" y="1303"/>
                  </a:cubicBezTo>
                  <a:cubicBezTo>
                    <a:pt x="525" y="1298"/>
                    <a:pt x="517" y="1299"/>
                    <a:pt x="517" y="1303"/>
                  </a:cubicBezTo>
                  <a:cubicBezTo>
                    <a:pt x="516" y="1307"/>
                    <a:pt x="517" y="1309"/>
                    <a:pt x="517" y="1312"/>
                  </a:cubicBezTo>
                  <a:cubicBezTo>
                    <a:pt x="515" y="1296"/>
                    <a:pt x="512" y="1279"/>
                    <a:pt x="510" y="1262"/>
                  </a:cubicBezTo>
                  <a:cubicBezTo>
                    <a:pt x="502" y="1192"/>
                    <a:pt x="498" y="1108"/>
                    <a:pt x="461" y="1046"/>
                  </a:cubicBezTo>
                  <a:lnTo>
                    <a:pt x="460" y="1046"/>
                  </a:lnTo>
                  <a:cubicBezTo>
                    <a:pt x="460" y="1045"/>
                    <a:pt x="460" y="1046"/>
                    <a:pt x="459" y="1045"/>
                  </a:cubicBezTo>
                  <a:cubicBezTo>
                    <a:pt x="458" y="1044"/>
                    <a:pt x="458" y="1044"/>
                    <a:pt x="458" y="1044"/>
                  </a:cubicBezTo>
                  <a:cubicBezTo>
                    <a:pt x="457" y="1044"/>
                    <a:pt x="457" y="1044"/>
                    <a:pt x="456" y="1045"/>
                  </a:cubicBezTo>
                  <a:cubicBezTo>
                    <a:pt x="455" y="1046"/>
                    <a:pt x="456" y="1045"/>
                    <a:pt x="455" y="1046"/>
                  </a:cubicBezTo>
                  <a:cubicBezTo>
                    <a:pt x="454" y="1047"/>
                    <a:pt x="454" y="1047"/>
                    <a:pt x="454" y="1048"/>
                  </a:cubicBezTo>
                  <a:cubicBezTo>
                    <a:pt x="454" y="1048"/>
                    <a:pt x="454" y="1049"/>
                    <a:pt x="455" y="1049"/>
                  </a:cubicBezTo>
                  <a:cubicBezTo>
                    <a:pt x="499" y="1135"/>
                    <a:pt x="491" y="1246"/>
                    <a:pt x="510" y="1339"/>
                  </a:cubicBezTo>
                  <a:cubicBezTo>
                    <a:pt x="512" y="1353"/>
                    <a:pt x="512" y="1368"/>
                    <a:pt x="512" y="1382"/>
                  </a:cubicBezTo>
                  <a:cubicBezTo>
                    <a:pt x="512" y="1392"/>
                    <a:pt x="512" y="1401"/>
                    <a:pt x="511" y="1411"/>
                  </a:cubicBezTo>
                  <a:cubicBezTo>
                    <a:pt x="511" y="1436"/>
                    <a:pt x="498" y="1456"/>
                    <a:pt x="497" y="1479"/>
                  </a:cubicBezTo>
                  <a:cubicBezTo>
                    <a:pt x="497" y="1486"/>
                    <a:pt x="496" y="1492"/>
                    <a:pt x="496" y="1498"/>
                  </a:cubicBezTo>
                  <a:cubicBezTo>
                    <a:pt x="496" y="1499"/>
                    <a:pt x="496" y="1501"/>
                    <a:pt x="496" y="1502"/>
                  </a:cubicBezTo>
                  <a:cubicBezTo>
                    <a:pt x="489" y="1481"/>
                    <a:pt x="494" y="1461"/>
                    <a:pt x="486" y="1440"/>
                  </a:cubicBezTo>
                  <a:cubicBezTo>
                    <a:pt x="485" y="1440"/>
                    <a:pt x="485" y="1440"/>
                    <a:pt x="485" y="1439"/>
                  </a:cubicBezTo>
                  <a:cubicBezTo>
                    <a:pt x="485" y="1439"/>
                    <a:pt x="485" y="1438"/>
                    <a:pt x="484" y="1438"/>
                  </a:cubicBezTo>
                  <a:cubicBezTo>
                    <a:pt x="480" y="1425"/>
                    <a:pt x="475" y="1413"/>
                    <a:pt x="472" y="1399"/>
                  </a:cubicBezTo>
                  <a:cubicBezTo>
                    <a:pt x="469" y="1381"/>
                    <a:pt x="465" y="1363"/>
                    <a:pt x="460" y="1345"/>
                  </a:cubicBezTo>
                  <a:cubicBezTo>
                    <a:pt x="454" y="1326"/>
                    <a:pt x="447" y="1308"/>
                    <a:pt x="437" y="1291"/>
                  </a:cubicBezTo>
                  <a:cubicBezTo>
                    <a:pt x="428" y="1275"/>
                    <a:pt x="417" y="1261"/>
                    <a:pt x="405" y="1248"/>
                  </a:cubicBezTo>
                  <a:cubicBezTo>
                    <a:pt x="403" y="1246"/>
                    <a:pt x="400" y="1248"/>
                    <a:pt x="402" y="1251"/>
                  </a:cubicBezTo>
                  <a:cubicBezTo>
                    <a:pt x="451" y="1311"/>
                    <a:pt x="447" y="1395"/>
                    <a:pt x="479" y="1462"/>
                  </a:cubicBezTo>
                  <a:cubicBezTo>
                    <a:pt x="479" y="1488"/>
                    <a:pt x="486" y="1513"/>
                    <a:pt x="498" y="1535"/>
                  </a:cubicBezTo>
                  <a:cubicBezTo>
                    <a:pt x="500" y="1540"/>
                    <a:pt x="507" y="1536"/>
                    <a:pt x="507" y="1531"/>
                  </a:cubicBezTo>
                  <a:cubicBezTo>
                    <a:pt x="504" y="1484"/>
                    <a:pt x="520" y="1439"/>
                    <a:pt x="522" y="1392"/>
                  </a:cubicBezTo>
                  <a:cubicBezTo>
                    <a:pt x="529" y="1420"/>
                    <a:pt x="539" y="1447"/>
                    <a:pt x="551" y="1473"/>
                  </a:cubicBezTo>
                  <a:cubicBezTo>
                    <a:pt x="564" y="1501"/>
                    <a:pt x="571" y="1543"/>
                    <a:pt x="596" y="1567"/>
                  </a:cubicBezTo>
                  <a:lnTo>
                    <a:pt x="596" y="1569"/>
                  </a:lnTo>
                  <a:lnTo>
                    <a:pt x="596" y="1570"/>
                  </a:lnTo>
                  <a:lnTo>
                    <a:pt x="597" y="1571"/>
                  </a:lnTo>
                  <a:cubicBezTo>
                    <a:pt x="598" y="1571"/>
                    <a:pt x="598" y="1571"/>
                    <a:pt x="599" y="1571"/>
                  </a:cubicBezTo>
                  <a:lnTo>
                    <a:pt x="600" y="1571"/>
                  </a:lnTo>
                  <a:cubicBezTo>
                    <a:pt x="617" y="1655"/>
                    <a:pt x="610" y="1744"/>
                    <a:pt x="611" y="1829"/>
                  </a:cubicBezTo>
                  <a:cubicBezTo>
                    <a:pt x="609" y="1850"/>
                    <a:pt x="606" y="1871"/>
                    <a:pt x="602" y="1891"/>
                  </a:cubicBezTo>
                  <a:cubicBezTo>
                    <a:pt x="601" y="1903"/>
                    <a:pt x="598" y="1916"/>
                    <a:pt x="595" y="1896"/>
                  </a:cubicBezTo>
                  <a:cubicBezTo>
                    <a:pt x="588" y="1850"/>
                    <a:pt x="563" y="1806"/>
                    <a:pt x="563" y="1760"/>
                  </a:cubicBezTo>
                  <a:cubicBezTo>
                    <a:pt x="563" y="1759"/>
                    <a:pt x="563" y="1759"/>
                    <a:pt x="563" y="1758"/>
                  </a:cubicBezTo>
                  <a:cubicBezTo>
                    <a:pt x="562" y="1757"/>
                    <a:pt x="562" y="1758"/>
                    <a:pt x="561" y="1757"/>
                  </a:cubicBezTo>
                  <a:cubicBezTo>
                    <a:pt x="560" y="1756"/>
                    <a:pt x="560" y="1756"/>
                    <a:pt x="560" y="1756"/>
                  </a:cubicBezTo>
                  <a:cubicBezTo>
                    <a:pt x="559" y="1756"/>
                    <a:pt x="559" y="1756"/>
                    <a:pt x="558" y="1757"/>
                  </a:cubicBezTo>
                  <a:cubicBezTo>
                    <a:pt x="557" y="1758"/>
                    <a:pt x="557" y="1757"/>
                    <a:pt x="557" y="1758"/>
                  </a:cubicBezTo>
                  <a:cubicBezTo>
                    <a:pt x="556" y="1759"/>
                    <a:pt x="556" y="1759"/>
                    <a:pt x="556" y="1760"/>
                  </a:cubicBezTo>
                  <a:cubicBezTo>
                    <a:pt x="556" y="1764"/>
                    <a:pt x="556" y="1768"/>
                    <a:pt x="556" y="1773"/>
                  </a:cubicBezTo>
                  <a:cubicBezTo>
                    <a:pt x="556" y="1777"/>
                    <a:pt x="556" y="1782"/>
                    <a:pt x="556" y="1786"/>
                  </a:cubicBezTo>
                  <a:cubicBezTo>
                    <a:pt x="542" y="1880"/>
                    <a:pt x="523" y="1973"/>
                    <a:pt x="511" y="2067"/>
                  </a:cubicBezTo>
                  <a:cubicBezTo>
                    <a:pt x="479" y="1973"/>
                    <a:pt x="475" y="1867"/>
                    <a:pt x="473" y="1770"/>
                  </a:cubicBezTo>
                  <a:cubicBezTo>
                    <a:pt x="473" y="1766"/>
                    <a:pt x="468" y="1767"/>
                    <a:pt x="468" y="1770"/>
                  </a:cubicBezTo>
                  <a:cubicBezTo>
                    <a:pt x="463" y="1880"/>
                    <a:pt x="461" y="1996"/>
                    <a:pt x="508" y="2099"/>
                  </a:cubicBezTo>
                  <a:cubicBezTo>
                    <a:pt x="510" y="2105"/>
                    <a:pt x="521" y="2107"/>
                    <a:pt x="522" y="2099"/>
                  </a:cubicBezTo>
                  <a:cubicBezTo>
                    <a:pt x="532" y="2003"/>
                    <a:pt x="556" y="1910"/>
                    <a:pt x="561" y="1813"/>
                  </a:cubicBezTo>
                  <a:cubicBezTo>
                    <a:pt x="565" y="1830"/>
                    <a:pt x="570" y="1848"/>
                    <a:pt x="575" y="1865"/>
                  </a:cubicBezTo>
                  <a:cubicBezTo>
                    <a:pt x="580" y="1886"/>
                    <a:pt x="579" y="1924"/>
                    <a:pt x="599" y="1937"/>
                  </a:cubicBezTo>
                  <a:cubicBezTo>
                    <a:pt x="600" y="1938"/>
                    <a:pt x="601" y="1938"/>
                    <a:pt x="602" y="1938"/>
                  </a:cubicBezTo>
                  <a:cubicBezTo>
                    <a:pt x="603" y="1938"/>
                    <a:pt x="604" y="1938"/>
                    <a:pt x="605" y="1937"/>
                  </a:cubicBezTo>
                  <a:cubicBezTo>
                    <a:pt x="616" y="1931"/>
                    <a:pt x="616" y="1916"/>
                    <a:pt x="615" y="1905"/>
                  </a:cubicBezTo>
                  <a:cubicBezTo>
                    <a:pt x="616" y="1889"/>
                    <a:pt x="619" y="1873"/>
                    <a:pt x="624" y="1859"/>
                  </a:cubicBezTo>
                  <a:cubicBezTo>
                    <a:pt x="627" y="1845"/>
                    <a:pt x="628" y="1832"/>
                    <a:pt x="628" y="1818"/>
                  </a:cubicBezTo>
                  <a:cubicBezTo>
                    <a:pt x="628" y="1811"/>
                    <a:pt x="628" y="1803"/>
                    <a:pt x="627" y="1796"/>
                  </a:cubicBezTo>
                  <a:cubicBezTo>
                    <a:pt x="627" y="1750"/>
                    <a:pt x="627" y="1704"/>
                    <a:pt x="627" y="1658"/>
                  </a:cubicBezTo>
                  <a:cubicBezTo>
                    <a:pt x="627" y="1623"/>
                    <a:pt x="629" y="1590"/>
                    <a:pt x="607" y="1560"/>
                  </a:cubicBezTo>
                  <a:cubicBezTo>
                    <a:pt x="607" y="1559"/>
                    <a:pt x="607" y="1559"/>
                    <a:pt x="606" y="1558"/>
                  </a:cubicBezTo>
                  <a:cubicBezTo>
                    <a:pt x="605" y="1557"/>
                    <a:pt x="604" y="1558"/>
                    <a:pt x="603" y="1558"/>
                  </a:cubicBezTo>
                  <a:lnTo>
                    <a:pt x="602" y="1558"/>
                  </a:lnTo>
                  <a:cubicBezTo>
                    <a:pt x="604" y="1526"/>
                    <a:pt x="604" y="1494"/>
                    <a:pt x="602" y="1462"/>
                  </a:cubicBezTo>
                  <a:cubicBezTo>
                    <a:pt x="610" y="1492"/>
                    <a:pt x="619" y="1520"/>
                    <a:pt x="631" y="1548"/>
                  </a:cubicBezTo>
                  <a:cubicBezTo>
                    <a:pt x="643" y="1580"/>
                    <a:pt x="660" y="1607"/>
                    <a:pt x="675" y="1637"/>
                  </a:cubicBezTo>
                  <a:cubicBezTo>
                    <a:pt x="678" y="1645"/>
                    <a:pt x="682" y="1653"/>
                    <a:pt x="687" y="1661"/>
                  </a:cubicBezTo>
                  <a:cubicBezTo>
                    <a:pt x="694" y="1673"/>
                    <a:pt x="702" y="1685"/>
                    <a:pt x="712" y="1696"/>
                  </a:cubicBezTo>
                  <a:cubicBezTo>
                    <a:pt x="758" y="1801"/>
                    <a:pt x="723" y="1918"/>
                    <a:pt x="713" y="2026"/>
                  </a:cubicBezTo>
                  <a:cubicBezTo>
                    <a:pt x="707" y="2045"/>
                    <a:pt x="702" y="2065"/>
                    <a:pt x="699" y="2085"/>
                  </a:cubicBezTo>
                  <a:cubicBezTo>
                    <a:pt x="690" y="2051"/>
                    <a:pt x="682" y="2018"/>
                    <a:pt x="675" y="1984"/>
                  </a:cubicBezTo>
                  <a:cubicBezTo>
                    <a:pt x="669" y="1962"/>
                    <a:pt x="665" y="1939"/>
                    <a:pt x="663" y="1916"/>
                  </a:cubicBezTo>
                  <a:cubicBezTo>
                    <a:pt x="661" y="1895"/>
                    <a:pt x="649" y="1880"/>
                    <a:pt x="650" y="1857"/>
                  </a:cubicBezTo>
                  <a:cubicBezTo>
                    <a:pt x="650" y="1854"/>
                    <a:pt x="645" y="1853"/>
                    <a:pt x="644" y="1857"/>
                  </a:cubicBezTo>
                  <a:cubicBezTo>
                    <a:pt x="644" y="1864"/>
                    <a:pt x="644" y="1870"/>
                    <a:pt x="644" y="1877"/>
                  </a:cubicBezTo>
                  <a:cubicBezTo>
                    <a:pt x="644" y="1899"/>
                    <a:pt x="646" y="1921"/>
                    <a:pt x="650" y="1942"/>
                  </a:cubicBezTo>
                  <a:cubicBezTo>
                    <a:pt x="660" y="1997"/>
                    <a:pt x="674" y="2051"/>
                    <a:pt x="692" y="2104"/>
                  </a:cubicBezTo>
                  <a:cubicBezTo>
                    <a:pt x="693" y="2108"/>
                    <a:pt x="698" y="2111"/>
                    <a:pt x="701" y="2107"/>
                  </a:cubicBezTo>
                  <a:cubicBezTo>
                    <a:pt x="719" y="2087"/>
                    <a:pt x="721" y="2053"/>
                    <a:pt x="725" y="2026"/>
                  </a:cubicBezTo>
                  <a:cubicBezTo>
                    <a:pt x="732" y="1982"/>
                    <a:pt x="737" y="1937"/>
                    <a:pt x="747" y="1893"/>
                  </a:cubicBezTo>
                  <a:cubicBezTo>
                    <a:pt x="755" y="1860"/>
                    <a:pt x="748" y="1818"/>
                    <a:pt x="747" y="1784"/>
                  </a:cubicBezTo>
                  <a:cubicBezTo>
                    <a:pt x="747" y="1783"/>
                    <a:pt x="747" y="1782"/>
                    <a:pt x="747" y="1781"/>
                  </a:cubicBezTo>
                  <a:cubicBezTo>
                    <a:pt x="747" y="1758"/>
                    <a:pt x="743" y="1736"/>
                    <a:pt x="736" y="1714"/>
                  </a:cubicBezTo>
                  <a:cubicBezTo>
                    <a:pt x="737" y="1713"/>
                    <a:pt x="737" y="1713"/>
                    <a:pt x="738" y="1712"/>
                  </a:cubicBezTo>
                  <a:cubicBezTo>
                    <a:pt x="738" y="1711"/>
                    <a:pt x="738" y="1711"/>
                    <a:pt x="738" y="1710"/>
                  </a:cubicBezTo>
                  <a:cubicBezTo>
                    <a:pt x="738" y="1709"/>
                    <a:pt x="738" y="1709"/>
                    <a:pt x="738" y="1708"/>
                  </a:cubicBezTo>
                  <a:lnTo>
                    <a:pt x="735" y="1704"/>
                  </a:lnTo>
                  <a:cubicBezTo>
                    <a:pt x="736" y="1704"/>
                    <a:pt x="736" y="1703"/>
                    <a:pt x="737" y="1703"/>
                  </a:cubicBezTo>
                  <a:lnTo>
                    <a:pt x="738" y="1702"/>
                  </a:lnTo>
                  <a:lnTo>
                    <a:pt x="738" y="1701"/>
                  </a:lnTo>
                  <a:cubicBezTo>
                    <a:pt x="743" y="1674"/>
                    <a:pt x="745" y="1647"/>
                    <a:pt x="745" y="1620"/>
                  </a:cubicBezTo>
                  <a:cubicBezTo>
                    <a:pt x="745" y="1605"/>
                    <a:pt x="744" y="1590"/>
                    <a:pt x="743" y="1575"/>
                  </a:cubicBezTo>
                  <a:cubicBezTo>
                    <a:pt x="747" y="1586"/>
                    <a:pt x="751" y="1597"/>
                    <a:pt x="755" y="1608"/>
                  </a:cubicBezTo>
                  <a:cubicBezTo>
                    <a:pt x="764" y="1630"/>
                    <a:pt x="774" y="1651"/>
                    <a:pt x="786" y="1672"/>
                  </a:cubicBezTo>
                  <a:cubicBezTo>
                    <a:pt x="785" y="1672"/>
                    <a:pt x="785" y="1672"/>
                    <a:pt x="784" y="1673"/>
                  </a:cubicBezTo>
                  <a:cubicBezTo>
                    <a:pt x="783" y="1674"/>
                    <a:pt x="784" y="1675"/>
                    <a:pt x="784" y="1676"/>
                  </a:cubicBezTo>
                  <a:lnTo>
                    <a:pt x="784" y="1677"/>
                  </a:lnTo>
                  <a:cubicBezTo>
                    <a:pt x="790" y="1742"/>
                    <a:pt x="808" y="1805"/>
                    <a:pt x="808" y="1871"/>
                  </a:cubicBezTo>
                  <a:cubicBezTo>
                    <a:pt x="806" y="1931"/>
                    <a:pt x="800" y="1991"/>
                    <a:pt x="789" y="2050"/>
                  </a:cubicBezTo>
                  <a:cubicBezTo>
                    <a:pt x="785" y="2074"/>
                    <a:pt x="769" y="2105"/>
                    <a:pt x="769" y="2128"/>
                  </a:cubicBezTo>
                  <a:cubicBezTo>
                    <a:pt x="769" y="2130"/>
                    <a:pt x="769" y="2131"/>
                    <a:pt x="769" y="2133"/>
                  </a:cubicBezTo>
                  <a:cubicBezTo>
                    <a:pt x="769" y="2142"/>
                    <a:pt x="769" y="2152"/>
                    <a:pt x="771" y="2161"/>
                  </a:cubicBezTo>
                  <a:cubicBezTo>
                    <a:pt x="769" y="2153"/>
                    <a:pt x="767" y="2144"/>
                    <a:pt x="766" y="2135"/>
                  </a:cubicBezTo>
                  <a:cubicBezTo>
                    <a:pt x="766" y="2086"/>
                    <a:pt x="750" y="2034"/>
                    <a:pt x="751" y="1986"/>
                  </a:cubicBezTo>
                  <a:cubicBezTo>
                    <a:pt x="751" y="1984"/>
                    <a:pt x="749" y="1984"/>
                    <a:pt x="749" y="1986"/>
                  </a:cubicBezTo>
                  <a:cubicBezTo>
                    <a:pt x="747" y="2005"/>
                    <a:pt x="753" y="2020"/>
                    <a:pt x="752" y="2039"/>
                  </a:cubicBezTo>
                  <a:cubicBezTo>
                    <a:pt x="750" y="2055"/>
                    <a:pt x="749" y="2071"/>
                    <a:pt x="749" y="2087"/>
                  </a:cubicBezTo>
                  <a:cubicBezTo>
                    <a:pt x="749" y="2092"/>
                    <a:pt x="749" y="2096"/>
                    <a:pt x="749" y="2101"/>
                  </a:cubicBezTo>
                  <a:cubicBezTo>
                    <a:pt x="752" y="2124"/>
                    <a:pt x="745" y="2171"/>
                    <a:pt x="772" y="2181"/>
                  </a:cubicBezTo>
                  <a:lnTo>
                    <a:pt x="773" y="2181"/>
                  </a:lnTo>
                  <a:cubicBezTo>
                    <a:pt x="774" y="2181"/>
                    <a:pt x="775" y="2182"/>
                    <a:pt x="776" y="2181"/>
                  </a:cubicBezTo>
                  <a:cubicBezTo>
                    <a:pt x="777" y="2180"/>
                    <a:pt x="776" y="2180"/>
                    <a:pt x="777" y="2179"/>
                  </a:cubicBezTo>
                  <a:cubicBezTo>
                    <a:pt x="777" y="2178"/>
                    <a:pt x="778" y="2178"/>
                    <a:pt x="778" y="2177"/>
                  </a:cubicBezTo>
                  <a:cubicBezTo>
                    <a:pt x="787" y="2098"/>
                    <a:pt x="812" y="2020"/>
                    <a:pt x="828" y="1943"/>
                  </a:cubicBezTo>
                  <a:cubicBezTo>
                    <a:pt x="831" y="1921"/>
                    <a:pt x="832" y="1899"/>
                    <a:pt x="832" y="1877"/>
                  </a:cubicBezTo>
                  <a:cubicBezTo>
                    <a:pt x="832" y="1851"/>
                    <a:pt x="830" y="1825"/>
                    <a:pt x="826" y="1799"/>
                  </a:cubicBezTo>
                  <a:cubicBezTo>
                    <a:pt x="824" y="1782"/>
                    <a:pt x="822" y="1763"/>
                    <a:pt x="819" y="1745"/>
                  </a:cubicBezTo>
                  <a:cubicBezTo>
                    <a:pt x="820" y="1745"/>
                    <a:pt x="820" y="1744"/>
                    <a:pt x="821" y="1744"/>
                  </a:cubicBezTo>
                  <a:cubicBezTo>
                    <a:pt x="822" y="1744"/>
                    <a:pt x="822" y="1743"/>
                    <a:pt x="823" y="1742"/>
                  </a:cubicBezTo>
                  <a:lnTo>
                    <a:pt x="823" y="1740"/>
                  </a:lnTo>
                  <a:cubicBezTo>
                    <a:pt x="825" y="1742"/>
                    <a:pt x="827" y="1744"/>
                    <a:pt x="830" y="1746"/>
                  </a:cubicBezTo>
                  <a:cubicBezTo>
                    <a:pt x="834" y="1748"/>
                    <a:pt x="838" y="1749"/>
                    <a:pt x="841" y="1750"/>
                  </a:cubicBezTo>
                  <a:cubicBezTo>
                    <a:pt x="842" y="1750"/>
                    <a:pt x="842" y="1750"/>
                    <a:pt x="842" y="1750"/>
                  </a:cubicBezTo>
                  <a:cubicBezTo>
                    <a:pt x="843" y="1750"/>
                    <a:pt x="844" y="1749"/>
                    <a:pt x="845" y="1749"/>
                  </a:cubicBezTo>
                  <a:cubicBezTo>
                    <a:pt x="846" y="1749"/>
                    <a:pt x="846" y="1748"/>
                    <a:pt x="847" y="1747"/>
                  </a:cubicBezTo>
                  <a:cubicBezTo>
                    <a:pt x="847" y="1746"/>
                    <a:pt x="847" y="1746"/>
                    <a:pt x="847" y="1745"/>
                  </a:cubicBezTo>
                  <a:cubicBezTo>
                    <a:pt x="847" y="1744"/>
                    <a:pt x="847" y="1743"/>
                    <a:pt x="847" y="1742"/>
                  </a:cubicBezTo>
                  <a:cubicBezTo>
                    <a:pt x="841" y="1735"/>
                    <a:pt x="836" y="1727"/>
                    <a:pt x="830" y="1719"/>
                  </a:cubicBezTo>
                  <a:cubicBezTo>
                    <a:pt x="838" y="1692"/>
                    <a:pt x="843" y="1664"/>
                    <a:pt x="846" y="1636"/>
                  </a:cubicBezTo>
                  <a:cubicBezTo>
                    <a:pt x="847" y="1614"/>
                    <a:pt x="848" y="1592"/>
                    <a:pt x="848" y="1571"/>
                  </a:cubicBezTo>
                  <a:cubicBezTo>
                    <a:pt x="848" y="1537"/>
                    <a:pt x="846" y="1503"/>
                    <a:pt x="842" y="1469"/>
                  </a:cubicBezTo>
                  <a:cubicBezTo>
                    <a:pt x="842" y="1469"/>
                    <a:pt x="842" y="1468"/>
                    <a:pt x="841" y="1467"/>
                  </a:cubicBezTo>
                  <a:lnTo>
                    <a:pt x="840" y="1466"/>
                  </a:lnTo>
                  <a:cubicBezTo>
                    <a:pt x="839" y="1465"/>
                    <a:pt x="838" y="1465"/>
                    <a:pt x="837" y="1465"/>
                  </a:cubicBezTo>
                  <a:cubicBezTo>
                    <a:pt x="835" y="1424"/>
                    <a:pt x="825" y="1382"/>
                    <a:pt x="821" y="1341"/>
                  </a:cubicBezTo>
                  <a:cubicBezTo>
                    <a:pt x="818" y="1315"/>
                    <a:pt x="814" y="1289"/>
                    <a:pt x="809" y="1263"/>
                  </a:cubicBezTo>
                  <a:cubicBezTo>
                    <a:pt x="810" y="1264"/>
                    <a:pt x="810" y="1265"/>
                    <a:pt x="810" y="1265"/>
                  </a:cubicBezTo>
                  <a:cubicBezTo>
                    <a:pt x="843" y="1321"/>
                    <a:pt x="867" y="1382"/>
                    <a:pt x="882" y="1445"/>
                  </a:cubicBezTo>
                  <a:cubicBezTo>
                    <a:pt x="906" y="1538"/>
                    <a:pt x="890" y="1640"/>
                    <a:pt x="897" y="1735"/>
                  </a:cubicBezTo>
                  <a:cubicBezTo>
                    <a:pt x="897" y="1739"/>
                    <a:pt x="905" y="1740"/>
                    <a:pt x="905" y="1735"/>
                  </a:cubicBezTo>
                  <a:cubicBezTo>
                    <a:pt x="909" y="1687"/>
                    <a:pt x="909" y="1638"/>
                    <a:pt x="910" y="1589"/>
                  </a:cubicBezTo>
                  <a:cubicBezTo>
                    <a:pt x="910" y="1587"/>
                    <a:pt x="910" y="1585"/>
                    <a:pt x="910" y="1584"/>
                  </a:cubicBezTo>
                  <a:cubicBezTo>
                    <a:pt x="920" y="1621"/>
                    <a:pt x="926" y="1659"/>
                    <a:pt x="926" y="1698"/>
                  </a:cubicBezTo>
                  <a:cubicBezTo>
                    <a:pt x="926" y="1699"/>
                    <a:pt x="926" y="1700"/>
                    <a:pt x="926" y="1701"/>
                  </a:cubicBezTo>
                  <a:cubicBezTo>
                    <a:pt x="926" y="1746"/>
                    <a:pt x="923" y="1790"/>
                    <a:pt x="921" y="1834"/>
                  </a:cubicBezTo>
                  <a:cubicBezTo>
                    <a:pt x="916" y="1880"/>
                    <a:pt x="908" y="1925"/>
                    <a:pt x="896" y="1969"/>
                  </a:cubicBezTo>
                  <a:cubicBezTo>
                    <a:pt x="887" y="2006"/>
                    <a:pt x="883" y="2046"/>
                    <a:pt x="871" y="2082"/>
                  </a:cubicBezTo>
                  <a:cubicBezTo>
                    <a:pt x="870" y="2087"/>
                    <a:pt x="877" y="2090"/>
                    <a:pt x="880" y="2087"/>
                  </a:cubicBezTo>
                  <a:cubicBezTo>
                    <a:pt x="899" y="2062"/>
                    <a:pt x="903" y="2022"/>
                    <a:pt x="910" y="1992"/>
                  </a:cubicBezTo>
                  <a:cubicBezTo>
                    <a:pt x="917" y="1961"/>
                    <a:pt x="924" y="1936"/>
                    <a:pt x="928" y="1908"/>
                  </a:cubicBezTo>
                  <a:cubicBezTo>
                    <a:pt x="934" y="1889"/>
                    <a:pt x="938" y="1871"/>
                    <a:pt x="940" y="1852"/>
                  </a:cubicBezTo>
                  <a:cubicBezTo>
                    <a:pt x="940" y="1818"/>
                    <a:pt x="943" y="1782"/>
                    <a:pt x="945" y="1746"/>
                  </a:cubicBezTo>
                  <a:cubicBezTo>
                    <a:pt x="945" y="1749"/>
                    <a:pt x="945" y="1752"/>
                    <a:pt x="945" y="1755"/>
                  </a:cubicBezTo>
                  <a:cubicBezTo>
                    <a:pt x="945" y="1756"/>
                    <a:pt x="945" y="1756"/>
                    <a:pt x="945" y="1757"/>
                  </a:cubicBezTo>
                  <a:cubicBezTo>
                    <a:pt x="945" y="1759"/>
                    <a:pt x="945" y="1761"/>
                    <a:pt x="946" y="1762"/>
                  </a:cubicBezTo>
                  <a:cubicBezTo>
                    <a:pt x="947" y="1763"/>
                    <a:pt x="947" y="1764"/>
                    <a:pt x="948" y="1765"/>
                  </a:cubicBezTo>
                  <a:cubicBezTo>
                    <a:pt x="949" y="1793"/>
                    <a:pt x="953" y="1822"/>
                    <a:pt x="959" y="1849"/>
                  </a:cubicBezTo>
                  <a:cubicBezTo>
                    <a:pt x="976" y="1908"/>
                    <a:pt x="961" y="1980"/>
                    <a:pt x="964" y="2040"/>
                  </a:cubicBezTo>
                  <a:cubicBezTo>
                    <a:pt x="966" y="2088"/>
                    <a:pt x="950" y="2140"/>
                    <a:pt x="944" y="2187"/>
                  </a:cubicBezTo>
                  <a:cubicBezTo>
                    <a:pt x="941" y="2215"/>
                    <a:pt x="924" y="2320"/>
                    <a:pt x="890" y="2326"/>
                  </a:cubicBezTo>
                  <a:cubicBezTo>
                    <a:pt x="899" y="2292"/>
                    <a:pt x="904" y="2257"/>
                    <a:pt x="904" y="2221"/>
                  </a:cubicBezTo>
                  <a:cubicBezTo>
                    <a:pt x="904" y="2201"/>
                    <a:pt x="902" y="2182"/>
                    <a:pt x="899" y="2162"/>
                  </a:cubicBezTo>
                  <a:cubicBezTo>
                    <a:pt x="899" y="2161"/>
                    <a:pt x="900" y="2160"/>
                    <a:pt x="899" y="2159"/>
                  </a:cubicBezTo>
                  <a:cubicBezTo>
                    <a:pt x="898" y="2158"/>
                    <a:pt x="898" y="2158"/>
                    <a:pt x="897" y="2158"/>
                  </a:cubicBezTo>
                  <a:cubicBezTo>
                    <a:pt x="896" y="2157"/>
                    <a:pt x="895" y="2157"/>
                    <a:pt x="894" y="2157"/>
                  </a:cubicBezTo>
                  <a:cubicBezTo>
                    <a:pt x="894" y="2157"/>
                    <a:pt x="893" y="2157"/>
                    <a:pt x="892" y="2158"/>
                  </a:cubicBezTo>
                  <a:cubicBezTo>
                    <a:pt x="891" y="2158"/>
                    <a:pt x="891" y="2158"/>
                    <a:pt x="890" y="2159"/>
                  </a:cubicBezTo>
                  <a:cubicBezTo>
                    <a:pt x="889" y="2160"/>
                    <a:pt x="890" y="2161"/>
                    <a:pt x="890" y="2162"/>
                  </a:cubicBezTo>
                  <a:cubicBezTo>
                    <a:pt x="882" y="2207"/>
                    <a:pt x="877" y="2252"/>
                    <a:pt x="875" y="2298"/>
                  </a:cubicBezTo>
                  <a:cubicBezTo>
                    <a:pt x="872" y="2349"/>
                    <a:pt x="861" y="2399"/>
                    <a:pt x="843" y="2447"/>
                  </a:cubicBezTo>
                  <a:cubicBezTo>
                    <a:pt x="827" y="2393"/>
                    <a:pt x="818" y="2337"/>
                    <a:pt x="815" y="2280"/>
                  </a:cubicBezTo>
                  <a:lnTo>
                    <a:pt x="815" y="2279"/>
                  </a:lnTo>
                  <a:cubicBezTo>
                    <a:pt x="814" y="2278"/>
                    <a:pt x="814" y="2278"/>
                    <a:pt x="813" y="2277"/>
                  </a:cubicBezTo>
                  <a:lnTo>
                    <a:pt x="812" y="2277"/>
                  </a:lnTo>
                  <a:cubicBezTo>
                    <a:pt x="811" y="2274"/>
                    <a:pt x="811" y="2270"/>
                    <a:pt x="811" y="2267"/>
                  </a:cubicBezTo>
                  <a:cubicBezTo>
                    <a:pt x="811" y="2263"/>
                    <a:pt x="811" y="2260"/>
                    <a:pt x="812" y="2256"/>
                  </a:cubicBezTo>
                  <a:cubicBezTo>
                    <a:pt x="815" y="2229"/>
                    <a:pt x="822" y="2202"/>
                    <a:pt x="826" y="2174"/>
                  </a:cubicBezTo>
                  <a:cubicBezTo>
                    <a:pt x="830" y="2152"/>
                    <a:pt x="832" y="2129"/>
                    <a:pt x="832" y="2106"/>
                  </a:cubicBezTo>
                  <a:cubicBezTo>
                    <a:pt x="832" y="2090"/>
                    <a:pt x="831" y="2075"/>
                    <a:pt x="829" y="2059"/>
                  </a:cubicBezTo>
                  <a:cubicBezTo>
                    <a:pt x="829" y="2058"/>
                    <a:pt x="829" y="2058"/>
                    <a:pt x="829" y="2058"/>
                  </a:cubicBezTo>
                  <a:cubicBezTo>
                    <a:pt x="828" y="2057"/>
                    <a:pt x="828" y="2056"/>
                    <a:pt x="827" y="2056"/>
                  </a:cubicBezTo>
                  <a:cubicBezTo>
                    <a:pt x="826" y="2056"/>
                    <a:pt x="826" y="2056"/>
                    <a:pt x="825" y="2056"/>
                  </a:cubicBezTo>
                  <a:cubicBezTo>
                    <a:pt x="824" y="2056"/>
                    <a:pt x="823" y="2056"/>
                    <a:pt x="823" y="2056"/>
                  </a:cubicBezTo>
                  <a:cubicBezTo>
                    <a:pt x="822" y="2056"/>
                    <a:pt x="821" y="2057"/>
                    <a:pt x="821" y="2058"/>
                  </a:cubicBezTo>
                  <a:lnTo>
                    <a:pt x="821" y="2059"/>
                  </a:lnTo>
                  <a:cubicBezTo>
                    <a:pt x="804" y="2143"/>
                    <a:pt x="797" y="2229"/>
                    <a:pt x="789" y="2315"/>
                  </a:cubicBezTo>
                  <a:cubicBezTo>
                    <a:pt x="785" y="2364"/>
                    <a:pt x="765" y="2408"/>
                    <a:pt x="753" y="2456"/>
                  </a:cubicBezTo>
                  <a:cubicBezTo>
                    <a:pt x="746" y="2484"/>
                    <a:pt x="741" y="2514"/>
                    <a:pt x="733" y="2542"/>
                  </a:cubicBezTo>
                  <a:cubicBezTo>
                    <a:pt x="730" y="2526"/>
                    <a:pt x="729" y="2509"/>
                    <a:pt x="729" y="2492"/>
                  </a:cubicBezTo>
                  <a:cubicBezTo>
                    <a:pt x="729" y="2487"/>
                    <a:pt x="729" y="2483"/>
                    <a:pt x="729" y="2478"/>
                  </a:cubicBezTo>
                  <a:cubicBezTo>
                    <a:pt x="731" y="2439"/>
                    <a:pt x="729" y="2398"/>
                    <a:pt x="729" y="2359"/>
                  </a:cubicBezTo>
                  <a:cubicBezTo>
                    <a:pt x="728" y="2346"/>
                    <a:pt x="728" y="2333"/>
                    <a:pt x="728" y="2320"/>
                  </a:cubicBezTo>
                  <a:cubicBezTo>
                    <a:pt x="728" y="2289"/>
                    <a:pt x="730" y="2258"/>
                    <a:pt x="736" y="2227"/>
                  </a:cubicBezTo>
                  <a:cubicBezTo>
                    <a:pt x="739" y="2215"/>
                    <a:pt x="741" y="2202"/>
                    <a:pt x="741" y="2189"/>
                  </a:cubicBezTo>
                  <a:cubicBezTo>
                    <a:pt x="741" y="2182"/>
                    <a:pt x="740" y="2175"/>
                    <a:pt x="739" y="2168"/>
                  </a:cubicBezTo>
                  <a:cubicBezTo>
                    <a:pt x="738" y="2167"/>
                    <a:pt x="738" y="2167"/>
                    <a:pt x="737" y="2166"/>
                  </a:cubicBezTo>
                  <a:lnTo>
                    <a:pt x="736" y="2166"/>
                  </a:lnTo>
                  <a:cubicBezTo>
                    <a:pt x="735" y="2166"/>
                    <a:pt x="734" y="2166"/>
                    <a:pt x="734" y="2166"/>
                  </a:cubicBezTo>
                  <a:cubicBezTo>
                    <a:pt x="733" y="2167"/>
                    <a:pt x="734" y="2167"/>
                    <a:pt x="733" y="2168"/>
                  </a:cubicBezTo>
                  <a:cubicBezTo>
                    <a:pt x="732" y="2169"/>
                    <a:pt x="732" y="2168"/>
                    <a:pt x="732" y="2168"/>
                  </a:cubicBezTo>
                  <a:cubicBezTo>
                    <a:pt x="729" y="2198"/>
                    <a:pt x="719" y="2227"/>
                    <a:pt x="714" y="2256"/>
                  </a:cubicBezTo>
                  <a:cubicBezTo>
                    <a:pt x="706" y="2300"/>
                    <a:pt x="713" y="2348"/>
                    <a:pt x="713" y="2393"/>
                  </a:cubicBezTo>
                  <a:cubicBezTo>
                    <a:pt x="713" y="2429"/>
                    <a:pt x="706" y="2474"/>
                    <a:pt x="713" y="2509"/>
                  </a:cubicBezTo>
                  <a:cubicBezTo>
                    <a:pt x="714" y="2526"/>
                    <a:pt x="717" y="2543"/>
                    <a:pt x="721" y="2559"/>
                  </a:cubicBezTo>
                  <a:cubicBezTo>
                    <a:pt x="717" y="2595"/>
                    <a:pt x="711" y="2631"/>
                    <a:pt x="702" y="2666"/>
                  </a:cubicBezTo>
                  <a:cubicBezTo>
                    <a:pt x="696" y="2692"/>
                    <a:pt x="687" y="2716"/>
                    <a:pt x="674" y="2739"/>
                  </a:cubicBezTo>
                  <a:cubicBezTo>
                    <a:pt x="669" y="2752"/>
                    <a:pt x="664" y="2765"/>
                    <a:pt x="660" y="2778"/>
                  </a:cubicBezTo>
                  <a:cubicBezTo>
                    <a:pt x="659" y="2773"/>
                    <a:pt x="657" y="2768"/>
                    <a:pt x="655" y="2763"/>
                  </a:cubicBezTo>
                  <a:cubicBezTo>
                    <a:pt x="644" y="2731"/>
                    <a:pt x="638" y="2697"/>
                    <a:pt x="638" y="2662"/>
                  </a:cubicBezTo>
                  <a:cubicBezTo>
                    <a:pt x="634" y="2611"/>
                    <a:pt x="634" y="2559"/>
                    <a:pt x="632" y="2508"/>
                  </a:cubicBezTo>
                  <a:cubicBezTo>
                    <a:pt x="632" y="2507"/>
                    <a:pt x="631" y="2506"/>
                    <a:pt x="631" y="2505"/>
                  </a:cubicBezTo>
                  <a:cubicBezTo>
                    <a:pt x="631" y="2505"/>
                    <a:pt x="630" y="2505"/>
                    <a:pt x="629" y="2504"/>
                  </a:cubicBezTo>
                  <a:cubicBezTo>
                    <a:pt x="628" y="2503"/>
                    <a:pt x="628" y="2503"/>
                    <a:pt x="627" y="2503"/>
                  </a:cubicBezTo>
                  <a:cubicBezTo>
                    <a:pt x="626" y="2503"/>
                    <a:pt x="626" y="2503"/>
                    <a:pt x="625" y="2504"/>
                  </a:cubicBezTo>
                  <a:cubicBezTo>
                    <a:pt x="624" y="2505"/>
                    <a:pt x="623" y="2505"/>
                    <a:pt x="623" y="2505"/>
                  </a:cubicBezTo>
                  <a:cubicBezTo>
                    <a:pt x="622" y="2506"/>
                    <a:pt x="622" y="2507"/>
                    <a:pt x="622" y="2508"/>
                  </a:cubicBezTo>
                  <a:cubicBezTo>
                    <a:pt x="617" y="2611"/>
                    <a:pt x="605" y="2716"/>
                    <a:pt x="656" y="2810"/>
                  </a:cubicBezTo>
                  <a:cubicBezTo>
                    <a:pt x="659" y="2815"/>
                    <a:pt x="668" y="2813"/>
                    <a:pt x="667" y="2807"/>
                  </a:cubicBezTo>
                  <a:cubicBezTo>
                    <a:pt x="667" y="2805"/>
                    <a:pt x="667" y="2804"/>
                    <a:pt x="667" y="2802"/>
                  </a:cubicBezTo>
                  <a:cubicBezTo>
                    <a:pt x="668" y="2802"/>
                    <a:pt x="668" y="2801"/>
                    <a:pt x="668" y="2801"/>
                  </a:cubicBezTo>
                  <a:cubicBezTo>
                    <a:pt x="668" y="2800"/>
                    <a:pt x="669" y="2800"/>
                    <a:pt x="669" y="2799"/>
                  </a:cubicBezTo>
                  <a:cubicBezTo>
                    <a:pt x="683" y="2749"/>
                    <a:pt x="708" y="2706"/>
                    <a:pt x="720" y="2653"/>
                  </a:cubicBezTo>
                  <a:cubicBezTo>
                    <a:pt x="726" y="2626"/>
                    <a:pt x="729" y="2598"/>
                    <a:pt x="729" y="2570"/>
                  </a:cubicBezTo>
                  <a:lnTo>
                    <a:pt x="730" y="2571"/>
                  </a:lnTo>
                  <a:cubicBezTo>
                    <a:pt x="731" y="2571"/>
                    <a:pt x="732" y="2572"/>
                    <a:pt x="734" y="2572"/>
                  </a:cubicBezTo>
                  <a:cubicBezTo>
                    <a:pt x="735" y="2572"/>
                    <a:pt x="736" y="2571"/>
                    <a:pt x="737" y="2571"/>
                  </a:cubicBezTo>
                  <a:cubicBezTo>
                    <a:pt x="738" y="2570"/>
                    <a:pt x="739" y="2570"/>
                    <a:pt x="740" y="2569"/>
                  </a:cubicBezTo>
                  <a:cubicBezTo>
                    <a:pt x="730" y="2608"/>
                    <a:pt x="723" y="2650"/>
                    <a:pt x="741" y="2689"/>
                  </a:cubicBezTo>
                  <a:cubicBezTo>
                    <a:pt x="751" y="2708"/>
                    <a:pt x="764" y="2715"/>
                    <a:pt x="779" y="2699"/>
                  </a:cubicBezTo>
                  <a:cubicBezTo>
                    <a:pt x="811" y="2663"/>
                    <a:pt x="822" y="2623"/>
                    <a:pt x="840" y="2581"/>
                  </a:cubicBezTo>
                  <a:cubicBezTo>
                    <a:pt x="836" y="2600"/>
                    <a:pt x="831" y="2635"/>
                    <a:pt x="852" y="2643"/>
                  </a:cubicBezTo>
                  <a:lnTo>
                    <a:pt x="853" y="2643"/>
                  </a:lnTo>
                  <a:cubicBezTo>
                    <a:pt x="854" y="2643"/>
                    <a:pt x="855" y="2643"/>
                    <a:pt x="855" y="2643"/>
                  </a:cubicBezTo>
                  <a:cubicBezTo>
                    <a:pt x="856" y="2642"/>
                    <a:pt x="856" y="2642"/>
                    <a:pt x="857" y="2642"/>
                  </a:cubicBezTo>
                  <a:cubicBezTo>
                    <a:pt x="869" y="2626"/>
                    <a:pt x="888" y="2616"/>
                    <a:pt x="901" y="2600"/>
                  </a:cubicBezTo>
                  <a:cubicBezTo>
                    <a:pt x="907" y="2590"/>
                    <a:pt x="914" y="2581"/>
                    <a:pt x="920" y="2571"/>
                  </a:cubicBezTo>
                  <a:cubicBezTo>
                    <a:pt x="932" y="2550"/>
                    <a:pt x="941" y="2527"/>
                    <a:pt x="948" y="2504"/>
                  </a:cubicBezTo>
                  <a:cubicBezTo>
                    <a:pt x="955" y="2484"/>
                    <a:pt x="960" y="2462"/>
                    <a:pt x="966" y="2440"/>
                  </a:cubicBezTo>
                  <a:cubicBezTo>
                    <a:pt x="966" y="2441"/>
                    <a:pt x="967" y="2441"/>
                    <a:pt x="968" y="2442"/>
                  </a:cubicBezTo>
                  <a:cubicBezTo>
                    <a:pt x="969" y="2442"/>
                    <a:pt x="970" y="2443"/>
                    <a:pt x="971" y="2443"/>
                  </a:cubicBezTo>
                  <a:cubicBezTo>
                    <a:pt x="972" y="2443"/>
                    <a:pt x="973" y="2442"/>
                    <a:pt x="974" y="2442"/>
                  </a:cubicBezTo>
                  <a:cubicBezTo>
                    <a:pt x="975" y="2441"/>
                    <a:pt x="976" y="2441"/>
                    <a:pt x="977" y="2440"/>
                  </a:cubicBezTo>
                  <a:cubicBezTo>
                    <a:pt x="977" y="2439"/>
                    <a:pt x="977" y="2439"/>
                    <a:pt x="977" y="2438"/>
                  </a:cubicBezTo>
                  <a:cubicBezTo>
                    <a:pt x="990" y="2394"/>
                    <a:pt x="1026" y="2364"/>
                    <a:pt x="1034" y="2316"/>
                  </a:cubicBezTo>
                  <a:cubicBezTo>
                    <a:pt x="1034" y="2312"/>
                    <a:pt x="1035" y="2308"/>
                    <a:pt x="1036" y="2304"/>
                  </a:cubicBezTo>
                  <a:lnTo>
                    <a:pt x="1040" y="2304"/>
                  </a:lnTo>
                  <a:cubicBezTo>
                    <a:pt x="1041" y="2304"/>
                    <a:pt x="1041" y="2303"/>
                    <a:pt x="1041" y="2303"/>
                  </a:cubicBezTo>
                  <a:cubicBezTo>
                    <a:pt x="1042" y="2303"/>
                    <a:pt x="1043" y="2302"/>
                    <a:pt x="1043" y="2302"/>
                  </a:cubicBezTo>
                  <a:cubicBezTo>
                    <a:pt x="1043" y="2301"/>
                    <a:pt x="1043" y="2301"/>
                    <a:pt x="1044" y="2300"/>
                  </a:cubicBezTo>
                  <a:cubicBezTo>
                    <a:pt x="1055" y="2269"/>
                    <a:pt x="1070" y="2234"/>
                    <a:pt x="1081" y="2199"/>
                  </a:cubicBezTo>
                  <a:lnTo>
                    <a:pt x="1082" y="2200"/>
                  </a:lnTo>
                  <a:cubicBezTo>
                    <a:pt x="1083" y="2200"/>
                    <a:pt x="1083" y="2201"/>
                    <a:pt x="1084" y="2201"/>
                  </a:cubicBezTo>
                  <a:cubicBezTo>
                    <a:pt x="1085" y="2201"/>
                    <a:pt x="1085" y="2200"/>
                    <a:pt x="1086" y="2200"/>
                  </a:cubicBezTo>
                  <a:cubicBezTo>
                    <a:pt x="1087" y="2200"/>
                    <a:pt x="1087" y="2199"/>
                    <a:pt x="1088" y="2199"/>
                  </a:cubicBezTo>
                  <a:cubicBezTo>
                    <a:pt x="1090" y="2195"/>
                    <a:pt x="1093" y="2191"/>
                    <a:pt x="1095" y="2186"/>
                  </a:cubicBezTo>
                  <a:cubicBezTo>
                    <a:pt x="1108" y="2164"/>
                    <a:pt x="1118" y="2139"/>
                    <a:pt x="1123" y="2114"/>
                  </a:cubicBezTo>
                  <a:cubicBezTo>
                    <a:pt x="1125" y="2110"/>
                    <a:pt x="1126" y="2107"/>
                    <a:pt x="1127" y="2104"/>
                  </a:cubicBezTo>
                  <a:cubicBezTo>
                    <a:pt x="1128" y="2100"/>
                    <a:pt x="1129" y="2096"/>
                    <a:pt x="1131" y="2093"/>
                  </a:cubicBezTo>
                  <a:cubicBezTo>
                    <a:pt x="1140" y="2074"/>
                    <a:pt x="1146" y="2054"/>
                    <a:pt x="1149" y="2034"/>
                  </a:cubicBezTo>
                  <a:cubicBezTo>
                    <a:pt x="1150" y="2031"/>
                    <a:pt x="1151" y="2028"/>
                    <a:pt x="1152" y="2026"/>
                  </a:cubicBezTo>
                  <a:lnTo>
                    <a:pt x="1155" y="2021"/>
                  </a:lnTo>
                  <a:cubicBezTo>
                    <a:pt x="1157" y="2014"/>
                    <a:pt x="1159" y="2007"/>
                    <a:pt x="1159" y="1999"/>
                  </a:cubicBezTo>
                  <a:cubicBezTo>
                    <a:pt x="1159" y="1997"/>
                    <a:pt x="1159" y="1995"/>
                    <a:pt x="1158" y="1993"/>
                  </a:cubicBezTo>
                  <a:cubicBezTo>
                    <a:pt x="1165" y="2003"/>
                    <a:pt x="1172" y="2013"/>
                    <a:pt x="1179" y="2021"/>
                  </a:cubicBezTo>
                  <a:cubicBezTo>
                    <a:pt x="1180" y="2021"/>
                    <a:pt x="1180" y="2021"/>
                    <a:pt x="1180" y="2021"/>
                  </a:cubicBezTo>
                  <a:lnTo>
                    <a:pt x="1181" y="2021"/>
                  </a:lnTo>
                  <a:cubicBezTo>
                    <a:pt x="1187" y="2055"/>
                    <a:pt x="1200" y="2088"/>
                    <a:pt x="1217" y="2117"/>
                  </a:cubicBezTo>
                  <a:cubicBezTo>
                    <a:pt x="1222" y="2126"/>
                    <a:pt x="1227" y="2134"/>
                    <a:pt x="1233" y="2142"/>
                  </a:cubicBezTo>
                  <a:cubicBezTo>
                    <a:pt x="1237" y="2147"/>
                    <a:pt x="1243" y="2142"/>
                    <a:pt x="1243" y="2137"/>
                  </a:cubicBezTo>
                  <a:cubicBezTo>
                    <a:pt x="1241" y="2117"/>
                    <a:pt x="1240" y="2096"/>
                    <a:pt x="1240" y="2075"/>
                  </a:cubicBezTo>
                  <a:cubicBezTo>
                    <a:pt x="1240" y="2054"/>
                    <a:pt x="1241" y="2033"/>
                    <a:pt x="1243" y="2013"/>
                  </a:cubicBezTo>
                  <a:cubicBezTo>
                    <a:pt x="1244" y="1992"/>
                    <a:pt x="1241" y="2011"/>
                    <a:pt x="1241" y="2013"/>
                  </a:cubicBezTo>
                  <a:cubicBezTo>
                    <a:pt x="1236" y="2046"/>
                    <a:pt x="1233" y="2080"/>
                    <a:pt x="1232" y="2114"/>
                  </a:cubicBezTo>
                  <a:cubicBezTo>
                    <a:pt x="1167" y="1960"/>
                    <a:pt x="1179" y="1788"/>
                    <a:pt x="1176" y="1625"/>
                  </a:cubicBezTo>
                  <a:cubicBezTo>
                    <a:pt x="1176" y="1621"/>
                    <a:pt x="1170" y="1620"/>
                    <a:pt x="1170" y="1625"/>
                  </a:cubicBezTo>
                  <a:cubicBezTo>
                    <a:pt x="1168" y="1729"/>
                    <a:pt x="1158" y="1838"/>
                    <a:pt x="1168" y="1942"/>
                  </a:cubicBezTo>
                  <a:cubicBezTo>
                    <a:pt x="1170" y="1957"/>
                    <a:pt x="1172" y="1973"/>
                    <a:pt x="1175" y="1990"/>
                  </a:cubicBezTo>
                  <a:cubicBezTo>
                    <a:pt x="1159" y="1953"/>
                    <a:pt x="1141" y="1917"/>
                    <a:pt x="1124" y="1881"/>
                  </a:cubicBezTo>
                  <a:cubicBezTo>
                    <a:pt x="1094" y="1820"/>
                    <a:pt x="1089" y="1760"/>
                    <a:pt x="1088" y="1694"/>
                  </a:cubicBezTo>
                  <a:cubicBezTo>
                    <a:pt x="1088" y="1677"/>
                    <a:pt x="1093" y="1660"/>
                    <a:pt x="1091" y="1643"/>
                  </a:cubicBezTo>
                  <a:cubicBezTo>
                    <a:pt x="1091" y="1631"/>
                    <a:pt x="1097" y="1620"/>
                    <a:pt x="1096" y="1610"/>
                  </a:cubicBezTo>
                  <a:cubicBezTo>
                    <a:pt x="1097" y="1560"/>
                    <a:pt x="1102" y="1511"/>
                    <a:pt x="1111" y="1463"/>
                  </a:cubicBezTo>
                  <a:cubicBezTo>
                    <a:pt x="1111" y="1461"/>
                    <a:pt x="1108" y="1460"/>
                    <a:pt x="1107" y="1463"/>
                  </a:cubicBezTo>
                  <a:cubicBezTo>
                    <a:pt x="1091" y="1546"/>
                    <a:pt x="1081" y="1630"/>
                    <a:pt x="1079" y="1715"/>
                  </a:cubicBezTo>
                  <a:cubicBezTo>
                    <a:pt x="1079" y="1728"/>
                    <a:pt x="1079" y="1741"/>
                    <a:pt x="1079" y="1754"/>
                  </a:cubicBezTo>
                  <a:cubicBezTo>
                    <a:pt x="1077" y="1740"/>
                    <a:pt x="1075" y="1727"/>
                    <a:pt x="1072" y="1715"/>
                  </a:cubicBezTo>
                  <a:lnTo>
                    <a:pt x="1071" y="1709"/>
                  </a:lnTo>
                  <a:lnTo>
                    <a:pt x="1071" y="1707"/>
                  </a:lnTo>
                  <a:cubicBezTo>
                    <a:pt x="1071" y="1706"/>
                    <a:pt x="1070" y="1705"/>
                    <a:pt x="1070" y="1703"/>
                  </a:cubicBezTo>
                  <a:cubicBezTo>
                    <a:pt x="1058" y="1656"/>
                    <a:pt x="1051" y="1607"/>
                    <a:pt x="1050" y="1559"/>
                  </a:cubicBezTo>
                  <a:cubicBezTo>
                    <a:pt x="1049" y="1467"/>
                    <a:pt x="1049" y="1373"/>
                    <a:pt x="1077" y="1286"/>
                  </a:cubicBezTo>
                  <a:cubicBezTo>
                    <a:pt x="1078" y="1281"/>
                    <a:pt x="1071" y="1278"/>
                    <a:pt x="1069" y="1282"/>
                  </a:cubicBezTo>
                  <a:cubicBezTo>
                    <a:pt x="1038" y="1372"/>
                    <a:pt x="1037" y="1465"/>
                    <a:pt x="1036" y="1558"/>
                  </a:cubicBezTo>
                  <a:cubicBezTo>
                    <a:pt x="1036" y="1572"/>
                    <a:pt x="1036" y="1587"/>
                    <a:pt x="1038" y="1601"/>
                  </a:cubicBezTo>
                  <a:cubicBezTo>
                    <a:pt x="1036" y="1598"/>
                    <a:pt x="1034" y="1596"/>
                    <a:pt x="1032" y="1593"/>
                  </a:cubicBezTo>
                  <a:lnTo>
                    <a:pt x="1032" y="1592"/>
                  </a:lnTo>
                  <a:cubicBezTo>
                    <a:pt x="1029" y="1583"/>
                    <a:pt x="1027" y="1575"/>
                    <a:pt x="1025" y="1566"/>
                  </a:cubicBezTo>
                  <a:cubicBezTo>
                    <a:pt x="1024" y="1565"/>
                    <a:pt x="1024" y="1564"/>
                    <a:pt x="1023" y="1563"/>
                  </a:cubicBezTo>
                  <a:cubicBezTo>
                    <a:pt x="1022" y="1561"/>
                    <a:pt x="1021" y="1560"/>
                    <a:pt x="1020" y="1559"/>
                  </a:cubicBezTo>
                  <a:cubicBezTo>
                    <a:pt x="1018" y="1558"/>
                    <a:pt x="1017" y="1558"/>
                    <a:pt x="1015" y="1558"/>
                  </a:cubicBezTo>
                  <a:cubicBezTo>
                    <a:pt x="1011" y="1549"/>
                    <a:pt x="1009" y="1542"/>
                    <a:pt x="1009" y="1542"/>
                  </a:cubicBezTo>
                  <a:cubicBezTo>
                    <a:pt x="997" y="1511"/>
                    <a:pt x="988" y="1480"/>
                    <a:pt x="981" y="1448"/>
                  </a:cubicBezTo>
                  <a:cubicBezTo>
                    <a:pt x="979" y="1427"/>
                    <a:pt x="976" y="1405"/>
                    <a:pt x="975" y="1384"/>
                  </a:cubicBezTo>
                  <a:cubicBezTo>
                    <a:pt x="977" y="1372"/>
                    <a:pt x="978" y="1360"/>
                    <a:pt x="978" y="1348"/>
                  </a:cubicBezTo>
                  <a:cubicBezTo>
                    <a:pt x="978" y="1340"/>
                    <a:pt x="978" y="1332"/>
                    <a:pt x="977" y="1325"/>
                  </a:cubicBezTo>
                  <a:cubicBezTo>
                    <a:pt x="979" y="1309"/>
                    <a:pt x="980" y="1293"/>
                    <a:pt x="980" y="1278"/>
                  </a:cubicBezTo>
                  <a:cubicBezTo>
                    <a:pt x="980" y="1262"/>
                    <a:pt x="979" y="1247"/>
                    <a:pt x="977" y="1232"/>
                  </a:cubicBezTo>
                  <a:cubicBezTo>
                    <a:pt x="975" y="1223"/>
                    <a:pt x="974" y="1214"/>
                    <a:pt x="973" y="1205"/>
                  </a:cubicBezTo>
                  <a:cubicBezTo>
                    <a:pt x="973" y="1202"/>
                    <a:pt x="973" y="1199"/>
                    <a:pt x="973" y="1196"/>
                  </a:cubicBezTo>
                  <a:lnTo>
                    <a:pt x="973" y="1195"/>
                  </a:lnTo>
                  <a:cubicBezTo>
                    <a:pt x="973" y="1194"/>
                    <a:pt x="973" y="1192"/>
                    <a:pt x="972" y="1191"/>
                  </a:cubicBezTo>
                  <a:lnTo>
                    <a:pt x="971" y="1190"/>
                  </a:lnTo>
                  <a:cubicBezTo>
                    <a:pt x="969" y="1154"/>
                    <a:pt x="962" y="1118"/>
                    <a:pt x="949" y="1085"/>
                  </a:cubicBezTo>
                  <a:cubicBezTo>
                    <a:pt x="944" y="1073"/>
                    <a:pt x="938" y="1061"/>
                    <a:pt x="932" y="1050"/>
                  </a:cubicBezTo>
                  <a:cubicBezTo>
                    <a:pt x="913" y="1019"/>
                    <a:pt x="890" y="991"/>
                    <a:pt x="863" y="967"/>
                  </a:cubicBezTo>
                  <a:cubicBezTo>
                    <a:pt x="862" y="966"/>
                    <a:pt x="862" y="966"/>
                    <a:pt x="862" y="966"/>
                  </a:cubicBezTo>
                  <a:cubicBezTo>
                    <a:pt x="861" y="966"/>
                    <a:pt x="861" y="966"/>
                    <a:pt x="860" y="967"/>
                  </a:cubicBezTo>
                  <a:cubicBezTo>
                    <a:pt x="860" y="967"/>
                    <a:pt x="860" y="966"/>
                    <a:pt x="859" y="967"/>
                  </a:cubicBezTo>
                  <a:cubicBezTo>
                    <a:pt x="858" y="968"/>
                    <a:pt x="859" y="968"/>
                    <a:pt x="859" y="969"/>
                  </a:cubicBezTo>
                  <a:lnTo>
                    <a:pt x="859" y="970"/>
                  </a:lnTo>
                  <a:cubicBezTo>
                    <a:pt x="860" y="970"/>
                    <a:pt x="860" y="970"/>
                    <a:pt x="860" y="970"/>
                  </a:cubicBezTo>
                  <a:cubicBezTo>
                    <a:pt x="879" y="990"/>
                    <a:pt x="896" y="1011"/>
                    <a:pt x="909" y="1035"/>
                  </a:cubicBezTo>
                  <a:cubicBezTo>
                    <a:pt x="919" y="1053"/>
                    <a:pt x="928" y="1072"/>
                    <a:pt x="935" y="1091"/>
                  </a:cubicBezTo>
                  <a:cubicBezTo>
                    <a:pt x="934" y="1090"/>
                    <a:pt x="934" y="1090"/>
                    <a:pt x="933" y="1089"/>
                  </a:cubicBezTo>
                  <a:cubicBezTo>
                    <a:pt x="932" y="1088"/>
                    <a:pt x="931" y="1089"/>
                    <a:pt x="931" y="1089"/>
                  </a:cubicBezTo>
                  <a:cubicBezTo>
                    <a:pt x="930" y="1089"/>
                    <a:pt x="929" y="1088"/>
                    <a:pt x="928" y="1089"/>
                  </a:cubicBezTo>
                  <a:cubicBezTo>
                    <a:pt x="927" y="1090"/>
                    <a:pt x="927" y="1090"/>
                    <a:pt x="927" y="1091"/>
                  </a:cubicBezTo>
                  <a:cubicBezTo>
                    <a:pt x="926" y="1092"/>
                    <a:pt x="926" y="1093"/>
                    <a:pt x="926" y="1094"/>
                  </a:cubicBezTo>
                  <a:cubicBezTo>
                    <a:pt x="926" y="1094"/>
                    <a:pt x="926" y="1095"/>
                    <a:pt x="926" y="1096"/>
                  </a:cubicBezTo>
                  <a:cubicBezTo>
                    <a:pt x="935" y="1127"/>
                    <a:pt x="939" y="1159"/>
                    <a:pt x="939" y="1191"/>
                  </a:cubicBezTo>
                  <a:cubicBezTo>
                    <a:pt x="939" y="1193"/>
                    <a:pt x="939" y="1195"/>
                    <a:pt x="939" y="1197"/>
                  </a:cubicBezTo>
                  <a:lnTo>
                    <a:pt x="939" y="1196"/>
                  </a:lnTo>
                  <a:cubicBezTo>
                    <a:pt x="938" y="1195"/>
                    <a:pt x="938" y="1194"/>
                    <a:pt x="937" y="1194"/>
                  </a:cubicBezTo>
                  <a:cubicBezTo>
                    <a:pt x="936" y="1193"/>
                    <a:pt x="935" y="1194"/>
                    <a:pt x="934" y="1194"/>
                  </a:cubicBezTo>
                  <a:cubicBezTo>
                    <a:pt x="933" y="1194"/>
                    <a:pt x="932" y="1194"/>
                    <a:pt x="932" y="1194"/>
                  </a:cubicBezTo>
                  <a:cubicBezTo>
                    <a:pt x="931" y="1195"/>
                    <a:pt x="930" y="1195"/>
                    <a:pt x="930" y="1196"/>
                  </a:cubicBezTo>
                  <a:cubicBezTo>
                    <a:pt x="929" y="1197"/>
                    <a:pt x="929" y="1198"/>
                    <a:pt x="929" y="1199"/>
                  </a:cubicBezTo>
                  <a:cubicBezTo>
                    <a:pt x="929" y="1199"/>
                    <a:pt x="929" y="1200"/>
                    <a:pt x="929" y="1201"/>
                  </a:cubicBezTo>
                  <a:cubicBezTo>
                    <a:pt x="934" y="1219"/>
                    <a:pt x="937" y="1238"/>
                    <a:pt x="937" y="1257"/>
                  </a:cubicBezTo>
                  <a:cubicBezTo>
                    <a:pt x="936" y="1280"/>
                    <a:pt x="935" y="1302"/>
                    <a:pt x="935" y="1324"/>
                  </a:cubicBezTo>
                  <a:cubicBezTo>
                    <a:pt x="931" y="1322"/>
                    <a:pt x="924" y="1324"/>
                    <a:pt x="924" y="1329"/>
                  </a:cubicBezTo>
                  <a:cubicBezTo>
                    <a:pt x="927" y="1382"/>
                    <a:pt x="932" y="1434"/>
                    <a:pt x="937" y="1487"/>
                  </a:cubicBezTo>
                  <a:cubicBezTo>
                    <a:pt x="940" y="1511"/>
                    <a:pt x="941" y="1537"/>
                    <a:pt x="945" y="1561"/>
                  </a:cubicBezTo>
                  <a:cubicBezTo>
                    <a:pt x="945" y="1565"/>
                    <a:pt x="945" y="1568"/>
                    <a:pt x="944" y="1572"/>
                  </a:cubicBezTo>
                  <a:cubicBezTo>
                    <a:pt x="943" y="1567"/>
                    <a:pt x="943" y="1562"/>
                    <a:pt x="942" y="1557"/>
                  </a:cubicBezTo>
                  <a:cubicBezTo>
                    <a:pt x="942" y="1556"/>
                    <a:pt x="941" y="1554"/>
                    <a:pt x="941" y="1553"/>
                  </a:cubicBezTo>
                  <a:cubicBezTo>
                    <a:pt x="940" y="1552"/>
                    <a:pt x="939" y="1551"/>
                    <a:pt x="938" y="1550"/>
                  </a:cubicBezTo>
                  <a:cubicBezTo>
                    <a:pt x="936" y="1549"/>
                    <a:pt x="935" y="1549"/>
                    <a:pt x="934" y="1549"/>
                  </a:cubicBezTo>
                  <a:cubicBezTo>
                    <a:pt x="932" y="1549"/>
                    <a:pt x="931" y="1549"/>
                    <a:pt x="930" y="1550"/>
                  </a:cubicBezTo>
                  <a:cubicBezTo>
                    <a:pt x="929" y="1551"/>
                    <a:pt x="928" y="1552"/>
                    <a:pt x="927" y="1553"/>
                  </a:cubicBezTo>
                  <a:cubicBezTo>
                    <a:pt x="926" y="1554"/>
                    <a:pt x="926" y="1556"/>
                    <a:pt x="926" y="1557"/>
                  </a:cubicBezTo>
                  <a:cubicBezTo>
                    <a:pt x="926" y="1559"/>
                    <a:pt x="926" y="1561"/>
                    <a:pt x="926" y="1563"/>
                  </a:cubicBezTo>
                  <a:cubicBezTo>
                    <a:pt x="923" y="1558"/>
                    <a:pt x="920" y="1552"/>
                    <a:pt x="916" y="1547"/>
                  </a:cubicBezTo>
                  <a:cubicBezTo>
                    <a:pt x="917" y="1537"/>
                    <a:pt x="917" y="1528"/>
                    <a:pt x="917" y="1519"/>
                  </a:cubicBezTo>
                  <a:cubicBezTo>
                    <a:pt x="917" y="1510"/>
                    <a:pt x="917" y="1501"/>
                    <a:pt x="916" y="1492"/>
                  </a:cubicBezTo>
                  <a:cubicBezTo>
                    <a:pt x="916" y="1483"/>
                    <a:pt x="916" y="1494"/>
                    <a:pt x="918" y="1495"/>
                  </a:cubicBezTo>
                  <a:cubicBezTo>
                    <a:pt x="918" y="1496"/>
                    <a:pt x="918" y="1496"/>
                    <a:pt x="919" y="1497"/>
                  </a:cubicBezTo>
                  <a:cubicBezTo>
                    <a:pt x="920" y="1498"/>
                    <a:pt x="921" y="1497"/>
                    <a:pt x="922" y="1497"/>
                  </a:cubicBezTo>
                  <a:cubicBezTo>
                    <a:pt x="923" y="1497"/>
                    <a:pt x="924" y="1497"/>
                    <a:pt x="924" y="1497"/>
                  </a:cubicBezTo>
                  <a:cubicBezTo>
                    <a:pt x="925" y="1496"/>
                    <a:pt x="926" y="1496"/>
                    <a:pt x="926" y="1495"/>
                  </a:cubicBezTo>
                  <a:cubicBezTo>
                    <a:pt x="926" y="1494"/>
                    <a:pt x="927" y="1494"/>
                    <a:pt x="927" y="1493"/>
                  </a:cubicBezTo>
                  <a:cubicBezTo>
                    <a:pt x="931" y="1465"/>
                    <a:pt x="919" y="1437"/>
                    <a:pt x="917" y="1409"/>
                  </a:cubicBezTo>
                  <a:cubicBezTo>
                    <a:pt x="916" y="1408"/>
                    <a:pt x="916" y="1407"/>
                    <a:pt x="916" y="1406"/>
                  </a:cubicBezTo>
                  <a:cubicBezTo>
                    <a:pt x="915" y="1405"/>
                    <a:pt x="914" y="1404"/>
                    <a:pt x="913" y="1404"/>
                  </a:cubicBezTo>
                  <a:cubicBezTo>
                    <a:pt x="911" y="1403"/>
                    <a:pt x="910" y="1402"/>
                    <a:pt x="909" y="1402"/>
                  </a:cubicBezTo>
                  <a:cubicBezTo>
                    <a:pt x="907" y="1402"/>
                    <a:pt x="906" y="1403"/>
                    <a:pt x="905" y="1404"/>
                  </a:cubicBezTo>
                  <a:cubicBezTo>
                    <a:pt x="904" y="1404"/>
                    <a:pt x="903" y="1405"/>
                    <a:pt x="902" y="1406"/>
                  </a:cubicBezTo>
                  <a:cubicBezTo>
                    <a:pt x="901" y="1407"/>
                    <a:pt x="901" y="1408"/>
                    <a:pt x="901" y="1409"/>
                  </a:cubicBezTo>
                  <a:cubicBezTo>
                    <a:pt x="901" y="1414"/>
                    <a:pt x="901" y="1419"/>
                    <a:pt x="901" y="1424"/>
                  </a:cubicBezTo>
                  <a:cubicBezTo>
                    <a:pt x="899" y="1416"/>
                    <a:pt x="896" y="1407"/>
                    <a:pt x="894" y="1399"/>
                  </a:cubicBezTo>
                  <a:cubicBezTo>
                    <a:pt x="894" y="1398"/>
                    <a:pt x="895" y="1398"/>
                    <a:pt x="895" y="1397"/>
                  </a:cubicBezTo>
                  <a:cubicBezTo>
                    <a:pt x="917" y="1341"/>
                    <a:pt x="871" y="1273"/>
                    <a:pt x="858" y="1217"/>
                  </a:cubicBezTo>
                  <a:cubicBezTo>
                    <a:pt x="859" y="1221"/>
                    <a:pt x="861" y="1225"/>
                    <a:pt x="863" y="1230"/>
                  </a:cubicBezTo>
                  <a:cubicBezTo>
                    <a:pt x="863" y="1230"/>
                    <a:pt x="863" y="1229"/>
                    <a:pt x="864" y="1230"/>
                  </a:cubicBezTo>
                  <a:cubicBezTo>
                    <a:pt x="865" y="1231"/>
                    <a:pt x="865" y="1232"/>
                    <a:pt x="866" y="1233"/>
                  </a:cubicBezTo>
                  <a:cubicBezTo>
                    <a:pt x="867" y="1233"/>
                    <a:pt x="868" y="1233"/>
                    <a:pt x="869" y="1233"/>
                  </a:cubicBezTo>
                  <a:cubicBezTo>
                    <a:pt x="870" y="1233"/>
                    <a:pt x="871" y="1233"/>
                    <a:pt x="872" y="1233"/>
                  </a:cubicBezTo>
                  <a:cubicBezTo>
                    <a:pt x="873" y="1232"/>
                    <a:pt x="874" y="1231"/>
                    <a:pt x="875" y="1230"/>
                  </a:cubicBezTo>
                  <a:cubicBezTo>
                    <a:pt x="875" y="1229"/>
                    <a:pt x="876" y="1228"/>
                    <a:pt x="876" y="1227"/>
                  </a:cubicBezTo>
                  <a:lnTo>
                    <a:pt x="876" y="1226"/>
                  </a:lnTo>
                  <a:cubicBezTo>
                    <a:pt x="876" y="1196"/>
                    <a:pt x="859" y="1160"/>
                    <a:pt x="849" y="1131"/>
                  </a:cubicBezTo>
                  <a:cubicBezTo>
                    <a:pt x="839" y="1100"/>
                    <a:pt x="826" y="1070"/>
                    <a:pt x="810" y="1042"/>
                  </a:cubicBezTo>
                  <a:cubicBezTo>
                    <a:pt x="809" y="1040"/>
                    <a:pt x="808" y="1039"/>
                    <a:pt x="807" y="1037"/>
                  </a:cubicBezTo>
                  <a:cubicBezTo>
                    <a:pt x="809" y="1039"/>
                    <a:pt x="810" y="1041"/>
                    <a:pt x="812" y="1043"/>
                  </a:cubicBezTo>
                  <a:cubicBezTo>
                    <a:pt x="828" y="1072"/>
                    <a:pt x="843" y="1101"/>
                    <a:pt x="857" y="1132"/>
                  </a:cubicBezTo>
                  <a:cubicBezTo>
                    <a:pt x="870" y="1162"/>
                    <a:pt x="857" y="1132"/>
                    <a:pt x="858" y="1133"/>
                  </a:cubicBezTo>
                  <a:cubicBezTo>
                    <a:pt x="860" y="1139"/>
                    <a:pt x="862" y="1146"/>
                    <a:pt x="866" y="1152"/>
                  </a:cubicBezTo>
                  <a:cubicBezTo>
                    <a:pt x="868" y="1156"/>
                    <a:pt x="871" y="1160"/>
                    <a:pt x="875" y="1164"/>
                  </a:cubicBezTo>
                  <a:cubicBezTo>
                    <a:pt x="875" y="1165"/>
                    <a:pt x="875" y="1165"/>
                    <a:pt x="875" y="1165"/>
                  </a:cubicBezTo>
                  <a:cubicBezTo>
                    <a:pt x="876" y="1165"/>
                    <a:pt x="876" y="1166"/>
                    <a:pt x="878" y="1166"/>
                  </a:cubicBezTo>
                  <a:cubicBezTo>
                    <a:pt x="879" y="1166"/>
                    <a:pt x="881" y="1166"/>
                    <a:pt x="882" y="1165"/>
                  </a:cubicBezTo>
                  <a:cubicBezTo>
                    <a:pt x="883" y="1164"/>
                    <a:pt x="883" y="1164"/>
                    <a:pt x="884" y="1163"/>
                  </a:cubicBezTo>
                  <a:cubicBezTo>
                    <a:pt x="884" y="1162"/>
                    <a:pt x="885" y="1161"/>
                    <a:pt x="885" y="1160"/>
                  </a:cubicBezTo>
                  <a:cubicBezTo>
                    <a:pt x="885" y="1159"/>
                    <a:pt x="885" y="1159"/>
                    <a:pt x="884" y="1158"/>
                  </a:cubicBezTo>
                  <a:cubicBezTo>
                    <a:pt x="870" y="1112"/>
                    <a:pt x="869" y="1056"/>
                    <a:pt x="840" y="1015"/>
                  </a:cubicBezTo>
                  <a:cubicBezTo>
                    <a:pt x="834" y="988"/>
                    <a:pt x="799" y="967"/>
                    <a:pt x="776" y="958"/>
                  </a:cubicBezTo>
                  <a:cubicBezTo>
                    <a:pt x="761" y="952"/>
                    <a:pt x="745" y="949"/>
                    <a:pt x="730" y="945"/>
                  </a:cubicBezTo>
                  <a:lnTo>
                    <a:pt x="764" y="945"/>
                  </a:lnTo>
                  <a:cubicBezTo>
                    <a:pt x="804" y="945"/>
                    <a:pt x="820" y="968"/>
                    <a:pt x="840" y="999"/>
                  </a:cubicBezTo>
                  <a:cubicBezTo>
                    <a:pt x="840" y="999"/>
                    <a:pt x="840" y="1000"/>
                    <a:pt x="841" y="1001"/>
                  </a:cubicBezTo>
                  <a:cubicBezTo>
                    <a:pt x="845" y="1009"/>
                    <a:pt x="852" y="1015"/>
                    <a:pt x="860" y="1020"/>
                  </a:cubicBezTo>
                  <a:cubicBezTo>
                    <a:pt x="862" y="1021"/>
                    <a:pt x="865" y="1023"/>
                    <a:pt x="868" y="1024"/>
                  </a:cubicBezTo>
                  <a:lnTo>
                    <a:pt x="869" y="1024"/>
                  </a:lnTo>
                  <a:cubicBezTo>
                    <a:pt x="870" y="1024"/>
                    <a:pt x="870" y="1023"/>
                    <a:pt x="871" y="1023"/>
                  </a:cubicBezTo>
                  <a:cubicBezTo>
                    <a:pt x="872" y="1022"/>
                    <a:pt x="872" y="1023"/>
                    <a:pt x="873" y="1022"/>
                  </a:cubicBezTo>
                  <a:cubicBezTo>
                    <a:pt x="874" y="1021"/>
                    <a:pt x="873" y="1020"/>
                    <a:pt x="873" y="1019"/>
                  </a:cubicBezTo>
                  <a:lnTo>
                    <a:pt x="873" y="1018"/>
                  </a:lnTo>
                  <a:cubicBezTo>
                    <a:pt x="861" y="981"/>
                    <a:pt x="834" y="933"/>
                    <a:pt x="792" y="925"/>
                  </a:cubicBezTo>
                  <a:cubicBezTo>
                    <a:pt x="783" y="923"/>
                    <a:pt x="772" y="922"/>
                    <a:pt x="760" y="921"/>
                  </a:cubicBezTo>
                  <a:cubicBezTo>
                    <a:pt x="768" y="920"/>
                    <a:pt x="777" y="918"/>
                    <a:pt x="785" y="914"/>
                  </a:cubicBezTo>
                  <a:cubicBezTo>
                    <a:pt x="786" y="914"/>
                    <a:pt x="786" y="913"/>
                    <a:pt x="787" y="912"/>
                  </a:cubicBezTo>
                  <a:cubicBezTo>
                    <a:pt x="787" y="912"/>
                    <a:pt x="787" y="911"/>
                    <a:pt x="787" y="910"/>
                  </a:cubicBezTo>
                  <a:cubicBezTo>
                    <a:pt x="787" y="910"/>
                    <a:pt x="787" y="909"/>
                    <a:pt x="787" y="908"/>
                  </a:cubicBezTo>
                  <a:cubicBezTo>
                    <a:pt x="786" y="907"/>
                    <a:pt x="786" y="908"/>
                    <a:pt x="785" y="907"/>
                  </a:cubicBezTo>
                  <a:cubicBezTo>
                    <a:pt x="784" y="906"/>
                    <a:pt x="785" y="906"/>
                    <a:pt x="785" y="906"/>
                  </a:cubicBezTo>
                  <a:cubicBezTo>
                    <a:pt x="756" y="892"/>
                    <a:pt x="720" y="903"/>
                    <a:pt x="691" y="909"/>
                  </a:cubicBezTo>
                  <a:cubicBezTo>
                    <a:pt x="684" y="910"/>
                    <a:pt x="677" y="912"/>
                    <a:pt x="671" y="914"/>
                  </a:cubicBezTo>
                  <a:cubicBezTo>
                    <a:pt x="672" y="913"/>
                    <a:pt x="672" y="912"/>
                    <a:pt x="673" y="911"/>
                  </a:cubicBezTo>
                  <a:lnTo>
                    <a:pt x="675" y="902"/>
                  </a:lnTo>
                  <a:cubicBezTo>
                    <a:pt x="695" y="881"/>
                    <a:pt x="713" y="858"/>
                    <a:pt x="728" y="834"/>
                  </a:cubicBezTo>
                  <a:cubicBezTo>
                    <a:pt x="809" y="794"/>
                    <a:pt x="905" y="834"/>
                    <a:pt x="953" y="909"/>
                  </a:cubicBezTo>
                  <a:cubicBezTo>
                    <a:pt x="975" y="943"/>
                    <a:pt x="1016" y="1004"/>
                    <a:pt x="1061" y="1010"/>
                  </a:cubicBezTo>
                  <a:lnTo>
                    <a:pt x="1073" y="1030"/>
                  </a:lnTo>
                  <a:cubicBezTo>
                    <a:pt x="1101" y="1071"/>
                    <a:pt x="1135" y="1109"/>
                    <a:pt x="1173" y="1141"/>
                  </a:cubicBezTo>
                  <a:cubicBezTo>
                    <a:pt x="1184" y="1152"/>
                    <a:pt x="1196" y="1161"/>
                    <a:pt x="1209" y="1171"/>
                  </a:cubicBezTo>
                  <a:cubicBezTo>
                    <a:pt x="1207" y="1171"/>
                    <a:pt x="1206" y="1171"/>
                    <a:pt x="1204" y="1172"/>
                  </a:cubicBezTo>
                  <a:cubicBezTo>
                    <a:pt x="1202" y="1173"/>
                    <a:pt x="1200" y="1175"/>
                    <a:pt x="1199" y="1177"/>
                  </a:cubicBezTo>
                  <a:cubicBezTo>
                    <a:pt x="1197" y="1179"/>
                    <a:pt x="1198" y="1181"/>
                    <a:pt x="1198" y="1183"/>
                  </a:cubicBezTo>
                  <a:cubicBezTo>
                    <a:pt x="1198" y="1185"/>
                    <a:pt x="1198" y="1186"/>
                    <a:pt x="1198" y="1188"/>
                  </a:cubicBezTo>
                  <a:cubicBezTo>
                    <a:pt x="1205" y="1202"/>
                    <a:pt x="1223" y="1212"/>
                    <a:pt x="1236" y="1223"/>
                  </a:cubicBezTo>
                  <a:cubicBezTo>
                    <a:pt x="1240" y="1229"/>
                    <a:pt x="1245" y="1236"/>
                    <a:pt x="1249" y="1243"/>
                  </a:cubicBezTo>
                  <a:cubicBezTo>
                    <a:pt x="1251" y="1248"/>
                    <a:pt x="1254" y="1253"/>
                    <a:pt x="1257" y="1258"/>
                  </a:cubicBezTo>
                  <a:cubicBezTo>
                    <a:pt x="1261" y="1266"/>
                    <a:pt x="1267" y="1273"/>
                    <a:pt x="1273" y="1280"/>
                  </a:cubicBezTo>
                  <a:cubicBezTo>
                    <a:pt x="1273" y="1281"/>
                    <a:pt x="1274" y="1281"/>
                    <a:pt x="1274" y="1282"/>
                  </a:cubicBezTo>
                  <a:cubicBezTo>
                    <a:pt x="1300" y="1327"/>
                    <a:pt x="1322" y="1374"/>
                    <a:pt x="1339" y="1423"/>
                  </a:cubicBezTo>
                  <a:cubicBezTo>
                    <a:pt x="1352" y="1458"/>
                    <a:pt x="1355" y="1494"/>
                    <a:pt x="1369" y="1529"/>
                  </a:cubicBezTo>
                  <a:cubicBezTo>
                    <a:pt x="1387" y="1573"/>
                    <a:pt x="1399" y="1620"/>
                    <a:pt x="1405" y="1668"/>
                  </a:cubicBezTo>
                  <a:lnTo>
                    <a:pt x="1405" y="1669"/>
                  </a:lnTo>
                  <a:lnTo>
                    <a:pt x="1406" y="1670"/>
                  </a:lnTo>
                  <a:cubicBezTo>
                    <a:pt x="1407" y="1670"/>
                    <a:pt x="1407" y="1670"/>
                    <a:pt x="1407" y="1670"/>
                  </a:cubicBezTo>
                  <a:cubicBezTo>
                    <a:pt x="1408" y="1670"/>
                    <a:pt x="1408" y="1670"/>
                    <a:pt x="1409" y="1670"/>
                  </a:cubicBezTo>
                  <a:cubicBezTo>
                    <a:pt x="1409" y="1670"/>
                    <a:pt x="1409" y="1669"/>
                    <a:pt x="1410" y="1669"/>
                  </a:cubicBezTo>
                  <a:lnTo>
                    <a:pt x="1410" y="1668"/>
                  </a:lnTo>
                  <a:cubicBezTo>
                    <a:pt x="1410" y="1667"/>
                    <a:pt x="1410" y="1666"/>
                    <a:pt x="1410" y="1665"/>
                  </a:cubicBezTo>
                  <a:cubicBezTo>
                    <a:pt x="1410" y="1628"/>
                    <a:pt x="1404" y="1592"/>
                    <a:pt x="1392" y="1557"/>
                  </a:cubicBezTo>
                  <a:cubicBezTo>
                    <a:pt x="1386" y="1535"/>
                    <a:pt x="1375" y="1514"/>
                    <a:pt x="1368" y="1492"/>
                  </a:cubicBezTo>
                  <a:cubicBezTo>
                    <a:pt x="1365" y="1483"/>
                    <a:pt x="1362" y="1474"/>
                    <a:pt x="1360" y="1464"/>
                  </a:cubicBezTo>
                  <a:cubicBezTo>
                    <a:pt x="1363" y="1470"/>
                    <a:pt x="1365" y="1476"/>
                    <a:pt x="1369" y="1481"/>
                  </a:cubicBezTo>
                  <a:cubicBezTo>
                    <a:pt x="1369" y="1483"/>
                    <a:pt x="1370" y="1484"/>
                    <a:pt x="1371" y="1485"/>
                  </a:cubicBezTo>
                  <a:cubicBezTo>
                    <a:pt x="1376" y="1491"/>
                    <a:pt x="1387" y="1488"/>
                    <a:pt x="1384" y="1480"/>
                  </a:cubicBezTo>
                  <a:cubicBezTo>
                    <a:pt x="1372" y="1439"/>
                    <a:pt x="1363" y="1400"/>
                    <a:pt x="1347" y="1360"/>
                  </a:cubicBezTo>
                  <a:cubicBezTo>
                    <a:pt x="1348" y="1360"/>
                    <a:pt x="1349" y="1359"/>
                    <a:pt x="1350" y="1358"/>
                  </a:cubicBezTo>
                  <a:cubicBezTo>
                    <a:pt x="1350" y="1357"/>
                    <a:pt x="1351" y="1355"/>
                    <a:pt x="1351" y="1354"/>
                  </a:cubicBezTo>
                  <a:lnTo>
                    <a:pt x="1351" y="1350"/>
                  </a:lnTo>
                  <a:cubicBezTo>
                    <a:pt x="1351" y="1348"/>
                    <a:pt x="1350" y="1347"/>
                    <a:pt x="1350" y="1346"/>
                  </a:cubicBezTo>
                  <a:cubicBezTo>
                    <a:pt x="1349" y="1345"/>
                    <a:pt x="1349" y="1344"/>
                    <a:pt x="1348" y="1343"/>
                  </a:cubicBezTo>
                  <a:lnTo>
                    <a:pt x="1350" y="1343"/>
                  </a:lnTo>
                  <a:cubicBezTo>
                    <a:pt x="1351" y="1345"/>
                    <a:pt x="1352" y="1347"/>
                    <a:pt x="1353" y="1349"/>
                  </a:cubicBezTo>
                  <a:cubicBezTo>
                    <a:pt x="1355" y="1356"/>
                    <a:pt x="1355" y="1363"/>
                    <a:pt x="1357" y="1369"/>
                  </a:cubicBezTo>
                  <a:cubicBezTo>
                    <a:pt x="1362" y="1385"/>
                    <a:pt x="1371" y="1400"/>
                    <a:pt x="1377" y="1416"/>
                  </a:cubicBezTo>
                  <a:cubicBezTo>
                    <a:pt x="1378" y="1420"/>
                    <a:pt x="1385" y="1421"/>
                    <a:pt x="1385" y="1416"/>
                  </a:cubicBezTo>
                  <a:cubicBezTo>
                    <a:pt x="1384" y="1400"/>
                    <a:pt x="1380" y="1384"/>
                    <a:pt x="1372" y="1370"/>
                  </a:cubicBezTo>
                  <a:cubicBezTo>
                    <a:pt x="1369" y="1363"/>
                    <a:pt x="1367" y="1357"/>
                    <a:pt x="1366" y="1350"/>
                  </a:cubicBezTo>
                  <a:cubicBezTo>
                    <a:pt x="1365" y="1346"/>
                    <a:pt x="1363" y="1341"/>
                    <a:pt x="1361" y="1338"/>
                  </a:cubicBezTo>
                  <a:cubicBezTo>
                    <a:pt x="1361" y="1337"/>
                    <a:pt x="1361" y="1337"/>
                    <a:pt x="1361" y="1337"/>
                  </a:cubicBezTo>
                  <a:cubicBezTo>
                    <a:pt x="1362" y="1336"/>
                    <a:pt x="1362" y="1333"/>
                    <a:pt x="1362" y="1332"/>
                  </a:cubicBezTo>
                  <a:cubicBezTo>
                    <a:pt x="1362" y="1330"/>
                    <a:pt x="1362" y="1329"/>
                    <a:pt x="1361" y="1328"/>
                  </a:cubicBezTo>
                  <a:lnTo>
                    <a:pt x="1361" y="1327"/>
                  </a:lnTo>
                  <a:lnTo>
                    <a:pt x="1358" y="1324"/>
                  </a:lnTo>
                  <a:cubicBezTo>
                    <a:pt x="1359" y="1323"/>
                    <a:pt x="1361" y="1323"/>
                    <a:pt x="1362" y="1322"/>
                  </a:cubicBezTo>
                  <a:cubicBezTo>
                    <a:pt x="1363" y="1321"/>
                    <a:pt x="1363" y="1321"/>
                    <a:pt x="1364" y="1321"/>
                  </a:cubicBezTo>
                  <a:cubicBezTo>
                    <a:pt x="1364" y="1321"/>
                    <a:pt x="1364" y="1322"/>
                    <a:pt x="1365" y="1322"/>
                  </a:cubicBezTo>
                  <a:cubicBezTo>
                    <a:pt x="1367" y="1326"/>
                    <a:pt x="1369" y="1330"/>
                    <a:pt x="1372" y="1334"/>
                  </a:cubicBezTo>
                  <a:lnTo>
                    <a:pt x="1374" y="1335"/>
                  </a:lnTo>
                  <a:cubicBezTo>
                    <a:pt x="1374" y="1339"/>
                    <a:pt x="1376" y="1343"/>
                    <a:pt x="1378" y="1348"/>
                  </a:cubicBezTo>
                  <a:cubicBezTo>
                    <a:pt x="1380" y="1355"/>
                    <a:pt x="1383" y="1362"/>
                    <a:pt x="1387" y="1369"/>
                  </a:cubicBezTo>
                  <a:cubicBezTo>
                    <a:pt x="1390" y="1374"/>
                    <a:pt x="1393" y="1379"/>
                    <a:pt x="1397" y="1384"/>
                  </a:cubicBezTo>
                  <a:cubicBezTo>
                    <a:pt x="1402" y="1388"/>
                    <a:pt x="1406" y="1381"/>
                    <a:pt x="1405" y="1377"/>
                  </a:cubicBezTo>
                  <a:cubicBezTo>
                    <a:pt x="1403" y="1372"/>
                    <a:pt x="1402" y="1366"/>
                    <a:pt x="1401" y="1360"/>
                  </a:cubicBezTo>
                  <a:cubicBezTo>
                    <a:pt x="1402" y="1360"/>
                    <a:pt x="1402" y="1360"/>
                    <a:pt x="1403" y="1360"/>
                  </a:cubicBezTo>
                  <a:cubicBezTo>
                    <a:pt x="1404" y="1359"/>
                    <a:pt x="1405" y="1359"/>
                    <a:pt x="1406" y="1357"/>
                  </a:cubicBezTo>
                  <a:cubicBezTo>
                    <a:pt x="1406" y="1355"/>
                    <a:pt x="1407" y="1354"/>
                    <a:pt x="1407" y="1353"/>
                  </a:cubicBezTo>
                  <a:cubicBezTo>
                    <a:pt x="1407" y="1352"/>
                    <a:pt x="1407" y="1352"/>
                    <a:pt x="1407" y="1352"/>
                  </a:cubicBezTo>
                  <a:lnTo>
                    <a:pt x="1407" y="1349"/>
                  </a:lnTo>
                  <a:lnTo>
                    <a:pt x="1409" y="1349"/>
                  </a:lnTo>
                  <a:cubicBezTo>
                    <a:pt x="1412" y="1360"/>
                    <a:pt x="1414" y="1371"/>
                    <a:pt x="1417" y="1382"/>
                  </a:cubicBezTo>
                  <a:cubicBezTo>
                    <a:pt x="1424" y="1409"/>
                    <a:pt x="1424" y="1438"/>
                    <a:pt x="1438" y="1462"/>
                  </a:cubicBezTo>
                  <a:cubicBezTo>
                    <a:pt x="1439" y="1463"/>
                    <a:pt x="1439" y="1463"/>
                    <a:pt x="1440" y="1464"/>
                  </a:cubicBezTo>
                  <a:cubicBezTo>
                    <a:pt x="1441" y="1465"/>
                    <a:pt x="1442" y="1465"/>
                    <a:pt x="1443" y="1465"/>
                  </a:cubicBezTo>
                  <a:cubicBezTo>
                    <a:pt x="1444" y="1465"/>
                    <a:pt x="1445" y="1464"/>
                    <a:pt x="1446" y="1464"/>
                  </a:cubicBezTo>
                  <a:cubicBezTo>
                    <a:pt x="1447" y="1463"/>
                    <a:pt x="1448" y="1463"/>
                    <a:pt x="1449" y="1462"/>
                  </a:cubicBezTo>
                  <a:cubicBezTo>
                    <a:pt x="1449" y="1461"/>
                    <a:pt x="1450" y="1460"/>
                    <a:pt x="1450" y="1459"/>
                  </a:cubicBezTo>
                  <a:lnTo>
                    <a:pt x="1450" y="1458"/>
                  </a:lnTo>
                  <a:cubicBezTo>
                    <a:pt x="1442" y="1411"/>
                    <a:pt x="1432" y="1363"/>
                    <a:pt x="1420" y="1317"/>
                  </a:cubicBezTo>
                  <a:cubicBezTo>
                    <a:pt x="1421" y="1309"/>
                    <a:pt x="1421" y="1301"/>
                    <a:pt x="1421" y="1294"/>
                  </a:cubicBezTo>
                  <a:cubicBezTo>
                    <a:pt x="1421" y="1286"/>
                    <a:pt x="1421" y="1280"/>
                    <a:pt x="1420" y="1272"/>
                  </a:cubicBezTo>
                  <a:lnTo>
                    <a:pt x="1426" y="1293"/>
                  </a:lnTo>
                  <a:cubicBezTo>
                    <a:pt x="1434" y="1317"/>
                    <a:pt x="1432" y="1352"/>
                    <a:pt x="1451" y="1372"/>
                  </a:cubicBezTo>
                  <a:cubicBezTo>
                    <a:pt x="1454" y="1376"/>
                    <a:pt x="1460" y="1370"/>
                    <a:pt x="1459" y="1366"/>
                  </a:cubicBezTo>
                  <a:cubicBezTo>
                    <a:pt x="1449" y="1338"/>
                    <a:pt x="1451" y="1307"/>
                    <a:pt x="1440" y="1277"/>
                  </a:cubicBezTo>
                  <a:lnTo>
                    <a:pt x="1435" y="1263"/>
                  </a:lnTo>
                  <a:cubicBezTo>
                    <a:pt x="1447" y="1287"/>
                    <a:pt x="1457" y="1312"/>
                    <a:pt x="1465" y="1338"/>
                  </a:cubicBezTo>
                  <a:cubicBezTo>
                    <a:pt x="1466" y="1338"/>
                    <a:pt x="1466" y="1338"/>
                    <a:pt x="1466" y="1338"/>
                  </a:cubicBezTo>
                  <a:cubicBezTo>
                    <a:pt x="1467" y="1340"/>
                    <a:pt x="1467" y="1341"/>
                    <a:pt x="1469" y="1342"/>
                  </a:cubicBezTo>
                  <a:cubicBezTo>
                    <a:pt x="1470" y="1343"/>
                    <a:pt x="1472" y="1343"/>
                    <a:pt x="1474" y="1343"/>
                  </a:cubicBezTo>
                  <a:cubicBezTo>
                    <a:pt x="1475" y="1343"/>
                    <a:pt x="1477" y="1343"/>
                    <a:pt x="1478" y="1342"/>
                  </a:cubicBezTo>
                  <a:cubicBezTo>
                    <a:pt x="1479" y="1341"/>
                    <a:pt x="1479" y="1341"/>
                    <a:pt x="1480" y="1341"/>
                  </a:cubicBezTo>
                  <a:cubicBezTo>
                    <a:pt x="1492" y="1328"/>
                    <a:pt x="1486" y="1294"/>
                    <a:pt x="1486" y="1277"/>
                  </a:cubicBezTo>
                  <a:cubicBezTo>
                    <a:pt x="1484" y="1234"/>
                    <a:pt x="1479" y="1192"/>
                    <a:pt x="1469" y="1150"/>
                  </a:cubicBezTo>
                  <a:cubicBezTo>
                    <a:pt x="1458" y="1097"/>
                    <a:pt x="1421" y="1047"/>
                    <a:pt x="1401" y="997"/>
                  </a:cubicBezTo>
                  <a:cubicBezTo>
                    <a:pt x="1395" y="982"/>
                    <a:pt x="1388" y="966"/>
                    <a:pt x="1379" y="949"/>
                  </a:cubicBezTo>
                  <a:cubicBezTo>
                    <a:pt x="1380" y="949"/>
                    <a:pt x="1380" y="949"/>
                    <a:pt x="1381" y="949"/>
                  </a:cubicBezTo>
                  <a:cubicBezTo>
                    <a:pt x="1383" y="949"/>
                    <a:pt x="1384" y="949"/>
                    <a:pt x="1385" y="948"/>
                  </a:cubicBezTo>
                  <a:cubicBezTo>
                    <a:pt x="1386" y="947"/>
                    <a:pt x="1386" y="948"/>
                    <a:pt x="1386" y="948"/>
                  </a:cubicBezTo>
                  <a:cubicBezTo>
                    <a:pt x="1396" y="962"/>
                    <a:pt x="1405" y="977"/>
                    <a:pt x="1414" y="992"/>
                  </a:cubicBezTo>
                  <a:cubicBezTo>
                    <a:pt x="1420" y="1003"/>
                    <a:pt x="1426" y="1013"/>
                    <a:pt x="1431" y="1024"/>
                  </a:cubicBezTo>
                  <a:cubicBezTo>
                    <a:pt x="1434" y="1030"/>
                    <a:pt x="1442" y="1026"/>
                    <a:pt x="1442" y="1021"/>
                  </a:cubicBezTo>
                  <a:cubicBezTo>
                    <a:pt x="1441" y="1002"/>
                    <a:pt x="1435" y="983"/>
                    <a:pt x="1426" y="967"/>
                  </a:cubicBezTo>
                  <a:cubicBezTo>
                    <a:pt x="1425" y="965"/>
                    <a:pt x="1424" y="964"/>
                    <a:pt x="1423" y="962"/>
                  </a:cubicBezTo>
                  <a:cubicBezTo>
                    <a:pt x="1424" y="962"/>
                    <a:pt x="1425" y="961"/>
                    <a:pt x="1426" y="961"/>
                  </a:cubicBezTo>
                  <a:cubicBezTo>
                    <a:pt x="1427" y="960"/>
                    <a:pt x="1427" y="960"/>
                    <a:pt x="1428" y="959"/>
                  </a:cubicBezTo>
                  <a:cubicBezTo>
                    <a:pt x="1428" y="958"/>
                    <a:pt x="1429" y="957"/>
                    <a:pt x="1429" y="956"/>
                  </a:cubicBezTo>
                  <a:cubicBezTo>
                    <a:pt x="1432" y="960"/>
                    <a:pt x="1435" y="963"/>
                    <a:pt x="1439" y="967"/>
                  </a:cubicBezTo>
                  <a:cubicBezTo>
                    <a:pt x="1442" y="970"/>
                    <a:pt x="1446" y="979"/>
                    <a:pt x="1449" y="985"/>
                  </a:cubicBezTo>
                  <a:cubicBezTo>
                    <a:pt x="1478" y="1033"/>
                    <a:pt x="1496" y="1093"/>
                    <a:pt x="1516" y="1145"/>
                  </a:cubicBezTo>
                  <a:cubicBezTo>
                    <a:pt x="1516" y="1145"/>
                    <a:pt x="1515" y="1145"/>
                    <a:pt x="1516" y="1146"/>
                  </a:cubicBezTo>
                  <a:cubicBezTo>
                    <a:pt x="1516" y="1147"/>
                    <a:pt x="1517" y="1147"/>
                    <a:pt x="1518" y="1148"/>
                  </a:cubicBezTo>
                  <a:cubicBezTo>
                    <a:pt x="1519" y="1149"/>
                    <a:pt x="1521" y="1149"/>
                    <a:pt x="1522" y="1149"/>
                  </a:cubicBezTo>
                  <a:cubicBezTo>
                    <a:pt x="1523" y="1149"/>
                    <a:pt x="1524" y="1149"/>
                    <a:pt x="1525" y="1148"/>
                  </a:cubicBezTo>
                  <a:cubicBezTo>
                    <a:pt x="1526" y="1147"/>
                    <a:pt x="1526" y="1147"/>
                    <a:pt x="1527" y="1146"/>
                  </a:cubicBezTo>
                  <a:cubicBezTo>
                    <a:pt x="1527" y="1145"/>
                    <a:pt x="1528" y="1144"/>
                    <a:pt x="1528" y="1142"/>
                  </a:cubicBezTo>
                  <a:cubicBezTo>
                    <a:pt x="1528" y="1087"/>
                    <a:pt x="1501" y="1035"/>
                    <a:pt x="1477" y="987"/>
                  </a:cubicBezTo>
                  <a:cubicBezTo>
                    <a:pt x="1471" y="975"/>
                    <a:pt x="1465" y="962"/>
                    <a:pt x="1458" y="950"/>
                  </a:cubicBezTo>
                  <a:lnTo>
                    <a:pt x="1459" y="949"/>
                  </a:lnTo>
                  <a:cubicBezTo>
                    <a:pt x="1460" y="948"/>
                    <a:pt x="1460" y="948"/>
                    <a:pt x="1461" y="948"/>
                  </a:cubicBezTo>
                  <a:lnTo>
                    <a:pt x="1467" y="960"/>
                  </a:lnTo>
                  <a:cubicBezTo>
                    <a:pt x="1497" y="1019"/>
                    <a:pt x="1526" y="1076"/>
                    <a:pt x="1558" y="1133"/>
                  </a:cubicBezTo>
                  <a:cubicBezTo>
                    <a:pt x="1561" y="1138"/>
                    <a:pt x="1571" y="1138"/>
                    <a:pt x="1571" y="1130"/>
                  </a:cubicBezTo>
                  <a:cubicBezTo>
                    <a:pt x="1571" y="1082"/>
                    <a:pt x="1537" y="1032"/>
                    <a:pt x="1512" y="988"/>
                  </a:cubicBezTo>
                  <a:cubicBezTo>
                    <a:pt x="1518" y="991"/>
                    <a:pt x="1523" y="995"/>
                    <a:pt x="1529" y="998"/>
                  </a:cubicBezTo>
                  <a:cubicBezTo>
                    <a:pt x="1533" y="1006"/>
                    <a:pt x="1537" y="1014"/>
                    <a:pt x="1541" y="1021"/>
                  </a:cubicBezTo>
                  <a:cubicBezTo>
                    <a:pt x="1553" y="1048"/>
                    <a:pt x="1563" y="1082"/>
                    <a:pt x="1583" y="1103"/>
                  </a:cubicBezTo>
                  <a:cubicBezTo>
                    <a:pt x="1584" y="1103"/>
                    <a:pt x="1583" y="1103"/>
                    <a:pt x="1584" y="1104"/>
                  </a:cubicBezTo>
                  <a:cubicBezTo>
                    <a:pt x="1584" y="1105"/>
                    <a:pt x="1587" y="1105"/>
                    <a:pt x="1588" y="1105"/>
                  </a:cubicBezTo>
                  <a:cubicBezTo>
                    <a:pt x="1589" y="1105"/>
                    <a:pt x="1591" y="1104"/>
                    <a:pt x="1592" y="1104"/>
                  </a:cubicBezTo>
                  <a:cubicBezTo>
                    <a:pt x="1593" y="1103"/>
                    <a:pt x="1594" y="1102"/>
                    <a:pt x="1595" y="1101"/>
                  </a:cubicBezTo>
                  <a:cubicBezTo>
                    <a:pt x="1595" y="1100"/>
                    <a:pt x="1595" y="1099"/>
                    <a:pt x="1596" y="1098"/>
                  </a:cubicBezTo>
                  <a:cubicBezTo>
                    <a:pt x="1595" y="1079"/>
                    <a:pt x="1590" y="1060"/>
                    <a:pt x="1580" y="1044"/>
                  </a:cubicBezTo>
                  <a:cubicBezTo>
                    <a:pt x="1579" y="1042"/>
                    <a:pt x="1579" y="1041"/>
                    <a:pt x="1578" y="1040"/>
                  </a:cubicBezTo>
                  <a:cubicBezTo>
                    <a:pt x="1579" y="1042"/>
                    <a:pt x="1580" y="1043"/>
                    <a:pt x="1582" y="1044"/>
                  </a:cubicBezTo>
                  <a:cubicBezTo>
                    <a:pt x="1583" y="1045"/>
                    <a:pt x="1583" y="1045"/>
                    <a:pt x="1584" y="1045"/>
                  </a:cubicBezTo>
                  <a:cubicBezTo>
                    <a:pt x="1586" y="1046"/>
                    <a:pt x="1588" y="1047"/>
                    <a:pt x="1591" y="1047"/>
                  </a:cubicBezTo>
                  <a:cubicBezTo>
                    <a:pt x="1593" y="1047"/>
                    <a:pt x="1596" y="1046"/>
                    <a:pt x="1598" y="1045"/>
                  </a:cubicBezTo>
                  <a:cubicBezTo>
                    <a:pt x="1600" y="1044"/>
                    <a:pt x="1602" y="1042"/>
                    <a:pt x="1603" y="1040"/>
                  </a:cubicBezTo>
                  <a:cubicBezTo>
                    <a:pt x="1603" y="1039"/>
                    <a:pt x="1603" y="1039"/>
                    <a:pt x="1604" y="1038"/>
                  </a:cubicBezTo>
                  <a:cubicBezTo>
                    <a:pt x="1611" y="1078"/>
                    <a:pt x="1613" y="1117"/>
                    <a:pt x="1623" y="1155"/>
                  </a:cubicBezTo>
                  <a:cubicBezTo>
                    <a:pt x="1631" y="1191"/>
                    <a:pt x="1641" y="1226"/>
                    <a:pt x="1654" y="1259"/>
                  </a:cubicBezTo>
                  <a:cubicBezTo>
                    <a:pt x="1646" y="1279"/>
                    <a:pt x="1641" y="1299"/>
                    <a:pt x="1638" y="1320"/>
                  </a:cubicBezTo>
                  <a:cubicBezTo>
                    <a:pt x="1632" y="1346"/>
                    <a:pt x="1621" y="1374"/>
                    <a:pt x="1616" y="1399"/>
                  </a:cubicBezTo>
                  <a:cubicBezTo>
                    <a:pt x="1613" y="1421"/>
                    <a:pt x="1606" y="1443"/>
                    <a:pt x="1596" y="1463"/>
                  </a:cubicBezTo>
                  <a:cubicBezTo>
                    <a:pt x="1596" y="1451"/>
                    <a:pt x="1595" y="1440"/>
                    <a:pt x="1595" y="1428"/>
                  </a:cubicBezTo>
                  <a:cubicBezTo>
                    <a:pt x="1595" y="1423"/>
                    <a:pt x="1595" y="1418"/>
                    <a:pt x="1595" y="1413"/>
                  </a:cubicBezTo>
                  <a:cubicBezTo>
                    <a:pt x="1595" y="1385"/>
                    <a:pt x="1594" y="1358"/>
                    <a:pt x="1591" y="1330"/>
                  </a:cubicBezTo>
                  <a:cubicBezTo>
                    <a:pt x="1590" y="1330"/>
                    <a:pt x="1590" y="1329"/>
                    <a:pt x="1590" y="1329"/>
                  </a:cubicBezTo>
                  <a:cubicBezTo>
                    <a:pt x="1590" y="1328"/>
                    <a:pt x="1589" y="1328"/>
                    <a:pt x="1588" y="1327"/>
                  </a:cubicBezTo>
                  <a:cubicBezTo>
                    <a:pt x="1588" y="1327"/>
                    <a:pt x="1587" y="1327"/>
                    <a:pt x="1586" y="1327"/>
                  </a:cubicBezTo>
                  <a:cubicBezTo>
                    <a:pt x="1586" y="1327"/>
                    <a:pt x="1585" y="1326"/>
                    <a:pt x="1584" y="1327"/>
                  </a:cubicBezTo>
                  <a:cubicBezTo>
                    <a:pt x="1583" y="1327"/>
                    <a:pt x="1583" y="1328"/>
                    <a:pt x="1583" y="1329"/>
                  </a:cubicBezTo>
                  <a:cubicBezTo>
                    <a:pt x="1582" y="1330"/>
                    <a:pt x="1582" y="1330"/>
                    <a:pt x="1582" y="1330"/>
                  </a:cubicBezTo>
                  <a:cubicBezTo>
                    <a:pt x="1566" y="1433"/>
                    <a:pt x="1603" y="1553"/>
                    <a:pt x="1536" y="1645"/>
                  </a:cubicBezTo>
                  <a:cubicBezTo>
                    <a:pt x="1535" y="1646"/>
                    <a:pt x="1536" y="1648"/>
                    <a:pt x="1538" y="1647"/>
                  </a:cubicBezTo>
                  <a:cubicBezTo>
                    <a:pt x="1580" y="1621"/>
                    <a:pt x="1586" y="1575"/>
                    <a:pt x="1594" y="1529"/>
                  </a:cubicBezTo>
                  <a:cubicBezTo>
                    <a:pt x="1596" y="1515"/>
                    <a:pt x="1597" y="1501"/>
                    <a:pt x="1597" y="1487"/>
                  </a:cubicBezTo>
                  <a:cubicBezTo>
                    <a:pt x="1597" y="1482"/>
                    <a:pt x="1597" y="1476"/>
                    <a:pt x="1597" y="1470"/>
                  </a:cubicBezTo>
                  <a:lnTo>
                    <a:pt x="1598" y="1470"/>
                  </a:lnTo>
                  <a:cubicBezTo>
                    <a:pt x="1600" y="1467"/>
                    <a:pt x="1602" y="1464"/>
                    <a:pt x="1604" y="1460"/>
                  </a:cubicBezTo>
                  <a:cubicBezTo>
                    <a:pt x="1619" y="1436"/>
                    <a:pt x="1630" y="1409"/>
                    <a:pt x="1639" y="1382"/>
                  </a:cubicBezTo>
                  <a:cubicBezTo>
                    <a:pt x="1651" y="1352"/>
                    <a:pt x="1654" y="1313"/>
                    <a:pt x="1666" y="1282"/>
                  </a:cubicBezTo>
                  <a:cubicBezTo>
                    <a:pt x="1666" y="1283"/>
                    <a:pt x="1667" y="1285"/>
                    <a:pt x="1668" y="1287"/>
                  </a:cubicBezTo>
                  <a:cubicBezTo>
                    <a:pt x="1674" y="1296"/>
                    <a:pt x="1682" y="1304"/>
                    <a:pt x="1692" y="1310"/>
                  </a:cubicBezTo>
                  <a:cubicBezTo>
                    <a:pt x="1698" y="1313"/>
                    <a:pt x="1704" y="1316"/>
                    <a:pt x="1711" y="1318"/>
                  </a:cubicBezTo>
                  <a:cubicBezTo>
                    <a:pt x="1714" y="1336"/>
                    <a:pt x="1715" y="1355"/>
                    <a:pt x="1715" y="1374"/>
                  </a:cubicBezTo>
                  <a:cubicBezTo>
                    <a:pt x="1715" y="1402"/>
                    <a:pt x="1707" y="1452"/>
                    <a:pt x="1732" y="1475"/>
                  </a:cubicBezTo>
                  <a:lnTo>
                    <a:pt x="1733" y="1476"/>
                  </a:lnTo>
                  <a:cubicBezTo>
                    <a:pt x="1734" y="1477"/>
                    <a:pt x="1735" y="1477"/>
                    <a:pt x="1737" y="1477"/>
                  </a:cubicBezTo>
                  <a:cubicBezTo>
                    <a:pt x="1738" y="1477"/>
                    <a:pt x="1740" y="1477"/>
                    <a:pt x="1742" y="1476"/>
                  </a:cubicBezTo>
                  <a:cubicBezTo>
                    <a:pt x="1743" y="1475"/>
                    <a:pt x="1744" y="1474"/>
                    <a:pt x="1745" y="1473"/>
                  </a:cubicBezTo>
                  <a:cubicBezTo>
                    <a:pt x="1747" y="1466"/>
                    <a:pt x="1750" y="1459"/>
                    <a:pt x="1754" y="1453"/>
                  </a:cubicBezTo>
                  <a:cubicBezTo>
                    <a:pt x="1760" y="1443"/>
                    <a:pt x="1767" y="1434"/>
                    <a:pt x="1775" y="1426"/>
                  </a:cubicBezTo>
                  <a:cubicBezTo>
                    <a:pt x="1775" y="1430"/>
                    <a:pt x="1775" y="1435"/>
                    <a:pt x="1775" y="1439"/>
                  </a:cubicBezTo>
                  <a:cubicBezTo>
                    <a:pt x="1775" y="1475"/>
                    <a:pt x="1773" y="1511"/>
                    <a:pt x="1769" y="1547"/>
                  </a:cubicBezTo>
                  <a:cubicBezTo>
                    <a:pt x="1763" y="1595"/>
                    <a:pt x="1775" y="1641"/>
                    <a:pt x="1774" y="1688"/>
                  </a:cubicBezTo>
                  <a:cubicBezTo>
                    <a:pt x="1774" y="1702"/>
                    <a:pt x="1773" y="1718"/>
                    <a:pt x="1786" y="1727"/>
                  </a:cubicBezTo>
                  <a:cubicBezTo>
                    <a:pt x="1795" y="1733"/>
                    <a:pt x="1813" y="1712"/>
                    <a:pt x="1816" y="1725"/>
                  </a:cubicBezTo>
                  <a:cubicBezTo>
                    <a:pt x="1817" y="1735"/>
                    <a:pt x="1817" y="1745"/>
                    <a:pt x="1817" y="1756"/>
                  </a:cubicBezTo>
                  <a:cubicBezTo>
                    <a:pt x="1817" y="1770"/>
                    <a:pt x="1816" y="1784"/>
                    <a:pt x="1815" y="1798"/>
                  </a:cubicBezTo>
                  <a:cubicBezTo>
                    <a:pt x="1815" y="1825"/>
                    <a:pt x="1821" y="1851"/>
                    <a:pt x="1820" y="1878"/>
                  </a:cubicBezTo>
                  <a:cubicBezTo>
                    <a:pt x="1820" y="1932"/>
                    <a:pt x="1822" y="1987"/>
                    <a:pt x="1818" y="2042"/>
                  </a:cubicBezTo>
                  <a:cubicBezTo>
                    <a:pt x="1813" y="2101"/>
                    <a:pt x="1815" y="2162"/>
                    <a:pt x="1807" y="2220"/>
                  </a:cubicBezTo>
                  <a:cubicBezTo>
                    <a:pt x="1804" y="2243"/>
                    <a:pt x="1803" y="2267"/>
                    <a:pt x="1800" y="2290"/>
                  </a:cubicBezTo>
                  <a:cubicBezTo>
                    <a:pt x="1797" y="2307"/>
                    <a:pt x="1801" y="2336"/>
                    <a:pt x="1793" y="2352"/>
                  </a:cubicBezTo>
                  <a:cubicBezTo>
                    <a:pt x="1790" y="2357"/>
                    <a:pt x="1798" y="2362"/>
                    <a:pt x="1802" y="2357"/>
                  </a:cubicBezTo>
                  <a:lnTo>
                    <a:pt x="1806" y="2351"/>
                  </a:lnTo>
                  <a:lnTo>
                    <a:pt x="1807" y="2352"/>
                  </a:lnTo>
                  <a:cubicBezTo>
                    <a:pt x="1808" y="2352"/>
                    <a:pt x="1810" y="2353"/>
                    <a:pt x="1812" y="2353"/>
                  </a:cubicBezTo>
                  <a:cubicBezTo>
                    <a:pt x="1814" y="2353"/>
                    <a:pt x="1815" y="2353"/>
                    <a:pt x="1817" y="2352"/>
                  </a:cubicBezTo>
                  <a:cubicBezTo>
                    <a:pt x="1819" y="2351"/>
                    <a:pt x="1820" y="2350"/>
                    <a:pt x="1821" y="2348"/>
                  </a:cubicBezTo>
                  <a:cubicBezTo>
                    <a:pt x="1822" y="2347"/>
                    <a:pt x="1822" y="2345"/>
                    <a:pt x="1822" y="2344"/>
                  </a:cubicBezTo>
                  <a:cubicBezTo>
                    <a:pt x="1824" y="2324"/>
                    <a:pt x="1848" y="2304"/>
                    <a:pt x="1854" y="2283"/>
                  </a:cubicBezTo>
                  <a:cubicBezTo>
                    <a:pt x="1860" y="2261"/>
                    <a:pt x="1881" y="2244"/>
                    <a:pt x="1893" y="2224"/>
                  </a:cubicBezTo>
                  <a:cubicBezTo>
                    <a:pt x="1895" y="2222"/>
                    <a:pt x="1896" y="2220"/>
                    <a:pt x="1897" y="2217"/>
                  </a:cubicBezTo>
                  <a:cubicBezTo>
                    <a:pt x="1904" y="2206"/>
                    <a:pt x="1910" y="2194"/>
                    <a:pt x="1914" y="2181"/>
                  </a:cubicBezTo>
                  <a:cubicBezTo>
                    <a:pt x="1944" y="2110"/>
                    <a:pt x="1970" y="2038"/>
                    <a:pt x="1993" y="1965"/>
                  </a:cubicBezTo>
                  <a:cubicBezTo>
                    <a:pt x="2004" y="1929"/>
                    <a:pt x="2016" y="1892"/>
                    <a:pt x="2025" y="1856"/>
                  </a:cubicBezTo>
                  <a:cubicBezTo>
                    <a:pt x="2034" y="1820"/>
                    <a:pt x="2025" y="1769"/>
                    <a:pt x="2021" y="1730"/>
                  </a:cubicBezTo>
                  <a:cubicBezTo>
                    <a:pt x="2018" y="1702"/>
                    <a:pt x="2012" y="1673"/>
                    <a:pt x="2004" y="1646"/>
                  </a:cubicBezTo>
                  <a:moveTo>
                    <a:pt x="893" y="2344"/>
                  </a:moveTo>
                  <a:cubicBezTo>
                    <a:pt x="897" y="2346"/>
                    <a:pt x="901" y="2346"/>
                    <a:pt x="906" y="2346"/>
                  </a:cubicBezTo>
                  <a:cubicBezTo>
                    <a:pt x="910" y="2346"/>
                    <a:pt x="916" y="2346"/>
                    <a:pt x="920" y="2344"/>
                  </a:cubicBezTo>
                  <a:cubicBezTo>
                    <a:pt x="920" y="2349"/>
                    <a:pt x="920" y="2354"/>
                    <a:pt x="919" y="2359"/>
                  </a:cubicBezTo>
                  <a:cubicBezTo>
                    <a:pt x="917" y="2386"/>
                    <a:pt x="912" y="2413"/>
                    <a:pt x="910" y="2441"/>
                  </a:cubicBezTo>
                  <a:cubicBezTo>
                    <a:pt x="910" y="2442"/>
                    <a:pt x="910" y="2443"/>
                    <a:pt x="910" y="2444"/>
                  </a:cubicBezTo>
                  <a:cubicBezTo>
                    <a:pt x="910" y="2463"/>
                    <a:pt x="908" y="2483"/>
                    <a:pt x="904" y="2502"/>
                  </a:cubicBezTo>
                  <a:cubicBezTo>
                    <a:pt x="903" y="2500"/>
                    <a:pt x="902" y="2498"/>
                    <a:pt x="900" y="2496"/>
                  </a:cubicBezTo>
                  <a:cubicBezTo>
                    <a:pt x="891" y="2479"/>
                    <a:pt x="883" y="2461"/>
                    <a:pt x="877" y="2443"/>
                  </a:cubicBezTo>
                  <a:cubicBezTo>
                    <a:pt x="877" y="2443"/>
                    <a:pt x="878" y="2443"/>
                    <a:pt x="877" y="2442"/>
                  </a:cubicBezTo>
                  <a:cubicBezTo>
                    <a:pt x="876" y="2441"/>
                    <a:pt x="876" y="2441"/>
                    <a:pt x="875" y="2440"/>
                  </a:cubicBezTo>
                  <a:cubicBezTo>
                    <a:pt x="874" y="2439"/>
                    <a:pt x="873" y="2440"/>
                    <a:pt x="872" y="2440"/>
                  </a:cubicBezTo>
                  <a:cubicBezTo>
                    <a:pt x="871" y="2440"/>
                    <a:pt x="870" y="2439"/>
                    <a:pt x="869" y="2440"/>
                  </a:cubicBezTo>
                  <a:cubicBezTo>
                    <a:pt x="868" y="2441"/>
                    <a:pt x="868" y="2441"/>
                    <a:pt x="868" y="2442"/>
                  </a:cubicBezTo>
                  <a:cubicBezTo>
                    <a:pt x="878" y="2410"/>
                    <a:pt x="884" y="2376"/>
                    <a:pt x="893" y="2344"/>
                  </a:cubicBezTo>
                  <a:moveTo>
                    <a:pt x="1099" y="1984"/>
                  </a:moveTo>
                  <a:cubicBezTo>
                    <a:pt x="1099" y="1986"/>
                    <a:pt x="1099" y="1989"/>
                    <a:pt x="1098" y="1992"/>
                  </a:cubicBezTo>
                  <a:cubicBezTo>
                    <a:pt x="1098" y="1988"/>
                    <a:pt x="1098" y="1983"/>
                    <a:pt x="1098" y="1979"/>
                  </a:cubicBezTo>
                  <a:lnTo>
                    <a:pt x="1099" y="1984"/>
                  </a:lnTo>
                  <a:moveTo>
                    <a:pt x="1097" y="2172"/>
                  </a:moveTo>
                  <a:cubicBezTo>
                    <a:pt x="1098" y="2173"/>
                    <a:pt x="1099" y="2173"/>
                    <a:pt x="1100" y="2173"/>
                  </a:cubicBezTo>
                  <a:cubicBezTo>
                    <a:pt x="1100" y="2173"/>
                    <a:pt x="1101" y="2173"/>
                    <a:pt x="1102" y="2172"/>
                  </a:cubicBezTo>
                  <a:cubicBezTo>
                    <a:pt x="1100" y="2178"/>
                    <a:pt x="1097" y="2183"/>
                    <a:pt x="1094" y="2188"/>
                  </a:cubicBezTo>
                  <a:cubicBezTo>
                    <a:pt x="1094" y="2189"/>
                    <a:pt x="1093" y="2191"/>
                    <a:pt x="1092" y="2192"/>
                  </a:cubicBezTo>
                  <a:cubicBezTo>
                    <a:pt x="1094" y="2187"/>
                    <a:pt x="1096" y="2179"/>
                    <a:pt x="1097" y="2173"/>
                  </a:cubicBezTo>
                  <a:lnTo>
                    <a:pt x="1097" y="2172"/>
                  </a:lnTo>
                  <a:moveTo>
                    <a:pt x="1038" y="1614"/>
                  </a:moveTo>
                  <a:cubicBezTo>
                    <a:pt x="1038" y="1617"/>
                    <a:pt x="1038" y="1619"/>
                    <a:pt x="1038" y="1621"/>
                  </a:cubicBezTo>
                  <a:lnTo>
                    <a:pt x="1036" y="1615"/>
                  </a:lnTo>
                  <a:lnTo>
                    <a:pt x="1038" y="1614"/>
                  </a:lnTo>
                  <a:moveTo>
                    <a:pt x="985" y="2106"/>
                  </a:moveTo>
                  <a:cubicBezTo>
                    <a:pt x="991" y="2036"/>
                    <a:pt x="988" y="1965"/>
                    <a:pt x="989" y="1894"/>
                  </a:cubicBezTo>
                  <a:lnTo>
                    <a:pt x="990" y="1894"/>
                  </a:lnTo>
                  <a:cubicBezTo>
                    <a:pt x="991" y="1893"/>
                    <a:pt x="991" y="1893"/>
                    <a:pt x="992" y="1892"/>
                  </a:cubicBezTo>
                  <a:cubicBezTo>
                    <a:pt x="993" y="1891"/>
                    <a:pt x="994" y="1889"/>
                    <a:pt x="995" y="1888"/>
                  </a:cubicBezTo>
                  <a:cubicBezTo>
                    <a:pt x="996" y="1885"/>
                    <a:pt x="997" y="1883"/>
                    <a:pt x="998" y="1880"/>
                  </a:cubicBezTo>
                  <a:cubicBezTo>
                    <a:pt x="998" y="1883"/>
                    <a:pt x="998" y="1885"/>
                    <a:pt x="998" y="1887"/>
                  </a:cubicBezTo>
                  <a:cubicBezTo>
                    <a:pt x="998" y="1914"/>
                    <a:pt x="1000" y="1941"/>
                    <a:pt x="1003" y="1968"/>
                  </a:cubicBezTo>
                  <a:cubicBezTo>
                    <a:pt x="1003" y="1968"/>
                    <a:pt x="1003" y="1969"/>
                    <a:pt x="1004" y="1970"/>
                  </a:cubicBezTo>
                  <a:cubicBezTo>
                    <a:pt x="1004" y="1971"/>
                    <a:pt x="1005" y="1971"/>
                    <a:pt x="1006" y="1972"/>
                  </a:cubicBezTo>
                  <a:cubicBezTo>
                    <a:pt x="1007" y="1973"/>
                    <a:pt x="1008" y="1973"/>
                    <a:pt x="1010" y="1973"/>
                  </a:cubicBezTo>
                  <a:cubicBezTo>
                    <a:pt x="1011" y="1973"/>
                    <a:pt x="1012" y="1973"/>
                    <a:pt x="1013" y="1972"/>
                  </a:cubicBezTo>
                  <a:cubicBezTo>
                    <a:pt x="1014" y="1971"/>
                    <a:pt x="1014" y="1971"/>
                    <a:pt x="1015" y="1970"/>
                  </a:cubicBezTo>
                  <a:cubicBezTo>
                    <a:pt x="1015" y="1969"/>
                    <a:pt x="1016" y="1968"/>
                    <a:pt x="1016" y="1968"/>
                  </a:cubicBezTo>
                  <a:cubicBezTo>
                    <a:pt x="1022" y="1929"/>
                    <a:pt x="1025" y="1890"/>
                    <a:pt x="1025" y="1852"/>
                  </a:cubicBezTo>
                  <a:cubicBezTo>
                    <a:pt x="1025" y="1848"/>
                    <a:pt x="1025" y="1843"/>
                    <a:pt x="1024" y="1839"/>
                  </a:cubicBezTo>
                  <a:cubicBezTo>
                    <a:pt x="1026" y="1856"/>
                    <a:pt x="1029" y="1872"/>
                    <a:pt x="1034" y="1887"/>
                  </a:cubicBezTo>
                  <a:cubicBezTo>
                    <a:pt x="1034" y="1928"/>
                    <a:pt x="1035" y="1969"/>
                    <a:pt x="1036" y="2009"/>
                  </a:cubicBezTo>
                  <a:cubicBezTo>
                    <a:pt x="1036" y="2010"/>
                    <a:pt x="1036" y="2011"/>
                    <a:pt x="1037" y="2012"/>
                  </a:cubicBezTo>
                  <a:cubicBezTo>
                    <a:pt x="1037" y="2013"/>
                    <a:pt x="1039" y="2014"/>
                    <a:pt x="1039" y="2014"/>
                  </a:cubicBezTo>
                  <a:cubicBezTo>
                    <a:pt x="1040" y="2015"/>
                    <a:pt x="1041" y="2015"/>
                    <a:pt x="1043" y="2015"/>
                  </a:cubicBezTo>
                  <a:cubicBezTo>
                    <a:pt x="1044" y="2015"/>
                    <a:pt x="1045" y="2014"/>
                    <a:pt x="1046" y="2014"/>
                  </a:cubicBezTo>
                  <a:cubicBezTo>
                    <a:pt x="1047" y="2013"/>
                    <a:pt x="1047" y="2013"/>
                    <a:pt x="1048" y="2012"/>
                  </a:cubicBezTo>
                  <a:lnTo>
                    <a:pt x="1048" y="2011"/>
                  </a:lnTo>
                  <a:cubicBezTo>
                    <a:pt x="1056" y="1969"/>
                    <a:pt x="1059" y="1928"/>
                    <a:pt x="1059" y="1886"/>
                  </a:cubicBezTo>
                  <a:cubicBezTo>
                    <a:pt x="1059" y="1871"/>
                    <a:pt x="1059" y="1856"/>
                    <a:pt x="1058" y="1841"/>
                  </a:cubicBezTo>
                  <a:cubicBezTo>
                    <a:pt x="1058" y="1838"/>
                    <a:pt x="1058" y="1835"/>
                    <a:pt x="1058" y="1832"/>
                  </a:cubicBezTo>
                  <a:cubicBezTo>
                    <a:pt x="1060" y="1844"/>
                    <a:pt x="1062" y="1855"/>
                    <a:pt x="1065" y="1867"/>
                  </a:cubicBezTo>
                  <a:lnTo>
                    <a:pt x="1066" y="1868"/>
                  </a:lnTo>
                  <a:cubicBezTo>
                    <a:pt x="1066" y="1869"/>
                    <a:pt x="1067" y="1870"/>
                    <a:pt x="1068" y="1871"/>
                  </a:cubicBezTo>
                  <a:cubicBezTo>
                    <a:pt x="1069" y="1871"/>
                    <a:pt x="1070" y="1871"/>
                    <a:pt x="1071" y="1872"/>
                  </a:cubicBezTo>
                  <a:cubicBezTo>
                    <a:pt x="1072" y="1930"/>
                    <a:pt x="1076" y="1988"/>
                    <a:pt x="1083" y="2046"/>
                  </a:cubicBezTo>
                  <a:cubicBezTo>
                    <a:pt x="1083" y="2047"/>
                    <a:pt x="1083" y="2047"/>
                    <a:pt x="1084" y="2048"/>
                  </a:cubicBezTo>
                  <a:lnTo>
                    <a:pt x="1085" y="2049"/>
                  </a:lnTo>
                  <a:cubicBezTo>
                    <a:pt x="1086" y="2050"/>
                    <a:pt x="1087" y="2050"/>
                    <a:pt x="1088" y="2050"/>
                  </a:cubicBezTo>
                  <a:cubicBezTo>
                    <a:pt x="1089" y="2050"/>
                    <a:pt x="1090" y="2050"/>
                    <a:pt x="1091" y="2049"/>
                  </a:cubicBezTo>
                  <a:lnTo>
                    <a:pt x="1092" y="2048"/>
                  </a:lnTo>
                  <a:cubicBezTo>
                    <a:pt x="1093" y="2047"/>
                    <a:pt x="1093" y="2047"/>
                    <a:pt x="1093" y="2046"/>
                  </a:cubicBezTo>
                  <a:cubicBezTo>
                    <a:pt x="1093" y="2060"/>
                    <a:pt x="1093" y="2073"/>
                    <a:pt x="1092" y="2087"/>
                  </a:cubicBezTo>
                  <a:cubicBezTo>
                    <a:pt x="1085" y="2124"/>
                    <a:pt x="1080" y="2162"/>
                    <a:pt x="1071" y="2199"/>
                  </a:cubicBezTo>
                  <a:cubicBezTo>
                    <a:pt x="1066" y="2219"/>
                    <a:pt x="1062" y="2238"/>
                    <a:pt x="1057" y="2258"/>
                  </a:cubicBezTo>
                  <a:cubicBezTo>
                    <a:pt x="1054" y="2269"/>
                    <a:pt x="1050" y="2280"/>
                    <a:pt x="1046" y="2290"/>
                  </a:cubicBezTo>
                  <a:cubicBezTo>
                    <a:pt x="1048" y="2270"/>
                    <a:pt x="1050" y="2249"/>
                    <a:pt x="1053" y="2229"/>
                  </a:cubicBezTo>
                  <a:cubicBezTo>
                    <a:pt x="1058" y="2203"/>
                    <a:pt x="1061" y="2176"/>
                    <a:pt x="1061" y="2149"/>
                  </a:cubicBezTo>
                  <a:cubicBezTo>
                    <a:pt x="1061" y="2145"/>
                    <a:pt x="1055" y="2144"/>
                    <a:pt x="1054" y="2149"/>
                  </a:cubicBezTo>
                  <a:cubicBezTo>
                    <a:pt x="1050" y="2175"/>
                    <a:pt x="1042" y="2200"/>
                    <a:pt x="1035" y="2227"/>
                  </a:cubicBezTo>
                  <a:cubicBezTo>
                    <a:pt x="1025" y="2267"/>
                    <a:pt x="1024" y="2307"/>
                    <a:pt x="1012" y="2347"/>
                  </a:cubicBezTo>
                  <a:cubicBezTo>
                    <a:pt x="1008" y="2358"/>
                    <a:pt x="1003" y="2368"/>
                    <a:pt x="998" y="2377"/>
                  </a:cubicBezTo>
                  <a:cubicBezTo>
                    <a:pt x="996" y="2380"/>
                    <a:pt x="994" y="2383"/>
                    <a:pt x="992" y="2386"/>
                  </a:cubicBezTo>
                  <a:cubicBezTo>
                    <a:pt x="994" y="2382"/>
                    <a:pt x="996" y="2377"/>
                    <a:pt x="999" y="2373"/>
                  </a:cubicBezTo>
                  <a:cubicBezTo>
                    <a:pt x="1017" y="2339"/>
                    <a:pt x="1013" y="2300"/>
                    <a:pt x="1027" y="2265"/>
                  </a:cubicBezTo>
                  <a:cubicBezTo>
                    <a:pt x="1029" y="2260"/>
                    <a:pt x="1023" y="2257"/>
                    <a:pt x="1020" y="2261"/>
                  </a:cubicBezTo>
                  <a:cubicBezTo>
                    <a:pt x="995" y="2288"/>
                    <a:pt x="1001" y="2333"/>
                    <a:pt x="984" y="2365"/>
                  </a:cubicBezTo>
                  <a:cubicBezTo>
                    <a:pt x="964" y="2402"/>
                    <a:pt x="959" y="2447"/>
                    <a:pt x="945" y="2488"/>
                  </a:cubicBezTo>
                  <a:cubicBezTo>
                    <a:pt x="937" y="2517"/>
                    <a:pt x="925" y="2546"/>
                    <a:pt x="910" y="2573"/>
                  </a:cubicBezTo>
                  <a:cubicBezTo>
                    <a:pt x="904" y="2583"/>
                    <a:pt x="897" y="2594"/>
                    <a:pt x="889" y="2604"/>
                  </a:cubicBezTo>
                  <a:cubicBezTo>
                    <a:pt x="855" y="2645"/>
                    <a:pt x="856" y="2607"/>
                    <a:pt x="853" y="2578"/>
                  </a:cubicBezTo>
                  <a:cubicBezTo>
                    <a:pt x="853" y="2577"/>
                    <a:pt x="853" y="2577"/>
                    <a:pt x="853" y="2577"/>
                  </a:cubicBezTo>
                  <a:cubicBezTo>
                    <a:pt x="852" y="2576"/>
                    <a:pt x="852" y="2576"/>
                    <a:pt x="852" y="2576"/>
                  </a:cubicBezTo>
                  <a:cubicBezTo>
                    <a:pt x="851" y="2576"/>
                    <a:pt x="851" y="2575"/>
                    <a:pt x="850" y="2575"/>
                  </a:cubicBezTo>
                  <a:cubicBezTo>
                    <a:pt x="863" y="2546"/>
                    <a:pt x="869" y="2515"/>
                    <a:pt x="869" y="2484"/>
                  </a:cubicBezTo>
                  <a:cubicBezTo>
                    <a:pt x="869" y="2478"/>
                    <a:pt x="869" y="2471"/>
                    <a:pt x="868" y="2465"/>
                  </a:cubicBezTo>
                  <a:cubicBezTo>
                    <a:pt x="868" y="2464"/>
                    <a:pt x="868" y="2464"/>
                    <a:pt x="867" y="2463"/>
                  </a:cubicBezTo>
                  <a:cubicBezTo>
                    <a:pt x="866" y="2462"/>
                    <a:pt x="866" y="2463"/>
                    <a:pt x="865" y="2463"/>
                  </a:cubicBezTo>
                  <a:cubicBezTo>
                    <a:pt x="865" y="2463"/>
                    <a:pt x="864" y="2462"/>
                    <a:pt x="863" y="2463"/>
                  </a:cubicBezTo>
                  <a:cubicBezTo>
                    <a:pt x="862" y="2464"/>
                    <a:pt x="862" y="2464"/>
                    <a:pt x="862" y="2465"/>
                  </a:cubicBezTo>
                  <a:cubicBezTo>
                    <a:pt x="853" y="2481"/>
                    <a:pt x="847" y="2499"/>
                    <a:pt x="846" y="2518"/>
                  </a:cubicBezTo>
                  <a:cubicBezTo>
                    <a:pt x="844" y="2557"/>
                    <a:pt x="821" y="2590"/>
                    <a:pt x="812" y="2626"/>
                  </a:cubicBezTo>
                  <a:cubicBezTo>
                    <a:pt x="810" y="2635"/>
                    <a:pt x="776" y="2702"/>
                    <a:pt x="769" y="2692"/>
                  </a:cubicBezTo>
                  <a:cubicBezTo>
                    <a:pt x="746" y="2655"/>
                    <a:pt x="756" y="2602"/>
                    <a:pt x="753" y="2560"/>
                  </a:cubicBezTo>
                  <a:cubicBezTo>
                    <a:pt x="753" y="2558"/>
                    <a:pt x="751" y="2558"/>
                    <a:pt x="750" y="2560"/>
                  </a:cubicBezTo>
                  <a:cubicBezTo>
                    <a:pt x="758" y="2527"/>
                    <a:pt x="768" y="2495"/>
                    <a:pt x="776" y="2462"/>
                  </a:cubicBezTo>
                  <a:cubicBezTo>
                    <a:pt x="783" y="2441"/>
                    <a:pt x="791" y="2420"/>
                    <a:pt x="800" y="2399"/>
                  </a:cubicBezTo>
                  <a:cubicBezTo>
                    <a:pt x="805" y="2382"/>
                    <a:pt x="809" y="2363"/>
                    <a:pt x="810" y="2345"/>
                  </a:cubicBezTo>
                  <a:cubicBezTo>
                    <a:pt x="810" y="2351"/>
                    <a:pt x="810" y="2356"/>
                    <a:pt x="812" y="2361"/>
                  </a:cubicBezTo>
                  <a:cubicBezTo>
                    <a:pt x="818" y="2397"/>
                    <a:pt x="819" y="2444"/>
                    <a:pt x="839" y="2476"/>
                  </a:cubicBezTo>
                  <a:cubicBezTo>
                    <a:pt x="840" y="2477"/>
                    <a:pt x="841" y="2478"/>
                    <a:pt x="842" y="2479"/>
                  </a:cubicBezTo>
                  <a:cubicBezTo>
                    <a:pt x="843" y="2480"/>
                    <a:pt x="844" y="2480"/>
                    <a:pt x="846" y="2480"/>
                  </a:cubicBezTo>
                  <a:cubicBezTo>
                    <a:pt x="847" y="2480"/>
                    <a:pt x="848" y="2480"/>
                    <a:pt x="850" y="2479"/>
                  </a:cubicBezTo>
                  <a:cubicBezTo>
                    <a:pt x="851" y="2478"/>
                    <a:pt x="852" y="2477"/>
                    <a:pt x="853" y="2476"/>
                  </a:cubicBezTo>
                  <a:cubicBezTo>
                    <a:pt x="853" y="2475"/>
                    <a:pt x="854" y="2475"/>
                    <a:pt x="854" y="2474"/>
                  </a:cubicBezTo>
                  <a:cubicBezTo>
                    <a:pt x="858" y="2465"/>
                    <a:pt x="862" y="2455"/>
                    <a:pt x="865" y="2445"/>
                  </a:cubicBezTo>
                  <a:lnTo>
                    <a:pt x="865" y="2446"/>
                  </a:lnTo>
                  <a:cubicBezTo>
                    <a:pt x="865" y="2447"/>
                    <a:pt x="865" y="2447"/>
                    <a:pt x="865" y="2448"/>
                  </a:cubicBezTo>
                  <a:cubicBezTo>
                    <a:pt x="870" y="2472"/>
                    <a:pt x="879" y="2511"/>
                    <a:pt x="899" y="2528"/>
                  </a:cubicBezTo>
                  <a:cubicBezTo>
                    <a:pt x="900" y="2528"/>
                    <a:pt x="899" y="2528"/>
                    <a:pt x="900" y="2529"/>
                  </a:cubicBezTo>
                  <a:cubicBezTo>
                    <a:pt x="901" y="2530"/>
                    <a:pt x="903" y="2530"/>
                    <a:pt x="905" y="2530"/>
                  </a:cubicBezTo>
                  <a:cubicBezTo>
                    <a:pt x="906" y="2530"/>
                    <a:pt x="908" y="2530"/>
                    <a:pt x="909" y="2529"/>
                  </a:cubicBezTo>
                  <a:cubicBezTo>
                    <a:pt x="910" y="2528"/>
                    <a:pt x="911" y="2528"/>
                    <a:pt x="912" y="2527"/>
                  </a:cubicBezTo>
                  <a:cubicBezTo>
                    <a:pt x="937" y="2495"/>
                    <a:pt x="929" y="2433"/>
                    <a:pt x="934" y="2395"/>
                  </a:cubicBezTo>
                  <a:cubicBezTo>
                    <a:pt x="941" y="2361"/>
                    <a:pt x="945" y="2327"/>
                    <a:pt x="946" y="2293"/>
                  </a:cubicBezTo>
                  <a:cubicBezTo>
                    <a:pt x="947" y="2288"/>
                    <a:pt x="949" y="2282"/>
                    <a:pt x="950" y="2277"/>
                  </a:cubicBezTo>
                  <a:cubicBezTo>
                    <a:pt x="968" y="2221"/>
                    <a:pt x="980" y="2164"/>
                    <a:pt x="986" y="2106"/>
                  </a:cubicBezTo>
                  <a:lnTo>
                    <a:pt x="985" y="2106"/>
                  </a:lnTo>
                  <a:moveTo>
                    <a:pt x="970" y="1564"/>
                  </a:moveTo>
                  <a:lnTo>
                    <a:pt x="970" y="1567"/>
                  </a:lnTo>
                  <a:lnTo>
                    <a:pt x="970" y="1562"/>
                  </a:lnTo>
                  <a:lnTo>
                    <a:pt x="970" y="1564"/>
                  </a:lnTo>
                  <a:moveTo>
                    <a:pt x="963" y="1538"/>
                  </a:moveTo>
                  <a:lnTo>
                    <a:pt x="961" y="1538"/>
                  </a:lnTo>
                  <a:lnTo>
                    <a:pt x="959" y="1523"/>
                  </a:lnTo>
                  <a:lnTo>
                    <a:pt x="963" y="1538"/>
                  </a:lnTo>
                  <a:moveTo>
                    <a:pt x="1268" y="805"/>
                  </a:moveTo>
                  <a:lnTo>
                    <a:pt x="1268" y="805"/>
                  </a:lnTo>
                  <a:moveTo>
                    <a:pt x="831" y="275"/>
                  </a:moveTo>
                  <a:lnTo>
                    <a:pt x="831" y="275"/>
                  </a:lnTo>
                  <a:moveTo>
                    <a:pt x="730" y="187"/>
                  </a:moveTo>
                  <a:lnTo>
                    <a:pt x="731" y="189"/>
                  </a:lnTo>
                  <a:cubicBezTo>
                    <a:pt x="751" y="223"/>
                    <a:pt x="776" y="253"/>
                    <a:pt x="807" y="279"/>
                  </a:cubicBezTo>
                  <a:lnTo>
                    <a:pt x="803" y="280"/>
                  </a:lnTo>
                  <a:cubicBezTo>
                    <a:pt x="802" y="279"/>
                    <a:pt x="801" y="278"/>
                    <a:pt x="799" y="277"/>
                  </a:cubicBezTo>
                  <a:cubicBezTo>
                    <a:pt x="797" y="276"/>
                    <a:pt x="794" y="275"/>
                    <a:pt x="791" y="275"/>
                  </a:cubicBezTo>
                  <a:cubicBezTo>
                    <a:pt x="790" y="274"/>
                    <a:pt x="789" y="273"/>
                    <a:pt x="788" y="272"/>
                  </a:cubicBezTo>
                  <a:cubicBezTo>
                    <a:pt x="787" y="271"/>
                    <a:pt x="785" y="271"/>
                    <a:pt x="784" y="271"/>
                  </a:cubicBezTo>
                  <a:cubicBezTo>
                    <a:pt x="783" y="271"/>
                    <a:pt x="782" y="271"/>
                    <a:pt x="782" y="271"/>
                  </a:cubicBezTo>
                  <a:cubicBezTo>
                    <a:pt x="779" y="271"/>
                    <a:pt x="776" y="271"/>
                    <a:pt x="774" y="272"/>
                  </a:cubicBezTo>
                  <a:cubicBezTo>
                    <a:pt x="774" y="267"/>
                    <a:pt x="774" y="262"/>
                    <a:pt x="774" y="261"/>
                  </a:cubicBezTo>
                  <a:cubicBezTo>
                    <a:pt x="774" y="260"/>
                    <a:pt x="773" y="258"/>
                    <a:pt x="773" y="257"/>
                  </a:cubicBezTo>
                  <a:cubicBezTo>
                    <a:pt x="772" y="256"/>
                    <a:pt x="771" y="254"/>
                    <a:pt x="769" y="254"/>
                  </a:cubicBezTo>
                  <a:cubicBezTo>
                    <a:pt x="767" y="253"/>
                    <a:pt x="766" y="252"/>
                    <a:pt x="764" y="252"/>
                  </a:cubicBezTo>
                  <a:cubicBezTo>
                    <a:pt x="762" y="252"/>
                    <a:pt x="760" y="253"/>
                    <a:pt x="759" y="254"/>
                  </a:cubicBezTo>
                  <a:cubicBezTo>
                    <a:pt x="758" y="254"/>
                    <a:pt x="757" y="255"/>
                    <a:pt x="757" y="255"/>
                  </a:cubicBezTo>
                  <a:lnTo>
                    <a:pt x="755" y="257"/>
                  </a:lnTo>
                  <a:cubicBezTo>
                    <a:pt x="756" y="250"/>
                    <a:pt x="757" y="243"/>
                    <a:pt x="757" y="235"/>
                  </a:cubicBezTo>
                  <a:lnTo>
                    <a:pt x="757" y="234"/>
                  </a:lnTo>
                  <a:cubicBezTo>
                    <a:pt x="757" y="233"/>
                    <a:pt x="757" y="232"/>
                    <a:pt x="756" y="230"/>
                  </a:cubicBezTo>
                  <a:cubicBezTo>
                    <a:pt x="755" y="228"/>
                    <a:pt x="753" y="227"/>
                    <a:pt x="752" y="226"/>
                  </a:cubicBezTo>
                  <a:cubicBezTo>
                    <a:pt x="750" y="225"/>
                    <a:pt x="749" y="225"/>
                    <a:pt x="748" y="225"/>
                  </a:cubicBezTo>
                  <a:cubicBezTo>
                    <a:pt x="746" y="225"/>
                    <a:pt x="744" y="225"/>
                    <a:pt x="743" y="226"/>
                  </a:cubicBezTo>
                  <a:cubicBezTo>
                    <a:pt x="741" y="227"/>
                    <a:pt x="741" y="228"/>
                    <a:pt x="740" y="230"/>
                  </a:cubicBezTo>
                  <a:cubicBezTo>
                    <a:pt x="739" y="231"/>
                    <a:pt x="739" y="231"/>
                    <a:pt x="739" y="232"/>
                  </a:cubicBezTo>
                  <a:lnTo>
                    <a:pt x="735" y="242"/>
                  </a:lnTo>
                  <a:cubicBezTo>
                    <a:pt x="735" y="241"/>
                    <a:pt x="735" y="240"/>
                    <a:pt x="735" y="239"/>
                  </a:cubicBezTo>
                  <a:cubicBezTo>
                    <a:pt x="735" y="238"/>
                    <a:pt x="735" y="238"/>
                    <a:pt x="735" y="238"/>
                  </a:cubicBezTo>
                  <a:cubicBezTo>
                    <a:pt x="735" y="236"/>
                    <a:pt x="733" y="235"/>
                    <a:pt x="733" y="233"/>
                  </a:cubicBezTo>
                  <a:cubicBezTo>
                    <a:pt x="732" y="231"/>
                    <a:pt x="731" y="231"/>
                    <a:pt x="730" y="230"/>
                  </a:cubicBezTo>
                  <a:cubicBezTo>
                    <a:pt x="729" y="229"/>
                    <a:pt x="726" y="229"/>
                    <a:pt x="725" y="229"/>
                  </a:cubicBezTo>
                  <a:cubicBezTo>
                    <a:pt x="723" y="229"/>
                    <a:pt x="722" y="229"/>
                    <a:pt x="721" y="230"/>
                  </a:cubicBezTo>
                  <a:cubicBezTo>
                    <a:pt x="719" y="231"/>
                    <a:pt x="717" y="232"/>
                    <a:pt x="717" y="233"/>
                  </a:cubicBezTo>
                  <a:cubicBezTo>
                    <a:pt x="716" y="234"/>
                    <a:pt x="717" y="235"/>
                    <a:pt x="717" y="235"/>
                  </a:cubicBezTo>
                  <a:cubicBezTo>
                    <a:pt x="714" y="242"/>
                    <a:pt x="711" y="248"/>
                    <a:pt x="709" y="255"/>
                  </a:cubicBezTo>
                  <a:cubicBezTo>
                    <a:pt x="707" y="255"/>
                    <a:pt x="706" y="256"/>
                    <a:pt x="705" y="256"/>
                  </a:cubicBezTo>
                  <a:cubicBezTo>
                    <a:pt x="704" y="257"/>
                    <a:pt x="703" y="258"/>
                    <a:pt x="702" y="259"/>
                  </a:cubicBezTo>
                  <a:cubicBezTo>
                    <a:pt x="702" y="258"/>
                    <a:pt x="701" y="258"/>
                    <a:pt x="701" y="257"/>
                  </a:cubicBezTo>
                  <a:cubicBezTo>
                    <a:pt x="700" y="256"/>
                    <a:pt x="699" y="255"/>
                    <a:pt x="698" y="254"/>
                  </a:cubicBezTo>
                  <a:cubicBezTo>
                    <a:pt x="712" y="236"/>
                    <a:pt x="725" y="227"/>
                    <a:pt x="731" y="204"/>
                  </a:cubicBezTo>
                  <a:lnTo>
                    <a:pt x="731" y="202"/>
                  </a:lnTo>
                  <a:lnTo>
                    <a:pt x="731" y="201"/>
                  </a:lnTo>
                  <a:cubicBezTo>
                    <a:pt x="731" y="200"/>
                    <a:pt x="730" y="199"/>
                    <a:pt x="730" y="197"/>
                  </a:cubicBezTo>
                  <a:cubicBezTo>
                    <a:pt x="729" y="195"/>
                    <a:pt x="729" y="196"/>
                    <a:pt x="728" y="195"/>
                  </a:cubicBezTo>
                  <a:cubicBezTo>
                    <a:pt x="727" y="195"/>
                    <a:pt x="726" y="194"/>
                    <a:pt x="726" y="194"/>
                  </a:cubicBezTo>
                  <a:cubicBezTo>
                    <a:pt x="728" y="191"/>
                    <a:pt x="729" y="189"/>
                    <a:pt x="730" y="187"/>
                  </a:cubicBezTo>
                  <a:moveTo>
                    <a:pt x="757" y="299"/>
                  </a:moveTo>
                  <a:lnTo>
                    <a:pt x="757" y="299"/>
                  </a:lnTo>
                  <a:moveTo>
                    <a:pt x="739" y="312"/>
                  </a:moveTo>
                  <a:lnTo>
                    <a:pt x="729" y="319"/>
                  </a:lnTo>
                  <a:cubicBezTo>
                    <a:pt x="730" y="313"/>
                    <a:pt x="731" y="308"/>
                    <a:pt x="732" y="302"/>
                  </a:cubicBezTo>
                  <a:cubicBezTo>
                    <a:pt x="734" y="297"/>
                    <a:pt x="732" y="304"/>
                    <a:pt x="732" y="305"/>
                  </a:cubicBezTo>
                  <a:cubicBezTo>
                    <a:pt x="732" y="307"/>
                    <a:pt x="733" y="308"/>
                    <a:pt x="734" y="310"/>
                  </a:cubicBezTo>
                  <a:cubicBezTo>
                    <a:pt x="734" y="311"/>
                    <a:pt x="736" y="312"/>
                    <a:pt x="737" y="313"/>
                  </a:cubicBezTo>
                  <a:lnTo>
                    <a:pt x="739" y="312"/>
                  </a:lnTo>
                  <a:moveTo>
                    <a:pt x="713" y="331"/>
                  </a:moveTo>
                  <a:lnTo>
                    <a:pt x="705" y="336"/>
                  </a:lnTo>
                  <a:cubicBezTo>
                    <a:pt x="707" y="330"/>
                    <a:pt x="709" y="325"/>
                    <a:pt x="710" y="319"/>
                  </a:cubicBezTo>
                  <a:cubicBezTo>
                    <a:pt x="710" y="320"/>
                    <a:pt x="710" y="322"/>
                    <a:pt x="710" y="323"/>
                  </a:cubicBezTo>
                  <a:cubicBezTo>
                    <a:pt x="710" y="324"/>
                    <a:pt x="710" y="325"/>
                    <a:pt x="710" y="326"/>
                  </a:cubicBezTo>
                  <a:cubicBezTo>
                    <a:pt x="710" y="327"/>
                    <a:pt x="710" y="329"/>
                    <a:pt x="711" y="330"/>
                  </a:cubicBezTo>
                  <a:cubicBezTo>
                    <a:pt x="711" y="331"/>
                    <a:pt x="712" y="331"/>
                    <a:pt x="712" y="332"/>
                  </a:cubicBezTo>
                  <a:lnTo>
                    <a:pt x="713" y="331"/>
                  </a:lnTo>
                  <a:moveTo>
                    <a:pt x="608" y="158"/>
                  </a:moveTo>
                  <a:lnTo>
                    <a:pt x="604" y="161"/>
                  </a:lnTo>
                  <a:lnTo>
                    <a:pt x="603" y="161"/>
                  </a:lnTo>
                  <a:cubicBezTo>
                    <a:pt x="593" y="168"/>
                    <a:pt x="584" y="176"/>
                    <a:pt x="576" y="185"/>
                  </a:cubicBezTo>
                  <a:cubicBezTo>
                    <a:pt x="576" y="182"/>
                    <a:pt x="575" y="180"/>
                    <a:pt x="575" y="177"/>
                  </a:cubicBezTo>
                  <a:cubicBezTo>
                    <a:pt x="573" y="169"/>
                    <a:pt x="573" y="161"/>
                    <a:pt x="572" y="153"/>
                  </a:cubicBezTo>
                  <a:cubicBezTo>
                    <a:pt x="584" y="156"/>
                    <a:pt x="595" y="158"/>
                    <a:pt x="607" y="158"/>
                  </a:cubicBezTo>
                  <a:lnTo>
                    <a:pt x="608" y="158"/>
                  </a:lnTo>
                  <a:moveTo>
                    <a:pt x="560" y="147"/>
                  </a:moveTo>
                  <a:cubicBezTo>
                    <a:pt x="558" y="154"/>
                    <a:pt x="558" y="160"/>
                    <a:pt x="558" y="167"/>
                  </a:cubicBezTo>
                  <a:cubicBezTo>
                    <a:pt x="558" y="170"/>
                    <a:pt x="558" y="173"/>
                    <a:pt x="558" y="177"/>
                  </a:cubicBezTo>
                  <a:cubicBezTo>
                    <a:pt x="558" y="185"/>
                    <a:pt x="560" y="192"/>
                    <a:pt x="564" y="198"/>
                  </a:cubicBezTo>
                  <a:lnTo>
                    <a:pt x="556" y="209"/>
                  </a:lnTo>
                  <a:cubicBezTo>
                    <a:pt x="555" y="197"/>
                    <a:pt x="550" y="185"/>
                    <a:pt x="549" y="174"/>
                  </a:cubicBezTo>
                  <a:cubicBezTo>
                    <a:pt x="548" y="162"/>
                    <a:pt x="548" y="151"/>
                    <a:pt x="548" y="140"/>
                  </a:cubicBezTo>
                  <a:cubicBezTo>
                    <a:pt x="551" y="143"/>
                    <a:pt x="555" y="146"/>
                    <a:pt x="559" y="148"/>
                  </a:cubicBezTo>
                  <a:lnTo>
                    <a:pt x="560" y="147"/>
                  </a:lnTo>
                  <a:moveTo>
                    <a:pt x="538" y="132"/>
                  </a:moveTo>
                  <a:cubicBezTo>
                    <a:pt x="535" y="159"/>
                    <a:pt x="529" y="199"/>
                    <a:pt x="549" y="218"/>
                  </a:cubicBezTo>
                  <a:cubicBezTo>
                    <a:pt x="545" y="225"/>
                    <a:pt x="540" y="232"/>
                    <a:pt x="536" y="239"/>
                  </a:cubicBezTo>
                  <a:cubicBezTo>
                    <a:pt x="536" y="236"/>
                    <a:pt x="534" y="234"/>
                    <a:pt x="534" y="231"/>
                  </a:cubicBezTo>
                  <a:cubicBezTo>
                    <a:pt x="533" y="226"/>
                    <a:pt x="532" y="222"/>
                    <a:pt x="531" y="217"/>
                  </a:cubicBezTo>
                  <a:cubicBezTo>
                    <a:pt x="530" y="205"/>
                    <a:pt x="529" y="193"/>
                    <a:pt x="526" y="181"/>
                  </a:cubicBezTo>
                  <a:cubicBezTo>
                    <a:pt x="520" y="157"/>
                    <a:pt x="518" y="132"/>
                    <a:pt x="512" y="109"/>
                  </a:cubicBezTo>
                  <a:cubicBezTo>
                    <a:pt x="520" y="117"/>
                    <a:pt x="528" y="126"/>
                    <a:pt x="537" y="133"/>
                  </a:cubicBezTo>
                  <a:lnTo>
                    <a:pt x="538" y="132"/>
                  </a:lnTo>
                  <a:moveTo>
                    <a:pt x="447" y="635"/>
                  </a:moveTo>
                  <a:cubicBezTo>
                    <a:pt x="447" y="632"/>
                    <a:pt x="447" y="629"/>
                    <a:pt x="448" y="626"/>
                  </a:cubicBezTo>
                  <a:cubicBezTo>
                    <a:pt x="450" y="630"/>
                    <a:pt x="451" y="633"/>
                    <a:pt x="454" y="637"/>
                  </a:cubicBezTo>
                  <a:cubicBezTo>
                    <a:pt x="454" y="638"/>
                    <a:pt x="455" y="639"/>
                    <a:pt x="456" y="641"/>
                  </a:cubicBezTo>
                  <a:lnTo>
                    <a:pt x="447" y="635"/>
                  </a:lnTo>
                  <a:moveTo>
                    <a:pt x="466" y="332"/>
                  </a:moveTo>
                  <a:cubicBezTo>
                    <a:pt x="472" y="310"/>
                    <a:pt x="479" y="288"/>
                    <a:pt x="487" y="268"/>
                  </a:cubicBezTo>
                  <a:cubicBezTo>
                    <a:pt x="490" y="255"/>
                    <a:pt x="491" y="243"/>
                    <a:pt x="491" y="231"/>
                  </a:cubicBezTo>
                  <a:cubicBezTo>
                    <a:pt x="491" y="222"/>
                    <a:pt x="490" y="213"/>
                    <a:pt x="489" y="204"/>
                  </a:cubicBezTo>
                  <a:cubicBezTo>
                    <a:pt x="487" y="160"/>
                    <a:pt x="487" y="117"/>
                    <a:pt x="483" y="73"/>
                  </a:cubicBezTo>
                  <a:cubicBezTo>
                    <a:pt x="488" y="81"/>
                    <a:pt x="494" y="88"/>
                    <a:pt x="500" y="96"/>
                  </a:cubicBezTo>
                  <a:cubicBezTo>
                    <a:pt x="499" y="102"/>
                    <a:pt x="499" y="109"/>
                    <a:pt x="499" y="115"/>
                  </a:cubicBezTo>
                  <a:cubicBezTo>
                    <a:pt x="499" y="132"/>
                    <a:pt x="502" y="149"/>
                    <a:pt x="507" y="166"/>
                  </a:cubicBezTo>
                  <a:cubicBezTo>
                    <a:pt x="510" y="186"/>
                    <a:pt x="514" y="205"/>
                    <a:pt x="520" y="225"/>
                  </a:cubicBezTo>
                  <a:cubicBezTo>
                    <a:pt x="519" y="229"/>
                    <a:pt x="519" y="233"/>
                    <a:pt x="519" y="237"/>
                  </a:cubicBezTo>
                  <a:cubicBezTo>
                    <a:pt x="519" y="244"/>
                    <a:pt x="520" y="251"/>
                    <a:pt x="521" y="258"/>
                  </a:cubicBezTo>
                  <a:cubicBezTo>
                    <a:pt x="521" y="259"/>
                    <a:pt x="522" y="260"/>
                    <a:pt x="522" y="261"/>
                  </a:cubicBezTo>
                  <a:lnTo>
                    <a:pt x="523" y="262"/>
                  </a:lnTo>
                  <a:cubicBezTo>
                    <a:pt x="520" y="268"/>
                    <a:pt x="517" y="273"/>
                    <a:pt x="515" y="279"/>
                  </a:cubicBezTo>
                  <a:cubicBezTo>
                    <a:pt x="515" y="261"/>
                    <a:pt x="512" y="244"/>
                    <a:pt x="510" y="227"/>
                  </a:cubicBezTo>
                  <a:cubicBezTo>
                    <a:pt x="510" y="223"/>
                    <a:pt x="505" y="224"/>
                    <a:pt x="504" y="227"/>
                  </a:cubicBezTo>
                  <a:cubicBezTo>
                    <a:pt x="503" y="244"/>
                    <a:pt x="501" y="261"/>
                    <a:pt x="500" y="278"/>
                  </a:cubicBezTo>
                  <a:cubicBezTo>
                    <a:pt x="499" y="282"/>
                    <a:pt x="499" y="285"/>
                    <a:pt x="499" y="289"/>
                  </a:cubicBezTo>
                  <a:cubicBezTo>
                    <a:pt x="499" y="296"/>
                    <a:pt x="500" y="303"/>
                    <a:pt x="502" y="309"/>
                  </a:cubicBezTo>
                  <a:cubicBezTo>
                    <a:pt x="499" y="316"/>
                    <a:pt x="497" y="323"/>
                    <a:pt x="494" y="330"/>
                  </a:cubicBezTo>
                  <a:cubicBezTo>
                    <a:pt x="494" y="323"/>
                    <a:pt x="493" y="315"/>
                    <a:pt x="492" y="308"/>
                  </a:cubicBezTo>
                  <a:cubicBezTo>
                    <a:pt x="491" y="301"/>
                    <a:pt x="478" y="298"/>
                    <a:pt x="477" y="308"/>
                  </a:cubicBezTo>
                  <a:cubicBezTo>
                    <a:pt x="474" y="327"/>
                    <a:pt x="473" y="346"/>
                    <a:pt x="473" y="366"/>
                  </a:cubicBezTo>
                  <a:lnTo>
                    <a:pt x="473" y="367"/>
                  </a:lnTo>
                  <a:cubicBezTo>
                    <a:pt x="473" y="369"/>
                    <a:pt x="473" y="371"/>
                    <a:pt x="475" y="373"/>
                  </a:cubicBezTo>
                  <a:cubicBezTo>
                    <a:pt x="476" y="374"/>
                    <a:pt x="477" y="376"/>
                    <a:pt x="479" y="377"/>
                  </a:cubicBezTo>
                  <a:cubicBezTo>
                    <a:pt x="472" y="399"/>
                    <a:pt x="464" y="423"/>
                    <a:pt x="459" y="447"/>
                  </a:cubicBezTo>
                  <a:cubicBezTo>
                    <a:pt x="459" y="441"/>
                    <a:pt x="459" y="435"/>
                    <a:pt x="459" y="429"/>
                  </a:cubicBezTo>
                  <a:cubicBezTo>
                    <a:pt x="459" y="397"/>
                    <a:pt x="461" y="365"/>
                    <a:pt x="465" y="332"/>
                  </a:cubicBezTo>
                  <a:lnTo>
                    <a:pt x="466" y="332"/>
                  </a:lnTo>
                  <a:moveTo>
                    <a:pt x="464" y="560"/>
                  </a:moveTo>
                  <a:cubicBezTo>
                    <a:pt x="471" y="492"/>
                    <a:pt x="485" y="424"/>
                    <a:pt x="508" y="360"/>
                  </a:cubicBezTo>
                  <a:cubicBezTo>
                    <a:pt x="514" y="343"/>
                    <a:pt x="518" y="325"/>
                    <a:pt x="523" y="309"/>
                  </a:cubicBezTo>
                  <a:cubicBezTo>
                    <a:pt x="528" y="292"/>
                    <a:pt x="538" y="276"/>
                    <a:pt x="546" y="260"/>
                  </a:cubicBezTo>
                  <a:cubicBezTo>
                    <a:pt x="566" y="223"/>
                    <a:pt x="602" y="195"/>
                    <a:pt x="621" y="159"/>
                  </a:cubicBezTo>
                  <a:lnTo>
                    <a:pt x="629" y="160"/>
                  </a:lnTo>
                  <a:cubicBezTo>
                    <a:pt x="637" y="162"/>
                    <a:pt x="646" y="163"/>
                    <a:pt x="655" y="163"/>
                  </a:cubicBezTo>
                  <a:cubicBezTo>
                    <a:pt x="657" y="163"/>
                    <a:pt x="659" y="163"/>
                    <a:pt x="662" y="163"/>
                  </a:cubicBezTo>
                  <a:cubicBezTo>
                    <a:pt x="682" y="168"/>
                    <a:pt x="702" y="175"/>
                    <a:pt x="721" y="183"/>
                  </a:cubicBezTo>
                  <a:cubicBezTo>
                    <a:pt x="703" y="213"/>
                    <a:pt x="682" y="241"/>
                    <a:pt x="658" y="266"/>
                  </a:cubicBezTo>
                  <a:cubicBezTo>
                    <a:pt x="657" y="267"/>
                    <a:pt x="657" y="267"/>
                    <a:pt x="657" y="267"/>
                  </a:cubicBezTo>
                  <a:cubicBezTo>
                    <a:pt x="657" y="268"/>
                    <a:pt x="656" y="268"/>
                    <a:pt x="656" y="269"/>
                  </a:cubicBezTo>
                  <a:cubicBezTo>
                    <a:pt x="648" y="275"/>
                    <a:pt x="641" y="281"/>
                    <a:pt x="633" y="288"/>
                  </a:cubicBezTo>
                  <a:cubicBezTo>
                    <a:pt x="602" y="316"/>
                    <a:pt x="575" y="348"/>
                    <a:pt x="552" y="383"/>
                  </a:cubicBezTo>
                  <a:cubicBezTo>
                    <a:pt x="517" y="434"/>
                    <a:pt x="478" y="497"/>
                    <a:pt x="463" y="561"/>
                  </a:cubicBezTo>
                  <a:lnTo>
                    <a:pt x="464" y="560"/>
                  </a:lnTo>
                  <a:moveTo>
                    <a:pt x="672" y="293"/>
                  </a:moveTo>
                  <a:cubicBezTo>
                    <a:pt x="672" y="293"/>
                    <a:pt x="672" y="292"/>
                    <a:pt x="672" y="291"/>
                  </a:cubicBezTo>
                  <a:cubicBezTo>
                    <a:pt x="672" y="290"/>
                    <a:pt x="672" y="290"/>
                    <a:pt x="672" y="290"/>
                  </a:cubicBezTo>
                  <a:cubicBezTo>
                    <a:pt x="672" y="289"/>
                    <a:pt x="671" y="287"/>
                    <a:pt x="671" y="286"/>
                  </a:cubicBezTo>
                  <a:cubicBezTo>
                    <a:pt x="670" y="285"/>
                    <a:pt x="669" y="284"/>
                    <a:pt x="668" y="283"/>
                  </a:cubicBezTo>
                  <a:cubicBezTo>
                    <a:pt x="666" y="282"/>
                    <a:pt x="665" y="282"/>
                    <a:pt x="664" y="282"/>
                  </a:cubicBezTo>
                  <a:cubicBezTo>
                    <a:pt x="662" y="282"/>
                    <a:pt x="661" y="282"/>
                    <a:pt x="660" y="283"/>
                  </a:cubicBezTo>
                  <a:cubicBezTo>
                    <a:pt x="658" y="284"/>
                    <a:pt x="657" y="285"/>
                    <a:pt x="657" y="286"/>
                  </a:cubicBezTo>
                  <a:cubicBezTo>
                    <a:pt x="656" y="287"/>
                    <a:pt x="656" y="287"/>
                    <a:pt x="656" y="288"/>
                  </a:cubicBezTo>
                  <a:cubicBezTo>
                    <a:pt x="652" y="295"/>
                    <a:pt x="649" y="304"/>
                    <a:pt x="646" y="312"/>
                  </a:cubicBezTo>
                  <a:cubicBezTo>
                    <a:pt x="646" y="310"/>
                    <a:pt x="646" y="307"/>
                    <a:pt x="646" y="305"/>
                  </a:cubicBezTo>
                  <a:cubicBezTo>
                    <a:pt x="646" y="303"/>
                    <a:pt x="641" y="298"/>
                    <a:pt x="637" y="299"/>
                  </a:cubicBezTo>
                  <a:lnTo>
                    <a:pt x="644" y="292"/>
                  </a:lnTo>
                  <a:cubicBezTo>
                    <a:pt x="645" y="291"/>
                    <a:pt x="645" y="291"/>
                    <a:pt x="646" y="291"/>
                  </a:cubicBezTo>
                  <a:cubicBezTo>
                    <a:pt x="647" y="290"/>
                    <a:pt x="649" y="289"/>
                    <a:pt x="650" y="287"/>
                  </a:cubicBezTo>
                  <a:cubicBezTo>
                    <a:pt x="654" y="284"/>
                    <a:pt x="657" y="281"/>
                    <a:pt x="661" y="278"/>
                  </a:cubicBezTo>
                  <a:cubicBezTo>
                    <a:pt x="662" y="278"/>
                    <a:pt x="662" y="278"/>
                    <a:pt x="663" y="278"/>
                  </a:cubicBezTo>
                  <a:cubicBezTo>
                    <a:pt x="664" y="278"/>
                    <a:pt x="665" y="278"/>
                    <a:pt x="665" y="278"/>
                  </a:cubicBezTo>
                  <a:cubicBezTo>
                    <a:pt x="669" y="277"/>
                    <a:pt x="673" y="275"/>
                    <a:pt x="677" y="273"/>
                  </a:cubicBezTo>
                  <a:cubicBezTo>
                    <a:pt x="678" y="272"/>
                    <a:pt x="679" y="272"/>
                    <a:pt x="680" y="271"/>
                  </a:cubicBezTo>
                  <a:cubicBezTo>
                    <a:pt x="676" y="280"/>
                    <a:pt x="673" y="287"/>
                    <a:pt x="670" y="294"/>
                  </a:cubicBezTo>
                  <a:lnTo>
                    <a:pt x="672" y="293"/>
                  </a:lnTo>
                  <a:moveTo>
                    <a:pt x="678" y="337"/>
                  </a:moveTo>
                  <a:cubicBezTo>
                    <a:pt x="678" y="343"/>
                    <a:pt x="678" y="348"/>
                    <a:pt x="678" y="354"/>
                  </a:cubicBezTo>
                  <a:cubicBezTo>
                    <a:pt x="676" y="355"/>
                    <a:pt x="675" y="356"/>
                    <a:pt x="673" y="358"/>
                  </a:cubicBezTo>
                  <a:lnTo>
                    <a:pt x="673" y="359"/>
                  </a:lnTo>
                  <a:lnTo>
                    <a:pt x="678" y="337"/>
                  </a:lnTo>
                  <a:moveTo>
                    <a:pt x="613" y="344"/>
                  </a:moveTo>
                  <a:cubicBezTo>
                    <a:pt x="613" y="341"/>
                    <a:pt x="613" y="339"/>
                    <a:pt x="613" y="337"/>
                  </a:cubicBezTo>
                  <a:cubicBezTo>
                    <a:pt x="613" y="336"/>
                    <a:pt x="613" y="336"/>
                    <a:pt x="613" y="336"/>
                  </a:cubicBezTo>
                  <a:cubicBezTo>
                    <a:pt x="613" y="335"/>
                    <a:pt x="613" y="333"/>
                    <a:pt x="612" y="332"/>
                  </a:cubicBezTo>
                  <a:cubicBezTo>
                    <a:pt x="611" y="331"/>
                    <a:pt x="610" y="330"/>
                    <a:pt x="609" y="329"/>
                  </a:cubicBezTo>
                  <a:cubicBezTo>
                    <a:pt x="608" y="329"/>
                    <a:pt x="608" y="328"/>
                    <a:pt x="607" y="328"/>
                  </a:cubicBezTo>
                  <a:cubicBezTo>
                    <a:pt x="613" y="322"/>
                    <a:pt x="619" y="316"/>
                    <a:pt x="625" y="310"/>
                  </a:cubicBezTo>
                  <a:cubicBezTo>
                    <a:pt x="619" y="321"/>
                    <a:pt x="614" y="332"/>
                    <a:pt x="612" y="344"/>
                  </a:cubicBezTo>
                  <a:lnTo>
                    <a:pt x="613" y="344"/>
                  </a:lnTo>
                  <a:moveTo>
                    <a:pt x="619" y="384"/>
                  </a:moveTo>
                  <a:lnTo>
                    <a:pt x="615" y="399"/>
                  </a:lnTo>
                  <a:lnTo>
                    <a:pt x="611" y="401"/>
                  </a:lnTo>
                  <a:lnTo>
                    <a:pt x="608" y="403"/>
                  </a:lnTo>
                  <a:cubicBezTo>
                    <a:pt x="609" y="400"/>
                    <a:pt x="610" y="396"/>
                    <a:pt x="612" y="393"/>
                  </a:cubicBezTo>
                  <a:lnTo>
                    <a:pt x="619" y="384"/>
                  </a:lnTo>
                  <a:moveTo>
                    <a:pt x="560" y="423"/>
                  </a:moveTo>
                  <a:lnTo>
                    <a:pt x="560" y="422"/>
                  </a:lnTo>
                  <a:cubicBezTo>
                    <a:pt x="557" y="430"/>
                    <a:pt x="554" y="439"/>
                    <a:pt x="552" y="448"/>
                  </a:cubicBezTo>
                  <a:cubicBezTo>
                    <a:pt x="548" y="451"/>
                    <a:pt x="544" y="455"/>
                    <a:pt x="540" y="458"/>
                  </a:cubicBezTo>
                  <a:cubicBezTo>
                    <a:pt x="544" y="447"/>
                    <a:pt x="546" y="435"/>
                    <a:pt x="546" y="423"/>
                  </a:cubicBezTo>
                  <a:cubicBezTo>
                    <a:pt x="546" y="422"/>
                    <a:pt x="546" y="422"/>
                    <a:pt x="545" y="421"/>
                  </a:cubicBezTo>
                  <a:cubicBezTo>
                    <a:pt x="545" y="421"/>
                    <a:pt x="545" y="420"/>
                    <a:pt x="544" y="420"/>
                  </a:cubicBezTo>
                  <a:lnTo>
                    <a:pt x="543" y="420"/>
                  </a:lnTo>
                  <a:cubicBezTo>
                    <a:pt x="542" y="420"/>
                    <a:pt x="542" y="420"/>
                    <a:pt x="541" y="420"/>
                  </a:cubicBezTo>
                  <a:lnTo>
                    <a:pt x="540" y="421"/>
                  </a:lnTo>
                  <a:cubicBezTo>
                    <a:pt x="540" y="422"/>
                    <a:pt x="540" y="422"/>
                    <a:pt x="540" y="423"/>
                  </a:cubicBezTo>
                  <a:cubicBezTo>
                    <a:pt x="538" y="432"/>
                    <a:pt x="536" y="441"/>
                    <a:pt x="532" y="450"/>
                  </a:cubicBezTo>
                  <a:cubicBezTo>
                    <a:pt x="529" y="457"/>
                    <a:pt x="528" y="465"/>
                    <a:pt x="525" y="472"/>
                  </a:cubicBezTo>
                  <a:cubicBezTo>
                    <a:pt x="516" y="482"/>
                    <a:pt x="507" y="492"/>
                    <a:pt x="499" y="502"/>
                  </a:cubicBezTo>
                  <a:cubicBezTo>
                    <a:pt x="498" y="504"/>
                    <a:pt x="497" y="506"/>
                    <a:pt x="496" y="507"/>
                  </a:cubicBezTo>
                  <a:cubicBezTo>
                    <a:pt x="492" y="515"/>
                    <a:pt x="488" y="522"/>
                    <a:pt x="485" y="530"/>
                  </a:cubicBezTo>
                  <a:cubicBezTo>
                    <a:pt x="498" y="497"/>
                    <a:pt x="513" y="466"/>
                    <a:pt x="530" y="436"/>
                  </a:cubicBezTo>
                  <a:cubicBezTo>
                    <a:pt x="547" y="407"/>
                    <a:pt x="566" y="379"/>
                    <a:pt x="586" y="353"/>
                  </a:cubicBezTo>
                  <a:cubicBezTo>
                    <a:pt x="589" y="350"/>
                    <a:pt x="591" y="347"/>
                    <a:pt x="593" y="344"/>
                  </a:cubicBezTo>
                  <a:cubicBezTo>
                    <a:pt x="588" y="360"/>
                    <a:pt x="581" y="375"/>
                    <a:pt x="576" y="391"/>
                  </a:cubicBezTo>
                  <a:cubicBezTo>
                    <a:pt x="576" y="388"/>
                    <a:pt x="576" y="385"/>
                    <a:pt x="576" y="382"/>
                  </a:cubicBezTo>
                  <a:cubicBezTo>
                    <a:pt x="576" y="381"/>
                    <a:pt x="576" y="381"/>
                    <a:pt x="575" y="380"/>
                  </a:cubicBezTo>
                  <a:cubicBezTo>
                    <a:pt x="574" y="379"/>
                    <a:pt x="575" y="380"/>
                    <a:pt x="574" y="379"/>
                  </a:cubicBezTo>
                  <a:cubicBezTo>
                    <a:pt x="573" y="378"/>
                    <a:pt x="573" y="378"/>
                    <a:pt x="572" y="378"/>
                  </a:cubicBezTo>
                  <a:cubicBezTo>
                    <a:pt x="572" y="378"/>
                    <a:pt x="571" y="378"/>
                    <a:pt x="570" y="379"/>
                  </a:cubicBezTo>
                  <a:cubicBezTo>
                    <a:pt x="570" y="379"/>
                    <a:pt x="569" y="379"/>
                    <a:pt x="569" y="380"/>
                  </a:cubicBezTo>
                  <a:cubicBezTo>
                    <a:pt x="569" y="380"/>
                    <a:pt x="569" y="381"/>
                    <a:pt x="569" y="382"/>
                  </a:cubicBezTo>
                  <a:cubicBezTo>
                    <a:pt x="564" y="396"/>
                    <a:pt x="559" y="410"/>
                    <a:pt x="553" y="423"/>
                  </a:cubicBezTo>
                  <a:cubicBezTo>
                    <a:pt x="551" y="426"/>
                    <a:pt x="556" y="428"/>
                    <a:pt x="558" y="425"/>
                  </a:cubicBezTo>
                  <a:lnTo>
                    <a:pt x="560" y="423"/>
                  </a:lnTo>
                  <a:moveTo>
                    <a:pt x="484" y="610"/>
                  </a:moveTo>
                  <a:cubicBezTo>
                    <a:pt x="482" y="609"/>
                    <a:pt x="480" y="609"/>
                    <a:pt x="478" y="609"/>
                  </a:cubicBezTo>
                  <a:lnTo>
                    <a:pt x="477" y="609"/>
                  </a:lnTo>
                  <a:cubicBezTo>
                    <a:pt x="482" y="605"/>
                    <a:pt x="486" y="601"/>
                    <a:pt x="489" y="596"/>
                  </a:cubicBezTo>
                  <a:cubicBezTo>
                    <a:pt x="486" y="602"/>
                    <a:pt x="484" y="607"/>
                    <a:pt x="482" y="611"/>
                  </a:cubicBezTo>
                  <a:lnTo>
                    <a:pt x="484" y="610"/>
                  </a:lnTo>
                  <a:moveTo>
                    <a:pt x="526" y="718"/>
                  </a:moveTo>
                  <a:cubicBezTo>
                    <a:pt x="522" y="711"/>
                    <a:pt x="517" y="703"/>
                    <a:pt x="512" y="696"/>
                  </a:cubicBezTo>
                  <a:lnTo>
                    <a:pt x="517" y="700"/>
                  </a:lnTo>
                  <a:cubicBezTo>
                    <a:pt x="517" y="701"/>
                    <a:pt x="517" y="702"/>
                    <a:pt x="517" y="703"/>
                  </a:cubicBezTo>
                  <a:cubicBezTo>
                    <a:pt x="517" y="704"/>
                    <a:pt x="516" y="704"/>
                    <a:pt x="517" y="705"/>
                  </a:cubicBezTo>
                  <a:cubicBezTo>
                    <a:pt x="517" y="706"/>
                    <a:pt x="519" y="706"/>
                    <a:pt x="520" y="707"/>
                  </a:cubicBezTo>
                  <a:cubicBezTo>
                    <a:pt x="521" y="707"/>
                    <a:pt x="522" y="708"/>
                    <a:pt x="523" y="708"/>
                  </a:cubicBezTo>
                  <a:cubicBezTo>
                    <a:pt x="524" y="709"/>
                    <a:pt x="525" y="711"/>
                    <a:pt x="526" y="712"/>
                  </a:cubicBezTo>
                  <a:cubicBezTo>
                    <a:pt x="526" y="715"/>
                    <a:pt x="526" y="718"/>
                    <a:pt x="526" y="720"/>
                  </a:cubicBezTo>
                  <a:lnTo>
                    <a:pt x="526" y="718"/>
                  </a:lnTo>
                  <a:moveTo>
                    <a:pt x="535" y="738"/>
                  </a:moveTo>
                  <a:lnTo>
                    <a:pt x="531" y="728"/>
                  </a:lnTo>
                  <a:cubicBezTo>
                    <a:pt x="531" y="728"/>
                    <a:pt x="531" y="724"/>
                    <a:pt x="531" y="722"/>
                  </a:cubicBezTo>
                  <a:cubicBezTo>
                    <a:pt x="532" y="724"/>
                    <a:pt x="534" y="726"/>
                    <a:pt x="535" y="727"/>
                  </a:cubicBezTo>
                  <a:cubicBezTo>
                    <a:pt x="534" y="731"/>
                    <a:pt x="533" y="735"/>
                    <a:pt x="533" y="739"/>
                  </a:cubicBezTo>
                  <a:lnTo>
                    <a:pt x="535" y="738"/>
                  </a:lnTo>
                  <a:moveTo>
                    <a:pt x="563" y="752"/>
                  </a:moveTo>
                  <a:lnTo>
                    <a:pt x="563" y="751"/>
                  </a:lnTo>
                  <a:cubicBezTo>
                    <a:pt x="562" y="750"/>
                    <a:pt x="562" y="750"/>
                    <a:pt x="561" y="749"/>
                  </a:cubicBezTo>
                  <a:cubicBezTo>
                    <a:pt x="560" y="749"/>
                    <a:pt x="559" y="748"/>
                    <a:pt x="558" y="748"/>
                  </a:cubicBezTo>
                  <a:cubicBezTo>
                    <a:pt x="559" y="748"/>
                    <a:pt x="559" y="747"/>
                    <a:pt x="560" y="746"/>
                  </a:cubicBezTo>
                  <a:cubicBezTo>
                    <a:pt x="560" y="745"/>
                    <a:pt x="561" y="744"/>
                    <a:pt x="561" y="743"/>
                  </a:cubicBezTo>
                  <a:cubicBezTo>
                    <a:pt x="561" y="742"/>
                    <a:pt x="561" y="741"/>
                    <a:pt x="561" y="741"/>
                  </a:cubicBezTo>
                  <a:lnTo>
                    <a:pt x="564" y="739"/>
                  </a:lnTo>
                  <a:cubicBezTo>
                    <a:pt x="562" y="744"/>
                    <a:pt x="562" y="748"/>
                    <a:pt x="561" y="753"/>
                  </a:cubicBezTo>
                  <a:lnTo>
                    <a:pt x="563" y="752"/>
                  </a:lnTo>
                  <a:moveTo>
                    <a:pt x="594" y="786"/>
                  </a:moveTo>
                  <a:cubicBezTo>
                    <a:pt x="594" y="786"/>
                    <a:pt x="594" y="784"/>
                    <a:pt x="593" y="784"/>
                  </a:cubicBezTo>
                  <a:lnTo>
                    <a:pt x="593" y="783"/>
                  </a:lnTo>
                  <a:cubicBezTo>
                    <a:pt x="593" y="775"/>
                    <a:pt x="594" y="767"/>
                    <a:pt x="595" y="760"/>
                  </a:cubicBezTo>
                  <a:cubicBezTo>
                    <a:pt x="595" y="764"/>
                    <a:pt x="595" y="768"/>
                    <a:pt x="595" y="772"/>
                  </a:cubicBezTo>
                  <a:cubicBezTo>
                    <a:pt x="595" y="776"/>
                    <a:pt x="595" y="780"/>
                    <a:pt x="595" y="785"/>
                  </a:cubicBezTo>
                  <a:lnTo>
                    <a:pt x="594" y="786"/>
                  </a:lnTo>
                  <a:moveTo>
                    <a:pt x="627" y="917"/>
                  </a:moveTo>
                  <a:cubicBezTo>
                    <a:pt x="628" y="918"/>
                    <a:pt x="628" y="918"/>
                    <a:pt x="629" y="918"/>
                  </a:cubicBezTo>
                  <a:cubicBezTo>
                    <a:pt x="630" y="918"/>
                    <a:pt x="631" y="918"/>
                    <a:pt x="632" y="917"/>
                  </a:cubicBezTo>
                  <a:cubicBezTo>
                    <a:pt x="632" y="918"/>
                    <a:pt x="632" y="919"/>
                    <a:pt x="632" y="920"/>
                  </a:cubicBezTo>
                  <a:cubicBezTo>
                    <a:pt x="632" y="924"/>
                    <a:pt x="632" y="928"/>
                    <a:pt x="633" y="931"/>
                  </a:cubicBezTo>
                  <a:lnTo>
                    <a:pt x="627" y="917"/>
                  </a:lnTo>
                  <a:moveTo>
                    <a:pt x="768" y="987"/>
                  </a:moveTo>
                  <a:cubicBezTo>
                    <a:pt x="774" y="993"/>
                    <a:pt x="779" y="999"/>
                    <a:pt x="785" y="1005"/>
                  </a:cubicBezTo>
                  <a:cubicBezTo>
                    <a:pt x="784" y="1005"/>
                    <a:pt x="784" y="1004"/>
                    <a:pt x="783" y="1004"/>
                  </a:cubicBezTo>
                  <a:cubicBezTo>
                    <a:pt x="783" y="1004"/>
                    <a:pt x="782" y="1004"/>
                    <a:pt x="782" y="1003"/>
                  </a:cubicBezTo>
                  <a:cubicBezTo>
                    <a:pt x="776" y="997"/>
                    <a:pt x="770" y="991"/>
                    <a:pt x="764" y="986"/>
                  </a:cubicBezTo>
                  <a:lnTo>
                    <a:pt x="768" y="987"/>
                  </a:lnTo>
                  <a:moveTo>
                    <a:pt x="691" y="1032"/>
                  </a:moveTo>
                  <a:cubicBezTo>
                    <a:pt x="693" y="1033"/>
                    <a:pt x="694" y="1035"/>
                    <a:pt x="696" y="1036"/>
                  </a:cubicBezTo>
                  <a:cubicBezTo>
                    <a:pt x="711" y="1069"/>
                    <a:pt x="728" y="1101"/>
                    <a:pt x="746" y="1132"/>
                  </a:cubicBezTo>
                  <a:cubicBezTo>
                    <a:pt x="752" y="1143"/>
                    <a:pt x="759" y="1154"/>
                    <a:pt x="765" y="1164"/>
                  </a:cubicBezTo>
                  <a:cubicBezTo>
                    <a:pt x="767" y="1168"/>
                    <a:pt x="768" y="1171"/>
                    <a:pt x="770" y="1175"/>
                  </a:cubicBezTo>
                  <a:cubicBezTo>
                    <a:pt x="818" y="1276"/>
                    <a:pt x="806" y="1394"/>
                    <a:pt x="835" y="1501"/>
                  </a:cubicBezTo>
                  <a:lnTo>
                    <a:pt x="835" y="1502"/>
                  </a:lnTo>
                  <a:cubicBezTo>
                    <a:pt x="835" y="1502"/>
                    <a:pt x="836" y="1503"/>
                    <a:pt x="837" y="1503"/>
                  </a:cubicBezTo>
                  <a:lnTo>
                    <a:pt x="838" y="1504"/>
                  </a:lnTo>
                  <a:cubicBezTo>
                    <a:pt x="838" y="1551"/>
                    <a:pt x="843" y="1602"/>
                    <a:pt x="830" y="1646"/>
                  </a:cubicBezTo>
                  <a:cubicBezTo>
                    <a:pt x="827" y="1658"/>
                    <a:pt x="822" y="1675"/>
                    <a:pt x="819" y="1691"/>
                  </a:cubicBezTo>
                  <a:cubicBezTo>
                    <a:pt x="818" y="1689"/>
                    <a:pt x="817" y="1688"/>
                    <a:pt x="816" y="1686"/>
                  </a:cubicBezTo>
                  <a:cubicBezTo>
                    <a:pt x="783" y="1628"/>
                    <a:pt x="758" y="1566"/>
                    <a:pt x="742" y="1501"/>
                  </a:cubicBezTo>
                  <a:cubicBezTo>
                    <a:pt x="740" y="1477"/>
                    <a:pt x="737" y="1454"/>
                    <a:pt x="736" y="1431"/>
                  </a:cubicBezTo>
                  <a:lnTo>
                    <a:pt x="736" y="1430"/>
                  </a:lnTo>
                  <a:cubicBezTo>
                    <a:pt x="736" y="1430"/>
                    <a:pt x="735" y="1429"/>
                    <a:pt x="735" y="1428"/>
                  </a:cubicBezTo>
                  <a:cubicBezTo>
                    <a:pt x="734" y="1427"/>
                    <a:pt x="734" y="1427"/>
                    <a:pt x="734" y="1427"/>
                  </a:cubicBezTo>
                  <a:cubicBezTo>
                    <a:pt x="733" y="1426"/>
                    <a:pt x="732" y="1426"/>
                    <a:pt x="731" y="1426"/>
                  </a:cubicBezTo>
                  <a:cubicBezTo>
                    <a:pt x="730" y="1426"/>
                    <a:pt x="730" y="1426"/>
                    <a:pt x="729" y="1427"/>
                  </a:cubicBezTo>
                  <a:lnTo>
                    <a:pt x="728" y="1427"/>
                  </a:lnTo>
                  <a:cubicBezTo>
                    <a:pt x="727" y="1415"/>
                    <a:pt x="726" y="1403"/>
                    <a:pt x="725" y="1391"/>
                  </a:cubicBezTo>
                  <a:lnTo>
                    <a:pt x="726" y="1390"/>
                  </a:lnTo>
                  <a:cubicBezTo>
                    <a:pt x="726" y="1389"/>
                    <a:pt x="727" y="1389"/>
                    <a:pt x="727" y="1388"/>
                  </a:cubicBezTo>
                  <a:cubicBezTo>
                    <a:pt x="728" y="1376"/>
                    <a:pt x="729" y="1364"/>
                    <a:pt x="729" y="1352"/>
                  </a:cubicBezTo>
                  <a:cubicBezTo>
                    <a:pt x="729" y="1311"/>
                    <a:pt x="721" y="1271"/>
                    <a:pt x="705" y="1234"/>
                  </a:cubicBezTo>
                  <a:cubicBezTo>
                    <a:pt x="705" y="1234"/>
                    <a:pt x="706" y="1234"/>
                    <a:pt x="707" y="1234"/>
                  </a:cubicBezTo>
                  <a:cubicBezTo>
                    <a:pt x="708" y="1234"/>
                    <a:pt x="709" y="1234"/>
                    <a:pt x="709" y="1234"/>
                  </a:cubicBezTo>
                  <a:cubicBezTo>
                    <a:pt x="710" y="1233"/>
                    <a:pt x="711" y="1232"/>
                    <a:pt x="711" y="1232"/>
                  </a:cubicBezTo>
                  <a:cubicBezTo>
                    <a:pt x="712" y="1231"/>
                    <a:pt x="712" y="1230"/>
                    <a:pt x="712" y="1229"/>
                  </a:cubicBezTo>
                  <a:cubicBezTo>
                    <a:pt x="723" y="1155"/>
                    <a:pt x="683" y="1092"/>
                    <a:pt x="653" y="1026"/>
                  </a:cubicBezTo>
                  <a:cubicBezTo>
                    <a:pt x="654" y="1026"/>
                    <a:pt x="654" y="1027"/>
                    <a:pt x="654" y="1027"/>
                  </a:cubicBezTo>
                  <a:cubicBezTo>
                    <a:pt x="655" y="1027"/>
                    <a:pt x="656" y="1027"/>
                    <a:pt x="657" y="1027"/>
                  </a:cubicBezTo>
                  <a:cubicBezTo>
                    <a:pt x="658" y="1027"/>
                    <a:pt x="659" y="1027"/>
                    <a:pt x="659" y="1027"/>
                  </a:cubicBezTo>
                  <a:cubicBezTo>
                    <a:pt x="660" y="1026"/>
                    <a:pt x="660" y="1026"/>
                    <a:pt x="661" y="1025"/>
                  </a:cubicBezTo>
                  <a:cubicBezTo>
                    <a:pt x="661" y="1024"/>
                    <a:pt x="662" y="1024"/>
                    <a:pt x="662" y="1024"/>
                  </a:cubicBezTo>
                  <a:cubicBezTo>
                    <a:pt x="663" y="1019"/>
                    <a:pt x="663" y="1015"/>
                    <a:pt x="663" y="1011"/>
                  </a:cubicBezTo>
                  <a:cubicBezTo>
                    <a:pt x="663" y="999"/>
                    <a:pt x="660" y="987"/>
                    <a:pt x="654" y="976"/>
                  </a:cubicBezTo>
                  <a:cubicBezTo>
                    <a:pt x="653" y="976"/>
                    <a:pt x="653" y="975"/>
                    <a:pt x="653" y="975"/>
                  </a:cubicBezTo>
                  <a:cubicBezTo>
                    <a:pt x="656" y="979"/>
                    <a:pt x="659" y="983"/>
                    <a:pt x="662" y="988"/>
                  </a:cubicBezTo>
                  <a:lnTo>
                    <a:pt x="667" y="996"/>
                  </a:lnTo>
                  <a:cubicBezTo>
                    <a:pt x="667" y="997"/>
                    <a:pt x="667" y="997"/>
                    <a:pt x="667" y="997"/>
                  </a:cubicBezTo>
                  <a:cubicBezTo>
                    <a:pt x="667" y="998"/>
                    <a:pt x="667" y="998"/>
                    <a:pt x="667" y="999"/>
                  </a:cubicBezTo>
                  <a:lnTo>
                    <a:pt x="671" y="1004"/>
                  </a:lnTo>
                  <a:cubicBezTo>
                    <a:pt x="672" y="1009"/>
                    <a:pt x="674" y="1013"/>
                    <a:pt x="677" y="1017"/>
                  </a:cubicBezTo>
                  <a:cubicBezTo>
                    <a:pt x="680" y="1023"/>
                    <a:pt x="684" y="1028"/>
                    <a:pt x="689" y="1033"/>
                  </a:cubicBezTo>
                  <a:lnTo>
                    <a:pt x="691" y="1032"/>
                  </a:lnTo>
                  <a:moveTo>
                    <a:pt x="625" y="812"/>
                  </a:moveTo>
                  <a:cubicBezTo>
                    <a:pt x="636" y="785"/>
                    <a:pt x="648" y="760"/>
                    <a:pt x="662" y="735"/>
                  </a:cubicBezTo>
                  <a:cubicBezTo>
                    <a:pt x="672" y="718"/>
                    <a:pt x="682" y="702"/>
                    <a:pt x="693" y="687"/>
                  </a:cubicBezTo>
                  <a:cubicBezTo>
                    <a:pt x="718" y="665"/>
                    <a:pt x="741" y="647"/>
                    <a:pt x="767" y="628"/>
                  </a:cubicBezTo>
                  <a:cubicBezTo>
                    <a:pt x="774" y="623"/>
                    <a:pt x="781" y="618"/>
                    <a:pt x="787" y="614"/>
                  </a:cubicBezTo>
                  <a:cubicBezTo>
                    <a:pt x="749" y="648"/>
                    <a:pt x="714" y="687"/>
                    <a:pt x="684" y="730"/>
                  </a:cubicBezTo>
                  <a:cubicBezTo>
                    <a:pt x="661" y="756"/>
                    <a:pt x="641" y="783"/>
                    <a:pt x="624" y="813"/>
                  </a:cubicBezTo>
                  <a:lnTo>
                    <a:pt x="625" y="812"/>
                  </a:lnTo>
                  <a:moveTo>
                    <a:pt x="686" y="866"/>
                  </a:moveTo>
                  <a:cubicBezTo>
                    <a:pt x="689" y="856"/>
                    <a:pt x="690" y="846"/>
                    <a:pt x="691" y="836"/>
                  </a:cubicBezTo>
                  <a:cubicBezTo>
                    <a:pt x="691" y="835"/>
                    <a:pt x="691" y="834"/>
                    <a:pt x="691" y="833"/>
                  </a:cubicBezTo>
                  <a:cubicBezTo>
                    <a:pt x="691" y="832"/>
                    <a:pt x="691" y="832"/>
                    <a:pt x="691" y="831"/>
                  </a:cubicBezTo>
                  <a:cubicBezTo>
                    <a:pt x="693" y="826"/>
                    <a:pt x="695" y="821"/>
                    <a:pt x="697" y="816"/>
                  </a:cubicBezTo>
                  <a:cubicBezTo>
                    <a:pt x="708" y="801"/>
                    <a:pt x="719" y="786"/>
                    <a:pt x="730" y="772"/>
                  </a:cubicBezTo>
                  <a:cubicBezTo>
                    <a:pt x="754" y="741"/>
                    <a:pt x="788" y="715"/>
                    <a:pt x="806" y="681"/>
                  </a:cubicBezTo>
                  <a:cubicBezTo>
                    <a:pt x="806" y="681"/>
                    <a:pt x="806" y="682"/>
                    <a:pt x="807" y="681"/>
                  </a:cubicBezTo>
                  <a:cubicBezTo>
                    <a:pt x="808" y="680"/>
                    <a:pt x="807" y="679"/>
                    <a:pt x="807" y="678"/>
                  </a:cubicBezTo>
                  <a:cubicBezTo>
                    <a:pt x="807" y="677"/>
                    <a:pt x="807" y="676"/>
                    <a:pt x="807" y="675"/>
                  </a:cubicBezTo>
                  <a:cubicBezTo>
                    <a:pt x="806" y="675"/>
                    <a:pt x="806" y="675"/>
                    <a:pt x="806" y="675"/>
                  </a:cubicBezTo>
                  <a:cubicBezTo>
                    <a:pt x="864" y="642"/>
                    <a:pt x="924" y="614"/>
                    <a:pt x="979" y="578"/>
                  </a:cubicBezTo>
                  <a:cubicBezTo>
                    <a:pt x="982" y="576"/>
                    <a:pt x="979" y="572"/>
                    <a:pt x="976" y="573"/>
                  </a:cubicBezTo>
                  <a:cubicBezTo>
                    <a:pt x="945" y="586"/>
                    <a:pt x="914" y="600"/>
                    <a:pt x="885" y="617"/>
                  </a:cubicBezTo>
                  <a:cubicBezTo>
                    <a:pt x="876" y="622"/>
                    <a:pt x="868" y="627"/>
                    <a:pt x="860" y="632"/>
                  </a:cubicBezTo>
                  <a:cubicBezTo>
                    <a:pt x="852" y="636"/>
                    <a:pt x="844" y="641"/>
                    <a:pt x="837" y="645"/>
                  </a:cubicBezTo>
                  <a:cubicBezTo>
                    <a:pt x="815" y="658"/>
                    <a:pt x="793" y="672"/>
                    <a:pt x="773" y="688"/>
                  </a:cubicBezTo>
                  <a:lnTo>
                    <a:pt x="770" y="690"/>
                  </a:lnTo>
                  <a:cubicBezTo>
                    <a:pt x="765" y="694"/>
                    <a:pt x="760" y="698"/>
                    <a:pt x="755" y="703"/>
                  </a:cubicBezTo>
                  <a:lnTo>
                    <a:pt x="755" y="704"/>
                  </a:lnTo>
                  <a:cubicBezTo>
                    <a:pt x="741" y="719"/>
                    <a:pt x="728" y="733"/>
                    <a:pt x="716" y="749"/>
                  </a:cubicBezTo>
                  <a:cubicBezTo>
                    <a:pt x="713" y="752"/>
                    <a:pt x="711" y="756"/>
                    <a:pt x="708" y="759"/>
                  </a:cubicBezTo>
                  <a:cubicBezTo>
                    <a:pt x="710" y="757"/>
                    <a:pt x="711" y="755"/>
                    <a:pt x="712" y="753"/>
                  </a:cubicBezTo>
                  <a:cubicBezTo>
                    <a:pt x="713" y="751"/>
                    <a:pt x="715" y="748"/>
                    <a:pt x="716" y="746"/>
                  </a:cubicBezTo>
                  <a:cubicBezTo>
                    <a:pt x="716" y="745"/>
                    <a:pt x="716" y="744"/>
                    <a:pt x="716" y="744"/>
                  </a:cubicBezTo>
                  <a:cubicBezTo>
                    <a:pt x="716" y="743"/>
                    <a:pt x="717" y="742"/>
                    <a:pt x="716" y="741"/>
                  </a:cubicBezTo>
                  <a:cubicBezTo>
                    <a:pt x="715" y="740"/>
                    <a:pt x="715" y="740"/>
                    <a:pt x="715" y="740"/>
                  </a:cubicBezTo>
                  <a:lnTo>
                    <a:pt x="719" y="734"/>
                  </a:lnTo>
                  <a:cubicBezTo>
                    <a:pt x="752" y="694"/>
                    <a:pt x="791" y="656"/>
                    <a:pt x="816" y="610"/>
                  </a:cubicBezTo>
                  <a:cubicBezTo>
                    <a:pt x="816" y="609"/>
                    <a:pt x="817" y="608"/>
                    <a:pt x="817" y="607"/>
                  </a:cubicBezTo>
                  <a:cubicBezTo>
                    <a:pt x="817" y="605"/>
                    <a:pt x="816" y="604"/>
                    <a:pt x="816" y="603"/>
                  </a:cubicBezTo>
                  <a:cubicBezTo>
                    <a:pt x="815" y="602"/>
                    <a:pt x="814" y="601"/>
                    <a:pt x="813" y="600"/>
                  </a:cubicBezTo>
                  <a:cubicBezTo>
                    <a:pt x="812" y="600"/>
                    <a:pt x="811" y="599"/>
                    <a:pt x="810" y="599"/>
                  </a:cubicBezTo>
                  <a:cubicBezTo>
                    <a:pt x="823" y="591"/>
                    <a:pt x="835" y="584"/>
                    <a:pt x="847" y="576"/>
                  </a:cubicBezTo>
                  <a:cubicBezTo>
                    <a:pt x="863" y="567"/>
                    <a:pt x="877" y="565"/>
                    <a:pt x="887" y="549"/>
                  </a:cubicBezTo>
                  <a:cubicBezTo>
                    <a:pt x="889" y="546"/>
                    <a:pt x="885" y="542"/>
                    <a:pt x="882" y="545"/>
                  </a:cubicBezTo>
                  <a:cubicBezTo>
                    <a:pt x="871" y="554"/>
                    <a:pt x="852" y="557"/>
                    <a:pt x="839" y="564"/>
                  </a:cubicBezTo>
                  <a:cubicBezTo>
                    <a:pt x="812" y="580"/>
                    <a:pt x="787" y="598"/>
                    <a:pt x="761" y="616"/>
                  </a:cubicBezTo>
                  <a:cubicBezTo>
                    <a:pt x="749" y="624"/>
                    <a:pt x="736" y="632"/>
                    <a:pt x="724" y="641"/>
                  </a:cubicBezTo>
                  <a:cubicBezTo>
                    <a:pt x="732" y="627"/>
                    <a:pt x="740" y="614"/>
                    <a:pt x="747" y="600"/>
                  </a:cubicBezTo>
                  <a:cubicBezTo>
                    <a:pt x="750" y="593"/>
                    <a:pt x="741" y="589"/>
                    <a:pt x="736" y="592"/>
                  </a:cubicBezTo>
                  <a:cubicBezTo>
                    <a:pt x="706" y="617"/>
                    <a:pt x="681" y="647"/>
                    <a:pt x="662" y="680"/>
                  </a:cubicBezTo>
                  <a:cubicBezTo>
                    <a:pt x="659" y="685"/>
                    <a:pt x="657" y="690"/>
                    <a:pt x="654" y="695"/>
                  </a:cubicBezTo>
                  <a:cubicBezTo>
                    <a:pt x="644" y="712"/>
                    <a:pt x="635" y="730"/>
                    <a:pt x="625" y="750"/>
                  </a:cubicBezTo>
                  <a:cubicBezTo>
                    <a:pt x="635" y="708"/>
                    <a:pt x="650" y="667"/>
                    <a:pt x="667" y="627"/>
                  </a:cubicBezTo>
                  <a:cubicBezTo>
                    <a:pt x="679" y="611"/>
                    <a:pt x="689" y="595"/>
                    <a:pt x="699" y="578"/>
                  </a:cubicBezTo>
                  <a:cubicBezTo>
                    <a:pt x="701" y="573"/>
                    <a:pt x="704" y="568"/>
                    <a:pt x="707" y="564"/>
                  </a:cubicBezTo>
                  <a:cubicBezTo>
                    <a:pt x="708" y="561"/>
                    <a:pt x="704" y="557"/>
                    <a:pt x="701" y="559"/>
                  </a:cubicBezTo>
                  <a:cubicBezTo>
                    <a:pt x="684" y="569"/>
                    <a:pt x="670" y="583"/>
                    <a:pt x="660" y="600"/>
                  </a:cubicBezTo>
                  <a:lnTo>
                    <a:pt x="659" y="600"/>
                  </a:lnTo>
                  <a:cubicBezTo>
                    <a:pt x="658" y="600"/>
                    <a:pt x="657" y="600"/>
                    <a:pt x="656" y="601"/>
                  </a:cubicBezTo>
                  <a:cubicBezTo>
                    <a:pt x="655" y="601"/>
                    <a:pt x="655" y="601"/>
                    <a:pt x="655" y="601"/>
                  </a:cubicBezTo>
                  <a:cubicBezTo>
                    <a:pt x="632" y="619"/>
                    <a:pt x="619" y="651"/>
                    <a:pt x="607" y="676"/>
                  </a:cubicBezTo>
                  <a:cubicBezTo>
                    <a:pt x="594" y="699"/>
                    <a:pt x="585" y="723"/>
                    <a:pt x="578" y="748"/>
                  </a:cubicBezTo>
                  <a:cubicBezTo>
                    <a:pt x="579" y="728"/>
                    <a:pt x="581" y="709"/>
                    <a:pt x="583" y="689"/>
                  </a:cubicBezTo>
                  <a:cubicBezTo>
                    <a:pt x="592" y="672"/>
                    <a:pt x="601" y="654"/>
                    <a:pt x="610" y="637"/>
                  </a:cubicBezTo>
                  <a:cubicBezTo>
                    <a:pt x="623" y="613"/>
                    <a:pt x="644" y="587"/>
                    <a:pt x="643" y="559"/>
                  </a:cubicBezTo>
                  <a:cubicBezTo>
                    <a:pt x="643" y="551"/>
                    <a:pt x="633" y="552"/>
                    <a:pt x="630" y="557"/>
                  </a:cubicBezTo>
                  <a:cubicBezTo>
                    <a:pt x="626" y="565"/>
                    <a:pt x="622" y="573"/>
                    <a:pt x="617" y="581"/>
                  </a:cubicBezTo>
                  <a:cubicBezTo>
                    <a:pt x="610" y="593"/>
                    <a:pt x="603" y="605"/>
                    <a:pt x="595" y="616"/>
                  </a:cubicBezTo>
                  <a:cubicBezTo>
                    <a:pt x="599" y="601"/>
                    <a:pt x="603" y="586"/>
                    <a:pt x="609" y="572"/>
                  </a:cubicBezTo>
                  <a:cubicBezTo>
                    <a:pt x="609" y="571"/>
                    <a:pt x="610" y="570"/>
                    <a:pt x="610" y="569"/>
                  </a:cubicBezTo>
                  <a:cubicBezTo>
                    <a:pt x="610" y="568"/>
                    <a:pt x="609" y="568"/>
                    <a:pt x="609" y="567"/>
                  </a:cubicBezTo>
                  <a:cubicBezTo>
                    <a:pt x="608" y="566"/>
                    <a:pt x="608" y="565"/>
                    <a:pt x="607" y="565"/>
                  </a:cubicBezTo>
                  <a:cubicBezTo>
                    <a:pt x="606" y="565"/>
                    <a:pt x="605" y="564"/>
                    <a:pt x="605" y="564"/>
                  </a:cubicBezTo>
                  <a:cubicBezTo>
                    <a:pt x="604" y="564"/>
                    <a:pt x="603" y="565"/>
                    <a:pt x="602" y="565"/>
                  </a:cubicBezTo>
                  <a:lnTo>
                    <a:pt x="601" y="566"/>
                  </a:lnTo>
                  <a:cubicBezTo>
                    <a:pt x="581" y="586"/>
                    <a:pt x="579" y="620"/>
                    <a:pt x="576" y="648"/>
                  </a:cubicBezTo>
                  <a:cubicBezTo>
                    <a:pt x="573" y="653"/>
                    <a:pt x="570" y="658"/>
                    <a:pt x="568" y="662"/>
                  </a:cubicBezTo>
                  <a:cubicBezTo>
                    <a:pt x="563" y="672"/>
                    <a:pt x="556" y="684"/>
                    <a:pt x="550" y="696"/>
                  </a:cubicBezTo>
                  <a:lnTo>
                    <a:pt x="549" y="693"/>
                  </a:lnTo>
                  <a:cubicBezTo>
                    <a:pt x="550" y="663"/>
                    <a:pt x="554" y="632"/>
                    <a:pt x="560" y="602"/>
                  </a:cubicBezTo>
                  <a:cubicBezTo>
                    <a:pt x="568" y="569"/>
                    <a:pt x="587" y="534"/>
                    <a:pt x="587" y="500"/>
                  </a:cubicBezTo>
                  <a:cubicBezTo>
                    <a:pt x="587" y="492"/>
                    <a:pt x="575" y="490"/>
                    <a:pt x="570" y="496"/>
                  </a:cubicBezTo>
                  <a:cubicBezTo>
                    <a:pt x="566" y="502"/>
                    <a:pt x="561" y="509"/>
                    <a:pt x="557" y="516"/>
                  </a:cubicBezTo>
                  <a:cubicBezTo>
                    <a:pt x="539" y="548"/>
                    <a:pt x="529" y="583"/>
                    <a:pt x="527" y="620"/>
                  </a:cubicBezTo>
                  <a:cubicBezTo>
                    <a:pt x="526" y="619"/>
                    <a:pt x="525" y="618"/>
                    <a:pt x="524" y="618"/>
                  </a:cubicBezTo>
                  <a:cubicBezTo>
                    <a:pt x="522" y="617"/>
                    <a:pt x="520" y="616"/>
                    <a:pt x="518" y="616"/>
                  </a:cubicBezTo>
                  <a:cubicBezTo>
                    <a:pt x="516" y="616"/>
                    <a:pt x="514" y="617"/>
                    <a:pt x="513" y="618"/>
                  </a:cubicBezTo>
                  <a:cubicBezTo>
                    <a:pt x="511" y="619"/>
                    <a:pt x="510" y="620"/>
                    <a:pt x="509" y="622"/>
                  </a:cubicBezTo>
                  <a:cubicBezTo>
                    <a:pt x="508" y="623"/>
                    <a:pt x="507" y="624"/>
                    <a:pt x="507" y="626"/>
                  </a:cubicBezTo>
                  <a:cubicBezTo>
                    <a:pt x="506" y="631"/>
                    <a:pt x="505" y="637"/>
                    <a:pt x="505" y="643"/>
                  </a:cubicBezTo>
                  <a:lnTo>
                    <a:pt x="501" y="633"/>
                  </a:lnTo>
                  <a:cubicBezTo>
                    <a:pt x="503" y="626"/>
                    <a:pt x="507" y="619"/>
                    <a:pt x="509" y="611"/>
                  </a:cubicBezTo>
                  <a:cubicBezTo>
                    <a:pt x="512" y="599"/>
                    <a:pt x="518" y="588"/>
                    <a:pt x="522" y="577"/>
                  </a:cubicBezTo>
                  <a:cubicBezTo>
                    <a:pt x="524" y="570"/>
                    <a:pt x="522" y="563"/>
                    <a:pt x="524" y="557"/>
                  </a:cubicBezTo>
                  <a:cubicBezTo>
                    <a:pt x="525" y="556"/>
                    <a:pt x="525" y="555"/>
                    <a:pt x="525" y="555"/>
                  </a:cubicBezTo>
                  <a:cubicBezTo>
                    <a:pt x="525" y="554"/>
                    <a:pt x="525" y="552"/>
                    <a:pt x="524" y="551"/>
                  </a:cubicBezTo>
                  <a:cubicBezTo>
                    <a:pt x="523" y="550"/>
                    <a:pt x="523" y="550"/>
                    <a:pt x="522" y="549"/>
                  </a:cubicBezTo>
                  <a:cubicBezTo>
                    <a:pt x="521" y="548"/>
                    <a:pt x="519" y="548"/>
                    <a:pt x="518" y="548"/>
                  </a:cubicBezTo>
                  <a:cubicBezTo>
                    <a:pt x="516" y="548"/>
                    <a:pt x="516" y="549"/>
                    <a:pt x="515" y="549"/>
                  </a:cubicBezTo>
                  <a:cubicBezTo>
                    <a:pt x="514" y="549"/>
                    <a:pt x="514" y="550"/>
                    <a:pt x="513" y="550"/>
                  </a:cubicBezTo>
                  <a:lnTo>
                    <a:pt x="512" y="552"/>
                  </a:lnTo>
                  <a:lnTo>
                    <a:pt x="516" y="543"/>
                  </a:lnTo>
                  <a:cubicBezTo>
                    <a:pt x="523" y="532"/>
                    <a:pt x="530" y="522"/>
                    <a:pt x="538" y="513"/>
                  </a:cubicBezTo>
                  <a:cubicBezTo>
                    <a:pt x="551" y="499"/>
                    <a:pt x="565" y="487"/>
                    <a:pt x="580" y="476"/>
                  </a:cubicBezTo>
                  <a:cubicBezTo>
                    <a:pt x="583" y="481"/>
                    <a:pt x="595" y="481"/>
                    <a:pt x="596" y="474"/>
                  </a:cubicBezTo>
                  <a:cubicBezTo>
                    <a:pt x="596" y="470"/>
                    <a:pt x="597" y="466"/>
                    <a:pt x="597" y="463"/>
                  </a:cubicBezTo>
                  <a:cubicBezTo>
                    <a:pt x="604" y="457"/>
                    <a:pt x="611" y="452"/>
                    <a:pt x="617" y="447"/>
                  </a:cubicBezTo>
                  <a:cubicBezTo>
                    <a:pt x="618" y="447"/>
                    <a:pt x="619" y="448"/>
                    <a:pt x="620" y="448"/>
                  </a:cubicBezTo>
                  <a:cubicBezTo>
                    <a:pt x="622" y="448"/>
                    <a:pt x="623" y="446"/>
                    <a:pt x="625" y="446"/>
                  </a:cubicBezTo>
                  <a:cubicBezTo>
                    <a:pt x="626" y="445"/>
                    <a:pt x="627" y="445"/>
                    <a:pt x="628" y="443"/>
                  </a:cubicBezTo>
                  <a:cubicBezTo>
                    <a:pt x="628" y="442"/>
                    <a:pt x="629" y="441"/>
                    <a:pt x="629" y="440"/>
                  </a:cubicBezTo>
                  <a:lnTo>
                    <a:pt x="629" y="436"/>
                  </a:lnTo>
                  <a:cubicBezTo>
                    <a:pt x="632" y="433"/>
                    <a:pt x="635" y="430"/>
                    <a:pt x="638" y="428"/>
                  </a:cubicBezTo>
                  <a:cubicBezTo>
                    <a:pt x="640" y="429"/>
                    <a:pt x="641" y="429"/>
                    <a:pt x="643" y="429"/>
                  </a:cubicBezTo>
                  <a:cubicBezTo>
                    <a:pt x="645" y="429"/>
                    <a:pt x="646" y="429"/>
                    <a:pt x="648" y="428"/>
                  </a:cubicBezTo>
                  <a:cubicBezTo>
                    <a:pt x="649" y="427"/>
                    <a:pt x="650" y="426"/>
                    <a:pt x="651" y="424"/>
                  </a:cubicBezTo>
                  <a:cubicBezTo>
                    <a:pt x="654" y="419"/>
                    <a:pt x="655" y="414"/>
                    <a:pt x="657" y="409"/>
                  </a:cubicBezTo>
                  <a:lnTo>
                    <a:pt x="667" y="403"/>
                  </a:lnTo>
                  <a:cubicBezTo>
                    <a:pt x="668" y="402"/>
                    <a:pt x="669" y="401"/>
                    <a:pt x="670" y="400"/>
                  </a:cubicBezTo>
                  <a:cubicBezTo>
                    <a:pt x="671" y="398"/>
                    <a:pt x="671" y="396"/>
                    <a:pt x="671" y="395"/>
                  </a:cubicBezTo>
                  <a:cubicBezTo>
                    <a:pt x="671" y="393"/>
                    <a:pt x="671" y="392"/>
                    <a:pt x="670" y="391"/>
                  </a:cubicBezTo>
                  <a:lnTo>
                    <a:pt x="670" y="390"/>
                  </a:lnTo>
                  <a:cubicBezTo>
                    <a:pt x="701" y="359"/>
                    <a:pt x="735" y="331"/>
                    <a:pt x="772" y="308"/>
                  </a:cubicBezTo>
                  <a:cubicBezTo>
                    <a:pt x="773" y="307"/>
                    <a:pt x="774" y="307"/>
                    <a:pt x="775" y="306"/>
                  </a:cubicBezTo>
                  <a:cubicBezTo>
                    <a:pt x="779" y="303"/>
                    <a:pt x="784" y="301"/>
                    <a:pt x="790" y="300"/>
                  </a:cubicBezTo>
                  <a:cubicBezTo>
                    <a:pt x="791" y="301"/>
                    <a:pt x="793" y="301"/>
                    <a:pt x="794" y="301"/>
                  </a:cubicBezTo>
                  <a:cubicBezTo>
                    <a:pt x="796" y="301"/>
                    <a:pt x="798" y="300"/>
                    <a:pt x="800" y="299"/>
                  </a:cubicBezTo>
                  <a:cubicBezTo>
                    <a:pt x="802" y="298"/>
                    <a:pt x="803" y="297"/>
                    <a:pt x="804" y="295"/>
                  </a:cubicBezTo>
                  <a:cubicBezTo>
                    <a:pt x="809" y="294"/>
                    <a:pt x="814" y="292"/>
                    <a:pt x="819" y="290"/>
                  </a:cubicBezTo>
                  <a:cubicBezTo>
                    <a:pt x="834" y="303"/>
                    <a:pt x="850" y="314"/>
                    <a:pt x="867" y="325"/>
                  </a:cubicBezTo>
                  <a:cubicBezTo>
                    <a:pt x="873" y="332"/>
                    <a:pt x="879" y="339"/>
                    <a:pt x="885" y="345"/>
                  </a:cubicBezTo>
                  <a:cubicBezTo>
                    <a:pt x="868" y="349"/>
                    <a:pt x="852" y="356"/>
                    <a:pt x="837" y="365"/>
                  </a:cubicBezTo>
                  <a:cubicBezTo>
                    <a:pt x="836" y="365"/>
                    <a:pt x="836" y="365"/>
                    <a:pt x="836" y="365"/>
                  </a:cubicBezTo>
                  <a:cubicBezTo>
                    <a:pt x="794" y="387"/>
                    <a:pt x="768" y="423"/>
                    <a:pt x="734" y="455"/>
                  </a:cubicBezTo>
                  <a:cubicBezTo>
                    <a:pt x="732" y="456"/>
                    <a:pt x="734" y="459"/>
                    <a:pt x="737" y="458"/>
                  </a:cubicBezTo>
                  <a:cubicBezTo>
                    <a:pt x="769" y="435"/>
                    <a:pt x="799" y="405"/>
                    <a:pt x="834" y="387"/>
                  </a:cubicBezTo>
                  <a:cubicBezTo>
                    <a:pt x="835" y="386"/>
                    <a:pt x="836" y="385"/>
                    <a:pt x="838" y="384"/>
                  </a:cubicBezTo>
                  <a:cubicBezTo>
                    <a:pt x="852" y="376"/>
                    <a:pt x="869" y="370"/>
                    <a:pt x="885" y="368"/>
                  </a:cubicBezTo>
                  <a:cubicBezTo>
                    <a:pt x="891" y="367"/>
                    <a:pt x="897" y="366"/>
                    <a:pt x="902" y="363"/>
                  </a:cubicBezTo>
                  <a:lnTo>
                    <a:pt x="906" y="366"/>
                  </a:lnTo>
                  <a:cubicBezTo>
                    <a:pt x="906" y="368"/>
                    <a:pt x="907" y="370"/>
                    <a:pt x="908" y="371"/>
                  </a:cubicBezTo>
                  <a:cubicBezTo>
                    <a:pt x="918" y="385"/>
                    <a:pt x="929" y="398"/>
                    <a:pt x="941" y="410"/>
                  </a:cubicBezTo>
                  <a:cubicBezTo>
                    <a:pt x="908" y="422"/>
                    <a:pt x="875" y="436"/>
                    <a:pt x="844" y="452"/>
                  </a:cubicBezTo>
                  <a:cubicBezTo>
                    <a:pt x="832" y="457"/>
                    <a:pt x="820" y="464"/>
                    <a:pt x="809" y="470"/>
                  </a:cubicBezTo>
                  <a:cubicBezTo>
                    <a:pt x="783" y="485"/>
                    <a:pt x="760" y="503"/>
                    <a:pt x="739" y="525"/>
                  </a:cubicBezTo>
                  <a:cubicBezTo>
                    <a:pt x="738" y="526"/>
                    <a:pt x="740" y="528"/>
                    <a:pt x="742" y="527"/>
                  </a:cubicBezTo>
                  <a:cubicBezTo>
                    <a:pt x="760" y="512"/>
                    <a:pt x="779" y="500"/>
                    <a:pt x="799" y="488"/>
                  </a:cubicBezTo>
                  <a:cubicBezTo>
                    <a:pt x="818" y="477"/>
                    <a:pt x="839" y="467"/>
                    <a:pt x="860" y="458"/>
                  </a:cubicBezTo>
                  <a:cubicBezTo>
                    <a:pt x="889" y="447"/>
                    <a:pt x="920" y="434"/>
                    <a:pt x="951" y="426"/>
                  </a:cubicBezTo>
                  <a:cubicBezTo>
                    <a:pt x="951" y="425"/>
                    <a:pt x="951" y="425"/>
                    <a:pt x="952" y="425"/>
                  </a:cubicBezTo>
                  <a:lnTo>
                    <a:pt x="953" y="424"/>
                  </a:lnTo>
                  <a:cubicBezTo>
                    <a:pt x="965" y="442"/>
                    <a:pt x="975" y="466"/>
                    <a:pt x="994" y="476"/>
                  </a:cubicBezTo>
                  <a:cubicBezTo>
                    <a:pt x="994" y="476"/>
                    <a:pt x="995" y="476"/>
                    <a:pt x="996" y="476"/>
                  </a:cubicBezTo>
                  <a:cubicBezTo>
                    <a:pt x="997" y="476"/>
                    <a:pt x="997" y="476"/>
                    <a:pt x="998" y="475"/>
                  </a:cubicBezTo>
                  <a:cubicBezTo>
                    <a:pt x="999" y="474"/>
                    <a:pt x="999" y="474"/>
                    <a:pt x="1000" y="473"/>
                  </a:cubicBezTo>
                  <a:cubicBezTo>
                    <a:pt x="1001" y="472"/>
                    <a:pt x="1001" y="472"/>
                    <a:pt x="1001" y="471"/>
                  </a:cubicBezTo>
                  <a:lnTo>
                    <a:pt x="1001" y="470"/>
                  </a:lnTo>
                  <a:cubicBezTo>
                    <a:pt x="1001" y="467"/>
                    <a:pt x="1001" y="463"/>
                    <a:pt x="1001" y="459"/>
                  </a:cubicBezTo>
                  <a:cubicBezTo>
                    <a:pt x="1009" y="475"/>
                    <a:pt x="1017" y="491"/>
                    <a:pt x="1024" y="507"/>
                  </a:cubicBezTo>
                  <a:cubicBezTo>
                    <a:pt x="1034" y="534"/>
                    <a:pt x="1053" y="555"/>
                    <a:pt x="1064" y="581"/>
                  </a:cubicBezTo>
                  <a:cubicBezTo>
                    <a:pt x="1068" y="591"/>
                    <a:pt x="1073" y="600"/>
                    <a:pt x="1078" y="608"/>
                  </a:cubicBezTo>
                  <a:cubicBezTo>
                    <a:pt x="1081" y="613"/>
                    <a:pt x="1084" y="618"/>
                    <a:pt x="1087" y="623"/>
                  </a:cubicBezTo>
                  <a:cubicBezTo>
                    <a:pt x="1065" y="618"/>
                    <a:pt x="1043" y="615"/>
                    <a:pt x="1021" y="615"/>
                  </a:cubicBezTo>
                  <a:cubicBezTo>
                    <a:pt x="1019" y="615"/>
                    <a:pt x="1018" y="615"/>
                    <a:pt x="1016" y="615"/>
                  </a:cubicBezTo>
                  <a:cubicBezTo>
                    <a:pt x="988" y="615"/>
                    <a:pt x="955" y="617"/>
                    <a:pt x="933" y="634"/>
                  </a:cubicBezTo>
                  <a:cubicBezTo>
                    <a:pt x="933" y="635"/>
                    <a:pt x="933" y="635"/>
                    <a:pt x="933" y="635"/>
                  </a:cubicBezTo>
                  <a:lnTo>
                    <a:pt x="933" y="636"/>
                  </a:lnTo>
                  <a:cubicBezTo>
                    <a:pt x="934" y="636"/>
                    <a:pt x="934" y="636"/>
                    <a:pt x="934" y="636"/>
                  </a:cubicBezTo>
                  <a:cubicBezTo>
                    <a:pt x="956" y="627"/>
                    <a:pt x="991" y="632"/>
                    <a:pt x="1015" y="630"/>
                  </a:cubicBezTo>
                  <a:cubicBezTo>
                    <a:pt x="1018" y="630"/>
                    <a:pt x="1021" y="630"/>
                    <a:pt x="1024" y="630"/>
                  </a:cubicBezTo>
                  <a:cubicBezTo>
                    <a:pt x="1041" y="630"/>
                    <a:pt x="1058" y="633"/>
                    <a:pt x="1074" y="639"/>
                  </a:cubicBezTo>
                  <a:cubicBezTo>
                    <a:pt x="1082" y="643"/>
                    <a:pt x="1090" y="645"/>
                    <a:pt x="1098" y="645"/>
                  </a:cubicBezTo>
                  <a:cubicBezTo>
                    <a:pt x="1100" y="645"/>
                    <a:pt x="1101" y="644"/>
                    <a:pt x="1103" y="644"/>
                  </a:cubicBezTo>
                  <a:lnTo>
                    <a:pt x="1103" y="643"/>
                  </a:lnTo>
                  <a:cubicBezTo>
                    <a:pt x="1107" y="649"/>
                    <a:pt x="1112" y="655"/>
                    <a:pt x="1117" y="661"/>
                  </a:cubicBezTo>
                  <a:cubicBezTo>
                    <a:pt x="1142" y="690"/>
                    <a:pt x="1168" y="698"/>
                    <a:pt x="1202" y="711"/>
                  </a:cubicBezTo>
                  <a:cubicBezTo>
                    <a:pt x="1203" y="711"/>
                    <a:pt x="1203" y="711"/>
                    <a:pt x="1204" y="711"/>
                  </a:cubicBezTo>
                  <a:cubicBezTo>
                    <a:pt x="1204" y="711"/>
                    <a:pt x="1205" y="711"/>
                    <a:pt x="1206" y="710"/>
                  </a:cubicBezTo>
                  <a:cubicBezTo>
                    <a:pt x="1206" y="710"/>
                    <a:pt x="1207" y="710"/>
                    <a:pt x="1207" y="709"/>
                  </a:cubicBezTo>
                  <a:lnTo>
                    <a:pt x="1207" y="708"/>
                  </a:lnTo>
                  <a:cubicBezTo>
                    <a:pt x="1208" y="708"/>
                    <a:pt x="1208" y="709"/>
                    <a:pt x="1209" y="710"/>
                  </a:cubicBezTo>
                  <a:cubicBezTo>
                    <a:pt x="1217" y="725"/>
                    <a:pt x="1225" y="741"/>
                    <a:pt x="1232" y="757"/>
                  </a:cubicBezTo>
                  <a:cubicBezTo>
                    <a:pt x="1234" y="764"/>
                    <a:pt x="1237" y="770"/>
                    <a:pt x="1241" y="776"/>
                  </a:cubicBezTo>
                  <a:cubicBezTo>
                    <a:pt x="1243" y="780"/>
                    <a:pt x="1246" y="784"/>
                    <a:pt x="1248" y="788"/>
                  </a:cubicBezTo>
                  <a:cubicBezTo>
                    <a:pt x="1248" y="787"/>
                    <a:pt x="1248" y="787"/>
                    <a:pt x="1247" y="787"/>
                  </a:cubicBezTo>
                  <a:cubicBezTo>
                    <a:pt x="1234" y="779"/>
                    <a:pt x="1221" y="770"/>
                    <a:pt x="1209" y="759"/>
                  </a:cubicBezTo>
                  <a:cubicBezTo>
                    <a:pt x="1189" y="739"/>
                    <a:pt x="1150" y="725"/>
                    <a:pt x="1124" y="713"/>
                  </a:cubicBezTo>
                  <a:cubicBezTo>
                    <a:pt x="1093" y="698"/>
                    <a:pt x="1060" y="685"/>
                    <a:pt x="1027" y="675"/>
                  </a:cubicBezTo>
                  <a:cubicBezTo>
                    <a:pt x="916" y="641"/>
                    <a:pt x="729" y="716"/>
                    <a:pt x="703" y="839"/>
                  </a:cubicBezTo>
                  <a:cubicBezTo>
                    <a:pt x="703" y="840"/>
                    <a:pt x="703" y="841"/>
                    <a:pt x="703" y="841"/>
                  </a:cubicBezTo>
                  <a:cubicBezTo>
                    <a:pt x="704" y="842"/>
                    <a:pt x="704" y="842"/>
                    <a:pt x="705" y="843"/>
                  </a:cubicBezTo>
                  <a:lnTo>
                    <a:pt x="706" y="843"/>
                  </a:lnTo>
                  <a:cubicBezTo>
                    <a:pt x="707" y="843"/>
                    <a:pt x="707" y="843"/>
                    <a:pt x="707" y="843"/>
                  </a:cubicBezTo>
                  <a:cubicBezTo>
                    <a:pt x="700" y="851"/>
                    <a:pt x="693" y="859"/>
                    <a:pt x="685" y="867"/>
                  </a:cubicBezTo>
                  <a:lnTo>
                    <a:pt x="686" y="866"/>
                  </a:lnTo>
                  <a:moveTo>
                    <a:pt x="1304" y="1310"/>
                  </a:moveTo>
                  <a:lnTo>
                    <a:pt x="1304" y="1310"/>
                  </a:lnTo>
                  <a:moveTo>
                    <a:pt x="1321" y="1342"/>
                  </a:moveTo>
                  <a:cubicBezTo>
                    <a:pt x="1322" y="1342"/>
                    <a:pt x="1323" y="1342"/>
                    <a:pt x="1324" y="1342"/>
                  </a:cubicBezTo>
                  <a:cubicBezTo>
                    <a:pt x="1325" y="1342"/>
                    <a:pt x="1326" y="1342"/>
                    <a:pt x="1327" y="1342"/>
                  </a:cubicBezTo>
                  <a:lnTo>
                    <a:pt x="1327" y="1343"/>
                  </a:lnTo>
                  <a:cubicBezTo>
                    <a:pt x="1327" y="1345"/>
                    <a:pt x="1327" y="1347"/>
                    <a:pt x="1327" y="1349"/>
                  </a:cubicBezTo>
                  <a:cubicBezTo>
                    <a:pt x="1327" y="1352"/>
                    <a:pt x="1327" y="1356"/>
                    <a:pt x="1328" y="1359"/>
                  </a:cubicBezTo>
                  <a:cubicBezTo>
                    <a:pt x="1324" y="1354"/>
                    <a:pt x="1322" y="1349"/>
                    <a:pt x="1319" y="1343"/>
                  </a:cubicBezTo>
                  <a:lnTo>
                    <a:pt x="1321" y="1342"/>
                  </a:lnTo>
                  <a:moveTo>
                    <a:pt x="1335" y="1212"/>
                  </a:moveTo>
                  <a:cubicBezTo>
                    <a:pt x="1331" y="1209"/>
                    <a:pt x="1327" y="1206"/>
                    <a:pt x="1323" y="1204"/>
                  </a:cubicBezTo>
                  <a:cubicBezTo>
                    <a:pt x="1312" y="1198"/>
                    <a:pt x="1301" y="1193"/>
                    <a:pt x="1290" y="1190"/>
                  </a:cubicBezTo>
                  <a:cubicBezTo>
                    <a:pt x="1258" y="1179"/>
                    <a:pt x="1234" y="1156"/>
                    <a:pt x="1205" y="1140"/>
                  </a:cubicBezTo>
                  <a:cubicBezTo>
                    <a:pt x="1161" y="1116"/>
                    <a:pt x="1118" y="1060"/>
                    <a:pt x="1089" y="1019"/>
                  </a:cubicBezTo>
                  <a:cubicBezTo>
                    <a:pt x="1087" y="1016"/>
                    <a:pt x="1085" y="1012"/>
                    <a:pt x="1083" y="1009"/>
                  </a:cubicBezTo>
                  <a:cubicBezTo>
                    <a:pt x="1082" y="1008"/>
                    <a:pt x="1081" y="1007"/>
                    <a:pt x="1081" y="1005"/>
                  </a:cubicBezTo>
                  <a:cubicBezTo>
                    <a:pt x="1081" y="1005"/>
                    <a:pt x="1081" y="1004"/>
                    <a:pt x="1081" y="1003"/>
                  </a:cubicBezTo>
                  <a:cubicBezTo>
                    <a:pt x="1081" y="1001"/>
                    <a:pt x="1080" y="1000"/>
                    <a:pt x="1080" y="999"/>
                  </a:cubicBezTo>
                  <a:cubicBezTo>
                    <a:pt x="1079" y="998"/>
                    <a:pt x="1080" y="998"/>
                    <a:pt x="1080" y="998"/>
                  </a:cubicBezTo>
                  <a:cubicBezTo>
                    <a:pt x="1065" y="978"/>
                    <a:pt x="1072" y="944"/>
                    <a:pt x="1049" y="934"/>
                  </a:cubicBezTo>
                  <a:cubicBezTo>
                    <a:pt x="1048" y="934"/>
                    <a:pt x="1047" y="934"/>
                    <a:pt x="1046" y="934"/>
                  </a:cubicBezTo>
                  <a:cubicBezTo>
                    <a:pt x="1045" y="934"/>
                    <a:pt x="1044" y="934"/>
                    <a:pt x="1043" y="935"/>
                  </a:cubicBezTo>
                  <a:cubicBezTo>
                    <a:pt x="1042" y="935"/>
                    <a:pt x="1041" y="936"/>
                    <a:pt x="1041" y="937"/>
                  </a:cubicBezTo>
                  <a:cubicBezTo>
                    <a:pt x="1040" y="938"/>
                    <a:pt x="1040" y="939"/>
                    <a:pt x="1040" y="939"/>
                  </a:cubicBezTo>
                  <a:cubicBezTo>
                    <a:pt x="1040" y="941"/>
                    <a:pt x="1040" y="943"/>
                    <a:pt x="1040" y="945"/>
                  </a:cubicBezTo>
                  <a:cubicBezTo>
                    <a:pt x="1040" y="960"/>
                    <a:pt x="1044" y="976"/>
                    <a:pt x="1052" y="990"/>
                  </a:cubicBezTo>
                  <a:lnTo>
                    <a:pt x="1052" y="991"/>
                  </a:lnTo>
                  <a:cubicBezTo>
                    <a:pt x="1020" y="976"/>
                    <a:pt x="998" y="932"/>
                    <a:pt x="976" y="908"/>
                  </a:cubicBezTo>
                  <a:cubicBezTo>
                    <a:pt x="945" y="875"/>
                    <a:pt x="928" y="843"/>
                    <a:pt x="886" y="821"/>
                  </a:cubicBezTo>
                  <a:cubicBezTo>
                    <a:pt x="862" y="810"/>
                    <a:pt x="836" y="804"/>
                    <a:pt x="809" y="804"/>
                  </a:cubicBezTo>
                  <a:cubicBezTo>
                    <a:pt x="808" y="804"/>
                    <a:pt x="806" y="804"/>
                    <a:pt x="805" y="805"/>
                  </a:cubicBezTo>
                  <a:cubicBezTo>
                    <a:pt x="804" y="804"/>
                    <a:pt x="802" y="804"/>
                    <a:pt x="801" y="804"/>
                  </a:cubicBezTo>
                  <a:cubicBezTo>
                    <a:pt x="788" y="804"/>
                    <a:pt x="776" y="805"/>
                    <a:pt x="764" y="807"/>
                  </a:cubicBezTo>
                  <a:cubicBezTo>
                    <a:pt x="774" y="802"/>
                    <a:pt x="784" y="798"/>
                    <a:pt x="795" y="796"/>
                  </a:cubicBezTo>
                  <a:cubicBezTo>
                    <a:pt x="826" y="787"/>
                    <a:pt x="859" y="782"/>
                    <a:pt x="891" y="782"/>
                  </a:cubicBezTo>
                  <a:cubicBezTo>
                    <a:pt x="946" y="786"/>
                    <a:pt x="1002" y="830"/>
                    <a:pt x="1052" y="852"/>
                  </a:cubicBezTo>
                  <a:cubicBezTo>
                    <a:pt x="1082" y="864"/>
                    <a:pt x="1112" y="878"/>
                    <a:pt x="1140" y="895"/>
                  </a:cubicBezTo>
                  <a:cubicBezTo>
                    <a:pt x="1150" y="901"/>
                    <a:pt x="1160" y="907"/>
                    <a:pt x="1170" y="913"/>
                  </a:cubicBezTo>
                  <a:cubicBezTo>
                    <a:pt x="1192" y="992"/>
                    <a:pt x="1261" y="1038"/>
                    <a:pt x="1305" y="1104"/>
                  </a:cubicBezTo>
                  <a:cubicBezTo>
                    <a:pt x="1316" y="1117"/>
                    <a:pt x="1326" y="1132"/>
                    <a:pt x="1334" y="1147"/>
                  </a:cubicBezTo>
                  <a:cubicBezTo>
                    <a:pt x="1344" y="1165"/>
                    <a:pt x="1353" y="1183"/>
                    <a:pt x="1360" y="1202"/>
                  </a:cubicBezTo>
                  <a:cubicBezTo>
                    <a:pt x="1369" y="1227"/>
                    <a:pt x="1375" y="1253"/>
                    <a:pt x="1380" y="1279"/>
                  </a:cubicBezTo>
                  <a:cubicBezTo>
                    <a:pt x="1377" y="1271"/>
                    <a:pt x="1374" y="1265"/>
                    <a:pt x="1370" y="1258"/>
                  </a:cubicBezTo>
                  <a:cubicBezTo>
                    <a:pt x="1360" y="1241"/>
                    <a:pt x="1348" y="1226"/>
                    <a:pt x="1334" y="1213"/>
                  </a:cubicBezTo>
                  <a:lnTo>
                    <a:pt x="1335" y="1212"/>
                  </a:lnTo>
                  <a:moveTo>
                    <a:pt x="1187" y="924"/>
                  </a:moveTo>
                  <a:lnTo>
                    <a:pt x="1187" y="924"/>
                  </a:lnTo>
                  <a:moveTo>
                    <a:pt x="1221" y="979"/>
                  </a:moveTo>
                  <a:cubicBezTo>
                    <a:pt x="1227" y="986"/>
                    <a:pt x="1234" y="992"/>
                    <a:pt x="1239" y="998"/>
                  </a:cubicBezTo>
                  <a:lnTo>
                    <a:pt x="1247" y="1008"/>
                  </a:lnTo>
                  <a:cubicBezTo>
                    <a:pt x="1249" y="1011"/>
                    <a:pt x="1249" y="1014"/>
                    <a:pt x="1251" y="1017"/>
                  </a:cubicBezTo>
                  <a:cubicBezTo>
                    <a:pt x="1251" y="1018"/>
                    <a:pt x="1253" y="1019"/>
                    <a:pt x="1254" y="1021"/>
                  </a:cubicBezTo>
                  <a:cubicBezTo>
                    <a:pt x="1241" y="1008"/>
                    <a:pt x="1230" y="994"/>
                    <a:pt x="1219" y="980"/>
                  </a:cubicBezTo>
                  <a:lnTo>
                    <a:pt x="1221" y="979"/>
                  </a:lnTo>
                  <a:moveTo>
                    <a:pt x="1394" y="1184"/>
                  </a:moveTo>
                  <a:lnTo>
                    <a:pt x="1388" y="1170"/>
                  </a:lnTo>
                  <a:lnTo>
                    <a:pt x="1394" y="1181"/>
                  </a:lnTo>
                  <a:lnTo>
                    <a:pt x="1395" y="1184"/>
                  </a:lnTo>
                  <a:lnTo>
                    <a:pt x="1394" y="1184"/>
                  </a:lnTo>
                  <a:moveTo>
                    <a:pt x="1437" y="1108"/>
                  </a:moveTo>
                  <a:cubicBezTo>
                    <a:pt x="1456" y="1151"/>
                    <a:pt x="1468" y="1196"/>
                    <a:pt x="1471" y="1243"/>
                  </a:cubicBezTo>
                  <a:cubicBezTo>
                    <a:pt x="1471" y="1254"/>
                    <a:pt x="1476" y="1282"/>
                    <a:pt x="1475" y="1303"/>
                  </a:cubicBezTo>
                  <a:cubicBezTo>
                    <a:pt x="1458" y="1261"/>
                    <a:pt x="1439" y="1220"/>
                    <a:pt x="1416" y="1181"/>
                  </a:cubicBezTo>
                  <a:cubicBezTo>
                    <a:pt x="1414" y="1178"/>
                    <a:pt x="1413" y="1175"/>
                    <a:pt x="1411" y="1173"/>
                  </a:cubicBezTo>
                  <a:cubicBezTo>
                    <a:pt x="1408" y="1168"/>
                    <a:pt x="1406" y="1163"/>
                    <a:pt x="1403" y="1158"/>
                  </a:cubicBezTo>
                  <a:cubicBezTo>
                    <a:pt x="1391" y="1138"/>
                    <a:pt x="1377" y="1118"/>
                    <a:pt x="1362" y="1100"/>
                  </a:cubicBezTo>
                  <a:cubicBezTo>
                    <a:pt x="1358" y="1091"/>
                    <a:pt x="1354" y="1083"/>
                    <a:pt x="1349" y="1075"/>
                  </a:cubicBezTo>
                  <a:cubicBezTo>
                    <a:pt x="1337" y="1055"/>
                    <a:pt x="1324" y="1036"/>
                    <a:pt x="1308" y="1019"/>
                  </a:cubicBezTo>
                  <a:cubicBezTo>
                    <a:pt x="1292" y="1001"/>
                    <a:pt x="1274" y="984"/>
                    <a:pt x="1254" y="969"/>
                  </a:cubicBezTo>
                  <a:cubicBezTo>
                    <a:pt x="1240" y="954"/>
                    <a:pt x="1225" y="941"/>
                    <a:pt x="1209" y="928"/>
                  </a:cubicBezTo>
                  <a:cubicBezTo>
                    <a:pt x="1209" y="927"/>
                    <a:pt x="1208" y="926"/>
                    <a:pt x="1208" y="925"/>
                  </a:cubicBezTo>
                  <a:cubicBezTo>
                    <a:pt x="1207" y="924"/>
                    <a:pt x="1207" y="923"/>
                    <a:pt x="1206" y="923"/>
                  </a:cubicBezTo>
                  <a:lnTo>
                    <a:pt x="1199" y="918"/>
                  </a:lnTo>
                  <a:cubicBezTo>
                    <a:pt x="1199" y="918"/>
                    <a:pt x="1199" y="917"/>
                    <a:pt x="1198" y="917"/>
                  </a:cubicBezTo>
                  <a:cubicBezTo>
                    <a:pt x="1197" y="917"/>
                    <a:pt x="1196" y="916"/>
                    <a:pt x="1194" y="916"/>
                  </a:cubicBezTo>
                  <a:cubicBezTo>
                    <a:pt x="1176" y="902"/>
                    <a:pt x="1157" y="889"/>
                    <a:pt x="1137" y="877"/>
                  </a:cubicBezTo>
                  <a:cubicBezTo>
                    <a:pt x="1117" y="866"/>
                    <a:pt x="1095" y="855"/>
                    <a:pt x="1073" y="847"/>
                  </a:cubicBezTo>
                  <a:cubicBezTo>
                    <a:pt x="1017" y="824"/>
                    <a:pt x="964" y="788"/>
                    <a:pt x="905" y="774"/>
                  </a:cubicBezTo>
                  <a:cubicBezTo>
                    <a:pt x="895" y="772"/>
                    <a:pt x="886" y="772"/>
                    <a:pt x="876" y="772"/>
                  </a:cubicBezTo>
                  <a:cubicBezTo>
                    <a:pt x="857" y="772"/>
                    <a:pt x="838" y="774"/>
                    <a:pt x="820" y="779"/>
                  </a:cubicBezTo>
                  <a:cubicBezTo>
                    <a:pt x="767" y="789"/>
                    <a:pt x="767" y="795"/>
                    <a:pt x="722" y="820"/>
                  </a:cubicBezTo>
                  <a:cubicBezTo>
                    <a:pt x="722" y="820"/>
                    <a:pt x="721" y="820"/>
                    <a:pt x="721" y="821"/>
                  </a:cubicBezTo>
                  <a:lnTo>
                    <a:pt x="721" y="822"/>
                  </a:lnTo>
                  <a:cubicBezTo>
                    <a:pt x="717" y="824"/>
                    <a:pt x="713" y="828"/>
                    <a:pt x="711" y="832"/>
                  </a:cubicBezTo>
                  <a:cubicBezTo>
                    <a:pt x="764" y="710"/>
                    <a:pt x="930" y="661"/>
                    <a:pt x="1048" y="698"/>
                  </a:cubicBezTo>
                  <a:cubicBezTo>
                    <a:pt x="1074" y="707"/>
                    <a:pt x="1099" y="718"/>
                    <a:pt x="1124" y="731"/>
                  </a:cubicBezTo>
                  <a:cubicBezTo>
                    <a:pt x="1136" y="736"/>
                    <a:pt x="1149" y="742"/>
                    <a:pt x="1160" y="749"/>
                  </a:cubicBezTo>
                  <a:cubicBezTo>
                    <a:pt x="1175" y="757"/>
                    <a:pt x="1189" y="767"/>
                    <a:pt x="1202" y="778"/>
                  </a:cubicBezTo>
                  <a:cubicBezTo>
                    <a:pt x="1222" y="799"/>
                    <a:pt x="1249" y="806"/>
                    <a:pt x="1265" y="833"/>
                  </a:cubicBezTo>
                  <a:cubicBezTo>
                    <a:pt x="1280" y="857"/>
                    <a:pt x="1308" y="869"/>
                    <a:pt x="1316" y="898"/>
                  </a:cubicBezTo>
                  <a:cubicBezTo>
                    <a:pt x="1316" y="898"/>
                    <a:pt x="1316" y="899"/>
                    <a:pt x="1317" y="900"/>
                  </a:cubicBezTo>
                  <a:cubicBezTo>
                    <a:pt x="1317" y="901"/>
                    <a:pt x="1318" y="901"/>
                    <a:pt x="1320" y="902"/>
                  </a:cubicBezTo>
                  <a:cubicBezTo>
                    <a:pt x="1321" y="902"/>
                    <a:pt x="1322" y="903"/>
                    <a:pt x="1323" y="903"/>
                  </a:cubicBezTo>
                  <a:cubicBezTo>
                    <a:pt x="1324" y="903"/>
                    <a:pt x="1326" y="903"/>
                    <a:pt x="1327" y="902"/>
                  </a:cubicBezTo>
                  <a:cubicBezTo>
                    <a:pt x="1333" y="912"/>
                    <a:pt x="1339" y="922"/>
                    <a:pt x="1345" y="932"/>
                  </a:cubicBezTo>
                  <a:cubicBezTo>
                    <a:pt x="1378" y="989"/>
                    <a:pt x="1408" y="1049"/>
                    <a:pt x="1435" y="1110"/>
                  </a:cubicBezTo>
                  <a:lnTo>
                    <a:pt x="1437" y="110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2"/>
            <p:cNvSpPr/>
            <p:nvPr/>
          </p:nvSpPr>
          <p:spPr>
            <a:xfrm>
              <a:off x="9291600" y="3664800"/>
              <a:ext cx="172080" cy="257400"/>
            </a:xfrm>
            <a:custGeom>
              <a:rect b="b" l="l" r="r" t="t"/>
              <a:pathLst>
                <a:path extrusionOk="0" h="715" w="478">
                  <a:moveTo>
                    <a:pt x="255" y="345"/>
                  </a:moveTo>
                  <a:cubicBezTo>
                    <a:pt x="282" y="401"/>
                    <a:pt x="323" y="450"/>
                    <a:pt x="355" y="503"/>
                  </a:cubicBezTo>
                  <a:cubicBezTo>
                    <a:pt x="373" y="530"/>
                    <a:pt x="391" y="558"/>
                    <a:pt x="407" y="586"/>
                  </a:cubicBezTo>
                  <a:cubicBezTo>
                    <a:pt x="430" y="627"/>
                    <a:pt x="452" y="668"/>
                    <a:pt x="471" y="710"/>
                  </a:cubicBezTo>
                  <a:cubicBezTo>
                    <a:pt x="473" y="714"/>
                    <a:pt x="477" y="712"/>
                    <a:pt x="477" y="709"/>
                  </a:cubicBezTo>
                  <a:cubicBezTo>
                    <a:pt x="474" y="648"/>
                    <a:pt x="425" y="579"/>
                    <a:pt x="392" y="530"/>
                  </a:cubicBezTo>
                  <a:cubicBezTo>
                    <a:pt x="355" y="474"/>
                    <a:pt x="324" y="412"/>
                    <a:pt x="283" y="360"/>
                  </a:cubicBezTo>
                  <a:cubicBezTo>
                    <a:pt x="267" y="338"/>
                    <a:pt x="253" y="315"/>
                    <a:pt x="240" y="292"/>
                  </a:cubicBezTo>
                  <a:cubicBezTo>
                    <a:pt x="235" y="284"/>
                    <a:pt x="231" y="276"/>
                    <a:pt x="226" y="268"/>
                  </a:cubicBezTo>
                  <a:cubicBezTo>
                    <a:pt x="207" y="233"/>
                    <a:pt x="181" y="204"/>
                    <a:pt x="162" y="170"/>
                  </a:cubicBezTo>
                  <a:cubicBezTo>
                    <a:pt x="142" y="136"/>
                    <a:pt x="103" y="106"/>
                    <a:pt x="78" y="72"/>
                  </a:cubicBezTo>
                  <a:cubicBezTo>
                    <a:pt x="55" y="46"/>
                    <a:pt x="31" y="22"/>
                    <a:pt x="4" y="1"/>
                  </a:cubicBezTo>
                  <a:cubicBezTo>
                    <a:pt x="4" y="0"/>
                    <a:pt x="3" y="0"/>
                    <a:pt x="3" y="0"/>
                  </a:cubicBezTo>
                  <a:cubicBezTo>
                    <a:pt x="2" y="0"/>
                    <a:pt x="3" y="0"/>
                    <a:pt x="2" y="1"/>
                  </a:cubicBezTo>
                  <a:cubicBezTo>
                    <a:pt x="1" y="2"/>
                    <a:pt x="1" y="1"/>
                    <a:pt x="1" y="1"/>
                  </a:cubicBezTo>
                  <a:cubicBezTo>
                    <a:pt x="0" y="2"/>
                    <a:pt x="0" y="2"/>
                    <a:pt x="0" y="3"/>
                  </a:cubicBezTo>
                  <a:lnTo>
                    <a:pt x="1" y="4"/>
                  </a:lnTo>
                  <a:cubicBezTo>
                    <a:pt x="29" y="32"/>
                    <a:pt x="55" y="62"/>
                    <a:pt x="79" y="94"/>
                  </a:cubicBezTo>
                  <a:cubicBezTo>
                    <a:pt x="104" y="128"/>
                    <a:pt x="136" y="153"/>
                    <a:pt x="156" y="190"/>
                  </a:cubicBezTo>
                  <a:cubicBezTo>
                    <a:pt x="185" y="242"/>
                    <a:pt x="229" y="290"/>
                    <a:pt x="255" y="3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2"/>
            <p:cNvSpPr/>
            <p:nvPr/>
          </p:nvSpPr>
          <p:spPr>
            <a:xfrm>
              <a:off x="9331560" y="3758400"/>
              <a:ext cx="177120" cy="390240"/>
            </a:xfrm>
            <a:custGeom>
              <a:rect b="b" l="l" r="r" t="t"/>
              <a:pathLst>
                <a:path extrusionOk="0" h="1084" w="492">
                  <a:moveTo>
                    <a:pt x="479" y="700"/>
                  </a:moveTo>
                  <a:cubicBezTo>
                    <a:pt x="473" y="750"/>
                    <a:pt x="470" y="799"/>
                    <a:pt x="470" y="849"/>
                  </a:cubicBezTo>
                  <a:cubicBezTo>
                    <a:pt x="470" y="872"/>
                    <a:pt x="471" y="896"/>
                    <a:pt x="472" y="919"/>
                  </a:cubicBezTo>
                  <a:cubicBezTo>
                    <a:pt x="472" y="947"/>
                    <a:pt x="468" y="975"/>
                    <a:pt x="461" y="1003"/>
                  </a:cubicBezTo>
                  <a:cubicBezTo>
                    <a:pt x="460" y="1007"/>
                    <a:pt x="458" y="1012"/>
                    <a:pt x="457" y="1017"/>
                  </a:cubicBezTo>
                  <a:cubicBezTo>
                    <a:pt x="457" y="1015"/>
                    <a:pt x="457" y="1014"/>
                    <a:pt x="457" y="1012"/>
                  </a:cubicBezTo>
                  <a:cubicBezTo>
                    <a:pt x="457" y="939"/>
                    <a:pt x="447" y="867"/>
                    <a:pt x="427" y="797"/>
                  </a:cubicBezTo>
                  <a:cubicBezTo>
                    <a:pt x="418" y="765"/>
                    <a:pt x="411" y="733"/>
                    <a:pt x="406" y="701"/>
                  </a:cubicBezTo>
                  <a:cubicBezTo>
                    <a:pt x="406" y="700"/>
                    <a:pt x="406" y="700"/>
                    <a:pt x="406" y="700"/>
                  </a:cubicBezTo>
                  <a:cubicBezTo>
                    <a:pt x="406" y="696"/>
                    <a:pt x="405" y="692"/>
                    <a:pt x="403" y="689"/>
                  </a:cubicBezTo>
                  <a:cubicBezTo>
                    <a:pt x="401" y="686"/>
                    <a:pt x="399" y="683"/>
                    <a:pt x="395" y="681"/>
                  </a:cubicBezTo>
                  <a:cubicBezTo>
                    <a:pt x="393" y="680"/>
                    <a:pt x="391" y="679"/>
                    <a:pt x="389" y="678"/>
                  </a:cubicBezTo>
                  <a:cubicBezTo>
                    <a:pt x="387" y="668"/>
                    <a:pt x="383" y="658"/>
                    <a:pt x="377" y="648"/>
                  </a:cubicBezTo>
                  <a:cubicBezTo>
                    <a:pt x="375" y="644"/>
                    <a:pt x="372" y="640"/>
                    <a:pt x="369" y="636"/>
                  </a:cubicBezTo>
                  <a:cubicBezTo>
                    <a:pt x="341" y="598"/>
                    <a:pt x="343" y="553"/>
                    <a:pt x="328" y="510"/>
                  </a:cubicBezTo>
                  <a:cubicBezTo>
                    <a:pt x="314" y="470"/>
                    <a:pt x="297" y="432"/>
                    <a:pt x="276" y="396"/>
                  </a:cubicBezTo>
                  <a:cubicBezTo>
                    <a:pt x="274" y="393"/>
                    <a:pt x="273" y="391"/>
                    <a:pt x="272" y="389"/>
                  </a:cubicBezTo>
                  <a:cubicBezTo>
                    <a:pt x="270" y="386"/>
                    <a:pt x="269" y="384"/>
                    <a:pt x="268" y="382"/>
                  </a:cubicBezTo>
                  <a:cubicBezTo>
                    <a:pt x="259" y="366"/>
                    <a:pt x="251" y="350"/>
                    <a:pt x="244" y="333"/>
                  </a:cubicBezTo>
                  <a:lnTo>
                    <a:pt x="241" y="324"/>
                  </a:lnTo>
                  <a:cubicBezTo>
                    <a:pt x="253" y="313"/>
                    <a:pt x="228" y="274"/>
                    <a:pt x="223" y="262"/>
                  </a:cubicBezTo>
                  <a:lnTo>
                    <a:pt x="223" y="261"/>
                  </a:lnTo>
                  <a:cubicBezTo>
                    <a:pt x="222" y="260"/>
                    <a:pt x="221" y="259"/>
                    <a:pt x="220" y="259"/>
                  </a:cubicBezTo>
                  <a:cubicBezTo>
                    <a:pt x="219" y="258"/>
                    <a:pt x="219" y="258"/>
                    <a:pt x="218" y="258"/>
                  </a:cubicBezTo>
                  <a:lnTo>
                    <a:pt x="211" y="258"/>
                  </a:lnTo>
                  <a:cubicBezTo>
                    <a:pt x="210" y="258"/>
                    <a:pt x="208" y="258"/>
                    <a:pt x="207" y="259"/>
                  </a:cubicBezTo>
                  <a:cubicBezTo>
                    <a:pt x="206" y="259"/>
                    <a:pt x="206" y="260"/>
                    <a:pt x="205" y="261"/>
                  </a:cubicBezTo>
                  <a:cubicBezTo>
                    <a:pt x="205" y="262"/>
                    <a:pt x="204" y="263"/>
                    <a:pt x="204" y="264"/>
                  </a:cubicBezTo>
                  <a:cubicBezTo>
                    <a:pt x="204" y="267"/>
                    <a:pt x="204" y="269"/>
                    <a:pt x="204" y="272"/>
                  </a:cubicBezTo>
                  <a:cubicBezTo>
                    <a:pt x="204" y="283"/>
                    <a:pt x="207" y="293"/>
                    <a:pt x="212" y="302"/>
                  </a:cubicBezTo>
                  <a:cubicBezTo>
                    <a:pt x="213" y="303"/>
                    <a:pt x="213" y="304"/>
                    <a:pt x="214" y="305"/>
                  </a:cubicBezTo>
                  <a:lnTo>
                    <a:pt x="211" y="302"/>
                  </a:lnTo>
                  <a:cubicBezTo>
                    <a:pt x="202" y="292"/>
                    <a:pt x="194" y="281"/>
                    <a:pt x="187" y="270"/>
                  </a:cubicBezTo>
                  <a:cubicBezTo>
                    <a:pt x="171" y="244"/>
                    <a:pt x="150" y="220"/>
                    <a:pt x="127" y="199"/>
                  </a:cubicBezTo>
                  <a:cubicBezTo>
                    <a:pt x="119" y="190"/>
                    <a:pt x="111" y="180"/>
                    <a:pt x="105" y="170"/>
                  </a:cubicBezTo>
                  <a:cubicBezTo>
                    <a:pt x="101" y="161"/>
                    <a:pt x="96" y="153"/>
                    <a:pt x="93" y="143"/>
                  </a:cubicBezTo>
                  <a:cubicBezTo>
                    <a:pt x="84" y="124"/>
                    <a:pt x="70" y="109"/>
                    <a:pt x="61" y="90"/>
                  </a:cubicBezTo>
                  <a:cubicBezTo>
                    <a:pt x="56" y="79"/>
                    <a:pt x="51" y="68"/>
                    <a:pt x="45" y="58"/>
                  </a:cubicBezTo>
                  <a:cubicBezTo>
                    <a:pt x="33" y="38"/>
                    <a:pt x="20" y="19"/>
                    <a:pt x="5" y="2"/>
                  </a:cubicBezTo>
                  <a:cubicBezTo>
                    <a:pt x="3" y="0"/>
                    <a:pt x="0" y="2"/>
                    <a:pt x="1" y="5"/>
                  </a:cubicBezTo>
                  <a:cubicBezTo>
                    <a:pt x="29" y="58"/>
                    <a:pt x="59" y="109"/>
                    <a:pt x="84" y="164"/>
                  </a:cubicBezTo>
                  <a:cubicBezTo>
                    <a:pt x="87" y="169"/>
                    <a:pt x="90" y="174"/>
                    <a:pt x="93" y="180"/>
                  </a:cubicBezTo>
                  <a:cubicBezTo>
                    <a:pt x="102" y="194"/>
                    <a:pt x="112" y="209"/>
                    <a:pt x="125" y="220"/>
                  </a:cubicBezTo>
                  <a:cubicBezTo>
                    <a:pt x="149" y="245"/>
                    <a:pt x="171" y="273"/>
                    <a:pt x="189" y="302"/>
                  </a:cubicBezTo>
                  <a:cubicBezTo>
                    <a:pt x="194" y="311"/>
                    <a:pt x="202" y="318"/>
                    <a:pt x="211" y="324"/>
                  </a:cubicBezTo>
                  <a:cubicBezTo>
                    <a:pt x="216" y="326"/>
                    <a:pt x="221" y="328"/>
                    <a:pt x="226" y="330"/>
                  </a:cubicBezTo>
                  <a:cubicBezTo>
                    <a:pt x="231" y="344"/>
                    <a:pt x="236" y="358"/>
                    <a:pt x="242" y="371"/>
                  </a:cubicBezTo>
                  <a:cubicBezTo>
                    <a:pt x="252" y="395"/>
                    <a:pt x="267" y="416"/>
                    <a:pt x="277" y="440"/>
                  </a:cubicBezTo>
                  <a:cubicBezTo>
                    <a:pt x="297" y="485"/>
                    <a:pt x="313" y="531"/>
                    <a:pt x="325" y="579"/>
                  </a:cubicBezTo>
                  <a:cubicBezTo>
                    <a:pt x="334" y="627"/>
                    <a:pt x="371" y="660"/>
                    <a:pt x="373" y="709"/>
                  </a:cubicBezTo>
                  <a:cubicBezTo>
                    <a:pt x="373" y="711"/>
                    <a:pt x="373" y="713"/>
                    <a:pt x="374" y="714"/>
                  </a:cubicBezTo>
                  <a:cubicBezTo>
                    <a:pt x="375" y="716"/>
                    <a:pt x="376" y="717"/>
                    <a:pt x="377" y="718"/>
                  </a:cubicBezTo>
                  <a:cubicBezTo>
                    <a:pt x="379" y="718"/>
                    <a:pt x="381" y="719"/>
                    <a:pt x="382" y="719"/>
                  </a:cubicBezTo>
                  <a:cubicBezTo>
                    <a:pt x="384" y="719"/>
                    <a:pt x="386" y="718"/>
                    <a:pt x="387" y="718"/>
                  </a:cubicBezTo>
                  <a:cubicBezTo>
                    <a:pt x="388" y="717"/>
                    <a:pt x="389" y="716"/>
                    <a:pt x="390" y="715"/>
                  </a:cubicBezTo>
                  <a:cubicBezTo>
                    <a:pt x="395" y="732"/>
                    <a:pt x="399" y="754"/>
                    <a:pt x="399" y="756"/>
                  </a:cubicBezTo>
                  <a:cubicBezTo>
                    <a:pt x="404" y="788"/>
                    <a:pt x="410" y="819"/>
                    <a:pt x="418" y="851"/>
                  </a:cubicBezTo>
                  <a:cubicBezTo>
                    <a:pt x="435" y="918"/>
                    <a:pt x="432" y="982"/>
                    <a:pt x="438" y="1050"/>
                  </a:cubicBezTo>
                  <a:cubicBezTo>
                    <a:pt x="438" y="1051"/>
                    <a:pt x="439" y="1052"/>
                    <a:pt x="439" y="1053"/>
                  </a:cubicBezTo>
                  <a:lnTo>
                    <a:pt x="440" y="1054"/>
                  </a:lnTo>
                  <a:cubicBezTo>
                    <a:pt x="439" y="1059"/>
                    <a:pt x="438" y="1063"/>
                    <a:pt x="437" y="1068"/>
                  </a:cubicBezTo>
                  <a:cubicBezTo>
                    <a:pt x="436" y="1079"/>
                    <a:pt x="452" y="1083"/>
                    <a:pt x="454" y="1072"/>
                  </a:cubicBezTo>
                  <a:cubicBezTo>
                    <a:pt x="459" y="1044"/>
                    <a:pt x="473" y="1021"/>
                    <a:pt x="482" y="994"/>
                  </a:cubicBezTo>
                  <a:cubicBezTo>
                    <a:pt x="486" y="975"/>
                    <a:pt x="489" y="956"/>
                    <a:pt x="489" y="936"/>
                  </a:cubicBezTo>
                  <a:cubicBezTo>
                    <a:pt x="491" y="911"/>
                    <a:pt x="491" y="886"/>
                    <a:pt x="491" y="860"/>
                  </a:cubicBezTo>
                  <a:cubicBezTo>
                    <a:pt x="491" y="807"/>
                    <a:pt x="488" y="753"/>
                    <a:pt x="482" y="701"/>
                  </a:cubicBezTo>
                  <a:cubicBezTo>
                    <a:pt x="483" y="698"/>
                    <a:pt x="479" y="697"/>
                    <a:pt x="479" y="7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2"/>
            <p:cNvSpPr/>
            <p:nvPr/>
          </p:nvSpPr>
          <p:spPr>
            <a:xfrm>
              <a:off x="9148680" y="3291480"/>
              <a:ext cx="240120" cy="47520"/>
            </a:xfrm>
            <a:custGeom>
              <a:rect b="b" l="l" r="r" t="t"/>
              <a:pathLst>
                <a:path extrusionOk="0" h="132" w="667">
                  <a:moveTo>
                    <a:pt x="260" y="75"/>
                  </a:moveTo>
                  <a:cubicBezTo>
                    <a:pt x="215" y="88"/>
                    <a:pt x="164" y="94"/>
                    <a:pt x="117" y="104"/>
                  </a:cubicBezTo>
                  <a:cubicBezTo>
                    <a:pt x="78" y="112"/>
                    <a:pt x="40" y="122"/>
                    <a:pt x="1" y="128"/>
                  </a:cubicBezTo>
                  <a:cubicBezTo>
                    <a:pt x="0" y="128"/>
                    <a:pt x="0" y="128"/>
                    <a:pt x="0" y="128"/>
                  </a:cubicBezTo>
                  <a:cubicBezTo>
                    <a:pt x="0" y="129"/>
                    <a:pt x="0" y="129"/>
                    <a:pt x="0" y="129"/>
                  </a:cubicBezTo>
                  <a:lnTo>
                    <a:pt x="0" y="130"/>
                  </a:lnTo>
                  <a:lnTo>
                    <a:pt x="1" y="130"/>
                  </a:lnTo>
                  <a:cubicBezTo>
                    <a:pt x="2" y="131"/>
                    <a:pt x="1" y="131"/>
                    <a:pt x="1" y="131"/>
                  </a:cubicBezTo>
                  <a:cubicBezTo>
                    <a:pt x="46" y="126"/>
                    <a:pt x="91" y="118"/>
                    <a:pt x="136" y="109"/>
                  </a:cubicBezTo>
                  <a:cubicBezTo>
                    <a:pt x="186" y="100"/>
                    <a:pt x="246" y="80"/>
                    <a:pt x="298" y="82"/>
                  </a:cubicBezTo>
                  <a:cubicBezTo>
                    <a:pt x="303" y="83"/>
                    <a:pt x="308" y="83"/>
                    <a:pt x="313" y="83"/>
                  </a:cubicBezTo>
                  <a:cubicBezTo>
                    <a:pt x="364" y="83"/>
                    <a:pt x="414" y="74"/>
                    <a:pt x="463" y="57"/>
                  </a:cubicBezTo>
                  <a:cubicBezTo>
                    <a:pt x="484" y="50"/>
                    <a:pt x="511" y="44"/>
                    <a:pt x="536" y="35"/>
                  </a:cubicBezTo>
                  <a:cubicBezTo>
                    <a:pt x="579" y="32"/>
                    <a:pt x="621" y="28"/>
                    <a:pt x="664" y="22"/>
                  </a:cubicBezTo>
                  <a:cubicBezTo>
                    <a:pt x="666" y="22"/>
                    <a:pt x="666" y="20"/>
                    <a:pt x="664" y="20"/>
                  </a:cubicBezTo>
                  <a:cubicBezTo>
                    <a:pt x="631" y="20"/>
                    <a:pt x="597" y="21"/>
                    <a:pt x="564" y="21"/>
                  </a:cubicBezTo>
                  <a:cubicBezTo>
                    <a:pt x="569" y="18"/>
                    <a:pt x="575" y="14"/>
                    <a:pt x="579" y="9"/>
                  </a:cubicBezTo>
                  <a:cubicBezTo>
                    <a:pt x="583" y="5"/>
                    <a:pt x="578" y="0"/>
                    <a:pt x="573" y="2"/>
                  </a:cubicBezTo>
                  <a:cubicBezTo>
                    <a:pt x="554" y="10"/>
                    <a:pt x="534" y="16"/>
                    <a:pt x="514" y="22"/>
                  </a:cubicBezTo>
                  <a:cubicBezTo>
                    <a:pt x="413" y="22"/>
                    <a:pt x="312" y="22"/>
                    <a:pt x="212" y="27"/>
                  </a:cubicBezTo>
                  <a:cubicBezTo>
                    <a:pt x="211" y="27"/>
                    <a:pt x="211" y="28"/>
                    <a:pt x="210" y="28"/>
                  </a:cubicBezTo>
                  <a:cubicBezTo>
                    <a:pt x="209" y="28"/>
                    <a:pt x="209" y="29"/>
                    <a:pt x="209" y="29"/>
                  </a:cubicBezTo>
                  <a:cubicBezTo>
                    <a:pt x="208" y="30"/>
                    <a:pt x="208" y="30"/>
                    <a:pt x="208" y="31"/>
                  </a:cubicBezTo>
                  <a:cubicBezTo>
                    <a:pt x="208" y="32"/>
                    <a:pt x="208" y="32"/>
                    <a:pt x="209" y="33"/>
                  </a:cubicBezTo>
                  <a:cubicBezTo>
                    <a:pt x="209" y="33"/>
                    <a:pt x="209" y="34"/>
                    <a:pt x="210" y="34"/>
                  </a:cubicBezTo>
                  <a:cubicBezTo>
                    <a:pt x="211" y="34"/>
                    <a:pt x="211" y="34"/>
                    <a:pt x="212" y="34"/>
                  </a:cubicBezTo>
                  <a:cubicBezTo>
                    <a:pt x="297" y="39"/>
                    <a:pt x="383" y="41"/>
                    <a:pt x="469" y="38"/>
                  </a:cubicBezTo>
                  <a:cubicBezTo>
                    <a:pt x="449" y="44"/>
                    <a:pt x="430" y="50"/>
                    <a:pt x="412" y="55"/>
                  </a:cubicBezTo>
                  <a:cubicBezTo>
                    <a:pt x="363" y="67"/>
                    <a:pt x="308" y="59"/>
                    <a:pt x="26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2"/>
            <p:cNvSpPr/>
            <p:nvPr/>
          </p:nvSpPr>
          <p:spPr>
            <a:xfrm>
              <a:off x="9354960" y="3216240"/>
              <a:ext cx="475200" cy="225000"/>
            </a:xfrm>
            <a:custGeom>
              <a:rect b="b" l="l" r="r" t="t"/>
              <a:pathLst>
                <a:path extrusionOk="0" h="625" w="1320">
                  <a:moveTo>
                    <a:pt x="1266" y="568"/>
                  </a:moveTo>
                  <a:cubicBezTo>
                    <a:pt x="1244" y="546"/>
                    <a:pt x="1221" y="527"/>
                    <a:pt x="1199" y="506"/>
                  </a:cubicBezTo>
                  <a:cubicBezTo>
                    <a:pt x="1173" y="481"/>
                    <a:pt x="1144" y="460"/>
                    <a:pt x="1113" y="442"/>
                  </a:cubicBezTo>
                  <a:cubicBezTo>
                    <a:pt x="1092" y="430"/>
                    <a:pt x="1071" y="420"/>
                    <a:pt x="1050" y="412"/>
                  </a:cubicBezTo>
                  <a:cubicBezTo>
                    <a:pt x="993" y="388"/>
                    <a:pt x="932" y="367"/>
                    <a:pt x="882" y="330"/>
                  </a:cubicBezTo>
                  <a:cubicBezTo>
                    <a:pt x="879" y="327"/>
                    <a:pt x="875" y="325"/>
                    <a:pt x="872" y="323"/>
                  </a:cubicBezTo>
                  <a:cubicBezTo>
                    <a:pt x="856" y="314"/>
                    <a:pt x="840" y="307"/>
                    <a:pt x="823" y="300"/>
                  </a:cubicBezTo>
                  <a:cubicBezTo>
                    <a:pt x="789" y="284"/>
                    <a:pt x="752" y="249"/>
                    <a:pt x="720" y="227"/>
                  </a:cubicBezTo>
                  <a:cubicBezTo>
                    <a:pt x="720" y="227"/>
                    <a:pt x="719" y="227"/>
                    <a:pt x="719" y="226"/>
                  </a:cubicBezTo>
                  <a:cubicBezTo>
                    <a:pt x="719" y="226"/>
                    <a:pt x="718" y="226"/>
                    <a:pt x="717" y="226"/>
                  </a:cubicBezTo>
                  <a:cubicBezTo>
                    <a:pt x="716" y="226"/>
                    <a:pt x="715" y="225"/>
                    <a:pt x="714" y="226"/>
                  </a:cubicBezTo>
                  <a:cubicBezTo>
                    <a:pt x="713" y="227"/>
                    <a:pt x="713" y="227"/>
                    <a:pt x="712" y="228"/>
                  </a:cubicBezTo>
                  <a:cubicBezTo>
                    <a:pt x="711" y="229"/>
                    <a:pt x="712" y="230"/>
                    <a:pt x="712" y="231"/>
                  </a:cubicBezTo>
                  <a:cubicBezTo>
                    <a:pt x="712" y="232"/>
                    <a:pt x="712" y="233"/>
                    <a:pt x="712" y="233"/>
                  </a:cubicBezTo>
                  <a:cubicBezTo>
                    <a:pt x="713" y="234"/>
                    <a:pt x="713" y="234"/>
                    <a:pt x="713" y="235"/>
                  </a:cubicBezTo>
                  <a:cubicBezTo>
                    <a:pt x="739" y="256"/>
                    <a:pt x="715" y="248"/>
                    <a:pt x="705" y="245"/>
                  </a:cubicBezTo>
                  <a:cubicBezTo>
                    <a:pt x="670" y="236"/>
                    <a:pt x="636" y="222"/>
                    <a:pt x="603" y="206"/>
                  </a:cubicBezTo>
                  <a:cubicBezTo>
                    <a:pt x="584" y="195"/>
                    <a:pt x="565" y="187"/>
                    <a:pt x="544" y="180"/>
                  </a:cubicBezTo>
                  <a:cubicBezTo>
                    <a:pt x="525" y="170"/>
                    <a:pt x="504" y="161"/>
                    <a:pt x="483" y="153"/>
                  </a:cubicBezTo>
                  <a:cubicBezTo>
                    <a:pt x="481" y="152"/>
                    <a:pt x="480" y="151"/>
                    <a:pt x="478" y="150"/>
                  </a:cubicBezTo>
                  <a:cubicBezTo>
                    <a:pt x="462" y="140"/>
                    <a:pt x="444" y="134"/>
                    <a:pt x="426" y="129"/>
                  </a:cubicBezTo>
                  <a:cubicBezTo>
                    <a:pt x="374" y="110"/>
                    <a:pt x="322" y="88"/>
                    <a:pt x="269" y="73"/>
                  </a:cubicBezTo>
                  <a:cubicBezTo>
                    <a:pt x="224" y="60"/>
                    <a:pt x="182" y="26"/>
                    <a:pt x="136" y="21"/>
                  </a:cubicBezTo>
                  <a:cubicBezTo>
                    <a:pt x="110" y="18"/>
                    <a:pt x="86" y="13"/>
                    <a:pt x="61" y="4"/>
                  </a:cubicBezTo>
                  <a:cubicBezTo>
                    <a:pt x="52" y="0"/>
                    <a:pt x="48" y="8"/>
                    <a:pt x="36" y="2"/>
                  </a:cubicBezTo>
                  <a:cubicBezTo>
                    <a:pt x="34" y="2"/>
                    <a:pt x="33" y="4"/>
                    <a:pt x="34" y="5"/>
                  </a:cubicBezTo>
                  <a:cubicBezTo>
                    <a:pt x="36" y="6"/>
                    <a:pt x="38" y="8"/>
                    <a:pt x="40" y="9"/>
                  </a:cubicBezTo>
                  <a:cubicBezTo>
                    <a:pt x="48" y="13"/>
                    <a:pt x="57" y="16"/>
                    <a:pt x="66" y="17"/>
                  </a:cubicBezTo>
                  <a:cubicBezTo>
                    <a:pt x="119" y="22"/>
                    <a:pt x="170" y="47"/>
                    <a:pt x="219" y="67"/>
                  </a:cubicBezTo>
                  <a:cubicBezTo>
                    <a:pt x="265" y="87"/>
                    <a:pt x="313" y="104"/>
                    <a:pt x="362" y="117"/>
                  </a:cubicBezTo>
                  <a:cubicBezTo>
                    <a:pt x="402" y="126"/>
                    <a:pt x="440" y="141"/>
                    <a:pt x="475" y="161"/>
                  </a:cubicBezTo>
                  <a:cubicBezTo>
                    <a:pt x="476" y="162"/>
                    <a:pt x="477" y="162"/>
                    <a:pt x="478" y="162"/>
                  </a:cubicBezTo>
                  <a:cubicBezTo>
                    <a:pt x="401" y="152"/>
                    <a:pt x="324" y="147"/>
                    <a:pt x="247" y="147"/>
                  </a:cubicBezTo>
                  <a:cubicBezTo>
                    <a:pt x="167" y="144"/>
                    <a:pt x="87" y="155"/>
                    <a:pt x="8" y="153"/>
                  </a:cubicBezTo>
                  <a:cubicBezTo>
                    <a:pt x="7" y="153"/>
                    <a:pt x="6" y="153"/>
                    <a:pt x="5" y="154"/>
                  </a:cubicBezTo>
                  <a:cubicBezTo>
                    <a:pt x="3" y="155"/>
                    <a:pt x="3" y="156"/>
                    <a:pt x="2" y="157"/>
                  </a:cubicBezTo>
                  <a:cubicBezTo>
                    <a:pt x="1" y="158"/>
                    <a:pt x="0" y="159"/>
                    <a:pt x="0" y="161"/>
                  </a:cubicBezTo>
                  <a:cubicBezTo>
                    <a:pt x="0" y="162"/>
                    <a:pt x="1" y="164"/>
                    <a:pt x="2" y="166"/>
                  </a:cubicBezTo>
                  <a:cubicBezTo>
                    <a:pt x="3" y="168"/>
                    <a:pt x="3" y="168"/>
                    <a:pt x="5" y="169"/>
                  </a:cubicBezTo>
                  <a:cubicBezTo>
                    <a:pt x="5" y="169"/>
                    <a:pt x="6" y="169"/>
                    <a:pt x="7" y="170"/>
                  </a:cubicBezTo>
                  <a:cubicBezTo>
                    <a:pt x="22" y="175"/>
                    <a:pt x="36" y="181"/>
                    <a:pt x="50" y="189"/>
                  </a:cubicBezTo>
                  <a:cubicBezTo>
                    <a:pt x="76" y="199"/>
                    <a:pt x="104" y="203"/>
                    <a:pt x="129" y="212"/>
                  </a:cubicBezTo>
                  <a:cubicBezTo>
                    <a:pt x="138" y="215"/>
                    <a:pt x="147" y="218"/>
                    <a:pt x="156" y="222"/>
                  </a:cubicBezTo>
                  <a:cubicBezTo>
                    <a:pt x="158" y="231"/>
                    <a:pt x="154" y="234"/>
                    <a:pt x="145" y="231"/>
                  </a:cubicBezTo>
                  <a:cubicBezTo>
                    <a:pt x="136" y="231"/>
                    <a:pt x="128" y="231"/>
                    <a:pt x="119" y="231"/>
                  </a:cubicBezTo>
                  <a:cubicBezTo>
                    <a:pt x="118" y="231"/>
                    <a:pt x="118" y="233"/>
                    <a:pt x="119" y="233"/>
                  </a:cubicBezTo>
                  <a:cubicBezTo>
                    <a:pt x="129" y="235"/>
                    <a:pt x="138" y="236"/>
                    <a:pt x="148" y="236"/>
                  </a:cubicBezTo>
                  <a:cubicBezTo>
                    <a:pt x="155" y="236"/>
                    <a:pt x="162" y="235"/>
                    <a:pt x="169" y="234"/>
                  </a:cubicBezTo>
                  <a:cubicBezTo>
                    <a:pt x="170" y="234"/>
                    <a:pt x="170" y="233"/>
                    <a:pt x="171" y="233"/>
                  </a:cubicBezTo>
                  <a:lnTo>
                    <a:pt x="171" y="232"/>
                  </a:lnTo>
                  <a:cubicBezTo>
                    <a:pt x="175" y="217"/>
                    <a:pt x="154" y="211"/>
                    <a:pt x="143" y="206"/>
                  </a:cubicBezTo>
                  <a:cubicBezTo>
                    <a:pt x="132" y="201"/>
                    <a:pt x="117" y="196"/>
                    <a:pt x="104" y="191"/>
                  </a:cubicBezTo>
                  <a:cubicBezTo>
                    <a:pt x="87" y="186"/>
                    <a:pt x="71" y="178"/>
                    <a:pt x="55" y="172"/>
                  </a:cubicBezTo>
                  <a:cubicBezTo>
                    <a:pt x="76" y="170"/>
                    <a:pt x="98" y="168"/>
                    <a:pt x="119" y="168"/>
                  </a:cubicBezTo>
                  <a:cubicBezTo>
                    <a:pt x="168" y="168"/>
                    <a:pt x="218" y="167"/>
                    <a:pt x="266" y="168"/>
                  </a:cubicBezTo>
                  <a:cubicBezTo>
                    <a:pt x="300" y="170"/>
                    <a:pt x="335" y="175"/>
                    <a:pt x="369" y="177"/>
                  </a:cubicBezTo>
                  <a:cubicBezTo>
                    <a:pt x="410" y="179"/>
                    <a:pt x="455" y="187"/>
                    <a:pt x="495" y="178"/>
                  </a:cubicBezTo>
                  <a:lnTo>
                    <a:pt x="496" y="178"/>
                  </a:lnTo>
                  <a:cubicBezTo>
                    <a:pt x="497" y="177"/>
                    <a:pt x="498" y="177"/>
                    <a:pt x="498" y="176"/>
                  </a:cubicBezTo>
                  <a:cubicBezTo>
                    <a:pt x="499" y="175"/>
                    <a:pt x="499" y="174"/>
                    <a:pt x="499" y="174"/>
                  </a:cubicBezTo>
                  <a:cubicBezTo>
                    <a:pt x="503" y="177"/>
                    <a:pt x="507" y="180"/>
                    <a:pt x="511" y="182"/>
                  </a:cubicBezTo>
                  <a:cubicBezTo>
                    <a:pt x="516" y="185"/>
                    <a:pt x="522" y="188"/>
                    <a:pt x="528" y="190"/>
                  </a:cubicBezTo>
                  <a:cubicBezTo>
                    <a:pt x="556" y="198"/>
                    <a:pt x="583" y="210"/>
                    <a:pt x="608" y="224"/>
                  </a:cubicBezTo>
                  <a:cubicBezTo>
                    <a:pt x="610" y="225"/>
                    <a:pt x="612" y="226"/>
                    <a:pt x="613" y="227"/>
                  </a:cubicBezTo>
                  <a:cubicBezTo>
                    <a:pt x="637" y="239"/>
                    <a:pt x="663" y="249"/>
                    <a:pt x="689" y="254"/>
                  </a:cubicBezTo>
                  <a:cubicBezTo>
                    <a:pt x="705" y="261"/>
                    <a:pt x="722" y="267"/>
                    <a:pt x="739" y="271"/>
                  </a:cubicBezTo>
                  <a:cubicBezTo>
                    <a:pt x="740" y="271"/>
                    <a:pt x="741" y="272"/>
                    <a:pt x="742" y="271"/>
                  </a:cubicBezTo>
                  <a:cubicBezTo>
                    <a:pt x="743" y="270"/>
                    <a:pt x="744" y="269"/>
                    <a:pt x="744" y="269"/>
                  </a:cubicBezTo>
                  <a:cubicBezTo>
                    <a:pt x="745" y="268"/>
                    <a:pt x="745" y="267"/>
                    <a:pt x="745" y="266"/>
                  </a:cubicBezTo>
                  <a:cubicBezTo>
                    <a:pt x="745" y="265"/>
                    <a:pt x="745" y="265"/>
                    <a:pt x="745" y="265"/>
                  </a:cubicBezTo>
                  <a:lnTo>
                    <a:pt x="744" y="262"/>
                  </a:lnTo>
                  <a:cubicBezTo>
                    <a:pt x="784" y="292"/>
                    <a:pt x="826" y="320"/>
                    <a:pt x="869" y="345"/>
                  </a:cubicBezTo>
                  <a:cubicBezTo>
                    <a:pt x="911" y="369"/>
                    <a:pt x="953" y="390"/>
                    <a:pt x="997" y="409"/>
                  </a:cubicBezTo>
                  <a:cubicBezTo>
                    <a:pt x="1067" y="443"/>
                    <a:pt x="1129" y="464"/>
                    <a:pt x="1188" y="517"/>
                  </a:cubicBezTo>
                  <a:cubicBezTo>
                    <a:pt x="1218" y="544"/>
                    <a:pt x="1247" y="572"/>
                    <a:pt x="1276" y="600"/>
                  </a:cubicBezTo>
                  <a:cubicBezTo>
                    <a:pt x="1281" y="606"/>
                    <a:pt x="1288" y="612"/>
                    <a:pt x="1296" y="616"/>
                  </a:cubicBezTo>
                  <a:cubicBezTo>
                    <a:pt x="1301" y="619"/>
                    <a:pt x="1307" y="622"/>
                    <a:pt x="1314" y="624"/>
                  </a:cubicBezTo>
                  <a:lnTo>
                    <a:pt x="1315" y="624"/>
                  </a:lnTo>
                  <a:cubicBezTo>
                    <a:pt x="1315" y="624"/>
                    <a:pt x="1316" y="624"/>
                    <a:pt x="1317" y="623"/>
                  </a:cubicBezTo>
                  <a:lnTo>
                    <a:pt x="1318" y="622"/>
                  </a:lnTo>
                  <a:cubicBezTo>
                    <a:pt x="1318" y="621"/>
                    <a:pt x="1319" y="621"/>
                    <a:pt x="1319" y="620"/>
                  </a:cubicBezTo>
                  <a:cubicBezTo>
                    <a:pt x="1319" y="619"/>
                    <a:pt x="1319" y="619"/>
                    <a:pt x="1318" y="618"/>
                  </a:cubicBezTo>
                  <a:lnTo>
                    <a:pt x="1317" y="617"/>
                  </a:lnTo>
                  <a:cubicBezTo>
                    <a:pt x="1317" y="617"/>
                    <a:pt x="1316" y="617"/>
                    <a:pt x="1316" y="616"/>
                  </a:cubicBezTo>
                  <a:cubicBezTo>
                    <a:pt x="1298" y="602"/>
                    <a:pt x="1280" y="586"/>
                    <a:pt x="1266" y="5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2"/>
            <p:cNvSpPr/>
            <p:nvPr/>
          </p:nvSpPr>
          <p:spPr>
            <a:xfrm>
              <a:off x="8932320" y="3189240"/>
              <a:ext cx="1032480" cy="434160"/>
            </a:xfrm>
            <a:custGeom>
              <a:rect b="b" l="l" r="r" t="t"/>
              <a:pathLst>
                <a:path extrusionOk="0" h="1206" w="2868">
                  <a:moveTo>
                    <a:pt x="2866" y="1187"/>
                  </a:moveTo>
                  <a:cubicBezTo>
                    <a:pt x="2846" y="1164"/>
                    <a:pt x="2826" y="1141"/>
                    <a:pt x="2810" y="1116"/>
                  </a:cubicBezTo>
                  <a:lnTo>
                    <a:pt x="2807" y="1107"/>
                  </a:lnTo>
                  <a:cubicBezTo>
                    <a:pt x="2793" y="1067"/>
                    <a:pt x="2776" y="1027"/>
                    <a:pt x="2756" y="989"/>
                  </a:cubicBezTo>
                  <a:cubicBezTo>
                    <a:pt x="2738" y="952"/>
                    <a:pt x="2728" y="913"/>
                    <a:pt x="2707" y="876"/>
                  </a:cubicBezTo>
                  <a:cubicBezTo>
                    <a:pt x="2691" y="847"/>
                    <a:pt x="2673" y="820"/>
                    <a:pt x="2658" y="790"/>
                  </a:cubicBezTo>
                  <a:cubicBezTo>
                    <a:pt x="2643" y="756"/>
                    <a:pt x="2626" y="723"/>
                    <a:pt x="2607" y="690"/>
                  </a:cubicBezTo>
                  <a:cubicBezTo>
                    <a:pt x="2585" y="651"/>
                    <a:pt x="2559" y="613"/>
                    <a:pt x="2532" y="576"/>
                  </a:cubicBezTo>
                  <a:cubicBezTo>
                    <a:pt x="2482" y="514"/>
                    <a:pt x="2437" y="444"/>
                    <a:pt x="2377" y="391"/>
                  </a:cubicBezTo>
                  <a:cubicBezTo>
                    <a:pt x="2345" y="364"/>
                    <a:pt x="2319" y="333"/>
                    <a:pt x="2286" y="307"/>
                  </a:cubicBezTo>
                  <a:cubicBezTo>
                    <a:pt x="2270" y="294"/>
                    <a:pt x="2252" y="282"/>
                    <a:pt x="2234" y="272"/>
                  </a:cubicBezTo>
                  <a:cubicBezTo>
                    <a:pt x="2219" y="263"/>
                    <a:pt x="2203" y="255"/>
                    <a:pt x="2186" y="248"/>
                  </a:cubicBezTo>
                  <a:cubicBezTo>
                    <a:pt x="2113" y="217"/>
                    <a:pt x="2041" y="179"/>
                    <a:pt x="1966" y="152"/>
                  </a:cubicBezTo>
                  <a:cubicBezTo>
                    <a:pt x="1887" y="123"/>
                    <a:pt x="1805" y="100"/>
                    <a:pt x="1724" y="80"/>
                  </a:cubicBezTo>
                  <a:cubicBezTo>
                    <a:pt x="1643" y="59"/>
                    <a:pt x="1554" y="70"/>
                    <a:pt x="1472" y="68"/>
                  </a:cubicBezTo>
                  <a:cubicBezTo>
                    <a:pt x="1448" y="61"/>
                    <a:pt x="1423" y="57"/>
                    <a:pt x="1398" y="57"/>
                  </a:cubicBezTo>
                  <a:cubicBezTo>
                    <a:pt x="1397" y="57"/>
                    <a:pt x="1396" y="57"/>
                    <a:pt x="1395" y="57"/>
                  </a:cubicBezTo>
                  <a:cubicBezTo>
                    <a:pt x="1376" y="57"/>
                    <a:pt x="1357" y="55"/>
                    <a:pt x="1339" y="50"/>
                  </a:cubicBezTo>
                  <a:lnTo>
                    <a:pt x="1340" y="50"/>
                  </a:lnTo>
                  <a:cubicBezTo>
                    <a:pt x="1347" y="50"/>
                    <a:pt x="1347" y="40"/>
                    <a:pt x="1342" y="38"/>
                  </a:cubicBezTo>
                  <a:cubicBezTo>
                    <a:pt x="1314" y="28"/>
                    <a:pt x="1287" y="23"/>
                    <a:pt x="1260" y="12"/>
                  </a:cubicBezTo>
                  <a:cubicBezTo>
                    <a:pt x="1235" y="4"/>
                    <a:pt x="1210" y="0"/>
                    <a:pt x="1184" y="0"/>
                  </a:cubicBezTo>
                  <a:cubicBezTo>
                    <a:pt x="1179" y="0"/>
                    <a:pt x="1174" y="0"/>
                    <a:pt x="1169" y="0"/>
                  </a:cubicBezTo>
                  <a:cubicBezTo>
                    <a:pt x="1100" y="1"/>
                    <a:pt x="1030" y="8"/>
                    <a:pt x="962" y="23"/>
                  </a:cubicBezTo>
                  <a:cubicBezTo>
                    <a:pt x="940" y="26"/>
                    <a:pt x="920" y="34"/>
                    <a:pt x="900" y="44"/>
                  </a:cubicBezTo>
                  <a:cubicBezTo>
                    <a:pt x="881" y="51"/>
                    <a:pt x="861" y="59"/>
                    <a:pt x="839" y="65"/>
                  </a:cubicBezTo>
                  <a:cubicBezTo>
                    <a:pt x="793" y="80"/>
                    <a:pt x="748" y="100"/>
                    <a:pt x="705" y="124"/>
                  </a:cubicBezTo>
                  <a:cubicBezTo>
                    <a:pt x="704" y="125"/>
                    <a:pt x="703" y="126"/>
                    <a:pt x="702" y="126"/>
                  </a:cubicBezTo>
                  <a:cubicBezTo>
                    <a:pt x="639" y="162"/>
                    <a:pt x="580" y="201"/>
                    <a:pt x="539" y="259"/>
                  </a:cubicBezTo>
                  <a:cubicBezTo>
                    <a:pt x="545" y="233"/>
                    <a:pt x="555" y="203"/>
                    <a:pt x="577" y="191"/>
                  </a:cubicBezTo>
                  <a:cubicBezTo>
                    <a:pt x="583" y="188"/>
                    <a:pt x="580" y="179"/>
                    <a:pt x="573" y="181"/>
                  </a:cubicBezTo>
                  <a:cubicBezTo>
                    <a:pt x="547" y="189"/>
                    <a:pt x="521" y="200"/>
                    <a:pt x="497" y="214"/>
                  </a:cubicBezTo>
                  <a:cubicBezTo>
                    <a:pt x="474" y="227"/>
                    <a:pt x="454" y="242"/>
                    <a:pt x="434" y="259"/>
                  </a:cubicBezTo>
                  <a:cubicBezTo>
                    <a:pt x="416" y="277"/>
                    <a:pt x="399" y="296"/>
                    <a:pt x="384" y="316"/>
                  </a:cubicBezTo>
                  <a:cubicBezTo>
                    <a:pt x="383" y="316"/>
                    <a:pt x="383" y="316"/>
                    <a:pt x="383" y="316"/>
                  </a:cubicBezTo>
                  <a:cubicBezTo>
                    <a:pt x="383" y="316"/>
                    <a:pt x="382" y="316"/>
                    <a:pt x="381" y="316"/>
                  </a:cubicBezTo>
                  <a:lnTo>
                    <a:pt x="380" y="316"/>
                  </a:lnTo>
                  <a:cubicBezTo>
                    <a:pt x="379" y="316"/>
                    <a:pt x="379" y="316"/>
                    <a:pt x="379" y="316"/>
                  </a:cubicBezTo>
                  <a:cubicBezTo>
                    <a:pt x="268" y="383"/>
                    <a:pt x="168" y="458"/>
                    <a:pt x="104" y="573"/>
                  </a:cubicBezTo>
                  <a:cubicBezTo>
                    <a:pt x="48" y="673"/>
                    <a:pt x="33" y="796"/>
                    <a:pt x="25" y="909"/>
                  </a:cubicBezTo>
                  <a:cubicBezTo>
                    <a:pt x="20" y="899"/>
                    <a:pt x="16" y="888"/>
                    <a:pt x="14" y="876"/>
                  </a:cubicBezTo>
                  <a:cubicBezTo>
                    <a:pt x="13" y="869"/>
                    <a:pt x="0" y="869"/>
                    <a:pt x="1" y="876"/>
                  </a:cubicBezTo>
                  <a:cubicBezTo>
                    <a:pt x="2" y="934"/>
                    <a:pt x="8" y="991"/>
                    <a:pt x="18" y="1047"/>
                  </a:cubicBezTo>
                  <a:cubicBezTo>
                    <a:pt x="26" y="1089"/>
                    <a:pt x="49" y="1121"/>
                    <a:pt x="62" y="1160"/>
                  </a:cubicBezTo>
                  <a:cubicBezTo>
                    <a:pt x="62" y="1161"/>
                    <a:pt x="62" y="1160"/>
                    <a:pt x="63" y="1161"/>
                  </a:cubicBezTo>
                  <a:cubicBezTo>
                    <a:pt x="64" y="1162"/>
                    <a:pt x="64" y="1163"/>
                    <a:pt x="64" y="1163"/>
                  </a:cubicBezTo>
                  <a:cubicBezTo>
                    <a:pt x="65" y="1163"/>
                    <a:pt x="66" y="1163"/>
                    <a:pt x="66" y="1164"/>
                  </a:cubicBezTo>
                  <a:cubicBezTo>
                    <a:pt x="64" y="1165"/>
                    <a:pt x="63" y="1167"/>
                    <a:pt x="61" y="1169"/>
                  </a:cubicBezTo>
                  <a:cubicBezTo>
                    <a:pt x="59" y="1170"/>
                    <a:pt x="61" y="1171"/>
                    <a:pt x="62" y="1170"/>
                  </a:cubicBezTo>
                  <a:cubicBezTo>
                    <a:pt x="66" y="1169"/>
                    <a:pt x="69" y="1167"/>
                    <a:pt x="73" y="1165"/>
                  </a:cubicBezTo>
                  <a:cubicBezTo>
                    <a:pt x="88" y="1156"/>
                    <a:pt x="102" y="1143"/>
                    <a:pt x="111" y="1128"/>
                  </a:cubicBezTo>
                  <a:cubicBezTo>
                    <a:pt x="112" y="1127"/>
                    <a:pt x="112" y="1127"/>
                    <a:pt x="113" y="1127"/>
                  </a:cubicBezTo>
                  <a:cubicBezTo>
                    <a:pt x="114" y="1126"/>
                    <a:pt x="114" y="1126"/>
                    <a:pt x="115" y="1125"/>
                  </a:cubicBezTo>
                  <a:cubicBezTo>
                    <a:pt x="115" y="1124"/>
                    <a:pt x="115" y="1123"/>
                    <a:pt x="116" y="1123"/>
                  </a:cubicBezTo>
                  <a:cubicBezTo>
                    <a:pt x="120" y="1118"/>
                    <a:pt x="124" y="1113"/>
                    <a:pt x="128" y="1108"/>
                  </a:cubicBezTo>
                  <a:cubicBezTo>
                    <a:pt x="156" y="1082"/>
                    <a:pt x="221" y="1089"/>
                    <a:pt x="251" y="1104"/>
                  </a:cubicBezTo>
                  <a:cubicBezTo>
                    <a:pt x="252" y="1104"/>
                    <a:pt x="252" y="1104"/>
                    <a:pt x="252" y="1104"/>
                  </a:cubicBezTo>
                  <a:lnTo>
                    <a:pt x="253" y="1104"/>
                  </a:lnTo>
                  <a:cubicBezTo>
                    <a:pt x="254" y="1104"/>
                    <a:pt x="255" y="1104"/>
                    <a:pt x="255" y="1104"/>
                  </a:cubicBezTo>
                  <a:cubicBezTo>
                    <a:pt x="256" y="1104"/>
                    <a:pt x="256" y="1103"/>
                    <a:pt x="256" y="1103"/>
                  </a:cubicBezTo>
                  <a:cubicBezTo>
                    <a:pt x="257" y="1102"/>
                    <a:pt x="257" y="1102"/>
                    <a:pt x="257" y="1101"/>
                  </a:cubicBezTo>
                  <a:cubicBezTo>
                    <a:pt x="257" y="1101"/>
                    <a:pt x="257" y="1100"/>
                    <a:pt x="256" y="1099"/>
                  </a:cubicBezTo>
                  <a:cubicBezTo>
                    <a:pt x="251" y="1093"/>
                    <a:pt x="246" y="1089"/>
                    <a:pt x="239" y="1085"/>
                  </a:cubicBezTo>
                  <a:cubicBezTo>
                    <a:pt x="232" y="1081"/>
                    <a:pt x="223" y="1078"/>
                    <a:pt x="214" y="1077"/>
                  </a:cubicBezTo>
                  <a:lnTo>
                    <a:pt x="221" y="1073"/>
                  </a:lnTo>
                  <a:cubicBezTo>
                    <a:pt x="221" y="1074"/>
                    <a:pt x="222" y="1074"/>
                    <a:pt x="222" y="1074"/>
                  </a:cubicBezTo>
                  <a:cubicBezTo>
                    <a:pt x="223" y="1075"/>
                    <a:pt x="223" y="1075"/>
                    <a:pt x="224" y="1075"/>
                  </a:cubicBezTo>
                  <a:cubicBezTo>
                    <a:pt x="250" y="1069"/>
                    <a:pt x="267" y="1035"/>
                    <a:pt x="283" y="1016"/>
                  </a:cubicBezTo>
                  <a:cubicBezTo>
                    <a:pt x="307" y="990"/>
                    <a:pt x="320" y="959"/>
                    <a:pt x="342" y="933"/>
                  </a:cubicBezTo>
                  <a:cubicBezTo>
                    <a:pt x="390" y="878"/>
                    <a:pt x="416" y="809"/>
                    <a:pt x="456" y="748"/>
                  </a:cubicBezTo>
                  <a:cubicBezTo>
                    <a:pt x="458" y="745"/>
                    <a:pt x="454" y="742"/>
                    <a:pt x="451" y="744"/>
                  </a:cubicBezTo>
                  <a:cubicBezTo>
                    <a:pt x="400" y="783"/>
                    <a:pt x="381" y="864"/>
                    <a:pt x="340" y="914"/>
                  </a:cubicBezTo>
                  <a:cubicBezTo>
                    <a:pt x="320" y="937"/>
                    <a:pt x="309" y="963"/>
                    <a:pt x="291" y="987"/>
                  </a:cubicBezTo>
                  <a:cubicBezTo>
                    <a:pt x="281" y="998"/>
                    <a:pt x="271" y="1008"/>
                    <a:pt x="260" y="1019"/>
                  </a:cubicBezTo>
                  <a:cubicBezTo>
                    <a:pt x="250" y="1030"/>
                    <a:pt x="244" y="1044"/>
                    <a:pt x="234" y="1055"/>
                  </a:cubicBezTo>
                  <a:cubicBezTo>
                    <a:pt x="234" y="1048"/>
                    <a:pt x="230" y="1041"/>
                    <a:pt x="222" y="1044"/>
                  </a:cubicBezTo>
                  <a:lnTo>
                    <a:pt x="212" y="1046"/>
                  </a:lnTo>
                  <a:lnTo>
                    <a:pt x="230" y="1036"/>
                  </a:lnTo>
                  <a:cubicBezTo>
                    <a:pt x="240" y="1030"/>
                    <a:pt x="260" y="1025"/>
                    <a:pt x="260" y="1010"/>
                  </a:cubicBezTo>
                  <a:lnTo>
                    <a:pt x="260" y="1009"/>
                  </a:lnTo>
                  <a:cubicBezTo>
                    <a:pt x="260" y="1008"/>
                    <a:pt x="260" y="1007"/>
                    <a:pt x="259" y="1006"/>
                  </a:cubicBezTo>
                  <a:cubicBezTo>
                    <a:pt x="259" y="1006"/>
                    <a:pt x="258" y="1004"/>
                    <a:pt x="257" y="1004"/>
                  </a:cubicBezTo>
                  <a:cubicBezTo>
                    <a:pt x="256" y="1003"/>
                    <a:pt x="256" y="1004"/>
                    <a:pt x="255" y="1004"/>
                  </a:cubicBezTo>
                  <a:cubicBezTo>
                    <a:pt x="254" y="1004"/>
                    <a:pt x="253" y="1003"/>
                    <a:pt x="252" y="1004"/>
                  </a:cubicBezTo>
                  <a:cubicBezTo>
                    <a:pt x="251" y="1005"/>
                    <a:pt x="251" y="1005"/>
                    <a:pt x="251" y="1005"/>
                  </a:cubicBezTo>
                  <a:cubicBezTo>
                    <a:pt x="245" y="1009"/>
                    <a:pt x="231" y="1008"/>
                    <a:pt x="224" y="1011"/>
                  </a:cubicBezTo>
                  <a:cubicBezTo>
                    <a:pt x="221" y="1012"/>
                    <a:pt x="217" y="1014"/>
                    <a:pt x="214" y="1016"/>
                  </a:cubicBezTo>
                  <a:cubicBezTo>
                    <a:pt x="209" y="1019"/>
                    <a:pt x="204" y="1022"/>
                    <a:pt x="200" y="1025"/>
                  </a:cubicBezTo>
                  <a:lnTo>
                    <a:pt x="194" y="1029"/>
                  </a:lnTo>
                  <a:lnTo>
                    <a:pt x="196" y="1027"/>
                  </a:lnTo>
                  <a:cubicBezTo>
                    <a:pt x="208" y="1013"/>
                    <a:pt x="221" y="1000"/>
                    <a:pt x="236" y="989"/>
                  </a:cubicBezTo>
                  <a:cubicBezTo>
                    <a:pt x="243" y="983"/>
                    <a:pt x="247" y="975"/>
                    <a:pt x="254" y="969"/>
                  </a:cubicBezTo>
                  <a:cubicBezTo>
                    <a:pt x="254" y="968"/>
                    <a:pt x="255" y="968"/>
                    <a:pt x="255" y="967"/>
                  </a:cubicBezTo>
                  <a:cubicBezTo>
                    <a:pt x="256" y="966"/>
                    <a:pt x="257" y="964"/>
                    <a:pt x="257" y="963"/>
                  </a:cubicBezTo>
                  <a:cubicBezTo>
                    <a:pt x="257" y="962"/>
                    <a:pt x="256" y="960"/>
                    <a:pt x="255" y="959"/>
                  </a:cubicBezTo>
                  <a:cubicBezTo>
                    <a:pt x="254" y="958"/>
                    <a:pt x="254" y="957"/>
                    <a:pt x="253" y="956"/>
                  </a:cubicBezTo>
                  <a:cubicBezTo>
                    <a:pt x="252" y="955"/>
                    <a:pt x="252" y="955"/>
                    <a:pt x="251" y="955"/>
                  </a:cubicBezTo>
                  <a:cubicBezTo>
                    <a:pt x="249" y="955"/>
                    <a:pt x="247" y="955"/>
                    <a:pt x="246" y="955"/>
                  </a:cubicBezTo>
                  <a:cubicBezTo>
                    <a:pt x="240" y="955"/>
                    <a:pt x="235" y="956"/>
                    <a:pt x="230" y="959"/>
                  </a:cubicBezTo>
                  <a:cubicBezTo>
                    <a:pt x="228" y="960"/>
                    <a:pt x="226" y="962"/>
                    <a:pt x="223" y="964"/>
                  </a:cubicBezTo>
                  <a:cubicBezTo>
                    <a:pt x="212" y="973"/>
                    <a:pt x="201" y="983"/>
                    <a:pt x="190" y="994"/>
                  </a:cubicBezTo>
                  <a:lnTo>
                    <a:pt x="192" y="991"/>
                  </a:lnTo>
                  <a:cubicBezTo>
                    <a:pt x="214" y="952"/>
                    <a:pt x="242" y="918"/>
                    <a:pt x="266" y="880"/>
                  </a:cubicBezTo>
                  <a:lnTo>
                    <a:pt x="266" y="879"/>
                  </a:lnTo>
                  <a:cubicBezTo>
                    <a:pt x="267" y="878"/>
                    <a:pt x="267" y="876"/>
                    <a:pt x="267" y="875"/>
                  </a:cubicBezTo>
                  <a:cubicBezTo>
                    <a:pt x="267" y="873"/>
                    <a:pt x="267" y="871"/>
                    <a:pt x="266" y="870"/>
                  </a:cubicBezTo>
                  <a:cubicBezTo>
                    <a:pt x="265" y="869"/>
                    <a:pt x="264" y="867"/>
                    <a:pt x="262" y="867"/>
                  </a:cubicBezTo>
                  <a:cubicBezTo>
                    <a:pt x="260" y="866"/>
                    <a:pt x="260" y="865"/>
                    <a:pt x="258" y="865"/>
                  </a:cubicBezTo>
                  <a:cubicBezTo>
                    <a:pt x="257" y="865"/>
                    <a:pt x="256" y="866"/>
                    <a:pt x="255" y="866"/>
                  </a:cubicBezTo>
                  <a:cubicBezTo>
                    <a:pt x="253" y="867"/>
                    <a:pt x="251" y="868"/>
                    <a:pt x="249" y="869"/>
                  </a:cubicBezTo>
                  <a:cubicBezTo>
                    <a:pt x="230" y="880"/>
                    <a:pt x="215" y="895"/>
                    <a:pt x="205" y="913"/>
                  </a:cubicBezTo>
                  <a:lnTo>
                    <a:pt x="219" y="876"/>
                  </a:lnTo>
                  <a:cubicBezTo>
                    <a:pt x="238" y="871"/>
                    <a:pt x="256" y="863"/>
                    <a:pt x="273" y="853"/>
                  </a:cubicBezTo>
                  <a:cubicBezTo>
                    <a:pt x="281" y="849"/>
                    <a:pt x="288" y="844"/>
                    <a:pt x="295" y="839"/>
                  </a:cubicBezTo>
                  <a:cubicBezTo>
                    <a:pt x="313" y="822"/>
                    <a:pt x="338" y="809"/>
                    <a:pt x="357" y="794"/>
                  </a:cubicBezTo>
                  <a:cubicBezTo>
                    <a:pt x="375" y="778"/>
                    <a:pt x="391" y="762"/>
                    <a:pt x="406" y="745"/>
                  </a:cubicBezTo>
                  <a:cubicBezTo>
                    <a:pt x="445" y="704"/>
                    <a:pt x="493" y="671"/>
                    <a:pt x="533" y="632"/>
                  </a:cubicBezTo>
                  <a:cubicBezTo>
                    <a:pt x="574" y="593"/>
                    <a:pt x="604" y="556"/>
                    <a:pt x="651" y="525"/>
                  </a:cubicBezTo>
                  <a:cubicBezTo>
                    <a:pt x="654" y="524"/>
                    <a:pt x="655" y="518"/>
                    <a:pt x="651" y="517"/>
                  </a:cubicBezTo>
                  <a:lnTo>
                    <a:pt x="643" y="516"/>
                  </a:lnTo>
                  <a:cubicBezTo>
                    <a:pt x="676" y="507"/>
                    <a:pt x="708" y="496"/>
                    <a:pt x="739" y="483"/>
                  </a:cubicBezTo>
                  <a:cubicBezTo>
                    <a:pt x="781" y="466"/>
                    <a:pt x="817" y="431"/>
                    <a:pt x="859" y="410"/>
                  </a:cubicBezTo>
                  <a:lnTo>
                    <a:pt x="860" y="409"/>
                  </a:lnTo>
                  <a:cubicBezTo>
                    <a:pt x="861" y="408"/>
                    <a:pt x="860" y="408"/>
                    <a:pt x="860" y="407"/>
                  </a:cubicBezTo>
                  <a:lnTo>
                    <a:pt x="860" y="406"/>
                  </a:lnTo>
                  <a:cubicBezTo>
                    <a:pt x="859" y="406"/>
                    <a:pt x="859" y="405"/>
                    <a:pt x="859" y="405"/>
                  </a:cubicBezTo>
                  <a:cubicBezTo>
                    <a:pt x="858" y="405"/>
                    <a:pt x="858" y="405"/>
                    <a:pt x="857" y="405"/>
                  </a:cubicBezTo>
                  <a:cubicBezTo>
                    <a:pt x="808" y="417"/>
                    <a:pt x="767" y="454"/>
                    <a:pt x="720" y="472"/>
                  </a:cubicBezTo>
                  <a:cubicBezTo>
                    <a:pt x="663" y="493"/>
                    <a:pt x="604" y="509"/>
                    <a:pt x="544" y="518"/>
                  </a:cubicBezTo>
                  <a:cubicBezTo>
                    <a:pt x="543" y="518"/>
                    <a:pt x="542" y="518"/>
                    <a:pt x="541" y="519"/>
                  </a:cubicBezTo>
                  <a:cubicBezTo>
                    <a:pt x="540" y="519"/>
                    <a:pt x="539" y="520"/>
                    <a:pt x="538" y="522"/>
                  </a:cubicBezTo>
                  <a:cubicBezTo>
                    <a:pt x="537" y="523"/>
                    <a:pt x="537" y="523"/>
                    <a:pt x="537" y="525"/>
                  </a:cubicBezTo>
                  <a:cubicBezTo>
                    <a:pt x="537" y="526"/>
                    <a:pt x="537" y="528"/>
                    <a:pt x="538" y="529"/>
                  </a:cubicBezTo>
                  <a:cubicBezTo>
                    <a:pt x="539" y="530"/>
                    <a:pt x="540" y="531"/>
                    <a:pt x="541" y="532"/>
                  </a:cubicBezTo>
                  <a:cubicBezTo>
                    <a:pt x="542" y="533"/>
                    <a:pt x="543" y="533"/>
                    <a:pt x="544" y="533"/>
                  </a:cubicBezTo>
                  <a:cubicBezTo>
                    <a:pt x="545" y="533"/>
                    <a:pt x="545" y="533"/>
                    <a:pt x="545" y="533"/>
                  </a:cubicBezTo>
                  <a:cubicBezTo>
                    <a:pt x="564" y="531"/>
                    <a:pt x="583" y="529"/>
                    <a:pt x="602" y="525"/>
                  </a:cubicBezTo>
                  <a:lnTo>
                    <a:pt x="624" y="524"/>
                  </a:lnTo>
                  <a:cubicBezTo>
                    <a:pt x="649" y="522"/>
                    <a:pt x="631" y="526"/>
                    <a:pt x="624" y="531"/>
                  </a:cubicBezTo>
                  <a:cubicBezTo>
                    <a:pt x="612" y="539"/>
                    <a:pt x="600" y="547"/>
                    <a:pt x="588" y="556"/>
                  </a:cubicBezTo>
                  <a:cubicBezTo>
                    <a:pt x="570" y="574"/>
                    <a:pt x="553" y="592"/>
                    <a:pt x="537" y="612"/>
                  </a:cubicBezTo>
                  <a:cubicBezTo>
                    <a:pt x="515" y="637"/>
                    <a:pt x="488" y="657"/>
                    <a:pt x="465" y="680"/>
                  </a:cubicBezTo>
                  <a:cubicBezTo>
                    <a:pt x="447" y="697"/>
                    <a:pt x="425" y="710"/>
                    <a:pt x="408" y="726"/>
                  </a:cubicBezTo>
                  <a:cubicBezTo>
                    <a:pt x="380" y="752"/>
                    <a:pt x="356" y="780"/>
                    <a:pt x="326" y="805"/>
                  </a:cubicBezTo>
                  <a:cubicBezTo>
                    <a:pt x="309" y="817"/>
                    <a:pt x="292" y="828"/>
                    <a:pt x="274" y="839"/>
                  </a:cubicBezTo>
                  <a:cubicBezTo>
                    <a:pt x="258" y="848"/>
                    <a:pt x="242" y="856"/>
                    <a:pt x="225" y="864"/>
                  </a:cubicBezTo>
                  <a:cubicBezTo>
                    <a:pt x="240" y="826"/>
                    <a:pt x="254" y="788"/>
                    <a:pt x="267" y="750"/>
                  </a:cubicBezTo>
                  <a:lnTo>
                    <a:pt x="267" y="749"/>
                  </a:lnTo>
                  <a:cubicBezTo>
                    <a:pt x="267" y="748"/>
                    <a:pt x="267" y="748"/>
                    <a:pt x="267" y="747"/>
                  </a:cubicBezTo>
                  <a:cubicBezTo>
                    <a:pt x="275" y="734"/>
                    <a:pt x="284" y="720"/>
                    <a:pt x="292" y="706"/>
                  </a:cubicBezTo>
                  <a:cubicBezTo>
                    <a:pt x="325" y="651"/>
                    <a:pt x="380" y="610"/>
                    <a:pt x="407" y="553"/>
                  </a:cubicBezTo>
                  <a:cubicBezTo>
                    <a:pt x="408" y="552"/>
                    <a:pt x="408" y="550"/>
                    <a:pt x="408" y="549"/>
                  </a:cubicBezTo>
                  <a:cubicBezTo>
                    <a:pt x="408" y="547"/>
                    <a:pt x="408" y="546"/>
                    <a:pt x="407" y="545"/>
                  </a:cubicBezTo>
                  <a:cubicBezTo>
                    <a:pt x="406" y="544"/>
                    <a:pt x="405" y="543"/>
                    <a:pt x="404" y="542"/>
                  </a:cubicBezTo>
                  <a:cubicBezTo>
                    <a:pt x="403" y="541"/>
                    <a:pt x="401" y="541"/>
                    <a:pt x="400" y="541"/>
                  </a:cubicBezTo>
                  <a:cubicBezTo>
                    <a:pt x="399" y="541"/>
                    <a:pt x="397" y="541"/>
                    <a:pt x="396" y="542"/>
                  </a:cubicBezTo>
                  <a:cubicBezTo>
                    <a:pt x="395" y="542"/>
                    <a:pt x="395" y="542"/>
                    <a:pt x="395" y="543"/>
                  </a:cubicBezTo>
                  <a:cubicBezTo>
                    <a:pt x="364" y="567"/>
                    <a:pt x="337" y="595"/>
                    <a:pt x="314" y="626"/>
                  </a:cubicBezTo>
                  <a:cubicBezTo>
                    <a:pt x="378" y="529"/>
                    <a:pt x="456" y="442"/>
                    <a:pt x="546" y="367"/>
                  </a:cubicBezTo>
                  <a:cubicBezTo>
                    <a:pt x="618" y="309"/>
                    <a:pt x="694" y="257"/>
                    <a:pt x="775" y="210"/>
                  </a:cubicBezTo>
                  <a:cubicBezTo>
                    <a:pt x="813" y="188"/>
                    <a:pt x="852" y="167"/>
                    <a:pt x="892" y="148"/>
                  </a:cubicBezTo>
                  <a:cubicBezTo>
                    <a:pt x="947" y="124"/>
                    <a:pt x="1004" y="105"/>
                    <a:pt x="1062" y="92"/>
                  </a:cubicBezTo>
                  <a:cubicBezTo>
                    <a:pt x="1127" y="71"/>
                    <a:pt x="1193" y="59"/>
                    <a:pt x="1261" y="56"/>
                  </a:cubicBezTo>
                  <a:cubicBezTo>
                    <a:pt x="1303" y="58"/>
                    <a:pt x="1343" y="71"/>
                    <a:pt x="1385" y="72"/>
                  </a:cubicBezTo>
                  <a:cubicBezTo>
                    <a:pt x="1417" y="72"/>
                    <a:pt x="1447" y="84"/>
                    <a:pt x="1479" y="85"/>
                  </a:cubicBezTo>
                  <a:cubicBezTo>
                    <a:pt x="1499" y="86"/>
                    <a:pt x="1519" y="90"/>
                    <a:pt x="1538" y="99"/>
                  </a:cubicBezTo>
                  <a:cubicBezTo>
                    <a:pt x="1556" y="104"/>
                    <a:pt x="1576" y="107"/>
                    <a:pt x="1595" y="109"/>
                  </a:cubicBezTo>
                  <a:cubicBezTo>
                    <a:pt x="1621" y="114"/>
                    <a:pt x="1648" y="119"/>
                    <a:pt x="1674" y="125"/>
                  </a:cubicBezTo>
                  <a:cubicBezTo>
                    <a:pt x="1700" y="131"/>
                    <a:pt x="1725" y="147"/>
                    <a:pt x="1753" y="154"/>
                  </a:cubicBezTo>
                  <a:cubicBezTo>
                    <a:pt x="1787" y="167"/>
                    <a:pt x="1821" y="182"/>
                    <a:pt x="1853" y="198"/>
                  </a:cubicBezTo>
                  <a:cubicBezTo>
                    <a:pt x="1867" y="204"/>
                    <a:pt x="1881" y="210"/>
                    <a:pt x="1896" y="214"/>
                  </a:cubicBezTo>
                  <a:cubicBezTo>
                    <a:pt x="1890" y="213"/>
                    <a:pt x="1939" y="232"/>
                    <a:pt x="1940" y="234"/>
                  </a:cubicBezTo>
                  <a:cubicBezTo>
                    <a:pt x="1940" y="236"/>
                    <a:pt x="1947" y="235"/>
                    <a:pt x="1947" y="232"/>
                  </a:cubicBezTo>
                  <a:lnTo>
                    <a:pt x="1947" y="229"/>
                  </a:lnTo>
                  <a:cubicBezTo>
                    <a:pt x="1947" y="228"/>
                    <a:pt x="1947" y="227"/>
                    <a:pt x="1946" y="226"/>
                  </a:cubicBezTo>
                  <a:lnTo>
                    <a:pt x="1945" y="225"/>
                  </a:lnTo>
                  <a:cubicBezTo>
                    <a:pt x="1945" y="224"/>
                    <a:pt x="1944" y="224"/>
                    <a:pt x="1944" y="224"/>
                  </a:cubicBezTo>
                  <a:cubicBezTo>
                    <a:pt x="1919" y="214"/>
                    <a:pt x="1897" y="202"/>
                    <a:pt x="1872" y="192"/>
                  </a:cubicBezTo>
                  <a:cubicBezTo>
                    <a:pt x="1840" y="180"/>
                    <a:pt x="1806" y="157"/>
                    <a:pt x="1774" y="148"/>
                  </a:cubicBezTo>
                  <a:cubicBezTo>
                    <a:pt x="1746" y="141"/>
                    <a:pt x="1721" y="124"/>
                    <a:pt x="1695" y="117"/>
                  </a:cubicBezTo>
                  <a:cubicBezTo>
                    <a:pt x="1663" y="109"/>
                    <a:pt x="1630" y="104"/>
                    <a:pt x="1598" y="97"/>
                  </a:cubicBezTo>
                  <a:cubicBezTo>
                    <a:pt x="1565" y="89"/>
                    <a:pt x="1539" y="83"/>
                    <a:pt x="1508" y="78"/>
                  </a:cubicBezTo>
                  <a:cubicBezTo>
                    <a:pt x="1570" y="85"/>
                    <a:pt x="1634" y="74"/>
                    <a:pt x="1696" y="86"/>
                  </a:cubicBezTo>
                  <a:cubicBezTo>
                    <a:pt x="1780" y="102"/>
                    <a:pt x="1864" y="125"/>
                    <a:pt x="1945" y="155"/>
                  </a:cubicBezTo>
                  <a:cubicBezTo>
                    <a:pt x="2012" y="179"/>
                    <a:pt x="2074" y="210"/>
                    <a:pt x="2140" y="238"/>
                  </a:cubicBezTo>
                  <a:cubicBezTo>
                    <a:pt x="2172" y="249"/>
                    <a:pt x="2202" y="264"/>
                    <a:pt x="2232" y="280"/>
                  </a:cubicBezTo>
                  <a:cubicBezTo>
                    <a:pt x="2244" y="287"/>
                    <a:pt x="2255" y="295"/>
                    <a:pt x="2267" y="302"/>
                  </a:cubicBezTo>
                  <a:cubicBezTo>
                    <a:pt x="2303" y="332"/>
                    <a:pt x="2337" y="364"/>
                    <a:pt x="2368" y="398"/>
                  </a:cubicBezTo>
                  <a:cubicBezTo>
                    <a:pt x="2493" y="522"/>
                    <a:pt x="2583" y="673"/>
                    <a:pt x="2656" y="833"/>
                  </a:cubicBezTo>
                  <a:cubicBezTo>
                    <a:pt x="2672" y="866"/>
                    <a:pt x="2696" y="895"/>
                    <a:pt x="2712" y="927"/>
                  </a:cubicBezTo>
                  <a:cubicBezTo>
                    <a:pt x="2721" y="947"/>
                    <a:pt x="2729" y="967"/>
                    <a:pt x="2736" y="988"/>
                  </a:cubicBezTo>
                  <a:cubicBezTo>
                    <a:pt x="2723" y="967"/>
                    <a:pt x="2710" y="946"/>
                    <a:pt x="2695" y="927"/>
                  </a:cubicBezTo>
                  <a:cubicBezTo>
                    <a:pt x="2657" y="877"/>
                    <a:pt x="2620" y="827"/>
                    <a:pt x="2581" y="778"/>
                  </a:cubicBezTo>
                  <a:cubicBezTo>
                    <a:pt x="2562" y="752"/>
                    <a:pt x="2539" y="729"/>
                    <a:pt x="2518" y="705"/>
                  </a:cubicBezTo>
                  <a:cubicBezTo>
                    <a:pt x="2507" y="689"/>
                    <a:pt x="2494" y="675"/>
                    <a:pt x="2480" y="663"/>
                  </a:cubicBezTo>
                  <a:cubicBezTo>
                    <a:pt x="2479" y="663"/>
                    <a:pt x="2478" y="664"/>
                    <a:pt x="2478" y="664"/>
                  </a:cubicBezTo>
                  <a:cubicBezTo>
                    <a:pt x="2492" y="682"/>
                    <a:pt x="2505" y="700"/>
                    <a:pt x="2516" y="719"/>
                  </a:cubicBezTo>
                  <a:cubicBezTo>
                    <a:pt x="2516" y="721"/>
                    <a:pt x="2517" y="722"/>
                    <a:pt x="2518" y="723"/>
                  </a:cubicBezTo>
                  <a:cubicBezTo>
                    <a:pt x="2537" y="750"/>
                    <a:pt x="2561" y="773"/>
                    <a:pt x="2580" y="799"/>
                  </a:cubicBezTo>
                  <a:cubicBezTo>
                    <a:pt x="2617" y="849"/>
                    <a:pt x="2653" y="899"/>
                    <a:pt x="2690" y="949"/>
                  </a:cubicBezTo>
                  <a:cubicBezTo>
                    <a:pt x="2705" y="972"/>
                    <a:pt x="2720" y="996"/>
                    <a:pt x="2734" y="1020"/>
                  </a:cubicBezTo>
                  <a:cubicBezTo>
                    <a:pt x="2748" y="1044"/>
                    <a:pt x="2761" y="1070"/>
                    <a:pt x="2774" y="1095"/>
                  </a:cubicBezTo>
                  <a:cubicBezTo>
                    <a:pt x="2779" y="1105"/>
                    <a:pt x="2785" y="1115"/>
                    <a:pt x="2792" y="1127"/>
                  </a:cubicBezTo>
                  <a:cubicBezTo>
                    <a:pt x="2796" y="1144"/>
                    <a:pt x="2803" y="1160"/>
                    <a:pt x="2812" y="1175"/>
                  </a:cubicBezTo>
                  <a:cubicBezTo>
                    <a:pt x="2816" y="1182"/>
                    <a:pt x="2820" y="1189"/>
                    <a:pt x="2825" y="1195"/>
                  </a:cubicBezTo>
                  <a:cubicBezTo>
                    <a:pt x="2834" y="1205"/>
                    <a:pt x="2850" y="1192"/>
                    <a:pt x="2841" y="1182"/>
                  </a:cubicBezTo>
                  <a:lnTo>
                    <a:pt x="2840" y="1181"/>
                  </a:lnTo>
                  <a:cubicBezTo>
                    <a:pt x="2842" y="1183"/>
                    <a:pt x="2845" y="1185"/>
                    <a:pt x="2848" y="1187"/>
                  </a:cubicBezTo>
                  <a:cubicBezTo>
                    <a:pt x="2852" y="1189"/>
                    <a:pt x="2856" y="1191"/>
                    <a:pt x="2861" y="1193"/>
                  </a:cubicBezTo>
                  <a:lnTo>
                    <a:pt x="2862" y="1193"/>
                  </a:lnTo>
                  <a:cubicBezTo>
                    <a:pt x="2863" y="1193"/>
                    <a:pt x="2863" y="1192"/>
                    <a:pt x="2864" y="1192"/>
                  </a:cubicBezTo>
                  <a:cubicBezTo>
                    <a:pt x="2865" y="1191"/>
                    <a:pt x="2865" y="1192"/>
                    <a:pt x="2866" y="1191"/>
                  </a:cubicBezTo>
                  <a:cubicBezTo>
                    <a:pt x="2867" y="1190"/>
                    <a:pt x="2866" y="1189"/>
                    <a:pt x="2866" y="1189"/>
                  </a:cubicBezTo>
                  <a:cubicBezTo>
                    <a:pt x="2866" y="1188"/>
                    <a:pt x="2866" y="1188"/>
                    <a:pt x="2866" y="1187"/>
                  </a:cubicBezTo>
                  <a:moveTo>
                    <a:pt x="117" y="1105"/>
                  </a:moveTo>
                  <a:lnTo>
                    <a:pt x="117" y="1105"/>
                  </a:lnTo>
                  <a:moveTo>
                    <a:pt x="152" y="1083"/>
                  </a:moveTo>
                  <a:lnTo>
                    <a:pt x="152" y="1083"/>
                  </a:lnTo>
                  <a:moveTo>
                    <a:pt x="650" y="263"/>
                  </a:moveTo>
                  <a:cubicBezTo>
                    <a:pt x="626" y="282"/>
                    <a:pt x="597" y="296"/>
                    <a:pt x="573" y="317"/>
                  </a:cubicBezTo>
                  <a:cubicBezTo>
                    <a:pt x="540" y="347"/>
                    <a:pt x="505" y="376"/>
                    <a:pt x="470" y="404"/>
                  </a:cubicBezTo>
                  <a:cubicBezTo>
                    <a:pt x="422" y="441"/>
                    <a:pt x="382" y="498"/>
                    <a:pt x="345" y="546"/>
                  </a:cubicBezTo>
                  <a:cubicBezTo>
                    <a:pt x="331" y="563"/>
                    <a:pt x="319" y="581"/>
                    <a:pt x="306" y="600"/>
                  </a:cubicBezTo>
                  <a:cubicBezTo>
                    <a:pt x="268" y="626"/>
                    <a:pt x="247" y="680"/>
                    <a:pt x="226" y="720"/>
                  </a:cubicBezTo>
                  <a:cubicBezTo>
                    <a:pt x="216" y="739"/>
                    <a:pt x="206" y="759"/>
                    <a:pt x="196" y="779"/>
                  </a:cubicBezTo>
                  <a:cubicBezTo>
                    <a:pt x="197" y="772"/>
                    <a:pt x="198" y="765"/>
                    <a:pt x="198" y="758"/>
                  </a:cubicBezTo>
                  <a:cubicBezTo>
                    <a:pt x="198" y="751"/>
                    <a:pt x="197" y="744"/>
                    <a:pt x="196" y="737"/>
                  </a:cubicBezTo>
                  <a:cubicBezTo>
                    <a:pt x="196" y="736"/>
                    <a:pt x="195" y="735"/>
                    <a:pt x="195" y="734"/>
                  </a:cubicBezTo>
                  <a:cubicBezTo>
                    <a:pt x="194" y="733"/>
                    <a:pt x="194" y="731"/>
                    <a:pt x="192" y="731"/>
                  </a:cubicBezTo>
                  <a:cubicBezTo>
                    <a:pt x="191" y="730"/>
                    <a:pt x="189" y="729"/>
                    <a:pt x="187" y="729"/>
                  </a:cubicBezTo>
                  <a:cubicBezTo>
                    <a:pt x="185" y="729"/>
                    <a:pt x="184" y="730"/>
                    <a:pt x="182" y="731"/>
                  </a:cubicBezTo>
                  <a:cubicBezTo>
                    <a:pt x="181" y="731"/>
                    <a:pt x="180" y="733"/>
                    <a:pt x="179" y="734"/>
                  </a:cubicBezTo>
                  <a:cubicBezTo>
                    <a:pt x="179" y="734"/>
                    <a:pt x="179" y="735"/>
                    <a:pt x="178" y="735"/>
                  </a:cubicBezTo>
                  <a:cubicBezTo>
                    <a:pt x="162" y="775"/>
                    <a:pt x="150" y="817"/>
                    <a:pt x="143" y="860"/>
                  </a:cubicBezTo>
                  <a:cubicBezTo>
                    <a:pt x="143" y="855"/>
                    <a:pt x="143" y="850"/>
                    <a:pt x="143" y="844"/>
                  </a:cubicBezTo>
                  <a:cubicBezTo>
                    <a:pt x="143" y="814"/>
                    <a:pt x="141" y="783"/>
                    <a:pt x="137" y="753"/>
                  </a:cubicBezTo>
                  <a:cubicBezTo>
                    <a:pt x="136" y="747"/>
                    <a:pt x="127" y="748"/>
                    <a:pt x="126" y="753"/>
                  </a:cubicBezTo>
                  <a:cubicBezTo>
                    <a:pt x="119" y="804"/>
                    <a:pt x="115" y="854"/>
                    <a:pt x="115" y="905"/>
                  </a:cubicBezTo>
                  <a:cubicBezTo>
                    <a:pt x="115" y="913"/>
                    <a:pt x="115" y="920"/>
                    <a:pt x="115" y="928"/>
                  </a:cubicBezTo>
                  <a:cubicBezTo>
                    <a:pt x="115" y="948"/>
                    <a:pt x="115" y="968"/>
                    <a:pt x="115" y="989"/>
                  </a:cubicBezTo>
                  <a:cubicBezTo>
                    <a:pt x="115" y="974"/>
                    <a:pt x="112" y="960"/>
                    <a:pt x="104" y="947"/>
                  </a:cubicBezTo>
                  <a:cubicBezTo>
                    <a:pt x="103" y="945"/>
                    <a:pt x="101" y="942"/>
                    <a:pt x="99" y="940"/>
                  </a:cubicBezTo>
                  <a:cubicBezTo>
                    <a:pt x="98" y="939"/>
                    <a:pt x="98" y="939"/>
                    <a:pt x="97" y="938"/>
                  </a:cubicBezTo>
                  <a:cubicBezTo>
                    <a:pt x="96" y="937"/>
                    <a:pt x="95" y="938"/>
                    <a:pt x="94" y="938"/>
                  </a:cubicBezTo>
                  <a:cubicBezTo>
                    <a:pt x="93" y="938"/>
                    <a:pt x="92" y="938"/>
                    <a:pt x="92" y="938"/>
                  </a:cubicBezTo>
                  <a:cubicBezTo>
                    <a:pt x="91" y="939"/>
                    <a:pt x="91" y="940"/>
                    <a:pt x="90" y="941"/>
                  </a:cubicBezTo>
                  <a:cubicBezTo>
                    <a:pt x="89" y="942"/>
                    <a:pt x="89" y="942"/>
                    <a:pt x="89" y="943"/>
                  </a:cubicBezTo>
                  <a:cubicBezTo>
                    <a:pt x="89" y="944"/>
                    <a:pt x="89" y="945"/>
                    <a:pt x="89" y="945"/>
                  </a:cubicBezTo>
                  <a:cubicBezTo>
                    <a:pt x="93" y="969"/>
                    <a:pt x="96" y="994"/>
                    <a:pt x="97" y="1018"/>
                  </a:cubicBezTo>
                  <a:cubicBezTo>
                    <a:pt x="101" y="1052"/>
                    <a:pt x="97" y="1087"/>
                    <a:pt x="100" y="1121"/>
                  </a:cubicBezTo>
                  <a:cubicBezTo>
                    <a:pt x="90" y="1133"/>
                    <a:pt x="81" y="1146"/>
                    <a:pt x="70" y="1158"/>
                  </a:cubicBezTo>
                  <a:cubicBezTo>
                    <a:pt x="70" y="1131"/>
                    <a:pt x="54" y="1112"/>
                    <a:pt x="44" y="1088"/>
                  </a:cubicBezTo>
                  <a:cubicBezTo>
                    <a:pt x="26" y="1033"/>
                    <a:pt x="16" y="976"/>
                    <a:pt x="15" y="919"/>
                  </a:cubicBezTo>
                  <a:cubicBezTo>
                    <a:pt x="18" y="922"/>
                    <a:pt x="21" y="926"/>
                    <a:pt x="26" y="928"/>
                  </a:cubicBezTo>
                  <a:cubicBezTo>
                    <a:pt x="26" y="928"/>
                    <a:pt x="26" y="929"/>
                    <a:pt x="27" y="929"/>
                  </a:cubicBezTo>
                  <a:cubicBezTo>
                    <a:pt x="28" y="929"/>
                    <a:pt x="29" y="930"/>
                    <a:pt x="30" y="930"/>
                  </a:cubicBezTo>
                  <a:cubicBezTo>
                    <a:pt x="31" y="930"/>
                    <a:pt x="33" y="929"/>
                    <a:pt x="34" y="929"/>
                  </a:cubicBezTo>
                  <a:cubicBezTo>
                    <a:pt x="35" y="928"/>
                    <a:pt x="36" y="927"/>
                    <a:pt x="36" y="926"/>
                  </a:cubicBezTo>
                  <a:cubicBezTo>
                    <a:pt x="37" y="925"/>
                    <a:pt x="37" y="924"/>
                    <a:pt x="37" y="922"/>
                  </a:cubicBezTo>
                  <a:cubicBezTo>
                    <a:pt x="48" y="808"/>
                    <a:pt x="63" y="683"/>
                    <a:pt x="119" y="581"/>
                  </a:cubicBezTo>
                  <a:cubicBezTo>
                    <a:pt x="121" y="578"/>
                    <a:pt x="122" y="575"/>
                    <a:pt x="124" y="572"/>
                  </a:cubicBezTo>
                  <a:cubicBezTo>
                    <a:pt x="156" y="517"/>
                    <a:pt x="198" y="469"/>
                    <a:pt x="248" y="429"/>
                  </a:cubicBezTo>
                  <a:cubicBezTo>
                    <a:pt x="282" y="402"/>
                    <a:pt x="321" y="378"/>
                    <a:pt x="354" y="350"/>
                  </a:cubicBezTo>
                  <a:cubicBezTo>
                    <a:pt x="347" y="359"/>
                    <a:pt x="340" y="367"/>
                    <a:pt x="333" y="375"/>
                  </a:cubicBezTo>
                  <a:cubicBezTo>
                    <a:pt x="274" y="442"/>
                    <a:pt x="229" y="549"/>
                    <a:pt x="234" y="639"/>
                  </a:cubicBezTo>
                  <a:lnTo>
                    <a:pt x="235" y="640"/>
                  </a:lnTo>
                  <a:lnTo>
                    <a:pt x="236" y="641"/>
                  </a:lnTo>
                  <a:lnTo>
                    <a:pt x="237" y="641"/>
                  </a:lnTo>
                  <a:lnTo>
                    <a:pt x="238" y="641"/>
                  </a:lnTo>
                  <a:cubicBezTo>
                    <a:pt x="238" y="640"/>
                    <a:pt x="239" y="640"/>
                    <a:pt x="239" y="640"/>
                  </a:cubicBezTo>
                  <a:cubicBezTo>
                    <a:pt x="239" y="639"/>
                    <a:pt x="239" y="639"/>
                    <a:pt x="239" y="639"/>
                  </a:cubicBezTo>
                  <a:cubicBezTo>
                    <a:pt x="243" y="591"/>
                    <a:pt x="255" y="545"/>
                    <a:pt x="274" y="502"/>
                  </a:cubicBezTo>
                  <a:cubicBezTo>
                    <a:pt x="296" y="448"/>
                    <a:pt x="329" y="409"/>
                    <a:pt x="363" y="361"/>
                  </a:cubicBezTo>
                  <a:cubicBezTo>
                    <a:pt x="404" y="303"/>
                    <a:pt x="458" y="255"/>
                    <a:pt x="520" y="219"/>
                  </a:cubicBezTo>
                  <a:cubicBezTo>
                    <a:pt x="528" y="214"/>
                    <a:pt x="537" y="209"/>
                    <a:pt x="546" y="205"/>
                  </a:cubicBezTo>
                  <a:cubicBezTo>
                    <a:pt x="532" y="231"/>
                    <a:pt x="523" y="259"/>
                    <a:pt x="521" y="288"/>
                  </a:cubicBezTo>
                  <a:cubicBezTo>
                    <a:pt x="521" y="294"/>
                    <a:pt x="528" y="296"/>
                    <a:pt x="531" y="291"/>
                  </a:cubicBezTo>
                  <a:cubicBezTo>
                    <a:pt x="598" y="173"/>
                    <a:pt x="745" y="116"/>
                    <a:pt x="873" y="68"/>
                  </a:cubicBezTo>
                  <a:lnTo>
                    <a:pt x="871" y="71"/>
                  </a:lnTo>
                  <a:cubicBezTo>
                    <a:pt x="854" y="94"/>
                    <a:pt x="835" y="115"/>
                    <a:pt x="814" y="134"/>
                  </a:cubicBezTo>
                  <a:cubicBezTo>
                    <a:pt x="806" y="140"/>
                    <a:pt x="798" y="147"/>
                    <a:pt x="792" y="154"/>
                  </a:cubicBezTo>
                  <a:cubicBezTo>
                    <a:pt x="784" y="164"/>
                    <a:pt x="779" y="176"/>
                    <a:pt x="772" y="186"/>
                  </a:cubicBezTo>
                  <a:cubicBezTo>
                    <a:pt x="757" y="193"/>
                    <a:pt x="743" y="201"/>
                    <a:pt x="729" y="209"/>
                  </a:cubicBezTo>
                  <a:cubicBezTo>
                    <a:pt x="702" y="225"/>
                    <a:pt x="675" y="243"/>
                    <a:pt x="650" y="263"/>
                  </a:cubicBezTo>
                  <a:moveTo>
                    <a:pt x="1215" y="51"/>
                  </a:moveTo>
                  <a:lnTo>
                    <a:pt x="1215" y="52"/>
                  </a:lnTo>
                  <a:cubicBezTo>
                    <a:pt x="1214" y="52"/>
                    <a:pt x="1214" y="52"/>
                    <a:pt x="1214" y="53"/>
                  </a:cubicBezTo>
                  <a:lnTo>
                    <a:pt x="1213" y="53"/>
                  </a:lnTo>
                  <a:cubicBezTo>
                    <a:pt x="1083" y="59"/>
                    <a:pt x="956" y="94"/>
                    <a:pt x="840" y="154"/>
                  </a:cubicBezTo>
                  <a:lnTo>
                    <a:pt x="789" y="179"/>
                  </a:lnTo>
                  <a:cubicBezTo>
                    <a:pt x="800" y="157"/>
                    <a:pt x="822" y="143"/>
                    <a:pt x="838" y="124"/>
                  </a:cubicBezTo>
                  <a:cubicBezTo>
                    <a:pt x="846" y="115"/>
                    <a:pt x="908" y="64"/>
                    <a:pt x="907" y="65"/>
                  </a:cubicBezTo>
                  <a:cubicBezTo>
                    <a:pt x="908" y="64"/>
                    <a:pt x="910" y="63"/>
                    <a:pt x="911" y="62"/>
                  </a:cubicBezTo>
                  <a:cubicBezTo>
                    <a:pt x="932" y="51"/>
                    <a:pt x="954" y="43"/>
                    <a:pt x="978" y="39"/>
                  </a:cubicBezTo>
                  <a:cubicBezTo>
                    <a:pt x="1041" y="27"/>
                    <a:pt x="1105" y="21"/>
                    <a:pt x="1169" y="20"/>
                  </a:cubicBezTo>
                  <a:cubicBezTo>
                    <a:pt x="1173" y="20"/>
                    <a:pt x="1177" y="19"/>
                    <a:pt x="1182" y="19"/>
                  </a:cubicBezTo>
                  <a:cubicBezTo>
                    <a:pt x="1211" y="19"/>
                    <a:pt x="1240" y="26"/>
                    <a:pt x="1266" y="37"/>
                  </a:cubicBezTo>
                  <a:cubicBezTo>
                    <a:pt x="1269" y="39"/>
                    <a:pt x="1272" y="39"/>
                    <a:pt x="1274" y="40"/>
                  </a:cubicBezTo>
                  <a:cubicBezTo>
                    <a:pt x="1271" y="40"/>
                    <a:pt x="1268" y="40"/>
                    <a:pt x="1264" y="40"/>
                  </a:cubicBezTo>
                  <a:cubicBezTo>
                    <a:pt x="1247" y="40"/>
                    <a:pt x="1230" y="44"/>
                    <a:pt x="1215" y="52"/>
                  </a:cubicBezTo>
                  <a:lnTo>
                    <a:pt x="1215"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2"/>
            <p:cNvSpPr/>
            <p:nvPr/>
          </p:nvSpPr>
          <p:spPr>
            <a:xfrm>
              <a:off x="9064080" y="3953520"/>
              <a:ext cx="132480" cy="315000"/>
            </a:xfrm>
            <a:custGeom>
              <a:rect b="b" l="l" r="r" t="t"/>
              <a:pathLst>
                <a:path extrusionOk="0" h="875" w="368">
                  <a:moveTo>
                    <a:pt x="367" y="870"/>
                  </a:moveTo>
                  <a:cubicBezTo>
                    <a:pt x="351" y="781"/>
                    <a:pt x="342" y="688"/>
                    <a:pt x="313" y="601"/>
                  </a:cubicBezTo>
                  <a:cubicBezTo>
                    <a:pt x="299" y="557"/>
                    <a:pt x="285" y="512"/>
                    <a:pt x="274" y="466"/>
                  </a:cubicBezTo>
                  <a:cubicBezTo>
                    <a:pt x="268" y="443"/>
                    <a:pt x="260" y="420"/>
                    <a:pt x="250" y="398"/>
                  </a:cubicBezTo>
                  <a:cubicBezTo>
                    <a:pt x="243" y="382"/>
                    <a:pt x="240" y="354"/>
                    <a:pt x="232" y="340"/>
                  </a:cubicBezTo>
                  <a:cubicBezTo>
                    <a:pt x="213" y="306"/>
                    <a:pt x="204" y="259"/>
                    <a:pt x="193" y="220"/>
                  </a:cubicBezTo>
                  <a:cubicBezTo>
                    <a:pt x="189" y="206"/>
                    <a:pt x="175" y="193"/>
                    <a:pt x="170" y="179"/>
                  </a:cubicBezTo>
                  <a:cubicBezTo>
                    <a:pt x="165" y="165"/>
                    <a:pt x="158" y="151"/>
                    <a:pt x="151" y="138"/>
                  </a:cubicBezTo>
                  <a:cubicBezTo>
                    <a:pt x="148" y="134"/>
                    <a:pt x="146" y="130"/>
                    <a:pt x="143" y="125"/>
                  </a:cubicBezTo>
                  <a:cubicBezTo>
                    <a:pt x="112" y="72"/>
                    <a:pt x="64" y="15"/>
                    <a:pt x="0" y="0"/>
                  </a:cubicBezTo>
                  <a:lnTo>
                    <a:pt x="0" y="1"/>
                  </a:lnTo>
                  <a:cubicBezTo>
                    <a:pt x="20" y="9"/>
                    <a:pt x="16" y="10"/>
                    <a:pt x="29" y="21"/>
                  </a:cubicBezTo>
                  <a:cubicBezTo>
                    <a:pt x="48" y="38"/>
                    <a:pt x="91" y="64"/>
                    <a:pt x="102" y="89"/>
                  </a:cubicBezTo>
                  <a:cubicBezTo>
                    <a:pt x="109" y="100"/>
                    <a:pt x="116" y="110"/>
                    <a:pt x="124" y="120"/>
                  </a:cubicBezTo>
                  <a:cubicBezTo>
                    <a:pt x="127" y="123"/>
                    <a:pt x="129" y="127"/>
                    <a:pt x="131" y="131"/>
                  </a:cubicBezTo>
                  <a:cubicBezTo>
                    <a:pt x="140" y="147"/>
                    <a:pt x="149" y="165"/>
                    <a:pt x="157" y="183"/>
                  </a:cubicBezTo>
                  <a:cubicBezTo>
                    <a:pt x="168" y="212"/>
                    <a:pt x="181" y="237"/>
                    <a:pt x="191" y="268"/>
                  </a:cubicBezTo>
                  <a:cubicBezTo>
                    <a:pt x="200" y="298"/>
                    <a:pt x="211" y="329"/>
                    <a:pt x="220" y="360"/>
                  </a:cubicBezTo>
                  <a:cubicBezTo>
                    <a:pt x="230" y="398"/>
                    <a:pt x="249" y="433"/>
                    <a:pt x="259" y="470"/>
                  </a:cubicBezTo>
                  <a:cubicBezTo>
                    <a:pt x="272" y="515"/>
                    <a:pt x="284" y="561"/>
                    <a:pt x="298" y="605"/>
                  </a:cubicBezTo>
                  <a:cubicBezTo>
                    <a:pt x="327" y="691"/>
                    <a:pt x="335" y="783"/>
                    <a:pt x="361" y="870"/>
                  </a:cubicBezTo>
                  <a:cubicBezTo>
                    <a:pt x="362" y="874"/>
                    <a:pt x="367" y="873"/>
                    <a:pt x="367" y="8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2"/>
            <p:cNvSpPr/>
            <p:nvPr/>
          </p:nvSpPr>
          <p:spPr>
            <a:xfrm>
              <a:off x="9181440" y="4244760"/>
              <a:ext cx="72720" cy="296640"/>
            </a:xfrm>
            <a:custGeom>
              <a:rect b="b" l="l" r="r" t="t"/>
              <a:pathLst>
                <a:path extrusionOk="0" h="824" w="202">
                  <a:moveTo>
                    <a:pt x="101" y="5"/>
                  </a:moveTo>
                  <a:cubicBezTo>
                    <a:pt x="98" y="0"/>
                    <a:pt x="90" y="5"/>
                    <a:pt x="93" y="10"/>
                  </a:cubicBezTo>
                  <a:cubicBezTo>
                    <a:pt x="123" y="76"/>
                    <a:pt x="137" y="151"/>
                    <a:pt x="155" y="221"/>
                  </a:cubicBezTo>
                  <a:cubicBezTo>
                    <a:pt x="172" y="283"/>
                    <a:pt x="182" y="347"/>
                    <a:pt x="187" y="411"/>
                  </a:cubicBezTo>
                  <a:cubicBezTo>
                    <a:pt x="181" y="373"/>
                    <a:pt x="168" y="336"/>
                    <a:pt x="149" y="302"/>
                  </a:cubicBezTo>
                  <a:cubicBezTo>
                    <a:pt x="143" y="291"/>
                    <a:pt x="136" y="281"/>
                    <a:pt x="128" y="271"/>
                  </a:cubicBezTo>
                  <a:lnTo>
                    <a:pt x="127" y="270"/>
                  </a:lnTo>
                  <a:lnTo>
                    <a:pt x="126" y="270"/>
                  </a:lnTo>
                  <a:cubicBezTo>
                    <a:pt x="125" y="270"/>
                    <a:pt x="125" y="270"/>
                    <a:pt x="124" y="270"/>
                  </a:cubicBezTo>
                  <a:lnTo>
                    <a:pt x="123" y="271"/>
                  </a:lnTo>
                  <a:cubicBezTo>
                    <a:pt x="123" y="272"/>
                    <a:pt x="123" y="272"/>
                    <a:pt x="123" y="273"/>
                  </a:cubicBezTo>
                  <a:lnTo>
                    <a:pt x="123" y="274"/>
                  </a:lnTo>
                  <a:cubicBezTo>
                    <a:pt x="157" y="323"/>
                    <a:pt x="165" y="372"/>
                    <a:pt x="177" y="429"/>
                  </a:cubicBezTo>
                  <a:cubicBezTo>
                    <a:pt x="187" y="476"/>
                    <a:pt x="172" y="531"/>
                    <a:pt x="170" y="578"/>
                  </a:cubicBezTo>
                  <a:cubicBezTo>
                    <a:pt x="169" y="628"/>
                    <a:pt x="163" y="681"/>
                    <a:pt x="157" y="731"/>
                  </a:cubicBezTo>
                  <a:cubicBezTo>
                    <a:pt x="155" y="746"/>
                    <a:pt x="156" y="762"/>
                    <a:pt x="154" y="778"/>
                  </a:cubicBezTo>
                  <a:cubicBezTo>
                    <a:pt x="154" y="787"/>
                    <a:pt x="149" y="791"/>
                    <a:pt x="142" y="780"/>
                  </a:cubicBezTo>
                  <a:cubicBezTo>
                    <a:pt x="141" y="780"/>
                    <a:pt x="141" y="779"/>
                    <a:pt x="141" y="779"/>
                  </a:cubicBezTo>
                  <a:cubicBezTo>
                    <a:pt x="136" y="770"/>
                    <a:pt x="133" y="761"/>
                    <a:pt x="133" y="752"/>
                  </a:cubicBezTo>
                  <a:cubicBezTo>
                    <a:pt x="133" y="751"/>
                    <a:pt x="133" y="751"/>
                    <a:pt x="133" y="751"/>
                  </a:cubicBezTo>
                  <a:cubicBezTo>
                    <a:pt x="134" y="750"/>
                    <a:pt x="134" y="750"/>
                    <a:pt x="134" y="749"/>
                  </a:cubicBezTo>
                  <a:cubicBezTo>
                    <a:pt x="134" y="744"/>
                    <a:pt x="133" y="740"/>
                    <a:pt x="132" y="736"/>
                  </a:cubicBezTo>
                  <a:cubicBezTo>
                    <a:pt x="132" y="732"/>
                    <a:pt x="132" y="732"/>
                    <a:pt x="132" y="730"/>
                  </a:cubicBezTo>
                  <a:cubicBezTo>
                    <a:pt x="132" y="729"/>
                    <a:pt x="132" y="728"/>
                    <a:pt x="131" y="727"/>
                  </a:cubicBezTo>
                  <a:cubicBezTo>
                    <a:pt x="131" y="727"/>
                    <a:pt x="131" y="726"/>
                    <a:pt x="130" y="726"/>
                  </a:cubicBezTo>
                  <a:cubicBezTo>
                    <a:pt x="116" y="646"/>
                    <a:pt x="71" y="580"/>
                    <a:pt x="45" y="504"/>
                  </a:cubicBezTo>
                  <a:cubicBezTo>
                    <a:pt x="10" y="402"/>
                    <a:pt x="37" y="293"/>
                    <a:pt x="25" y="189"/>
                  </a:cubicBezTo>
                  <a:cubicBezTo>
                    <a:pt x="25" y="187"/>
                    <a:pt x="22" y="187"/>
                    <a:pt x="21" y="189"/>
                  </a:cubicBezTo>
                  <a:cubicBezTo>
                    <a:pt x="18" y="220"/>
                    <a:pt x="12" y="252"/>
                    <a:pt x="11" y="283"/>
                  </a:cubicBezTo>
                  <a:cubicBezTo>
                    <a:pt x="9" y="334"/>
                    <a:pt x="0" y="396"/>
                    <a:pt x="11" y="446"/>
                  </a:cubicBezTo>
                  <a:cubicBezTo>
                    <a:pt x="17" y="489"/>
                    <a:pt x="31" y="530"/>
                    <a:pt x="52" y="569"/>
                  </a:cubicBezTo>
                  <a:cubicBezTo>
                    <a:pt x="80" y="620"/>
                    <a:pt x="103" y="673"/>
                    <a:pt x="121" y="728"/>
                  </a:cubicBezTo>
                  <a:cubicBezTo>
                    <a:pt x="119" y="744"/>
                    <a:pt x="123" y="823"/>
                    <a:pt x="157" y="810"/>
                  </a:cubicBezTo>
                  <a:cubicBezTo>
                    <a:pt x="185" y="799"/>
                    <a:pt x="179" y="717"/>
                    <a:pt x="180" y="697"/>
                  </a:cubicBezTo>
                  <a:cubicBezTo>
                    <a:pt x="189" y="628"/>
                    <a:pt x="194" y="559"/>
                    <a:pt x="194" y="490"/>
                  </a:cubicBezTo>
                  <a:cubicBezTo>
                    <a:pt x="194" y="483"/>
                    <a:pt x="194" y="476"/>
                    <a:pt x="194" y="469"/>
                  </a:cubicBezTo>
                  <a:cubicBezTo>
                    <a:pt x="197" y="470"/>
                    <a:pt x="201" y="469"/>
                    <a:pt x="201" y="465"/>
                  </a:cubicBezTo>
                  <a:cubicBezTo>
                    <a:pt x="200" y="376"/>
                    <a:pt x="188" y="288"/>
                    <a:pt x="164" y="202"/>
                  </a:cubicBezTo>
                  <a:cubicBezTo>
                    <a:pt x="150" y="134"/>
                    <a:pt x="128" y="68"/>
                    <a:pt x="10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2"/>
            <p:cNvSpPr/>
            <p:nvPr/>
          </p:nvSpPr>
          <p:spPr>
            <a:xfrm>
              <a:off x="9190080" y="4134240"/>
              <a:ext cx="72000" cy="222480"/>
            </a:xfrm>
            <a:custGeom>
              <a:rect b="b" l="l" r="r" t="t"/>
              <a:pathLst>
                <a:path extrusionOk="0" h="618" w="200">
                  <a:moveTo>
                    <a:pt x="189" y="232"/>
                  </a:moveTo>
                  <a:cubicBezTo>
                    <a:pt x="185" y="290"/>
                    <a:pt x="190" y="348"/>
                    <a:pt x="179" y="405"/>
                  </a:cubicBezTo>
                  <a:cubicBezTo>
                    <a:pt x="178" y="416"/>
                    <a:pt x="177" y="427"/>
                    <a:pt x="177" y="437"/>
                  </a:cubicBezTo>
                  <a:cubicBezTo>
                    <a:pt x="177" y="441"/>
                    <a:pt x="177" y="444"/>
                    <a:pt x="178" y="448"/>
                  </a:cubicBezTo>
                  <a:cubicBezTo>
                    <a:pt x="177" y="456"/>
                    <a:pt x="175" y="464"/>
                    <a:pt x="171" y="471"/>
                  </a:cubicBezTo>
                  <a:cubicBezTo>
                    <a:pt x="169" y="458"/>
                    <a:pt x="167" y="445"/>
                    <a:pt x="165" y="432"/>
                  </a:cubicBezTo>
                  <a:cubicBezTo>
                    <a:pt x="155" y="381"/>
                    <a:pt x="156" y="330"/>
                    <a:pt x="145" y="279"/>
                  </a:cubicBezTo>
                  <a:cubicBezTo>
                    <a:pt x="125" y="178"/>
                    <a:pt x="81" y="75"/>
                    <a:pt x="6" y="2"/>
                  </a:cubicBezTo>
                  <a:cubicBezTo>
                    <a:pt x="4" y="0"/>
                    <a:pt x="0" y="4"/>
                    <a:pt x="2" y="6"/>
                  </a:cubicBezTo>
                  <a:cubicBezTo>
                    <a:pt x="67" y="77"/>
                    <a:pt x="105" y="175"/>
                    <a:pt x="125" y="267"/>
                  </a:cubicBezTo>
                  <a:cubicBezTo>
                    <a:pt x="138" y="322"/>
                    <a:pt x="137" y="378"/>
                    <a:pt x="147" y="433"/>
                  </a:cubicBezTo>
                  <a:cubicBezTo>
                    <a:pt x="158" y="492"/>
                    <a:pt x="153" y="555"/>
                    <a:pt x="164" y="614"/>
                  </a:cubicBezTo>
                  <a:cubicBezTo>
                    <a:pt x="164" y="615"/>
                    <a:pt x="164" y="614"/>
                    <a:pt x="165" y="615"/>
                  </a:cubicBezTo>
                  <a:lnTo>
                    <a:pt x="165" y="616"/>
                  </a:lnTo>
                  <a:cubicBezTo>
                    <a:pt x="166" y="617"/>
                    <a:pt x="166" y="617"/>
                    <a:pt x="167" y="617"/>
                  </a:cubicBezTo>
                  <a:cubicBezTo>
                    <a:pt x="167" y="617"/>
                    <a:pt x="168" y="617"/>
                    <a:pt x="168" y="616"/>
                  </a:cubicBezTo>
                  <a:cubicBezTo>
                    <a:pt x="168" y="616"/>
                    <a:pt x="169" y="616"/>
                    <a:pt x="169" y="615"/>
                  </a:cubicBezTo>
                  <a:lnTo>
                    <a:pt x="169" y="614"/>
                  </a:lnTo>
                  <a:cubicBezTo>
                    <a:pt x="174" y="589"/>
                    <a:pt x="176" y="564"/>
                    <a:pt x="176" y="538"/>
                  </a:cubicBezTo>
                  <a:cubicBezTo>
                    <a:pt x="176" y="519"/>
                    <a:pt x="175" y="499"/>
                    <a:pt x="172" y="480"/>
                  </a:cubicBezTo>
                  <a:cubicBezTo>
                    <a:pt x="182" y="451"/>
                    <a:pt x="188" y="421"/>
                    <a:pt x="192" y="390"/>
                  </a:cubicBezTo>
                  <a:cubicBezTo>
                    <a:pt x="196" y="361"/>
                    <a:pt x="199" y="331"/>
                    <a:pt x="199" y="301"/>
                  </a:cubicBezTo>
                  <a:cubicBezTo>
                    <a:pt x="199" y="277"/>
                    <a:pt x="197" y="254"/>
                    <a:pt x="194" y="230"/>
                  </a:cubicBezTo>
                  <a:cubicBezTo>
                    <a:pt x="194" y="229"/>
                    <a:pt x="194" y="229"/>
                    <a:pt x="193" y="229"/>
                  </a:cubicBezTo>
                  <a:lnTo>
                    <a:pt x="192" y="228"/>
                  </a:lnTo>
                  <a:cubicBezTo>
                    <a:pt x="191" y="228"/>
                    <a:pt x="191" y="229"/>
                    <a:pt x="191" y="229"/>
                  </a:cubicBezTo>
                  <a:cubicBezTo>
                    <a:pt x="190" y="229"/>
                    <a:pt x="190" y="229"/>
                    <a:pt x="190" y="230"/>
                  </a:cubicBezTo>
                  <a:cubicBezTo>
                    <a:pt x="189" y="230"/>
                    <a:pt x="189" y="231"/>
                    <a:pt x="189" y="231"/>
                  </a:cubicBezTo>
                  <a:lnTo>
                    <a:pt x="189" y="2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2"/>
            <p:cNvSpPr/>
            <p:nvPr/>
          </p:nvSpPr>
          <p:spPr>
            <a:xfrm>
              <a:off x="9260640" y="4150440"/>
              <a:ext cx="32040" cy="120240"/>
            </a:xfrm>
            <a:custGeom>
              <a:rect b="b" l="l" r="r" t="t"/>
              <a:pathLst>
                <a:path extrusionOk="0" h="334" w="89">
                  <a:moveTo>
                    <a:pt x="82" y="3"/>
                  </a:moveTo>
                  <a:cubicBezTo>
                    <a:pt x="82" y="3"/>
                    <a:pt x="83" y="3"/>
                    <a:pt x="82" y="2"/>
                  </a:cubicBezTo>
                  <a:cubicBezTo>
                    <a:pt x="82" y="1"/>
                    <a:pt x="81" y="2"/>
                    <a:pt x="80" y="1"/>
                  </a:cubicBezTo>
                  <a:cubicBezTo>
                    <a:pt x="80" y="0"/>
                    <a:pt x="79" y="0"/>
                    <a:pt x="78" y="0"/>
                  </a:cubicBezTo>
                  <a:cubicBezTo>
                    <a:pt x="78" y="0"/>
                    <a:pt x="77" y="0"/>
                    <a:pt x="76" y="1"/>
                  </a:cubicBezTo>
                  <a:lnTo>
                    <a:pt x="75" y="2"/>
                  </a:lnTo>
                  <a:cubicBezTo>
                    <a:pt x="75" y="3"/>
                    <a:pt x="75" y="3"/>
                    <a:pt x="75" y="3"/>
                  </a:cubicBezTo>
                  <a:cubicBezTo>
                    <a:pt x="67" y="64"/>
                    <a:pt x="56" y="124"/>
                    <a:pt x="44" y="184"/>
                  </a:cubicBezTo>
                  <a:cubicBezTo>
                    <a:pt x="37" y="215"/>
                    <a:pt x="37" y="268"/>
                    <a:pt x="16" y="292"/>
                  </a:cubicBezTo>
                  <a:cubicBezTo>
                    <a:pt x="15" y="294"/>
                    <a:pt x="14" y="296"/>
                    <a:pt x="12" y="298"/>
                  </a:cubicBezTo>
                  <a:cubicBezTo>
                    <a:pt x="7" y="307"/>
                    <a:pt x="4" y="317"/>
                    <a:pt x="2" y="327"/>
                  </a:cubicBezTo>
                  <a:cubicBezTo>
                    <a:pt x="0" y="331"/>
                    <a:pt x="5" y="333"/>
                    <a:pt x="7" y="330"/>
                  </a:cubicBezTo>
                  <a:cubicBezTo>
                    <a:pt x="40" y="288"/>
                    <a:pt x="47" y="254"/>
                    <a:pt x="55" y="202"/>
                  </a:cubicBezTo>
                  <a:cubicBezTo>
                    <a:pt x="67" y="138"/>
                    <a:pt x="88" y="69"/>
                    <a:pt x="8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2"/>
            <p:cNvSpPr/>
            <p:nvPr/>
          </p:nvSpPr>
          <p:spPr>
            <a:xfrm>
              <a:off x="8670600" y="4024080"/>
              <a:ext cx="106920" cy="158400"/>
            </a:xfrm>
            <a:custGeom>
              <a:rect b="b" l="l" r="r" t="t"/>
              <a:pathLst>
                <a:path extrusionOk="0" h="440" w="297">
                  <a:moveTo>
                    <a:pt x="132" y="219"/>
                  </a:moveTo>
                  <a:cubicBezTo>
                    <a:pt x="119" y="204"/>
                    <a:pt x="104" y="189"/>
                    <a:pt x="89" y="176"/>
                  </a:cubicBezTo>
                  <a:cubicBezTo>
                    <a:pt x="53" y="143"/>
                    <a:pt x="35" y="100"/>
                    <a:pt x="4" y="63"/>
                  </a:cubicBezTo>
                  <a:cubicBezTo>
                    <a:pt x="3" y="62"/>
                    <a:pt x="3" y="62"/>
                    <a:pt x="2" y="62"/>
                  </a:cubicBezTo>
                  <a:lnTo>
                    <a:pt x="1" y="63"/>
                  </a:lnTo>
                  <a:cubicBezTo>
                    <a:pt x="0" y="64"/>
                    <a:pt x="0" y="63"/>
                    <a:pt x="0" y="64"/>
                  </a:cubicBezTo>
                  <a:lnTo>
                    <a:pt x="0" y="65"/>
                  </a:lnTo>
                  <a:lnTo>
                    <a:pt x="0" y="66"/>
                  </a:lnTo>
                  <a:cubicBezTo>
                    <a:pt x="21" y="102"/>
                    <a:pt x="37" y="146"/>
                    <a:pt x="69" y="174"/>
                  </a:cubicBezTo>
                  <a:cubicBezTo>
                    <a:pt x="101" y="201"/>
                    <a:pt x="124" y="230"/>
                    <a:pt x="156" y="253"/>
                  </a:cubicBezTo>
                  <a:cubicBezTo>
                    <a:pt x="156" y="253"/>
                    <a:pt x="155" y="253"/>
                    <a:pt x="156" y="254"/>
                  </a:cubicBezTo>
                  <a:cubicBezTo>
                    <a:pt x="157" y="255"/>
                    <a:pt x="157" y="254"/>
                    <a:pt x="158" y="254"/>
                  </a:cubicBezTo>
                  <a:lnTo>
                    <a:pt x="159" y="254"/>
                  </a:lnTo>
                  <a:cubicBezTo>
                    <a:pt x="159" y="253"/>
                    <a:pt x="160" y="253"/>
                    <a:pt x="160" y="253"/>
                  </a:cubicBezTo>
                  <a:cubicBezTo>
                    <a:pt x="160" y="252"/>
                    <a:pt x="160" y="252"/>
                    <a:pt x="160" y="251"/>
                  </a:cubicBezTo>
                  <a:lnTo>
                    <a:pt x="160" y="250"/>
                  </a:lnTo>
                  <a:cubicBezTo>
                    <a:pt x="137" y="208"/>
                    <a:pt x="118" y="164"/>
                    <a:pt x="104" y="119"/>
                  </a:cubicBezTo>
                  <a:cubicBezTo>
                    <a:pt x="122" y="150"/>
                    <a:pt x="139" y="182"/>
                    <a:pt x="158" y="213"/>
                  </a:cubicBezTo>
                  <a:cubicBezTo>
                    <a:pt x="176" y="244"/>
                    <a:pt x="205" y="277"/>
                    <a:pt x="228" y="308"/>
                  </a:cubicBezTo>
                  <a:cubicBezTo>
                    <a:pt x="234" y="317"/>
                    <a:pt x="239" y="326"/>
                    <a:pt x="245" y="336"/>
                  </a:cubicBezTo>
                  <a:cubicBezTo>
                    <a:pt x="263" y="367"/>
                    <a:pt x="278" y="400"/>
                    <a:pt x="288" y="435"/>
                  </a:cubicBezTo>
                  <a:cubicBezTo>
                    <a:pt x="290" y="439"/>
                    <a:pt x="296" y="437"/>
                    <a:pt x="296" y="433"/>
                  </a:cubicBezTo>
                  <a:cubicBezTo>
                    <a:pt x="296" y="366"/>
                    <a:pt x="244" y="285"/>
                    <a:pt x="200" y="236"/>
                  </a:cubicBezTo>
                  <a:cubicBezTo>
                    <a:pt x="164" y="197"/>
                    <a:pt x="143" y="148"/>
                    <a:pt x="114" y="103"/>
                  </a:cubicBezTo>
                  <a:cubicBezTo>
                    <a:pt x="102" y="86"/>
                    <a:pt x="91" y="67"/>
                    <a:pt x="80" y="49"/>
                  </a:cubicBezTo>
                  <a:cubicBezTo>
                    <a:pt x="77" y="44"/>
                    <a:pt x="73" y="39"/>
                    <a:pt x="69" y="35"/>
                  </a:cubicBezTo>
                  <a:cubicBezTo>
                    <a:pt x="64" y="24"/>
                    <a:pt x="58" y="15"/>
                    <a:pt x="52" y="5"/>
                  </a:cubicBezTo>
                  <a:cubicBezTo>
                    <a:pt x="52" y="4"/>
                    <a:pt x="52" y="4"/>
                    <a:pt x="52" y="4"/>
                  </a:cubicBezTo>
                  <a:cubicBezTo>
                    <a:pt x="51" y="3"/>
                    <a:pt x="50" y="2"/>
                    <a:pt x="49" y="1"/>
                  </a:cubicBezTo>
                  <a:cubicBezTo>
                    <a:pt x="48" y="0"/>
                    <a:pt x="47" y="0"/>
                    <a:pt x="46" y="0"/>
                  </a:cubicBezTo>
                  <a:cubicBezTo>
                    <a:pt x="44" y="0"/>
                    <a:pt x="43" y="0"/>
                    <a:pt x="42" y="1"/>
                  </a:cubicBezTo>
                  <a:cubicBezTo>
                    <a:pt x="41" y="2"/>
                    <a:pt x="41" y="3"/>
                    <a:pt x="40" y="4"/>
                  </a:cubicBezTo>
                  <a:cubicBezTo>
                    <a:pt x="39" y="5"/>
                    <a:pt x="39" y="6"/>
                    <a:pt x="39" y="7"/>
                  </a:cubicBezTo>
                  <a:cubicBezTo>
                    <a:pt x="39" y="8"/>
                    <a:pt x="39" y="8"/>
                    <a:pt x="39" y="9"/>
                  </a:cubicBezTo>
                  <a:cubicBezTo>
                    <a:pt x="41" y="20"/>
                    <a:pt x="45" y="30"/>
                    <a:pt x="51" y="40"/>
                  </a:cubicBezTo>
                  <a:cubicBezTo>
                    <a:pt x="55" y="46"/>
                    <a:pt x="59" y="52"/>
                    <a:pt x="64" y="58"/>
                  </a:cubicBezTo>
                  <a:cubicBezTo>
                    <a:pt x="89" y="114"/>
                    <a:pt x="106" y="174"/>
                    <a:pt x="138" y="226"/>
                  </a:cubicBezTo>
                  <a:cubicBezTo>
                    <a:pt x="158" y="258"/>
                    <a:pt x="141" y="230"/>
                    <a:pt x="132"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2"/>
            <p:cNvSpPr/>
            <p:nvPr/>
          </p:nvSpPr>
          <p:spPr>
            <a:xfrm>
              <a:off x="8680680" y="3866760"/>
              <a:ext cx="240840" cy="618120"/>
            </a:xfrm>
            <a:custGeom>
              <a:rect b="b" l="l" r="r" t="t"/>
              <a:pathLst>
                <a:path extrusionOk="0" h="1717" w="669">
                  <a:moveTo>
                    <a:pt x="235" y="273"/>
                  </a:moveTo>
                  <a:cubicBezTo>
                    <a:pt x="197" y="241"/>
                    <a:pt x="163" y="204"/>
                    <a:pt x="123" y="175"/>
                  </a:cubicBezTo>
                  <a:cubicBezTo>
                    <a:pt x="83" y="145"/>
                    <a:pt x="48" y="104"/>
                    <a:pt x="5" y="81"/>
                  </a:cubicBezTo>
                  <a:cubicBezTo>
                    <a:pt x="3" y="80"/>
                    <a:pt x="0" y="84"/>
                    <a:pt x="2" y="85"/>
                  </a:cubicBezTo>
                  <a:cubicBezTo>
                    <a:pt x="21" y="102"/>
                    <a:pt x="38" y="119"/>
                    <a:pt x="53" y="139"/>
                  </a:cubicBezTo>
                  <a:cubicBezTo>
                    <a:pt x="67" y="154"/>
                    <a:pt x="83" y="168"/>
                    <a:pt x="101" y="180"/>
                  </a:cubicBezTo>
                  <a:cubicBezTo>
                    <a:pt x="146" y="211"/>
                    <a:pt x="182" y="252"/>
                    <a:pt x="224" y="286"/>
                  </a:cubicBezTo>
                  <a:cubicBezTo>
                    <a:pt x="265" y="322"/>
                    <a:pt x="301" y="363"/>
                    <a:pt x="330" y="409"/>
                  </a:cubicBezTo>
                  <a:cubicBezTo>
                    <a:pt x="341" y="425"/>
                    <a:pt x="351" y="453"/>
                    <a:pt x="364" y="476"/>
                  </a:cubicBezTo>
                  <a:cubicBezTo>
                    <a:pt x="367" y="492"/>
                    <a:pt x="370" y="507"/>
                    <a:pt x="374" y="523"/>
                  </a:cubicBezTo>
                  <a:cubicBezTo>
                    <a:pt x="374" y="524"/>
                    <a:pt x="375" y="524"/>
                    <a:pt x="375" y="524"/>
                  </a:cubicBezTo>
                  <a:cubicBezTo>
                    <a:pt x="376" y="525"/>
                    <a:pt x="377" y="525"/>
                    <a:pt x="377" y="525"/>
                  </a:cubicBezTo>
                  <a:cubicBezTo>
                    <a:pt x="378" y="525"/>
                    <a:pt x="378" y="525"/>
                    <a:pt x="379" y="524"/>
                  </a:cubicBezTo>
                  <a:cubicBezTo>
                    <a:pt x="379" y="523"/>
                    <a:pt x="380" y="524"/>
                    <a:pt x="381" y="523"/>
                  </a:cubicBezTo>
                  <a:cubicBezTo>
                    <a:pt x="388" y="594"/>
                    <a:pt x="400" y="664"/>
                    <a:pt x="416" y="734"/>
                  </a:cubicBezTo>
                  <a:cubicBezTo>
                    <a:pt x="420" y="749"/>
                    <a:pt x="421" y="781"/>
                    <a:pt x="427" y="808"/>
                  </a:cubicBezTo>
                  <a:cubicBezTo>
                    <a:pt x="418" y="799"/>
                    <a:pt x="410" y="788"/>
                    <a:pt x="403" y="777"/>
                  </a:cubicBezTo>
                  <a:cubicBezTo>
                    <a:pt x="364" y="715"/>
                    <a:pt x="319" y="660"/>
                    <a:pt x="297" y="588"/>
                  </a:cubicBezTo>
                  <a:lnTo>
                    <a:pt x="296" y="587"/>
                  </a:lnTo>
                  <a:lnTo>
                    <a:pt x="296" y="585"/>
                  </a:lnTo>
                  <a:lnTo>
                    <a:pt x="296" y="584"/>
                  </a:lnTo>
                  <a:cubicBezTo>
                    <a:pt x="296" y="583"/>
                    <a:pt x="295" y="584"/>
                    <a:pt x="295" y="583"/>
                  </a:cubicBezTo>
                  <a:cubicBezTo>
                    <a:pt x="294" y="582"/>
                    <a:pt x="294" y="582"/>
                    <a:pt x="294" y="582"/>
                  </a:cubicBezTo>
                  <a:cubicBezTo>
                    <a:pt x="293" y="582"/>
                    <a:pt x="293" y="582"/>
                    <a:pt x="292" y="583"/>
                  </a:cubicBezTo>
                  <a:lnTo>
                    <a:pt x="291" y="584"/>
                  </a:lnTo>
                  <a:lnTo>
                    <a:pt x="291" y="585"/>
                  </a:lnTo>
                  <a:cubicBezTo>
                    <a:pt x="284" y="624"/>
                    <a:pt x="281" y="664"/>
                    <a:pt x="281" y="704"/>
                  </a:cubicBezTo>
                  <a:cubicBezTo>
                    <a:pt x="281" y="713"/>
                    <a:pt x="281" y="722"/>
                    <a:pt x="281" y="730"/>
                  </a:cubicBezTo>
                  <a:cubicBezTo>
                    <a:pt x="280" y="747"/>
                    <a:pt x="280" y="763"/>
                    <a:pt x="280" y="780"/>
                  </a:cubicBezTo>
                  <a:cubicBezTo>
                    <a:pt x="280" y="820"/>
                    <a:pt x="282" y="861"/>
                    <a:pt x="288" y="901"/>
                  </a:cubicBezTo>
                  <a:cubicBezTo>
                    <a:pt x="296" y="949"/>
                    <a:pt x="340" y="999"/>
                    <a:pt x="339" y="1049"/>
                  </a:cubicBezTo>
                  <a:cubicBezTo>
                    <a:pt x="339" y="1076"/>
                    <a:pt x="339" y="1103"/>
                    <a:pt x="364" y="1118"/>
                  </a:cubicBezTo>
                  <a:cubicBezTo>
                    <a:pt x="365" y="1118"/>
                    <a:pt x="366" y="1118"/>
                    <a:pt x="368" y="1118"/>
                  </a:cubicBezTo>
                  <a:cubicBezTo>
                    <a:pt x="369" y="1118"/>
                    <a:pt x="371" y="1117"/>
                    <a:pt x="372" y="1117"/>
                  </a:cubicBezTo>
                  <a:cubicBezTo>
                    <a:pt x="373" y="1116"/>
                    <a:pt x="374" y="1115"/>
                    <a:pt x="375" y="1114"/>
                  </a:cubicBezTo>
                  <a:cubicBezTo>
                    <a:pt x="376" y="1113"/>
                    <a:pt x="376" y="1112"/>
                    <a:pt x="377" y="1111"/>
                  </a:cubicBezTo>
                  <a:cubicBezTo>
                    <a:pt x="379" y="1107"/>
                    <a:pt x="381" y="1104"/>
                    <a:pt x="382" y="1100"/>
                  </a:cubicBezTo>
                  <a:cubicBezTo>
                    <a:pt x="391" y="1150"/>
                    <a:pt x="408" y="1198"/>
                    <a:pt x="434" y="1242"/>
                  </a:cubicBezTo>
                  <a:cubicBezTo>
                    <a:pt x="447" y="1266"/>
                    <a:pt x="464" y="1289"/>
                    <a:pt x="483" y="1310"/>
                  </a:cubicBezTo>
                  <a:cubicBezTo>
                    <a:pt x="486" y="1334"/>
                    <a:pt x="492" y="1357"/>
                    <a:pt x="497" y="1380"/>
                  </a:cubicBezTo>
                  <a:cubicBezTo>
                    <a:pt x="509" y="1424"/>
                    <a:pt x="521" y="1499"/>
                    <a:pt x="566" y="1523"/>
                  </a:cubicBezTo>
                  <a:cubicBezTo>
                    <a:pt x="567" y="1523"/>
                    <a:pt x="568" y="1524"/>
                    <a:pt x="569" y="1524"/>
                  </a:cubicBezTo>
                  <a:cubicBezTo>
                    <a:pt x="570" y="1524"/>
                    <a:pt x="570" y="1523"/>
                    <a:pt x="571" y="1523"/>
                  </a:cubicBezTo>
                  <a:cubicBezTo>
                    <a:pt x="572" y="1523"/>
                    <a:pt x="572" y="1522"/>
                    <a:pt x="573" y="1521"/>
                  </a:cubicBezTo>
                  <a:cubicBezTo>
                    <a:pt x="573" y="1521"/>
                    <a:pt x="573" y="1520"/>
                    <a:pt x="573" y="1519"/>
                  </a:cubicBezTo>
                  <a:cubicBezTo>
                    <a:pt x="573" y="1518"/>
                    <a:pt x="573" y="1517"/>
                    <a:pt x="573" y="1517"/>
                  </a:cubicBezTo>
                  <a:lnTo>
                    <a:pt x="573" y="1516"/>
                  </a:lnTo>
                  <a:lnTo>
                    <a:pt x="573" y="1515"/>
                  </a:lnTo>
                  <a:cubicBezTo>
                    <a:pt x="578" y="1500"/>
                    <a:pt x="582" y="1485"/>
                    <a:pt x="585" y="1470"/>
                  </a:cubicBezTo>
                  <a:cubicBezTo>
                    <a:pt x="585" y="1509"/>
                    <a:pt x="589" y="1548"/>
                    <a:pt x="595" y="1586"/>
                  </a:cubicBezTo>
                  <a:cubicBezTo>
                    <a:pt x="603" y="1622"/>
                    <a:pt x="616" y="1657"/>
                    <a:pt x="635" y="1689"/>
                  </a:cubicBezTo>
                  <a:cubicBezTo>
                    <a:pt x="639" y="1697"/>
                    <a:pt x="645" y="1705"/>
                    <a:pt x="650" y="1712"/>
                  </a:cubicBezTo>
                  <a:cubicBezTo>
                    <a:pt x="652" y="1716"/>
                    <a:pt x="658" y="1712"/>
                    <a:pt x="657" y="1709"/>
                  </a:cubicBezTo>
                  <a:cubicBezTo>
                    <a:pt x="646" y="1671"/>
                    <a:pt x="627" y="1638"/>
                    <a:pt x="616" y="1600"/>
                  </a:cubicBezTo>
                  <a:cubicBezTo>
                    <a:pt x="601" y="1542"/>
                    <a:pt x="593" y="1482"/>
                    <a:pt x="593" y="1421"/>
                  </a:cubicBezTo>
                  <a:cubicBezTo>
                    <a:pt x="593" y="1419"/>
                    <a:pt x="593" y="1416"/>
                    <a:pt x="593" y="1414"/>
                  </a:cubicBezTo>
                  <a:cubicBezTo>
                    <a:pt x="595" y="1383"/>
                    <a:pt x="596" y="1351"/>
                    <a:pt x="596" y="1321"/>
                  </a:cubicBezTo>
                  <a:cubicBezTo>
                    <a:pt x="596" y="1290"/>
                    <a:pt x="595" y="1260"/>
                    <a:pt x="593" y="1229"/>
                  </a:cubicBezTo>
                  <a:cubicBezTo>
                    <a:pt x="593" y="1225"/>
                    <a:pt x="587" y="1224"/>
                    <a:pt x="587" y="1229"/>
                  </a:cubicBezTo>
                  <a:cubicBezTo>
                    <a:pt x="587" y="1257"/>
                    <a:pt x="585" y="1286"/>
                    <a:pt x="585" y="1314"/>
                  </a:cubicBezTo>
                  <a:cubicBezTo>
                    <a:pt x="585" y="1342"/>
                    <a:pt x="579" y="1367"/>
                    <a:pt x="578" y="1393"/>
                  </a:cubicBezTo>
                  <a:cubicBezTo>
                    <a:pt x="577" y="1431"/>
                    <a:pt x="569" y="1468"/>
                    <a:pt x="568" y="1505"/>
                  </a:cubicBezTo>
                  <a:cubicBezTo>
                    <a:pt x="534" y="1440"/>
                    <a:pt x="510" y="1370"/>
                    <a:pt x="498" y="1297"/>
                  </a:cubicBezTo>
                  <a:lnTo>
                    <a:pt x="498" y="1296"/>
                  </a:lnTo>
                  <a:cubicBezTo>
                    <a:pt x="498" y="1295"/>
                    <a:pt x="498" y="1295"/>
                    <a:pt x="498" y="1294"/>
                  </a:cubicBezTo>
                  <a:cubicBezTo>
                    <a:pt x="498" y="1253"/>
                    <a:pt x="493" y="1214"/>
                    <a:pt x="493" y="1173"/>
                  </a:cubicBezTo>
                  <a:cubicBezTo>
                    <a:pt x="493" y="1164"/>
                    <a:pt x="493" y="1154"/>
                    <a:pt x="493" y="1145"/>
                  </a:cubicBezTo>
                  <a:cubicBezTo>
                    <a:pt x="493" y="1114"/>
                    <a:pt x="492" y="1083"/>
                    <a:pt x="489" y="1052"/>
                  </a:cubicBezTo>
                  <a:cubicBezTo>
                    <a:pt x="481" y="993"/>
                    <a:pt x="484" y="931"/>
                    <a:pt x="465" y="875"/>
                  </a:cubicBezTo>
                  <a:cubicBezTo>
                    <a:pt x="465" y="874"/>
                    <a:pt x="465" y="874"/>
                    <a:pt x="465" y="874"/>
                  </a:cubicBezTo>
                  <a:cubicBezTo>
                    <a:pt x="465" y="873"/>
                    <a:pt x="464" y="873"/>
                    <a:pt x="464" y="873"/>
                  </a:cubicBezTo>
                  <a:cubicBezTo>
                    <a:pt x="463" y="872"/>
                    <a:pt x="462" y="872"/>
                    <a:pt x="462" y="872"/>
                  </a:cubicBezTo>
                  <a:cubicBezTo>
                    <a:pt x="461" y="872"/>
                    <a:pt x="460" y="872"/>
                    <a:pt x="460" y="873"/>
                  </a:cubicBezTo>
                  <a:cubicBezTo>
                    <a:pt x="459" y="874"/>
                    <a:pt x="459" y="873"/>
                    <a:pt x="459" y="874"/>
                  </a:cubicBezTo>
                  <a:cubicBezTo>
                    <a:pt x="458" y="875"/>
                    <a:pt x="458" y="875"/>
                    <a:pt x="458" y="876"/>
                  </a:cubicBezTo>
                  <a:lnTo>
                    <a:pt x="458" y="877"/>
                  </a:lnTo>
                  <a:cubicBezTo>
                    <a:pt x="475" y="938"/>
                    <a:pt x="470" y="1006"/>
                    <a:pt x="478" y="1069"/>
                  </a:cubicBezTo>
                  <a:cubicBezTo>
                    <a:pt x="480" y="1097"/>
                    <a:pt x="481" y="1125"/>
                    <a:pt x="481" y="1153"/>
                  </a:cubicBezTo>
                  <a:cubicBezTo>
                    <a:pt x="481" y="1165"/>
                    <a:pt x="481" y="1178"/>
                    <a:pt x="480" y="1191"/>
                  </a:cubicBezTo>
                  <a:cubicBezTo>
                    <a:pt x="480" y="1192"/>
                    <a:pt x="480" y="1193"/>
                    <a:pt x="480" y="1195"/>
                  </a:cubicBezTo>
                  <a:cubicBezTo>
                    <a:pt x="479" y="1208"/>
                    <a:pt x="479" y="1221"/>
                    <a:pt x="479" y="1234"/>
                  </a:cubicBezTo>
                  <a:cubicBezTo>
                    <a:pt x="479" y="1252"/>
                    <a:pt x="480" y="1269"/>
                    <a:pt x="482" y="1287"/>
                  </a:cubicBezTo>
                  <a:cubicBezTo>
                    <a:pt x="460" y="1238"/>
                    <a:pt x="440" y="1190"/>
                    <a:pt x="418" y="1142"/>
                  </a:cubicBezTo>
                  <a:cubicBezTo>
                    <a:pt x="401" y="1099"/>
                    <a:pt x="393" y="1054"/>
                    <a:pt x="393" y="1008"/>
                  </a:cubicBezTo>
                  <a:cubicBezTo>
                    <a:pt x="393" y="1006"/>
                    <a:pt x="393" y="1005"/>
                    <a:pt x="393" y="1004"/>
                  </a:cubicBezTo>
                  <a:cubicBezTo>
                    <a:pt x="393" y="999"/>
                    <a:pt x="393" y="993"/>
                    <a:pt x="393" y="988"/>
                  </a:cubicBezTo>
                  <a:cubicBezTo>
                    <a:pt x="393" y="942"/>
                    <a:pt x="408" y="894"/>
                    <a:pt x="404" y="850"/>
                  </a:cubicBezTo>
                  <a:cubicBezTo>
                    <a:pt x="404" y="845"/>
                    <a:pt x="397" y="846"/>
                    <a:pt x="395" y="850"/>
                  </a:cubicBezTo>
                  <a:cubicBezTo>
                    <a:pt x="382" y="892"/>
                    <a:pt x="375" y="935"/>
                    <a:pt x="375" y="979"/>
                  </a:cubicBezTo>
                  <a:cubicBezTo>
                    <a:pt x="375" y="987"/>
                    <a:pt x="375" y="995"/>
                    <a:pt x="376" y="1003"/>
                  </a:cubicBezTo>
                  <a:cubicBezTo>
                    <a:pt x="376" y="1013"/>
                    <a:pt x="376" y="1023"/>
                    <a:pt x="376" y="1032"/>
                  </a:cubicBezTo>
                  <a:cubicBezTo>
                    <a:pt x="376" y="1033"/>
                    <a:pt x="376" y="1033"/>
                    <a:pt x="376" y="1034"/>
                  </a:cubicBezTo>
                  <a:cubicBezTo>
                    <a:pt x="376" y="1051"/>
                    <a:pt x="373" y="1068"/>
                    <a:pt x="369" y="1085"/>
                  </a:cubicBezTo>
                  <a:cubicBezTo>
                    <a:pt x="364" y="1107"/>
                    <a:pt x="357" y="1077"/>
                    <a:pt x="357" y="1070"/>
                  </a:cubicBezTo>
                  <a:cubicBezTo>
                    <a:pt x="355" y="1048"/>
                    <a:pt x="360" y="1028"/>
                    <a:pt x="350" y="1007"/>
                  </a:cubicBezTo>
                  <a:cubicBezTo>
                    <a:pt x="321" y="949"/>
                    <a:pt x="303" y="886"/>
                    <a:pt x="299" y="821"/>
                  </a:cubicBezTo>
                  <a:cubicBezTo>
                    <a:pt x="296" y="774"/>
                    <a:pt x="294" y="728"/>
                    <a:pt x="294" y="681"/>
                  </a:cubicBezTo>
                  <a:cubicBezTo>
                    <a:pt x="294" y="657"/>
                    <a:pt x="295" y="633"/>
                    <a:pt x="295" y="608"/>
                  </a:cubicBezTo>
                  <a:cubicBezTo>
                    <a:pt x="306" y="644"/>
                    <a:pt x="320" y="678"/>
                    <a:pt x="339" y="710"/>
                  </a:cubicBezTo>
                  <a:cubicBezTo>
                    <a:pt x="347" y="724"/>
                    <a:pt x="356" y="737"/>
                    <a:pt x="365" y="750"/>
                  </a:cubicBezTo>
                  <a:cubicBezTo>
                    <a:pt x="392" y="789"/>
                    <a:pt x="413" y="831"/>
                    <a:pt x="455" y="855"/>
                  </a:cubicBezTo>
                  <a:cubicBezTo>
                    <a:pt x="456" y="855"/>
                    <a:pt x="457" y="856"/>
                    <a:pt x="457" y="856"/>
                  </a:cubicBezTo>
                  <a:cubicBezTo>
                    <a:pt x="458" y="856"/>
                    <a:pt x="458" y="855"/>
                    <a:pt x="459" y="855"/>
                  </a:cubicBezTo>
                  <a:lnTo>
                    <a:pt x="460" y="855"/>
                  </a:lnTo>
                  <a:cubicBezTo>
                    <a:pt x="470" y="857"/>
                    <a:pt x="475" y="842"/>
                    <a:pt x="466" y="839"/>
                  </a:cubicBezTo>
                  <a:cubicBezTo>
                    <a:pt x="450" y="833"/>
                    <a:pt x="446" y="787"/>
                    <a:pt x="443" y="774"/>
                  </a:cubicBezTo>
                  <a:cubicBezTo>
                    <a:pt x="438" y="746"/>
                    <a:pt x="431" y="718"/>
                    <a:pt x="424" y="690"/>
                  </a:cubicBezTo>
                  <a:cubicBezTo>
                    <a:pt x="415" y="659"/>
                    <a:pt x="418" y="626"/>
                    <a:pt x="409" y="595"/>
                  </a:cubicBezTo>
                  <a:cubicBezTo>
                    <a:pt x="400" y="564"/>
                    <a:pt x="393" y="536"/>
                    <a:pt x="387" y="507"/>
                  </a:cubicBezTo>
                  <a:cubicBezTo>
                    <a:pt x="386" y="507"/>
                    <a:pt x="386" y="506"/>
                    <a:pt x="386" y="506"/>
                  </a:cubicBezTo>
                  <a:lnTo>
                    <a:pt x="386" y="505"/>
                  </a:lnTo>
                  <a:cubicBezTo>
                    <a:pt x="385" y="505"/>
                    <a:pt x="386" y="505"/>
                    <a:pt x="386" y="504"/>
                  </a:cubicBezTo>
                  <a:cubicBezTo>
                    <a:pt x="388" y="506"/>
                    <a:pt x="390" y="508"/>
                    <a:pt x="393" y="509"/>
                  </a:cubicBezTo>
                  <a:cubicBezTo>
                    <a:pt x="394" y="510"/>
                    <a:pt x="395" y="511"/>
                    <a:pt x="397" y="511"/>
                  </a:cubicBezTo>
                  <a:lnTo>
                    <a:pt x="398" y="512"/>
                  </a:lnTo>
                  <a:cubicBezTo>
                    <a:pt x="399" y="512"/>
                    <a:pt x="399" y="511"/>
                    <a:pt x="400" y="511"/>
                  </a:cubicBezTo>
                  <a:cubicBezTo>
                    <a:pt x="401" y="511"/>
                    <a:pt x="401" y="510"/>
                    <a:pt x="402" y="509"/>
                  </a:cubicBezTo>
                  <a:cubicBezTo>
                    <a:pt x="402" y="509"/>
                    <a:pt x="402" y="508"/>
                    <a:pt x="402" y="507"/>
                  </a:cubicBezTo>
                  <a:cubicBezTo>
                    <a:pt x="402" y="507"/>
                    <a:pt x="402" y="506"/>
                    <a:pt x="402" y="505"/>
                  </a:cubicBezTo>
                  <a:cubicBezTo>
                    <a:pt x="401" y="505"/>
                    <a:pt x="401" y="505"/>
                    <a:pt x="401" y="505"/>
                  </a:cubicBezTo>
                  <a:cubicBezTo>
                    <a:pt x="399" y="501"/>
                    <a:pt x="396" y="497"/>
                    <a:pt x="394" y="493"/>
                  </a:cubicBezTo>
                  <a:cubicBezTo>
                    <a:pt x="390" y="486"/>
                    <a:pt x="386" y="480"/>
                    <a:pt x="384" y="472"/>
                  </a:cubicBezTo>
                  <a:cubicBezTo>
                    <a:pt x="380" y="450"/>
                    <a:pt x="373" y="428"/>
                    <a:pt x="371" y="404"/>
                  </a:cubicBezTo>
                  <a:cubicBezTo>
                    <a:pt x="368" y="366"/>
                    <a:pt x="348" y="326"/>
                    <a:pt x="336" y="290"/>
                  </a:cubicBezTo>
                  <a:cubicBezTo>
                    <a:pt x="324" y="257"/>
                    <a:pt x="309" y="226"/>
                    <a:pt x="292" y="196"/>
                  </a:cubicBezTo>
                  <a:cubicBezTo>
                    <a:pt x="290" y="193"/>
                    <a:pt x="288" y="189"/>
                    <a:pt x="286" y="186"/>
                  </a:cubicBezTo>
                  <a:cubicBezTo>
                    <a:pt x="282" y="178"/>
                    <a:pt x="277" y="170"/>
                    <a:pt x="273" y="162"/>
                  </a:cubicBezTo>
                  <a:cubicBezTo>
                    <a:pt x="259" y="139"/>
                    <a:pt x="244" y="117"/>
                    <a:pt x="226" y="97"/>
                  </a:cubicBezTo>
                  <a:cubicBezTo>
                    <a:pt x="275" y="129"/>
                    <a:pt x="320" y="170"/>
                    <a:pt x="369" y="202"/>
                  </a:cubicBezTo>
                  <a:cubicBezTo>
                    <a:pt x="402" y="226"/>
                    <a:pt x="429" y="257"/>
                    <a:pt x="449" y="292"/>
                  </a:cubicBezTo>
                  <a:cubicBezTo>
                    <a:pt x="452" y="297"/>
                    <a:pt x="455" y="302"/>
                    <a:pt x="457" y="307"/>
                  </a:cubicBezTo>
                  <a:cubicBezTo>
                    <a:pt x="482" y="349"/>
                    <a:pt x="517" y="396"/>
                    <a:pt x="534" y="442"/>
                  </a:cubicBezTo>
                  <a:lnTo>
                    <a:pt x="534" y="444"/>
                  </a:lnTo>
                  <a:cubicBezTo>
                    <a:pt x="534" y="445"/>
                    <a:pt x="535" y="446"/>
                    <a:pt x="535" y="446"/>
                  </a:cubicBezTo>
                  <a:cubicBezTo>
                    <a:pt x="535" y="447"/>
                    <a:pt x="536" y="447"/>
                    <a:pt x="536" y="448"/>
                  </a:cubicBezTo>
                  <a:lnTo>
                    <a:pt x="536" y="450"/>
                  </a:lnTo>
                  <a:cubicBezTo>
                    <a:pt x="536" y="450"/>
                    <a:pt x="535" y="450"/>
                    <a:pt x="536" y="451"/>
                  </a:cubicBezTo>
                  <a:cubicBezTo>
                    <a:pt x="536" y="452"/>
                    <a:pt x="537" y="452"/>
                    <a:pt x="538" y="452"/>
                  </a:cubicBezTo>
                  <a:cubicBezTo>
                    <a:pt x="538" y="452"/>
                    <a:pt x="539" y="452"/>
                    <a:pt x="540" y="452"/>
                  </a:cubicBezTo>
                  <a:cubicBezTo>
                    <a:pt x="540" y="452"/>
                    <a:pt x="541" y="452"/>
                    <a:pt x="542" y="452"/>
                  </a:cubicBezTo>
                  <a:lnTo>
                    <a:pt x="543" y="451"/>
                  </a:lnTo>
                  <a:cubicBezTo>
                    <a:pt x="543" y="450"/>
                    <a:pt x="543" y="449"/>
                    <a:pt x="543" y="449"/>
                  </a:cubicBezTo>
                  <a:lnTo>
                    <a:pt x="543" y="448"/>
                  </a:lnTo>
                  <a:cubicBezTo>
                    <a:pt x="544" y="448"/>
                    <a:pt x="544" y="447"/>
                    <a:pt x="545" y="446"/>
                  </a:cubicBezTo>
                  <a:cubicBezTo>
                    <a:pt x="545" y="445"/>
                    <a:pt x="546" y="445"/>
                    <a:pt x="546" y="444"/>
                  </a:cubicBezTo>
                  <a:cubicBezTo>
                    <a:pt x="546" y="436"/>
                    <a:pt x="547" y="429"/>
                    <a:pt x="547" y="421"/>
                  </a:cubicBezTo>
                  <a:cubicBezTo>
                    <a:pt x="547" y="341"/>
                    <a:pt x="525" y="262"/>
                    <a:pt x="485" y="192"/>
                  </a:cubicBezTo>
                  <a:cubicBezTo>
                    <a:pt x="469" y="164"/>
                    <a:pt x="450" y="138"/>
                    <a:pt x="428" y="114"/>
                  </a:cubicBezTo>
                  <a:cubicBezTo>
                    <a:pt x="438" y="118"/>
                    <a:pt x="447" y="123"/>
                    <a:pt x="457" y="128"/>
                  </a:cubicBezTo>
                  <a:cubicBezTo>
                    <a:pt x="465" y="133"/>
                    <a:pt x="473" y="138"/>
                    <a:pt x="481" y="144"/>
                  </a:cubicBezTo>
                  <a:cubicBezTo>
                    <a:pt x="522" y="174"/>
                    <a:pt x="559" y="209"/>
                    <a:pt x="591" y="249"/>
                  </a:cubicBezTo>
                  <a:cubicBezTo>
                    <a:pt x="610" y="273"/>
                    <a:pt x="633" y="309"/>
                    <a:pt x="660" y="325"/>
                  </a:cubicBezTo>
                  <a:cubicBezTo>
                    <a:pt x="664" y="327"/>
                    <a:pt x="668" y="321"/>
                    <a:pt x="665" y="318"/>
                  </a:cubicBezTo>
                  <a:cubicBezTo>
                    <a:pt x="653" y="308"/>
                    <a:pt x="648" y="286"/>
                    <a:pt x="639" y="272"/>
                  </a:cubicBezTo>
                  <a:cubicBezTo>
                    <a:pt x="630" y="258"/>
                    <a:pt x="614" y="249"/>
                    <a:pt x="605" y="237"/>
                  </a:cubicBezTo>
                  <a:cubicBezTo>
                    <a:pt x="575" y="199"/>
                    <a:pt x="540" y="165"/>
                    <a:pt x="501" y="136"/>
                  </a:cubicBezTo>
                  <a:cubicBezTo>
                    <a:pt x="492" y="130"/>
                    <a:pt x="481" y="125"/>
                    <a:pt x="472" y="119"/>
                  </a:cubicBezTo>
                  <a:cubicBezTo>
                    <a:pt x="439" y="101"/>
                    <a:pt x="405" y="85"/>
                    <a:pt x="370" y="73"/>
                  </a:cubicBezTo>
                  <a:cubicBezTo>
                    <a:pt x="312" y="52"/>
                    <a:pt x="257" y="24"/>
                    <a:pt x="201" y="0"/>
                  </a:cubicBezTo>
                  <a:cubicBezTo>
                    <a:pt x="199" y="0"/>
                    <a:pt x="197" y="2"/>
                    <a:pt x="199" y="3"/>
                  </a:cubicBezTo>
                  <a:cubicBezTo>
                    <a:pt x="218" y="16"/>
                    <a:pt x="237" y="27"/>
                    <a:pt x="256" y="38"/>
                  </a:cubicBezTo>
                  <a:cubicBezTo>
                    <a:pt x="274" y="49"/>
                    <a:pt x="293" y="59"/>
                    <a:pt x="311" y="68"/>
                  </a:cubicBezTo>
                  <a:cubicBezTo>
                    <a:pt x="344" y="83"/>
                    <a:pt x="380" y="94"/>
                    <a:pt x="415" y="108"/>
                  </a:cubicBezTo>
                  <a:cubicBezTo>
                    <a:pt x="485" y="190"/>
                    <a:pt x="513" y="292"/>
                    <a:pt x="527" y="397"/>
                  </a:cubicBezTo>
                  <a:cubicBezTo>
                    <a:pt x="514" y="367"/>
                    <a:pt x="495" y="338"/>
                    <a:pt x="481" y="312"/>
                  </a:cubicBezTo>
                  <a:cubicBezTo>
                    <a:pt x="458" y="269"/>
                    <a:pt x="430" y="215"/>
                    <a:pt x="386" y="191"/>
                  </a:cubicBezTo>
                  <a:cubicBezTo>
                    <a:pt x="347" y="169"/>
                    <a:pt x="319" y="133"/>
                    <a:pt x="277" y="117"/>
                  </a:cubicBezTo>
                  <a:cubicBezTo>
                    <a:pt x="260" y="111"/>
                    <a:pt x="244" y="89"/>
                    <a:pt x="228" y="80"/>
                  </a:cubicBezTo>
                  <a:cubicBezTo>
                    <a:pt x="221" y="76"/>
                    <a:pt x="161" y="60"/>
                    <a:pt x="159" y="55"/>
                  </a:cubicBezTo>
                  <a:cubicBezTo>
                    <a:pt x="157" y="50"/>
                    <a:pt x="152" y="51"/>
                    <a:pt x="152" y="55"/>
                  </a:cubicBezTo>
                  <a:lnTo>
                    <a:pt x="152" y="59"/>
                  </a:lnTo>
                  <a:cubicBezTo>
                    <a:pt x="152" y="60"/>
                    <a:pt x="153" y="60"/>
                    <a:pt x="153" y="61"/>
                  </a:cubicBezTo>
                  <a:lnTo>
                    <a:pt x="154" y="62"/>
                  </a:lnTo>
                  <a:lnTo>
                    <a:pt x="155" y="62"/>
                  </a:lnTo>
                  <a:cubicBezTo>
                    <a:pt x="171" y="68"/>
                    <a:pt x="187" y="76"/>
                    <a:pt x="202" y="84"/>
                  </a:cubicBezTo>
                  <a:cubicBezTo>
                    <a:pt x="202" y="85"/>
                    <a:pt x="202" y="85"/>
                    <a:pt x="202" y="85"/>
                  </a:cubicBezTo>
                  <a:lnTo>
                    <a:pt x="202" y="86"/>
                  </a:lnTo>
                  <a:cubicBezTo>
                    <a:pt x="236" y="109"/>
                    <a:pt x="257" y="155"/>
                    <a:pt x="275" y="189"/>
                  </a:cubicBezTo>
                  <a:cubicBezTo>
                    <a:pt x="276" y="190"/>
                    <a:pt x="276" y="191"/>
                    <a:pt x="276" y="191"/>
                  </a:cubicBezTo>
                  <a:cubicBezTo>
                    <a:pt x="293" y="219"/>
                    <a:pt x="306" y="248"/>
                    <a:pt x="316" y="279"/>
                  </a:cubicBezTo>
                  <a:cubicBezTo>
                    <a:pt x="328" y="316"/>
                    <a:pt x="340" y="354"/>
                    <a:pt x="349" y="392"/>
                  </a:cubicBezTo>
                  <a:cubicBezTo>
                    <a:pt x="350" y="400"/>
                    <a:pt x="352" y="408"/>
                    <a:pt x="353" y="416"/>
                  </a:cubicBezTo>
                  <a:cubicBezTo>
                    <a:pt x="344" y="400"/>
                    <a:pt x="334" y="385"/>
                    <a:pt x="324" y="370"/>
                  </a:cubicBezTo>
                  <a:cubicBezTo>
                    <a:pt x="299" y="334"/>
                    <a:pt x="269" y="301"/>
                    <a:pt x="235" y="2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2"/>
            <p:cNvSpPr/>
            <p:nvPr/>
          </p:nvSpPr>
          <p:spPr>
            <a:xfrm>
              <a:off x="8829720" y="4052880"/>
              <a:ext cx="66960" cy="126000"/>
            </a:xfrm>
            <a:custGeom>
              <a:rect b="b" l="l" r="r" t="t"/>
              <a:pathLst>
                <a:path extrusionOk="0" h="350" w="186">
                  <a:moveTo>
                    <a:pt x="182" y="332"/>
                  </a:moveTo>
                  <a:cubicBezTo>
                    <a:pt x="177" y="288"/>
                    <a:pt x="164" y="244"/>
                    <a:pt x="155" y="202"/>
                  </a:cubicBezTo>
                  <a:cubicBezTo>
                    <a:pt x="142" y="133"/>
                    <a:pt x="119" y="67"/>
                    <a:pt x="86" y="5"/>
                  </a:cubicBezTo>
                  <a:cubicBezTo>
                    <a:pt x="83" y="0"/>
                    <a:pt x="76" y="4"/>
                    <a:pt x="78" y="9"/>
                  </a:cubicBezTo>
                  <a:cubicBezTo>
                    <a:pt x="106" y="63"/>
                    <a:pt x="115" y="123"/>
                    <a:pt x="133" y="181"/>
                  </a:cubicBezTo>
                  <a:cubicBezTo>
                    <a:pt x="146" y="225"/>
                    <a:pt x="157" y="270"/>
                    <a:pt x="164" y="315"/>
                  </a:cubicBezTo>
                  <a:cubicBezTo>
                    <a:pt x="127" y="280"/>
                    <a:pt x="84" y="241"/>
                    <a:pt x="64" y="196"/>
                  </a:cubicBezTo>
                  <a:cubicBezTo>
                    <a:pt x="54" y="171"/>
                    <a:pt x="42" y="147"/>
                    <a:pt x="29" y="124"/>
                  </a:cubicBezTo>
                  <a:cubicBezTo>
                    <a:pt x="22" y="112"/>
                    <a:pt x="14" y="100"/>
                    <a:pt x="7" y="88"/>
                  </a:cubicBezTo>
                  <a:cubicBezTo>
                    <a:pt x="6" y="88"/>
                    <a:pt x="6" y="88"/>
                    <a:pt x="6" y="88"/>
                  </a:cubicBezTo>
                  <a:cubicBezTo>
                    <a:pt x="5" y="87"/>
                    <a:pt x="5" y="87"/>
                    <a:pt x="4" y="87"/>
                  </a:cubicBezTo>
                  <a:cubicBezTo>
                    <a:pt x="3" y="87"/>
                    <a:pt x="3" y="87"/>
                    <a:pt x="2" y="88"/>
                  </a:cubicBezTo>
                  <a:lnTo>
                    <a:pt x="1" y="89"/>
                  </a:lnTo>
                  <a:cubicBezTo>
                    <a:pt x="0" y="90"/>
                    <a:pt x="0" y="90"/>
                    <a:pt x="0" y="91"/>
                  </a:cubicBezTo>
                  <a:lnTo>
                    <a:pt x="0" y="92"/>
                  </a:lnTo>
                  <a:cubicBezTo>
                    <a:pt x="9" y="107"/>
                    <a:pt x="16" y="130"/>
                    <a:pt x="24" y="146"/>
                  </a:cubicBezTo>
                  <a:cubicBezTo>
                    <a:pt x="38" y="173"/>
                    <a:pt x="51" y="202"/>
                    <a:pt x="66" y="228"/>
                  </a:cubicBezTo>
                  <a:cubicBezTo>
                    <a:pt x="85" y="254"/>
                    <a:pt x="107" y="279"/>
                    <a:pt x="131" y="300"/>
                  </a:cubicBezTo>
                  <a:cubicBezTo>
                    <a:pt x="142" y="312"/>
                    <a:pt x="153" y="323"/>
                    <a:pt x="166" y="332"/>
                  </a:cubicBezTo>
                  <a:cubicBezTo>
                    <a:pt x="166" y="335"/>
                    <a:pt x="167" y="339"/>
                    <a:pt x="168" y="342"/>
                  </a:cubicBezTo>
                  <a:cubicBezTo>
                    <a:pt x="168" y="343"/>
                    <a:pt x="168" y="344"/>
                    <a:pt x="169" y="345"/>
                  </a:cubicBezTo>
                  <a:cubicBezTo>
                    <a:pt x="169" y="346"/>
                    <a:pt x="170" y="348"/>
                    <a:pt x="172" y="348"/>
                  </a:cubicBezTo>
                  <a:cubicBezTo>
                    <a:pt x="174" y="349"/>
                    <a:pt x="173" y="349"/>
                    <a:pt x="175" y="349"/>
                  </a:cubicBezTo>
                  <a:cubicBezTo>
                    <a:pt x="176" y="349"/>
                    <a:pt x="178" y="349"/>
                    <a:pt x="179" y="348"/>
                  </a:cubicBezTo>
                  <a:cubicBezTo>
                    <a:pt x="180" y="348"/>
                    <a:pt x="181" y="346"/>
                    <a:pt x="182" y="345"/>
                  </a:cubicBezTo>
                  <a:cubicBezTo>
                    <a:pt x="183" y="344"/>
                    <a:pt x="183" y="342"/>
                    <a:pt x="183" y="341"/>
                  </a:cubicBezTo>
                  <a:lnTo>
                    <a:pt x="183" y="340"/>
                  </a:lnTo>
                  <a:lnTo>
                    <a:pt x="183" y="338"/>
                  </a:lnTo>
                  <a:lnTo>
                    <a:pt x="184" y="338"/>
                  </a:lnTo>
                  <a:lnTo>
                    <a:pt x="185" y="337"/>
                  </a:lnTo>
                  <a:cubicBezTo>
                    <a:pt x="185" y="336"/>
                    <a:pt x="185" y="336"/>
                    <a:pt x="185" y="335"/>
                  </a:cubicBezTo>
                  <a:cubicBezTo>
                    <a:pt x="185" y="334"/>
                    <a:pt x="185" y="334"/>
                    <a:pt x="185" y="333"/>
                  </a:cubicBezTo>
                  <a:lnTo>
                    <a:pt x="184" y="332"/>
                  </a:lnTo>
                  <a:cubicBezTo>
                    <a:pt x="183" y="332"/>
                    <a:pt x="183" y="332"/>
                    <a:pt x="182"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2"/>
            <p:cNvSpPr/>
            <p:nvPr/>
          </p:nvSpPr>
          <p:spPr>
            <a:xfrm>
              <a:off x="8870400" y="4175640"/>
              <a:ext cx="39600" cy="119160"/>
            </a:xfrm>
            <a:custGeom>
              <a:rect b="b" l="l" r="r" t="t"/>
              <a:pathLst>
                <a:path extrusionOk="0" h="331" w="110">
                  <a:moveTo>
                    <a:pt x="30" y="329"/>
                  </a:moveTo>
                  <a:cubicBezTo>
                    <a:pt x="37" y="317"/>
                    <a:pt x="40" y="304"/>
                    <a:pt x="41" y="291"/>
                  </a:cubicBezTo>
                  <a:cubicBezTo>
                    <a:pt x="59" y="244"/>
                    <a:pt x="66" y="193"/>
                    <a:pt x="86" y="148"/>
                  </a:cubicBezTo>
                  <a:cubicBezTo>
                    <a:pt x="101" y="110"/>
                    <a:pt x="109" y="69"/>
                    <a:pt x="109" y="27"/>
                  </a:cubicBezTo>
                  <a:cubicBezTo>
                    <a:pt x="109" y="21"/>
                    <a:pt x="109" y="14"/>
                    <a:pt x="108" y="7"/>
                  </a:cubicBezTo>
                  <a:lnTo>
                    <a:pt x="108" y="6"/>
                  </a:lnTo>
                  <a:cubicBezTo>
                    <a:pt x="108" y="6"/>
                    <a:pt x="107" y="6"/>
                    <a:pt x="107" y="5"/>
                  </a:cubicBezTo>
                  <a:lnTo>
                    <a:pt x="106" y="5"/>
                  </a:lnTo>
                  <a:cubicBezTo>
                    <a:pt x="105" y="5"/>
                    <a:pt x="105" y="4"/>
                    <a:pt x="104" y="5"/>
                  </a:cubicBezTo>
                  <a:cubicBezTo>
                    <a:pt x="103" y="6"/>
                    <a:pt x="103" y="6"/>
                    <a:pt x="103" y="6"/>
                  </a:cubicBezTo>
                  <a:cubicBezTo>
                    <a:pt x="103" y="7"/>
                    <a:pt x="103" y="7"/>
                    <a:pt x="103" y="7"/>
                  </a:cubicBezTo>
                  <a:cubicBezTo>
                    <a:pt x="101" y="87"/>
                    <a:pt x="66" y="164"/>
                    <a:pt x="37" y="240"/>
                  </a:cubicBezTo>
                  <a:cubicBezTo>
                    <a:pt x="34" y="224"/>
                    <a:pt x="29" y="208"/>
                    <a:pt x="25" y="194"/>
                  </a:cubicBezTo>
                  <a:cubicBezTo>
                    <a:pt x="8" y="131"/>
                    <a:pt x="25" y="63"/>
                    <a:pt x="4" y="2"/>
                  </a:cubicBezTo>
                  <a:cubicBezTo>
                    <a:pt x="4" y="0"/>
                    <a:pt x="0" y="2"/>
                    <a:pt x="0" y="3"/>
                  </a:cubicBezTo>
                  <a:cubicBezTo>
                    <a:pt x="7" y="56"/>
                    <a:pt x="0" y="111"/>
                    <a:pt x="5" y="165"/>
                  </a:cubicBezTo>
                  <a:cubicBezTo>
                    <a:pt x="9" y="204"/>
                    <a:pt x="20" y="240"/>
                    <a:pt x="23" y="278"/>
                  </a:cubicBezTo>
                  <a:cubicBezTo>
                    <a:pt x="20" y="288"/>
                    <a:pt x="16" y="299"/>
                    <a:pt x="13" y="309"/>
                  </a:cubicBezTo>
                  <a:cubicBezTo>
                    <a:pt x="13" y="310"/>
                    <a:pt x="13" y="311"/>
                    <a:pt x="13" y="311"/>
                  </a:cubicBezTo>
                  <a:cubicBezTo>
                    <a:pt x="13" y="313"/>
                    <a:pt x="14" y="314"/>
                    <a:pt x="15" y="316"/>
                  </a:cubicBezTo>
                  <a:cubicBezTo>
                    <a:pt x="16" y="317"/>
                    <a:pt x="16" y="319"/>
                    <a:pt x="18" y="320"/>
                  </a:cubicBezTo>
                  <a:cubicBezTo>
                    <a:pt x="20" y="321"/>
                    <a:pt x="22" y="321"/>
                    <a:pt x="23" y="321"/>
                  </a:cubicBezTo>
                  <a:cubicBezTo>
                    <a:pt x="24" y="321"/>
                    <a:pt x="24" y="321"/>
                    <a:pt x="24" y="321"/>
                  </a:cubicBezTo>
                  <a:cubicBezTo>
                    <a:pt x="24" y="323"/>
                    <a:pt x="24" y="325"/>
                    <a:pt x="24" y="326"/>
                  </a:cubicBezTo>
                  <a:cubicBezTo>
                    <a:pt x="24" y="327"/>
                    <a:pt x="24" y="328"/>
                    <a:pt x="24" y="328"/>
                  </a:cubicBezTo>
                  <a:cubicBezTo>
                    <a:pt x="25" y="329"/>
                    <a:pt x="25" y="328"/>
                    <a:pt x="26" y="329"/>
                  </a:cubicBezTo>
                  <a:cubicBezTo>
                    <a:pt x="27" y="330"/>
                    <a:pt x="27" y="330"/>
                    <a:pt x="27" y="330"/>
                  </a:cubicBezTo>
                  <a:cubicBezTo>
                    <a:pt x="28" y="330"/>
                    <a:pt x="28" y="330"/>
                    <a:pt x="29" y="329"/>
                  </a:cubicBezTo>
                  <a:cubicBezTo>
                    <a:pt x="30" y="328"/>
                    <a:pt x="30" y="329"/>
                    <a:pt x="30" y="3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2"/>
            <p:cNvSpPr/>
            <p:nvPr/>
          </p:nvSpPr>
          <p:spPr>
            <a:xfrm>
              <a:off x="8919360" y="4367520"/>
              <a:ext cx="45000" cy="219240"/>
            </a:xfrm>
            <a:custGeom>
              <a:rect b="b" l="l" r="r" t="t"/>
              <a:pathLst>
                <a:path extrusionOk="0" h="609" w="125">
                  <a:moveTo>
                    <a:pt x="2" y="305"/>
                  </a:moveTo>
                  <a:cubicBezTo>
                    <a:pt x="2" y="308"/>
                    <a:pt x="6" y="309"/>
                    <a:pt x="7" y="305"/>
                  </a:cubicBezTo>
                  <a:cubicBezTo>
                    <a:pt x="10" y="295"/>
                    <a:pt x="12" y="286"/>
                    <a:pt x="14" y="276"/>
                  </a:cubicBezTo>
                  <a:cubicBezTo>
                    <a:pt x="14" y="279"/>
                    <a:pt x="14" y="281"/>
                    <a:pt x="14" y="284"/>
                  </a:cubicBezTo>
                  <a:cubicBezTo>
                    <a:pt x="14" y="384"/>
                    <a:pt x="33" y="483"/>
                    <a:pt x="68" y="576"/>
                  </a:cubicBezTo>
                  <a:lnTo>
                    <a:pt x="69" y="577"/>
                  </a:lnTo>
                  <a:cubicBezTo>
                    <a:pt x="69" y="578"/>
                    <a:pt x="70" y="579"/>
                    <a:pt x="71" y="579"/>
                  </a:cubicBezTo>
                  <a:cubicBezTo>
                    <a:pt x="72" y="579"/>
                    <a:pt x="72" y="580"/>
                    <a:pt x="72" y="580"/>
                  </a:cubicBezTo>
                  <a:cubicBezTo>
                    <a:pt x="72" y="586"/>
                    <a:pt x="70" y="592"/>
                    <a:pt x="69" y="597"/>
                  </a:cubicBezTo>
                  <a:cubicBezTo>
                    <a:pt x="67" y="602"/>
                    <a:pt x="74" y="608"/>
                    <a:pt x="77" y="602"/>
                  </a:cubicBezTo>
                  <a:cubicBezTo>
                    <a:pt x="78" y="602"/>
                    <a:pt x="78" y="601"/>
                    <a:pt x="79" y="600"/>
                  </a:cubicBezTo>
                  <a:cubicBezTo>
                    <a:pt x="89" y="582"/>
                    <a:pt x="95" y="562"/>
                    <a:pt x="97" y="542"/>
                  </a:cubicBezTo>
                  <a:cubicBezTo>
                    <a:pt x="103" y="493"/>
                    <a:pt x="107" y="444"/>
                    <a:pt x="113" y="393"/>
                  </a:cubicBezTo>
                  <a:cubicBezTo>
                    <a:pt x="124" y="285"/>
                    <a:pt x="103" y="172"/>
                    <a:pt x="101" y="64"/>
                  </a:cubicBezTo>
                  <a:cubicBezTo>
                    <a:pt x="101" y="60"/>
                    <a:pt x="95" y="59"/>
                    <a:pt x="95" y="64"/>
                  </a:cubicBezTo>
                  <a:cubicBezTo>
                    <a:pt x="93" y="176"/>
                    <a:pt x="104" y="292"/>
                    <a:pt x="92" y="405"/>
                  </a:cubicBezTo>
                  <a:cubicBezTo>
                    <a:pt x="90" y="425"/>
                    <a:pt x="87" y="446"/>
                    <a:pt x="83" y="466"/>
                  </a:cubicBezTo>
                  <a:cubicBezTo>
                    <a:pt x="79" y="486"/>
                    <a:pt x="87" y="505"/>
                    <a:pt x="80" y="525"/>
                  </a:cubicBezTo>
                  <a:cubicBezTo>
                    <a:pt x="78" y="533"/>
                    <a:pt x="76" y="541"/>
                    <a:pt x="75" y="549"/>
                  </a:cubicBezTo>
                  <a:cubicBezTo>
                    <a:pt x="73" y="537"/>
                    <a:pt x="71" y="524"/>
                    <a:pt x="70" y="521"/>
                  </a:cubicBezTo>
                  <a:cubicBezTo>
                    <a:pt x="63" y="493"/>
                    <a:pt x="56" y="466"/>
                    <a:pt x="49" y="438"/>
                  </a:cubicBezTo>
                  <a:cubicBezTo>
                    <a:pt x="39" y="390"/>
                    <a:pt x="34" y="341"/>
                    <a:pt x="34" y="292"/>
                  </a:cubicBezTo>
                  <a:cubicBezTo>
                    <a:pt x="34" y="286"/>
                    <a:pt x="34" y="280"/>
                    <a:pt x="35" y="274"/>
                  </a:cubicBezTo>
                  <a:cubicBezTo>
                    <a:pt x="35" y="228"/>
                    <a:pt x="32" y="183"/>
                    <a:pt x="33" y="138"/>
                  </a:cubicBezTo>
                  <a:cubicBezTo>
                    <a:pt x="35" y="93"/>
                    <a:pt x="47" y="49"/>
                    <a:pt x="43" y="5"/>
                  </a:cubicBezTo>
                  <a:cubicBezTo>
                    <a:pt x="43" y="0"/>
                    <a:pt x="35" y="0"/>
                    <a:pt x="35" y="5"/>
                  </a:cubicBezTo>
                  <a:cubicBezTo>
                    <a:pt x="34" y="29"/>
                    <a:pt x="24" y="53"/>
                    <a:pt x="21" y="77"/>
                  </a:cubicBezTo>
                  <a:lnTo>
                    <a:pt x="20" y="76"/>
                  </a:lnTo>
                  <a:lnTo>
                    <a:pt x="19" y="76"/>
                  </a:lnTo>
                  <a:lnTo>
                    <a:pt x="18" y="76"/>
                  </a:lnTo>
                  <a:cubicBezTo>
                    <a:pt x="18" y="77"/>
                    <a:pt x="18" y="77"/>
                    <a:pt x="17" y="77"/>
                  </a:cubicBezTo>
                  <a:cubicBezTo>
                    <a:pt x="3" y="96"/>
                    <a:pt x="10" y="125"/>
                    <a:pt x="9" y="147"/>
                  </a:cubicBezTo>
                  <a:cubicBezTo>
                    <a:pt x="9" y="173"/>
                    <a:pt x="8" y="200"/>
                    <a:pt x="8" y="227"/>
                  </a:cubicBezTo>
                  <a:cubicBezTo>
                    <a:pt x="8" y="253"/>
                    <a:pt x="0" y="279"/>
                    <a:pt x="2" y="305"/>
                  </a:cubicBezTo>
                  <a:moveTo>
                    <a:pt x="21" y="82"/>
                  </a:moveTo>
                  <a:cubicBezTo>
                    <a:pt x="21" y="85"/>
                    <a:pt x="21" y="88"/>
                    <a:pt x="21" y="91"/>
                  </a:cubicBezTo>
                  <a:cubicBezTo>
                    <a:pt x="21" y="107"/>
                    <a:pt x="20" y="124"/>
                    <a:pt x="18" y="141"/>
                  </a:cubicBezTo>
                  <a:cubicBezTo>
                    <a:pt x="16" y="133"/>
                    <a:pt x="15" y="125"/>
                    <a:pt x="15" y="117"/>
                  </a:cubicBezTo>
                  <a:cubicBezTo>
                    <a:pt x="15" y="105"/>
                    <a:pt x="17" y="93"/>
                    <a:pt x="20" y="82"/>
                  </a:cubicBezTo>
                  <a:lnTo>
                    <a:pt x="21" y="8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2"/>
            <p:cNvSpPr/>
            <p:nvPr/>
          </p:nvSpPr>
          <p:spPr>
            <a:xfrm>
              <a:off x="7907400" y="4034880"/>
              <a:ext cx="110520" cy="65160"/>
            </a:xfrm>
            <a:custGeom>
              <a:rect b="b" l="l" r="r" t="t"/>
              <a:pathLst>
                <a:path extrusionOk="0" h="181" w="307">
                  <a:moveTo>
                    <a:pt x="300" y="134"/>
                  </a:moveTo>
                  <a:cubicBezTo>
                    <a:pt x="257" y="124"/>
                    <a:pt x="205" y="142"/>
                    <a:pt x="175" y="99"/>
                  </a:cubicBezTo>
                  <a:cubicBezTo>
                    <a:pt x="151" y="65"/>
                    <a:pt x="123" y="40"/>
                    <a:pt x="108" y="0"/>
                  </a:cubicBezTo>
                  <a:lnTo>
                    <a:pt x="107" y="0"/>
                  </a:lnTo>
                  <a:cubicBezTo>
                    <a:pt x="106" y="0"/>
                    <a:pt x="106" y="0"/>
                    <a:pt x="106" y="0"/>
                  </a:cubicBezTo>
                  <a:cubicBezTo>
                    <a:pt x="106" y="3"/>
                    <a:pt x="106" y="5"/>
                    <a:pt x="106" y="8"/>
                  </a:cubicBezTo>
                  <a:cubicBezTo>
                    <a:pt x="106" y="20"/>
                    <a:pt x="109" y="31"/>
                    <a:pt x="115" y="42"/>
                  </a:cubicBezTo>
                  <a:cubicBezTo>
                    <a:pt x="116" y="43"/>
                    <a:pt x="117" y="45"/>
                    <a:pt x="118" y="47"/>
                  </a:cubicBezTo>
                  <a:lnTo>
                    <a:pt x="119" y="49"/>
                  </a:lnTo>
                  <a:cubicBezTo>
                    <a:pt x="119" y="49"/>
                    <a:pt x="120" y="49"/>
                    <a:pt x="119" y="50"/>
                  </a:cubicBezTo>
                  <a:cubicBezTo>
                    <a:pt x="118" y="51"/>
                    <a:pt x="117" y="51"/>
                    <a:pt x="116" y="52"/>
                  </a:cubicBezTo>
                  <a:cubicBezTo>
                    <a:pt x="108" y="71"/>
                    <a:pt x="101" y="91"/>
                    <a:pt x="96" y="111"/>
                  </a:cubicBezTo>
                  <a:cubicBezTo>
                    <a:pt x="94" y="119"/>
                    <a:pt x="92" y="127"/>
                    <a:pt x="92" y="135"/>
                  </a:cubicBezTo>
                  <a:cubicBezTo>
                    <a:pt x="92" y="139"/>
                    <a:pt x="93" y="143"/>
                    <a:pt x="93" y="147"/>
                  </a:cubicBezTo>
                  <a:cubicBezTo>
                    <a:pt x="93" y="151"/>
                    <a:pt x="92" y="155"/>
                    <a:pt x="92" y="159"/>
                  </a:cubicBezTo>
                  <a:cubicBezTo>
                    <a:pt x="82" y="154"/>
                    <a:pt x="71" y="148"/>
                    <a:pt x="62" y="143"/>
                  </a:cubicBezTo>
                  <a:cubicBezTo>
                    <a:pt x="52" y="137"/>
                    <a:pt x="44" y="132"/>
                    <a:pt x="35" y="126"/>
                  </a:cubicBezTo>
                  <a:cubicBezTo>
                    <a:pt x="23" y="116"/>
                    <a:pt x="20" y="93"/>
                    <a:pt x="4" y="89"/>
                  </a:cubicBezTo>
                  <a:lnTo>
                    <a:pt x="3" y="89"/>
                  </a:lnTo>
                  <a:lnTo>
                    <a:pt x="2" y="90"/>
                  </a:lnTo>
                  <a:cubicBezTo>
                    <a:pt x="2" y="91"/>
                    <a:pt x="1" y="91"/>
                    <a:pt x="1" y="91"/>
                  </a:cubicBezTo>
                  <a:cubicBezTo>
                    <a:pt x="1" y="92"/>
                    <a:pt x="2" y="92"/>
                    <a:pt x="2" y="92"/>
                  </a:cubicBezTo>
                  <a:lnTo>
                    <a:pt x="3" y="95"/>
                  </a:lnTo>
                  <a:lnTo>
                    <a:pt x="5" y="95"/>
                  </a:lnTo>
                  <a:cubicBezTo>
                    <a:pt x="0" y="114"/>
                    <a:pt x="19" y="137"/>
                    <a:pt x="35" y="149"/>
                  </a:cubicBezTo>
                  <a:cubicBezTo>
                    <a:pt x="39" y="152"/>
                    <a:pt x="44" y="155"/>
                    <a:pt x="49" y="158"/>
                  </a:cubicBezTo>
                  <a:cubicBezTo>
                    <a:pt x="55" y="161"/>
                    <a:pt x="61" y="164"/>
                    <a:pt x="67" y="167"/>
                  </a:cubicBezTo>
                  <a:cubicBezTo>
                    <a:pt x="69" y="169"/>
                    <a:pt x="71" y="170"/>
                    <a:pt x="73" y="171"/>
                  </a:cubicBezTo>
                  <a:cubicBezTo>
                    <a:pt x="80" y="175"/>
                    <a:pt x="87" y="178"/>
                    <a:pt x="94" y="180"/>
                  </a:cubicBezTo>
                  <a:cubicBezTo>
                    <a:pt x="114" y="180"/>
                    <a:pt x="114" y="158"/>
                    <a:pt x="114" y="143"/>
                  </a:cubicBezTo>
                  <a:cubicBezTo>
                    <a:pt x="114" y="117"/>
                    <a:pt x="133" y="92"/>
                    <a:pt x="131" y="66"/>
                  </a:cubicBezTo>
                  <a:cubicBezTo>
                    <a:pt x="137" y="74"/>
                    <a:pt x="142" y="81"/>
                    <a:pt x="148" y="88"/>
                  </a:cubicBezTo>
                  <a:cubicBezTo>
                    <a:pt x="155" y="99"/>
                    <a:pt x="163" y="110"/>
                    <a:pt x="172" y="120"/>
                  </a:cubicBezTo>
                  <a:cubicBezTo>
                    <a:pt x="206" y="152"/>
                    <a:pt x="258" y="155"/>
                    <a:pt x="301" y="143"/>
                  </a:cubicBezTo>
                  <a:cubicBezTo>
                    <a:pt x="302" y="143"/>
                    <a:pt x="302" y="143"/>
                    <a:pt x="303" y="143"/>
                  </a:cubicBezTo>
                  <a:cubicBezTo>
                    <a:pt x="304" y="142"/>
                    <a:pt x="304" y="142"/>
                    <a:pt x="305" y="141"/>
                  </a:cubicBezTo>
                  <a:cubicBezTo>
                    <a:pt x="306" y="140"/>
                    <a:pt x="305" y="139"/>
                    <a:pt x="305" y="138"/>
                  </a:cubicBezTo>
                  <a:cubicBezTo>
                    <a:pt x="305" y="138"/>
                    <a:pt x="306" y="137"/>
                    <a:pt x="305" y="136"/>
                  </a:cubicBezTo>
                  <a:cubicBezTo>
                    <a:pt x="304" y="135"/>
                    <a:pt x="304" y="135"/>
                    <a:pt x="303" y="134"/>
                  </a:cubicBezTo>
                  <a:cubicBezTo>
                    <a:pt x="302" y="133"/>
                    <a:pt x="301" y="134"/>
                    <a:pt x="301" y="134"/>
                  </a:cubicBezTo>
                  <a:cubicBezTo>
                    <a:pt x="300" y="134"/>
                    <a:pt x="300" y="134"/>
                    <a:pt x="300"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2"/>
            <p:cNvSpPr/>
            <p:nvPr/>
          </p:nvSpPr>
          <p:spPr>
            <a:xfrm>
              <a:off x="7986240" y="3969720"/>
              <a:ext cx="105840" cy="106920"/>
            </a:xfrm>
            <a:custGeom>
              <a:rect b="b" l="l" r="r" t="t"/>
              <a:pathLst>
                <a:path extrusionOk="0" h="297" w="294">
                  <a:moveTo>
                    <a:pt x="144" y="221"/>
                  </a:moveTo>
                  <a:cubicBezTo>
                    <a:pt x="156" y="209"/>
                    <a:pt x="142" y="178"/>
                    <a:pt x="137" y="166"/>
                  </a:cubicBezTo>
                  <a:cubicBezTo>
                    <a:pt x="129" y="144"/>
                    <a:pt x="131" y="127"/>
                    <a:pt x="124" y="107"/>
                  </a:cubicBezTo>
                  <a:cubicBezTo>
                    <a:pt x="128" y="110"/>
                    <a:pt x="133" y="113"/>
                    <a:pt x="137" y="116"/>
                  </a:cubicBezTo>
                  <a:cubicBezTo>
                    <a:pt x="151" y="124"/>
                    <a:pt x="166" y="128"/>
                    <a:pt x="182" y="128"/>
                  </a:cubicBezTo>
                  <a:cubicBezTo>
                    <a:pt x="198" y="128"/>
                    <a:pt x="214" y="124"/>
                    <a:pt x="227" y="116"/>
                  </a:cubicBezTo>
                  <a:cubicBezTo>
                    <a:pt x="231" y="114"/>
                    <a:pt x="234" y="112"/>
                    <a:pt x="237" y="110"/>
                  </a:cubicBezTo>
                  <a:cubicBezTo>
                    <a:pt x="237" y="109"/>
                    <a:pt x="238" y="109"/>
                    <a:pt x="238" y="108"/>
                  </a:cubicBezTo>
                  <a:cubicBezTo>
                    <a:pt x="239" y="107"/>
                    <a:pt x="239" y="105"/>
                    <a:pt x="239" y="104"/>
                  </a:cubicBezTo>
                  <a:cubicBezTo>
                    <a:pt x="239" y="102"/>
                    <a:pt x="239" y="101"/>
                    <a:pt x="238" y="100"/>
                  </a:cubicBezTo>
                  <a:cubicBezTo>
                    <a:pt x="229" y="80"/>
                    <a:pt x="224" y="58"/>
                    <a:pt x="224" y="37"/>
                  </a:cubicBezTo>
                  <a:cubicBezTo>
                    <a:pt x="224" y="36"/>
                    <a:pt x="224" y="35"/>
                    <a:pt x="224" y="35"/>
                  </a:cubicBezTo>
                  <a:cubicBezTo>
                    <a:pt x="252" y="45"/>
                    <a:pt x="293" y="39"/>
                    <a:pt x="289" y="9"/>
                  </a:cubicBezTo>
                  <a:cubicBezTo>
                    <a:pt x="289" y="8"/>
                    <a:pt x="289" y="7"/>
                    <a:pt x="288" y="5"/>
                  </a:cubicBezTo>
                  <a:cubicBezTo>
                    <a:pt x="287" y="4"/>
                    <a:pt x="287" y="4"/>
                    <a:pt x="285" y="3"/>
                  </a:cubicBezTo>
                  <a:cubicBezTo>
                    <a:pt x="283" y="2"/>
                    <a:pt x="283" y="2"/>
                    <a:pt x="282" y="2"/>
                  </a:cubicBezTo>
                  <a:cubicBezTo>
                    <a:pt x="280" y="2"/>
                    <a:pt x="279" y="2"/>
                    <a:pt x="278" y="3"/>
                  </a:cubicBezTo>
                  <a:cubicBezTo>
                    <a:pt x="277" y="4"/>
                    <a:pt x="276" y="4"/>
                    <a:pt x="275" y="5"/>
                  </a:cubicBezTo>
                  <a:cubicBezTo>
                    <a:pt x="274" y="7"/>
                    <a:pt x="274" y="8"/>
                    <a:pt x="274" y="9"/>
                  </a:cubicBezTo>
                  <a:cubicBezTo>
                    <a:pt x="271" y="23"/>
                    <a:pt x="233" y="24"/>
                    <a:pt x="220" y="15"/>
                  </a:cubicBezTo>
                  <a:cubicBezTo>
                    <a:pt x="219" y="11"/>
                    <a:pt x="217" y="7"/>
                    <a:pt x="215" y="4"/>
                  </a:cubicBezTo>
                  <a:cubicBezTo>
                    <a:pt x="214" y="3"/>
                    <a:pt x="214" y="2"/>
                    <a:pt x="212" y="1"/>
                  </a:cubicBezTo>
                  <a:cubicBezTo>
                    <a:pt x="211" y="0"/>
                    <a:pt x="210" y="0"/>
                    <a:pt x="209" y="0"/>
                  </a:cubicBezTo>
                  <a:cubicBezTo>
                    <a:pt x="208" y="0"/>
                    <a:pt x="206" y="0"/>
                    <a:pt x="205" y="1"/>
                  </a:cubicBezTo>
                  <a:cubicBezTo>
                    <a:pt x="204" y="2"/>
                    <a:pt x="204" y="3"/>
                    <a:pt x="203" y="4"/>
                  </a:cubicBezTo>
                  <a:cubicBezTo>
                    <a:pt x="202" y="5"/>
                    <a:pt x="202" y="5"/>
                    <a:pt x="202" y="7"/>
                  </a:cubicBezTo>
                  <a:cubicBezTo>
                    <a:pt x="202" y="8"/>
                    <a:pt x="202" y="8"/>
                    <a:pt x="202" y="9"/>
                  </a:cubicBezTo>
                  <a:cubicBezTo>
                    <a:pt x="202" y="13"/>
                    <a:pt x="203" y="17"/>
                    <a:pt x="204" y="20"/>
                  </a:cubicBezTo>
                  <a:cubicBezTo>
                    <a:pt x="205" y="22"/>
                    <a:pt x="207" y="23"/>
                    <a:pt x="208" y="24"/>
                  </a:cubicBezTo>
                  <a:cubicBezTo>
                    <a:pt x="212" y="46"/>
                    <a:pt x="205" y="72"/>
                    <a:pt x="213" y="91"/>
                  </a:cubicBezTo>
                  <a:cubicBezTo>
                    <a:pt x="229" y="132"/>
                    <a:pt x="126" y="91"/>
                    <a:pt x="113" y="87"/>
                  </a:cubicBezTo>
                  <a:lnTo>
                    <a:pt x="112" y="87"/>
                  </a:lnTo>
                  <a:cubicBezTo>
                    <a:pt x="110" y="87"/>
                    <a:pt x="110" y="87"/>
                    <a:pt x="109" y="88"/>
                  </a:cubicBezTo>
                  <a:cubicBezTo>
                    <a:pt x="108" y="89"/>
                    <a:pt x="107" y="89"/>
                    <a:pt x="106" y="90"/>
                  </a:cubicBezTo>
                  <a:cubicBezTo>
                    <a:pt x="105" y="91"/>
                    <a:pt x="106" y="92"/>
                    <a:pt x="106" y="93"/>
                  </a:cubicBezTo>
                  <a:cubicBezTo>
                    <a:pt x="106" y="94"/>
                    <a:pt x="105" y="95"/>
                    <a:pt x="106" y="96"/>
                  </a:cubicBezTo>
                  <a:cubicBezTo>
                    <a:pt x="107" y="97"/>
                    <a:pt x="107" y="97"/>
                    <a:pt x="107" y="97"/>
                  </a:cubicBezTo>
                  <a:cubicBezTo>
                    <a:pt x="134" y="119"/>
                    <a:pt x="119" y="136"/>
                    <a:pt x="124" y="160"/>
                  </a:cubicBezTo>
                  <a:cubicBezTo>
                    <a:pt x="128" y="183"/>
                    <a:pt x="144" y="223"/>
                    <a:pt x="102" y="209"/>
                  </a:cubicBezTo>
                  <a:cubicBezTo>
                    <a:pt x="72" y="199"/>
                    <a:pt x="45" y="172"/>
                    <a:pt x="14" y="167"/>
                  </a:cubicBezTo>
                  <a:cubicBezTo>
                    <a:pt x="12" y="157"/>
                    <a:pt x="10" y="147"/>
                    <a:pt x="9" y="137"/>
                  </a:cubicBezTo>
                  <a:cubicBezTo>
                    <a:pt x="9" y="134"/>
                    <a:pt x="4" y="134"/>
                    <a:pt x="4" y="137"/>
                  </a:cubicBezTo>
                  <a:cubicBezTo>
                    <a:pt x="3" y="145"/>
                    <a:pt x="3" y="153"/>
                    <a:pt x="3" y="160"/>
                  </a:cubicBezTo>
                  <a:cubicBezTo>
                    <a:pt x="3" y="163"/>
                    <a:pt x="3" y="165"/>
                    <a:pt x="3" y="167"/>
                  </a:cubicBezTo>
                  <a:cubicBezTo>
                    <a:pt x="2" y="168"/>
                    <a:pt x="1" y="169"/>
                    <a:pt x="1" y="169"/>
                  </a:cubicBezTo>
                  <a:cubicBezTo>
                    <a:pt x="1" y="170"/>
                    <a:pt x="0" y="170"/>
                    <a:pt x="0" y="172"/>
                  </a:cubicBezTo>
                  <a:cubicBezTo>
                    <a:pt x="0" y="173"/>
                    <a:pt x="1" y="175"/>
                    <a:pt x="1" y="176"/>
                  </a:cubicBezTo>
                  <a:cubicBezTo>
                    <a:pt x="1" y="176"/>
                    <a:pt x="2" y="177"/>
                    <a:pt x="3" y="178"/>
                  </a:cubicBezTo>
                  <a:cubicBezTo>
                    <a:pt x="4" y="192"/>
                    <a:pt x="7" y="207"/>
                    <a:pt x="14" y="221"/>
                  </a:cubicBezTo>
                  <a:cubicBezTo>
                    <a:pt x="16" y="226"/>
                    <a:pt x="18" y="231"/>
                    <a:pt x="21" y="236"/>
                  </a:cubicBezTo>
                  <a:cubicBezTo>
                    <a:pt x="24" y="242"/>
                    <a:pt x="30" y="249"/>
                    <a:pt x="34" y="255"/>
                  </a:cubicBezTo>
                  <a:cubicBezTo>
                    <a:pt x="45" y="266"/>
                    <a:pt x="54" y="277"/>
                    <a:pt x="63" y="289"/>
                  </a:cubicBezTo>
                  <a:cubicBezTo>
                    <a:pt x="65" y="293"/>
                    <a:pt x="68" y="294"/>
                    <a:pt x="72" y="295"/>
                  </a:cubicBezTo>
                  <a:cubicBezTo>
                    <a:pt x="72" y="296"/>
                    <a:pt x="73" y="296"/>
                    <a:pt x="74" y="296"/>
                  </a:cubicBezTo>
                  <a:cubicBezTo>
                    <a:pt x="75" y="296"/>
                    <a:pt x="76" y="296"/>
                    <a:pt x="77" y="295"/>
                  </a:cubicBezTo>
                  <a:cubicBezTo>
                    <a:pt x="78" y="294"/>
                    <a:pt x="79" y="294"/>
                    <a:pt x="80" y="293"/>
                  </a:cubicBezTo>
                  <a:cubicBezTo>
                    <a:pt x="81" y="292"/>
                    <a:pt x="80" y="291"/>
                    <a:pt x="80" y="290"/>
                  </a:cubicBezTo>
                  <a:cubicBezTo>
                    <a:pt x="80" y="289"/>
                    <a:pt x="80" y="289"/>
                    <a:pt x="80" y="288"/>
                  </a:cubicBezTo>
                  <a:cubicBezTo>
                    <a:pt x="77" y="280"/>
                    <a:pt x="73" y="272"/>
                    <a:pt x="69" y="264"/>
                  </a:cubicBezTo>
                  <a:cubicBezTo>
                    <a:pt x="66" y="259"/>
                    <a:pt x="63" y="254"/>
                    <a:pt x="59" y="249"/>
                  </a:cubicBezTo>
                  <a:cubicBezTo>
                    <a:pt x="49" y="234"/>
                    <a:pt x="47" y="216"/>
                    <a:pt x="33" y="203"/>
                  </a:cubicBezTo>
                  <a:cubicBezTo>
                    <a:pt x="31" y="201"/>
                    <a:pt x="26" y="203"/>
                    <a:pt x="27" y="207"/>
                  </a:cubicBezTo>
                  <a:cubicBezTo>
                    <a:pt x="30" y="214"/>
                    <a:pt x="33" y="220"/>
                    <a:pt x="36" y="226"/>
                  </a:cubicBezTo>
                  <a:cubicBezTo>
                    <a:pt x="35" y="225"/>
                    <a:pt x="35" y="224"/>
                    <a:pt x="34" y="223"/>
                  </a:cubicBezTo>
                  <a:cubicBezTo>
                    <a:pt x="26" y="210"/>
                    <a:pt x="20" y="196"/>
                    <a:pt x="16" y="181"/>
                  </a:cubicBezTo>
                  <a:cubicBezTo>
                    <a:pt x="53" y="196"/>
                    <a:pt x="111" y="255"/>
                    <a:pt x="144"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2"/>
            <p:cNvSpPr/>
            <p:nvPr/>
          </p:nvSpPr>
          <p:spPr>
            <a:xfrm>
              <a:off x="7855920" y="3567600"/>
              <a:ext cx="131400" cy="722880"/>
            </a:xfrm>
            <a:custGeom>
              <a:rect b="b" l="l" r="r" t="t"/>
              <a:pathLst>
                <a:path extrusionOk="0" h="2008" w="365">
                  <a:moveTo>
                    <a:pt x="337" y="2005"/>
                  </a:moveTo>
                  <a:cubicBezTo>
                    <a:pt x="341" y="2007"/>
                    <a:pt x="345" y="2001"/>
                    <a:pt x="342" y="1998"/>
                  </a:cubicBezTo>
                  <a:cubicBezTo>
                    <a:pt x="322" y="1979"/>
                    <a:pt x="293" y="1973"/>
                    <a:pt x="271" y="1957"/>
                  </a:cubicBezTo>
                  <a:cubicBezTo>
                    <a:pt x="244" y="1937"/>
                    <a:pt x="221" y="1914"/>
                    <a:pt x="197" y="1892"/>
                  </a:cubicBezTo>
                  <a:cubicBezTo>
                    <a:pt x="173" y="1871"/>
                    <a:pt x="141" y="1842"/>
                    <a:pt x="130" y="1807"/>
                  </a:cubicBezTo>
                  <a:cubicBezTo>
                    <a:pt x="122" y="1781"/>
                    <a:pt x="117" y="1755"/>
                    <a:pt x="115" y="1728"/>
                  </a:cubicBezTo>
                  <a:cubicBezTo>
                    <a:pt x="129" y="1751"/>
                    <a:pt x="145" y="1773"/>
                    <a:pt x="159" y="1795"/>
                  </a:cubicBezTo>
                  <a:cubicBezTo>
                    <a:pt x="169" y="1811"/>
                    <a:pt x="180" y="1825"/>
                    <a:pt x="193" y="1838"/>
                  </a:cubicBezTo>
                  <a:cubicBezTo>
                    <a:pt x="193" y="1846"/>
                    <a:pt x="194" y="1853"/>
                    <a:pt x="196" y="1860"/>
                  </a:cubicBezTo>
                  <a:cubicBezTo>
                    <a:pt x="197" y="1868"/>
                    <a:pt x="206" y="1864"/>
                    <a:pt x="206" y="1859"/>
                  </a:cubicBezTo>
                  <a:cubicBezTo>
                    <a:pt x="205" y="1854"/>
                    <a:pt x="205" y="1852"/>
                    <a:pt x="204" y="1848"/>
                  </a:cubicBezTo>
                  <a:lnTo>
                    <a:pt x="208" y="1852"/>
                  </a:lnTo>
                  <a:lnTo>
                    <a:pt x="209" y="1852"/>
                  </a:lnTo>
                  <a:cubicBezTo>
                    <a:pt x="209" y="1853"/>
                    <a:pt x="210" y="1853"/>
                    <a:pt x="211" y="1853"/>
                  </a:cubicBezTo>
                  <a:lnTo>
                    <a:pt x="212" y="1852"/>
                  </a:lnTo>
                  <a:cubicBezTo>
                    <a:pt x="213" y="1852"/>
                    <a:pt x="213" y="1852"/>
                    <a:pt x="214" y="1851"/>
                  </a:cubicBezTo>
                  <a:cubicBezTo>
                    <a:pt x="215" y="1851"/>
                    <a:pt x="214" y="1850"/>
                    <a:pt x="214" y="1849"/>
                  </a:cubicBezTo>
                  <a:cubicBezTo>
                    <a:pt x="214" y="1848"/>
                    <a:pt x="214" y="1848"/>
                    <a:pt x="214" y="1847"/>
                  </a:cubicBezTo>
                  <a:cubicBezTo>
                    <a:pt x="210" y="1840"/>
                    <a:pt x="205" y="1833"/>
                    <a:pt x="201" y="1826"/>
                  </a:cubicBezTo>
                  <a:cubicBezTo>
                    <a:pt x="201" y="1824"/>
                    <a:pt x="201" y="1822"/>
                    <a:pt x="201" y="1820"/>
                  </a:cubicBezTo>
                  <a:cubicBezTo>
                    <a:pt x="201" y="1819"/>
                    <a:pt x="201" y="1817"/>
                    <a:pt x="201" y="1815"/>
                  </a:cubicBezTo>
                  <a:cubicBezTo>
                    <a:pt x="202" y="1809"/>
                    <a:pt x="202" y="1803"/>
                    <a:pt x="202" y="1797"/>
                  </a:cubicBezTo>
                  <a:cubicBezTo>
                    <a:pt x="202" y="1791"/>
                    <a:pt x="202" y="1785"/>
                    <a:pt x="201" y="1779"/>
                  </a:cubicBezTo>
                  <a:cubicBezTo>
                    <a:pt x="191" y="1741"/>
                    <a:pt x="185" y="1701"/>
                    <a:pt x="183" y="1661"/>
                  </a:cubicBezTo>
                  <a:cubicBezTo>
                    <a:pt x="201" y="1677"/>
                    <a:pt x="221" y="1689"/>
                    <a:pt x="238" y="1705"/>
                  </a:cubicBezTo>
                  <a:cubicBezTo>
                    <a:pt x="264" y="1726"/>
                    <a:pt x="304" y="1749"/>
                    <a:pt x="338" y="1739"/>
                  </a:cubicBezTo>
                  <a:cubicBezTo>
                    <a:pt x="339" y="1738"/>
                    <a:pt x="339" y="1738"/>
                    <a:pt x="339" y="1738"/>
                  </a:cubicBezTo>
                  <a:cubicBezTo>
                    <a:pt x="340" y="1738"/>
                    <a:pt x="340" y="1738"/>
                    <a:pt x="341" y="1737"/>
                  </a:cubicBezTo>
                  <a:cubicBezTo>
                    <a:pt x="342" y="1737"/>
                    <a:pt x="341" y="1735"/>
                    <a:pt x="341" y="1734"/>
                  </a:cubicBezTo>
                  <a:cubicBezTo>
                    <a:pt x="341" y="1734"/>
                    <a:pt x="342" y="1733"/>
                    <a:pt x="341" y="1732"/>
                  </a:cubicBezTo>
                  <a:cubicBezTo>
                    <a:pt x="340" y="1732"/>
                    <a:pt x="340" y="1731"/>
                    <a:pt x="339" y="1731"/>
                  </a:cubicBezTo>
                  <a:cubicBezTo>
                    <a:pt x="339" y="1731"/>
                    <a:pt x="339" y="1730"/>
                    <a:pt x="338" y="1730"/>
                  </a:cubicBezTo>
                  <a:cubicBezTo>
                    <a:pt x="334" y="1729"/>
                    <a:pt x="330" y="1727"/>
                    <a:pt x="326" y="1726"/>
                  </a:cubicBezTo>
                  <a:cubicBezTo>
                    <a:pt x="336" y="1706"/>
                    <a:pt x="330" y="1676"/>
                    <a:pt x="328" y="1655"/>
                  </a:cubicBezTo>
                  <a:cubicBezTo>
                    <a:pt x="325" y="1623"/>
                    <a:pt x="320" y="1582"/>
                    <a:pt x="295" y="1559"/>
                  </a:cubicBezTo>
                  <a:cubicBezTo>
                    <a:pt x="295" y="1559"/>
                    <a:pt x="295" y="1560"/>
                    <a:pt x="294" y="1559"/>
                  </a:cubicBezTo>
                  <a:cubicBezTo>
                    <a:pt x="293" y="1559"/>
                    <a:pt x="293" y="1558"/>
                    <a:pt x="292" y="1558"/>
                  </a:cubicBezTo>
                  <a:cubicBezTo>
                    <a:pt x="292" y="1558"/>
                    <a:pt x="292" y="1559"/>
                    <a:pt x="291" y="1559"/>
                  </a:cubicBezTo>
                  <a:cubicBezTo>
                    <a:pt x="290" y="1560"/>
                    <a:pt x="289" y="1559"/>
                    <a:pt x="289" y="1560"/>
                  </a:cubicBezTo>
                  <a:cubicBezTo>
                    <a:pt x="289" y="1561"/>
                    <a:pt x="289" y="1561"/>
                    <a:pt x="289" y="1562"/>
                  </a:cubicBezTo>
                  <a:lnTo>
                    <a:pt x="289" y="1563"/>
                  </a:lnTo>
                  <a:cubicBezTo>
                    <a:pt x="296" y="1584"/>
                    <a:pt x="302" y="1605"/>
                    <a:pt x="306" y="1626"/>
                  </a:cubicBezTo>
                  <a:cubicBezTo>
                    <a:pt x="310" y="1643"/>
                    <a:pt x="312" y="1661"/>
                    <a:pt x="314" y="1678"/>
                  </a:cubicBezTo>
                  <a:cubicBezTo>
                    <a:pt x="315" y="1685"/>
                    <a:pt x="316" y="1693"/>
                    <a:pt x="316" y="1700"/>
                  </a:cubicBezTo>
                  <a:cubicBezTo>
                    <a:pt x="316" y="1708"/>
                    <a:pt x="315" y="1716"/>
                    <a:pt x="314" y="1723"/>
                  </a:cubicBezTo>
                  <a:cubicBezTo>
                    <a:pt x="307" y="1722"/>
                    <a:pt x="301" y="1720"/>
                    <a:pt x="294" y="1719"/>
                  </a:cubicBezTo>
                  <a:cubicBezTo>
                    <a:pt x="285" y="1716"/>
                    <a:pt x="275" y="1712"/>
                    <a:pt x="267" y="1707"/>
                  </a:cubicBezTo>
                  <a:cubicBezTo>
                    <a:pt x="256" y="1700"/>
                    <a:pt x="246" y="1693"/>
                    <a:pt x="237" y="1684"/>
                  </a:cubicBezTo>
                  <a:cubicBezTo>
                    <a:pt x="209" y="1660"/>
                    <a:pt x="180" y="1637"/>
                    <a:pt x="152" y="1614"/>
                  </a:cubicBezTo>
                  <a:cubicBezTo>
                    <a:pt x="151" y="1614"/>
                    <a:pt x="152" y="1614"/>
                    <a:pt x="151" y="1613"/>
                  </a:cubicBezTo>
                  <a:cubicBezTo>
                    <a:pt x="150" y="1613"/>
                    <a:pt x="150" y="1613"/>
                    <a:pt x="149" y="1613"/>
                  </a:cubicBezTo>
                  <a:lnTo>
                    <a:pt x="148" y="1613"/>
                  </a:lnTo>
                  <a:cubicBezTo>
                    <a:pt x="147" y="1614"/>
                    <a:pt x="147" y="1614"/>
                    <a:pt x="146" y="1615"/>
                  </a:cubicBezTo>
                  <a:lnTo>
                    <a:pt x="146" y="1616"/>
                  </a:lnTo>
                  <a:cubicBezTo>
                    <a:pt x="146" y="1617"/>
                    <a:pt x="146" y="1617"/>
                    <a:pt x="146" y="1618"/>
                  </a:cubicBezTo>
                  <a:lnTo>
                    <a:pt x="147" y="1618"/>
                  </a:lnTo>
                  <a:cubicBezTo>
                    <a:pt x="156" y="1632"/>
                    <a:pt x="166" y="1644"/>
                    <a:pt x="177" y="1656"/>
                  </a:cubicBezTo>
                  <a:cubicBezTo>
                    <a:pt x="177" y="1691"/>
                    <a:pt x="179" y="1725"/>
                    <a:pt x="184" y="1759"/>
                  </a:cubicBezTo>
                  <a:cubicBezTo>
                    <a:pt x="185" y="1775"/>
                    <a:pt x="186" y="1790"/>
                    <a:pt x="187" y="1806"/>
                  </a:cubicBezTo>
                  <a:cubicBezTo>
                    <a:pt x="161" y="1764"/>
                    <a:pt x="132" y="1723"/>
                    <a:pt x="106" y="1681"/>
                  </a:cubicBezTo>
                  <a:cubicBezTo>
                    <a:pt x="105" y="1681"/>
                    <a:pt x="105" y="1680"/>
                    <a:pt x="105" y="1680"/>
                  </a:cubicBezTo>
                  <a:cubicBezTo>
                    <a:pt x="86" y="1646"/>
                    <a:pt x="71" y="1609"/>
                    <a:pt x="63" y="1571"/>
                  </a:cubicBezTo>
                  <a:cubicBezTo>
                    <a:pt x="59" y="1547"/>
                    <a:pt x="57" y="1522"/>
                    <a:pt x="57" y="1497"/>
                  </a:cubicBezTo>
                  <a:cubicBezTo>
                    <a:pt x="57" y="1493"/>
                    <a:pt x="57" y="1489"/>
                    <a:pt x="57" y="1484"/>
                  </a:cubicBezTo>
                  <a:lnTo>
                    <a:pt x="57" y="1485"/>
                  </a:lnTo>
                  <a:cubicBezTo>
                    <a:pt x="67" y="1520"/>
                    <a:pt x="102" y="1539"/>
                    <a:pt x="120" y="1569"/>
                  </a:cubicBezTo>
                  <a:cubicBezTo>
                    <a:pt x="123" y="1575"/>
                    <a:pt x="131" y="1571"/>
                    <a:pt x="131" y="1565"/>
                  </a:cubicBezTo>
                  <a:cubicBezTo>
                    <a:pt x="134" y="1551"/>
                    <a:pt x="138" y="1537"/>
                    <a:pt x="144" y="1523"/>
                  </a:cubicBezTo>
                  <a:cubicBezTo>
                    <a:pt x="146" y="1510"/>
                    <a:pt x="146" y="1486"/>
                    <a:pt x="148" y="1475"/>
                  </a:cubicBezTo>
                  <a:cubicBezTo>
                    <a:pt x="149" y="1464"/>
                    <a:pt x="150" y="1453"/>
                    <a:pt x="150" y="1442"/>
                  </a:cubicBezTo>
                  <a:cubicBezTo>
                    <a:pt x="150" y="1431"/>
                    <a:pt x="149" y="1420"/>
                    <a:pt x="148" y="1409"/>
                  </a:cubicBezTo>
                  <a:cubicBezTo>
                    <a:pt x="148" y="1409"/>
                    <a:pt x="148" y="1408"/>
                    <a:pt x="147" y="1408"/>
                  </a:cubicBezTo>
                  <a:cubicBezTo>
                    <a:pt x="147" y="1408"/>
                    <a:pt x="147" y="1407"/>
                    <a:pt x="146" y="1407"/>
                  </a:cubicBezTo>
                  <a:lnTo>
                    <a:pt x="145" y="1407"/>
                  </a:lnTo>
                  <a:lnTo>
                    <a:pt x="144" y="1407"/>
                  </a:lnTo>
                  <a:cubicBezTo>
                    <a:pt x="143" y="1407"/>
                    <a:pt x="143" y="1408"/>
                    <a:pt x="143" y="1408"/>
                  </a:cubicBezTo>
                  <a:cubicBezTo>
                    <a:pt x="142" y="1408"/>
                    <a:pt x="142" y="1409"/>
                    <a:pt x="142" y="1409"/>
                  </a:cubicBezTo>
                  <a:cubicBezTo>
                    <a:pt x="138" y="1441"/>
                    <a:pt x="133" y="1473"/>
                    <a:pt x="132" y="1505"/>
                  </a:cubicBezTo>
                  <a:cubicBezTo>
                    <a:pt x="130" y="1519"/>
                    <a:pt x="127" y="1533"/>
                    <a:pt x="122" y="1547"/>
                  </a:cubicBezTo>
                  <a:cubicBezTo>
                    <a:pt x="110" y="1527"/>
                    <a:pt x="94" y="1513"/>
                    <a:pt x="81" y="1494"/>
                  </a:cubicBezTo>
                  <a:cubicBezTo>
                    <a:pt x="58" y="1460"/>
                    <a:pt x="54" y="1409"/>
                    <a:pt x="55" y="1371"/>
                  </a:cubicBezTo>
                  <a:cubicBezTo>
                    <a:pt x="54" y="1355"/>
                    <a:pt x="53" y="1339"/>
                    <a:pt x="53" y="1323"/>
                  </a:cubicBezTo>
                  <a:cubicBezTo>
                    <a:pt x="53" y="1307"/>
                    <a:pt x="54" y="1291"/>
                    <a:pt x="55" y="1275"/>
                  </a:cubicBezTo>
                  <a:cubicBezTo>
                    <a:pt x="55" y="1273"/>
                    <a:pt x="55" y="1271"/>
                    <a:pt x="56" y="1270"/>
                  </a:cubicBezTo>
                  <a:lnTo>
                    <a:pt x="57" y="1270"/>
                  </a:lnTo>
                  <a:cubicBezTo>
                    <a:pt x="58" y="1271"/>
                    <a:pt x="59" y="1271"/>
                    <a:pt x="60" y="1271"/>
                  </a:cubicBezTo>
                  <a:cubicBezTo>
                    <a:pt x="61" y="1271"/>
                    <a:pt x="62" y="1271"/>
                    <a:pt x="63" y="1270"/>
                  </a:cubicBezTo>
                  <a:cubicBezTo>
                    <a:pt x="64" y="1270"/>
                    <a:pt x="65" y="1269"/>
                    <a:pt x="65" y="1268"/>
                  </a:cubicBezTo>
                  <a:cubicBezTo>
                    <a:pt x="85" y="1243"/>
                    <a:pt x="87" y="1205"/>
                    <a:pt x="92" y="1176"/>
                  </a:cubicBezTo>
                  <a:cubicBezTo>
                    <a:pt x="99" y="1140"/>
                    <a:pt x="117" y="1107"/>
                    <a:pt x="119" y="1071"/>
                  </a:cubicBezTo>
                  <a:cubicBezTo>
                    <a:pt x="119" y="1070"/>
                    <a:pt x="119" y="1071"/>
                    <a:pt x="118" y="1069"/>
                  </a:cubicBezTo>
                  <a:cubicBezTo>
                    <a:pt x="117" y="1068"/>
                    <a:pt x="118" y="1068"/>
                    <a:pt x="117" y="1067"/>
                  </a:cubicBezTo>
                  <a:cubicBezTo>
                    <a:pt x="116" y="1067"/>
                    <a:pt x="116" y="1067"/>
                    <a:pt x="115" y="1067"/>
                  </a:cubicBezTo>
                  <a:cubicBezTo>
                    <a:pt x="114" y="1067"/>
                    <a:pt x="113" y="1067"/>
                    <a:pt x="113" y="1067"/>
                  </a:cubicBezTo>
                  <a:cubicBezTo>
                    <a:pt x="112" y="1068"/>
                    <a:pt x="112" y="1068"/>
                    <a:pt x="111" y="1069"/>
                  </a:cubicBezTo>
                  <a:cubicBezTo>
                    <a:pt x="92" y="1120"/>
                    <a:pt x="77" y="1172"/>
                    <a:pt x="68" y="1226"/>
                  </a:cubicBezTo>
                  <a:cubicBezTo>
                    <a:pt x="67" y="1233"/>
                    <a:pt x="65" y="1239"/>
                    <a:pt x="63" y="1246"/>
                  </a:cubicBezTo>
                  <a:cubicBezTo>
                    <a:pt x="62" y="1248"/>
                    <a:pt x="62" y="1250"/>
                    <a:pt x="60" y="1252"/>
                  </a:cubicBezTo>
                  <a:cubicBezTo>
                    <a:pt x="59" y="1253"/>
                    <a:pt x="60" y="1253"/>
                    <a:pt x="59" y="1254"/>
                  </a:cubicBezTo>
                  <a:cubicBezTo>
                    <a:pt x="62" y="1244"/>
                    <a:pt x="64" y="1235"/>
                    <a:pt x="64" y="1225"/>
                  </a:cubicBezTo>
                  <a:cubicBezTo>
                    <a:pt x="64" y="1223"/>
                    <a:pt x="64" y="1220"/>
                    <a:pt x="63" y="1218"/>
                  </a:cubicBezTo>
                  <a:lnTo>
                    <a:pt x="63" y="1217"/>
                  </a:lnTo>
                  <a:lnTo>
                    <a:pt x="62" y="1216"/>
                  </a:lnTo>
                  <a:lnTo>
                    <a:pt x="61" y="1216"/>
                  </a:lnTo>
                  <a:cubicBezTo>
                    <a:pt x="60" y="1216"/>
                    <a:pt x="60" y="1216"/>
                    <a:pt x="59" y="1216"/>
                  </a:cubicBezTo>
                  <a:cubicBezTo>
                    <a:pt x="58" y="1217"/>
                    <a:pt x="59" y="1217"/>
                    <a:pt x="58" y="1217"/>
                  </a:cubicBezTo>
                  <a:cubicBezTo>
                    <a:pt x="57" y="1218"/>
                    <a:pt x="58" y="1218"/>
                    <a:pt x="58" y="1218"/>
                  </a:cubicBezTo>
                  <a:cubicBezTo>
                    <a:pt x="56" y="1228"/>
                    <a:pt x="53" y="1238"/>
                    <a:pt x="50" y="1247"/>
                  </a:cubicBezTo>
                  <a:cubicBezTo>
                    <a:pt x="46" y="1238"/>
                    <a:pt x="43" y="1229"/>
                    <a:pt x="42" y="1220"/>
                  </a:cubicBezTo>
                  <a:cubicBezTo>
                    <a:pt x="38" y="1203"/>
                    <a:pt x="32" y="1186"/>
                    <a:pt x="24" y="1171"/>
                  </a:cubicBezTo>
                  <a:cubicBezTo>
                    <a:pt x="2" y="1108"/>
                    <a:pt x="14" y="1034"/>
                    <a:pt x="30" y="966"/>
                  </a:cubicBezTo>
                  <a:cubicBezTo>
                    <a:pt x="30" y="968"/>
                    <a:pt x="31" y="969"/>
                    <a:pt x="32" y="971"/>
                  </a:cubicBezTo>
                  <a:cubicBezTo>
                    <a:pt x="33" y="973"/>
                    <a:pt x="34" y="974"/>
                    <a:pt x="36" y="976"/>
                  </a:cubicBezTo>
                  <a:cubicBezTo>
                    <a:pt x="36" y="977"/>
                    <a:pt x="37" y="977"/>
                    <a:pt x="37" y="977"/>
                  </a:cubicBezTo>
                  <a:cubicBezTo>
                    <a:pt x="38" y="978"/>
                    <a:pt x="39" y="978"/>
                    <a:pt x="41" y="978"/>
                  </a:cubicBezTo>
                  <a:cubicBezTo>
                    <a:pt x="42" y="978"/>
                    <a:pt x="43" y="978"/>
                    <a:pt x="44" y="977"/>
                  </a:cubicBezTo>
                  <a:cubicBezTo>
                    <a:pt x="45" y="977"/>
                    <a:pt x="45" y="977"/>
                    <a:pt x="46" y="976"/>
                  </a:cubicBezTo>
                  <a:cubicBezTo>
                    <a:pt x="74" y="954"/>
                    <a:pt x="92" y="909"/>
                    <a:pt x="106" y="875"/>
                  </a:cubicBezTo>
                  <a:cubicBezTo>
                    <a:pt x="106" y="876"/>
                    <a:pt x="106" y="876"/>
                    <a:pt x="106" y="877"/>
                  </a:cubicBezTo>
                  <a:cubicBezTo>
                    <a:pt x="106" y="888"/>
                    <a:pt x="109" y="898"/>
                    <a:pt x="114" y="908"/>
                  </a:cubicBezTo>
                  <a:cubicBezTo>
                    <a:pt x="117" y="919"/>
                    <a:pt x="122" y="930"/>
                    <a:pt x="127" y="939"/>
                  </a:cubicBezTo>
                  <a:cubicBezTo>
                    <a:pt x="133" y="950"/>
                    <a:pt x="140" y="958"/>
                    <a:pt x="148" y="967"/>
                  </a:cubicBezTo>
                  <a:cubicBezTo>
                    <a:pt x="149" y="967"/>
                    <a:pt x="149" y="968"/>
                    <a:pt x="149" y="968"/>
                  </a:cubicBezTo>
                  <a:cubicBezTo>
                    <a:pt x="150" y="968"/>
                    <a:pt x="152" y="969"/>
                    <a:pt x="153" y="969"/>
                  </a:cubicBezTo>
                  <a:cubicBezTo>
                    <a:pt x="154" y="969"/>
                    <a:pt x="156" y="969"/>
                    <a:pt x="157" y="968"/>
                  </a:cubicBezTo>
                  <a:cubicBezTo>
                    <a:pt x="158" y="968"/>
                    <a:pt x="158" y="967"/>
                    <a:pt x="159" y="966"/>
                  </a:cubicBezTo>
                  <a:cubicBezTo>
                    <a:pt x="166" y="953"/>
                    <a:pt x="173" y="939"/>
                    <a:pt x="179" y="925"/>
                  </a:cubicBezTo>
                  <a:cubicBezTo>
                    <a:pt x="185" y="914"/>
                    <a:pt x="192" y="905"/>
                    <a:pt x="198" y="895"/>
                  </a:cubicBezTo>
                  <a:cubicBezTo>
                    <a:pt x="206" y="900"/>
                    <a:pt x="210" y="914"/>
                    <a:pt x="215" y="920"/>
                  </a:cubicBezTo>
                  <a:cubicBezTo>
                    <a:pt x="218" y="923"/>
                    <a:pt x="221" y="926"/>
                    <a:pt x="224" y="927"/>
                  </a:cubicBezTo>
                  <a:cubicBezTo>
                    <a:pt x="228" y="930"/>
                    <a:pt x="232" y="931"/>
                    <a:pt x="237" y="931"/>
                  </a:cubicBezTo>
                  <a:cubicBezTo>
                    <a:pt x="238" y="932"/>
                    <a:pt x="239" y="932"/>
                    <a:pt x="240" y="932"/>
                  </a:cubicBezTo>
                  <a:cubicBezTo>
                    <a:pt x="243" y="932"/>
                    <a:pt x="247" y="931"/>
                    <a:pt x="250" y="929"/>
                  </a:cubicBezTo>
                  <a:cubicBezTo>
                    <a:pt x="253" y="927"/>
                    <a:pt x="255" y="925"/>
                    <a:pt x="257" y="922"/>
                  </a:cubicBezTo>
                  <a:cubicBezTo>
                    <a:pt x="259" y="919"/>
                    <a:pt x="259" y="915"/>
                    <a:pt x="259" y="912"/>
                  </a:cubicBezTo>
                  <a:cubicBezTo>
                    <a:pt x="259" y="909"/>
                    <a:pt x="259" y="905"/>
                    <a:pt x="257" y="902"/>
                  </a:cubicBezTo>
                  <a:lnTo>
                    <a:pt x="256" y="901"/>
                  </a:lnTo>
                  <a:cubicBezTo>
                    <a:pt x="256" y="900"/>
                    <a:pt x="255" y="901"/>
                    <a:pt x="254" y="900"/>
                  </a:cubicBezTo>
                  <a:cubicBezTo>
                    <a:pt x="253" y="900"/>
                    <a:pt x="253" y="899"/>
                    <a:pt x="252" y="899"/>
                  </a:cubicBezTo>
                  <a:cubicBezTo>
                    <a:pt x="251" y="899"/>
                    <a:pt x="251" y="900"/>
                    <a:pt x="250" y="900"/>
                  </a:cubicBezTo>
                  <a:cubicBezTo>
                    <a:pt x="249" y="901"/>
                    <a:pt x="249" y="900"/>
                    <a:pt x="248" y="901"/>
                  </a:cubicBezTo>
                  <a:cubicBezTo>
                    <a:pt x="237" y="924"/>
                    <a:pt x="225" y="899"/>
                    <a:pt x="218" y="889"/>
                  </a:cubicBezTo>
                  <a:cubicBezTo>
                    <a:pt x="218" y="889"/>
                    <a:pt x="218" y="888"/>
                    <a:pt x="217" y="888"/>
                  </a:cubicBezTo>
                  <a:cubicBezTo>
                    <a:pt x="215" y="884"/>
                    <a:pt x="212" y="882"/>
                    <a:pt x="208" y="879"/>
                  </a:cubicBezTo>
                  <a:cubicBezTo>
                    <a:pt x="204" y="877"/>
                    <a:pt x="200" y="875"/>
                    <a:pt x="195" y="875"/>
                  </a:cubicBezTo>
                  <a:lnTo>
                    <a:pt x="194" y="875"/>
                  </a:lnTo>
                  <a:cubicBezTo>
                    <a:pt x="193" y="875"/>
                    <a:pt x="192" y="875"/>
                    <a:pt x="190" y="876"/>
                  </a:cubicBezTo>
                  <a:cubicBezTo>
                    <a:pt x="188" y="877"/>
                    <a:pt x="187" y="878"/>
                    <a:pt x="186" y="880"/>
                  </a:cubicBezTo>
                  <a:lnTo>
                    <a:pt x="186" y="881"/>
                  </a:lnTo>
                  <a:cubicBezTo>
                    <a:pt x="179" y="896"/>
                    <a:pt x="168" y="909"/>
                    <a:pt x="160" y="924"/>
                  </a:cubicBezTo>
                  <a:cubicBezTo>
                    <a:pt x="156" y="932"/>
                    <a:pt x="155" y="940"/>
                    <a:pt x="151" y="949"/>
                  </a:cubicBezTo>
                  <a:cubicBezTo>
                    <a:pt x="150" y="946"/>
                    <a:pt x="147" y="944"/>
                    <a:pt x="146" y="941"/>
                  </a:cubicBezTo>
                  <a:cubicBezTo>
                    <a:pt x="141" y="934"/>
                    <a:pt x="138" y="925"/>
                    <a:pt x="134" y="917"/>
                  </a:cubicBezTo>
                  <a:cubicBezTo>
                    <a:pt x="125" y="900"/>
                    <a:pt x="117" y="882"/>
                    <a:pt x="111" y="863"/>
                  </a:cubicBezTo>
                  <a:cubicBezTo>
                    <a:pt x="111" y="863"/>
                    <a:pt x="112" y="863"/>
                    <a:pt x="111" y="862"/>
                  </a:cubicBezTo>
                  <a:cubicBezTo>
                    <a:pt x="110" y="862"/>
                    <a:pt x="110" y="862"/>
                    <a:pt x="110" y="862"/>
                  </a:cubicBezTo>
                  <a:cubicBezTo>
                    <a:pt x="109" y="862"/>
                    <a:pt x="109" y="862"/>
                    <a:pt x="109" y="862"/>
                  </a:cubicBezTo>
                  <a:cubicBezTo>
                    <a:pt x="108" y="863"/>
                    <a:pt x="108" y="863"/>
                    <a:pt x="108" y="863"/>
                  </a:cubicBezTo>
                  <a:cubicBezTo>
                    <a:pt x="108" y="864"/>
                    <a:pt x="108" y="865"/>
                    <a:pt x="108" y="867"/>
                  </a:cubicBezTo>
                  <a:cubicBezTo>
                    <a:pt x="107" y="866"/>
                    <a:pt x="107" y="866"/>
                    <a:pt x="107" y="866"/>
                  </a:cubicBezTo>
                  <a:cubicBezTo>
                    <a:pt x="106" y="866"/>
                    <a:pt x="106" y="865"/>
                    <a:pt x="105" y="865"/>
                  </a:cubicBezTo>
                  <a:cubicBezTo>
                    <a:pt x="105" y="865"/>
                    <a:pt x="104" y="866"/>
                    <a:pt x="103" y="866"/>
                  </a:cubicBezTo>
                  <a:lnTo>
                    <a:pt x="103" y="867"/>
                  </a:lnTo>
                  <a:cubicBezTo>
                    <a:pt x="93" y="876"/>
                    <a:pt x="84" y="888"/>
                    <a:pt x="77" y="899"/>
                  </a:cubicBezTo>
                  <a:cubicBezTo>
                    <a:pt x="74" y="905"/>
                    <a:pt x="71" y="909"/>
                    <a:pt x="69" y="915"/>
                  </a:cubicBezTo>
                  <a:cubicBezTo>
                    <a:pt x="62" y="927"/>
                    <a:pt x="55" y="940"/>
                    <a:pt x="48" y="952"/>
                  </a:cubicBezTo>
                  <a:cubicBezTo>
                    <a:pt x="43" y="960"/>
                    <a:pt x="41" y="943"/>
                    <a:pt x="39" y="927"/>
                  </a:cubicBezTo>
                  <a:cubicBezTo>
                    <a:pt x="43" y="914"/>
                    <a:pt x="46" y="901"/>
                    <a:pt x="49" y="889"/>
                  </a:cubicBezTo>
                  <a:cubicBezTo>
                    <a:pt x="49" y="886"/>
                    <a:pt x="45" y="884"/>
                    <a:pt x="44" y="887"/>
                  </a:cubicBezTo>
                  <a:lnTo>
                    <a:pt x="38" y="906"/>
                  </a:lnTo>
                  <a:cubicBezTo>
                    <a:pt x="38" y="904"/>
                    <a:pt x="38" y="904"/>
                    <a:pt x="38" y="903"/>
                  </a:cubicBezTo>
                  <a:cubicBezTo>
                    <a:pt x="38" y="842"/>
                    <a:pt x="48" y="781"/>
                    <a:pt x="67" y="722"/>
                  </a:cubicBezTo>
                  <a:cubicBezTo>
                    <a:pt x="68" y="723"/>
                    <a:pt x="69" y="724"/>
                    <a:pt x="71" y="724"/>
                  </a:cubicBezTo>
                  <a:cubicBezTo>
                    <a:pt x="72" y="724"/>
                    <a:pt x="74" y="723"/>
                    <a:pt x="75" y="722"/>
                  </a:cubicBezTo>
                  <a:cubicBezTo>
                    <a:pt x="76" y="722"/>
                    <a:pt x="76" y="722"/>
                    <a:pt x="76" y="722"/>
                  </a:cubicBezTo>
                  <a:cubicBezTo>
                    <a:pt x="95" y="709"/>
                    <a:pt x="112" y="695"/>
                    <a:pt x="128" y="679"/>
                  </a:cubicBezTo>
                  <a:cubicBezTo>
                    <a:pt x="135" y="672"/>
                    <a:pt x="141" y="665"/>
                    <a:pt x="147" y="657"/>
                  </a:cubicBezTo>
                  <a:cubicBezTo>
                    <a:pt x="152" y="650"/>
                    <a:pt x="176" y="607"/>
                    <a:pt x="173" y="637"/>
                  </a:cubicBezTo>
                  <a:cubicBezTo>
                    <a:pt x="170" y="668"/>
                    <a:pt x="171" y="720"/>
                    <a:pt x="198" y="745"/>
                  </a:cubicBezTo>
                  <a:cubicBezTo>
                    <a:pt x="198" y="746"/>
                    <a:pt x="198" y="747"/>
                    <a:pt x="199" y="747"/>
                  </a:cubicBezTo>
                  <a:cubicBezTo>
                    <a:pt x="201" y="748"/>
                    <a:pt x="201" y="748"/>
                    <a:pt x="203" y="748"/>
                  </a:cubicBezTo>
                  <a:cubicBezTo>
                    <a:pt x="204" y="748"/>
                    <a:pt x="206" y="748"/>
                    <a:pt x="208" y="747"/>
                  </a:cubicBezTo>
                  <a:cubicBezTo>
                    <a:pt x="209" y="747"/>
                    <a:pt x="209" y="746"/>
                    <a:pt x="209" y="745"/>
                  </a:cubicBezTo>
                  <a:cubicBezTo>
                    <a:pt x="221" y="732"/>
                    <a:pt x="219" y="715"/>
                    <a:pt x="227" y="699"/>
                  </a:cubicBezTo>
                  <a:cubicBezTo>
                    <a:pt x="234" y="684"/>
                    <a:pt x="242" y="667"/>
                    <a:pt x="249" y="650"/>
                  </a:cubicBezTo>
                  <a:cubicBezTo>
                    <a:pt x="255" y="678"/>
                    <a:pt x="266" y="713"/>
                    <a:pt x="291" y="714"/>
                  </a:cubicBezTo>
                  <a:cubicBezTo>
                    <a:pt x="311" y="714"/>
                    <a:pt x="321" y="681"/>
                    <a:pt x="318" y="666"/>
                  </a:cubicBezTo>
                  <a:lnTo>
                    <a:pt x="317" y="664"/>
                  </a:lnTo>
                  <a:cubicBezTo>
                    <a:pt x="317" y="664"/>
                    <a:pt x="316" y="663"/>
                    <a:pt x="315" y="662"/>
                  </a:cubicBezTo>
                  <a:cubicBezTo>
                    <a:pt x="314" y="662"/>
                    <a:pt x="313" y="661"/>
                    <a:pt x="312" y="661"/>
                  </a:cubicBezTo>
                  <a:cubicBezTo>
                    <a:pt x="310" y="661"/>
                    <a:pt x="309" y="662"/>
                    <a:pt x="308" y="662"/>
                  </a:cubicBezTo>
                  <a:cubicBezTo>
                    <a:pt x="307" y="663"/>
                    <a:pt x="306" y="663"/>
                    <a:pt x="306" y="664"/>
                  </a:cubicBezTo>
                  <a:cubicBezTo>
                    <a:pt x="306" y="665"/>
                    <a:pt x="305" y="666"/>
                    <a:pt x="305" y="666"/>
                  </a:cubicBezTo>
                  <a:cubicBezTo>
                    <a:pt x="290" y="721"/>
                    <a:pt x="266" y="651"/>
                    <a:pt x="257" y="627"/>
                  </a:cubicBezTo>
                  <a:cubicBezTo>
                    <a:pt x="256" y="626"/>
                    <a:pt x="256" y="625"/>
                    <a:pt x="255" y="624"/>
                  </a:cubicBezTo>
                  <a:cubicBezTo>
                    <a:pt x="254" y="624"/>
                    <a:pt x="252" y="623"/>
                    <a:pt x="251" y="623"/>
                  </a:cubicBezTo>
                  <a:cubicBezTo>
                    <a:pt x="249" y="623"/>
                    <a:pt x="249" y="624"/>
                    <a:pt x="248" y="624"/>
                  </a:cubicBezTo>
                  <a:cubicBezTo>
                    <a:pt x="247" y="625"/>
                    <a:pt x="246" y="626"/>
                    <a:pt x="246" y="627"/>
                  </a:cubicBezTo>
                  <a:cubicBezTo>
                    <a:pt x="242" y="632"/>
                    <a:pt x="240" y="637"/>
                    <a:pt x="237" y="642"/>
                  </a:cubicBezTo>
                  <a:cubicBezTo>
                    <a:pt x="222" y="667"/>
                    <a:pt x="210" y="695"/>
                    <a:pt x="202" y="724"/>
                  </a:cubicBezTo>
                  <a:cubicBezTo>
                    <a:pt x="199" y="708"/>
                    <a:pt x="195" y="693"/>
                    <a:pt x="190" y="678"/>
                  </a:cubicBezTo>
                  <a:cubicBezTo>
                    <a:pt x="188" y="655"/>
                    <a:pt x="187" y="631"/>
                    <a:pt x="183" y="609"/>
                  </a:cubicBezTo>
                  <a:cubicBezTo>
                    <a:pt x="183" y="608"/>
                    <a:pt x="183" y="607"/>
                    <a:pt x="182" y="606"/>
                  </a:cubicBezTo>
                  <a:cubicBezTo>
                    <a:pt x="182" y="606"/>
                    <a:pt x="181" y="606"/>
                    <a:pt x="180" y="605"/>
                  </a:cubicBezTo>
                  <a:cubicBezTo>
                    <a:pt x="179" y="605"/>
                    <a:pt x="179" y="605"/>
                    <a:pt x="178" y="605"/>
                  </a:cubicBezTo>
                  <a:cubicBezTo>
                    <a:pt x="177" y="605"/>
                    <a:pt x="176" y="605"/>
                    <a:pt x="175" y="605"/>
                  </a:cubicBezTo>
                  <a:cubicBezTo>
                    <a:pt x="161" y="614"/>
                    <a:pt x="150" y="626"/>
                    <a:pt x="141" y="639"/>
                  </a:cubicBezTo>
                  <a:cubicBezTo>
                    <a:pt x="123" y="661"/>
                    <a:pt x="102" y="680"/>
                    <a:pt x="80" y="698"/>
                  </a:cubicBezTo>
                  <a:cubicBezTo>
                    <a:pt x="80" y="690"/>
                    <a:pt x="81" y="683"/>
                    <a:pt x="82" y="675"/>
                  </a:cubicBezTo>
                  <a:cubicBezTo>
                    <a:pt x="83" y="667"/>
                    <a:pt x="86" y="664"/>
                    <a:pt x="88" y="658"/>
                  </a:cubicBezTo>
                  <a:cubicBezTo>
                    <a:pt x="88" y="656"/>
                    <a:pt x="87" y="654"/>
                    <a:pt x="85" y="654"/>
                  </a:cubicBezTo>
                  <a:cubicBezTo>
                    <a:pt x="90" y="624"/>
                    <a:pt x="97" y="593"/>
                    <a:pt x="102" y="566"/>
                  </a:cubicBezTo>
                  <a:cubicBezTo>
                    <a:pt x="106" y="546"/>
                    <a:pt x="111" y="527"/>
                    <a:pt x="119" y="507"/>
                  </a:cubicBezTo>
                  <a:cubicBezTo>
                    <a:pt x="119" y="510"/>
                    <a:pt x="121" y="512"/>
                    <a:pt x="122" y="515"/>
                  </a:cubicBezTo>
                  <a:cubicBezTo>
                    <a:pt x="124" y="517"/>
                    <a:pt x="125" y="520"/>
                    <a:pt x="127" y="522"/>
                  </a:cubicBezTo>
                  <a:cubicBezTo>
                    <a:pt x="128" y="523"/>
                    <a:pt x="128" y="523"/>
                    <a:pt x="129" y="524"/>
                  </a:cubicBezTo>
                  <a:cubicBezTo>
                    <a:pt x="131" y="525"/>
                    <a:pt x="132" y="525"/>
                    <a:pt x="134" y="525"/>
                  </a:cubicBezTo>
                  <a:cubicBezTo>
                    <a:pt x="136" y="525"/>
                    <a:pt x="137" y="525"/>
                    <a:pt x="139" y="524"/>
                  </a:cubicBezTo>
                  <a:cubicBezTo>
                    <a:pt x="140" y="523"/>
                    <a:pt x="140" y="523"/>
                    <a:pt x="141" y="522"/>
                  </a:cubicBezTo>
                  <a:cubicBezTo>
                    <a:pt x="154" y="505"/>
                    <a:pt x="167" y="489"/>
                    <a:pt x="181" y="473"/>
                  </a:cubicBezTo>
                  <a:cubicBezTo>
                    <a:pt x="194" y="456"/>
                    <a:pt x="209" y="429"/>
                    <a:pt x="223" y="463"/>
                  </a:cubicBezTo>
                  <a:cubicBezTo>
                    <a:pt x="228" y="475"/>
                    <a:pt x="237" y="506"/>
                    <a:pt x="257" y="499"/>
                  </a:cubicBezTo>
                  <a:cubicBezTo>
                    <a:pt x="260" y="498"/>
                    <a:pt x="262" y="497"/>
                    <a:pt x="264" y="496"/>
                  </a:cubicBezTo>
                  <a:cubicBezTo>
                    <a:pt x="270" y="492"/>
                    <a:pt x="276" y="487"/>
                    <a:pt x="279" y="481"/>
                  </a:cubicBezTo>
                  <a:cubicBezTo>
                    <a:pt x="280" y="479"/>
                    <a:pt x="281" y="477"/>
                    <a:pt x="282" y="475"/>
                  </a:cubicBezTo>
                  <a:cubicBezTo>
                    <a:pt x="284" y="471"/>
                    <a:pt x="292" y="495"/>
                    <a:pt x="294" y="499"/>
                  </a:cubicBezTo>
                  <a:cubicBezTo>
                    <a:pt x="295" y="500"/>
                    <a:pt x="295" y="500"/>
                    <a:pt x="296" y="502"/>
                  </a:cubicBezTo>
                  <a:cubicBezTo>
                    <a:pt x="298" y="505"/>
                    <a:pt x="301" y="509"/>
                    <a:pt x="305" y="511"/>
                  </a:cubicBezTo>
                  <a:cubicBezTo>
                    <a:pt x="309" y="513"/>
                    <a:pt x="313" y="514"/>
                    <a:pt x="317" y="514"/>
                  </a:cubicBezTo>
                  <a:cubicBezTo>
                    <a:pt x="321" y="514"/>
                    <a:pt x="324" y="514"/>
                    <a:pt x="327" y="513"/>
                  </a:cubicBezTo>
                  <a:cubicBezTo>
                    <a:pt x="328" y="512"/>
                    <a:pt x="329" y="512"/>
                    <a:pt x="329" y="512"/>
                  </a:cubicBezTo>
                  <a:cubicBezTo>
                    <a:pt x="331" y="511"/>
                    <a:pt x="331" y="510"/>
                    <a:pt x="332" y="509"/>
                  </a:cubicBezTo>
                  <a:cubicBezTo>
                    <a:pt x="333" y="507"/>
                    <a:pt x="333" y="506"/>
                    <a:pt x="333" y="505"/>
                  </a:cubicBezTo>
                  <a:cubicBezTo>
                    <a:pt x="333" y="504"/>
                    <a:pt x="333" y="504"/>
                    <a:pt x="333" y="503"/>
                  </a:cubicBezTo>
                  <a:lnTo>
                    <a:pt x="333" y="500"/>
                  </a:lnTo>
                  <a:cubicBezTo>
                    <a:pt x="333" y="499"/>
                    <a:pt x="333" y="498"/>
                    <a:pt x="332" y="498"/>
                  </a:cubicBezTo>
                  <a:cubicBezTo>
                    <a:pt x="331" y="497"/>
                    <a:pt x="331" y="495"/>
                    <a:pt x="330" y="495"/>
                  </a:cubicBezTo>
                  <a:cubicBezTo>
                    <a:pt x="329" y="494"/>
                    <a:pt x="328" y="495"/>
                    <a:pt x="327" y="495"/>
                  </a:cubicBezTo>
                  <a:cubicBezTo>
                    <a:pt x="326" y="495"/>
                    <a:pt x="324" y="494"/>
                    <a:pt x="323" y="495"/>
                  </a:cubicBezTo>
                  <a:cubicBezTo>
                    <a:pt x="322" y="495"/>
                    <a:pt x="321" y="497"/>
                    <a:pt x="321" y="498"/>
                  </a:cubicBezTo>
                  <a:cubicBezTo>
                    <a:pt x="317" y="505"/>
                    <a:pt x="301" y="466"/>
                    <a:pt x="300" y="464"/>
                  </a:cubicBezTo>
                  <a:cubicBezTo>
                    <a:pt x="298" y="461"/>
                    <a:pt x="295" y="458"/>
                    <a:pt x="291" y="456"/>
                  </a:cubicBezTo>
                  <a:cubicBezTo>
                    <a:pt x="288" y="454"/>
                    <a:pt x="284" y="453"/>
                    <a:pt x="280" y="452"/>
                  </a:cubicBezTo>
                  <a:lnTo>
                    <a:pt x="279" y="452"/>
                  </a:lnTo>
                  <a:cubicBezTo>
                    <a:pt x="278" y="452"/>
                    <a:pt x="277" y="452"/>
                    <a:pt x="275" y="454"/>
                  </a:cubicBezTo>
                  <a:cubicBezTo>
                    <a:pt x="273" y="455"/>
                    <a:pt x="272" y="456"/>
                    <a:pt x="271" y="457"/>
                  </a:cubicBezTo>
                  <a:lnTo>
                    <a:pt x="271" y="458"/>
                  </a:lnTo>
                  <a:cubicBezTo>
                    <a:pt x="253" y="501"/>
                    <a:pt x="233" y="436"/>
                    <a:pt x="221" y="419"/>
                  </a:cubicBezTo>
                  <a:cubicBezTo>
                    <a:pt x="221" y="418"/>
                    <a:pt x="220" y="417"/>
                    <a:pt x="219" y="417"/>
                  </a:cubicBezTo>
                  <a:cubicBezTo>
                    <a:pt x="217" y="415"/>
                    <a:pt x="216" y="416"/>
                    <a:pt x="214" y="416"/>
                  </a:cubicBezTo>
                  <a:cubicBezTo>
                    <a:pt x="213" y="416"/>
                    <a:pt x="212" y="416"/>
                    <a:pt x="211" y="417"/>
                  </a:cubicBezTo>
                  <a:cubicBezTo>
                    <a:pt x="191" y="424"/>
                    <a:pt x="179" y="445"/>
                    <a:pt x="167" y="462"/>
                  </a:cubicBezTo>
                  <a:cubicBezTo>
                    <a:pt x="158" y="476"/>
                    <a:pt x="145" y="487"/>
                    <a:pt x="135" y="501"/>
                  </a:cubicBezTo>
                  <a:cubicBezTo>
                    <a:pt x="141" y="488"/>
                    <a:pt x="144" y="474"/>
                    <a:pt x="145" y="459"/>
                  </a:cubicBezTo>
                  <a:cubicBezTo>
                    <a:pt x="146" y="454"/>
                    <a:pt x="147" y="448"/>
                    <a:pt x="149" y="443"/>
                  </a:cubicBezTo>
                  <a:cubicBezTo>
                    <a:pt x="150" y="437"/>
                    <a:pt x="158" y="427"/>
                    <a:pt x="162" y="419"/>
                  </a:cubicBezTo>
                  <a:cubicBezTo>
                    <a:pt x="163" y="417"/>
                    <a:pt x="160" y="415"/>
                    <a:pt x="158" y="417"/>
                  </a:cubicBezTo>
                  <a:lnTo>
                    <a:pt x="155" y="421"/>
                  </a:lnTo>
                  <a:cubicBezTo>
                    <a:pt x="170" y="369"/>
                    <a:pt x="191" y="318"/>
                    <a:pt x="218" y="271"/>
                  </a:cubicBezTo>
                  <a:cubicBezTo>
                    <a:pt x="219" y="270"/>
                    <a:pt x="219" y="269"/>
                    <a:pt x="220" y="268"/>
                  </a:cubicBezTo>
                  <a:cubicBezTo>
                    <a:pt x="220" y="281"/>
                    <a:pt x="220" y="293"/>
                    <a:pt x="220" y="305"/>
                  </a:cubicBezTo>
                  <a:cubicBezTo>
                    <a:pt x="220" y="306"/>
                    <a:pt x="220" y="306"/>
                    <a:pt x="220" y="306"/>
                  </a:cubicBezTo>
                  <a:cubicBezTo>
                    <a:pt x="220" y="308"/>
                    <a:pt x="220" y="309"/>
                    <a:pt x="221" y="311"/>
                  </a:cubicBezTo>
                  <a:cubicBezTo>
                    <a:pt x="222" y="312"/>
                    <a:pt x="223" y="313"/>
                    <a:pt x="225" y="314"/>
                  </a:cubicBezTo>
                  <a:cubicBezTo>
                    <a:pt x="227" y="315"/>
                    <a:pt x="227" y="315"/>
                    <a:pt x="229" y="315"/>
                  </a:cubicBezTo>
                  <a:cubicBezTo>
                    <a:pt x="230" y="315"/>
                    <a:pt x="232" y="315"/>
                    <a:pt x="234" y="314"/>
                  </a:cubicBezTo>
                  <a:cubicBezTo>
                    <a:pt x="236" y="313"/>
                    <a:pt x="236" y="312"/>
                    <a:pt x="237" y="311"/>
                  </a:cubicBezTo>
                  <a:cubicBezTo>
                    <a:pt x="237" y="310"/>
                    <a:pt x="238" y="310"/>
                    <a:pt x="238" y="309"/>
                  </a:cubicBezTo>
                  <a:cubicBezTo>
                    <a:pt x="247" y="288"/>
                    <a:pt x="271" y="284"/>
                    <a:pt x="286" y="268"/>
                  </a:cubicBezTo>
                  <a:cubicBezTo>
                    <a:pt x="304" y="250"/>
                    <a:pt x="298" y="277"/>
                    <a:pt x="296" y="292"/>
                  </a:cubicBezTo>
                  <a:cubicBezTo>
                    <a:pt x="294" y="312"/>
                    <a:pt x="289" y="334"/>
                    <a:pt x="302" y="350"/>
                  </a:cubicBezTo>
                  <a:cubicBezTo>
                    <a:pt x="303" y="351"/>
                    <a:pt x="303" y="350"/>
                    <a:pt x="304" y="351"/>
                  </a:cubicBezTo>
                  <a:cubicBezTo>
                    <a:pt x="305" y="351"/>
                    <a:pt x="307" y="352"/>
                    <a:pt x="308" y="352"/>
                  </a:cubicBezTo>
                  <a:cubicBezTo>
                    <a:pt x="309" y="352"/>
                    <a:pt x="310" y="352"/>
                    <a:pt x="310" y="352"/>
                  </a:cubicBezTo>
                  <a:cubicBezTo>
                    <a:pt x="324" y="349"/>
                    <a:pt x="330" y="338"/>
                    <a:pt x="342" y="332"/>
                  </a:cubicBezTo>
                  <a:cubicBezTo>
                    <a:pt x="351" y="328"/>
                    <a:pt x="344" y="313"/>
                    <a:pt x="335" y="317"/>
                  </a:cubicBezTo>
                  <a:cubicBezTo>
                    <a:pt x="316" y="324"/>
                    <a:pt x="310" y="337"/>
                    <a:pt x="311" y="307"/>
                  </a:cubicBezTo>
                  <a:cubicBezTo>
                    <a:pt x="312" y="300"/>
                    <a:pt x="312" y="293"/>
                    <a:pt x="312" y="285"/>
                  </a:cubicBezTo>
                  <a:cubicBezTo>
                    <a:pt x="312" y="270"/>
                    <a:pt x="311" y="255"/>
                    <a:pt x="308" y="240"/>
                  </a:cubicBezTo>
                  <a:lnTo>
                    <a:pt x="308" y="239"/>
                  </a:lnTo>
                  <a:cubicBezTo>
                    <a:pt x="307" y="238"/>
                    <a:pt x="306" y="237"/>
                    <a:pt x="306" y="237"/>
                  </a:cubicBezTo>
                  <a:cubicBezTo>
                    <a:pt x="305" y="236"/>
                    <a:pt x="304" y="236"/>
                    <a:pt x="302" y="236"/>
                  </a:cubicBezTo>
                  <a:lnTo>
                    <a:pt x="301" y="236"/>
                  </a:lnTo>
                  <a:cubicBezTo>
                    <a:pt x="281" y="245"/>
                    <a:pt x="268" y="262"/>
                    <a:pt x="249" y="273"/>
                  </a:cubicBezTo>
                  <a:cubicBezTo>
                    <a:pt x="245" y="275"/>
                    <a:pt x="242" y="277"/>
                    <a:pt x="240" y="279"/>
                  </a:cubicBezTo>
                  <a:cubicBezTo>
                    <a:pt x="240" y="256"/>
                    <a:pt x="242" y="233"/>
                    <a:pt x="244" y="210"/>
                  </a:cubicBezTo>
                  <a:cubicBezTo>
                    <a:pt x="247" y="174"/>
                    <a:pt x="269" y="142"/>
                    <a:pt x="287" y="112"/>
                  </a:cubicBezTo>
                  <a:cubicBezTo>
                    <a:pt x="304" y="81"/>
                    <a:pt x="330" y="32"/>
                    <a:pt x="360" y="7"/>
                  </a:cubicBezTo>
                  <a:cubicBezTo>
                    <a:pt x="364" y="4"/>
                    <a:pt x="360" y="0"/>
                    <a:pt x="356" y="2"/>
                  </a:cubicBezTo>
                  <a:cubicBezTo>
                    <a:pt x="335" y="11"/>
                    <a:pt x="321" y="37"/>
                    <a:pt x="307" y="56"/>
                  </a:cubicBezTo>
                  <a:cubicBezTo>
                    <a:pt x="286" y="85"/>
                    <a:pt x="271" y="118"/>
                    <a:pt x="248" y="147"/>
                  </a:cubicBezTo>
                  <a:cubicBezTo>
                    <a:pt x="223" y="180"/>
                    <a:pt x="221" y="222"/>
                    <a:pt x="221" y="263"/>
                  </a:cubicBezTo>
                  <a:cubicBezTo>
                    <a:pt x="220" y="263"/>
                    <a:pt x="220" y="263"/>
                    <a:pt x="220" y="263"/>
                  </a:cubicBezTo>
                  <a:lnTo>
                    <a:pt x="219" y="263"/>
                  </a:lnTo>
                  <a:lnTo>
                    <a:pt x="218" y="263"/>
                  </a:lnTo>
                  <a:lnTo>
                    <a:pt x="217" y="263"/>
                  </a:lnTo>
                  <a:cubicBezTo>
                    <a:pt x="204" y="283"/>
                    <a:pt x="191" y="303"/>
                    <a:pt x="180" y="323"/>
                  </a:cubicBezTo>
                  <a:cubicBezTo>
                    <a:pt x="166" y="346"/>
                    <a:pt x="154" y="370"/>
                    <a:pt x="143" y="394"/>
                  </a:cubicBezTo>
                  <a:cubicBezTo>
                    <a:pt x="130" y="422"/>
                    <a:pt x="122" y="451"/>
                    <a:pt x="118" y="480"/>
                  </a:cubicBezTo>
                  <a:cubicBezTo>
                    <a:pt x="105" y="506"/>
                    <a:pt x="95" y="534"/>
                    <a:pt x="89" y="562"/>
                  </a:cubicBezTo>
                  <a:cubicBezTo>
                    <a:pt x="80" y="609"/>
                    <a:pt x="64" y="658"/>
                    <a:pt x="64" y="707"/>
                  </a:cubicBezTo>
                  <a:cubicBezTo>
                    <a:pt x="47" y="753"/>
                    <a:pt x="35" y="800"/>
                    <a:pt x="29" y="848"/>
                  </a:cubicBezTo>
                  <a:cubicBezTo>
                    <a:pt x="25" y="867"/>
                    <a:pt x="23" y="887"/>
                    <a:pt x="23" y="907"/>
                  </a:cubicBezTo>
                  <a:cubicBezTo>
                    <a:pt x="23" y="921"/>
                    <a:pt x="24" y="936"/>
                    <a:pt x="26" y="951"/>
                  </a:cubicBezTo>
                  <a:cubicBezTo>
                    <a:pt x="10" y="1002"/>
                    <a:pt x="2" y="1055"/>
                    <a:pt x="0" y="1108"/>
                  </a:cubicBezTo>
                  <a:cubicBezTo>
                    <a:pt x="0" y="1152"/>
                    <a:pt x="15" y="1219"/>
                    <a:pt x="47" y="1257"/>
                  </a:cubicBezTo>
                  <a:cubicBezTo>
                    <a:pt x="41" y="1272"/>
                    <a:pt x="38" y="1288"/>
                    <a:pt x="37" y="1304"/>
                  </a:cubicBezTo>
                  <a:cubicBezTo>
                    <a:pt x="37" y="1331"/>
                    <a:pt x="39" y="1358"/>
                    <a:pt x="39" y="1386"/>
                  </a:cubicBezTo>
                  <a:cubicBezTo>
                    <a:pt x="39" y="1387"/>
                    <a:pt x="39" y="1388"/>
                    <a:pt x="39" y="1389"/>
                  </a:cubicBezTo>
                  <a:cubicBezTo>
                    <a:pt x="39" y="1413"/>
                    <a:pt x="43" y="1436"/>
                    <a:pt x="51" y="1458"/>
                  </a:cubicBezTo>
                  <a:cubicBezTo>
                    <a:pt x="50" y="1458"/>
                    <a:pt x="50" y="1459"/>
                    <a:pt x="50" y="1459"/>
                  </a:cubicBezTo>
                  <a:cubicBezTo>
                    <a:pt x="49" y="1459"/>
                    <a:pt x="49" y="1460"/>
                    <a:pt x="49" y="1460"/>
                  </a:cubicBezTo>
                  <a:cubicBezTo>
                    <a:pt x="48" y="1461"/>
                    <a:pt x="48" y="1461"/>
                    <a:pt x="48" y="1461"/>
                  </a:cubicBezTo>
                  <a:cubicBezTo>
                    <a:pt x="34" y="1538"/>
                    <a:pt x="54" y="1605"/>
                    <a:pt x="85" y="1674"/>
                  </a:cubicBezTo>
                  <a:cubicBezTo>
                    <a:pt x="90" y="1683"/>
                    <a:pt x="95" y="1693"/>
                    <a:pt x="100" y="1702"/>
                  </a:cubicBezTo>
                  <a:cubicBezTo>
                    <a:pt x="101" y="1703"/>
                    <a:pt x="101" y="1704"/>
                    <a:pt x="102" y="1705"/>
                  </a:cubicBezTo>
                  <a:cubicBezTo>
                    <a:pt x="99" y="1718"/>
                    <a:pt x="98" y="1730"/>
                    <a:pt x="98" y="1743"/>
                  </a:cubicBezTo>
                  <a:cubicBezTo>
                    <a:pt x="98" y="1776"/>
                    <a:pt x="107" y="1810"/>
                    <a:pt x="123" y="1837"/>
                  </a:cubicBezTo>
                  <a:cubicBezTo>
                    <a:pt x="127" y="1844"/>
                    <a:pt x="130" y="1848"/>
                    <a:pt x="134" y="1853"/>
                  </a:cubicBezTo>
                  <a:cubicBezTo>
                    <a:pt x="168" y="1892"/>
                    <a:pt x="206" y="1928"/>
                    <a:pt x="246" y="1960"/>
                  </a:cubicBezTo>
                  <a:cubicBezTo>
                    <a:pt x="277" y="1990"/>
                    <a:pt x="304" y="1991"/>
                    <a:pt x="337" y="20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2"/>
            <p:cNvSpPr/>
            <p:nvPr/>
          </p:nvSpPr>
          <p:spPr>
            <a:xfrm>
              <a:off x="7923600" y="4258440"/>
              <a:ext cx="114480" cy="95040"/>
            </a:xfrm>
            <a:custGeom>
              <a:rect b="b" l="l" r="r" t="t"/>
              <a:pathLst>
                <a:path extrusionOk="0" h="264" w="318">
                  <a:moveTo>
                    <a:pt x="314" y="256"/>
                  </a:moveTo>
                  <a:cubicBezTo>
                    <a:pt x="246" y="236"/>
                    <a:pt x="182" y="186"/>
                    <a:pt x="124" y="147"/>
                  </a:cubicBezTo>
                  <a:cubicBezTo>
                    <a:pt x="100" y="130"/>
                    <a:pt x="78" y="110"/>
                    <a:pt x="59" y="88"/>
                  </a:cubicBezTo>
                  <a:cubicBezTo>
                    <a:pt x="36" y="63"/>
                    <a:pt x="26" y="29"/>
                    <a:pt x="6" y="1"/>
                  </a:cubicBezTo>
                  <a:lnTo>
                    <a:pt x="5" y="1"/>
                  </a:lnTo>
                  <a:lnTo>
                    <a:pt x="4" y="0"/>
                  </a:lnTo>
                  <a:cubicBezTo>
                    <a:pt x="3" y="0"/>
                    <a:pt x="2" y="1"/>
                    <a:pt x="2" y="1"/>
                  </a:cubicBezTo>
                  <a:cubicBezTo>
                    <a:pt x="1" y="1"/>
                    <a:pt x="1" y="1"/>
                    <a:pt x="0" y="2"/>
                  </a:cubicBezTo>
                  <a:cubicBezTo>
                    <a:pt x="0" y="3"/>
                    <a:pt x="0" y="3"/>
                    <a:pt x="0" y="4"/>
                  </a:cubicBezTo>
                  <a:lnTo>
                    <a:pt x="0" y="5"/>
                  </a:lnTo>
                  <a:cubicBezTo>
                    <a:pt x="14" y="31"/>
                    <a:pt x="20" y="63"/>
                    <a:pt x="37" y="87"/>
                  </a:cubicBezTo>
                  <a:cubicBezTo>
                    <a:pt x="59" y="115"/>
                    <a:pt x="84" y="140"/>
                    <a:pt x="113" y="161"/>
                  </a:cubicBezTo>
                  <a:cubicBezTo>
                    <a:pt x="171" y="201"/>
                    <a:pt x="240" y="254"/>
                    <a:pt x="313" y="262"/>
                  </a:cubicBezTo>
                  <a:cubicBezTo>
                    <a:pt x="317" y="263"/>
                    <a:pt x="317" y="257"/>
                    <a:pt x="314"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2"/>
            <p:cNvSpPr/>
            <p:nvPr/>
          </p:nvSpPr>
          <p:spPr>
            <a:xfrm>
              <a:off x="7975080" y="4326120"/>
              <a:ext cx="108000" cy="75960"/>
            </a:xfrm>
            <a:custGeom>
              <a:rect b="b" l="l" r="r" t="t"/>
              <a:pathLst>
                <a:path extrusionOk="0" h="211" w="300">
                  <a:moveTo>
                    <a:pt x="219" y="171"/>
                  </a:moveTo>
                  <a:cubicBezTo>
                    <a:pt x="241" y="181"/>
                    <a:pt x="264" y="192"/>
                    <a:pt x="285" y="205"/>
                  </a:cubicBezTo>
                  <a:cubicBezTo>
                    <a:pt x="287" y="206"/>
                    <a:pt x="288" y="206"/>
                    <a:pt x="289" y="207"/>
                  </a:cubicBezTo>
                  <a:cubicBezTo>
                    <a:pt x="292" y="210"/>
                    <a:pt x="299" y="207"/>
                    <a:pt x="297" y="203"/>
                  </a:cubicBezTo>
                  <a:cubicBezTo>
                    <a:pt x="286" y="175"/>
                    <a:pt x="236" y="158"/>
                    <a:pt x="213" y="146"/>
                  </a:cubicBezTo>
                  <a:cubicBezTo>
                    <a:pt x="189" y="133"/>
                    <a:pt x="162" y="122"/>
                    <a:pt x="137" y="109"/>
                  </a:cubicBezTo>
                  <a:cubicBezTo>
                    <a:pt x="84" y="83"/>
                    <a:pt x="46" y="41"/>
                    <a:pt x="4" y="1"/>
                  </a:cubicBezTo>
                  <a:lnTo>
                    <a:pt x="4" y="0"/>
                  </a:lnTo>
                  <a:cubicBezTo>
                    <a:pt x="3" y="0"/>
                    <a:pt x="3" y="0"/>
                    <a:pt x="2" y="0"/>
                  </a:cubicBezTo>
                  <a:lnTo>
                    <a:pt x="1" y="0"/>
                  </a:lnTo>
                  <a:lnTo>
                    <a:pt x="1" y="1"/>
                  </a:lnTo>
                  <a:cubicBezTo>
                    <a:pt x="0" y="1"/>
                    <a:pt x="0" y="2"/>
                    <a:pt x="0" y="2"/>
                  </a:cubicBezTo>
                  <a:cubicBezTo>
                    <a:pt x="0" y="2"/>
                    <a:pt x="0" y="3"/>
                    <a:pt x="1" y="3"/>
                  </a:cubicBezTo>
                  <a:cubicBezTo>
                    <a:pt x="26" y="58"/>
                    <a:pt x="63" y="85"/>
                    <a:pt x="113" y="117"/>
                  </a:cubicBezTo>
                  <a:cubicBezTo>
                    <a:pt x="147" y="138"/>
                    <a:pt x="185" y="150"/>
                    <a:pt x="219"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2"/>
            <p:cNvSpPr/>
            <p:nvPr/>
          </p:nvSpPr>
          <p:spPr>
            <a:xfrm>
              <a:off x="7970040" y="4117680"/>
              <a:ext cx="38160" cy="33480"/>
            </a:xfrm>
            <a:custGeom>
              <a:rect b="b" l="l" r="r" t="t"/>
              <a:pathLst>
                <a:path extrusionOk="0" h="93" w="106">
                  <a:moveTo>
                    <a:pt x="85" y="79"/>
                  </a:moveTo>
                  <a:cubicBezTo>
                    <a:pt x="74" y="77"/>
                    <a:pt x="64" y="73"/>
                    <a:pt x="53" y="69"/>
                  </a:cubicBezTo>
                  <a:cubicBezTo>
                    <a:pt x="41" y="65"/>
                    <a:pt x="20" y="72"/>
                    <a:pt x="10" y="62"/>
                  </a:cubicBezTo>
                  <a:cubicBezTo>
                    <a:pt x="6" y="59"/>
                    <a:pt x="0" y="64"/>
                    <a:pt x="4" y="68"/>
                  </a:cubicBezTo>
                  <a:cubicBezTo>
                    <a:pt x="14" y="78"/>
                    <a:pt x="32" y="77"/>
                    <a:pt x="45" y="78"/>
                  </a:cubicBezTo>
                  <a:cubicBezTo>
                    <a:pt x="59" y="79"/>
                    <a:pt x="72" y="92"/>
                    <a:pt x="88" y="92"/>
                  </a:cubicBezTo>
                  <a:cubicBezTo>
                    <a:pt x="104" y="92"/>
                    <a:pt x="105" y="77"/>
                    <a:pt x="105" y="64"/>
                  </a:cubicBezTo>
                  <a:cubicBezTo>
                    <a:pt x="105" y="58"/>
                    <a:pt x="105" y="49"/>
                    <a:pt x="100" y="44"/>
                  </a:cubicBezTo>
                  <a:cubicBezTo>
                    <a:pt x="98" y="43"/>
                    <a:pt x="100" y="29"/>
                    <a:pt x="100" y="27"/>
                  </a:cubicBezTo>
                  <a:lnTo>
                    <a:pt x="100" y="26"/>
                  </a:lnTo>
                  <a:cubicBezTo>
                    <a:pt x="100" y="18"/>
                    <a:pt x="98" y="11"/>
                    <a:pt x="95" y="5"/>
                  </a:cubicBezTo>
                  <a:cubicBezTo>
                    <a:pt x="94" y="1"/>
                    <a:pt x="88" y="0"/>
                    <a:pt x="86" y="5"/>
                  </a:cubicBezTo>
                  <a:cubicBezTo>
                    <a:pt x="82" y="14"/>
                    <a:pt x="80" y="24"/>
                    <a:pt x="80" y="34"/>
                  </a:cubicBezTo>
                  <a:cubicBezTo>
                    <a:pt x="80" y="40"/>
                    <a:pt x="81" y="47"/>
                    <a:pt x="83" y="53"/>
                  </a:cubicBezTo>
                  <a:cubicBezTo>
                    <a:pt x="83" y="54"/>
                    <a:pt x="83" y="54"/>
                    <a:pt x="83" y="54"/>
                  </a:cubicBezTo>
                  <a:cubicBezTo>
                    <a:pt x="84" y="55"/>
                    <a:pt x="85" y="56"/>
                    <a:pt x="86" y="57"/>
                  </a:cubicBezTo>
                  <a:lnTo>
                    <a:pt x="86" y="56"/>
                  </a:lnTo>
                  <a:cubicBezTo>
                    <a:pt x="86" y="59"/>
                    <a:pt x="87" y="63"/>
                    <a:pt x="88" y="67"/>
                  </a:cubicBezTo>
                  <a:cubicBezTo>
                    <a:pt x="89" y="72"/>
                    <a:pt x="92" y="80"/>
                    <a:pt x="85"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2"/>
            <p:cNvSpPr/>
            <p:nvPr/>
          </p:nvSpPr>
          <p:spPr>
            <a:xfrm>
              <a:off x="8022960" y="4072320"/>
              <a:ext cx="86040" cy="63720"/>
            </a:xfrm>
            <a:custGeom>
              <a:rect b="b" l="l" r="r" t="t"/>
              <a:pathLst>
                <a:path extrusionOk="0" h="177" w="239">
                  <a:moveTo>
                    <a:pt x="59" y="147"/>
                  </a:moveTo>
                  <a:cubicBezTo>
                    <a:pt x="86" y="156"/>
                    <a:pt x="133" y="176"/>
                    <a:pt x="162" y="165"/>
                  </a:cubicBezTo>
                  <a:cubicBezTo>
                    <a:pt x="169" y="162"/>
                    <a:pt x="183" y="145"/>
                    <a:pt x="180" y="137"/>
                  </a:cubicBezTo>
                  <a:cubicBezTo>
                    <a:pt x="174" y="125"/>
                    <a:pt x="168" y="114"/>
                    <a:pt x="162" y="103"/>
                  </a:cubicBezTo>
                  <a:cubicBezTo>
                    <a:pt x="150" y="82"/>
                    <a:pt x="137" y="63"/>
                    <a:pt x="123" y="44"/>
                  </a:cubicBezTo>
                  <a:cubicBezTo>
                    <a:pt x="141" y="51"/>
                    <a:pt x="158" y="58"/>
                    <a:pt x="175" y="66"/>
                  </a:cubicBezTo>
                  <a:cubicBezTo>
                    <a:pt x="183" y="69"/>
                    <a:pt x="198" y="79"/>
                    <a:pt x="207" y="76"/>
                  </a:cubicBezTo>
                  <a:cubicBezTo>
                    <a:pt x="233" y="67"/>
                    <a:pt x="238" y="28"/>
                    <a:pt x="234" y="4"/>
                  </a:cubicBezTo>
                  <a:cubicBezTo>
                    <a:pt x="234" y="3"/>
                    <a:pt x="233" y="3"/>
                    <a:pt x="233" y="2"/>
                  </a:cubicBezTo>
                  <a:cubicBezTo>
                    <a:pt x="233" y="2"/>
                    <a:pt x="232" y="1"/>
                    <a:pt x="231" y="0"/>
                  </a:cubicBezTo>
                  <a:cubicBezTo>
                    <a:pt x="230" y="0"/>
                    <a:pt x="229" y="0"/>
                    <a:pt x="229" y="0"/>
                  </a:cubicBezTo>
                  <a:cubicBezTo>
                    <a:pt x="228" y="0"/>
                    <a:pt x="227" y="0"/>
                    <a:pt x="226" y="0"/>
                  </a:cubicBezTo>
                  <a:cubicBezTo>
                    <a:pt x="225" y="1"/>
                    <a:pt x="224" y="2"/>
                    <a:pt x="224" y="2"/>
                  </a:cubicBezTo>
                  <a:cubicBezTo>
                    <a:pt x="220" y="12"/>
                    <a:pt x="216" y="21"/>
                    <a:pt x="214" y="31"/>
                  </a:cubicBezTo>
                  <a:cubicBezTo>
                    <a:pt x="206" y="57"/>
                    <a:pt x="187" y="52"/>
                    <a:pt x="167" y="45"/>
                  </a:cubicBezTo>
                  <a:cubicBezTo>
                    <a:pt x="148" y="35"/>
                    <a:pt x="128" y="29"/>
                    <a:pt x="108" y="27"/>
                  </a:cubicBezTo>
                  <a:cubicBezTo>
                    <a:pt x="107" y="27"/>
                    <a:pt x="105" y="28"/>
                    <a:pt x="104" y="28"/>
                  </a:cubicBezTo>
                  <a:cubicBezTo>
                    <a:pt x="103" y="29"/>
                    <a:pt x="103" y="30"/>
                    <a:pt x="102" y="31"/>
                  </a:cubicBezTo>
                  <a:cubicBezTo>
                    <a:pt x="101" y="32"/>
                    <a:pt x="101" y="34"/>
                    <a:pt x="101" y="35"/>
                  </a:cubicBezTo>
                  <a:cubicBezTo>
                    <a:pt x="101" y="37"/>
                    <a:pt x="101" y="37"/>
                    <a:pt x="102" y="38"/>
                  </a:cubicBezTo>
                  <a:cubicBezTo>
                    <a:pt x="102" y="39"/>
                    <a:pt x="102" y="39"/>
                    <a:pt x="102" y="39"/>
                  </a:cubicBezTo>
                  <a:cubicBezTo>
                    <a:pt x="109" y="50"/>
                    <a:pt x="174" y="134"/>
                    <a:pt x="158" y="146"/>
                  </a:cubicBezTo>
                  <a:cubicBezTo>
                    <a:pt x="141" y="158"/>
                    <a:pt x="110" y="142"/>
                    <a:pt x="94" y="138"/>
                  </a:cubicBezTo>
                  <a:cubicBezTo>
                    <a:pt x="73" y="133"/>
                    <a:pt x="52" y="125"/>
                    <a:pt x="32" y="113"/>
                  </a:cubicBezTo>
                  <a:cubicBezTo>
                    <a:pt x="23" y="108"/>
                    <a:pt x="14" y="102"/>
                    <a:pt x="6" y="95"/>
                  </a:cubicBezTo>
                  <a:cubicBezTo>
                    <a:pt x="5" y="95"/>
                    <a:pt x="5" y="95"/>
                    <a:pt x="4" y="95"/>
                  </a:cubicBezTo>
                  <a:cubicBezTo>
                    <a:pt x="3" y="95"/>
                    <a:pt x="3" y="95"/>
                    <a:pt x="2" y="95"/>
                  </a:cubicBezTo>
                  <a:cubicBezTo>
                    <a:pt x="1" y="95"/>
                    <a:pt x="1" y="96"/>
                    <a:pt x="1" y="96"/>
                  </a:cubicBezTo>
                  <a:cubicBezTo>
                    <a:pt x="0" y="97"/>
                    <a:pt x="0" y="98"/>
                    <a:pt x="0" y="98"/>
                  </a:cubicBezTo>
                  <a:cubicBezTo>
                    <a:pt x="0" y="99"/>
                    <a:pt x="0" y="100"/>
                    <a:pt x="1" y="100"/>
                  </a:cubicBezTo>
                  <a:lnTo>
                    <a:pt x="1" y="101"/>
                  </a:lnTo>
                  <a:cubicBezTo>
                    <a:pt x="15" y="117"/>
                    <a:pt x="31" y="131"/>
                    <a:pt x="49" y="141"/>
                  </a:cubicBezTo>
                  <a:cubicBezTo>
                    <a:pt x="52" y="143"/>
                    <a:pt x="56" y="145"/>
                    <a:pt x="59"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2"/>
            <p:cNvSpPr/>
            <p:nvPr/>
          </p:nvSpPr>
          <p:spPr>
            <a:xfrm>
              <a:off x="7897320" y="3968280"/>
              <a:ext cx="70920" cy="42840"/>
            </a:xfrm>
            <a:custGeom>
              <a:rect b="b" l="l" r="r" t="t"/>
              <a:pathLst>
                <a:path extrusionOk="0" h="119" w="197">
                  <a:moveTo>
                    <a:pt x="121" y="85"/>
                  </a:moveTo>
                  <a:cubicBezTo>
                    <a:pt x="116" y="80"/>
                    <a:pt x="113" y="75"/>
                    <a:pt x="109" y="69"/>
                  </a:cubicBezTo>
                  <a:cubicBezTo>
                    <a:pt x="102" y="57"/>
                    <a:pt x="98" y="43"/>
                    <a:pt x="97" y="29"/>
                  </a:cubicBezTo>
                  <a:cubicBezTo>
                    <a:pt x="96" y="23"/>
                    <a:pt x="85" y="23"/>
                    <a:pt x="86" y="29"/>
                  </a:cubicBezTo>
                  <a:cubicBezTo>
                    <a:pt x="86" y="39"/>
                    <a:pt x="66" y="55"/>
                    <a:pt x="61" y="64"/>
                  </a:cubicBezTo>
                  <a:cubicBezTo>
                    <a:pt x="60" y="66"/>
                    <a:pt x="41" y="103"/>
                    <a:pt x="35" y="94"/>
                  </a:cubicBezTo>
                  <a:cubicBezTo>
                    <a:pt x="18" y="66"/>
                    <a:pt x="8" y="35"/>
                    <a:pt x="5" y="3"/>
                  </a:cubicBezTo>
                  <a:cubicBezTo>
                    <a:pt x="5" y="2"/>
                    <a:pt x="5" y="2"/>
                    <a:pt x="5" y="1"/>
                  </a:cubicBezTo>
                  <a:lnTo>
                    <a:pt x="4" y="0"/>
                  </a:lnTo>
                  <a:cubicBezTo>
                    <a:pt x="3" y="0"/>
                    <a:pt x="3" y="0"/>
                    <a:pt x="2" y="0"/>
                  </a:cubicBezTo>
                  <a:lnTo>
                    <a:pt x="1" y="0"/>
                  </a:lnTo>
                  <a:cubicBezTo>
                    <a:pt x="0" y="1"/>
                    <a:pt x="0" y="1"/>
                    <a:pt x="0" y="1"/>
                  </a:cubicBezTo>
                  <a:cubicBezTo>
                    <a:pt x="0" y="2"/>
                    <a:pt x="0" y="2"/>
                    <a:pt x="0" y="3"/>
                  </a:cubicBezTo>
                  <a:cubicBezTo>
                    <a:pt x="0" y="38"/>
                    <a:pt x="3" y="90"/>
                    <a:pt x="31" y="116"/>
                  </a:cubicBezTo>
                  <a:cubicBezTo>
                    <a:pt x="31" y="116"/>
                    <a:pt x="31" y="117"/>
                    <a:pt x="32" y="117"/>
                  </a:cubicBezTo>
                  <a:cubicBezTo>
                    <a:pt x="34" y="118"/>
                    <a:pt x="35" y="118"/>
                    <a:pt x="37" y="118"/>
                  </a:cubicBezTo>
                  <a:cubicBezTo>
                    <a:pt x="38" y="118"/>
                    <a:pt x="40" y="117"/>
                    <a:pt x="41" y="117"/>
                  </a:cubicBezTo>
                  <a:cubicBezTo>
                    <a:pt x="56" y="106"/>
                    <a:pt x="69" y="92"/>
                    <a:pt x="79" y="75"/>
                  </a:cubicBezTo>
                  <a:cubicBezTo>
                    <a:pt x="82" y="69"/>
                    <a:pt x="86" y="62"/>
                    <a:pt x="88" y="55"/>
                  </a:cubicBezTo>
                  <a:cubicBezTo>
                    <a:pt x="93" y="81"/>
                    <a:pt x="105" y="114"/>
                    <a:pt x="129" y="111"/>
                  </a:cubicBezTo>
                  <a:cubicBezTo>
                    <a:pt x="166" y="107"/>
                    <a:pt x="174" y="57"/>
                    <a:pt x="194" y="33"/>
                  </a:cubicBezTo>
                  <a:cubicBezTo>
                    <a:pt x="195" y="32"/>
                    <a:pt x="195" y="32"/>
                    <a:pt x="195" y="32"/>
                  </a:cubicBezTo>
                  <a:cubicBezTo>
                    <a:pt x="196" y="31"/>
                    <a:pt x="196" y="30"/>
                    <a:pt x="196" y="29"/>
                  </a:cubicBezTo>
                  <a:cubicBezTo>
                    <a:pt x="196" y="28"/>
                    <a:pt x="196" y="27"/>
                    <a:pt x="195" y="26"/>
                  </a:cubicBezTo>
                  <a:cubicBezTo>
                    <a:pt x="194" y="25"/>
                    <a:pt x="194" y="24"/>
                    <a:pt x="193" y="23"/>
                  </a:cubicBezTo>
                  <a:cubicBezTo>
                    <a:pt x="192" y="23"/>
                    <a:pt x="191" y="23"/>
                    <a:pt x="190" y="23"/>
                  </a:cubicBezTo>
                  <a:cubicBezTo>
                    <a:pt x="189" y="23"/>
                    <a:pt x="189" y="23"/>
                    <a:pt x="188" y="23"/>
                  </a:cubicBezTo>
                  <a:cubicBezTo>
                    <a:pt x="173" y="26"/>
                    <a:pt x="168" y="43"/>
                    <a:pt x="159" y="55"/>
                  </a:cubicBezTo>
                  <a:cubicBezTo>
                    <a:pt x="151" y="63"/>
                    <a:pt x="137" y="99"/>
                    <a:pt x="121"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2"/>
            <p:cNvSpPr/>
            <p:nvPr/>
          </p:nvSpPr>
          <p:spPr>
            <a:xfrm>
              <a:off x="8030520" y="4199040"/>
              <a:ext cx="68760" cy="103320"/>
            </a:xfrm>
            <a:custGeom>
              <a:rect b="b" l="l" r="r" t="t"/>
              <a:pathLst>
                <a:path extrusionOk="0" h="287" w="191">
                  <a:moveTo>
                    <a:pt x="156" y="168"/>
                  </a:moveTo>
                  <a:cubicBezTo>
                    <a:pt x="165" y="170"/>
                    <a:pt x="170" y="174"/>
                    <a:pt x="176" y="176"/>
                  </a:cubicBezTo>
                  <a:cubicBezTo>
                    <a:pt x="176" y="183"/>
                    <a:pt x="188" y="187"/>
                    <a:pt x="189" y="178"/>
                  </a:cubicBezTo>
                  <a:lnTo>
                    <a:pt x="189" y="176"/>
                  </a:lnTo>
                  <a:lnTo>
                    <a:pt x="190" y="175"/>
                  </a:lnTo>
                  <a:lnTo>
                    <a:pt x="190" y="174"/>
                  </a:lnTo>
                  <a:cubicBezTo>
                    <a:pt x="190" y="173"/>
                    <a:pt x="190" y="172"/>
                    <a:pt x="190" y="172"/>
                  </a:cubicBezTo>
                  <a:cubicBezTo>
                    <a:pt x="189" y="171"/>
                    <a:pt x="189" y="171"/>
                    <a:pt x="189" y="171"/>
                  </a:cubicBezTo>
                  <a:cubicBezTo>
                    <a:pt x="189" y="163"/>
                    <a:pt x="190" y="155"/>
                    <a:pt x="190" y="147"/>
                  </a:cubicBezTo>
                  <a:cubicBezTo>
                    <a:pt x="190" y="116"/>
                    <a:pt x="183" y="85"/>
                    <a:pt x="169" y="57"/>
                  </a:cubicBezTo>
                  <a:cubicBezTo>
                    <a:pt x="159" y="39"/>
                    <a:pt x="131" y="5"/>
                    <a:pt x="110" y="0"/>
                  </a:cubicBezTo>
                  <a:lnTo>
                    <a:pt x="109" y="0"/>
                  </a:lnTo>
                  <a:lnTo>
                    <a:pt x="108" y="0"/>
                  </a:lnTo>
                  <a:lnTo>
                    <a:pt x="108" y="1"/>
                  </a:lnTo>
                  <a:lnTo>
                    <a:pt x="107" y="1"/>
                  </a:lnTo>
                  <a:cubicBezTo>
                    <a:pt x="107" y="2"/>
                    <a:pt x="108" y="2"/>
                    <a:pt x="108" y="2"/>
                  </a:cubicBezTo>
                  <a:cubicBezTo>
                    <a:pt x="108" y="3"/>
                    <a:pt x="108" y="3"/>
                    <a:pt x="108" y="3"/>
                  </a:cubicBezTo>
                  <a:cubicBezTo>
                    <a:pt x="109" y="3"/>
                    <a:pt x="109" y="3"/>
                    <a:pt x="109" y="3"/>
                  </a:cubicBezTo>
                  <a:cubicBezTo>
                    <a:pt x="128" y="11"/>
                    <a:pt x="128" y="34"/>
                    <a:pt x="144" y="45"/>
                  </a:cubicBezTo>
                  <a:cubicBezTo>
                    <a:pt x="182" y="72"/>
                    <a:pt x="177" y="123"/>
                    <a:pt x="177" y="165"/>
                  </a:cubicBezTo>
                  <a:cubicBezTo>
                    <a:pt x="171" y="162"/>
                    <a:pt x="165" y="159"/>
                    <a:pt x="159" y="156"/>
                  </a:cubicBezTo>
                  <a:cubicBezTo>
                    <a:pt x="146" y="152"/>
                    <a:pt x="133" y="148"/>
                    <a:pt x="120" y="146"/>
                  </a:cubicBezTo>
                  <a:cubicBezTo>
                    <a:pt x="112" y="144"/>
                    <a:pt x="105" y="143"/>
                    <a:pt x="99" y="141"/>
                  </a:cubicBezTo>
                  <a:cubicBezTo>
                    <a:pt x="94" y="132"/>
                    <a:pt x="89" y="122"/>
                    <a:pt x="84" y="113"/>
                  </a:cubicBezTo>
                  <a:cubicBezTo>
                    <a:pt x="78" y="102"/>
                    <a:pt x="71" y="92"/>
                    <a:pt x="64" y="82"/>
                  </a:cubicBezTo>
                  <a:lnTo>
                    <a:pt x="63" y="81"/>
                  </a:lnTo>
                  <a:cubicBezTo>
                    <a:pt x="62" y="80"/>
                    <a:pt x="62" y="81"/>
                    <a:pt x="61" y="81"/>
                  </a:cubicBezTo>
                  <a:cubicBezTo>
                    <a:pt x="60" y="81"/>
                    <a:pt x="60" y="80"/>
                    <a:pt x="59" y="81"/>
                  </a:cubicBezTo>
                  <a:cubicBezTo>
                    <a:pt x="58" y="82"/>
                    <a:pt x="58" y="82"/>
                    <a:pt x="58" y="83"/>
                  </a:cubicBezTo>
                  <a:lnTo>
                    <a:pt x="58" y="84"/>
                  </a:lnTo>
                  <a:cubicBezTo>
                    <a:pt x="58" y="85"/>
                    <a:pt x="58" y="86"/>
                    <a:pt x="58" y="86"/>
                  </a:cubicBezTo>
                  <a:cubicBezTo>
                    <a:pt x="66" y="101"/>
                    <a:pt x="73" y="117"/>
                    <a:pt x="78" y="134"/>
                  </a:cubicBezTo>
                  <a:cubicBezTo>
                    <a:pt x="70" y="130"/>
                    <a:pt x="65" y="122"/>
                    <a:pt x="56" y="118"/>
                  </a:cubicBezTo>
                  <a:cubicBezTo>
                    <a:pt x="55" y="118"/>
                    <a:pt x="54" y="119"/>
                    <a:pt x="55" y="120"/>
                  </a:cubicBezTo>
                  <a:cubicBezTo>
                    <a:pt x="65" y="127"/>
                    <a:pt x="70" y="139"/>
                    <a:pt x="81" y="144"/>
                  </a:cubicBezTo>
                  <a:cubicBezTo>
                    <a:pt x="85" y="157"/>
                    <a:pt x="89" y="169"/>
                    <a:pt x="93" y="180"/>
                  </a:cubicBezTo>
                  <a:cubicBezTo>
                    <a:pt x="100" y="203"/>
                    <a:pt x="105" y="227"/>
                    <a:pt x="108" y="252"/>
                  </a:cubicBezTo>
                  <a:cubicBezTo>
                    <a:pt x="91" y="250"/>
                    <a:pt x="75" y="246"/>
                    <a:pt x="60" y="240"/>
                  </a:cubicBezTo>
                  <a:cubicBezTo>
                    <a:pt x="56" y="239"/>
                    <a:pt x="53" y="237"/>
                    <a:pt x="49" y="235"/>
                  </a:cubicBezTo>
                  <a:cubicBezTo>
                    <a:pt x="35" y="226"/>
                    <a:pt x="21" y="216"/>
                    <a:pt x="9" y="204"/>
                  </a:cubicBezTo>
                  <a:cubicBezTo>
                    <a:pt x="5" y="201"/>
                    <a:pt x="0" y="207"/>
                    <a:pt x="3" y="210"/>
                  </a:cubicBezTo>
                  <a:cubicBezTo>
                    <a:pt x="14" y="224"/>
                    <a:pt x="26" y="237"/>
                    <a:pt x="39" y="249"/>
                  </a:cubicBezTo>
                  <a:cubicBezTo>
                    <a:pt x="41" y="250"/>
                    <a:pt x="42" y="251"/>
                    <a:pt x="44" y="251"/>
                  </a:cubicBezTo>
                  <a:cubicBezTo>
                    <a:pt x="63" y="262"/>
                    <a:pt x="84" y="269"/>
                    <a:pt x="106" y="271"/>
                  </a:cubicBezTo>
                  <a:cubicBezTo>
                    <a:pt x="106" y="271"/>
                    <a:pt x="107" y="271"/>
                    <a:pt x="107" y="272"/>
                  </a:cubicBezTo>
                  <a:cubicBezTo>
                    <a:pt x="107" y="273"/>
                    <a:pt x="108" y="274"/>
                    <a:pt x="110" y="275"/>
                  </a:cubicBezTo>
                  <a:cubicBezTo>
                    <a:pt x="111" y="275"/>
                    <a:pt x="112" y="276"/>
                    <a:pt x="113" y="276"/>
                  </a:cubicBezTo>
                  <a:cubicBezTo>
                    <a:pt x="113" y="278"/>
                    <a:pt x="114" y="280"/>
                    <a:pt x="115" y="283"/>
                  </a:cubicBezTo>
                  <a:cubicBezTo>
                    <a:pt x="115" y="283"/>
                    <a:pt x="115" y="282"/>
                    <a:pt x="116" y="283"/>
                  </a:cubicBezTo>
                  <a:cubicBezTo>
                    <a:pt x="117" y="284"/>
                    <a:pt x="117" y="285"/>
                    <a:pt x="117" y="285"/>
                  </a:cubicBezTo>
                  <a:cubicBezTo>
                    <a:pt x="118" y="285"/>
                    <a:pt x="119" y="286"/>
                    <a:pt x="120" y="286"/>
                  </a:cubicBezTo>
                  <a:cubicBezTo>
                    <a:pt x="120" y="286"/>
                    <a:pt x="121" y="285"/>
                    <a:pt x="122" y="285"/>
                  </a:cubicBezTo>
                  <a:cubicBezTo>
                    <a:pt x="123" y="285"/>
                    <a:pt x="123" y="284"/>
                    <a:pt x="124" y="283"/>
                  </a:cubicBezTo>
                  <a:cubicBezTo>
                    <a:pt x="135" y="246"/>
                    <a:pt x="123" y="197"/>
                    <a:pt x="104" y="153"/>
                  </a:cubicBezTo>
                  <a:lnTo>
                    <a:pt x="108" y="155"/>
                  </a:lnTo>
                  <a:cubicBezTo>
                    <a:pt x="124" y="159"/>
                    <a:pt x="140" y="163"/>
                    <a:pt x="156"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2"/>
            <p:cNvSpPr/>
            <p:nvPr/>
          </p:nvSpPr>
          <p:spPr>
            <a:xfrm>
              <a:off x="8120160" y="4223520"/>
              <a:ext cx="60840" cy="73440"/>
            </a:xfrm>
            <a:custGeom>
              <a:rect b="b" l="l" r="r" t="t"/>
              <a:pathLst>
                <a:path extrusionOk="0" h="204" w="169">
                  <a:moveTo>
                    <a:pt x="113" y="169"/>
                  </a:moveTo>
                  <a:cubicBezTo>
                    <a:pt x="80" y="167"/>
                    <a:pt x="39" y="143"/>
                    <a:pt x="10" y="127"/>
                  </a:cubicBezTo>
                  <a:cubicBezTo>
                    <a:pt x="5" y="125"/>
                    <a:pt x="0" y="131"/>
                    <a:pt x="4" y="135"/>
                  </a:cubicBezTo>
                  <a:cubicBezTo>
                    <a:pt x="34" y="159"/>
                    <a:pt x="71" y="185"/>
                    <a:pt x="110" y="188"/>
                  </a:cubicBezTo>
                  <a:cubicBezTo>
                    <a:pt x="123" y="190"/>
                    <a:pt x="158" y="203"/>
                    <a:pt x="167" y="185"/>
                  </a:cubicBezTo>
                  <a:cubicBezTo>
                    <a:pt x="167" y="182"/>
                    <a:pt x="168" y="180"/>
                    <a:pt x="168" y="177"/>
                  </a:cubicBezTo>
                  <a:cubicBezTo>
                    <a:pt x="168" y="172"/>
                    <a:pt x="166" y="167"/>
                    <a:pt x="164" y="163"/>
                  </a:cubicBezTo>
                  <a:cubicBezTo>
                    <a:pt x="164" y="162"/>
                    <a:pt x="163" y="162"/>
                    <a:pt x="163" y="162"/>
                  </a:cubicBezTo>
                  <a:cubicBezTo>
                    <a:pt x="155" y="141"/>
                    <a:pt x="139" y="123"/>
                    <a:pt x="130" y="102"/>
                  </a:cubicBezTo>
                  <a:cubicBezTo>
                    <a:pt x="126" y="92"/>
                    <a:pt x="122" y="83"/>
                    <a:pt x="116" y="74"/>
                  </a:cubicBezTo>
                  <a:cubicBezTo>
                    <a:pt x="101" y="46"/>
                    <a:pt x="77" y="21"/>
                    <a:pt x="49" y="3"/>
                  </a:cubicBezTo>
                  <a:cubicBezTo>
                    <a:pt x="44" y="0"/>
                    <a:pt x="39" y="7"/>
                    <a:pt x="42" y="12"/>
                  </a:cubicBezTo>
                  <a:cubicBezTo>
                    <a:pt x="54" y="31"/>
                    <a:pt x="69" y="48"/>
                    <a:pt x="84" y="64"/>
                  </a:cubicBezTo>
                  <a:cubicBezTo>
                    <a:pt x="90" y="73"/>
                    <a:pt x="95" y="81"/>
                    <a:pt x="100" y="90"/>
                  </a:cubicBezTo>
                  <a:cubicBezTo>
                    <a:pt x="110" y="106"/>
                    <a:pt x="118" y="123"/>
                    <a:pt x="125" y="140"/>
                  </a:cubicBezTo>
                  <a:cubicBezTo>
                    <a:pt x="130" y="148"/>
                    <a:pt x="134" y="155"/>
                    <a:pt x="140" y="162"/>
                  </a:cubicBezTo>
                  <a:cubicBezTo>
                    <a:pt x="154" y="182"/>
                    <a:pt x="125" y="169"/>
                    <a:pt x="113"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2"/>
            <p:cNvSpPr/>
            <p:nvPr/>
          </p:nvSpPr>
          <p:spPr>
            <a:xfrm>
              <a:off x="8103600" y="4312080"/>
              <a:ext cx="103680" cy="94680"/>
            </a:xfrm>
            <a:custGeom>
              <a:rect b="b" l="l" r="r" t="t"/>
              <a:pathLst>
                <a:path extrusionOk="0" h="263" w="288">
                  <a:moveTo>
                    <a:pt x="213" y="253"/>
                  </a:moveTo>
                  <a:cubicBezTo>
                    <a:pt x="230" y="227"/>
                    <a:pt x="206" y="174"/>
                    <a:pt x="189" y="154"/>
                  </a:cubicBezTo>
                  <a:cubicBezTo>
                    <a:pt x="184" y="148"/>
                    <a:pt x="179" y="143"/>
                    <a:pt x="173" y="137"/>
                  </a:cubicBezTo>
                  <a:cubicBezTo>
                    <a:pt x="196" y="144"/>
                    <a:pt x="219" y="150"/>
                    <a:pt x="242" y="155"/>
                  </a:cubicBezTo>
                  <a:cubicBezTo>
                    <a:pt x="256" y="158"/>
                    <a:pt x="277" y="155"/>
                    <a:pt x="280" y="138"/>
                  </a:cubicBezTo>
                  <a:cubicBezTo>
                    <a:pt x="287" y="92"/>
                    <a:pt x="245" y="51"/>
                    <a:pt x="208" y="33"/>
                  </a:cubicBezTo>
                  <a:cubicBezTo>
                    <a:pt x="204" y="31"/>
                    <a:pt x="201" y="36"/>
                    <a:pt x="203" y="39"/>
                  </a:cubicBezTo>
                  <a:cubicBezTo>
                    <a:pt x="214" y="55"/>
                    <a:pt x="228" y="70"/>
                    <a:pt x="243" y="83"/>
                  </a:cubicBezTo>
                  <a:cubicBezTo>
                    <a:pt x="247" y="89"/>
                    <a:pt x="272" y="129"/>
                    <a:pt x="259" y="137"/>
                  </a:cubicBezTo>
                  <a:cubicBezTo>
                    <a:pt x="249" y="143"/>
                    <a:pt x="227" y="133"/>
                    <a:pt x="217" y="130"/>
                  </a:cubicBezTo>
                  <a:cubicBezTo>
                    <a:pt x="205" y="127"/>
                    <a:pt x="193" y="125"/>
                    <a:pt x="180" y="125"/>
                  </a:cubicBezTo>
                  <a:cubicBezTo>
                    <a:pt x="175" y="125"/>
                    <a:pt x="170" y="125"/>
                    <a:pt x="165" y="126"/>
                  </a:cubicBezTo>
                  <a:cubicBezTo>
                    <a:pt x="164" y="126"/>
                    <a:pt x="164" y="126"/>
                    <a:pt x="164" y="126"/>
                  </a:cubicBezTo>
                  <a:cubicBezTo>
                    <a:pt x="163" y="126"/>
                    <a:pt x="163" y="126"/>
                    <a:pt x="163" y="127"/>
                  </a:cubicBezTo>
                  <a:cubicBezTo>
                    <a:pt x="120" y="83"/>
                    <a:pt x="74" y="42"/>
                    <a:pt x="25" y="4"/>
                  </a:cubicBezTo>
                  <a:cubicBezTo>
                    <a:pt x="21" y="0"/>
                    <a:pt x="17" y="7"/>
                    <a:pt x="20" y="10"/>
                  </a:cubicBezTo>
                  <a:cubicBezTo>
                    <a:pt x="42" y="43"/>
                    <a:pt x="69" y="72"/>
                    <a:pt x="101" y="95"/>
                  </a:cubicBezTo>
                  <a:cubicBezTo>
                    <a:pt x="124" y="114"/>
                    <a:pt x="145" y="135"/>
                    <a:pt x="165" y="157"/>
                  </a:cubicBezTo>
                  <a:cubicBezTo>
                    <a:pt x="175" y="168"/>
                    <a:pt x="221" y="261"/>
                    <a:pt x="179" y="237"/>
                  </a:cubicBezTo>
                  <a:cubicBezTo>
                    <a:pt x="161" y="226"/>
                    <a:pt x="140" y="220"/>
                    <a:pt x="119" y="217"/>
                  </a:cubicBezTo>
                  <a:cubicBezTo>
                    <a:pt x="75" y="211"/>
                    <a:pt x="48" y="178"/>
                    <a:pt x="10" y="163"/>
                  </a:cubicBezTo>
                  <a:cubicBezTo>
                    <a:pt x="3" y="160"/>
                    <a:pt x="0" y="170"/>
                    <a:pt x="5" y="174"/>
                  </a:cubicBezTo>
                  <a:cubicBezTo>
                    <a:pt x="35" y="196"/>
                    <a:pt x="66" y="229"/>
                    <a:pt x="105" y="234"/>
                  </a:cubicBezTo>
                  <a:cubicBezTo>
                    <a:pt x="134" y="240"/>
                    <a:pt x="163" y="248"/>
                    <a:pt x="191" y="261"/>
                  </a:cubicBezTo>
                  <a:cubicBezTo>
                    <a:pt x="193" y="261"/>
                    <a:pt x="195" y="262"/>
                    <a:pt x="198" y="262"/>
                  </a:cubicBezTo>
                  <a:cubicBezTo>
                    <a:pt x="201" y="262"/>
                    <a:pt x="204" y="262"/>
                    <a:pt x="206" y="260"/>
                  </a:cubicBezTo>
                  <a:cubicBezTo>
                    <a:pt x="209" y="259"/>
                    <a:pt x="211" y="256"/>
                    <a:pt x="213"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2"/>
            <p:cNvSpPr/>
            <p:nvPr/>
          </p:nvSpPr>
          <p:spPr>
            <a:xfrm>
              <a:off x="8264520" y="4294080"/>
              <a:ext cx="346680" cy="160560"/>
            </a:xfrm>
            <a:custGeom>
              <a:rect b="b" l="l" r="r" t="t"/>
              <a:pathLst>
                <a:path extrusionOk="0" h="446" w="963">
                  <a:moveTo>
                    <a:pt x="142" y="184"/>
                  </a:moveTo>
                  <a:cubicBezTo>
                    <a:pt x="196" y="230"/>
                    <a:pt x="255" y="270"/>
                    <a:pt x="316" y="305"/>
                  </a:cubicBezTo>
                  <a:cubicBezTo>
                    <a:pt x="341" y="319"/>
                    <a:pt x="364" y="332"/>
                    <a:pt x="389" y="345"/>
                  </a:cubicBezTo>
                  <a:cubicBezTo>
                    <a:pt x="469" y="386"/>
                    <a:pt x="557" y="408"/>
                    <a:pt x="647" y="409"/>
                  </a:cubicBezTo>
                  <a:cubicBezTo>
                    <a:pt x="705" y="411"/>
                    <a:pt x="826" y="445"/>
                    <a:pt x="872" y="393"/>
                  </a:cubicBezTo>
                  <a:cubicBezTo>
                    <a:pt x="873" y="393"/>
                    <a:pt x="873" y="393"/>
                    <a:pt x="873" y="392"/>
                  </a:cubicBezTo>
                  <a:lnTo>
                    <a:pt x="872" y="391"/>
                  </a:lnTo>
                  <a:cubicBezTo>
                    <a:pt x="884" y="393"/>
                    <a:pt x="895" y="395"/>
                    <a:pt x="906" y="396"/>
                  </a:cubicBezTo>
                  <a:cubicBezTo>
                    <a:pt x="930" y="397"/>
                    <a:pt x="961" y="396"/>
                    <a:pt x="962" y="366"/>
                  </a:cubicBezTo>
                  <a:cubicBezTo>
                    <a:pt x="962" y="361"/>
                    <a:pt x="956" y="360"/>
                    <a:pt x="953" y="363"/>
                  </a:cubicBezTo>
                  <a:cubicBezTo>
                    <a:pt x="924" y="395"/>
                    <a:pt x="852" y="376"/>
                    <a:pt x="817" y="363"/>
                  </a:cubicBezTo>
                  <a:cubicBezTo>
                    <a:pt x="802" y="357"/>
                    <a:pt x="786" y="354"/>
                    <a:pt x="770" y="354"/>
                  </a:cubicBezTo>
                  <a:cubicBezTo>
                    <a:pt x="769" y="354"/>
                    <a:pt x="768" y="354"/>
                    <a:pt x="768" y="354"/>
                  </a:cubicBezTo>
                  <a:cubicBezTo>
                    <a:pt x="744" y="351"/>
                    <a:pt x="721" y="345"/>
                    <a:pt x="698" y="337"/>
                  </a:cubicBezTo>
                  <a:cubicBezTo>
                    <a:pt x="607" y="316"/>
                    <a:pt x="502" y="304"/>
                    <a:pt x="423" y="248"/>
                  </a:cubicBezTo>
                  <a:cubicBezTo>
                    <a:pt x="421" y="246"/>
                    <a:pt x="419" y="249"/>
                    <a:pt x="421" y="251"/>
                  </a:cubicBezTo>
                  <a:cubicBezTo>
                    <a:pt x="473" y="293"/>
                    <a:pt x="532" y="306"/>
                    <a:pt x="592" y="330"/>
                  </a:cubicBezTo>
                  <a:cubicBezTo>
                    <a:pt x="618" y="338"/>
                    <a:pt x="644" y="344"/>
                    <a:pt x="671" y="346"/>
                  </a:cubicBezTo>
                  <a:cubicBezTo>
                    <a:pt x="699" y="350"/>
                    <a:pt x="729" y="367"/>
                    <a:pt x="756" y="369"/>
                  </a:cubicBezTo>
                  <a:cubicBezTo>
                    <a:pt x="792" y="374"/>
                    <a:pt x="828" y="382"/>
                    <a:pt x="863" y="391"/>
                  </a:cubicBezTo>
                  <a:cubicBezTo>
                    <a:pt x="827" y="410"/>
                    <a:pt x="772" y="407"/>
                    <a:pt x="733" y="401"/>
                  </a:cubicBezTo>
                  <a:cubicBezTo>
                    <a:pt x="694" y="395"/>
                    <a:pt x="653" y="396"/>
                    <a:pt x="613" y="393"/>
                  </a:cubicBezTo>
                  <a:cubicBezTo>
                    <a:pt x="531" y="389"/>
                    <a:pt x="453" y="366"/>
                    <a:pt x="381" y="325"/>
                  </a:cubicBezTo>
                  <a:cubicBezTo>
                    <a:pt x="373" y="320"/>
                    <a:pt x="363" y="314"/>
                    <a:pt x="354" y="308"/>
                  </a:cubicBezTo>
                  <a:cubicBezTo>
                    <a:pt x="271" y="251"/>
                    <a:pt x="175" y="213"/>
                    <a:pt x="112" y="131"/>
                  </a:cubicBezTo>
                  <a:cubicBezTo>
                    <a:pt x="89" y="101"/>
                    <a:pt x="66" y="72"/>
                    <a:pt x="42" y="42"/>
                  </a:cubicBezTo>
                  <a:cubicBezTo>
                    <a:pt x="31" y="28"/>
                    <a:pt x="23" y="7"/>
                    <a:pt x="5" y="1"/>
                  </a:cubicBezTo>
                  <a:cubicBezTo>
                    <a:pt x="2" y="0"/>
                    <a:pt x="0" y="4"/>
                    <a:pt x="3" y="6"/>
                  </a:cubicBezTo>
                  <a:cubicBezTo>
                    <a:pt x="18" y="12"/>
                    <a:pt x="17" y="25"/>
                    <a:pt x="25" y="36"/>
                  </a:cubicBezTo>
                  <a:cubicBezTo>
                    <a:pt x="42" y="56"/>
                    <a:pt x="57" y="77"/>
                    <a:pt x="71" y="98"/>
                  </a:cubicBezTo>
                  <a:cubicBezTo>
                    <a:pt x="91" y="130"/>
                    <a:pt x="114" y="159"/>
                    <a:pt x="142"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2"/>
            <p:cNvSpPr/>
            <p:nvPr/>
          </p:nvSpPr>
          <p:spPr>
            <a:xfrm>
              <a:off x="8479800" y="4352400"/>
              <a:ext cx="171000" cy="69840"/>
            </a:xfrm>
            <a:custGeom>
              <a:rect b="b" l="l" r="r" t="t"/>
              <a:pathLst>
                <a:path extrusionOk="0" h="194" w="475">
                  <a:moveTo>
                    <a:pt x="473" y="114"/>
                  </a:moveTo>
                  <a:cubicBezTo>
                    <a:pt x="474" y="113"/>
                    <a:pt x="474" y="112"/>
                    <a:pt x="474" y="111"/>
                  </a:cubicBezTo>
                  <a:cubicBezTo>
                    <a:pt x="474" y="110"/>
                    <a:pt x="474" y="109"/>
                    <a:pt x="473" y="108"/>
                  </a:cubicBezTo>
                  <a:cubicBezTo>
                    <a:pt x="473" y="108"/>
                    <a:pt x="472" y="107"/>
                    <a:pt x="471" y="106"/>
                  </a:cubicBezTo>
                  <a:cubicBezTo>
                    <a:pt x="470" y="105"/>
                    <a:pt x="469" y="106"/>
                    <a:pt x="468" y="106"/>
                  </a:cubicBezTo>
                  <a:lnTo>
                    <a:pt x="467" y="106"/>
                  </a:lnTo>
                  <a:cubicBezTo>
                    <a:pt x="456" y="108"/>
                    <a:pt x="435" y="115"/>
                    <a:pt x="425" y="116"/>
                  </a:cubicBezTo>
                  <a:cubicBezTo>
                    <a:pt x="425" y="116"/>
                    <a:pt x="424" y="116"/>
                    <a:pt x="423" y="116"/>
                  </a:cubicBezTo>
                  <a:cubicBezTo>
                    <a:pt x="420" y="116"/>
                    <a:pt x="417" y="116"/>
                    <a:pt x="414" y="115"/>
                  </a:cubicBezTo>
                  <a:cubicBezTo>
                    <a:pt x="414" y="114"/>
                    <a:pt x="414" y="114"/>
                    <a:pt x="414" y="114"/>
                  </a:cubicBezTo>
                  <a:cubicBezTo>
                    <a:pt x="413" y="113"/>
                    <a:pt x="413" y="113"/>
                    <a:pt x="412" y="112"/>
                  </a:cubicBezTo>
                  <a:cubicBezTo>
                    <a:pt x="411" y="111"/>
                    <a:pt x="411" y="111"/>
                    <a:pt x="410" y="111"/>
                  </a:cubicBezTo>
                  <a:cubicBezTo>
                    <a:pt x="409" y="111"/>
                    <a:pt x="408" y="112"/>
                    <a:pt x="407" y="112"/>
                  </a:cubicBezTo>
                  <a:lnTo>
                    <a:pt x="406" y="111"/>
                  </a:lnTo>
                  <a:cubicBezTo>
                    <a:pt x="402" y="109"/>
                    <a:pt x="398" y="107"/>
                    <a:pt x="394" y="106"/>
                  </a:cubicBezTo>
                  <a:cubicBezTo>
                    <a:pt x="379" y="101"/>
                    <a:pt x="365" y="94"/>
                    <a:pt x="351" y="87"/>
                  </a:cubicBezTo>
                  <a:cubicBezTo>
                    <a:pt x="341" y="81"/>
                    <a:pt x="331" y="74"/>
                    <a:pt x="322" y="66"/>
                  </a:cubicBezTo>
                  <a:cubicBezTo>
                    <a:pt x="319" y="65"/>
                    <a:pt x="316" y="63"/>
                    <a:pt x="313" y="61"/>
                  </a:cubicBezTo>
                  <a:cubicBezTo>
                    <a:pt x="298" y="52"/>
                    <a:pt x="282" y="45"/>
                    <a:pt x="266" y="40"/>
                  </a:cubicBezTo>
                  <a:cubicBezTo>
                    <a:pt x="244" y="30"/>
                    <a:pt x="222" y="19"/>
                    <a:pt x="202" y="7"/>
                  </a:cubicBezTo>
                  <a:cubicBezTo>
                    <a:pt x="198" y="5"/>
                    <a:pt x="194" y="3"/>
                    <a:pt x="190" y="1"/>
                  </a:cubicBezTo>
                  <a:cubicBezTo>
                    <a:pt x="190" y="0"/>
                    <a:pt x="190" y="0"/>
                    <a:pt x="190" y="0"/>
                  </a:cubicBezTo>
                  <a:cubicBezTo>
                    <a:pt x="189" y="0"/>
                    <a:pt x="189" y="0"/>
                    <a:pt x="188" y="0"/>
                  </a:cubicBezTo>
                  <a:lnTo>
                    <a:pt x="187" y="0"/>
                  </a:lnTo>
                  <a:cubicBezTo>
                    <a:pt x="186" y="1"/>
                    <a:pt x="186" y="1"/>
                    <a:pt x="186" y="1"/>
                  </a:cubicBezTo>
                  <a:cubicBezTo>
                    <a:pt x="185" y="2"/>
                    <a:pt x="185" y="2"/>
                    <a:pt x="185" y="3"/>
                  </a:cubicBezTo>
                  <a:cubicBezTo>
                    <a:pt x="185" y="4"/>
                    <a:pt x="185" y="4"/>
                    <a:pt x="186" y="5"/>
                  </a:cubicBezTo>
                  <a:lnTo>
                    <a:pt x="187" y="5"/>
                  </a:lnTo>
                  <a:cubicBezTo>
                    <a:pt x="241" y="47"/>
                    <a:pt x="308" y="73"/>
                    <a:pt x="362" y="115"/>
                  </a:cubicBezTo>
                  <a:cubicBezTo>
                    <a:pt x="366" y="118"/>
                    <a:pt x="370" y="121"/>
                    <a:pt x="374" y="123"/>
                  </a:cubicBezTo>
                  <a:cubicBezTo>
                    <a:pt x="382" y="127"/>
                    <a:pt x="390" y="131"/>
                    <a:pt x="398" y="133"/>
                  </a:cubicBezTo>
                  <a:cubicBezTo>
                    <a:pt x="397" y="140"/>
                    <a:pt x="395" y="147"/>
                    <a:pt x="392" y="153"/>
                  </a:cubicBezTo>
                  <a:cubicBezTo>
                    <a:pt x="379" y="189"/>
                    <a:pt x="294" y="142"/>
                    <a:pt x="283" y="137"/>
                  </a:cubicBezTo>
                  <a:cubicBezTo>
                    <a:pt x="255" y="124"/>
                    <a:pt x="224" y="117"/>
                    <a:pt x="196" y="105"/>
                  </a:cubicBezTo>
                  <a:cubicBezTo>
                    <a:pt x="133" y="79"/>
                    <a:pt x="60" y="58"/>
                    <a:pt x="2" y="22"/>
                  </a:cubicBezTo>
                  <a:cubicBezTo>
                    <a:pt x="1" y="22"/>
                    <a:pt x="0" y="23"/>
                    <a:pt x="1" y="23"/>
                  </a:cubicBezTo>
                  <a:cubicBezTo>
                    <a:pt x="78" y="79"/>
                    <a:pt x="176" y="108"/>
                    <a:pt x="263" y="145"/>
                  </a:cubicBezTo>
                  <a:cubicBezTo>
                    <a:pt x="304" y="162"/>
                    <a:pt x="346" y="193"/>
                    <a:pt x="392" y="181"/>
                  </a:cubicBezTo>
                  <a:cubicBezTo>
                    <a:pt x="409" y="176"/>
                    <a:pt x="415" y="156"/>
                    <a:pt x="416" y="137"/>
                  </a:cubicBezTo>
                  <a:cubicBezTo>
                    <a:pt x="420" y="138"/>
                    <a:pt x="424" y="139"/>
                    <a:pt x="428" y="139"/>
                  </a:cubicBezTo>
                  <a:cubicBezTo>
                    <a:pt x="437" y="139"/>
                    <a:pt x="447" y="136"/>
                    <a:pt x="455" y="131"/>
                  </a:cubicBezTo>
                  <a:cubicBezTo>
                    <a:pt x="462" y="127"/>
                    <a:pt x="468" y="121"/>
                    <a:pt x="473"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2"/>
            <p:cNvSpPr/>
            <p:nvPr/>
          </p:nvSpPr>
          <p:spPr>
            <a:xfrm>
              <a:off x="8582760" y="4275720"/>
              <a:ext cx="153720" cy="119880"/>
            </a:xfrm>
            <a:custGeom>
              <a:rect b="b" l="l" r="r" t="t"/>
              <a:pathLst>
                <a:path extrusionOk="0" h="333" w="427">
                  <a:moveTo>
                    <a:pt x="159" y="262"/>
                  </a:moveTo>
                  <a:cubicBezTo>
                    <a:pt x="139" y="244"/>
                    <a:pt x="119" y="226"/>
                    <a:pt x="101" y="206"/>
                  </a:cubicBezTo>
                  <a:cubicBezTo>
                    <a:pt x="72" y="177"/>
                    <a:pt x="39" y="153"/>
                    <a:pt x="8" y="125"/>
                  </a:cubicBezTo>
                  <a:cubicBezTo>
                    <a:pt x="5" y="123"/>
                    <a:pt x="0" y="127"/>
                    <a:pt x="3" y="130"/>
                  </a:cubicBezTo>
                  <a:cubicBezTo>
                    <a:pt x="48" y="176"/>
                    <a:pt x="90" y="223"/>
                    <a:pt x="138" y="267"/>
                  </a:cubicBezTo>
                  <a:cubicBezTo>
                    <a:pt x="186" y="310"/>
                    <a:pt x="238" y="332"/>
                    <a:pt x="284" y="272"/>
                  </a:cubicBezTo>
                  <a:cubicBezTo>
                    <a:pt x="284" y="272"/>
                    <a:pt x="285" y="272"/>
                    <a:pt x="285" y="271"/>
                  </a:cubicBezTo>
                  <a:cubicBezTo>
                    <a:pt x="285" y="271"/>
                    <a:pt x="286" y="270"/>
                    <a:pt x="286" y="269"/>
                  </a:cubicBezTo>
                  <a:cubicBezTo>
                    <a:pt x="340" y="294"/>
                    <a:pt x="426" y="277"/>
                    <a:pt x="405" y="204"/>
                  </a:cubicBezTo>
                  <a:cubicBezTo>
                    <a:pt x="403" y="198"/>
                    <a:pt x="395" y="200"/>
                    <a:pt x="393" y="204"/>
                  </a:cubicBezTo>
                  <a:cubicBezTo>
                    <a:pt x="386" y="217"/>
                    <a:pt x="380" y="229"/>
                    <a:pt x="373" y="241"/>
                  </a:cubicBezTo>
                  <a:cubicBezTo>
                    <a:pt x="353" y="274"/>
                    <a:pt x="284" y="241"/>
                    <a:pt x="273" y="230"/>
                  </a:cubicBezTo>
                  <a:cubicBezTo>
                    <a:pt x="245" y="200"/>
                    <a:pt x="223" y="159"/>
                    <a:pt x="196" y="126"/>
                  </a:cubicBezTo>
                  <a:cubicBezTo>
                    <a:pt x="182" y="109"/>
                    <a:pt x="175" y="88"/>
                    <a:pt x="160" y="72"/>
                  </a:cubicBezTo>
                  <a:cubicBezTo>
                    <a:pt x="139" y="48"/>
                    <a:pt x="118" y="23"/>
                    <a:pt x="95" y="0"/>
                  </a:cubicBezTo>
                  <a:lnTo>
                    <a:pt x="94" y="0"/>
                  </a:lnTo>
                  <a:cubicBezTo>
                    <a:pt x="156" y="75"/>
                    <a:pt x="197" y="167"/>
                    <a:pt x="255" y="244"/>
                  </a:cubicBezTo>
                  <a:cubicBezTo>
                    <a:pt x="259" y="249"/>
                    <a:pt x="264" y="254"/>
                    <a:pt x="269" y="258"/>
                  </a:cubicBezTo>
                  <a:cubicBezTo>
                    <a:pt x="232" y="294"/>
                    <a:pt x="199" y="294"/>
                    <a:pt x="159" y="2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2"/>
            <p:cNvSpPr/>
            <p:nvPr/>
          </p:nvSpPr>
          <p:spPr>
            <a:xfrm>
              <a:off x="8642160" y="4249800"/>
              <a:ext cx="109080" cy="103320"/>
            </a:xfrm>
            <a:custGeom>
              <a:rect b="b" l="l" r="r" t="t"/>
              <a:pathLst>
                <a:path extrusionOk="0" h="287" w="303">
                  <a:moveTo>
                    <a:pt x="280" y="272"/>
                  </a:moveTo>
                  <a:cubicBezTo>
                    <a:pt x="302" y="262"/>
                    <a:pt x="298" y="228"/>
                    <a:pt x="288" y="213"/>
                  </a:cubicBezTo>
                  <a:cubicBezTo>
                    <a:pt x="288" y="212"/>
                    <a:pt x="287" y="211"/>
                    <a:pt x="286" y="211"/>
                  </a:cubicBezTo>
                  <a:cubicBezTo>
                    <a:pt x="285" y="210"/>
                    <a:pt x="284" y="210"/>
                    <a:pt x="283" y="210"/>
                  </a:cubicBezTo>
                  <a:cubicBezTo>
                    <a:pt x="282" y="210"/>
                    <a:pt x="281" y="210"/>
                    <a:pt x="280" y="211"/>
                  </a:cubicBezTo>
                  <a:cubicBezTo>
                    <a:pt x="279" y="211"/>
                    <a:pt x="278" y="212"/>
                    <a:pt x="278" y="213"/>
                  </a:cubicBezTo>
                  <a:cubicBezTo>
                    <a:pt x="277" y="214"/>
                    <a:pt x="276" y="215"/>
                    <a:pt x="276" y="216"/>
                  </a:cubicBezTo>
                  <a:cubicBezTo>
                    <a:pt x="274" y="219"/>
                    <a:pt x="273" y="222"/>
                    <a:pt x="272" y="226"/>
                  </a:cubicBezTo>
                  <a:cubicBezTo>
                    <a:pt x="270" y="254"/>
                    <a:pt x="235" y="245"/>
                    <a:pt x="222" y="226"/>
                  </a:cubicBezTo>
                  <a:cubicBezTo>
                    <a:pt x="202" y="197"/>
                    <a:pt x="181" y="167"/>
                    <a:pt x="157" y="140"/>
                  </a:cubicBezTo>
                  <a:cubicBezTo>
                    <a:pt x="131" y="111"/>
                    <a:pt x="103" y="81"/>
                    <a:pt x="77" y="53"/>
                  </a:cubicBezTo>
                  <a:cubicBezTo>
                    <a:pt x="58" y="33"/>
                    <a:pt x="32" y="22"/>
                    <a:pt x="11" y="5"/>
                  </a:cubicBezTo>
                  <a:cubicBezTo>
                    <a:pt x="6" y="0"/>
                    <a:pt x="0" y="8"/>
                    <a:pt x="5" y="12"/>
                  </a:cubicBezTo>
                  <a:cubicBezTo>
                    <a:pt x="36" y="45"/>
                    <a:pt x="71" y="71"/>
                    <a:pt x="100" y="106"/>
                  </a:cubicBezTo>
                  <a:cubicBezTo>
                    <a:pt x="136" y="148"/>
                    <a:pt x="170" y="192"/>
                    <a:pt x="202" y="238"/>
                  </a:cubicBezTo>
                  <a:cubicBezTo>
                    <a:pt x="220" y="266"/>
                    <a:pt x="247" y="286"/>
                    <a:pt x="28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2"/>
            <p:cNvSpPr/>
            <p:nvPr/>
          </p:nvSpPr>
          <p:spPr>
            <a:xfrm>
              <a:off x="8641080" y="4179240"/>
              <a:ext cx="131400" cy="142920"/>
            </a:xfrm>
            <a:custGeom>
              <a:rect b="b" l="l" r="r" t="t"/>
              <a:pathLst>
                <a:path extrusionOk="0" h="397" w="365">
                  <a:moveTo>
                    <a:pt x="275" y="355"/>
                  </a:moveTo>
                  <a:cubicBezTo>
                    <a:pt x="270" y="349"/>
                    <a:pt x="264" y="342"/>
                    <a:pt x="261" y="335"/>
                  </a:cubicBezTo>
                  <a:cubicBezTo>
                    <a:pt x="257" y="328"/>
                    <a:pt x="254" y="322"/>
                    <a:pt x="252" y="315"/>
                  </a:cubicBezTo>
                  <a:cubicBezTo>
                    <a:pt x="225" y="277"/>
                    <a:pt x="196" y="241"/>
                    <a:pt x="166" y="206"/>
                  </a:cubicBezTo>
                  <a:cubicBezTo>
                    <a:pt x="145" y="180"/>
                    <a:pt x="122" y="156"/>
                    <a:pt x="101" y="130"/>
                  </a:cubicBezTo>
                  <a:cubicBezTo>
                    <a:pt x="80" y="105"/>
                    <a:pt x="30" y="92"/>
                    <a:pt x="10" y="64"/>
                  </a:cubicBezTo>
                  <a:cubicBezTo>
                    <a:pt x="7" y="59"/>
                    <a:pt x="0" y="64"/>
                    <a:pt x="3" y="69"/>
                  </a:cubicBezTo>
                  <a:cubicBezTo>
                    <a:pt x="13" y="84"/>
                    <a:pt x="28" y="88"/>
                    <a:pt x="43" y="102"/>
                  </a:cubicBezTo>
                  <a:cubicBezTo>
                    <a:pt x="66" y="123"/>
                    <a:pt x="87" y="142"/>
                    <a:pt x="108" y="165"/>
                  </a:cubicBezTo>
                  <a:cubicBezTo>
                    <a:pt x="153" y="212"/>
                    <a:pt x="186" y="270"/>
                    <a:pt x="228" y="319"/>
                  </a:cubicBezTo>
                  <a:cubicBezTo>
                    <a:pt x="252" y="347"/>
                    <a:pt x="256" y="396"/>
                    <a:pt x="304" y="394"/>
                  </a:cubicBezTo>
                  <a:cubicBezTo>
                    <a:pt x="318" y="394"/>
                    <a:pt x="331" y="391"/>
                    <a:pt x="344" y="386"/>
                  </a:cubicBezTo>
                  <a:cubicBezTo>
                    <a:pt x="346" y="387"/>
                    <a:pt x="348" y="388"/>
                    <a:pt x="351" y="388"/>
                  </a:cubicBezTo>
                  <a:cubicBezTo>
                    <a:pt x="353" y="388"/>
                    <a:pt x="355" y="387"/>
                    <a:pt x="357" y="386"/>
                  </a:cubicBezTo>
                  <a:cubicBezTo>
                    <a:pt x="359" y="385"/>
                    <a:pt x="361" y="383"/>
                    <a:pt x="362" y="381"/>
                  </a:cubicBezTo>
                  <a:cubicBezTo>
                    <a:pt x="363" y="379"/>
                    <a:pt x="364" y="377"/>
                    <a:pt x="364" y="375"/>
                  </a:cubicBezTo>
                  <a:cubicBezTo>
                    <a:pt x="364" y="374"/>
                    <a:pt x="363" y="374"/>
                    <a:pt x="363" y="373"/>
                  </a:cubicBezTo>
                  <a:cubicBezTo>
                    <a:pt x="346" y="227"/>
                    <a:pt x="244" y="96"/>
                    <a:pt x="134" y="4"/>
                  </a:cubicBezTo>
                  <a:cubicBezTo>
                    <a:pt x="129" y="0"/>
                    <a:pt x="123" y="6"/>
                    <a:pt x="127" y="11"/>
                  </a:cubicBezTo>
                  <a:cubicBezTo>
                    <a:pt x="220" y="101"/>
                    <a:pt x="315" y="226"/>
                    <a:pt x="337" y="358"/>
                  </a:cubicBezTo>
                  <a:cubicBezTo>
                    <a:pt x="335" y="360"/>
                    <a:pt x="332" y="363"/>
                    <a:pt x="329" y="364"/>
                  </a:cubicBezTo>
                  <a:cubicBezTo>
                    <a:pt x="322" y="368"/>
                    <a:pt x="314" y="369"/>
                    <a:pt x="307" y="369"/>
                  </a:cubicBezTo>
                  <a:cubicBezTo>
                    <a:pt x="299" y="369"/>
                    <a:pt x="291" y="368"/>
                    <a:pt x="286" y="364"/>
                  </a:cubicBezTo>
                  <a:cubicBezTo>
                    <a:pt x="281" y="362"/>
                    <a:pt x="278" y="359"/>
                    <a:pt x="27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2"/>
            <p:cNvSpPr/>
            <p:nvPr/>
          </p:nvSpPr>
          <p:spPr>
            <a:xfrm>
              <a:off x="8276400" y="4216680"/>
              <a:ext cx="139680" cy="79560"/>
            </a:xfrm>
            <a:custGeom>
              <a:rect b="b" l="l" r="r" t="t"/>
              <a:pathLst>
                <a:path extrusionOk="0" h="221" w="388">
                  <a:moveTo>
                    <a:pt x="380" y="84"/>
                  </a:moveTo>
                  <a:cubicBezTo>
                    <a:pt x="379" y="84"/>
                    <a:pt x="379" y="84"/>
                    <a:pt x="379" y="84"/>
                  </a:cubicBezTo>
                  <a:cubicBezTo>
                    <a:pt x="379" y="83"/>
                    <a:pt x="378" y="82"/>
                    <a:pt x="377" y="82"/>
                  </a:cubicBezTo>
                  <a:cubicBezTo>
                    <a:pt x="376" y="81"/>
                    <a:pt x="376" y="81"/>
                    <a:pt x="375" y="81"/>
                  </a:cubicBezTo>
                  <a:cubicBezTo>
                    <a:pt x="374" y="81"/>
                    <a:pt x="373" y="81"/>
                    <a:pt x="372" y="82"/>
                  </a:cubicBezTo>
                  <a:cubicBezTo>
                    <a:pt x="372" y="82"/>
                    <a:pt x="371" y="82"/>
                    <a:pt x="371" y="83"/>
                  </a:cubicBezTo>
                  <a:cubicBezTo>
                    <a:pt x="355" y="102"/>
                    <a:pt x="338" y="118"/>
                    <a:pt x="347" y="144"/>
                  </a:cubicBezTo>
                  <a:cubicBezTo>
                    <a:pt x="346" y="144"/>
                    <a:pt x="345" y="144"/>
                    <a:pt x="344" y="144"/>
                  </a:cubicBezTo>
                  <a:cubicBezTo>
                    <a:pt x="338" y="144"/>
                    <a:pt x="333" y="144"/>
                    <a:pt x="328" y="143"/>
                  </a:cubicBezTo>
                  <a:cubicBezTo>
                    <a:pt x="314" y="141"/>
                    <a:pt x="301" y="136"/>
                    <a:pt x="288" y="130"/>
                  </a:cubicBezTo>
                  <a:cubicBezTo>
                    <a:pt x="287" y="130"/>
                    <a:pt x="286" y="129"/>
                    <a:pt x="285" y="128"/>
                  </a:cubicBezTo>
                  <a:cubicBezTo>
                    <a:pt x="274" y="122"/>
                    <a:pt x="263" y="117"/>
                    <a:pt x="251" y="114"/>
                  </a:cubicBezTo>
                  <a:lnTo>
                    <a:pt x="251" y="113"/>
                  </a:lnTo>
                  <a:cubicBezTo>
                    <a:pt x="251" y="75"/>
                    <a:pt x="241" y="38"/>
                    <a:pt x="222" y="5"/>
                  </a:cubicBezTo>
                  <a:cubicBezTo>
                    <a:pt x="219" y="0"/>
                    <a:pt x="213" y="3"/>
                    <a:pt x="213" y="8"/>
                  </a:cubicBezTo>
                  <a:cubicBezTo>
                    <a:pt x="213" y="22"/>
                    <a:pt x="216" y="37"/>
                    <a:pt x="223" y="50"/>
                  </a:cubicBezTo>
                  <a:cubicBezTo>
                    <a:pt x="230" y="70"/>
                    <a:pt x="234" y="91"/>
                    <a:pt x="234" y="112"/>
                  </a:cubicBezTo>
                  <a:cubicBezTo>
                    <a:pt x="234" y="119"/>
                    <a:pt x="234" y="125"/>
                    <a:pt x="233" y="132"/>
                  </a:cubicBezTo>
                  <a:cubicBezTo>
                    <a:pt x="231" y="144"/>
                    <a:pt x="228" y="156"/>
                    <a:pt x="223" y="167"/>
                  </a:cubicBezTo>
                  <a:cubicBezTo>
                    <a:pt x="215" y="186"/>
                    <a:pt x="185" y="154"/>
                    <a:pt x="184" y="153"/>
                  </a:cubicBezTo>
                  <a:cubicBezTo>
                    <a:pt x="179" y="148"/>
                    <a:pt x="174" y="144"/>
                    <a:pt x="169" y="141"/>
                  </a:cubicBezTo>
                  <a:cubicBezTo>
                    <a:pt x="166" y="139"/>
                    <a:pt x="164" y="139"/>
                    <a:pt x="162" y="138"/>
                  </a:cubicBezTo>
                  <a:cubicBezTo>
                    <a:pt x="159" y="118"/>
                    <a:pt x="152" y="99"/>
                    <a:pt x="142" y="82"/>
                  </a:cubicBezTo>
                  <a:cubicBezTo>
                    <a:pt x="140" y="79"/>
                    <a:pt x="138" y="75"/>
                    <a:pt x="136" y="72"/>
                  </a:cubicBezTo>
                  <a:cubicBezTo>
                    <a:pt x="133" y="69"/>
                    <a:pt x="126" y="72"/>
                    <a:pt x="128" y="77"/>
                  </a:cubicBezTo>
                  <a:cubicBezTo>
                    <a:pt x="130" y="87"/>
                    <a:pt x="126" y="99"/>
                    <a:pt x="129" y="108"/>
                  </a:cubicBezTo>
                  <a:cubicBezTo>
                    <a:pt x="135" y="121"/>
                    <a:pt x="139" y="135"/>
                    <a:pt x="141" y="149"/>
                  </a:cubicBezTo>
                  <a:cubicBezTo>
                    <a:pt x="142" y="160"/>
                    <a:pt x="142" y="170"/>
                    <a:pt x="142" y="180"/>
                  </a:cubicBezTo>
                  <a:cubicBezTo>
                    <a:pt x="142" y="183"/>
                    <a:pt x="142" y="186"/>
                    <a:pt x="142" y="190"/>
                  </a:cubicBezTo>
                  <a:cubicBezTo>
                    <a:pt x="142" y="203"/>
                    <a:pt x="118" y="186"/>
                    <a:pt x="113" y="183"/>
                  </a:cubicBezTo>
                  <a:cubicBezTo>
                    <a:pt x="64" y="156"/>
                    <a:pt x="39" y="115"/>
                    <a:pt x="10" y="69"/>
                  </a:cubicBezTo>
                  <a:cubicBezTo>
                    <a:pt x="10" y="68"/>
                    <a:pt x="10" y="67"/>
                    <a:pt x="9" y="67"/>
                  </a:cubicBezTo>
                  <a:cubicBezTo>
                    <a:pt x="8" y="66"/>
                    <a:pt x="7" y="67"/>
                    <a:pt x="6" y="67"/>
                  </a:cubicBezTo>
                  <a:cubicBezTo>
                    <a:pt x="5" y="67"/>
                    <a:pt x="4" y="66"/>
                    <a:pt x="3" y="67"/>
                  </a:cubicBezTo>
                  <a:cubicBezTo>
                    <a:pt x="2" y="67"/>
                    <a:pt x="1" y="69"/>
                    <a:pt x="1" y="69"/>
                  </a:cubicBezTo>
                  <a:cubicBezTo>
                    <a:pt x="0" y="70"/>
                    <a:pt x="0" y="71"/>
                    <a:pt x="0" y="72"/>
                  </a:cubicBezTo>
                  <a:cubicBezTo>
                    <a:pt x="0" y="73"/>
                    <a:pt x="0" y="73"/>
                    <a:pt x="0" y="74"/>
                  </a:cubicBezTo>
                  <a:cubicBezTo>
                    <a:pt x="6" y="88"/>
                    <a:pt x="12" y="101"/>
                    <a:pt x="20" y="115"/>
                  </a:cubicBezTo>
                  <a:cubicBezTo>
                    <a:pt x="32" y="136"/>
                    <a:pt x="48" y="157"/>
                    <a:pt x="65" y="175"/>
                  </a:cubicBezTo>
                  <a:cubicBezTo>
                    <a:pt x="75" y="184"/>
                    <a:pt x="86" y="193"/>
                    <a:pt x="98" y="200"/>
                  </a:cubicBezTo>
                  <a:cubicBezTo>
                    <a:pt x="112" y="208"/>
                    <a:pt x="128" y="214"/>
                    <a:pt x="144" y="217"/>
                  </a:cubicBezTo>
                  <a:cubicBezTo>
                    <a:pt x="165" y="220"/>
                    <a:pt x="168" y="187"/>
                    <a:pt x="162" y="152"/>
                  </a:cubicBezTo>
                  <a:cubicBezTo>
                    <a:pt x="184" y="171"/>
                    <a:pt x="218" y="214"/>
                    <a:pt x="234" y="178"/>
                  </a:cubicBezTo>
                  <a:cubicBezTo>
                    <a:pt x="241" y="162"/>
                    <a:pt x="245" y="146"/>
                    <a:pt x="247" y="130"/>
                  </a:cubicBezTo>
                  <a:cubicBezTo>
                    <a:pt x="280" y="146"/>
                    <a:pt x="328" y="183"/>
                    <a:pt x="363" y="160"/>
                  </a:cubicBezTo>
                  <a:cubicBezTo>
                    <a:pt x="372" y="155"/>
                    <a:pt x="366" y="141"/>
                    <a:pt x="363" y="134"/>
                  </a:cubicBezTo>
                  <a:cubicBezTo>
                    <a:pt x="360" y="115"/>
                    <a:pt x="387" y="104"/>
                    <a:pt x="38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2"/>
            <p:cNvSpPr/>
            <p:nvPr/>
          </p:nvSpPr>
          <p:spPr>
            <a:xfrm>
              <a:off x="8395920" y="4132080"/>
              <a:ext cx="251640" cy="127080"/>
            </a:xfrm>
            <a:custGeom>
              <a:rect b="b" l="l" r="r" t="t"/>
              <a:pathLst>
                <a:path extrusionOk="0" h="353" w="699">
                  <a:moveTo>
                    <a:pt x="665" y="4"/>
                  </a:moveTo>
                  <a:cubicBezTo>
                    <a:pt x="661" y="27"/>
                    <a:pt x="659" y="51"/>
                    <a:pt x="658" y="75"/>
                  </a:cubicBezTo>
                  <a:cubicBezTo>
                    <a:pt x="658" y="81"/>
                    <a:pt x="656" y="109"/>
                    <a:pt x="647" y="110"/>
                  </a:cubicBezTo>
                  <a:cubicBezTo>
                    <a:pt x="639" y="109"/>
                    <a:pt x="631" y="106"/>
                    <a:pt x="624" y="102"/>
                  </a:cubicBezTo>
                  <a:cubicBezTo>
                    <a:pt x="615" y="97"/>
                    <a:pt x="607" y="89"/>
                    <a:pt x="601" y="79"/>
                  </a:cubicBezTo>
                  <a:cubicBezTo>
                    <a:pt x="600" y="78"/>
                    <a:pt x="600" y="77"/>
                    <a:pt x="599" y="75"/>
                  </a:cubicBezTo>
                  <a:cubicBezTo>
                    <a:pt x="599" y="74"/>
                    <a:pt x="599" y="73"/>
                    <a:pt x="598" y="72"/>
                  </a:cubicBezTo>
                  <a:cubicBezTo>
                    <a:pt x="598" y="71"/>
                    <a:pt x="597" y="71"/>
                    <a:pt x="596" y="70"/>
                  </a:cubicBezTo>
                  <a:cubicBezTo>
                    <a:pt x="595" y="69"/>
                    <a:pt x="594" y="69"/>
                    <a:pt x="593" y="69"/>
                  </a:cubicBezTo>
                  <a:cubicBezTo>
                    <a:pt x="592" y="69"/>
                    <a:pt x="591" y="69"/>
                    <a:pt x="590" y="70"/>
                  </a:cubicBezTo>
                  <a:cubicBezTo>
                    <a:pt x="589" y="71"/>
                    <a:pt x="588" y="71"/>
                    <a:pt x="588" y="72"/>
                  </a:cubicBezTo>
                  <a:cubicBezTo>
                    <a:pt x="587" y="73"/>
                    <a:pt x="587" y="74"/>
                    <a:pt x="587" y="75"/>
                  </a:cubicBezTo>
                  <a:cubicBezTo>
                    <a:pt x="586" y="77"/>
                    <a:pt x="586" y="80"/>
                    <a:pt x="586" y="82"/>
                  </a:cubicBezTo>
                  <a:cubicBezTo>
                    <a:pt x="586" y="84"/>
                    <a:pt x="586" y="86"/>
                    <a:pt x="587" y="89"/>
                  </a:cubicBezTo>
                  <a:cubicBezTo>
                    <a:pt x="589" y="114"/>
                    <a:pt x="593" y="169"/>
                    <a:pt x="567" y="159"/>
                  </a:cubicBezTo>
                  <a:cubicBezTo>
                    <a:pt x="545" y="152"/>
                    <a:pt x="524" y="143"/>
                    <a:pt x="505" y="131"/>
                  </a:cubicBezTo>
                  <a:cubicBezTo>
                    <a:pt x="504" y="131"/>
                    <a:pt x="504" y="131"/>
                    <a:pt x="503" y="130"/>
                  </a:cubicBezTo>
                  <a:cubicBezTo>
                    <a:pt x="502" y="127"/>
                    <a:pt x="502" y="123"/>
                    <a:pt x="502" y="119"/>
                  </a:cubicBezTo>
                  <a:cubicBezTo>
                    <a:pt x="502" y="115"/>
                    <a:pt x="496" y="115"/>
                    <a:pt x="496" y="119"/>
                  </a:cubicBezTo>
                  <a:cubicBezTo>
                    <a:pt x="495" y="123"/>
                    <a:pt x="496" y="123"/>
                    <a:pt x="496" y="125"/>
                  </a:cubicBezTo>
                  <a:cubicBezTo>
                    <a:pt x="487" y="119"/>
                    <a:pt x="480" y="111"/>
                    <a:pt x="474" y="102"/>
                  </a:cubicBezTo>
                  <a:cubicBezTo>
                    <a:pt x="474" y="101"/>
                    <a:pt x="473" y="101"/>
                    <a:pt x="473" y="101"/>
                  </a:cubicBezTo>
                  <a:cubicBezTo>
                    <a:pt x="472" y="100"/>
                    <a:pt x="471" y="100"/>
                    <a:pt x="470" y="100"/>
                  </a:cubicBezTo>
                  <a:cubicBezTo>
                    <a:pt x="469" y="100"/>
                    <a:pt x="468" y="100"/>
                    <a:pt x="467" y="101"/>
                  </a:cubicBezTo>
                  <a:cubicBezTo>
                    <a:pt x="466" y="102"/>
                    <a:pt x="466" y="102"/>
                    <a:pt x="465" y="103"/>
                  </a:cubicBezTo>
                  <a:cubicBezTo>
                    <a:pt x="465" y="103"/>
                    <a:pt x="464" y="104"/>
                    <a:pt x="464" y="105"/>
                  </a:cubicBezTo>
                  <a:cubicBezTo>
                    <a:pt x="464" y="106"/>
                    <a:pt x="464" y="106"/>
                    <a:pt x="465" y="107"/>
                  </a:cubicBezTo>
                  <a:cubicBezTo>
                    <a:pt x="466" y="110"/>
                    <a:pt x="467" y="113"/>
                    <a:pt x="469" y="116"/>
                  </a:cubicBezTo>
                  <a:cubicBezTo>
                    <a:pt x="476" y="128"/>
                    <a:pt x="485" y="138"/>
                    <a:pt x="496" y="146"/>
                  </a:cubicBezTo>
                  <a:cubicBezTo>
                    <a:pt x="496" y="156"/>
                    <a:pt x="497" y="166"/>
                    <a:pt x="498" y="176"/>
                  </a:cubicBezTo>
                  <a:cubicBezTo>
                    <a:pt x="498" y="191"/>
                    <a:pt x="498" y="205"/>
                    <a:pt x="497" y="219"/>
                  </a:cubicBezTo>
                  <a:cubicBezTo>
                    <a:pt x="496" y="219"/>
                    <a:pt x="496" y="219"/>
                    <a:pt x="495" y="220"/>
                  </a:cubicBezTo>
                  <a:cubicBezTo>
                    <a:pt x="491" y="229"/>
                    <a:pt x="456" y="230"/>
                    <a:pt x="448" y="230"/>
                  </a:cubicBezTo>
                  <a:cubicBezTo>
                    <a:pt x="419" y="227"/>
                    <a:pt x="391" y="219"/>
                    <a:pt x="365" y="206"/>
                  </a:cubicBezTo>
                  <a:cubicBezTo>
                    <a:pt x="329" y="190"/>
                    <a:pt x="295" y="141"/>
                    <a:pt x="271" y="111"/>
                  </a:cubicBezTo>
                  <a:cubicBezTo>
                    <a:pt x="271" y="111"/>
                    <a:pt x="271" y="112"/>
                    <a:pt x="270" y="111"/>
                  </a:cubicBezTo>
                  <a:cubicBezTo>
                    <a:pt x="269" y="110"/>
                    <a:pt x="269" y="110"/>
                    <a:pt x="268" y="110"/>
                  </a:cubicBezTo>
                  <a:cubicBezTo>
                    <a:pt x="268" y="110"/>
                    <a:pt x="267" y="110"/>
                    <a:pt x="266" y="111"/>
                  </a:cubicBezTo>
                  <a:lnTo>
                    <a:pt x="265" y="112"/>
                  </a:lnTo>
                  <a:cubicBezTo>
                    <a:pt x="265" y="113"/>
                    <a:pt x="264" y="113"/>
                    <a:pt x="264" y="114"/>
                  </a:cubicBezTo>
                  <a:cubicBezTo>
                    <a:pt x="264" y="115"/>
                    <a:pt x="265" y="115"/>
                    <a:pt x="265" y="116"/>
                  </a:cubicBezTo>
                  <a:cubicBezTo>
                    <a:pt x="280" y="139"/>
                    <a:pt x="298" y="161"/>
                    <a:pt x="318" y="181"/>
                  </a:cubicBezTo>
                  <a:cubicBezTo>
                    <a:pt x="307" y="210"/>
                    <a:pt x="316" y="245"/>
                    <a:pt x="318" y="275"/>
                  </a:cubicBezTo>
                  <a:cubicBezTo>
                    <a:pt x="319" y="290"/>
                    <a:pt x="322" y="312"/>
                    <a:pt x="301" y="311"/>
                  </a:cubicBezTo>
                  <a:cubicBezTo>
                    <a:pt x="288" y="310"/>
                    <a:pt x="276" y="306"/>
                    <a:pt x="265" y="299"/>
                  </a:cubicBezTo>
                  <a:cubicBezTo>
                    <a:pt x="259" y="296"/>
                    <a:pt x="253" y="292"/>
                    <a:pt x="248" y="287"/>
                  </a:cubicBezTo>
                  <a:cubicBezTo>
                    <a:pt x="248" y="286"/>
                    <a:pt x="247" y="286"/>
                    <a:pt x="246" y="285"/>
                  </a:cubicBezTo>
                  <a:cubicBezTo>
                    <a:pt x="245" y="285"/>
                    <a:pt x="245" y="284"/>
                    <a:pt x="244" y="284"/>
                  </a:cubicBezTo>
                  <a:cubicBezTo>
                    <a:pt x="243" y="284"/>
                    <a:pt x="243" y="284"/>
                    <a:pt x="242" y="285"/>
                  </a:cubicBezTo>
                  <a:cubicBezTo>
                    <a:pt x="241" y="276"/>
                    <a:pt x="240" y="268"/>
                    <a:pt x="238" y="259"/>
                  </a:cubicBezTo>
                  <a:lnTo>
                    <a:pt x="237" y="259"/>
                  </a:lnTo>
                  <a:cubicBezTo>
                    <a:pt x="237" y="258"/>
                    <a:pt x="236" y="257"/>
                    <a:pt x="236" y="257"/>
                  </a:cubicBezTo>
                  <a:cubicBezTo>
                    <a:pt x="235" y="256"/>
                    <a:pt x="234" y="256"/>
                    <a:pt x="233" y="256"/>
                  </a:cubicBezTo>
                  <a:cubicBezTo>
                    <a:pt x="232" y="256"/>
                    <a:pt x="232" y="256"/>
                    <a:pt x="231" y="257"/>
                  </a:cubicBezTo>
                  <a:cubicBezTo>
                    <a:pt x="230" y="258"/>
                    <a:pt x="229" y="258"/>
                    <a:pt x="229" y="259"/>
                  </a:cubicBezTo>
                  <a:lnTo>
                    <a:pt x="228" y="259"/>
                  </a:lnTo>
                  <a:cubicBezTo>
                    <a:pt x="225" y="274"/>
                    <a:pt x="224" y="290"/>
                    <a:pt x="224" y="305"/>
                  </a:cubicBezTo>
                  <a:cubicBezTo>
                    <a:pt x="224" y="313"/>
                    <a:pt x="224" y="321"/>
                    <a:pt x="225" y="329"/>
                  </a:cubicBezTo>
                  <a:cubicBezTo>
                    <a:pt x="225" y="332"/>
                    <a:pt x="186" y="329"/>
                    <a:pt x="183" y="329"/>
                  </a:cubicBezTo>
                  <a:cubicBezTo>
                    <a:pt x="161" y="329"/>
                    <a:pt x="141" y="323"/>
                    <a:pt x="122" y="313"/>
                  </a:cubicBezTo>
                  <a:cubicBezTo>
                    <a:pt x="120" y="311"/>
                    <a:pt x="118" y="310"/>
                    <a:pt x="117" y="309"/>
                  </a:cubicBezTo>
                  <a:cubicBezTo>
                    <a:pt x="96" y="294"/>
                    <a:pt x="78" y="275"/>
                    <a:pt x="65" y="253"/>
                  </a:cubicBezTo>
                  <a:cubicBezTo>
                    <a:pt x="65" y="252"/>
                    <a:pt x="64" y="251"/>
                    <a:pt x="64" y="250"/>
                  </a:cubicBezTo>
                  <a:cubicBezTo>
                    <a:pt x="47" y="228"/>
                    <a:pt x="32" y="205"/>
                    <a:pt x="18" y="181"/>
                  </a:cubicBezTo>
                  <a:cubicBezTo>
                    <a:pt x="13" y="173"/>
                    <a:pt x="9" y="165"/>
                    <a:pt x="5" y="157"/>
                  </a:cubicBezTo>
                  <a:lnTo>
                    <a:pt x="4" y="157"/>
                  </a:lnTo>
                  <a:lnTo>
                    <a:pt x="4" y="156"/>
                  </a:lnTo>
                  <a:cubicBezTo>
                    <a:pt x="3" y="156"/>
                    <a:pt x="3" y="156"/>
                    <a:pt x="2" y="156"/>
                  </a:cubicBezTo>
                  <a:lnTo>
                    <a:pt x="1" y="156"/>
                  </a:lnTo>
                  <a:lnTo>
                    <a:pt x="0" y="157"/>
                  </a:lnTo>
                  <a:lnTo>
                    <a:pt x="0" y="158"/>
                  </a:lnTo>
                  <a:cubicBezTo>
                    <a:pt x="0" y="159"/>
                    <a:pt x="0" y="159"/>
                    <a:pt x="0" y="159"/>
                  </a:cubicBezTo>
                  <a:cubicBezTo>
                    <a:pt x="9" y="185"/>
                    <a:pt x="20" y="209"/>
                    <a:pt x="34" y="233"/>
                  </a:cubicBezTo>
                  <a:cubicBezTo>
                    <a:pt x="48" y="258"/>
                    <a:pt x="65" y="281"/>
                    <a:pt x="84" y="303"/>
                  </a:cubicBezTo>
                  <a:cubicBezTo>
                    <a:pt x="126" y="350"/>
                    <a:pt x="177" y="339"/>
                    <a:pt x="232" y="351"/>
                  </a:cubicBezTo>
                  <a:cubicBezTo>
                    <a:pt x="237" y="352"/>
                    <a:pt x="241" y="347"/>
                    <a:pt x="241" y="343"/>
                  </a:cubicBezTo>
                  <a:cubicBezTo>
                    <a:pt x="243" y="332"/>
                    <a:pt x="244" y="321"/>
                    <a:pt x="244" y="311"/>
                  </a:cubicBezTo>
                  <a:cubicBezTo>
                    <a:pt x="244" y="309"/>
                    <a:pt x="244" y="308"/>
                    <a:pt x="244" y="306"/>
                  </a:cubicBezTo>
                  <a:cubicBezTo>
                    <a:pt x="249" y="312"/>
                    <a:pt x="256" y="317"/>
                    <a:pt x="263" y="321"/>
                  </a:cubicBezTo>
                  <a:cubicBezTo>
                    <a:pt x="275" y="328"/>
                    <a:pt x="288" y="332"/>
                    <a:pt x="302" y="332"/>
                  </a:cubicBezTo>
                  <a:cubicBezTo>
                    <a:pt x="311" y="332"/>
                    <a:pt x="319" y="331"/>
                    <a:pt x="328" y="328"/>
                  </a:cubicBezTo>
                  <a:cubicBezTo>
                    <a:pt x="342" y="320"/>
                    <a:pt x="340" y="295"/>
                    <a:pt x="339" y="282"/>
                  </a:cubicBezTo>
                  <a:cubicBezTo>
                    <a:pt x="339" y="280"/>
                    <a:pt x="339" y="278"/>
                    <a:pt x="339" y="276"/>
                  </a:cubicBezTo>
                  <a:cubicBezTo>
                    <a:pt x="339" y="249"/>
                    <a:pt x="336" y="222"/>
                    <a:pt x="331" y="195"/>
                  </a:cubicBezTo>
                  <a:cubicBezTo>
                    <a:pt x="377" y="237"/>
                    <a:pt x="436" y="262"/>
                    <a:pt x="497" y="231"/>
                  </a:cubicBezTo>
                  <a:cubicBezTo>
                    <a:pt x="498" y="232"/>
                    <a:pt x="498" y="232"/>
                    <a:pt x="499" y="233"/>
                  </a:cubicBezTo>
                  <a:cubicBezTo>
                    <a:pt x="500" y="233"/>
                    <a:pt x="502" y="234"/>
                    <a:pt x="503" y="234"/>
                  </a:cubicBezTo>
                  <a:cubicBezTo>
                    <a:pt x="504" y="234"/>
                    <a:pt x="506" y="234"/>
                    <a:pt x="507" y="233"/>
                  </a:cubicBezTo>
                  <a:cubicBezTo>
                    <a:pt x="508" y="232"/>
                    <a:pt x="509" y="231"/>
                    <a:pt x="510" y="230"/>
                  </a:cubicBezTo>
                  <a:cubicBezTo>
                    <a:pt x="510" y="229"/>
                    <a:pt x="511" y="228"/>
                    <a:pt x="511" y="227"/>
                  </a:cubicBezTo>
                  <a:cubicBezTo>
                    <a:pt x="511" y="210"/>
                    <a:pt x="512" y="193"/>
                    <a:pt x="512" y="176"/>
                  </a:cubicBezTo>
                  <a:cubicBezTo>
                    <a:pt x="512" y="170"/>
                    <a:pt x="511" y="163"/>
                    <a:pt x="509" y="157"/>
                  </a:cubicBezTo>
                  <a:cubicBezTo>
                    <a:pt x="511" y="158"/>
                    <a:pt x="513" y="159"/>
                    <a:pt x="514" y="160"/>
                  </a:cubicBezTo>
                  <a:cubicBezTo>
                    <a:pt x="534" y="171"/>
                    <a:pt x="555" y="179"/>
                    <a:pt x="577" y="183"/>
                  </a:cubicBezTo>
                  <a:cubicBezTo>
                    <a:pt x="609" y="188"/>
                    <a:pt x="608" y="147"/>
                    <a:pt x="603" y="113"/>
                  </a:cubicBezTo>
                  <a:cubicBezTo>
                    <a:pt x="607" y="116"/>
                    <a:pt x="610" y="118"/>
                    <a:pt x="614" y="120"/>
                  </a:cubicBezTo>
                  <a:cubicBezTo>
                    <a:pt x="625" y="127"/>
                    <a:pt x="638" y="131"/>
                    <a:pt x="651" y="131"/>
                  </a:cubicBezTo>
                  <a:cubicBezTo>
                    <a:pt x="698" y="131"/>
                    <a:pt x="684" y="30"/>
                    <a:pt x="678" y="5"/>
                  </a:cubicBezTo>
                  <a:cubicBezTo>
                    <a:pt x="677" y="4"/>
                    <a:pt x="677" y="4"/>
                    <a:pt x="677" y="4"/>
                  </a:cubicBezTo>
                  <a:cubicBezTo>
                    <a:pt x="677" y="3"/>
                    <a:pt x="677" y="2"/>
                    <a:pt x="675" y="1"/>
                  </a:cubicBezTo>
                  <a:cubicBezTo>
                    <a:pt x="673" y="0"/>
                    <a:pt x="672" y="0"/>
                    <a:pt x="671" y="0"/>
                  </a:cubicBezTo>
                  <a:cubicBezTo>
                    <a:pt x="670" y="0"/>
                    <a:pt x="668" y="1"/>
                    <a:pt x="667" y="1"/>
                  </a:cubicBezTo>
                  <a:cubicBezTo>
                    <a:pt x="666" y="2"/>
                    <a:pt x="665" y="3"/>
                    <a:pt x="66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2"/>
            <p:cNvSpPr/>
            <p:nvPr/>
          </p:nvSpPr>
          <p:spPr>
            <a:xfrm>
              <a:off x="8476920" y="4464360"/>
              <a:ext cx="140400" cy="147600"/>
            </a:xfrm>
            <a:custGeom>
              <a:rect b="b" l="l" r="r" t="t"/>
              <a:pathLst>
                <a:path extrusionOk="0" h="410" w="390">
                  <a:moveTo>
                    <a:pt x="349" y="145"/>
                  </a:moveTo>
                  <a:cubicBezTo>
                    <a:pt x="385" y="143"/>
                    <a:pt x="389" y="64"/>
                    <a:pt x="384" y="41"/>
                  </a:cubicBezTo>
                  <a:cubicBezTo>
                    <a:pt x="384" y="40"/>
                    <a:pt x="383" y="39"/>
                    <a:pt x="383" y="38"/>
                  </a:cubicBezTo>
                  <a:cubicBezTo>
                    <a:pt x="382" y="37"/>
                    <a:pt x="382" y="37"/>
                    <a:pt x="381" y="36"/>
                  </a:cubicBezTo>
                  <a:cubicBezTo>
                    <a:pt x="380" y="35"/>
                    <a:pt x="379" y="35"/>
                    <a:pt x="378" y="35"/>
                  </a:cubicBezTo>
                  <a:cubicBezTo>
                    <a:pt x="377" y="35"/>
                    <a:pt x="376" y="35"/>
                    <a:pt x="375" y="36"/>
                  </a:cubicBezTo>
                  <a:cubicBezTo>
                    <a:pt x="374" y="37"/>
                    <a:pt x="373" y="37"/>
                    <a:pt x="373" y="38"/>
                  </a:cubicBezTo>
                  <a:cubicBezTo>
                    <a:pt x="372" y="39"/>
                    <a:pt x="372" y="40"/>
                    <a:pt x="372" y="41"/>
                  </a:cubicBezTo>
                  <a:cubicBezTo>
                    <a:pt x="362" y="74"/>
                    <a:pt x="368" y="126"/>
                    <a:pt x="324" y="127"/>
                  </a:cubicBezTo>
                  <a:cubicBezTo>
                    <a:pt x="294" y="127"/>
                    <a:pt x="269" y="111"/>
                    <a:pt x="242" y="102"/>
                  </a:cubicBezTo>
                  <a:cubicBezTo>
                    <a:pt x="237" y="101"/>
                    <a:pt x="235" y="102"/>
                    <a:pt x="234" y="104"/>
                  </a:cubicBezTo>
                  <a:cubicBezTo>
                    <a:pt x="232" y="102"/>
                    <a:pt x="230" y="101"/>
                    <a:pt x="227" y="99"/>
                  </a:cubicBezTo>
                  <a:cubicBezTo>
                    <a:pt x="256" y="85"/>
                    <a:pt x="245" y="20"/>
                    <a:pt x="225" y="4"/>
                  </a:cubicBezTo>
                  <a:cubicBezTo>
                    <a:pt x="220" y="0"/>
                    <a:pt x="213" y="4"/>
                    <a:pt x="215" y="10"/>
                  </a:cubicBezTo>
                  <a:cubicBezTo>
                    <a:pt x="219" y="30"/>
                    <a:pt x="222" y="50"/>
                    <a:pt x="222" y="70"/>
                  </a:cubicBezTo>
                  <a:cubicBezTo>
                    <a:pt x="225" y="95"/>
                    <a:pt x="182" y="84"/>
                    <a:pt x="164" y="83"/>
                  </a:cubicBezTo>
                  <a:cubicBezTo>
                    <a:pt x="110" y="78"/>
                    <a:pt x="57" y="70"/>
                    <a:pt x="4" y="59"/>
                  </a:cubicBezTo>
                  <a:cubicBezTo>
                    <a:pt x="1" y="59"/>
                    <a:pt x="0" y="64"/>
                    <a:pt x="3" y="65"/>
                  </a:cubicBezTo>
                  <a:cubicBezTo>
                    <a:pt x="17" y="71"/>
                    <a:pt x="41" y="90"/>
                    <a:pt x="58" y="90"/>
                  </a:cubicBezTo>
                  <a:cubicBezTo>
                    <a:pt x="81" y="91"/>
                    <a:pt x="104" y="97"/>
                    <a:pt x="128" y="99"/>
                  </a:cubicBezTo>
                  <a:cubicBezTo>
                    <a:pt x="148" y="102"/>
                    <a:pt x="168" y="103"/>
                    <a:pt x="188" y="103"/>
                  </a:cubicBezTo>
                  <a:cubicBezTo>
                    <a:pt x="197" y="103"/>
                    <a:pt x="207" y="103"/>
                    <a:pt x="216" y="102"/>
                  </a:cubicBezTo>
                  <a:cubicBezTo>
                    <a:pt x="223" y="106"/>
                    <a:pt x="229" y="111"/>
                    <a:pt x="236" y="116"/>
                  </a:cubicBezTo>
                  <a:cubicBezTo>
                    <a:pt x="240" y="124"/>
                    <a:pt x="243" y="132"/>
                    <a:pt x="248" y="139"/>
                  </a:cubicBezTo>
                  <a:cubicBezTo>
                    <a:pt x="250" y="142"/>
                    <a:pt x="252" y="146"/>
                    <a:pt x="254" y="149"/>
                  </a:cubicBezTo>
                  <a:cubicBezTo>
                    <a:pt x="267" y="165"/>
                    <a:pt x="277" y="183"/>
                    <a:pt x="288" y="200"/>
                  </a:cubicBezTo>
                  <a:cubicBezTo>
                    <a:pt x="293" y="208"/>
                    <a:pt x="290" y="212"/>
                    <a:pt x="283" y="213"/>
                  </a:cubicBezTo>
                  <a:lnTo>
                    <a:pt x="282" y="212"/>
                  </a:lnTo>
                  <a:cubicBezTo>
                    <a:pt x="281" y="211"/>
                    <a:pt x="280" y="211"/>
                    <a:pt x="280" y="211"/>
                  </a:cubicBezTo>
                  <a:cubicBezTo>
                    <a:pt x="279" y="211"/>
                    <a:pt x="279" y="211"/>
                    <a:pt x="278" y="212"/>
                  </a:cubicBezTo>
                  <a:cubicBezTo>
                    <a:pt x="277" y="212"/>
                    <a:pt x="276" y="213"/>
                    <a:pt x="276" y="213"/>
                  </a:cubicBezTo>
                  <a:cubicBezTo>
                    <a:pt x="276" y="214"/>
                    <a:pt x="276" y="214"/>
                    <a:pt x="276" y="215"/>
                  </a:cubicBezTo>
                  <a:cubicBezTo>
                    <a:pt x="263" y="216"/>
                    <a:pt x="246" y="214"/>
                    <a:pt x="240" y="214"/>
                  </a:cubicBezTo>
                  <a:cubicBezTo>
                    <a:pt x="190" y="212"/>
                    <a:pt x="141" y="206"/>
                    <a:pt x="93" y="194"/>
                  </a:cubicBezTo>
                  <a:lnTo>
                    <a:pt x="92" y="194"/>
                  </a:lnTo>
                  <a:lnTo>
                    <a:pt x="91" y="195"/>
                  </a:lnTo>
                  <a:lnTo>
                    <a:pt x="91" y="196"/>
                  </a:lnTo>
                  <a:lnTo>
                    <a:pt x="91" y="197"/>
                  </a:lnTo>
                  <a:lnTo>
                    <a:pt x="92" y="198"/>
                  </a:lnTo>
                  <a:lnTo>
                    <a:pt x="93" y="198"/>
                  </a:lnTo>
                  <a:cubicBezTo>
                    <a:pt x="107" y="206"/>
                    <a:pt x="122" y="214"/>
                    <a:pt x="138" y="220"/>
                  </a:cubicBezTo>
                  <a:cubicBezTo>
                    <a:pt x="160" y="223"/>
                    <a:pt x="181" y="223"/>
                    <a:pt x="204" y="227"/>
                  </a:cubicBezTo>
                  <a:cubicBezTo>
                    <a:pt x="215" y="228"/>
                    <a:pt x="226" y="229"/>
                    <a:pt x="238" y="229"/>
                  </a:cubicBezTo>
                  <a:cubicBezTo>
                    <a:pt x="249" y="229"/>
                    <a:pt x="262" y="228"/>
                    <a:pt x="273" y="227"/>
                  </a:cubicBezTo>
                  <a:lnTo>
                    <a:pt x="278" y="227"/>
                  </a:lnTo>
                  <a:cubicBezTo>
                    <a:pt x="279" y="230"/>
                    <a:pt x="281" y="233"/>
                    <a:pt x="287" y="243"/>
                  </a:cubicBezTo>
                  <a:cubicBezTo>
                    <a:pt x="297" y="265"/>
                    <a:pt x="304" y="287"/>
                    <a:pt x="309" y="310"/>
                  </a:cubicBezTo>
                  <a:cubicBezTo>
                    <a:pt x="313" y="328"/>
                    <a:pt x="317" y="362"/>
                    <a:pt x="306" y="376"/>
                  </a:cubicBezTo>
                  <a:cubicBezTo>
                    <a:pt x="304" y="378"/>
                    <a:pt x="302" y="379"/>
                    <a:pt x="301" y="382"/>
                  </a:cubicBezTo>
                  <a:cubicBezTo>
                    <a:pt x="299" y="384"/>
                    <a:pt x="299" y="388"/>
                    <a:pt x="298" y="390"/>
                  </a:cubicBezTo>
                  <a:cubicBezTo>
                    <a:pt x="282" y="390"/>
                    <a:pt x="267" y="392"/>
                    <a:pt x="251" y="392"/>
                  </a:cubicBezTo>
                  <a:cubicBezTo>
                    <a:pt x="220" y="392"/>
                    <a:pt x="198" y="367"/>
                    <a:pt x="175" y="350"/>
                  </a:cubicBezTo>
                  <a:cubicBezTo>
                    <a:pt x="152" y="333"/>
                    <a:pt x="119" y="322"/>
                    <a:pt x="94" y="302"/>
                  </a:cubicBezTo>
                  <a:cubicBezTo>
                    <a:pt x="92" y="300"/>
                    <a:pt x="90" y="303"/>
                    <a:pt x="92" y="305"/>
                  </a:cubicBezTo>
                  <a:cubicBezTo>
                    <a:pt x="119" y="342"/>
                    <a:pt x="162" y="356"/>
                    <a:pt x="197" y="383"/>
                  </a:cubicBezTo>
                  <a:cubicBezTo>
                    <a:pt x="229" y="409"/>
                    <a:pt x="265" y="404"/>
                    <a:pt x="302" y="403"/>
                  </a:cubicBezTo>
                  <a:cubicBezTo>
                    <a:pt x="303" y="403"/>
                    <a:pt x="303" y="403"/>
                    <a:pt x="304" y="403"/>
                  </a:cubicBezTo>
                  <a:lnTo>
                    <a:pt x="305" y="403"/>
                  </a:lnTo>
                  <a:lnTo>
                    <a:pt x="312" y="403"/>
                  </a:lnTo>
                  <a:cubicBezTo>
                    <a:pt x="320" y="403"/>
                    <a:pt x="320" y="391"/>
                    <a:pt x="312" y="390"/>
                  </a:cubicBezTo>
                  <a:cubicBezTo>
                    <a:pt x="334" y="393"/>
                    <a:pt x="329" y="331"/>
                    <a:pt x="328" y="322"/>
                  </a:cubicBezTo>
                  <a:cubicBezTo>
                    <a:pt x="325" y="297"/>
                    <a:pt x="318" y="273"/>
                    <a:pt x="308" y="250"/>
                  </a:cubicBezTo>
                  <a:cubicBezTo>
                    <a:pt x="307" y="247"/>
                    <a:pt x="305" y="244"/>
                    <a:pt x="304" y="242"/>
                  </a:cubicBezTo>
                  <a:cubicBezTo>
                    <a:pt x="300" y="237"/>
                    <a:pt x="298" y="232"/>
                    <a:pt x="294" y="228"/>
                  </a:cubicBezTo>
                  <a:cubicBezTo>
                    <a:pt x="297" y="228"/>
                    <a:pt x="300" y="227"/>
                    <a:pt x="302" y="226"/>
                  </a:cubicBezTo>
                  <a:cubicBezTo>
                    <a:pt x="320" y="216"/>
                    <a:pt x="311" y="204"/>
                    <a:pt x="301" y="191"/>
                  </a:cubicBezTo>
                  <a:cubicBezTo>
                    <a:pt x="287" y="174"/>
                    <a:pt x="275" y="153"/>
                    <a:pt x="261" y="134"/>
                  </a:cubicBezTo>
                  <a:cubicBezTo>
                    <a:pt x="262" y="134"/>
                    <a:pt x="263" y="135"/>
                    <a:pt x="264" y="135"/>
                  </a:cubicBezTo>
                  <a:cubicBezTo>
                    <a:pt x="269" y="138"/>
                    <a:pt x="275" y="141"/>
                    <a:pt x="281" y="143"/>
                  </a:cubicBezTo>
                  <a:cubicBezTo>
                    <a:pt x="293" y="146"/>
                    <a:pt x="306" y="147"/>
                    <a:pt x="318" y="147"/>
                  </a:cubicBezTo>
                  <a:cubicBezTo>
                    <a:pt x="329" y="147"/>
                    <a:pt x="339" y="146"/>
                    <a:pt x="349"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2"/>
            <p:cNvSpPr/>
            <p:nvPr/>
          </p:nvSpPr>
          <p:spPr>
            <a:xfrm>
              <a:off x="8341560" y="4450680"/>
              <a:ext cx="127080" cy="115200"/>
            </a:xfrm>
            <a:custGeom>
              <a:rect b="b" l="l" r="r" t="t"/>
              <a:pathLst>
                <a:path extrusionOk="0" h="320" w="353">
                  <a:moveTo>
                    <a:pt x="20" y="191"/>
                  </a:moveTo>
                  <a:cubicBezTo>
                    <a:pt x="22" y="196"/>
                    <a:pt x="24" y="201"/>
                    <a:pt x="27" y="205"/>
                  </a:cubicBezTo>
                  <a:cubicBezTo>
                    <a:pt x="36" y="220"/>
                    <a:pt x="48" y="233"/>
                    <a:pt x="63" y="241"/>
                  </a:cubicBezTo>
                  <a:cubicBezTo>
                    <a:pt x="65" y="242"/>
                    <a:pt x="66" y="243"/>
                    <a:pt x="68" y="244"/>
                  </a:cubicBezTo>
                  <a:cubicBezTo>
                    <a:pt x="94" y="258"/>
                    <a:pt x="152" y="310"/>
                    <a:pt x="181" y="279"/>
                  </a:cubicBezTo>
                  <a:cubicBezTo>
                    <a:pt x="184" y="277"/>
                    <a:pt x="185" y="274"/>
                    <a:pt x="187" y="271"/>
                  </a:cubicBezTo>
                  <a:cubicBezTo>
                    <a:pt x="189" y="269"/>
                    <a:pt x="190" y="266"/>
                    <a:pt x="191" y="263"/>
                  </a:cubicBezTo>
                  <a:cubicBezTo>
                    <a:pt x="200" y="271"/>
                    <a:pt x="210" y="279"/>
                    <a:pt x="222" y="286"/>
                  </a:cubicBezTo>
                  <a:cubicBezTo>
                    <a:pt x="224" y="287"/>
                    <a:pt x="227" y="289"/>
                    <a:pt x="230" y="290"/>
                  </a:cubicBezTo>
                  <a:cubicBezTo>
                    <a:pt x="234" y="293"/>
                    <a:pt x="237" y="295"/>
                    <a:pt x="241" y="297"/>
                  </a:cubicBezTo>
                  <a:cubicBezTo>
                    <a:pt x="265" y="311"/>
                    <a:pt x="293" y="319"/>
                    <a:pt x="321" y="319"/>
                  </a:cubicBezTo>
                  <a:cubicBezTo>
                    <a:pt x="324" y="319"/>
                    <a:pt x="326" y="318"/>
                    <a:pt x="329" y="318"/>
                  </a:cubicBezTo>
                  <a:cubicBezTo>
                    <a:pt x="352" y="316"/>
                    <a:pt x="348" y="294"/>
                    <a:pt x="348" y="275"/>
                  </a:cubicBezTo>
                  <a:cubicBezTo>
                    <a:pt x="348" y="256"/>
                    <a:pt x="350" y="238"/>
                    <a:pt x="350" y="219"/>
                  </a:cubicBezTo>
                  <a:cubicBezTo>
                    <a:pt x="348" y="208"/>
                    <a:pt x="345" y="197"/>
                    <a:pt x="339" y="187"/>
                  </a:cubicBezTo>
                  <a:cubicBezTo>
                    <a:pt x="338" y="185"/>
                    <a:pt x="336" y="183"/>
                    <a:pt x="335" y="182"/>
                  </a:cubicBezTo>
                  <a:cubicBezTo>
                    <a:pt x="335" y="181"/>
                    <a:pt x="335" y="181"/>
                    <a:pt x="335" y="181"/>
                  </a:cubicBezTo>
                  <a:cubicBezTo>
                    <a:pt x="334" y="180"/>
                    <a:pt x="334" y="180"/>
                    <a:pt x="333" y="179"/>
                  </a:cubicBezTo>
                  <a:cubicBezTo>
                    <a:pt x="332" y="179"/>
                    <a:pt x="331" y="178"/>
                    <a:pt x="330" y="178"/>
                  </a:cubicBezTo>
                  <a:lnTo>
                    <a:pt x="326" y="178"/>
                  </a:lnTo>
                  <a:cubicBezTo>
                    <a:pt x="325" y="178"/>
                    <a:pt x="325" y="179"/>
                    <a:pt x="324" y="179"/>
                  </a:cubicBezTo>
                  <a:cubicBezTo>
                    <a:pt x="323" y="180"/>
                    <a:pt x="324" y="179"/>
                    <a:pt x="323" y="180"/>
                  </a:cubicBezTo>
                  <a:cubicBezTo>
                    <a:pt x="322" y="181"/>
                    <a:pt x="322" y="181"/>
                    <a:pt x="322" y="182"/>
                  </a:cubicBezTo>
                  <a:cubicBezTo>
                    <a:pt x="322" y="183"/>
                    <a:pt x="322" y="183"/>
                    <a:pt x="323" y="184"/>
                  </a:cubicBezTo>
                  <a:cubicBezTo>
                    <a:pt x="323" y="184"/>
                    <a:pt x="323" y="185"/>
                    <a:pt x="324" y="185"/>
                  </a:cubicBezTo>
                  <a:lnTo>
                    <a:pt x="325" y="185"/>
                  </a:lnTo>
                  <a:cubicBezTo>
                    <a:pt x="332" y="189"/>
                    <a:pt x="335" y="223"/>
                    <a:pt x="335" y="229"/>
                  </a:cubicBezTo>
                  <a:cubicBezTo>
                    <a:pt x="335" y="238"/>
                    <a:pt x="336" y="303"/>
                    <a:pt x="329" y="302"/>
                  </a:cubicBezTo>
                  <a:cubicBezTo>
                    <a:pt x="301" y="299"/>
                    <a:pt x="274" y="290"/>
                    <a:pt x="250" y="276"/>
                  </a:cubicBezTo>
                  <a:cubicBezTo>
                    <a:pt x="233" y="266"/>
                    <a:pt x="203" y="254"/>
                    <a:pt x="197" y="233"/>
                  </a:cubicBezTo>
                  <a:cubicBezTo>
                    <a:pt x="197" y="214"/>
                    <a:pt x="194" y="192"/>
                    <a:pt x="194" y="176"/>
                  </a:cubicBezTo>
                  <a:cubicBezTo>
                    <a:pt x="191" y="117"/>
                    <a:pt x="178" y="50"/>
                    <a:pt x="138" y="3"/>
                  </a:cubicBezTo>
                  <a:cubicBezTo>
                    <a:pt x="136" y="0"/>
                    <a:pt x="130" y="3"/>
                    <a:pt x="131" y="7"/>
                  </a:cubicBezTo>
                  <a:cubicBezTo>
                    <a:pt x="161" y="72"/>
                    <a:pt x="177" y="143"/>
                    <a:pt x="177" y="216"/>
                  </a:cubicBezTo>
                  <a:cubicBezTo>
                    <a:pt x="177" y="219"/>
                    <a:pt x="177" y="222"/>
                    <a:pt x="177" y="225"/>
                  </a:cubicBezTo>
                  <a:cubicBezTo>
                    <a:pt x="177" y="237"/>
                    <a:pt x="177" y="273"/>
                    <a:pt x="155" y="267"/>
                  </a:cubicBezTo>
                  <a:cubicBezTo>
                    <a:pt x="132" y="262"/>
                    <a:pt x="103" y="237"/>
                    <a:pt x="79" y="225"/>
                  </a:cubicBezTo>
                  <a:cubicBezTo>
                    <a:pt x="40" y="206"/>
                    <a:pt x="25" y="161"/>
                    <a:pt x="4" y="127"/>
                  </a:cubicBezTo>
                  <a:cubicBezTo>
                    <a:pt x="3" y="126"/>
                    <a:pt x="3" y="126"/>
                    <a:pt x="2" y="126"/>
                  </a:cubicBezTo>
                  <a:lnTo>
                    <a:pt x="1" y="127"/>
                  </a:lnTo>
                  <a:cubicBezTo>
                    <a:pt x="0" y="128"/>
                    <a:pt x="0" y="128"/>
                    <a:pt x="0" y="128"/>
                  </a:cubicBezTo>
                  <a:cubicBezTo>
                    <a:pt x="0" y="129"/>
                    <a:pt x="0" y="129"/>
                    <a:pt x="0" y="129"/>
                  </a:cubicBezTo>
                  <a:cubicBezTo>
                    <a:pt x="9" y="147"/>
                    <a:pt x="14" y="173"/>
                    <a:pt x="20"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2"/>
            <p:cNvSpPr/>
            <p:nvPr/>
          </p:nvSpPr>
          <p:spPr>
            <a:xfrm>
              <a:off x="8445600" y="4600080"/>
              <a:ext cx="60480" cy="50760"/>
            </a:xfrm>
            <a:custGeom>
              <a:rect b="b" l="l" r="r" t="t"/>
              <a:pathLst>
                <a:path extrusionOk="0" h="141" w="168">
                  <a:moveTo>
                    <a:pt x="160" y="126"/>
                  </a:moveTo>
                  <a:cubicBezTo>
                    <a:pt x="161" y="126"/>
                    <a:pt x="162" y="126"/>
                    <a:pt x="162" y="125"/>
                  </a:cubicBezTo>
                  <a:cubicBezTo>
                    <a:pt x="163" y="124"/>
                    <a:pt x="164" y="124"/>
                    <a:pt x="164" y="123"/>
                  </a:cubicBezTo>
                  <a:cubicBezTo>
                    <a:pt x="165" y="122"/>
                    <a:pt x="165" y="122"/>
                    <a:pt x="165" y="121"/>
                  </a:cubicBezTo>
                  <a:cubicBezTo>
                    <a:pt x="166" y="107"/>
                    <a:pt x="167" y="92"/>
                    <a:pt x="167" y="78"/>
                  </a:cubicBezTo>
                  <a:cubicBezTo>
                    <a:pt x="167" y="68"/>
                    <a:pt x="167" y="58"/>
                    <a:pt x="166" y="48"/>
                  </a:cubicBezTo>
                  <a:cubicBezTo>
                    <a:pt x="166" y="46"/>
                    <a:pt x="167" y="43"/>
                    <a:pt x="167" y="41"/>
                  </a:cubicBezTo>
                  <a:cubicBezTo>
                    <a:pt x="167" y="30"/>
                    <a:pt x="164" y="19"/>
                    <a:pt x="158" y="9"/>
                  </a:cubicBezTo>
                  <a:cubicBezTo>
                    <a:pt x="157" y="6"/>
                    <a:pt x="155" y="4"/>
                    <a:pt x="153" y="1"/>
                  </a:cubicBezTo>
                  <a:lnTo>
                    <a:pt x="152" y="1"/>
                  </a:lnTo>
                  <a:cubicBezTo>
                    <a:pt x="152" y="0"/>
                    <a:pt x="151" y="0"/>
                    <a:pt x="151" y="0"/>
                  </a:cubicBezTo>
                  <a:cubicBezTo>
                    <a:pt x="150" y="0"/>
                    <a:pt x="150" y="0"/>
                    <a:pt x="149" y="1"/>
                  </a:cubicBezTo>
                  <a:cubicBezTo>
                    <a:pt x="149" y="1"/>
                    <a:pt x="148" y="1"/>
                    <a:pt x="148" y="2"/>
                  </a:cubicBezTo>
                  <a:lnTo>
                    <a:pt x="147" y="3"/>
                  </a:lnTo>
                  <a:cubicBezTo>
                    <a:pt x="147" y="4"/>
                    <a:pt x="148" y="4"/>
                    <a:pt x="148" y="4"/>
                  </a:cubicBezTo>
                  <a:cubicBezTo>
                    <a:pt x="158" y="31"/>
                    <a:pt x="154" y="58"/>
                    <a:pt x="156" y="85"/>
                  </a:cubicBezTo>
                  <a:cubicBezTo>
                    <a:pt x="156" y="91"/>
                    <a:pt x="161" y="115"/>
                    <a:pt x="149" y="116"/>
                  </a:cubicBezTo>
                  <a:cubicBezTo>
                    <a:pt x="134" y="116"/>
                    <a:pt x="121" y="111"/>
                    <a:pt x="107" y="104"/>
                  </a:cubicBezTo>
                  <a:cubicBezTo>
                    <a:pt x="105" y="102"/>
                    <a:pt x="101" y="101"/>
                    <a:pt x="98" y="99"/>
                  </a:cubicBezTo>
                  <a:cubicBezTo>
                    <a:pt x="61" y="76"/>
                    <a:pt x="38" y="38"/>
                    <a:pt x="5" y="10"/>
                  </a:cubicBezTo>
                  <a:lnTo>
                    <a:pt x="4" y="10"/>
                  </a:lnTo>
                  <a:cubicBezTo>
                    <a:pt x="3" y="10"/>
                    <a:pt x="2" y="10"/>
                    <a:pt x="2" y="10"/>
                  </a:cubicBezTo>
                  <a:cubicBezTo>
                    <a:pt x="1" y="11"/>
                    <a:pt x="1" y="10"/>
                    <a:pt x="0" y="11"/>
                  </a:cubicBezTo>
                  <a:cubicBezTo>
                    <a:pt x="0" y="12"/>
                    <a:pt x="0" y="13"/>
                    <a:pt x="0" y="13"/>
                  </a:cubicBezTo>
                  <a:cubicBezTo>
                    <a:pt x="0" y="14"/>
                    <a:pt x="0" y="14"/>
                    <a:pt x="0" y="15"/>
                  </a:cubicBezTo>
                  <a:lnTo>
                    <a:pt x="1" y="15"/>
                  </a:lnTo>
                  <a:cubicBezTo>
                    <a:pt x="43" y="62"/>
                    <a:pt x="85" y="140"/>
                    <a:pt x="16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2"/>
            <p:cNvSpPr/>
            <p:nvPr/>
          </p:nvSpPr>
          <p:spPr>
            <a:xfrm>
              <a:off x="8208360" y="4414320"/>
              <a:ext cx="29160" cy="29520"/>
            </a:xfrm>
            <a:custGeom>
              <a:rect b="b" l="l" r="r" t="t"/>
              <a:pathLst>
                <a:path extrusionOk="0" h="82" w="81">
                  <a:moveTo>
                    <a:pt x="4" y="0"/>
                  </a:moveTo>
                  <a:cubicBezTo>
                    <a:pt x="3" y="0"/>
                    <a:pt x="3" y="0"/>
                    <a:pt x="2" y="0"/>
                  </a:cubicBezTo>
                  <a:cubicBezTo>
                    <a:pt x="1" y="1"/>
                    <a:pt x="1" y="1"/>
                    <a:pt x="1" y="2"/>
                  </a:cubicBezTo>
                  <a:lnTo>
                    <a:pt x="0" y="3"/>
                  </a:lnTo>
                  <a:cubicBezTo>
                    <a:pt x="0" y="4"/>
                    <a:pt x="1" y="5"/>
                    <a:pt x="1" y="5"/>
                  </a:cubicBezTo>
                  <a:cubicBezTo>
                    <a:pt x="1" y="5"/>
                    <a:pt x="1" y="6"/>
                    <a:pt x="2" y="6"/>
                  </a:cubicBezTo>
                  <a:cubicBezTo>
                    <a:pt x="10" y="11"/>
                    <a:pt x="17" y="18"/>
                    <a:pt x="21" y="27"/>
                  </a:cubicBezTo>
                  <a:cubicBezTo>
                    <a:pt x="26" y="34"/>
                    <a:pt x="33" y="40"/>
                    <a:pt x="39" y="46"/>
                  </a:cubicBezTo>
                  <a:cubicBezTo>
                    <a:pt x="49" y="60"/>
                    <a:pt x="61" y="71"/>
                    <a:pt x="75" y="80"/>
                  </a:cubicBezTo>
                  <a:cubicBezTo>
                    <a:pt x="76" y="80"/>
                    <a:pt x="76" y="81"/>
                    <a:pt x="77" y="81"/>
                  </a:cubicBezTo>
                  <a:cubicBezTo>
                    <a:pt x="77" y="81"/>
                    <a:pt x="78" y="80"/>
                    <a:pt x="79" y="80"/>
                  </a:cubicBezTo>
                  <a:lnTo>
                    <a:pt x="80" y="79"/>
                  </a:lnTo>
                  <a:cubicBezTo>
                    <a:pt x="80" y="78"/>
                    <a:pt x="80" y="78"/>
                    <a:pt x="80" y="77"/>
                  </a:cubicBezTo>
                  <a:cubicBezTo>
                    <a:pt x="80" y="76"/>
                    <a:pt x="80" y="76"/>
                    <a:pt x="80" y="75"/>
                  </a:cubicBezTo>
                  <a:cubicBezTo>
                    <a:pt x="80" y="75"/>
                    <a:pt x="79" y="75"/>
                    <a:pt x="79" y="74"/>
                  </a:cubicBezTo>
                  <a:cubicBezTo>
                    <a:pt x="69" y="57"/>
                    <a:pt x="57" y="42"/>
                    <a:pt x="44" y="28"/>
                  </a:cubicBezTo>
                  <a:cubicBezTo>
                    <a:pt x="37" y="19"/>
                    <a:pt x="28" y="12"/>
                    <a:pt x="19" y="7"/>
                  </a:cubicBezTo>
                  <a:cubicBezTo>
                    <a:pt x="14" y="4"/>
                    <a:pt x="9"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2"/>
            <p:cNvSpPr/>
            <p:nvPr/>
          </p:nvSpPr>
          <p:spPr>
            <a:xfrm>
              <a:off x="8263800" y="4476960"/>
              <a:ext cx="28080" cy="30960"/>
            </a:xfrm>
            <a:custGeom>
              <a:rect b="b" l="l" r="r" t="t"/>
              <a:pathLst>
                <a:path extrusionOk="0" h="86" w="78">
                  <a:moveTo>
                    <a:pt x="64" y="84"/>
                  </a:moveTo>
                  <a:cubicBezTo>
                    <a:pt x="65" y="84"/>
                    <a:pt x="66" y="84"/>
                    <a:pt x="67" y="84"/>
                  </a:cubicBezTo>
                  <a:cubicBezTo>
                    <a:pt x="67" y="84"/>
                    <a:pt x="68" y="85"/>
                    <a:pt x="69" y="84"/>
                  </a:cubicBezTo>
                  <a:cubicBezTo>
                    <a:pt x="70" y="84"/>
                    <a:pt x="70" y="83"/>
                    <a:pt x="71" y="82"/>
                  </a:cubicBezTo>
                  <a:lnTo>
                    <a:pt x="71" y="81"/>
                  </a:lnTo>
                  <a:cubicBezTo>
                    <a:pt x="77" y="67"/>
                    <a:pt x="59" y="60"/>
                    <a:pt x="51" y="50"/>
                  </a:cubicBezTo>
                  <a:cubicBezTo>
                    <a:pt x="38" y="33"/>
                    <a:pt x="25" y="18"/>
                    <a:pt x="10" y="3"/>
                  </a:cubicBezTo>
                  <a:cubicBezTo>
                    <a:pt x="7" y="0"/>
                    <a:pt x="0" y="3"/>
                    <a:pt x="3" y="8"/>
                  </a:cubicBezTo>
                  <a:cubicBezTo>
                    <a:pt x="14" y="26"/>
                    <a:pt x="23" y="44"/>
                    <a:pt x="35" y="61"/>
                  </a:cubicBezTo>
                  <a:cubicBezTo>
                    <a:pt x="40" y="68"/>
                    <a:pt x="47" y="75"/>
                    <a:pt x="55" y="79"/>
                  </a:cubicBezTo>
                  <a:cubicBezTo>
                    <a:pt x="58" y="81"/>
                    <a:pt x="61" y="82"/>
                    <a:pt x="64"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2"/>
            <p:cNvSpPr/>
            <p:nvPr/>
          </p:nvSpPr>
          <p:spPr>
            <a:xfrm>
              <a:off x="8626320" y="4538160"/>
              <a:ext cx="25920" cy="23040"/>
            </a:xfrm>
            <a:custGeom>
              <a:rect b="b" l="l" r="r" t="t"/>
              <a:pathLst>
                <a:path extrusionOk="0" h="64" w="72">
                  <a:moveTo>
                    <a:pt x="69" y="49"/>
                  </a:moveTo>
                  <a:cubicBezTo>
                    <a:pt x="64" y="48"/>
                    <a:pt x="60" y="46"/>
                    <a:pt x="56" y="44"/>
                  </a:cubicBezTo>
                  <a:cubicBezTo>
                    <a:pt x="54" y="42"/>
                    <a:pt x="52" y="41"/>
                    <a:pt x="50" y="40"/>
                  </a:cubicBezTo>
                  <a:cubicBezTo>
                    <a:pt x="45" y="34"/>
                    <a:pt x="41" y="29"/>
                    <a:pt x="35" y="24"/>
                  </a:cubicBezTo>
                  <a:cubicBezTo>
                    <a:pt x="29" y="19"/>
                    <a:pt x="10" y="11"/>
                    <a:pt x="6" y="2"/>
                  </a:cubicBezTo>
                  <a:cubicBezTo>
                    <a:pt x="6" y="1"/>
                    <a:pt x="5" y="1"/>
                    <a:pt x="5" y="1"/>
                  </a:cubicBezTo>
                  <a:cubicBezTo>
                    <a:pt x="5" y="1"/>
                    <a:pt x="5" y="0"/>
                    <a:pt x="4" y="0"/>
                  </a:cubicBezTo>
                  <a:lnTo>
                    <a:pt x="3" y="0"/>
                  </a:lnTo>
                  <a:cubicBezTo>
                    <a:pt x="2" y="0"/>
                    <a:pt x="2" y="0"/>
                    <a:pt x="1" y="0"/>
                  </a:cubicBezTo>
                  <a:lnTo>
                    <a:pt x="0" y="1"/>
                  </a:lnTo>
                  <a:cubicBezTo>
                    <a:pt x="0" y="1"/>
                    <a:pt x="0" y="2"/>
                    <a:pt x="0" y="3"/>
                  </a:cubicBezTo>
                  <a:cubicBezTo>
                    <a:pt x="4" y="21"/>
                    <a:pt x="20" y="28"/>
                    <a:pt x="30" y="41"/>
                  </a:cubicBezTo>
                  <a:cubicBezTo>
                    <a:pt x="40" y="54"/>
                    <a:pt x="53" y="63"/>
                    <a:pt x="69" y="55"/>
                  </a:cubicBezTo>
                  <a:cubicBezTo>
                    <a:pt x="70" y="55"/>
                    <a:pt x="70" y="54"/>
                    <a:pt x="70" y="54"/>
                  </a:cubicBezTo>
                  <a:cubicBezTo>
                    <a:pt x="70" y="53"/>
                    <a:pt x="71" y="53"/>
                    <a:pt x="71" y="52"/>
                  </a:cubicBezTo>
                  <a:cubicBezTo>
                    <a:pt x="71" y="52"/>
                    <a:pt x="70" y="51"/>
                    <a:pt x="70" y="50"/>
                  </a:cubicBezTo>
                  <a:lnTo>
                    <a:pt x="69"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2"/>
            <p:cNvSpPr/>
            <p:nvPr/>
          </p:nvSpPr>
          <p:spPr>
            <a:xfrm>
              <a:off x="8673840" y="4579200"/>
              <a:ext cx="25920" cy="21960"/>
            </a:xfrm>
            <a:custGeom>
              <a:rect b="b" l="l" r="r" t="t"/>
              <a:pathLst>
                <a:path extrusionOk="0" h="61" w="72">
                  <a:moveTo>
                    <a:pt x="65" y="60"/>
                  </a:moveTo>
                  <a:cubicBezTo>
                    <a:pt x="66" y="60"/>
                    <a:pt x="66" y="60"/>
                    <a:pt x="67" y="60"/>
                  </a:cubicBezTo>
                  <a:cubicBezTo>
                    <a:pt x="67" y="60"/>
                    <a:pt x="68" y="60"/>
                    <a:pt x="69" y="59"/>
                  </a:cubicBezTo>
                  <a:cubicBezTo>
                    <a:pt x="69" y="59"/>
                    <a:pt x="70" y="59"/>
                    <a:pt x="70" y="58"/>
                  </a:cubicBezTo>
                  <a:cubicBezTo>
                    <a:pt x="71" y="57"/>
                    <a:pt x="71" y="57"/>
                    <a:pt x="71" y="56"/>
                  </a:cubicBezTo>
                  <a:cubicBezTo>
                    <a:pt x="71" y="56"/>
                    <a:pt x="71" y="55"/>
                    <a:pt x="70" y="55"/>
                  </a:cubicBezTo>
                  <a:cubicBezTo>
                    <a:pt x="63" y="30"/>
                    <a:pt x="31" y="14"/>
                    <a:pt x="10" y="2"/>
                  </a:cubicBezTo>
                  <a:cubicBezTo>
                    <a:pt x="6" y="0"/>
                    <a:pt x="0" y="6"/>
                    <a:pt x="4" y="10"/>
                  </a:cubicBezTo>
                  <a:cubicBezTo>
                    <a:pt x="20" y="29"/>
                    <a:pt x="39" y="45"/>
                    <a:pt x="60" y="57"/>
                  </a:cubicBezTo>
                  <a:cubicBezTo>
                    <a:pt x="62" y="59"/>
                    <a:pt x="63" y="59"/>
                    <a:pt x="65"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2"/>
            <p:cNvSpPr/>
            <p:nvPr/>
          </p:nvSpPr>
          <p:spPr>
            <a:xfrm>
              <a:off x="8722800" y="4613400"/>
              <a:ext cx="74520" cy="60480"/>
            </a:xfrm>
            <a:custGeom>
              <a:rect b="b" l="l" r="r" t="t"/>
              <a:pathLst>
                <a:path extrusionOk="0" h="168" w="207">
                  <a:moveTo>
                    <a:pt x="197" y="164"/>
                  </a:moveTo>
                  <a:cubicBezTo>
                    <a:pt x="197" y="165"/>
                    <a:pt x="198" y="165"/>
                    <a:pt x="198" y="165"/>
                  </a:cubicBezTo>
                  <a:cubicBezTo>
                    <a:pt x="199" y="166"/>
                    <a:pt x="198" y="166"/>
                    <a:pt x="199" y="166"/>
                  </a:cubicBezTo>
                  <a:cubicBezTo>
                    <a:pt x="201" y="167"/>
                    <a:pt x="200" y="167"/>
                    <a:pt x="201" y="167"/>
                  </a:cubicBezTo>
                  <a:cubicBezTo>
                    <a:pt x="202" y="167"/>
                    <a:pt x="203" y="167"/>
                    <a:pt x="203" y="166"/>
                  </a:cubicBezTo>
                  <a:cubicBezTo>
                    <a:pt x="204" y="166"/>
                    <a:pt x="205" y="166"/>
                    <a:pt x="205" y="165"/>
                  </a:cubicBezTo>
                  <a:cubicBezTo>
                    <a:pt x="206" y="164"/>
                    <a:pt x="205" y="164"/>
                    <a:pt x="205" y="163"/>
                  </a:cubicBezTo>
                  <a:lnTo>
                    <a:pt x="205" y="162"/>
                  </a:lnTo>
                  <a:cubicBezTo>
                    <a:pt x="200" y="125"/>
                    <a:pt x="154" y="103"/>
                    <a:pt x="128" y="81"/>
                  </a:cubicBezTo>
                  <a:cubicBezTo>
                    <a:pt x="108" y="64"/>
                    <a:pt x="87" y="48"/>
                    <a:pt x="64" y="34"/>
                  </a:cubicBezTo>
                  <a:cubicBezTo>
                    <a:pt x="50" y="26"/>
                    <a:pt x="17" y="17"/>
                    <a:pt x="7" y="3"/>
                  </a:cubicBezTo>
                  <a:cubicBezTo>
                    <a:pt x="5" y="0"/>
                    <a:pt x="0" y="3"/>
                    <a:pt x="2" y="7"/>
                  </a:cubicBezTo>
                  <a:cubicBezTo>
                    <a:pt x="2" y="8"/>
                    <a:pt x="2" y="8"/>
                    <a:pt x="3" y="9"/>
                  </a:cubicBezTo>
                  <a:cubicBezTo>
                    <a:pt x="6" y="14"/>
                    <a:pt x="10" y="18"/>
                    <a:pt x="14" y="20"/>
                  </a:cubicBezTo>
                  <a:cubicBezTo>
                    <a:pt x="16" y="21"/>
                    <a:pt x="18" y="22"/>
                    <a:pt x="21" y="23"/>
                  </a:cubicBezTo>
                  <a:cubicBezTo>
                    <a:pt x="29" y="27"/>
                    <a:pt x="36" y="31"/>
                    <a:pt x="44" y="36"/>
                  </a:cubicBezTo>
                  <a:cubicBezTo>
                    <a:pt x="60" y="45"/>
                    <a:pt x="75" y="55"/>
                    <a:pt x="90" y="67"/>
                  </a:cubicBezTo>
                  <a:cubicBezTo>
                    <a:pt x="108" y="80"/>
                    <a:pt x="124" y="96"/>
                    <a:pt x="142" y="109"/>
                  </a:cubicBezTo>
                  <a:cubicBezTo>
                    <a:pt x="165" y="123"/>
                    <a:pt x="184" y="142"/>
                    <a:pt x="197"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2"/>
            <p:cNvSpPr/>
            <p:nvPr/>
          </p:nvSpPr>
          <p:spPr>
            <a:xfrm>
              <a:off x="8731080" y="4582800"/>
              <a:ext cx="82080" cy="68040"/>
            </a:xfrm>
            <a:custGeom>
              <a:rect b="b" l="l" r="r" t="t"/>
              <a:pathLst>
                <a:path extrusionOk="0" h="189" w="228">
                  <a:moveTo>
                    <a:pt x="220" y="187"/>
                  </a:moveTo>
                  <a:cubicBezTo>
                    <a:pt x="221" y="188"/>
                    <a:pt x="222" y="188"/>
                    <a:pt x="222" y="188"/>
                  </a:cubicBezTo>
                  <a:cubicBezTo>
                    <a:pt x="223" y="188"/>
                    <a:pt x="223" y="188"/>
                    <a:pt x="224" y="187"/>
                  </a:cubicBezTo>
                  <a:cubicBezTo>
                    <a:pt x="225" y="186"/>
                    <a:pt x="225" y="187"/>
                    <a:pt x="226" y="186"/>
                  </a:cubicBezTo>
                  <a:cubicBezTo>
                    <a:pt x="227" y="185"/>
                    <a:pt x="226" y="185"/>
                    <a:pt x="226" y="184"/>
                  </a:cubicBezTo>
                  <a:cubicBezTo>
                    <a:pt x="226" y="183"/>
                    <a:pt x="226" y="182"/>
                    <a:pt x="226" y="182"/>
                  </a:cubicBezTo>
                  <a:cubicBezTo>
                    <a:pt x="226" y="182"/>
                    <a:pt x="226" y="181"/>
                    <a:pt x="225" y="181"/>
                  </a:cubicBezTo>
                  <a:cubicBezTo>
                    <a:pt x="197" y="146"/>
                    <a:pt x="166" y="112"/>
                    <a:pt x="132" y="82"/>
                  </a:cubicBezTo>
                  <a:cubicBezTo>
                    <a:pt x="116" y="69"/>
                    <a:pt x="100" y="57"/>
                    <a:pt x="83" y="46"/>
                  </a:cubicBezTo>
                  <a:cubicBezTo>
                    <a:pt x="71" y="37"/>
                    <a:pt x="59" y="29"/>
                    <a:pt x="46" y="21"/>
                  </a:cubicBezTo>
                  <a:cubicBezTo>
                    <a:pt x="32" y="13"/>
                    <a:pt x="17" y="6"/>
                    <a:pt x="2" y="0"/>
                  </a:cubicBezTo>
                  <a:cubicBezTo>
                    <a:pt x="1" y="0"/>
                    <a:pt x="1" y="0"/>
                    <a:pt x="1" y="0"/>
                  </a:cubicBezTo>
                  <a:cubicBezTo>
                    <a:pt x="1" y="0"/>
                    <a:pt x="0" y="0"/>
                    <a:pt x="0" y="1"/>
                  </a:cubicBezTo>
                  <a:cubicBezTo>
                    <a:pt x="0" y="2"/>
                    <a:pt x="0" y="2"/>
                    <a:pt x="0" y="2"/>
                  </a:cubicBezTo>
                  <a:cubicBezTo>
                    <a:pt x="0" y="2"/>
                    <a:pt x="0" y="3"/>
                    <a:pt x="1" y="3"/>
                  </a:cubicBezTo>
                  <a:cubicBezTo>
                    <a:pt x="20" y="12"/>
                    <a:pt x="35" y="31"/>
                    <a:pt x="53" y="41"/>
                  </a:cubicBezTo>
                  <a:cubicBezTo>
                    <a:pt x="58" y="44"/>
                    <a:pt x="64" y="47"/>
                    <a:pt x="69" y="50"/>
                  </a:cubicBezTo>
                  <a:cubicBezTo>
                    <a:pt x="91" y="63"/>
                    <a:pt x="112" y="79"/>
                    <a:pt x="129" y="98"/>
                  </a:cubicBezTo>
                  <a:cubicBezTo>
                    <a:pt x="139" y="108"/>
                    <a:pt x="150" y="118"/>
                    <a:pt x="161" y="128"/>
                  </a:cubicBezTo>
                  <a:cubicBezTo>
                    <a:pt x="179" y="149"/>
                    <a:pt x="199" y="169"/>
                    <a:pt x="220"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2"/>
            <p:cNvSpPr/>
            <p:nvPr/>
          </p:nvSpPr>
          <p:spPr>
            <a:xfrm>
              <a:off x="8654760" y="4494600"/>
              <a:ext cx="41400" cy="25200"/>
            </a:xfrm>
            <a:custGeom>
              <a:rect b="b" l="l" r="r" t="t"/>
              <a:pathLst>
                <a:path extrusionOk="0" h="70" w="115">
                  <a:moveTo>
                    <a:pt x="110" y="63"/>
                  </a:moveTo>
                  <a:cubicBezTo>
                    <a:pt x="113" y="63"/>
                    <a:pt x="114" y="58"/>
                    <a:pt x="110" y="57"/>
                  </a:cubicBezTo>
                  <a:cubicBezTo>
                    <a:pt x="97" y="52"/>
                    <a:pt x="85" y="46"/>
                    <a:pt x="72" y="39"/>
                  </a:cubicBezTo>
                  <a:cubicBezTo>
                    <a:pt x="69" y="37"/>
                    <a:pt x="64" y="34"/>
                    <a:pt x="60" y="32"/>
                  </a:cubicBezTo>
                  <a:cubicBezTo>
                    <a:pt x="50" y="27"/>
                    <a:pt x="40" y="22"/>
                    <a:pt x="30" y="17"/>
                  </a:cubicBezTo>
                  <a:cubicBezTo>
                    <a:pt x="23" y="12"/>
                    <a:pt x="16" y="8"/>
                    <a:pt x="9" y="3"/>
                  </a:cubicBezTo>
                  <a:cubicBezTo>
                    <a:pt x="5" y="0"/>
                    <a:pt x="0" y="6"/>
                    <a:pt x="4" y="9"/>
                  </a:cubicBezTo>
                  <a:cubicBezTo>
                    <a:pt x="17" y="20"/>
                    <a:pt x="31" y="30"/>
                    <a:pt x="45" y="38"/>
                  </a:cubicBezTo>
                  <a:cubicBezTo>
                    <a:pt x="49" y="40"/>
                    <a:pt x="51" y="42"/>
                    <a:pt x="55" y="44"/>
                  </a:cubicBezTo>
                  <a:cubicBezTo>
                    <a:pt x="71" y="53"/>
                    <a:pt x="91" y="69"/>
                    <a:pt x="110"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2"/>
            <p:cNvSpPr/>
            <p:nvPr/>
          </p:nvSpPr>
          <p:spPr>
            <a:xfrm>
              <a:off x="8743320" y="4547880"/>
              <a:ext cx="98640" cy="86040"/>
            </a:xfrm>
            <a:custGeom>
              <a:rect b="b" l="l" r="r" t="t"/>
              <a:pathLst>
                <a:path extrusionOk="0" h="239" w="274">
                  <a:moveTo>
                    <a:pt x="264" y="235"/>
                  </a:moveTo>
                  <a:cubicBezTo>
                    <a:pt x="268" y="238"/>
                    <a:pt x="273" y="232"/>
                    <a:pt x="270" y="228"/>
                  </a:cubicBezTo>
                  <a:cubicBezTo>
                    <a:pt x="235" y="180"/>
                    <a:pt x="193" y="137"/>
                    <a:pt x="145" y="102"/>
                  </a:cubicBezTo>
                  <a:cubicBezTo>
                    <a:pt x="129" y="89"/>
                    <a:pt x="115" y="75"/>
                    <a:pt x="100" y="62"/>
                  </a:cubicBezTo>
                  <a:cubicBezTo>
                    <a:pt x="72" y="39"/>
                    <a:pt x="37" y="27"/>
                    <a:pt x="9" y="3"/>
                  </a:cubicBezTo>
                  <a:cubicBezTo>
                    <a:pt x="5" y="0"/>
                    <a:pt x="0" y="6"/>
                    <a:pt x="4" y="9"/>
                  </a:cubicBezTo>
                  <a:cubicBezTo>
                    <a:pt x="24" y="27"/>
                    <a:pt x="45" y="43"/>
                    <a:pt x="67" y="59"/>
                  </a:cubicBezTo>
                  <a:cubicBezTo>
                    <a:pt x="87" y="74"/>
                    <a:pt x="106" y="92"/>
                    <a:pt x="126" y="108"/>
                  </a:cubicBezTo>
                  <a:cubicBezTo>
                    <a:pt x="178" y="145"/>
                    <a:pt x="217" y="193"/>
                    <a:pt x="264" y="2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2"/>
            <p:cNvSpPr/>
            <p:nvPr/>
          </p:nvSpPr>
          <p:spPr>
            <a:xfrm>
              <a:off x="8845560" y="4609080"/>
              <a:ext cx="41760" cy="77040"/>
            </a:xfrm>
            <a:custGeom>
              <a:rect b="b" l="l" r="r" t="t"/>
              <a:pathLst>
                <a:path extrusionOk="0" h="214" w="116">
                  <a:moveTo>
                    <a:pt x="1" y="3"/>
                  </a:moveTo>
                  <a:cubicBezTo>
                    <a:pt x="20" y="37"/>
                    <a:pt x="39" y="70"/>
                    <a:pt x="57" y="104"/>
                  </a:cubicBezTo>
                  <a:lnTo>
                    <a:pt x="57" y="105"/>
                  </a:lnTo>
                  <a:cubicBezTo>
                    <a:pt x="76" y="138"/>
                    <a:pt x="92" y="173"/>
                    <a:pt x="102" y="210"/>
                  </a:cubicBezTo>
                  <a:cubicBezTo>
                    <a:pt x="102" y="210"/>
                    <a:pt x="102" y="211"/>
                    <a:pt x="103" y="211"/>
                  </a:cubicBezTo>
                  <a:lnTo>
                    <a:pt x="104" y="212"/>
                  </a:lnTo>
                  <a:cubicBezTo>
                    <a:pt x="105" y="212"/>
                    <a:pt x="105" y="213"/>
                    <a:pt x="106" y="213"/>
                  </a:cubicBezTo>
                  <a:cubicBezTo>
                    <a:pt x="107" y="213"/>
                    <a:pt x="107" y="213"/>
                    <a:pt x="108" y="212"/>
                  </a:cubicBezTo>
                  <a:lnTo>
                    <a:pt x="109" y="211"/>
                  </a:lnTo>
                  <a:lnTo>
                    <a:pt x="109" y="210"/>
                  </a:lnTo>
                  <a:cubicBezTo>
                    <a:pt x="115" y="177"/>
                    <a:pt x="90" y="150"/>
                    <a:pt x="76" y="122"/>
                  </a:cubicBezTo>
                  <a:cubicBezTo>
                    <a:pt x="69" y="109"/>
                    <a:pt x="62" y="97"/>
                    <a:pt x="55" y="84"/>
                  </a:cubicBezTo>
                  <a:cubicBezTo>
                    <a:pt x="39" y="56"/>
                    <a:pt x="22" y="29"/>
                    <a:pt x="4" y="2"/>
                  </a:cubicBezTo>
                  <a:cubicBezTo>
                    <a:pt x="3" y="0"/>
                    <a:pt x="0" y="2"/>
                    <a:pt x="1"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2"/>
            <p:cNvSpPr/>
            <p:nvPr/>
          </p:nvSpPr>
          <p:spPr>
            <a:xfrm>
              <a:off x="8857800" y="4598280"/>
              <a:ext cx="28080" cy="40320"/>
            </a:xfrm>
            <a:custGeom>
              <a:rect b="b" l="l" r="r" t="t"/>
              <a:pathLst>
                <a:path extrusionOk="0" h="112" w="78">
                  <a:moveTo>
                    <a:pt x="37" y="72"/>
                  </a:moveTo>
                  <a:cubicBezTo>
                    <a:pt x="43" y="86"/>
                    <a:pt x="55" y="110"/>
                    <a:pt x="71" y="111"/>
                  </a:cubicBezTo>
                  <a:cubicBezTo>
                    <a:pt x="72" y="111"/>
                    <a:pt x="72" y="111"/>
                    <a:pt x="72" y="111"/>
                  </a:cubicBezTo>
                  <a:cubicBezTo>
                    <a:pt x="73" y="111"/>
                    <a:pt x="73" y="111"/>
                    <a:pt x="74" y="110"/>
                  </a:cubicBezTo>
                  <a:cubicBezTo>
                    <a:pt x="75" y="109"/>
                    <a:pt x="75" y="110"/>
                    <a:pt x="76" y="109"/>
                  </a:cubicBezTo>
                  <a:cubicBezTo>
                    <a:pt x="77" y="108"/>
                    <a:pt x="76" y="107"/>
                    <a:pt x="76" y="106"/>
                  </a:cubicBezTo>
                  <a:cubicBezTo>
                    <a:pt x="76" y="106"/>
                    <a:pt x="77" y="105"/>
                    <a:pt x="76" y="104"/>
                  </a:cubicBezTo>
                  <a:cubicBezTo>
                    <a:pt x="75" y="103"/>
                    <a:pt x="75" y="104"/>
                    <a:pt x="75" y="104"/>
                  </a:cubicBezTo>
                  <a:cubicBezTo>
                    <a:pt x="62" y="89"/>
                    <a:pt x="51" y="73"/>
                    <a:pt x="41" y="56"/>
                  </a:cubicBezTo>
                  <a:cubicBezTo>
                    <a:pt x="34" y="44"/>
                    <a:pt x="24" y="35"/>
                    <a:pt x="17" y="22"/>
                  </a:cubicBezTo>
                  <a:cubicBezTo>
                    <a:pt x="16" y="19"/>
                    <a:pt x="14" y="15"/>
                    <a:pt x="12" y="12"/>
                  </a:cubicBezTo>
                  <a:cubicBezTo>
                    <a:pt x="10" y="8"/>
                    <a:pt x="8" y="5"/>
                    <a:pt x="5" y="2"/>
                  </a:cubicBezTo>
                  <a:cubicBezTo>
                    <a:pt x="5" y="1"/>
                    <a:pt x="5" y="1"/>
                    <a:pt x="5" y="1"/>
                  </a:cubicBezTo>
                  <a:cubicBezTo>
                    <a:pt x="4" y="1"/>
                    <a:pt x="4" y="0"/>
                    <a:pt x="3" y="0"/>
                  </a:cubicBezTo>
                  <a:lnTo>
                    <a:pt x="2" y="1"/>
                  </a:lnTo>
                  <a:cubicBezTo>
                    <a:pt x="1" y="1"/>
                    <a:pt x="2" y="1"/>
                    <a:pt x="1" y="2"/>
                  </a:cubicBezTo>
                  <a:cubicBezTo>
                    <a:pt x="0" y="3"/>
                    <a:pt x="0" y="3"/>
                    <a:pt x="0" y="3"/>
                  </a:cubicBezTo>
                  <a:cubicBezTo>
                    <a:pt x="0" y="4"/>
                    <a:pt x="0" y="4"/>
                    <a:pt x="1" y="5"/>
                  </a:cubicBezTo>
                  <a:cubicBezTo>
                    <a:pt x="8" y="15"/>
                    <a:pt x="10" y="27"/>
                    <a:pt x="16" y="38"/>
                  </a:cubicBezTo>
                  <a:cubicBezTo>
                    <a:pt x="21" y="44"/>
                    <a:pt x="25" y="51"/>
                    <a:pt x="29" y="58"/>
                  </a:cubicBezTo>
                  <a:cubicBezTo>
                    <a:pt x="32" y="63"/>
                    <a:pt x="34" y="68"/>
                    <a:pt x="37"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2"/>
            <p:cNvSpPr/>
            <p:nvPr/>
          </p:nvSpPr>
          <p:spPr>
            <a:xfrm>
              <a:off x="8648640" y="4436280"/>
              <a:ext cx="276840" cy="84600"/>
            </a:xfrm>
            <a:custGeom>
              <a:rect b="b" l="l" r="r" t="t"/>
              <a:pathLst>
                <a:path extrusionOk="0" h="235" w="769">
                  <a:moveTo>
                    <a:pt x="451" y="105"/>
                  </a:moveTo>
                  <a:cubicBezTo>
                    <a:pt x="445" y="99"/>
                    <a:pt x="437" y="108"/>
                    <a:pt x="442" y="114"/>
                  </a:cubicBezTo>
                  <a:cubicBezTo>
                    <a:pt x="458" y="130"/>
                    <a:pt x="475" y="145"/>
                    <a:pt x="495" y="156"/>
                  </a:cubicBezTo>
                  <a:cubicBezTo>
                    <a:pt x="500" y="159"/>
                    <a:pt x="504" y="161"/>
                    <a:pt x="509" y="164"/>
                  </a:cubicBezTo>
                  <a:cubicBezTo>
                    <a:pt x="485" y="160"/>
                    <a:pt x="459" y="160"/>
                    <a:pt x="439" y="157"/>
                  </a:cubicBezTo>
                  <a:cubicBezTo>
                    <a:pt x="422" y="154"/>
                    <a:pt x="405" y="150"/>
                    <a:pt x="389" y="145"/>
                  </a:cubicBezTo>
                  <a:lnTo>
                    <a:pt x="387" y="145"/>
                  </a:lnTo>
                  <a:cubicBezTo>
                    <a:pt x="378" y="142"/>
                    <a:pt x="369" y="138"/>
                    <a:pt x="360" y="134"/>
                  </a:cubicBezTo>
                  <a:cubicBezTo>
                    <a:pt x="333" y="121"/>
                    <a:pt x="313" y="97"/>
                    <a:pt x="287" y="81"/>
                  </a:cubicBezTo>
                  <a:cubicBezTo>
                    <a:pt x="282" y="78"/>
                    <a:pt x="277" y="86"/>
                    <a:pt x="281" y="89"/>
                  </a:cubicBezTo>
                  <a:cubicBezTo>
                    <a:pt x="295" y="99"/>
                    <a:pt x="301" y="118"/>
                    <a:pt x="316" y="128"/>
                  </a:cubicBezTo>
                  <a:cubicBezTo>
                    <a:pt x="284" y="122"/>
                    <a:pt x="254" y="112"/>
                    <a:pt x="224" y="100"/>
                  </a:cubicBezTo>
                  <a:cubicBezTo>
                    <a:pt x="178" y="78"/>
                    <a:pt x="120" y="50"/>
                    <a:pt x="92" y="4"/>
                  </a:cubicBezTo>
                  <a:cubicBezTo>
                    <a:pt x="90" y="0"/>
                    <a:pt x="82" y="3"/>
                    <a:pt x="84" y="8"/>
                  </a:cubicBezTo>
                  <a:cubicBezTo>
                    <a:pt x="86" y="12"/>
                    <a:pt x="89" y="17"/>
                    <a:pt x="91" y="21"/>
                  </a:cubicBezTo>
                  <a:cubicBezTo>
                    <a:pt x="108" y="48"/>
                    <a:pt x="129" y="71"/>
                    <a:pt x="156" y="87"/>
                  </a:cubicBezTo>
                  <a:cubicBezTo>
                    <a:pt x="161" y="89"/>
                    <a:pt x="165" y="91"/>
                    <a:pt x="169" y="93"/>
                  </a:cubicBezTo>
                  <a:cubicBezTo>
                    <a:pt x="148" y="87"/>
                    <a:pt x="126" y="83"/>
                    <a:pt x="104" y="80"/>
                  </a:cubicBezTo>
                  <a:cubicBezTo>
                    <a:pt x="66" y="76"/>
                    <a:pt x="38" y="78"/>
                    <a:pt x="6" y="53"/>
                  </a:cubicBezTo>
                  <a:cubicBezTo>
                    <a:pt x="3" y="51"/>
                    <a:pt x="0" y="56"/>
                    <a:pt x="3" y="58"/>
                  </a:cubicBezTo>
                  <a:cubicBezTo>
                    <a:pt x="10" y="64"/>
                    <a:pt x="17" y="69"/>
                    <a:pt x="25" y="74"/>
                  </a:cubicBezTo>
                  <a:cubicBezTo>
                    <a:pt x="42" y="83"/>
                    <a:pt x="62" y="90"/>
                    <a:pt x="81" y="91"/>
                  </a:cubicBezTo>
                  <a:cubicBezTo>
                    <a:pt x="122" y="92"/>
                    <a:pt x="162" y="109"/>
                    <a:pt x="201" y="108"/>
                  </a:cubicBezTo>
                  <a:cubicBezTo>
                    <a:pt x="250" y="128"/>
                    <a:pt x="307" y="153"/>
                    <a:pt x="360" y="155"/>
                  </a:cubicBezTo>
                  <a:cubicBezTo>
                    <a:pt x="367" y="158"/>
                    <a:pt x="373" y="162"/>
                    <a:pt x="380" y="165"/>
                  </a:cubicBezTo>
                  <a:cubicBezTo>
                    <a:pt x="436" y="190"/>
                    <a:pt x="505" y="183"/>
                    <a:pt x="564" y="194"/>
                  </a:cubicBezTo>
                  <a:lnTo>
                    <a:pt x="565" y="194"/>
                  </a:lnTo>
                  <a:cubicBezTo>
                    <a:pt x="566" y="194"/>
                    <a:pt x="566" y="193"/>
                    <a:pt x="567" y="193"/>
                  </a:cubicBezTo>
                  <a:cubicBezTo>
                    <a:pt x="568" y="192"/>
                    <a:pt x="568" y="193"/>
                    <a:pt x="569" y="192"/>
                  </a:cubicBezTo>
                  <a:cubicBezTo>
                    <a:pt x="570" y="191"/>
                    <a:pt x="569" y="190"/>
                    <a:pt x="569" y="189"/>
                  </a:cubicBezTo>
                  <a:cubicBezTo>
                    <a:pt x="583" y="194"/>
                    <a:pt x="597" y="199"/>
                    <a:pt x="611" y="203"/>
                  </a:cubicBezTo>
                  <a:cubicBezTo>
                    <a:pt x="659" y="218"/>
                    <a:pt x="712" y="215"/>
                    <a:pt x="759" y="234"/>
                  </a:cubicBezTo>
                  <a:cubicBezTo>
                    <a:pt x="760" y="234"/>
                    <a:pt x="760" y="234"/>
                    <a:pt x="761" y="234"/>
                  </a:cubicBezTo>
                  <a:cubicBezTo>
                    <a:pt x="762" y="234"/>
                    <a:pt x="764" y="233"/>
                    <a:pt x="765" y="233"/>
                  </a:cubicBezTo>
                  <a:cubicBezTo>
                    <a:pt x="766" y="232"/>
                    <a:pt x="767" y="232"/>
                    <a:pt x="767" y="231"/>
                  </a:cubicBezTo>
                  <a:cubicBezTo>
                    <a:pt x="768" y="230"/>
                    <a:pt x="768" y="229"/>
                    <a:pt x="768" y="229"/>
                  </a:cubicBezTo>
                  <a:lnTo>
                    <a:pt x="768" y="222"/>
                  </a:lnTo>
                  <a:cubicBezTo>
                    <a:pt x="768" y="220"/>
                    <a:pt x="767" y="218"/>
                    <a:pt x="766" y="216"/>
                  </a:cubicBezTo>
                  <a:cubicBezTo>
                    <a:pt x="766" y="215"/>
                    <a:pt x="764" y="214"/>
                    <a:pt x="763" y="213"/>
                  </a:cubicBezTo>
                  <a:cubicBezTo>
                    <a:pt x="736" y="197"/>
                    <a:pt x="693" y="195"/>
                    <a:pt x="662" y="190"/>
                  </a:cubicBezTo>
                  <a:cubicBezTo>
                    <a:pt x="593" y="180"/>
                    <a:pt x="501" y="156"/>
                    <a:pt x="451"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2"/>
            <p:cNvSpPr/>
            <p:nvPr/>
          </p:nvSpPr>
          <p:spPr>
            <a:xfrm>
              <a:off x="8083080" y="4401720"/>
              <a:ext cx="48960" cy="34200"/>
            </a:xfrm>
            <a:custGeom>
              <a:rect b="b" l="l" r="r" t="t"/>
              <a:pathLst>
                <a:path extrusionOk="0" h="95" w="136">
                  <a:moveTo>
                    <a:pt x="5" y="10"/>
                  </a:moveTo>
                  <a:cubicBezTo>
                    <a:pt x="6" y="7"/>
                    <a:pt x="27" y="24"/>
                    <a:pt x="31" y="25"/>
                  </a:cubicBezTo>
                  <a:cubicBezTo>
                    <a:pt x="32" y="26"/>
                    <a:pt x="33" y="27"/>
                    <a:pt x="35" y="28"/>
                  </a:cubicBezTo>
                  <a:cubicBezTo>
                    <a:pt x="46" y="34"/>
                    <a:pt x="55" y="42"/>
                    <a:pt x="64" y="51"/>
                  </a:cubicBezTo>
                  <a:cubicBezTo>
                    <a:pt x="83" y="69"/>
                    <a:pt x="103" y="94"/>
                    <a:pt x="132" y="85"/>
                  </a:cubicBezTo>
                  <a:cubicBezTo>
                    <a:pt x="133" y="85"/>
                    <a:pt x="133" y="85"/>
                    <a:pt x="133" y="85"/>
                  </a:cubicBezTo>
                  <a:cubicBezTo>
                    <a:pt x="134" y="85"/>
                    <a:pt x="134" y="84"/>
                    <a:pt x="134" y="84"/>
                  </a:cubicBezTo>
                  <a:cubicBezTo>
                    <a:pt x="135" y="83"/>
                    <a:pt x="135" y="82"/>
                    <a:pt x="135" y="82"/>
                  </a:cubicBezTo>
                  <a:cubicBezTo>
                    <a:pt x="135" y="81"/>
                    <a:pt x="135" y="81"/>
                    <a:pt x="134" y="80"/>
                  </a:cubicBezTo>
                  <a:cubicBezTo>
                    <a:pt x="133" y="79"/>
                    <a:pt x="134" y="80"/>
                    <a:pt x="133" y="79"/>
                  </a:cubicBezTo>
                  <a:cubicBezTo>
                    <a:pt x="132" y="78"/>
                    <a:pt x="133" y="78"/>
                    <a:pt x="132" y="78"/>
                  </a:cubicBezTo>
                  <a:cubicBezTo>
                    <a:pt x="125" y="75"/>
                    <a:pt x="117" y="71"/>
                    <a:pt x="110" y="67"/>
                  </a:cubicBezTo>
                  <a:cubicBezTo>
                    <a:pt x="101" y="62"/>
                    <a:pt x="92" y="56"/>
                    <a:pt x="83" y="49"/>
                  </a:cubicBezTo>
                  <a:cubicBezTo>
                    <a:pt x="73" y="37"/>
                    <a:pt x="61" y="27"/>
                    <a:pt x="48" y="18"/>
                  </a:cubicBezTo>
                  <a:cubicBezTo>
                    <a:pt x="40" y="16"/>
                    <a:pt x="33" y="12"/>
                    <a:pt x="26" y="8"/>
                  </a:cubicBezTo>
                  <a:cubicBezTo>
                    <a:pt x="24" y="7"/>
                    <a:pt x="22" y="6"/>
                    <a:pt x="21" y="5"/>
                  </a:cubicBezTo>
                  <a:cubicBezTo>
                    <a:pt x="19" y="4"/>
                    <a:pt x="18" y="4"/>
                    <a:pt x="17" y="3"/>
                  </a:cubicBezTo>
                  <a:cubicBezTo>
                    <a:pt x="15" y="1"/>
                    <a:pt x="12" y="0"/>
                    <a:pt x="9" y="0"/>
                  </a:cubicBezTo>
                  <a:cubicBezTo>
                    <a:pt x="3" y="0"/>
                    <a:pt x="0" y="2"/>
                    <a:pt x="0" y="8"/>
                  </a:cubicBezTo>
                  <a:lnTo>
                    <a:pt x="0" y="9"/>
                  </a:lnTo>
                  <a:lnTo>
                    <a:pt x="0" y="10"/>
                  </a:lnTo>
                  <a:cubicBezTo>
                    <a:pt x="0" y="11"/>
                    <a:pt x="1" y="11"/>
                    <a:pt x="1" y="11"/>
                  </a:cubicBezTo>
                  <a:lnTo>
                    <a:pt x="2" y="11"/>
                  </a:lnTo>
                  <a:cubicBezTo>
                    <a:pt x="3" y="11"/>
                    <a:pt x="3" y="11"/>
                    <a:pt x="3" y="11"/>
                  </a:cubicBezTo>
                  <a:cubicBezTo>
                    <a:pt x="4" y="11"/>
                    <a:pt x="4" y="11"/>
                    <a:pt x="4" y="10"/>
                  </a:cubicBezTo>
                  <a:lnTo>
                    <a:pt x="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2"/>
            <p:cNvSpPr/>
            <p:nvPr/>
          </p:nvSpPr>
          <p:spPr>
            <a:xfrm>
              <a:off x="8142120" y="4442760"/>
              <a:ext cx="23040" cy="16920"/>
            </a:xfrm>
            <a:custGeom>
              <a:rect b="b" l="l" r="r" t="t"/>
              <a:pathLst>
                <a:path extrusionOk="0" h="47" w="64">
                  <a:moveTo>
                    <a:pt x="4" y="3"/>
                  </a:moveTo>
                  <a:cubicBezTo>
                    <a:pt x="0" y="3"/>
                    <a:pt x="0" y="12"/>
                    <a:pt x="4" y="12"/>
                  </a:cubicBezTo>
                  <a:cubicBezTo>
                    <a:pt x="9" y="13"/>
                    <a:pt x="11" y="19"/>
                    <a:pt x="14" y="22"/>
                  </a:cubicBezTo>
                  <a:cubicBezTo>
                    <a:pt x="18" y="25"/>
                    <a:pt x="21" y="28"/>
                    <a:pt x="25" y="31"/>
                  </a:cubicBezTo>
                  <a:cubicBezTo>
                    <a:pt x="29" y="35"/>
                    <a:pt x="34" y="38"/>
                    <a:pt x="39" y="41"/>
                  </a:cubicBezTo>
                  <a:cubicBezTo>
                    <a:pt x="42" y="43"/>
                    <a:pt x="45" y="45"/>
                    <a:pt x="49" y="46"/>
                  </a:cubicBezTo>
                  <a:lnTo>
                    <a:pt x="50" y="46"/>
                  </a:lnTo>
                  <a:cubicBezTo>
                    <a:pt x="51" y="46"/>
                    <a:pt x="52" y="46"/>
                    <a:pt x="52" y="46"/>
                  </a:cubicBezTo>
                  <a:cubicBezTo>
                    <a:pt x="53" y="45"/>
                    <a:pt x="53" y="45"/>
                    <a:pt x="54" y="44"/>
                  </a:cubicBezTo>
                  <a:cubicBezTo>
                    <a:pt x="63" y="32"/>
                    <a:pt x="41" y="23"/>
                    <a:pt x="33" y="18"/>
                  </a:cubicBezTo>
                  <a:cubicBezTo>
                    <a:pt x="26" y="14"/>
                    <a:pt x="16" y="0"/>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2"/>
            <p:cNvSpPr/>
            <p:nvPr/>
          </p:nvSpPr>
          <p:spPr>
            <a:xfrm>
              <a:off x="8169120" y="4465080"/>
              <a:ext cx="105120" cy="92880"/>
            </a:xfrm>
            <a:custGeom>
              <a:rect b="b" l="l" r="r" t="t"/>
              <a:pathLst>
                <a:path extrusionOk="0" h="258" w="292">
                  <a:moveTo>
                    <a:pt x="130" y="147"/>
                  </a:moveTo>
                  <a:cubicBezTo>
                    <a:pt x="148" y="166"/>
                    <a:pt x="169" y="182"/>
                    <a:pt x="192" y="196"/>
                  </a:cubicBezTo>
                  <a:cubicBezTo>
                    <a:pt x="221" y="217"/>
                    <a:pt x="251" y="236"/>
                    <a:pt x="282" y="255"/>
                  </a:cubicBezTo>
                  <a:cubicBezTo>
                    <a:pt x="287" y="257"/>
                    <a:pt x="291" y="251"/>
                    <a:pt x="289" y="247"/>
                  </a:cubicBezTo>
                  <a:cubicBezTo>
                    <a:pt x="251" y="189"/>
                    <a:pt x="171" y="165"/>
                    <a:pt x="124" y="112"/>
                  </a:cubicBezTo>
                  <a:cubicBezTo>
                    <a:pt x="91" y="74"/>
                    <a:pt x="51" y="24"/>
                    <a:pt x="6" y="0"/>
                  </a:cubicBezTo>
                  <a:cubicBezTo>
                    <a:pt x="6" y="0"/>
                    <a:pt x="5" y="0"/>
                    <a:pt x="4" y="0"/>
                  </a:cubicBezTo>
                  <a:cubicBezTo>
                    <a:pt x="3" y="0"/>
                    <a:pt x="3" y="0"/>
                    <a:pt x="2" y="0"/>
                  </a:cubicBezTo>
                  <a:cubicBezTo>
                    <a:pt x="1" y="1"/>
                    <a:pt x="1" y="1"/>
                    <a:pt x="0" y="2"/>
                  </a:cubicBezTo>
                  <a:cubicBezTo>
                    <a:pt x="0" y="2"/>
                    <a:pt x="0" y="3"/>
                    <a:pt x="0" y="4"/>
                  </a:cubicBezTo>
                  <a:cubicBezTo>
                    <a:pt x="0" y="5"/>
                    <a:pt x="0" y="6"/>
                    <a:pt x="0" y="6"/>
                  </a:cubicBezTo>
                  <a:cubicBezTo>
                    <a:pt x="0" y="7"/>
                    <a:pt x="1" y="7"/>
                    <a:pt x="1" y="7"/>
                  </a:cubicBezTo>
                  <a:cubicBezTo>
                    <a:pt x="43" y="55"/>
                    <a:pt x="87" y="100"/>
                    <a:pt x="13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2"/>
            <p:cNvSpPr/>
            <p:nvPr/>
          </p:nvSpPr>
          <p:spPr>
            <a:xfrm>
              <a:off x="7957440" y="2995920"/>
              <a:ext cx="8280" cy="11520"/>
            </a:xfrm>
            <a:custGeom>
              <a:rect b="b" l="l" r="r" t="t"/>
              <a:pathLst>
                <a:path extrusionOk="0" h="32" w="23">
                  <a:moveTo>
                    <a:pt x="3" y="16"/>
                  </a:moveTo>
                  <a:cubicBezTo>
                    <a:pt x="4" y="17"/>
                    <a:pt x="6" y="19"/>
                    <a:pt x="6" y="20"/>
                  </a:cubicBezTo>
                  <a:cubicBezTo>
                    <a:pt x="9" y="24"/>
                    <a:pt x="12" y="28"/>
                    <a:pt x="16" y="30"/>
                  </a:cubicBezTo>
                  <a:lnTo>
                    <a:pt x="16" y="31"/>
                  </a:lnTo>
                  <a:cubicBezTo>
                    <a:pt x="17" y="31"/>
                    <a:pt x="17" y="31"/>
                    <a:pt x="18" y="31"/>
                  </a:cubicBezTo>
                  <a:cubicBezTo>
                    <a:pt x="18" y="31"/>
                    <a:pt x="19" y="31"/>
                    <a:pt x="20" y="30"/>
                  </a:cubicBezTo>
                  <a:lnTo>
                    <a:pt x="21" y="29"/>
                  </a:lnTo>
                  <a:cubicBezTo>
                    <a:pt x="22" y="28"/>
                    <a:pt x="22" y="27"/>
                    <a:pt x="22" y="27"/>
                  </a:cubicBezTo>
                  <a:cubicBezTo>
                    <a:pt x="22" y="26"/>
                    <a:pt x="22" y="25"/>
                    <a:pt x="21" y="25"/>
                  </a:cubicBezTo>
                  <a:cubicBezTo>
                    <a:pt x="20" y="23"/>
                    <a:pt x="18" y="25"/>
                    <a:pt x="17" y="23"/>
                  </a:cubicBezTo>
                  <a:cubicBezTo>
                    <a:pt x="18" y="22"/>
                    <a:pt x="18" y="22"/>
                    <a:pt x="19" y="21"/>
                  </a:cubicBezTo>
                  <a:cubicBezTo>
                    <a:pt x="20" y="20"/>
                    <a:pt x="20" y="17"/>
                    <a:pt x="20" y="15"/>
                  </a:cubicBezTo>
                  <a:cubicBezTo>
                    <a:pt x="20" y="14"/>
                    <a:pt x="20" y="13"/>
                    <a:pt x="20" y="12"/>
                  </a:cubicBezTo>
                  <a:cubicBezTo>
                    <a:pt x="19" y="11"/>
                    <a:pt x="19" y="9"/>
                    <a:pt x="18" y="7"/>
                  </a:cubicBezTo>
                  <a:cubicBezTo>
                    <a:pt x="15" y="3"/>
                    <a:pt x="10" y="2"/>
                    <a:pt x="6" y="0"/>
                  </a:cubicBezTo>
                  <a:cubicBezTo>
                    <a:pt x="6" y="0"/>
                    <a:pt x="5" y="0"/>
                    <a:pt x="4" y="0"/>
                  </a:cubicBezTo>
                  <a:cubicBezTo>
                    <a:pt x="3" y="0"/>
                    <a:pt x="3" y="0"/>
                    <a:pt x="2" y="0"/>
                  </a:cubicBezTo>
                  <a:cubicBezTo>
                    <a:pt x="1" y="1"/>
                    <a:pt x="1" y="1"/>
                    <a:pt x="0" y="2"/>
                  </a:cubicBezTo>
                  <a:cubicBezTo>
                    <a:pt x="0" y="3"/>
                    <a:pt x="0" y="4"/>
                    <a:pt x="0" y="5"/>
                  </a:cubicBezTo>
                  <a:cubicBezTo>
                    <a:pt x="0" y="6"/>
                    <a:pt x="0" y="8"/>
                    <a:pt x="0" y="9"/>
                  </a:cubicBezTo>
                  <a:cubicBezTo>
                    <a:pt x="1" y="10"/>
                    <a:pt x="1" y="9"/>
                    <a:pt x="1" y="9"/>
                  </a:cubicBezTo>
                  <a:cubicBezTo>
                    <a:pt x="1" y="11"/>
                    <a:pt x="2" y="13"/>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2"/>
            <p:cNvSpPr/>
            <p:nvPr/>
          </p:nvSpPr>
          <p:spPr>
            <a:xfrm>
              <a:off x="8013960" y="2958120"/>
              <a:ext cx="9360" cy="16200"/>
            </a:xfrm>
            <a:custGeom>
              <a:rect b="b" l="l" r="r" t="t"/>
              <a:pathLst>
                <a:path extrusionOk="0" h="45" w="26">
                  <a:moveTo>
                    <a:pt x="15" y="42"/>
                  </a:moveTo>
                  <a:cubicBezTo>
                    <a:pt x="16" y="43"/>
                    <a:pt x="16" y="43"/>
                    <a:pt x="16" y="43"/>
                  </a:cubicBezTo>
                  <a:cubicBezTo>
                    <a:pt x="17" y="44"/>
                    <a:pt x="18" y="44"/>
                    <a:pt x="18" y="44"/>
                  </a:cubicBezTo>
                  <a:cubicBezTo>
                    <a:pt x="19" y="44"/>
                    <a:pt x="19" y="44"/>
                    <a:pt x="20" y="43"/>
                  </a:cubicBezTo>
                  <a:cubicBezTo>
                    <a:pt x="21" y="42"/>
                    <a:pt x="21" y="43"/>
                    <a:pt x="21" y="42"/>
                  </a:cubicBezTo>
                  <a:cubicBezTo>
                    <a:pt x="22" y="42"/>
                    <a:pt x="23" y="41"/>
                    <a:pt x="23" y="40"/>
                  </a:cubicBezTo>
                  <a:cubicBezTo>
                    <a:pt x="25" y="37"/>
                    <a:pt x="25" y="34"/>
                    <a:pt x="25" y="31"/>
                  </a:cubicBezTo>
                  <a:cubicBezTo>
                    <a:pt x="25" y="28"/>
                    <a:pt x="25" y="25"/>
                    <a:pt x="24" y="23"/>
                  </a:cubicBezTo>
                  <a:cubicBezTo>
                    <a:pt x="22" y="20"/>
                    <a:pt x="21" y="17"/>
                    <a:pt x="19" y="14"/>
                  </a:cubicBezTo>
                  <a:cubicBezTo>
                    <a:pt x="17" y="11"/>
                    <a:pt x="15" y="6"/>
                    <a:pt x="13" y="2"/>
                  </a:cubicBezTo>
                  <a:cubicBezTo>
                    <a:pt x="12" y="1"/>
                    <a:pt x="12" y="1"/>
                    <a:pt x="11" y="0"/>
                  </a:cubicBezTo>
                  <a:cubicBezTo>
                    <a:pt x="10" y="0"/>
                    <a:pt x="10" y="0"/>
                    <a:pt x="9" y="0"/>
                  </a:cubicBezTo>
                  <a:cubicBezTo>
                    <a:pt x="8" y="0"/>
                    <a:pt x="7" y="0"/>
                    <a:pt x="7" y="0"/>
                  </a:cubicBezTo>
                  <a:cubicBezTo>
                    <a:pt x="6" y="1"/>
                    <a:pt x="6" y="1"/>
                    <a:pt x="5" y="2"/>
                  </a:cubicBezTo>
                  <a:cubicBezTo>
                    <a:pt x="4" y="2"/>
                    <a:pt x="4" y="3"/>
                    <a:pt x="3" y="5"/>
                  </a:cubicBezTo>
                  <a:cubicBezTo>
                    <a:pt x="1" y="8"/>
                    <a:pt x="0" y="12"/>
                    <a:pt x="0" y="16"/>
                  </a:cubicBezTo>
                  <a:cubicBezTo>
                    <a:pt x="0" y="19"/>
                    <a:pt x="1" y="23"/>
                    <a:pt x="3" y="26"/>
                  </a:cubicBezTo>
                  <a:cubicBezTo>
                    <a:pt x="6" y="32"/>
                    <a:pt x="11" y="37"/>
                    <a:pt x="15"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2"/>
            <p:cNvSpPr/>
            <p:nvPr/>
          </p:nvSpPr>
          <p:spPr>
            <a:xfrm>
              <a:off x="7965000" y="3022560"/>
              <a:ext cx="16200" cy="13320"/>
            </a:xfrm>
            <a:custGeom>
              <a:rect b="b" l="l" r="r" t="t"/>
              <a:pathLst>
                <a:path extrusionOk="0" h="37" w="45">
                  <a:moveTo>
                    <a:pt x="0" y="10"/>
                  </a:moveTo>
                  <a:cubicBezTo>
                    <a:pt x="1" y="12"/>
                    <a:pt x="2" y="14"/>
                    <a:pt x="3" y="16"/>
                  </a:cubicBezTo>
                  <a:cubicBezTo>
                    <a:pt x="6" y="22"/>
                    <a:pt x="10" y="26"/>
                    <a:pt x="15" y="29"/>
                  </a:cubicBezTo>
                  <a:cubicBezTo>
                    <a:pt x="17" y="30"/>
                    <a:pt x="18" y="30"/>
                    <a:pt x="20" y="31"/>
                  </a:cubicBezTo>
                  <a:cubicBezTo>
                    <a:pt x="23" y="32"/>
                    <a:pt x="27" y="34"/>
                    <a:pt x="30" y="35"/>
                  </a:cubicBezTo>
                  <a:cubicBezTo>
                    <a:pt x="32" y="35"/>
                    <a:pt x="34" y="36"/>
                    <a:pt x="36" y="36"/>
                  </a:cubicBezTo>
                  <a:cubicBezTo>
                    <a:pt x="38" y="36"/>
                    <a:pt x="40" y="35"/>
                    <a:pt x="42" y="35"/>
                  </a:cubicBezTo>
                  <a:cubicBezTo>
                    <a:pt x="43" y="34"/>
                    <a:pt x="42" y="34"/>
                    <a:pt x="43" y="33"/>
                  </a:cubicBezTo>
                  <a:cubicBezTo>
                    <a:pt x="44" y="32"/>
                    <a:pt x="44" y="32"/>
                    <a:pt x="44" y="31"/>
                  </a:cubicBezTo>
                  <a:cubicBezTo>
                    <a:pt x="44" y="30"/>
                    <a:pt x="44" y="30"/>
                    <a:pt x="43" y="29"/>
                  </a:cubicBezTo>
                  <a:cubicBezTo>
                    <a:pt x="42" y="26"/>
                    <a:pt x="43" y="22"/>
                    <a:pt x="40" y="19"/>
                  </a:cubicBezTo>
                  <a:cubicBezTo>
                    <a:pt x="38" y="18"/>
                    <a:pt x="36" y="16"/>
                    <a:pt x="34" y="15"/>
                  </a:cubicBezTo>
                  <a:cubicBezTo>
                    <a:pt x="32" y="14"/>
                    <a:pt x="30" y="13"/>
                    <a:pt x="28" y="12"/>
                  </a:cubicBezTo>
                  <a:cubicBezTo>
                    <a:pt x="26" y="12"/>
                    <a:pt x="24" y="10"/>
                    <a:pt x="23" y="9"/>
                  </a:cubicBezTo>
                  <a:cubicBezTo>
                    <a:pt x="20" y="8"/>
                    <a:pt x="17" y="7"/>
                    <a:pt x="14" y="5"/>
                  </a:cubicBezTo>
                  <a:lnTo>
                    <a:pt x="13" y="4"/>
                  </a:lnTo>
                  <a:cubicBezTo>
                    <a:pt x="13" y="3"/>
                    <a:pt x="13" y="2"/>
                    <a:pt x="11" y="1"/>
                  </a:cubicBezTo>
                  <a:cubicBezTo>
                    <a:pt x="9" y="0"/>
                    <a:pt x="8" y="0"/>
                    <a:pt x="7" y="0"/>
                  </a:cubicBezTo>
                  <a:cubicBezTo>
                    <a:pt x="6" y="0"/>
                    <a:pt x="4" y="0"/>
                    <a:pt x="3" y="1"/>
                  </a:cubicBezTo>
                  <a:cubicBezTo>
                    <a:pt x="2" y="2"/>
                    <a:pt x="2" y="3"/>
                    <a:pt x="1" y="4"/>
                  </a:cubicBezTo>
                  <a:cubicBezTo>
                    <a:pt x="0" y="5"/>
                    <a:pt x="0" y="6"/>
                    <a:pt x="0" y="8"/>
                  </a:cubicBezTo>
                  <a:cubicBezTo>
                    <a:pt x="0" y="8"/>
                    <a:pt x="0" y="9"/>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2"/>
            <p:cNvSpPr/>
            <p:nvPr/>
          </p:nvSpPr>
          <p:spPr>
            <a:xfrm>
              <a:off x="8035200" y="2955240"/>
              <a:ext cx="10080" cy="11520"/>
            </a:xfrm>
            <a:custGeom>
              <a:rect b="b" l="l" r="r" t="t"/>
              <a:pathLst>
                <a:path extrusionOk="0" h="32" w="28">
                  <a:moveTo>
                    <a:pt x="18" y="30"/>
                  </a:moveTo>
                  <a:cubicBezTo>
                    <a:pt x="19" y="31"/>
                    <a:pt x="20" y="31"/>
                    <a:pt x="21" y="31"/>
                  </a:cubicBezTo>
                  <a:cubicBezTo>
                    <a:pt x="22" y="31"/>
                    <a:pt x="23" y="31"/>
                    <a:pt x="24" y="30"/>
                  </a:cubicBezTo>
                  <a:cubicBezTo>
                    <a:pt x="25" y="30"/>
                    <a:pt x="26" y="28"/>
                    <a:pt x="26" y="28"/>
                  </a:cubicBezTo>
                  <a:cubicBezTo>
                    <a:pt x="27" y="27"/>
                    <a:pt x="27" y="25"/>
                    <a:pt x="27" y="24"/>
                  </a:cubicBezTo>
                  <a:cubicBezTo>
                    <a:pt x="27" y="23"/>
                    <a:pt x="27" y="23"/>
                    <a:pt x="27" y="22"/>
                  </a:cubicBezTo>
                  <a:cubicBezTo>
                    <a:pt x="26" y="21"/>
                    <a:pt x="26" y="20"/>
                    <a:pt x="25" y="18"/>
                  </a:cubicBezTo>
                  <a:cubicBezTo>
                    <a:pt x="23" y="15"/>
                    <a:pt x="21" y="13"/>
                    <a:pt x="17" y="11"/>
                  </a:cubicBezTo>
                  <a:cubicBezTo>
                    <a:pt x="17" y="11"/>
                    <a:pt x="17" y="10"/>
                    <a:pt x="16" y="10"/>
                  </a:cubicBezTo>
                  <a:lnTo>
                    <a:pt x="15" y="9"/>
                  </a:lnTo>
                  <a:cubicBezTo>
                    <a:pt x="12" y="7"/>
                    <a:pt x="11" y="6"/>
                    <a:pt x="9" y="4"/>
                  </a:cubicBezTo>
                  <a:cubicBezTo>
                    <a:pt x="7" y="0"/>
                    <a:pt x="0" y="2"/>
                    <a:pt x="1" y="6"/>
                  </a:cubicBezTo>
                  <a:cubicBezTo>
                    <a:pt x="2" y="10"/>
                    <a:pt x="3" y="13"/>
                    <a:pt x="4" y="16"/>
                  </a:cubicBezTo>
                  <a:cubicBezTo>
                    <a:pt x="5" y="17"/>
                    <a:pt x="5" y="18"/>
                    <a:pt x="5" y="18"/>
                  </a:cubicBezTo>
                  <a:cubicBezTo>
                    <a:pt x="8" y="23"/>
                    <a:pt x="12" y="27"/>
                    <a:pt x="16" y="29"/>
                  </a:cubicBezTo>
                  <a:cubicBezTo>
                    <a:pt x="17" y="30"/>
                    <a:pt x="17" y="30"/>
                    <a:pt x="1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2"/>
            <p:cNvSpPr/>
            <p:nvPr/>
          </p:nvSpPr>
          <p:spPr>
            <a:xfrm>
              <a:off x="8168400" y="2873160"/>
              <a:ext cx="9360" cy="16560"/>
            </a:xfrm>
            <a:custGeom>
              <a:rect b="b" l="l" r="r" t="t"/>
              <a:pathLst>
                <a:path extrusionOk="0" h="46" w="26">
                  <a:moveTo>
                    <a:pt x="14" y="43"/>
                  </a:moveTo>
                  <a:cubicBezTo>
                    <a:pt x="14" y="43"/>
                    <a:pt x="15" y="44"/>
                    <a:pt x="16" y="44"/>
                  </a:cubicBezTo>
                  <a:cubicBezTo>
                    <a:pt x="17" y="45"/>
                    <a:pt x="18" y="45"/>
                    <a:pt x="19" y="45"/>
                  </a:cubicBezTo>
                  <a:cubicBezTo>
                    <a:pt x="20" y="45"/>
                    <a:pt x="21" y="45"/>
                    <a:pt x="22" y="44"/>
                  </a:cubicBezTo>
                  <a:cubicBezTo>
                    <a:pt x="23" y="44"/>
                    <a:pt x="24" y="44"/>
                    <a:pt x="25" y="42"/>
                  </a:cubicBezTo>
                  <a:cubicBezTo>
                    <a:pt x="25" y="41"/>
                    <a:pt x="25" y="41"/>
                    <a:pt x="25" y="40"/>
                  </a:cubicBezTo>
                  <a:lnTo>
                    <a:pt x="25" y="39"/>
                  </a:lnTo>
                  <a:cubicBezTo>
                    <a:pt x="25" y="38"/>
                    <a:pt x="25" y="37"/>
                    <a:pt x="25" y="37"/>
                  </a:cubicBezTo>
                  <a:cubicBezTo>
                    <a:pt x="25" y="33"/>
                    <a:pt x="23" y="31"/>
                    <a:pt x="23" y="28"/>
                  </a:cubicBezTo>
                  <a:cubicBezTo>
                    <a:pt x="22" y="22"/>
                    <a:pt x="20" y="18"/>
                    <a:pt x="17" y="13"/>
                  </a:cubicBezTo>
                  <a:cubicBezTo>
                    <a:pt x="15" y="10"/>
                    <a:pt x="12" y="5"/>
                    <a:pt x="8" y="1"/>
                  </a:cubicBezTo>
                  <a:lnTo>
                    <a:pt x="7" y="0"/>
                  </a:lnTo>
                  <a:cubicBezTo>
                    <a:pt x="6" y="0"/>
                    <a:pt x="5" y="0"/>
                    <a:pt x="4" y="0"/>
                  </a:cubicBezTo>
                  <a:cubicBezTo>
                    <a:pt x="4" y="0"/>
                    <a:pt x="3" y="0"/>
                    <a:pt x="2" y="0"/>
                  </a:cubicBezTo>
                  <a:cubicBezTo>
                    <a:pt x="1" y="1"/>
                    <a:pt x="2" y="2"/>
                    <a:pt x="1" y="2"/>
                  </a:cubicBezTo>
                  <a:cubicBezTo>
                    <a:pt x="0" y="3"/>
                    <a:pt x="0" y="3"/>
                    <a:pt x="0" y="4"/>
                  </a:cubicBezTo>
                  <a:lnTo>
                    <a:pt x="0" y="5"/>
                  </a:lnTo>
                  <a:cubicBezTo>
                    <a:pt x="1" y="12"/>
                    <a:pt x="4" y="20"/>
                    <a:pt x="5" y="27"/>
                  </a:cubicBezTo>
                  <a:cubicBezTo>
                    <a:pt x="5" y="30"/>
                    <a:pt x="7" y="33"/>
                    <a:pt x="8" y="35"/>
                  </a:cubicBezTo>
                  <a:cubicBezTo>
                    <a:pt x="10" y="38"/>
                    <a:pt x="11" y="41"/>
                    <a:pt x="14"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2"/>
            <p:cNvSpPr/>
            <p:nvPr/>
          </p:nvSpPr>
          <p:spPr>
            <a:xfrm>
              <a:off x="8224200" y="2887560"/>
              <a:ext cx="6120" cy="16560"/>
            </a:xfrm>
            <a:custGeom>
              <a:rect b="b" l="l" r="r" t="t"/>
              <a:pathLst>
                <a:path extrusionOk="0" h="46" w="17">
                  <a:moveTo>
                    <a:pt x="6" y="44"/>
                  </a:moveTo>
                  <a:cubicBezTo>
                    <a:pt x="6" y="44"/>
                    <a:pt x="7" y="45"/>
                    <a:pt x="8" y="45"/>
                  </a:cubicBezTo>
                  <a:cubicBezTo>
                    <a:pt x="8" y="45"/>
                    <a:pt x="9" y="44"/>
                    <a:pt x="10" y="44"/>
                  </a:cubicBezTo>
                  <a:lnTo>
                    <a:pt x="11" y="43"/>
                  </a:lnTo>
                  <a:cubicBezTo>
                    <a:pt x="12" y="42"/>
                    <a:pt x="13" y="42"/>
                    <a:pt x="14" y="41"/>
                  </a:cubicBezTo>
                  <a:cubicBezTo>
                    <a:pt x="14" y="40"/>
                    <a:pt x="15" y="40"/>
                    <a:pt x="15" y="39"/>
                  </a:cubicBezTo>
                  <a:cubicBezTo>
                    <a:pt x="15" y="35"/>
                    <a:pt x="16" y="31"/>
                    <a:pt x="16" y="27"/>
                  </a:cubicBezTo>
                  <a:cubicBezTo>
                    <a:pt x="16" y="20"/>
                    <a:pt x="15" y="12"/>
                    <a:pt x="13" y="5"/>
                  </a:cubicBezTo>
                  <a:cubicBezTo>
                    <a:pt x="11" y="0"/>
                    <a:pt x="4" y="2"/>
                    <a:pt x="3" y="5"/>
                  </a:cubicBezTo>
                  <a:cubicBezTo>
                    <a:pt x="1" y="12"/>
                    <a:pt x="0" y="19"/>
                    <a:pt x="0" y="26"/>
                  </a:cubicBezTo>
                  <a:cubicBezTo>
                    <a:pt x="0" y="30"/>
                    <a:pt x="0" y="34"/>
                    <a:pt x="1" y="38"/>
                  </a:cubicBezTo>
                  <a:cubicBezTo>
                    <a:pt x="1" y="39"/>
                    <a:pt x="1" y="40"/>
                    <a:pt x="2" y="41"/>
                  </a:cubicBezTo>
                  <a:cubicBezTo>
                    <a:pt x="2" y="42"/>
                    <a:pt x="3" y="43"/>
                    <a:pt x="4" y="44"/>
                  </a:cubicBezTo>
                  <a:cubicBezTo>
                    <a:pt x="5" y="44"/>
                    <a:pt x="5" y="44"/>
                    <a:pt x="6"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2"/>
            <p:cNvSpPr/>
            <p:nvPr/>
          </p:nvSpPr>
          <p:spPr>
            <a:xfrm>
              <a:off x="8245080" y="2913480"/>
              <a:ext cx="8280" cy="18360"/>
            </a:xfrm>
            <a:custGeom>
              <a:rect b="b" l="l" r="r" t="t"/>
              <a:pathLst>
                <a:path extrusionOk="0" h="51" w="23">
                  <a:moveTo>
                    <a:pt x="11" y="49"/>
                  </a:moveTo>
                  <a:cubicBezTo>
                    <a:pt x="14" y="47"/>
                    <a:pt x="16" y="44"/>
                    <a:pt x="17" y="41"/>
                  </a:cubicBezTo>
                  <a:cubicBezTo>
                    <a:pt x="19" y="38"/>
                    <a:pt x="20" y="35"/>
                    <a:pt x="21" y="31"/>
                  </a:cubicBezTo>
                  <a:cubicBezTo>
                    <a:pt x="22" y="28"/>
                    <a:pt x="22" y="25"/>
                    <a:pt x="22" y="22"/>
                  </a:cubicBezTo>
                  <a:cubicBezTo>
                    <a:pt x="22" y="16"/>
                    <a:pt x="21" y="9"/>
                    <a:pt x="19" y="3"/>
                  </a:cubicBezTo>
                  <a:lnTo>
                    <a:pt x="19" y="2"/>
                  </a:lnTo>
                  <a:cubicBezTo>
                    <a:pt x="18" y="1"/>
                    <a:pt x="18" y="2"/>
                    <a:pt x="17" y="1"/>
                  </a:cubicBezTo>
                  <a:cubicBezTo>
                    <a:pt x="17" y="0"/>
                    <a:pt x="16" y="0"/>
                    <a:pt x="15" y="0"/>
                  </a:cubicBezTo>
                  <a:cubicBezTo>
                    <a:pt x="14" y="0"/>
                    <a:pt x="14" y="0"/>
                    <a:pt x="13" y="1"/>
                  </a:cubicBezTo>
                  <a:lnTo>
                    <a:pt x="12" y="2"/>
                  </a:lnTo>
                  <a:cubicBezTo>
                    <a:pt x="12" y="3"/>
                    <a:pt x="11" y="3"/>
                    <a:pt x="11" y="3"/>
                  </a:cubicBezTo>
                  <a:cubicBezTo>
                    <a:pt x="10" y="13"/>
                    <a:pt x="7" y="21"/>
                    <a:pt x="5" y="31"/>
                  </a:cubicBezTo>
                  <a:cubicBezTo>
                    <a:pt x="4" y="41"/>
                    <a:pt x="0" y="45"/>
                    <a:pt x="7" y="50"/>
                  </a:cubicBezTo>
                  <a:cubicBezTo>
                    <a:pt x="7" y="50"/>
                    <a:pt x="8" y="50"/>
                    <a:pt x="9" y="50"/>
                  </a:cubicBezTo>
                  <a:lnTo>
                    <a:pt x="10" y="50"/>
                  </a:lnTo>
                  <a:cubicBezTo>
                    <a:pt x="11" y="49"/>
                    <a:pt x="11"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2"/>
            <p:cNvSpPr/>
            <p:nvPr/>
          </p:nvSpPr>
          <p:spPr>
            <a:xfrm>
              <a:off x="8316720" y="2916000"/>
              <a:ext cx="6840" cy="19080"/>
            </a:xfrm>
            <a:custGeom>
              <a:rect b="b" l="l" r="r" t="t"/>
              <a:pathLst>
                <a:path extrusionOk="0" h="53" w="19">
                  <a:moveTo>
                    <a:pt x="6" y="51"/>
                  </a:moveTo>
                  <a:cubicBezTo>
                    <a:pt x="7" y="52"/>
                    <a:pt x="8" y="52"/>
                    <a:pt x="9" y="52"/>
                  </a:cubicBezTo>
                  <a:cubicBezTo>
                    <a:pt x="10" y="52"/>
                    <a:pt x="11" y="52"/>
                    <a:pt x="12" y="51"/>
                  </a:cubicBezTo>
                  <a:cubicBezTo>
                    <a:pt x="18" y="47"/>
                    <a:pt x="18" y="41"/>
                    <a:pt x="18" y="34"/>
                  </a:cubicBezTo>
                  <a:cubicBezTo>
                    <a:pt x="18" y="26"/>
                    <a:pt x="18" y="18"/>
                    <a:pt x="17" y="10"/>
                  </a:cubicBezTo>
                  <a:cubicBezTo>
                    <a:pt x="17" y="2"/>
                    <a:pt x="3" y="0"/>
                    <a:pt x="2" y="10"/>
                  </a:cubicBezTo>
                  <a:cubicBezTo>
                    <a:pt x="1" y="18"/>
                    <a:pt x="1" y="25"/>
                    <a:pt x="1" y="33"/>
                  </a:cubicBezTo>
                  <a:cubicBezTo>
                    <a:pt x="1" y="34"/>
                    <a:pt x="1" y="34"/>
                    <a:pt x="1" y="34"/>
                  </a:cubicBezTo>
                  <a:cubicBezTo>
                    <a:pt x="1" y="40"/>
                    <a:pt x="0" y="47"/>
                    <a:pt x="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2"/>
            <p:cNvSpPr/>
            <p:nvPr/>
          </p:nvSpPr>
          <p:spPr>
            <a:xfrm>
              <a:off x="8303040" y="2945880"/>
              <a:ext cx="16200" cy="29160"/>
            </a:xfrm>
            <a:custGeom>
              <a:rect b="b" l="l" r="r" t="t"/>
              <a:pathLst>
                <a:path extrusionOk="0" h="81" w="45">
                  <a:moveTo>
                    <a:pt x="4" y="57"/>
                  </a:moveTo>
                  <a:lnTo>
                    <a:pt x="3" y="58"/>
                  </a:lnTo>
                  <a:cubicBezTo>
                    <a:pt x="0" y="62"/>
                    <a:pt x="0" y="66"/>
                    <a:pt x="0" y="70"/>
                  </a:cubicBezTo>
                  <a:cubicBezTo>
                    <a:pt x="0" y="71"/>
                    <a:pt x="0" y="72"/>
                    <a:pt x="0" y="74"/>
                  </a:cubicBezTo>
                  <a:cubicBezTo>
                    <a:pt x="1" y="74"/>
                    <a:pt x="1" y="75"/>
                    <a:pt x="1" y="76"/>
                  </a:cubicBezTo>
                  <a:cubicBezTo>
                    <a:pt x="2" y="77"/>
                    <a:pt x="2" y="78"/>
                    <a:pt x="4" y="79"/>
                  </a:cubicBezTo>
                  <a:cubicBezTo>
                    <a:pt x="6" y="80"/>
                    <a:pt x="6" y="80"/>
                    <a:pt x="8" y="80"/>
                  </a:cubicBezTo>
                  <a:cubicBezTo>
                    <a:pt x="9" y="80"/>
                    <a:pt x="11" y="80"/>
                    <a:pt x="13" y="79"/>
                  </a:cubicBezTo>
                  <a:cubicBezTo>
                    <a:pt x="14" y="78"/>
                    <a:pt x="15" y="77"/>
                    <a:pt x="15" y="76"/>
                  </a:cubicBezTo>
                  <a:cubicBezTo>
                    <a:pt x="17" y="74"/>
                    <a:pt x="18" y="73"/>
                    <a:pt x="19" y="71"/>
                  </a:cubicBezTo>
                  <a:cubicBezTo>
                    <a:pt x="23" y="63"/>
                    <a:pt x="27" y="55"/>
                    <a:pt x="29" y="46"/>
                  </a:cubicBezTo>
                  <a:cubicBezTo>
                    <a:pt x="29" y="40"/>
                    <a:pt x="31" y="34"/>
                    <a:pt x="34" y="29"/>
                  </a:cubicBezTo>
                  <a:cubicBezTo>
                    <a:pt x="35" y="28"/>
                    <a:pt x="35" y="27"/>
                    <a:pt x="36" y="26"/>
                  </a:cubicBezTo>
                  <a:cubicBezTo>
                    <a:pt x="39" y="21"/>
                    <a:pt x="38" y="13"/>
                    <a:pt x="41" y="7"/>
                  </a:cubicBezTo>
                  <a:cubicBezTo>
                    <a:pt x="44" y="1"/>
                    <a:pt x="39" y="0"/>
                    <a:pt x="36" y="2"/>
                  </a:cubicBezTo>
                  <a:cubicBezTo>
                    <a:pt x="34" y="4"/>
                    <a:pt x="32" y="5"/>
                    <a:pt x="31" y="8"/>
                  </a:cubicBezTo>
                  <a:cubicBezTo>
                    <a:pt x="31" y="9"/>
                    <a:pt x="30" y="10"/>
                    <a:pt x="30" y="11"/>
                  </a:cubicBezTo>
                  <a:cubicBezTo>
                    <a:pt x="27" y="19"/>
                    <a:pt x="18" y="22"/>
                    <a:pt x="15" y="29"/>
                  </a:cubicBezTo>
                  <a:cubicBezTo>
                    <a:pt x="12" y="39"/>
                    <a:pt x="9" y="48"/>
                    <a:pt x="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2"/>
            <p:cNvSpPr/>
            <p:nvPr/>
          </p:nvSpPr>
          <p:spPr>
            <a:xfrm>
              <a:off x="8300520" y="2904840"/>
              <a:ext cx="8640" cy="36360"/>
            </a:xfrm>
            <a:custGeom>
              <a:rect b="b" l="l" r="r" t="t"/>
              <a:pathLst>
                <a:path extrusionOk="0" h="101" w="24">
                  <a:moveTo>
                    <a:pt x="3" y="99"/>
                  </a:moveTo>
                  <a:cubicBezTo>
                    <a:pt x="4" y="100"/>
                    <a:pt x="4" y="100"/>
                    <a:pt x="5" y="100"/>
                  </a:cubicBezTo>
                  <a:cubicBezTo>
                    <a:pt x="6" y="100"/>
                    <a:pt x="6" y="99"/>
                    <a:pt x="7" y="99"/>
                  </a:cubicBezTo>
                  <a:cubicBezTo>
                    <a:pt x="8" y="99"/>
                    <a:pt x="8" y="98"/>
                    <a:pt x="9" y="97"/>
                  </a:cubicBezTo>
                  <a:cubicBezTo>
                    <a:pt x="18" y="79"/>
                    <a:pt x="23" y="58"/>
                    <a:pt x="23" y="38"/>
                  </a:cubicBezTo>
                  <a:cubicBezTo>
                    <a:pt x="23" y="26"/>
                    <a:pt x="22" y="14"/>
                    <a:pt x="19" y="3"/>
                  </a:cubicBezTo>
                  <a:lnTo>
                    <a:pt x="18" y="2"/>
                  </a:lnTo>
                  <a:cubicBezTo>
                    <a:pt x="18" y="1"/>
                    <a:pt x="17" y="1"/>
                    <a:pt x="17" y="1"/>
                  </a:cubicBezTo>
                  <a:cubicBezTo>
                    <a:pt x="16" y="0"/>
                    <a:pt x="16" y="0"/>
                    <a:pt x="15" y="0"/>
                  </a:cubicBezTo>
                  <a:cubicBezTo>
                    <a:pt x="15" y="0"/>
                    <a:pt x="14" y="0"/>
                    <a:pt x="13" y="1"/>
                  </a:cubicBezTo>
                  <a:cubicBezTo>
                    <a:pt x="13" y="1"/>
                    <a:pt x="12" y="1"/>
                    <a:pt x="12" y="2"/>
                  </a:cubicBezTo>
                  <a:lnTo>
                    <a:pt x="12" y="3"/>
                  </a:lnTo>
                  <a:cubicBezTo>
                    <a:pt x="9" y="16"/>
                    <a:pt x="10" y="30"/>
                    <a:pt x="7" y="44"/>
                  </a:cubicBezTo>
                  <a:cubicBezTo>
                    <a:pt x="4" y="57"/>
                    <a:pt x="2" y="66"/>
                    <a:pt x="0" y="77"/>
                  </a:cubicBezTo>
                  <a:cubicBezTo>
                    <a:pt x="0" y="80"/>
                    <a:pt x="0" y="93"/>
                    <a:pt x="0" y="94"/>
                  </a:cubicBezTo>
                  <a:lnTo>
                    <a:pt x="0" y="95"/>
                  </a:lnTo>
                  <a:cubicBezTo>
                    <a:pt x="0" y="96"/>
                    <a:pt x="0" y="96"/>
                    <a:pt x="0" y="97"/>
                  </a:cubicBezTo>
                  <a:lnTo>
                    <a:pt x="1" y="98"/>
                  </a:lnTo>
                  <a:lnTo>
                    <a:pt x="3"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2"/>
            <p:cNvSpPr/>
            <p:nvPr/>
          </p:nvSpPr>
          <p:spPr>
            <a:xfrm>
              <a:off x="8212320" y="2846160"/>
              <a:ext cx="6840" cy="10440"/>
            </a:xfrm>
            <a:custGeom>
              <a:rect b="b" l="l" r="r" t="t"/>
              <a:pathLst>
                <a:path extrusionOk="0" h="29" w="19">
                  <a:moveTo>
                    <a:pt x="5" y="28"/>
                  </a:moveTo>
                  <a:cubicBezTo>
                    <a:pt x="6" y="28"/>
                    <a:pt x="7" y="28"/>
                    <a:pt x="8" y="28"/>
                  </a:cubicBezTo>
                  <a:cubicBezTo>
                    <a:pt x="9" y="28"/>
                    <a:pt x="9" y="28"/>
                    <a:pt x="10" y="28"/>
                  </a:cubicBezTo>
                  <a:cubicBezTo>
                    <a:pt x="11" y="27"/>
                    <a:pt x="11" y="27"/>
                    <a:pt x="12" y="26"/>
                  </a:cubicBezTo>
                  <a:cubicBezTo>
                    <a:pt x="13" y="25"/>
                    <a:pt x="15" y="23"/>
                    <a:pt x="15" y="21"/>
                  </a:cubicBezTo>
                  <a:cubicBezTo>
                    <a:pt x="15" y="18"/>
                    <a:pt x="15" y="15"/>
                    <a:pt x="16" y="14"/>
                  </a:cubicBezTo>
                  <a:cubicBezTo>
                    <a:pt x="16" y="13"/>
                    <a:pt x="16" y="13"/>
                    <a:pt x="16" y="13"/>
                  </a:cubicBezTo>
                  <a:cubicBezTo>
                    <a:pt x="17" y="11"/>
                    <a:pt x="18" y="9"/>
                    <a:pt x="18" y="8"/>
                  </a:cubicBezTo>
                  <a:cubicBezTo>
                    <a:pt x="18" y="6"/>
                    <a:pt x="17" y="6"/>
                    <a:pt x="16" y="4"/>
                  </a:cubicBezTo>
                  <a:cubicBezTo>
                    <a:pt x="15" y="2"/>
                    <a:pt x="15" y="1"/>
                    <a:pt x="13" y="0"/>
                  </a:cubicBezTo>
                  <a:cubicBezTo>
                    <a:pt x="12" y="0"/>
                    <a:pt x="12" y="0"/>
                    <a:pt x="11" y="0"/>
                  </a:cubicBezTo>
                  <a:cubicBezTo>
                    <a:pt x="11" y="0"/>
                    <a:pt x="10" y="0"/>
                    <a:pt x="9" y="1"/>
                  </a:cubicBezTo>
                  <a:lnTo>
                    <a:pt x="8" y="2"/>
                  </a:lnTo>
                  <a:cubicBezTo>
                    <a:pt x="6" y="4"/>
                    <a:pt x="4" y="6"/>
                    <a:pt x="2" y="8"/>
                  </a:cubicBezTo>
                  <a:cubicBezTo>
                    <a:pt x="1" y="10"/>
                    <a:pt x="1" y="12"/>
                    <a:pt x="0" y="14"/>
                  </a:cubicBezTo>
                  <a:cubicBezTo>
                    <a:pt x="0" y="15"/>
                    <a:pt x="0" y="16"/>
                    <a:pt x="0" y="16"/>
                  </a:cubicBezTo>
                  <a:cubicBezTo>
                    <a:pt x="0" y="18"/>
                    <a:pt x="0" y="20"/>
                    <a:pt x="1" y="22"/>
                  </a:cubicBezTo>
                  <a:cubicBezTo>
                    <a:pt x="1" y="23"/>
                    <a:pt x="1" y="23"/>
                    <a:pt x="1" y="24"/>
                  </a:cubicBezTo>
                  <a:cubicBezTo>
                    <a:pt x="1" y="24"/>
                    <a:pt x="0" y="25"/>
                    <a:pt x="1" y="26"/>
                  </a:cubicBezTo>
                  <a:cubicBezTo>
                    <a:pt x="2" y="27"/>
                    <a:pt x="2" y="26"/>
                    <a:pt x="3" y="27"/>
                  </a:cubicBezTo>
                  <a:cubicBezTo>
                    <a:pt x="4" y="28"/>
                    <a:pt x="4" y="28"/>
                    <a:pt x="5"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2"/>
            <p:cNvSpPr/>
            <p:nvPr/>
          </p:nvSpPr>
          <p:spPr>
            <a:xfrm>
              <a:off x="7983360" y="3073680"/>
              <a:ext cx="8280" cy="3960"/>
            </a:xfrm>
            <a:custGeom>
              <a:rect b="b" l="l" r="r" t="t"/>
              <a:pathLst>
                <a:path extrusionOk="0" h="11" w="23">
                  <a:moveTo>
                    <a:pt x="6" y="7"/>
                  </a:moveTo>
                  <a:cubicBezTo>
                    <a:pt x="11" y="8"/>
                    <a:pt x="17" y="10"/>
                    <a:pt x="21" y="7"/>
                  </a:cubicBezTo>
                  <a:lnTo>
                    <a:pt x="22" y="6"/>
                  </a:lnTo>
                  <a:lnTo>
                    <a:pt x="22" y="5"/>
                  </a:lnTo>
                  <a:lnTo>
                    <a:pt x="22" y="4"/>
                  </a:lnTo>
                  <a:cubicBezTo>
                    <a:pt x="21" y="4"/>
                    <a:pt x="21" y="4"/>
                    <a:pt x="21" y="4"/>
                  </a:cubicBezTo>
                  <a:cubicBezTo>
                    <a:pt x="17" y="0"/>
                    <a:pt x="10" y="2"/>
                    <a:pt x="5" y="4"/>
                  </a:cubicBezTo>
                  <a:cubicBezTo>
                    <a:pt x="0" y="6"/>
                    <a:pt x="3" y="6"/>
                    <a:pt x="6"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2"/>
            <p:cNvSpPr/>
            <p:nvPr/>
          </p:nvSpPr>
          <p:spPr>
            <a:xfrm>
              <a:off x="8030520" y="3217320"/>
              <a:ext cx="6120" cy="24840"/>
            </a:xfrm>
            <a:custGeom>
              <a:rect b="b" l="l" r="r" t="t"/>
              <a:pathLst>
                <a:path extrusionOk="0" h="69" w="17">
                  <a:moveTo>
                    <a:pt x="10" y="66"/>
                  </a:moveTo>
                  <a:cubicBezTo>
                    <a:pt x="12" y="68"/>
                    <a:pt x="16" y="65"/>
                    <a:pt x="14" y="63"/>
                  </a:cubicBezTo>
                  <a:cubicBezTo>
                    <a:pt x="9" y="57"/>
                    <a:pt x="14" y="45"/>
                    <a:pt x="14" y="39"/>
                  </a:cubicBezTo>
                  <a:cubicBezTo>
                    <a:pt x="14" y="26"/>
                    <a:pt x="11" y="13"/>
                    <a:pt x="7" y="2"/>
                  </a:cubicBezTo>
                  <a:cubicBezTo>
                    <a:pt x="6" y="1"/>
                    <a:pt x="6" y="1"/>
                    <a:pt x="6" y="1"/>
                  </a:cubicBezTo>
                  <a:cubicBezTo>
                    <a:pt x="6" y="1"/>
                    <a:pt x="7" y="1"/>
                    <a:pt x="6" y="0"/>
                  </a:cubicBezTo>
                  <a:cubicBezTo>
                    <a:pt x="5" y="0"/>
                    <a:pt x="5" y="0"/>
                    <a:pt x="5" y="0"/>
                  </a:cubicBezTo>
                  <a:cubicBezTo>
                    <a:pt x="4" y="0"/>
                    <a:pt x="4" y="0"/>
                    <a:pt x="4" y="0"/>
                  </a:cubicBezTo>
                  <a:cubicBezTo>
                    <a:pt x="3" y="1"/>
                    <a:pt x="3" y="1"/>
                    <a:pt x="3" y="1"/>
                  </a:cubicBezTo>
                  <a:lnTo>
                    <a:pt x="3" y="2"/>
                  </a:lnTo>
                  <a:cubicBezTo>
                    <a:pt x="1" y="7"/>
                    <a:pt x="0" y="13"/>
                    <a:pt x="0" y="19"/>
                  </a:cubicBezTo>
                  <a:cubicBezTo>
                    <a:pt x="0" y="20"/>
                    <a:pt x="0" y="22"/>
                    <a:pt x="0" y="23"/>
                  </a:cubicBezTo>
                  <a:cubicBezTo>
                    <a:pt x="1" y="28"/>
                    <a:pt x="2" y="33"/>
                    <a:pt x="2" y="39"/>
                  </a:cubicBezTo>
                  <a:cubicBezTo>
                    <a:pt x="2" y="41"/>
                    <a:pt x="2" y="43"/>
                    <a:pt x="2" y="45"/>
                  </a:cubicBezTo>
                  <a:cubicBezTo>
                    <a:pt x="2" y="50"/>
                    <a:pt x="3" y="56"/>
                    <a:pt x="6" y="61"/>
                  </a:cubicBezTo>
                  <a:cubicBezTo>
                    <a:pt x="7" y="63"/>
                    <a:pt x="8" y="65"/>
                    <a:pt x="10"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2"/>
            <p:cNvSpPr/>
            <p:nvPr/>
          </p:nvSpPr>
          <p:spPr>
            <a:xfrm>
              <a:off x="8061840" y="3169080"/>
              <a:ext cx="7560" cy="24840"/>
            </a:xfrm>
            <a:custGeom>
              <a:rect b="b" l="l" r="r" t="t"/>
              <a:pathLst>
                <a:path extrusionOk="0" h="69" w="21">
                  <a:moveTo>
                    <a:pt x="6" y="65"/>
                  </a:moveTo>
                  <a:lnTo>
                    <a:pt x="6" y="66"/>
                  </a:lnTo>
                  <a:cubicBezTo>
                    <a:pt x="6" y="66"/>
                    <a:pt x="7" y="67"/>
                    <a:pt x="8" y="67"/>
                  </a:cubicBezTo>
                  <a:cubicBezTo>
                    <a:pt x="9" y="68"/>
                    <a:pt x="9" y="68"/>
                    <a:pt x="10" y="68"/>
                  </a:cubicBezTo>
                  <a:cubicBezTo>
                    <a:pt x="11" y="68"/>
                    <a:pt x="11" y="68"/>
                    <a:pt x="12" y="67"/>
                  </a:cubicBezTo>
                  <a:cubicBezTo>
                    <a:pt x="13" y="67"/>
                    <a:pt x="13" y="67"/>
                    <a:pt x="14" y="66"/>
                  </a:cubicBezTo>
                  <a:cubicBezTo>
                    <a:pt x="15" y="66"/>
                    <a:pt x="14" y="65"/>
                    <a:pt x="14" y="65"/>
                  </a:cubicBezTo>
                  <a:cubicBezTo>
                    <a:pt x="17" y="54"/>
                    <a:pt x="19" y="42"/>
                    <a:pt x="19" y="31"/>
                  </a:cubicBezTo>
                  <a:cubicBezTo>
                    <a:pt x="20" y="28"/>
                    <a:pt x="20" y="26"/>
                    <a:pt x="20" y="23"/>
                  </a:cubicBezTo>
                  <a:cubicBezTo>
                    <a:pt x="20" y="21"/>
                    <a:pt x="20" y="17"/>
                    <a:pt x="19" y="14"/>
                  </a:cubicBezTo>
                  <a:cubicBezTo>
                    <a:pt x="19" y="13"/>
                    <a:pt x="18" y="11"/>
                    <a:pt x="17" y="10"/>
                  </a:cubicBezTo>
                  <a:cubicBezTo>
                    <a:pt x="15" y="7"/>
                    <a:pt x="13" y="4"/>
                    <a:pt x="11" y="1"/>
                  </a:cubicBezTo>
                  <a:cubicBezTo>
                    <a:pt x="10" y="1"/>
                    <a:pt x="11" y="1"/>
                    <a:pt x="10" y="0"/>
                  </a:cubicBezTo>
                  <a:cubicBezTo>
                    <a:pt x="9" y="0"/>
                    <a:pt x="8" y="0"/>
                    <a:pt x="7" y="0"/>
                  </a:cubicBezTo>
                  <a:cubicBezTo>
                    <a:pt x="7" y="0"/>
                    <a:pt x="6" y="0"/>
                    <a:pt x="5" y="0"/>
                  </a:cubicBezTo>
                  <a:cubicBezTo>
                    <a:pt x="4" y="1"/>
                    <a:pt x="4" y="1"/>
                    <a:pt x="4" y="1"/>
                  </a:cubicBezTo>
                  <a:cubicBezTo>
                    <a:pt x="0" y="8"/>
                    <a:pt x="3" y="15"/>
                    <a:pt x="2" y="23"/>
                  </a:cubicBezTo>
                  <a:cubicBezTo>
                    <a:pt x="2" y="27"/>
                    <a:pt x="1" y="31"/>
                    <a:pt x="1" y="35"/>
                  </a:cubicBezTo>
                  <a:cubicBezTo>
                    <a:pt x="1" y="45"/>
                    <a:pt x="3" y="55"/>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2"/>
            <p:cNvSpPr/>
            <p:nvPr/>
          </p:nvSpPr>
          <p:spPr>
            <a:xfrm>
              <a:off x="8010720" y="3292200"/>
              <a:ext cx="8640" cy="42840"/>
            </a:xfrm>
            <a:custGeom>
              <a:rect b="b" l="l" r="r" t="t"/>
              <a:pathLst>
                <a:path extrusionOk="0" h="119" w="24">
                  <a:moveTo>
                    <a:pt x="12" y="2"/>
                  </a:moveTo>
                  <a:cubicBezTo>
                    <a:pt x="8" y="16"/>
                    <a:pt x="6" y="31"/>
                    <a:pt x="6" y="45"/>
                  </a:cubicBezTo>
                  <a:cubicBezTo>
                    <a:pt x="6" y="47"/>
                    <a:pt x="6" y="48"/>
                    <a:pt x="6" y="50"/>
                  </a:cubicBezTo>
                  <a:cubicBezTo>
                    <a:pt x="6" y="72"/>
                    <a:pt x="3" y="93"/>
                    <a:pt x="0" y="114"/>
                  </a:cubicBezTo>
                  <a:cubicBezTo>
                    <a:pt x="0" y="116"/>
                    <a:pt x="2" y="118"/>
                    <a:pt x="3" y="116"/>
                  </a:cubicBezTo>
                  <a:cubicBezTo>
                    <a:pt x="3" y="115"/>
                    <a:pt x="4" y="114"/>
                    <a:pt x="4" y="114"/>
                  </a:cubicBezTo>
                  <a:cubicBezTo>
                    <a:pt x="16" y="92"/>
                    <a:pt x="23" y="68"/>
                    <a:pt x="23" y="44"/>
                  </a:cubicBezTo>
                  <a:cubicBezTo>
                    <a:pt x="23" y="30"/>
                    <a:pt x="21" y="16"/>
                    <a:pt x="17" y="3"/>
                  </a:cubicBezTo>
                  <a:cubicBezTo>
                    <a:pt x="16" y="1"/>
                    <a:pt x="13" y="0"/>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2"/>
            <p:cNvSpPr/>
            <p:nvPr/>
          </p:nvSpPr>
          <p:spPr>
            <a:xfrm>
              <a:off x="8009640" y="3258000"/>
              <a:ext cx="7200" cy="19800"/>
            </a:xfrm>
            <a:custGeom>
              <a:rect b="b" l="l" r="r" t="t"/>
              <a:pathLst>
                <a:path extrusionOk="0" h="55" w="20">
                  <a:moveTo>
                    <a:pt x="17" y="49"/>
                  </a:moveTo>
                  <a:cubicBezTo>
                    <a:pt x="16" y="41"/>
                    <a:pt x="19" y="33"/>
                    <a:pt x="17" y="25"/>
                  </a:cubicBezTo>
                  <a:cubicBezTo>
                    <a:pt x="16" y="17"/>
                    <a:pt x="13" y="9"/>
                    <a:pt x="9" y="2"/>
                  </a:cubicBezTo>
                  <a:cubicBezTo>
                    <a:pt x="8" y="0"/>
                    <a:pt x="6" y="1"/>
                    <a:pt x="5" y="2"/>
                  </a:cubicBezTo>
                  <a:cubicBezTo>
                    <a:pt x="4" y="2"/>
                    <a:pt x="4" y="3"/>
                    <a:pt x="4" y="3"/>
                  </a:cubicBezTo>
                  <a:cubicBezTo>
                    <a:pt x="1" y="7"/>
                    <a:pt x="0" y="12"/>
                    <a:pt x="0" y="17"/>
                  </a:cubicBezTo>
                  <a:cubicBezTo>
                    <a:pt x="0" y="19"/>
                    <a:pt x="1" y="21"/>
                    <a:pt x="1" y="24"/>
                  </a:cubicBezTo>
                  <a:cubicBezTo>
                    <a:pt x="3" y="33"/>
                    <a:pt x="7" y="42"/>
                    <a:pt x="11" y="51"/>
                  </a:cubicBezTo>
                  <a:cubicBezTo>
                    <a:pt x="14" y="54"/>
                    <a:pt x="18" y="52"/>
                    <a:pt x="17"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2"/>
            <p:cNvSpPr/>
            <p:nvPr/>
          </p:nvSpPr>
          <p:spPr>
            <a:xfrm>
              <a:off x="8031240" y="3319200"/>
              <a:ext cx="7920" cy="19440"/>
            </a:xfrm>
            <a:custGeom>
              <a:rect b="b" l="l" r="r" t="t"/>
              <a:pathLst>
                <a:path extrusionOk="0" h="54" w="22">
                  <a:moveTo>
                    <a:pt x="9" y="19"/>
                  </a:moveTo>
                  <a:cubicBezTo>
                    <a:pt x="8" y="25"/>
                    <a:pt x="6" y="30"/>
                    <a:pt x="4" y="35"/>
                  </a:cubicBezTo>
                  <a:cubicBezTo>
                    <a:pt x="2" y="40"/>
                    <a:pt x="3" y="44"/>
                    <a:pt x="2" y="48"/>
                  </a:cubicBezTo>
                  <a:cubicBezTo>
                    <a:pt x="0" y="53"/>
                    <a:pt x="2" y="52"/>
                    <a:pt x="5" y="51"/>
                  </a:cubicBezTo>
                  <a:cubicBezTo>
                    <a:pt x="7" y="50"/>
                    <a:pt x="10" y="48"/>
                    <a:pt x="11" y="44"/>
                  </a:cubicBezTo>
                  <a:cubicBezTo>
                    <a:pt x="12" y="38"/>
                    <a:pt x="14" y="32"/>
                    <a:pt x="17" y="27"/>
                  </a:cubicBezTo>
                  <a:cubicBezTo>
                    <a:pt x="18" y="22"/>
                    <a:pt x="17" y="15"/>
                    <a:pt x="19" y="11"/>
                  </a:cubicBezTo>
                  <a:cubicBezTo>
                    <a:pt x="20" y="10"/>
                    <a:pt x="20" y="10"/>
                    <a:pt x="20" y="10"/>
                  </a:cubicBezTo>
                  <a:cubicBezTo>
                    <a:pt x="21" y="9"/>
                    <a:pt x="21" y="7"/>
                    <a:pt x="21" y="6"/>
                  </a:cubicBezTo>
                  <a:cubicBezTo>
                    <a:pt x="21" y="5"/>
                    <a:pt x="21" y="4"/>
                    <a:pt x="21" y="3"/>
                  </a:cubicBezTo>
                  <a:cubicBezTo>
                    <a:pt x="21" y="2"/>
                    <a:pt x="20" y="2"/>
                    <a:pt x="20" y="2"/>
                  </a:cubicBezTo>
                  <a:cubicBezTo>
                    <a:pt x="20" y="1"/>
                    <a:pt x="20" y="1"/>
                    <a:pt x="19" y="0"/>
                  </a:cubicBezTo>
                  <a:cubicBezTo>
                    <a:pt x="17" y="0"/>
                    <a:pt x="18" y="0"/>
                    <a:pt x="17" y="0"/>
                  </a:cubicBezTo>
                  <a:lnTo>
                    <a:pt x="15" y="0"/>
                  </a:lnTo>
                  <a:cubicBezTo>
                    <a:pt x="14" y="1"/>
                    <a:pt x="14" y="1"/>
                    <a:pt x="14" y="2"/>
                  </a:cubicBezTo>
                  <a:lnTo>
                    <a:pt x="14" y="3"/>
                  </a:lnTo>
                  <a:cubicBezTo>
                    <a:pt x="14" y="5"/>
                    <a:pt x="12" y="5"/>
                    <a:pt x="11" y="7"/>
                  </a:cubicBezTo>
                  <a:cubicBezTo>
                    <a:pt x="10" y="10"/>
                    <a:pt x="9" y="14"/>
                    <a:pt x="9" y="17"/>
                  </a:cubicBezTo>
                  <a:cubicBezTo>
                    <a:pt x="9" y="18"/>
                    <a:pt x="9" y="19"/>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2"/>
            <p:cNvSpPr/>
            <p:nvPr/>
          </p:nvSpPr>
          <p:spPr>
            <a:xfrm>
              <a:off x="8048160" y="3360600"/>
              <a:ext cx="10440" cy="27360"/>
            </a:xfrm>
            <a:custGeom>
              <a:rect b="b" l="l" r="r" t="t"/>
              <a:pathLst>
                <a:path extrusionOk="0" h="76" w="29">
                  <a:moveTo>
                    <a:pt x="9" y="75"/>
                  </a:moveTo>
                  <a:cubicBezTo>
                    <a:pt x="20" y="73"/>
                    <a:pt x="22" y="61"/>
                    <a:pt x="25" y="52"/>
                  </a:cubicBezTo>
                  <a:cubicBezTo>
                    <a:pt x="27" y="42"/>
                    <a:pt x="28" y="32"/>
                    <a:pt x="28" y="22"/>
                  </a:cubicBezTo>
                  <a:cubicBezTo>
                    <a:pt x="28" y="17"/>
                    <a:pt x="28" y="12"/>
                    <a:pt x="27" y="7"/>
                  </a:cubicBezTo>
                  <a:cubicBezTo>
                    <a:pt x="27" y="0"/>
                    <a:pt x="17" y="2"/>
                    <a:pt x="16" y="7"/>
                  </a:cubicBezTo>
                  <a:cubicBezTo>
                    <a:pt x="14" y="19"/>
                    <a:pt x="11" y="32"/>
                    <a:pt x="8" y="44"/>
                  </a:cubicBezTo>
                  <a:cubicBezTo>
                    <a:pt x="5" y="53"/>
                    <a:pt x="0" y="63"/>
                    <a:pt x="5" y="72"/>
                  </a:cubicBezTo>
                  <a:lnTo>
                    <a:pt x="5" y="73"/>
                  </a:lnTo>
                  <a:cubicBezTo>
                    <a:pt x="5" y="73"/>
                    <a:pt x="6" y="73"/>
                    <a:pt x="7" y="74"/>
                  </a:cubicBezTo>
                  <a:cubicBezTo>
                    <a:pt x="8" y="74"/>
                    <a:pt x="8" y="75"/>
                    <a:pt x="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2"/>
            <p:cNvSpPr/>
            <p:nvPr/>
          </p:nvSpPr>
          <p:spPr>
            <a:xfrm>
              <a:off x="8089560" y="3320640"/>
              <a:ext cx="6120" cy="18360"/>
            </a:xfrm>
            <a:custGeom>
              <a:rect b="b" l="l" r="r" t="t"/>
              <a:pathLst>
                <a:path extrusionOk="0" h="51" w="17">
                  <a:moveTo>
                    <a:pt x="11" y="49"/>
                  </a:moveTo>
                  <a:cubicBezTo>
                    <a:pt x="12" y="48"/>
                    <a:pt x="13" y="47"/>
                    <a:pt x="13" y="46"/>
                  </a:cubicBezTo>
                  <a:cubicBezTo>
                    <a:pt x="15" y="43"/>
                    <a:pt x="16" y="39"/>
                    <a:pt x="16" y="36"/>
                  </a:cubicBezTo>
                  <a:cubicBezTo>
                    <a:pt x="16" y="35"/>
                    <a:pt x="16" y="34"/>
                    <a:pt x="16" y="33"/>
                  </a:cubicBezTo>
                  <a:cubicBezTo>
                    <a:pt x="16" y="24"/>
                    <a:pt x="15" y="15"/>
                    <a:pt x="14" y="6"/>
                  </a:cubicBezTo>
                  <a:cubicBezTo>
                    <a:pt x="14" y="5"/>
                    <a:pt x="15" y="4"/>
                    <a:pt x="14" y="3"/>
                  </a:cubicBezTo>
                  <a:cubicBezTo>
                    <a:pt x="13" y="2"/>
                    <a:pt x="12" y="2"/>
                    <a:pt x="11" y="1"/>
                  </a:cubicBezTo>
                  <a:cubicBezTo>
                    <a:pt x="10" y="0"/>
                    <a:pt x="9" y="0"/>
                    <a:pt x="8" y="0"/>
                  </a:cubicBezTo>
                  <a:cubicBezTo>
                    <a:pt x="7" y="0"/>
                    <a:pt x="6" y="0"/>
                    <a:pt x="5" y="1"/>
                  </a:cubicBezTo>
                  <a:cubicBezTo>
                    <a:pt x="4" y="2"/>
                    <a:pt x="4" y="2"/>
                    <a:pt x="3" y="3"/>
                  </a:cubicBezTo>
                  <a:cubicBezTo>
                    <a:pt x="2" y="4"/>
                    <a:pt x="2" y="5"/>
                    <a:pt x="2" y="6"/>
                  </a:cubicBezTo>
                  <a:cubicBezTo>
                    <a:pt x="2" y="14"/>
                    <a:pt x="1" y="23"/>
                    <a:pt x="1" y="31"/>
                  </a:cubicBezTo>
                  <a:cubicBezTo>
                    <a:pt x="0" y="32"/>
                    <a:pt x="0" y="34"/>
                    <a:pt x="0" y="35"/>
                  </a:cubicBezTo>
                  <a:cubicBezTo>
                    <a:pt x="0" y="39"/>
                    <a:pt x="1" y="43"/>
                    <a:pt x="3" y="46"/>
                  </a:cubicBezTo>
                  <a:cubicBezTo>
                    <a:pt x="4" y="47"/>
                    <a:pt x="4" y="48"/>
                    <a:pt x="5" y="49"/>
                  </a:cubicBezTo>
                  <a:lnTo>
                    <a:pt x="6" y="49"/>
                  </a:lnTo>
                  <a:cubicBezTo>
                    <a:pt x="7" y="50"/>
                    <a:pt x="8" y="50"/>
                    <a:pt x="8" y="50"/>
                  </a:cubicBezTo>
                  <a:cubicBezTo>
                    <a:pt x="9" y="50"/>
                    <a:pt x="10" y="50"/>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2"/>
            <p:cNvSpPr/>
            <p:nvPr/>
          </p:nvSpPr>
          <p:spPr>
            <a:xfrm>
              <a:off x="8143920" y="2983320"/>
              <a:ext cx="33480" cy="7920"/>
            </a:xfrm>
            <a:custGeom>
              <a:rect b="b" l="l" r="r" t="t"/>
              <a:pathLst>
                <a:path extrusionOk="0" h="22" w="93">
                  <a:moveTo>
                    <a:pt x="88" y="13"/>
                  </a:moveTo>
                  <a:cubicBezTo>
                    <a:pt x="73" y="9"/>
                    <a:pt x="58" y="5"/>
                    <a:pt x="43" y="3"/>
                  </a:cubicBezTo>
                  <a:cubicBezTo>
                    <a:pt x="40" y="2"/>
                    <a:pt x="37" y="2"/>
                    <a:pt x="33" y="2"/>
                  </a:cubicBezTo>
                  <a:cubicBezTo>
                    <a:pt x="30" y="2"/>
                    <a:pt x="26" y="2"/>
                    <a:pt x="22" y="3"/>
                  </a:cubicBezTo>
                  <a:cubicBezTo>
                    <a:pt x="17" y="2"/>
                    <a:pt x="11" y="1"/>
                    <a:pt x="5" y="0"/>
                  </a:cubicBezTo>
                  <a:cubicBezTo>
                    <a:pt x="1" y="0"/>
                    <a:pt x="0" y="6"/>
                    <a:pt x="5" y="7"/>
                  </a:cubicBezTo>
                  <a:cubicBezTo>
                    <a:pt x="10" y="8"/>
                    <a:pt x="17" y="12"/>
                    <a:pt x="25" y="13"/>
                  </a:cubicBezTo>
                  <a:cubicBezTo>
                    <a:pt x="33" y="13"/>
                    <a:pt x="41" y="14"/>
                    <a:pt x="50" y="16"/>
                  </a:cubicBezTo>
                  <a:cubicBezTo>
                    <a:pt x="59" y="19"/>
                    <a:pt x="69" y="21"/>
                    <a:pt x="79" y="21"/>
                  </a:cubicBezTo>
                  <a:cubicBezTo>
                    <a:pt x="82" y="21"/>
                    <a:pt x="86" y="20"/>
                    <a:pt x="89" y="20"/>
                  </a:cubicBezTo>
                  <a:lnTo>
                    <a:pt x="90" y="20"/>
                  </a:lnTo>
                  <a:cubicBezTo>
                    <a:pt x="91" y="19"/>
                    <a:pt x="91" y="19"/>
                    <a:pt x="91" y="18"/>
                  </a:cubicBezTo>
                  <a:cubicBezTo>
                    <a:pt x="92" y="17"/>
                    <a:pt x="92" y="17"/>
                    <a:pt x="92" y="17"/>
                  </a:cubicBezTo>
                  <a:cubicBezTo>
                    <a:pt x="92" y="16"/>
                    <a:pt x="92" y="16"/>
                    <a:pt x="91" y="15"/>
                  </a:cubicBezTo>
                  <a:cubicBezTo>
                    <a:pt x="91" y="14"/>
                    <a:pt x="91" y="15"/>
                    <a:pt x="90" y="14"/>
                  </a:cubicBezTo>
                  <a:cubicBezTo>
                    <a:pt x="90" y="13"/>
                    <a:pt x="89" y="13"/>
                    <a:pt x="88"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2"/>
            <p:cNvSpPr/>
            <p:nvPr/>
          </p:nvSpPr>
          <p:spPr>
            <a:xfrm>
              <a:off x="8182080" y="2980800"/>
              <a:ext cx="19440" cy="10800"/>
            </a:xfrm>
            <a:custGeom>
              <a:rect b="b" l="l" r="r" t="t"/>
              <a:pathLst>
                <a:path extrusionOk="0" h="30" w="54">
                  <a:moveTo>
                    <a:pt x="3" y="0"/>
                  </a:moveTo>
                  <a:cubicBezTo>
                    <a:pt x="0" y="0"/>
                    <a:pt x="0" y="5"/>
                    <a:pt x="3" y="6"/>
                  </a:cubicBezTo>
                  <a:cubicBezTo>
                    <a:pt x="17" y="10"/>
                    <a:pt x="38" y="29"/>
                    <a:pt x="52" y="19"/>
                  </a:cubicBezTo>
                  <a:cubicBezTo>
                    <a:pt x="52" y="19"/>
                    <a:pt x="53" y="19"/>
                    <a:pt x="53" y="18"/>
                  </a:cubicBezTo>
                  <a:lnTo>
                    <a:pt x="53" y="17"/>
                  </a:lnTo>
                  <a:cubicBezTo>
                    <a:pt x="53" y="16"/>
                    <a:pt x="53" y="15"/>
                    <a:pt x="53" y="15"/>
                  </a:cubicBezTo>
                  <a:lnTo>
                    <a:pt x="52" y="14"/>
                  </a:lnTo>
                  <a:cubicBezTo>
                    <a:pt x="52" y="14"/>
                    <a:pt x="51" y="13"/>
                    <a:pt x="50" y="13"/>
                  </a:cubicBezTo>
                  <a:cubicBezTo>
                    <a:pt x="44" y="9"/>
                    <a:pt x="37" y="6"/>
                    <a:pt x="30" y="4"/>
                  </a:cubicBezTo>
                  <a:cubicBezTo>
                    <a:pt x="24" y="1"/>
                    <a:pt x="17" y="0"/>
                    <a:pt x="10" y="0"/>
                  </a:cubicBezTo>
                  <a:cubicBezTo>
                    <a:pt x="8" y="0"/>
                    <a:pt x="6" y="0"/>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2"/>
            <p:cNvSpPr/>
            <p:nvPr/>
          </p:nvSpPr>
          <p:spPr>
            <a:xfrm>
              <a:off x="8220960" y="3027240"/>
              <a:ext cx="14400" cy="14040"/>
            </a:xfrm>
            <a:custGeom>
              <a:rect b="b" l="l" r="r" t="t"/>
              <a:pathLst>
                <a:path extrusionOk="0" h="39" w="40">
                  <a:moveTo>
                    <a:pt x="3" y="3"/>
                  </a:moveTo>
                  <a:cubicBezTo>
                    <a:pt x="3" y="3"/>
                    <a:pt x="2" y="3"/>
                    <a:pt x="2" y="4"/>
                  </a:cubicBezTo>
                  <a:cubicBezTo>
                    <a:pt x="2" y="4"/>
                    <a:pt x="1" y="4"/>
                    <a:pt x="1" y="5"/>
                  </a:cubicBezTo>
                  <a:lnTo>
                    <a:pt x="0" y="6"/>
                  </a:lnTo>
                  <a:cubicBezTo>
                    <a:pt x="0" y="7"/>
                    <a:pt x="1" y="8"/>
                    <a:pt x="1" y="8"/>
                  </a:cubicBezTo>
                  <a:cubicBezTo>
                    <a:pt x="1" y="9"/>
                    <a:pt x="2" y="9"/>
                    <a:pt x="2" y="9"/>
                  </a:cubicBezTo>
                  <a:cubicBezTo>
                    <a:pt x="3" y="10"/>
                    <a:pt x="3" y="10"/>
                    <a:pt x="4" y="10"/>
                  </a:cubicBezTo>
                  <a:cubicBezTo>
                    <a:pt x="8" y="10"/>
                    <a:pt x="10" y="14"/>
                    <a:pt x="11" y="16"/>
                  </a:cubicBezTo>
                  <a:cubicBezTo>
                    <a:pt x="13" y="19"/>
                    <a:pt x="15" y="21"/>
                    <a:pt x="17" y="23"/>
                  </a:cubicBezTo>
                  <a:cubicBezTo>
                    <a:pt x="22" y="27"/>
                    <a:pt x="27" y="32"/>
                    <a:pt x="31" y="37"/>
                  </a:cubicBezTo>
                  <a:cubicBezTo>
                    <a:pt x="31" y="38"/>
                    <a:pt x="32" y="38"/>
                    <a:pt x="32" y="38"/>
                  </a:cubicBezTo>
                  <a:lnTo>
                    <a:pt x="33" y="38"/>
                  </a:lnTo>
                  <a:lnTo>
                    <a:pt x="34" y="38"/>
                  </a:lnTo>
                  <a:cubicBezTo>
                    <a:pt x="35" y="38"/>
                    <a:pt x="35" y="38"/>
                    <a:pt x="35" y="37"/>
                  </a:cubicBezTo>
                  <a:cubicBezTo>
                    <a:pt x="39" y="28"/>
                    <a:pt x="28" y="20"/>
                    <a:pt x="22" y="15"/>
                  </a:cubicBezTo>
                  <a:cubicBezTo>
                    <a:pt x="16" y="10"/>
                    <a:pt x="12" y="0"/>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2"/>
            <p:cNvSpPr/>
            <p:nvPr/>
          </p:nvSpPr>
          <p:spPr>
            <a:xfrm>
              <a:off x="8236080" y="3040200"/>
              <a:ext cx="11880" cy="15840"/>
            </a:xfrm>
            <a:custGeom>
              <a:rect b="b" l="l" r="r" t="t"/>
              <a:pathLst>
                <a:path extrusionOk="0" h="44" w="33">
                  <a:moveTo>
                    <a:pt x="14" y="25"/>
                  </a:moveTo>
                  <a:cubicBezTo>
                    <a:pt x="15" y="27"/>
                    <a:pt x="16" y="29"/>
                    <a:pt x="17" y="31"/>
                  </a:cubicBezTo>
                  <a:cubicBezTo>
                    <a:pt x="19" y="35"/>
                    <a:pt x="21" y="38"/>
                    <a:pt x="24" y="41"/>
                  </a:cubicBezTo>
                  <a:lnTo>
                    <a:pt x="24" y="42"/>
                  </a:lnTo>
                  <a:cubicBezTo>
                    <a:pt x="25" y="43"/>
                    <a:pt x="26" y="42"/>
                    <a:pt x="27" y="42"/>
                  </a:cubicBezTo>
                  <a:cubicBezTo>
                    <a:pt x="28" y="42"/>
                    <a:pt x="29" y="42"/>
                    <a:pt x="29" y="42"/>
                  </a:cubicBezTo>
                  <a:cubicBezTo>
                    <a:pt x="30" y="41"/>
                    <a:pt x="31" y="41"/>
                    <a:pt x="31" y="40"/>
                  </a:cubicBezTo>
                  <a:cubicBezTo>
                    <a:pt x="32" y="39"/>
                    <a:pt x="32" y="39"/>
                    <a:pt x="32" y="38"/>
                  </a:cubicBezTo>
                  <a:lnTo>
                    <a:pt x="32" y="36"/>
                  </a:lnTo>
                  <a:cubicBezTo>
                    <a:pt x="32" y="35"/>
                    <a:pt x="32" y="34"/>
                    <a:pt x="32" y="34"/>
                  </a:cubicBezTo>
                  <a:cubicBezTo>
                    <a:pt x="32" y="33"/>
                    <a:pt x="32" y="32"/>
                    <a:pt x="32" y="31"/>
                  </a:cubicBezTo>
                  <a:cubicBezTo>
                    <a:pt x="31" y="29"/>
                    <a:pt x="29" y="27"/>
                    <a:pt x="28" y="24"/>
                  </a:cubicBezTo>
                  <a:cubicBezTo>
                    <a:pt x="27" y="23"/>
                    <a:pt x="27" y="21"/>
                    <a:pt x="26" y="20"/>
                  </a:cubicBezTo>
                  <a:cubicBezTo>
                    <a:pt x="21" y="13"/>
                    <a:pt x="14" y="7"/>
                    <a:pt x="7" y="2"/>
                  </a:cubicBezTo>
                  <a:cubicBezTo>
                    <a:pt x="3" y="0"/>
                    <a:pt x="0" y="6"/>
                    <a:pt x="3" y="9"/>
                  </a:cubicBezTo>
                  <a:cubicBezTo>
                    <a:pt x="6" y="13"/>
                    <a:pt x="9" y="17"/>
                    <a:pt x="12" y="22"/>
                  </a:cubicBezTo>
                  <a:cubicBezTo>
                    <a:pt x="12" y="23"/>
                    <a:pt x="13" y="24"/>
                    <a:pt x="1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2"/>
            <p:cNvSpPr/>
            <p:nvPr/>
          </p:nvSpPr>
          <p:spPr>
            <a:xfrm>
              <a:off x="8232840" y="3025080"/>
              <a:ext cx="36000" cy="33120"/>
            </a:xfrm>
            <a:custGeom>
              <a:rect b="b" l="l" r="r" t="t"/>
              <a:pathLst>
                <a:path extrusionOk="0" h="92" w="100">
                  <a:moveTo>
                    <a:pt x="49" y="54"/>
                  </a:moveTo>
                  <a:cubicBezTo>
                    <a:pt x="60" y="62"/>
                    <a:pt x="70" y="71"/>
                    <a:pt x="80" y="81"/>
                  </a:cubicBezTo>
                  <a:cubicBezTo>
                    <a:pt x="85" y="87"/>
                    <a:pt x="87" y="91"/>
                    <a:pt x="95" y="90"/>
                  </a:cubicBezTo>
                  <a:cubicBezTo>
                    <a:pt x="96" y="90"/>
                    <a:pt x="97" y="90"/>
                    <a:pt x="97" y="90"/>
                  </a:cubicBezTo>
                  <a:cubicBezTo>
                    <a:pt x="98" y="90"/>
                    <a:pt x="98" y="89"/>
                    <a:pt x="98" y="89"/>
                  </a:cubicBezTo>
                  <a:cubicBezTo>
                    <a:pt x="99" y="88"/>
                    <a:pt x="99" y="88"/>
                    <a:pt x="99" y="87"/>
                  </a:cubicBezTo>
                  <a:lnTo>
                    <a:pt x="99" y="86"/>
                  </a:lnTo>
                  <a:cubicBezTo>
                    <a:pt x="89" y="61"/>
                    <a:pt x="64" y="47"/>
                    <a:pt x="44" y="30"/>
                  </a:cubicBezTo>
                  <a:cubicBezTo>
                    <a:pt x="35" y="22"/>
                    <a:pt x="26" y="14"/>
                    <a:pt x="17" y="5"/>
                  </a:cubicBezTo>
                  <a:cubicBezTo>
                    <a:pt x="16" y="3"/>
                    <a:pt x="15" y="2"/>
                    <a:pt x="14" y="1"/>
                  </a:cubicBezTo>
                  <a:cubicBezTo>
                    <a:pt x="12" y="0"/>
                    <a:pt x="10" y="0"/>
                    <a:pt x="8" y="0"/>
                  </a:cubicBezTo>
                  <a:cubicBezTo>
                    <a:pt x="5" y="0"/>
                    <a:pt x="3" y="0"/>
                    <a:pt x="2" y="1"/>
                  </a:cubicBezTo>
                  <a:cubicBezTo>
                    <a:pt x="1" y="2"/>
                    <a:pt x="1" y="2"/>
                    <a:pt x="1" y="2"/>
                  </a:cubicBezTo>
                  <a:cubicBezTo>
                    <a:pt x="0" y="3"/>
                    <a:pt x="0" y="4"/>
                    <a:pt x="0" y="4"/>
                  </a:cubicBezTo>
                  <a:cubicBezTo>
                    <a:pt x="0" y="5"/>
                    <a:pt x="0" y="5"/>
                    <a:pt x="1" y="6"/>
                  </a:cubicBezTo>
                  <a:cubicBezTo>
                    <a:pt x="1" y="6"/>
                    <a:pt x="1" y="7"/>
                    <a:pt x="2" y="7"/>
                  </a:cubicBezTo>
                  <a:cubicBezTo>
                    <a:pt x="10" y="12"/>
                    <a:pt x="14" y="21"/>
                    <a:pt x="21" y="28"/>
                  </a:cubicBezTo>
                  <a:cubicBezTo>
                    <a:pt x="28" y="35"/>
                    <a:pt x="41" y="45"/>
                    <a:pt x="49"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2"/>
            <p:cNvSpPr/>
            <p:nvPr/>
          </p:nvSpPr>
          <p:spPr>
            <a:xfrm>
              <a:off x="8249400" y="3028320"/>
              <a:ext cx="40680" cy="38880"/>
            </a:xfrm>
            <a:custGeom>
              <a:rect b="b" l="l" r="r" t="t"/>
              <a:pathLst>
                <a:path extrusionOk="0" h="108" w="113">
                  <a:moveTo>
                    <a:pt x="3" y="8"/>
                  </a:moveTo>
                  <a:cubicBezTo>
                    <a:pt x="15" y="10"/>
                    <a:pt x="25" y="24"/>
                    <a:pt x="34" y="30"/>
                  </a:cubicBezTo>
                  <a:cubicBezTo>
                    <a:pt x="44" y="37"/>
                    <a:pt x="48" y="50"/>
                    <a:pt x="57" y="57"/>
                  </a:cubicBezTo>
                  <a:cubicBezTo>
                    <a:pt x="69" y="67"/>
                    <a:pt x="79" y="78"/>
                    <a:pt x="87" y="91"/>
                  </a:cubicBezTo>
                  <a:cubicBezTo>
                    <a:pt x="87" y="92"/>
                    <a:pt x="88" y="93"/>
                    <a:pt x="88" y="93"/>
                  </a:cubicBezTo>
                  <a:cubicBezTo>
                    <a:pt x="91" y="97"/>
                    <a:pt x="95" y="101"/>
                    <a:pt x="99" y="103"/>
                  </a:cubicBezTo>
                  <a:cubicBezTo>
                    <a:pt x="102" y="105"/>
                    <a:pt x="105" y="106"/>
                    <a:pt x="108" y="107"/>
                  </a:cubicBezTo>
                  <a:lnTo>
                    <a:pt x="109" y="107"/>
                  </a:lnTo>
                  <a:lnTo>
                    <a:pt x="110" y="107"/>
                  </a:lnTo>
                  <a:cubicBezTo>
                    <a:pt x="111" y="107"/>
                    <a:pt x="111" y="106"/>
                    <a:pt x="111" y="106"/>
                  </a:cubicBezTo>
                  <a:cubicBezTo>
                    <a:pt x="112" y="105"/>
                    <a:pt x="112" y="105"/>
                    <a:pt x="112" y="104"/>
                  </a:cubicBezTo>
                  <a:cubicBezTo>
                    <a:pt x="112" y="104"/>
                    <a:pt x="112" y="103"/>
                    <a:pt x="111" y="103"/>
                  </a:cubicBezTo>
                  <a:cubicBezTo>
                    <a:pt x="108" y="96"/>
                    <a:pt x="103" y="94"/>
                    <a:pt x="98" y="88"/>
                  </a:cubicBezTo>
                  <a:cubicBezTo>
                    <a:pt x="94" y="82"/>
                    <a:pt x="92" y="75"/>
                    <a:pt x="87" y="68"/>
                  </a:cubicBezTo>
                  <a:cubicBezTo>
                    <a:pt x="79" y="57"/>
                    <a:pt x="66" y="51"/>
                    <a:pt x="58" y="39"/>
                  </a:cubicBezTo>
                  <a:cubicBezTo>
                    <a:pt x="51" y="29"/>
                    <a:pt x="42" y="21"/>
                    <a:pt x="32" y="15"/>
                  </a:cubicBezTo>
                  <a:cubicBezTo>
                    <a:pt x="22" y="8"/>
                    <a:pt x="17" y="0"/>
                    <a:pt x="4" y="2"/>
                  </a:cubicBezTo>
                  <a:cubicBezTo>
                    <a:pt x="3" y="2"/>
                    <a:pt x="3" y="2"/>
                    <a:pt x="3" y="2"/>
                  </a:cubicBezTo>
                  <a:cubicBezTo>
                    <a:pt x="3" y="2"/>
                    <a:pt x="3" y="3"/>
                    <a:pt x="2" y="3"/>
                  </a:cubicBezTo>
                  <a:cubicBezTo>
                    <a:pt x="2" y="4"/>
                    <a:pt x="1" y="3"/>
                    <a:pt x="0" y="4"/>
                  </a:cubicBezTo>
                  <a:lnTo>
                    <a:pt x="0" y="5"/>
                  </a:lnTo>
                  <a:cubicBezTo>
                    <a:pt x="0" y="6"/>
                    <a:pt x="0" y="7"/>
                    <a:pt x="0" y="7"/>
                  </a:cubicBezTo>
                  <a:cubicBezTo>
                    <a:pt x="1" y="8"/>
                    <a:pt x="1" y="8"/>
                    <a:pt x="2" y="8"/>
                  </a:cubicBezTo>
                  <a:lnTo>
                    <a:pt x="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2"/>
            <p:cNvSpPr/>
            <p:nvPr/>
          </p:nvSpPr>
          <p:spPr>
            <a:xfrm>
              <a:off x="8257680" y="3009240"/>
              <a:ext cx="48960" cy="41760"/>
            </a:xfrm>
            <a:custGeom>
              <a:rect b="b" l="l" r="r" t="t"/>
              <a:pathLst>
                <a:path extrusionOk="0" h="116" w="136">
                  <a:moveTo>
                    <a:pt x="124" y="96"/>
                  </a:moveTo>
                  <a:cubicBezTo>
                    <a:pt x="109" y="86"/>
                    <a:pt x="95" y="75"/>
                    <a:pt x="82" y="63"/>
                  </a:cubicBezTo>
                  <a:cubicBezTo>
                    <a:pt x="58" y="41"/>
                    <a:pt x="28" y="27"/>
                    <a:pt x="7" y="2"/>
                  </a:cubicBezTo>
                  <a:cubicBezTo>
                    <a:pt x="4" y="0"/>
                    <a:pt x="0" y="2"/>
                    <a:pt x="2" y="6"/>
                  </a:cubicBezTo>
                  <a:cubicBezTo>
                    <a:pt x="20" y="28"/>
                    <a:pt x="47" y="43"/>
                    <a:pt x="66" y="63"/>
                  </a:cubicBezTo>
                  <a:cubicBezTo>
                    <a:pt x="75" y="73"/>
                    <a:pt x="85" y="83"/>
                    <a:pt x="96" y="91"/>
                  </a:cubicBezTo>
                  <a:cubicBezTo>
                    <a:pt x="106" y="100"/>
                    <a:pt x="120" y="105"/>
                    <a:pt x="130" y="114"/>
                  </a:cubicBezTo>
                  <a:cubicBezTo>
                    <a:pt x="130" y="114"/>
                    <a:pt x="130" y="115"/>
                    <a:pt x="131" y="115"/>
                  </a:cubicBezTo>
                  <a:lnTo>
                    <a:pt x="132" y="115"/>
                  </a:lnTo>
                  <a:cubicBezTo>
                    <a:pt x="133" y="115"/>
                    <a:pt x="133" y="115"/>
                    <a:pt x="134" y="115"/>
                  </a:cubicBezTo>
                  <a:lnTo>
                    <a:pt x="135" y="114"/>
                  </a:lnTo>
                  <a:cubicBezTo>
                    <a:pt x="135" y="113"/>
                    <a:pt x="135" y="113"/>
                    <a:pt x="135" y="112"/>
                  </a:cubicBezTo>
                  <a:cubicBezTo>
                    <a:pt x="135" y="109"/>
                    <a:pt x="134" y="107"/>
                    <a:pt x="133" y="105"/>
                  </a:cubicBezTo>
                  <a:cubicBezTo>
                    <a:pt x="130" y="101"/>
                    <a:pt x="127" y="98"/>
                    <a:pt x="12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2"/>
            <p:cNvSpPr/>
            <p:nvPr/>
          </p:nvSpPr>
          <p:spPr>
            <a:xfrm>
              <a:off x="8292600" y="3077640"/>
              <a:ext cx="19080" cy="24480"/>
            </a:xfrm>
            <a:custGeom>
              <a:rect b="b" l="l" r="r" t="t"/>
              <a:pathLst>
                <a:path extrusionOk="0" h="68" w="53">
                  <a:moveTo>
                    <a:pt x="12" y="22"/>
                  </a:moveTo>
                  <a:cubicBezTo>
                    <a:pt x="14" y="26"/>
                    <a:pt x="16" y="30"/>
                    <a:pt x="18" y="33"/>
                  </a:cubicBezTo>
                  <a:cubicBezTo>
                    <a:pt x="19" y="35"/>
                    <a:pt x="20" y="36"/>
                    <a:pt x="21" y="38"/>
                  </a:cubicBezTo>
                  <a:cubicBezTo>
                    <a:pt x="25" y="45"/>
                    <a:pt x="30" y="51"/>
                    <a:pt x="34" y="58"/>
                  </a:cubicBezTo>
                  <a:cubicBezTo>
                    <a:pt x="34" y="59"/>
                    <a:pt x="35" y="59"/>
                    <a:pt x="35" y="59"/>
                  </a:cubicBezTo>
                  <a:cubicBezTo>
                    <a:pt x="36" y="62"/>
                    <a:pt x="38" y="64"/>
                    <a:pt x="40" y="65"/>
                  </a:cubicBezTo>
                  <a:cubicBezTo>
                    <a:pt x="43" y="66"/>
                    <a:pt x="45" y="67"/>
                    <a:pt x="47" y="67"/>
                  </a:cubicBezTo>
                  <a:cubicBezTo>
                    <a:pt x="48" y="67"/>
                    <a:pt x="49" y="67"/>
                    <a:pt x="50" y="66"/>
                  </a:cubicBezTo>
                  <a:lnTo>
                    <a:pt x="51" y="65"/>
                  </a:lnTo>
                  <a:cubicBezTo>
                    <a:pt x="52" y="64"/>
                    <a:pt x="52" y="63"/>
                    <a:pt x="52" y="62"/>
                  </a:cubicBezTo>
                  <a:cubicBezTo>
                    <a:pt x="52" y="61"/>
                    <a:pt x="52" y="61"/>
                    <a:pt x="51" y="60"/>
                  </a:cubicBezTo>
                  <a:lnTo>
                    <a:pt x="51" y="59"/>
                  </a:lnTo>
                  <a:cubicBezTo>
                    <a:pt x="50" y="58"/>
                    <a:pt x="50" y="57"/>
                    <a:pt x="49" y="57"/>
                  </a:cubicBezTo>
                  <a:cubicBezTo>
                    <a:pt x="46" y="51"/>
                    <a:pt x="43" y="44"/>
                    <a:pt x="40" y="38"/>
                  </a:cubicBezTo>
                  <a:cubicBezTo>
                    <a:pt x="35" y="31"/>
                    <a:pt x="30" y="26"/>
                    <a:pt x="26" y="19"/>
                  </a:cubicBezTo>
                  <a:cubicBezTo>
                    <a:pt x="23" y="12"/>
                    <a:pt x="16" y="0"/>
                    <a:pt x="4" y="0"/>
                  </a:cubicBezTo>
                  <a:cubicBezTo>
                    <a:pt x="0" y="0"/>
                    <a:pt x="0" y="7"/>
                    <a:pt x="4" y="8"/>
                  </a:cubicBezTo>
                  <a:cubicBezTo>
                    <a:pt x="9" y="9"/>
                    <a:pt x="11" y="19"/>
                    <a:pt x="12"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2"/>
            <p:cNvSpPr/>
            <p:nvPr/>
          </p:nvSpPr>
          <p:spPr>
            <a:xfrm>
              <a:off x="8969400" y="3783600"/>
              <a:ext cx="20520" cy="20160"/>
            </a:xfrm>
            <a:custGeom>
              <a:rect b="b" l="l" r="r" t="t"/>
              <a:pathLst>
                <a:path extrusionOk="0" h="56" w="57">
                  <a:moveTo>
                    <a:pt x="49" y="0"/>
                  </a:moveTo>
                  <a:cubicBezTo>
                    <a:pt x="47" y="1"/>
                    <a:pt x="44" y="2"/>
                    <a:pt x="42" y="4"/>
                  </a:cubicBezTo>
                  <a:cubicBezTo>
                    <a:pt x="35" y="8"/>
                    <a:pt x="28" y="13"/>
                    <a:pt x="22" y="18"/>
                  </a:cubicBezTo>
                  <a:cubicBezTo>
                    <a:pt x="14" y="25"/>
                    <a:pt x="11" y="34"/>
                    <a:pt x="3" y="41"/>
                  </a:cubicBezTo>
                  <a:cubicBezTo>
                    <a:pt x="2" y="42"/>
                    <a:pt x="1" y="43"/>
                    <a:pt x="1" y="43"/>
                  </a:cubicBezTo>
                  <a:cubicBezTo>
                    <a:pt x="0" y="45"/>
                    <a:pt x="0" y="45"/>
                    <a:pt x="0" y="47"/>
                  </a:cubicBezTo>
                  <a:cubicBezTo>
                    <a:pt x="0" y="48"/>
                    <a:pt x="0" y="49"/>
                    <a:pt x="1" y="51"/>
                  </a:cubicBezTo>
                  <a:cubicBezTo>
                    <a:pt x="2" y="53"/>
                    <a:pt x="3" y="53"/>
                    <a:pt x="4" y="54"/>
                  </a:cubicBezTo>
                  <a:cubicBezTo>
                    <a:pt x="5" y="55"/>
                    <a:pt x="7" y="55"/>
                    <a:pt x="8" y="55"/>
                  </a:cubicBezTo>
                  <a:cubicBezTo>
                    <a:pt x="9" y="55"/>
                    <a:pt x="11" y="55"/>
                    <a:pt x="12" y="54"/>
                  </a:cubicBezTo>
                  <a:cubicBezTo>
                    <a:pt x="13" y="54"/>
                    <a:pt x="13" y="54"/>
                    <a:pt x="13" y="53"/>
                  </a:cubicBezTo>
                  <a:cubicBezTo>
                    <a:pt x="21" y="47"/>
                    <a:pt x="26" y="38"/>
                    <a:pt x="35" y="32"/>
                  </a:cubicBezTo>
                  <a:cubicBezTo>
                    <a:pt x="42" y="27"/>
                    <a:pt x="48" y="20"/>
                    <a:pt x="53" y="12"/>
                  </a:cubicBezTo>
                  <a:cubicBezTo>
                    <a:pt x="54" y="10"/>
                    <a:pt x="54" y="9"/>
                    <a:pt x="55" y="7"/>
                  </a:cubicBezTo>
                  <a:cubicBezTo>
                    <a:pt x="55" y="6"/>
                    <a:pt x="55" y="6"/>
                    <a:pt x="55" y="5"/>
                  </a:cubicBezTo>
                  <a:cubicBezTo>
                    <a:pt x="55" y="4"/>
                    <a:pt x="56" y="3"/>
                    <a:pt x="55" y="2"/>
                  </a:cubicBezTo>
                  <a:cubicBezTo>
                    <a:pt x="54" y="1"/>
                    <a:pt x="54" y="2"/>
                    <a:pt x="53" y="1"/>
                  </a:cubicBezTo>
                  <a:cubicBezTo>
                    <a:pt x="52" y="0"/>
                    <a:pt x="51" y="0"/>
                    <a:pt x="50" y="0"/>
                  </a:cubicBezTo>
                  <a:lnTo>
                    <a:pt x="4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2"/>
            <p:cNvSpPr/>
            <p:nvPr/>
          </p:nvSpPr>
          <p:spPr>
            <a:xfrm>
              <a:off x="8962920" y="3761640"/>
              <a:ext cx="28080" cy="26280"/>
            </a:xfrm>
            <a:custGeom>
              <a:rect b="b" l="l" r="r" t="t"/>
              <a:pathLst>
                <a:path extrusionOk="0" h="73" w="78">
                  <a:moveTo>
                    <a:pt x="67" y="2"/>
                  </a:moveTo>
                  <a:cubicBezTo>
                    <a:pt x="65" y="3"/>
                    <a:pt x="63" y="4"/>
                    <a:pt x="60" y="5"/>
                  </a:cubicBezTo>
                  <a:cubicBezTo>
                    <a:pt x="50" y="11"/>
                    <a:pt x="40" y="18"/>
                    <a:pt x="31" y="26"/>
                  </a:cubicBezTo>
                  <a:cubicBezTo>
                    <a:pt x="21" y="37"/>
                    <a:pt x="11" y="48"/>
                    <a:pt x="1" y="61"/>
                  </a:cubicBezTo>
                  <a:cubicBezTo>
                    <a:pt x="0" y="62"/>
                    <a:pt x="0" y="64"/>
                    <a:pt x="0" y="65"/>
                  </a:cubicBezTo>
                  <a:cubicBezTo>
                    <a:pt x="0" y="66"/>
                    <a:pt x="0" y="68"/>
                    <a:pt x="1" y="69"/>
                  </a:cubicBezTo>
                  <a:cubicBezTo>
                    <a:pt x="2" y="71"/>
                    <a:pt x="3" y="71"/>
                    <a:pt x="4" y="71"/>
                  </a:cubicBezTo>
                  <a:cubicBezTo>
                    <a:pt x="5" y="72"/>
                    <a:pt x="5" y="72"/>
                    <a:pt x="7" y="72"/>
                  </a:cubicBezTo>
                  <a:cubicBezTo>
                    <a:pt x="8" y="72"/>
                    <a:pt x="10" y="72"/>
                    <a:pt x="11" y="71"/>
                  </a:cubicBezTo>
                  <a:cubicBezTo>
                    <a:pt x="11" y="71"/>
                    <a:pt x="12" y="71"/>
                    <a:pt x="12" y="70"/>
                  </a:cubicBezTo>
                  <a:cubicBezTo>
                    <a:pt x="22" y="61"/>
                    <a:pt x="29" y="51"/>
                    <a:pt x="39" y="40"/>
                  </a:cubicBezTo>
                  <a:cubicBezTo>
                    <a:pt x="49" y="30"/>
                    <a:pt x="63" y="21"/>
                    <a:pt x="73" y="10"/>
                  </a:cubicBezTo>
                  <a:cubicBezTo>
                    <a:pt x="77" y="6"/>
                    <a:pt x="72" y="0"/>
                    <a:pt x="6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2"/>
            <p:cNvSpPr/>
            <p:nvPr/>
          </p:nvSpPr>
          <p:spPr>
            <a:xfrm>
              <a:off x="9012960" y="3796200"/>
              <a:ext cx="18360" cy="18720"/>
            </a:xfrm>
            <a:custGeom>
              <a:rect b="b" l="l" r="r" t="t"/>
              <a:pathLst>
                <a:path extrusionOk="0" h="52" w="51">
                  <a:moveTo>
                    <a:pt x="19" y="15"/>
                  </a:moveTo>
                  <a:cubicBezTo>
                    <a:pt x="13" y="21"/>
                    <a:pt x="7" y="28"/>
                    <a:pt x="2" y="35"/>
                  </a:cubicBezTo>
                  <a:lnTo>
                    <a:pt x="1" y="36"/>
                  </a:lnTo>
                  <a:cubicBezTo>
                    <a:pt x="0" y="38"/>
                    <a:pt x="0" y="40"/>
                    <a:pt x="0" y="41"/>
                  </a:cubicBezTo>
                  <a:cubicBezTo>
                    <a:pt x="0" y="43"/>
                    <a:pt x="0" y="45"/>
                    <a:pt x="1" y="46"/>
                  </a:cubicBezTo>
                  <a:cubicBezTo>
                    <a:pt x="2" y="47"/>
                    <a:pt x="3" y="50"/>
                    <a:pt x="5" y="50"/>
                  </a:cubicBezTo>
                  <a:cubicBezTo>
                    <a:pt x="7" y="51"/>
                    <a:pt x="7" y="51"/>
                    <a:pt x="9" y="51"/>
                  </a:cubicBezTo>
                  <a:cubicBezTo>
                    <a:pt x="10" y="51"/>
                    <a:pt x="13" y="51"/>
                    <a:pt x="14" y="50"/>
                  </a:cubicBezTo>
                  <a:cubicBezTo>
                    <a:pt x="15" y="50"/>
                    <a:pt x="15" y="49"/>
                    <a:pt x="15" y="49"/>
                  </a:cubicBezTo>
                  <a:cubicBezTo>
                    <a:pt x="21" y="43"/>
                    <a:pt x="26" y="37"/>
                    <a:pt x="32" y="31"/>
                  </a:cubicBezTo>
                  <a:cubicBezTo>
                    <a:pt x="38" y="26"/>
                    <a:pt x="45" y="22"/>
                    <a:pt x="49" y="15"/>
                  </a:cubicBezTo>
                  <a:cubicBezTo>
                    <a:pt x="50" y="14"/>
                    <a:pt x="50" y="13"/>
                    <a:pt x="50" y="12"/>
                  </a:cubicBezTo>
                  <a:cubicBezTo>
                    <a:pt x="50" y="11"/>
                    <a:pt x="50" y="11"/>
                    <a:pt x="49" y="10"/>
                  </a:cubicBezTo>
                  <a:cubicBezTo>
                    <a:pt x="48" y="9"/>
                    <a:pt x="49" y="8"/>
                    <a:pt x="48" y="8"/>
                  </a:cubicBezTo>
                  <a:cubicBezTo>
                    <a:pt x="39" y="0"/>
                    <a:pt x="26" y="9"/>
                    <a:pt x="1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2"/>
            <p:cNvSpPr/>
            <p:nvPr/>
          </p:nvSpPr>
          <p:spPr>
            <a:xfrm>
              <a:off x="9053640" y="3782520"/>
              <a:ext cx="10080" cy="7920"/>
            </a:xfrm>
            <a:custGeom>
              <a:rect b="b" l="l" r="r" t="t"/>
              <a:pathLst>
                <a:path extrusionOk="0" h="22" w="28">
                  <a:moveTo>
                    <a:pt x="21" y="3"/>
                  </a:moveTo>
                  <a:cubicBezTo>
                    <a:pt x="16" y="4"/>
                    <a:pt x="13" y="5"/>
                    <a:pt x="8" y="8"/>
                  </a:cubicBezTo>
                  <a:cubicBezTo>
                    <a:pt x="7" y="9"/>
                    <a:pt x="6" y="9"/>
                    <a:pt x="4" y="10"/>
                  </a:cubicBezTo>
                  <a:cubicBezTo>
                    <a:pt x="0" y="14"/>
                    <a:pt x="6" y="21"/>
                    <a:pt x="10" y="17"/>
                  </a:cubicBezTo>
                  <a:cubicBezTo>
                    <a:pt x="11" y="16"/>
                    <a:pt x="11" y="16"/>
                    <a:pt x="12" y="16"/>
                  </a:cubicBezTo>
                  <a:cubicBezTo>
                    <a:pt x="16" y="13"/>
                    <a:pt x="21" y="11"/>
                    <a:pt x="25" y="9"/>
                  </a:cubicBezTo>
                  <a:cubicBezTo>
                    <a:pt x="26" y="9"/>
                    <a:pt x="26" y="8"/>
                    <a:pt x="26" y="8"/>
                  </a:cubicBezTo>
                  <a:cubicBezTo>
                    <a:pt x="27" y="7"/>
                    <a:pt x="27" y="7"/>
                    <a:pt x="27" y="6"/>
                  </a:cubicBezTo>
                  <a:lnTo>
                    <a:pt x="27" y="3"/>
                  </a:lnTo>
                  <a:lnTo>
                    <a:pt x="26" y="2"/>
                  </a:lnTo>
                  <a:cubicBezTo>
                    <a:pt x="26" y="1"/>
                    <a:pt x="26" y="2"/>
                    <a:pt x="25" y="1"/>
                  </a:cubicBezTo>
                  <a:cubicBezTo>
                    <a:pt x="25" y="0"/>
                    <a:pt x="24" y="0"/>
                    <a:pt x="24" y="0"/>
                  </a:cubicBezTo>
                  <a:cubicBezTo>
                    <a:pt x="23" y="0"/>
                    <a:pt x="23" y="0"/>
                    <a:pt x="22" y="1"/>
                  </a:cubicBezTo>
                  <a:cubicBezTo>
                    <a:pt x="22" y="1"/>
                    <a:pt x="21" y="1"/>
                    <a:pt x="21" y="2"/>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2"/>
            <p:cNvSpPr/>
            <p:nvPr/>
          </p:nvSpPr>
          <p:spPr>
            <a:xfrm>
              <a:off x="9047880" y="3984480"/>
              <a:ext cx="17280" cy="50400"/>
            </a:xfrm>
            <a:custGeom>
              <a:rect b="b" l="l" r="r" t="t"/>
              <a:pathLst>
                <a:path extrusionOk="0" h="140" w="48">
                  <a:moveTo>
                    <a:pt x="37" y="84"/>
                  </a:moveTo>
                  <a:cubicBezTo>
                    <a:pt x="33" y="71"/>
                    <a:pt x="29" y="58"/>
                    <a:pt x="26" y="44"/>
                  </a:cubicBezTo>
                  <a:cubicBezTo>
                    <a:pt x="24" y="30"/>
                    <a:pt x="20" y="17"/>
                    <a:pt x="14" y="6"/>
                  </a:cubicBezTo>
                  <a:cubicBezTo>
                    <a:pt x="13" y="5"/>
                    <a:pt x="12" y="4"/>
                    <a:pt x="12" y="3"/>
                  </a:cubicBezTo>
                  <a:cubicBezTo>
                    <a:pt x="11" y="2"/>
                    <a:pt x="11" y="2"/>
                    <a:pt x="10" y="1"/>
                  </a:cubicBezTo>
                  <a:cubicBezTo>
                    <a:pt x="9" y="1"/>
                    <a:pt x="8" y="0"/>
                    <a:pt x="7" y="0"/>
                  </a:cubicBezTo>
                  <a:cubicBezTo>
                    <a:pt x="6" y="0"/>
                    <a:pt x="4" y="0"/>
                    <a:pt x="3" y="1"/>
                  </a:cubicBezTo>
                  <a:cubicBezTo>
                    <a:pt x="2" y="2"/>
                    <a:pt x="2" y="3"/>
                    <a:pt x="1" y="4"/>
                  </a:cubicBezTo>
                  <a:cubicBezTo>
                    <a:pt x="0" y="5"/>
                    <a:pt x="0" y="6"/>
                    <a:pt x="0" y="7"/>
                  </a:cubicBezTo>
                  <a:cubicBezTo>
                    <a:pt x="0" y="8"/>
                    <a:pt x="0" y="9"/>
                    <a:pt x="1" y="10"/>
                  </a:cubicBezTo>
                  <a:cubicBezTo>
                    <a:pt x="1" y="11"/>
                    <a:pt x="1" y="11"/>
                    <a:pt x="2" y="11"/>
                  </a:cubicBezTo>
                  <a:cubicBezTo>
                    <a:pt x="4" y="18"/>
                    <a:pt x="6" y="24"/>
                    <a:pt x="7" y="31"/>
                  </a:cubicBezTo>
                  <a:cubicBezTo>
                    <a:pt x="9" y="48"/>
                    <a:pt x="13" y="65"/>
                    <a:pt x="18" y="82"/>
                  </a:cubicBezTo>
                  <a:cubicBezTo>
                    <a:pt x="23" y="100"/>
                    <a:pt x="25" y="124"/>
                    <a:pt x="39" y="138"/>
                  </a:cubicBezTo>
                  <a:cubicBezTo>
                    <a:pt x="40" y="138"/>
                    <a:pt x="40" y="139"/>
                    <a:pt x="41" y="139"/>
                  </a:cubicBezTo>
                  <a:cubicBezTo>
                    <a:pt x="41" y="139"/>
                    <a:pt x="42" y="139"/>
                    <a:pt x="43" y="139"/>
                  </a:cubicBezTo>
                  <a:cubicBezTo>
                    <a:pt x="44" y="139"/>
                    <a:pt x="44" y="139"/>
                    <a:pt x="45" y="139"/>
                  </a:cubicBezTo>
                  <a:cubicBezTo>
                    <a:pt x="46" y="139"/>
                    <a:pt x="46" y="138"/>
                    <a:pt x="47" y="137"/>
                  </a:cubicBezTo>
                  <a:cubicBezTo>
                    <a:pt x="47" y="137"/>
                    <a:pt x="47" y="136"/>
                    <a:pt x="47" y="135"/>
                  </a:cubicBezTo>
                  <a:cubicBezTo>
                    <a:pt x="47" y="134"/>
                    <a:pt x="47" y="134"/>
                    <a:pt x="47" y="133"/>
                  </a:cubicBezTo>
                  <a:cubicBezTo>
                    <a:pt x="42" y="117"/>
                    <a:pt x="39" y="101"/>
                    <a:pt x="37"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2"/>
            <p:cNvSpPr/>
            <p:nvPr/>
          </p:nvSpPr>
          <p:spPr>
            <a:xfrm>
              <a:off x="9052560" y="4041000"/>
              <a:ext cx="18720" cy="41400"/>
            </a:xfrm>
            <a:custGeom>
              <a:rect b="b" l="l" r="r" t="t"/>
              <a:pathLst>
                <a:path extrusionOk="0" h="115" w="52">
                  <a:moveTo>
                    <a:pt x="1" y="15"/>
                  </a:moveTo>
                  <a:cubicBezTo>
                    <a:pt x="4" y="30"/>
                    <a:pt x="8" y="45"/>
                    <a:pt x="13" y="59"/>
                  </a:cubicBezTo>
                  <a:cubicBezTo>
                    <a:pt x="18" y="76"/>
                    <a:pt x="22" y="92"/>
                    <a:pt x="27" y="108"/>
                  </a:cubicBezTo>
                  <a:cubicBezTo>
                    <a:pt x="28" y="114"/>
                    <a:pt x="37" y="113"/>
                    <a:pt x="39" y="108"/>
                  </a:cubicBezTo>
                  <a:cubicBezTo>
                    <a:pt x="51" y="76"/>
                    <a:pt x="23" y="43"/>
                    <a:pt x="19" y="12"/>
                  </a:cubicBezTo>
                  <a:cubicBezTo>
                    <a:pt x="17" y="0"/>
                    <a:pt x="0" y="4"/>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2"/>
            <p:cNvSpPr/>
            <p:nvPr/>
          </p:nvSpPr>
          <p:spPr>
            <a:xfrm>
              <a:off x="8365320" y="4736160"/>
              <a:ext cx="10440" cy="18360"/>
            </a:xfrm>
            <a:custGeom>
              <a:rect b="b" l="l" r="r" t="t"/>
              <a:pathLst>
                <a:path extrusionOk="0" h="51" w="29">
                  <a:moveTo>
                    <a:pt x="22" y="49"/>
                  </a:moveTo>
                  <a:cubicBezTo>
                    <a:pt x="23" y="48"/>
                    <a:pt x="25" y="46"/>
                    <a:pt x="25" y="45"/>
                  </a:cubicBezTo>
                  <a:cubicBezTo>
                    <a:pt x="28" y="41"/>
                    <a:pt x="28" y="38"/>
                    <a:pt x="28" y="34"/>
                  </a:cubicBezTo>
                  <a:cubicBezTo>
                    <a:pt x="28" y="31"/>
                    <a:pt x="28" y="28"/>
                    <a:pt x="26" y="25"/>
                  </a:cubicBezTo>
                  <a:cubicBezTo>
                    <a:pt x="25" y="23"/>
                    <a:pt x="24" y="21"/>
                    <a:pt x="23" y="19"/>
                  </a:cubicBezTo>
                  <a:cubicBezTo>
                    <a:pt x="20" y="13"/>
                    <a:pt x="16" y="8"/>
                    <a:pt x="11" y="2"/>
                  </a:cubicBezTo>
                  <a:cubicBezTo>
                    <a:pt x="10" y="2"/>
                    <a:pt x="10" y="1"/>
                    <a:pt x="9" y="1"/>
                  </a:cubicBezTo>
                  <a:cubicBezTo>
                    <a:pt x="8" y="0"/>
                    <a:pt x="7" y="0"/>
                    <a:pt x="6" y="0"/>
                  </a:cubicBezTo>
                  <a:cubicBezTo>
                    <a:pt x="5" y="0"/>
                    <a:pt x="4" y="0"/>
                    <a:pt x="3" y="1"/>
                  </a:cubicBezTo>
                  <a:cubicBezTo>
                    <a:pt x="2" y="2"/>
                    <a:pt x="1" y="2"/>
                    <a:pt x="0" y="3"/>
                  </a:cubicBezTo>
                  <a:cubicBezTo>
                    <a:pt x="0" y="4"/>
                    <a:pt x="0" y="5"/>
                    <a:pt x="0" y="6"/>
                  </a:cubicBezTo>
                  <a:cubicBezTo>
                    <a:pt x="0" y="7"/>
                    <a:pt x="0" y="7"/>
                    <a:pt x="0" y="8"/>
                  </a:cubicBezTo>
                  <a:cubicBezTo>
                    <a:pt x="3" y="16"/>
                    <a:pt x="5" y="24"/>
                    <a:pt x="7" y="32"/>
                  </a:cubicBezTo>
                  <a:cubicBezTo>
                    <a:pt x="8" y="36"/>
                    <a:pt x="10" y="40"/>
                    <a:pt x="12" y="44"/>
                  </a:cubicBezTo>
                  <a:cubicBezTo>
                    <a:pt x="13" y="46"/>
                    <a:pt x="14" y="48"/>
                    <a:pt x="16" y="49"/>
                  </a:cubicBezTo>
                  <a:lnTo>
                    <a:pt x="16" y="50"/>
                  </a:lnTo>
                  <a:cubicBezTo>
                    <a:pt x="17" y="50"/>
                    <a:pt x="18" y="50"/>
                    <a:pt x="19" y="50"/>
                  </a:cubicBezTo>
                  <a:cubicBezTo>
                    <a:pt x="20" y="50"/>
                    <a:pt x="21" y="50"/>
                    <a:pt x="21" y="50"/>
                  </a:cubicBezTo>
                  <a:cubicBezTo>
                    <a:pt x="22" y="50"/>
                    <a:pt x="22" y="49"/>
                    <a:pt x="22"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2"/>
            <p:cNvSpPr/>
            <p:nvPr/>
          </p:nvSpPr>
          <p:spPr>
            <a:xfrm>
              <a:off x="8314200" y="4753440"/>
              <a:ext cx="10800" cy="20880"/>
            </a:xfrm>
            <a:custGeom>
              <a:rect b="b" l="l" r="r" t="t"/>
              <a:pathLst>
                <a:path extrusionOk="0" h="58" w="30">
                  <a:moveTo>
                    <a:pt x="6" y="3"/>
                  </a:moveTo>
                  <a:cubicBezTo>
                    <a:pt x="5" y="3"/>
                    <a:pt x="6" y="4"/>
                    <a:pt x="5" y="5"/>
                  </a:cubicBezTo>
                  <a:cubicBezTo>
                    <a:pt x="2" y="9"/>
                    <a:pt x="0" y="15"/>
                    <a:pt x="0" y="21"/>
                  </a:cubicBezTo>
                  <a:cubicBezTo>
                    <a:pt x="0" y="24"/>
                    <a:pt x="1" y="28"/>
                    <a:pt x="2" y="31"/>
                  </a:cubicBezTo>
                  <a:cubicBezTo>
                    <a:pt x="3" y="37"/>
                    <a:pt x="5" y="42"/>
                    <a:pt x="8" y="47"/>
                  </a:cubicBezTo>
                  <a:cubicBezTo>
                    <a:pt x="9" y="49"/>
                    <a:pt x="11" y="52"/>
                    <a:pt x="12" y="54"/>
                  </a:cubicBezTo>
                  <a:cubicBezTo>
                    <a:pt x="15" y="57"/>
                    <a:pt x="19" y="55"/>
                    <a:pt x="21" y="54"/>
                  </a:cubicBezTo>
                  <a:cubicBezTo>
                    <a:pt x="29" y="46"/>
                    <a:pt x="25" y="31"/>
                    <a:pt x="21" y="23"/>
                  </a:cubicBezTo>
                  <a:cubicBezTo>
                    <a:pt x="20" y="17"/>
                    <a:pt x="18" y="12"/>
                    <a:pt x="16" y="7"/>
                  </a:cubicBezTo>
                  <a:cubicBezTo>
                    <a:pt x="15" y="5"/>
                    <a:pt x="15" y="6"/>
                    <a:pt x="14" y="5"/>
                  </a:cubicBezTo>
                  <a:cubicBezTo>
                    <a:pt x="13" y="1"/>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2"/>
            <p:cNvSpPr/>
            <p:nvPr/>
          </p:nvSpPr>
          <p:spPr>
            <a:xfrm>
              <a:off x="8609760" y="4808880"/>
              <a:ext cx="16560" cy="21960"/>
            </a:xfrm>
            <a:custGeom>
              <a:rect b="b" l="l" r="r" t="t"/>
              <a:pathLst>
                <a:path extrusionOk="0" h="61" w="46">
                  <a:moveTo>
                    <a:pt x="19" y="36"/>
                  </a:moveTo>
                  <a:cubicBezTo>
                    <a:pt x="24" y="44"/>
                    <a:pt x="30" y="56"/>
                    <a:pt x="38" y="59"/>
                  </a:cubicBezTo>
                  <a:cubicBezTo>
                    <a:pt x="41" y="60"/>
                    <a:pt x="45" y="59"/>
                    <a:pt x="43" y="55"/>
                  </a:cubicBezTo>
                  <a:cubicBezTo>
                    <a:pt x="42" y="53"/>
                    <a:pt x="40" y="50"/>
                    <a:pt x="39" y="48"/>
                  </a:cubicBezTo>
                  <a:cubicBezTo>
                    <a:pt x="35" y="42"/>
                    <a:pt x="32" y="36"/>
                    <a:pt x="28" y="31"/>
                  </a:cubicBezTo>
                  <a:cubicBezTo>
                    <a:pt x="21" y="21"/>
                    <a:pt x="13" y="12"/>
                    <a:pt x="8" y="2"/>
                  </a:cubicBezTo>
                  <a:lnTo>
                    <a:pt x="7" y="1"/>
                  </a:lnTo>
                  <a:cubicBezTo>
                    <a:pt x="6" y="1"/>
                    <a:pt x="5" y="0"/>
                    <a:pt x="5" y="0"/>
                  </a:cubicBezTo>
                  <a:cubicBezTo>
                    <a:pt x="4" y="0"/>
                    <a:pt x="3" y="1"/>
                    <a:pt x="2" y="1"/>
                  </a:cubicBezTo>
                  <a:cubicBezTo>
                    <a:pt x="2" y="1"/>
                    <a:pt x="2" y="2"/>
                    <a:pt x="1" y="3"/>
                  </a:cubicBezTo>
                  <a:cubicBezTo>
                    <a:pt x="0" y="4"/>
                    <a:pt x="0" y="4"/>
                    <a:pt x="0" y="5"/>
                  </a:cubicBezTo>
                  <a:lnTo>
                    <a:pt x="0" y="6"/>
                  </a:lnTo>
                  <a:cubicBezTo>
                    <a:pt x="2" y="10"/>
                    <a:pt x="5" y="14"/>
                    <a:pt x="7" y="18"/>
                  </a:cubicBezTo>
                  <a:cubicBezTo>
                    <a:pt x="11" y="24"/>
                    <a:pt x="14" y="30"/>
                    <a:pt x="1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2"/>
            <p:cNvSpPr/>
            <p:nvPr/>
          </p:nvSpPr>
          <p:spPr>
            <a:xfrm>
              <a:off x="8634600" y="4848840"/>
              <a:ext cx="16920" cy="20160"/>
            </a:xfrm>
            <a:custGeom>
              <a:rect b="b" l="l" r="r" t="t"/>
              <a:pathLst>
                <a:path extrusionOk="0" h="56" w="47">
                  <a:moveTo>
                    <a:pt x="20" y="16"/>
                  </a:moveTo>
                  <a:cubicBezTo>
                    <a:pt x="20" y="16"/>
                    <a:pt x="19" y="15"/>
                    <a:pt x="19" y="14"/>
                  </a:cubicBezTo>
                  <a:cubicBezTo>
                    <a:pt x="18" y="13"/>
                    <a:pt x="17" y="11"/>
                    <a:pt x="15" y="10"/>
                  </a:cubicBezTo>
                  <a:cubicBezTo>
                    <a:pt x="13" y="8"/>
                    <a:pt x="10" y="6"/>
                    <a:pt x="9" y="3"/>
                  </a:cubicBezTo>
                  <a:cubicBezTo>
                    <a:pt x="9" y="3"/>
                    <a:pt x="10" y="3"/>
                    <a:pt x="9" y="2"/>
                  </a:cubicBezTo>
                  <a:cubicBezTo>
                    <a:pt x="8" y="1"/>
                    <a:pt x="8" y="2"/>
                    <a:pt x="7" y="1"/>
                  </a:cubicBezTo>
                  <a:cubicBezTo>
                    <a:pt x="6" y="0"/>
                    <a:pt x="5" y="0"/>
                    <a:pt x="5" y="0"/>
                  </a:cubicBezTo>
                  <a:cubicBezTo>
                    <a:pt x="4" y="0"/>
                    <a:pt x="3" y="0"/>
                    <a:pt x="2" y="1"/>
                  </a:cubicBezTo>
                  <a:lnTo>
                    <a:pt x="1" y="2"/>
                  </a:lnTo>
                  <a:cubicBezTo>
                    <a:pt x="0" y="3"/>
                    <a:pt x="0" y="4"/>
                    <a:pt x="0" y="4"/>
                  </a:cubicBezTo>
                  <a:cubicBezTo>
                    <a:pt x="0" y="7"/>
                    <a:pt x="1" y="9"/>
                    <a:pt x="2" y="12"/>
                  </a:cubicBezTo>
                  <a:cubicBezTo>
                    <a:pt x="3" y="13"/>
                    <a:pt x="3" y="14"/>
                    <a:pt x="4" y="15"/>
                  </a:cubicBezTo>
                  <a:cubicBezTo>
                    <a:pt x="8" y="20"/>
                    <a:pt x="9" y="27"/>
                    <a:pt x="13" y="34"/>
                  </a:cubicBezTo>
                  <a:cubicBezTo>
                    <a:pt x="17" y="41"/>
                    <a:pt x="31" y="55"/>
                    <a:pt x="41" y="54"/>
                  </a:cubicBezTo>
                  <a:cubicBezTo>
                    <a:pt x="42" y="54"/>
                    <a:pt x="42" y="55"/>
                    <a:pt x="43" y="54"/>
                  </a:cubicBezTo>
                  <a:cubicBezTo>
                    <a:pt x="44" y="53"/>
                    <a:pt x="44" y="53"/>
                    <a:pt x="44" y="52"/>
                  </a:cubicBezTo>
                  <a:lnTo>
                    <a:pt x="45" y="51"/>
                  </a:lnTo>
                  <a:cubicBezTo>
                    <a:pt x="46" y="41"/>
                    <a:pt x="35" y="34"/>
                    <a:pt x="29" y="28"/>
                  </a:cubicBezTo>
                  <a:cubicBezTo>
                    <a:pt x="26" y="26"/>
                    <a:pt x="23" y="22"/>
                    <a:pt x="21" y="19"/>
                  </a:cubicBezTo>
                  <a:cubicBezTo>
                    <a:pt x="21" y="18"/>
                    <a:pt x="20" y="17"/>
                    <a:pt x="2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2"/>
            <p:cNvSpPr/>
            <p:nvPr/>
          </p:nvSpPr>
          <p:spPr>
            <a:xfrm>
              <a:off x="8704440" y="4838760"/>
              <a:ext cx="17280" cy="21600"/>
            </a:xfrm>
            <a:custGeom>
              <a:rect b="b" l="l" r="r" t="t"/>
              <a:pathLst>
                <a:path extrusionOk="0" h="60" w="48">
                  <a:moveTo>
                    <a:pt x="21" y="14"/>
                  </a:moveTo>
                  <a:cubicBezTo>
                    <a:pt x="18" y="10"/>
                    <a:pt x="15" y="6"/>
                    <a:pt x="11" y="3"/>
                  </a:cubicBezTo>
                  <a:cubicBezTo>
                    <a:pt x="7" y="0"/>
                    <a:pt x="0" y="5"/>
                    <a:pt x="4" y="9"/>
                  </a:cubicBezTo>
                  <a:lnTo>
                    <a:pt x="12" y="17"/>
                  </a:lnTo>
                  <a:cubicBezTo>
                    <a:pt x="17" y="21"/>
                    <a:pt x="18" y="29"/>
                    <a:pt x="22" y="34"/>
                  </a:cubicBezTo>
                  <a:cubicBezTo>
                    <a:pt x="26" y="39"/>
                    <a:pt x="30" y="44"/>
                    <a:pt x="33" y="50"/>
                  </a:cubicBezTo>
                  <a:cubicBezTo>
                    <a:pt x="33" y="50"/>
                    <a:pt x="33" y="51"/>
                    <a:pt x="34" y="51"/>
                  </a:cubicBezTo>
                  <a:cubicBezTo>
                    <a:pt x="34" y="52"/>
                    <a:pt x="34" y="52"/>
                    <a:pt x="34" y="52"/>
                  </a:cubicBezTo>
                  <a:cubicBezTo>
                    <a:pt x="35" y="54"/>
                    <a:pt x="37" y="56"/>
                    <a:pt x="39" y="57"/>
                  </a:cubicBezTo>
                  <a:cubicBezTo>
                    <a:pt x="40" y="58"/>
                    <a:pt x="41" y="58"/>
                    <a:pt x="42" y="58"/>
                  </a:cubicBezTo>
                  <a:cubicBezTo>
                    <a:pt x="43" y="59"/>
                    <a:pt x="43" y="59"/>
                    <a:pt x="43" y="59"/>
                  </a:cubicBezTo>
                  <a:cubicBezTo>
                    <a:pt x="44" y="59"/>
                    <a:pt x="45" y="58"/>
                    <a:pt x="45" y="58"/>
                  </a:cubicBezTo>
                  <a:cubicBezTo>
                    <a:pt x="46" y="58"/>
                    <a:pt x="46" y="57"/>
                    <a:pt x="46" y="57"/>
                  </a:cubicBezTo>
                  <a:cubicBezTo>
                    <a:pt x="47" y="56"/>
                    <a:pt x="47" y="56"/>
                    <a:pt x="47" y="55"/>
                  </a:cubicBezTo>
                  <a:cubicBezTo>
                    <a:pt x="47" y="55"/>
                    <a:pt x="47" y="54"/>
                    <a:pt x="46" y="54"/>
                  </a:cubicBezTo>
                  <a:cubicBezTo>
                    <a:pt x="45" y="51"/>
                    <a:pt x="45" y="49"/>
                    <a:pt x="43" y="46"/>
                  </a:cubicBezTo>
                  <a:cubicBezTo>
                    <a:pt x="40" y="40"/>
                    <a:pt x="35" y="35"/>
                    <a:pt x="31" y="30"/>
                  </a:cubicBezTo>
                  <a:cubicBezTo>
                    <a:pt x="29" y="28"/>
                    <a:pt x="28" y="25"/>
                    <a:pt x="26" y="22"/>
                  </a:cubicBezTo>
                  <a:cubicBezTo>
                    <a:pt x="25" y="19"/>
                    <a:pt x="23" y="17"/>
                    <a:pt x="2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2"/>
            <p:cNvSpPr/>
            <p:nvPr/>
          </p:nvSpPr>
          <p:spPr>
            <a:xfrm>
              <a:off x="8794440" y="4814280"/>
              <a:ext cx="18000" cy="32760"/>
            </a:xfrm>
            <a:custGeom>
              <a:rect b="b" l="l" r="r" t="t"/>
              <a:pathLst>
                <a:path extrusionOk="0" h="91" w="50">
                  <a:moveTo>
                    <a:pt x="22" y="57"/>
                  </a:moveTo>
                  <a:cubicBezTo>
                    <a:pt x="28" y="69"/>
                    <a:pt x="27" y="84"/>
                    <a:pt x="40" y="90"/>
                  </a:cubicBezTo>
                  <a:cubicBezTo>
                    <a:pt x="41" y="90"/>
                    <a:pt x="41" y="90"/>
                    <a:pt x="42" y="90"/>
                  </a:cubicBezTo>
                  <a:cubicBezTo>
                    <a:pt x="43" y="90"/>
                    <a:pt x="45" y="90"/>
                    <a:pt x="46" y="89"/>
                  </a:cubicBezTo>
                  <a:cubicBezTo>
                    <a:pt x="47" y="89"/>
                    <a:pt x="47" y="88"/>
                    <a:pt x="48" y="87"/>
                  </a:cubicBezTo>
                  <a:lnTo>
                    <a:pt x="48" y="86"/>
                  </a:lnTo>
                  <a:cubicBezTo>
                    <a:pt x="49" y="83"/>
                    <a:pt x="49" y="80"/>
                    <a:pt x="49" y="76"/>
                  </a:cubicBezTo>
                  <a:cubicBezTo>
                    <a:pt x="49" y="67"/>
                    <a:pt x="47" y="57"/>
                    <a:pt x="42" y="48"/>
                  </a:cubicBezTo>
                  <a:cubicBezTo>
                    <a:pt x="41" y="48"/>
                    <a:pt x="41" y="47"/>
                    <a:pt x="41" y="47"/>
                  </a:cubicBezTo>
                  <a:cubicBezTo>
                    <a:pt x="37" y="35"/>
                    <a:pt x="32" y="24"/>
                    <a:pt x="25" y="13"/>
                  </a:cubicBezTo>
                  <a:cubicBezTo>
                    <a:pt x="25" y="12"/>
                    <a:pt x="25" y="12"/>
                    <a:pt x="24" y="11"/>
                  </a:cubicBezTo>
                  <a:cubicBezTo>
                    <a:pt x="16" y="0"/>
                    <a:pt x="0" y="13"/>
                    <a:pt x="8" y="23"/>
                  </a:cubicBezTo>
                  <a:lnTo>
                    <a:pt x="8" y="24"/>
                  </a:lnTo>
                  <a:cubicBezTo>
                    <a:pt x="11" y="28"/>
                    <a:pt x="13" y="33"/>
                    <a:pt x="14" y="39"/>
                  </a:cubicBezTo>
                  <a:cubicBezTo>
                    <a:pt x="16" y="45"/>
                    <a:pt x="19" y="51"/>
                    <a:pt x="22"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2"/>
            <p:cNvSpPr/>
            <p:nvPr/>
          </p:nvSpPr>
          <p:spPr>
            <a:xfrm>
              <a:off x="8763120" y="4690440"/>
              <a:ext cx="16920" cy="10800"/>
            </a:xfrm>
            <a:custGeom>
              <a:rect b="b" l="l" r="r" t="t"/>
              <a:pathLst>
                <a:path extrusionOk="0" h="30" w="47">
                  <a:moveTo>
                    <a:pt x="2" y="10"/>
                  </a:moveTo>
                  <a:cubicBezTo>
                    <a:pt x="7" y="14"/>
                    <a:pt x="12" y="17"/>
                    <a:pt x="17" y="20"/>
                  </a:cubicBezTo>
                  <a:cubicBezTo>
                    <a:pt x="18" y="20"/>
                    <a:pt x="18" y="21"/>
                    <a:pt x="19" y="21"/>
                  </a:cubicBezTo>
                  <a:cubicBezTo>
                    <a:pt x="20" y="22"/>
                    <a:pt x="21" y="22"/>
                    <a:pt x="23" y="23"/>
                  </a:cubicBezTo>
                  <a:cubicBezTo>
                    <a:pt x="29" y="26"/>
                    <a:pt x="35" y="29"/>
                    <a:pt x="42" y="29"/>
                  </a:cubicBezTo>
                  <a:lnTo>
                    <a:pt x="43" y="29"/>
                  </a:lnTo>
                  <a:cubicBezTo>
                    <a:pt x="44" y="28"/>
                    <a:pt x="45" y="28"/>
                    <a:pt x="45" y="27"/>
                  </a:cubicBezTo>
                  <a:cubicBezTo>
                    <a:pt x="46" y="26"/>
                    <a:pt x="45" y="26"/>
                    <a:pt x="45" y="25"/>
                  </a:cubicBezTo>
                  <a:lnTo>
                    <a:pt x="45" y="24"/>
                  </a:lnTo>
                  <a:cubicBezTo>
                    <a:pt x="41" y="8"/>
                    <a:pt x="19" y="4"/>
                    <a:pt x="6" y="0"/>
                  </a:cubicBezTo>
                  <a:lnTo>
                    <a:pt x="5" y="0"/>
                  </a:lnTo>
                  <a:cubicBezTo>
                    <a:pt x="4" y="0"/>
                    <a:pt x="3" y="0"/>
                    <a:pt x="2" y="1"/>
                  </a:cubicBezTo>
                  <a:cubicBezTo>
                    <a:pt x="2" y="1"/>
                    <a:pt x="1" y="2"/>
                    <a:pt x="0" y="3"/>
                  </a:cubicBezTo>
                  <a:cubicBezTo>
                    <a:pt x="0" y="3"/>
                    <a:pt x="0" y="4"/>
                    <a:pt x="0" y="5"/>
                  </a:cubicBezTo>
                  <a:cubicBezTo>
                    <a:pt x="0" y="6"/>
                    <a:pt x="0" y="7"/>
                    <a:pt x="0" y="8"/>
                  </a:cubicBezTo>
                  <a:cubicBezTo>
                    <a:pt x="1" y="9"/>
                    <a:pt x="1"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2"/>
            <p:cNvSpPr/>
            <p:nvPr/>
          </p:nvSpPr>
          <p:spPr>
            <a:xfrm>
              <a:off x="7997400" y="4535640"/>
              <a:ext cx="1050120" cy="740160"/>
            </a:xfrm>
            <a:custGeom>
              <a:rect b="b" l="l" r="r" t="t"/>
              <a:pathLst>
                <a:path extrusionOk="0" h="2056" w="2917">
                  <a:moveTo>
                    <a:pt x="2879" y="1810"/>
                  </a:moveTo>
                  <a:lnTo>
                    <a:pt x="2877" y="1808"/>
                  </a:lnTo>
                  <a:cubicBezTo>
                    <a:pt x="2866" y="1785"/>
                    <a:pt x="2833" y="1786"/>
                    <a:pt x="2812" y="1787"/>
                  </a:cubicBezTo>
                  <a:cubicBezTo>
                    <a:pt x="2773" y="1789"/>
                    <a:pt x="2742" y="1791"/>
                    <a:pt x="2714" y="1820"/>
                  </a:cubicBezTo>
                  <a:lnTo>
                    <a:pt x="2703" y="1818"/>
                  </a:lnTo>
                  <a:cubicBezTo>
                    <a:pt x="2685" y="1815"/>
                    <a:pt x="2667" y="1813"/>
                    <a:pt x="2649" y="1813"/>
                  </a:cubicBezTo>
                  <a:cubicBezTo>
                    <a:pt x="2646" y="1813"/>
                    <a:pt x="2643" y="1813"/>
                    <a:pt x="2640" y="1813"/>
                  </a:cubicBezTo>
                  <a:cubicBezTo>
                    <a:pt x="2609" y="1812"/>
                    <a:pt x="2579" y="1805"/>
                    <a:pt x="2550" y="1794"/>
                  </a:cubicBezTo>
                  <a:cubicBezTo>
                    <a:pt x="2511" y="1781"/>
                    <a:pt x="2452" y="1771"/>
                    <a:pt x="2440" y="1726"/>
                  </a:cubicBezTo>
                  <a:cubicBezTo>
                    <a:pt x="2440" y="1721"/>
                    <a:pt x="2439" y="1717"/>
                    <a:pt x="2436" y="1713"/>
                  </a:cubicBezTo>
                  <a:cubicBezTo>
                    <a:pt x="2432" y="1698"/>
                    <a:pt x="2424" y="1682"/>
                    <a:pt x="2420" y="1667"/>
                  </a:cubicBezTo>
                  <a:cubicBezTo>
                    <a:pt x="2418" y="1659"/>
                    <a:pt x="2416" y="1651"/>
                    <a:pt x="2415" y="1644"/>
                  </a:cubicBezTo>
                  <a:cubicBezTo>
                    <a:pt x="2416" y="1638"/>
                    <a:pt x="2417" y="1632"/>
                    <a:pt x="2417" y="1626"/>
                  </a:cubicBezTo>
                  <a:cubicBezTo>
                    <a:pt x="2417" y="1620"/>
                    <a:pt x="2416" y="1614"/>
                    <a:pt x="2415" y="1608"/>
                  </a:cubicBezTo>
                  <a:cubicBezTo>
                    <a:pt x="2415" y="1606"/>
                    <a:pt x="2414" y="1602"/>
                    <a:pt x="2413" y="1601"/>
                  </a:cubicBezTo>
                  <a:cubicBezTo>
                    <a:pt x="2412" y="1600"/>
                    <a:pt x="2412" y="1600"/>
                    <a:pt x="2412" y="1599"/>
                  </a:cubicBezTo>
                  <a:lnTo>
                    <a:pt x="2410" y="1597"/>
                  </a:lnTo>
                  <a:cubicBezTo>
                    <a:pt x="2410" y="1594"/>
                    <a:pt x="2410" y="1591"/>
                    <a:pt x="2408" y="1588"/>
                  </a:cubicBezTo>
                  <a:cubicBezTo>
                    <a:pt x="2410" y="1587"/>
                    <a:pt x="2411" y="1585"/>
                    <a:pt x="2412" y="1583"/>
                  </a:cubicBezTo>
                  <a:cubicBezTo>
                    <a:pt x="2416" y="1576"/>
                    <a:pt x="2418" y="1567"/>
                    <a:pt x="2418" y="1558"/>
                  </a:cubicBezTo>
                  <a:cubicBezTo>
                    <a:pt x="2418" y="1556"/>
                    <a:pt x="2418" y="1554"/>
                    <a:pt x="2418" y="1552"/>
                  </a:cubicBezTo>
                  <a:cubicBezTo>
                    <a:pt x="2418" y="1547"/>
                    <a:pt x="2415" y="1542"/>
                    <a:pt x="2413" y="1537"/>
                  </a:cubicBezTo>
                  <a:cubicBezTo>
                    <a:pt x="2410" y="1532"/>
                    <a:pt x="2407" y="1528"/>
                    <a:pt x="2403" y="1526"/>
                  </a:cubicBezTo>
                  <a:cubicBezTo>
                    <a:pt x="2403" y="1510"/>
                    <a:pt x="2403" y="1495"/>
                    <a:pt x="2403" y="1480"/>
                  </a:cubicBezTo>
                  <a:cubicBezTo>
                    <a:pt x="2403" y="1476"/>
                    <a:pt x="2403" y="1473"/>
                    <a:pt x="2404" y="1470"/>
                  </a:cubicBezTo>
                  <a:cubicBezTo>
                    <a:pt x="2404" y="1468"/>
                    <a:pt x="2405" y="1464"/>
                    <a:pt x="2405" y="1462"/>
                  </a:cubicBezTo>
                  <a:cubicBezTo>
                    <a:pt x="2405" y="1459"/>
                    <a:pt x="2404" y="1457"/>
                    <a:pt x="2404" y="1454"/>
                  </a:cubicBezTo>
                  <a:cubicBezTo>
                    <a:pt x="2404" y="1450"/>
                    <a:pt x="2404" y="1446"/>
                    <a:pt x="2404" y="1442"/>
                  </a:cubicBezTo>
                  <a:cubicBezTo>
                    <a:pt x="2405" y="1437"/>
                    <a:pt x="2405" y="1431"/>
                    <a:pt x="2405" y="1425"/>
                  </a:cubicBezTo>
                  <a:cubicBezTo>
                    <a:pt x="2405" y="1393"/>
                    <a:pt x="2397" y="1362"/>
                    <a:pt x="2383" y="1334"/>
                  </a:cubicBezTo>
                  <a:lnTo>
                    <a:pt x="2382" y="1331"/>
                  </a:lnTo>
                  <a:cubicBezTo>
                    <a:pt x="2381" y="1324"/>
                    <a:pt x="2379" y="1317"/>
                    <a:pt x="2376" y="1311"/>
                  </a:cubicBezTo>
                  <a:cubicBezTo>
                    <a:pt x="2375" y="1310"/>
                    <a:pt x="2374" y="1309"/>
                    <a:pt x="2373" y="1307"/>
                  </a:cubicBezTo>
                  <a:cubicBezTo>
                    <a:pt x="2370" y="1297"/>
                    <a:pt x="2368" y="1286"/>
                    <a:pt x="2366" y="1276"/>
                  </a:cubicBezTo>
                  <a:cubicBezTo>
                    <a:pt x="2368" y="1274"/>
                    <a:pt x="2369" y="1272"/>
                    <a:pt x="2370" y="1270"/>
                  </a:cubicBezTo>
                  <a:cubicBezTo>
                    <a:pt x="2371" y="1269"/>
                    <a:pt x="2372" y="1267"/>
                    <a:pt x="2372" y="1266"/>
                  </a:cubicBezTo>
                  <a:cubicBezTo>
                    <a:pt x="2376" y="1251"/>
                    <a:pt x="2377" y="1223"/>
                    <a:pt x="2363" y="1212"/>
                  </a:cubicBezTo>
                  <a:lnTo>
                    <a:pt x="2361" y="1211"/>
                  </a:lnTo>
                  <a:cubicBezTo>
                    <a:pt x="2361" y="1190"/>
                    <a:pt x="2359" y="1168"/>
                    <a:pt x="2355" y="1147"/>
                  </a:cubicBezTo>
                  <a:cubicBezTo>
                    <a:pt x="2355" y="1147"/>
                    <a:pt x="2356" y="1147"/>
                    <a:pt x="2356" y="1146"/>
                  </a:cubicBezTo>
                  <a:cubicBezTo>
                    <a:pt x="2356" y="1145"/>
                    <a:pt x="2355" y="1145"/>
                    <a:pt x="2355" y="1144"/>
                  </a:cubicBezTo>
                  <a:lnTo>
                    <a:pt x="2354" y="1143"/>
                  </a:lnTo>
                  <a:lnTo>
                    <a:pt x="2353" y="1142"/>
                  </a:lnTo>
                  <a:lnTo>
                    <a:pt x="2351" y="1142"/>
                  </a:lnTo>
                  <a:lnTo>
                    <a:pt x="2350" y="1142"/>
                  </a:lnTo>
                  <a:cubicBezTo>
                    <a:pt x="2359" y="1132"/>
                    <a:pt x="2367" y="1122"/>
                    <a:pt x="2374" y="1111"/>
                  </a:cubicBezTo>
                  <a:cubicBezTo>
                    <a:pt x="2387" y="1089"/>
                    <a:pt x="2395" y="1065"/>
                    <a:pt x="2398" y="1039"/>
                  </a:cubicBezTo>
                  <a:lnTo>
                    <a:pt x="2399" y="1039"/>
                  </a:lnTo>
                  <a:cubicBezTo>
                    <a:pt x="2400" y="1038"/>
                    <a:pt x="2402" y="1036"/>
                    <a:pt x="2403" y="1035"/>
                  </a:cubicBezTo>
                  <a:cubicBezTo>
                    <a:pt x="2404" y="1033"/>
                    <a:pt x="2405" y="1030"/>
                    <a:pt x="2405" y="1028"/>
                  </a:cubicBezTo>
                  <a:cubicBezTo>
                    <a:pt x="2405" y="1028"/>
                    <a:pt x="2405" y="1027"/>
                    <a:pt x="2405" y="1026"/>
                  </a:cubicBezTo>
                  <a:cubicBezTo>
                    <a:pt x="2405" y="1022"/>
                    <a:pt x="2403" y="1018"/>
                    <a:pt x="2403" y="1014"/>
                  </a:cubicBezTo>
                  <a:lnTo>
                    <a:pt x="2404" y="1009"/>
                  </a:lnTo>
                  <a:cubicBezTo>
                    <a:pt x="2411" y="980"/>
                    <a:pt x="2412" y="953"/>
                    <a:pt x="2417" y="923"/>
                  </a:cubicBezTo>
                  <a:cubicBezTo>
                    <a:pt x="2417" y="920"/>
                    <a:pt x="2417" y="917"/>
                    <a:pt x="2417" y="913"/>
                  </a:cubicBezTo>
                  <a:cubicBezTo>
                    <a:pt x="2417" y="893"/>
                    <a:pt x="2414" y="874"/>
                    <a:pt x="2408" y="854"/>
                  </a:cubicBezTo>
                  <a:cubicBezTo>
                    <a:pt x="2405" y="833"/>
                    <a:pt x="2399" y="813"/>
                    <a:pt x="2390" y="794"/>
                  </a:cubicBezTo>
                  <a:cubicBezTo>
                    <a:pt x="2380" y="775"/>
                    <a:pt x="2371" y="756"/>
                    <a:pt x="2363" y="736"/>
                  </a:cubicBezTo>
                  <a:cubicBezTo>
                    <a:pt x="2370" y="736"/>
                    <a:pt x="2376" y="726"/>
                    <a:pt x="2378" y="717"/>
                  </a:cubicBezTo>
                  <a:cubicBezTo>
                    <a:pt x="2391" y="706"/>
                    <a:pt x="2406" y="689"/>
                    <a:pt x="2410" y="686"/>
                  </a:cubicBezTo>
                  <a:cubicBezTo>
                    <a:pt x="2451" y="655"/>
                    <a:pt x="2489" y="620"/>
                    <a:pt x="2523" y="581"/>
                  </a:cubicBezTo>
                  <a:cubicBezTo>
                    <a:pt x="2545" y="555"/>
                    <a:pt x="2551" y="515"/>
                    <a:pt x="2567" y="485"/>
                  </a:cubicBezTo>
                  <a:cubicBezTo>
                    <a:pt x="2578" y="463"/>
                    <a:pt x="2589" y="440"/>
                    <a:pt x="2600" y="417"/>
                  </a:cubicBezTo>
                  <a:cubicBezTo>
                    <a:pt x="2629" y="389"/>
                    <a:pt x="2657" y="361"/>
                    <a:pt x="2682" y="331"/>
                  </a:cubicBezTo>
                  <a:cubicBezTo>
                    <a:pt x="2712" y="310"/>
                    <a:pt x="2739" y="287"/>
                    <a:pt x="2744" y="254"/>
                  </a:cubicBezTo>
                  <a:cubicBezTo>
                    <a:pt x="2757" y="239"/>
                    <a:pt x="2768" y="224"/>
                    <a:pt x="2778" y="207"/>
                  </a:cubicBezTo>
                  <a:cubicBezTo>
                    <a:pt x="2788" y="189"/>
                    <a:pt x="2797" y="169"/>
                    <a:pt x="2803" y="148"/>
                  </a:cubicBezTo>
                  <a:cubicBezTo>
                    <a:pt x="2803" y="146"/>
                    <a:pt x="2800" y="144"/>
                    <a:pt x="2798" y="146"/>
                  </a:cubicBezTo>
                  <a:cubicBezTo>
                    <a:pt x="2781" y="169"/>
                    <a:pt x="2764" y="193"/>
                    <a:pt x="2749" y="218"/>
                  </a:cubicBezTo>
                  <a:cubicBezTo>
                    <a:pt x="2745" y="224"/>
                    <a:pt x="2741" y="229"/>
                    <a:pt x="2737" y="235"/>
                  </a:cubicBezTo>
                  <a:cubicBezTo>
                    <a:pt x="2735" y="234"/>
                    <a:pt x="2734" y="234"/>
                    <a:pt x="2733" y="234"/>
                  </a:cubicBezTo>
                  <a:cubicBezTo>
                    <a:pt x="2731" y="234"/>
                    <a:pt x="2729" y="234"/>
                    <a:pt x="2728" y="235"/>
                  </a:cubicBezTo>
                  <a:cubicBezTo>
                    <a:pt x="2726" y="236"/>
                    <a:pt x="2725" y="237"/>
                    <a:pt x="2725" y="238"/>
                  </a:cubicBezTo>
                  <a:cubicBezTo>
                    <a:pt x="2724" y="239"/>
                    <a:pt x="2725" y="240"/>
                    <a:pt x="2724" y="240"/>
                  </a:cubicBezTo>
                  <a:cubicBezTo>
                    <a:pt x="2722" y="246"/>
                    <a:pt x="2720" y="251"/>
                    <a:pt x="2717" y="256"/>
                  </a:cubicBezTo>
                  <a:cubicBezTo>
                    <a:pt x="2714" y="261"/>
                    <a:pt x="2710" y="266"/>
                    <a:pt x="2707" y="271"/>
                  </a:cubicBezTo>
                  <a:cubicBezTo>
                    <a:pt x="2702" y="276"/>
                    <a:pt x="2697" y="282"/>
                    <a:pt x="2692" y="287"/>
                  </a:cubicBezTo>
                  <a:cubicBezTo>
                    <a:pt x="2655" y="325"/>
                    <a:pt x="2602" y="349"/>
                    <a:pt x="2577" y="398"/>
                  </a:cubicBezTo>
                  <a:cubicBezTo>
                    <a:pt x="2564" y="425"/>
                    <a:pt x="2550" y="454"/>
                    <a:pt x="2535" y="482"/>
                  </a:cubicBezTo>
                  <a:lnTo>
                    <a:pt x="2530" y="475"/>
                  </a:lnTo>
                  <a:cubicBezTo>
                    <a:pt x="2526" y="469"/>
                    <a:pt x="2523" y="464"/>
                    <a:pt x="2518" y="459"/>
                  </a:cubicBezTo>
                  <a:cubicBezTo>
                    <a:pt x="2514" y="454"/>
                    <a:pt x="2508" y="448"/>
                    <a:pt x="2501" y="451"/>
                  </a:cubicBezTo>
                  <a:cubicBezTo>
                    <a:pt x="2493" y="454"/>
                    <a:pt x="2489" y="467"/>
                    <a:pt x="2498" y="471"/>
                  </a:cubicBezTo>
                  <a:cubicBezTo>
                    <a:pt x="2500" y="471"/>
                    <a:pt x="2502" y="477"/>
                    <a:pt x="2503" y="479"/>
                  </a:cubicBezTo>
                  <a:cubicBezTo>
                    <a:pt x="2506" y="484"/>
                    <a:pt x="2509" y="490"/>
                    <a:pt x="2512" y="495"/>
                  </a:cubicBezTo>
                  <a:lnTo>
                    <a:pt x="2512" y="496"/>
                  </a:lnTo>
                  <a:cubicBezTo>
                    <a:pt x="2515" y="500"/>
                    <a:pt x="2518" y="504"/>
                    <a:pt x="2522" y="507"/>
                  </a:cubicBezTo>
                  <a:cubicBezTo>
                    <a:pt x="2517" y="504"/>
                    <a:pt x="2513" y="501"/>
                    <a:pt x="2509" y="497"/>
                  </a:cubicBezTo>
                  <a:cubicBezTo>
                    <a:pt x="2495" y="485"/>
                    <a:pt x="2492" y="463"/>
                    <a:pt x="2475" y="456"/>
                  </a:cubicBezTo>
                  <a:cubicBezTo>
                    <a:pt x="2465" y="452"/>
                    <a:pt x="2458" y="468"/>
                    <a:pt x="2467" y="473"/>
                  </a:cubicBezTo>
                  <a:cubicBezTo>
                    <a:pt x="2472" y="476"/>
                    <a:pt x="2473" y="483"/>
                    <a:pt x="2475" y="487"/>
                  </a:cubicBezTo>
                  <a:cubicBezTo>
                    <a:pt x="2477" y="492"/>
                    <a:pt x="2479" y="496"/>
                    <a:pt x="2482" y="500"/>
                  </a:cubicBezTo>
                  <a:cubicBezTo>
                    <a:pt x="2482" y="501"/>
                    <a:pt x="2482" y="501"/>
                    <a:pt x="2482" y="502"/>
                  </a:cubicBezTo>
                  <a:cubicBezTo>
                    <a:pt x="2486" y="507"/>
                    <a:pt x="2490" y="512"/>
                    <a:pt x="2494" y="517"/>
                  </a:cubicBezTo>
                  <a:cubicBezTo>
                    <a:pt x="2499" y="521"/>
                    <a:pt x="2503" y="525"/>
                    <a:pt x="2508" y="529"/>
                  </a:cubicBezTo>
                  <a:lnTo>
                    <a:pt x="2500" y="541"/>
                  </a:lnTo>
                  <a:cubicBezTo>
                    <a:pt x="2493" y="537"/>
                    <a:pt x="2487" y="531"/>
                    <a:pt x="2482" y="525"/>
                  </a:cubicBezTo>
                  <a:cubicBezTo>
                    <a:pt x="2478" y="520"/>
                    <a:pt x="2472" y="515"/>
                    <a:pt x="2468" y="509"/>
                  </a:cubicBezTo>
                  <a:cubicBezTo>
                    <a:pt x="2467" y="506"/>
                    <a:pt x="2465" y="503"/>
                    <a:pt x="2464" y="501"/>
                  </a:cubicBezTo>
                  <a:cubicBezTo>
                    <a:pt x="2462" y="498"/>
                    <a:pt x="2461" y="496"/>
                    <a:pt x="2460" y="494"/>
                  </a:cubicBezTo>
                  <a:cubicBezTo>
                    <a:pt x="2457" y="491"/>
                    <a:pt x="2454" y="487"/>
                    <a:pt x="2451" y="483"/>
                  </a:cubicBezTo>
                  <a:cubicBezTo>
                    <a:pt x="2450" y="481"/>
                    <a:pt x="2449" y="480"/>
                    <a:pt x="2449" y="478"/>
                  </a:cubicBezTo>
                  <a:cubicBezTo>
                    <a:pt x="2447" y="473"/>
                    <a:pt x="2443" y="470"/>
                    <a:pt x="2441" y="465"/>
                  </a:cubicBezTo>
                  <a:cubicBezTo>
                    <a:pt x="2438" y="456"/>
                    <a:pt x="2421" y="459"/>
                    <a:pt x="2424" y="469"/>
                  </a:cubicBezTo>
                  <a:cubicBezTo>
                    <a:pt x="2427" y="478"/>
                    <a:pt x="2430" y="486"/>
                    <a:pt x="2434" y="494"/>
                  </a:cubicBezTo>
                  <a:cubicBezTo>
                    <a:pt x="2436" y="500"/>
                    <a:pt x="2442" y="505"/>
                    <a:pt x="2445" y="510"/>
                  </a:cubicBezTo>
                  <a:cubicBezTo>
                    <a:pt x="2446" y="513"/>
                    <a:pt x="2448" y="516"/>
                    <a:pt x="2450" y="519"/>
                  </a:cubicBezTo>
                  <a:cubicBezTo>
                    <a:pt x="2452" y="523"/>
                    <a:pt x="2454" y="526"/>
                    <a:pt x="2456" y="530"/>
                  </a:cubicBezTo>
                  <a:cubicBezTo>
                    <a:pt x="2464" y="542"/>
                    <a:pt x="2474" y="552"/>
                    <a:pt x="2486" y="560"/>
                  </a:cubicBezTo>
                  <a:cubicBezTo>
                    <a:pt x="2482" y="566"/>
                    <a:pt x="2477" y="571"/>
                    <a:pt x="2472" y="576"/>
                  </a:cubicBezTo>
                  <a:cubicBezTo>
                    <a:pt x="2471" y="575"/>
                    <a:pt x="2469" y="574"/>
                    <a:pt x="2468" y="572"/>
                  </a:cubicBezTo>
                  <a:cubicBezTo>
                    <a:pt x="2457" y="563"/>
                    <a:pt x="2448" y="552"/>
                    <a:pt x="2441" y="540"/>
                  </a:cubicBezTo>
                  <a:cubicBezTo>
                    <a:pt x="2435" y="529"/>
                    <a:pt x="2430" y="518"/>
                    <a:pt x="2423" y="506"/>
                  </a:cubicBezTo>
                  <a:cubicBezTo>
                    <a:pt x="2415" y="492"/>
                    <a:pt x="2405" y="478"/>
                    <a:pt x="2396" y="464"/>
                  </a:cubicBezTo>
                  <a:cubicBezTo>
                    <a:pt x="2390" y="457"/>
                    <a:pt x="2378" y="464"/>
                    <a:pt x="2384" y="472"/>
                  </a:cubicBezTo>
                  <a:cubicBezTo>
                    <a:pt x="2394" y="488"/>
                    <a:pt x="2423" y="567"/>
                    <a:pt x="2455" y="593"/>
                  </a:cubicBezTo>
                  <a:lnTo>
                    <a:pt x="2444" y="602"/>
                  </a:lnTo>
                  <a:cubicBezTo>
                    <a:pt x="2434" y="589"/>
                    <a:pt x="2426" y="575"/>
                    <a:pt x="2418" y="561"/>
                  </a:cubicBezTo>
                  <a:cubicBezTo>
                    <a:pt x="2412" y="552"/>
                    <a:pt x="2407" y="542"/>
                    <a:pt x="2402" y="532"/>
                  </a:cubicBezTo>
                  <a:cubicBezTo>
                    <a:pt x="2400" y="529"/>
                    <a:pt x="2399" y="526"/>
                    <a:pt x="2397" y="523"/>
                  </a:cubicBezTo>
                  <a:cubicBezTo>
                    <a:pt x="2386" y="504"/>
                    <a:pt x="2374" y="485"/>
                    <a:pt x="2360" y="467"/>
                  </a:cubicBezTo>
                  <a:cubicBezTo>
                    <a:pt x="2355" y="460"/>
                    <a:pt x="2343" y="467"/>
                    <a:pt x="2347" y="474"/>
                  </a:cubicBezTo>
                  <a:cubicBezTo>
                    <a:pt x="2365" y="509"/>
                    <a:pt x="2384" y="545"/>
                    <a:pt x="2406" y="578"/>
                  </a:cubicBezTo>
                  <a:cubicBezTo>
                    <a:pt x="2407" y="581"/>
                    <a:pt x="2408" y="583"/>
                    <a:pt x="2409" y="585"/>
                  </a:cubicBezTo>
                  <a:cubicBezTo>
                    <a:pt x="2415" y="595"/>
                    <a:pt x="2422" y="605"/>
                    <a:pt x="2430" y="614"/>
                  </a:cubicBezTo>
                  <a:lnTo>
                    <a:pt x="2417" y="625"/>
                  </a:lnTo>
                  <a:cubicBezTo>
                    <a:pt x="2420" y="625"/>
                    <a:pt x="2415" y="619"/>
                    <a:pt x="2414" y="617"/>
                  </a:cubicBezTo>
                  <a:cubicBezTo>
                    <a:pt x="2410" y="609"/>
                    <a:pt x="2406" y="602"/>
                    <a:pt x="2402" y="596"/>
                  </a:cubicBezTo>
                  <a:cubicBezTo>
                    <a:pt x="2398" y="589"/>
                    <a:pt x="2396" y="586"/>
                    <a:pt x="2393" y="582"/>
                  </a:cubicBezTo>
                  <a:cubicBezTo>
                    <a:pt x="2389" y="577"/>
                    <a:pt x="2387" y="577"/>
                    <a:pt x="2387" y="572"/>
                  </a:cubicBezTo>
                  <a:cubicBezTo>
                    <a:pt x="2386" y="567"/>
                    <a:pt x="2376" y="567"/>
                    <a:pt x="2375" y="572"/>
                  </a:cubicBezTo>
                  <a:cubicBezTo>
                    <a:pt x="2375" y="582"/>
                    <a:pt x="2382" y="585"/>
                    <a:pt x="2385" y="594"/>
                  </a:cubicBezTo>
                  <a:cubicBezTo>
                    <a:pt x="2388" y="602"/>
                    <a:pt x="2390" y="610"/>
                    <a:pt x="2392" y="618"/>
                  </a:cubicBezTo>
                  <a:cubicBezTo>
                    <a:pt x="2394" y="623"/>
                    <a:pt x="2396" y="627"/>
                    <a:pt x="2398" y="631"/>
                  </a:cubicBezTo>
                  <a:cubicBezTo>
                    <a:pt x="2400" y="634"/>
                    <a:pt x="2401" y="636"/>
                    <a:pt x="2403" y="638"/>
                  </a:cubicBezTo>
                  <a:lnTo>
                    <a:pt x="2398" y="644"/>
                  </a:lnTo>
                  <a:cubicBezTo>
                    <a:pt x="2366" y="596"/>
                    <a:pt x="2341" y="540"/>
                    <a:pt x="2301" y="498"/>
                  </a:cubicBezTo>
                  <a:cubicBezTo>
                    <a:pt x="2299" y="496"/>
                    <a:pt x="2295" y="500"/>
                    <a:pt x="2297" y="502"/>
                  </a:cubicBezTo>
                  <a:cubicBezTo>
                    <a:pt x="2306" y="515"/>
                    <a:pt x="2315" y="529"/>
                    <a:pt x="2323" y="543"/>
                  </a:cubicBezTo>
                  <a:cubicBezTo>
                    <a:pt x="2336" y="565"/>
                    <a:pt x="2347" y="588"/>
                    <a:pt x="2357" y="612"/>
                  </a:cubicBezTo>
                  <a:lnTo>
                    <a:pt x="2358" y="615"/>
                  </a:lnTo>
                  <a:cubicBezTo>
                    <a:pt x="2328" y="565"/>
                    <a:pt x="2270" y="531"/>
                    <a:pt x="2225" y="497"/>
                  </a:cubicBezTo>
                  <a:lnTo>
                    <a:pt x="2224" y="497"/>
                  </a:lnTo>
                  <a:cubicBezTo>
                    <a:pt x="2223" y="497"/>
                    <a:pt x="2223" y="497"/>
                    <a:pt x="2222" y="497"/>
                  </a:cubicBezTo>
                  <a:lnTo>
                    <a:pt x="2221" y="498"/>
                  </a:lnTo>
                  <a:cubicBezTo>
                    <a:pt x="2220" y="499"/>
                    <a:pt x="2221" y="499"/>
                    <a:pt x="2221" y="499"/>
                  </a:cubicBezTo>
                  <a:cubicBezTo>
                    <a:pt x="2221" y="500"/>
                    <a:pt x="2220" y="500"/>
                    <a:pt x="2221" y="501"/>
                  </a:cubicBezTo>
                  <a:cubicBezTo>
                    <a:pt x="2222" y="502"/>
                    <a:pt x="2222" y="501"/>
                    <a:pt x="2222" y="502"/>
                  </a:cubicBezTo>
                  <a:cubicBezTo>
                    <a:pt x="2255" y="530"/>
                    <a:pt x="2286" y="562"/>
                    <a:pt x="2314" y="595"/>
                  </a:cubicBezTo>
                  <a:cubicBezTo>
                    <a:pt x="2313" y="595"/>
                    <a:pt x="2313" y="595"/>
                    <a:pt x="2312" y="595"/>
                  </a:cubicBezTo>
                  <a:cubicBezTo>
                    <a:pt x="2311" y="595"/>
                    <a:pt x="2309" y="595"/>
                    <a:pt x="2308" y="596"/>
                  </a:cubicBezTo>
                  <a:cubicBezTo>
                    <a:pt x="2307" y="597"/>
                    <a:pt x="2306" y="597"/>
                    <a:pt x="2305" y="599"/>
                  </a:cubicBezTo>
                  <a:cubicBezTo>
                    <a:pt x="2305" y="599"/>
                    <a:pt x="2304" y="600"/>
                    <a:pt x="2304" y="601"/>
                  </a:cubicBezTo>
                  <a:cubicBezTo>
                    <a:pt x="2304" y="605"/>
                    <a:pt x="2303" y="608"/>
                    <a:pt x="2303" y="611"/>
                  </a:cubicBezTo>
                  <a:cubicBezTo>
                    <a:pt x="2303" y="616"/>
                    <a:pt x="2304" y="621"/>
                    <a:pt x="2305" y="625"/>
                  </a:cubicBezTo>
                  <a:cubicBezTo>
                    <a:pt x="2303" y="622"/>
                    <a:pt x="2301" y="619"/>
                    <a:pt x="2299" y="615"/>
                  </a:cubicBezTo>
                  <a:cubicBezTo>
                    <a:pt x="2298" y="613"/>
                    <a:pt x="2296" y="611"/>
                    <a:pt x="2295" y="609"/>
                  </a:cubicBezTo>
                  <a:cubicBezTo>
                    <a:pt x="2293" y="604"/>
                    <a:pt x="2289" y="600"/>
                    <a:pt x="2285" y="597"/>
                  </a:cubicBezTo>
                  <a:cubicBezTo>
                    <a:pt x="2281" y="593"/>
                    <a:pt x="2283" y="587"/>
                    <a:pt x="2279" y="584"/>
                  </a:cubicBezTo>
                  <a:cubicBezTo>
                    <a:pt x="2271" y="578"/>
                    <a:pt x="2249" y="568"/>
                    <a:pt x="2244" y="560"/>
                  </a:cubicBezTo>
                  <a:cubicBezTo>
                    <a:pt x="2237" y="548"/>
                    <a:pt x="2223" y="547"/>
                    <a:pt x="2213" y="537"/>
                  </a:cubicBezTo>
                  <a:lnTo>
                    <a:pt x="2212" y="537"/>
                  </a:lnTo>
                  <a:cubicBezTo>
                    <a:pt x="2211" y="537"/>
                    <a:pt x="2211" y="537"/>
                    <a:pt x="2211" y="537"/>
                  </a:cubicBezTo>
                  <a:cubicBezTo>
                    <a:pt x="2210" y="537"/>
                    <a:pt x="2210" y="537"/>
                    <a:pt x="2210" y="538"/>
                  </a:cubicBezTo>
                  <a:lnTo>
                    <a:pt x="2210" y="539"/>
                  </a:lnTo>
                  <a:lnTo>
                    <a:pt x="2210" y="540"/>
                  </a:lnTo>
                  <a:cubicBezTo>
                    <a:pt x="2214" y="545"/>
                    <a:pt x="2219" y="548"/>
                    <a:pt x="2224" y="551"/>
                  </a:cubicBezTo>
                  <a:cubicBezTo>
                    <a:pt x="2225" y="552"/>
                    <a:pt x="2226" y="552"/>
                    <a:pt x="2227" y="553"/>
                  </a:cubicBezTo>
                  <a:cubicBezTo>
                    <a:pt x="2237" y="559"/>
                    <a:pt x="2236" y="573"/>
                    <a:pt x="2245" y="577"/>
                  </a:cubicBezTo>
                  <a:cubicBezTo>
                    <a:pt x="2246" y="577"/>
                    <a:pt x="2247" y="578"/>
                    <a:pt x="2248" y="579"/>
                  </a:cubicBezTo>
                  <a:cubicBezTo>
                    <a:pt x="2254" y="582"/>
                    <a:pt x="2260" y="587"/>
                    <a:pt x="2266" y="591"/>
                  </a:cubicBezTo>
                  <a:cubicBezTo>
                    <a:pt x="2270" y="595"/>
                    <a:pt x="2271" y="602"/>
                    <a:pt x="2275" y="606"/>
                  </a:cubicBezTo>
                  <a:cubicBezTo>
                    <a:pt x="2285" y="617"/>
                    <a:pt x="2295" y="652"/>
                    <a:pt x="2314" y="649"/>
                  </a:cubicBezTo>
                  <a:cubicBezTo>
                    <a:pt x="2318" y="660"/>
                    <a:pt x="2321" y="671"/>
                    <a:pt x="2322" y="672"/>
                  </a:cubicBezTo>
                  <a:cubicBezTo>
                    <a:pt x="2330" y="690"/>
                    <a:pt x="2333" y="710"/>
                    <a:pt x="2341" y="727"/>
                  </a:cubicBezTo>
                  <a:cubicBezTo>
                    <a:pt x="2356" y="756"/>
                    <a:pt x="2381" y="797"/>
                    <a:pt x="2386" y="830"/>
                  </a:cubicBezTo>
                  <a:cubicBezTo>
                    <a:pt x="2392" y="871"/>
                    <a:pt x="2403" y="912"/>
                    <a:pt x="2395" y="953"/>
                  </a:cubicBezTo>
                  <a:lnTo>
                    <a:pt x="2393" y="963"/>
                  </a:lnTo>
                  <a:cubicBezTo>
                    <a:pt x="2375" y="901"/>
                    <a:pt x="2352" y="842"/>
                    <a:pt x="2323" y="786"/>
                  </a:cubicBezTo>
                  <a:cubicBezTo>
                    <a:pt x="2320" y="781"/>
                    <a:pt x="2312" y="784"/>
                    <a:pt x="2315" y="790"/>
                  </a:cubicBezTo>
                  <a:cubicBezTo>
                    <a:pt x="2328" y="819"/>
                    <a:pt x="2337" y="850"/>
                    <a:pt x="2343" y="881"/>
                  </a:cubicBezTo>
                  <a:cubicBezTo>
                    <a:pt x="2355" y="931"/>
                    <a:pt x="2368" y="977"/>
                    <a:pt x="2377" y="1027"/>
                  </a:cubicBezTo>
                  <a:cubicBezTo>
                    <a:pt x="2377" y="1028"/>
                    <a:pt x="2378" y="1029"/>
                    <a:pt x="2378" y="1030"/>
                  </a:cubicBezTo>
                  <a:cubicBezTo>
                    <a:pt x="2375" y="1042"/>
                    <a:pt x="2371" y="1054"/>
                    <a:pt x="2366" y="1066"/>
                  </a:cubicBezTo>
                  <a:cubicBezTo>
                    <a:pt x="2362" y="984"/>
                    <a:pt x="2342" y="904"/>
                    <a:pt x="2307" y="830"/>
                  </a:cubicBezTo>
                  <a:cubicBezTo>
                    <a:pt x="2305" y="825"/>
                    <a:pt x="2296" y="829"/>
                    <a:pt x="2298" y="834"/>
                  </a:cubicBezTo>
                  <a:cubicBezTo>
                    <a:pt x="2312" y="869"/>
                    <a:pt x="2320" y="908"/>
                    <a:pt x="2330" y="944"/>
                  </a:cubicBezTo>
                  <a:cubicBezTo>
                    <a:pt x="2345" y="998"/>
                    <a:pt x="2342" y="1049"/>
                    <a:pt x="2344" y="1103"/>
                  </a:cubicBezTo>
                  <a:cubicBezTo>
                    <a:pt x="2338" y="1110"/>
                    <a:pt x="2332" y="1115"/>
                    <a:pt x="2325" y="1120"/>
                  </a:cubicBezTo>
                  <a:cubicBezTo>
                    <a:pt x="2318" y="1058"/>
                    <a:pt x="2307" y="996"/>
                    <a:pt x="2292" y="936"/>
                  </a:cubicBezTo>
                  <a:cubicBezTo>
                    <a:pt x="2290" y="930"/>
                    <a:pt x="2280" y="930"/>
                    <a:pt x="2280" y="937"/>
                  </a:cubicBezTo>
                  <a:cubicBezTo>
                    <a:pt x="2283" y="1000"/>
                    <a:pt x="2297" y="1063"/>
                    <a:pt x="2299" y="1126"/>
                  </a:cubicBezTo>
                  <a:lnTo>
                    <a:pt x="2283" y="1126"/>
                  </a:lnTo>
                  <a:cubicBezTo>
                    <a:pt x="2283" y="1103"/>
                    <a:pt x="2271" y="1081"/>
                    <a:pt x="2269" y="1057"/>
                  </a:cubicBezTo>
                  <a:lnTo>
                    <a:pt x="2269" y="1056"/>
                  </a:lnTo>
                  <a:cubicBezTo>
                    <a:pt x="2269" y="1044"/>
                    <a:pt x="2268" y="1031"/>
                    <a:pt x="2265" y="1019"/>
                  </a:cubicBezTo>
                  <a:cubicBezTo>
                    <a:pt x="2257" y="1000"/>
                    <a:pt x="2250" y="978"/>
                    <a:pt x="2243" y="958"/>
                  </a:cubicBezTo>
                  <a:cubicBezTo>
                    <a:pt x="2243" y="958"/>
                    <a:pt x="2242" y="958"/>
                    <a:pt x="2242" y="957"/>
                  </a:cubicBezTo>
                  <a:cubicBezTo>
                    <a:pt x="2241" y="956"/>
                    <a:pt x="2241" y="956"/>
                    <a:pt x="2240" y="955"/>
                  </a:cubicBezTo>
                  <a:cubicBezTo>
                    <a:pt x="2239" y="954"/>
                    <a:pt x="2238" y="954"/>
                    <a:pt x="2237" y="954"/>
                  </a:cubicBezTo>
                  <a:cubicBezTo>
                    <a:pt x="2236" y="954"/>
                    <a:pt x="2235" y="954"/>
                    <a:pt x="2234" y="955"/>
                  </a:cubicBezTo>
                  <a:cubicBezTo>
                    <a:pt x="2233" y="956"/>
                    <a:pt x="2232" y="956"/>
                    <a:pt x="2232" y="957"/>
                  </a:cubicBezTo>
                  <a:cubicBezTo>
                    <a:pt x="2231" y="958"/>
                    <a:pt x="2231" y="959"/>
                    <a:pt x="2231" y="960"/>
                  </a:cubicBezTo>
                  <a:cubicBezTo>
                    <a:pt x="2231" y="961"/>
                    <a:pt x="2231" y="961"/>
                    <a:pt x="2231" y="962"/>
                  </a:cubicBezTo>
                  <a:cubicBezTo>
                    <a:pt x="2242" y="1016"/>
                    <a:pt x="2245" y="1071"/>
                    <a:pt x="2255" y="1126"/>
                  </a:cubicBezTo>
                  <a:lnTo>
                    <a:pt x="2253" y="1126"/>
                  </a:lnTo>
                  <a:cubicBezTo>
                    <a:pt x="2242" y="1051"/>
                    <a:pt x="2215" y="979"/>
                    <a:pt x="2178" y="914"/>
                  </a:cubicBezTo>
                  <a:cubicBezTo>
                    <a:pt x="2166" y="894"/>
                    <a:pt x="2154" y="874"/>
                    <a:pt x="2140" y="855"/>
                  </a:cubicBezTo>
                  <a:cubicBezTo>
                    <a:pt x="2136" y="850"/>
                    <a:pt x="2127" y="856"/>
                    <a:pt x="2130" y="862"/>
                  </a:cubicBezTo>
                  <a:cubicBezTo>
                    <a:pt x="2175" y="943"/>
                    <a:pt x="2206" y="1031"/>
                    <a:pt x="2224" y="1123"/>
                  </a:cubicBezTo>
                  <a:cubicBezTo>
                    <a:pt x="2214" y="1091"/>
                    <a:pt x="2202" y="1061"/>
                    <a:pt x="2187" y="1031"/>
                  </a:cubicBezTo>
                  <a:cubicBezTo>
                    <a:pt x="2165" y="994"/>
                    <a:pt x="2137" y="964"/>
                    <a:pt x="2114" y="928"/>
                  </a:cubicBezTo>
                  <a:cubicBezTo>
                    <a:pt x="2113" y="928"/>
                    <a:pt x="2113" y="927"/>
                    <a:pt x="2112" y="927"/>
                  </a:cubicBezTo>
                  <a:cubicBezTo>
                    <a:pt x="2111" y="926"/>
                    <a:pt x="2111" y="926"/>
                    <a:pt x="2110" y="926"/>
                  </a:cubicBezTo>
                  <a:cubicBezTo>
                    <a:pt x="2109" y="926"/>
                    <a:pt x="2108" y="926"/>
                    <a:pt x="2107" y="927"/>
                  </a:cubicBezTo>
                  <a:cubicBezTo>
                    <a:pt x="2107" y="927"/>
                    <a:pt x="2107" y="928"/>
                    <a:pt x="2106" y="929"/>
                  </a:cubicBezTo>
                  <a:cubicBezTo>
                    <a:pt x="2105" y="930"/>
                    <a:pt x="2105" y="930"/>
                    <a:pt x="2105" y="931"/>
                  </a:cubicBezTo>
                  <a:cubicBezTo>
                    <a:pt x="2105" y="932"/>
                    <a:pt x="2105" y="933"/>
                    <a:pt x="2106" y="933"/>
                  </a:cubicBezTo>
                  <a:cubicBezTo>
                    <a:pt x="2112" y="948"/>
                    <a:pt x="2119" y="963"/>
                    <a:pt x="2127" y="977"/>
                  </a:cubicBezTo>
                  <a:cubicBezTo>
                    <a:pt x="2134" y="989"/>
                    <a:pt x="2142" y="1001"/>
                    <a:pt x="2150" y="1012"/>
                  </a:cubicBezTo>
                  <a:cubicBezTo>
                    <a:pt x="2155" y="1018"/>
                    <a:pt x="2158" y="1024"/>
                    <a:pt x="2162" y="1030"/>
                  </a:cubicBezTo>
                  <a:cubicBezTo>
                    <a:pt x="2173" y="1049"/>
                    <a:pt x="2181" y="1069"/>
                    <a:pt x="2185" y="1091"/>
                  </a:cubicBezTo>
                  <a:cubicBezTo>
                    <a:pt x="2181" y="1086"/>
                    <a:pt x="2177" y="1080"/>
                    <a:pt x="2174" y="1074"/>
                  </a:cubicBezTo>
                  <a:cubicBezTo>
                    <a:pt x="2172" y="1072"/>
                    <a:pt x="2171" y="1070"/>
                    <a:pt x="2170" y="1067"/>
                  </a:cubicBezTo>
                  <a:cubicBezTo>
                    <a:pt x="2166" y="1057"/>
                    <a:pt x="2150" y="1046"/>
                    <a:pt x="2143" y="1038"/>
                  </a:cubicBezTo>
                  <a:cubicBezTo>
                    <a:pt x="2117" y="1009"/>
                    <a:pt x="2091" y="981"/>
                    <a:pt x="2064" y="954"/>
                  </a:cubicBezTo>
                  <a:cubicBezTo>
                    <a:pt x="2061" y="950"/>
                    <a:pt x="2054" y="954"/>
                    <a:pt x="2057" y="958"/>
                  </a:cubicBezTo>
                  <a:cubicBezTo>
                    <a:pt x="2081" y="998"/>
                    <a:pt x="2111" y="1033"/>
                    <a:pt x="2139" y="1071"/>
                  </a:cubicBezTo>
                  <a:lnTo>
                    <a:pt x="2140" y="1072"/>
                  </a:lnTo>
                  <a:cubicBezTo>
                    <a:pt x="2149" y="1088"/>
                    <a:pt x="2159" y="1102"/>
                    <a:pt x="2170" y="1115"/>
                  </a:cubicBezTo>
                  <a:cubicBezTo>
                    <a:pt x="2154" y="1109"/>
                    <a:pt x="2138" y="1103"/>
                    <a:pt x="2122" y="1095"/>
                  </a:cubicBezTo>
                  <a:cubicBezTo>
                    <a:pt x="2103" y="1088"/>
                    <a:pt x="2085" y="1079"/>
                    <a:pt x="2068" y="1069"/>
                  </a:cubicBezTo>
                  <a:cubicBezTo>
                    <a:pt x="2060" y="1065"/>
                    <a:pt x="2053" y="1061"/>
                    <a:pt x="2046" y="1056"/>
                  </a:cubicBezTo>
                  <a:lnTo>
                    <a:pt x="2045" y="1055"/>
                  </a:lnTo>
                  <a:lnTo>
                    <a:pt x="2044" y="1055"/>
                  </a:lnTo>
                  <a:cubicBezTo>
                    <a:pt x="2043" y="1055"/>
                    <a:pt x="2043" y="1054"/>
                    <a:pt x="2042" y="1055"/>
                  </a:cubicBezTo>
                  <a:cubicBezTo>
                    <a:pt x="2041" y="1056"/>
                    <a:pt x="2042" y="1055"/>
                    <a:pt x="2041" y="1056"/>
                  </a:cubicBezTo>
                  <a:cubicBezTo>
                    <a:pt x="2040" y="1057"/>
                    <a:pt x="2041" y="1057"/>
                    <a:pt x="2041" y="1058"/>
                  </a:cubicBezTo>
                  <a:cubicBezTo>
                    <a:pt x="2041" y="1059"/>
                    <a:pt x="2041" y="1059"/>
                    <a:pt x="2041" y="1059"/>
                  </a:cubicBezTo>
                  <a:cubicBezTo>
                    <a:pt x="2041" y="1060"/>
                    <a:pt x="2042" y="1060"/>
                    <a:pt x="2042" y="1060"/>
                  </a:cubicBezTo>
                  <a:cubicBezTo>
                    <a:pt x="2058" y="1079"/>
                    <a:pt x="2077" y="1095"/>
                    <a:pt x="2098" y="1109"/>
                  </a:cubicBezTo>
                  <a:cubicBezTo>
                    <a:pt x="2107" y="1116"/>
                    <a:pt x="2118" y="1123"/>
                    <a:pt x="2129" y="1130"/>
                  </a:cubicBezTo>
                  <a:cubicBezTo>
                    <a:pt x="2132" y="1132"/>
                    <a:pt x="2136" y="1134"/>
                    <a:pt x="2140" y="1136"/>
                  </a:cubicBezTo>
                  <a:cubicBezTo>
                    <a:pt x="2137" y="1136"/>
                    <a:pt x="2134" y="1136"/>
                    <a:pt x="2130" y="1136"/>
                  </a:cubicBezTo>
                  <a:cubicBezTo>
                    <a:pt x="2124" y="1136"/>
                    <a:pt x="2117" y="1135"/>
                    <a:pt x="2111" y="1133"/>
                  </a:cubicBezTo>
                  <a:cubicBezTo>
                    <a:pt x="2079" y="1121"/>
                    <a:pt x="2048" y="1107"/>
                    <a:pt x="2019" y="1090"/>
                  </a:cubicBezTo>
                  <a:cubicBezTo>
                    <a:pt x="1958" y="1050"/>
                    <a:pt x="1912" y="981"/>
                    <a:pt x="1845" y="951"/>
                  </a:cubicBezTo>
                  <a:cubicBezTo>
                    <a:pt x="1843" y="950"/>
                    <a:pt x="1840" y="954"/>
                    <a:pt x="1843" y="956"/>
                  </a:cubicBezTo>
                  <a:cubicBezTo>
                    <a:pt x="1873" y="975"/>
                    <a:pt x="1891" y="1009"/>
                    <a:pt x="1918" y="1034"/>
                  </a:cubicBezTo>
                  <a:cubicBezTo>
                    <a:pt x="1948" y="1065"/>
                    <a:pt x="1979" y="1094"/>
                    <a:pt x="2012" y="1121"/>
                  </a:cubicBezTo>
                  <a:cubicBezTo>
                    <a:pt x="2022" y="1129"/>
                    <a:pt x="2033" y="1136"/>
                    <a:pt x="2044" y="1142"/>
                  </a:cubicBezTo>
                  <a:cubicBezTo>
                    <a:pt x="2056" y="1149"/>
                    <a:pt x="2068" y="1155"/>
                    <a:pt x="2081" y="1161"/>
                  </a:cubicBezTo>
                  <a:cubicBezTo>
                    <a:pt x="2052" y="1159"/>
                    <a:pt x="2024" y="1154"/>
                    <a:pt x="1997" y="1146"/>
                  </a:cubicBezTo>
                  <a:cubicBezTo>
                    <a:pt x="1985" y="1141"/>
                    <a:pt x="1974" y="1134"/>
                    <a:pt x="1963" y="1128"/>
                  </a:cubicBezTo>
                  <a:cubicBezTo>
                    <a:pt x="1938" y="1113"/>
                    <a:pt x="1916" y="1097"/>
                    <a:pt x="1895" y="1077"/>
                  </a:cubicBezTo>
                  <a:cubicBezTo>
                    <a:pt x="1837" y="1027"/>
                    <a:pt x="1789" y="962"/>
                    <a:pt x="1740" y="903"/>
                  </a:cubicBezTo>
                  <a:cubicBezTo>
                    <a:pt x="1701" y="854"/>
                    <a:pt x="1666" y="805"/>
                    <a:pt x="1615" y="765"/>
                  </a:cubicBezTo>
                  <a:cubicBezTo>
                    <a:pt x="1562" y="725"/>
                    <a:pt x="1511" y="682"/>
                    <a:pt x="1463" y="635"/>
                  </a:cubicBezTo>
                  <a:cubicBezTo>
                    <a:pt x="1429" y="600"/>
                    <a:pt x="1400" y="560"/>
                    <a:pt x="1375" y="517"/>
                  </a:cubicBezTo>
                  <a:cubicBezTo>
                    <a:pt x="1375" y="517"/>
                    <a:pt x="1375" y="515"/>
                    <a:pt x="1375" y="514"/>
                  </a:cubicBezTo>
                  <a:lnTo>
                    <a:pt x="1375" y="513"/>
                  </a:lnTo>
                  <a:cubicBezTo>
                    <a:pt x="1374" y="512"/>
                    <a:pt x="1374" y="511"/>
                    <a:pt x="1373" y="511"/>
                  </a:cubicBezTo>
                  <a:cubicBezTo>
                    <a:pt x="1372" y="511"/>
                    <a:pt x="1372" y="510"/>
                    <a:pt x="1371" y="510"/>
                  </a:cubicBezTo>
                  <a:cubicBezTo>
                    <a:pt x="1360" y="491"/>
                    <a:pt x="1349" y="473"/>
                    <a:pt x="1337" y="455"/>
                  </a:cubicBezTo>
                  <a:lnTo>
                    <a:pt x="1335" y="451"/>
                  </a:lnTo>
                  <a:cubicBezTo>
                    <a:pt x="1335" y="450"/>
                    <a:pt x="1334" y="449"/>
                    <a:pt x="1334" y="448"/>
                  </a:cubicBezTo>
                  <a:cubicBezTo>
                    <a:pt x="1333" y="447"/>
                    <a:pt x="1332" y="446"/>
                    <a:pt x="1331" y="445"/>
                  </a:cubicBezTo>
                  <a:lnTo>
                    <a:pt x="1330" y="445"/>
                  </a:lnTo>
                  <a:cubicBezTo>
                    <a:pt x="1293" y="396"/>
                    <a:pt x="1252" y="351"/>
                    <a:pt x="1208" y="310"/>
                  </a:cubicBezTo>
                  <a:cubicBezTo>
                    <a:pt x="1182" y="282"/>
                    <a:pt x="1155" y="256"/>
                    <a:pt x="1127" y="230"/>
                  </a:cubicBezTo>
                  <a:lnTo>
                    <a:pt x="1123" y="219"/>
                  </a:lnTo>
                  <a:cubicBezTo>
                    <a:pt x="1121" y="214"/>
                    <a:pt x="1117" y="215"/>
                    <a:pt x="1114" y="219"/>
                  </a:cubicBezTo>
                  <a:cubicBezTo>
                    <a:pt x="1039" y="150"/>
                    <a:pt x="961" y="84"/>
                    <a:pt x="887" y="14"/>
                  </a:cubicBezTo>
                  <a:cubicBezTo>
                    <a:pt x="886" y="12"/>
                    <a:pt x="883" y="15"/>
                    <a:pt x="885" y="16"/>
                  </a:cubicBezTo>
                  <a:cubicBezTo>
                    <a:pt x="919" y="57"/>
                    <a:pt x="955" y="97"/>
                    <a:pt x="993" y="134"/>
                  </a:cubicBezTo>
                  <a:cubicBezTo>
                    <a:pt x="1028" y="194"/>
                    <a:pt x="1052" y="260"/>
                    <a:pt x="1064" y="328"/>
                  </a:cubicBezTo>
                  <a:cubicBezTo>
                    <a:pt x="1064" y="329"/>
                    <a:pt x="1065" y="329"/>
                    <a:pt x="1065" y="330"/>
                  </a:cubicBezTo>
                  <a:cubicBezTo>
                    <a:pt x="1065" y="331"/>
                    <a:pt x="1066" y="331"/>
                    <a:pt x="1067" y="332"/>
                  </a:cubicBezTo>
                  <a:cubicBezTo>
                    <a:pt x="1067" y="332"/>
                    <a:pt x="1068" y="332"/>
                    <a:pt x="1069" y="332"/>
                  </a:cubicBezTo>
                  <a:cubicBezTo>
                    <a:pt x="1069" y="332"/>
                    <a:pt x="1070" y="333"/>
                    <a:pt x="1071" y="332"/>
                  </a:cubicBezTo>
                  <a:cubicBezTo>
                    <a:pt x="1072" y="331"/>
                    <a:pt x="1071" y="331"/>
                    <a:pt x="1072" y="330"/>
                  </a:cubicBezTo>
                  <a:cubicBezTo>
                    <a:pt x="1073" y="329"/>
                    <a:pt x="1073" y="329"/>
                    <a:pt x="1073" y="328"/>
                  </a:cubicBezTo>
                  <a:cubicBezTo>
                    <a:pt x="1077" y="280"/>
                    <a:pt x="1055" y="228"/>
                    <a:pt x="1040" y="183"/>
                  </a:cubicBezTo>
                  <a:cubicBezTo>
                    <a:pt x="1040" y="181"/>
                    <a:pt x="1038" y="179"/>
                    <a:pt x="1038" y="178"/>
                  </a:cubicBezTo>
                  <a:lnTo>
                    <a:pt x="1068" y="206"/>
                  </a:lnTo>
                  <a:cubicBezTo>
                    <a:pt x="1070" y="214"/>
                    <a:pt x="1072" y="223"/>
                    <a:pt x="1074" y="230"/>
                  </a:cubicBezTo>
                  <a:cubicBezTo>
                    <a:pt x="1078" y="244"/>
                    <a:pt x="1083" y="258"/>
                    <a:pt x="1089" y="271"/>
                  </a:cubicBezTo>
                  <a:cubicBezTo>
                    <a:pt x="1089" y="272"/>
                    <a:pt x="1089" y="272"/>
                    <a:pt x="1089" y="272"/>
                  </a:cubicBezTo>
                  <a:cubicBezTo>
                    <a:pt x="1090" y="273"/>
                    <a:pt x="1091" y="274"/>
                    <a:pt x="1092" y="275"/>
                  </a:cubicBezTo>
                  <a:cubicBezTo>
                    <a:pt x="1093" y="276"/>
                    <a:pt x="1094" y="275"/>
                    <a:pt x="1095" y="275"/>
                  </a:cubicBezTo>
                  <a:cubicBezTo>
                    <a:pt x="1096" y="275"/>
                    <a:pt x="1097" y="276"/>
                    <a:pt x="1098" y="275"/>
                  </a:cubicBezTo>
                  <a:cubicBezTo>
                    <a:pt x="1099" y="274"/>
                    <a:pt x="1100" y="273"/>
                    <a:pt x="1101" y="272"/>
                  </a:cubicBezTo>
                  <a:lnTo>
                    <a:pt x="1101" y="271"/>
                  </a:lnTo>
                  <a:cubicBezTo>
                    <a:pt x="1103" y="266"/>
                    <a:pt x="1103" y="261"/>
                    <a:pt x="1103" y="256"/>
                  </a:cubicBezTo>
                  <a:cubicBezTo>
                    <a:pt x="1103" y="249"/>
                    <a:pt x="1102" y="243"/>
                    <a:pt x="1099" y="237"/>
                  </a:cubicBezTo>
                  <a:lnTo>
                    <a:pt x="1117" y="253"/>
                  </a:lnTo>
                  <a:cubicBezTo>
                    <a:pt x="1119" y="264"/>
                    <a:pt x="1122" y="276"/>
                    <a:pt x="1125" y="287"/>
                  </a:cubicBezTo>
                  <a:cubicBezTo>
                    <a:pt x="1138" y="331"/>
                    <a:pt x="1147" y="375"/>
                    <a:pt x="1152" y="420"/>
                  </a:cubicBezTo>
                  <a:cubicBezTo>
                    <a:pt x="1153" y="425"/>
                    <a:pt x="1161" y="427"/>
                    <a:pt x="1162" y="420"/>
                  </a:cubicBezTo>
                  <a:cubicBezTo>
                    <a:pt x="1163" y="410"/>
                    <a:pt x="1164" y="400"/>
                    <a:pt x="1164" y="390"/>
                  </a:cubicBezTo>
                  <a:cubicBezTo>
                    <a:pt x="1164" y="352"/>
                    <a:pt x="1156" y="314"/>
                    <a:pt x="1143" y="278"/>
                  </a:cubicBezTo>
                  <a:lnTo>
                    <a:pt x="1166" y="300"/>
                  </a:lnTo>
                  <a:cubicBezTo>
                    <a:pt x="1172" y="320"/>
                    <a:pt x="1176" y="341"/>
                    <a:pt x="1178" y="363"/>
                  </a:cubicBezTo>
                  <a:cubicBezTo>
                    <a:pt x="1181" y="384"/>
                    <a:pt x="1183" y="405"/>
                    <a:pt x="1187" y="426"/>
                  </a:cubicBezTo>
                  <a:cubicBezTo>
                    <a:pt x="1187" y="427"/>
                    <a:pt x="1188" y="428"/>
                    <a:pt x="1188" y="428"/>
                  </a:cubicBezTo>
                  <a:cubicBezTo>
                    <a:pt x="1188" y="429"/>
                    <a:pt x="1189" y="429"/>
                    <a:pt x="1190" y="430"/>
                  </a:cubicBezTo>
                  <a:cubicBezTo>
                    <a:pt x="1191" y="431"/>
                    <a:pt x="1192" y="431"/>
                    <a:pt x="1193" y="431"/>
                  </a:cubicBezTo>
                  <a:cubicBezTo>
                    <a:pt x="1194" y="431"/>
                    <a:pt x="1194" y="431"/>
                    <a:pt x="1195" y="430"/>
                  </a:cubicBezTo>
                  <a:cubicBezTo>
                    <a:pt x="1196" y="429"/>
                    <a:pt x="1196" y="429"/>
                    <a:pt x="1197" y="428"/>
                  </a:cubicBezTo>
                  <a:cubicBezTo>
                    <a:pt x="1198" y="427"/>
                    <a:pt x="1198" y="427"/>
                    <a:pt x="1198" y="426"/>
                  </a:cubicBezTo>
                  <a:cubicBezTo>
                    <a:pt x="1199" y="416"/>
                    <a:pt x="1200" y="406"/>
                    <a:pt x="1200" y="396"/>
                  </a:cubicBezTo>
                  <a:cubicBezTo>
                    <a:pt x="1200" y="373"/>
                    <a:pt x="1197" y="350"/>
                    <a:pt x="1191" y="328"/>
                  </a:cubicBezTo>
                  <a:lnTo>
                    <a:pt x="1189" y="322"/>
                  </a:lnTo>
                  <a:lnTo>
                    <a:pt x="1201" y="334"/>
                  </a:lnTo>
                  <a:cubicBezTo>
                    <a:pt x="1200" y="335"/>
                    <a:pt x="1200" y="336"/>
                    <a:pt x="1200" y="337"/>
                  </a:cubicBezTo>
                  <a:cubicBezTo>
                    <a:pt x="1200" y="338"/>
                    <a:pt x="1200" y="339"/>
                    <a:pt x="1201" y="340"/>
                  </a:cubicBezTo>
                  <a:cubicBezTo>
                    <a:pt x="1205" y="355"/>
                    <a:pt x="1208" y="370"/>
                    <a:pt x="1208" y="385"/>
                  </a:cubicBezTo>
                  <a:cubicBezTo>
                    <a:pt x="1208" y="392"/>
                    <a:pt x="1207" y="399"/>
                    <a:pt x="1206" y="406"/>
                  </a:cubicBezTo>
                  <a:cubicBezTo>
                    <a:pt x="1206" y="412"/>
                    <a:pt x="1206" y="418"/>
                    <a:pt x="1206" y="423"/>
                  </a:cubicBezTo>
                  <a:cubicBezTo>
                    <a:pt x="1206" y="444"/>
                    <a:pt x="1208" y="465"/>
                    <a:pt x="1211" y="485"/>
                  </a:cubicBezTo>
                  <a:cubicBezTo>
                    <a:pt x="1213" y="490"/>
                    <a:pt x="1221" y="492"/>
                    <a:pt x="1222" y="485"/>
                  </a:cubicBezTo>
                  <a:cubicBezTo>
                    <a:pt x="1226" y="460"/>
                    <a:pt x="1228" y="435"/>
                    <a:pt x="1228" y="410"/>
                  </a:cubicBezTo>
                  <a:cubicBezTo>
                    <a:pt x="1228" y="402"/>
                    <a:pt x="1228" y="393"/>
                    <a:pt x="1227" y="384"/>
                  </a:cubicBezTo>
                  <a:cubicBezTo>
                    <a:pt x="1227" y="383"/>
                    <a:pt x="1227" y="383"/>
                    <a:pt x="1227" y="383"/>
                  </a:cubicBezTo>
                  <a:cubicBezTo>
                    <a:pt x="1227" y="375"/>
                    <a:pt x="1226" y="367"/>
                    <a:pt x="1224" y="359"/>
                  </a:cubicBezTo>
                  <a:cubicBezTo>
                    <a:pt x="1231" y="366"/>
                    <a:pt x="1237" y="373"/>
                    <a:pt x="1244" y="380"/>
                  </a:cubicBezTo>
                  <a:cubicBezTo>
                    <a:pt x="1244" y="382"/>
                    <a:pt x="1244" y="384"/>
                    <a:pt x="1244" y="386"/>
                  </a:cubicBezTo>
                  <a:cubicBezTo>
                    <a:pt x="1244" y="395"/>
                    <a:pt x="1245" y="405"/>
                    <a:pt x="1248" y="413"/>
                  </a:cubicBezTo>
                  <a:cubicBezTo>
                    <a:pt x="1252" y="428"/>
                    <a:pt x="1247" y="444"/>
                    <a:pt x="1252" y="459"/>
                  </a:cubicBezTo>
                  <a:cubicBezTo>
                    <a:pt x="1253" y="460"/>
                    <a:pt x="1254" y="461"/>
                    <a:pt x="1254" y="461"/>
                  </a:cubicBezTo>
                  <a:cubicBezTo>
                    <a:pt x="1255" y="462"/>
                    <a:pt x="1256" y="462"/>
                    <a:pt x="1257" y="462"/>
                  </a:cubicBezTo>
                  <a:cubicBezTo>
                    <a:pt x="1258" y="462"/>
                    <a:pt x="1259" y="462"/>
                    <a:pt x="1260" y="461"/>
                  </a:cubicBezTo>
                  <a:cubicBezTo>
                    <a:pt x="1260" y="461"/>
                    <a:pt x="1261" y="460"/>
                    <a:pt x="1262" y="459"/>
                  </a:cubicBezTo>
                  <a:cubicBezTo>
                    <a:pt x="1265" y="449"/>
                    <a:pt x="1267" y="439"/>
                    <a:pt x="1267" y="429"/>
                  </a:cubicBezTo>
                  <a:cubicBezTo>
                    <a:pt x="1267" y="419"/>
                    <a:pt x="1265" y="409"/>
                    <a:pt x="1262" y="400"/>
                  </a:cubicBezTo>
                  <a:lnTo>
                    <a:pt x="1275" y="416"/>
                  </a:lnTo>
                  <a:cubicBezTo>
                    <a:pt x="1285" y="439"/>
                    <a:pt x="1280" y="473"/>
                    <a:pt x="1282" y="497"/>
                  </a:cubicBezTo>
                  <a:cubicBezTo>
                    <a:pt x="1286" y="530"/>
                    <a:pt x="1282" y="563"/>
                    <a:pt x="1284" y="596"/>
                  </a:cubicBezTo>
                  <a:cubicBezTo>
                    <a:pt x="1284" y="597"/>
                    <a:pt x="1284" y="597"/>
                    <a:pt x="1285" y="598"/>
                  </a:cubicBezTo>
                  <a:cubicBezTo>
                    <a:pt x="1286" y="599"/>
                    <a:pt x="1287" y="599"/>
                    <a:pt x="1288" y="600"/>
                  </a:cubicBezTo>
                  <a:cubicBezTo>
                    <a:pt x="1289" y="601"/>
                    <a:pt x="1290" y="601"/>
                    <a:pt x="1291" y="601"/>
                  </a:cubicBezTo>
                  <a:cubicBezTo>
                    <a:pt x="1292" y="601"/>
                    <a:pt x="1293" y="601"/>
                    <a:pt x="1294" y="600"/>
                  </a:cubicBezTo>
                  <a:cubicBezTo>
                    <a:pt x="1295" y="599"/>
                    <a:pt x="1296" y="599"/>
                    <a:pt x="1297" y="598"/>
                  </a:cubicBezTo>
                  <a:lnTo>
                    <a:pt x="1297" y="597"/>
                  </a:lnTo>
                  <a:cubicBezTo>
                    <a:pt x="1305" y="574"/>
                    <a:pt x="1308" y="550"/>
                    <a:pt x="1308" y="526"/>
                  </a:cubicBezTo>
                  <a:cubicBezTo>
                    <a:pt x="1308" y="512"/>
                    <a:pt x="1307" y="499"/>
                    <a:pt x="1305" y="485"/>
                  </a:cubicBezTo>
                  <a:cubicBezTo>
                    <a:pt x="1303" y="474"/>
                    <a:pt x="1302" y="462"/>
                    <a:pt x="1301" y="450"/>
                  </a:cubicBezTo>
                  <a:lnTo>
                    <a:pt x="1320" y="475"/>
                  </a:lnTo>
                  <a:cubicBezTo>
                    <a:pt x="1320" y="529"/>
                    <a:pt x="1324" y="584"/>
                    <a:pt x="1325" y="638"/>
                  </a:cubicBezTo>
                  <a:cubicBezTo>
                    <a:pt x="1325" y="639"/>
                    <a:pt x="1325" y="639"/>
                    <a:pt x="1326" y="640"/>
                  </a:cubicBezTo>
                  <a:cubicBezTo>
                    <a:pt x="1327" y="641"/>
                    <a:pt x="1327" y="642"/>
                    <a:pt x="1327" y="642"/>
                  </a:cubicBezTo>
                  <a:cubicBezTo>
                    <a:pt x="1328" y="643"/>
                    <a:pt x="1329" y="643"/>
                    <a:pt x="1330" y="643"/>
                  </a:cubicBezTo>
                  <a:cubicBezTo>
                    <a:pt x="1331" y="643"/>
                    <a:pt x="1331" y="643"/>
                    <a:pt x="1332" y="642"/>
                  </a:cubicBezTo>
                  <a:cubicBezTo>
                    <a:pt x="1333" y="641"/>
                    <a:pt x="1334" y="641"/>
                    <a:pt x="1334" y="640"/>
                  </a:cubicBezTo>
                  <a:cubicBezTo>
                    <a:pt x="1343" y="613"/>
                    <a:pt x="1347" y="586"/>
                    <a:pt x="1347" y="558"/>
                  </a:cubicBezTo>
                  <a:cubicBezTo>
                    <a:pt x="1347" y="541"/>
                    <a:pt x="1345" y="523"/>
                    <a:pt x="1342" y="506"/>
                  </a:cubicBezTo>
                  <a:lnTo>
                    <a:pt x="1361" y="533"/>
                  </a:lnTo>
                  <a:lnTo>
                    <a:pt x="1363" y="535"/>
                  </a:lnTo>
                  <a:cubicBezTo>
                    <a:pt x="1361" y="557"/>
                    <a:pt x="1361" y="578"/>
                    <a:pt x="1360" y="600"/>
                  </a:cubicBezTo>
                  <a:cubicBezTo>
                    <a:pt x="1359" y="612"/>
                    <a:pt x="1358" y="623"/>
                    <a:pt x="1358" y="634"/>
                  </a:cubicBezTo>
                  <a:cubicBezTo>
                    <a:pt x="1358" y="641"/>
                    <a:pt x="1358" y="648"/>
                    <a:pt x="1359" y="656"/>
                  </a:cubicBezTo>
                  <a:cubicBezTo>
                    <a:pt x="1360" y="661"/>
                    <a:pt x="1367" y="659"/>
                    <a:pt x="1368" y="656"/>
                  </a:cubicBezTo>
                  <a:cubicBezTo>
                    <a:pt x="1377" y="635"/>
                    <a:pt x="1381" y="613"/>
                    <a:pt x="1381" y="592"/>
                  </a:cubicBezTo>
                  <a:cubicBezTo>
                    <a:pt x="1381" y="591"/>
                    <a:pt x="1381" y="591"/>
                    <a:pt x="1381" y="590"/>
                  </a:cubicBezTo>
                  <a:cubicBezTo>
                    <a:pt x="1381" y="580"/>
                    <a:pt x="1380" y="570"/>
                    <a:pt x="1379" y="560"/>
                  </a:cubicBezTo>
                  <a:cubicBezTo>
                    <a:pt x="1389" y="573"/>
                    <a:pt x="1399" y="587"/>
                    <a:pt x="1408" y="601"/>
                  </a:cubicBezTo>
                  <a:cubicBezTo>
                    <a:pt x="1407" y="602"/>
                    <a:pt x="1407" y="603"/>
                    <a:pt x="1406" y="604"/>
                  </a:cubicBezTo>
                  <a:cubicBezTo>
                    <a:pt x="1405" y="605"/>
                    <a:pt x="1405" y="606"/>
                    <a:pt x="1405" y="607"/>
                  </a:cubicBezTo>
                  <a:cubicBezTo>
                    <a:pt x="1397" y="648"/>
                    <a:pt x="1388" y="688"/>
                    <a:pt x="1376" y="727"/>
                  </a:cubicBezTo>
                  <a:cubicBezTo>
                    <a:pt x="1376" y="726"/>
                    <a:pt x="1376" y="725"/>
                    <a:pt x="1376" y="723"/>
                  </a:cubicBezTo>
                  <a:cubicBezTo>
                    <a:pt x="1376" y="722"/>
                    <a:pt x="1376" y="721"/>
                    <a:pt x="1376" y="720"/>
                  </a:cubicBezTo>
                  <a:cubicBezTo>
                    <a:pt x="1375" y="719"/>
                    <a:pt x="1374" y="718"/>
                    <a:pt x="1373" y="718"/>
                  </a:cubicBezTo>
                  <a:cubicBezTo>
                    <a:pt x="1372" y="717"/>
                    <a:pt x="1371" y="717"/>
                    <a:pt x="1370" y="717"/>
                  </a:cubicBezTo>
                  <a:cubicBezTo>
                    <a:pt x="1369" y="717"/>
                    <a:pt x="1368" y="717"/>
                    <a:pt x="1367" y="718"/>
                  </a:cubicBezTo>
                  <a:lnTo>
                    <a:pt x="1366" y="719"/>
                  </a:lnTo>
                  <a:cubicBezTo>
                    <a:pt x="1343" y="739"/>
                    <a:pt x="1333" y="773"/>
                    <a:pt x="1319" y="798"/>
                  </a:cubicBezTo>
                  <a:cubicBezTo>
                    <a:pt x="1312" y="811"/>
                    <a:pt x="1306" y="824"/>
                    <a:pt x="1299" y="837"/>
                  </a:cubicBezTo>
                  <a:cubicBezTo>
                    <a:pt x="1293" y="848"/>
                    <a:pt x="1285" y="858"/>
                    <a:pt x="1277" y="868"/>
                  </a:cubicBezTo>
                  <a:cubicBezTo>
                    <a:pt x="1268" y="877"/>
                    <a:pt x="1277" y="866"/>
                    <a:pt x="1277" y="866"/>
                  </a:cubicBezTo>
                  <a:cubicBezTo>
                    <a:pt x="1277" y="865"/>
                    <a:pt x="1277" y="866"/>
                    <a:pt x="1277" y="866"/>
                  </a:cubicBezTo>
                  <a:lnTo>
                    <a:pt x="1279" y="860"/>
                  </a:lnTo>
                  <a:cubicBezTo>
                    <a:pt x="1300" y="816"/>
                    <a:pt x="1319" y="771"/>
                    <a:pt x="1335" y="725"/>
                  </a:cubicBezTo>
                  <a:cubicBezTo>
                    <a:pt x="1336" y="721"/>
                    <a:pt x="1332" y="716"/>
                    <a:pt x="1328" y="719"/>
                  </a:cubicBezTo>
                  <a:cubicBezTo>
                    <a:pt x="1308" y="734"/>
                    <a:pt x="1303" y="760"/>
                    <a:pt x="1293" y="782"/>
                  </a:cubicBezTo>
                  <a:cubicBezTo>
                    <a:pt x="1285" y="798"/>
                    <a:pt x="1277" y="825"/>
                    <a:pt x="1266" y="851"/>
                  </a:cubicBezTo>
                  <a:lnTo>
                    <a:pt x="1263" y="851"/>
                  </a:lnTo>
                  <a:cubicBezTo>
                    <a:pt x="1267" y="843"/>
                    <a:pt x="1270" y="835"/>
                    <a:pt x="1274" y="828"/>
                  </a:cubicBezTo>
                  <a:cubicBezTo>
                    <a:pt x="1274" y="827"/>
                    <a:pt x="1275" y="826"/>
                    <a:pt x="1275" y="825"/>
                  </a:cubicBezTo>
                  <a:cubicBezTo>
                    <a:pt x="1275" y="824"/>
                    <a:pt x="1274" y="823"/>
                    <a:pt x="1274" y="822"/>
                  </a:cubicBezTo>
                  <a:cubicBezTo>
                    <a:pt x="1273" y="821"/>
                    <a:pt x="1272" y="821"/>
                    <a:pt x="1271" y="820"/>
                  </a:cubicBezTo>
                  <a:cubicBezTo>
                    <a:pt x="1270" y="819"/>
                    <a:pt x="1270" y="819"/>
                    <a:pt x="1269" y="819"/>
                  </a:cubicBezTo>
                  <a:cubicBezTo>
                    <a:pt x="1257" y="819"/>
                    <a:pt x="1247" y="832"/>
                    <a:pt x="1240" y="845"/>
                  </a:cubicBezTo>
                  <a:cubicBezTo>
                    <a:pt x="1241" y="840"/>
                    <a:pt x="1242" y="835"/>
                    <a:pt x="1242" y="829"/>
                  </a:cubicBezTo>
                  <a:cubicBezTo>
                    <a:pt x="1245" y="823"/>
                    <a:pt x="1248" y="818"/>
                    <a:pt x="1251" y="813"/>
                  </a:cubicBezTo>
                  <a:cubicBezTo>
                    <a:pt x="1252" y="812"/>
                    <a:pt x="1252" y="813"/>
                    <a:pt x="1253" y="812"/>
                  </a:cubicBezTo>
                  <a:cubicBezTo>
                    <a:pt x="1255" y="810"/>
                    <a:pt x="1257" y="809"/>
                    <a:pt x="1258" y="806"/>
                  </a:cubicBezTo>
                  <a:cubicBezTo>
                    <a:pt x="1259" y="805"/>
                    <a:pt x="1259" y="805"/>
                    <a:pt x="1259" y="804"/>
                  </a:cubicBezTo>
                  <a:cubicBezTo>
                    <a:pt x="1259" y="801"/>
                    <a:pt x="1259" y="800"/>
                    <a:pt x="1261" y="798"/>
                  </a:cubicBezTo>
                  <a:cubicBezTo>
                    <a:pt x="1263" y="795"/>
                    <a:pt x="1265" y="792"/>
                    <a:pt x="1267" y="789"/>
                  </a:cubicBezTo>
                  <a:cubicBezTo>
                    <a:pt x="1268" y="788"/>
                    <a:pt x="1269" y="786"/>
                    <a:pt x="1269" y="785"/>
                  </a:cubicBezTo>
                  <a:cubicBezTo>
                    <a:pt x="1269" y="785"/>
                    <a:pt x="1269" y="784"/>
                    <a:pt x="1270" y="785"/>
                  </a:cubicBezTo>
                  <a:cubicBezTo>
                    <a:pt x="1271" y="786"/>
                    <a:pt x="1271" y="786"/>
                    <a:pt x="1272" y="787"/>
                  </a:cubicBezTo>
                  <a:cubicBezTo>
                    <a:pt x="1273" y="787"/>
                    <a:pt x="1274" y="788"/>
                    <a:pt x="1275" y="788"/>
                  </a:cubicBezTo>
                  <a:cubicBezTo>
                    <a:pt x="1276" y="788"/>
                    <a:pt x="1277" y="787"/>
                    <a:pt x="1278" y="787"/>
                  </a:cubicBezTo>
                  <a:cubicBezTo>
                    <a:pt x="1279" y="786"/>
                    <a:pt x="1279" y="786"/>
                    <a:pt x="1280" y="785"/>
                  </a:cubicBezTo>
                  <a:cubicBezTo>
                    <a:pt x="1287" y="768"/>
                    <a:pt x="1293" y="750"/>
                    <a:pt x="1297" y="732"/>
                  </a:cubicBezTo>
                  <a:cubicBezTo>
                    <a:pt x="1301" y="722"/>
                    <a:pt x="1304" y="711"/>
                    <a:pt x="1304" y="699"/>
                  </a:cubicBezTo>
                  <a:cubicBezTo>
                    <a:pt x="1304" y="695"/>
                    <a:pt x="1303" y="690"/>
                    <a:pt x="1302" y="685"/>
                  </a:cubicBezTo>
                  <a:cubicBezTo>
                    <a:pt x="1302" y="684"/>
                    <a:pt x="1301" y="683"/>
                    <a:pt x="1300" y="683"/>
                  </a:cubicBezTo>
                  <a:cubicBezTo>
                    <a:pt x="1300" y="683"/>
                    <a:pt x="1299" y="682"/>
                    <a:pt x="1298" y="682"/>
                  </a:cubicBezTo>
                  <a:cubicBezTo>
                    <a:pt x="1297" y="682"/>
                    <a:pt x="1296" y="683"/>
                    <a:pt x="1295" y="683"/>
                  </a:cubicBezTo>
                  <a:cubicBezTo>
                    <a:pt x="1294" y="683"/>
                    <a:pt x="1294" y="684"/>
                    <a:pt x="1293" y="685"/>
                  </a:cubicBezTo>
                  <a:cubicBezTo>
                    <a:pt x="1287" y="703"/>
                    <a:pt x="1282" y="722"/>
                    <a:pt x="1279" y="741"/>
                  </a:cubicBezTo>
                  <a:cubicBezTo>
                    <a:pt x="1279" y="737"/>
                    <a:pt x="1278" y="734"/>
                    <a:pt x="1276" y="731"/>
                  </a:cubicBezTo>
                  <a:cubicBezTo>
                    <a:pt x="1275" y="730"/>
                    <a:pt x="1274" y="729"/>
                    <a:pt x="1273" y="727"/>
                  </a:cubicBezTo>
                  <a:cubicBezTo>
                    <a:pt x="1275" y="723"/>
                    <a:pt x="1273" y="716"/>
                    <a:pt x="1275" y="711"/>
                  </a:cubicBezTo>
                  <a:cubicBezTo>
                    <a:pt x="1276" y="707"/>
                    <a:pt x="1276" y="702"/>
                    <a:pt x="1276" y="697"/>
                  </a:cubicBezTo>
                  <a:cubicBezTo>
                    <a:pt x="1276" y="685"/>
                    <a:pt x="1274" y="673"/>
                    <a:pt x="1271" y="661"/>
                  </a:cubicBezTo>
                  <a:cubicBezTo>
                    <a:pt x="1271" y="661"/>
                    <a:pt x="1271" y="660"/>
                    <a:pt x="1271" y="659"/>
                  </a:cubicBezTo>
                  <a:cubicBezTo>
                    <a:pt x="1270" y="658"/>
                    <a:pt x="1269" y="658"/>
                    <a:pt x="1268" y="657"/>
                  </a:cubicBezTo>
                  <a:cubicBezTo>
                    <a:pt x="1267" y="656"/>
                    <a:pt x="1266" y="656"/>
                    <a:pt x="1265" y="656"/>
                  </a:cubicBezTo>
                  <a:cubicBezTo>
                    <a:pt x="1264" y="656"/>
                    <a:pt x="1263" y="656"/>
                    <a:pt x="1262" y="657"/>
                  </a:cubicBezTo>
                  <a:cubicBezTo>
                    <a:pt x="1260" y="658"/>
                    <a:pt x="1260" y="658"/>
                    <a:pt x="1259" y="659"/>
                  </a:cubicBezTo>
                  <a:cubicBezTo>
                    <a:pt x="1258" y="660"/>
                    <a:pt x="1259" y="661"/>
                    <a:pt x="1258" y="661"/>
                  </a:cubicBezTo>
                  <a:cubicBezTo>
                    <a:pt x="1258" y="678"/>
                    <a:pt x="1256" y="694"/>
                    <a:pt x="1251" y="710"/>
                  </a:cubicBezTo>
                  <a:cubicBezTo>
                    <a:pt x="1250" y="715"/>
                    <a:pt x="1249" y="719"/>
                    <a:pt x="1248" y="724"/>
                  </a:cubicBezTo>
                  <a:lnTo>
                    <a:pt x="1245" y="724"/>
                  </a:lnTo>
                  <a:cubicBezTo>
                    <a:pt x="1244" y="724"/>
                    <a:pt x="1242" y="724"/>
                    <a:pt x="1241" y="724"/>
                  </a:cubicBezTo>
                  <a:cubicBezTo>
                    <a:pt x="1239" y="724"/>
                    <a:pt x="1238" y="724"/>
                    <a:pt x="1236" y="724"/>
                  </a:cubicBezTo>
                  <a:cubicBezTo>
                    <a:pt x="1236" y="715"/>
                    <a:pt x="1236" y="704"/>
                    <a:pt x="1236" y="698"/>
                  </a:cubicBezTo>
                  <a:cubicBezTo>
                    <a:pt x="1233" y="683"/>
                    <a:pt x="1229" y="669"/>
                    <a:pt x="1223" y="655"/>
                  </a:cubicBezTo>
                  <a:cubicBezTo>
                    <a:pt x="1223" y="651"/>
                    <a:pt x="1217" y="652"/>
                    <a:pt x="1216" y="655"/>
                  </a:cubicBezTo>
                  <a:cubicBezTo>
                    <a:pt x="1215" y="669"/>
                    <a:pt x="1216" y="684"/>
                    <a:pt x="1216" y="698"/>
                  </a:cubicBezTo>
                  <a:cubicBezTo>
                    <a:pt x="1215" y="707"/>
                    <a:pt x="1215" y="715"/>
                    <a:pt x="1215" y="724"/>
                  </a:cubicBezTo>
                  <a:cubicBezTo>
                    <a:pt x="1215" y="726"/>
                    <a:pt x="1215" y="729"/>
                    <a:pt x="1215" y="731"/>
                  </a:cubicBezTo>
                  <a:lnTo>
                    <a:pt x="1211" y="732"/>
                  </a:lnTo>
                  <a:lnTo>
                    <a:pt x="1210" y="732"/>
                  </a:lnTo>
                  <a:cubicBezTo>
                    <a:pt x="1208" y="732"/>
                    <a:pt x="1206" y="732"/>
                    <a:pt x="1204" y="732"/>
                  </a:cubicBezTo>
                  <a:cubicBezTo>
                    <a:pt x="1202" y="732"/>
                    <a:pt x="1200" y="732"/>
                    <a:pt x="1199" y="732"/>
                  </a:cubicBezTo>
                  <a:cubicBezTo>
                    <a:pt x="1199" y="730"/>
                    <a:pt x="1199" y="727"/>
                    <a:pt x="1199" y="725"/>
                  </a:cubicBezTo>
                  <a:cubicBezTo>
                    <a:pt x="1199" y="711"/>
                    <a:pt x="1197" y="698"/>
                    <a:pt x="1194" y="684"/>
                  </a:cubicBezTo>
                  <a:cubicBezTo>
                    <a:pt x="1187" y="663"/>
                    <a:pt x="1181" y="641"/>
                    <a:pt x="1177" y="618"/>
                  </a:cubicBezTo>
                  <a:cubicBezTo>
                    <a:pt x="1177" y="618"/>
                    <a:pt x="1178" y="618"/>
                    <a:pt x="1177" y="617"/>
                  </a:cubicBezTo>
                  <a:cubicBezTo>
                    <a:pt x="1176" y="616"/>
                    <a:pt x="1176" y="616"/>
                    <a:pt x="1175" y="616"/>
                  </a:cubicBezTo>
                  <a:lnTo>
                    <a:pt x="1174" y="616"/>
                  </a:lnTo>
                  <a:cubicBezTo>
                    <a:pt x="1173" y="616"/>
                    <a:pt x="1172" y="616"/>
                    <a:pt x="1172" y="616"/>
                  </a:cubicBezTo>
                  <a:cubicBezTo>
                    <a:pt x="1171" y="616"/>
                    <a:pt x="1171" y="617"/>
                    <a:pt x="1171" y="617"/>
                  </a:cubicBezTo>
                  <a:cubicBezTo>
                    <a:pt x="1170" y="618"/>
                    <a:pt x="1170" y="618"/>
                    <a:pt x="1170" y="618"/>
                  </a:cubicBezTo>
                  <a:cubicBezTo>
                    <a:pt x="1174" y="637"/>
                    <a:pt x="1175" y="656"/>
                    <a:pt x="1175" y="675"/>
                  </a:cubicBezTo>
                  <a:cubicBezTo>
                    <a:pt x="1175" y="677"/>
                    <a:pt x="1175" y="679"/>
                    <a:pt x="1175" y="680"/>
                  </a:cubicBezTo>
                  <a:cubicBezTo>
                    <a:pt x="1175" y="686"/>
                    <a:pt x="1178" y="693"/>
                    <a:pt x="1178" y="700"/>
                  </a:cubicBezTo>
                  <a:cubicBezTo>
                    <a:pt x="1178" y="711"/>
                    <a:pt x="1176" y="723"/>
                    <a:pt x="1176" y="734"/>
                  </a:cubicBezTo>
                  <a:lnTo>
                    <a:pt x="1166" y="735"/>
                  </a:lnTo>
                  <a:cubicBezTo>
                    <a:pt x="1166" y="728"/>
                    <a:pt x="1164" y="720"/>
                    <a:pt x="1163" y="712"/>
                  </a:cubicBezTo>
                  <a:cubicBezTo>
                    <a:pt x="1162" y="699"/>
                    <a:pt x="1155" y="686"/>
                    <a:pt x="1154" y="673"/>
                  </a:cubicBezTo>
                  <a:cubicBezTo>
                    <a:pt x="1154" y="666"/>
                    <a:pt x="1142" y="665"/>
                    <a:pt x="1141" y="673"/>
                  </a:cubicBezTo>
                  <a:lnTo>
                    <a:pt x="1141" y="674"/>
                  </a:lnTo>
                  <a:cubicBezTo>
                    <a:pt x="1141" y="685"/>
                    <a:pt x="1143" y="695"/>
                    <a:pt x="1145" y="705"/>
                  </a:cubicBezTo>
                  <a:cubicBezTo>
                    <a:pt x="1145" y="710"/>
                    <a:pt x="1145" y="714"/>
                    <a:pt x="1145" y="718"/>
                  </a:cubicBezTo>
                  <a:cubicBezTo>
                    <a:pt x="1145" y="722"/>
                    <a:pt x="1145" y="727"/>
                    <a:pt x="1145" y="731"/>
                  </a:cubicBezTo>
                  <a:cubicBezTo>
                    <a:pt x="1145" y="734"/>
                    <a:pt x="1145" y="736"/>
                    <a:pt x="1145" y="739"/>
                  </a:cubicBezTo>
                  <a:lnTo>
                    <a:pt x="1133" y="742"/>
                  </a:lnTo>
                  <a:cubicBezTo>
                    <a:pt x="1128" y="706"/>
                    <a:pt x="1120" y="669"/>
                    <a:pt x="1110" y="633"/>
                  </a:cubicBezTo>
                  <a:cubicBezTo>
                    <a:pt x="1106" y="616"/>
                    <a:pt x="1100" y="599"/>
                    <a:pt x="1091" y="583"/>
                  </a:cubicBezTo>
                  <a:cubicBezTo>
                    <a:pt x="1089" y="581"/>
                    <a:pt x="1088" y="580"/>
                    <a:pt x="1087" y="578"/>
                  </a:cubicBezTo>
                  <a:cubicBezTo>
                    <a:pt x="1085" y="574"/>
                    <a:pt x="1079" y="578"/>
                    <a:pt x="1081" y="581"/>
                  </a:cubicBezTo>
                  <a:cubicBezTo>
                    <a:pt x="1091" y="602"/>
                    <a:pt x="1097" y="624"/>
                    <a:pt x="1099" y="647"/>
                  </a:cubicBezTo>
                  <a:cubicBezTo>
                    <a:pt x="1107" y="679"/>
                    <a:pt x="1112" y="712"/>
                    <a:pt x="1114" y="745"/>
                  </a:cubicBezTo>
                  <a:cubicBezTo>
                    <a:pt x="1114" y="746"/>
                    <a:pt x="1114" y="746"/>
                    <a:pt x="1114" y="747"/>
                  </a:cubicBezTo>
                  <a:lnTo>
                    <a:pt x="1114" y="748"/>
                  </a:lnTo>
                  <a:lnTo>
                    <a:pt x="1101" y="753"/>
                  </a:lnTo>
                  <a:cubicBezTo>
                    <a:pt x="1101" y="721"/>
                    <a:pt x="1098" y="689"/>
                    <a:pt x="1091" y="657"/>
                  </a:cubicBezTo>
                  <a:cubicBezTo>
                    <a:pt x="1090" y="653"/>
                    <a:pt x="1083" y="653"/>
                    <a:pt x="1082" y="657"/>
                  </a:cubicBezTo>
                  <a:cubicBezTo>
                    <a:pt x="1080" y="677"/>
                    <a:pt x="1079" y="697"/>
                    <a:pt x="1079" y="716"/>
                  </a:cubicBezTo>
                  <a:cubicBezTo>
                    <a:pt x="1079" y="727"/>
                    <a:pt x="1079" y="738"/>
                    <a:pt x="1080" y="748"/>
                  </a:cubicBezTo>
                  <a:cubicBezTo>
                    <a:pt x="1077" y="752"/>
                    <a:pt x="1080" y="757"/>
                    <a:pt x="1084" y="760"/>
                  </a:cubicBezTo>
                  <a:lnTo>
                    <a:pt x="1074" y="764"/>
                  </a:lnTo>
                  <a:cubicBezTo>
                    <a:pt x="1072" y="757"/>
                    <a:pt x="1073" y="749"/>
                    <a:pt x="1071" y="741"/>
                  </a:cubicBezTo>
                  <a:cubicBezTo>
                    <a:pt x="1068" y="728"/>
                    <a:pt x="1066" y="715"/>
                    <a:pt x="1064" y="702"/>
                  </a:cubicBezTo>
                  <a:lnTo>
                    <a:pt x="1064" y="701"/>
                  </a:lnTo>
                  <a:cubicBezTo>
                    <a:pt x="1064" y="685"/>
                    <a:pt x="1060" y="670"/>
                    <a:pt x="1052" y="656"/>
                  </a:cubicBezTo>
                  <a:cubicBezTo>
                    <a:pt x="1052" y="655"/>
                    <a:pt x="1051" y="655"/>
                    <a:pt x="1051" y="654"/>
                  </a:cubicBezTo>
                  <a:cubicBezTo>
                    <a:pt x="1047" y="650"/>
                    <a:pt x="1041" y="656"/>
                    <a:pt x="1043" y="661"/>
                  </a:cubicBezTo>
                  <a:cubicBezTo>
                    <a:pt x="1044" y="664"/>
                    <a:pt x="1044" y="666"/>
                    <a:pt x="1044" y="669"/>
                  </a:cubicBezTo>
                  <a:cubicBezTo>
                    <a:pt x="1044" y="671"/>
                    <a:pt x="1044" y="675"/>
                    <a:pt x="1043" y="678"/>
                  </a:cubicBezTo>
                  <a:cubicBezTo>
                    <a:pt x="1044" y="684"/>
                    <a:pt x="1044" y="689"/>
                    <a:pt x="1044" y="694"/>
                  </a:cubicBezTo>
                  <a:cubicBezTo>
                    <a:pt x="1044" y="699"/>
                    <a:pt x="1044" y="704"/>
                    <a:pt x="1043" y="710"/>
                  </a:cubicBezTo>
                  <a:cubicBezTo>
                    <a:pt x="1044" y="720"/>
                    <a:pt x="1046" y="730"/>
                    <a:pt x="1049" y="740"/>
                  </a:cubicBezTo>
                  <a:cubicBezTo>
                    <a:pt x="1049" y="746"/>
                    <a:pt x="1049" y="751"/>
                    <a:pt x="1050" y="757"/>
                  </a:cubicBezTo>
                  <a:cubicBezTo>
                    <a:pt x="1049" y="755"/>
                    <a:pt x="1048" y="752"/>
                    <a:pt x="1046" y="750"/>
                  </a:cubicBezTo>
                  <a:cubicBezTo>
                    <a:pt x="1035" y="731"/>
                    <a:pt x="1026" y="710"/>
                    <a:pt x="1019" y="689"/>
                  </a:cubicBezTo>
                  <a:lnTo>
                    <a:pt x="1019" y="688"/>
                  </a:lnTo>
                  <a:cubicBezTo>
                    <a:pt x="1018" y="687"/>
                    <a:pt x="1018" y="686"/>
                    <a:pt x="1017" y="686"/>
                  </a:cubicBezTo>
                  <a:cubicBezTo>
                    <a:pt x="1016" y="685"/>
                    <a:pt x="1016" y="686"/>
                    <a:pt x="1015" y="686"/>
                  </a:cubicBezTo>
                  <a:cubicBezTo>
                    <a:pt x="1014" y="686"/>
                    <a:pt x="1013" y="685"/>
                    <a:pt x="1012" y="686"/>
                  </a:cubicBezTo>
                  <a:cubicBezTo>
                    <a:pt x="1011" y="687"/>
                    <a:pt x="1011" y="687"/>
                    <a:pt x="1011" y="688"/>
                  </a:cubicBezTo>
                  <a:cubicBezTo>
                    <a:pt x="1010" y="689"/>
                    <a:pt x="1010" y="689"/>
                    <a:pt x="1010" y="690"/>
                  </a:cubicBezTo>
                  <a:cubicBezTo>
                    <a:pt x="1010" y="693"/>
                    <a:pt x="1010" y="696"/>
                    <a:pt x="1010" y="699"/>
                  </a:cubicBezTo>
                  <a:cubicBezTo>
                    <a:pt x="1010" y="723"/>
                    <a:pt x="1014" y="747"/>
                    <a:pt x="1022" y="769"/>
                  </a:cubicBezTo>
                  <a:lnTo>
                    <a:pt x="1012" y="773"/>
                  </a:lnTo>
                  <a:cubicBezTo>
                    <a:pt x="1006" y="764"/>
                    <a:pt x="996" y="745"/>
                    <a:pt x="993" y="741"/>
                  </a:cubicBezTo>
                  <a:cubicBezTo>
                    <a:pt x="973" y="710"/>
                    <a:pt x="977" y="670"/>
                    <a:pt x="963" y="637"/>
                  </a:cubicBezTo>
                  <a:lnTo>
                    <a:pt x="963" y="636"/>
                  </a:lnTo>
                  <a:cubicBezTo>
                    <a:pt x="963" y="636"/>
                    <a:pt x="962" y="634"/>
                    <a:pt x="961" y="634"/>
                  </a:cubicBezTo>
                  <a:cubicBezTo>
                    <a:pt x="960" y="633"/>
                    <a:pt x="960" y="634"/>
                    <a:pt x="959" y="634"/>
                  </a:cubicBezTo>
                  <a:cubicBezTo>
                    <a:pt x="958" y="634"/>
                    <a:pt x="957" y="633"/>
                    <a:pt x="956" y="634"/>
                  </a:cubicBezTo>
                  <a:cubicBezTo>
                    <a:pt x="955" y="634"/>
                    <a:pt x="955" y="635"/>
                    <a:pt x="954" y="636"/>
                  </a:cubicBezTo>
                  <a:cubicBezTo>
                    <a:pt x="953" y="637"/>
                    <a:pt x="954" y="638"/>
                    <a:pt x="954" y="639"/>
                  </a:cubicBezTo>
                  <a:lnTo>
                    <a:pt x="954" y="640"/>
                  </a:lnTo>
                  <a:cubicBezTo>
                    <a:pt x="957" y="656"/>
                    <a:pt x="959" y="672"/>
                    <a:pt x="959" y="688"/>
                  </a:cubicBezTo>
                  <a:cubicBezTo>
                    <a:pt x="959" y="689"/>
                    <a:pt x="959" y="691"/>
                    <a:pt x="959" y="692"/>
                  </a:cubicBezTo>
                  <a:cubicBezTo>
                    <a:pt x="961" y="709"/>
                    <a:pt x="966" y="726"/>
                    <a:pt x="972" y="742"/>
                  </a:cubicBezTo>
                  <a:cubicBezTo>
                    <a:pt x="976" y="752"/>
                    <a:pt x="981" y="762"/>
                    <a:pt x="986" y="772"/>
                  </a:cubicBezTo>
                  <a:cubicBezTo>
                    <a:pt x="989" y="776"/>
                    <a:pt x="991" y="779"/>
                    <a:pt x="993" y="783"/>
                  </a:cubicBezTo>
                  <a:cubicBezTo>
                    <a:pt x="986" y="787"/>
                    <a:pt x="979" y="791"/>
                    <a:pt x="972" y="795"/>
                  </a:cubicBezTo>
                  <a:cubicBezTo>
                    <a:pt x="970" y="792"/>
                    <a:pt x="968" y="789"/>
                    <a:pt x="967" y="787"/>
                  </a:cubicBezTo>
                  <a:cubicBezTo>
                    <a:pt x="960" y="777"/>
                    <a:pt x="957" y="765"/>
                    <a:pt x="951" y="755"/>
                  </a:cubicBezTo>
                  <a:cubicBezTo>
                    <a:pt x="950" y="754"/>
                    <a:pt x="950" y="753"/>
                    <a:pt x="949" y="753"/>
                  </a:cubicBezTo>
                  <a:cubicBezTo>
                    <a:pt x="948" y="753"/>
                    <a:pt x="947" y="752"/>
                    <a:pt x="946" y="752"/>
                  </a:cubicBezTo>
                  <a:cubicBezTo>
                    <a:pt x="945" y="752"/>
                    <a:pt x="944" y="752"/>
                    <a:pt x="943" y="753"/>
                  </a:cubicBezTo>
                  <a:cubicBezTo>
                    <a:pt x="942" y="754"/>
                    <a:pt x="941" y="754"/>
                    <a:pt x="941" y="755"/>
                  </a:cubicBezTo>
                  <a:cubicBezTo>
                    <a:pt x="940" y="756"/>
                    <a:pt x="941" y="757"/>
                    <a:pt x="941" y="758"/>
                  </a:cubicBezTo>
                  <a:lnTo>
                    <a:pt x="941" y="759"/>
                  </a:lnTo>
                  <a:cubicBezTo>
                    <a:pt x="945" y="771"/>
                    <a:pt x="947" y="784"/>
                    <a:pt x="952" y="796"/>
                  </a:cubicBezTo>
                  <a:cubicBezTo>
                    <a:pt x="953" y="798"/>
                    <a:pt x="954" y="799"/>
                    <a:pt x="955" y="801"/>
                  </a:cubicBezTo>
                  <a:cubicBezTo>
                    <a:pt x="956" y="802"/>
                    <a:pt x="956" y="803"/>
                    <a:pt x="957" y="804"/>
                  </a:cubicBezTo>
                  <a:cubicBezTo>
                    <a:pt x="950" y="808"/>
                    <a:pt x="944" y="813"/>
                    <a:pt x="937" y="817"/>
                  </a:cubicBezTo>
                  <a:cubicBezTo>
                    <a:pt x="928" y="802"/>
                    <a:pt x="922" y="784"/>
                    <a:pt x="919" y="766"/>
                  </a:cubicBezTo>
                  <a:cubicBezTo>
                    <a:pt x="913" y="754"/>
                    <a:pt x="909" y="741"/>
                    <a:pt x="906" y="727"/>
                  </a:cubicBezTo>
                  <a:cubicBezTo>
                    <a:pt x="906" y="727"/>
                    <a:pt x="906" y="726"/>
                    <a:pt x="905" y="726"/>
                  </a:cubicBezTo>
                  <a:cubicBezTo>
                    <a:pt x="905" y="726"/>
                    <a:pt x="905" y="725"/>
                    <a:pt x="904" y="725"/>
                  </a:cubicBezTo>
                  <a:lnTo>
                    <a:pt x="903" y="725"/>
                  </a:lnTo>
                  <a:cubicBezTo>
                    <a:pt x="902" y="725"/>
                    <a:pt x="901" y="725"/>
                    <a:pt x="901" y="725"/>
                  </a:cubicBezTo>
                  <a:cubicBezTo>
                    <a:pt x="900" y="725"/>
                    <a:pt x="900" y="726"/>
                    <a:pt x="900" y="726"/>
                  </a:cubicBezTo>
                  <a:lnTo>
                    <a:pt x="899" y="727"/>
                  </a:lnTo>
                  <a:cubicBezTo>
                    <a:pt x="897" y="736"/>
                    <a:pt x="896" y="745"/>
                    <a:pt x="896" y="755"/>
                  </a:cubicBezTo>
                  <a:cubicBezTo>
                    <a:pt x="896" y="764"/>
                    <a:pt x="897" y="774"/>
                    <a:pt x="899" y="783"/>
                  </a:cubicBezTo>
                  <a:cubicBezTo>
                    <a:pt x="902" y="801"/>
                    <a:pt x="908" y="819"/>
                    <a:pt x="916" y="835"/>
                  </a:cubicBezTo>
                  <a:cubicBezTo>
                    <a:pt x="910" y="841"/>
                    <a:pt x="904" y="847"/>
                    <a:pt x="898" y="853"/>
                  </a:cubicBezTo>
                  <a:lnTo>
                    <a:pt x="898" y="852"/>
                  </a:lnTo>
                  <a:cubicBezTo>
                    <a:pt x="895" y="848"/>
                    <a:pt x="893" y="843"/>
                    <a:pt x="892" y="838"/>
                  </a:cubicBezTo>
                  <a:cubicBezTo>
                    <a:pt x="882" y="805"/>
                    <a:pt x="872" y="772"/>
                    <a:pt x="864" y="738"/>
                  </a:cubicBezTo>
                  <a:cubicBezTo>
                    <a:pt x="851" y="671"/>
                    <a:pt x="857" y="605"/>
                    <a:pt x="843" y="538"/>
                  </a:cubicBezTo>
                  <a:cubicBezTo>
                    <a:pt x="831" y="477"/>
                    <a:pt x="818" y="417"/>
                    <a:pt x="804" y="356"/>
                  </a:cubicBezTo>
                  <a:cubicBezTo>
                    <a:pt x="795" y="302"/>
                    <a:pt x="790" y="248"/>
                    <a:pt x="790" y="193"/>
                  </a:cubicBezTo>
                  <a:cubicBezTo>
                    <a:pt x="790" y="192"/>
                    <a:pt x="790" y="191"/>
                    <a:pt x="790" y="190"/>
                  </a:cubicBezTo>
                  <a:cubicBezTo>
                    <a:pt x="793" y="193"/>
                    <a:pt x="796" y="196"/>
                    <a:pt x="799" y="200"/>
                  </a:cubicBezTo>
                  <a:cubicBezTo>
                    <a:pt x="831" y="231"/>
                    <a:pt x="852" y="262"/>
                    <a:pt x="892" y="286"/>
                  </a:cubicBezTo>
                  <a:cubicBezTo>
                    <a:pt x="896" y="288"/>
                    <a:pt x="901" y="284"/>
                    <a:pt x="898" y="280"/>
                  </a:cubicBezTo>
                  <a:cubicBezTo>
                    <a:pt x="889" y="265"/>
                    <a:pt x="877" y="251"/>
                    <a:pt x="864" y="239"/>
                  </a:cubicBezTo>
                  <a:cubicBezTo>
                    <a:pt x="843" y="220"/>
                    <a:pt x="827" y="196"/>
                    <a:pt x="806" y="175"/>
                  </a:cubicBezTo>
                  <a:cubicBezTo>
                    <a:pt x="799" y="168"/>
                    <a:pt x="792" y="159"/>
                    <a:pt x="786" y="150"/>
                  </a:cubicBezTo>
                  <a:cubicBezTo>
                    <a:pt x="783" y="145"/>
                    <a:pt x="779" y="140"/>
                    <a:pt x="775" y="134"/>
                  </a:cubicBezTo>
                  <a:cubicBezTo>
                    <a:pt x="804" y="152"/>
                    <a:pt x="832" y="172"/>
                    <a:pt x="859" y="193"/>
                  </a:cubicBezTo>
                  <a:cubicBezTo>
                    <a:pt x="862" y="196"/>
                    <a:pt x="867" y="192"/>
                    <a:pt x="865" y="188"/>
                  </a:cubicBezTo>
                  <a:cubicBezTo>
                    <a:pt x="851" y="158"/>
                    <a:pt x="804" y="138"/>
                    <a:pt x="778" y="119"/>
                  </a:cubicBezTo>
                  <a:cubicBezTo>
                    <a:pt x="770" y="113"/>
                    <a:pt x="762" y="106"/>
                    <a:pt x="753" y="99"/>
                  </a:cubicBezTo>
                  <a:lnTo>
                    <a:pt x="751" y="95"/>
                  </a:lnTo>
                  <a:cubicBezTo>
                    <a:pt x="748" y="91"/>
                    <a:pt x="745" y="88"/>
                    <a:pt x="740" y="85"/>
                  </a:cubicBezTo>
                  <a:cubicBezTo>
                    <a:pt x="738" y="84"/>
                    <a:pt x="736" y="83"/>
                    <a:pt x="734" y="83"/>
                  </a:cubicBezTo>
                  <a:cubicBezTo>
                    <a:pt x="725" y="74"/>
                    <a:pt x="717" y="66"/>
                    <a:pt x="709" y="57"/>
                  </a:cubicBezTo>
                  <a:cubicBezTo>
                    <a:pt x="694" y="39"/>
                    <a:pt x="670" y="24"/>
                    <a:pt x="663" y="2"/>
                  </a:cubicBezTo>
                  <a:lnTo>
                    <a:pt x="663" y="1"/>
                  </a:lnTo>
                  <a:cubicBezTo>
                    <a:pt x="662" y="1"/>
                    <a:pt x="662" y="0"/>
                    <a:pt x="661" y="0"/>
                  </a:cubicBezTo>
                  <a:lnTo>
                    <a:pt x="660" y="0"/>
                  </a:lnTo>
                  <a:cubicBezTo>
                    <a:pt x="659" y="0"/>
                    <a:pt x="659" y="0"/>
                    <a:pt x="658" y="0"/>
                  </a:cubicBezTo>
                  <a:lnTo>
                    <a:pt x="657" y="1"/>
                  </a:lnTo>
                  <a:cubicBezTo>
                    <a:pt x="657" y="2"/>
                    <a:pt x="656" y="2"/>
                    <a:pt x="656" y="3"/>
                  </a:cubicBezTo>
                  <a:lnTo>
                    <a:pt x="657" y="4"/>
                  </a:lnTo>
                  <a:cubicBezTo>
                    <a:pt x="664" y="41"/>
                    <a:pt x="707" y="84"/>
                    <a:pt x="735" y="106"/>
                  </a:cubicBezTo>
                  <a:cubicBezTo>
                    <a:pt x="747" y="124"/>
                    <a:pt x="757" y="148"/>
                    <a:pt x="767" y="163"/>
                  </a:cubicBezTo>
                  <a:cubicBezTo>
                    <a:pt x="770" y="166"/>
                    <a:pt x="772" y="169"/>
                    <a:pt x="775" y="172"/>
                  </a:cubicBezTo>
                  <a:cubicBezTo>
                    <a:pt x="767" y="299"/>
                    <a:pt x="804" y="417"/>
                    <a:pt x="824" y="541"/>
                  </a:cubicBezTo>
                  <a:cubicBezTo>
                    <a:pt x="835" y="609"/>
                    <a:pt x="834" y="677"/>
                    <a:pt x="844" y="744"/>
                  </a:cubicBezTo>
                  <a:cubicBezTo>
                    <a:pt x="848" y="774"/>
                    <a:pt x="855" y="803"/>
                    <a:pt x="865" y="832"/>
                  </a:cubicBezTo>
                  <a:cubicBezTo>
                    <a:pt x="870" y="845"/>
                    <a:pt x="874" y="858"/>
                    <a:pt x="879" y="871"/>
                  </a:cubicBezTo>
                  <a:cubicBezTo>
                    <a:pt x="879" y="872"/>
                    <a:pt x="879" y="872"/>
                    <a:pt x="880" y="873"/>
                  </a:cubicBezTo>
                  <a:cubicBezTo>
                    <a:pt x="882" y="875"/>
                    <a:pt x="883" y="878"/>
                    <a:pt x="886" y="879"/>
                  </a:cubicBezTo>
                  <a:cubicBezTo>
                    <a:pt x="885" y="881"/>
                    <a:pt x="885" y="883"/>
                    <a:pt x="885" y="884"/>
                  </a:cubicBezTo>
                  <a:cubicBezTo>
                    <a:pt x="885" y="889"/>
                    <a:pt x="886" y="894"/>
                    <a:pt x="889" y="898"/>
                  </a:cubicBezTo>
                  <a:cubicBezTo>
                    <a:pt x="891" y="902"/>
                    <a:pt x="894" y="905"/>
                    <a:pt x="898" y="908"/>
                  </a:cubicBezTo>
                  <a:lnTo>
                    <a:pt x="899" y="908"/>
                  </a:lnTo>
                  <a:cubicBezTo>
                    <a:pt x="902" y="910"/>
                    <a:pt x="905" y="911"/>
                    <a:pt x="909" y="911"/>
                  </a:cubicBezTo>
                  <a:cubicBezTo>
                    <a:pt x="912" y="911"/>
                    <a:pt x="916" y="910"/>
                    <a:pt x="919" y="908"/>
                  </a:cubicBezTo>
                  <a:lnTo>
                    <a:pt x="920" y="908"/>
                  </a:lnTo>
                  <a:lnTo>
                    <a:pt x="917" y="925"/>
                  </a:lnTo>
                  <a:lnTo>
                    <a:pt x="913" y="926"/>
                  </a:lnTo>
                  <a:cubicBezTo>
                    <a:pt x="912" y="926"/>
                    <a:pt x="911" y="926"/>
                    <a:pt x="910" y="927"/>
                  </a:cubicBezTo>
                  <a:cubicBezTo>
                    <a:pt x="909" y="927"/>
                    <a:pt x="908" y="928"/>
                    <a:pt x="907" y="930"/>
                  </a:cubicBezTo>
                  <a:cubicBezTo>
                    <a:pt x="906" y="931"/>
                    <a:pt x="905" y="933"/>
                    <a:pt x="905" y="935"/>
                  </a:cubicBezTo>
                  <a:cubicBezTo>
                    <a:pt x="905" y="936"/>
                    <a:pt x="906" y="938"/>
                    <a:pt x="907" y="940"/>
                  </a:cubicBezTo>
                  <a:cubicBezTo>
                    <a:pt x="908" y="941"/>
                    <a:pt x="909" y="942"/>
                    <a:pt x="910" y="943"/>
                  </a:cubicBezTo>
                  <a:cubicBezTo>
                    <a:pt x="911" y="943"/>
                    <a:pt x="912" y="944"/>
                    <a:pt x="913" y="944"/>
                  </a:cubicBezTo>
                  <a:lnTo>
                    <a:pt x="914" y="944"/>
                  </a:lnTo>
                  <a:cubicBezTo>
                    <a:pt x="910" y="962"/>
                    <a:pt x="906" y="978"/>
                    <a:pt x="900" y="978"/>
                  </a:cubicBezTo>
                  <a:cubicBezTo>
                    <a:pt x="878" y="981"/>
                    <a:pt x="862" y="1021"/>
                    <a:pt x="853" y="1037"/>
                  </a:cubicBezTo>
                  <a:cubicBezTo>
                    <a:pt x="847" y="1048"/>
                    <a:pt x="852" y="1077"/>
                    <a:pt x="845" y="1078"/>
                  </a:cubicBezTo>
                  <a:cubicBezTo>
                    <a:pt x="844" y="1079"/>
                    <a:pt x="843" y="1079"/>
                    <a:pt x="841" y="1080"/>
                  </a:cubicBezTo>
                  <a:cubicBezTo>
                    <a:pt x="823" y="1086"/>
                    <a:pt x="791" y="1111"/>
                    <a:pt x="793" y="1132"/>
                  </a:cubicBezTo>
                  <a:cubicBezTo>
                    <a:pt x="796" y="1157"/>
                    <a:pt x="791" y="1151"/>
                    <a:pt x="775" y="1160"/>
                  </a:cubicBezTo>
                  <a:cubicBezTo>
                    <a:pt x="765" y="1167"/>
                    <a:pt x="756" y="1175"/>
                    <a:pt x="749" y="1184"/>
                  </a:cubicBezTo>
                  <a:cubicBezTo>
                    <a:pt x="746" y="1187"/>
                    <a:pt x="743" y="1190"/>
                    <a:pt x="741" y="1194"/>
                  </a:cubicBezTo>
                  <a:cubicBezTo>
                    <a:pt x="739" y="1198"/>
                    <a:pt x="737" y="1203"/>
                    <a:pt x="736" y="1208"/>
                  </a:cubicBezTo>
                  <a:cubicBezTo>
                    <a:pt x="736" y="1208"/>
                    <a:pt x="736" y="1209"/>
                    <a:pt x="736" y="1210"/>
                  </a:cubicBezTo>
                  <a:cubicBezTo>
                    <a:pt x="736" y="1210"/>
                    <a:pt x="736" y="1211"/>
                    <a:pt x="736" y="1212"/>
                  </a:cubicBezTo>
                  <a:cubicBezTo>
                    <a:pt x="736" y="1214"/>
                    <a:pt x="736" y="1216"/>
                    <a:pt x="736" y="1218"/>
                  </a:cubicBezTo>
                  <a:cubicBezTo>
                    <a:pt x="735" y="1218"/>
                    <a:pt x="734" y="1218"/>
                    <a:pt x="734" y="1218"/>
                  </a:cubicBezTo>
                  <a:cubicBezTo>
                    <a:pt x="732" y="1218"/>
                    <a:pt x="730" y="1218"/>
                    <a:pt x="729" y="1219"/>
                  </a:cubicBezTo>
                  <a:cubicBezTo>
                    <a:pt x="727" y="1220"/>
                    <a:pt x="727" y="1221"/>
                    <a:pt x="726" y="1222"/>
                  </a:cubicBezTo>
                  <a:cubicBezTo>
                    <a:pt x="715" y="1244"/>
                    <a:pt x="681" y="1258"/>
                    <a:pt x="660" y="1271"/>
                  </a:cubicBezTo>
                  <a:cubicBezTo>
                    <a:pt x="634" y="1288"/>
                    <a:pt x="611" y="1307"/>
                    <a:pt x="586" y="1325"/>
                  </a:cubicBezTo>
                  <a:cubicBezTo>
                    <a:pt x="547" y="1353"/>
                    <a:pt x="502" y="1373"/>
                    <a:pt x="464" y="1402"/>
                  </a:cubicBezTo>
                  <a:cubicBezTo>
                    <a:pt x="387" y="1458"/>
                    <a:pt x="292" y="1495"/>
                    <a:pt x="218" y="1555"/>
                  </a:cubicBezTo>
                  <a:cubicBezTo>
                    <a:pt x="196" y="1519"/>
                    <a:pt x="125" y="1551"/>
                    <a:pt x="95" y="1562"/>
                  </a:cubicBezTo>
                  <a:cubicBezTo>
                    <a:pt x="89" y="1565"/>
                    <a:pt x="84" y="1567"/>
                    <a:pt x="78" y="1571"/>
                  </a:cubicBezTo>
                  <a:cubicBezTo>
                    <a:pt x="54" y="1584"/>
                    <a:pt x="34" y="1604"/>
                    <a:pt x="21" y="1628"/>
                  </a:cubicBezTo>
                  <a:cubicBezTo>
                    <a:pt x="7" y="1652"/>
                    <a:pt x="0" y="1679"/>
                    <a:pt x="0" y="1707"/>
                  </a:cubicBezTo>
                  <a:cubicBezTo>
                    <a:pt x="0" y="1722"/>
                    <a:pt x="2" y="1736"/>
                    <a:pt x="6" y="1751"/>
                  </a:cubicBezTo>
                  <a:cubicBezTo>
                    <a:pt x="6" y="1751"/>
                    <a:pt x="6" y="1752"/>
                    <a:pt x="6" y="1753"/>
                  </a:cubicBezTo>
                  <a:cubicBezTo>
                    <a:pt x="7" y="1754"/>
                    <a:pt x="8" y="1754"/>
                    <a:pt x="9" y="1755"/>
                  </a:cubicBezTo>
                  <a:cubicBezTo>
                    <a:pt x="10" y="1756"/>
                    <a:pt x="10" y="1756"/>
                    <a:pt x="12" y="1756"/>
                  </a:cubicBezTo>
                  <a:cubicBezTo>
                    <a:pt x="13" y="1756"/>
                    <a:pt x="15" y="1756"/>
                    <a:pt x="16" y="1755"/>
                  </a:cubicBezTo>
                  <a:cubicBezTo>
                    <a:pt x="17" y="1754"/>
                    <a:pt x="17" y="1754"/>
                    <a:pt x="18" y="1753"/>
                  </a:cubicBezTo>
                  <a:cubicBezTo>
                    <a:pt x="30" y="1736"/>
                    <a:pt x="43" y="1719"/>
                    <a:pt x="58" y="1704"/>
                  </a:cubicBezTo>
                  <a:cubicBezTo>
                    <a:pt x="59" y="1704"/>
                    <a:pt x="59" y="1704"/>
                    <a:pt x="59" y="1705"/>
                  </a:cubicBezTo>
                  <a:cubicBezTo>
                    <a:pt x="59" y="1705"/>
                    <a:pt x="60" y="1705"/>
                    <a:pt x="61" y="1705"/>
                  </a:cubicBezTo>
                  <a:lnTo>
                    <a:pt x="62" y="1705"/>
                  </a:lnTo>
                  <a:cubicBezTo>
                    <a:pt x="63" y="1704"/>
                    <a:pt x="63" y="1704"/>
                    <a:pt x="63" y="1703"/>
                  </a:cubicBezTo>
                  <a:lnTo>
                    <a:pt x="64" y="1703"/>
                  </a:lnTo>
                  <a:cubicBezTo>
                    <a:pt x="64" y="1702"/>
                    <a:pt x="64" y="1701"/>
                    <a:pt x="65" y="1700"/>
                  </a:cubicBezTo>
                  <a:cubicBezTo>
                    <a:pt x="66" y="1698"/>
                    <a:pt x="67" y="1697"/>
                    <a:pt x="69" y="1695"/>
                  </a:cubicBezTo>
                  <a:cubicBezTo>
                    <a:pt x="73" y="1692"/>
                    <a:pt x="78" y="1688"/>
                    <a:pt x="83" y="1685"/>
                  </a:cubicBezTo>
                  <a:cubicBezTo>
                    <a:pt x="84" y="1685"/>
                    <a:pt x="85" y="1684"/>
                    <a:pt x="86" y="1684"/>
                  </a:cubicBezTo>
                  <a:lnTo>
                    <a:pt x="86" y="1683"/>
                  </a:lnTo>
                  <a:lnTo>
                    <a:pt x="88" y="1682"/>
                  </a:lnTo>
                  <a:cubicBezTo>
                    <a:pt x="90" y="1680"/>
                    <a:pt x="92" y="1678"/>
                    <a:pt x="95" y="1677"/>
                  </a:cubicBezTo>
                  <a:cubicBezTo>
                    <a:pt x="102" y="1673"/>
                    <a:pt x="110" y="1670"/>
                    <a:pt x="118" y="1670"/>
                  </a:cubicBezTo>
                  <a:cubicBezTo>
                    <a:pt x="115" y="1682"/>
                    <a:pt x="114" y="1695"/>
                    <a:pt x="114" y="1707"/>
                  </a:cubicBezTo>
                  <a:cubicBezTo>
                    <a:pt x="114" y="1716"/>
                    <a:pt x="115" y="1724"/>
                    <a:pt x="116" y="1733"/>
                  </a:cubicBezTo>
                  <a:cubicBezTo>
                    <a:pt x="116" y="1733"/>
                    <a:pt x="116" y="1734"/>
                    <a:pt x="117" y="1735"/>
                  </a:cubicBezTo>
                  <a:cubicBezTo>
                    <a:pt x="117" y="1736"/>
                    <a:pt x="118" y="1737"/>
                    <a:pt x="120" y="1738"/>
                  </a:cubicBezTo>
                  <a:cubicBezTo>
                    <a:pt x="122" y="1739"/>
                    <a:pt x="122" y="1739"/>
                    <a:pt x="124" y="1739"/>
                  </a:cubicBezTo>
                  <a:cubicBezTo>
                    <a:pt x="125" y="1739"/>
                    <a:pt x="126" y="1739"/>
                    <a:pt x="127" y="1738"/>
                  </a:cubicBezTo>
                  <a:cubicBezTo>
                    <a:pt x="129" y="1738"/>
                    <a:pt x="131" y="1737"/>
                    <a:pt x="132" y="1736"/>
                  </a:cubicBezTo>
                  <a:cubicBezTo>
                    <a:pt x="134" y="1735"/>
                    <a:pt x="136" y="1734"/>
                    <a:pt x="137" y="1732"/>
                  </a:cubicBezTo>
                  <a:cubicBezTo>
                    <a:pt x="151" y="1711"/>
                    <a:pt x="168" y="1693"/>
                    <a:pt x="188" y="1678"/>
                  </a:cubicBezTo>
                  <a:cubicBezTo>
                    <a:pt x="217" y="1656"/>
                    <a:pt x="258" y="1674"/>
                    <a:pt x="289" y="1663"/>
                  </a:cubicBezTo>
                  <a:cubicBezTo>
                    <a:pt x="289" y="1662"/>
                    <a:pt x="290" y="1662"/>
                    <a:pt x="290" y="1662"/>
                  </a:cubicBezTo>
                  <a:cubicBezTo>
                    <a:pt x="293" y="1660"/>
                    <a:pt x="296" y="1657"/>
                    <a:pt x="298" y="1654"/>
                  </a:cubicBezTo>
                  <a:cubicBezTo>
                    <a:pt x="300" y="1651"/>
                    <a:pt x="301" y="1648"/>
                    <a:pt x="301" y="1644"/>
                  </a:cubicBezTo>
                  <a:cubicBezTo>
                    <a:pt x="305" y="1644"/>
                    <a:pt x="308" y="1644"/>
                    <a:pt x="314" y="1640"/>
                  </a:cubicBezTo>
                  <a:cubicBezTo>
                    <a:pt x="337" y="1630"/>
                    <a:pt x="361" y="1621"/>
                    <a:pt x="386" y="1613"/>
                  </a:cubicBezTo>
                  <a:cubicBezTo>
                    <a:pt x="405" y="1603"/>
                    <a:pt x="424" y="1594"/>
                    <a:pt x="445" y="1587"/>
                  </a:cubicBezTo>
                  <a:cubicBezTo>
                    <a:pt x="454" y="1584"/>
                    <a:pt x="463" y="1580"/>
                    <a:pt x="472" y="1575"/>
                  </a:cubicBezTo>
                  <a:cubicBezTo>
                    <a:pt x="472" y="1575"/>
                    <a:pt x="473" y="1574"/>
                    <a:pt x="474" y="1574"/>
                  </a:cubicBezTo>
                  <a:cubicBezTo>
                    <a:pt x="459" y="1584"/>
                    <a:pt x="447" y="1597"/>
                    <a:pt x="438" y="1612"/>
                  </a:cubicBezTo>
                  <a:cubicBezTo>
                    <a:pt x="435" y="1617"/>
                    <a:pt x="433" y="1623"/>
                    <a:pt x="431" y="1628"/>
                  </a:cubicBezTo>
                  <a:cubicBezTo>
                    <a:pt x="427" y="1638"/>
                    <a:pt x="425" y="1649"/>
                    <a:pt x="425" y="1661"/>
                  </a:cubicBezTo>
                  <a:cubicBezTo>
                    <a:pt x="425" y="1676"/>
                    <a:pt x="429" y="1692"/>
                    <a:pt x="436" y="1705"/>
                  </a:cubicBezTo>
                  <a:cubicBezTo>
                    <a:pt x="443" y="1717"/>
                    <a:pt x="452" y="1727"/>
                    <a:pt x="463" y="1734"/>
                  </a:cubicBezTo>
                  <a:lnTo>
                    <a:pt x="465" y="1736"/>
                  </a:lnTo>
                  <a:cubicBezTo>
                    <a:pt x="467" y="1737"/>
                    <a:pt x="469" y="1738"/>
                    <a:pt x="471" y="1739"/>
                  </a:cubicBezTo>
                  <a:cubicBezTo>
                    <a:pt x="472" y="1740"/>
                    <a:pt x="474" y="1741"/>
                    <a:pt x="476" y="1741"/>
                  </a:cubicBezTo>
                  <a:cubicBezTo>
                    <a:pt x="478" y="1741"/>
                    <a:pt x="479" y="1740"/>
                    <a:pt x="481" y="1739"/>
                  </a:cubicBezTo>
                  <a:cubicBezTo>
                    <a:pt x="482" y="1738"/>
                    <a:pt x="484" y="1737"/>
                    <a:pt x="485" y="1735"/>
                  </a:cubicBezTo>
                  <a:cubicBezTo>
                    <a:pt x="486" y="1734"/>
                    <a:pt x="487" y="1732"/>
                    <a:pt x="487" y="1730"/>
                  </a:cubicBezTo>
                  <a:cubicBezTo>
                    <a:pt x="488" y="1725"/>
                    <a:pt x="489" y="1720"/>
                    <a:pt x="491" y="1715"/>
                  </a:cubicBezTo>
                  <a:cubicBezTo>
                    <a:pt x="491" y="1716"/>
                    <a:pt x="492" y="1716"/>
                    <a:pt x="492" y="1716"/>
                  </a:cubicBezTo>
                  <a:cubicBezTo>
                    <a:pt x="495" y="1716"/>
                    <a:pt x="497" y="1715"/>
                    <a:pt x="499" y="1714"/>
                  </a:cubicBezTo>
                  <a:cubicBezTo>
                    <a:pt x="501" y="1712"/>
                    <a:pt x="503" y="1711"/>
                    <a:pt x="504" y="1709"/>
                  </a:cubicBezTo>
                  <a:cubicBezTo>
                    <a:pt x="505" y="1708"/>
                    <a:pt x="505" y="1707"/>
                    <a:pt x="506" y="1705"/>
                  </a:cubicBezTo>
                  <a:cubicBezTo>
                    <a:pt x="506" y="1704"/>
                    <a:pt x="529" y="1691"/>
                    <a:pt x="529" y="1691"/>
                  </a:cubicBezTo>
                  <a:cubicBezTo>
                    <a:pt x="536" y="1684"/>
                    <a:pt x="542" y="1676"/>
                    <a:pt x="548" y="1668"/>
                  </a:cubicBezTo>
                  <a:lnTo>
                    <a:pt x="573" y="1657"/>
                  </a:lnTo>
                  <a:lnTo>
                    <a:pt x="574" y="1657"/>
                  </a:lnTo>
                  <a:cubicBezTo>
                    <a:pt x="576" y="1656"/>
                    <a:pt x="578" y="1654"/>
                    <a:pt x="579" y="1652"/>
                  </a:cubicBezTo>
                  <a:cubicBezTo>
                    <a:pt x="581" y="1650"/>
                    <a:pt x="582" y="1649"/>
                    <a:pt x="583" y="1647"/>
                  </a:cubicBezTo>
                  <a:cubicBezTo>
                    <a:pt x="585" y="1643"/>
                    <a:pt x="586" y="1639"/>
                    <a:pt x="586" y="1635"/>
                  </a:cubicBezTo>
                  <a:cubicBezTo>
                    <a:pt x="586" y="1634"/>
                    <a:pt x="586" y="1632"/>
                    <a:pt x="586" y="1630"/>
                  </a:cubicBezTo>
                  <a:cubicBezTo>
                    <a:pt x="609" y="1628"/>
                    <a:pt x="633" y="1624"/>
                    <a:pt x="641" y="1597"/>
                  </a:cubicBezTo>
                  <a:cubicBezTo>
                    <a:pt x="643" y="1589"/>
                    <a:pt x="636" y="1580"/>
                    <a:pt x="644" y="1581"/>
                  </a:cubicBezTo>
                  <a:cubicBezTo>
                    <a:pt x="646" y="1581"/>
                    <a:pt x="648" y="1581"/>
                    <a:pt x="649" y="1581"/>
                  </a:cubicBezTo>
                  <a:cubicBezTo>
                    <a:pt x="657" y="1581"/>
                    <a:pt x="664" y="1578"/>
                    <a:pt x="670" y="1575"/>
                  </a:cubicBezTo>
                  <a:cubicBezTo>
                    <a:pt x="673" y="1573"/>
                    <a:pt x="675" y="1572"/>
                    <a:pt x="677" y="1571"/>
                  </a:cubicBezTo>
                  <a:cubicBezTo>
                    <a:pt x="679" y="1568"/>
                    <a:pt x="681" y="1566"/>
                    <a:pt x="683" y="1563"/>
                  </a:cubicBezTo>
                  <a:cubicBezTo>
                    <a:pt x="685" y="1559"/>
                    <a:pt x="686" y="1555"/>
                    <a:pt x="687" y="1551"/>
                  </a:cubicBezTo>
                  <a:cubicBezTo>
                    <a:pt x="687" y="1548"/>
                    <a:pt x="688" y="1546"/>
                    <a:pt x="689" y="1543"/>
                  </a:cubicBezTo>
                  <a:lnTo>
                    <a:pt x="692" y="1541"/>
                  </a:lnTo>
                  <a:cubicBezTo>
                    <a:pt x="697" y="1541"/>
                    <a:pt x="702" y="1540"/>
                    <a:pt x="706" y="1538"/>
                  </a:cubicBezTo>
                  <a:cubicBezTo>
                    <a:pt x="709" y="1537"/>
                    <a:pt x="712" y="1536"/>
                    <a:pt x="714" y="1535"/>
                  </a:cubicBezTo>
                  <a:cubicBezTo>
                    <a:pt x="723" y="1529"/>
                    <a:pt x="731" y="1522"/>
                    <a:pt x="736" y="1512"/>
                  </a:cubicBezTo>
                  <a:cubicBezTo>
                    <a:pt x="737" y="1511"/>
                    <a:pt x="738" y="1509"/>
                    <a:pt x="739" y="1507"/>
                  </a:cubicBezTo>
                  <a:cubicBezTo>
                    <a:pt x="766" y="1492"/>
                    <a:pt x="803" y="1481"/>
                    <a:pt x="822" y="1459"/>
                  </a:cubicBezTo>
                  <a:cubicBezTo>
                    <a:pt x="823" y="1458"/>
                    <a:pt x="824" y="1456"/>
                    <a:pt x="825" y="1454"/>
                  </a:cubicBezTo>
                  <a:cubicBezTo>
                    <a:pt x="831" y="1444"/>
                    <a:pt x="835" y="1433"/>
                    <a:pt x="837" y="1421"/>
                  </a:cubicBezTo>
                  <a:cubicBezTo>
                    <a:pt x="839" y="1420"/>
                    <a:pt x="841" y="1418"/>
                    <a:pt x="842" y="1416"/>
                  </a:cubicBezTo>
                  <a:cubicBezTo>
                    <a:pt x="843" y="1415"/>
                    <a:pt x="843" y="1415"/>
                    <a:pt x="843" y="1415"/>
                  </a:cubicBezTo>
                  <a:cubicBezTo>
                    <a:pt x="843" y="1414"/>
                    <a:pt x="844" y="1414"/>
                    <a:pt x="844" y="1413"/>
                  </a:cubicBezTo>
                  <a:lnTo>
                    <a:pt x="847" y="1416"/>
                  </a:lnTo>
                  <a:cubicBezTo>
                    <a:pt x="847" y="1417"/>
                    <a:pt x="847" y="1418"/>
                    <a:pt x="847" y="1420"/>
                  </a:cubicBezTo>
                  <a:cubicBezTo>
                    <a:pt x="847" y="1421"/>
                    <a:pt x="847" y="1423"/>
                    <a:pt x="847" y="1424"/>
                  </a:cubicBezTo>
                  <a:cubicBezTo>
                    <a:pt x="845" y="1425"/>
                    <a:pt x="842" y="1426"/>
                    <a:pt x="839" y="1427"/>
                  </a:cubicBezTo>
                  <a:cubicBezTo>
                    <a:pt x="838" y="1428"/>
                    <a:pt x="837" y="1428"/>
                    <a:pt x="837" y="1429"/>
                  </a:cubicBezTo>
                  <a:cubicBezTo>
                    <a:pt x="836" y="1430"/>
                    <a:pt x="837" y="1431"/>
                    <a:pt x="837" y="1431"/>
                  </a:cubicBezTo>
                  <a:cubicBezTo>
                    <a:pt x="837" y="1432"/>
                    <a:pt x="837" y="1432"/>
                    <a:pt x="837" y="1433"/>
                  </a:cubicBezTo>
                  <a:lnTo>
                    <a:pt x="837" y="1436"/>
                  </a:lnTo>
                  <a:lnTo>
                    <a:pt x="837" y="1437"/>
                  </a:lnTo>
                  <a:cubicBezTo>
                    <a:pt x="838" y="1437"/>
                    <a:pt x="838" y="1438"/>
                    <a:pt x="838" y="1438"/>
                  </a:cubicBezTo>
                  <a:cubicBezTo>
                    <a:pt x="839" y="1438"/>
                    <a:pt x="839" y="1438"/>
                    <a:pt x="840" y="1438"/>
                  </a:cubicBezTo>
                  <a:lnTo>
                    <a:pt x="841" y="1438"/>
                  </a:lnTo>
                  <a:cubicBezTo>
                    <a:pt x="842" y="1438"/>
                    <a:pt x="842" y="1437"/>
                    <a:pt x="842" y="1437"/>
                  </a:cubicBezTo>
                  <a:cubicBezTo>
                    <a:pt x="849" y="1428"/>
                    <a:pt x="914" y="1473"/>
                    <a:pt x="929" y="1480"/>
                  </a:cubicBezTo>
                  <a:cubicBezTo>
                    <a:pt x="957" y="1493"/>
                    <a:pt x="987" y="1500"/>
                    <a:pt x="1018" y="1500"/>
                  </a:cubicBezTo>
                  <a:cubicBezTo>
                    <a:pt x="1020" y="1500"/>
                    <a:pt x="1022" y="1500"/>
                    <a:pt x="1024" y="1500"/>
                  </a:cubicBezTo>
                  <a:cubicBezTo>
                    <a:pt x="1079" y="1500"/>
                    <a:pt x="1133" y="1497"/>
                    <a:pt x="1175" y="1460"/>
                  </a:cubicBezTo>
                  <a:cubicBezTo>
                    <a:pt x="1192" y="1464"/>
                    <a:pt x="1185" y="1460"/>
                    <a:pt x="1208" y="1459"/>
                  </a:cubicBezTo>
                  <a:cubicBezTo>
                    <a:pt x="1236" y="1460"/>
                    <a:pt x="1263" y="1464"/>
                    <a:pt x="1290" y="1471"/>
                  </a:cubicBezTo>
                  <a:cubicBezTo>
                    <a:pt x="1306" y="1475"/>
                    <a:pt x="1322" y="1477"/>
                    <a:pt x="1339" y="1477"/>
                  </a:cubicBezTo>
                  <a:cubicBezTo>
                    <a:pt x="1350" y="1477"/>
                    <a:pt x="1361" y="1476"/>
                    <a:pt x="1373" y="1474"/>
                  </a:cubicBezTo>
                  <a:cubicBezTo>
                    <a:pt x="1375" y="1473"/>
                    <a:pt x="1376" y="1471"/>
                    <a:pt x="1377" y="1470"/>
                  </a:cubicBezTo>
                  <a:cubicBezTo>
                    <a:pt x="1378" y="1468"/>
                    <a:pt x="1378" y="1467"/>
                    <a:pt x="1378" y="1466"/>
                  </a:cubicBezTo>
                  <a:cubicBezTo>
                    <a:pt x="1378" y="1464"/>
                    <a:pt x="1378" y="1463"/>
                    <a:pt x="1377" y="1462"/>
                  </a:cubicBezTo>
                  <a:cubicBezTo>
                    <a:pt x="1358" y="1405"/>
                    <a:pt x="1329" y="1357"/>
                    <a:pt x="1262" y="1352"/>
                  </a:cubicBezTo>
                  <a:cubicBezTo>
                    <a:pt x="1227" y="1350"/>
                    <a:pt x="1138" y="1375"/>
                    <a:pt x="1132" y="1418"/>
                  </a:cubicBezTo>
                  <a:cubicBezTo>
                    <a:pt x="1099" y="1406"/>
                    <a:pt x="1059" y="1406"/>
                    <a:pt x="1025" y="1393"/>
                  </a:cubicBezTo>
                  <a:cubicBezTo>
                    <a:pt x="949" y="1365"/>
                    <a:pt x="1035" y="1243"/>
                    <a:pt x="1056" y="1201"/>
                  </a:cubicBezTo>
                  <a:cubicBezTo>
                    <a:pt x="1068" y="1176"/>
                    <a:pt x="1081" y="1150"/>
                    <a:pt x="1093" y="1124"/>
                  </a:cubicBezTo>
                  <a:lnTo>
                    <a:pt x="1096" y="1124"/>
                  </a:lnTo>
                  <a:cubicBezTo>
                    <a:pt x="1099" y="1124"/>
                    <a:pt x="1101" y="1123"/>
                    <a:pt x="1104" y="1122"/>
                  </a:cubicBezTo>
                  <a:cubicBezTo>
                    <a:pt x="1107" y="1120"/>
                    <a:pt x="1109" y="1118"/>
                    <a:pt x="1111" y="1115"/>
                  </a:cubicBezTo>
                  <a:cubicBezTo>
                    <a:pt x="1112" y="1113"/>
                    <a:pt x="1113" y="1110"/>
                    <a:pt x="1113" y="1108"/>
                  </a:cubicBezTo>
                  <a:cubicBezTo>
                    <a:pt x="1122" y="1083"/>
                    <a:pt x="1133" y="1058"/>
                    <a:pt x="1146" y="1036"/>
                  </a:cubicBezTo>
                  <a:cubicBezTo>
                    <a:pt x="1154" y="1022"/>
                    <a:pt x="1162" y="1009"/>
                    <a:pt x="1171" y="997"/>
                  </a:cubicBezTo>
                  <a:cubicBezTo>
                    <a:pt x="1172" y="996"/>
                    <a:pt x="1173" y="994"/>
                    <a:pt x="1174" y="993"/>
                  </a:cubicBezTo>
                  <a:cubicBezTo>
                    <a:pt x="1180" y="981"/>
                    <a:pt x="1186" y="969"/>
                    <a:pt x="1190" y="956"/>
                  </a:cubicBezTo>
                  <a:cubicBezTo>
                    <a:pt x="1208" y="944"/>
                    <a:pt x="1229" y="935"/>
                    <a:pt x="1247" y="923"/>
                  </a:cubicBezTo>
                  <a:lnTo>
                    <a:pt x="1248" y="923"/>
                  </a:lnTo>
                  <a:lnTo>
                    <a:pt x="1249" y="923"/>
                  </a:lnTo>
                  <a:lnTo>
                    <a:pt x="1250" y="922"/>
                  </a:lnTo>
                  <a:cubicBezTo>
                    <a:pt x="1253" y="921"/>
                    <a:pt x="1256" y="918"/>
                    <a:pt x="1258" y="915"/>
                  </a:cubicBezTo>
                  <a:cubicBezTo>
                    <a:pt x="1287" y="896"/>
                    <a:pt x="1314" y="872"/>
                    <a:pt x="1336" y="845"/>
                  </a:cubicBezTo>
                  <a:cubicBezTo>
                    <a:pt x="1383" y="786"/>
                    <a:pt x="1408" y="700"/>
                    <a:pt x="1424" y="626"/>
                  </a:cubicBezTo>
                  <a:cubicBezTo>
                    <a:pt x="1442" y="651"/>
                    <a:pt x="1463" y="674"/>
                    <a:pt x="1486" y="695"/>
                  </a:cubicBezTo>
                  <a:cubicBezTo>
                    <a:pt x="1533" y="736"/>
                    <a:pt x="1586" y="769"/>
                    <a:pt x="1632" y="814"/>
                  </a:cubicBezTo>
                  <a:cubicBezTo>
                    <a:pt x="1689" y="871"/>
                    <a:pt x="1734" y="939"/>
                    <a:pt x="1787" y="1001"/>
                  </a:cubicBezTo>
                  <a:cubicBezTo>
                    <a:pt x="1874" y="1102"/>
                    <a:pt x="1964" y="1189"/>
                    <a:pt x="2105" y="1185"/>
                  </a:cubicBezTo>
                  <a:cubicBezTo>
                    <a:pt x="2107" y="1210"/>
                    <a:pt x="2112" y="1234"/>
                    <a:pt x="2121" y="1257"/>
                  </a:cubicBezTo>
                  <a:cubicBezTo>
                    <a:pt x="2123" y="1266"/>
                    <a:pt x="2127" y="1275"/>
                    <a:pt x="2132" y="1283"/>
                  </a:cubicBezTo>
                  <a:cubicBezTo>
                    <a:pt x="2133" y="1284"/>
                    <a:pt x="2133" y="1285"/>
                    <a:pt x="2134" y="1286"/>
                  </a:cubicBezTo>
                  <a:cubicBezTo>
                    <a:pt x="2133" y="1286"/>
                    <a:pt x="2133" y="1286"/>
                    <a:pt x="2133" y="1286"/>
                  </a:cubicBezTo>
                  <a:cubicBezTo>
                    <a:pt x="2132" y="1287"/>
                    <a:pt x="2132" y="1288"/>
                    <a:pt x="2132" y="1289"/>
                  </a:cubicBezTo>
                  <a:cubicBezTo>
                    <a:pt x="2132" y="1290"/>
                    <a:pt x="2132" y="1290"/>
                    <a:pt x="2133" y="1291"/>
                  </a:cubicBezTo>
                  <a:cubicBezTo>
                    <a:pt x="2133" y="1292"/>
                    <a:pt x="2134" y="1292"/>
                    <a:pt x="2135" y="1293"/>
                  </a:cubicBezTo>
                  <a:lnTo>
                    <a:pt x="2137" y="1293"/>
                  </a:lnTo>
                  <a:cubicBezTo>
                    <a:pt x="2138" y="1296"/>
                    <a:pt x="2139" y="1300"/>
                    <a:pt x="2139" y="1304"/>
                  </a:cubicBezTo>
                  <a:cubicBezTo>
                    <a:pt x="2140" y="1320"/>
                    <a:pt x="2144" y="1337"/>
                    <a:pt x="2145" y="1353"/>
                  </a:cubicBezTo>
                  <a:cubicBezTo>
                    <a:pt x="2152" y="1411"/>
                    <a:pt x="2147" y="1477"/>
                    <a:pt x="2167" y="1533"/>
                  </a:cubicBezTo>
                  <a:cubicBezTo>
                    <a:pt x="2175" y="1562"/>
                    <a:pt x="2180" y="1591"/>
                    <a:pt x="2184" y="1621"/>
                  </a:cubicBezTo>
                  <a:cubicBezTo>
                    <a:pt x="2187" y="1637"/>
                    <a:pt x="2191" y="1653"/>
                    <a:pt x="2194" y="1669"/>
                  </a:cubicBezTo>
                  <a:cubicBezTo>
                    <a:pt x="2193" y="1672"/>
                    <a:pt x="2191" y="1673"/>
                    <a:pt x="2190" y="1676"/>
                  </a:cubicBezTo>
                  <a:cubicBezTo>
                    <a:pt x="2177" y="1697"/>
                    <a:pt x="2161" y="1714"/>
                    <a:pt x="2141" y="1726"/>
                  </a:cubicBezTo>
                  <a:cubicBezTo>
                    <a:pt x="2134" y="1730"/>
                    <a:pt x="2128" y="1733"/>
                    <a:pt x="2121" y="1736"/>
                  </a:cubicBezTo>
                  <a:cubicBezTo>
                    <a:pt x="2096" y="1743"/>
                    <a:pt x="2070" y="1749"/>
                    <a:pt x="2044" y="1753"/>
                  </a:cubicBezTo>
                  <a:cubicBezTo>
                    <a:pt x="2015" y="1760"/>
                    <a:pt x="1986" y="1770"/>
                    <a:pt x="1958" y="1778"/>
                  </a:cubicBezTo>
                  <a:cubicBezTo>
                    <a:pt x="1922" y="1788"/>
                    <a:pt x="1891" y="1811"/>
                    <a:pt x="1856" y="1823"/>
                  </a:cubicBezTo>
                  <a:cubicBezTo>
                    <a:pt x="1819" y="1837"/>
                    <a:pt x="1781" y="1848"/>
                    <a:pt x="1742" y="1858"/>
                  </a:cubicBezTo>
                  <a:cubicBezTo>
                    <a:pt x="1725" y="1861"/>
                    <a:pt x="1700" y="1864"/>
                    <a:pt x="1691" y="1881"/>
                  </a:cubicBezTo>
                  <a:cubicBezTo>
                    <a:pt x="1660" y="1879"/>
                    <a:pt x="1626" y="1878"/>
                    <a:pt x="1601" y="1899"/>
                  </a:cubicBezTo>
                  <a:cubicBezTo>
                    <a:pt x="1561" y="1931"/>
                    <a:pt x="1491" y="1947"/>
                    <a:pt x="1486" y="2008"/>
                  </a:cubicBezTo>
                  <a:cubicBezTo>
                    <a:pt x="1484" y="2011"/>
                    <a:pt x="1483" y="2015"/>
                    <a:pt x="1482" y="2018"/>
                  </a:cubicBezTo>
                  <a:cubicBezTo>
                    <a:pt x="1482" y="2019"/>
                    <a:pt x="1482" y="2019"/>
                    <a:pt x="1482" y="2019"/>
                  </a:cubicBezTo>
                  <a:cubicBezTo>
                    <a:pt x="1482" y="2021"/>
                    <a:pt x="1483" y="2022"/>
                    <a:pt x="1484" y="2024"/>
                  </a:cubicBezTo>
                  <a:cubicBezTo>
                    <a:pt x="1485" y="2025"/>
                    <a:pt x="1486" y="2027"/>
                    <a:pt x="1487" y="2028"/>
                  </a:cubicBezTo>
                  <a:cubicBezTo>
                    <a:pt x="1489" y="2029"/>
                    <a:pt x="1490" y="2029"/>
                    <a:pt x="1492" y="2029"/>
                  </a:cubicBezTo>
                  <a:lnTo>
                    <a:pt x="1496" y="2029"/>
                  </a:lnTo>
                  <a:cubicBezTo>
                    <a:pt x="1496" y="2030"/>
                    <a:pt x="1497" y="2030"/>
                    <a:pt x="1497" y="2030"/>
                  </a:cubicBezTo>
                  <a:cubicBezTo>
                    <a:pt x="1499" y="2030"/>
                    <a:pt x="1500" y="2029"/>
                    <a:pt x="1502" y="2028"/>
                  </a:cubicBezTo>
                  <a:cubicBezTo>
                    <a:pt x="1503" y="2027"/>
                    <a:pt x="1504" y="2026"/>
                    <a:pt x="1505" y="2025"/>
                  </a:cubicBezTo>
                  <a:cubicBezTo>
                    <a:pt x="1505" y="2023"/>
                    <a:pt x="1507" y="2022"/>
                    <a:pt x="1507" y="2020"/>
                  </a:cubicBezTo>
                  <a:cubicBezTo>
                    <a:pt x="1507" y="2019"/>
                    <a:pt x="1506" y="2017"/>
                    <a:pt x="1506" y="2016"/>
                  </a:cubicBezTo>
                  <a:cubicBezTo>
                    <a:pt x="1507" y="2015"/>
                    <a:pt x="1509" y="2013"/>
                    <a:pt x="1510" y="2012"/>
                  </a:cubicBezTo>
                  <a:cubicBezTo>
                    <a:pt x="1532" y="2003"/>
                    <a:pt x="1555" y="1998"/>
                    <a:pt x="1578" y="1996"/>
                  </a:cubicBezTo>
                  <a:lnTo>
                    <a:pt x="1599" y="1996"/>
                  </a:lnTo>
                  <a:lnTo>
                    <a:pt x="1611" y="1996"/>
                  </a:lnTo>
                  <a:cubicBezTo>
                    <a:pt x="1638" y="1996"/>
                    <a:pt x="1680" y="2020"/>
                    <a:pt x="1703" y="1993"/>
                  </a:cubicBezTo>
                  <a:cubicBezTo>
                    <a:pt x="1706" y="1989"/>
                    <a:pt x="1710" y="1984"/>
                    <a:pt x="1713" y="1979"/>
                  </a:cubicBezTo>
                  <a:cubicBezTo>
                    <a:pt x="1714" y="1977"/>
                    <a:pt x="1715" y="1975"/>
                    <a:pt x="1715" y="1973"/>
                  </a:cubicBezTo>
                  <a:cubicBezTo>
                    <a:pt x="1720" y="1970"/>
                    <a:pt x="1724" y="1965"/>
                    <a:pt x="1727" y="1960"/>
                  </a:cubicBezTo>
                  <a:cubicBezTo>
                    <a:pt x="1727" y="1960"/>
                    <a:pt x="1727" y="1959"/>
                    <a:pt x="1728" y="1959"/>
                  </a:cubicBezTo>
                  <a:lnTo>
                    <a:pt x="1747" y="1952"/>
                  </a:lnTo>
                  <a:cubicBezTo>
                    <a:pt x="1753" y="1954"/>
                    <a:pt x="1760" y="1955"/>
                    <a:pt x="1766" y="1956"/>
                  </a:cubicBezTo>
                  <a:cubicBezTo>
                    <a:pt x="1769" y="1957"/>
                    <a:pt x="1772" y="1957"/>
                    <a:pt x="1774" y="1957"/>
                  </a:cubicBezTo>
                  <a:cubicBezTo>
                    <a:pt x="1782" y="1957"/>
                    <a:pt x="1790" y="1955"/>
                    <a:pt x="1797" y="1951"/>
                  </a:cubicBezTo>
                  <a:cubicBezTo>
                    <a:pt x="1804" y="1947"/>
                    <a:pt x="1810" y="1941"/>
                    <a:pt x="1814" y="1934"/>
                  </a:cubicBezTo>
                  <a:lnTo>
                    <a:pt x="1823" y="1932"/>
                  </a:lnTo>
                  <a:cubicBezTo>
                    <a:pt x="1829" y="1934"/>
                    <a:pt x="1836" y="1935"/>
                    <a:pt x="1842" y="1935"/>
                  </a:cubicBezTo>
                  <a:cubicBezTo>
                    <a:pt x="1853" y="1935"/>
                    <a:pt x="1863" y="1931"/>
                    <a:pt x="1872" y="1927"/>
                  </a:cubicBezTo>
                  <a:cubicBezTo>
                    <a:pt x="1875" y="1925"/>
                    <a:pt x="1877" y="1924"/>
                    <a:pt x="1880" y="1922"/>
                  </a:cubicBezTo>
                  <a:cubicBezTo>
                    <a:pt x="1887" y="1922"/>
                    <a:pt x="1893" y="1920"/>
                    <a:pt x="1901" y="1919"/>
                  </a:cubicBezTo>
                  <a:cubicBezTo>
                    <a:pt x="1909" y="1923"/>
                    <a:pt x="1919" y="1925"/>
                    <a:pt x="1929" y="1925"/>
                  </a:cubicBezTo>
                  <a:lnTo>
                    <a:pt x="1930" y="1925"/>
                  </a:lnTo>
                  <a:cubicBezTo>
                    <a:pt x="1938" y="1925"/>
                    <a:pt x="1945" y="1923"/>
                    <a:pt x="1952" y="1920"/>
                  </a:cubicBezTo>
                  <a:cubicBezTo>
                    <a:pt x="1959" y="1916"/>
                    <a:pt x="1964" y="1910"/>
                    <a:pt x="1968" y="1904"/>
                  </a:cubicBezTo>
                  <a:cubicBezTo>
                    <a:pt x="1968" y="1903"/>
                    <a:pt x="1969" y="1902"/>
                    <a:pt x="1969" y="1901"/>
                  </a:cubicBezTo>
                  <a:lnTo>
                    <a:pt x="1992" y="1893"/>
                  </a:lnTo>
                  <a:cubicBezTo>
                    <a:pt x="2009" y="1888"/>
                    <a:pt x="2020" y="1892"/>
                    <a:pt x="2036" y="1889"/>
                  </a:cubicBezTo>
                  <a:cubicBezTo>
                    <a:pt x="2052" y="1885"/>
                    <a:pt x="2069" y="1882"/>
                    <a:pt x="2085" y="1877"/>
                  </a:cubicBezTo>
                  <a:cubicBezTo>
                    <a:pt x="2083" y="1879"/>
                    <a:pt x="2081" y="1882"/>
                    <a:pt x="2079" y="1884"/>
                  </a:cubicBezTo>
                  <a:cubicBezTo>
                    <a:pt x="2070" y="1892"/>
                    <a:pt x="2061" y="1901"/>
                    <a:pt x="2051" y="1908"/>
                  </a:cubicBezTo>
                  <a:lnTo>
                    <a:pt x="2045" y="1903"/>
                  </a:lnTo>
                  <a:cubicBezTo>
                    <a:pt x="2034" y="1898"/>
                    <a:pt x="2021" y="1896"/>
                    <a:pt x="2008" y="1896"/>
                  </a:cubicBezTo>
                  <a:cubicBezTo>
                    <a:pt x="2003" y="1896"/>
                    <a:pt x="1998" y="1896"/>
                    <a:pt x="1993" y="1897"/>
                  </a:cubicBezTo>
                  <a:cubicBezTo>
                    <a:pt x="1959" y="1901"/>
                    <a:pt x="1940" y="1945"/>
                    <a:pt x="1934" y="1983"/>
                  </a:cubicBezTo>
                  <a:cubicBezTo>
                    <a:pt x="1933" y="1985"/>
                    <a:pt x="1931" y="1987"/>
                    <a:pt x="1930" y="1989"/>
                  </a:cubicBezTo>
                  <a:cubicBezTo>
                    <a:pt x="1925" y="1997"/>
                    <a:pt x="1923" y="2007"/>
                    <a:pt x="1923" y="2017"/>
                  </a:cubicBezTo>
                  <a:cubicBezTo>
                    <a:pt x="1923" y="2027"/>
                    <a:pt x="1925" y="2037"/>
                    <a:pt x="1930" y="2045"/>
                  </a:cubicBezTo>
                  <a:cubicBezTo>
                    <a:pt x="1931" y="2046"/>
                    <a:pt x="1931" y="2046"/>
                    <a:pt x="1931" y="2047"/>
                  </a:cubicBezTo>
                  <a:cubicBezTo>
                    <a:pt x="1933" y="2050"/>
                    <a:pt x="1934" y="2051"/>
                    <a:pt x="1937" y="2053"/>
                  </a:cubicBezTo>
                  <a:cubicBezTo>
                    <a:pt x="1939" y="2054"/>
                    <a:pt x="1941" y="2055"/>
                    <a:pt x="1944" y="2055"/>
                  </a:cubicBezTo>
                  <a:cubicBezTo>
                    <a:pt x="1946" y="2055"/>
                    <a:pt x="1949" y="2054"/>
                    <a:pt x="1951" y="2053"/>
                  </a:cubicBezTo>
                  <a:cubicBezTo>
                    <a:pt x="1953" y="2051"/>
                    <a:pt x="1954" y="2050"/>
                    <a:pt x="1956" y="2047"/>
                  </a:cubicBezTo>
                  <a:cubicBezTo>
                    <a:pt x="1957" y="2046"/>
                    <a:pt x="1958" y="2044"/>
                    <a:pt x="1958" y="2042"/>
                  </a:cubicBezTo>
                  <a:cubicBezTo>
                    <a:pt x="1959" y="2032"/>
                    <a:pt x="1961" y="2022"/>
                    <a:pt x="1967" y="2013"/>
                  </a:cubicBezTo>
                  <a:cubicBezTo>
                    <a:pt x="1969" y="2009"/>
                    <a:pt x="1973" y="2004"/>
                    <a:pt x="1976" y="2001"/>
                  </a:cubicBezTo>
                  <a:cubicBezTo>
                    <a:pt x="1987" y="1992"/>
                    <a:pt x="1999" y="1984"/>
                    <a:pt x="2011" y="1977"/>
                  </a:cubicBezTo>
                  <a:cubicBezTo>
                    <a:pt x="2016" y="1974"/>
                    <a:pt x="2020" y="1971"/>
                    <a:pt x="2025" y="1969"/>
                  </a:cubicBezTo>
                  <a:cubicBezTo>
                    <a:pt x="2033" y="1966"/>
                    <a:pt x="2041" y="1965"/>
                    <a:pt x="2050" y="1965"/>
                  </a:cubicBezTo>
                  <a:cubicBezTo>
                    <a:pt x="2054" y="1965"/>
                    <a:pt x="2059" y="1965"/>
                    <a:pt x="2063" y="1966"/>
                  </a:cubicBezTo>
                  <a:cubicBezTo>
                    <a:pt x="2072" y="1968"/>
                    <a:pt x="2080" y="1969"/>
                    <a:pt x="2089" y="1969"/>
                  </a:cubicBezTo>
                  <a:cubicBezTo>
                    <a:pt x="2097" y="1969"/>
                    <a:pt x="2106" y="1968"/>
                    <a:pt x="2114" y="1966"/>
                  </a:cubicBezTo>
                  <a:cubicBezTo>
                    <a:pt x="2121" y="1965"/>
                    <a:pt x="2128" y="1963"/>
                    <a:pt x="2135" y="1959"/>
                  </a:cubicBezTo>
                  <a:cubicBezTo>
                    <a:pt x="2144" y="1954"/>
                    <a:pt x="2151" y="1946"/>
                    <a:pt x="2156" y="1937"/>
                  </a:cubicBezTo>
                  <a:cubicBezTo>
                    <a:pt x="2160" y="1930"/>
                    <a:pt x="2163" y="1922"/>
                    <a:pt x="2164" y="1914"/>
                  </a:cubicBezTo>
                  <a:lnTo>
                    <a:pt x="2165" y="1912"/>
                  </a:lnTo>
                  <a:cubicBezTo>
                    <a:pt x="2166" y="1911"/>
                    <a:pt x="2168" y="1910"/>
                    <a:pt x="2169" y="1909"/>
                  </a:cubicBezTo>
                  <a:cubicBezTo>
                    <a:pt x="2171" y="1910"/>
                    <a:pt x="2173" y="1910"/>
                    <a:pt x="2175" y="1910"/>
                  </a:cubicBezTo>
                  <a:cubicBezTo>
                    <a:pt x="2186" y="1910"/>
                    <a:pt x="2196" y="1907"/>
                    <a:pt x="2205" y="1902"/>
                  </a:cubicBezTo>
                  <a:cubicBezTo>
                    <a:pt x="2214" y="1897"/>
                    <a:pt x="2220" y="1889"/>
                    <a:pt x="2226" y="1880"/>
                  </a:cubicBezTo>
                  <a:cubicBezTo>
                    <a:pt x="2227" y="1877"/>
                    <a:pt x="2229" y="1876"/>
                    <a:pt x="2230" y="1873"/>
                  </a:cubicBezTo>
                  <a:lnTo>
                    <a:pt x="2246" y="1867"/>
                  </a:lnTo>
                  <a:cubicBezTo>
                    <a:pt x="2249" y="1868"/>
                    <a:pt x="2251" y="1868"/>
                    <a:pt x="2254" y="1868"/>
                  </a:cubicBezTo>
                  <a:cubicBezTo>
                    <a:pt x="2263" y="1868"/>
                    <a:pt x="2272" y="1865"/>
                    <a:pt x="2280" y="1861"/>
                  </a:cubicBezTo>
                  <a:cubicBezTo>
                    <a:pt x="2287" y="1856"/>
                    <a:pt x="2293" y="1849"/>
                    <a:pt x="2298" y="1842"/>
                  </a:cubicBezTo>
                  <a:cubicBezTo>
                    <a:pt x="2298" y="1841"/>
                    <a:pt x="2299" y="1842"/>
                    <a:pt x="2299" y="1841"/>
                  </a:cubicBezTo>
                  <a:lnTo>
                    <a:pt x="2303" y="1838"/>
                  </a:lnTo>
                  <a:cubicBezTo>
                    <a:pt x="2306" y="1836"/>
                    <a:pt x="2310" y="1834"/>
                    <a:pt x="2313" y="1831"/>
                  </a:cubicBezTo>
                  <a:cubicBezTo>
                    <a:pt x="2314" y="1836"/>
                    <a:pt x="2315" y="1840"/>
                    <a:pt x="2318" y="1845"/>
                  </a:cubicBezTo>
                  <a:cubicBezTo>
                    <a:pt x="2321" y="1852"/>
                    <a:pt x="2328" y="1857"/>
                    <a:pt x="2335" y="1861"/>
                  </a:cubicBezTo>
                  <a:cubicBezTo>
                    <a:pt x="2335" y="1862"/>
                    <a:pt x="2335" y="1862"/>
                    <a:pt x="2336" y="1862"/>
                  </a:cubicBezTo>
                  <a:cubicBezTo>
                    <a:pt x="2339" y="1865"/>
                    <a:pt x="2343" y="1868"/>
                    <a:pt x="2347" y="1871"/>
                  </a:cubicBezTo>
                  <a:cubicBezTo>
                    <a:pt x="2352" y="1874"/>
                    <a:pt x="2358" y="1876"/>
                    <a:pt x="2364" y="1877"/>
                  </a:cubicBezTo>
                  <a:cubicBezTo>
                    <a:pt x="2369" y="1878"/>
                    <a:pt x="2374" y="1878"/>
                    <a:pt x="2379" y="1878"/>
                  </a:cubicBezTo>
                  <a:cubicBezTo>
                    <a:pt x="2384" y="1878"/>
                    <a:pt x="2389" y="1878"/>
                    <a:pt x="2393" y="1877"/>
                  </a:cubicBezTo>
                  <a:cubicBezTo>
                    <a:pt x="2408" y="1880"/>
                    <a:pt x="2423" y="1882"/>
                    <a:pt x="2437" y="1884"/>
                  </a:cubicBezTo>
                  <a:cubicBezTo>
                    <a:pt x="2442" y="1886"/>
                    <a:pt x="2448" y="1887"/>
                    <a:pt x="2453" y="1888"/>
                  </a:cubicBezTo>
                  <a:cubicBezTo>
                    <a:pt x="2462" y="1890"/>
                    <a:pt x="2472" y="1891"/>
                    <a:pt x="2482" y="1891"/>
                  </a:cubicBezTo>
                  <a:cubicBezTo>
                    <a:pt x="2493" y="1891"/>
                    <a:pt x="2504" y="1890"/>
                    <a:pt x="2515" y="1887"/>
                  </a:cubicBezTo>
                  <a:cubicBezTo>
                    <a:pt x="2520" y="1893"/>
                    <a:pt x="2527" y="1899"/>
                    <a:pt x="2534" y="1903"/>
                  </a:cubicBezTo>
                  <a:cubicBezTo>
                    <a:pt x="2546" y="1910"/>
                    <a:pt x="2560" y="1914"/>
                    <a:pt x="2574" y="1914"/>
                  </a:cubicBezTo>
                  <a:cubicBezTo>
                    <a:pt x="2587" y="1914"/>
                    <a:pt x="2601" y="1910"/>
                    <a:pt x="2613" y="1903"/>
                  </a:cubicBezTo>
                  <a:cubicBezTo>
                    <a:pt x="2614" y="1902"/>
                    <a:pt x="2616" y="1901"/>
                    <a:pt x="2618" y="1900"/>
                  </a:cubicBezTo>
                  <a:cubicBezTo>
                    <a:pt x="2621" y="1903"/>
                    <a:pt x="2624" y="1906"/>
                    <a:pt x="2628" y="1908"/>
                  </a:cubicBezTo>
                  <a:cubicBezTo>
                    <a:pt x="2637" y="1913"/>
                    <a:pt x="2646" y="1916"/>
                    <a:pt x="2657" y="1916"/>
                  </a:cubicBezTo>
                  <a:cubicBezTo>
                    <a:pt x="2667" y="1916"/>
                    <a:pt x="2678" y="1913"/>
                    <a:pt x="2687" y="1908"/>
                  </a:cubicBezTo>
                  <a:cubicBezTo>
                    <a:pt x="2691" y="1906"/>
                    <a:pt x="2694" y="1903"/>
                    <a:pt x="2697" y="1900"/>
                  </a:cubicBezTo>
                  <a:cubicBezTo>
                    <a:pt x="2707" y="1905"/>
                    <a:pt x="2717" y="1907"/>
                    <a:pt x="2728" y="1907"/>
                  </a:cubicBezTo>
                  <a:cubicBezTo>
                    <a:pt x="2738" y="1907"/>
                    <a:pt x="2748" y="1905"/>
                    <a:pt x="2758" y="1900"/>
                  </a:cubicBezTo>
                  <a:cubicBezTo>
                    <a:pt x="2773" y="1894"/>
                    <a:pt x="2775" y="1887"/>
                    <a:pt x="2787" y="1884"/>
                  </a:cubicBezTo>
                  <a:cubicBezTo>
                    <a:pt x="2795" y="1886"/>
                    <a:pt x="2804" y="1887"/>
                    <a:pt x="2812" y="1887"/>
                  </a:cubicBezTo>
                  <a:cubicBezTo>
                    <a:pt x="2820" y="1887"/>
                    <a:pt x="2829" y="1886"/>
                    <a:pt x="2837" y="1884"/>
                  </a:cubicBezTo>
                  <a:cubicBezTo>
                    <a:pt x="2840" y="1883"/>
                    <a:pt x="2843" y="1881"/>
                    <a:pt x="2846" y="1879"/>
                  </a:cubicBezTo>
                  <a:cubicBezTo>
                    <a:pt x="2856" y="1874"/>
                    <a:pt x="2864" y="1866"/>
                    <a:pt x="2869" y="1857"/>
                  </a:cubicBezTo>
                  <a:cubicBezTo>
                    <a:pt x="2872" y="1861"/>
                    <a:pt x="2874" y="1864"/>
                    <a:pt x="2877" y="1867"/>
                  </a:cubicBezTo>
                  <a:cubicBezTo>
                    <a:pt x="2888" y="1879"/>
                    <a:pt x="2913" y="1877"/>
                    <a:pt x="2913" y="1857"/>
                  </a:cubicBezTo>
                  <a:cubicBezTo>
                    <a:pt x="2913" y="1844"/>
                    <a:pt x="2916" y="1823"/>
                    <a:pt x="2904" y="1813"/>
                  </a:cubicBezTo>
                  <a:cubicBezTo>
                    <a:pt x="2903" y="1813"/>
                    <a:pt x="2902" y="1812"/>
                    <a:pt x="2902" y="1812"/>
                  </a:cubicBezTo>
                  <a:cubicBezTo>
                    <a:pt x="2898" y="1810"/>
                    <a:pt x="2893" y="1808"/>
                    <a:pt x="2888" y="1808"/>
                  </a:cubicBezTo>
                  <a:cubicBezTo>
                    <a:pt x="2885" y="1808"/>
                    <a:pt x="2882" y="1809"/>
                    <a:pt x="2879" y="1810"/>
                  </a:cubicBezTo>
                  <a:moveTo>
                    <a:pt x="1353" y="1448"/>
                  </a:moveTo>
                  <a:lnTo>
                    <a:pt x="1357" y="1458"/>
                  </a:lnTo>
                  <a:lnTo>
                    <a:pt x="1352" y="1458"/>
                  </a:lnTo>
                  <a:cubicBezTo>
                    <a:pt x="1353" y="1456"/>
                    <a:pt x="1353" y="1453"/>
                    <a:pt x="1353" y="1450"/>
                  </a:cubicBezTo>
                  <a:cubicBezTo>
                    <a:pt x="1353" y="1449"/>
                    <a:pt x="1353" y="1449"/>
                    <a:pt x="1353" y="1448"/>
                  </a:cubicBezTo>
                  <a:moveTo>
                    <a:pt x="1147" y="1422"/>
                  </a:moveTo>
                  <a:cubicBezTo>
                    <a:pt x="1151" y="1411"/>
                    <a:pt x="1169" y="1403"/>
                    <a:pt x="1178" y="1395"/>
                  </a:cubicBezTo>
                  <a:cubicBezTo>
                    <a:pt x="1181" y="1394"/>
                    <a:pt x="1183" y="1392"/>
                    <a:pt x="1186" y="1391"/>
                  </a:cubicBezTo>
                  <a:cubicBezTo>
                    <a:pt x="1208" y="1378"/>
                    <a:pt x="1234" y="1371"/>
                    <a:pt x="1259" y="1371"/>
                  </a:cubicBezTo>
                  <a:cubicBezTo>
                    <a:pt x="1260" y="1371"/>
                    <a:pt x="1261" y="1371"/>
                    <a:pt x="1262" y="1371"/>
                  </a:cubicBezTo>
                  <a:cubicBezTo>
                    <a:pt x="1263" y="1371"/>
                    <a:pt x="1264" y="1371"/>
                    <a:pt x="1265" y="1371"/>
                  </a:cubicBezTo>
                  <a:cubicBezTo>
                    <a:pt x="1279" y="1371"/>
                    <a:pt x="1292" y="1374"/>
                    <a:pt x="1304" y="1381"/>
                  </a:cubicBezTo>
                  <a:cubicBezTo>
                    <a:pt x="1316" y="1387"/>
                    <a:pt x="1326" y="1398"/>
                    <a:pt x="1333" y="1410"/>
                  </a:cubicBezTo>
                  <a:cubicBezTo>
                    <a:pt x="1315" y="1391"/>
                    <a:pt x="1288" y="1388"/>
                    <a:pt x="1251" y="1389"/>
                  </a:cubicBezTo>
                  <a:cubicBezTo>
                    <a:pt x="1217" y="1400"/>
                    <a:pt x="1184" y="1412"/>
                    <a:pt x="1151" y="1426"/>
                  </a:cubicBezTo>
                  <a:lnTo>
                    <a:pt x="1146" y="1423"/>
                  </a:lnTo>
                  <a:cubicBezTo>
                    <a:pt x="1146" y="1423"/>
                    <a:pt x="1147" y="1423"/>
                    <a:pt x="1147" y="1422"/>
                  </a:cubicBezTo>
                  <a:moveTo>
                    <a:pt x="256" y="1542"/>
                  </a:moveTo>
                  <a:cubicBezTo>
                    <a:pt x="256" y="1544"/>
                    <a:pt x="255" y="1545"/>
                    <a:pt x="255" y="1546"/>
                  </a:cubicBezTo>
                  <a:cubicBezTo>
                    <a:pt x="255" y="1547"/>
                    <a:pt x="256" y="1549"/>
                    <a:pt x="256" y="1550"/>
                  </a:cubicBezTo>
                  <a:lnTo>
                    <a:pt x="228" y="1559"/>
                  </a:lnTo>
                  <a:lnTo>
                    <a:pt x="256" y="1542"/>
                  </a:lnTo>
                  <a:moveTo>
                    <a:pt x="29" y="1715"/>
                  </a:moveTo>
                  <a:cubicBezTo>
                    <a:pt x="31" y="1712"/>
                    <a:pt x="33" y="1710"/>
                    <a:pt x="35" y="1707"/>
                  </a:cubicBezTo>
                  <a:lnTo>
                    <a:pt x="36" y="1707"/>
                  </a:lnTo>
                  <a:cubicBezTo>
                    <a:pt x="37" y="1707"/>
                    <a:pt x="37" y="1707"/>
                    <a:pt x="37" y="1707"/>
                  </a:cubicBezTo>
                  <a:cubicBezTo>
                    <a:pt x="35" y="1710"/>
                    <a:pt x="32" y="1712"/>
                    <a:pt x="30" y="1715"/>
                  </a:cubicBezTo>
                  <a:lnTo>
                    <a:pt x="29" y="1715"/>
                  </a:lnTo>
                  <a:moveTo>
                    <a:pt x="55" y="1693"/>
                  </a:moveTo>
                  <a:lnTo>
                    <a:pt x="50" y="1697"/>
                  </a:lnTo>
                  <a:cubicBezTo>
                    <a:pt x="52" y="1694"/>
                    <a:pt x="54" y="1692"/>
                    <a:pt x="56" y="1689"/>
                  </a:cubicBezTo>
                  <a:lnTo>
                    <a:pt x="56" y="1690"/>
                  </a:lnTo>
                  <a:cubicBezTo>
                    <a:pt x="56" y="1691"/>
                    <a:pt x="56" y="1692"/>
                    <a:pt x="56" y="1693"/>
                  </a:cubicBezTo>
                  <a:lnTo>
                    <a:pt x="55" y="1693"/>
                  </a:lnTo>
                  <a:moveTo>
                    <a:pt x="120" y="1655"/>
                  </a:moveTo>
                  <a:lnTo>
                    <a:pt x="119" y="1655"/>
                  </a:lnTo>
                  <a:lnTo>
                    <a:pt x="113" y="1655"/>
                  </a:lnTo>
                  <a:lnTo>
                    <a:pt x="114" y="1655"/>
                  </a:lnTo>
                  <a:lnTo>
                    <a:pt x="122" y="1651"/>
                  </a:lnTo>
                  <a:lnTo>
                    <a:pt x="120" y="1655"/>
                  </a:lnTo>
                  <a:moveTo>
                    <a:pt x="99" y="1618"/>
                  </a:moveTo>
                  <a:cubicBezTo>
                    <a:pt x="95" y="1620"/>
                    <a:pt x="90" y="1623"/>
                    <a:pt x="86" y="1625"/>
                  </a:cubicBezTo>
                  <a:cubicBezTo>
                    <a:pt x="71" y="1634"/>
                    <a:pt x="58" y="1645"/>
                    <a:pt x="46" y="1658"/>
                  </a:cubicBezTo>
                  <a:cubicBezTo>
                    <a:pt x="35" y="1669"/>
                    <a:pt x="24" y="1681"/>
                    <a:pt x="15" y="1695"/>
                  </a:cubicBezTo>
                  <a:cubicBezTo>
                    <a:pt x="17" y="1675"/>
                    <a:pt x="23" y="1656"/>
                    <a:pt x="33" y="1639"/>
                  </a:cubicBezTo>
                  <a:cubicBezTo>
                    <a:pt x="46" y="1617"/>
                    <a:pt x="64" y="1599"/>
                    <a:pt x="86" y="1586"/>
                  </a:cubicBezTo>
                  <a:cubicBezTo>
                    <a:pt x="90" y="1584"/>
                    <a:pt x="95" y="1581"/>
                    <a:pt x="100" y="1579"/>
                  </a:cubicBezTo>
                  <a:cubicBezTo>
                    <a:pt x="118" y="1571"/>
                    <a:pt x="188" y="1543"/>
                    <a:pt x="202" y="1566"/>
                  </a:cubicBezTo>
                  <a:lnTo>
                    <a:pt x="201" y="1567"/>
                  </a:lnTo>
                  <a:lnTo>
                    <a:pt x="202" y="1567"/>
                  </a:lnTo>
                  <a:cubicBezTo>
                    <a:pt x="195" y="1570"/>
                    <a:pt x="188" y="1572"/>
                    <a:pt x="182" y="1575"/>
                  </a:cubicBezTo>
                  <a:cubicBezTo>
                    <a:pt x="179" y="1576"/>
                    <a:pt x="176" y="1577"/>
                    <a:pt x="173" y="1579"/>
                  </a:cubicBezTo>
                  <a:cubicBezTo>
                    <a:pt x="169" y="1581"/>
                    <a:pt x="166" y="1584"/>
                    <a:pt x="162" y="1587"/>
                  </a:cubicBezTo>
                  <a:cubicBezTo>
                    <a:pt x="161" y="1586"/>
                    <a:pt x="159" y="1586"/>
                    <a:pt x="158" y="1586"/>
                  </a:cubicBezTo>
                  <a:cubicBezTo>
                    <a:pt x="156" y="1586"/>
                    <a:pt x="155" y="1586"/>
                    <a:pt x="153" y="1587"/>
                  </a:cubicBezTo>
                  <a:cubicBezTo>
                    <a:pt x="152" y="1586"/>
                    <a:pt x="152" y="1585"/>
                    <a:pt x="151" y="1585"/>
                  </a:cubicBezTo>
                  <a:cubicBezTo>
                    <a:pt x="150" y="1584"/>
                    <a:pt x="149" y="1584"/>
                    <a:pt x="148" y="1584"/>
                  </a:cubicBezTo>
                  <a:cubicBezTo>
                    <a:pt x="128" y="1580"/>
                    <a:pt x="112" y="1602"/>
                    <a:pt x="100" y="1618"/>
                  </a:cubicBezTo>
                  <a:lnTo>
                    <a:pt x="99" y="1618"/>
                  </a:lnTo>
                  <a:moveTo>
                    <a:pt x="128" y="1711"/>
                  </a:moveTo>
                  <a:lnTo>
                    <a:pt x="128" y="1711"/>
                  </a:lnTo>
                  <a:moveTo>
                    <a:pt x="251" y="1607"/>
                  </a:moveTo>
                  <a:cubicBezTo>
                    <a:pt x="249" y="1610"/>
                    <a:pt x="244" y="1618"/>
                    <a:pt x="248" y="1617"/>
                  </a:cubicBezTo>
                  <a:cubicBezTo>
                    <a:pt x="240" y="1617"/>
                    <a:pt x="232" y="1617"/>
                    <a:pt x="223" y="1617"/>
                  </a:cubicBezTo>
                  <a:cubicBezTo>
                    <a:pt x="206" y="1618"/>
                    <a:pt x="188" y="1623"/>
                    <a:pt x="173" y="1632"/>
                  </a:cubicBezTo>
                  <a:cubicBezTo>
                    <a:pt x="168" y="1635"/>
                    <a:pt x="164" y="1637"/>
                    <a:pt x="160" y="1640"/>
                  </a:cubicBezTo>
                  <a:cubicBezTo>
                    <a:pt x="149" y="1648"/>
                    <a:pt x="139" y="1659"/>
                    <a:pt x="132" y="1670"/>
                  </a:cubicBezTo>
                  <a:cubicBezTo>
                    <a:pt x="135" y="1657"/>
                    <a:pt x="140" y="1644"/>
                    <a:pt x="146" y="1633"/>
                  </a:cubicBezTo>
                  <a:cubicBezTo>
                    <a:pt x="152" y="1622"/>
                    <a:pt x="159" y="1613"/>
                    <a:pt x="168" y="1605"/>
                  </a:cubicBezTo>
                  <a:cubicBezTo>
                    <a:pt x="168" y="1605"/>
                    <a:pt x="169" y="1604"/>
                    <a:pt x="170" y="1604"/>
                  </a:cubicBezTo>
                  <a:cubicBezTo>
                    <a:pt x="171" y="1603"/>
                    <a:pt x="172" y="1602"/>
                    <a:pt x="173" y="1601"/>
                  </a:cubicBezTo>
                  <a:lnTo>
                    <a:pt x="173" y="1600"/>
                  </a:lnTo>
                  <a:cubicBezTo>
                    <a:pt x="179" y="1595"/>
                    <a:pt x="185" y="1590"/>
                    <a:pt x="192" y="1586"/>
                  </a:cubicBezTo>
                  <a:cubicBezTo>
                    <a:pt x="195" y="1584"/>
                    <a:pt x="199" y="1583"/>
                    <a:pt x="203" y="1581"/>
                  </a:cubicBezTo>
                  <a:cubicBezTo>
                    <a:pt x="220" y="1573"/>
                    <a:pt x="239" y="1567"/>
                    <a:pt x="257" y="1561"/>
                  </a:cubicBezTo>
                  <a:cubicBezTo>
                    <a:pt x="261" y="1573"/>
                    <a:pt x="265" y="1584"/>
                    <a:pt x="270" y="1596"/>
                  </a:cubicBezTo>
                  <a:lnTo>
                    <a:pt x="269" y="1596"/>
                  </a:lnTo>
                  <a:cubicBezTo>
                    <a:pt x="266" y="1596"/>
                    <a:pt x="262" y="1596"/>
                    <a:pt x="259" y="1598"/>
                  </a:cubicBezTo>
                  <a:cubicBezTo>
                    <a:pt x="256" y="1600"/>
                    <a:pt x="254" y="1602"/>
                    <a:pt x="252" y="1605"/>
                  </a:cubicBezTo>
                  <a:cubicBezTo>
                    <a:pt x="252" y="1606"/>
                    <a:pt x="252" y="1606"/>
                    <a:pt x="251" y="1607"/>
                  </a:cubicBezTo>
                  <a:moveTo>
                    <a:pt x="273" y="1540"/>
                  </a:moveTo>
                  <a:cubicBezTo>
                    <a:pt x="272" y="1540"/>
                    <a:pt x="272" y="1539"/>
                    <a:pt x="272" y="1539"/>
                  </a:cubicBezTo>
                  <a:cubicBezTo>
                    <a:pt x="271" y="1538"/>
                    <a:pt x="270" y="1537"/>
                    <a:pt x="269" y="1536"/>
                  </a:cubicBezTo>
                  <a:cubicBezTo>
                    <a:pt x="268" y="1535"/>
                    <a:pt x="268" y="1535"/>
                    <a:pt x="267" y="1535"/>
                  </a:cubicBezTo>
                  <a:cubicBezTo>
                    <a:pt x="339" y="1492"/>
                    <a:pt x="411" y="1448"/>
                    <a:pt x="482" y="1403"/>
                  </a:cubicBezTo>
                  <a:cubicBezTo>
                    <a:pt x="529" y="1374"/>
                    <a:pt x="580" y="1352"/>
                    <a:pt x="624" y="1318"/>
                  </a:cubicBezTo>
                  <a:cubicBezTo>
                    <a:pt x="642" y="1305"/>
                    <a:pt x="660" y="1293"/>
                    <a:pt x="679" y="1283"/>
                  </a:cubicBezTo>
                  <a:cubicBezTo>
                    <a:pt x="682" y="1281"/>
                    <a:pt x="684" y="1280"/>
                    <a:pt x="686" y="1279"/>
                  </a:cubicBezTo>
                  <a:cubicBezTo>
                    <a:pt x="680" y="1287"/>
                    <a:pt x="674" y="1296"/>
                    <a:pt x="668" y="1306"/>
                  </a:cubicBezTo>
                  <a:cubicBezTo>
                    <a:pt x="653" y="1326"/>
                    <a:pt x="633" y="1343"/>
                    <a:pt x="611" y="1356"/>
                  </a:cubicBezTo>
                  <a:cubicBezTo>
                    <a:pt x="609" y="1357"/>
                    <a:pt x="607" y="1358"/>
                    <a:pt x="605" y="1359"/>
                  </a:cubicBezTo>
                  <a:cubicBezTo>
                    <a:pt x="577" y="1376"/>
                    <a:pt x="553" y="1397"/>
                    <a:pt x="527" y="1415"/>
                  </a:cubicBezTo>
                  <a:cubicBezTo>
                    <a:pt x="513" y="1423"/>
                    <a:pt x="500" y="1431"/>
                    <a:pt x="487" y="1439"/>
                  </a:cubicBezTo>
                  <a:cubicBezTo>
                    <a:pt x="463" y="1453"/>
                    <a:pt x="439" y="1466"/>
                    <a:pt x="414" y="1477"/>
                  </a:cubicBezTo>
                  <a:cubicBezTo>
                    <a:pt x="379" y="1497"/>
                    <a:pt x="344" y="1519"/>
                    <a:pt x="308" y="1538"/>
                  </a:cubicBezTo>
                  <a:lnTo>
                    <a:pt x="305" y="1539"/>
                  </a:lnTo>
                  <a:cubicBezTo>
                    <a:pt x="295" y="1543"/>
                    <a:pt x="284" y="1545"/>
                    <a:pt x="274" y="1545"/>
                  </a:cubicBezTo>
                  <a:cubicBezTo>
                    <a:pt x="274" y="1544"/>
                    <a:pt x="274" y="1542"/>
                    <a:pt x="273" y="1540"/>
                  </a:cubicBezTo>
                  <a:moveTo>
                    <a:pt x="300" y="1627"/>
                  </a:moveTo>
                  <a:cubicBezTo>
                    <a:pt x="300" y="1625"/>
                    <a:pt x="300" y="1623"/>
                    <a:pt x="300" y="1621"/>
                  </a:cubicBezTo>
                  <a:lnTo>
                    <a:pt x="306" y="1623"/>
                  </a:lnTo>
                  <a:lnTo>
                    <a:pt x="300" y="1627"/>
                  </a:lnTo>
                  <a:moveTo>
                    <a:pt x="464" y="1524"/>
                  </a:moveTo>
                  <a:cubicBezTo>
                    <a:pt x="460" y="1538"/>
                    <a:pt x="434" y="1535"/>
                    <a:pt x="423" y="1537"/>
                  </a:cubicBezTo>
                  <a:cubicBezTo>
                    <a:pt x="421" y="1537"/>
                    <a:pt x="420" y="1537"/>
                    <a:pt x="418" y="1538"/>
                  </a:cubicBezTo>
                  <a:cubicBezTo>
                    <a:pt x="415" y="1539"/>
                    <a:pt x="414" y="1542"/>
                    <a:pt x="412" y="1544"/>
                  </a:cubicBezTo>
                  <a:cubicBezTo>
                    <a:pt x="411" y="1545"/>
                    <a:pt x="411" y="1546"/>
                    <a:pt x="411" y="1548"/>
                  </a:cubicBezTo>
                  <a:lnTo>
                    <a:pt x="385" y="1552"/>
                  </a:lnTo>
                  <a:cubicBezTo>
                    <a:pt x="384" y="1551"/>
                    <a:pt x="382" y="1550"/>
                    <a:pt x="381" y="1549"/>
                  </a:cubicBezTo>
                  <a:cubicBezTo>
                    <a:pt x="378" y="1547"/>
                    <a:pt x="375" y="1547"/>
                    <a:pt x="372" y="1547"/>
                  </a:cubicBezTo>
                  <a:cubicBezTo>
                    <a:pt x="369" y="1547"/>
                    <a:pt x="367" y="1547"/>
                    <a:pt x="364" y="1549"/>
                  </a:cubicBezTo>
                  <a:cubicBezTo>
                    <a:pt x="361" y="1550"/>
                    <a:pt x="359" y="1552"/>
                    <a:pt x="358" y="1555"/>
                  </a:cubicBezTo>
                  <a:cubicBezTo>
                    <a:pt x="357" y="1557"/>
                    <a:pt x="356" y="1559"/>
                    <a:pt x="356" y="1562"/>
                  </a:cubicBezTo>
                  <a:lnTo>
                    <a:pt x="356" y="1563"/>
                  </a:lnTo>
                  <a:cubicBezTo>
                    <a:pt x="356" y="1568"/>
                    <a:pt x="354" y="1574"/>
                    <a:pt x="352" y="1580"/>
                  </a:cubicBezTo>
                  <a:cubicBezTo>
                    <a:pt x="352" y="1578"/>
                    <a:pt x="351" y="1577"/>
                    <a:pt x="350" y="1575"/>
                  </a:cubicBezTo>
                  <a:cubicBezTo>
                    <a:pt x="349" y="1573"/>
                    <a:pt x="347" y="1571"/>
                    <a:pt x="345" y="1570"/>
                  </a:cubicBezTo>
                  <a:cubicBezTo>
                    <a:pt x="342" y="1568"/>
                    <a:pt x="340" y="1568"/>
                    <a:pt x="337" y="1568"/>
                  </a:cubicBezTo>
                  <a:cubicBezTo>
                    <a:pt x="334" y="1568"/>
                    <a:pt x="331" y="1568"/>
                    <a:pt x="329" y="1570"/>
                  </a:cubicBezTo>
                  <a:cubicBezTo>
                    <a:pt x="326" y="1571"/>
                    <a:pt x="325" y="1573"/>
                    <a:pt x="324" y="1575"/>
                  </a:cubicBezTo>
                  <a:cubicBezTo>
                    <a:pt x="322" y="1577"/>
                    <a:pt x="322" y="1580"/>
                    <a:pt x="321" y="1582"/>
                  </a:cubicBezTo>
                  <a:lnTo>
                    <a:pt x="298" y="1590"/>
                  </a:lnTo>
                  <a:cubicBezTo>
                    <a:pt x="296" y="1584"/>
                    <a:pt x="295" y="1579"/>
                    <a:pt x="291" y="1573"/>
                  </a:cubicBezTo>
                  <a:cubicBezTo>
                    <a:pt x="289" y="1571"/>
                    <a:pt x="287" y="1568"/>
                    <a:pt x="285" y="1565"/>
                  </a:cubicBezTo>
                  <a:cubicBezTo>
                    <a:pt x="295" y="1562"/>
                    <a:pt x="304" y="1558"/>
                    <a:pt x="313" y="1553"/>
                  </a:cubicBezTo>
                  <a:cubicBezTo>
                    <a:pt x="314" y="1552"/>
                    <a:pt x="315" y="1552"/>
                    <a:pt x="316" y="1551"/>
                  </a:cubicBezTo>
                  <a:cubicBezTo>
                    <a:pt x="342" y="1537"/>
                    <a:pt x="368" y="1524"/>
                    <a:pt x="395" y="1511"/>
                  </a:cubicBezTo>
                  <a:cubicBezTo>
                    <a:pt x="397" y="1510"/>
                    <a:pt x="398" y="1509"/>
                    <a:pt x="400" y="1508"/>
                  </a:cubicBezTo>
                  <a:lnTo>
                    <a:pt x="401" y="1507"/>
                  </a:lnTo>
                  <a:cubicBezTo>
                    <a:pt x="440" y="1488"/>
                    <a:pt x="477" y="1470"/>
                    <a:pt x="513" y="1448"/>
                  </a:cubicBezTo>
                  <a:cubicBezTo>
                    <a:pt x="508" y="1455"/>
                    <a:pt x="505" y="1468"/>
                    <a:pt x="495" y="1468"/>
                  </a:cubicBezTo>
                  <a:cubicBezTo>
                    <a:pt x="495" y="1468"/>
                    <a:pt x="494" y="1469"/>
                    <a:pt x="495" y="1469"/>
                  </a:cubicBezTo>
                  <a:cubicBezTo>
                    <a:pt x="506" y="1471"/>
                    <a:pt x="510" y="1457"/>
                    <a:pt x="516" y="1450"/>
                  </a:cubicBezTo>
                  <a:cubicBezTo>
                    <a:pt x="517" y="1448"/>
                    <a:pt x="516" y="1447"/>
                    <a:pt x="514" y="1448"/>
                  </a:cubicBezTo>
                  <a:cubicBezTo>
                    <a:pt x="522" y="1443"/>
                    <a:pt x="531" y="1438"/>
                    <a:pt x="539" y="1433"/>
                  </a:cubicBezTo>
                  <a:cubicBezTo>
                    <a:pt x="547" y="1427"/>
                    <a:pt x="559" y="1420"/>
                    <a:pt x="568" y="1413"/>
                  </a:cubicBezTo>
                  <a:cubicBezTo>
                    <a:pt x="562" y="1420"/>
                    <a:pt x="555" y="1426"/>
                    <a:pt x="547" y="1430"/>
                  </a:cubicBezTo>
                  <a:cubicBezTo>
                    <a:pt x="541" y="1433"/>
                    <a:pt x="535" y="1436"/>
                    <a:pt x="529" y="1438"/>
                  </a:cubicBezTo>
                  <a:cubicBezTo>
                    <a:pt x="523" y="1440"/>
                    <a:pt x="529" y="1439"/>
                    <a:pt x="529" y="1439"/>
                  </a:cubicBezTo>
                  <a:cubicBezTo>
                    <a:pt x="546" y="1439"/>
                    <a:pt x="560" y="1422"/>
                    <a:pt x="573" y="1410"/>
                  </a:cubicBezTo>
                  <a:cubicBezTo>
                    <a:pt x="589" y="1399"/>
                    <a:pt x="605" y="1388"/>
                    <a:pt x="621" y="1376"/>
                  </a:cubicBezTo>
                  <a:cubicBezTo>
                    <a:pt x="617" y="1382"/>
                    <a:pt x="614" y="1387"/>
                    <a:pt x="610" y="1392"/>
                  </a:cubicBezTo>
                  <a:cubicBezTo>
                    <a:pt x="606" y="1397"/>
                    <a:pt x="610" y="1400"/>
                    <a:pt x="614" y="1397"/>
                  </a:cubicBezTo>
                  <a:cubicBezTo>
                    <a:pt x="627" y="1388"/>
                    <a:pt x="638" y="1377"/>
                    <a:pt x="647" y="1365"/>
                  </a:cubicBezTo>
                  <a:cubicBezTo>
                    <a:pt x="660" y="1348"/>
                    <a:pt x="680" y="1345"/>
                    <a:pt x="695" y="1334"/>
                  </a:cubicBezTo>
                  <a:cubicBezTo>
                    <a:pt x="703" y="1329"/>
                    <a:pt x="713" y="1324"/>
                    <a:pt x="715" y="1313"/>
                  </a:cubicBezTo>
                  <a:cubicBezTo>
                    <a:pt x="715" y="1309"/>
                    <a:pt x="715" y="1306"/>
                    <a:pt x="715" y="1303"/>
                  </a:cubicBezTo>
                  <a:cubicBezTo>
                    <a:pt x="715" y="1299"/>
                    <a:pt x="715" y="1296"/>
                    <a:pt x="715" y="1293"/>
                  </a:cubicBezTo>
                  <a:cubicBezTo>
                    <a:pt x="720" y="1299"/>
                    <a:pt x="725" y="1304"/>
                    <a:pt x="732" y="1309"/>
                  </a:cubicBezTo>
                  <a:cubicBezTo>
                    <a:pt x="734" y="1311"/>
                    <a:pt x="737" y="1313"/>
                    <a:pt x="741" y="1315"/>
                  </a:cubicBezTo>
                  <a:cubicBezTo>
                    <a:pt x="747" y="1318"/>
                    <a:pt x="753" y="1321"/>
                    <a:pt x="760" y="1324"/>
                  </a:cubicBezTo>
                  <a:cubicBezTo>
                    <a:pt x="752" y="1327"/>
                    <a:pt x="745" y="1331"/>
                    <a:pt x="738" y="1335"/>
                  </a:cubicBezTo>
                  <a:cubicBezTo>
                    <a:pt x="711" y="1350"/>
                    <a:pt x="687" y="1372"/>
                    <a:pt x="669" y="1397"/>
                  </a:cubicBezTo>
                  <a:cubicBezTo>
                    <a:pt x="668" y="1399"/>
                    <a:pt x="666" y="1401"/>
                    <a:pt x="665" y="1403"/>
                  </a:cubicBezTo>
                  <a:cubicBezTo>
                    <a:pt x="664" y="1405"/>
                    <a:pt x="663" y="1407"/>
                    <a:pt x="662" y="1409"/>
                  </a:cubicBezTo>
                  <a:cubicBezTo>
                    <a:pt x="661" y="1415"/>
                    <a:pt x="660" y="1420"/>
                    <a:pt x="657" y="1425"/>
                  </a:cubicBezTo>
                  <a:cubicBezTo>
                    <a:pt x="655" y="1428"/>
                    <a:pt x="653" y="1431"/>
                    <a:pt x="651" y="1433"/>
                  </a:cubicBezTo>
                  <a:cubicBezTo>
                    <a:pt x="653" y="1431"/>
                    <a:pt x="655" y="1428"/>
                    <a:pt x="657" y="1425"/>
                  </a:cubicBezTo>
                  <a:cubicBezTo>
                    <a:pt x="657" y="1424"/>
                    <a:pt x="657" y="1423"/>
                    <a:pt x="658" y="1422"/>
                  </a:cubicBezTo>
                  <a:cubicBezTo>
                    <a:pt x="661" y="1415"/>
                    <a:pt x="651" y="1407"/>
                    <a:pt x="646" y="1414"/>
                  </a:cubicBezTo>
                  <a:cubicBezTo>
                    <a:pt x="639" y="1423"/>
                    <a:pt x="631" y="1432"/>
                    <a:pt x="621" y="1439"/>
                  </a:cubicBezTo>
                  <a:cubicBezTo>
                    <a:pt x="597" y="1435"/>
                    <a:pt x="596" y="1460"/>
                    <a:pt x="575" y="1462"/>
                  </a:cubicBezTo>
                  <a:cubicBezTo>
                    <a:pt x="567" y="1462"/>
                    <a:pt x="563" y="1470"/>
                    <a:pt x="562" y="1477"/>
                  </a:cubicBezTo>
                  <a:cubicBezTo>
                    <a:pt x="563" y="1488"/>
                    <a:pt x="558" y="1492"/>
                    <a:pt x="546" y="1487"/>
                  </a:cubicBezTo>
                  <a:cubicBezTo>
                    <a:pt x="545" y="1486"/>
                    <a:pt x="544" y="1485"/>
                    <a:pt x="542" y="1484"/>
                  </a:cubicBezTo>
                  <a:cubicBezTo>
                    <a:pt x="540" y="1482"/>
                    <a:pt x="537" y="1482"/>
                    <a:pt x="534" y="1482"/>
                  </a:cubicBezTo>
                  <a:cubicBezTo>
                    <a:pt x="531" y="1482"/>
                    <a:pt x="529" y="1482"/>
                    <a:pt x="526" y="1484"/>
                  </a:cubicBezTo>
                  <a:cubicBezTo>
                    <a:pt x="523" y="1485"/>
                    <a:pt x="521" y="1487"/>
                    <a:pt x="519" y="1490"/>
                  </a:cubicBezTo>
                  <a:cubicBezTo>
                    <a:pt x="519" y="1491"/>
                    <a:pt x="518" y="1492"/>
                    <a:pt x="518" y="1493"/>
                  </a:cubicBezTo>
                  <a:cubicBezTo>
                    <a:pt x="517" y="1509"/>
                    <a:pt x="506" y="1516"/>
                    <a:pt x="485" y="1513"/>
                  </a:cubicBezTo>
                  <a:cubicBezTo>
                    <a:pt x="484" y="1513"/>
                    <a:pt x="483" y="1513"/>
                    <a:pt x="481" y="1513"/>
                  </a:cubicBezTo>
                  <a:cubicBezTo>
                    <a:pt x="478" y="1513"/>
                    <a:pt x="476" y="1513"/>
                    <a:pt x="473" y="1515"/>
                  </a:cubicBezTo>
                  <a:cubicBezTo>
                    <a:pt x="470" y="1516"/>
                    <a:pt x="468" y="1518"/>
                    <a:pt x="467" y="1521"/>
                  </a:cubicBezTo>
                  <a:cubicBezTo>
                    <a:pt x="466" y="1522"/>
                    <a:pt x="466" y="1523"/>
                    <a:pt x="465" y="1525"/>
                  </a:cubicBezTo>
                  <a:lnTo>
                    <a:pt x="464" y="1524"/>
                  </a:lnTo>
                  <a:moveTo>
                    <a:pt x="484" y="1650"/>
                  </a:moveTo>
                  <a:cubicBezTo>
                    <a:pt x="477" y="1656"/>
                    <a:pt x="471" y="1663"/>
                    <a:pt x="467" y="1671"/>
                  </a:cubicBezTo>
                  <a:cubicBezTo>
                    <a:pt x="462" y="1679"/>
                    <a:pt x="459" y="1687"/>
                    <a:pt x="457" y="1695"/>
                  </a:cubicBezTo>
                  <a:cubicBezTo>
                    <a:pt x="450" y="1684"/>
                    <a:pt x="447" y="1670"/>
                    <a:pt x="447" y="1656"/>
                  </a:cubicBezTo>
                  <a:cubicBezTo>
                    <a:pt x="447" y="1643"/>
                    <a:pt x="450" y="1629"/>
                    <a:pt x="457" y="1617"/>
                  </a:cubicBezTo>
                  <a:cubicBezTo>
                    <a:pt x="464" y="1605"/>
                    <a:pt x="474" y="1595"/>
                    <a:pt x="486" y="1588"/>
                  </a:cubicBezTo>
                  <a:cubicBezTo>
                    <a:pt x="487" y="1587"/>
                    <a:pt x="489" y="1587"/>
                    <a:pt x="490" y="1586"/>
                  </a:cubicBezTo>
                  <a:cubicBezTo>
                    <a:pt x="491" y="1586"/>
                    <a:pt x="491" y="1585"/>
                    <a:pt x="492" y="1585"/>
                  </a:cubicBezTo>
                  <a:cubicBezTo>
                    <a:pt x="494" y="1584"/>
                    <a:pt x="496" y="1582"/>
                    <a:pt x="498" y="1581"/>
                  </a:cubicBezTo>
                  <a:cubicBezTo>
                    <a:pt x="506" y="1584"/>
                    <a:pt x="515" y="1588"/>
                    <a:pt x="523" y="1593"/>
                  </a:cubicBezTo>
                  <a:cubicBezTo>
                    <a:pt x="528" y="1596"/>
                    <a:pt x="533" y="1599"/>
                    <a:pt x="539" y="1603"/>
                  </a:cubicBezTo>
                  <a:cubicBezTo>
                    <a:pt x="532" y="1605"/>
                    <a:pt x="526" y="1608"/>
                    <a:pt x="520" y="1611"/>
                  </a:cubicBezTo>
                  <a:cubicBezTo>
                    <a:pt x="508" y="1618"/>
                    <a:pt x="496" y="1629"/>
                    <a:pt x="489" y="1642"/>
                  </a:cubicBezTo>
                  <a:cubicBezTo>
                    <a:pt x="487" y="1645"/>
                    <a:pt x="486" y="1647"/>
                    <a:pt x="485" y="1650"/>
                  </a:cubicBezTo>
                  <a:lnTo>
                    <a:pt x="484" y="1650"/>
                  </a:lnTo>
                  <a:moveTo>
                    <a:pt x="1113" y="1429"/>
                  </a:moveTo>
                  <a:cubicBezTo>
                    <a:pt x="1113" y="1429"/>
                    <a:pt x="1112" y="1430"/>
                    <a:pt x="1111" y="1431"/>
                  </a:cubicBezTo>
                  <a:cubicBezTo>
                    <a:pt x="1110" y="1432"/>
                    <a:pt x="1111" y="1432"/>
                    <a:pt x="1111" y="1433"/>
                  </a:cubicBezTo>
                  <a:cubicBezTo>
                    <a:pt x="1112" y="1430"/>
                    <a:pt x="1073" y="1469"/>
                    <a:pt x="1073" y="1442"/>
                  </a:cubicBezTo>
                  <a:cubicBezTo>
                    <a:pt x="1073" y="1439"/>
                    <a:pt x="1072" y="1435"/>
                    <a:pt x="1070" y="1432"/>
                  </a:cubicBezTo>
                  <a:cubicBezTo>
                    <a:pt x="1068" y="1429"/>
                    <a:pt x="1066" y="1427"/>
                    <a:pt x="1063" y="1425"/>
                  </a:cubicBezTo>
                  <a:cubicBezTo>
                    <a:pt x="1062" y="1424"/>
                    <a:pt x="1062" y="1425"/>
                    <a:pt x="1062" y="1424"/>
                  </a:cubicBezTo>
                  <a:cubicBezTo>
                    <a:pt x="1077" y="1426"/>
                    <a:pt x="1097" y="1426"/>
                    <a:pt x="1115" y="1429"/>
                  </a:cubicBezTo>
                  <a:lnTo>
                    <a:pt x="1113" y="1429"/>
                  </a:lnTo>
                  <a:moveTo>
                    <a:pt x="1133" y="978"/>
                  </a:moveTo>
                  <a:cubicBezTo>
                    <a:pt x="1133" y="974"/>
                    <a:pt x="1132" y="970"/>
                    <a:pt x="1131" y="967"/>
                  </a:cubicBezTo>
                  <a:lnTo>
                    <a:pt x="1139" y="965"/>
                  </a:lnTo>
                  <a:cubicBezTo>
                    <a:pt x="1137" y="969"/>
                    <a:pt x="1135" y="974"/>
                    <a:pt x="1134" y="978"/>
                  </a:cubicBezTo>
                  <a:lnTo>
                    <a:pt x="1133" y="978"/>
                  </a:lnTo>
                  <a:moveTo>
                    <a:pt x="1153" y="791"/>
                  </a:moveTo>
                  <a:cubicBezTo>
                    <a:pt x="1151" y="793"/>
                    <a:pt x="1149" y="795"/>
                    <a:pt x="1148" y="797"/>
                  </a:cubicBezTo>
                  <a:cubicBezTo>
                    <a:pt x="1146" y="800"/>
                    <a:pt x="1145" y="803"/>
                    <a:pt x="1145" y="807"/>
                  </a:cubicBezTo>
                  <a:cubicBezTo>
                    <a:pt x="1145" y="810"/>
                    <a:pt x="1146" y="814"/>
                    <a:pt x="1148" y="817"/>
                  </a:cubicBezTo>
                  <a:cubicBezTo>
                    <a:pt x="1149" y="819"/>
                    <a:pt x="1151" y="821"/>
                    <a:pt x="1154" y="823"/>
                  </a:cubicBezTo>
                  <a:cubicBezTo>
                    <a:pt x="1173" y="836"/>
                    <a:pt x="1151" y="850"/>
                    <a:pt x="1139" y="859"/>
                  </a:cubicBezTo>
                  <a:cubicBezTo>
                    <a:pt x="1137" y="860"/>
                    <a:pt x="1135" y="862"/>
                    <a:pt x="1134" y="865"/>
                  </a:cubicBezTo>
                  <a:cubicBezTo>
                    <a:pt x="1132" y="868"/>
                    <a:pt x="1131" y="871"/>
                    <a:pt x="1131" y="875"/>
                  </a:cubicBezTo>
                  <a:cubicBezTo>
                    <a:pt x="1131" y="878"/>
                    <a:pt x="1132" y="881"/>
                    <a:pt x="1134" y="884"/>
                  </a:cubicBezTo>
                  <a:cubicBezTo>
                    <a:pt x="1135" y="887"/>
                    <a:pt x="1137" y="889"/>
                    <a:pt x="1139" y="890"/>
                  </a:cubicBezTo>
                  <a:cubicBezTo>
                    <a:pt x="1141" y="893"/>
                    <a:pt x="1144" y="895"/>
                    <a:pt x="1147" y="897"/>
                  </a:cubicBezTo>
                  <a:cubicBezTo>
                    <a:pt x="1147" y="897"/>
                    <a:pt x="1148" y="898"/>
                    <a:pt x="1149" y="898"/>
                  </a:cubicBezTo>
                  <a:cubicBezTo>
                    <a:pt x="1169" y="904"/>
                    <a:pt x="1137" y="926"/>
                    <a:pt x="1127" y="929"/>
                  </a:cubicBezTo>
                  <a:cubicBezTo>
                    <a:pt x="1117" y="930"/>
                    <a:pt x="1107" y="933"/>
                    <a:pt x="1098" y="939"/>
                  </a:cubicBezTo>
                  <a:cubicBezTo>
                    <a:pt x="1097" y="939"/>
                    <a:pt x="1095" y="941"/>
                    <a:pt x="1094" y="942"/>
                  </a:cubicBezTo>
                  <a:cubicBezTo>
                    <a:pt x="1092" y="943"/>
                    <a:pt x="1089" y="945"/>
                    <a:pt x="1088" y="947"/>
                  </a:cubicBezTo>
                  <a:cubicBezTo>
                    <a:pt x="1086" y="950"/>
                    <a:pt x="1086" y="954"/>
                    <a:pt x="1086" y="957"/>
                  </a:cubicBezTo>
                  <a:cubicBezTo>
                    <a:pt x="1086" y="960"/>
                    <a:pt x="1086" y="963"/>
                    <a:pt x="1087" y="965"/>
                  </a:cubicBezTo>
                  <a:cubicBezTo>
                    <a:pt x="1107" y="1003"/>
                    <a:pt x="1050" y="1010"/>
                    <a:pt x="1046" y="1040"/>
                  </a:cubicBezTo>
                  <a:cubicBezTo>
                    <a:pt x="1046" y="1041"/>
                    <a:pt x="1046" y="1041"/>
                    <a:pt x="1046" y="1042"/>
                  </a:cubicBezTo>
                  <a:cubicBezTo>
                    <a:pt x="1046" y="1048"/>
                    <a:pt x="1048" y="1054"/>
                    <a:pt x="1051" y="1059"/>
                  </a:cubicBezTo>
                  <a:cubicBezTo>
                    <a:pt x="1052" y="1061"/>
                    <a:pt x="1053" y="1062"/>
                    <a:pt x="1054" y="1063"/>
                  </a:cubicBezTo>
                  <a:cubicBezTo>
                    <a:pt x="1075" y="1091"/>
                    <a:pt x="1043" y="1109"/>
                    <a:pt x="1020" y="1122"/>
                  </a:cubicBezTo>
                  <a:cubicBezTo>
                    <a:pt x="1019" y="1123"/>
                    <a:pt x="1018" y="1123"/>
                    <a:pt x="1017" y="1124"/>
                  </a:cubicBezTo>
                  <a:cubicBezTo>
                    <a:pt x="1014" y="1126"/>
                    <a:pt x="1011" y="1128"/>
                    <a:pt x="1010" y="1131"/>
                  </a:cubicBezTo>
                  <a:cubicBezTo>
                    <a:pt x="1008" y="1134"/>
                    <a:pt x="1008" y="1137"/>
                    <a:pt x="1008" y="1141"/>
                  </a:cubicBezTo>
                  <a:cubicBezTo>
                    <a:pt x="1008" y="1144"/>
                    <a:pt x="1008" y="1148"/>
                    <a:pt x="1010" y="1151"/>
                  </a:cubicBezTo>
                  <a:cubicBezTo>
                    <a:pt x="1011" y="1153"/>
                    <a:pt x="1014" y="1155"/>
                    <a:pt x="1016" y="1157"/>
                  </a:cubicBezTo>
                  <a:cubicBezTo>
                    <a:pt x="1044" y="1177"/>
                    <a:pt x="1000" y="1186"/>
                    <a:pt x="985" y="1199"/>
                  </a:cubicBezTo>
                  <a:cubicBezTo>
                    <a:pt x="984" y="1200"/>
                    <a:pt x="983" y="1201"/>
                    <a:pt x="982" y="1203"/>
                  </a:cubicBezTo>
                  <a:cubicBezTo>
                    <a:pt x="980" y="1206"/>
                    <a:pt x="979" y="1209"/>
                    <a:pt x="979" y="1213"/>
                  </a:cubicBezTo>
                  <a:cubicBezTo>
                    <a:pt x="979" y="1216"/>
                    <a:pt x="980" y="1220"/>
                    <a:pt x="982" y="1223"/>
                  </a:cubicBezTo>
                  <a:cubicBezTo>
                    <a:pt x="982" y="1224"/>
                    <a:pt x="983" y="1225"/>
                    <a:pt x="983" y="1225"/>
                  </a:cubicBezTo>
                  <a:cubicBezTo>
                    <a:pt x="994" y="1242"/>
                    <a:pt x="973" y="1270"/>
                    <a:pt x="964" y="1283"/>
                  </a:cubicBezTo>
                  <a:cubicBezTo>
                    <a:pt x="955" y="1296"/>
                    <a:pt x="964" y="1324"/>
                    <a:pt x="970" y="1342"/>
                  </a:cubicBezTo>
                  <a:cubicBezTo>
                    <a:pt x="968" y="1347"/>
                    <a:pt x="967" y="1353"/>
                    <a:pt x="967" y="1359"/>
                  </a:cubicBezTo>
                  <a:cubicBezTo>
                    <a:pt x="967" y="1361"/>
                    <a:pt x="967" y="1364"/>
                    <a:pt x="968" y="1367"/>
                  </a:cubicBezTo>
                  <a:cubicBezTo>
                    <a:pt x="969" y="1372"/>
                    <a:pt x="971" y="1378"/>
                    <a:pt x="973" y="1383"/>
                  </a:cubicBezTo>
                  <a:cubicBezTo>
                    <a:pt x="977" y="1390"/>
                    <a:pt x="983" y="1396"/>
                    <a:pt x="990" y="1400"/>
                  </a:cubicBezTo>
                  <a:cubicBezTo>
                    <a:pt x="992" y="1401"/>
                    <a:pt x="994" y="1402"/>
                    <a:pt x="996" y="1402"/>
                  </a:cubicBezTo>
                  <a:cubicBezTo>
                    <a:pt x="1014" y="1410"/>
                    <a:pt x="1033" y="1417"/>
                    <a:pt x="1052" y="1423"/>
                  </a:cubicBezTo>
                  <a:cubicBezTo>
                    <a:pt x="1049" y="1423"/>
                    <a:pt x="1046" y="1423"/>
                    <a:pt x="1043" y="1425"/>
                  </a:cubicBezTo>
                  <a:cubicBezTo>
                    <a:pt x="1040" y="1426"/>
                    <a:pt x="1039" y="1428"/>
                    <a:pt x="1038" y="1431"/>
                  </a:cubicBezTo>
                  <a:cubicBezTo>
                    <a:pt x="1036" y="1433"/>
                    <a:pt x="1035" y="1437"/>
                    <a:pt x="1035" y="1439"/>
                  </a:cubicBezTo>
                  <a:cubicBezTo>
                    <a:pt x="1035" y="1440"/>
                    <a:pt x="1035" y="1440"/>
                    <a:pt x="1035" y="1440"/>
                  </a:cubicBezTo>
                  <a:cubicBezTo>
                    <a:pt x="1033" y="1445"/>
                    <a:pt x="1029" y="1448"/>
                    <a:pt x="1024" y="1451"/>
                  </a:cubicBezTo>
                  <a:cubicBezTo>
                    <a:pt x="1019" y="1454"/>
                    <a:pt x="1014" y="1455"/>
                    <a:pt x="1008" y="1455"/>
                  </a:cubicBezTo>
                  <a:cubicBezTo>
                    <a:pt x="1007" y="1455"/>
                    <a:pt x="1006" y="1455"/>
                    <a:pt x="1005" y="1455"/>
                  </a:cubicBezTo>
                  <a:cubicBezTo>
                    <a:pt x="993" y="1455"/>
                    <a:pt x="994" y="1450"/>
                    <a:pt x="990" y="1457"/>
                  </a:cubicBezTo>
                  <a:cubicBezTo>
                    <a:pt x="991" y="1454"/>
                    <a:pt x="992" y="1451"/>
                    <a:pt x="992" y="1448"/>
                  </a:cubicBezTo>
                  <a:cubicBezTo>
                    <a:pt x="992" y="1445"/>
                    <a:pt x="990" y="1441"/>
                    <a:pt x="989" y="1439"/>
                  </a:cubicBezTo>
                  <a:cubicBezTo>
                    <a:pt x="987" y="1436"/>
                    <a:pt x="985" y="1434"/>
                    <a:pt x="983" y="1433"/>
                  </a:cubicBezTo>
                  <a:cubicBezTo>
                    <a:pt x="980" y="1431"/>
                    <a:pt x="976" y="1430"/>
                    <a:pt x="973" y="1430"/>
                  </a:cubicBezTo>
                  <a:cubicBezTo>
                    <a:pt x="969" y="1430"/>
                    <a:pt x="967" y="1431"/>
                    <a:pt x="964" y="1433"/>
                  </a:cubicBezTo>
                  <a:cubicBezTo>
                    <a:pt x="962" y="1434"/>
                    <a:pt x="960" y="1436"/>
                    <a:pt x="958" y="1439"/>
                  </a:cubicBezTo>
                  <a:cubicBezTo>
                    <a:pt x="956" y="1441"/>
                    <a:pt x="902" y="1454"/>
                    <a:pt x="938" y="1412"/>
                  </a:cubicBezTo>
                  <a:cubicBezTo>
                    <a:pt x="952" y="1395"/>
                    <a:pt x="925" y="1377"/>
                    <a:pt x="912" y="1392"/>
                  </a:cubicBezTo>
                  <a:cubicBezTo>
                    <a:pt x="910" y="1394"/>
                    <a:pt x="909" y="1395"/>
                    <a:pt x="907" y="1397"/>
                  </a:cubicBezTo>
                  <a:cubicBezTo>
                    <a:pt x="906" y="1396"/>
                    <a:pt x="906" y="1395"/>
                    <a:pt x="905" y="1394"/>
                  </a:cubicBezTo>
                  <a:cubicBezTo>
                    <a:pt x="903" y="1391"/>
                    <a:pt x="900" y="1389"/>
                    <a:pt x="897" y="1387"/>
                  </a:cubicBezTo>
                  <a:cubicBezTo>
                    <a:pt x="893" y="1385"/>
                    <a:pt x="889" y="1383"/>
                    <a:pt x="884" y="1383"/>
                  </a:cubicBezTo>
                  <a:cubicBezTo>
                    <a:pt x="882" y="1383"/>
                    <a:pt x="879" y="1384"/>
                    <a:pt x="877" y="1385"/>
                  </a:cubicBezTo>
                  <a:cubicBezTo>
                    <a:pt x="875" y="1385"/>
                    <a:pt x="873" y="1385"/>
                    <a:pt x="872" y="1386"/>
                  </a:cubicBezTo>
                  <a:cubicBezTo>
                    <a:pt x="870" y="1387"/>
                    <a:pt x="869" y="1388"/>
                    <a:pt x="868" y="1390"/>
                  </a:cubicBezTo>
                  <a:cubicBezTo>
                    <a:pt x="865" y="1389"/>
                    <a:pt x="862" y="1388"/>
                    <a:pt x="859" y="1388"/>
                  </a:cubicBezTo>
                  <a:cubicBezTo>
                    <a:pt x="849" y="1384"/>
                    <a:pt x="850" y="1363"/>
                    <a:pt x="848" y="1355"/>
                  </a:cubicBezTo>
                  <a:cubicBezTo>
                    <a:pt x="848" y="1354"/>
                    <a:pt x="847" y="1353"/>
                    <a:pt x="847" y="1352"/>
                  </a:cubicBezTo>
                  <a:cubicBezTo>
                    <a:pt x="846" y="1350"/>
                    <a:pt x="844" y="1349"/>
                    <a:pt x="843" y="1348"/>
                  </a:cubicBezTo>
                  <a:cubicBezTo>
                    <a:pt x="841" y="1347"/>
                    <a:pt x="839" y="1347"/>
                    <a:pt x="838" y="1347"/>
                  </a:cubicBezTo>
                  <a:cubicBezTo>
                    <a:pt x="836" y="1347"/>
                    <a:pt x="835" y="1347"/>
                    <a:pt x="833" y="1348"/>
                  </a:cubicBezTo>
                  <a:cubicBezTo>
                    <a:pt x="832" y="1349"/>
                    <a:pt x="831" y="1350"/>
                    <a:pt x="830" y="1351"/>
                  </a:cubicBezTo>
                  <a:cubicBezTo>
                    <a:pt x="829" y="1350"/>
                    <a:pt x="828" y="1350"/>
                    <a:pt x="827" y="1350"/>
                  </a:cubicBezTo>
                  <a:cubicBezTo>
                    <a:pt x="824" y="1350"/>
                    <a:pt x="822" y="1350"/>
                    <a:pt x="819" y="1352"/>
                  </a:cubicBezTo>
                  <a:cubicBezTo>
                    <a:pt x="816" y="1353"/>
                    <a:pt x="815" y="1356"/>
                    <a:pt x="814" y="1358"/>
                  </a:cubicBezTo>
                  <a:cubicBezTo>
                    <a:pt x="813" y="1360"/>
                    <a:pt x="812" y="1362"/>
                    <a:pt x="812" y="1364"/>
                  </a:cubicBezTo>
                  <a:cubicBezTo>
                    <a:pt x="812" y="1384"/>
                    <a:pt x="812" y="1394"/>
                    <a:pt x="798" y="1406"/>
                  </a:cubicBezTo>
                  <a:cubicBezTo>
                    <a:pt x="791" y="1412"/>
                    <a:pt x="790" y="1434"/>
                    <a:pt x="775" y="1430"/>
                  </a:cubicBezTo>
                  <a:cubicBezTo>
                    <a:pt x="774" y="1429"/>
                    <a:pt x="772" y="1429"/>
                    <a:pt x="770" y="1429"/>
                  </a:cubicBezTo>
                  <a:cubicBezTo>
                    <a:pt x="767" y="1429"/>
                    <a:pt x="764" y="1429"/>
                    <a:pt x="761" y="1431"/>
                  </a:cubicBezTo>
                  <a:cubicBezTo>
                    <a:pt x="758" y="1432"/>
                    <a:pt x="756" y="1435"/>
                    <a:pt x="754" y="1438"/>
                  </a:cubicBezTo>
                  <a:cubicBezTo>
                    <a:pt x="753" y="1440"/>
                    <a:pt x="752" y="1443"/>
                    <a:pt x="752" y="1446"/>
                  </a:cubicBezTo>
                  <a:cubicBezTo>
                    <a:pt x="754" y="1459"/>
                    <a:pt x="747" y="1463"/>
                    <a:pt x="730" y="1459"/>
                  </a:cubicBezTo>
                  <a:cubicBezTo>
                    <a:pt x="729" y="1458"/>
                    <a:pt x="727" y="1458"/>
                    <a:pt x="726" y="1458"/>
                  </a:cubicBezTo>
                  <a:cubicBezTo>
                    <a:pt x="723" y="1458"/>
                    <a:pt x="720" y="1459"/>
                    <a:pt x="717" y="1461"/>
                  </a:cubicBezTo>
                  <a:cubicBezTo>
                    <a:pt x="714" y="1462"/>
                    <a:pt x="712" y="1464"/>
                    <a:pt x="710" y="1467"/>
                  </a:cubicBezTo>
                  <a:cubicBezTo>
                    <a:pt x="708" y="1470"/>
                    <a:pt x="708" y="1473"/>
                    <a:pt x="708" y="1476"/>
                  </a:cubicBezTo>
                  <a:cubicBezTo>
                    <a:pt x="706" y="1514"/>
                    <a:pt x="674" y="1493"/>
                    <a:pt x="660" y="1516"/>
                  </a:cubicBezTo>
                  <a:lnTo>
                    <a:pt x="659" y="1516"/>
                  </a:lnTo>
                  <a:cubicBezTo>
                    <a:pt x="655" y="1524"/>
                    <a:pt x="652" y="1533"/>
                    <a:pt x="651" y="1542"/>
                  </a:cubicBezTo>
                  <a:cubicBezTo>
                    <a:pt x="651" y="1547"/>
                    <a:pt x="625" y="1546"/>
                    <a:pt x="619" y="1547"/>
                  </a:cubicBezTo>
                  <a:cubicBezTo>
                    <a:pt x="617" y="1547"/>
                    <a:pt x="615" y="1548"/>
                    <a:pt x="614" y="1549"/>
                  </a:cubicBezTo>
                  <a:cubicBezTo>
                    <a:pt x="611" y="1551"/>
                    <a:pt x="609" y="1553"/>
                    <a:pt x="607" y="1556"/>
                  </a:cubicBezTo>
                  <a:cubicBezTo>
                    <a:pt x="607" y="1556"/>
                    <a:pt x="606" y="1557"/>
                    <a:pt x="606" y="1558"/>
                  </a:cubicBezTo>
                  <a:cubicBezTo>
                    <a:pt x="605" y="1565"/>
                    <a:pt x="602" y="1572"/>
                    <a:pt x="599" y="1577"/>
                  </a:cubicBezTo>
                  <a:cubicBezTo>
                    <a:pt x="598" y="1579"/>
                    <a:pt x="597" y="1581"/>
                    <a:pt x="595" y="1583"/>
                  </a:cubicBezTo>
                  <a:cubicBezTo>
                    <a:pt x="591" y="1586"/>
                    <a:pt x="587" y="1589"/>
                    <a:pt x="583" y="1592"/>
                  </a:cubicBezTo>
                  <a:cubicBezTo>
                    <a:pt x="578" y="1594"/>
                    <a:pt x="573" y="1595"/>
                    <a:pt x="567" y="1596"/>
                  </a:cubicBezTo>
                  <a:cubicBezTo>
                    <a:pt x="565" y="1596"/>
                    <a:pt x="563" y="1597"/>
                    <a:pt x="561" y="1597"/>
                  </a:cubicBezTo>
                  <a:cubicBezTo>
                    <a:pt x="554" y="1586"/>
                    <a:pt x="544" y="1576"/>
                    <a:pt x="533" y="1570"/>
                  </a:cubicBezTo>
                  <a:cubicBezTo>
                    <a:pt x="528" y="1567"/>
                    <a:pt x="523" y="1565"/>
                    <a:pt x="518" y="1563"/>
                  </a:cubicBezTo>
                  <a:cubicBezTo>
                    <a:pt x="527" y="1558"/>
                    <a:pt x="535" y="1551"/>
                    <a:pt x="543" y="1544"/>
                  </a:cubicBezTo>
                  <a:cubicBezTo>
                    <a:pt x="553" y="1540"/>
                    <a:pt x="562" y="1536"/>
                    <a:pt x="571" y="1530"/>
                  </a:cubicBezTo>
                  <a:cubicBezTo>
                    <a:pt x="574" y="1528"/>
                    <a:pt x="578" y="1526"/>
                    <a:pt x="581" y="1524"/>
                  </a:cubicBezTo>
                  <a:cubicBezTo>
                    <a:pt x="589" y="1513"/>
                    <a:pt x="597" y="1502"/>
                    <a:pt x="603" y="1490"/>
                  </a:cubicBezTo>
                  <a:cubicBezTo>
                    <a:pt x="604" y="1488"/>
                    <a:pt x="605" y="1487"/>
                    <a:pt x="606" y="1485"/>
                  </a:cubicBezTo>
                  <a:cubicBezTo>
                    <a:pt x="614" y="1479"/>
                    <a:pt x="622" y="1473"/>
                    <a:pt x="630" y="1468"/>
                  </a:cubicBezTo>
                  <a:cubicBezTo>
                    <a:pt x="632" y="1466"/>
                    <a:pt x="633" y="1465"/>
                    <a:pt x="634" y="1463"/>
                  </a:cubicBezTo>
                  <a:cubicBezTo>
                    <a:pt x="635" y="1462"/>
                    <a:pt x="635" y="1461"/>
                    <a:pt x="635" y="1460"/>
                  </a:cubicBezTo>
                  <a:cubicBezTo>
                    <a:pt x="636" y="1460"/>
                    <a:pt x="637" y="1459"/>
                    <a:pt x="638" y="1459"/>
                  </a:cubicBezTo>
                  <a:cubicBezTo>
                    <a:pt x="645" y="1454"/>
                    <a:pt x="652" y="1449"/>
                    <a:pt x="658" y="1443"/>
                  </a:cubicBezTo>
                  <a:cubicBezTo>
                    <a:pt x="670" y="1431"/>
                    <a:pt x="669" y="1420"/>
                    <a:pt x="678" y="1405"/>
                  </a:cubicBezTo>
                  <a:cubicBezTo>
                    <a:pt x="702" y="1370"/>
                    <a:pt x="737" y="1355"/>
                    <a:pt x="768" y="1328"/>
                  </a:cubicBezTo>
                  <a:cubicBezTo>
                    <a:pt x="774" y="1330"/>
                    <a:pt x="779" y="1330"/>
                    <a:pt x="785" y="1330"/>
                  </a:cubicBezTo>
                  <a:cubicBezTo>
                    <a:pt x="794" y="1330"/>
                    <a:pt x="803" y="1328"/>
                    <a:pt x="812" y="1324"/>
                  </a:cubicBezTo>
                  <a:cubicBezTo>
                    <a:pt x="813" y="1323"/>
                    <a:pt x="814" y="1322"/>
                    <a:pt x="815" y="1321"/>
                  </a:cubicBezTo>
                  <a:cubicBezTo>
                    <a:pt x="815" y="1320"/>
                    <a:pt x="816" y="1319"/>
                    <a:pt x="816" y="1318"/>
                  </a:cubicBezTo>
                  <a:cubicBezTo>
                    <a:pt x="816" y="1317"/>
                    <a:pt x="815" y="1316"/>
                    <a:pt x="815" y="1315"/>
                  </a:cubicBezTo>
                  <a:cubicBezTo>
                    <a:pt x="814" y="1314"/>
                    <a:pt x="813" y="1313"/>
                    <a:pt x="812" y="1312"/>
                  </a:cubicBezTo>
                  <a:cubicBezTo>
                    <a:pt x="796" y="1303"/>
                    <a:pt x="776" y="1302"/>
                    <a:pt x="760" y="1294"/>
                  </a:cubicBezTo>
                  <a:cubicBezTo>
                    <a:pt x="757" y="1293"/>
                    <a:pt x="755" y="1292"/>
                    <a:pt x="753" y="1291"/>
                  </a:cubicBezTo>
                  <a:cubicBezTo>
                    <a:pt x="750" y="1289"/>
                    <a:pt x="747" y="1287"/>
                    <a:pt x="743" y="1284"/>
                  </a:cubicBezTo>
                  <a:cubicBezTo>
                    <a:pt x="736" y="1280"/>
                    <a:pt x="733" y="1272"/>
                    <a:pt x="726" y="1266"/>
                  </a:cubicBezTo>
                  <a:lnTo>
                    <a:pt x="725" y="1266"/>
                  </a:lnTo>
                  <a:cubicBezTo>
                    <a:pt x="730" y="1260"/>
                    <a:pt x="736" y="1253"/>
                    <a:pt x="740" y="1245"/>
                  </a:cubicBezTo>
                  <a:lnTo>
                    <a:pt x="741" y="1245"/>
                  </a:lnTo>
                  <a:cubicBezTo>
                    <a:pt x="747" y="1247"/>
                    <a:pt x="752" y="1250"/>
                    <a:pt x="757" y="1253"/>
                  </a:cubicBezTo>
                  <a:cubicBezTo>
                    <a:pt x="758" y="1254"/>
                    <a:pt x="760" y="1255"/>
                    <a:pt x="761" y="1255"/>
                  </a:cubicBezTo>
                  <a:cubicBezTo>
                    <a:pt x="769" y="1260"/>
                    <a:pt x="778" y="1262"/>
                    <a:pt x="787" y="1262"/>
                  </a:cubicBezTo>
                  <a:cubicBezTo>
                    <a:pt x="796" y="1262"/>
                    <a:pt x="805" y="1260"/>
                    <a:pt x="813" y="1255"/>
                  </a:cubicBezTo>
                  <a:cubicBezTo>
                    <a:pt x="814" y="1255"/>
                    <a:pt x="814" y="1254"/>
                    <a:pt x="815" y="1253"/>
                  </a:cubicBezTo>
                  <a:cubicBezTo>
                    <a:pt x="815" y="1252"/>
                    <a:pt x="816" y="1251"/>
                    <a:pt x="816" y="1250"/>
                  </a:cubicBezTo>
                  <a:cubicBezTo>
                    <a:pt x="816" y="1249"/>
                    <a:pt x="815" y="1248"/>
                    <a:pt x="815" y="1247"/>
                  </a:cubicBezTo>
                  <a:cubicBezTo>
                    <a:pt x="814" y="1246"/>
                    <a:pt x="814" y="1245"/>
                    <a:pt x="813" y="1245"/>
                  </a:cubicBezTo>
                  <a:cubicBezTo>
                    <a:pt x="799" y="1237"/>
                    <a:pt x="782" y="1239"/>
                    <a:pt x="768" y="1231"/>
                  </a:cubicBezTo>
                  <a:cubicBezTo>
                    <a:pt x="767" y="1230"/>
                    <a:pt x="766" y="1230"/>
                    <a:pt x="765" y="1229"/>
                  </a:cubicBezTo>
                  <a:cubicBezTo>
                    <a:pt x="761" y="1227"/>
                    <a:pt x="757" y="1225"/>
                    <a:pt x="752" y="1224"/>
                  </a:cubicBezTo>
                  <a:lnTo>
                    <a:pt x="750" y="1221"/>
                  </a:lnTo>
                  <a:cubicBezTo>
                    <a:pt x="751" y="1213"/>
                    <a:pt x="754" y="1206"/>
                    <a:pt x="758" y="1199"/>
                  </a:cubicBezTo>
                  <a:cubicBezTo>
                    <a:pt x="763" y="1190"/>
                    <a:pt x="770" y="1182"/>
                    <a:pt x="779" y="1177"/>
                  </a:cubicBezTo>
                  <a:cubicBezTo>
                    <a:pt x="780" y="1178"/>
                    <a:pt x="781" y="1178"/>
                    <a:pt x="782" y="1179"/>
                  </a:cubicBezTo>
                  <a:lnTo>
                    <a:pt x="783" y="1179"/>
                  </a:lnTo>
                  <a:cubicBezTo>
                    <a:pt x="784" y="1180"/>
                    <a:pt x="785" y="1180"/>
                    <a:pt x="786" y="1181"/>
                  </a:cubicBezTo>
                  <a:cubicBezTo>
                    <a:pt x="800" y="1189"/>
                    <a:pt x="816" y="1196"/>
                    <a:pt x="832" y="1202"/>
                  </a:cubicBezTo>
                  <a:cubicBezTo>
                    <a:pt x="838" y="1203"/>
                    <a:pt x="844" y="1204"/>
                    <a:pt x="851" y="1204"/>
                  </a:cubicBezTo>
                  <a:cubicBezTo>
                    <a:pt x="861" y="1204"/>
                    <a:pt x="872" y="1201"/>
                    <a:pt x="882" y="1197"/>
                  </a:cubicBezTo>
                  <a:cubicBezTo>
                    <a:pt x="883" y="1196"/>
                    <a:pt x="884" y="1197"/>
                    <a:pt x="885" y="1195"/>
                  </a:cubicBezTo>
                  <a:cubicBezTo>
                    <a:pt x="885" y="1193"/>
                    <a:pt x="886" y="1192"/>
                    <a:pt x="886" y="1191"/>
                  </a:cubicBezTo>
                  <a:cubicBezTo>
                    <a:pt x="886" y="1190"/>
                    <a:pt x="885" y="1189"/>
                    <a:pt x="885" y="1188"/>
                  </a:cubicBezTo>
                  <a:cubicBezTo>
                    <a:pt x="884" y="1187"/>
                    <a:pt x="883" y="1186"/>
                    <a:pt x="882" y="1185"/>
                  </a:cubicBezTo>
                  <a:cubicBezTo>
                    <a:pt x="862" y="1176"/>
                    <a:pt x="840" y="1179"/>
                    <a:pt x="821" y="1171"/>
                  </a:cubicBezTo>
                  <a:cubicBezTo>
                    <a:pt x="815" y="1169"/>
                    <a:pt x="810" y="1167"/>
                    <a:pt x="805" y="1165"/>
                  </a:cubicBezTo>
                  <a:cubicBezTo>
                    <a:pt x="806" y="1164"/>
                    <a:pt x="806" y="1163"/>
                    <a:pt x="807" y="1161"/>
                  </a:cubicBezTo>
                  <a:cubicBezTo>
                    <a:pt x="808" y="1158"/>
                    <a:pt x="810" y="1156"/>
                    <a:pt x="810" y="1153"/>
                  </a:cubicBezTo>
                  <a:cubicBezTo>
                    <a:pt x="810" y="1141"/>
                    <a:pt x="813" y="1129"/>
                    <a:pt x="820" y="1118"/>
                  </a:cubicBezTo>
                  <a:cubicBezTo>
                    <a:pt x="825" y="1109"/>
                    <a:pt x="831" y="1102"/>
                    <a:pt x="839" y="1096"/>
                  </a:cubicBezTo>
                  <a:cubicBezTo>
                    <a:pt x="850" y="1106"/>
                    <a:pt x="864" y="1107"/>
                    <a:pt x="876" y="1115"/>
                  </a:cubicBezTo>
                  <a:cubicBezTo>
                    <a:pt x="877" y="1117"/>
                    <a:pt x="879" y="1118"/>
                    <a:pt x="881" y="1120"/>
                  </a:cubicBezTo>
                  <a:cubicBezTo>
                    <a:pt x="886" y="1123"/>
                    <a:pt x="892" y="1124"/>
                    <a:pt x="898" y="1124"/>
                  </a:cubicBezTo>
                  <a:cubicBezTo>
                    <a:pt x="904" y="1124"/>
                    <a:pt x="910" y="1123"/>
                    <a:pt x="915" y="1120"/>
                  </a:cubicBezTo>
                  <a:cubicBezTo>
                    <a:pt x="916" y="1119"/>
                    <a:pt x="917" y="1118"/>
                    <a:pt x="918" y="1118"/>
                  </a:cubicBezTo>
                  <a:cubicBezTo>
                    <a:pt x="919" y="1117"/>
                    <a:pt x="919" y="1116"/>
                    <a:pt x="920" y="1115"/>
                  </a:cubicBezTo>
                  <a:cubicBezTo>
                    <a:pt x="921" y="1114"/>
                    <a:pt x="921" y="1113"/>
                    <a:pt x="921" y="1112"/>
                  </a:cubicBezTo>
                  <a:cubicBezTo>
                    <a:pt x="921" y="1110"/>
                    <a:pt x="921" y="1109"/>
                    <a:pt x="920" y="1108"/>
                  </a:cubicBezTo>
                  <a:cubicBezTo>
                    <a:pt x="919" y="1107"/>
                    <a:pt x="919" y="1106"/>
                    <a:pt x="918" y="1106"/>
                  </a:cubicBezTo>
                  <a:cubicBezTo>
                    <a:pt x="917" y="1105"/>
                    <a:pt x="917" y="1105"/>
                    <a:pt x="916" y="1105"/>
                  </a:cubicBezTo>
                  <a:cubicBezTo>
                    <a:pt x="912" y="1102"/>
                    <a:pt x="907" y="1101"/>
                    <a:pt x="903" y="1101"/>
                  </a:cubicBezTo>
                  <a:cubicBezTo>
                    <a:pt x="899" y="1101"/>
                    <a:pt x="895" y="1099"/>
                    <a:pt x="891" y="1097"/>
                  </a:cubicBezTo>
                  <a:cubicBezTo>
                    <a:pt x="890" y="1096"/>
                    <a:pt x="888" y="1095"/>
                    <a:pt x="887" y="1094"/>
                  </a:cubicBezTo>
                  <a:cubicBezTo>
                    <a:pt x="879" y="1090"/>
                    <a:pt x="870" y="1087"/>
                    <a:pt x="862" y="1085"/>
                  </a:cubicBezTo>
                  <a:cubicBezTo>
                    <a:pt x="862" y="1084"/>
                    <a:pt x="862" y="1084"/>
                    <a:pt x="862" y="1083"/>
                  </a:cubicBezTo>
                  <a:lnTo>
                    <a:pt x="862" y="1082"/>
                  </a:lnTo>
                  <a:cubicBezTo>
                    <a:pt x="861" y="1078"/>
                    <a:pt x="861" y="1075"/>
                    <a:pt x="861" y="1071"/>
                  </a:cubicBezTo>
                  <a:cubicBezTo>
                    <a:pt x="861" y="1056"/>
                    <a:pt x="865" y="1042"/>
                    <a:pt x="872" y="1030"/>
                  </a:cubicBezTo>
                  <a:cubicBezTo>
                    <a:pt x="877" y="1021"/>
                    <a:pt x="884" y="1013"/>
                    <a:pt x="892" y="1006"/>
                  </a:cubicBezTo>
                  <a:cubicBezTo>
                    <a:pt x="892" y="1007"/>
                    <a:pt x="892" y="1008"/>
                    <a:pt x="892" y="1009"/>
                  </a:cubicBezTo>
                  <a:cubicBezTo>
                    <a:pt x="892" y="1010"/>
                    <a:pt x="891" y="1011"/>
                    <a:pt x="892" y="1012"/>
                  </a:cubicBezTo>
                  <a:cubicBezTo>
                    <a:pt x="892" y="1013"/>
                    <a:pt x="893" y="1013"/>
                    <a:pt x="894" y="1014"/>
                  </a:cubicBezTo>
                  <a:cubicBezTo>
                    <a:pt x="895" y="1015"/>
                    <a:pt x="896" y="1014"/>
                    <a:pt x="897" y="1015"/>
                  </a:cubicBezTo>
                  <a:cubicBezTo>
                    <a:pt x="902" y="1015"/>
                    <a:pt x="906" y="1025"/>
                    <a:pt x="911" y="1028"/>
                  </a:cubicBezTo>
                  <a:cubicBezTo>
                    <a:pt x="921" y="1032"/>
                    <a:pt x="932" y="1035"/>
                    <a:pt x="943" y="1036"/>
                  </a:cubicBezTo>
                  <a:cubicBezTo>
                    <a:pt x="959" y="1038"/>
                    <a:pt x="987" y="1039"/>
                    <a:pt x="993" y="1020"/>
                  </a:cubicBezTo>
                  <a:cubicBezTo>
                    <a:pt x="993" y="1020"/>
                    <a:pt x="993" y="1019"/>
                    <a:pt x="993" y="1018"/>
                  </a:cubicBezTo>
                  <a:cubicBezTo>
                    <a:pt x="993" y="1017"/>
                    <a:pt x="993" y="1016"/>
                    <a:pt x="992" y="1015"/>
                  </a:cubicBezTo>
                  <a:cubicBezTo>
                    <a:pt x="991" y="1014"/>
                    <a:pt x="990" y="1012"/>
                    <a:pt x="989" y="1012"/>
                  </a:cubicBezTo>
                  <a:cubicBezTo>
                    <a:pt x="987" y="1011"/>
                    <a:pt x="987" y="1011"/>
                    <a:pt x="986" y="1011"/>
                  </a:cubicBezTo>
                  <a:cubicBezTo>
                    <a:pt x="985" y="1011"/>
                    <a:pt x="985" y="1011"/>
                    <a:pt x="984" y="1011"/>
                  </a:cubicBezTo>
                  <a:cubicBezTo>
                    <a:pt x="975" y="1013"/>
                    <a:pt x="966" y="1014"/>
                    <a:pt x="957" y="1014"/>
                  </a:cubicBezTo>
                  <a:cubicBezTo>
                    <a:pt x="950" y="1014"/>
                    <a:pt x="943" y="1014"/>
                    <a:pt x="936" y="1013"/>
                  </a:cubicBezTo>
                  <a:cubicBezTo>
                    <a:pt x="922" y="1012"/>
                    <a:pt x="911" y="998"/>
                    <a:pt x="897" y="1002"/>
                  </a:cubicBezTo>
                  <a:cubicBezTo>
                    <a:pt x="904" y="996"/>
                    <a:pt x="911" y="991"/>
                    <a:pt x="917" y="984"/>
                  </a:cubicBezTo>
                  <a:cubicBezTo>
                    <a:pt x="921" y="981"/>
                    <a:pt x="920" y="974"/>
                    <a:pt x="919" y="970"/>
                  </a:cubicBezTo>
                  <a:cubicBezTo>
                    <a:pt x="919" y="966"/>
                    <a:pt x="919" y="962"/>
                    <a:pt x="919" y="958"/>
                  </a:cubicBezTo>
                  <a:cubicBezTo>
                    <a:pt x="919" y="954"/>
                    <a:pt x="919" y="950"/>
                    <a:pt x="919" y="946"/>
                  </a:cubicBezTo>
                  <a:cubicBezTo>
                    <a:pt x="920" y="946"/>
                    <a:pt x="921" y="946"/>
                    <a:pt x="921" y="946"/>
                  </a:cubicBezTo>
                  <a:cubicBezTo>
                    <a:pt x="941" y="946"/>
                    <a:pt x="960" y="943"/>
                    <a:pt x="978" y="938"/>
                  </a:cubicBezTo>
                  <a:cubicBezTo>
                    <a:pt x="992" y="935"/>
                    <a:pt x="1014" y="928"/>
                    <a:pt x="1015" y="911"/>
                  </a:cubicBezTo>
                  <a:lnTo>
                    <a:pt x="1015" y="910"/>
                  </a:lnTo>
                  <a:cubicBezTo>
                    <a:pt x="1015" y="909"/>
                    <a:pt x="1015" y="908"/>
                    <a:pt x="1015" y="907"/>
                  </a:cubicBezTo>
                  <a:cubicBezTo>
                    <a:pt x="1014" y="906"/>
                    <a:pt x="1013" y="904"/>
                    <a:pt x="1012" y="904"/>
                  </a:cubicBezTo>
                  <a:cubicBezTo>
                    <a:pt x="1011" y="903"/>
                    <a:pt x="1010" y="904"/>
                    <a:pt x="1009" y="904"/>
                  </a:cubicBezTo>
                  <a:cubicBezTo>
                    <a:pt x="1008" y="904"/>
                    <a:pt x="1007" y="903"/>
                    <a:pt x="1006" y="904"/>
                  </a:cubicBezTo>
                  <a:cubicBezTo>
                    <a:pt x="1005" y="905"/>
                    <a:pt x="1005" y="905"/>
                    <a:pt x="1004" y="906"/>
                  </a:cubicBezTo>
                  <a:cubicBezTo>
                    <a:pt x="996" y="909"/>
                    <a:pt x="988" y="911"/>
                    <a:pt x="980" y="911"/>
                  </a:cubicBezTo>
                  <a:cubicBezTo>
                    <a:pt x="973" y="911"/>
                    <a:pt x="966" y="913"/>
                    <a:pt x="960" y="914"/>
                  </a:cubicBezTo>
                  <a:cubicBezTo>
                    <a:pt x="948" y="916"/>
                    <a:pt x="936" y="919"/>
                    <a:pt x="923" y="922"/>
                  </a:cubicBezTo>
                  <a:cubicBezTo>
                    <a:pt x="926" y="910"/>
                    <a:pt x="929" y="899"/>
                    <a:pt x="931" y="888"/>
                  </a:cubicBezTo>
                  <a:cubicBezTo>
                    <a:pt x="931" y="887"/>
                    <a:pt x="931" y="887"/>
                    <a:pt x="931" y="887"/>
                  </a:cubicBezTo>
                  <a:cubicBezTo>
                    <a:pt x="931" y="886"/>
                    <a:pt x="931" y="885"/>
                    <a:pt x="931" y="884"/>
                  </a:cubicBezTo>
                  <a:cubicBezTo>
                    <a:pt x="930" y="883"/>
                    <a:pt x="930" y="883"/>
                    <a:pt x="929" y="882"/>
                  </a:cubicBezTo>
                  <a:cubicBezTo>
                    <a:pt x="930" y="880"/>
                    <a:pt x="931" y="878"/>
                    <a:pt x="932" y="875"/>
                  </a:cubicBezTo>
                  <a:cubicBezTo>
                    <a:pt x="932" y="873"/>
                    <a:pt x="934" y="870"/>
                    <a:pt x="935" y="868"/>
                  </a:cubicBezTo>
                  <a:lnTo>
                    <a:pt x="935" y="867"/>
                  </a:lnTo>
                  <a:cubicBezTo>
                    <a:pt x="943" y="868"/>
                    <a:pt x="950" y="869"/>
                    <a:pt x="958" y="869"/>
                  </a:cubicBezTo>
                  <a:cubicBezTo>
                    <a:pt x="983" y="869"/>
                    <a:pt x="1008" y="864"/>
                    <a:pt x="1032" y="854"/>
                  </a:cubicBezTo>
                  <a:lnTo>
                    <a:pt x="1033" y="853"/>
                  </a:lnTo>
                  <a:cubicBezTo>
                    <a:pt x="1034" y="852"/>
                    <a:pt x="1035" y="851"/>
                    <a:pt x="1036" y="850"/>
                  </a:cubicBezTo>
                  <a:cubicBezTo>
                    <a:pt x="1037" y="849"/>
                    <a:pt x="1037" y="847"/>
                    <a:pt x="1037" y="846"/>
                  </a:cubicBezTo>
                  <a:cubicBezTo>
                    <a:pt x="1037" y="844"/>
                    <a:pt x="1037" y="843"/>
                    <a:pt x="1037" y="842"/>
                  </a:cubicBezTo>
                  <a:lnTo>
                    <a:pt x="1037" y="840"/>
                  </a:lnTo>
                  <a:cubicBezTo>
                    <a:pt x="1035" y="836"/>
                    <a:pt x="1029" y="832"/>
                    <a:pt x="1025" y="837"/>
                  </a:cubicBezTo>
                  <a:cubicBezTo>
                    <a:pt x="1019" y="838"/>
                    <a:pt x="1012" y="839"/>
                    <a:pt x="1006" y="839"/>
                  </a:cubicBezTo>
                  <a:lnTo>
                    <a:pt x="981" y="844"/>
                  </a:lnTo>
                  <a:cubicBezTo>
                    <a:pt x="973" y="845"/>
                    <a:pt x="965" y="846"/>
                    <a:pt x="957" y="846"/>
                  </a:cubicBezTo>
                  <a:cubicBezTo>
                    <a:pt x="958" y="845"/>
                    <a:pt x="958" y="845"/>
                    <a:pt x="959" y="844"/>
                  </a:cubicBezTo>
                  <a:cubicBezTo>
                    <a:pt x="963" y="842"/>
                    <a:pt x="967" y="841"/>
                    <a:pt x="971" y="840"/>
                  </a:cubicBezTo>
                  <a:cubicBezTo>
                    <a:pt x="978" y="837"/>
                    <a:pt x="984" y="834"/>
                    <a:pt x="991" y="830"/>
                  </a:cubicBezTo>
                  <a:cubicBezTo>
                    <a:pt x="998" y="826"/>
                    <a:pt x="1006" y="821"/>
                    <a:pt x="1012" y="814"/>
                  </a:cubicBezTo>
                  <a:cubicBezTo>
                    <a:pt x="1044" y="800"/>
                    <a:pt x="1076" y="786"/>
                    <a:pt x="1110" y="775"/>
                  </a:cubicBezTo>
                  <a:lnTo>
                    <a:pt x="1111" y="775"/>
                  </a:lnTo>
                  <a:cubicBezTo>
                    <a:pt x="1120" y="775"/>
                    <a:pt x="1129" y="774"/>
                    <a:pt x="1139" y="772"/>
                  </a:cubicBezTo>
                  <a:cubicBezTo>
                    <a:pt x="1144" y="771"/>
                    <a:pt x="1150" y="770"/>
                    <a:pt x="1155" y="770"/>
                  </a:cubicBezTo>
                  <a:cubicBezTo>
                    <a:pt x="1157" y="770"/>
                    <a:pt x="1158" y="770"/>
                    <a:pt x="1160" y="771"/>
                  </a:cubicBezTo>
                  <a:cubicBezTo>
                    <a:pt x="1160" y="772"/>
                    <a:pt x="1161" y="774"/>
                    <a:pt x="1162" y="776"/>
                  </a:cubicBezTo>
                  <a:cubicBezTo>
                    <a:pt x="1163" y="778"/>
                    <a:pt x="1165" y="780"/>
                    <a:pt x="1166" y="781"/>
                  </a:cubicBezTo>
                  <a:cubicBezTo>
                    <a:pt x="1160" y="777"/>
                    <a:pt x="1161" y="783"/>
                    <a:pt x="1152" y="791"/>
                  </a:cubicBezTo>
                  <a:lnTo>
                    <a:pt x="1153" y="791"/>
                  </a:lnTo>
                  <a:moveTo>
                    <a:pt x="1229" y="862"/>
                  </a:moveTo>
                  <a:cubicBezTo>
                    <a:pt x="1227" y="866"/>
                    <a:pt x="1225" y="870"/>
                    <a:pt x="1223" y="873"/>
                  </a:cubicBezTo>
                  <a:cubicBezTo>
                    <a:pt x="1225" y="867"/>
                    <a:pt x="1228" y="860"/>
                    <a:pt x="1231" y="853"/>
                  </a:cubicBezTo>
                  <a:cubicBezTo>
                    <a:pt x="1232" y="852"/>
                    <a:pt x="1233" y="852"/>
                    <a:pt x="1234" y="851"/>
                  </a:cubicBezTo>
                  <a:cubicBezTo>
                    <a:pt x="1235" y="850"/>
                    <a:pt x="1235" y="850"/>
                    <a:pt x="1236" y="850"/>
                  </a:cubicBezTo>
                  <a:lnTo>
                    <a:pt x="1229" y="862"/>
                  </a:lnTo>
                  <a:moveTo>
                    <a:pt x="1326" y="832"/>
                  </a:moveTo>
                  <a:cubicBezTo>
                    <a:pt x="1335" y="815"/>
                    <a:pt x="1344" y="797"/>
                    <a:pt x="1354" y="780"/>
                  </a:cubicBezTo>
                  <a:cubicBezTo>
                    <a:pt x="1356" y="775"/>
                    <a:pt x="1359" y="771"/>
                    <a:pt x="1361" y="766"/>
                  </a:cubicBezTo>
                  <a:cubicBezTo>
                    <a:pt x="1356" y="780"/>
                    <a:pt x="1350" y="794"/>
                    <a:pt x="1342" y="806"/>
                  </a:cubicBezTo>
                  <a:cubicBezTo>
                    <a:pt x="1336" y="815"/>
                    <a:pt x="1332" y="824"/>
                    <a:pt x="1326" y="832"/>
                  </a:cubicBezTo>
                  <a:moveTo>
                    <a:pt x="1687" y="1896"/>
                  </a:moveTo>
                  <a:lnTo>
                    <a:pt x="1686" y="1896"/>
                  </a:lnTo>
                  <a:cubicBezTo>
                    <a:pt x="1685" y="1896"/>
                    <a:pt x="1684" y="1896"/>
                    <a:pt x="1683" y="1897"/>
                  </a:cubicBezTo>
                  <a:cubicBezTo>
                    <a:pt x="1682" y="1897"/>
                    <a:pt x="1681" y="1898"/>
                    <a:pt x="1681" y="1899"/>
                  </a:cubicBezTo>
                  <a:cubicBezTo>
                    <a:pt x="1680" y="1900"/>
                    <a:pt x="1680" y="1901"/>
                    <a:pt x="1680" y="1902"/>
                  </a:cubicBezTo>
                  <a:cubicBezTo>
                    <a:pt x="1680" y="1903"/>
                    <a:pt x="1681" y="1905"/>
                    <a:pt x="1681" y="1905"/>
                  </a:cubicBezTo>
                  <a:cubicBezTo>
                    <a:pt x="1682" y="1906"/>
                    <a:pt x="1682" y="1907"/>
                    <a:pt x="1683" y="1907"/>
                  </a:cubicBezTo>
                  <a:cubicBezTo>
                    <a:pt x="1681" y="1908"/>
                    <a:pt x="1680" y="1908"/>
                    <a:pt x="1678" y="1909"/>
                  </a:cubicBezTo>
                  <a:cubicBezTo>
                    <a:pt x="1676" y="1910"/>
                    <a:pt x="1674" y="1911"/>
                    <a:pt x="1672" y="1912"/>
                  </a:cubicBezTo>
                  <a:cubicBezTo>
                    <a:pt x="1665" y="1916"/>
                    <a:pt x="1659" y="1922"/>
                    <a:pt x="1654" y="1928"/>
                  </a:cubicBezTo>
                  <a:cubicBezTo>
                    <a:pt x="1636" y="1953"/>
                    <a:pt x="1601" y="1958"/>
                    <a:pt x="1573" y="1963"/>
                  </a:cubicBezTo>
                  <a:cubicBezTo>
                    <a:pt x="1551" y="1966"/>
                    <a:pt x="1531" y="1972"/>
                    <a:pt x="1512" y="1982"/>
                  </a:cubicBezTo>
                  <a:cubicBezTo>
                    <a:pt x="1529" y="1956"/>
                    <a:pt x="1564" y="1937"/>
                    <a:pt x="1588" y="1923"/>
                  </a:cubicBezTo>
                  <a:cubicBezTo>
                    <a:pt x="1607" y="1912"/>
                    <a:pt x="1657" y="1886"/>
                    <a:pt x="1692" y="1892"/>
                  </a:cubicBezTo>
                  <a:lnTo>
                    <a:pt x="1692" y="1893"/>
                  </a:lnTo>
                  <a:cubicBezTo>
                    <a:pt x="1693" y="1894"/>
                    <a:pt x="1693" y="1894"/>
                    <a:pt x="1694" y="1894"/>
                  </a:cubicBezTo>
                  <a:lnTo>
                    <a:pt x="1698" y="1897"/>
                  </a:lnTo>
                  <a:cubicBezTo>
                    <a:pt x="1698" y="1898"/>
                    <a:pt x="1698" y="1899"/>
                    <a:pt x="1698" y="1901"/>
                  </a:cubicBezTo>
                  <a:cubicBezTo>
                    <a:pt x="1694" y="1899"/>
                    <a:pt x="1691" y="1898"/>
                    <a:pt x="1687" y="1896"/>
                  </a:cubicBezTo>
                  <a:moveTo>
                    <a:pt x="1986" y="1940"/>
                  </a:moveTo>
                  <a:cubicBezTo>
                    <a:pt x="1976" y="1946"/>
                    <a:pt x="1966" y="1952"/>
                    <a:pt x="1958" y="1959"/>
                  </a:cubicBezTo>
                  <a:cubicBezTo>
                    <a:pt x="1962" y="1949"/>
                    <a:pt x="1967" y="1938"/>
                    <a:pt x="1972" y="1927"/>
                  </a:cubicBezTo>
                  <a:cubicBezTo>
                    <a:pt x="1988" y="1890"/>
                    <a:pt x="2015" y="1903"/>
                    <a:pt x="2036" y="1921"/>
                  </a:cubicBezTo>
                  <a:cubicBezTo>
                    <a:pt x="2020" y="1924"/>
                    <a:pt x="2004" y="1929"/>
                    <a:pt x="1990" y="1937"/>
                  </a:cubicBezTo>
                  <a:cubicBezTo>
                    <a:pt x="1989" y="1938"/>
                    <a:pt x="1987" y="1939"/>
                    <a:pt x="1986" y="1940"/>
                  </a:cubicBezTo>
                  <a:moveTo>
                    <a:pt x="2384" y="1404"/>
                  </a:moveTo>
                  <a:cubicBezTo>
                    <a:pt x="2384" y="1408"/>
                    <a:pt x="2385" y="1411"/>
                    <a:pt x="2385" y="1415"/>
                  </a:cubicBezTo>
                  <a:cubicBezTo>
                    <a:pt x="2385" y="1419"/>
                    <a:pt x="2384" y="1423"/>
                    <a:pt x="2384" y="1427"/>
                  </a:cubicBezTo>
                  <a:lnTo>
                    <a:pt x="2379" y="1423"/>
                  </a:lnTo>
                  <a:cubicBezTo>
                    <a:pt x="2381" y="1417"/>
                    <a:pt x="2383" y="1410"/>
                    <a:pt x="2384" y="1404"/>
                  </a:cubicBezTo>
                  <a:moveTo>
                    <a:pt x="2120" y="1188"/>
                  </a:moveTo>
                  <a:lnTo>
                    <a:pt x="2120" y="1189"/>
                  </a:lnTo>
                  <a:cubicBezTo>
                    <a:pt x="2120" y="1190"/>
                    <a:pt x="2120" y="1191"/>
                    <a:pt x="2120" y="1192"/>
                  </a:cubicBezTo>
                  <a:cubicBezTo>
                    <a:pt x="2120" y="1193"/>
                    <a:pt x="2120" y="1194"/>
                    <a:pt x="2120" y="1195"/>
                  </a:cubicBezTo>
                  <a:cubicBezTo>
                    <a:pt x="2120" y="1193"/>
                    <a:pt x="2120" y="1190"/>
                    <a:pt x="2120" y="1187"/>
                  </a:cubicBezTo>
                  <a:lnTo>
                    <a:pt x="2120" y="1188"/>
                  </a:lnTo>
                  <a:moveTo>
                    <a:pt x="2075" y="1824"/>
                  </a:moveTo>
                  <a:cubicBezTo>
                    <a:pt x="2074" y="1823"/>
                    <a:pt x="2074" y="1821"/>
                    <a:pt x="2073" y="1820"/>
                  </a:cubicBezTo>
                  <a:cubicBezTo>
                    <a:pt x="2071" y="1818"/>
                    <a:pt x="2069" y="1815"/>
                    <a:pt x="2066" y="1814"/>
                  </a:cubicBezTo>
                  <a:cubicBezTo>
                    <a:pt x="2063" y="1812"/>
                    <a:pt x="2060" y="1811"/>
                    <a:pt x="2057" y="1811"/>
                  </a:cubicBezTo>
                  <a:cubicBezTo>
                    <a:pt x="2054" y="1811"/>
                    <a:pt x="2051" y="1812"/>
                    <a:pt x="2048" y="1814"/>
                  </a:cubicBezTo>
                  <a:cubicBezTo>
                    <a:pt x="2045" y="1815"/>
                    <a:pt x="2043" y="1818"/>
                    <a:pt x="2041" y="1820"/>
                  </a:cubicBezTo>
                  <a:cubicBezTo>
                    <a:pt x="2041" y="1821"/>
                    <a:pt x="2041" y="1821"/>
                    <a:pt x="2041" y="1821"/>
                  </a:cubicBezTo>
                  <a:cubicBezTo>
                    <a:pt x="2024" y="1854"/>
                    <a:pt x="2003" y="1854"/>
                    <a:pt x="1971" y="1842"/>
                  </a:cubicBezTo>
                  <a:cubicBezTo>
                    <a:pt x="1969" y="1841"/>
                    <a:pt x="1967" y="1841"/>
                    <a:pt x="1965" y="1841"/>
                  </a:cubicBezTo>
                  <a:cubicBezTo>
                    <a:pt x="1962" y="1841"/>
                    <a:pt x="1958" y="1841"/>
                    <a:pt x="1956" y="1843"/>
                  </a:cubicBezTo>
                  <a:cubicBezTo>
                    <a:pt x="1953" y="1844"/>
                    <a:pt x="1951" y="1847"/>
                    <a:pt x="1950" y="1850"/>
                  </a:cubicBezTo>
                  <a:cubicBezTo>
                    <a:pt x="1949" y="1851"/>
                    <a:pt x="1948" y="1852"/>
                    <a:pt x="1948" y="1854"/>
                  </a:cubicBezTo>
                  <a:cubicBezTo>
                    <a:pt x="1947" y="1865"/>
                    <a:pt x="1943" y="1876"/>
                    <a:pt x="1938" y="1885"/>
                  </a:cubicBezTo>
                  <a:cubicBezTo>
                    <a:pt x="1937" y="1886"/>
                    <a:pt x="1937" y="1887"/>
                    <a:pt x="1936" y="1888"/>
                  </a:cubicBezTo>
                  <a:lnTo>
                    <a:pt x="1925" y="1891"/>
                  </a:lnTo>
                  <a:cubicBezTo>
                    <a:pt x="1916" y="1886"/>
                    <a:pt x="1909" y="1879"/>
                    <a:pt x="1904" y="1870"/>
                  </a:cubicBezTo>
                  <a:lnTo>
                    <a:pt x="1903" y="1870"/>
                  </a:lnTo>
                  <a:cubicBezTo>
                    <a:pt x="1903" y="1868"/>
                    <a:pt x="1902" y="1866"/>
                    <a:pt x="1901" y="1865"/>
                  </a:cubicBezTo>
                  <a:cubicBezTo>
                    <a:pt x="1899" y="1862"/>
                    <a:pt x="1898" y="1860"/>
                    <a:pt x="1895" y="1858"/>
                  </a:cubicBezTo>
                  <a:cubicBezTo>
                    <a:pt x="1892" y="1856"/>
                    <a:pt x="1889" y="1856"/>
                    <a:pt x="1886" y="1856"/>
                  </a:cubicBezTo>
                  <a:cubicBezTo>
                    <a:pt x="1883" y="1856"/>
                    <a:pt x="1880" y="1856"/>
                    <a:pt x="1877" y="1858"/>
                  </a:cubicBezTo>
                  <a:cubicBezTo>
                    <a:pt x="1874" y="1860"/>
                    <a:pt x="1872" y="1862"/>
                    <a:pt x="1870" y="1865"/>
                  </a:cubicBezTo>
                  <a:cubicBezTo>
                    <a:pt x="1869" y="1867"/>
                    <a:pt x="1868" y="1870"/>
                    <a:pt x="1868" y="1872"/>
                  </a:cubicBezTo>
                  <a:cubicBezTo>
                    <a:pt x="1868" y="1870"/>
                    <a:pt x="1834" y="1912"/>
                    <a:pt x="1823" y="1888"/>
                  </a:cubicBezTo>
                  <a:cubicBezTo>
                    <a:pt x="1817" y="1873"/>
                    <a:pt x="1793" y="1871"/>
                    <a:pt x="1790" y="1890"/>
                  </a:cubicBezTo>
                  <a:cubicBezTo>
                    <a:pt x="1791" y="1913"/>
                    <a:pt x="1775" y="1917"/>
                    <a:pt x="1743" y="1901"/>
                  </a:cubicBezTo>
                  <a:cubicBezTo>
                    <a:pt x="1743" y="1900"/>
                    <a:pt x="1742" y="1900"/>
                    <a:pt x="1742" y="1899"/>
                  </a:cubicBezTo>
                  <a:cubicBezTo>
                    <a:pt x="1740" y="1896"/>
                    <a:pt x="1738" y="1894"/>
                    <a:pt x="1736" y="1893"/>
                  </a:cubicBezTo>
                  <a:cubicBezTo>
                    <a:pt x="1733" y="1892"/>
                    <a:pt x="1731" y="1891"/>
                    <a:pt x="1728" y="1891"/>
                  </a:cubicBezTo>
                  <a:cubicBezTo>
                    <a:pt x="1726" y="1891"/>
                    <a:pt x="1725" y="1891"/>
                    <a:pt x="1723" y="1891"/>
                  </a:cubicBezTo>
                  <a:lnTo>
                    <a:pt x="1722" y="1889"/>
                  </a:lnTo>
                  <a:cubicBezTo>
                    <a:pt x="1721" y="1888"/>
                    <a:pt x="1719" y="1887"/>
                    <a:pt x="1718" y="1886"/>
                  </a:cubicBezTo>
                  <a:cubicBezTo>
                    <a:pt x="1714" y="1884"/>
                    <a:pt x="1710" y="1883"/>
                    <a:pt x="1706" y="1882"/>
                  </a:cubicBezTo>
                  <a:cubicBezTo>
                    <a:pt x="1717" y="1872"/>
                    <a:pt x="1745" y="1871"/>
                    <a:pt x="1758" y="1869"/>
                  </a:cubicBezTo>
                  <a:cubicBezTo>
                    <a:pt x="1774" y="1864"/>
                    <a:pt x="1791" y="1859"/>
                    <a:pt x="1807" y="1853"/>
                  </a:cubicBezTo>
                  <a:cubicBezTo>
                    <a:pt x="1851" y="1842"/>
                    <a:pt x="1894" y="1826"/>
                    <a:pt x="1935" y="1805"/>
                  </a:cubicBezTo>
                  <a:cubicBezTo>
                    <a:pt x="2015" y="1761"/>
                    <a:pt x="2150" y="1781"/>
                    <a:pt x="2199" y="1694"/>
                  </a:cubicBezTo>
                  <a:cubicBezTo>
                    <a:pt x="2199" y="1696"/>
                    <a:pt x="2199" y="1699"/>
                    <a:pt x="2199" y="1701"/>
                  </a:cubicBezTo>
                  <a:cubicBezTo>
                    <a:pt x="2199" y="1713"/>
                    <a:pt x="2197" y="1724"/>
                    <a:pt x="2194" y="1734"/>
                  </a:cubicBezTo>
                  <a:cubicBezTo>
                    <a:pt x="2178" y="1750"/>
                    <a:pt x="2161" y="1763"/>
                    <a:pt x="2142" y="1774"/>
                  </a:cubicBezTo>
                  <a:cubicBezTo>
                    <a:pt x="2140" y="1775"/>
                    <a:pt x="2139" y="1776"/>
                    <a:pt x="2137" y="1777"/>
                  </a:cubicBezTo>
                  <a:cubicBezTo>
                    <a:pt x="2133" y="1779"/>
                    <a:pt x="2081" y="1847"/>
                    <a:pt x="2074" y="1823"/>
                  </a:cubicBezTo>
                  <a:lnTo>
                    <a:pt x="2075" y="1824"/>
                  </a:lnTo>
                  <a:moveTo>
                    <a:pt x="2712" y="1856"/>
                  </a:moveTo>
                  <a:cubicBezTo>
                    <a:pt x="2712" y="1857"/>
                    <a:pt x="2711" y="1856"/>
                    <a:pt x="2710" y="1857"/>
                  </a:cubicBezTo>
                  <a:cubicBezTo>
                    <a:pt x="2709" y="1858"/>
                    <a:pt x="2709" y="1858"/>
                    <a:pt x="2709" y="1858"/>
                  </a:cubicBezTo>
                  <a:cubicBezTo>
                    <a:pt x="2707" y="1856"/>
                    <a:pt x="2705" y="1854"/>
                    <a:pt x="2702" y="1852"/>
                  </a:cubicBezTo>
                  <a:cubicBezTo>
                    <a:pt x="2699" y="1850"/>
                    <a:pt x="2695" y="1849"/>
                    <a:pt x="2692" y="1849"/>
                  </a:cubicBezTo>
                  <a:cubicBezTo>
                    <a:pt x="2688" y="1849"/>
                    <a:pt x="2685" y="1850"/>
                    <a:pt x="2682" y="1852"/>
                  </a:cubicBezTo>
                  <a:cubicBezTo>
                    <a:pt x="2679" y="1854"/>
                    <a:pt x="2677" y="1856"/>
                    <a:pt x="2675" y="1859"/>
                  </a:cubicBezTo>
                  <a:cubicBezTo>
                    <a:pt x="2673" y="1862"/>
                    <a:pt x="2672" y="1866"/>
                    <a:pt x="2672" y="1869"/>
                  </a:cubicBezTo>
                  <a:lnTo>
                    <a:pt x="2672" y="1870"/>
                  </a:lnTo>
                  <a:cubicBezTo>
                    <a:pt x="2672" y="1879"/>
                    <a:pt x="2642" y="1877"/>
                    <a:pt x="2643" y="1859"/>
                  </a:cubicBezTo>
                  <a:cubicBezTo>
                    <a:pt x="2645" y="1837"/>
                    <a:pt x="2610" y="1835"/>
                    <a:pt x="2604" y="1856"/>
                  </a:cubicBezTo>
                  <a:cubicBezTo>
                    <a:pt x="2598" y="1876"/>
                    <a:pt x="2545" y="1878"/>
                    <a:pt x="2545" y="1852"/>
                  </a:cubicBezTo>
                  <a:cubicBezTo>
                    <a:pt x="2545" y="1831"/>
                    <a:pt x="2515" y="1829"/>
                    <a:pt x="2507" y="1846"/>
                  </a:cubicBezTo>
                  <a:cubicBezTo>
                    <a:pt x="2503" y="1846"/>
                    <a:pt x="2499" y="1847"/>
                    <a:pt x="2495" y="1847"/>
                  </a:cubicBezTo>
                  <a:cubicBezTo>
                    <a:pt x="2491" y="1847"/>
                    <a:pt x="2487" y="1846"/>
                    <a:pt x="2483" y="1846"/>
                  </a:cubicBezTo>
                  <a:cubicBezTo>
                    <a:pt x="2462" y="1846"/>
                    <a:pt x="2444" y="1853"/>
                    <a:pt x="2439" y="1820"/>
                  </a:cubicBezTo>
                  <a:cubicBezTo>
                    <a:pt x="2439" y="1818"/>
                    <a:pt x="2438" y="1817"/>
                    <a:pt x="2437" y="1815"/>
                  </a:cubicBezTo>
                  <a:cubicBezTo>
                    <a:pt x="2436" y="1812"/>
                    <a:pt x="2433" y="1809"/>
                    <a:pt x="2431" y="1808"/>
                  </a:cubicBezTo>
                  <a:cubicBezTo>
                    <a:pt x="2428" y="1806"/>
                    <a:pt x="2425" y="1806"/>
                    <a:pt x="2422" y="1806"/>
                  </a:cubicBezTo>
                  <a:cubicBezTo>
                    <a:pt x="2419" y="1806"/>
                    <a:pt x="2415" y="1806"/>
                    <a:pt x="2413" y="1808"/>
                  </a:cubicBezTo>
                  <a:cubicBezTo>
                    <a:pt x="2410" y="1809"/>
                    <a:pt x="2408" y="1812"/>
                    <a:pt x="2406" y="1815"/>
                  </a:cubicBezTo>
                  <a:cubicBezTo>
                    <a:pt x="2405" y="1817"/>
                    <a:pt x="2404" y="1820"/>
                    <a:pt x="2404" y="1823"/>
                  </a:cubicBezTo>
                  <a:cubicBezTo>
                    <a:pt x="2404" y="1862"/>
                    <a:pt x="2351" y="1766"/>
                    <a:pt x="2356" y="1800"/>
                  </a:cubicBezTo>
                  <a:cubicBezTo>
                    <a:pt x="2354" y="1787"/>
                    <a:pt x="2352" y="1773"/>
                    <a:pt x="2350" y="1761"/>
                  </a:cubicBezTo>
                  <a:cubicBezTo>
                    <a:pt x="2350" y="1760"/>
                    <a:pt x="2349" y="1758"/>
                    <a:pt x="2349" y="1757"/>
                  </a:cubicBezTo>
                  <a:cubicBezTo>
                    <a:pt x="2348" y="1756"/>
                    <a:pt x="2346" y="1755"/>
                    <a:pt x="2345" y="1754"/>
                  </a:cubicBezTo>
                  <a:cubicBezTo>
                    <a:pt x="2344" y="1753"/>
                    <a:pt x="2343" y="1753"/>
                    <a:pt x="2342" y="1753"/>
                  </a:cubicBezTo>
                  <a:cubicBezTo>
                    <a:pt x="2342" y="1752"/>
                    <a:pt x="2342" y="1752"/>
                    <a:pt x="2342" y="1752"/>
                  </a:cubicBezTo>
                  <a:cubicBezTo>
                    <a:pt x="2340" y="1749"/>
                    <a:pt x="2338" y="1747"/>
                    <a:pt x="2336" y="1746"/>
                  </a:cubicBezTo>
                  <a:cubicBezTo>
                    <a:pt x="2334" y="1745"/>
                    <a:pt x="2331" y="1744"/>
                    <a:pt x="2328" y="1744"/>
                  </a:cubicBezTo>
                  <a:cubicBezTo>
                    <a:pt x="2325" y="1744"/>
                    <a:pt x="2322" y="1745"/>
                    <a:pt x="2320" y="1746"/>
                  </a:cubicBezTo>
                  <a:cubicBezTo>
                    <a:pt x="2317" y="1747"/>
                    <a:pt x="2316" y="1749"/>
                    <a:pt x="2315" y="1752"/>
                  </a:cubicBezTo>
                  <a:cubicBezTo>
                    <a:pt x="2314" y="1753"/>
                    <a:pt x="2314" y="1754"/>
                    <a:pt x="2313" y="1755"/>
                  </a:cubicBezTo>
                  <a:cubicBezTo>
                    <a:pt x="2313" y="1763"/>
                    <a:pt x="2310" y="1771"/>
                    <a:pt x="2306" y="1778"/>
                  </a:cubicBezTo>
                  <a:cubicBezTo>
                    <a:pt x="2302" y="1784"/>
                    <a:pt x="2299" y="1789"/>
                    <a:pt x="2294" y="1793"/>
                  </a:cubicBezTo>
                  <a:cubicBezTo>
                    <a:pt x="2293" y="1793"/>
                    <a:pt x="2292" y="1793"/>
                    <a:pt x="2291" y="1793"/>
                  </a:cubicBezTo>
                  <a:cubicBezTo>
                    <a:pt x="2288" y="1793"/>
                    <a:pt x="2284" y="1793"/>
                    <a:pt x="2281" y="1795"/>
                  </a:cubicBezTo>
                  <a:cubicBezTo>
                    <a:pt x="2278" y="1796"/>
                    <a:pt x="2276" y="1799"/>
                    <a:pt x="2274" y="1802"/>
                  </a:cubicBezTo>
                  <a:cubicBezTo>
                    <a:pt x="2273" y="1804"/>
                    <a:pt x="2273" y="1806"/>
                    <a:pt x="2272" y="1808"/>
                  </a:cubicBezTo>
                  <a:cubicBezTo>
                    <a:pt x="2268" y="1834"/>
                    <a:pt x="2253" y="1839"/>
                    <a:pt x="2228" y="1821"/>
                  </a:cubicBezTo>
                  <a:cubicBezTo>
                    <a:pt x="2226" y="1821"/>
                    <a:pt x="2224" y="1820"/>
                    <a:pt x="2222" y="1820"/>
                  </a:cubicBezTo>
                  <a:cubicBezTo>
                    <a:pt x="2219" y="1820"/>
                    <a:pt x="2215" y="1821"/>
                    <a:pt x="2212" y="1823"/>
                  </a:cubicBezTo>
                  <a:cubicBezTo>
                    <a:pt x="2209" y="1825"/>
                    <a:pt x="2207" y="1827"/>
                    <a:pt x="2205" y="1830"/>
                  </a:cubicBezTo>
                  <a:cubicBezTo>
                    <a:pt x="2204" y="1832"/>
                    <a:pt x="2203" y="1835"/>
                    <a:pt x="2203" y="1837"/>
                  </a:cubicBezTo>
                  <a:cubicBezTo>
                    <a:pt x="2198" y="1869"/>
                    <a:pt x="2180" y="1874"/>
                    <a:pt x="2152" y="1865"/>
                  </a:cubicBezTo>
                  <a:cubicBezTo>
                    <a:pt x="2151" y="1864"/>
                    <a:pt x="2149" y="1864"/>
                    <a:pt x="2148" y="1864"/>
                  </a:cubicBezTo>
                  <a:cubicBezTo>
                    <a:pt x="2145" y="1864"/>
                    <a:pt x="2141" y="1865"/>
                    <a:pt x="2138" y="1867"/>
                  </a:cubicBezTo>
                  <a:cubicBezTo>
                    <a:pt x="2135" y="1868"/>
                    <a:pt x="2133" y="1871"/>
                    <a:pt x="2131" y="1874"/>
                  </a:cubicBezTo>
                  <a:cubicBezTo>
                    <a:pt x="2130" y="1876"/>
                    <a:pt x="2129" y="1878"/>
                    <a:pt x="2129" y="1880"/>
                  </a:cubicBezTo>
                  <a:cubicBezTo>
                    <a:pt x="2124" y="1923"/>
                    <a:pt x="2105" y="1921"/>
                    <a:pt x="2070" y="1919"/>
                  </a:cubicBezTo>
                  <a:cubicBezTo>
                    <a:pt x="2070" y="1918"/>
                    <a:pt x="2069" y="1917"/>
                    <a:pt x="2069" y="1916"/>
                  </a:cubicBezTo>
                  <a:cubicBezTo>
                    <a:pt x="2067" y="1914"/>
                    <a:pt x="2066" y="1913"/>
                    <a:pt x="2064" y="1912"/>
                  </a:cubicBezTo>
                  <a:cubicBezTo>
                    <a:pt x="2063" y="1911"/>
                    <a:pt x="2062" y="1911"/>
                    <a:pt x="2062" y="1911"/>
                  </a:cubicBezTo>
                  <a:cubicBezTo>
                    <a:pt x="2109" y="1892"/>
                    <a:pt x="2138" y="1849"/>
                    <a:pt x="2166" y="1808"/>
                  </a:cubicBezTo>
                  <a:cubicBezTo>
                    <a:pt x="2169" y="1804"/>
                    <a:pt x="2171" y="1801"/>
                    <a:pt x="2174" y="1798"/>
                  </a:cubicBezTo>
                  <a:cubicBezTo>
                    <a:pt x="2177" y="1795"/>
                    <a:pt x="2185" y="1790"/>
                    <a:pt x="2191" y="1786"/>
                  </a:cubicBezTo>
                  <a:cubicBezTo>
                    <a:pt x="2202" y="1776"/>
                    <a:pt x="2210" y="1764"/>
                    <a:pt x="2218" y="1752"/>
                  </a:cubicBezTo>
                  <a:cubicBezTo>
                    <a:pt x="2221" y="1748"/>
                    <a:pt x="2223" y="1744"/>
                    <a:pt x="2224" y="1740"/>
                  </a:cubicBezTo>
                  <a:lnTo>
                    <a:pt x="2225" y="1739"/>
                  </a:lnTo>
                  <a:cubicBezTo>
                    <a:pt x="2225" y="1738"/>
                    <a:pt x="2226" y="1736"/>
                    <a:pt x="2226" y="1734"/>
                  </a:cubicBezTo>
                  <a:cubicBezTo>
                    <a:pt x="2226" y="1732"/>
                    <a:pt x="2226" y="1730"/>
                    <a:pt x="2225" y="1728"/>
                  </a:cubicBezTo>
                  <a:cubicBezTo>
                    <a:pt x="2224" y="1727"/>
                    <a:pt x="2223" y="1726"/>
                    <a:pt x="2222" y="1725"/>
                  </a:cubicBezTo>
                  <a:cubicBezTo>
                    <a:pt x="2224" y="1718"/>
                    <a:pt x="2225" y="1711"/>
                    <a:pt x="2225" y="1704"/>
                  </a:cubicBezTo>
                  <a:cubicBezTo>
                    <a:pt x="2225" y="1704"/>
                    <a:pt x="2225" y="1703"/>
                    <a:pt x="2225" y="1702"/>
                  </a:cubicBezTo>
                  <a:cubicBezTo>
                    <a:pt x="2233" y="1705"/>
                    <a:pt x="2242" y="1706"/>
                    <a:pt x="2250" y="1707"/>
                  </a:cubicBezTo>
                  <a:cubicBezTo>
                    <a:pt x="2272" y="1708"/>
                    <a:pt x="2301" y="1713"/>
                    <a:pt x="2316" y="1694"/>
                  </a:cubicBezTo>
                  <a:cubicBezTo>
                    <a:pt x="2316" y="1694"/>
                    <a:pt x="2317" y="1694"/>
                    <a:pt x="2317" y="1693"/>
                  </a:cubicBezTo>
                  <a:cubicBezTo>
                    <a:pt x="2317" y="1692"/>
                    <a:pt x="2318" y="1691"/>
                    <a:pt x="2318" y="1690"/>
                  </a:cubicBezTo>
                  <a:cubicBezTo>
                    <a:pt x="2318" y="1689"/>
                    <a:pt x="2317" y="1688"/>
                    <a:pt x="2317" y="1687"/>
                  </a:cubicBezTo>
                  <a:cubicBezTo>
                    <a:pt x="2316" y="1686"/>
                    <a:pt x="2315" y="1686"/>
                    <a:pt x="2314" y="1685"/>
                  </a:cubicBezTo>
                  <a:cubicBezTo>
                    <a:pt x="2313" y="1684"/>
                    <a:pt x="2313" y="1684"/>
                    <a:pt x="2313" y="1684"/>
                  </a:cubicBezTo>
                  <a:cubicBezTo>
                    <a:pt x="2303" y="1683"/>
                    <a:pt x="2294" y="1683"/>
                    <a:pt x="2285" y="1683"/>
                  </a:cubicBezTo>
                  <a:cubicBezTo>
                    <a:pt x="2276" y="1683"/>
                    <a:pt x="2267" y="1683"/>
                    <a:pt x="2258" y="1684"/>
                  </a:cubicBezTo>
                  <a:cubicBezTo>
                    <a:pt x="2254" y="1685"/>
                    <a:pt x="2250" y="1685"/>
                    <a:pt x="2246" y="1685"/>
                  </a:cubicBezTo>
                  <a:cubicBezTo>
                    <a:pt x="2238" y="1685"/>
                    <a:pt x="2230" y="1684"/>
                    <a:pt x="2223" y="1681"/>
                  </a:cubicBezTo>
                  <a:cubicBezTo>
                    <a:pt x="2221" y="1670"/>
                    <a:pt x="2219" y="1659"/>
                    <a:pt x="2216" y="1649"/>
                  </a:cubicBezTo>
                  <a:cubicBezTo>
                    <a:pt x="2224" y="1652"/>
                    <a:pt x="2232" y="1656"/>
                    <a:pt x="2240" y="1659"/>
                  </a:cubicBezTo>
                  <a:cubicBezTo>
                    <a:pt x="2247" y="1661"/>
                    <a:pt x="2254" y="1662"/>
                    <a:pt x="2261" y="1662"/>
                  </a:cubicBezTo>
                  <a:cubicBezTo>
                    <a:pt x="2263" y="1662"/>
                    <a:pt x="2266" y="1661"/>
                    <a:pt x="2268" y="1661"/>
                  </a:cubicBezTo>
                  <a:cubicBezTo>
                    <a:pt x="2282" y="1661"/>
                    <a:pt x="2303" y="1658"/>
                    <a:pt x="2308" y="1644"/>
                  </a:cubicBezTo>
                  <a:cubicBezTo>
                    <a:pt x="2309" y="1643"/>
                    <a:pt x="2309" y="1642"/>
                    <a:pt x="2309" y="1642"/>
                  </a:cubicBezTo>
                  <a:cubicBezTo>
                    <a:pt x="2309" y="1640"/>
                    <a:pt x="2308" y="1639"/>
                    <a:pt x="2308" y="1638"/>
                  </a:cubicBezTo>
                  <a:cubicBezTo>
                    <a:pt x="2307" y="1637"/>
                    <a:pt x="2306" y="1636"/>
                    <a:pt x="2305" y="1636"/>
                  </a:cubicBezTo>
                  <a:lnTo>
                    <a:pt x="2305" y="1635"/>
                  </a:lnTo>
                  <a:cubicBezTo>
                    <a:pt x="2290" y="1629"/>
                    <a:pt x="2270" y="1638"/>
                    <a:pt x="2254" y="1637"/>
                  </a:cubicBezTo>
                  <a:cubicBezTo>
                    <a:pt x="2238" y="1635"/>
                    <a:pt x="2227" y="1629"/>
                    <a:pt x="2212" y="1628"/>
                  </a:cubicBezTo>
                  <a:cubicBezTo>
                    <a:pt x="2211" y="1621"/>
                    <a:pt x="2210" y="1612"/>
                    <a:pt x="2209" y="1604"/>
                  </a:cubicBezTo>
                  <a:cubicBezTo>
                    <a:pt x="2213" y="1604"/>
                    <a:pt x="2217" y="1605"/>
                    <a:pt x="2221" y="1605"/>
                  </a:cubicBezTo>
                  <a:cubicBezTo>
                    <a:pt x="2225" y="1605"/>
                    <a:pt x="2228" y="1604"/>
                    <a:pt x="2232" y="1604"/>
                  </a:cubicBezTo>
                  <a:cubicBezTo>
                    <a:pt x="2249" y="1603"/>
                    <a:pt x="2278" y="1610"/>
                    <a:pt x="2287" y="1590"/>
                  </a:cubicBezTo>
                  <a:cubicBezTo>
                    <a:pt x="2289" y="1586"/>
                    <a:pt x="2286" y="1579"/>
                    <a:pt x="2280" y="1581"/>
                  </a:cubicBezTo>
                  <a:cubicBezTo>
                    <a:pt x="2275" y="1582"/>
                    <a:pt x="2269" y="1583"/>
                    <a:pt x="2263" y="1583"/>
                  </a:cubicBezTo>
                  <a:cubicBezTo>
                    <a:pt x="2255" y="1583"/>
                    <a:pt x="2247" y="1582"/>
                    <a:pt x="2240" y="1580"/>
                  </a:cubicBezTo>
                  <a:cubicBezTo>
                    <a:pt x="2231" y="1580"/>
                    <a:pt x="2209" y="1586"/>
                    <a:pt x="2206" y="1578"/>
                  </a:cubicBezTo>
                  <a:cubicBezTo>
                    <a:pt x="2204" y="1570"/>
                    <a:pt x="2202" y="1561"/>
                    <a:pt x="2200" y="1553"/>
                  </a:cubicBezTo>
                  <a:cubicBezTo>
                    <a:pt x="2203" y="1553"/>
                    <a:pt x="2206" y="1554"/>
                    <a:pt x="2209" y="1554"/>
                  </a:cubicBezTo>
                  <a:cubicBezTo>
                    <a:pt x="2214" y="1555"/>
                    <a:pt x="2220" y="1555"/>
                    <a:pt x="2225" y="1555"/>
                  </a:cubicBezTo>
                  <a:cubicBezTo>
                    <a:pt x="2246" y="1555"/>
                    <a:pt x="2266" y="1550"/>
                    <a:pt x="2283" y="1540"/>
                  </a:cubicBezTo>
                  <a:cubicBezTo>
                    <a:pt x="2284" y="1539"/>
                    <a:pt x="2285" y="1538"/>
                    <a:pt x="2286" y="1538"/>
                  </a:cubicBezTo>
                  <a:cubicBezTo>
                    <a:pt x="2287" y="1537"/>
                    <a:pt x="2287" y="1537"/>
                    <a:pt x="2288" y="1536"/>
                  </a:cubicBezTo>
                  <a:cubicBezTo>
                    <a:pt x="2288" y="1535"/>
                    <a:pt x="2288" y="1534"/>
                    <a:pt x="2288" y="1533"/>
                  </a:cubicBezTo>
                  <a:cubicBezTo>
                    <a:pt x="2288" y="1532"/>
                    <a:pt x="2288" y="1531"/>
                    <a:pt x="2288" y="1530"/>
                  </a:cubicBezTo>
                  <a:cubicBezTo>
                    <a:pt x="2287" y="1529"/>
                    <a:pt x="2287" y="1528"/>
                    <a:pt x="2286" y="1528"/>
                  </a:cubicBezTo>
                  <a:cubicBezTo>
                    <a:pt x="2273" y="1519"/>
                    <a:pt x="2259" y="1528"/>
                    <a:pt x="2245" y="1531"/>
                  </a:cubicBezTo>
                  <a:cubicBezTo>
                    <a:pt x="2239" y="1532"/>
                    <a:pt x="2232" y="1532"/>
                    <a:pt x="2225" y="1532"/>
                  </a:cubicBezTo>
                  <a:cubicBezTo>
                    <a:pt x="2218" y="1532"/>
                    <a:pt x="2211" y="1532"/>
                    <a:pt x="2204" y="1531"/>
                  </a:cubicBezTo>
                  <a:cubicBezTo>
                    <a:pt x="2201" y="1530"/>
                    <a:pt x="2198" y="1529"/>
                    <a:pt x="2196" y="1528"/>
                  </a:cubicBezTo>
                  <a:cubicBezTo>
                    <a:pt x="2194" y="1527"/>
                    <a:pt x="2192" y="1525"/>
                    <a:pt x="2190" y="1524"/>
                  </a:cubicBezTo>
                  <a:cubicBezTo>
                    <a:pt x="2186" y="1510"/>
                    <a:pt x="2181" y="1495"/>
                    <a:pt x="2178" y="1480"/>
                  </a:cubicBezTo>
                  <a:cubicBezTo>
                    <a:pt x="2184" y="1480"/>
                    <a:pt x="2190" y="1480"/>
                    <a:pt x="2195" y="1480"/>
                  </a:cubicBezTo>
                  <a:cubicBezTo>
                    <a:pt x="2213" y="1480"/>
                    <a:pt x="2251" y="1488"/>
                    <a:pt x="2258" y="1465"/>
                  </a:cubicBezTo>
                  <a:cubicBezTo>
                    <a:pt x="2259" y="1465"/>
                    <a:pt x="2259" y="1464"/>
                    <a:pt x="2259" y="1463"/>
                  </a:cubicBezTo>
                  <a:cubicBezTo>
                    <a:pt x="2259" y="1462"/>
                    <a:pt x="2258" y="1461"/>
                    <a:pt x="2258" y="1460"/>
                  </a:cubicBezTo>
                  <a:cubicBezTo>
                    <a:pt x="2257" y="1459"/>
                    <a:pt x="2256" y="1457"/>
                    <a:pt x="2255" y="1457"/>
                  </a:cubicBezTo>
                  <a:cubicBezTo>
                    <a:pt x="2254" y="1456"/>
                    <a:pt x="2253" y="1456"/>
                    <a:pt x="2252" y="1456"/>
                  </a:cubicBezTo>
                  <a:cubicBezTo>
                    <a:pt x="2251" y="1456"/>
                    <a:pt x="2250" y="1457"/>
                    <a:pt x="2249" y="1457"/>
                  </a:cubicBezTo>
                  <a:cubicBezTo>
                    <a:pt x="2242" y="1458"/>
                    <a:pt x="2235" y="1459"/>
                    <a:pt x="2228" y="1459"/>
                  </a:cubicBezTo>
                  <a:cubicBezTo>
                    <a:pt x="2220" y="1459"/>
                    <a:pt x="2213" y="1458"/>
                    <a:pt x="2206" y="1457"/>
                  </a:cubicBezTo>
                  <a:cubicBezTo>
                    <a:pt x="2192" y="1456"/>
                    <a:pt x="2182" y="1459"/>
                    <a:pt x="2172" y="1450"/>
                  </a:cubicBezTo>
                  <a:cubicBezTo>
                    <a:pt x="2169" y="1435"/>
                    <a:pt x="2167" y="1419"/>
                    <a:pt x="2167" y="1403"/>
                  </a:cubicBezTo>
                  <a:cubicBezTo>
                    <a:pt x="2183" y="1411"/>
                    <a:pt x="2200" y="1416"/>
                    <a:pt x="2218" y="1416"/>
                  </a:cubicBezTo>
                  <a:cubicBezTo>
                    <a:pt x="2228" y="1416"/>
                    <a:pt x="2239" y="1414"/>
                    <a:pt x="2249" y="1411"/>
                  </a:cubicBezTo>
                  <a:cubicBezTo>
                    <a:pt x="2254" y="1409"/>
                    <a:pt x="2257" y="1400"/>
                    <a:pt x="2251" y="1398"/>
                  </a:cubicBezTo>
                  <a:cubicBezTo>
                    <a:pt x="2235" y="1392"/>
                    <a:pt x="2218" y="1390"/>
                    <a:pt x="2201" y="1389"/>
                  </a:cubicBezTo>
                  <a:cubicBezTo>
                    <a:pt x="2192" y="1388"/>
                    <a:pt x="2176" y="1388"/>
                    <a:pt x="2170" y="1380"/>
                  </a:cubicBezTo>
                  <a:cubicBezTo>
                    <a:pt x="2169" y="1379"/>
                    <a:pt x="2169" y="1378"/>
                    <a:pt x="2168" y="1378"/>
                  </a:cubicBezTo>
                  <a:cubicBezTo>
                    <a:pt x="2168" y="1378"/>
                    <a:pt x="2167" y="1378"/>
                    <a:pt x="2167" y="1377"/>
                  </a:cubicBezTo>
                  <a:cubicBezTo>
                    <a:pt x="2166" y="1367"/>
                    <a:pt x="2165" y="1356"/>
                    <a:pt x="2163" y="1346"/>
                  </a:cubicBezTo>
                  <a:cubicBezTo>
                    <a:pt x="2174" y="1348"/>
                    <a:pt x="2185" y="1349"/>
                    <a:pt x="2196" y="1349"/>
                  </a:cubicBezTo>
                  <a:cubicBezTo>
                    <a:pt x="2209" y="1349"/>
                    <a:pt x="2222" y="1348"/>
                    <a:pt x="2235" y="1345"/>
                  </a:cubicBezTo>
                  <a:cubicBezTo>
                    <a:pt x="2236" y="1344"/>
                    <a:pt x="2236" y="1344"/>
                    <a:pt x="2237" y="1343"/>
                  </a:cubicBezTo>
                  <a:cubicBezTo>
                    <a:pt x="2238" y="1342"/>
                    <a:pt x="2238" y="1341"/>
                    <a:pt x="2238" y="1340"/>
                  </a:cubicBezTo>
                  <a:cubicBezTo>
                    <a:pt x="2238" y="1339"/>
                    <a:pt x="2238" y="1338"/>
                    <a:pt x="2237" y="1337"/>
                  </a:cubicBezTo>
                  <a:cubicBezTo>
                    <a:pt x="2236" y="1336"/>
                    <a:pt x="2236" y="1336"/>
                    <a:pt x="2235" y="1335"/>
                  </a:cubicBezTo>
                  <a:cubicBezTo>
                    <a:pt x="2225" y="1332"/>
                    <a:pt x="2214" y="1330"/>
                    <a:pt x="2204" y="1330"/>
                  </a:cubicBezTo>
                  <a:cubicBezTo>
                    <a:pt x="2200" y="1330"/>
                    <a:pt x="2197" y="1331"/>
                    <a:pt x="2193" y="1331"/>
                  </a:cubicBezTo>
                  <a:cubicBezTo>
                    <a:pt x="2188" y="1331"/>
                    <a:pt x="2164" y="1337"/>
                    <a:pt x="2163" y="1329"/>
                  </a:cubicBezTo>
                  <a:lnTo>
                    <a:pt x="2163" y="1328"/>
                  </a:lnTo>
                  <a:cubicBezTo>
                    <a:pt x="2162" y="1327"/>
                    <a:pt x="2162" y="1327"/>
                    <a:pt x="2161" y="1326"/>
                  </a:cubicBezTo>
                  <a:lnTo>
                    <a:pt x="2160" y="1326"/>
                  </a:lnTo>
                  <a:cubicBezTo>
                    <a:pt x="2158" y="1317"/>
                    <a:pt x="2157" y="1309"/>
                    <a:pt x="2157" y="1300"/>
                  </a:cubicBezTo>
                  <a:lnTo>
                    <a:pt x="2157" y="1296"/>
                  </a:lnTo>
                  <a:cubicBezTo>
                    <a:pt x="2163" y="1297"/>
                    <a:pt x="2169" y="1298"/>
                    <a:pt x="2175" y="1298"/>
                  </a:cubicBezTo>
                  <a:cubicBezTo>
                    <a:pt x="2178" y="1298"/>
                    <a:pt x="2181" y="1298"/>
                    <a:pt x="2185" y="1297"/>
                  </a:cubicBezTo>
                  <a:cubicBezTo>
                    <a:pt x="2187" y="1297"/>
                    <a:pt x="2189" y="1297"/>
                    <a:pt x="2191" y="1297"/>
                  </a:cubicBezTo>
                  <a:cubicBezTo>
                    <a:pt x="2202" y="1297"/>
                    <a:pt x="2213" y="1296"/>
                    <a:pt x="2224" y="1294"/>
                  </a:cubicBezTo>
                  <a:cubicBezTo>
                    <a:pt x="2227" y="1294"/>
                    <a:pt x="2227" y="1289"/>
                    <a:pt x="2224" y="1288"/>
                  </a:cubicBezTo>
                  <a:cubicBezTo>
                    <a:pt x="2211" y="1285"/>
                    <a:pt x="2199" y="1284"/>
                    <a:pt x="2186" y="1284"/>
                  </a:cubicBezTo>
                  <a:cubicBezTo>
                    <a:pt x="2183" y="1284"/>
                    <a:pt x="2181" y="1284"/>
                    <a:pt x="2178" y="1284"/>
                  </a:cubicBezTo>
                  <a:cubicBezTo>
                    <a:pt x="2170" y="1284"/>
                    <a:pt x="2162" y="1283"/>
                    <a:pt x="2154" y="1282"/>
                  </a:cubicBezTo>
                  <a:cubicBezTo>
                    <a:pt x="2154" y="1281"/>
                    <a:pt x="2153" y="1279"/>
                    <a:pt x="2152" y="1277"/>
                  </a:cubicBezTo>
                  <a:cubicBezTo>
                    <a:pt x="2151" y="1275"/>
                    <a:pt x="2149" y="1274"/>
                    <a:pt x="2148" y="1272"/>
                  </a:cubicBezTo>
                  <a:lnTo>
                    <a:pt x="2148" y="1271"/>
                  </a:lnTo>
                  <a:cubicBezTo>
                    <a:pt x="2143" y="1263"/>
                    <a:pt x="2139" y="1254"/>
                    <a:pt x="2136" y="1245"/>
                  </a:cubicBezTo>
                  <a:cubicBezTo>
                    <a:pt x="2144" y="1248"/>
                    <a:pt x="2152" y="1249"/>
                    <a:pt x="2161" y="1249"/>
                  </a:cubicBezTo>
                  <a:cubicBezTo>
                    <a:pt x="2166" y="1250"/>
                    <a:pt x="2172" y="1251"/>
                    <a:pt x="2177" y="1251"/>
                  </a:cubicBezTo>
                  <a:cubicBezTo>
                    <a:pt x="2192" y="1251"/>
                    <a:pt x="2207" y="1247"/>
                    <a:pt x="2221" y="1241"/>
                  </a:cubicBezTo>
                  <a:cubicBezTo>
                    <a:pt x="2222" y="1241"/>
                    <a:pt x="2221" y="1240"/>
                    <a:pt x="2222" y="1239"/>
                  </a:cubicBezTo>
                  <a:cubicBezTo>
                    <a:pt x="2223" y="1238"/>
                    <a:pt x="2223" y="1238"/>
                    <a:pt x="2223" y="1237"/>
                  </a:cubicBezTo>
                  <a:cubicBezTo>
                    <a:pt x="2223" y="1236"/>
                    <a:pt x="2223" y="1235"/>
                    <a:pt x="2222" y="1234"/>
                  </a:cubicBezTo>
                  <a:cubicBezTo>
                    <a:pt x="2222" y="1234"/>
                    <a:pt x="2222" y="1233"/>
                    <a:pt x="2221" y="1233"/>
                  </a:cubicBezTo>
                  <a:cubicBezTo>
                    <a:pt x="2212" y="1229"/>
                    <a:pt x="2201" y="1227"/>
                    <a:pt x="2191" y="1227"/>
                  </a:cubicBezTo>
                  <a:cubicBezTo>
                    <a:pt x="2186" y="1227"/>
                    <a:pt x="2181" y="1227"/>
                    <a:pt x="2176" y="1228"/>
                  </a:cubicBezTo>
                  <a:cubicBezTo>
                    <a:pt x="2168" y="1228"/>
                    <a:pt x="2143" y="1232"/>
                    <a:pt x="2137" y="1223"/>
                  </a:cubicBezTo>
                  <a:cubicBezTo>
                    <a:pt x="2136" y="1222"/>
                    <a:pt x="2135" y="1221"/>
                    <a:pt x="2134" y="1220"/>
                  </a:cubicBezTo>
                  <a:cubicBezTo>
                    <a:pt x="2132" y="1219"/>
                    <a:pt x="2130" y="1218"/>
                    <a:pt x="2129" y="1218"/>
                  </a:cubicBezTo>
                  <a:cubicBezTo>
                    <a:pt x="2128" y="1218"/>
                    <a:pt x="2127" y="1218"/>
                    <a:pt x="2127" y="1219"/>
                  </a:cubicBezTo>
                  <a:cubicBezTo>
                    <a:pt x="2125" y="1211"/>
                    <a:pt x="2123" y="1202"/>
                    <a:pt x="2122" y="1194"/>
                  </a:cubicBezTo>
                  <a:cubicBezTo>
                    <a:pt x="2122" y="1195"/>
                    <a:pt x="2122" y="1196"/>
                    <a:pt x="2123" y="1197"/>
                  </a:cubicBezTo>
                  <a:cubicBezTo>
                    <a:pt x="2124" y="1200"/>
                    <a:pt x="2128" y="1203"/>
                    <a:pt x="2131" y="1205"/>
                  </a:cubicBezTo>
                  <a:cubicBezTo>
                    <a:pt x="2134" y="1206"/>
                    <a:pt x="2136" y="1207"/>
                    <a:pt x="2140" y="1207"/>
                  </a:cubicBezTo>
                  <a:cubicBezTo>
                    <a:pt x="2143" y="1207"/>
                    <a:pt x="2147" y="1206"/>
                    <a:pt x="2150" y="1205"/>
                  </a:cubicBezTo>
                  <a:cubicBezTo>
                    <a:pt x="2152" y="1204"/>
                    <a:pt x="2153" y="1203"/>
                    <a:pt x="2154" y="1202"/>
                  </a:cubicBezTo>
                  <a:cubicBezTo>
                    <a:pt x="2158" y="1198"/>
                    <a:pt x="2161" y="1194"/>
                    <a:pt x="2163" y="1189"/>
                  </a:cubicBezTo>
                  <a:lnTo>
                    <a:pt x="2164" y="1189"/>
                  </a:lnTo>
                  <a:lnTo>
                    <a:pt x="2165" y="1189"/>
                  </a:lnTo>
                  <a:cubicBezTo>
                    <a:pt x="2168" y="1189"/>
                    <a:pt x="2171" y="1187"/>
                    <a:pt x="2173" y="1186"/>
                  </a:cubicBezTo>
                  <a:cubicBezTo>
                    <a:pt x="2174" y="1185"/>
                    <a:pt x="2176" y="1185"/>
                    <a:pt x="2177" y="1184"/>
                  </a:cubicBezTo>
                  <a:cubicBezTo>
                    <a:pt x="2178" y="1182"/>
                    <a:pt x="2179" y="1180"/>
                    <a:pt x="2180" y="1179"/>
                  </a:cubicBezTo>
                  <a:cubicBezTo>
                    <a:pt x="2182" y="1175"/>
                    <a:pt x="2184" y="1170"/>
                    <a:pt x="2184" y="1166"/>
                  </a:cubicBezTo>
                  <a:cubicBezTo>
                    <a:pt x="2189" y="1165"/>
                    <a:pt x="2194" y="1165"/>
                    <a:pt x="2199" y="1165"/>
                  </a:cubicBezTo>
                  <a:cubicBezTo>
                    <a:pt x="2208" y="1165"/>
                    <a:pt x="2218" y="1166"/>
                    <a:pt x="2227" y="1169"/>
                  </a:cubicBezTo>
                  <a:cubicBezTo>
                    <a:pt x="2248" y="1173"/>
                    <a:pt x="2288" y="1161"/>
                    <a:pt x="2312" y="1166"/>
                  </a:cubicBezTo>
                  <a:cubicBezTo>
                    <a:pt x="2308" y="1188"/>
                    <a:pt x="2294" y="1214"/>
                    <a:pt x="2312" y="1231"/>
                  </a:cubicBezTo>
                  <a:cubicBezTo>
                    <a:pt x="2321" y="1239"/>
                    <a:pt x="2350" y="1244"/>
                    <a:pt x="2325" y="1263"/>
                  </a:cubicBezTo>
                  <a:cubicBezTo>
                    <a:pt x="2321" y="1266"/>
                    <a:pt x="2317" y="1270"/>
                    <a:pt x="2314" y="1275"/>
                  </a:cubicBezTo>
                  <a:cubicBezTo>
                    <a:pt x="2311" y="1281"/>
                    <a:pt x="2309" y="1287"/>
                    <a:pt x="2309" y="1294"/>
                  </a:cubicBezTo>
                  <a:lnTo>
                    <a:pt x="2309" y="1295"/>
                  </a:lnTo>
                  <a:cubicBezTo>
                    <a:pt x="2309" y="1298"/>
                    <a:pt x="2310" y="1302"/>
                    <a:pt x="2312" y="1305"/>
                  </a:cubicBezTo>
                  <a:cubicBezTo>
                    <a:pt x="2313" y="1308"/>
                    <a:pt x="2316" y="1310"/>
                    <a:pt x="2319" y="1312"/>
                  </a:cubicBezTo>
                  <a:cubicBezTo>
                    <a:pt x="2334" y="1320"/>
                    <a:pt x="2346" y="1334"/>
                    <a:pt x="2331" y="1348"/>
                  </a:cubicBezTo>
                  <a:cubicBezTo>
                    <a:pt x="2330" y="1349"/>
                    <a:pt x="2329" y="1351"/>
                    <a:pt x="2328" y="1352"/>
                  </a:cubicBezTo>
                  <a:cubicBezTo>
                    <a:pt x="2326" y="1356"/>
                    <a:pt x="2325" y="1359"/>
                    <a:pt x="2325" y="1363"/>
                  </a:cubicBezTo>
                  <a:cubicBezTo>
                    <a:pt x="2325" y="1366"/>
                    <a:pt x="2326" y="1370"/>
                    <a:pt x="2328" y="1373"/>
                  </a:cubicBezTo>
                  <a:cubicBezTo>
                    <a:pt x="2330" y="1376"/>
                    <a:pt x="2332" y="1380"/>
                    <a:pt x="2335" y="1381"/>
                  </a:cubicBezTo>
                  <a:cubicBezTo>
                    <a:pt x="2337" y="1382"/>
                    <a:pt x="2338" y="1382"/>
                    <a:pt x="2339" y="1382"/>
                  </a:cubicBezTo>
                  <a:lnTo>
                    <a:pt x="2344" y="1384"/>
                  </a:lnTo>
                  <a:cubicBezTo>
                    <a:pt x="2344" y="1386"/>
                    <a:pt x="2344" y="1387"/>
                    <a:pt x="2344" y="1388"/>
                  </a:cubicBezTo>
                  <a:cubicBezTo>
                    <a:pt x="2344" y="1398"/>
                    <a:pt x="2342" y="1408"/>
                    <a:pt x="2337" y="1417"/>
                  </a:cubicBezTo>
                  <a:cubicBezTo>
                    <a:pt x="2335" y="1420"/>
                    <a:pt x="2334" y="1424"/>
                    <a:pt x="2334" y="1428"/>
                  </a:cubicBezTo>
                  <a:cubicBezTo>
                    <a:pt x="2334" y="1431"/>
                    <a:pt x="2335" y="1435"/>
                    <a:pt x="2337" y="1438"/>
                  </a:cubicBezTo>
                  <a:cubicBezTo>
                    <a:pt x="2338" y="1441"/>
                    <a:pt x="2340" y="1443"/>
                    <a:pt x="2343" y="1445"/>
                  </a:cubicBezTo>
                  <a:cubicBezTo>
                    <a:pt x="2359" y="1457"/>
                    <a:pt x="2368" y="1455"/>
                    <a:pt x="2362" y="1481"/>
                  </a:cubicBezTo>
                  <a:cubicBezTo>
                    <a:pt x="2359" y="1495"/>
                    <a:pt x="2340" y="1502"/>
                    <a:pt x="2336" y="1517"/>
                  </a:cubicBezTo>
                  <a:cubicBezTo>
                    <a:pt x="2335" y="1520"/>
                    <a:pt x="2334" y="1523"/>
                    <a:pt x="2334" y="1525"/>
                  </a:cubicBezTo>
                  <a:cubicBezTo>
                    <a:pt x="2334" y="1529"/>
                    <a:pt x="2335" y="1532"/>
                    <a:pt x="2337" y="1535"/>
                  </a:cubicBezTo>
                  <a:cubicBezTo>
                    <a:pt x="2339" y="1538"/>
                    <a:pt x="2341" y="1540"/>
                    <a:pt x="2344" y="1542"/>
                  </a:cubicBezTo>
                  <a:cubicBezTo>
                    <a:pt x="2347" y="1544"/>
                    <a:pt x="2349" y="1545"/>
                    <a:pt x="2352" y="1545"/>
                  </a:cubicBezTo>
                  <a:cubicBezTo>
                    <a:pt x="2393" y="1553"/>
                    <a:pt x="2362" y="1567"/>
                    <a:pt x="2363" y="1586"/>
                  </a:cubicBezTo>
                  <a:cubicBezTo>
                    <a:pt x="2363" y="1592"/>
                    <a:pt x="2363" y="1602"/>
                    <a:pt x="2369" y="1607"/>
                  </a:cubicBezTo>
                  <a:cubicBezTo>
                    <a:pt x="2389" y="1625"/>
                    <a:pt x="2380" y="1637"/>
                    <a:pt x="2369" y="1658"/>
                  </a:cubicBezTo>
                  <a:cubicBezTo>
                    <a:pt x="2354" y="1684"/>
                    <a:pt x="2393" y="1704"/>
                    <a:pt x="2415" y="1723"/>
                  </a:cubicBezTo>
                  <a:cubicBezTo>
                    <a:pt x="2417" y="1732"/>
                    <a:pt x="2421" y="1741"/>
                    <a:pt x="2425" y="1748"/>
                  </a:cubicBezTo>
                  <a:cubicBezTo>
                    <a:pt x="2444" y="1779"/>
                    <a:pt x="2482" y="1793"/>
                    <a:pt x="2514" y="1806"/>
                  </a:cubicBezTo>
                  <a:cubicBezTo>
                    <a:pt x="2549" y="1819"/>
                    <a:pt x="2586" y="1828"/>
                    <a:pt x="2624" y="1832"/>
                  </a:cubicBezTo>
                  <a:cubicBezTo>
                    <a:pt x="2627" y="1832"/>
                    <a:pt x="2631" y="1832"/>
                    <a:pt x="2634" y="1832"/>
                  </a:cubicBezTo>
                  <a:cubicBezTo>
                    <a:pt x="2647" y="1832"/>
                    <a:pt x="2660" y="1831"/>
                    <a:pt x="2673" y="1830"/>
                  </a:cubicBezTo>
                  <a:cubicBezTo>
                    <a:pt x="2675" y="1830"/>
                    <a:pt x="2676" y="1830"/>
                    <a:pt x="2678" y="1830"/>
                  </a:cubicBezTo>
                  <a:cubicBezTo>
                    <a:pt x="2686" y="1830"/>
                    <a:pt x="2693" y="1831"/>
                    <a:pt x="2700" y="1833"/>
                  </a:cubicBezTo>
                  <a:lnTo>
                    <a:pt x="2712" y="1835"/>
                  </a:lnTo>
                  <a:cubicBezTo>
                    <a:pt x="2719" y="1836"/>
                    <a:pt x="2719" y="1843"/>
                    <a:pt x="2712" y="1856"/>
                  </a:cubicBezTo>
                  <a:moveTo>
                    <a:pt x="2761" y="1855"/>
                  </a:moveTo>
                  <a:lnTo>
                    <a:pt x="2755" y="1853"/>
                  </a:lnTo>
                  <a:cubicBezTo>
                    <a:pt x="2756" y="1853"/>
                    <a:pt x="2756" y="1852"/>
                    <a:pt x="2756" y="1851"/>
                  </a:cubicBezTo>
                  <a:cubicBezTo>
                    <a:pt x="2756" y="1850"/>
                    <a:pt x="2756" y="1849"/>
                    <a:pt x="2755" y="1849"/>
                  </a:cubicBezTo>
                  <a:cubicBezTo>
                    <a:pt x="2755" y="1845"/>
                    <a:pt x="2754" y="1842"/>
                    <a:pt x="2752" y="1839"/>
                  </a:cubicBezTo>
                  <a:cubicBezTo>
                    <a:pt x="2749" y="1835"/>
                    <a:pt x="2745" y="1831"/>
                    <a:pt x="2741" y="1828"/>
                  </a:cubicBezTo>
                  <a:cubicBezTo>
                    <a:pt x="2740" y="1827"/>
                    <a:pt x="2738" y="1827"/>
                    <a:pt x="2737" y="1826"/>
                  </a:cubicBezTo>
                  <a:cubicBezTo>
                    <a:pt x="2739" y="1825"/>
                    <a:pt x="2742" y="1823"/>
                    <a:pt x="2744" y="1822"/>
                  </a:cubicBezTo>
                  <a:cubicBezTo>
                    <a:pt x="2757" y="1815"/>
                    <a:pt x="2770" y="1811"/>
                    <a:pt x="2785" y="1811"/>
                  </a:cubicBezTo>
                  <a:cubicBezTo>
                    <a:pt x="2795" y="1810"/>
                    <a:pt x="2805" y="1809"/>
                    <a:pt x="2816" y="1809"/>
                  </a:cubicBezTo>
                  <a:cubicBezTo>
                    <a:pt x="2826" y="1809"/>
                    <a:pt x="2836" y="1810"/>
                    <a:pt x="2846" y="1811"/>
                  </a:cubicBezTo>
                  <a:cubicBezTo>
                    <a:pt x="2843" y="1812"/>
                    <a:pt x="2841" y="1814"/>
                    <a:pt x="2838" y="1815"/>
                  </a:cubicBezTo>
                  <a:cubicBezTo>
                    <a:pt x="2813" y="1830"/>
                    <a:pt x="2788" y="1843"/>
                    <a:pt x="2761" y="18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32"/>
          <p:cNvGrpSpPr/>
          <p:nvPr/>
        </p:nvGrpSpPr>
        <p:grpSpPr>
          <a:xfrm>
            <a:off x="7752161" y="3415897"/>
            <a:ext cx="1357245" cy="2009368"/>
            <a:chOff x="19286235" y="1778760"/>
            <a:chExt cx="1137960" cy="1684440"/>
          </a:xfrm>
        </p:grpSpPr>
        <p:sp>
          <p:nvSpPr>
            <p:cNvPr id="2334" name="Google Shape;2334;p32"/>
            <p:cNvSpPr/>
            <p:nvPr/>
          </p:nvSpPr>
          <p:spPr>
            <a:xfrm>
              <a:off x="19608435" y="2363400"/>
              <a:ext cx="22320" cy="5040"/>
            </a:xfrm>
            <a:custGeom>
              <a:rect b="b" l="l" r="r" t="t"/>
              <a:pathLst>
                <a:path extrusionOk="0" h="14" w="62">
                  <a:moveTo>
                    <a:pt x="38" y="0"/>
                  </a:moveTo>
                  <a:cubicBezTo>
                    <a:pt x="27" y="0"/>
                    <a:pt x="15" y="1"/>
                    <a:pt x="4" y="3"/>
                  </a:cubicBezTo>
                  <a:cubicBezTo>
                    <a:pt x="3" y="3"/>
                    <a:pt x="2" y="3"/>
                    <a:pt x="2" y="3"/>
                  </a:cubicBezTo>
                  <a:lnTo>
                    <a:pt x="1" y="4"/>
                  </a:lnTo>
                  <a:cubicBezTo>
                    <a:pt x="1" y="5"/>
                    <a:pt x="0" y="5"/>
                    <a:pt x="0" y="6"/>
                  </a:cubicBezTo>
                  <a:cubicBezTo>
                    <a:pt x="0" y="6"/>
                    <a:pt x="1" y="7"/>
                    <a:pt x="1" y="8"/>
                  </a:cubicBezTo>
                  <a:cubicBezTo>
                    <a:pt x="1" y="8"/>
                    <a:pt x="2" y="8"/>
                    <a:pt x="2" y="9"/>
                  </a:cubicBezTo>
                  <a:cubicBezTo>
                    <a:pt x="2" y="9"/>
                    <a:pt x="3" y="9"/>
                    <a:pt x="4" y="9"/>
                  </a:cubicBezTo>
                  <a:cubicBezTo>
                    <a:pt x="13" y="11"/>
                    <a:pt x="23" y="12"/>
                    <a:pt x="33" y="12"/>
                  </a:cubicBezTo>
                  <a:cubicBezTo>
                    <a:pt x="36" y="13"/>
                    <a:pt x="39" y="13"/>
                    <a:pt x="41" y="13"/>
                  </a:cubicBezTo>
                  <a:cubicBezTo>
                    <a:pt x="48" y="13"/>
                    <a:pt x="54" y="11"/>
                    <a:pt x="60" y="8"/>
                  </a:cubicBezTo>
                  <a:cubicBezTo>
                    <a:pt x="61" y="8"/>
                    <a:pt x="61" y="8"/>
                    <a:pt x="61" y="8"/>
                  </a:cubicBezTo>
                  <a:cubicBezTo>
                    <a:pt x="61" y="7"/>
                    <a:pt x="61" y="7"/>
                    <a:pt x="61" y="6"/>
                  </a:cubicBezTo>
                  <a:lnTo>
                    <a:pt x="61" y="5"/>
                  </a:lnTo>
                  <a:cubicBezTo>
                    <a:pt x="61" y="5"/>
                    <a:pt x="61" y="4"/>
                    <a:pt x="60" y="4"/>
                  </a:cubicBezTo>
                  <a:cubicBezTo>
                    <a:pt x="55" y="1"/>
                    <a:pt x="49" y="0"/>
                    <a:pt x="43" y="0"/>
                  </a:cubicBezTo>
                  <a:cubicBezTo>
                    <a:pt x="41" y="0"/>
                    <a:pt x="40" y="0"/>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2"/>
            <p:cNvSpPr/>
            <p:nvPr/>
          </p:nvSpPr>
          <p:spPr>
            <a:xfrm>
              <a:off x="19420155" y="2768760"/>
              <a:ext cx="421200" cy="191520"/>
            </a:xfrm>
            <a:custGeom>
              <a:rect b="b" l="l" r="r" t="t"/>
              <a:pathLst>
                <a:path extrusionOk="0" h="532" w="1170">
                  <a:moveTo>
                    <a:pt x="1166" y="512"/>
                  </a:moveTo>
                  <a:cubicBezTo>
                    <a:pt x="1116" y="504"/>
                    <a:pt x="1066" y="511"/>
                    <a:pt x="1016" y="501"/>
                  </a:cubicBezTo>
                  <a:cubicBezTo>
                    <a:pt x="965" y="492"/>
                    <a:pt x="916" y="495"/>
                    <a:pt x="867" y="489"/>
                  </a:cubicBezTo>
                  <a:lnTo>
                    <a:pt x="836" y="486"/>
                  </a:lnTo>
                  <a:cubicBezTo>
                    <a:pt x="836" y="433"/>
                    <a:pt x="844" y="381"/>
                    <a:pt x="841" y="328"/>
                  </a:cubicBezTo>
                  <a:cubicBezTo>
                    <a:pt x="837" y="276"/>
                    <a:pt x="838" y="217"/>
                    <a:pt x="837" y="161"/>
                  </a:cubicBezTo>
                  <a:cubicBezTo>
                    <a:pt x="837" y="158"/>
                    <a:pt x="831" y="159"/>
                    <a:pt x="831" y="161"/>
                  </a:cubicBezTo>
                  <a:cubicBezTo>
                    <a:pt x="829" y="269"/>
                    <a:pt x="807" y="374"/>
                    <a:pt x="805" y="482"/>
                  </a:cubicBezTo>
                  <a:cubicBezTo>
                    <a:pt x="777" y="478"/>
                    <a:pt x="750" y="475"/>
                    <a:pt x="722" y="473"/>
                  </a:cubicBezTo>
                  <a:cubicBezTo>
                    <a:pt x="707" y="469"/>
                    <a:pt x="693" y="466"/>
                    <a:pt x="680" y="464"/>
                  </a:cubicBezTo>
                  <a:cubicBezTo>
                    <a:pt x="645" y="459"/>
                    <a:pt x="610" y="456"/>
                    <a:pt x="575" y="455"/>
                  </a:cubicBezTo>
                  <a:cubicBezTo>
                    <a:pt x="574" y="435"/>
                    <a:pt x="571" y="415"/>
                    <a:pt x="566" y="395"/>
                  </a:cubicBezTo>
                  <a:cubicBezTo>
                    <a:pt x="565" y="389"/>
                    <a:pt x="558" y="391"/>
                    <a:pt x="557" y="395"/>
                  </a:cubicBezTo>
                  <a:cubicBezTo>
                    <a:pt x="553" y="414"/>
                    <a:pt x="550" y="434"/>
                    <a:pt x="549" y="454"/>
                  </a:cubicBezTo>
                  <a:cubicBezTo>
                    <a:pt x="549" y="375"/>
                    <a:pt x="553" y="296"/>
                    <a:pt x="549" y="216"/>
                  </a:cubicBezTo>
                  <a:cubicBezTo>
                    <a:pt x="549" y="212"/>
                    <a:pt x="541" y="211"/>
                    <a:pt x="541" y="216"/>
                  </a:cubicBezTo>
                  <a:cubicBezTo>
                    <a:pt x="537" y="295"/>
                    <a:pt x="528" y="373"/>
                    <a:pt x="528" y="452"/>
                  </a:cubicBezTo>
                  <a:lnTo>
                    <a:pt x="493" y="444"/>
                  </a:lnTo>
                  <a:cubicBezTo>
                    <a:pt x="496" y="429"/>
                    <a:pt x="497" y="413"/>
                    <a:pt x="497" y="397"/>
                  </a:cubicBezTo>
                  <a:cubicBezTo>
                    <a:pt x="497" y="377"/>
                    <a:pt x="495" y="357"/>
                    <a:pt x="490" y="338"/>
                  </a:cubicBezTo>
                  <a:cubicBezTo>
                    <a:pt x="490" y="337"/>
                    <a:pt x="490" y="337"/>
                    <a:pt x="490" y="336"/>
                  </a:cubicBezTo>
                  <a:cubicBezTo>
                    <a:pt x="490" y="335"/>
                    <a:pt x="489" y="336"/>
                    <a:pt x="488" y="335"/>
                  </a:cubicBezTo>
                  <a:cubicBezTo>
                    <a:pt x="487" y="335"/>
                    <a:pt x="487" y="334"/>
                    <a:pt x="486" y="334"/>
                  </a:cubicBezTo>
                  <a:cubicBezTo>
                    <a:pt x="486" y="334"/>
                    <a:pt x="485" y="334"/>
                    <a:pt x="484" y="335"/>
                  </a:cubicBezTo>
                  <a:cubicBezTo>
                    <a:pt x="484" y="335"/>
                    <a:pt x="483" y="335"/>
                    <a:pt x="483" y="336"/>
                  </a:cubicBezTo>
                  <a:cubicBezTo>
                    <a:pt x="483" y="337"/>
                    <a:pt x="483" y="337"/>
                    <a:pt x="483" y="338"/>
                  </a:cubicBezTo>
                  <a:cubicBezTo>
                    <a:pt x="479" y="356"/>
                    <a:pt x="477" y="375"/>
                    <a:pt x="476" y="393"/>
                  </a:cubicBezTo>
                  <a:cubicBezTo>
                    <a:pt x="476" y="400"/>
                    <a:pt x="472" y="408"/>
                    <a:pt x="471" y="415"/>
                  </a:cubicBezTo>
                  <a:cubicBezTo>
                    <a:pt x="470" y="423"/>
                    <a:pt x="469" y="431"/>
                    <a:pt x="467" y="439"/>
                  </a:cubicBezTo>
                  <a:cubicBezTo>
                    <a:pt x="457" y="437"/>
                    <a:pt x="447" y="435"/>
                    <a:pt x="436" y="434"/>
                  </a:cubicBezTo>
                  <a:lnTo>
                    <a:pt x="419" y="431"/>
                  </a:lnTo>
                  <a:cubicBezTo>
                    <a:pt x="421" y="382"/>
                    <a:pt x="418" y="331"/>
                    <a:pt x="424" y="283"/>
                  </a:cubicBezTo>
                  <a:cubicBezTo>
                    <a:pt x="426" y="264"/>
                    <a:pt x="428" y="244"/>
                    <a:pt x="428" y="225"/>
                  </a:cubicBezTo>
                  <a:cubicBezTo>
                    <a:pt x="428" y="199"/>
                    <a:pt x="425" y="174"/>
                    <a:pt x="421" y="149"/>
                  </a:cubicBezTo>
                  <a:cubicBezTo>
                    <a:pt x="421" y="146"/>
                    <a:pt x="415" y="146"/>
                    <a:pt x="415" y="149"/>
                  </a:cubicBezTo>
                  <a:cubicBezTo>
                    <a:pt x="422" y="241"/>
                    <a:pt x="404" y="335"/>
                    <a:pt x="397" y="427"/>
                  </a:cubicBezTo>
                  <a:lnTo>
                    <a:pt x="383" y="424"/>
                  </a:lnTo>
                  <a:cubicBezTo>
                    <a:pt x="383" y="407"/>
                    <a:pt x="386" y="390"/>
                    <a:pt x="386" y="374"/>
                  </a:cubicBezTo>
                  <a:cubicBezTo>
                    <a:pt x="386" y="342"/>
                    <a:pt x="382" y="311"/>
                    <a:pt x="380" y="279"/>
                  </a:cubicBezTo>
                  <a:cubicBezTo>
                    <a:pt x="380" y="274"/>
                    <a:pt x="373" y="275"/>
                    <a:pt x="372" y="279"/>
                  </a:cubicBezTo>
                  <a:cubicBezTo>
                    <a:pt x="370" y="326"/>
                    <a:pt x="362" y="373"/>
                    <a:pt x="363" y="420"/>
                  </a:cubicBezTo>
                  <a:lnTo>
                    <a:pt x="338" y="415"/>
                  </a:lnTo>
                  <a:cubicBezTo>
                    <a:pt x="347" y="327"/>
                    <a:pt x="361" y="233"/>
                    <a:pt x="356" y="144"/>
                  </a:cubicBezTo>
                  <a:cubicBezTo>
                    <a:pt x="356" y="143"/>
                    <a:pt x="357" y="143"/>
                    <a:pt x="356" y="142"/>
                  </a:cubicBezTo>
                  <a:cubicBezTo>
                    <a:pt x="355" y="142"/>
                    <a:pt x="355" y="142"/>
                    <a:pt x="354" y="141"/>
                  </a:cubicBezTo>
                  <a:cubicBezTo>
                    <a:pt x="353" y="141"/>
                    <a:pt x="353" y="140"/>
                    <a:pt x="352" y="140"/>
                  </a:cubicBezTo>
                  <a:cubicBezTo>
                    <a:pt x="351" y="140"/>
                    <a:pt x="351" y="140"/>
                    <a:pt x="350" y="141"/>
                  </a:cubicBezTo>
                  <a:lnTo>
                    <a:pt x="349" y="142"/>
                  </a:lnTo>
                  <a:cubicBezTo>
                    <a:pt x="348" y="143"/>
                    <a:pt x="348" y="143"/>
                    <a:pt x="348" y="144"/>
                  </a:cubicBezTo>
                  <a:cubicBezTo>
                    <a:pt x="338" y="233"/>
                    <a:pt x="323" y="321"/>
                    <a:pt x="311" y="411"/>
                  </a:cubicBezTo>
                  <a:lnTo>
                    <a:pt x="288" y="406"/>
                  </a:lnTo>
                  <a:lnTo>
                    <a:pt x="286" y="406"/>
                  </a:lnTo>
                  <a:cubicBezTo>
                    <a:pt x="286" y="405"/>
                    <a:pt x="287" y="404"/>
                    <a:pt x="288" y="403"/>
                  </a:cubicBezTo>
                  <a:cubicBezTo>
                    <a:pt x="297" y="383"/>
                    <a:pt x="290" y="360"/>
                    <a:pt x="288" y="340"/>
                  </a:cubicBezTo>
                  <a:cubicBezTo>
                    <a:pt x="285" y="315"/>
                    <a:pt x="280" y="292"/>
                    <a:pt x="279" y="266"/>
                  </a:cubicBezTo>
                  <a:cubicBezTo>
                    <a:pt x="279" y="262"/>
                    <a:pt x="273" y="262"/>
                    <a:pt x="273" y="266"/>
                  </a:cubicBezTo>
                  <a:cubicBezTo>
                    <a:pt x="271" y="288"/>
                    <a:pt x="274" y="310"/>
                    <a:pt x="273" y="332"/>
                  </a:cubicBezTo>
                  <a:cubicBezTo>
                    <a:pt x="272" y="354"/>
                    <a:pt x="263" y="382"/>
                    <a:pt x="273" y="403"/>
                  </a:cubicBezTo>
                  <a:lnTo>
                    <a:pt x="253" y="399"/>
                  </a:lnTo>
                  <a:cubicBezTo>
                    <a:pt x="254" y="399"/>
                    <a:pt x="255" y="398"/>
                    <a:pt x="256" y="397"/>
                  </a:cubicBezTo>
                  <a:cubicBezTo>
                    <a:pt x="257" y="395"/>
                    <a:pt x="257" y="394"/>
                    <a:pt x="257" y="392"/>
                  </a:cubicBezTo>
                  <a:cubicBezTo>
                    <a:pt x="257" y="366"/>
                    <a:pt x="251" y="340"/>
                    <a:pt x="250" y="314"/>
                  </a:cubicBezTo>
                  <a:cubicBezTo>
                    <a:pt x="250" y="310"/>
                    <a:pt x="242" y="310"/>
                    <a:pt x="242" y="314"/>
                  </a:cubicBezTo>
                  <a:cubicBezTo>
                    <a:pt x="242" y="340"/>
                    <a:pt x="236" y="365"/>
                    <a:pt x="235" y="390"/>
                  </a:cubicBezTo>
                  <a:cubicBezTo>
                    <a:pt x="235" y="392"/>
                    <a:pt x="236" y="394"/>
                    <a:pt x="237" y="395"/>
                  </a:cubicBezTo>
                  <a:cubicBezTo>
                    <a:pt x="237" y="396"/>
                    <a:pt x="237" y="396"/>
                    <a:pt x="237" y="396"/>
                  </a:cubicBezTo>
                  <a:lnTo>
                    <a:pt x="212" y="391"/>
                  </a:lnTo>
                  <a:cubicBezTo>
                    <a:pt x="215" y="384"/>
                    <a:pt x="216" y="377"/>
                    <a:pt x="216" y="370"/>
                  </a:cubicBezTo>
                  <a:cubicBezTo>
                    <a:pt x="216" y="366"/>
                    <a:pt x="216" y="362"/>
                    <a:pt x="215" y="358"/>
                  </a:cubicBezTo>
                  <a:cubicBezTo>
                    <a:pt x="214" y="344"/>
                    <a:pt x="217" y="330"/>
                    <a:pt x="215" y="315"/>
                  </a:cubicBezTo>
                  <a:cubicBezTo>
                    <a:pt x="214" y="297"/>
                    <a:pt x="212" y="278"/>
                    <a:pt x="211" y="260"/>
                  </a:cubicBezTo>
                  <a:cubicBezTo>
                    <a:pt x="211" y="259"/>
                    <a:pt x="211" y="259"/>
                    <a:pt x="210" y="258"/>
                  </a:cubicBezTo>
                  <a:cubicBezTo>
                    <a:pt x="209" y="257"/>
                    <a:pt x="210" y="258"/>
                    <a:pt x="209" y="257"/>
                  </a:cubicBezTo>
                  <a:cubicBezTo>
                    <a:pt x="208" y="257"/>
                    <a:pt x="208" y="256"/>
                    <a:pt x="207" y="256"/>
                  </a:cubicBezTo>
                  <a:cubicBezTo>
                    <a:pt x="207" y="256"/>
                    <a:pt x="206" y="256"/>
                    <a:pt x="205" y="257"/>
                  </a:cubicBezTo>
                  <a:cubicBezTo>
                    <a:pt x="205" y="257"/>
                    <a:pt x="204" y="257"/>
                    <a:pt x="204" y="258"/>
                  </a:cubicBezTo>
                  <a:cubicBezTo>
                    <a:pt x="204" y="259"/>
                    <a:pt x="204" y="259"/>
                    <a:pt x="204" y="260"/>
                  </a:cubicBezTo>
                  <a:cubicBezTo>
                    <a:pt x="203" y="286"/>
                    <a:pt x="200" y="312"/>
                    <a:pt x="195" y="338"/>
                  </a:cubicBezTo>
                  <a:cubicBezTo>
                    <a:pt x="193" y="346"/>
                    <a:pt x="198" y="373"/>
                    <a:pt x="193" y="378"/>
                  </a:cubicBezTo>
                  <a:cubicBezTo>
                    <a:pt x="192" y="378"/>
                    <a:pt x="191" y="379"/>
                    <a:pt x="191" y="380"/>
                  </a:cubicBezTo>
                  <a:cubicBezTo>
                    <a:pt x="190" y="382"/>
                    <a:pt x="190" y="384"/>
                    <a:pt x="190" y="385"/>
                  </a:cubicBezTo>
                  <a:cubicBezTo>
                    <a:pt x="190" y="386"/>
                    <a:pt x="190" y="386"/>
                    <a:pt x="190" y="386"/>
                  </a:cubicBezTo>
                  <a:lnTo>
                    <a:pt x="175" y="383"/>
                  </a:lnTo>
                  <a:cubicBezTo>
                    <a:pt x="175" y="380"/>
                    <a:pt x="176" y="379"/>
                    <a:pt x="176" y="376"/>
                  </a:cubicBezTo>
                  <a:cubicBezTo>
                    <a:pt x="176" y="374"/>
                    <a:pt x="175" y="371"/>
                    <a:pt x="175" y="368"/>
                  </a:cubicBezTo>
                  <a:cubicBezTo>
                    <a:pt x="175" y="364"/>
                    <a:pt x="175" y="360"/>
                    <a:pt x="175" y="356"/>
                  </a:cubicBezTo>
                  <a:cubicBezTo>
                    <a:pt x="175" y="351"/>
                    <a:pt x="175" y="347"/>
                    <a:pt x="175" y="343"/>
                  </a:cubicBezTo>
                  <a:cubicBezTo>
                    <a:pt x="175" y="327"/>
                    <a:pt x="170" y="312"/>
                    <a:pt x="169" y="297"/>
                  </a:cubicBezTo>
                  <a:cubicBezTo>
                    <a:pt x="169" y="292"/>
                    <a:pt x="161" y="292"/>
                    <a:pt x="161" y="297"/>
                  </a:cubicBezTo>
                  <a:cubicBezTo>
                    <a:pt x="161" y="308"/>
                    <a:pt x="157" y="321"/>
                    <a:pt x="155" y="332"/>
                  </a:cubicBezTo>
                  <a:cubicBezTo>
                    <a:pt x="153" y="344"/>
                    <a:pt x="151" y="362"/>
                    <a:pt x="147" y="376"/>
                  </a:cubicBezTo>
                  <a:cubicBezTo>
                    <a:pt x="147" y="377"/>
                    <a:pt x="147" y="377"/>
                    <a:pt x="147" y="377"/>
                  </a:cubicBezTo>
                  <a:lnTo>
                    <a:pt x="128" y="372"/>
                  </a:lnTo>
                  <a:cubicBezTo>
                    <a:pt x="129" y="366"/>
                    <a:pt x="129" y="360"/>
                    <a:pt x="129" y="354"/>
                  </a:cubicBezTo>
                  <a:cubicBezTo>
                    <a:pt x="129" y="353"/>
                    <a:pt x="129" y="352"/>
                    <a:pt x="129" y="351"/>
                  </a:cubicBezTo>
                  <a:cubicBezTo>
                    <a:pt x="128" y="329"/>
                    <a:pt x="122" y="308"/>
                    <a:pt x="120" y="287"/>
                  </a:cubicBezTo>
                  <a:cubicBezTo>
                    <a:pt x="120" y="286"/>
                    <a:pt x="120" y="285"/>
                    <a:pt x="120" y="285"/>
                  </a:cubicBezTo>
                  <a:cubicBezTo>
                    <a:pt x="119" y="285"/>
                    <a:pt x="119" y="284"/>
                    <a:pt x="118" y="284"/>
                  </a:cubicBezTo>
                  <a:lnTo>
                    <a:pt x="117" y="283"/>
                  </a:lnTo>
                  <a:cubicBezTo>
                    <a:pt x="116" y="283"/>
                    <a:pt x="116" y="284"/>
                    <a:pt x="115" y="284"/>
                  </a:cubicBezTo>
                  <a:cubicBezTo>
                    <a:pt x="115" y="284"/>
                    <a:pt x="115" y="285"/>
                    <a:pt x="114" y="285"/>
                  </a:cubicBezTo>
                  <a:cubicBezTo>
                    <a:pt x="114" y="285"/>
                    <a:pt x="114" y="286"/>
                    <a:pt x="114" y="287"/>
                  </a:cubicBezTo>
                  <a:cubicBezTo>
                    <a:pt x="112" y="306"/>
                    <a:pt x="108" y="324"/>
                    <a:pt x="106" y="344"/>
                  </a:cubicBezTo>
                  <a:cubicBezTo>
                    <a:pt x="106" y="351"/>
                    <a:pt x="104" y="359"/>
                    <a:pt x="103" y="366"/>
                  </a:cubicBezTo>
                  <a:lnTo>
                    <a:pt x="86" y="362"/>
                  </a:lnTo>
                  <a:cubicBezTo>
                    <a:pt x="88" y="346"/>
                    <a:pt x="88" y="330"/>
                    <a:pt x="88" y="314"/>
                  </a:cubicBezTo>
                  <a:cubicBezTo>
                    <a:pt x="88" y="298"/>
                    <a:pt x="88" y="282"/>
                    <a:pt x="86" y="266"/>
                  </a:cubicBezTo>
                  <a:cubicBezTo>
                    <a:pt x="85" y="245"/>
                    <a:pt x="91" y="222"/>
                    <a:pt x="90" y="200"/>
                  </a:cubicBezTo>
                  <a:cubicBezTo>
                    <a:pt x="89" y="135"/>
                    <a:pt x="99" y="69"/>
                    <a:pt x="98" y="3"/>
                  </a:cubicBezTo>
                  <a:cubicBezTo>
                    <a:pt x="98" y="0"/>
                    <a:pt x="93" y="0"/>
                    <a:pt x="93" y="3"/>
                  </a:cubicBezTo>
                  <a:cubicBezTo>
                    <a:pt x="92" y="119"/>
                    <a:pt x="51" y="239"/>
                    <a:pt x="63" y="354"/>
                  </a:cubicBezTo>
                  <a:cubicBezTo>
                    <a:pt x="50" y="350"/>
                    <a:pt x="37" y="346"/>
                    <a:pt x="24" y="341"/>
                  </a:cubicBezTo>
                  <a:lnTo>
                    <a:pt x="24" y="340"/>
                  </a:lnTo>
                  <a:cubicBezTo>
                    <a:pt x="24" y="339"/>
                    <a:pt x="24" y="339"/>
                    <a:pt x="24" y="338"/>
                  </a:cubicBezTo>
                  <a:cubicBezTo>
                    <a:pt x="27" y="317"/>
                    <a:pt x="28" y="296"/>
                    <a:pt x="28" y="275"/>
                  </a:cubicBezTo>
                  <a:cubicBezTo>
                    <a:pt x="28" y="237"/>
                    <a:pt x="24" y="200"/>
                    <a:pt x="15" y="164"/>
                  </a:cubicBezTo>
                  <a:cubicBezTo>
                    <a:pt x="14" y="160"/>
                    <a:pt x="8" y="163"/>
                    <a:pt x="9" y="166"/>
                  </a:cubicBezTo>
                  <a:cubicBezTo>
                    <a:pt x="16" y="188"/>
                    <a:pt x="6" y="222"/>
                    <a:pt x="5" y="245"/>
                  </a:cubicBezTo>
                  <a:cubicBezTo>
                    <a:pt x="5" y="275"/>
                    <a:pt x="3" y="304"/>
                    <a:pt x="0" y="334"/>
                  </a:cubicBezTo>
                  <a:cubicBezTo>
                    <a:pt x="0" y="335"/>
                    <a:pt x="0" y="335"/>
                    <a:pt x="0" y="336"/>
                  </a:cubicBezTo>
                  <a:cubicBezTo>
                    <a:pt x="0" y="338"/>
                    <a:pt x="1" y="340"/>
                    <a:pt x="2" y="342"/>
                  </a:cubicBezTo>
                  <a:cubicBezTo>
                    <a:pt x="3" y="344"/>
                    <a:pt x="4" y="345"/>
                    <a:pt x="6" y="346"/>
                  </a:cubicBezTo>
                  <a:cubicBezTo>
                    <a:pt x="8" y="347"/>
                    <a:pt x="10" y="348"/>
                    <a:pt x="13" y="348"/>
                  </a:cubicBezTo>
                  <a:cubicBezTo>
                    <a:pt x="14" y="348"/>
                    <a:pt x="15" y="348"/>
                    <a:pt x="16" y="347"/>
                  </a:cubicBezTo>
                  <a:cubicBezTo>
                    <a:pt x="18" y="347"/>
                    <a:pt x="16" y="347"/>
                    <a:pt x="17" y="349"/>
                  </a:cubicBezTo>
                  <a:lnTo>
                    <a:pt x="8" y="347"/>
                  </a:lnTo>
                  <a:cubicBezTo>
                    <a:pt x="7" y="347"/>
                    <a:pt x="7" y="348"/>
                    <a:pt x="6" y="348"/>
                  </a:cubicBezTo>
                  <a:lnTo>
                    <a:pt x="5" y="349"/>
                  </a:lnTo>
                  <a:cubicBezTo>
                    <a:pt x="5" y="350"/>
                    <a:pt x="5" y="350"/>
                    <a:pt x="5" y="351"/>
                  </a:cubicBezTo>
                  <a:lnTo>
                    <a:pt x="5" y="352"/>
                  </a:lnTo>
                  <a:cubicBezTo>
                    <a:pt x="5" y="353"/>
                    <a:pt x="6" y="353"/>
                    <a:pt x="6" y="353"/>
                  </a:cubicBezTo>
                  <a:cubicBezTo>
                    <a:pt x="60" y="408"/>
                    <a:pt x="159" y="414"/>
                    <a:pt x="229" y="438"/>
                  </a:cubicBezTo>
                  <a:cubicBezTo>
                    <a:pt x="314" y="463"/>
                    <a:pt x="401" y="479"/>
                    <a:pt x="489" y="485"/>
                  </a:cubicBezTo>
                  <a:cubicBezTo>
                    <a:pt x="561" y="492"/>
                    <a:pt x="633" y="494"/>
                    <a:pt x="705" y="499"/>
                  </a:cubicBezTo>
                  <a:cubicBezTo>
                    <a:pt x="742" y="501"/>
                    <a:pt x="795" y="519"/>
                    <a:pt x="834" y="508"/>
                  </a:cubicBezTo>
                  <a:cubicBezTo>
                    <a:pt x="839" y="508"/>
                    <a:pt x="843" y="509"/>
                    <a:pt x="847" y="510"/>
                  </a:cubicBezTo>
                  <a:cubicBezTo>
                    <a:pt x="891" y="522"/>
                    <a:pt x="954" y="519"/>
                    <a:pt x="999" y="520"/>
                  </a:cubicBezTo>
                  <a:cubicBezTo>
                    <a:pt x="1055" y="521"/>
                    <a:pt x="1107" y="531"/>
                    <a:pt x="1165" y="521"/>
                  </a:cubicBezTo>
                  <a:lnTo>
                    <a:pt x="1166" y="521"/>
                  </a:lnTo>
                  <a:cubicBezTo>
                    <a:pt x="1167" y="520"/>
                    <a:pt x="1167" y="520"/>
                    <a:pt x="1168" y="519"/>
                  </a:cubicBezTo>
                  <a:cubicBezTo>
                    <a:pt x="1168" y="518"/>
                    <a:pt x="1169" y="517"/>
                    <a:pt x="1169" y="516"/>
                  </a:cubicBezTo>
                  <a:cubicBezTo>
                    <a:pt x="1169" y="516"/>
                    <a:pt x="1168" y="515"/>
                    <a:pt x="1168" y="514"/>
                  </a:cubicBezTo>
                  <a:cubicBezTo>
                    <a:pt x="1167" y="513"/>
                    <a:pt x="1167" y="513"/>
                    <a:pt x="1166" y="5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2"/>
            <p:cNvSpPr/>
            <p:nvPr/>
          </p:nvSpPr>
          <p:spPr>
            <a:xfrm>
              <a:off x="19850715" y="2950560"/>
              <a:ext cx="31320" cy="8280"/>
            </a:xfrm>
            <a:custGeom>
              <a:rect b="b" l="l" r="r" t="t"/>
              <a:pathLst>
                <a:path extrusionOk="0" h="23" w="87">
                  <a:moveTo>
                    <a:pt x="83" y="1"/>
                  </a:moveTo>
                  <a:cubicBezTo>
                    <a:pt x="77" y="0"/>
                    <a:pt x="71" y="0"/>
                    <a:pt x="65" y="0"/>
                  </a:cubicBezTo>
                  <a:cubicBezTo>
                    <a:pt x="59" y="0"/>
                    <a:pt x="54" y="0"/>
                    <a:pt x="48" y="1"/>
                  </a:cubicBezTo>
                  <a:cubicBezTo>
                    <a:pt x="39" y="2"/>
                    <a:pt x="30" y="4"/>
                    <a:pt x="22" y="5"/>
                  </a:cubicBezTo>
                  <a:cubicBezTo>
                    <a:pt x="16" y="5"/>
                    <a:pt x="11" y="9"/>
                    <a:pt x="5" y="9"/>
                  </a:cubicBezTo>
                  <a:cubicBezTo>
                    <a:pt x="0" y="9"/>
                    <a:pt x="2" y="15"/>
                    <a:pt x="5" y="15"/>
                  </a:cubicBezTo>
                  <a:cubicBezTo>
                    <a:pt x="11" y="17"/>
                    <a:pt x="16" y="19"/>
                    <a:pt x="21" y="21"/>
                  </a:cubicBezTo>
                  <a:cubicBezTo>
                    <a:pt x="25" y="21"/>
                    <a:pt x="29" y="22"/>
                    <a:pt x="33" y="22"/>
                  </a:cubicBezTo>
                  <a:cubicBezTo>
                    <a:pt x="37" y="22"/>
                    <a:pt x="42" y="21"/>
                    <a:pt x="46" y="21"/>
                  </a:cubicBezTo>
                  <a:cubicBezTo>
                    <a:pt x="61" y="18"/>
                    <a:pt x="75" y="21"/>
                    <a:pt x="85" y="7"/>
                  </a:cubicBezTo>
                  <a:cubicBezTo>
                    <a:pt x="85" y="6"/>
                    <a:pt x="85" y="6"/>
                    <a:pt x="85" y="5"/>
                  </a:cubicBezTo>
                  <a:cubicBezTo>
                    <a:pt x="85" y="4"/>
                    <a:pt x="86" y="4"/>
                    <a:pt x="85" y="3"/>
                  </a:cubicBezTo>
                  <a:cubicBezTo>
                    <a:pt x="85" y="2"/>
                    <a:pt x="84" y="2"/>
                    <a:pt x="83" y="2"/>
                  </a:cubicBezTo>
                  <a:lnTo>
                    <a:pt x="8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2"/>
            <p:cNvSpPr/>
            <p:nvPr/>
          </p:nvSpPr>
          <p:spPr>
            <a:xfrm>
              <a:off x="19555515" y="3260520"/>
              <a:ext cx="17640" cy="7920"/>
            </a:xfrm>
            <a:custGeom>
              <a:rect b="b" l="l" r="r" t="t"/>
              <a:pathLst>
                <a:path extrusionOk="0" h="22" w="49">
                  <a:moveTo>
                    <a:pt x="27" y="0"/>
                  </a:moveTo>
                  <a:cubicBezTo>
                    <a:pt x="27" y="0"/>
                    <a:pt x="26" y="0"/>
                    <a:pt x="25" y="0"/>
                  </a:cubicBezTo>
                  <a:cubicBezTo>
                    <a:pt x="19" y="0"/>
                    <a:pt x="13" y="1"/>
                    <a:pt x="8" y="3"/>
                  </a:cubicBezTo>
                  <a:cubicBezTo>
                    <a:pt x="7" y="3"/>
                    <a:pt x="7" y="3"/>
                    <a:pt x="6" y="3"/>
                  </a:cubicBezTo>
                  <a:cubicBezTo>
                    <a:pt x="6" y="3"/>
                    <a:pt x="5" y="3"/>
                    <a:pt x="5" y="4"/>
                  </a:cubicBezTo>
                  <a:cubicBezTo>
                    <a:pt x="5" y="4"/>
                    <a:pt x="4" y="4"/>
                    <a:pt x="4" y="5"/>
                  </a:cubicBezTo>
                  <a:cubicBezTo>
                    <a:pt x="0" y="16"/>
                    <a:pt x="12" y="21"/>
                    <a:pt x="21" y="21"/>
                  </a:cubicBezTo>
                  <a:cubicBezTo>
                    <a:pt x="26" y="21"/>
                    <a:pt x="30" y="21"/>
                    <a:pt x="35" y="20"/>
                  </a:cubicBezTo>
                  <a:cubicBezTo>
                    <a:pt x="37" y="19"/>
                    <a:pt x="39" y="18"/>
                    <a:pt x="41" y="17"/>
                  </a:cubicBezTo>
                  <a:cubicBezTo>
                    <a:pt x="43" y="16"/>
                    <a:pt x="45" y="14"/>
                    <a:pt x="47" y="12"/>
                  </a:cubicBezTo>
                  <a:cubicBezTo>
                    <a:pt x="48" y="11"/>
                    <a:pt x="48" y="10"/>
                    <a:pt x="48" y="10"/>
                  </a:cubicBezTo>
                  <a:cubicBezTo>
                    <a:pt x="48" y="9"/>
                    <a:pt x="48" y="8"/>
                    <a:pt x="47" y="8"/>
                  </a:cubicBezTo>
                  <a:lnTo>
                    <a:pt x="47" y="7"/>
                  </a:lnTo>
                  <a:cubicBezTo>
                    <a:pt x="45" y="6"/>
                    <a:pt x="44" y="4"/>
                    <a:pt x="42" y="3"/>
                  </a:cubicBezTo>
                  <a:cubicBezTo>
                    <a:pt x="38" y="1"/>
                    <a:pt x="34" y="0"/>
                    <a:pt x="30" y="0"/>
                  </a:cubicBezTo>
                  <a:cubicBezTo>
                    <a:pt x="29" y="0"/>
                    <a:pt x="28" y="0"/>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2"/>
            <p:cNvSpPr/>
            <p:nvPr/>
          </p:nvSpPr>
          <p:spPr>
            <a:xfrm>
              <a:off x="19584315" y="3063600"/>
              <a:ext cx="525960" cy="243000"/>
            </a:xfrm>
            <a:custGeom>
              <a:rect b="b" l="l" r="r" t="t"/>
              <a:pathLst>
                <a:path extrusionOk="0" h="675" w="1461">
                  <a:moveTo>
                    <a:pt x="1446" y="569"/>
                  </a:moveTo>
                  <a:lnTo>
                    <a:pt x="1445" y="569"/>
                  </a:lnTo>
                  <a:cubicBezTo>
                    <a:pt x="1429" y="578"/>
                    <a:pt x="1412" y="584"/>
                    <a:pt x="1394" y="586"/>
                  </a:cubicBezTo>
                  <a:cubicBezTo>
                    <a:pt x="1392" y="495"/>
                    <a:pt x="1397" y="399"/>
                    <a:pt x="1375" y="311"/>
                  </a:cubicBezTo>
                  <a:cubicBezTo>
                    <a:pt x="1374" y="306"/>
                    <a:pt x="1367" y="308"/>
                    <a:pt x="1368" y="313"/>
                  </a:cubicBezTo>
                  <a:cubicBezTo>
                    <a:pt x="1382" y="402"/>
                    <a:pt x="1372" y="500"/>
                    <a:pt x="1370" y="591"/>
                  </a:cubicBezTo>
                  <a:lnTo>
                    <a:pt x="1368" y="591"/>
                  </a:lnTo>
                  <a:cubicBezTo>
                    <a:pt x="1368" y="574"/>
                    <a:pt x="1363" y="558"/>
                    <a:pt x="1363" y="541"/>
                  </a:cubicBezTo>
                  <a:cubicBezTo>
                    <a:pt x="1360" y="521"/>
                    <a:pt x="1357" y="502"/>
                    <a:pt x="1352" y="482"/>
                  </a:cubicBezTo>
                  <a:cubicBezTo>
                    <a:pt x="1351" y="477"/>
                    <a:pt x="1342" y="478"/>
                    <a:pt x="1343" y="483"/>
                  </a:cubicBezTo>
                  <a:cubicBezTo>
                    <a:pt x="1349" y="520"/>
                    <a:pt x="1346" y="557"/>
                    <a:pt x="1348" y="594"/>
                  </a:cubicBezTo>
                  <a:lnTo>
                    <a:pt x="1336" y="595"/>
                  </a:lnTo>
                  <a:cubicBezTo>
                    <a:pt x="1336" y="574"/>
                    <a:pt x="1334" y="552"/>
                    <a:pt x="1331" y="531"/>
                  </a:cubicBezTo>
                  <a:cubicBezTo>
                    <a:pt x="1330" y="518"/>
                    <a:pt x="1327" y="506"/>
                    <a:pt x="1320" y="495"/>
                  </a:cubicBezTo>
                  <a:lnTo>
                    <a:pt x="1320" y="494"/>
                  </a:lnTo>
                  <a:cubicBezTo>
                    <a:pt x="1319" y="494"/>
                    <a:pt x="1319" y="494"/>
                    <a:pt x="1319" y="494"/>
                  </a:cubicBezTo>
                  <a:cubicBezTo>
                    <a:pt x="1318" y="493"/>
                    <a:pt x="1318" y="493"/>
                    <a:pt x="1317" y="493"/>
                  </a:cubicBezTo>
                  <a:cubicBezTo>
                    <a:pt x="1316" y="493"/>
                    <a:pt x="1316" y="493"/>
                    <a:pt x="1315" y="494"/>
                  </a:cubicBezTo>
                  <a:cubicBezTo>
                    <a:pt x="1314" y="495"/>
                    <a:pt x="1314" y="494"/>
                    <a:pt x="1313" y="495"/>
                  </a:cubicBezTo>
                  <a:cubicBezTo>
                    <a:pt x="1312" y="496"/>
                    <a:pt x="1313" y="497"/>
                    <a:pt x="1313" y="497"/>
                  </a:cubicBezTo>
                  <a:cubicBezTo>
                    <a:pt x="1313" y="498"/>
                    <a:pt x="1313" y="499"/>
                    <a:pt x="1313" y="499"/>
                  </a:cubicBezTo>
                  <a:cubicBezTo>
                    <a:pt x="1314" y="507"/>
                    <a:pt x="1314" y="514"/>
                    <a:pt x="1314" y="522"/>
                  </a:cubicBezTo>
                  <a:cubicBezTo>
                    <a:pt x="1314" y="529"/>
                    <a:pt x="1314" y="537"/>
                    <a:pt x="1313" y="544"/>
                  </a:cubicBezTo>
                  <a:cubicBezTo>
                    <a:pt x="1311" y="560"/>
                    <a:pt x="1310" y="575"/>
                    <a:pt x="1310" y="591"/>
                  </a:cubicBezTo>
                  <a:cubicBezTo>
                    <a:pt x="1310" y="593"/>
                    <a:pt x="1310" y="595"/>
                    <a:pt x="1310" y="596"/>
                  </a:cubicBezTo>
                  <a:cubicBezTo>
                    <a:pt x="1310" y="597"/>
                    <a:pt x="1310" y="597"/>
                    <a:pt x="1310" y="597"/>
                  </a:cubicBezTo>
                  <a:cubicBezTo>
                    <a:pt x="1310" y="598"/>
                    <a:pt x="1310" y="598"/>
                    <a:pt x="1310" y="598"/>
                  </a:cubicBezTo>
                  <a:lnTo>
                    <a:pt x="1308" y="598"/>
                  </a:lnTo>
                  <a:cubicBezTo>
                    <a:pt x="1308" y="583"/>
                    <a:pt x="1300" y="567"/>
                    <a:pt x="1299" y="551"/>
                  </a:cubicBezTo>
                  <a:lnTo>
                    <a:pt x="1299" y="550"/>
                  </a:lnTo>
                  <a:cubicBezTo>
                    <a:pt x="1298" y="549"/>
                    <a:pt x="1298" y="549"/>
                    <a:pt x="1297" y="548"/>
                  </a:cubicBezTo>
                  <a:cubicBezTo>
                    <a:pt x="1296" y="547"/>
                    <a:pt x="1296" y="548"/>
                    <a:pt x="1295" y="548"/>
                  </a:cubicBezTo>
                  <a:cubicBezTo>
                    <a:pt x="1294" y="548"/>
                    <a:pt x="1293" y="548"/>
                    <a:pt x="1293" y="548"/>
                  </a:cubicBezTo>
                  <a:cubicBezTo>
                    <a:pt x="1292" y="549"/>
                    <a:pt x="1292" y="549"/>
                    <a:pt x="1291" y="550"/>
                  </a:cubicBezTo>
                  <a:lnTo>
                    <a:pt x="1291" y="551"/>
                  </a:lnTo>
                  <a:cubicBezTo>
                    <a:pt x="1291" y="566"/>
                    <a:pt x="1282" y="580"/>
                    <a:pt x="1286" y="595"/>
                  </a:cubicBezTo>
                  <a:lnTo>
                    <a:pt x="1288" y="601"/>
                  </a:lnTo>
                  <a:lnTo>
                    <a:pt x="1280" y="601"/>
                  </a:lnTo>
                  <a:lnTo>
                    <a:pt x="1237" y="607"/>
                  </a:lnTo>
                  <a:cubicBezTo>
                    <a:pt x="1237" y="604"/>
                    <a:pt x="1236" y="601"/>
                    <a:pt x="1236" y="598"/>
                  </a:cubicBezTo>
                  <a:cubicBezTo>
                    <a:pt x="1236" y="595"/>
                    <a:pt x="1237" y="592"/>
                    <a:pt x="1237" y="589"/>
                  </a:cubicBezTo>
                  <a:lnTo>
                    <a:pt x="1237" y="588"/>
                  </a:lnTo>
                  <a:cubicBezTo>
                    <a:pt x="1237" y="579"/>
                    <a:pt x="1235" y="571"/>
                    <a:pt x="1231" y="564"/>
                  </a:cubicBezTo>
                  <a:cubicBezTo>
                    <a:pt x="1230" y="563"/>
                    <a:pt x="1230" y="562"/>
                    <a:pt x="1229" y="562"/>
                  </a:cubicBezTo>
                  <a:cubicBezTo>
                    <a:pt x="1229" y="561"/>
                    <a:pt x="1229" y="561"/>
                    <a:pt x="1228" y="561"/>
                  </a:cubicBezTo>
                  <a:cubicBezTo>
                    <a:pt x="1227" y="560"/>
                    <a:pt x="1227" y="560"/>
                    <a:pt x="1226" y="560"/>
                  </a:cubicBezTo>
                  <a:cubicBezTo>
                    <a:pt x="1225" y="560"/>
                    <a:pt x="1225" y="560"/>
                    <a:pt x="1224" y="561"/>
                  </a:cubicBezTo>
                  <a:cubicBezTo>
                    <a:pt x="1223" y="562"/>
                    <a:pt x="1223" y="561"/>
                    <a:pt x="1222" y="562"/>
                  </a:cubicBezTo>
                  <a:cubicBezTo>
                    <a:pt x="1217" y="572"/>
                    <a:pt x="1214" y="583"/>
                    <a:pt x="1214" y="594"/>
                  </a:cubicBezTo>
                  <a:lnTo>
                    <a:pt x="1214" y="595"/>
                  </a:lnTo>
                  <a:cubicBezTo>
                    <a:pt x="1213" y="597"/>
                    <a:pt x="1213" y="599"/>
                    <a:pt x="1213" y="602"/>
                  </a:cubicBezTo>
                  <a:cubicBezTo>
                    <a:pt x="1213" y="604"/>
                    <a:pt x="1213" y="607"/>
                    <a:pt x="1214" y="609"/>
                  </a:cubicBezTo>
                  <a:lnTo>
                    <a:pt x="1201" y="611"/>
                  </a:lnTo>
                  <a:lnTo>
                    <a:pt x="1201" y="609"/>
                  </a:lnTo>
                  <a:cubicBezTo>
                    <a:pt x="1201" y="608"/>
                    <a:pt x="1200" y="607"/>
                    <a:pt x="1200" y="606"/>
                  </a:cubicBezTo>
                  <a:cubicBezTo>
                    <a:pt x="1199" y="604"/>
                    <a:pt x="1198" y="603"/>
                    <a:pt x="1197" y="602"/>
                  </a:cubicBezTo>
                  <a:cubicBezTo>
                    <a:pt x="1199" y="602"/>
                    <a:pt x="1200" y="602"/>
                    <a:pt x="1200" y="599"/>
                  </a:cubicBezTo>
                  <a:cubicBezTo>
                    <a:pt x="1198" y="572"/>
                    <a:pt x="1190" y="545"/>
                    <a:pt x="1188" y="518"/>
                  </a:cubicBezTo>
                  <a:cubicBezTo>
                    <a:pt x="1186" y="490"/>
                    <a:pt x="1175" y="462"/>
                    <a:pt x="1174" y="433"/>
                  </a:cubicBezTo>
                  <a:cubicBezTo>
                    <a:pt x="1174" y="430"/>
                    <a:pt x="1168" y="429"/>
                    <a:pt x="1168" y="433"/>
                  </a:cubicBezTo>
                  <a:cubicBezTo>
                    <a:pt x="1168" y="459"/>
                    <a:pt x="1164" y="484"/>
                    <a:pt x="1166" y="510"/>
                  </a:cubicBezTo>
                  <a:cubicBezTo>
                    <a:pt x="1168" y="545"/>
                    <a:pt x="1174" y="579"/>
                    <a:pt x="1177" y="614"/>
                  </a:cubicBezTo>
                  <a:cubicBezTo>
                    <a:pt x="1154" y="617"/>
                    <a:pt x="1131" y="618"/>
                    <a:pt x="1108" y="619"/>
                  </a:cubicBezTo>
                  <a:cubicBezTo>
                    <a:pt x="1081" y="619"/>
                    <a:pt x="1054" y="623"/>
                    <a:pt x="1028" y="629"/>
                  </a:cubicBezTo>
                  <a:cubicBezTo>
                    <a:pt x="1005" y="633"/>
                    <a:pt x="981" y="636"/>
                    <a:pt x="957" y="637"/>
                  </a:cubicBezTo>
                  <a:cubicBezTo>
                    <a:pt x="958" y="634"/>
                    <a:pt x="958" y="631"/>
                    <a:pt x="958" y="628"/>
                  </a:cubicBezTo>
                  <a:cubicBezTo>
                    <a:pt x="958" y="611"/>
                    <a:pt x="956" y="594"/>
                    <a:pt x="954" y="577"/>
                  </a:cubicBezTo>
                  <a:cubicBezTo>
                    <a:pt x="952" y="547"/>
                    <a:pt x="947" y="518"/>
                    <a:pt x="946" y="489"/>
                  </a:cubicBezTo>
                  <a:cubicBezTo>
                    <a:pt x="946" y="485"/>
                    <a:pt x="940" y="485"/>
                    <a:pt x="940" y="489"/>
                  </a:cubicBezTo>
                  <a:cubicBezTo>
                    <a:pt x="939" y="539"/>
                    <a:pt x="933" y="590"/>
                    <a:pt x="930" y="641"/>
                  </a:cubicBezTo>
                  <a:cubicBezTo>
                    <a:pt x="923" y="642"/>
                    <a:pt x="916" y="643"/>
                    <a:pt x="909" y="644"/>
                  </a:cubicBezTo>
                  <a:cubicBezTo>
                    <a:pt x="909" y="643"/>
                    <a:pt x="909" y="643"/>
                    <a:pt x="909" y="643"/>
                  </a:cubicBezTo>
                  <a:cubicBezTo>
                    <a:pt x="909" y="642"/>
                    <a:pt x="909" y="642"/>
                    <a:pt x="909" y="641"/>
                  </a:cubicBezTo>
                  <a:cubicBezTo>
                    <a:pt x="912" y="618"/>
                    <a:pt x="914" y="595"/>
                    <a:pt x="914" y="572"/>
                  </a:cubicBezTo>
                  <a:cubicBezTo>
                    <a:pt x="914" y="558"/>
                    <a:pt x="913" y="544"/>
                    <a:pt x="912" y="530"/>
                  </a:cubicBezTo>
                  <a:cubicBezTo>
                    <a:pt x="909" y="484"/>
                    <a:pt x="909" y="438"/>
                    <a:pt x="908" y="392"/>
                  </a:cubicBezTo>
                  <a:cubicBezTo>
                    <a:pt x="908" y="388"/>
                    <a:pt x="902" y="387"/>
                    <a:pt x="902" y="392"/>
                  </a:cubicBezTo>
                  <a:cubicBezTo>
                    <a:pt x="899" y="474"/>
                    <a:pt x="874" y="560"/>
                    <a:pt x="887" y="641"/>
                  </a:cubicBezTo>
                  <a:cubicBezTo>
                    <a:pt x="887" y="642"/>
                    <a:pt x="887" y="643"/>
                    <a:pt x="887" y="643"/>
                  </a:cubicBezTo>
                  <a:cubicBezTo>
                    <a:pt x="887" y="644"/>
                    <a:pt x="887" y="645"/>
                    <a:pt x="887" y="645"/>
                  </a:cubicBezTo>
                  <a:cubicBezTo>
                    <a:pt x="843" y="647"/>
                    <a:pt x="798" y="642"/>
                    <a:pt x="754" y="642"/>
                  </a:cubicBezTo>
                  <a:cubicBezTo>
                    <a:pt x="695" y="644"/>
                    <a:pt x="637" y="631"/>
                    <a:pt x="578" y="632"/>
                  </a:cubicBezTo>
                  <a:cubicBezTo>
                    <a:pt x="511" y="632"/>
                    <a:pt x="444" y="611"/>
                    <a:pt x="376" y="613"/>
                  </a:cubicBezTo>
                  <a:cubicBezTo>
                    <a:pt x="366" y="613"/>
                    <a:pt x="355" y="613"/>
                    <a:pt x="345" y="613"/>
                  </a:cubicBezTo>
                  <a:cubicBezTo>
                    <a:pt x="346" y="611"/>
                    <a:pt x="346" y="610"/>
                    <a:pt x="347" y="608"/>
                  </a:cubicBezTo>
                  <a:cubicBezTo>
                    <a:pt x="347" y="597"/>
                    <a:pt x="348" y="586"/>
                    <a:pt x="348" y="575"/>
                  </a:cubicBezTo>
                  <a:cubicBezTo>
                    <a:pt x="348" y="544"/>
                    <a:pt x="345" y="514"/>
                    <a:pt x="340" y="483"/>
                  </a:cubicBezTo>
                  <a:cubicBezTo>
                    <a:pt x="337" y="449"/>
                    <a:pt x="354" y="415"/>
                    <a:pt x="338" y="382"/>
                  </a:cubicBezTo>
                  <a:cubicBezTo>
                    <a:pt x="337" y="379"/>
                    <a:pt x="332" y="380"/>
                    <a:pt x="332" y="383"/>
                  </a:cubicBezTo>
                  <a:cubicBezTo>
                    <a:pt x="334" y="421"/>
                    <a:pt x="321" y="458"/>
                    <a:pt x="316" y="495"/>
                  </a:cubicBezTo>
                  <a:cubicBezTo>
                    <a:pt x="310" y="532"/>
                    <a:pt x="314" y="570"/>
                    <a:pt x="309" y="606"/>
                  </a:cubicBezTo>
                  <a:cubicBezTo>
                    <a:pt x="309" y="607"/>
                    <a:pt x="309" y="607"/>
                    <a:pt x="309" y="608"/>
                  </a:cubicBezTo>
                  <a:lnTo>
                    <a:pt x="309" y="609"/>
                  </a:lnTo>
                  <a:cubicBezTo>
                    <a:pt x="264" y="603"/>
                    <a:pt x="220" y="593"/>
                    <a:pt x="176" y="589"/>
                  </a:cubicBezTo>
                  <a:lnTo>
                    <a:pt x="168" y="589"/>
                  </a:lnTo>
                  <a:cubicBezTo>
                    <a:pt x="176" y="561"/>
                    <a:pt x="165" y="532"/>
                    <a:pt x="164" y="504"/>
                  </a:cubicBezTo>
                  <a:cubicBezTo>
                    <a:pt x="164" y="499"/>
                    <a:pt x="156" y="499"/>
                    <a:pt x="155" y="504"/>
                  </a:cubicBezTo>
                  <a:cubicBezTo>
                    <a:pt x="155" y="518"/>
                    <a:pt x="152" y="531"/>
                    <a:pt x="152" y="546"/>
                  </a:cubicBezTo>
                  <a:cubicBezTo>
                    <a:pt x="152" y="549"/>
                    <a:pt x="152" y="553"/>
                    <a:pt x="152" y="556"/>
                  </a:cubicBezTo>
                  <a:cubicBezTo>
                    <a:pt x="152" y="566"/>
                    <a:pt x="151" y="575"/>
                    <a:pt x="149" y="585"/>
                  </a:cubicBezTo>
                  <a:lnTo>
                    <a:pt x="149" y="586"/>
                  </a:lnTo>
                  <a:lnTo>
                    <a:pt x="149" y="587"/>
                  </a:lnTo>
                  <a:lnTo>
                    <a:pt x="138" y="586"/>
                  </a:lnTo>
                  <a:cubicBezTo>
                    <a:pt x="140" y="558"/>
                    <a:pt x="140" y="530"/>
                    <a:pt x="140" y="502"/>
                  </a:cubicBezTo>
                  <a:cubicBezTo>
                    <a:pt x="140" y="458"/>
                    <a:pt x="139" y="414"/>
                    <a:pt x="135" y="370"/>
                  </a:cubicBezTo>
                  <a:cubicBezTo>
                    <a:pt x="135" y="369"/>
                    <a:pt x="135" y="369"/>
                    <a:pt x="135" y="369"/>
                  </a:cubicBezTo>
                  <a:cubicBezTo>
                    <a:pt x="135" y="368"/>
                    <a:pt x="134" y="368"/>
                    <a:pt x="134" y="368"/>
                  </a:cubicBezTo>
                  <a:cubicBezTo>
                    <a:pt x="133" y="367"/>
                    <a:pt x="133" y="367"/>
                    <a:pt x="132" y="367"/>
                  </a:cubicBezTo>
                  <a:lnTo>
                    <a:pt x="131" y="368"/>
                  </a:lnTo>
                  <a:cubicBezTo>
                    <a:pt x="131" y="368"/>
                    <a:pt x="130" y="368"/>
                    <a:pt x="130" y="369"/>
                  </a:cubicBezTo>
                  <a:lnTo>
                    <a:pt x="130" y="370"/>
                  </a:lnTo>
                  <a:cubicBezTo>
                    <a:pt x="123" y="434"/>
                    <a:pt x="120" y="497"/>
                    <a:pt x="120" y="561"/>
                  </a:cubicBezTo>
                  <a:cubicBezTo>
                    <a:pt x="120" y="570"/>
                    <a:pt x="120" y="578"/>
                    <a:pt x="120" y="586"/>
                  </a:cubicBezTo>
                  <a:lnTo>
                    <a:pt x="109" y="585"/>
                  </a:lnTo>
                  <a:lnTo>
                    <a:pt x="109" y="584"/>
                  </a:lnTo>
                  <a:cubicBezTo>
                    <a:pt x="110" y="582"/>
                    <a:pt x="111" y="580"/>
                    <a:pt x="111" y="578"/>
                  </a:cubicBezTo>
                  <a:cubicBezTo>
                    <a:pt x="111" y="576"/>
                    <a:pt x="110" y="574"/>
                    <a:pt x="109" y="573"/>
                  </a:cubicBezTo>
                  <a:cubicBezTo>
                    <a:pt x="109" y="572"/>
                    <a:pt x="108" y="571"/>
                    <a:pt x="108" y="571"/>
                  </a:cubicBezTo>
                  <a:cubicBezTo>
                    <a:pt x="99" y="381"/>
                    <a:pt x="128" y="192"/>
                    <a:pt x="117" y="3"/>
                  </a:cubicBezTo>
                  <a:cubicBezTo>
                    <a:pt x="117" y="2"/>
                    <a:pt x="117" y="2"/>
                    <a:pt x="116" y="1"/>
                  </a:cubicBezTo>
                  <a:cubicBezTo>
                    <a:pt x="115" y="0"/>
                    <a:pt x="115" y="0"/>
                    <a:pt x="115" y="0"/>
                  </a:cubicBezTo>
                  <a:cubicBezTo>
                    <a:pt x="114" y="0"/>
                    <a:pt x="115" y="0"/>
                    <a:pt x="114" y="1"/>
                  </a:cubicBezTo>
                  <a:cubicBezTo>
                    <a:pt x="113" y="2"/>
                    <a:pt x="113" y="1"/>
                    <a:pt x="113" y="1"/>
                  </a:cubicBezTo>
                  <a:cubicBezTo>
                    <a:pt x="113" y="2"/>
                    <a:pt x="112" y="2"/>
                    <a:pt x="112" y="3"/>
                  </a:cubicBezTo>
                  <a:cubicBezTo>
                    <a:pt x="109" y="55"/>
                    <a:pt x="109" y="106"/>
                    <a:pt x="105" y="158"/>
                  </a:cubicBezTo>
                  <a:cubicBezTo>
                    <a:pt x="100" y="209"/>
                    <a:pt x="94" y="258"/>
                    <a:pt x="89" y="309"/>
                  </a:cubicBezTo>
                  <a:cubicBezTo>
                    <a:pt x="85" y="348"/>
                    <a:pt x="81" y="387"/>
                    <a:pt x="80" y="428"/>
                  </a:cubicBezTo>
                  <a:cubicBezTo>
                    <a:pt x="80" y="476"/>
                    <a:pt x="71" y="534"/>
                    <a:pt x="80" y="581"/>
                  </a:cubicBezTo>
                  <a:cubicBezTo>
                    <a:pt x="54" y="578"/>
                    <a:pt x="29" y="571"/>
                    <a:pt x="4" y="562"/>
                  </a:cubicBezTo>
                  <a:lnTo>
                    <a:pt x="3" y="562"/>
                  </a:lnTo>
                  <a:lnTo>
                    <a:pt x="2" y="562"/>
                  </a:lnTo>
                  <a:cubicBezTo>
                    <a:pt x="1" y="562"/>
                    <a:pt x="1" y="563"/>
                    <a:pt x="1" y="563"/>
                  </a:cubicBezTo>
                  <a:cubicBezTo>
                    <a:pt x="0" y="564"/>
                    <a:pt x="0" y="564"/>
                    <a:pt x="0" y="565"/>
                  </a:cubicBezTo>
                  <a:cubicBezTo>
                    <a:pt x="0" y="566"/>
                    <a:pt x="0" y="566"/>
                    <a:pt x="1" y="567"/>
                  </a:cubicBezTo>
                  <a:cubicBezTo>
                    <a:pt x="34" y="588"/>
                    <a:pt x="81" y="595"/>
                    <a:pt x="123" y="602"/>
                  </a:cubicBezTo>
                  <a:cubicBezTo>
                    <a:pt x="124" y="602"/>
                    <a:pt x="125" y="603"/>
                    <a:pt x="126" y="603"/>
                  </a:cubicBezTo>
                  <a:cubicBezTo>
                    <a:pt x="126" y="603"/>
                    <a:pt x="127" y="602"/>
                    <a:pt x="128" y="602"/>
                  </a:cubicBezTo>
                  <a:cubicBezTo>
                    <a:pt x="138" y="604"/>
                    <a:pt x="148" y="606"/>
                    <a:pt x="157" y="608"/>
                  </a:cubicBezTo>
                  <a:cubicBezTo>
                    <a:pt x="214" y="620"/>
                    <a:pt x="271" y="629"/>
                    <a:pt x="329" y="635"/>
                  </a:cubicBezTo>
                  <a:cubicBezTo>
                    <a:pt x="393" y="642"/>
                    <a:pt x="461" y="639"/>
                    <a:pt x="524" y="655"/>
                  </a:cubicBezTo>
                  <a:cubicBezTo>
                    <a:pt x="560" y="664"/>
                    <a:pt x="603" y="658"/>
                    <a:pt x="638" y="662"/>
                  </a:cubicBezTo>
                  <a:cubicBezTo>
                    <a:pt x="672" y="666"/>
                    <a:pt x="705" y="668"/>
                    <a:pt x="739" y="669"/>
                  </a:cubicBezTo>
                  <a:cubicBezTo>
                    <a:pt x="807" y="669"/>
                    <a:pt x="874" y="674"/>
                    <a:pt x="942" y="665"/>
                  </a:cubicBezTo>
                  <a:cubicBezTo>
                    <a:pt x="1007" y="657"/>
                    <a:pt x="1073" y="653"/>
                    <a:pt x="1137" y="643"/>
                  </a:cubicBezTo>
                  <a:cubicBezTo>
                    <a:pt x="1201" y="633"/>
                    <a:pt x="1261" y="633"/>
                    <a:pt x="1323" y="621"/>
                  </a:cubicBezTo>
                  <a:cubicBezTo>
                    <a:pt x="1356" y="615"/>
                    <a:pt x="1434" y="611"/>
                    <a:pt x="1454" y="578"/>
                  </a:cubicBezTo>
                  <a:cubicBezTo>
                    <a:pt x="1460" y="572"/>
                    <a:pt x="1452" y="563"/>
                    <a:pt x="1446" y="5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2"/>
            <p:cNvSpPr/>
            <p:nvPr/>
          </p:nvSpPr>
          <p:spPr>
            <a:xfrm>
              <a:off x="20112435" y="3266640"/>
              <a:ext cx="19080" cy="7560"/>
            </a:xfrm>
            <a:custGeom>
              <a:rect b="b" l="l" r="r" t="t"/>
              <a:pathLst>
                <a:path extrusionOk="0" h="21" w="53">
                  <a:moveTo>
                    <a:pt x="47" y="1"/>
                  </a:moveTo>
                  <a:cubicBezTo>
                    <a:pt x="44" y="0"/>
                    <a:pt x="41" y="0"/>
                    <a:pt x="38" y="0"/>
                  </a:cubicBezTo>
                  <a:cubicBezTo>
                    <a:pt x="35" y="0"/>
                    <a:pt x="33" y="0"/>
                    <a:pt x="30" y="1"/>
                  </a:cubicBezTo>
                  <a:lnTo>
                    <a:pt x="29" y="1"/>
                  </a:lnTo>
                  <a:cubicBezTo>
                    <a:pt x="22" y="1"/>
                    <a:pt x="15" y="1"/>
                    <a:pt x="9" y="3"/>
                  </a:cubicBezTo>
                  <a:cubicBezTo>
                    <a:pt x="2" y="4"/>
                    <a:pt x="0" y="14"/>
                    <a:pt x="8" y="16"/>
                  </a:cubicBezTo>
                  <a:cubicBezTo>
                    <a:pt x="13" y="18"/>
                    <a:pt x="19" y="20"/>
                    <a:pt x="25" y="20"/>
                  </a:cubicBezTo>
                  <a:cubicBezTo>
                    <a:pt x="34" y="20"/>
                    <a:pt x="42" y="17"/>
                    <a:pt x="50" y="13"/>
                  </a:cubicBezTo>
                  <a:cubicBezTo>
                    <a:pt x="51" y="12"/>
                    <a:pt x="51" y="12"/>
                    <a:pt x="51" y="11"/>
                  </a:cubicBezTo>
                  <a:cubicBezTo>
                    <a:pt x="52" y="10"/>
                    <a:pt x="52" y="8"/>
                    <a:pt x="52" y="7"/>
                  </a:cubicBezTo>
                  <a:cubicBezTo>
                    <a:pt x="52" y="5"/>
                    <a:pt x="52" y="5"/>
                    <a:pt x="51" y="4"/>
                  </a:cubicBezTo>
                  <a:cubicBezTo>
                    <a:pt x="51" y="3"/>
                    <a:pt x="50" y="2"/>
                    <a:pt x="49" y="1"/>
                  </a:cubicBezTo>
                  <a:cubicBezTo>
                    <a:pt x="48" y="1"/>
                    <a:pt x="47" y="1"/>
                    <a:pt x="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2"/>
            <p:cNvSpPr/>
            <p:nvPr/>
          </p:nvSpPr>
          <p:spPr>
            <a:xfrm>
              <a:off x="19699875" y="3109320"/>
              <a:ext cx="9000" cy="25920"/>
            </a:xfrm>
            <a:custGeom>
              <a:rect b="b" l="l" r="r" t="t"/>
              <a:pathLst>
                <a:path extrusionOk="0" h="72" w="25">
                  <a:moveTo>
                    <a:pt x="12" y="70"/>
                  </a:moveTo>
                  <a:cubicBezTo>
                    <a:pt x="13" y="70"/>
                    <a:pt x="13" y="71"/>
                    <a:pt x="14" y="71"/>
                  </a:cubicBezTo>
                  <a:cubicBezTo>
                    <a:pt x="14" y="71"/>
                    <a:pt x="15" y="71"/>
                    <a:pt x="16" y="71"/>
                  </a:cubicBezTo>
                  <a:cubicBezTo>
                    <a:pt x="16" y="71"/>
                    <a:pt x="17" y="71"/>
                    <a:pt x="18" y="71"/>
                  </a:cubicBezTo>
                  <a:lnTo>
                    <a:pt x="19" y="70"/>
                  </a:lnTo>
                  <a:cubicBezTo>
                    <a:pt x="23" y="62"/>
                    <a:pt x="24" y="53"/>
                    <a:pt x="24" y="45"/>
                  </a:cubicBezTo>
                  <a:cubicBezTo>
                    <a:pt x="24" y="42"/>
                    <a:pt x="24" y="39"/>
                    <a:pt x="24" y="36"/>
                  </a:cubicBezTo>
                  <a:cubicBezTo>
                    <a:pt x="24" y="29"/>
                    <a:pt x="23" y="22"/>
                    <a:pt x="21" y="15"/>
                  </a:cubicBezTo>
                  <a:cubicBezTo>
                    <a:pt x="20" y="10"/>
                    <a:pt x="17" y="6"/>
                    <a:pt x="15" y="1"/>
                  </a:cubicBezTo>
                  <a:lnTo>
                    <a:pt x="14" y="0"/>
                  </a:lnTo>
                  <a:cubicBezTo>
                    <a:pt x="13" y="0"/>
                    <a:pt x="13" y="0"/>
                    <a:pt x="12" y="0"/>
                  </a:cubicBezTo>
                  <a:lnTo>
                    <a:pt x="11" y="0"/>
                  </a:lnTo>
                  <a:lnTo>
                    <a:pt x="10" y="1"/>
                  </a:lnTo>
                  <a:cubicBezTo>
                    <a:pt x="10" y="2"/>
                    <a:pt x="9" y="2"/>
                    <a:pt x="9" y="3"/>
                  </a:cubicBezTo>
                  <a:cubicBezTo>
                    <a:pt x="11" y="23"/>
                    <a:pt x="0" y="50"/>
                    <a:pt x="1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2"/>
            <p:cNvSpPr/>
            <p:nvPr/>
          </p:nvSpPr>
          <p:spPr>
            <a:xfrm>
              <a:off x="19701315" y="3157560"/>
              <a:ext cx="3600" cy="26640"/>
            </a:xfrm>
            <a:custGeom>
              <a:rect b="b" l="l" r="r" t="t"/>
              <a:pathLst>
                <a:path extrusionOk="0" h="74" w="10">
                  <a:moveTo>
                    <a:pt x="3" y="73"/>
                  </a:moveTo>
                  <a:cubicBezTo>
                    <a:pt x="6" y="63"/>
                    <a:pt x="8" y="53"/>
                    <a:pt x="9" y="43"/>
                  </a:cubicBezTo>
                  <a:cubicBezTo>
                    <a:pt x="9" y="30"/>
                    <a:pt x="8" y="17"/>
                    <a:pt x="7" y="4"/>
                  </a:cubicBezTo>
                  <a:cubicBezTo>
                    <a:pt x="7" y="0"/>
                    <a:pt x="2" y="1"/>
                    <a:pt x="2" y="4"/>
                  </a:cubicBezTo>
                  <a:cubicBezTo>
                    <a:pt x="2" y="15"/>
                    <a:pt x="2" y="27"/>
                    <a:pt x="2" y="38"/>
                  </a:cubicBezTo>
                  <a:cubicBezTo>
                    <a:pt x="2" y="42"/>
                    <a:pt x="3" y="44"/>
                    <a:pt x="3" y="48"/>
                  </a:cubicBezTo>
                  <a:cubicBezTo>
                    <a:pt x="3" y="51"/>
                    <a:pt x="2" y="55"/>
                    <a:pt x="2" y="58"/>
                  </a:cubicBezTo>
                  <a:cubicBezTo>
                    <a:pt x="1" y="61"/>
                    <a:pt x="0" y="65"/>
                    <a:pt x="0" y="68"/>
                  </a:cubicBezTo>
                  <a:cubicBezTo>
                    <a:pt x="0" y="70"/>
                    <a:pt x="1" y="72"/>
                    <a:pt x="1" y="73"/>
                  </a:cubicBezTo>
                  <a:lnTo>
                    <a:pt x="2" y="73"/>
                  </a:lnTo>
                  <a:lnTo>
                    <a:pt x="3" y="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2"/>
            <p:cNvSpPr/>
            <p:nvPr/>
          </p:nvSpPr>
          <p:spPr>
            <a:xfrm>
              <a:off x="19453635" y="3058200"/>
              <a:ext cx="5040" cy="44640"/>
            </a:xfrm>
            <a:custGeom>
              <a:rect b="b" l="l" r="r" t="t"/>
              <a:pathLst>
                <a:path extrusionOk="0" h="124" w="14">
                  <a:moveTo>
                    <a:pt x="4" y="2"/>
                  </a:moveTo>
                  <a:cubicBezTo>
                    <a:pt x="2" y="22"/>
                    <a:pt x="0" y="41"/>
                    <a:pt x="0" y="61"/>
                  </a:cubicBezTo>
                  <a:cubicBezTo>
                    <a:pt x="0" y="81"/>
                    <a:pt x="2" y="101"/>
                    <a:pt x="4" y="120"/>
                  </a:cubicBezTo>
                  <a:cubicBezTo>
                    <a:pt x="4" y="121"/>
                    <a:pt x="4" y="121"/>
                    <a:pt x="4" y="121"/>
                  </a:cubicBezTo>
                  <a:cubicBezTo>
                    <a:pt x="5" y="122"/>
                    <a:pt x="5" y="122"/>
                    <a:pt x="5" y="122"/>
                  </a:cubicBezTo>
                  <a:cubicBezTo>
                    <a:pt x="6" y="122"/>
                    <a:pt x="6" y="123"/>
                    <a:pt x="7" y="123"/>
                  </a:cubicBezTo>
                  <a:cubicBezTo>
                    <a:pt x="7" y="123"/>
                    <a:pt x="7" y="122"/>
                    <a:pt x="8" y="122"/>
                  </a:cubicBezTo>
                  <a:cubicBezTo>
                    <a:pt x="8" y="122"/>
                    <a:pt x="9" y="122"/>
                    <a:pt x="9" y="121"/>
                  </a:cubicBezTo>
                  <a:lnTo>
                    <a:pt x="9" y="120"/>
                  </a:lnTo>
                  <a:cubicBezTo>
                    <a:pt x="12" y="101"/>
                    <a:pt x="13" y="81"/>
                    <a:pt x="13" y="61"/>
                  </a:cubicBezTo>
                  <a:cubicBezTo>
                    <a:pt x="13" y="41"/>
                    <a:pt x="12" y="22"/>
                    <a:pt x="9" y="2"/>
                  </a:cubicBezTo>
                  <a:lnTo>
                    <a:pt x="9" y="1"/>
                  </a:lnTo>
                  <a:lnTo>
                    <a:pt x="8" y="0"/>
                  </a:lnTo>
                  <a:cubicBezTo>
                    <a:pt x="7" y="0"/>
                    <a:pt x="7" y="0"/>
                    <a:pt x="7" y="0"/>
                  </a:cubicBezTo>
                  <a:cubicBezTo>
                    <a:pt x="6" y="0"/>
                    <a:pt x="6" y="0"/>
                    <a:pt x="5" y="0"/>
                  </a:cubicBezTo>
                  <a:cubicBezTo>
                    <a:pt x="5" y="0"/>
                    <a:pt x="5" y="1"/>
                    <a:pt x="4" y="1"/>
                  </a:cubicBezTo>
                  <a:lnTo>
                    <a:pt x="4"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2"/>
            <p:cNvSpPr/>
            <p:nvPr/>
          </p:nvSpPr>
          <p:spPr>
            <a:xfrm>
              <a:off x="20137995" y="3120120"/>
              <a:ext cx="6480" cy="22320"/>
            </a:xfrm>
            <a:custGeom>
              <a:rect b="b" l="l" r="r" t="t"/>
              <a:pathLst>
                <a:path extrusionOk="0" h="62" w="18">
                  <a:moveTo>
                    <a:pt x="12" y="2"/>
                  </a:moveTo>
                  <a:cubicBezTo>
                    <a:pt x="11" y="1"/>
                    <a:pt x="11" y="0"/>
                    <a:pt x="10" y="0"/>
                  </a:cubicBezTo>
                  <a:cubicBezTo>
                    <a:pt x="10" y="0"/>
                    <a:pt x="9" y="0"/>
                    <a:pt x="8" y="0"/>
                  </a:cubicBezTo>
                  <a:cubicBezTo>
                    <a:pt x="8" y="0"/>
                    <a:pt x="7" y="0"/>
                    <a:pt x="6" y="0"/>
                  </a:cubicBezTo>
                  <a:cubicBezTo>
                    <a:pt x="6" y="0"/>
                    <a:pt x="5" y="1"/>
                    <a:pt x="5" y="2"/>
                  </a:cubicBezTo>
                  <a:cubicBezTo>
                    <a:pt x="5" y="6"/>
                    <a:pt x="1" y="11"/>
                    <a:pt x="0" y="15"/>
                  </a:cubicBezTo>
                  <a:cubicBezTo>
                    <a:pt x="0" y="18"/>
                    <a:pt x="0" y="21"/>
                    <a:pt x="0" y="24"/>
                  </a:cubicBezTo>
                  <a:cubicBezTo>
                    <a:pt x="0" y="26"/>
                    <a:pt x="0" y="29"/>
                    <a:pt x="0" y="32"/>
                  </a:cubicBezTo>
                  <a:cubicBezTo>
                    <a:pt x="2" y="41"/>
                    <a:pt x="4" y="50"/>
                    <a:pt x="7" y="59"/>
                  </a:cubicBezTo>
                  <a:cubicBezTo>
                    <a:pt x="7" y="61"/>
                    <a:pt x="10" y="61"/>
                    <a:pt x="11" y="59"/>
                  </a:cubicBezTo>
                  <a:cubicBezTo>
                    <a:pt x="14" y="48"/>
                    <a:pt x="16" y="36"/>
                    <a:pt x="17" y="25"/>
                  </a:cubicBezTo>
                  <a:cubicBezTo>
                    <a:pt x="17" y="23"/>
                    <a:pt x="17" y="21"/>
                    <a:pt x="17" y="20"/>
                  </a:cubicBezTo>
                  <a:cubicBezTo>
                    <a:pt x="17" y="18"/>
                    <a:pt x="17" y="16"/>
                    <a:pt x="17" y="15"/>
                  </a:cubicBezTo>
                  <a:cubicBezTo>
                    <a:pt x="16" y="10"/>
                    <a:pt x="14" y="7"/>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2"/>
            <p:cNvSpPr/>
            <p:nvPr/>
          </p:nvSpPr>
          <p:spPr>
            <a:xfrm>
              <a:off x="20270115" y="3051720"/>
              <a:ext cx="10080" cy="39240"/>
            </a:xfrm>
            <a:custGeom>
              <a:rect b="b" l="l" r="r" t="t"/>
              <a:pathLst>
                <a:path extrusionOk="0" h="109" w="28">
                  <a:moveTo>
                    <a:pt x="17" y="1"/>
                  </a:moveTo>
                  <a:cubicBezTo>
                    <a:pt x="17" y="1"/>
                    <a:pt x="17" y="0"/>
                    <a:pt x="16" y="0"/>
                  </a:cubicBezTo>
                  <a:cubicBezTo>
                    <a:pt x="15" y="0"/>
                    <a:pt x="15" y="0"/>
                    <a:pt x="14" y="0"/>
                  </a:cubicBezTo>
                  <a:cubicBezTo>
                    <a:pt x="13" y="0"/>
                    <a:pt x="13" y="0"/>
                    <a:pt x="12" y="0"/>
                  </a:cubicBezTo>
                  <a:lnTo>
                    <a:pt x="11" y="1"/>
                  </a:lnTo>
                  <a:cubicBezTo>
                    <a:pt x="4" y="15"/>
                    <a:pt x="1" y="29"/>
                    <a:pt x="1" y="44"/>
                  </a:cubicBezTo>
                  <a:cubicBezTo>
                    <a:pt x="1" y="48"/>
                    <a:pt x="1" y="52"/>
                    <a:pt x="1" y="56"/>
                  </a:cubicBezTo>
                  <a:cubicBezTo>
                    <a:pt x="1" y="61"/>
                    <a:pt x="2" y="67"/>
                    <a:pt x="3" y="73"/>
                  </a:cubicBezTo>
                  <a:cubicBezTo>
                    <a:pt x="4" y="79"/>
                    <a:pt x="8" y="96"/>
                    <a:pt x="4" y="102"/>
                  </a:cubicBezTo>
                  <a:cubicBezTo>
                    <a:pt x="0" y="108"/>
                    <a:pt x="7" y="107"/>
                    <a:pt x="9" y="106"/>
                  </a:cubicBezTo>
                  <a:cubicBezTo>
                    <a:pt x="11" y="103"/>
                    <a:pt x="13" y="100"/>
                    <a:pt x="15" y="97"/>
                  </a:cubicBezTo>
                  <a:cubicBezTo>
                    <a:pt x="19" y="90"/>
                    <a:pt x="22" y="82"/>
                    <a:pt x="22" y="74"/>
                  </a:cubicBezTo>
                  <a:cubicBezTo>
                    <a:pt x="22" y="70"/>
                    <a:pt x="21" y="67"/>
                    <a:pt x="20" y="63"/>
                  </a:cubicBezTo>
                  <a:cubicBezTo>
                    <a:pt x="19" y="42"/>
                    <a:pt x="27" y="21"/>
                    <a:pt x="1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2"/>
            <p:cNvSpPr/>
            <p:nvPr/>
          </p:nvSpPr>
          <p:spPr>
            <a:xfrm>
              <a:off x="19717515" y="2738160"/>
              <a:ext cx="6120" cy="16200"/>
            </a:xfrm>
            <a:custGeom>
              <a:rect b="b" l="l" r="r" t="t"/>
              <a:pathLst>
                <a:path extrusionOk="0" h="45" w="17">
                  <a:moveTo>
                    <a:pt x="10" y="41"/>
                  </a:moveTo>
                  <a:cubicBezTo>
                    <a:pt x="14" y="35"/>
                    <a:pt x="16" y="28"/>
                    <a:pt x="16" y="22"/>
                  </a:cubicBezTo>
                  <a:cubicBezTo>
                    <a:pt x="16" y="15"/>
                    <a:pt x="12" y="11"/>
                    <a:pt x="11" y="5"/>
                  </a:cubicBezTo>
                  <a:cubicBezTo>
                    <a:pt x="10" y="0"/>
                    <a:pt x="5" y="2"/>
                    <a:pt x="5" y="5"/>
                  </a:cubicBezTo>
                  <a:cubicBezTo>
                    <a:pt x="3" y="11"/>
                    <a:pt x="1" y="17"/>
                    <a:pt x="0" y="23"/>
                  </a:cubicBezTo>
                  <a:cubicBezTo>
                    <a:pt x="0" y="29"/>
                    <a:pt x="2" y="36"/>
                    <a:pt x="5" y="41"/>
                  </a:cubicBezTo>
                  <a:cubicBezTo>
                    <a:pt x="5" y="42"/>
                    <a:pt x="5" y="42"/>
                    <a:pt x="6" y="42"/>
                  </a:cubicBezTo>
                  <a:cubicBezTo>
                    <a:pt x="7" y="44"/>
                    <a:pt x="10" y="43"/>
                    <a:pt x="10"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2"/>
            <p:cNvSpPr/>
            <p:nvPr/>
          </p:nvSpPr>
          <p:spPr>
            <a:xfrm>
              <a:off x="19715355" y="2787480"/>
              <a:ext cx="9360" cy="21240"/>
            </a:xfrm>
            <a:custGeom>
              <a:rect b="b" l="l" r="r" t="t"/>
              <a:pathLst>
                <a:path extrusionOk="0" h="59" w="26">
                  <a:moveTo>
                    <a:pt x="10" y="4"/>
                  </a:moveTo>
                  <a:cubicBezTo>
                    <a:pt x="10" y="21"/>
                    <a:pt x="0" y="41"/>
                    <a:pt x="10" y="57"/>
                  </a:cubicBezTo>
                  <a:cubicBezTo>
                    <a:pt x="10" y="58"/>
                    <a:pt x="10" y="58"/>
                    <a:pt x="11" y="58"/>
                  </a:cubicBezTo>
                  <a:lnTo>
                    <a:pt x="12" y="58"/>
                  </a:lnTo>
                  <a:cubicBezTo>
                    <a:pt x="13" y="58"/>
                    <a:pt x="13" y="58"/>
                    <a:pt x="14" y="58"/>
                  </a:cubicBezTo>
                  <a:lnTo>
                    <a:pt x="14" y="57"/>
                  </a:lnTo>
                  <a:cubicBezTo>
                    <a:pt x="25" y="41"/>
                    <a:pt x="16" y="22"/>
                    <a:pt x="14" y="4"/>
                  </a:cubicBezTo>
                  <a:cubicBezTo>
                    <a:pt x="16" y="0"/>
                    <a:pt x="10" y="0"/>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2"/>
            <p:cNvSpPr/>
            <p:nvPr/>
          </p:nvSpPr>
          <p:spPr>
            <a:xfrm>
              <a:off x="20123595" y="2714400"/>
              <a:ext cx="9720" cy="40680"/>
            </a:xfrm>
            <a:custGeom>
              <a:rect b="b" l="l" r="r" t="t"/>
              <a:pathLst>
                <a:path extrusionOk="0" h="113" w="27">
                  <a:moveTo>
                    <a:pt x="1" y="3"/>
                  </a:moveTo>
                  <a:cubicBezTo>
                    <a:pt x="0" y="9"/>
                    <a:pt x="0" y="16"/>
                    <a:pt x="0" y="22"/>
                  </a:cubicBezTo>
                  <a:cubicBezTo>
                    <a:pt x="0" y="28"/>
                    <a:pt x="0" y="34"/>
                    <a:pt x="1" y="40"/>
                  </a:cubicBezTo>
                  <a:cubicBezTo>
                    <a:pt x="7" y="62"/>
                    <a:pt x="2" y="86"/>
                    <a:pt x="10" y="108"/>
                  </a:cubicBezTo>
                  <a:cubicBezTo>
                    <a:pt x="10" y="109"/>
                    <a:pt x="10" y="109"/>
                    <a:pt x="10" y="109"/>
                  </a:cubicBezTo>
                  <a:cubicBezTo>
                    <a:pt x="11" y="110"/>
                    <a:pt x="11" y="111"/>
                    <a:pt x="12" y="111"/>
                  </a:cubicBezTo>
                  <a:cubicBezTo>
                    <a:pt x="13" y="111"/>
                    <a:pt x="14" y="112"/>
                    <a:pt x="14" y="112"/>
                  </a:cubicBezTo>
                  <a:cubicBezTo>
                    <a:pt x="15" y="112"/>
                    <a:pt x="16" y="111"/>
                    <a:pt x="17" y="111"/>
                  </a:cubicBezTo>
                  <a:cubicBezTo>
                    <a:pt x="17" y="111"/>
                    <a:pt x="17" y="110"/>
                    <a:pt x="18" y="109"/>
                  </a:cubicBezTo>
                  <a:cubicBezTo>
                    <a:pt x="19" y="108"/>
                    <a:pt x="19" y="109"/>
                    <a:pt x="19" y="108"/>
                  </a:cubicBezTo>
                  <a:cubicBezTo>
                    <a:pt x="24" y="95"/>
                    <a:pt x="26" y="81"/>
                    <a:pt x="26" y="67"/>
                  </a:cubicBezTo>
                  <a:cubicBezTo>
                    <a:pt x="26" y="46"/>
                    <a:pt x="22" y="26"/>
                    <a:pt x="11" y="8"/>
                  </a:cubicBezTo>
                  <a:cubicBezTo>
                    <a:pt x="10" y="6"/>
                    <a:pt x="8" y="3"/>
                    <a:pt x="6" y="1"/>
                  </a:cubicBezTo>
                  <a:cubicBezTo>
                    <a:pt x="5" y="1"/>
                    <a:pt x="5" y="0"/>
                    <a:pt x="4" y="0"/>
                  </a:cubicBezTo>
                  <a:lnTo>
                    <a:pt x="3" y="1"/>
                  </a:lnTo>
                  <a:cubicBezTo>
                    <a:pt x="2" y="1"/>
                    <a:pt x="2" y="2"/>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2"/>
            <p:cNvSpPr/>
            <p:nvPr/>
          </p:nvSpPr>
          <p:spPr>
            <a:xfrm>
              <a:off x="19378755" y="2694960"/>
              <a:ext cx="8280" cy="40680"/>
            </a:xfrm>
            <a:custGeom>
              <a:rect b="b" l="l" r="r" t="t"/>
              <a:pathLst>
                <a:path extrusionOk="0" h="113" w="23">
                  <a:moveTo>
                    <a:pt x="6" y="2"/>
                  </a:moveTo>
                  <a:cubicBezTo>
                    <a:pt x="3" y="0"/>
                    <a:pt x="0" y="4"/>
                    <a:pt x="0" y="7"/>
                  </a:cubicBezTo>
                  <a:cubicBezTo>
                    <a:pt x="1" y="15"/>
                    <a:pt x="2" y="23"/>
                    <a:pt x="2" y="32"/>
                  </a:cubicBezTo>
                  <a:cubicBezTo>
                    <a:pt x="2" y="40"/>
                    <a:pt x="1" y="49"/>
                    <a:pt x="0" y="57"/>
                  </a:cubicBezTo>
                  <a:cubicBezTo>
                    <a:pt x="0" y="60"/>
                    <a:pt x="0" y="63"/>
                    <a:pt x="0" y="66"/>
                  </a:cubicBezTo>
                  <a:cubicBezTo>
                    <a:pt x="0" y="81"/>
                    <a:pt x="3" y="96"/>
                    <a:pt x="8" y="110"/>
                  </a:cubicBezTo>
                  <a:cubicBezTo>
                    <a:pt x="8" y="111"/>
                    <a:pt x="9" y="111"/>
                    <a:pt x="9" y="111"/>
                  </a:cubicBezTo>
                  <a:cubicBezTo>
                    <a:pt x="10" y="112"/>
                    <a:pt x="10" y="112"/>
                    <a:pt x="10" y="112"/>
                  </a:cubicBezTo>
                  <a:cubicBezTo>
                    <a:pt x="11" y="112"/>
                    <a:pt x="11" y="112"/>
                    <a:pt x="12" y="111"/>
                  </a:cubicBezTo>
                  <a:lnTo>
                    <a:pt x="13" y="110"/>
                  </a:lnTo>
                  <a:cubicBezTo>
                    <a:pt x="19" y="94"/>
                    <a:pt x="22" y="76"/>
                    <a:pt x="22" y="58"/>
                  </a:cubicBezTo>
                  <a:cubicBezTo>
                    <a:pt x="22" y="53"/>
                    <a:pt x="21" y="48"/>
                    <a:pt x="21" y="43"/>
                  </a:cubicBezTo>
                  <a:cubicBezTo>
                    <a:pt x="21" y="41"/>
                    <a:pt x="21" y="39"/>
                    <a:pt x="21" y="37"/>
                  </a:cubicBezTo>
                  <a:cubicBezTo>
                    <a:pt x="21" y="29"/>
                    <a:pt x="20" y="20"/>
                    <a:pt x="15" y="13"/>
                  </a:cubicBezTo>
                  <a:cubicBezTo>
                    <a:pt x="12" y="8"/>
                    <a:pt x="9" y="5"/>
                    <a:pt x="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2"/>
            <p:cNvSpPr/>
            <p:nvPr/>
          </p:nvSpPr>
          <p:spPr>
            <a:xfrm>
              <a:off x="20227275" y="2682000"/>
              <a:ext cx="5400" cy="21960"/>
            </a:xfrm>
            <a:custGeom>
              <a:rect b="b" l="l" r="r" t="t"/>
              <a:pathLst>
                <a:path extrusionOk="0" h="61" w="15">
                  <a:moveTo>
                    <a:pt x="3" y="3"/>
                  </a:moveTo>
                  <a:cubicBezTo>
                    <a:pt x="1" y="13"/>
                    <a:pt x="0" y="22"/>
                    <a:pt x="0" y="31"/>
                  </a:cubicBezTo>
                  <a:cubicBezTo>
                    <a:pt x="0" y="40"/>
                    <a:pt x="1" y="48"/>
                    <a:pt x="3" y="57"/>
                  </a:cubicBezTo>
                  <a:lnTo>
                    <a:pt x="4" y="58"/>
                  </a:lnTo>
                  <a:cubicBezTo>
                    <a:pt x="4" y="58"/>
                    <a:pt x="4" y="59"/>
                    <a:pt x="5" y="59"/>
                  </a:cubicBezTo>
                  <a:cubicBezTo>
                    <a:pt x="5" y="59"/>
                    <a:pt x="6" y="60"/>
                    <a:pt x="7" y="60"/>
                  </a:cubicBezTo>
                  <a:lnTo>
                    <a:pt x="8" y="59"/>
                  </a:lnTo>
                  <a:cubicBezTo>
                    <a:pt x="9" y="59"/>
                    <a:pt x="9" y="59"/>
                    <a:pt x="10" y="58"/>
                  </a:cubicBezTo>
                  <a:cubicBezTo>
                    <a:pt x="11" y="57"/>
                    <a:pt x="10" y="57"/>
                    <a:pt x="10" y="57"/>
                  </a:cubicBezTo>
                  <a:cubicBezTo>
                    <a:pt x="12" y="48"/>
                    <a:pt x="13" y="40"/>
                    <a:pt x="14" y="31"/>
                  </a:cubicBezTo>
                  <a:cubicBezTo>
                    <a:pt x="13" y="22"/>
                    <a:pt x="12" y="12"/>
                    <a:pt x="9" y="3"/>
                  </a:cubicBezTo>
                  <a:cubicBezTo>
                    <a:pt x="8" y="0"/>
                    <a:pt x="4" y="1"/>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2"/>
            <p:cNvSpPr/>
            <p:nvPr/>
          </p:nvSpPr>
          <p:spPr>
            <a:xfrm>
              <a:off x="20227275" y="2592360"/>
              <a:ext cx="6120" cy="68400"/>
            </a:xfrm>
            <a:custGeom>
              <a:rect b="b" l="l" r="r" t="t"/>
              <a:pathLst>
                <a:path extrusionOk="0" h="190" w="17">
                  <a:moveTo>
                    <a:pt x="4" y="1"/>
                  </a:moveTo>
                  <a:cubicBezTo>
                    <a:pt x="2" y="27"/>
                    <a:pt x="0" y="54"/>
                    <a:pt x="0" y="80"/>
                  </a:cubicBezTo>
                  <a:cubicBezTo>
                    <a:pt x="0" y="115"/>
                    <a:pt x="2" y="150"/>
                    <a:pt x="6" y="185"/>
                  </a:cubicBezTo>
                  <a:cubicBezTo>
                    <a:pt x="6" y="189"/>
                    <a:pt x="12" y="187"/>
                    <a:pt x="13" y="185"/>
                  </a:cubicBezTo>
                  <a:cubicBezTo>
                    <a:pt x="15" y="161"/>
                    <a:pt x="16" y="138"/>
                    <a:pt x="16" y="115"/>
                  </a:cubicBezTo>
                  <a:cubicBezTo>
                    <a:pt x="16" y="77"/>
                    <a:pt x="13" y="39"/>
                    <a:pt x="8" y="2"/>
                  </a:cubicBezTo>
                  <a:cubicBezTo>
                    <a:pt x="8" y="1"/>
                    <a:pt x="8" y="1"/>
                    <a:pt x="8" y="1"/>
                  </a:cubicBezTo>
                  <a:cubicBezTo>
                    <a:pt x="8" y="0"/>
                    <a:pt x="7" y="0"/>
                    <a:pt x="7" y="0"/>
                  </a:cubicBezTo>
                  <a:lnTo>
                    <a:pt x="6" y="0"/>
                  </a:lnTo>
                  <a:cubicBezTo>
                    <a:pt x="5" y="0"/>
                    <a:pt x="5" y="0"/>
                    <a:pt x="5" y="0"/>
                  </a:cubicBezTo>
                  <a:cubicBezTo>
                    <a:pt x="4" y="0"/>
                    <a:pt x="4" y="0"/>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2"/>
            <p:cNvSpPr/>
            <p:nvPr/>
          </p:nvSpPr>
          <p:spPr>
            <a:xfrm>
              <a:off x="20242755" y="2593800"/>
              <a:ext cx="9720" cy="133560"/>
            </a:xfrm>
            <a:custGeom>
              <a:rect b="b" l="l" r="r" t="t"/>
              <a:pathLst>
                <a:path extrusionOk="0" h="371" w="27">
                  <a:moveTo>
                    <a:pt x="12" y="7"/>
                  </a:moveTo>
                  <a:cubicBezTo>
                    <a:pt x="12" y="0"/>
                    <a:pt x="1" y="1"/>
                    <a:pt x="1" y="7"/>
                  </a:cubicBezTo>
                  <a:cubicBezTo>
                    <a:pt x="1" y="66"/>
                    <a:pt x="0" y="127"/>
                    <a:pt x="3" y="186"/>
                  </a:cubicBezTo>
                  <a:cubicBezTo>
                    <a:pt x="7" y="245"/>
                    <a:pt x="3" y="307"/>
                    <a:pt x="13" y="367"/>
                  </a:cubicBezTo>
                  <a:cubicBezTo>
                    <a:pt x="13" y="370"/>
                    <a:pt x="20" y="370"/>
                    <a:pt x="21" y="367"/>
                  </a:cubicBezTo>
                  <a:cubicBezTo>
                    <a:pt x="24" y="339"/>
                    <a:pt x="26" y="311"/>
                    <a:pt x="26" y="283"/>
                  </a:cubicBezTo>
                  <a:cubicBezTo>
                    <a:pt x="26" y="254"/>
                    <a:pt x="24" y="226"/>
                    <a:pt x="21" y="199"/>
                  </a:cubicBezTo>
                  <a:cubicBezTo>
                    <a:pt x="15" y="136"/>
                    <a:pt x="15" y="71"/>
                    <a:pt x="1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2"/>
            <p:cNvSpPr/>
            <p:nvPr/>
          </p:nvSpPr>
          <p:spPr>
            <a:xfrm>
              <a:off x="20256795" y="2630880"/>
              <a:ext cx="9360" cy="45720"/>
            </a:xfrm>
            <a:custGeom>
              <a:rect b="b" l="l" r="r" t="t"/>
              <a:pathLst>
                <a:path extrusionOk="0" h="127" w="26">
                  <a:moveTo>
                    <a:pt x="9" y="4"/>
                  </a:moveTo>
                  <a:cubicBezTo>
                    <a:pt x="9" y="43"/>
                    <a:pt x="0" y="84"/>
                    <a:pt x="9" y="122"/>
                  </a:cubicBezTo>
                  <a:cubicBezTo>
                    <a:pt x="9" y="126"/>
                    <a:pt x="16" y="125"/>
                    <a:pt x="17" y="122"/>
                  </a:cubicBezTo>
                  <a:cubicBezTo>
                    <a:pt x="25" y="83"/>
                    <a:pt x="17" y="43"/>
                    <a:pt x="17" y="4"/>
                  </a:cubicBezTo>
                  <a:cubicBezTo>
                    <a:pt x="15" y="1"/>
                    <a:pt x="9" y="0"/>
                    <a:pt x="9"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2"/>
            <p:cNvSpPr/>
            <p:nvPr/>
          </p:nvSpPr>
          <p:spPr>
            <a:xfrm>
              <a:off x="20294955" y="2520000"/>
              <a:ext cx="17640" cy="210240"/>
            </a:xfrm>
            <a:custGeom>
              <a:rect b="b" l="l" r="r" t="t"/>
              <a:pathLst>
                <a:path extrusionOk="0" h="584" w="49">
                  <a:moveTo>
                    <a:pt x="18" y="91"/>
                  </a:moveTo>
                  <a:cubicBezTo>
                    <a:pt x="18" y="85"/>
                    <a:pt x="18" y="79"/>
                    <a:pt x="18" y="73"/>
                  </a:cubicBezTo>
                  <a:cubicBezTo>
                    <a:pt x="18" y="50"/>
                    <a:pt x="16" y="27"/>
                    <a:pt x="10" y="5"/>
                  </a:cubicBezTo>
                  <a:cubicBezTo>
                    <a:pt x="9" y="0"/>
                    <a:pt x="2" y="2"/>
                    <a:pt x="3" y="6"/>
                  </a:cubicBezTo>
                  <a:cubicBezTo>
                    <a:pt x="15" y="50"/>
                    <a:pt x="0" y="107"/>
                    <a:pt x="3" y="152"/>
                  </a:cubicBezTo>
                  <a:cubicBezTo>
                    <a:pt x="5" y="204"/>
                    <a:pt x="9" y="256"/>
                    <a:pt x="11" y="309"/>
                  </a:cubicBezTo>
                  <a:cubicBezTo>
                    <a:pt x="16" y="399"/>
                    <a:pt x="17" y="490"/>
                    <a:pt x="29" y="579"/>
                  </a:cubicBezTo>
                  <a:cubicBezTo>
                    <a:pt x="29" y="582"/>
                    <a:pt x="33" y="583"/>
                    <a:pt x="34" y="579"/>
                  </a:cubicBezTo>
                  <a:cubicBezTo>
                    <a:pt x="48" y="476"/>
                    <a:pt x="34" y="372"/>
                    <a:pt x="28" y="269"/>
                  </a:cubicBezTo>
                  <a:cubicBezTo>
                    <a:pt x="25" y="210"/>
                    <a:pt x="18" y="150"/>
                    <a:pt x="18"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2"/>
            <p:cNvSpPr/>
            <p:nvPr/>
          </p:nvSpPr>
          <p:spPr>
            <a:xfrm>
              <a:off x="20313315" y="2522880"/>
              <a:ext cx="7920" cy="42480"/>
            </a:xfrm>
            <a:custGeom>
              <a:rect b="b" l="l" r="r" t="t"/>
              <a:pathLst>
                <a:path extrusionOk="0" h="118" w="22">
                  <a:moveTo>
                    <a:pt x="0" y="3"/>
                  </a:moveTo>
                  <a:cubicBezTo>
                    <a:pt x="1" y="41"/>
                    <a:pt x="5" y="78"/>
                    <a:pt x="12" y="114"/>
                  </a:cubicBezTo>
                  <a:cubicBezTo>
                    <a:pt x="12" y="115"/>
                    <a:pt x="12" y="115"/>
                    <a:pt x="12" y="116"/>
                  </a:cubicBezTo>
                  <a:lnTo>
                    <a:pt x="13" y="116"/>
                  </a:lnTo>
                  <a:cubicBezTo>
                    <a:pt x="13" y="117"/>
                    <a:pt x="14" y="117"/>
                    <a:pt x="14" y="117"/>
                  </a:cubicBezTo>
                  <a:cubicBezTo>
                    <a:pt x="15" y="117"/>
                    <a:pt x="14" y="117"/>
                    <a:pt x="15" y="116"/>
                  </a:cubicBezTo>
                  <a:cubicBezTo>
                    <a:pt x="16" y="116"/>
                    <a:pt x="16" y="116"/>
                    <a:pt x="16" y="116"/>
                  </a:cubicBezTo>
                  <a:cubicBezTo>
                    <a:pt x="17" y="115"/>
                    <a:pt x="17" y="115"/>
                    <a:pt x="17" y="114"/>
                  </a:cubicBezTo>
                  <a:cubicBezTo>
                    <a:pt x="21" y="76"/>
                    <a:pt x="9" y="41"/>
                    <a:pt x="7" y="4"/>
                  </a:cubicBezTo>
                  <a:cubicBezTo>
                    <a:pt x="7" y="3"/>
                    <a:pt x="7" y="3"/>
                    <a:pt x="7" y="3"/>
                  </a:cubicBezTo>
                  <a:lnTo>
                    <a:pt x="7" y="2"/>
                  </a:lnTo>
                  <a:cubicBezTo>
                    <a:pt x="7" y="1"/>
                    <a:pt x="7" y="1"/>
                    <a:pt x="6" y="0"/>
                  </a:cubicBezTo>
                  <a:cubicBezTo>
                    <a:pt x="5" y="0"/>
                    <a:pt x="4" y="0"/>
                    <a:pt x="4" y="0"/>
                  </a:cubicBezTo>
                  <a:cubicBezTo>
                    <a:pt x="3" y="0"/>
                    <a:pt x="3" y="0"/>
                    <a:pt x="2" y="0"/>
                  </a:cubicBezTo>
                  <a:cubicBezTo>
                    <a:pt x="1" y="1"/>
                    <a:pt x="2" y="2"/>
                    <a:pt x="1" y="2"/>
                  </a:cubicBezTo>
                  <a:cubicBezTo>
                    <a:pt x="0" y="3"/>
                    <a:pt x="0"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2"/>
            <p:cNvSpPr/>
            <p:nvPr/>
          </p:nvSpPr>
          <p:spPr>
            <a:xfrm>
              <a:off x="20330955" y="2491200"/>
              <a:ext cx="23760" cy="168480"/>
            </a:xfrm>
            <a:custGeom>
              <a:rect b="b" l="l" r="r" t="t"/>
              <a:pathLst>
                <a:path extrusionOk="0" h="468" w="66">
                  <a:moveTo>
                    <a:pt x="18" y="78"/>
                  </a:moveTo>
                  <a:cubicBezTo>
                    <a:pt x="18" y="52"/>
                    <a:pt x="14" y="26"/>
                    <a:pt x="6" y="2"/>
                  </a:cubicBezTo>
                  <a:lnTo>
                    <a:pt x="6" y="1"/>
                  </a:lnTo>
                  <a:cubicBezTo>
                    <a:pt x="5" y="1"/>
                    <a:pt x="5" y="0"/>
                    <a:pt x="4" y="0"/>
                  </a:cubicBezTo>
                  <a:lnTo>
                    <a:pt x="3" y="0"/>
                  </a:lnTo>
                  <a:cubicBezTo>
                    <a:pt x="2" y="0"/>
                    <a:pt x="2" y="0"/>
                    <a:pt x="2" y="0"/>
                  </a:cubicBezTo>
                  <a:cubicBezTo>
                    <a:pt x="1" y="0"/>
                    <a:pt x="1" y="0"/>
                    <a:pt x="0" y="1"/>
                  </a:cubicBezTo>
                  <a:cubicBezTo>
                    <a:pt x="0" y="2"/>
                    <a:pt x="0" y="2"/>
                    <a:pt x="0" y="3"/>
                  </a:cubicBezTo>
                  <a:lnTo>
                    <a:pt x="0" y="4"/>
                  </a:lnTo>
                  <a:cubicBezTo>
                    <a:pt x="7" y="27"/>
                    <a:pt x="10" y="51"/>
                    <a:pt x="10" y="75"/>
                  </a:cubicBezTo>
                  <a:cubicBezTo>
                    <a:pt x="10" y="86"/>
                    <a:pt x="9" y="96"/>
                    <a:pt x="8" y="107"/>
                  </a:cubicBezTo>
                  <a:cubicBezTo>
                    <a:pt x="8" y="112"/>
                    <a:pt x="8" y="117"/>
                    <a:pt x="8" y="122"/>
                  </a:cubicBezTo>
                  <a:cubicBezTo>
                    <a:pt x="8" y="158"/>
                    <a:pt x="9" y="194"/>
                    <a:pt x="13" y="229"/>
                  </a:cubicBezTo>
                  <a:cubicBezTo>
                    <a:pt x="18" y="307"/>
                    <a:pt x="27" y="385"/>
                    <a:pt x="40" y="462"/>
                  </a:cubicBezTo>
                  <a:cubicBezTo>
                    <a:pt x="40" y="463"/>
                    <a:pt x="41" y="463"/>
                    <a:pt x="41" y="464"/>
                  </a:cubicBezTo>
                  <a:cubicBezTo>
                    <a:pt x="42" y="465"/>
                    <a:pt x="42" y="465"/>
                    <a:pt x="42" y="466"/>
                  </a:cubicBezTo>
                  <a:cubicBezTo>
                    <a:pt x="43" y="467"/>
                    <a:pt x="44" y="466"/>
                    <a:pt x="44" y="466"/>
                  </a:cubicBezTo>
                  <a:cubicBezTo>
                    <a:pt x="45" y="466"/>
                    <a:pt x="46" y="466"/>
                    <a:pt x="46" y="466"/>
                  </a:cubicBezTo>
                  <a:cubicBezTo>
                    <a:pt x="47" y="465"/>
                    <a:pt x="48" y="465"/>
                    <a:pt x="48" y="464"/>
                  </a:cubicBezTo>
                  <a:cubicBezTo>
                    <a:pt x="48" y="463"/>
                    <a:pt x="48" y="463"/>
                    <a:pt x="48" y="462"/>
                  </a:cubicBezTo>
                  <a:cubicBezTo>
                    <a:pt x="65" y="381"/>
                    <a:pt x="32" y="293"/>
                    <a:pt x="26" y="212"/>
                  </a:cubicBezTo>
                  <a:cubicBezTo>
                    <a:pt x="24" y="168"/>
                    <a:pt x="21" y="123"/>
                    <a:pt x="18"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2"/>
            <p:cNvSpPr/>
            <p:nvPr/>
          </p:nvSpPr>
          <p:spPr>
            <a:xfrm>
              <a:off x="20000115" y="2809080"/>
              <a:ext cx="6120" cy="18360"/>
            </a:xfrm>
            <a:custGeom>
              <a:rect b="b" l="l" r="r" t="t"/>
              <a:pathLst>
                <a:path extrusionOk="0" h="51" w="17">
                  <a:moveTo>
                    <a:pt x="6" y="1"/>
                  </a:moveTo>
                  <a:cubicBezTo>
                    <a:pt x="2" y="8"/>
                    <a:pt x="0" y="16"/>
                    <a:pt x="0" y="25"/>
                  </a:cubicBezTo>
                  <a:cubicBezTo>
                    <a:pt x="0" y="33"/>
                    <a:pt x="2" y="41"/>
                    <a:pt x="6" y="48"/>
                  </a:cubicBezTo>
                  <a:cubicBezTo>
                    <a:pt x="6" y="49"/>
                    <a:pt x="6" y="49"/>
                    <a:pt x="6" y="49"/>
                  </a:cubicBezTo>
                  <a:cubicBezTo>
                    <a:pt x="6" y="49"/>
                    <a:pt x="6" y="50"/>
                    <a:pt x="7" y="50"/>
                  </a:cubicBezTo>
                  <a:lnTo>
                    <a:pt x="8" y="50"/>
                  </a:lnTo>
                  <a:cubicBezTo>
                    <a:pt x="9" y="50"/>
                    <a:pt x="9" y="50"/>
                    <a:pt x="10" y="50"/>
                  </a:cubicBezTo>
                  <a:lnTo>
                    <a:pt x="11" y="49"/>
                  </a:lnTo>
                  <a:lnTo>
                    <a:pt x="11" y="48"/>
                  </a:lnTo>
                  <a:cubicBezTo>
                    <a:pt x="15" y="41"/>
                    <a:pt x="16" y="32"/>
                    <a:pt x="16" y="24"/>
                  </a:cubicBezTo>
                  <a:cubicBezTo>
                    <a:pt x="16" y="15"/>
                    <a:pt x="15" y="8"/>
                    <a:pt x="11" y="0"/>
                  </a:cubicBezTo>
                  <a:cubicBezTo>
                    <a:pt x="10" y="0"/>
                    <a:pt x="9" y="0"/>
                    <a:pt x="9" y="0"/>
                  </a:cubicBezTo>
                  <a:cubicBezTo>
                    <a:pt x="8" y="0"/>
                    <a:pt x="7" y="0"/>
                    <a:pt x="7" y="0"/>
                  </a:cubicBezTo>
                  <a:cubicBezTo>
                    <a:pt x="6" y="0"/>
                    <a:pt x="6" y="1"/>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2"/>
            <p:cNvSpPr/>
            <p:nvPr/>
          </p:nvSpPr>
          <p:spPr>
            <a:xfrm>
              <a:off x="19909395" y="3155400"/>
              <a:ext cx="7200" cy="28440"/>
            </a:xfrm>
            <a:custGeom>
              <a:rect b="b" l="l" r="r" t="t"/>
              <a:pathLst>
                <a:path extrusionOk="0" h="79" w="20">
                  <a:moveTo>
                    <a:pt x="8" y="75"/>
                  </a:moveTo>
                  <a:cubicBezTo>
                    <a:pt x="10" y="71"/>
                    <a:pt x="11" y="66"/>
                    <a:pt x="12" y="63"/>
                  </a:cubicBezTo>
                  <a:cubicBezTo>
                    <a:pt x="13" y="59"/>
                    <a:pt x="18" y="56"/>
                    <a:pt x="19" y="50"/>
                  </a:cubicBezTo>
                  <a:cubicBezTo>
                    <a:pt x="19" y="46"/>
                    <a:pt x="19" y="42"/>
                    <a:pt x="19" y="38"/>
                  </a:cubicBezTo>
                  <a:cubicBezTo>
                    <a:pt x="19" y="27"/>
                    <a:pt x="17" y="15"/>
                    <a:pt x="14" y="4"/>
                  </a:cubicBezTo>
                  <a:cubicBezTo>
                    <a:pt x="14" y="3"/>
                    <a:pt x="15" y="3"/>
                    <a:pt x="14" y="2"/>
                  </a:cubicBezTo>
                  <a:cubicBezTo>
                    <a:pt x="13" y="1"/>
                    <a:pt x="13" y="2"/>
                    <a:pt x="12" y="1"/>
                  </a:cubicBezTo>
                  <a:cubicBezTo>
                    <a:pt x="11" y="0"/>
                    <a:pt x="10" y="0"/>
                    <a:pt x="10" y="0"/>
                  </a:cubicBezTo>
                  <a:cubicBezTo>
                    <a:pt x="9" y="0"/>
                    <a:pt x="8" y="0"/>
                    <a:pt x="7" y="1"/>
                  </a:cubicBezTo>
                  <a:cubicBezTo>
                    <a:pt x="6" y="2"/>
                    <a:pt x="6" y="1"/>
                    <a:pt x="5" y="2"/>
                  </a:cubicBezTo>
                  <a:cubicBezTo>
                    <a:pt x="4" y="3"/>
                    <a:pt x="5" y="3"/>
                    <a:pt x="5" y="4"/>
                  </a:cubicBezTo>
                  <a:cubicBezTo>
                    <a:pt x="2" y="15"/>
                    <a:pt x="0" y="26"/>
                    <a:pt x="0" y="38"/>
                  </a:cubicBezTo>
                  <a:cubicBezTo>
                    <a:pt x="0" y="40"/>
                    <a:pt x="0" y="41"/>
                    <a:pt x="0" y="43"/>
                  </a:cubicBezTo>
                  <a:cubicBezTo>
                    <a:pt x="0" y="45"/>
                    <a:pt x="0" y="48"/>
                    <a:pt x="0" y="50"/>
                  </a:cubicBezTo>
                  <a:cubicBezTo>
                    <a:pt x="0" y="58"/>
                    <a:pt x="1" y="66"/>
                    <a:pt x="4" y="74"/>
                  </a:cubicBezTo>
                  <a:cubicBezTo>
                    <a:pt x="4" y="77"/>
                    <a:pt x="8" y="78"/>
                    <a:pt x="8"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2"/>
            <p:cNvSpPr/>
            <p:nvPr/>
          </p:nvSpPr>
          <p:spPr>
            <a:xfrm>
              <a:off x="20034675" y="3070080"/>
              <a:ext cx="7560" cy="28440"/>
            </a:xfrm>
            <a:custGeom>
              <a:rect b="b" l="l" r="r" t="t"/>
              <a:pathLst>
                <a:path extrusionOk="0" h="79" w="21">
                  <a:moveTo>
                    <a:pt x="6" y="75"/>
                  </a:moveTo>
                  <a:cubicBezTo>
                    <a:pt x="6" y="76"/>
                    <a:pt x="6" y="75"/>
                    <a:pt x="7" y="76"/>
                  </a:cubicBezTo>
                  <a:cubicBezTo>
                    <a:pt x="8" y="76"/>
                    <a:pt x="7" y="77"/>
                    <a:pt x="8" y="78"/>
                  </a:cubicBezTo>
                  <a:cubicBezTo>
                    <a:pt x="8" y="78"/>
                    <a:pt x="9" y="78"/>
                    <a:pt x="10" y="78"/>
                  </a:cubicBezTo>
                  <a:cubicBezTo>
                    <a:pt x="10" y="78"/>
                    <a:pt x="11" y="78"/>
                    <a:pt x="12" y="78"/>
                  </a:cubicBezTo>
                  <a:cubicBezTo>
                    <a:pt x="13" y="77"/>
                    <a:pt x="13" y="77"/>
                    <a:pt x="13" y="76"/>
                  </a:cubicBezTo>
                  <a:lnTo>
                    <a:pt x="13" y="75"/>
                  </a:lnTo>
                  <a:cubicBezTo>
                    <a:pt x="16" y="69"/>
                    <a:pt x="18" y="62"/>
                    <a:pt x="19" y="56"/>
                  </a:cubicBezTo>
                  <a:cubicBezTo>
                    <a:pt x="20" y="51"/>
                    <a:pt x="20" y="46"/>
                    <a:pt x="20" y="41"/>
                  </a:cubicBezTo>
                  <a:cubicBezTo>
                    <a:pt x="20" y="36"/>
                    <a:pt x="20" y="31"/>
                    <a:pt x="19" y="27"/>
                  </a:cubicBezTo>
                  <a:cubicBezTo>
                    <a:pt x="19" y="18"/>
                    <a:pt x="17" y="6"/>
                    <a:pt x="8" y="2"/>
                  </a:cubicBezTo>
                  <a:cubicBezTo>
                    <a:pt x="5" y="0"/>
                    <a:pt x="3" y="4"/>
                    <a:pt x="4" y="7"/>
                  </a:cubicBezTo>
                  <a:cubicBezTo>
                    <a:pt x="7" y="17"/>
                    <a:pt x="2" y="28"/>
                    <a:pt x="0" y="39"/>
                  </a:cubicBezTo>
                  <a:cubicBezTo>
                    <a:pt x="0" y="41"/>
                    <a:pt x="0" y="43"/>
                    <a:pt x="0" y="45"/>
                  </a:cubicBezTo>
                  <a:cubicBezTo>
                    <a:pt x="0" y="50"/>
                    <a:pt x="1" y="56"/>
                    <a:pt x="2" y="61"/>
                  </a:cubicBezTo>
                  <a:cubicBezTo>
                    <a:pt x="3" y="66"/>
                    <a:pt x="4" y="71"/>
                    <a:pt x="6"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2"/>
            <p:cNvSpPr/>
            <p:nvPr/>
          </p:nvSpPr>
          <p:spPr>
            <a:xfrm>
              <a:off x="19589355" y="2817720"/>
              <a:ext cx="16200" cy="59040"/>
            </a:xfrm>
            <a:custGeom>
              <a:rect b="b" l="l" r="r" t="t"/>
              <a:pathLst>
                <a:path extrusionOk="0" h="164" w="45">
                  <a:moveTo>
                    <a:pt x="23" y="160"/>
                  </a:moveTo>
                  <a:cubicBezTo>
                    <a:pt x="37" y="142"/>
                    <a:pt x="29" y="128"/>
                    <a:pt x="32" y="104"/>
                  </a:cubicBezTo>
                  <a:lnTo>
                    <a:pt x="32" y="99"/>
                  </a:lnTo>
                  <a:cubicBezTo>
                    <a:pt x="33" y="92"/>
                    <a:pt x="35" y="85"/>
                    <a:pt x="37" y="79"/>
                  </a:cubicBezTo>
                  <a:cubicBezTo>
                    <a:pt x="38" y="76"/>
                    <a:pt x="38" y="73"/>
                    <a:pt x="38" y="69"/>
                  </a:cubicBezTo>
                  <a:cubicBezTo>
                    <a:pt x="38" y="66"/>
                    <a:pt x="38" y="63"/>
                    <a:pt x="37" y="59"/>
                  </a:cubicBezTo>
                  <a:cubicBezTo>
                    <a:pt x="37" y="50"/>
                    <a:pt x="39" y="40"/>
                    <a:pt x="42" y="31"/>
                  </a:cubicBezTo>
                  <a:cubicBezTo>
                    <a:pt x="43" y="27"/>
                    <a:pt x="44" y="23"/>
                    <a:pt x="44" y="20"/>
                  </a:cubicBezTo>
                  <a:cubicBezTo>
                    <a:pt x="44" y="14"/>
                    <a:pt x="43" y="8"/>
                    <a:pt x="40" y="3"/>
                  </a:cubicBezTo>
                  <a:lnTo>
                    <a:pt x="39" y="2"/>
                  </a:lnTo>
                  <a:cubicBezTo>
                    <a:pt x="39" y="1"/>
                    <a:pt x="39" y="1"/>
                    <a:pt x="38" y="0"/>
                  </a:cubicBezTo>
                  <a:cubicBezTo>
                    <a:pt x="37" y="0"/>
                    <a:pt x="36" y="0"/>
                    <a:pt x="36" y="0"/>
                  </a:cubicBezTo>
                  <a:cubicBezTo>
                    <a:pt x="35" y="0"/>
                    <a:pt x="35" y="0"/>
                    <a:pt x="34" y="0"/>
                  </a:cubicBezTo>
                  <a:cubicBezTo>
                    <a:pt x="33" y="1"/>
                    <a:pt x="33" y="1"/>
                    <a:pt x="33" y="2"/>
                  </a:cubicBezTo>
                  <a:cubicBezTo>
                    <a:pt x="23" y="26"/>
                    <a:pt x="22" y="55"/>
                    <a:pt x="13" y="78"/>
                  </a:cubicBezTo>
                  <a:cubicBezTo>
                    <a:pt x="4" y="101"/>
                    <a:pt x="0" y="142"/>
                    <a:pt x="15" y="161"/>
                  </a:cubicBezTo>
                  <a:lnTo>
                    <a:pt x="16" y="162"/>
                  </a:lnTo>
                  <a:cubicBezTo>
                    <a:pt x="17" y="162"/>
                    <a:pt x="18" y="163"/>
                    <a:pt x="19" y="163"/>
                  </a:cubicBezTo>
                  <a:cubicBezTo>
                    <a:pt x="20" y="163"/>
                    <a:pt x="20" y="163"/>
                    <a:pt x="21" y="162"/>
                  </a:cubicBezTo>
                  <a:cubicBezTo>
                    <a:pt x="22" y="162"/>
                    <a:pt x="22" y="161"/>
                    <a:pt x="23"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2"/>
            <p:cNvSpPr/>
            <p:nvPr/>
          </p:nvSpPr>
          <p:spPr>
            <a:xfrm>
              <a:off x="19286235" y="1778760"/>
              <a:ext cx="1137960" cy="1684440"/>
            </a:xfrm>
            <a:custGeom>
              <a:rect b="b" l="l" r="r" t="t"/>
              <a:pathLst>
                <a:path extrusionOk="0" h="4679" w="3161">
                  <a:moveTo>
                    <a:pt x="3007" y="2053"/>
                  </a:moveTo>
                  <a:cubicBezTo>
                    <a:pt x="3017" y="2039"/>
                    <a:pt x="3029" y="2026"/>
                    <a:pt x="3045" y="2018"/>
                  </a:cubicBezTo>
                  <a:cubicBezTo>
                    <a:pt x="3046" y="2017"/>
                    <a:pt x="3048" y="2016"/>
                    <a:pt x="3050" y="2015"/>
                  </a:cubicBezTo>
                  <a:cubicBezTo>
                    <a:pt x="3051" y="2016"/>
                    <a:pt x="3052" y="2017"/>
                    <a:pt x="3054" y="2018"/>
                  </a:cubicBezTo>
                  <a:cubicBezTo>
                    <a:pt x="3057" y="2020"/>
                    <a:pt x="3061" y="2021"/>
                    <a:pt x="3065" y="2021"/>
                  </a:cubicBezTo>
                  <a:cubicBezTo>
                    <a:pt x="3160" y="2031"/>
                    <a:pt x="3106" y="1908"/>
                    <a:pt x="3082" y="1866"/>
                  </a:cubicBezTo>
                  <a:cubicBezTo>
                    <a:pt x="3081" y="1866"/>
                    <a:pt x="3081" y="1865"/>
                    <a:pt x="3080" y="1865"/>
                  </a:cubicBezTo>
                  <a:lnTo>
                    <a:pt x="3079" y="1864"/>
                  </a:lnTo>
                  <a:cubicBezTo>
                    <a:pt x="3078" y="1864"/>
                    <a:pt x="3077" y="1865"/>
                    <a:pt x="3077" y="1865"/>
                  </a:cubicBezTo>
                  <a:cubicBezTo>
                    <a:pt x="3076" y="1865"/>
                    <a:pt x="3076" y="1866"/>
                    <a:pt x="3076" y="1866"/>
                  </a:cubicBezTo>
                  <a:cubicBezTo>
                    <a:pt x="3075" y="1867"/>
                    <a:pt x="3075" y="1867"/>
                    <a:pt x="3075" y="1868"/>
                  </a:cubicBezTo>
                  <a:lnTo>
                    <a:pt x="3075" y="1869"/>
                  </a:lnTo>
                  <a:cubicBezTo>
                    <a:pt x="3082" y="1886"/>
                    <a:pt x="3087" y="1903"/>
                    <a:pt x="3092" y="1921"/>
                  </a:cubicBezTo>
                  <a:cubicBezTo>
                    <a:pt x="3092" y="1923"/>
                    <a:pt x="3093" y="1924"/>
                    <a:pt x="3093" y="1926"/>
                  </a:cubicBezTo>
                  <a:lnTo>
                    <a:pt x="3088" y="1922"/>
                  </a:lnTo>
                  <a:cubicBezTo>
                    <a:pt x="3080" y="1914"/>
                    <a:pt x="3073" y="1906"/>
                    <a:pt x="3065" y="1898"/>
                  </a:cubicBezTo>
                  <a:cubicBezTo>
                    <a:pt x="3062" y="1860"/>
                    <a:pt x="3065" y="1822"/>
                    <a:pt x="3060" y="1783"/>
                  </a:cubicBezTo>
                  <a:cubicBezTo>
                    <a:pt x="3049" y="1703"/>
                    <a:pt x="3052" y="1624"/>
                    <a:pt x="3032" y="1544"/>
                  </a:cubicBezTo>
                  <a:cubicBezTo>
                    <a:pt x="3014" y="1468"/>
                    <a:pt x="3016" y="1389"/>
                    <a:pt x="2996" y="1314"/>
                  </a:cubicBezTo>
                  <a:cubicBezTo>
                    <a:pt x="2985" y="1271"/>
                    <a:pt x="2979" y="1228"/>
                    <a:pt x="2967" y="1186"/>
                  </a:cubicBezTo>
                  <a:cubicBezTo>
                    <a:pt x="2960" y="1160"/>
                    <a:pt x="2942" y="1144"/>
                    <a:pt x="2938" y="1116"/>
                  </a:cubicBezTo>
                  <a:cubicBezTo>
                    <a:pt x="2938" y="1114"/>
                    <a:pt x="2937" y="1113"/>
                    <a:pt x="2936" y="1111"/>
                  </a:cubicBezTo>
                  <a:cubicBezTo>
                    <a:pt x="2935" y="1108"/>
                    <a:pt x="2932" y="1106"/>
                    <a:pt x="2930" y="1105"/>
                  </a:cubicBezTo>
                  <a:cubicBezTo>
                    <a:pt x="2924" y="1090"/>
                    <a:pt x="2918" y="1075"/>
                    <a:pt x="2912" y="1061"/>
                  </a:cubicBezTo>
                  <a:cubicBezTo>
                    <a:pt x="2886" y="1005"/>
                    <a:pt x="2850" y="951"/>
                    <a:pt x="2829" y="893"/>
                  </a:cubicBezTo>
                  <a:cubicBezTo>
                    <a:pt x="2809" y="838"/>
                    <a:pt x="2765" y="789"/>
                    <a:pt x="2733" y="742"/>
                  </a:cubicBezTo>
                  <a:cubicBezTo>
                    <a:pt x="2691" y="681"/>
                    <a:pt x="2646" y="623"/>
                    <a:pt x="2599" y="567"/>
                  </a:cubicBezTo>
                  <a:cubicBezTo>
                    <a:pt x="2569" y="529"/>
                    <a:pt x="2536" y="496"/>
                    <a:pt x="2498" y="467"/>
                  </a:cubicBezTo>
                  <a:cubicBezTo>
                    <a:pt x="2439" y="428"/>
                    <a:pt x="2399" y="363"/>
                    <a:pt x="2345" y="318"/>
                  </a:cubicBezTo>
                  <a:cubicBezTo>
                    <a:pt x="2321" y="298"/>
                    <a:pt x="2301" y="274"/>
                    <a:pt x="2279" y="253"/>
                  </a:cubicBezTo>
                  <a:cubicBezTo>
                    <a:pt x="2252" y="227"/>
                    <a:pt x="2221" y="208"/>
                    <a:pt x="2195" y="182"/>
                  </a:cubicBezTo>
                  <a:cubicBezTo>
                    <a:pt x="2168" y="156"/>
                    <a:pt x="2141" y="119"/>
                    <a:pt x="2100" y="120"/>
                  </a:cubicBezTo>
                  <a:lnTo>
                    <a:pt x="2098" y="120"/>
                  </a:lnTo>
                  <a:cubicBezTo>
                    <a:pt x="2096" y="82"/>
                    <a:pt x="2089" y="45"/>
                    <a:pt x="2075" y="10"/>
                  </a:cubicBezTo>
                  <a:lnTo>
                    <a:pt x="2075" y="9"/>
                  </a:lnTo>
                  <a:cubicBezTo>
                    <a:pt x="2075" y="9"/>
                    <a:pt x="2074" y="9"/>
                    <a:pt x="2074" y="8"/>
                  </a:cubicBezTo>
                  <a:lnTo>
                    <a:pt x="2073" y="8"/>
                  </a:lnTo>
                  <a:cubicBezTo>
                    <a:pt x="2072" y="6"/>
                    <a:pt x="2070" y="5"/>
                    <a:pt x="2069" y="4"/>
                  </a:cubicBezTo>
                  <a:cubicBezTo>
                    <a:pt x="2067" y="3"/>
                    <a:pt x="2065" y="3"/>
                    <a:pt x="2064" y="3"/>
                  </a:cubicBezTo>
                  <a:cubicBezTo>
                    <a:pt x="2063" y="3"/>
                    <a:pt x="2063" y="3"/>
                    <a:pt x="2063" y="3"/>
                  </a:cubicBezTo>
                  <a:cubicBezTo>
                    <a:pt x="1982" y="8"/>
                    <a:pt x="1908" y="51"/>
                    <a:pt x="1828" y="50"/>
                  </a:cubicBezTo>
                  <a:cubicBezTo>
                    <a:pt x="1742" y="50"/>
                    <a:pt x="1660" y="18"/>
                    <a:pt x="1576" y="3"/>
                  </a:cubicBezTo>
                  <a:cubicBezTo>
                    <a:pt x="1558" y="1"/>
                    <a:pt x="1540" y="0"/>
                    <a:pt x="1522" y="0"/>
                  </a:cubicBezTo>
                  <a:cubicBezTo>
                    <a:pt x="1499" y="0"/>
                    <a:pt x="1477" y="1"/>
                    <a:pt x="1455" y="4"/>
                  </a:cubicBezTo>
                  <a:cubicBezTo>
                    <a:pt x="1445" y="3"/>
                    <a:pt x="1436" y="3"/>
                    <a:pt x="1426" y="3"/>
                  </a:cubicBezTo>
                  <a:cubicBezTo>
                    <a:pt x="1416" y="3"/>
                    <a:pt x="1407" y="3"/>
                    <a:pt x="1397" y="4"/>
                  </a:cubicBezTo>
                  <a:cubicBezTo>
                    <a:pt x="1373" y="10"/>
                    <a:pt x="1349" y="14"/>
                    <a:pt x="1324" y="15"/>
                  </a:cubicBezTo>
                  <a:cubicBezTo>
                    <a:pt x="1279" y="13"/>
                    <a:pt x="1235" y="18"/>
                    <a:pt x="1189" y="13"/>
                  </a:cubicBezTo>
                  <a:cubicBezTo>
                    <a:pt x="1155" y="9"/>
                    <a:pt x="1097" y="5"/>
                    <a:pt x="1068" y="25"/>
                  </a:cubicBezTo>
                  <a:cubicBezTo>
                    <a:pt x="1067" y="25"/>
                    <a:pt x="1067" y="26"/>
                    <a:pt x="1066" y="27"/>
                  </a:cubicBezTo>
                  <a:cubicBezTo>
                    <a:pt x="1065" y="28"/>
                    <a:pt x="1066" y="29"/>
                    <a:pt x="1066" y="30"/>
                  </a:cubicBezTo>
                  <a:cubicBezTo>
                    <a:pt x="1066" y="30"/>
                    <a:pt x="1066" y="31"/>
                    <a:pt x="1066" y="32"/>
                  </a:cubicBezTo>
                  <a:cubicBezTo>
                    <a:pt x="1046" y="58"/>
                    <a:pt x="1045" y="102"/>
                    <a:pt x="1044" y="132"/>
                  </a:cubicBezTo>
                  <a:cubicBezTo>
                    <a:pt x="1044" y="136"/>
                    <a:pt x="1044" y="139"/>
                    <a:pt x="1044" y="142"/>
                  </a:cubicBezTo>
                  <a:cubicBezTo>
                    <a:pt x="1044" y="142"/>
                    <a:pt x="1043" y="142"/>
                    <a:pt x="1042" y="142"/>
                  </a:cubicBezTo>
                  <a:cubicBezTo>
                    <a:pt x="1040" y="142"/>
                    <a:pt x="1037" y="143"/>
                    <a:pt x="1035" y="144"/>
                  </a:cubicBezTo>
                  <a:cubicBezTo>
                    <a:pt x="1033" y="145"/>
                    <a:pt x="1031" y="147"/>
                    <a:pt x="1030" y="149"/>
                  </a:cubicBezTo>
                  <a:cubicBezTo>
                    <a:pt x="1029" y="150"/>
                    <a:pt x="1029" y="151"/>
                    <a:pt x="1029" y="152"/>
                  </a:cubicBezTo>
                  <a:cubicBezTo>
                    <a:pt x="1021" y="169"/>
                    <a:pt x="991" y="197"/>
                    <a:pt x="979" y="212"/>
                  </a:cubicBezTo>
                  <a:cubicBezTo>
                    <a:pt x="964" y="230"/>
                    <a:pt x="950" y="250"/>
                    <a:pt x="935" y="268"/>
                  </a:cubicBezTo>
                  <a:cubicBezTo>
                    <a:pt x="916" y="290"/>
                    <a:pt x="896" y="310"/>
                    <a:pt x="876" y="329"/>
                  </a:cubicBezTo>
                  <a:cubicBezTo>
                    <a:pt x="857" y="351"/>
                    <a:pt x="836" y="371"/>
                    <a:pt x="814" y="388"/>
                  </a:cubicBezTo>
                  <a:cubicBezTo>
                    <a:pt x="792" y="401"/>
                    <a:pt x="772" y="415"/>
                    <a:pt x="753" y="432"/>
                  </a:cubicBezTo>
                  <a:cubicBezTo>
                    <a:pt x="731" y="453"/>
                    <a:pt x="707" y="471"/>
                    <a:pt x="681" y="486"/>
                  </a:cubicBezTo>
                  <a:cubicBezTo>
                    <a:pt x="668" y="494"/>
                    <a:pt x="643" y="504"/>
                    <a:pt x="634" y="517"/>
                  </a:cubicBezTo>
                  <a:cubicBezTo>
                    <a:pt x="614" y="549"/>
                    <a:pt x="581" y="568"/>
                    <a:pt x="562" y="600"/>
                  </a:cubicBezTo>
                  <a:cubicBezTo>
                    <a:pt x="536" y="643"/>
                    <a:pt x="482" y="679"/>
                    <a:pt x="445" y="713"/>
                  </a:cubicBezTo>
                  <a:cubicBezTo>
                    <a:pt x="425" y="731"/>
                    <a:pt x="408" y="752"/>
                    <a:pt x="388" y="770"/>
                  </a:cubicBezTo>
                  <a:cubicBezTo>
                    <a:pt x="375" y="783"/>
                    <a:pt x="353" y="796"/>
                    <a:pt x="345" y="812"/>
                  </a:cubicBezTo>
                  <a:cubicBezTo>
                    <a:pt x="320" y="865"/>
                    <a:pt x="289" y="916"/>
                    <a:pt x="260" y="966"/>
                  </a:cubicBezTo>
                  <a:cubicBezTo>
                    <a:pt x="234" y="1009"/>
                    <a:pt x="233" y="1065"/>
                    <a:pt x="208" y="1108"/>
                  </a:cubicBezTo>
                  <a:cubicBezTo>
                    <a:pt x="188" y="1144"/>
                    <a:pt x="181" y="1190"/>
                    <a:pt x="169" y="1228"/>
                  </a:cubicBezTo>
                  <a:cubicBezTo>
                    <a:pt x="141" y="1317"/>
                    <a:pt x="132" y="1413"/>
                    <a:pt x="119" y="1505"/>
                  </a:cubicBezTo>
                  <a:cubicBezTo>
                    <a:pt x="112" y="1548"/>
                    <a:pt x="105" y="1595"/>
                    <a:pt x="102" y="1638"/>
                  </a:cubicBezTo>
                  <a:cubicBezTo>
                    <a:pt x="99" y="1685"/>
                    <a:pt x="90" y="1736"/>
                    <a:pt x="90" y="1783"/>
                  </a:cubicBezTo>
                  <a:lnTo>
                    <a:pt x="89" y="1782"/>
                  </a:lnTo>
                  <a:cubicBezTo>
                    <a:pt x="88" y="1782"/>
                    <a:pt x="86" y="1781"/>
                    <a:pt x="85" y="1781"/>
                  </a:cubicBezTo>
                  <a:cubicBezTo>
                    <a:pt x="83" y="1781"/>
                    <a:pt x="83" y="1781"/>
                    <a:pt x="82" y="1782"/>
                  </a:cubicBezTo>
                  <a:cubicBezTo>
                    <a:pt x="81" y="1782"/>
                    <a:pt x="81" y="1784"/>
                    <a:pt x="80" y="1785"/>
                  </a:cubicBezTo>
                  <a:cubicBezTo>
                    <a:pt x="79" y="1786"/>
                    <a:pt x="79" y="1786"/>
                    <a:pt x="79" y="1787"/>
                  </a:cubicBezTo>
                  <a:cubicBezTo>
                    <a:pt x="75" y="1803"/>
                    <a:pt x="69" y="1820"/>
                    <a:pt x="61" y="1835"/>
                  </a:cubicBezTo>
                  <a:cubicBezTo>
                    <a:pt x="39" y="1844"/>
                    <a:pt x="20" y="1859"/>
                    <a:pt x="25" y="1883"/>
                  </a:cubicBezTo>
                  <a:cubicBezTo>
                    <a:pt x="27" y="1891"/>
                    <a:pt x="30" y="1900"/>
                    <a:pt x="34" y="1907"/>
                  </a:cubicBezTo>
                  <a:cubicBezTo>
                    <a:pt x="21" y="1950"/>
                    <a:pt x="22" y="1986"/>
                    <a:pt x="68" y="1981"/>
                  </a:cubicBezTo>
                  <a:cubicBezTo>
                    <a:pt x="74" y="1981"/>
                    <a:pt x="80" y="1979"/>
                    <a:pt x="85" y="1976"/>
                  </a:cubicBezTo>
                  <a:cubicBezTo>
                    <a:pt x="88" y="1974"/>
                    <a:pt x="91" y="1972"/>
                    <a:pt x="93" y="1969"/>
                  </a:cubicBezTo>
                  <a:cubicBezTo>
                    <a:pt x="101" y="1973"/>
                    <a:pt x="112" y="1979"/>
                    <a:pt x="113" y="1983"/>
                  </a:cubicBezTo>
                  <a:cubicBezTo>
                    <a:pt x="113" y="1984"/>
                    <a:pt x="113" y="1984"/>
                    <a:pt x="114" y="1985"/>
                  </a:cubicBezTo>
                  <a:cubicBezTo>
                    <a:pt x="114" y="1986"/>
                    <a:pt x="115" y="1986"/>
                    <a:pt x="117" y="1987"/>
                  </a:cubicBezTo>
                  <a:cubicBezTo>
                    <a:pt x="118" y="1987"/>
                    <a:pt x="118" y="1988"/>
                    <a:pt x="119" y="1988"/>
                  </a:cubicBezTo>
                  <a:cubicBezTo>
                    <a:pt x="119" y="2018"/>
                    <a:pt x="122" y="2047"/>
                    <a:pt x="126" y="2075"/>
                  </a:cubicBezTo>
                  <a:cubicBezTo>
                    <a:pt x="134" y="2123"/>
                    <a:pt x="126" y="2174"/>
                    <a:pt x="127" y="2223"/>
                  </a:cubicBezTo>
                  <a:cubicBezTo>
                    <a:pt x="126" y="2271"/>
                    <a:pt x="122" y="2318"/>
                    <a:pt x="113" y="2366"/>
                  </a:cubicBezTo>
                  <a:cubicBezTo>
                    <a:pt x="109" y="2398"/>
                    <a:pt x="102" y="2430"/>
                    <a:pt x="101" y="2462"/>
                  </a:cubicBezTo>
                  <a:cubicBezTo>
                    <a:pt x="99" y="2508"/>
                    <a:pt x="83" y="2554"/>
                    <a:pt x="83" y="2601"/>
                  </a:cubicBezTo>
                  <a:cubicBezTo>
                    <a:pt x="83" y="2635"/>
                    <a:pt x="77" y="2669"/>
                    <a:pt x="76" y="2703"/>
                  </a:cubicBezTo>
                  <a:cubicBezTo>
                    <a:pt x="74" y="2744"/>
                    <a:pt x="76" y="2784"/>
                    <a:pt x="74" y="2826"/>
                  </a:cubicBezTo>
                  <a:cubicBezTo>
                    <a:pt x="21" y="2865"/>
                    <a:pt x="40" y="2928"/>
                    <a:pt x="80" y="2986"/>
                  </a:cubicBezTo>
                  <a:cubicBezTo>
                    <a:pt x="80" y="2986"/>
                    <a:pt x="80" y="2987"/>
                    <a:pt x="80" y="2988"/>
                  </a:cubicBezTo>
                  <a:cubicBezTo>
                    <a:pt x="81" y="2989"/>
                    <a:pt x="81" y="2989"/>
                    <a:pt x="82" y="2990"/>
                  </a:cubicBezTo>
                  <a:lnTo>
                    <a:pt x="82" y="2991"/>
                  </a:lnTo>
                  <a:cubicBezTo>
                    <a:pt x="69" y="2999"/>
                    <a:pt x="66" y="3136"/>
                    <a:pt x="65" y="3153"/>
                  </a:cubicBezTo>
                  <a:cubicBezTo>
                    <a:pt x="62" y="3217"/>
                    <a:pt x="65" y="3279"/>
                    <a:pt x="57" y="3342"/>
                  </a:cubicBezTo>
                  <a:cubicBezTo>
                    <a:pt x="49" y="3400"/>
                    <a:pt x="56" y="3463"/>
                    <a:pt x="43" y="3519"/>
                  </a:cubicBezTo>
                  <a:cubicBezTo>
                    <a:pt x="35" y="3560"/>
                    <a:pt x="31" y="3601"/>
                    <a:pt x="31" y="3643"/>
                  </a:cubicBezTo>
                  <a:cubicBezTo>
                    <a:pt x="31" y="3647"/>
                    <a:pt x="31" y="3650"/>
                    <a:pt x="31" y="3654"/>
                  </a:cubicBezTo>
                  <a:cubicBezTo>
                    <a:pt x="31" y="3653"/>
                    <a:pt x="30" y="3653"/>
                    <a:pt x="29" y="3653"/>
                  </a:cubicBezTo>
                  <a:cubicBezTo>
                    <a:pt x="28" y="3653"/>
                    <a:pt x="27" y="3653"/>
                    <a:pt x="26" y="3654"/>
                  </a:cubicBezTo>
                  <a:cubicBezTo>
                    <a:pt x="25" y="3654"/>
                    <a:pt x="25" y="3655"/>
                    <a:pt x="24" y="3656"/>
                  </a:cubicBezTo>
                  <a:lnTo>
                    <a:pt x="24" y="3657"/>
                  </a:lnTo>
                  <a:lnTo>
                    <a:pt x="22" y="3661"/>
                  </a:lnTo>
                  <a:cubicBezTo>
                    <a:pt x="0" y="3671"/>
                    <a:pt x="6" y="3711"/>
                    <a:pt x="8" y="3730"/>
                  </a:cubicBezTo>
                  <a:cubicBezTo>
                    <a:pt x="11" y="3759"/>
                    <a:pt x="12" y="3788"/>
                    <a:pt x="12" y="3816"/>
                  </a:cubicBezTo>
                  <a:cubicBezTo>
                    <a:pt x="12" y="3858"/>
                    <a:pt x="9" y="3900"/>
                    <a:pt x="4" y="3942"/>
                  </a:cubicBezTo>
                  <a:cubicBezTo>
                    <a:pt x="3" y="3942"/>
                    <a:pt x="3" y="3943"/>
                    <a:pt x="3" y="3944"/>
                  </a:cubicBezTo>
                  <a:cubicBezTo>
                    <a:pt x="3" y="3946"/>
                    <a:pt x="4" y="3947"/>
                    <a:pt x="5" y="3949"/>
                  </a:cubicBezTo>
                  <a:cubicBezTo>
                    <a:pt x="6" y="3950"/>
                    <a:pt x="7" y="3953"/>
                    <a:pt x="9" y="3954"/>
                  </a:cubicBezTo>
                  <a:cubicBezTo>
                    <a:pt x="10" y="3957"/>
                    <a:pt x="12" y="3961"/>
                    <a:pt x="14" y="3964"/>
                  </a:cubicBezTo>
                  <a:cubicBezTo>
                    <a:pt x="16" y="3968"/>
                    <a:pt x="19" y="3972"/>
                    <a:pt x="22" y="3975"/>
                  </a:cubicBezTo>
                  <a:cubicBezTo>
                    <a:pt x="19" y="3994"/>
                    <a:pt x="17" y="4013"/>
                    <a:pt x="16" y="4033"/>
                  </a:cubicBezTo>
                  <a:cubicBezTo>
                    <a:pt x="15" y="4040"/>
                    <a:pt x="15" y="4047"/>
                    <a:pt x="15" y="4055"/>
                  </a:cubicBezTo>
                  <a:cubicBezTo>
                    <a:pt x="15" y="4062"/>
                    <a:pt x="15" y="4070"/>
                    <a:pt x="16" y="4078"/>
                  </a:cubicBezTo>
                  <a:cubicBezTo>
                    <a:pt x="17" y="4079"/>
                    <a:pt x="17" y="4080"/>
                    <a:pt x="18" y="4081"/>
                  </a:cubicBezTo>
                  <a:cubicBezTo>
                    <a:pt x="19" y="4083"/>
                    <a:pt x="21" y="4085"/>
                    <a:pt x="23" y="4086"/>
                  </a:cubicBezTo>
                  <a:cubicBezTo>
                    <a:pt x="24" y="4087"/>
                    <a:pt x="24" y="4087"/>
                    <a:pt x="24" y="4087"/>
                  </a:cubicBezTo>
                  <a:cubicBezTo>
                    <a:pt x="19" y="4104"/>
                    <a:pt x="42" y="4142"/>
                    <a:pt x="48" y="4152"/>
                  </a:cubicBezTo>
                  <a:cubicBezTo>
                    <a:pt x="73" y="4196"/>
                    <a:pt x="108" y="4233"/>
                    <a:pt x="150" y="4260"/>
                  </a:cubicBezTo>
                  <a:cubicBezTo>
                    <a:pt x="178" y="4278"/>
                    <a:pt x="204" y="4301"/>
                    <a:pt x="232" y="4319"/>
                  </a:cubicBezTo>
                  <a:cubicBezTo>
                    <a:pt x="254" y="4333"/>
                    <a:pt x="280" y="4346"/>
                    <a:pt x="303" y="4360"/>
                  </a:cubicBezTo>
                  <a:cubicBezTo>
                    <a:pt x="303" y="4361"/>
                    <a:pt x="303" y="4362"/>
                    <a:pt x="304" y="4363"/>
                  </a:cubicBezTo>
                  <a:cubicBezTo>
                    <a:pt x="306" y="4365"/>
                    <a:pt x="307" y="4367"/>
                    <a:pt x="310" y="4369"/>
                  </a:cubicBezTo>
                  <a:cubicBezTo>
                    <a:pt x="313" y="4370"/>
                    <a:pt x="316" y="4371"/>
                    <a:pt x="319" y="4371"/>
                  </a:cubicBezTo>
                  <a:lnTo>
                    <a:pt x="320" y="4371"/>
                  </a:lnTo>
                  <a:lnTo>
                    <a:pt x="326" y="4375"/>
                  </a:lnTo>
                  <a:cubicBezTo>
                    <a:pt x="335" y="4381"/>
                    <a:pt x="344" y="4386"/>
                    <a:pt x="353" y="4392"/>
                  </a:cubicBezTo>
                  <a:cubicBezTo>
                    <a:pt x="364" y="4398"/>
                    <a:pt x="376" y="4404"/>
                    <a:pt x="387" y="4409"/>
                  </a:cubicBezTo>
                  <a:lnTo>
                    <a:pt x="394" y="4419"/>
                  </a:lnTo>
                  <a:cubicBezTo>
                    <a:pt x="406" y="4436"/>
                    <a:pt x="421" y="4449"/>
                    <a:pt x="439" y="4460"/>
                  </a:cubicBezTo>
                  <a:cubicBezTo>
                    <a:pt x="440" y="4460"/>
                    <a:pt x="442" y="4461"/>
                    <a:pt x="443" y="4462"/>
                  </a:cubicBezTo>
                  <a:cubicBezTo>
                    <a:pt x="488" y="4489"/>
                    <a:pt x="518" y="4521"/>
                    <a:pt x="570" y="4534"/>
                  </a:cubicBezTo>
                  <a:cubicBezTo>
                    <a:pt x="653" y="4552"/>
                    <a:pt x="729" y="4589"/>
                    <a:pt x="812" y="4609"/>
                  </a:cubicBezTo>
                  <a:cubicBezTo>
                    <a:pt x="875" y="4624"/>
                    <a:pt x="939" y="4633"/>
                    <a:pt x="1004" y="4637"/>
                  </a:cubicBezTo>
                  <a:cubicBezTo>
                    <a:pt x="1036" y="4640"/>
                    <a:pt x="1084" y="4652"/>
                    <a:pt x="1118" y="4641"/>
                  </a:cubicBezTo>
                  <a:cubicBezTo>
                    <a:pt x="1120" y="4641"/>
                    <a:pt x="1123" y="4641"/>
                    <a:pt x="1126" y="4641"/>
                  </a:cubicBezTo>
                  <a:cubicBezTo>
                    <a:pt x="1134" y="4641"/>
                    <a:pt x="1141" y="4638"/>
                    <a:pt x="1148" y="4635"/>
                  </a:cubicBezTo>
                  <a:cubicBezTo>
                    <a:pt x="1150" y="4634"/>
                    <a:pt x="1151" y="4634"/>
                    <a:pt x="1152" y="4633"/>
                  </a:cubicBezTo>
                  <a:cubicBezTo>
                    <a:pt x="1161" y="4635"/>
                    <a:pt x="1169" y="4636"/>
                    <a:pt x="1178" y="4638"/>
                  </a:cubicBezTo>
                  <a:cubicBezTo>
                    <a:pt x="1217" y="4665"/>
                    <a:pt x="1277" y="4673"/>
                    <a:pt x="1324" y="4675"/>
                  </a:cubicBezTo>
                  <a:cubicBezTo>
                    <a:pt x="1398" y="4678"/>
                    <a:pt x="1473" y="4675"/>
                    <a:pt x="1547" y="4675"/>
                  </a:cubicBezTo>
                  <a:cubicBezTo>
                    <a:pt x="1571" y="4675"/>
                    <a:pt x="1596" y="4673"/>
                    <a:pt x="1620" y="4670"/>
                  </a:cubicBezTo>
                  <a:lnTo>
                    <a:pt x="1646" y="4670"/>
                  </a:lnTo>
                  <a:cubicBezTo>
                    <a:pt x="1665" y="4670"/>
                    <a:pt x="1702" y="4677"/>
                    <a:pt x="1720" y="4670"/>
                  </a:cubicBezTo>
                  <a:cubicBezTo>
                    <a:pt x="1737" y="4665"/>
                    <a:pt x="1755" y="4663"/>
                    <a:pt x="1773" y="4662"/>
                  </a:cubicBezTo>
                  <a:cubicBezTo>
                    <a:pt x="1810" y="4661"/>
                    <a:pt x="1848" y="4657"/>
                    <a:pt x="1885" y="4652"/>
                  </a:cubicBezTo>
                  <a:cubicBezTo>
                    <a:pt x="1917" y="4650"/>
                    <a:pt x="1959" y="4656"/>
                    <a:pt x="1989" y="4646"/>
                  </a:cubicBezTo>
                  <a:cubicBezTo>
                    <a:pt x="1993" y="4645"/>
                    <a:pt x="1997" y="4643"/>
                    <a:pt x="2001" y="4642"/>
                  </a:cubicBezTo>
                  <a:cubicBezTo>
                    <a:pt x="2037" y="4642"/>
                    <a:pt x="2072" y="4642"/>
                    <a:pt x="2106" y="4642"/>
                  </a:cubicBezTo>
                  <a:cubicBezTo>
                    <a:pt x="2171" y="4641"/>
                    <a:pt x="2236" y="4634"/>
                    <a:pt x="2300" y="4623"/>
                  </a:cubicBezTo>
                  <a:cubicBezTo>
                    <a:pt x="2316" y="4620"/>
                    <a:pt x="2331" y="4613"/>
                    <a:pt x="2345" y="4606"/>
                  </a:cubicBezTo>
                  <a:cubicBezTo>
                    <a:pt x="2360" y="4597"/>
                    <a:pt x="2373" y="4586"/>
                    <a:pt x="2384" y="4573"/>
                  </a:cubicBezTo>
                  <a:lnTo>
                    <a:pt x="2396" y="4569"/>
                  </a:lnTo>
                  <a:cubicBezTo>
                    <a:pt x="2436" y="4586"/>
                    <a:pt x="2493" y="4592"/>
                    <a:pt x="2517" y="4549"/>
                  </a:cubicBezTo>
                  <a:cubicBezTo>
                    <a:pt x="2517" y="4548"/>
                    <a:pt x="2518" y="4546"/>
                    <a:pt x="2518" y="4545"/>
                  </a:cubicBezTo>
                  <a:cubicBezTo>
                    <a:pt x="2518" y="4548"/>
                    <a:pt x="2521" y="4545"/>
                    <a:pt x="2535" y="4543"/>
                  </a:cubicBezTo>
                  <a:cubicBezTo>
                    <a:pt x="2562" y="4537"/>
                    <a:pt x="2589" y="4529"/>
                    <a:pt x="2614" y="4518"/>
                  </a:cubicBezTo>
                  <a:cubicBezTo>
                    <a:pt x="2637" y="4508"/>
                    <a:pt x="2653" y="4489"/>
                    <a:pt x="2677" y="4479"/>
                  </a:cubicBezTo>
                  <a:cubicBezTo>
                    <a:pt x="2699" y="4472"/>
                    <a:pt x="2720" y="4462"/>
                    <a:pt x="2740" y="4451"/>
                  </a:cubicBezTo>
                  <a:cubicBezTo>
                    <a:pt x="2793" y="4415"/>
                    <a:pt x="2852" y="4397"/>
                    <a:pt x="2885" y="4340"/>
                  </a:cubicBezTo>
                  <a:cubicBezTo>
                    <a:pt x="2919" y="4315"/>
                    <a:pt x="2952" y="4288"/>
                    <a:pt x="2983" y="4259"/>
                  </a:cubicBezTo>
                  <a:cubicBezTo>
                    <a:pt x="3006" y="4238"/>
                    <a:pt x="3021" y="4210"/>
                    <a:pt x="3042" y="4188"/>
                  </a:cubicBezTo>
                  <a:cubicBezTo>
                    <a:pt x="3056" y="4176"/>
                    <a:pt x="3067" y="4162"/>
                    <a:pt x="3076" y="4146"/>
                  </a:cubicBezTo>
                  <a:cubicBezTo>
                    <a:pt x="3084" y="4132"/>
                    <a:pt x="3090" y="4117"/>
                    <a:pt x="3094" y="4101"/>
                  </a:cubicBezTo>
                  <a:cubicBezTo>
                    <a:pt x="3095" y="4101"/>
                    <a:pt x="3095" y="4100"/>
                    <a:pt x="3095" y="4100"/>
                  </a:cubicBezTo>
                  <a:cubicBezTo>
                    <a:pt x="3096" y="4100"/>
                    <a:pt x="3097" y="4098"/>
                    <a:pt x="3098" y="4097"/>
                  </a:cubicBezTo>
                  <a:cubicBezTo>
                    <a:pt x="3098" y="4095"/>
                    <a:pt x="3099" y="4095"/>
                    <a:pt x="3099" y="4094"/>
                  </a:cubicBezTo>
                  <a:cubicBezTo>
                    <a:pt x="3100" y="4088"/>
                    <a:pt x="3101" y="4082"/>
                    <a:pt x="3101" y="4076"/>
                  </a:cubicBezTo>
                  <a:cubicBezTo>
                    <a:pt x="3101" y="4070"/>
                    <a:pt x="3100" y="4064"/>
                    <a:pt x="3099" y="4058"/>
                  </a:cubicBezTo>
                  <a:cubicBezTo>
                    <a:pt x="3100" y="4053"/>
                    <a:pt x="3100" y="4048"/>
                    <a:pt x="3100" y="4043"/>
                  </a:cubicBezTo>
                  <a:cubicBezTo>
                    <a:pt x="3100" y="4030"/>
                    <a:pt x="3099" y="4017"/>
                    <a:pt x="3097" y="4004"/>
                  </a:cubicBezTo>
                  <a:cubicBezTo>
                    <a:pt x="3097" y="4003"/>
                    <a:pt x="3096" y="4002"/>
                    <a:pt x="3096" y="4001"/>
                  </a:cubicBezTo>
                  <a:cubicBezTo>
                    <a:pt x="3095" y="3999"/>
                    <a:pt x="3094" y="3998"/>
                    <a:pt x="3093" y="3998"/>
                  </a:cubicBezTo>
                  <a:cubicBezTo>
                    <a:pt x="3092" y="3997"/>
                    <a:pt x="3092" y="3998"/>
                    <a:pt x="3092" y="3998"/>
                  </a:cubicBezTo>
                  <a:cubicBezTo>
                    <a:pt x="3099" y="3982"/>
                    <a:pt x="3103" y="3966"/>
                    <a:pt x="3103" y="3949"/>
                  </a:cubicBezTo>
                  <a:cubicBezTo>
                    <a:pt x="3103" y="3943"/>
                    <a:pt x="3103" y="3937"/>
                    <a:pt x="3102" y="3931"/>
                  </a:cubicBezTo>
                  <a:lnTo>
                    <a:pt x="3102" y="3930"/>
                  </a:lnTo>
                  <a:cubicBezTo>
                    <a:pt x="3102" y="3929"/>
                    <a:pt x="3102" y="3929"/>
                    <a:pt x="3102" y="3928"/>
                  </a:cubicBezTo>
                  <a:cubicBezTo>
                    <a:pt x="3104" y="3908"/>
                    <a:pt x="3105" y="3887"/>
                    <a:pt x="3105" y="3866"/>
                  </a:cubicBezTo>
                  <a:cubicBezTo>
                    <a:pt x="3105" y="3805"/>
                    <a:pt x="3097" y="3743"/>
                    <a:pt x="3081" y="3683"/>
                  </a:cubicBezTo>
                  <a:cubicBezTo>
                    <a:pt x="3081" y="3683"/>
                    <a:pt x="3080" y="3683"/>
                    <a:pt x="3080" y="3682"/>
                  </a:cubicBezTo>
                  <a:lnTo>
                    <a:pt x="3079" y="3681"/>
                  </a:lnTo>
                  <a:cubicBezTo>
                    <a:pt x="3078" y="3681"/>
                    <a:pt x="3078" y="3681"/>
                    <a:pt x="3077" y="3681"/>
                  </a:cubicBezTo>
                  <a:cubicBezTo>
                    <a:pt x="3077" y="3681"/>
                    <a:pt x="3076" y="3681"/>
                    <a:pt x="3075" y="3681"/>
                  </a:cubicBezTo>
                  <a:lnTo>
                    <a:pt x="3074" y="3682"/>
                  </a:lnTo>
                  <a:cubicBezTo>
                    <a:pt x="3074" y="3683"/>
                    <a:pt x="3074" y="3683"/>
                    <a:pt x="3074" y="3683"/>
                  </a:cubicBezTo>
                  <a:cubicBezTo>
                    <a:pt x="3074" y="3686"/>
                    <a:pt x="3072" y="3689"/>
                    <a:pt x="3072" y="3691"/>
                  </a:cubicBezTo>
                  <a:cubicBezTo>
                    <a:pt x="3071" y="3690"/>
                    <a:pt x="3070" y="3689"/>
                    <a:pt x="3070" y="3688"/>
                  </a:cubicBezTo>
                  <a:cubicBezTo>
                    <a:pt x="3075" y="3646"/>
                    <a:pt x="3060" y="3606"/>
                    <a:pt x="3061" y="3564"/>
                  </a:cubicBezTo>
                  <a:cubicBezTo>
                    <a:pt x="3061" y="3537"/>
                    <a:pt x="3052" y="3508"/>
                    <a:pt x="3051" y="3480"/>
                  </a:cubicBezTo>
                  <a:cubicBezTo>
                    <a:pt x="3050" y="3455"/>
                    <a:pt x="3047" y="3432"/>
                    <a:pt x="3047" y="3407"/>
                  </a:cubicBezTo>
                  <a:cubicBezTo>
                    <a:pt x="3047" y="3343"/>
                    <a:pt x="3056" y="3280"/>
                    <a:pt x="3054" y="3217"/>
                  </a:cubicBezTo>
                  <a:cubicBezTo>
                    <a:pt x="3052" y="3183"/>
                    <a:pt x="3052" y="3150"/>
                    <a:pt x="3052" y="3117"/>
                  </a:cubicBezTo>
                  <a:cubicBezTo>
                    <a:pt x="3052" y="3110"/>
                    <a:pt x="3045" y="3070"/>
                    <a:pt x="3046" y="3052"/>
                  </a:cubicBezTo>
                  <a:cubicBezTo>
                    <a:pt x="3049" y="3048"/>
                    <a:pt x="3051" y="3044"/>
                    <a:pt x="3054" y="3040"/>
                  </a:cubicBezTo>
                  <a:cubicBezTo>
                    <a:pt x="3063" y="3025"/>
                    <a:pt x="3070" y="3009"/>
                    <a:pt x="3076" y="2992"/>
                  </a:cubicBezTo>
                  <a:cubicBezTo>
                    <a:pt x="3091" y="2951"/>
                    <a:pt x="3085" y="2901"/>
                    <a:pt x="3044" y="2888"/>
                  </a:cubicBezTo>
                  <a:cubicBezTo>
                    <a:pt x="3044" y="2888"/>
                    <a:pt x="3044" y="2887"/>
                    <a:pt x="3044" y="2886"/>
                  </a:cubicBezTo>
                  <a:lnTo>
                    <a:pt x="3044" y="2885"/>
                  </a:lnTo>
                  <a:cubicBezTo>
                    <a:pt x="3047" y="2804"/>
                    <a:pt x="3034" y="2726"/>
                    <a:pt x="3033" y="2646"/>
                  </a:cubicBezTo>
                  <a:cubicBezTo>
                    <a:pt x="3030" y="2535"/>
                    <a:pt x="3019" y="2424"/>
                    <a:pt x="3020" y="2312"/>
                  </a:cubicBezTo>
                  <a:cubicBezTo>
                    <a:pt x="3020" y="2280"/>
                    <a:pt x="3014" y="2247"/>
                    <a:pt x="3012" y="2214"/>
                  </a:cubicBezTo>
                  <a:cubicBezTo>
                    <a:pt x="3011" y="2173"/>
                    <a:pt x="3008" y="2132"/>
                    <a:pt x="3003" y="2091"/>
                  </a:cubicBezTo>
                  <a:cubicBezTo>
                    <a:pt x="3002" y="2080"/>
                    <a:pt x="3000" y="2068"/>
                    <a:pt x="3000" y="2056"/>
                  </a:cubicBezTo>
                  <a:cubicBezTo>
                    <a:pt x="3001" y="2056"/>
                    <a:pt x="3001" y="2056"/>
                    <a:pt x="3002" y="2056"/>
                  </a:cubicBezTo>
                  <a:cubicBezTo>
                    <a:pt x="3003" y="2056"/>
                    <a:pt x="3004" y="2056"/>
                    <a:pt x="3005" y="2056"/>
                  </a:cubicBezTo>
                  <a:cubicBezTo>
                    <a:pt x="3006" y="2055"/>
                    <a:pt x="3006" y="2055"/>
                    <a:pt x="3007" y="2054"/>
                  </a:cubicBezTo>
                  <a:cubicBezTo>
                    <a:pt x="3008" y="2053"/>
                    <a:pt x="3007" y="2053"/>
                    <a:pt x="3007" y="2053"/>
                  </a:cubicBezTo>
                  <a:moveTo>
                    <a:pt x="3075" y="1957"/>
                  </a:moveTo>
                  <a:cubicBezTo>
                    <a:pt x="3078" y="1959"/>
                    <a:pt x="3079" y="1961"/>
                    <a:pt x="3079" y="1963"/>
                  </a:cubicBezTo>
                  <a:cubicBezTo>
                    <a:pt x="3076" y="1964"/>
                    <a:pt x="3073" y="1966"/>
                    <a:pt x="3070" y="1967"/>
                  </a:cubicBezTo>
                  <a:cubicBezTo>
                    <a:pt x="3070" y="1963"/>
                    <a:pt x="3070" y="1959"/>
                    <a:pt x="3070" y="1954"/>
                  </a:cubicBezTo>
                  <a:cubicBezTo>
                    <a:pt x="3071" y="1955"/>
                    <a:pt x="3073" y="1956"/>
                    <a:pt x="3075" y="1957"/>
                  </a:cubicBezTo>
                  <a:moveTo>
                    <a:pt x="58" y="1941"/>
                  </a:moveTo>
                  <a:lnTo>
                    <a:pt x="59" y="1943"/>
                  </a:lnTo>
                  <a:cubicBezTo>
                    <a:pt x="59" y="1943"/>
                    <a:pt x="58" y="1942"/>
                    <a:pt x="58" y="1941"/>
                  </a:cubicBezTo>
                  <a:moveTo>
                    <a:pt x="72" y="1909"/>
                  </a:moveTo>
                  <a:lnTo>
                    <a:pt x="69" y="1919"/>
                  </a:lnTo>
                  <a:cubicBezTo>
                    <a:pt x="65" y="1915"/>
                    <a:pt x="62" y="1910"/>
                    <a:pt x="59" y="1906"/>
                  </a:cubicBezTo>
                  <a:cubicBezTo>
                    <a:pt x="59" y="1899"/>
                    <a:pt x="61" y="1891"/>
                    <a:pt x="63" y="1884"/>
                  </a:cubicBezTo>
                  <a:cubicBezTo>
                    <a:pt x="64" y="1880"/>
                    <a:pt x="66" y="1876"/>
                    <a:pt x="68" y="1871"/>
                  </a:cubicBezTo>
                  <a:cubicBezTo>
                    <a:pt x="72" y="1869"/>
                    <a:pt x="77" y="1867"/>
                    <a:pt x="82" y="1866"/>
                  </a:cubicBezTo>
                  <a:cubicBezTo>
                    <a:pt x="79" y="1880"/>
                    <a:pt x="75" y="1895"/>
                    <a:pt x="72" y="1909"/>
                  </a:cubicBezTo>
                  <a:moveTo>
                    <a:pt x="88" y="1826"/>
                  </a:moveTo>
                  <a:lnTo>
                    <a:pt x="85" y="1827"/>
                  </a:lnTo>
                  <a:cubicBezTo>
                    <a:pt x="87" y="1822"/>
                    <a:pt x="88" y="1817"/>
                    <a:pt x="90" y="1813"/>
                  </a:cubicBezTo>
                  <a:cubicBezTo>
                    <a:pt x="89" y="1817"/>
                    <a:pt x="89" y="1821"/>
                    <a:pt x="88" y="1826"/>
                  </a:cubicBezTo>
                  <a:moveTo>
                    <a:pt x="121" y="1960"/>
                  </a:moveTo>
                  <a:lnTo>
                    <a:pt x="116" y="1957"/>
                  </a:lnTo>
                  <a:cubicBezTo>
                    <a:pt x="113" y="1956"/>
                    <a:pt x="110" y="1955"/>
                    <a:pt x="107" y="1953"/>
                  </a:cubicBezTo>
                  <a:cubicBezTo>
                    <a:pt x="108" y="1953"/>
                    <a:pt x="108" y="1952"/>
                    <a:pt x="109" y="1951"/>
                  </a:cubicBezTo>
                  <a:cubicBezTo>
                    <a:pt x="115" y="1939"/>
                    <a:pt x="121" y="1927"/>
                    <a:pt x="124" y="1914"/>
                  </a:cubicBezTo>
                  <a:cubicBezTo>
                    <a:pt x="122" y="1929"/>
                    <a:pt x="121" y="1944"/>
                    <a:pt x="120" y="1960"/>
                  </a:cubicBezTo>
                  <a:lnTo>
                    <a:pt x="121" y="1960"/>
                  </a:lnTo>
                  <a:moveTo>
                    <a:pt x="1062" y="122"/>
                  </a:moveTo>
                  <a:cubicBezTo>
                    <a:pt x="1062" y="118"/>
                    <a:pt x="1062" y="114"/>
                    <a:pt x="1062" y="110"/>
                  </a:cubicBezTo>
                  <a:cubicBezTo>
                    <a:pt x="1062" y="85"/>
                    <a:pt x="1065" y="61"/>
                    <a:pt x="1071" y="38"/>
                  </a:cubicBezTo>
                  <a:cubicBezTo>
                    <a:pt x="1077" y="15"/>
                    <a:pt x="1072" y="38"/>
                    <a:pt x="1073" y="38"/>
                  </a:cubicBezTo>
                  <a:cubicBezTo>
                    <a:pt x="1098" y="36"/>
                    <a:pt x="1122" y="35"/>
                    <a:pt x="1147" y="35"/>
                  </a:cubicBezTo>
                  <a:cubicBezTo>
                    <a:pt x="1172" y="35"/>
                    <a:pt x="1197" y="36"/>
                    <a:pt x="1222" y="38"/>
                  </a:cubicBezTo>
                  <a:cubicBezTo>
                    <a:pt x="1216" y="50"/>
                    <a:pt x="1214" y="65"/>
                    <a:pt x="1223" y="73"/>
                  </a:cubicBezTo>
                  <a:lnTo>
                    <a:pt x="1224" y="73"/>
                  </a:lnTo>
                  <a:cubicBezTo>
                    <a:pt x="1224" y="74"/>
                    <a:pt x="1225" y="74"/>
                    <a:pt x="1226" y="74"/>
                  </a:cubicBezTo>
                  <a:cubicBezTo>
                    <a:pt x="1227" y="74"/>
                    <a:pt x="1227" y="74"/>
                    <a:pt x="1228" y="73"/>
                  </a:cubicBezTo>
                  <a:cubicBezTo>
                    <a:pt x="1232" y="71"/>
                    <a:pt x="1235" y="68"/>
                    <a:pt x="1237" y="64"/>
                  </a:cubicBezTo>
                  <a:cubicBezTo>
                    <a:pt x="1239" y="60"/>
                    <a:pt x="1241" y="56"/>
                    <a:pt x="1241" y="52"/>
                  </a:cubicBezTo>
                  <a:cubicBezTo>
                    <a:pt x="1241" y="47"/>
                    <a:pt x="1243" y="43"/>
                    <a:pt x="1244" y="39"/>
                  </a:cubicBezTo>
                  <a:cubicBezTo>
                    <a:pt x="1269" y="39"/>
                    <a:pt x="1293" y="40"/>
                    <a:pt x="1318" y="39"/>
                  </a:cubicBezTo>
                  <a:cubicBezTo>
                    <a:pt x="1409" y="33"/>
                    <a:pt x="1503" y="13"/>
                    <a:pt x="1596" y="30"/>
                  </a:cubicBezTo>
                  <a:cubicBezTo>
                    <a:pt x="1669" y="44"/>
                    <a:pt x="1740" y="76"/>
                    <a:pt x="1816" y="74"/>
                  </a:cubicBezTo>
                  <a:cubicBezTo>
                    <a:pt x="1824" y="74"/>
                    <a:pt x="1833" y="73"/>
                    <a:pt x="1842" y="72"/>
                  </a:cubicBezTo>
                  <a:cubicBezTo>
                    <a:pt x="1842" y="74"/>
                    <a:pt x="1842" y="75"/>
                    <a:pt x="1841" y="76"/>
                  </a:cubicBezTo>
                  <a:cubicBezTo>
                    <a:pt x="1840" y="79"/>
                    <a:pt x="1840" y="81"/>
                    <a:pt x="1840" y="83"/>
                  </a:cubicBezTo>
                  <a:cubicBezTo>
                    <a:pt x="1840" y="88"/>
                    <a:pt x="1841" y="93"/>
                    <a:pt x="1843" y="97"/>
                  </a:cubicBezTo>
                  <a:cubicBezTo>
                    <a:pt x="1846" y="103"/>
                    <a:pt x="1855" y="101"/>
                    <a:pt x="1856" y="96"/>
                  </a:cubicBezTo>
                  <a:cubicBezTo>
                    <a:pt x="1858" y="90"/>
                    <a:pt x="1859" y="84"/>
                    <a:pt x="1859" y="78"/>
                  </a:cubicBezTo>
                  <a:cubicBezTo>
                    <a:pt x="1859" y="75"/>
                    <a:pt x="1861" y="72"/>
                    <a:pt x="1862" y="69"/>
                  </a:cubicBezTo>
                  <a:cubicBezTo>
                    <a:pt x="1929" y="59"/>
                    <a:pt x="1992" y="33"/>
                    <a:pt x="2061" y="28"/>
                  </a:cubicBezTo>
                  <a:cubicBezTo>
                    <a:pt x="2063" y="28"/>
                    <a:pt x="2065" y="27"/>
                    <a:pt x="2067" y="26"/>
                  </a:cubicBezTo>
                  <a:cubicBezTo>
                    <a:pt x="2068" y="26"/>
                    <a:pt x="2070" y="24"/>
                    <a:pt x="2071" y="23"/>
                  </a:cubicBezTo>
                  <a:cubicBezTo>
                    <a:pt x="2072" y="41"/>
                    <a:pt x="2073" y="59"/>
                    <a:pt x="2073" y="77"/>
                  </a:cubicBezTo>
                  <a:cubicBezTo>
                    <a:pt x="2073" y="80"/>
                    <a:pt x="2073" y="84"/>
                    <a:pt x="2073" y="87"/>
                  </a:cubicBezTo>
                  <a:cubicBezTo>
                    <a:pt x="2071" y="133"/>
                    <a:pt x="2090" y="186"/>
                    <a:pt x="2066" y="229"/>
                  </a:cubicBezTo>
                  <a:lnTo>
                    <a:pt x="2064" y="229"/>
                  </a:lnTo>
                  <a:cubicBezTo>
                    <a:pt x="2064" y="228"/>
                    <a:pt x="2064" y="227"/>
                    <a:pt x="2064" y="227"/>
                  </a:cubicBezTo>
                  <a:cubicBezTo>
                    <a:pt x="2064" y="216"/>
                    <a:pt x="2062" y="206"/>
                    <a:pt x="2058" y="196"/>
                  </a:cubicBezTo>
                  <a:cubicBezTo>
                    <a:pt x="2055" y="190"/>
                    <a:pt x="2053" y="184"/>
                    <a:pt x="2051" y="178"/>
                  </a:cubicBezTo>
                  <a:cubicBezTo>
                    <a:pt x="2046" y="158"/>
                    <a:pt x="2043" y="138"/>
                    <a:pt x="2043" y="118"/>
                  </a:cubicBezTo>
                  <a:cubicBezTo>
                    <a:pt x="2043" y="115"/>
                    <a:pt x="2043" y="112"/>
                    <a:pt x="2043" y="109"/>
                  </a:cubicBezTo>
                  <a:cubicBezTo>
                    <a:pt x="2043" y="108"/>
                    <a:pt x="2043" y="108"/>
                    <a:pt x="2043" y="107"/>
                  </a:cubicBezTo>
                  <a:cubicBezTo>
                    <a:pt x="2043" y="107"/>
                    <a:pt x="2042" y="107"/>
                    <a:pt x="2042" y="106"/>
                  </a:cubicBezTo>
                  <a:lnTo>
                    <a:pt x="2041" y="106"/>
                  </a:lnTo>
                  <a:cubicBezTo>
                    <a:pt x="2040" y="106"/>
                    <a:pt x="2040" y="106"/>
                    <a:pt x="2040" y="106"/>
                  </a:cubicBezTo>
                  <a:cubicBezTo>
                    <a:pt x="2039" y="107"/>
                    <a:pt x="2039" y="107"/>
                    <a:pt x="2039" y="107"/>
                  </a:cubicBezTo>
                  <a:cubicBezTo>
                    <a:pt x="2038" y="108"/>
                    <a:pt x="2038" y="108"/>
                    <a:pt x="2038" y="109"/>
                  </a:cubicBezTo>
                  <a:cubicBezTo>
                    <a:pt x="2038" y="122"/>
                    <a:pt x="2038" y="136"/>
                    <a:pt x="2037" y="150"/>
                  </a:cubicBezTo>
                  <a:cubicBezTo>
                    <a:pt x="2035" y="160"/>
                    <a:pt x="2033" y="171"/>
                    <a:pt x="2033" y="181"/>
                  </a:cubicBezTo>
                  <a:cubicBezTo>
                    <a:pt x="2033" y="195"/>
                    <a:pt x="2031" y="208"/>
                    <a:pt x="2029" y="221"/>
                  </a:cubicBezTo>
                  <a:cubicBezTo>
                    <a:pt x="2026" y="214"/>
                    <a:pt x="2024" y="208"/>
                    <a:pt x="2023" y="201"/>
                  </a:cubicBezTo>
                  <a:cubicBezTo>
                    <a:pt x="2023" y="200"/>
                    <a:pt x="2023" y="199"/>
                    <a:pt x="2022" y="198"/>
                  </a:cubicBezTo>
                  <a:cubicBezTo>
                    <a:pt x="2021" y="197"/>
                    <a:pt x="2020" y="196"/>
                    <a:pt x="2019" y="195"/>
                  </a:cubicBezTo>
                  <a:cubicBezTo>
                    <a:pt x="2018" y="194"/>
                    <a:pt x="2016" y="194"/>
                    <a:pt x="2015" y="194"/>
                  </a:cubicBezTo>
                  <a:cubicBezTo>
                    <a:pt x="2014" y="194"/>
                    <a:pt x="2012" y="194"/>
                    <a:pt x="2011" y="195"/>
                  </a:cubicBezTo>
                  <a:cubicBezTo>
                    <a:pt x="2010" y="196"/>
                    <a:pt x="2009" y="197"/>
                    <a:pt x="2008" y="198"/>
                  </a:cubicBezTo>
                  <a:cubicBezTo>
                    <a:pt x="2007" y="199"/>
                    <a:pt x="2007" y="200"/>
                    <a:pt x="2007" y="201"/>
                  </a:cubicBezTo>
                  <a:cubicBezTo>
                    <a:pt x="2006" y="206"/>
                    <a:pt x="2006" y="211"/>
                    <a:pt x="2006" y="216"/>
                  </a:cubicBezTo>
                  <a:cubicBezTo>
                    <a:pt x="2006" y="225"/>
                    <a:pt x="2007" y="233"/>
                    <a:pt x="2009" y="240"/>
                  </a:cubicBezTo>
                  <a:cubicBezTo>
                    <a:pt x="2009" y="237"/>
                    <a:pt x="2006" y="235"/>
                    <a:pt x="2005" y="231"/>
                  </a:cubicBezTo>
                  <a:cubicBezTo>
                    <a:pt x="2003" y="220"/>
                    <a:pt x="2001" y="208"/>
                    <a:pt x="1999" y="197"/>
                  </a:cubicBezTo>
                  <a:cubicBezTo>
                    <a:pt x="1999" y="196"/>
                    <a:pt x="1999" y="195"/>
                    <a:pt x="1999" y="195"/>
                  </a:cubicBezTo>
                  <a:cubicBezTo>
                    <a:pt x="1998" y="194"/>
                    <a:pt x="1998" y="194"/>
                    <a:pt x="1997" y="193"/>
                  </a:cubicBezTo>
                  <a:cubicBezTo>
                    <a:pt x="1996" y="192"/>
                    <a:pt x="1996" y="193"/>
                    <a:pt x="1995" y="193"/>
                  </a:cubicBezTo>
                  <a:cubicBezTo>
                    <a:pt x="1994" y="193"/>
                    <a:pt x="1993" y="193"/>
                    <a:pt x="1993" y="193"/>
                  </a:cubicBezTo>
                  <a:cubicBezTo>
                    <a:pt x="1992" y="194"/>
                    <a:pt x="1992" y="194"/>
                    <a:pt x="1991" y="195"/>
                  </a:cubicBezTo>
                  <a:cubicBezTo>
                    <a:pt x="1991" y="195"/>
                    <a:pt x="1991" y="196"/>
                    <a:pt x="1991" y="197"/>
                  </a:cubicBezTo>
                  <a:cubicBezTo>
                    <a:pt x="1988" y="208"/>
                    <a:pt x="1986" y="219"/>
                    <a:pt x="1984" y="230"/>
                  </a:cubicBezTo>
                  <a:cubicBezTo>
                    <a:pt x="1984" y="230"/>
                    <a:pt x="1985" y="230"/>
                    <a:pt x="1984" y="229"/>
                  </a:cubicBezTo>
                  <a:cubicBezTo>
                    <a:pt x="1983" y="228"/>
                    <a:pt x="1983" y="228"/>
                    <a:pt x="1983" y="227"/>
                  </a:cubicBezTo>
                  <a:cubicBezTo>
                    <a:pt x="1980" y="221"/>
                    <a:pt x="1979" y="214"/>
                    <a:pt x="1978" y="207"/>
                  </a:cubicBezTo>
                  <a:cubicBezTo>
                    <a:pt x="1976" y="196"/>
                    <a:pt x="1976" y="184"/>
                    <a:pt x="1975" y="172"/>
                  </a:cubicBezTo>
                  <a:cubicBezTo>
                    <a:pt x="1975" y="167"/>
                    <a:pt x="1968" y="167"/>
                    <a:pt x="1968" y="172"/>
                  </a:cubicBezTo>
                  <a:cubicBezTo>
                    <a:pt x="1965" y="189"/>
                    <a:pt x="1964" y="206"/>
                    <a:pt x="1964" y="223"/>
                  </a:cubicBezTo>
                  <a:cubicBezTo>
                    <a:pt x="1964" y="224"/>
                    <a:pt x="1964" y="225"/>
                    <a:pt x="1964" y="225"/>
                  </a:cubicBezTo>
                  <a:cubicBezTo>
                    <a:pt x="1964" y="231"/>
                    <a:pt x="1966" y="236"/>
                    <a:pt x="1969" y="241"/>
                  </a:cubicBezTo>
                  <a:lnTo>
                    <a:pt x="1962" y="241"/>
                  </a:lnTo>
                  <a:cubicBezTo>
                    <a:pt x="1961" y="240"/>
                    <a:pt x="1961" y="239"/>
                    <a:pt x="1960" y="238"/>
                  </a:cubicBezTo>
                  <a:cubicBezTo>
                    <a:pt x="1959" y="237"/>
                    <a:pt x="1959" y="235"/>
                    <a:pt x="1957" y="235"/>
                  </a:cubicBezTo>
                  <a:cubicBezTo>
                    <a:pt x="1956" y="233"/>
                    <a:pt x="1955" y="232"/>
                    <a:pt x="1954" y="230"/>
                  </a:cubicBezTo>
                  <a:cubicBezTo>
                    <a:pt x="1953" y="228"/>
                    <a:pt x="1952" y="227"/>
                    <a:pt x="1952" y="225"/>
                  </a:cubicBezTo>
                  <a:cubicBezTo>
                    <a:pt x="1950" y="222"/>
                    <a:pt x="1950" y="218"/>
                    <a:pt x="1949" y="214"/>
                  </a:cubicBezTo>
                  <a:cubicBezTo>
                    <a:pt x="1947" y="211"/>
                    <a:pt x="1946" y="208"/>
                    <a:pt x="1945" y="204"/>
                  </a:cubicBezTo>
                  <a:cubicBezTo>
                    <a:pt x="1945" y="200"/>
                    <a:pt x="1937" y="198"/>
                    <a:pt x="1937" y="204"/>
                  </a:cubicBezTo>
                  <a:cubicBezTo>
                    <a:pt x="1936" y="210"/>
                    <a:pt x="1937" y="211"/>
                    <a:pt x="1937" y="214"/>
                  </a:cubicBezTo>
                  <a:cubicBezTo>
                    <a:pt x="1937" y="216"/>
                    <a:pt x="1934" y="224"/>
                    <a:pt x="1934" y="229"/>
                  </a:cubicBezTo>
                  <a:cubicBezTo>
                    <a:pt x="1934" y="233"/>
                    <a:pt x="1935" y="237"/>
                    <a:pt x="1937" y="240"/>
                  </a:cubicBezTo>
                  <a:lnTo>
                    <a:pt x="1923" y="238"/>
                  </a:lnTo>
                  <a:cubicBezTo>
                    <a:pt x="1920" y="227"/>
                    <a:pt x="1918" y="214"/>
                    <a:pt x="1918" y="202"/>
                  </a:cubicBezTo>
                  <a:cubicBezTo>
                    <a:pt x="1918" y="199"/>
                    <a:pt x="1918" y="196"/>
                    <a:pt x="1918" y="193"/>
                  </a:cubicBezTo>
                  <a:cubicBezTo>
                    <a:pt x="1918" y="189"/>
                    <a:pt x="1913" y="187"/>
                    <a:pt x="1911" y="191"/>
                  </a:cubicBezTo>
                  <a:cubicBezTo>
                    <a:pt x="1907" y="205"/>
                    <a:pt x="1905" y="220"/>
                    <a:pt x="1904" y="235"/>
                  </a:cubicBezTo>
                  <a:cubicBezTo>
                    <a:pt x="1900" y="233"/>
                    <a:pt x="1898" y="217"/>
                    <a:pt x="1897" y="212"/>
                  </a:cubicBezTo>
                  <a:cubicBezTo>
                    <a:pt x="1896" y="202"/>
                    <a:pt x="1894" y="194"/>
                    <a:pt x="1892" y="184"/>
                  </a:cubicBezTo>
                  <a:cubicBezTo>
                    <a:pt x="1892" y="184"/>
                    <a:pt x="1892" y="183"/>
                    <a:pt x="1891" y="183"/>
                  </a:cubicBezTo>
                  <a:lnTo>
                    <a:pt x="1890" y="183"/>
                  </a:lnTo>
                  <a:lnTo>
                    <a:pt x="1889" y="183"/>
                  </a:lnTo>
                  <a:lnTo>
                    <a:pt x="1888" y="184"/>
                  </a:lnTo>
                  <a:cubicBezTo>
                    <a:pt x="1886" y="194"/>
                    <a:pt x="1880" y="211"/>
                    <a:pt x="1879" y="226"/>
                  </a:cubicBezTo>
                  <a:cubicBezTo>
                    <a:pt x="1870" y="224"/>
                    <a:pt x="1867" y="185"/>
                    <a:pt x="1867" y="178"/>
                  </a:cubicBezTo>
                  <a:cubicBezTo>
                    <a:pt x="1867" y="176"/>
                    <a:pt x="1867" y="175"/>
                    <a:pt x="1867" y="173"/>
                  </a:cubicBezTo>
                  <a:cubicBezTo>
                    <a:pt x="1867" y="159"/>
                    <a:pt x="1866" y="146"/>
                    <a:pt x="1864" y="133"/>
                  </a:cubicBezTo>
                  <a:cubicBezTo>
                    <a:pt x="1864" y="132"/>
                    <a:pt x="1864" y="132"/>
                    <a:pt x="1864" y="132"/>
                  </a:cubicBezTo>
                  <a:cubicBezTo>
                    <a:pt x="1863" y="131"/>
                    <a:pt x="1863" y="131"/>
                    <a:pt x="1863" y="131"/>
                  </a:cubicBezTo>
                  <a:cubicBezTo>
                    <a:pt x="1862" y="130"/>
                    <a:pt x="1862" y="130"/>
                    <a:pt x="1862" y="130"/>
                  </a:cubicBezTo>
                  <a:cubicBezTo>
                    <a:pt x="1861" y="130"/>
                    <a:pt x="1861" y="130"/>
                    <a:pt x="1860" y="131"/>
                  </a:cubicBezTo>
                  <a:cubicBezTo>
                    <a:pt x="1860" y="131"/>
                    <a:pt x="1861" y="131"/>
                    <a:pt x="1860" y="132"/>
                  </a:cubicBezTo>
                  <a:cubicBezTo>
                    <a:pt x="1859" y="133"/>
                    <a:pt x="1859" y="132"/>
                    <a:pt x="1859" y="133"/>
                  </a:cubicBezTo>
                  <a:cubicBezTo>
                    <a:pt x="1858" y="141"/>
                    <a:pt x="1853" y="148"/>
                    <a:pt x="1853" y="156"/>
                  </a:cubicBezTo>
                  <a:cubicBezTo>
                    <a:pt x="1852" y="165"/>
                    <a:pt x="1852" y="175"/>
                    <a:pt x="1852" y="184"/>
                  </a:cubicBezTo>
                  <a:cubicBezTo>
                    <a:pt x="1852" y="193"/>
                    <a:pt x="1852" y="203"/>
                    <a:pt x="1853" y="212"/>
                  </a:cubicBezTo>
                  <a:cubicBezTo>
                    <a:pt x="1853" y="218"/>
                    <a:pt x="1854" y="224"/>
                    <a:pt x="1856" y="230"/>
                  </a:cubicBezTo>
                  <a:lnTo>
                    <a:pt x="1838" y="230"/>
                  </a:lnTo>
                  <a:cubicBezTo>
                    <a:pt x="1838" y="229"/>
                    <a:pt x="1838" y="229"/>
                    <a:pt x="1838" y="229"/>
                  </a:cubicBezTo>
                  <a:cubicBezTo>
                    <a:pt x="1837" y="227"/>
                    <a:pt x="1835" y="226"/>
                    <a:pt x="1834" y="225"/>
                  </a:cubicBezTo>
                  <a:cubicBezTo>
                    <a:pt x="1833" y="224"/>
                    <a:pt x="1832" y="224"/>
                    <a:pt x="1831" y="223"/>
                  </a:cubicBezTo>
                  <a:cubicBezTo>
                    <a:pt x="1833" y="223"/>
                    <a:pt x="1832" y="223"/>
                    <a:pt x="1831" y="219"/>
                  </a:cubicBezTo>
                  <a:lnTo>
                    <a:pt x="1826" y="204"/>
                  </a:lnTo>
                  <a:cubicBezTo>
                    <a:pt x="1825" y="201"/>
                    <a:pt x="1822" y="198"/>
                    <a:pt x="1821" y="194"/>
                  </a:cubicBezTo>
                  <a:cubicBezTo>
                    <a:pt x="1821" y="193"/>
                    <a:pt x="1821" y="193"/>
                    <a:pt x="1820" y="192"/>
                  </a:cubicBezTo>
                  <a:cubicBezTo>
                    <a:pt x="1819" y="191"/>
                    <a:pt x="1818" y="192"/>
                    <a:pt x="1818" y="192"/>
                  </a:cubicBezTo>
                  <a:cubicBezTo>
                    <a:pt x="1817" y="192"/>
                    <a:pt x="1816" y="192"/>
                    <a:pt x="1816" y="192"/>
                  </a:cubicBezTo>
                  <a:cubicBezTo>
                    <a:pt x="1815" y="193"/>
                    <a:pt x="1816" y="193"/>
                    <a:pt x="1815" y="194"/>
                  </a:cubicBezTo>
                  <a:cubicBezTo>
                    <a:pt x="1814" y="195"/>
                    <a:pt x="1814" y="194"/>
                    <a:pt x="1814" y="194"/>
                  </a:cubicBezTo>
                  <a:cubicBezTo>
                    <a:pt x="1814" y="195"/>
                    <a:pt x="1814" y="196"/>
                    <a:pt x="1813" y="197"/>
                  </a:cubicBezTo>
                  <a:cubicBezTo>
                    <a:pt x="1813" y="197"/>
                    <a:pt x="1812" y="198"/>
                    <a:pt x="1812" y="199"/>
                  </a:cubicBezTo>
                  <a:cubicBezTo>
                    <a:pt x="1811" y="199"/>
                    <a:pt x="1811" y="200"/>
                    <a:pt x="1810" y="201"/>
                  </a:cubicBezTo>
                  <a:cubicBezTo>
                    <a:pt x="1809" y="203"/>
                    <a:pt x="1808" y="205"/>
                    <a:pt x="1808" y="208"/>
                  </a:cubicBezTo>
                  <a:cubicBezTo>
                    <a:pt x="1806" y="213"/>
                    <a:pt x="1805" y="218"/>
                    <a:pt x="1805" y="223"/>
                  </a:cubicBezTo>
                  <a:cubicBezTo>
                    <a:pt x="1805" y="225"/>
                    <a:pt x="1805" y="227"/>
                    <a:pt x="1805" y="229"/>
                  </a:cubicBezTo>
                  <a:lnTo>
                    <a:pt x="1799" y="229"/>
                  </a:lnTo>
                  <a:cubicBezTo>
                    <a:pt x="1799" y="227"/>
                    <a:pt x="1799" y="226"/>
                    <a:pt x="1799" y="225"/>
                  </a:cubicBezTo>
                  <a:cubicBezTo>
                    <a:pt x="1798" y="210"/>
                    <a:pt x="1797" y="195"/>
                    <a:pt x="1795" y="180"/>
                  </a:cubicBezTo>
                  <a:cubicBezTo>
                    <a:pt x="1795" y="177"/>
                    <a:pt x="1790" y="177"/>
                    <a:pt x="1790" y="180"/>
                  </a:cubicBezTo>
                  <a:cubicBezTo>
                    <a:pt x="1789" y="195"/>
                    <a:pt x="1788" y="210"/>
                    <a:pt x="1786" y="225"/>
                  </a:cubicBezTo>
                  <a:cubicBezTo>
                    <a:pt x="1786" y="226"/>
                    <a:pt x="1786" y="228"/>
                    <a:pt x="1786" y="229"/>
                  </a:cubicBezTo>
                  <a:lnTo>
                    <a:pt x="1780" y="229"/>
                  </a:lnTo>
                  <a:cubicBezTo>
                    <a:pt x="1780" y="226"/>
                    <a:pt x="1780" y="223"/>
                    <a:pt x="1779" y="220"/>
                  </a:cubicBezTo>
                  <a:cubicBezTo>
                    <a:pt x="1779" y="216"/>
                    <a:pt x="1776" y="213"/>
                    <a:pt x="1775" y="209"/>
                  </a:cubicBezTo>
                  <a:cubicBezTo>
                    <a:pt x="1774" y="204"/>
                    <a:pt x="1773" y="198"/>
                    <a:pt x="1773" y="192"/>
                  </a:cubicBezTo>
                  <a:lnTo>
                    <a:pt x="1773" y="191"/>
                  </a:lnTo>
                  <a:cubicBezTo>
                    <a:pt x="1773" y="186"/>
                    <a:pt x="1767" y="185"/>
                    <a:pt x="1766" y="191"/>
                  </a:cubicBezTo>
                  <a:cubicBezTo>
                    <a:pt x="1764" y="200"/>
                    <a:pt x="1763" y="209"/>
                    <a:pt x="1763" y="219"/>
                  </a:cubicBezTo>
                  <a:cubicBezTo>
                    <a:pt x="1763" y="222"/>
                    <a:pt x="1765" y="226"/>
                    <a:pt x="1765" y="230"/>
                  </a:cubicBezTo>
                  <a:lnTo>
                    <a:pt x="1755" y="230"/>
                  </a:lnTo>
                  <a:cubicBezTo>
                    <a:pt x="1755" y="223"/>
                    <a:pt x="1754" y="215"/>
                    <a:pt x="1753" y="208"/>
                  </a:cubicBezTo>
                  <a:cubicBezTo>
                    <a:pt x="1753" y="197"/>
                    <a:pt x="1751" y="186"/>
                    <a:pt x="1750" y="175"/>
                  </a:cubicBezTo>
                  <a:cubicBezTo>
                    <a:pt x="1749" y="175"/>
                    <a:pt x="1749" y="174"/>
                    <a:pt x="1749" y="174"/>
                  </a:cubicBezTo>
                  <a:cubicBezTo>
                    <a:pt x="1749" y="174"/>
                    <a:pt x="1749" y="173"/>
                    <a:pt x="1748" y="173"/>
                  </a:cubicBezTo>
                  <a:lnTo>
                    <a:pt x="1747" y="173"/>
                  </a:lnTo>
                  <a:cubicBezTo>
                    <a:pt x="1746" y="173"/>
                    <a:pt x="1746" y="173"/>
                    <a:pt x="1745" y="173"/>
                  </a:cubicBezTo>
                  <a:lnTo>
                    <a:pt x="1744" y="174"/>
                  </a:lnTo>
                  <a:lnTo>
                    <a:pt x="1744" y="175"/>
                  </a:lnTo>
                  <a:cubicBezTo>
                    <a:pt x="1744" y="186"/>
                    <a:pt x="1746" y="196"/>
                    <a:pt x="1745" y="208"/>
                  </a:cubicBezTo>
                  <a:cubicBezTo>
                    <a:pt x="1745" y="215"/>
                    <a:pt x="1744" y="222"/>
                    <a:pt x="1744" y="229"/>
                  </a:cubicBezTo>
                  <a:lnTo>
                    <a:pt x="1726" y="229"/>
                  </a:lnTo>
                  <a:cubicBezTo>
                    <a:pt x="1726" y="219"/>
                    <a:pt x="1725" y="208"/>
                    <a:pt x="1725" y="197"/>
                  </a:cubicBezTo>
                  <a:cubicBezTo>
                    <a:pt x="1725" y="191"/>
                    <a:pt x="1717" y="192"/>
                    <a:pt x="1717" y="197"/>
                  </a:cubicBezTo>
                  <a:cubicBezTo>
                    <a:pt x="1717" y="206"/>
                    <a:pt x="1717" y="216"/>
                    <a:pt x="1715" y="226"/>
                  </a:cubicBezTo>
                  <a:lnTo>
                    <a:pt x="1715" y="229"/>
                  </a:lnTo>
                  <a:lnTo>
                    <a:pt x="1700" y="231"/>
                  </a:lnTo>
                  <a:cubicBezTo>
                    <a:pt x="1700" y="224"/>
                    <a:pt x="1700" y="216"/>
                    <a:pt x="1700" y="209"/>
                  </a:cubicBezTo>
                  <a:cubicBezTo>
                    <a:pt x="1700" y="197"/>
                    <a:pt x="1696" y="185"/>
                    <a:pt x="1696" y="173"/>
                  </a:cubicBezTo>
                  <a:cubicBezTo>
                    <a:pt x="1696" y="169"/>
                    <a:pt x="1690" y="169"/>
                    <a:pt x="1690" y="173"/>
                  </a:cubicBezTo>
                  <a:cubicBezTo>
                    <a:pt x="1690" y="185"/>
                    <a:pt x="1692" y="197"/>
                    <a:pt x="1692" y="209"/>
                  </a:cubicBezTo>
                  <a:cubicBezTo>
                    <a:pt x="1692" y="217"/>
                    <a:pt x="1692" y="225"/>
                    <a:pt x="1692" y="232"/>
                  </a:cubicBezTo>
                  <a:lnTo>
                    <a:pt x="1675" y="234"/>
                  </a:lnTo>
                  <a:cubicBezTo>
                    <a:pt x="1675" y="229"/>
                    <a:pt x="1674" y="223"/>
                    <a:pt x="1673" y="218"/>
                  </a:cubicBezTo>
                  <a:cubicBezTo>
                    <a:pt x="1673" y="214"/>
                    <a:pt x="1672" y="211"/>
                    <a:pt x="1671" y="208"/>
                  </a:cubicBezTo>
                  <a:cubicBezTo>
                    <a:pt x="1670" y="207"/>
                    <a:pt x="1669" y="206"/>
                    <a:pt x="1668" y="204"/>
                  </a:cubicBezTo>
                  <a:cubicBezTo>
                    <a:pt x="1665" y="202"/>
                    <a:pt x="1659" y="205"/>
                    <a:pt x="1662" y="209"/>
                  </a:cubicBezTo>
                  <a:cubicBezTo>
                    <a:pt x="1665" y="212"/>
                    <a:pt x="1662" y="224"/>
                    <a:pt x="1662" y="230"/>
                  </a:cubicBezTo>
                  <a:cubicBezTo>
                    <a:pt x="1662" y="232"/>
                    <a:pt x="1662" y="234"/>
                    <a:pt x="1662" y="236"/>
                  </a:cubicBezTo>
                  <a:lnTo>
                    <a:pt x="1646" y="238"/>
                  </a:lnTo>
                  <a:cubicBezTo>
                    <a:pt x="1646" y="232"/>
                    <a:pt x="1646" y="226"/>
                    <a:pt x="1646" y="219"/>
                  </a:cubicBezTo>
                  <a:cubicBezTo>
                    <a:pt x="1646" y="207"/>
                    <a:pt x="1646" y="195"/>
                    <a:pt x="1645" y="183"/>
                  </a:cubicBezTo>
                  <a:cubicBezTo>
                    <a:pt x="1645" y="179"/>
                    <a:pt x="1639" y="179"/>
                    <a:pt x="1638" y="183"/>
                  </a:cubicBezTo>
                  <a:cubicBezTo>
                    <a:pt x="1638" y="195"/>
                    <a:pt x="1638" y="207"/>
                    <a:pt x="1637" y="219"/>
                  </a:cubicBezTo>
                  <a:cubicBezTo>
                    <a:pt x="1637" y="226"/>
                    <a:pt x="1637" y="233"/>
                    <a:pt x="1637" y="240"/>
                  </a:cubicBezTo>
                  <a:lnTo>
                    <a:pt x="1629" y="242"/>
                  </a:lnTo>
                  <a:lnTo>
                    <a:pt x="1614" y="244"/>
                  </a:lnTo>
                  <a:cubicBezTo>
                    <a:pt x="1614" y="232"/>
                    <a:pt x="1612" y="219"/>
                    <a:pt x="1611" y="207"/>
                  </a:cubicBezTo>
                  <a:cubicBezTo>
                    <a:pt x="1611" y="206"/>
                    <a:pt x="1611" y="206"/>
                    <a:pt x="1611" y="206"/>
                  </a:cubicBezTo>
                  <a:cubicBezTo>
                    <a:pt x="1611" y="205"/>
                    <a:pt x="1610" y="205"/>
                    <a:pt x="1610" y="205"/>
                  </a:cubicBezTo>
                  <a:cubicBezTo>
                    <a:pt x="1609" y="204"/>
                    <a:pt x="1609" y="204"/>
                    <a:pt x="1609" y="204"/>
                  </a:cubicBezTo>
                  <a:cubicBezTo>
                    <a:pt x="1608" y="204"/>
                    <a:pt x="1608" y="204"/>
                    <a:pt x="1607" y="205"/>
                  </a:cubicBezTo>
                  <a:cubicBezTo>
                    <a:pt x="1607" y="205"/>
                    <a:pt x="1608" y="205"/>
                    <a:pt x="1607" y="206"/>
                  </a:cubicBezTo>
                  <a:cubicBezTo>
                    <a:pt x="1606" y="207"/>
                    <a:pt x="1606" y="206"/>
                    <a:pt x="1606" y="207"/>
                  </a:cubicBezTo>
                  <a:cubicBezTo>
                    <a:pt x="1606" y="219"/>
                    <a:pt x="1603" y="233"/>
                    <a:pt x="1603" y="246"/>
                  </a:cubicBezTo>
                  <a:lnTo>
                    <a:pt x="1586" y="248"/>
                  </a:lnTo>
                  <a:cubicBezTo>
                    <a:pt x="1586" y="235"/>
                    <a:pt x="1582" y="221"/>
                    <a:pt x="1580" y="208"/>
                  </a:cubicBezTo>
                  <a:cubicBezTo>
                    <a:pt x="1580" y="207"/>
                    <a:pt x="1581" y="207"/>
                    <a:pt x="1580" y="206"/>
                  </a:cubicBezTo>
                  <a:cubicBezTo>
                    <a:pt x="1579" y="205"/>
                    <a:pt x="1580" y="206"/>
                    <a:pt x="1579" y="205"/>
                  </a:cubicBezTo>
                  <a:cubicBezTo>
                    <a:pt x="1578" y="204"/>
                    <a:pt x="1578" y="205"/>
                    <a:pt x="1578" y="205"/>
                  </a:cubicBezTo>
                  <a:cubicBezTo>
                    <a:pt x="1577" y="205"/>
                    <a:pt x="1577" y="204"/>
                    <a:pt x="1576" y="205"/>
                  </a:cubicBezTo>
                  <a:cubicBezTo>
                    <a:pt x="1575" y="206"/>
                    <a:pt x="1576" y="205"/>
                    <a:pt x="1575" y="206"/>
                  </a:cubicBezTo>
                  <a:cubicBezTo>
                    <a:pt x="1574" y="207"/>
                    <a:pt x="1575" y="207"/>
                    <a:pt x="1575" y="208"/>
                  </a:cubicBezTo>
                  <a:cubicBezTo>
                    <a:pt x="1575" y="216"/>
                    <a:pt x="1575" y="224"/>
                    <a:pt x="1575" y="232"/>
                  </a:cubicBezTo>
                  <a:cubicBezTo>
                    <a:pt x="1575" y="235"/>
                    <a:pt x="1575" y="237"/>
                    <a:pt x="1575" y="240"/>
                  </a:cubicBezTo>
                  <a:cubicBezTo>
                    <a:pt x="1575" y="242"/>
                    <a:pt x="1575" y="246"/>
                    <a:pt x="1575" y="249"/>
                  </a:cubicBezTo>
                  <a:lnTo>
                    <a:pt x="1559" y="249"/>
                  </a:lnTo>
                  <a:cubicBezTo>
                    <a:pt x="1559" y="238"/>
                    <a:pt x="1556" y="227"/>
                    <a:pt x="1556" y="216"/>
                  </a:cubicBezTo>
                  <a:cubicBezTo>
                    <a:pt x="1555" y="205"/>
                    <a:pt x="1553" y="191"/>
                    <a:pt x="1552" y="177"/>
                  </a:cubicBezTo>
                  <a:cubicBezTo>
                    <a:pt x="1552" y="173"/>
                    <a:pt x="1546" y="174"/>
                    <a:pt x="1546" y="177"/>
                  </a:cubicBezTo>
                  <a:cubicBezTo>
                    <a:pt x="1546" y="190"/>
                    <a:pt x="1548" y="202"/>
                    <a:pt x="1548" y="216"/>
                  </a:cubicBezTo>
                  <a:cubicBezTo>
                    <a:pt x="1547" y="230"/>
                    <a:pt x="1548" y="238"/>
                    <a:pt x="1549" y="248"/>
                  </a:cubicBezTo>
                  <a:lnTo>
                    <a:pt x="1535" y="248"/>
                  </a:lnTo>
                  <a:cubicBezTo>
                    <a:pt x="1534" y="244"/>
                    <a:pt x="1533" y="240"/>
                    <a:pt x="1533" y="236"/>
                  </a:cubicBezTo>
                  <a:cubicBezTo>
                    <a:pt x="1533" y="235"/>
                    <a:pt x="1533" y="234"/>
                    <a:pt x="1533" y="233"/>
                  </a:cubicBezTo>
                  <a:cubicBezTo>
                    <a:pt x="1533" y="222"/>
                    <a:pt x="1532" y="211"/>
                    <a:pt x="1529" y="199"/>
                  </a:cubicBezTo>
                  <a:cubicBezTo>
                    <a:pt x="1529" y="199"/>
                    <a:pt x="1530" y="199"/>
                    <a:pt x="1529" y="198"/>
                  </a:cubicBezTo>
                  <a:cubicBezTo>
                    <a:pt x="1528" y="197"/>
                    <a:pt x="1529" y="198"/>
                    <a:pt x="1528" y="197"/>
                  </a:cubicBezTo>
                  <a:cubicBezTo>
                    <a:pt x="1527" y="196"/>
                    <a:pt x="1526" y="197"/>
                    <a:pt x="1526" y="197"/>
                  </a:cubicBezTo>
                  <a:cubicBezTo>
                    <a:pt x="1525" y="197"/>
                    <a:pt x="1525" y="196"/>
                    <a:pt x="1524" y="197"/>
                  </a:cubicBezTo>
                  <a:cubicBezTo>
                    <a:pt x="1523" y="198"/>
                    <a:pt x="1523" y="198"/>
                    <a:pt x="1523" y="198"/>
                  </a:cubicBezTo>
                  <a:cubicBezTo>
                    <a:pt x="1523" y="199"/>
                    <a:pt x="1523" y="199"/>
                    <a:pt x="1523" y="199"/>
                  </a:cubicBezTo>
                  <a:cubicBezTo>
                    <a:pt x="1520" y="210"/>
                    <a:pt x="1518" y="221"/>
                    <a:pt x="1518" y="232"/>
                  </a:cubicBezTo>
                  <a:cubicBezTo>
                    <a:pt x="1518" y="237"/>
                    <a:pt x="1518" y="243"/>
                    <a:pt x="1519" y="249"/>
                  </a:cubicBezTo>
                  <a:lnTo>
                    <a:pt x="1508" y="249"/>
                  </a:lnTo>
                  <a:cubicBezTo>
                    <a:pt x="1508" y="246"/>
                    <a:pt x="1508" y="243"/>
                    <a:pt x="1508" y="241"/>
                  </a:cubicBezTo>
                  <a:cubicBezTo>
                    <a:pt x="1507" y="231"/>
                    <a:pt x="1506" y="221"/>
                    <a:pt x="1503" y="212"/>
                  </a:cubicBezTo>
                  <a:cubicBezTo>
                    <a:pt x="1502" y="199"/>
                    <a:pt x="1497" y="186"/>
                    <a:pt x="1491" y="174"/>
                  </a:cubicBezTo>
                  <a:cubicBezTo>
                    <a:pt x="1490" y="173"/>
                    <a:pt x="1489" y="171"/>
                    <a:pt x="1488" y="170"/>
                  </a:cubicBezTo>
                  <a:cubicBezTo>
                    <a:pt x="1486" y="168"/>
                    <a:pt x="1483" y="171"/>
                    <a:pt x="1484" y="174"/>
                  </a:cubicBezTo>
                  <a:cubicBezTo>
                    <a:pt x="1486" y="178"/>
                    <a:pt x="1488" y="183"/>
                    <a:pt x="1488" y="188"/>
                  </a:cubicBezTo>
                  <a:cubicBezTo>
                    <a:pt x="1488" y="190"/>
                    <a:pt x="1487" y="193"/>
                    <a:pt x="1487" y="195"/>
                  </a:cubicBezTo>
                  <a:cubicBezTo>
                    <a:pt x="1488" y="206"/>
                    <a:pt x="1490" y="217"/>
                    <a:pt x="1493" y="227"/>
                  </a:cubicBezTo>
                  <a:cubicBezTo>
                    <a:pt x="1493" y="232"/>
                    <a:pt x="1493" y="241"/>
                    <a:pt x="1494" y="249"/>
                  </a:cubicBezTo>
                  <a:lnTo>
                    <a:pt x="1469" y="249"/>
                  </a:lnTo>
                  <a:cubicBezTo>
                    <a:pt x="1467" y="232"/>
                    <a:pt x="1465" y="215"/>
                    <a:pt x="1461" y="198"/>
                  </a:cubicBezTo>
                  <a:cubicBezTo>
                    <a:pt x="1461" y="198"/>
                    <a:pt x="1461" y="197"/>
                    <a:pt x="1461" y="196"/>
                  </a:cubicBezTo>
                  <a:lnTo>
                    <a:pt x="1460" y="195"/>
                  </a:lnTo>
                  <a:cubicBezTo>
                    <a:pt x="1459" y="195"/>
                    <a:pt x="1459" y="195"/>
                    <a:pt x="1458" y="195"/>
                  </a:cubicBezTo>
                  <a:cubicBezTo>
                    <a:pt x="1457" y="195"/>
                    <a:pt x="1457" y="195"/>
                    <a:pt x="1456" y="195"/>
                  </a:cubicBezTo>
                  <a:lnTo>
                    <a:pt x="1455" y="196"/>
                  </a:lnTo>
                  <a:cubicBezTo>
                    <a:pt x="1455" y="197"/>
                    <a:pt x="1455" y="198"/>
                    <a:pt x="1455" y="198"/>
                  </a:cubicBezTo>
                  <a:cubicBezTo>
                    <a:pt x="1454" y="210"/>
                    <a:pt x="1453" y="223"/>
                    <a:pt x="1453" y="235"/>
                  </a:cubicBezTo>
                  <a:cubicBezTo>
                    <a:pt x="1453" y="239"/>
                    <a:pt x="1453" y="244"/>
                    <a:pt x="1453" y="248"/>
                  </a:cubicBezTo>
                  <a:lnTo>
                    <a:pt x="1445" y="248"/>
                  </a:lnTo>
                  <a:cubicBezTo>
                    <a:pt x="1445" y="236"/>
                    <a:pt x="1443" y="223"/>
                    <a:pt x="1439" y="212"/>
                  </a:cubicBezTo>
                  <a:cubicBezTo>
                    <a:pt x="1439" y="209"/>
                    <a:pt x="1439" y="206"/>
                    <a:pt x="1439" y="203"/>
                  </a:cubicBezTo>
                  <a:cubicBezTo>
                    <a:pt x="1439" y="200"/>
                    <a:pt x="1439" y="197"/>
                    <a:pt x="1439" y="194"/>
                  </a:cubicBezTo>
                  <a:cubicBezTo>
                    <a:pt x="1438" y="186"/>
                    <a:pt x="1437" y="179"/>
                    <a:pt x="1435" y="171"/>
                  </a:cubicBezTo>
                  <a:cubicBezTo>
                    <a:pt x="1435" y="170"/>
                    <a:pt x="1435" y="170"/>
                    <a:pt x="1435" y="170"/>
                  </a:cubicBezTo>
                  <a:cubicBezTo>
                    <a:pt x="1434" y="169"/>
                    <a:pt x="1434" y="169"/>
                    <a:pt x="1434" y="169"/>
                  </a:cubicBezTo>
                  <a:cubicBezTo>
                    <a:pt x="1433" y="168"/>
                    <a:pt x="1433" y="168"/>
                    <a:pt x="1432" y="168"/>
                  </a:cubicBezTo>
                  <a:lnTo>
                    <a:pt x="1431" y="169"/>
                  </a:lnTo>
                  <a:lnTo>
                    <a:pt x="1430" y="170"/>
                  </a:lnTo>
                  <a:lnTo>
                    <a:pt x="1430" y="171"/>
                  </a:lnTo>
                  <a:cubicBezTo>
                    <a:pt x="1430" y="177"/>
                    <a:pt x="1431" y="183"/>
                    <a:pt x="1431" y="189"/>
                  </a:cubicBezTo>
                  <a:cubicBezTo>
                    <a:pt x="1431" y="195"/>
                    <a:pt x="1430" y="201"/>
                    <a:pt x="1430" y="206"/>
                  </a:cubicBezTo>
                  <a:cubicBezTo>
                    <a:pt x="1430" y="220"/>
                    <a:pt x="1431" y="233"/>
                    <a:pt x="1434" y="246"/>
                  </a:cubicBezTo>
                  <a:lnTo>
                    <a:pt x="1408" y="241"/>
                  </a:lnTo>
                  <a:cubicBezTo>
                    <a:pt x="1409" y="240"/>
                    <a:pt x="1410" y="239"/>
                    <a:pt x="1410" y="239"/>
                  </a:cubicBezTo>
                  <a:cubicBezTo>
                    <a:pt x="1411" y="238"/>
                    <a:pt x="1411" y="236"/>
                    <a:pt x="1411" y="235"/>
                  </a:cubicBezTo>
                  <a:lnTo>
                    <a:pt x="1411" y="234"/>
                  </a:lnTo>
                  <a:cubicBezTo>
                    <a:pt x="1410" y="226"/>
                    <a:pt x="1407" y="219"/>
                    <a:pt x="1406" y="210"/>
                  </a:cubicBezTo>
                  <a:cubicBezTo>
                    <a:pt x="1406" y="210"/>
                    <a:pt x="1406" y="209"/>
                    <a:pt x="1406" y="208"/>
                  </a:cubicBezTo>
                  <a:cubicBezTo>
                    <a:pt x="1406" y="202"/>
                    <a:pt x="1405" y="197"/>
                    <a:pt x="1402" y="192"/>
                  </a:cubicBezTo>
                  <a:cubicBezTo>
                    <a:pt x="1402" y="191"/>
                    <a:pt x="1402" y="191"/>
                    <a:pt x="1401" y="191"/>
                  </a:cubicBezTo>
                  <a:cubicBezTo>
                    <a:pt x="1398" y="187"/>
                    <a:pt x="1392" y="191"/>
                    <a:pt x="1395" y="195"/>
                  </a:cubicBezTo>
                  <a:cubicBezTo>
                    <a:pt x="1398" y="199"/>
                    <a:pt x="1395" y="209"/>
                    <a:pt x="1395" y="216"/>
                  </a:cubicBezTo>
                  <a:cubicBezTo>
                    <a:pt x="1395" y="219"/>
                    <a:pt x="1394" y="222"/>
                    <a:pt x="1394" y="225"/>
                  </a:cubicBezTo>
                  <a:cubicBezTo>
                    <a:pt x="1394" y="228"/>
                    <a:pt x="1395" y="231"/>
                    <a:pt x="1395" y="234"/>
                  </a:cubicBezTo>
                  <a:cubicBezTo>
                    <a:pt x="1395" y="235"/>
                    <a:pt x="1395" y="235"/>
                    <a:pt x="1395" y="236"/>
                  </a:cubicBezTo>
                  <a:lnTo>
                    <a:pt x="1395" y="237"/>
                  </a:lnTo>
                  <a:lnTo>
                    <a:pt x="1379" y="235"/>
                  </a:lnTo>
                  <a:lnTo>
                    <a:pt x="1379" y="234"/>
                  </a:lnTo>
                  <a:lnTo>
                    <a:pt x="1379" y="233"/>
                  </a:lnTo>
                  <a:cubicBezTo>
                    <a:pt x="1379" y="226"/>
                    <a:pt x="1375" y="220"/>
                    <a:pt x="1374" y="213"/>
                  </a:cubicBezTo>
                  <a:cubicBezTo>
                    <a:pt x="1372" y="204"/>
                    <a:pt x="1370" y="194"/>
                    <a:pt x="1369" y="185"/>
                  </a:cubicBezTo>
                  <a:cubicBezTo>
                    <a:pt x="1369" y="184"/>
                    <a:pt x="1369" y="183"/>
                    <a:pt x="1369" y="183"/>
                  </a:cubicBezTo>
                  <a:cubicBezTo>
                    <a:pt x="1368" y="182"/>
                    <a:pt x="1368" y="183"/>
                    <a:pt x="1367" y="182"/>
                  </a:cubicBezTo>
                  <a:cubicBezTo>
                    <a:pt x="1366" y="181"/>
                    <a:pt x="1366" y="181"/>
                    <a:pt x="1366" y="181"/>
                  </a:cubicBezTo>
                  <a:cubicBezTo>
                    <a:pt x="1365" y="181"/>
                    <a:pt x="1365" y="181"/>
                    <a:pt x="1364" y="182"/>
                  </a:cubicBezTo>
                  <a:cubicBezTo>
                    <a:pt x="1363" y="183"/>
                    <a:pt x="1363" y="182"/>
                    <a:pt x="1362" y="183"/>
                  </a:cubicBezTo>
                  <a:cubicBezTo>
                    <a:pt x="1362" y="183"/>
                    <a:pt x="1362" y="184"/>
                    <a:pt x="1362" y="185"/>
                  </a:cubicBezTo>
                  <a:cubicBezTo>
                    <a:pt x="1362" y="194"/>
                    <a:pt x="1358" y="204"/>
                    <a:pt x="1357" y="214"/>
                  </a:cubicBezTo>
                  <a:cubicBezTo>
                    <a:pt x="1358" y="220"/>
                    <a:pt x="1359" y="227"/>
                    <a:pt x="1362" y="233"/>
                  </a:cubicBezTo>
                  <a:lnTo>
                    <a:pt x="1355" y="233"/>
                  </a:lnTo>
                  <a:cubicBezTo>
                    <a:pt x="1343" y="208"/>
                    <a:pt x="1329" y="184"/>
                    <a:pt x="1336" y="155"/>
                  </a:cubicBezTo>
                  <a:cubicBezTo>
                    <a:pt x="1336" y="154"/>
                    <a:pt x="1337" y="154"/>
                    <a:pt x="1337" y="154"/>
                  </a:cubicBezTo>
                  <a:lnTo>
                    <a:pt x="1336" y="153"/>
                  </a:lnTo>
                  <a:cubicBezTo>
                    <a:pt x="1336" y="153"/>
                    <a:pt x="1336" y="152"/>
                    <a:pt x="1335" y="152"/>
                  </a:cubicBezTo>
                  <a:lnTo>
                    <a:pt x="1334" y="152"/>
                  </a:lnTo>
                  <a:lnTo>
                    <a:pt x="1333" y="152"/>
                  </a:lnTo>
                  <a:lnTo>
                    <a:pt x="1333" y="153"/>
                  </a:lnTo>
                  <a:lnTo>
                    <a:pt x="1332" y="153"/>
                  </a:lnTo>
                  <a:cubicBezTo>
                    <a:pt x="1328" y="165"/>
                    <a:pt x="1326" y="177"/>
                    <a:pt x="1326" y="190"/>
                  </a:cubicBezTo>
                  <a:cubicBezTo>
                    <a:pt x="1326" y="193"/>
                    <a:pt x="1326" y="197"/>
                    <a:pt x="1326" y="201"/>
                  </a:cubicBezTo>
                  <a:cubicBezTo>
                    <a:pt x="1328" y="211"/>
                    <a:pt x="1331" y="221"/>
                    <a:pt x="1336" y="230"/>
                  </a:cubicBezTo>
                  <a:cubicBezTo>
                    <a:pt x="1336" y="231"/>
                    <a:pt x="1337" y="231"/>
                    <a:pt x="1337" y="232"/>
                  </a:cubicBezTo>
                  <a:cubicBezTo>
                    <a:pt x="1330" y="231"/>
                    <a:pt x="1322" y="229"/>
                    <a:pt x="1315" y="227"/>
                  </a:cubicBezTo>
                  <a:cubicBezTo>
                    <a:pt x="1312" y="220"/>
                    <a:pt x="1309" y="212"/>
                    <a:pt x="1307" y="205"/>
                  </a:cubicBezTo>
                  <a:cubicBezTo>
                    <a:pt x="1304" y="196"/>
                    <a:pt x="1303" y="186"/>
                    <a:pt x="1302" y="177"/>
                  </a:cubicBezTo>
                  <a:lnTo>
                    <a:pt x="1302" y="176"/>
                  </a:lnTo>
                  <a:cubicBezTo>
                    <a:pt x="1301" y="175"/>
                    <a:pt x="1301" y="176"/>
                    <a:pt x="1300" y="175"/>
                  </a:cubicBezTo>
                  <a:cubicBezTo>
                    <a:pt x="1299" y="174"/>
                    <a:pt x="1299" y="174"/>
                    <a:pt x="1298" y="174"/>
                  </a:cubicBezTo>
                  <a:lnTo>
                    <a:pt x="1297" y="175"/>
                  </a:lnTo>
                  <a:cubicBezTo>
                    <a:pt x="1296" y="176"/>
                    <a:pt x="1295" y="175"/>
                    <a:pt x="1295" y="176"/>
                  </a:cubicBezTo>
                  <a:lnTo>
                    <a:pt x="1295" y="177"/>
                  </a:lnTo>
                  <a:cubicBezTo>
                    <a:pt x="1292" y="190"/>
                    <a:pt x="1290" y="203"/>
                    <a:pt x="1290" y="216"/>
                  </a:cubicBezTo>
                  <a:cubicBezTo>
                    <a:pt x="1290" y="218"/>
                    <a:pt x="1290" y="219"/>
                    <a:pt x="1290" y="221"/>
                  </a:cubicBezTo>
                  <a:lnTo>
                    <a:pt x="1289" y="221"/>
                  </a:lnTo>
                  <a:cubicBezTo>
                    <a:pt x="1289" y="220"/>
                    <a:pt x="1288" y="219"/>
                    <a:pt x="1287" y="218"/>
                  </a:cubicBezTo>
                  <a:lnTo>
                    <a:pt x="1286" y="218"/>
                  </a:lnTo>
                  <a:lnTo>
                    <a:pt x="1285" y="216"/>
                  </a:lnTo>
                  <a:lnTo>
                    <a:pt x="1279" y="206"/>
                  </a:lnTo>
                  <a:cubicBezTo>
                    <a:pt x="1277" y="204"/>
                    <a:pt x="1275" y="201"/>
                    <a:pt x="1274" y="198"/>
                  </a:cubicBezTo>
                  <a:cubicBezTo>
                    <a:pt x="1271" y="189"/>
                    <a:pt x="1270" y="181"/>
                    <a:pt x="1270" y="172"/>
                  </a:cubicBezTo>
                  <a:cubicBezTo>
                    <a:pt x="1270" y="168"/>
                    <a:pt x="1270" y="165"/>
                    <a:pt x="1271" y="162"/>
                  </a:cubicBezTo>
                  <a:cubicBezTo>
                    <a:pt x="1271" y="161"/>
                    <a:pt x="1270" y="160"/>
                    <a:pt x="1270" y="160"/>
                  </a:cubicBezTo>
                  <a:cubicBezTo>
                    <a:pt x="1270" y="159"/>
                    <a:pt x="1269" y="159"/>
                    <a:pt x="1269" y="159"/>
                  </a:cubicBezTo>
                  <a:cubicBezTo>
                    <a:pt x="1268" y="158"/>
                    <a:pt x="1268" y="158"/>
                    <a:pt x="1267" y="158"/>
                  </a:cubicBezTo>
                  <a:cubicBezTo>
                    <a:pt x="1267" y="158"/>
                    <a:pt x="1266" y="158"/>
                    <a:pt x="1265" y="159"/>
                  </a:cubicBezTo>
                  <a:cubicBezTo>
                    <a:pt x="1265" y="159"/>
                    <a:pt x="1264" y="159"/>
                    <a:pt x="1264" y="160"/>
                  </a:cubicBezTo>
                  <a:cubicBezTo>
                    <a:pt x="1264" y="160"/>
                    <a:pt x="1264" y="161"/>
                    <a:pt x="1264" y="162"/>
                  </a:cubicBezTo>
                  <a:cubicBezTo>
                    <a:pt x="1262" y="170"/>
                    <a:pt x="1262" y="178"/>
                    <a:pt x="1262" y="187"/>
                  </a:cubicBezTo>
                  <a:cubicBezTo>
                    <a:pt x="1262" y="195"/>
                    <a:pt x="1262" y="203"/>
                    <a:pt x="1264" y="212"/>
                  </a:cubicBezTo>
                  <a:cubicBezTo>
                    <a:pt x="1264" y="214"/>
                    <a:pt x="1265" y="216"/>
                    <a:pt x="1266" y="218"/>
                  </a:cubicBezTo>
                  <a:lnTo>
                    <a:pt x="1257" y="217"/>
                  </a:lnTo>
                  <a:cubicBezTo>
                    <a:pt x="1253" y="202"/>
                    <a:pt x="1247" y="188"/>
                    <a:pt x="1240" y="174"/>
                  </a:cubicBezTo>
                  <a:cubicBezTo>
                    <a:pt x="1235" y="158"/>
                    <a:pt x="1232" y="142"/>
                    <a:pt x="1230" y="125"/>
                  </a:cubicBezTo>
                  <a:cubicBezTo>
                    <a:pt x="1230" y="125"/>
                    <a:pt x="1230" y="124"/>
                    <a:pt x="1229" y="124"/>
                  </a:cubicBezTo>
                  <a:lnTo>
                    <a:pt x="1228" y="124"/>
                  </a:lnTo>
                  <a:lnTo>
                    <a:pt x="1227" y="124"/>
                  </a:lnTo>
                  <a:cubicBezTo>
                    <a:pt x="1227" y="124"/>
                    <a:pt x="1227" y="125"/>
                    <a:pt x="1226" y="125"/>
                  </a:cubicBezTo>
                  <a:cubicBezTo>
                    <a:pt x="1222" y="140"/>
                    <a:pt x="1221" y="155"/>
                    <a:pt x="1221" y="170"/>
                  </a:cubicBezTo>
                  <a:cubicBezTo>
                    <a:pt x="1221" y="185"/>
                    <a:pt x="1222" y="200"/>
                    <a:pt x="1226" y="214"/>
                  </a:cubicBezTo>
                  <a:lnTo>
                    <a:pt x="1217" y="214"/>
                  </a:lnTo>
                  <a:cubicBezTo>
                    <a:pt x="1213" y="209"/>
                    <a:pt x="1209" y="203"/>
                    <a:pt x="1206" y="196"/>
                  </a:cubicBezTo>
                  <a:cubicBezTo>
                    <a:pt x="1205" y="196"/>
                    <a:pt x="1205" y="195"/>
                    <a:pt x="1205" y="195"/>
                  </a:cubicBezTo>
                  <a:cubicBezTo>
                    <a:pt x="1201" y="188"/>
                    <a:pt x="1200" y="180"/>
                    <a:pt x="1200" y="172"/>
                  </a:cubicBezTo>
                  <a:cubicBezTo>
                    <a:pt x="1200" y="171"/>
                    <a:pt x="1200" y="170"/>
                    <a:pt x="1200" y="170"/>
                  </a:cubicBezTo>
                  <a:cubicBezTo>
                    <a:pt x="1200" y="169"/>
                    <a:pt x="1200" y="170"/>
                    <a:pt x="1199" y="169"/>
                  </a:cubicBezTo>
                  <a:cubicBezTo>
                    <a:pt x="1198" y="168"/>
                    <a:pt x="1199" y="168"/>
                    <a:pt x="1198" y="167"/>
                  </a:cubicBezTo>
                  <a:cubicBezTo>
                    <a:pt x="1197" y="166"/>
                    <a:pt x="1197" y="167"/>
                    <a:pt x="1196" y="167"/>
                  </a:cubicBezTo>
                  <a:cubicBezTo>
                    <a:pt x="1195" y="167"/>
                    <a:pt x="1195" y="166"/>
                    <a:pt x="1194" y="167"/>
                  </a:cubicBezTo>
                  <a:cubicBezTo>
                    <a:pt x="1193" y="168"/>
                    <a:pt x="1193" y="168"/>
                    <a:pt x="1193" y="169"/>
                  </a:cubicBezTo>
                  <a:lnTo>
                    <a:pt x="1192" y="170"/>
                  </a:lnTo>
                  <a:cubicBezTo>
                    <a:pt x="1192" y="174"/>
                    <a:pt x="1192" y="179"/>
                    <a:pt x="1192" y="184"/>
                  </a:cubicBezTo>
                  <a:cubicBezTo>
                    <a:pt x="1192" y="188"/>
                    <a:pt x="1192" y="193"/>
                    <a:pt x="1192" y="197"/>
                  </a:cubicBezTo>
                  <a:cubicBezTo>
                    <a:pt x="1193" y="204"/>
                    <a:pt x="1195" y="210"/>
                    <a:pt x="1198" y="215"/>
                  </a:cubicBezTo>
                  <a:lnTo>
                    <a:pt x="1190" y="215"/>
                  </a:lnTo>
                  <a:cubicBezTo>
                    <a:pt x="1187" y="211"/>
                    <a:pt x="1183" y="207"/>
                    <a:pt x="1181" y="203"/>
                  </a:cubicBezTo>
                  <a:cubicBezTo>
                    <a:pt x="1172" y="188"/>
                    <a:pt x="1167" y="171"/>
                    <a:pt x="1166" y="153"/>
                  </a:cubicBezTo>
                  <a:cubicBezTo>
                    <a:pt x="1166" y="150"/>
                    <a:pt x="1161" y="150"/>
                    <a:pt x="1160" y="153"/>
                  </a:cubicBezTo>
                  <a:cubicBezTo>
                    <a:pt x="1160" y="156"/>
                    <a:pt x="1160" y="159"/>
                    <a:pt x="1160" y="161"/>
                  </a:cubicBezTo>
                  <a:cubicBezTo>
                    <a:pt x="1160" y="173"/>
                    <a:pt x="1161" y="184"/>
                    <a:pt x="1163" y="195"/>
                  </a:cubicBezTo>
                  <a:cubicBezTo>
                    <a:pt x="1165" y="203"/>
                    <a:pt x="1167" y="210"/>
                    <a:pt x="1171" y="217"/>
                  </a:cubicBezTo>
                  <a:lnTo>
                    <a:pt x="1164" y="218"/>
                  </a:lnTo>
                  <a:cubicBezTo>
                    <a:pt x="1162" y="215"/>
                    <a:pt x="1160" y="211"/>
                    <a:pt x="1158" y="208"/>
                  </a:cubicBezTo>
                  <a:cubicBezTo>
                    <a:pt x="1156" y="205"/>
                    <a:pt x="1155" y="202"/>
                    <a:pt x="1153" y="199"/>
                  </a:cubicBezTo>
                  <a:cubicBezTo>
                    <a:pt x="1152" y="196"/>
                    <a:pt x="1149" y="193"/>
                    <a:pt x="1147" y="190"/>
                  </a:cubicBezTo>
                  <a:cubicBezTo>
                    <a:pt x="1145" y="185"/>
                    <a:pt x="1145" y="180"/>
                    <a:pt x="1145" y="174"/>
                  </a:cubicBezTo>
                  <a:cubicBezTo>
                    <a:pt x="1145" y="173"/>
                    <a:pt x="1145" y="172"/>
                    <a:pt x="1145" y="170"/>
                  </a:cubicBezTo>
                  <a:cubicBezTo>
                    <a:pt x="1145" y="168"/>
                    <a:pt x="1140" y="167"/>
                    <a:pt x="1140" y="170"/>
                  </a:cubicBezTo>
                  <a:cubicBezTo>
                    <a:pt x="1139" y="175"/>
                    <a:pt x="1139" y="179"/>
                    <a:pt x="1139" y="184"/>
                  </a:cubicBezTo>
                  <a:cubicBezTo>
                    <a:pt x="1139" y="190"/>
                    <a:pt x="1139" y="195"/>
                    <a:pt x="1141" y="201"/>
                  </a:cubicBezTo>
                  <a:cubicBezTo>
                    <a:pt x="1143" y="207"/>
                    <a:pt x="1145" y="214"/>
                    <a:pt x="1148" y="220"/>
                  </a:cubicBezTo>
                  <a:lnTo>
                    <a:pt x="1147" y="219"/>
                  </a:lnTo>
                  <a:cubicBezTo>
                    <a:pt x="1147" y="219"/>
                    <a:pt x="1147" y="220"/>
                    <a:pt x="1146" y="220"/>
                  </a:cubicBezTo>
                  <a:cubicBezTo>
                    <a:pt x="1142" y="214"/>
                    <a:pt x="1139" y="209"/>
                    <a:pt x="1135" y="203"/>
                  </a:cubicBezTo>
                  <a:cubicBezTo>
                    <a:pt x="1133" y="199"/>
                    <a:pt x="1130" y="194"/>
                    <a:pt x="1128" y="189"/>
                  </a:cubicBezTo>
                  <a:cubicBezTo>
                    <a:pt x="1120" y="173"/>
                    <a:pt x="1116" y="155"/>
                    <a:pt x="1116" y="138"/>
                  </a:cubicBezTo>
                  <a:lnTo>
                    <a:pt x="1116" y="137"/>
                  </a:lnTo>
                  <a:cubicBezTo>
                    <a:pt x="1115" y="137"/>
                    <a:pt x="1115" y="137"/>
                    <a:pt x="1115" y="136"/>
                  </a:cubicBezTo>
                  <a:lnTo>
                    <a:pt x="1114" y="136"/>
                  </a:lnTo>
                  <a:cubicBezTo>
                    <a:pt x="1114" y="136"/>
                    <a:pt x="1114" y="135"/>
                    <a:pt x="1113" y="136"/>
                  </a:cubicBezTo>
                  <a:cubicBezTo>
                    <a:pt x="1112" y="137"/>
                    <a:pt x="1113" y="137"/>
                    <a:pt x="1113" y="137"/>
                  </a:cubicBezTo>
                  <a:lnTo>
                    <a:pt x="1113" y="138"/>
                  </a:lnTo>
                  <a:cubicBezTo>
                    <a:pt x="1112" y="142"/>
                    <a:pt x="1112" y="147"/>
                    <a:pt x="1112" y="152"/>
                  </a:cubicBezTo>
                  <a:cubicBezTo>
                    <a:pt x="1112" y="164"/>
                    <a:pt x="1114" y="176"/>
                    <a:pt x="1117" y="187"/>
                  </a:cubicBezTo>
                  <a:cubicBezTo>
                    <a:pt x="1121" y="197"/>
                    <a:pt x="1125" y="206"/>
                    <a:pt x="1129" y="215"/>
                  </a:cubicBezTo>
                  <a:lnTo>
                    <a:pt x="1132" y="224"/>
                  </a:lnTo>
                  <a:lnTo>
                    <a:pt x="1120" y="226"/>
                  </a:lnTo>
                  <a:cubicBezTo>
                    <a:pt x="1120" y="225"/>
                    <a:pt x="1120" y="225"/>
                    <a:pt x="1120" y="225"/>
                  </a:cubicBezTo>
                  <a:cubicBezTo>
                    <a:pt x="1119" y="224"/>
                    <a:pt x="1119" y="223"/>
                    <a:pt x="1118" y="223"/>
                  </a:cubicBezTo>
                  <a:cubicBezTo>
                    <a:pt x="1114" y="219"/>
                    <a:pt x="1111" y="215"/>
                    <a:pt x="1108" y="210"/>
                  </a:cubicBezTo>
                  <a:cubicBezTo>
                    <a:pt x="1104" y="203"/>
                    <a:pt x="1101" y="195"/>
                    <a:pt x="1100" y="187"/>
                  </a:cubicBezTo>
                  <a:cubicBezTo>
                    <a:pt x="1100" y="186"/>
                    <a:pt x="1100" y="186"/>
                    <a:pt x="1100" y="186"/>
                  </a:cubicBezTo>
                  <a:cubicBezTo>
                    <a:pt x="1099" y="186"/>
                    <a:pt x="1099" y="186"/>
                    <a:pt x="1099" y="186"/>
                  </a:cubicBezTo>
                  <a:cubicBezTo>
                    <a:pt x="1098" y="186"/>
                    <a:pt x="1098" y="186"/>
                    <a:pt x="1098" y="186"/>
                  </a:cubicBezTo>
                  <a:cubicBezTo>
                    <a:pt x="1098" y="186"/>
                    <a:pt x="1097" y="186"/>
                    <a:pt x="1097" y="187"/>
                  </a:cubicBezTo>
                  <a:cubicBezTo>
                    <a:pt x="1096" y="191"/>
                    <a:pt x="1096" y="195"/>
                    <a:pt x="1096" y="199"/>
                  </a:cubicBezTo>
                  <a:cubicBezTo>
                    <a:pt x="1096" y="210"/>
                    <a:pt x="1099" y="220"/>
                    <a:pt x="1103" y="229"/>
                  </a:cubicBezTo>
                  <a:lnTo>
                    <a:pt x="1102" y="229"/>
                  </a:lnTo>
                  <a:cubicBezTo>
                    <a:pt x="1099" y="226"/>
                    <a:pt x="1096" y="223"/>
                    <a:pt x="1094" y="219"/>
                  </a:cubicBezTo>
                  <a:cubicBezTo>
                    <a:pt x="1094" y="219"/>
                    <a:pt x="1093" y="218"/>
                    <a:pt x="1093" y="217"/>
                  </a:cubicBezTo>
                  <a:cubicBezTo>
                    <a:pt x="1092" y="212"/>
                    <a:pt x="1092" y="207"/>
                    <a:pt x="1092" y="202"/>
                  </a:cubicBezTo>
                  <a:cubicBezTo>
                    <a:pt x="1092" y="196"/>
                    <a:pt x="1088" y="192"/>
                    <a:pt x="1088" y="187"/>
                  </a:cubicBezTo>
                  <a:cubicBezTo>
                    <a:pt x="1088" y="175"/>
                    <a:pt x="1085" y="165"/>
                    <a:pt x="1084" y="153"/>
                  </a:cubicBezTo>
                  <a:lnTo>
                    <a:pt x="1084" y="152"/>
                  </a:lnTo>
                  <a:cubicBezTo>
                    <a:pt x="1083" y="151"/>
                    <a:pt x="1083" y="151"/>
                    <a:pt x="1083" y="151"/>
                  </a:cubicBezTo>
                  <a:cubicBezTo>
                    <a:pt x="1082" y="151"/>
                    <a:pt x="1082" y="150"/>
                    <a:pt x="1081" y="150"/>
                  </a:cubicBezTo>
                  <a:lnTo>
                    <a:pt x="1080" y="151"/>
                  </a:lnTo>
                  <a:cubicBezTo>
                    <a:pt x="1079" y="151"/>
                    <a:pt x="1079" y="151"/>
                    <a:pt x="1079" y="152"/>
                  </a:cubicBezTo>
                  <a:lnTo>
                    <a:pt x="1078" y="153"/>
                  </a:lnTo>
                  <a:cubicBezTo>
                    <a:pt x="1076" y="172"/>
                    <a:pt x="1082" y="190"/>
                    <a:pt x="1080" y="208"/>
                  </a:cubicBezTo>
                  <a:cubicBezTo>
                    <a:pt x="1080" y="210"/>
                    <a:pt x="1080" y="212"/>
                    <a:pt x="1080" y="214"/>
                  </a:cubicBezTo>
                  <a:cubicBezTo>
                    <a:pt x="1079" y="212"/>
                    <a:pt x="1077" y="208"/>
                    <a:pt x="1074" y="203"/>
                  </a:cubicBezTo>
                  <a:cubicBezTo>
                    <a:pt x="1057" y="181"/>
                    <a:pt x="1063" y="148"/>
                    <a:pt x="1062" y="122"/>
                  </a:cubicBezTo>
                  <a:moveTo>
                    <a:pt x="176" y="1406"/>
                  </a:moveTo>
                  <a:cubicBezTo>
                    <a:pt x="185" y="1357"/>
                    <a:pt x="190" y="1308"/>
                    <a:pt x="199" y="1258"/>
                  </a:cubicBezTo>
                  <a:cubicBezTo>
                    <a:pt x="210" y="1202"/>
                    <a:pt x="228" y="1147"/>
                    <a:pt x="253" y="1095"/>
                  </a:cubicBezTo>
                  <a:cubicBezTo>
                    <a:pt x="261" y="1077"/>
                    <a:pt x="261" y="1056"/>
                    <a:pt x="269" y="1038"/>
                  </a:cubicBezTo>
                  <a:cubicBezTo>
                    <a:pt x="281" y="1011"/>
                    <a:pt x="289" y="983"/>
                    <a:pt x="302" y="956"/>
                  </a:cubicBezTo>
                  <a:cubicBezTo>
                    <a:pt x="309" y="941"/>
                    <a:pt x="317" y="927"/>
                    <a:pt x="325" y="913"/>
                  </a:cubicBezTo>
                  <a:cubicBezTo>
                    <a:pt x="333" y="899"/>
                    <a:pt x="342" y="885"/>
                    <a:pt x="351" y="871"/>
                  </a:cubicBezTo>
                  <a:cubicBezTo>
                    <a:pt x="365" y="852"/>
                    <a:pt x="369" y="829"/>
                    <a:pt x="388" y="815"/>
                  </a:cubicBezTo>
                  <a:cubicBezTo>
                    <a:pt x="435" y="779"/>
                    <a:pt x="466" y="722"/>
                    <a:pt x="516" y="690"/>
                  </a:cubicBezTo>
                  <a:cubicBezTo>
                    <a:pt x="565" y="657"/>
                    <a:pt x="597" y="601"/>
                    <a:pt x="640" y="562"/>
                  </a:cubicBezTo>
                  <a:cubicBezTo>
                    <a:pt x="653" y="551"/>
                    <a:pt x="660" y="534"/>
                    <a:pt x="675" y="526"/>
                  </a:cubicBezTo>
                  <a:cubicBezTo>
                    <a:pt x="681" y="523"/>
                    <a:pt x="687" y="520"/>
                    <a:pt x="693" y="516"/>
                  </a:cubicBezTo>
                  <a:cubicBezTo>
                    <a:pt x="709" y="507"/>
                    <a:pt x="723" y="498"/>
                    <a:pt x="737" y="487"/>
                  </a:cubicBezTo>
                  <a:cubicBezTo>
                    <a:pt x="756" y="472"/>
                    <a:pt x="774" y="456"/>
                    <a:pt x="794" y="442"/>
                  </a:cubicBezTo>
                  <a:cubicBezTo>
                    <a:pt x="817" y="424"/>
                    <a:pt x="859" y="401"/>
                    <a:pt x="875" y="376"/>
                  </a:cubicBezTo>
                  <a:cubicBezTo>
                    <a:pt x="890" y="350"/>
                    <a:pt x="923" y="338"/>
                    <a:pt x="943" y="315"/>
                  </a:cubicBezTo>
                  <a:cubicBezTo>
                    <a:pt x="962" y="292"/>
                    <a:pt x="977" y="265"/>
                    <a:pt x="995" y="241"/>
                  </a:cubicBezTo>
                  <a:cubicBezTo>
                    <a:pt x="1009" y="223"/>
                    <a:pt x="1030" y="205"/>
                    <a:pt x="1044" y="186"/>
                  </a:cubicBezTo>
                  <a:cubicBezTo>
                    <a:pt x="1045" y="199"/>
                    <a:pt x="1048" y="212"/>
                    <a:pt x="1055" y="224"/>
                  </a:cubicBezTo>
                  <a:cubicBezTo>
                    <a:pt x="1059" y="232"/>
                    <a:pt x="1066" y="239"/>
                    <a:pt x="1073" y="245"/>
                  </a:cubicBezTo>
                  <a:cubicBezTo>
                    <a:pt x="1074" y="245"/>
                    <a:pt x="1074" y="246"/>
                    <a:pt x="1075" y="246"/>
                  </a:cubicBezTo>
                  <a:cubicBezTo>
                    <a:pt x="1076" y="246"/>
                    <a:pt x="1076" y="245"/>
                    <a:pt x="1077" y="245"/>
                  </a:cubicBezTo>
                  <a:cubicBezTo>
                    <a:pt x="1078" y="245"/>
                    <a:pt x="1077" y="245"/>
                    <a:pt x="1079" y="245"/>
                  </a:cubicBezTo>
                  <a:lnTo>
                    <a:pt x="1088" y="245"/>
                  </a:lnTo>
                  <a:cubicBezTo>
                    <a:pt x="1089" y="246"/>
                    <a:pt x="1090" y="246"/>
                    <a:pt x="1092" y="246"/>
                  </a:cubicBezTo>
                  <a:cubicBezTo>
                    <a:pt x="1093" y="246"/>
                    <a:pt x="1094" y="246"/>
                    <a:pt x="1095" y="245"/>
                  </a:cubicBezTo>
                  <a:cubicBezTo>
                    <a:pt x="1136" y="243"/>
                    <a:pt x="1177" y="234"/>
                    <a:pt x="1218" y="233"/>
                  </a:cubicBezTo>
                  <a:cubicBezTo>
                    <a:pt x="1220" y="233"/>
                    <a:pt x="1222" y="233"/>
                    <a:pt x="1225" y="233"/>
                  </a:cubicBezTo>
                  <a:cubicBezTo>
                    <a:pt x="1227" y="233"/>
                    <a:pt x="1229" y="233"/>
                    <a:pt x="1232" y="233"/>
                  </a:cubicBezTo>
                  <a:lnTo>
                    <a:pt x="1232" y="234"/>
                  </a:lnTo>
                  <a:cubicBezTo>
                    <a:pt x="1233" y="235"/>
                    <a:pt x="1234" y="236"/>
                    <a:pt x="1236" y="237"/>
                  </a:cubicBezTo>
                  <a:cubicBezTo>
                    <a:pt x="1238" y="238"/>
                    <a:pt x="1239" y="239"/>
                    <a:pt x="1241" y="239"/>
                  </a:cubicBezTo>
                  <a:cubicBezTo>
                    <a:pt x="1243" y="239"/>
                    <a:pt x="1245" y="237"/>
                    <a:pt x="1246" y="237"/>
                  </a:cubicBezTo>
                  <a:cubicBezTo>
                    <a:pt x="1248" y="236"/>
                    <a:pt x="1249" y="236"/>
                    <a:pt x="1249" y="235"/>
                  </a:cubicBezTo>
                  <a:cubicBezTo>
                    <a:pt x="1280" y="242"/>
                    <a:pt x="1311" y="255"/>
                    <a:pt x="1341" y="255"/>
                  </a:cubicBezTo>
                  <a:cubicBezTo>
                    <a:pt x="1377" y="255"/>
                    <a:pt x="1411" y="271"/>
                    <a:pt x="1447" y="271"/>
                  </a:cubicBezTo>
                  <a:cubicBezTo>
                    <a:pt x="1495" y="271"/>
                    <a:pt x="1544" y="267"/>
                    <a:pt x="1592" y="266"/>
                  </a:cubicBezTo>
                  <a:cubicBezTo>
                    <a:pt x="1640" y="265"/>
                    <a:pt x="1688" y="250"/>
                    <a:pt x="1736" y="245"/>
                  </a:cubicBezTo>
                  <a:lnTo>
                    <a:pt x="1745" y="245"/>
                  </a:lnTo>
                  <a:lnTo>
                    <a:pt x="1747" y="245"/>
                  </a:lnTo>
                  <a:cubicBezTo>
                    <a:pt x="1749" y="245"/>
                    <a:pt x="1751" y="245"/>
                    <a:pt x="1754" y="245"/>
                  </a:cubicBezTo>
                  <a:cubicBezTo>
                    <a:pt x="1790" y="245"/>
                    <a:pt x="1825" y="248"/>
                    <a:pt x="1860" y="254"/>
                  </a:cubicBezTo>
                  <a:cubicBezTo>
                    <a:pt x="1932" y="263"/>
                    <a:pt x="2007" y="279"/>
                    <a:pt x="2077" y="254"/>
                  </a:cubicBezTo>
                  <a:lnTo>
                    <a:pt x="2078" y="254"/>
                  </a:lnTo>
                  <a:cubicBezTo>
                    <a:pt x="2079" y="253"/>
                    <a:pt x="2080" y="252"/>
                    <a:pt x="2080" y="251"/>
                  </a:cubicBezTo>
                  <a:cubicBezTo>
                    <a:pt x="2100" y="217"/>
                    <a:pt x="2097" y="190"/>
                    <a:pt x="2097" y="155"/>
                  </a:cubicBezTo>
                  <a:cubicBezTo>
                    <a:pt x="2099" y="155"/>
                    <a:pt x="2102" y="154"/>
                    <a:pt x="2103" y="153"/>
                  </a:cubicBezTo>
                  <a:cubicBezTo>
                    <a:pt x="2104" y="152"/>
                    <a:pt x="2105" y="152"/>
                    <a:pt x="2105" y="152"/>
                  </a:cubicBezTo>
                  <a:cubicBezTo>
                    <a:pt x="2126" y="165"/>
                    <a:pt x="2144" y="182"/>
                    <a:pt x="2158" y="202"/>
                  </a:cubicBezTo>
                  <a:cubicBezTo>
                    <a:pt x="2179" y="225"/>
                    <a:pt x="2203" y="247"/>
                    <a:pt x="2229" y="265"/>
                  </a:cubicBezTo>
                  <a:cubicBezTo>
                    <a:pt x="2252" y="286"/>
                    <a:pt x="2275" y="308"/>
                    <a:pt x="2296" y="331"/>
                  </a:cubicBezTo>
                  <a:cubicBezTo>
                    <a:pt x="2321" y="355"/>
                    <a:pt x="2347" y="380"/>
                    <a:pt x="2371" y="406"/>
                  </a:cubicBezTo>
                  <a:cubicBezTo>
                    <a:pt x="2444" y="486"/>
                    <a:pt x="2533" y="545"/>
                    <a:pt x="2597" y="635"/>
                  </a:cubicBezTo>
                  <a:cubicBezTo>
                    <a:pt x="2665" y="732"/>
                    <a:pt x="2740" y="821"/>
                    <a:pt x="2793" y="927"/>
                  </a:cubicBezTo>
                  <a:cubicBezTo>
                    <a:pt x="2819" y="979"/>
                    <a:pt x="2849" y="1028"/>
                    <a:pt x="2872" y="1080"/>
                  </a:cubicBezTo>
                  <a:cubicBezTo>
                    <a:pt x="2882" y="1110"/>
                    <a:pt x="2895" y="1139"/>
                    <a:pt x="2909" y="1168"/>
                  </a:cubicBezTo>
                  <a:cubicBezTo>
                    <a:pt x="2909" y="1168"/>
                    <a:pt x="2909" y="1169"/>
                    <a:pt x="2910" y="1170"/>
                  </a:cubicBezTo>
                  <a:cubicBezTo>
                    <a:pt x="2921" y="1189"/>
                    <a:pt x="2930" y="1209"/>
                    <a:pt x="2938" y="1231"/>
                  </a:cubicBezTo>
                  <a:cubicBezTo>
                    <a:pt x="2938" y="1232"/>
                    <a:pt x="2938" y="1233"/>
                    <a:pt x="2938" y="1234"/>
                  </a:cubicBezTo>
                  <a:cubicBezTo>
                    <a:pt x="2948" y="1295"/>
                    <a:pt x="2963" y="1355"/>
                    <a:pt x="2969" y="1417"/>
                  </a:cubicBezTo>
                  <a:cubicBezTo>
                    <a:pt x="2975" y="1473"/>
                    <a:pt x="2984" y="1528"/>
                    <a:pt x="2997" y="1582"/>
                  </a:cubicBezTo>
                  <a:cubicBezTo>
                    <a:pt x="3012" y="1637"/>
                    <a:pt x="3005" y="1695"/>
                    <a:pt x="3013" y="1750"/>
                  </a:cubicBezTo>
                  <a:cubicBezTo>
                    <a:pt x="3019" y="1793"/>
                    <a:pt x="3022" y="1835"/>
                    <a:pt x="3023" y="1878"/>
                  </a:cubicBezTo>
                  <a:cubicBezTo>
                    <a:pt x="3020" y="1877"/>
                    <a:pt x="3016" y="1875"/>
                    <a:pt x="3013" y="1874"/>
                  </a:cubicBezTo>
                  <a:cubicBezTo>
                    <a:pt x="3012" y="1873"/>
                    <a:pt x="3011" y="1873"/>
                    <a:pt x="3010" y="1872"/>
                  </a:cubicBezTo>
                  <a:cubicBezTo>
                    <a:pt x="3009" y="1871"/>
                    <a:pt x="3008" y="1871"/>
                    <a:pt x="3007" y="1870"/>
                  </a:cubicBezTo>
                  <a:cubicBezTo>
                    <a:pt x="3004" y="1868"/>
                    <a:pt x="3001" y="1868"/>
                    <a:pt x="2998" y="1868"/>
                  </a:cubicBezTo>
                  <a:cubicBezTo>
                    <a:pt x="2997" y="1868"/>
                    <a:pt x="2995" y="1868"/>
                    <a:pt x="2994" y="1868"/>
                  </a:cubicBezTo>
                  <a:cubicBezTo>
                    <a:pt x="2994" y="1860"/>
                    <a:pt x="2993" y="1853"/>
                    <a:pt x="2992" y="1845"/>
                  </a:cubicBezTo>
                  <a:cubicBezTo>
                    <a:pt x="2992" y="1844"/>
                    <a:pt x="2992" y="1844"/>
                    <a:pt x="2992" y="1843"/>
                  </a:cubicBezTo>
                  <a:cubicBezTo>
                    <a:pt x="2992" y="1843"/>
                    <a:pt x="2992" y="1842"/>
                    <a:pt x="2992" y="1841"/>
                  </a:cubicBezTo>
                  <a:cubicBezTo>
                    <a:pt x="3002" y="1818"/>
                    <a:pt x="3007" y="1793"/>
                    <a:pt x="3007" y="1768"/>
                  </a:cubicBezTo>
                  <a:cubicBezTo>
                    <a:pt x="3007" y="1767"/>
                    <a:pt x="3007" y="1766"/>
                    <a:pt x="3007" y="1765"/>
                  </a:cubicBezTo>
                  <a:cubicBezTo>
                    <a:pt x="3007" y="1763"/>
                    <a:pt x="3007" y="1761"/>
                    <a:pt x="3006" y="1759"/>
                  </a:cubicBezTo>
                  <a:cubicBezTo>
                    <a:pt x="3005" y="1758"/>
                    <a:pt x="3005" y="1757"/>
                    <a:pt x="3004" y="1757"/>
                  </a:cubicBezTo>
                  <a:cubicBezTo>
                    <a:pt x="3003" y="1733"/>
                    <a:pt x="2999" y="1711"/>
                    <a:pt x="2994" y="1688"/>
                  </a:cubicBezTo>
                  <a:cubicBezTo>
                    <a:pt x="2990" y="1655"/>
                    <a:pt x="2982" y="1622"/>
                    <a:pt x="2971" y="1590"/>
                  </a:cubicBezTo>
                  <a:lnTo>
                    <a:pt x="2971" y="1589"/>
                  </a:lnTo>
                  <a:cubicBezTo>
                    <a:pt x="2970" y="1588"/>
                    <a:pt x="2969" y="1587"/>
                    <a:pt x="2968" y="1587"/>
                  </a:cubicBezTo>
                  <a:cubicBezTo>
                    <a:pt x="2968" y="1582"/>
                    <a:pt x="2967" y="1578"/>
                    <a:pt x="2966" y="1574"/>
                  </a:cubicBezTo>
                  <a:cubicBezTo>
                    <a:pt x="2963" y="1564"/>
                    <a:pt x="2960" y="1554"/>
                    <a:pt x="2959" y="1544"/>
                  </a:cubicBezTo>
                  <a:cubicBezTo>
                    <a:pt x="2959" y="1539"/>
                    <a:pt x="2958" y="1534"/>
                    <a:pt x="2957" y="1529"/>
                  </a:cubicBezTo>
                  <a:cubicBezTo>
                    <a:pt x="2957" y="1529"/>
                    <a:pt x="2957" y="1528"/>
                    <a:pt x="2956" y="1527"/>
                  </a:cubicBezTo>
                  <a:cubicBezTo>
                    <a:pt x="2956" y="1527"/>
                    <a:pt x="2955" y="1527"/>
                    <a:pt x="2954" y="1526"/>
                  </a:cubicBezTo>
                  <a:cubicBezTo>
                    <a:pt x="2953" y="1525"/>
                    <a:pt x="2953" y="1525"/>
                    <a:pt x="2952" y="1525"/>
                  </a:cubicBezTo>
                  <a:lnTo>
                    <a:pt x="2951" y="1525"/>
                  </a:lnTo>
                  <a:cubicBezTo>
                    <a:pt x="2951" y="1505"/>
                    <a:pt x="2929" y="1489"/>
                    <a:pt x="2898" y="1478"/>
                  </a:cubicBezTo>
                  <a:cubicBezTo>
                    <a:pt x="2829" y="1454"/>
                    <a:pt x="2764" y="1429"/>
                    <a:pt x="2690" y="1427"/>
                  </a:cubicBezTo>
                  <a:cubicBezTo>
                    <a:pt x="2615" y="1425"/>
                    <a:pt x="2552" y="1403"/>
                    <a:pt x="2479" y="1413"/>
                  </a:cubicBezTo>
                  <a:lnTo>
                    <a:pt x="2420" y="1404"/>
                  </a:lnTo>
                  <a:cubicBezTo>
                    <a:pt x="2356" y="1394"/>
                    <a:pt x="2292" y="1387"/>
                    <a:pt x="2227" y="1384"/>
                  </a:cubicBezTo>
                  <a:cubicBezTo>
                    <a:pt x="2226" y="1383"/>
                    <a:pt x="2225" y="1382"/>
                    <a:pt x="2224" y="1381"/>
                  </a:cubicBezTo>
                  <a:cubicBezTo>
                    <a:pt x="2222" y="1380"/>
                    <a:pt x="2219" y="1379"/>
                    <a:pt x="2217" y="1379"/>
                  </a:cubicBezTo>
                  <a:cubicBezTo>
                    <a:pt x="2214" y="1379"/>
                    <a:pt x="2213" y="1380"/>
                    <a:pt x="2211" y="1381"/>
                  </a:cubicBezTo>
                  <a:cubicBezTo>
                    <a:pt x="2210" y="1381"/>
                    <a:pt x="2209" y="1382"/>
                    <a:pt x="2208" y="1383"/>
                  </a:cubicBezTo>
                  <a:cubicBezTo>
                    <a:pt x="2188" y="1382"/>
                    <a:pt x="2169" y="1381"/>
                    <a:pt x="2150" y="1380"/>
                  </a:cubicBezTo>
                  <a:cubicBezTo>
                    <a:pt x="2149" y="1380"/>
                    <a:pt x="2149" y="1379"/>
                    <a:pt x="2148" y="1379"/>
                  </a:cubicBezTo>
                  <a:cubicBezTo>
                    <a:pt x="2147" y="1378"/>
                    <a:pt x="2145" y="1378"/>
                    <a:pt x="2143" y="1378"/>
                  </a:cubicBezTo>
                  <a:cubicBezTo>
                    <a:pt x="2142" y="1378"/>
                    <a:pt x="2141" y="1378"/>
                    <a:pt x="2139" y="1379"/>
                  </a:cubicBezTo>
                  <a:cubicBezTo>
                    <a:pt x="2138" y="1379"/>
                    <a:pt x="2137" y="1380"/>
                    <a:pt x="2137" y="1380"/>
                  </a:cubicBezTo>
                  <a:cubicBezTo>
                    <a:pt x="2118" y="1380"/>
                    <a:pt x="2100" y="1379"/>
                    <a:pt x="2081" y="1379"/>
                  </a:cubicBezTo>
                  <a:cubicBezTo>
                    <a:pt x="2016" y="1379"/>
                    <a:pt x="1949" y="1375"/>
                    <a:pt x="1885" y="1376"/>
                  </a:cubicBezTo>
                  <a:cubicBezTo>
                    <a:pt x="1850" y="1376"/>
                    <a:pt x="1814" y="1376"/>
                    <a:pt x="1779" y="1375"/>
                  </a:cubicBezTo>
                  <a:cubicBezTo>
                    <a:pt x="1744" y="1374"/>
                    <a:pt x="1697" y="1385"/>
                    <a:pt x="1661" y="1376"/>
                  </a:cubicBezTo>
                  <a:cubicBezTo>
                    <a:pt x="1661" y="1376"/>
                    <a:pt x="1660" y="1376"/>
                    <a:pt x="1659" y="1376"/>
                  </a:cubicBezTo>
                  <a:cubicBezTo>
                    <a:pt x="1657" y="1376"/>
                    <a:pt x="1655" y="1376"/>
                    <a:pt x="1654" y="1377"/>
                  </a:cubicBezTo>
                  <a:cubicBezTo>
                    <a:pt x="1653" y="1377"/>
                    <a:pt x="1653" y="1378"/>
                    <a:pt x="1652" y="1378"/>
                  </a:cubicBezTo>
                  <a:cubicBezTo>
                    <a:pt x="1523" y="1371"/>
                    <a:pt x="1390" y="1378"/>
                    <a:pt x="1261" y="1378"/>
                  </a:cubicBezTo>
                  <a:cubicBezTo>
                    <a:pt x="1187" y="1378"/>
                    <a:pt x="1114" y="1378"/>
                    <a:pt x="1040" y="1378"/>
                  </a:cubicBezTo>
                  <a:cubicBezTo>
                    <a:pt x="978" y="1378"/>
                    <a:pt x="910" y="1370"/>
                    <a:pt x="849" y="1381"/>
                  </a:cubicBezTo>
                  <a:cubicBezTo>
                    <a:pt x="734" y="1400"/>
                    <a:pt x="613" y="1381"/>
                    <a:pt x="497" y="1407"/>
                  </a:cubicBezTo>
                  <a:lnTo>
                    <a:pt x="468" y="1413"/>
                  </a:lnTo>
                  <a:lnTo>
                    <a:pt x="467" y="1412"/>
                  </a:lnTo>
                  <a:cubicBezTo>
                    <a:pt x="465" y="1411"/>
                    <a:pt x="464" y="1411"/>
                    <a:pt x="462" y="1411"/>
                  </a:cubicBezTo>
                  <a:cubicBezTo>
                    <a:pt x="460" y="1411"/>
                    <a:pt x="458" y="1411"/>
                    <a:pt x="457" y="1412"/>
                  </a:cubicBezTo>
                  <a:cubicBezTo>
                    <a:pt x="455" y="1413"/>
                    <a:pt x="455" y="1414"/>
                    <a:pt x="454" y="1415"/>
                  </a:cubicBezTo>
                  <a:cubicBezTo>
                    <a:pt x="454" y="1416"/>
                    <a:pt x="454" y="1416"/>
                    <a:pt x="453" y="1416"/>
                  </a:cubicBezTo>
                  <a:cubicBezTo>
                    <a:pt x="418" y="1423"/>
                    <a:pt x="383" y="1428"/>
                    <a:pt x="347" y="1436"/>
                  </a:cubicBezTo>
                  <a:cubicBezTo>
                    <a:pt x="320" y="1441"/>
                    <a:pt x="294" y="1451"/>
                    <a:pt x="267" y="1458"/>
                  </a:cubicBezTo>
                  <a:cubicBezTo>
                    <a:pt x="261" y="1459"/>
                    <a:pt x="194" y="1484"/>
                    <a:pt x="196" y="1495"/>
                  </a:cubicBezTo>
                  <a:cubicBezTo>
                    <a:pt x="196" y="1491"/>
                    <a:pt x="191" y="1492"/>
                    <a:pt x="189" y="1495"/>
                  </a:cubicBezTo>
                  <a:cubicBezTo>
                    <a:pt x="185" y="1495"/>
                    <a:pt x="181" y="1496"/>
                    <a:pt x="177" y="1499"/>
                  </a:cubicBezTo>
                  <a:cubicBezTo>
                    <a:pt x="173" y="1501"/>
                    <a:pt x="169" y="1505"/>
                    <a:pt x="166" y="1510"/>
                  </a:cubicBezTo>
                  <a:cubicBezTo>
                    <a:pt x="166" y="1510"/>
                    <a:pt x="166" y="1511"/>
                    <a:pt x="165" y="1511"/>
                  </a:cubicBezTo>
                  <a:cubicBezTo>
                    <a:pt x="167" y="1476"/>
                    <a:pt x="170" y="1441"/>
                    <a:pt x="176" y="1406"/>
                  </a:cubicBezTo>
                  <a:moveTo>
                    <a:pt x="2873" y="1543"/>
                  </a:moveTo>
                  <a:lnTo>
                    <a:pt x="2874" y="1543"/>
                  </a:lnTo>
                  <a:cubicBezTo>
                    <a:pt x="2880" y="1547"/>
                    <a:pt x="2886" y="1549"/>
                    <a:pt x="2892" y="1551"/>
                  </a:cubicBezTo>
                  <a:cubicBezTo>
                    <a:pt x="2897" y="1551"/>
                    <a:pt x="2901" y="1552"/>
                    <a:pt x="2905" y="1554"/>
                  </a:cubicBezTo>
                  <a:cubicBezTo>
                    <a:pt x="2878" y="1566"/>
                    <a:pt x="2850" y="1575"/>
                    <a:pt x="2821" y="1582"/>
                  </a:cubicBezTo>
                  <a:lnTo>
                    <a:pt x="2797" y="1588"/>
                  </a:lnTo>
                  <a:cubicBezTo>
                    <a:pt x="2795" y="1585"/>
                    <a:pt x="2792" y="1582"/>
                    <a:pt x="2789" y="1580"/>
                  </a:cubicBezTo>
                  <a:cubicBezTo>
                    <a:pt x="2775" y="1572"/>
                    <a:pt x="2760" y="1567"/>
                    <a:pt x="2744" y="1564"/>
                  </a:cubicBezTo>
                  <a:cubicBezTo>
                    <a:pt x="2737" y="1562"/>
                    <a:pt x="2731" y="1559"/>
                    <a:pt x="2724" y="1558"/>
                  </a:cubicBezTo>
                  <a:cubicBezTo>
                    <a:pt x="2724" y="1557"/>
                    <a:pt x="2724" y="1557"/>
                    <a:pt x="2725" y="1557"/>
                  </a:cubicBezTo>
                  <a:cubicBezTo>
                    <a:pt x="2735" y="1551"/>
                    <a:pt x="2743" y="1543"/>
                    <a:pt x="2749" y="1533"/>
                  </a:cubicBezTo>
                  <a:cubicBezTo>
                    <a:pt x="2752" y="1527"/>
                    <a:pt x="2755" y="1521"/>
                    <a:pt x="2756" y="1515"/>
                  </a:cubicBezTo>
                  <a:cubicBezTo>
                    <a:pt x="2761" y="1517"/>
                    <a:pt x="2765" y="1521"/>
                    <a:pt x="2770" y="1524"/>
                  </a:cubicBezTo>
                  <a:cubicBezTo>
                    <a:pt x="2776" y="1526"/>
                    <a:pt x="2783" y="1527"/>
                    <a:pt x="2789" y="1528"/>
                  </a:cubicBezTo>
                  <a:cubicBezTo>
                    <a:pt x="2799" y="1530"/>
                    <a:pt x="2809" y="1532"/>
                    <a:pt x="2818" y="1535"/>
                  </a:cubicBezTo>
                  <a:cubicBezTo>
                    <a:pt x="2819" y="1536"/>
                    <a:pt x="2821" y="1536"/>
                    <a:pt x="2822" y="1536"/>
                  </a:cubicBezTo>
                  <a:cubicBezTo>
                    <a:pt x="2824" y="1536"/>
                    <a:pt x="2825" y="1536"/>
                    <a:pt x="2827" y="1535"/>
                  </a:cubicBezTo>
                  <a:cubicBezTo>
                    <a:pt x="2828" y="1534"/>
                    <a:pt x="2830" y="1533"/>
                    <a:pt x="2831" y="1531"/>
                  </a:cubicBezTo>
                  <a:cubicBezTo>
                    <a:pt x="2832" y="1529"/>
                    <a:pt x="2832" y="1528"/>
                    <a:pt x="2832" y="1526"/>
                  </a:cubicBezTo>
                  <a:cubicBezTo>
                    <a:pt x="2832" y="1525"/>
                    <a:pt x="2832" y="1524"/>
                    <a:pt x="2832" y="1523"/>
                  </a:cubicBezTo>
                  <a:lnTo>
                    <a:pt x="2832" y="1524"/>
                  </a:lnTo>
                  <a:cubicBezTo>
                    <a:pt x="2832" y="1522"/>
                    <a:pt x="2831" y="1521"/>
                    <a:pt x="2831" y="1520"/>
                  </a:cubicBezTo>
                  <a:cubicBezTo>
                    <a:pt x="2830" y="1519"/>
                    <a:pt x="2830" y="1519"/>
                    <a:pt x="2830" y="1519"/>
                  </a:cubicBezTo>
                  <a:cubicBezTo>
                    <a:pt x="2829" y="1518"/>
                    <a:pt x="2828" y="1517"/>
                    <a:pt x="2827" y="1516"/>
                  </a:cubicBezTo>
                  <a:cubicBezTo>
                    <a:pt x="2826" y="1515"/>
                    <a:pt x="2826" y="1515"/>
                    <a:pt x="2825" y="1515"/>
                  </a:cubicBezTo>
                  <a:cubicBezTo>
                    <a:pt x="2820" y="1513"/>
                    <a:pt x="2814" y="1511"/>
                    <a:pt x="2807" y="1511"/>
                  </a:cubicBezTo>
                  <a:cubicBezTo>
                    <a:pt x="2796" y="1509"/>
                    <a:pt x="2786" y="1506"/>
                    <a:pt x="2776" y="1505"/>
                  </a:cubicBezTo>
                  <a:cubicBezTo>
                    <a:pt x="2774" y="1505"/>
                    <a:pt x="2772" y="1505"/>
                    <a:pt x="2770" y="1505"/>
                  </a:cubicBezTo>
                  <a:cubicBezTo>
                    <a:pt x="2765" y="1505"/>
                    <a:pt x="2761" y="1506"/>
                    <a:pt x="2756" y="1507"/>
                  </a:cubicBezTo>
                  <a:cubicBezTo>
                    <a:pt x="2756" y="1499"/>
                    <a:pt x="2754" y="1492"/>
                    <a:pt x="2751" y="1485"/>
                  </a:cubicBezTo>
                  <a:cubicBezTo>
                    <a:pt x="2744" y="1465"/>
                    <a:pt x="2710" y="1456"/>
                    <a:pt x="2677" y="1450"/>
                  </a:cubicBezTo>
                  <a:lnTo>
                    <a:pt x="2676" y="1450"/>
                  </a:lnTo>
                  <a:cubicBezTo>
                    <a:pt x="2675" y="1450"/>
                    <a:pt x="2675" y="1450"/>
                    <a:pt x="2674" y="1450"/>
                  </a:cubicBezTo>
                  <a:cubicBezTo>
                    <a:pt x="2650" y="1446"/>
                    <a:pt x="2626" y="1444"/>
                    <a:pt x="2614" y="1441"/>
                  </a:cubicBezTo>
                  <a:cubicBezTo>
                    <a:pt x="2602" y="1437"/>
                    <a:pt x="2594" y="1436"/>
                    <a:pt x="2584" y="1434"/>
                  </a:cubicBezTo>
                  <a:cubicBezTo>
                    <a:pt x="2598" y="1434"/>
                    <a:pt x="2612" y="1435"/>
                    <a:pt x="2626" y="1437"/>
                  </a:cubicBezTo>
                  <a:cubicBezTo>
                    <a:pt x="2653" y="1444"/>
                    <a:pt x="2681" y="1448"/>
                    <a:pt x="2708" y="1449"/>
                  </a:cubicBezTo>
                  <a:cubicBezTo>
                    <a:pt x="2754" y="1449"/>
                    <a:pt x="2793" y="1467"/>
                    <a:pt x="2836" y="1478"/>
                  </a:cubicBezTo>
                  <a:cubicBezTo>
                    <a:pt x="2858" y="1483"/>
                    <a:pt x="2925" y="1502"/>
                    <a:pt x="2932" y="1526"/>
                  </a:cubicBezTo>
                  <a:cubicBezTo>
                    <a:pt x="2934" y="1532"/>
                    <a:pt x="2930" y="1538"/>
                    <a:pt x="2922" y="1544"/>
                  </a:cubicBezTo>
                  <a:cubicBezTo>
                    <a:pt x="2915" y="1531"/>
                    <a:pt x="2883" y="1533"/>
                    <a:pt x="2873" y="1536"/>
                  </a:cubicBezTo>
                  <a:cubicBezTo>
                    <a:pt x="2872" y="1536"/>
                    <a:pt x="2872" y="1536"/>
                    <a:pt x="2871" y="1537"/>
                  </a:cubicBezTo>
                  <a:cubicBezTo>
                    <a:pt x="2870" y="1538"/>
                    <a:pt x="2871" y="1538"/>
                    <a:pt x="2871" y="1539"/>
                  </a:cubicBezTo>
                  <a:cubicBezTo>
                    <a:pt x="2871" y="1540"/>
                    <a:pt x="2870" y="1540"/>
                    <a:pt x="2871" y="1541"/>
                  </a:cubicBezTo>
                  <a:cubicBezTo>
                    <a:pt x="2872" y="1542"/>
                    <a:pt x="2872" y="1542"/>
                    <a:pt x="2873" y="1542"/>
                  </a:cubicBezTo>
                  <a:lnTo>
                    <a:pt x="2873" y="1543"/>
                  </a:lnTo>
                  <a:moveTo>
                    <a:pt x="2806" y="1607"/>
                  </a:moveTo>
                  <a:cubicBezTo>
                    <a:pt x="2829" y="1600"/>
                    <a:pt x="2852" y="1593"/>
                    <a:pt x="2875" y="1587"/>
                  </a:cubicBezTo>
                  <a:cubicBezTo>
                    <a:pt x="2883" y="1585"/>
                    <a:pt x="2891" y="1582"/>
                    <a:pt x="2899" y="1579"/>
                  </a:cubicBezTo>
                  <a:cubicBezTo>
                    <a:pt x="2899" y="1584"/>
                    <a:pt x="2899" y="1589"/>
                    <a:pt x="2898" y="1594"/>
                  </a:cubicBezTo>
                  <a:cubicBezTo>
                    <a:pt x="2896" y="1610"/>
                    <a:pt x="2893" y="1625"/>
                    <a:pt x="2892" y="1641"/>
                  </a:cubicBezTo>
                  <a:lnTo>
                    <a:pt x="2876" y="1649"/>
                  </a:lnTo>
                  <a:cubicBezTo>
                    <a:pt x="2855" y="1659"/>
                    <a:pt x="2833" y="1668"/>
                    <a:pt x="2810" y="1675"/>
                  </a:cubicBezTo>
                  <a:cubicBezTo>
                    <a:pt x="2804" y="1655"/>
                    <a:pt x="2810" y="1628"/>
                    <a:pt x="2806" y="1606"/>
                  </a:cubicBezTo>
                  <a:lnTo>
                    <a:pt x="2806" y="1607"/>
                  </a:lnTo>
                  <a:moveTo>
                    <a:pt x="2758" y="1690"/>
                  </a:moveTo>
                  <a:cubicBezTo>
                    <a:pt x="2758" y="1687"/>
                    <a:pt x="2756" y="1684"/>
                    <a:pt x="2755" y="1680"/>
                  </a:cubicBezTo>
                  <a:cubicBezTo>
                    <a:pt x="2754" y="1676"/>
                    <a:pt x="2752" y="1671"/>
                    <a:pt x="2749" y="1667"/>
                  </a:cubicBezTo>
                  <a:lnTo>
                    <a:pt x="2749" y="1666"/>
                  </a:lnTo>
                  <a:cubicBezTo>
                    <a:pt x="2749" y="1666"/>
                    <a:pt x="2748" y="1665"/>
                    <a:pt x="2747" y="1665"/>
                  </a:cubicBezTo>
                  <a:cubicBezTo>
                    <a:pt x="2747" y="1665"/>
                    <a:pt x="2746" y="1664"/>
                    <a:pt x="2745" y="1664"/>
                  </a:cubicBezTo>
                  <a:cubicBezTo>
                    <a:pt x="2745" y="1664"/>
                    <a:pt x="2744" y="1665"/>
                    <a:pt x="2743" y="1665"/>
                  </a:cubicBezTo>
                  <a:cubicBezTo>
                    <a:pt x="2742" y="1665"/>
                    <a:pt x="2742" y="1666"/>
                    <a:pt x="2742" y="1666"/>
                  </a:cubicBezTo>
                  <a:cubicBezTo>
                    <a:pt x="2741" y="1667"/>
                    <a:pt x="2741" y="1667"/>
                    <a:pt x="2741" y="1667"/>
                  </a:cubicBezTo>
                  <a:cubicBezTo>
                    <a:pt x="2741" y="1668"/>
                    <a:pt x="2740" y="1669"/>
                    <a:pt x="2740" y="1670"/>
                  </a:cubicBezTo>
                  <a:cubicBezTo>
                    <a:pt x="2737" y="1674"/>
                    <a:pt x="2736" y="1678"/>
                    <a:pt x="2736" y="1683"/>
                  </a:cubicBezTo>
                  <a:cubicBezTo>
                    <a:pt x="2736" y="1687"/>
                    <a:pt x="2736" y="1692"/>
                    <a:pt x="2738" y="1696"/>
                  </a:cubicBezTo>
                  <a:lnTo>
                    <a:pt x="2724" y="1700"/>
                  </a:lnTo>
                  <a:cubicBezTo>
                    <a:pt x="2725" y="1699"/>
                    <a:pt x="2725" y="1697"/>
                    <a:pt x="2725" y="1696"/>
                  </a:cubicBezTo>
                  <a:cubicBezTo>
                    <a:pt x="2725" y="1695"/>
                    <a:pt x="2725" y="1694"/>
                    <a:pt x="2725" y="1693"/>
                  </a:cubicBezTo>
                  <a:cubicBezTo>
                    <a:pt x="2725" y="1688"/>
                    <a:pt x="2725" y="1683"/>
                    <a:pt x="2724" y="1678"/>
                  </a:cubicBezTo>
                  <a:cubicBezTo>
                    <a:pt x="2722" y="1673"/>
                    <a:pt x="2720" y="1667"/>
                    <a:pt x="2718" y="1662"/>
                  </a:cubicBezTo>
                  <a:cubicBezTo>
                    <a:pt x="2718" y="1662"/>
                    <a:pt x="2717" y="1662"/>
                    <a:pt x="2716" y="1661"/>
                  </a:cubicBezTo>
                  <a:cubicBezTo>
                    <a:pt x="2715" y="1660"/>
                    <a:pt x="2715" y="1660"/>
                    <a:pt x="2714" y="1660"/>
                  </a:cubicBezTo>
                  <a:cubicBezTo>
                    <a:pt x="2714" y="1660"/>
                    <a:pt x="2713" y="1660"/>
                    <a:pt x="2712" y="1661"/>
                  </a:cubicBezTo>
                  <a:lnTo>
                    <a:pt x="2711" y="1662"/>
                  </a:lnTo>
                  <a:cubicBezTo>
                    <a:pt x="2708" y="1667"/>
                    <a:pt x="2707" y="1673"/>
                    <a:pt x="2705" y="1678"/>
                  </a:cubicBezTo>
                  <a:cubicBezTo>
                    <a:pt x="2704" y="1683"/>
                    <a:pt x="2704" y="1689"/>
                    <a:pt x="2704" y="1694"/>
                  </a:cubicBezTo>
                  <a:cubicBezTo>
                    <a:pt x="2704" y="1695"/>
                    <a:pt x="2704" y="1696"/>
                    <a:pt x="2704" y="1697"/>
                  </a:cubicBezTo>
                  <a:cubicBezTo>
                    <a:pt x="2704" y="1698"/>
                    <a:pt x="2704" y="1699"/>
                    <a:pt x="2705" y="1701"/>
                  </a:cubicBezTo>
                  <a:cubicBezTo>
                    <a:pt x="2706" y="1702"/>
                    <a:pt x="2707" y="1703"/>
                    <a:pt x="2708" y="1704"/>
                  </a:cubicBezTo>
                  <a:cubicBezTo>
                    <a:pt x="2666" y="1714"/>
                    <a:pt x="2624" y="1724"/>
                    <a:pt x="2581" y="1733"/>
                  </a:cubicBezTo>
                  <a:cubicBezTo>
                    <a:pt x="2581" y="1729"/>
                    <a:pt x="2580" y="1725"/>
                    <a:pt x="2579" y="1722"/>
                  </a:cubicBezTo>
                  <a:cubicBezTo>
                    <a:pt x="2577" y="1718"/>
                    <a:pt x="2576" y="1714"/>
                    <a:pt x="2575" y="1710"/>
                  </a:cubicBezTo>
                  <a:cubicBezTo>
                    <a:pt x="2575" y="1706"/>
                    <a:pt x="2569" y="1705"/>
                    <a:pt x="2568" y="1710"/>
                  </a:cubicBezTo>
                  <a:cubicBezTo>
                    <a:pt x="2567" y="1714"/>
                    <a:pt x="2566" y="1718"/>
                    <a:pt x="2564" y="1722"/>
                  </a:cubicBezTo>
                  <a:cubicBezTo>
                    <a:pt x="2563" y="1726"/>
                    <a:pt x="2562" y="1731"/>
                    <a:pt x="2562" y="1735"/>
                  </a:cubicBezTo>
                  <a:cubicBezTo>
                    <a:pt x="2562" y="1736"/>
                    <a:pt x="2562" y="1736"/>
                    <a:pt x="2562" y="1736"/>
                  </a:cubicBezTo>
                  <a:lnTo>
                    <a:pt x="2562" y="1737"/>
                  </a:lnTo>
                  <a:cubicBezTo>
                    <a:pt x="2543" y="1741"/>
                    <a:pt x="2524" y="1744"/>
                    <a:pt x="2505" y="1748"/>
                  </a:cubicBezTo>
                  <a:cubicBezTo>
                    <a:pt x="2505" y="1747"/>
                    <a:pt x="2505" y="1746"/>
                    <a:pt x="2505" y="1746"/>
                  </a:cubicBezTo>
                  <a:cubicBezTo>
                    <a:pt x="2505" y="1745"/>
                    <a:pt x="2505" y="1745"/>
                    <a:pt x="2505" y="1744"/>
                  </a:cubicBezTo>
                  <a:cubicBezTo>
                    <a:pt x="2505" y="1743"/>
                    <a:pt x="2505" y="1742"/>
                    <a:pt x="2505" y="1741"/>
                  </a:cubicBezTo>
                  <a:cubicBezTo>
                    <a:pt x="2505" y="1736"/>
                    <a:pt x="2505" y="1730"/>
                    <a:pt x="2503" y="1725"/>
                  </a:cubicBezTo>
                  <a:cubicBezTo>
                    <a:pt x="2501" y="1718"/>
                    <a:pt x="2499" y="1712"/>
                    <a:pt x="2498" y="1705"/>
                  </a:cubicBezTo>
                  <a:cubicBezTo>
                    <a:pt x="2498" y="1701"/>
                    <a:pt x="2492" y="1702"/>
                    <a:pt x="2492" y="1705"/>
                  </a:cubicBezTo>
                  <a:cubicBezTo>
                    <a:pt x="2491" y="1711"/>
                    <a:pt x="2489" y="1716"/>
                    <a:pt x="2487" y="1721"/>
                  </a:cubicBezTo>
                  <a:cubicBezTo>
                    <a:pt x="2486" y="1728"/>
                    <a:pt x="2485" y="1736"/>
                    <a:pt x="2485" y="1743"/>
                  </a:cubicBezTo>
                  <a:lnTo>
                    <a:pt x="2485" y="1744"/>
                  </a:lnTo>
                  <a:cubicBezTo>
                    <a:pt x="2485" y="1745"/>
                    <a:pt x="2485" y="1747"/>
                    <a:pt x="2486" y="1748"/>
                  </a:cubicBezTo>
                  <a:cubicBezTo>
                    <a:pt x="2486" y="1749"/>
                    <a:pt x="2486" y="1749"/>
                    <a:pt x="2486" y="1749"/>
                  </a:cubicBezTo>
                  <a:cubicBezTo>
                    <a:pt x="2424" y="1759"/>
                    <a:pt x="2360" y="1766"/>
                    <a:pt x="2296" y="1772"/>
                  </a:cubicBezTo>
                  <a:cubicBezTo>
                    <a:pt x="2297" y="1770"/>
                    <a:pt x="2297" y="1768"/>
                    <a:pt x="2297" y="1767"/>
                  </a:cubicBezTo>
                  <a:cubicBezTo>
                    <a:pt x="2297" y="1762"/>
                    <a:pt x="2296" y="1757"/>
                    <a:pt x="2295" y="1752"/>
                  </a:cubicBezTo>
                  <a:cubicBezTo>
                    <a:pt x="2293" y="1744"/>
                    <a:pt x="2292" y="1735"/>
                    <a:pt x="2292" y="1727"/>
                  </a:cubicBezTo>
                  <a:cubicBezTo>
                    <a:pt x="2292" y="1724"/>
                    <a:pt x="2292" y="1722"/>
                    <a:pt x="2292" y="1720"/>
                  </a:cubicBezTo>
                  <a:cubicBezTo>
                    <a:pt x="2293" y="1716"/>
                    <a:pt x="2293" y="1713"/>
                    <a:pt x="2293" y="1709"/>
                  </a:cubicBezTo>
                  <a:cubicBezTo>
                    <a:pt x="2293" y="1705"/>
                    <a:pt x="2293" y="1702"/>
                    <a:pt x="2292" y="1698"/>
                  </a:cubicBezTo>
                  <a:cubicBezTo>
                    <a:pt x="2309" y="1698"/>
                    <a:pt x="2325" y="1698"/>
                    <a:pt x="2341" y="1696"/>
                  </a:cubicBezTo>
                  <a:cubicBezTo>
                    <a:pt x="2388" y="1692"/>
                    <a:pt x="2434" y="1684"/>
                    <a:pt x="2479" y="1672"/>
                  </a:cubicBezTo>
                  <a:cubicBezTo>
                    <a:pt x="2566" y="1652"/>
                    <a:pt x="2653" y="1637"/>
                    <a:pt x="2740" y="1622"/>
                  </a:cubicBezTo>
                  <a:cubicBezTo>
                    <a:pt x="2757" y="1619"/>
                    <a:pt x="2773" y="1615"/>
                    <a:pt x="2789" y="1611"/>
                  </a:cubicBezTo>
                  <a:cubicBezTo>
                    <a:pt x="2789" y="1612"/>
                    <a:pt x="2789" y="1614"/>
                    <a:pt x="2789" y="1615"/>
                  </a:cubicBezTo>
                  <a:cubicBezTo>
                    <a:pt x="2789" y="1623"/>
                    <a:pt x="2789" y="1630"/>
                    <a:pt x="2788" y="1637"/>
                  </a:cubicBezTo>
                  <a:cubicBezTo>
                    <a:pt x="2788" y="1639"/>
                    <a:pt x="2788" y="1642"/>
                    <a:pt x="2788" y="1644"/>
                  </a:cubicBezTo>
                  <a:cubicBezTo>
                    <a:pt x="2788" y="1656"/>
                    <a:pt x="2790" y="1669"/>
                    <a:pt x="2793" y="1681"/>
                  </a:cubicBezTo>
                  <a:lnTo>
                    <a:pt x="2781" y="1685"/>
                  </a:lnTo>
                  <a:lnTo>
                    <a:pt x="2779" y="1685"/>
                  </a:lnTo>
                  <a:cubicBezTo>
                    <a:pt x="2778" y="1678"/>
                    <a:pt x="2778" y="1672"/>
                    <a:pt x="2778" y="1665"/>
                  </a:cubicBezTo>
                  <a:cubicBezTo>
                    <a:pt x="2778" y="1664"/>
                    <a:pt x="2778" y="1664"/>
                    <a:pt x="2778" y="1663"/>
                  </a:cubicBezTo>
                  <a:cubicBezTo>
                    <a:pt x="2777" y="1654"/>
                    <a:pt x="2775" y="1645"/>
                    <a:pt x="2770" y="1637"/>
                  </a:cubicBezTo>
                  <a:lnTo>
                    <a:pt x="2769" y="1636"/>
                  </a:lnTo>
                  <a:cubicBezTo>
                    <a:pt x="2769" y="1635"/>
                    <a:pt x="2769" y="1635"/>
                    <a:pt x="2768" y="1634"/>
                  </a:cubicBezTo>
                  <a:cubicBezTo>
                    <a:pt x="2767" y="1633"/>
                    <a:pt x="2766" y="1634"/>
                    <a:pt x="2766" y="1634"/>
                  </a:cubicBezTo>
                  <a:cubicBezTo>
                    <a:pt x="2765" y="1634"/>
                    <a:pt x="2765" y="1633"/>
                    <a:pt x="2764" y="1634"/>
                  </a:cubicBezTo>
                  <a:cubicBezTo>
                    <a:pt x="2763" y="1634"/>
                    <a:pt x="2764" y="1635"/>
                    <a:pt x="2763" y="1636"/>
                  </a:cubicBezTo>
                  <a:cubicBezTo>
                    <a:pt x="2762" y="1637"/>
                    <a:pt x="2762" y="1637"/>
                    <a:pt x="2762" y="1637"/>
                  </a:cubicBezTo>
                  <a:cubicBezTo>
                    <a:pt x="2759" y="1651"/>
                    <a:pt x="2758" y="1664"/>
                    <a:pt x="2758" y="1678"/>
                  </a:cubicBezTo>
                  <a:cubicBezTo>
                    <a:pt x="2758" y="1682"/>
                    <a:pt x="2758" y="1686"/>
                    <a:pt x="2759" y="1690"/>
                  </a:cubicBezTo>
                  <a:lnTo>
                    <a:pt x="2758" y="1690"/>
                  </a:lnTo>
                  <a:moveTo>
                    <a:pt x="2266" y="1775"/>
                  </a:moveTo>
                  <a:lnTo>
                    <a:pt x="2236" y="1778"/>
                  </a:lnTo>
                  <a:cubicBezTo>
                    <a:pt x="2192" y="1782"/>
                    <a:pt x="2148" y="1783"/>
                    <a:pt x="2105" y="1787"/>
                  </a:cubicBezTo>
                  <a:cubicBezTo>
                    <a:pt x="2105" y="1782"/>
                    <a:pt x="2102" y="1776"/>
                    <a:pt x="2102" y="1772"/>
                  </a:cubicBezTo>
                  <a:cubicBezTo>
                    <a:pt x="2101" y="1767"/>
                    <a:pt x="2096" y="1759"/>
                    <a:pt x="2099" y="1756"/>
                  </a:cubicBezTo>
                  <a:cubicBezTo>
                    <a:pt x="2101" y="1752"/>
                    <a:pt x="2097" y="1749"/>
                    <a:pt x="2094" y="1751"/>
                  </a:cubicBezTo>
                  <a:cubicBezTo>
                    <a:pt x="2082" y="1758"/>
                    <a:pt x="2083" y="1776"/>
                    <a:pt x="2082" y="1789"/>
                  </a:cubicBezTo>
                  <a:lnTo>
                    <a:pt x="2069" y="1790"/>
                  </a:lnTo>
                  <a:cubicBezTo>
                    <a:pt x="2069" y="1789"/>
                    <a:pt x="2069" y="1789"/>
                    <a:pt x="2069" y="1789"/>
                  </a:cubicBezTo>
                  <a:cubicBezTo>
                    <a:pt x="2069" y="1788"/>
                    <a:pt x="2069" y="1788"/>
                    <a:pt x="2069" y="1787"/>
                  </a:cubicBezTo>
                  <a:cubicBezTo>
                    <a:pt x="2067" y="1782"/>
                    <a:pt x="2066" y="1777"/>
                    <a:pt x="2065" y="1771"/>
                  </a:cubicBezTo>
                  <a:cubicBezTo>
                    <a:pt x="2065" y="1768"/>
                    <a:pt x="2066" y="1766"/>
                    <a:pt x="2066" y="1763"/>
                  </a:cubicBezTo>
                  <a:cubicBezTo>
                    <a:pt x="2066" y="1760"/>
                    <a:pt x="2065" y="1758"/>
                    <a:pt x="2065" y="1755"/>
                  </a:cubicBezTo>
                  <a:cubicBezTo>
                    <a:pt x="2065" y="1751"/>
                    <a:pt x="2065" y="1744"/>
                    <a:pt x="2062" y="1741"/>
                  </a:cubicBezTo>
                  <a:lnTo>
                    <a:pt x="2061" y="1741"/>
                  </a:lnTo>
                  <a:cubicBezTo>
                    <a:pt x="2060" y="1740"/>
                    <a:pt x="2059" y="1740"/>
                    <a:pt x="2058" y="1740"/>
                  </a:cubicBezTo>
                  <a:cubicBezTo>
                    <a:pt x="2057" y="1740"/>
                    <a:pt x="2056" y="1740"/>
                    <a:pt x="2055" y="1741"/>
                  </a:cubicBezTo>
                  <a:cubicBezTo>
                    <a:pt x="2054" y="1741"/>
                    <a:pt x="2052" y="1742"/>
                    <a:pt x="2052" y="1743"/>
                  </a:cubicBezTo>
                  <a:cubicBezTo>
                    <a:pt x="2051" y="1744"/>
                    <a:pt x="2051" y="1745"/>
                    <a:pt x="2051" y="1746"/>
                  </a:cubicBezTo>
                  <a:cubicBezTo>
                    <a:pt x="2051" y="1751"/>
                    <a:pt x="2049" y="1756"/>
                    <a:pt x="2049" y="1760"/>
                  </a:cubicBezTo>
                  <a:cubicBezTo>
                    <a:pt x="2048" y="1763"/>
                    <a:pt x="2048" y="1765"/>
                    <a:pt x="2048" y="1768"/>
                  </a:cubicBezTo>
                  <a:cubicBezTo>
                    <a:pt x="2048" y="1770"/>
                    <a:pt x="2048" y="1774"/>
                    <a:pt x="2049" y="1776"/>
                  </a:cubicBezTo>
                  <a:cubicBezTo>
                    <a:pt x="2049" y="1781"/>
                    <a:pt x="2050" y="1786"/>
                    <a:pt x="2052" y="1791"/>
                  </a:cubicBezTo>
                  <a:lnTo>
                    <a:pt x="2043" y="1791"/>
                  </a:lnTo>
                  <a:cubicBezTo>
                    <a:pt x="2043" y="1787"/>
                    <a:pt x="2043" y="1783"/>
                    <a:pt x="2043" y="1780"/>
                  </a:cubicBezTo>
                  <a:cubicBezTo>
                    <a:pt x="2043" y="1771"/>
                    <a:pt x="2042" y="1763"/>
                    <a:pt x="2041" y="1754"/>
                  </a:cubicBezTo>
                  <a:cubicBezTo>
                    <a:pt x="2040" y="1743"/>
                    <a:pt x="2039" y="1731"/>
                    <a:pt x="2038" y="1720"/>
                  </a:cubicBezTo>
                  <a:cubicBezTo>
                    <a:pt x="2065" y="1720"/>
                    <a:pt x="2093" y="1718"/>
                    <a:pt x="2121" y="1720"/>
                  </a:cubicBezTo>
                  <a:cubicBezTo>
                    <a:pt x="2148" y="1720"/>
                    <a:pt x="2175" y="1716"/>
                    <a:pt x="2201" y="1708"/>
                  </a:cubicBezTo>
                  <a:cubicBezTo>
                    <a:pt x="2223" y="1702"/>
                    <a:pt x="2245" y="1699"/>
                    <a:pt x="2267" y="1699"/>
                  </a:cubicBezTo>
                  <a:cubicBezTo>
                    <a:pt x="2267" y="1709"/>
                    <a:pt x="2264" y="1720"/>
                    <a:pt x="2264" y="1730"/>
                  </a:cubicBezTo>
                  <a:cubicBezTo>
                    <a:pt x="2262" y="1746"/>
                    <a:pt x="2266" y="1760"/>
                    <a:pt x="2266" y="1775"/>
                  </a:cubicBezTo>
                  <a:moveTo>
                    <a:pt x="1990" y="1775"/>
                  </a:moveTo>
                  <a:cubicBezTo>
                    <a:pt x="1989" y="1767"/>
                    <a:pt x="1976" y="1765"/>
                    <a:pt x="1975" y="1775"/>
                  </a:cubicBezTo>
                  <a:cubicBezTo>
                    <a:pt x="1974" y="1778"/>
                    <a:pt x="1974" y="1781"/>
                    <a:pt x="1974" y="1783"/>
                  </a:cubicBezTo>
                  <a:cubicBezTo>
                    <a:pt x="1974" y="1788"/>
                    <a:pt x="1975" y="1792"/>
                    <a:pt x="1977" y="1796"/>
                  </a:cubicBezTo>
                  <a:lnTo>
                    <a:pt x="1956" y="1796"/>
                  </a:lnTo>
                  <a:cubicBezTo>
                    <a:pt x="1955" y="1795"/>
                    <a:pt x="1955" y="1794"/>
                    <a:pt x="1954" y="1793"/>
                  </a:cubicBezTo>
                  <a:cubicBezTo>
                    <a:pt x="1953" y="1792"/>
                    <a:pt x="1954" y="1792"/>
                    <a:pt x="1953" y="1791"/>
                  </a:cubicBezTo>
                  <a:cubicBezTo>
                    <a:pt x="1955" y="1793"/>
                    <a:pt x="1953" y="1791"/>
                    <a:pt x="1953" y="1791"/>
                  </a:cubicBezTo>
                  <a:cubicBezTo>
                    <a:pt x="1953" y="1791"/>
                    <a:pt x="1953" y="1787"/>
                    <a:pt x="1952" y="1786"/>
                  </a:cubicBezTo>
                  <a:cubicBezTo>
                    <a:pt x="1951" y="1780"/>
                    <a:pt x="1950" y="1775"/>
                    <a:pt x="1947" y="1770"/>
                  </a:cubicBezTo>
                  <a:lnTo>
                    <a:pt x="1946" y="1769"/>
                  </a:lnTo>
                  <a:cubicBezTo>
                    <a:pt x="1946" y="1768"/>
                    <a:pt x="1945" y="1768"/>
                    <a:pt x="1945" y="1768"/>
                  </a:cubicBezTo>
                  <a:cubicBezTo>
                    <a:pt x="1944" y="1767"/>
                    <a:pt x="1943" y="1767"/>
                    <a:pt x="1942" y="1767"/>
                  </a:cubicBezTo>
                  <a:cubicBezTo>
                    <a:pt x="1941" y="1767"/>
                    <a:pt x="1940" y="1767"/>
                    <a:pt x="1939" y="1768"/>
                  </a:cubicBezTo>
                  <a:cubicBezTo>
                    <a:pt x="1938" y="1768"/>
                    <a:pt x="1938" y="1768"/>
                    <a:pt x="1938" y="1769"/>
                  </a:cubicBezTo>
                  <a:cubicBezTo>
                    <a:pt x="1937" y="1769"/>
                    <a:pt x="1937" y="1770"/>
                    <a:pt x="1936" y="1772"/>
                  </a:cubicBezTo>
                  <a:cubicBezTo>
                    <a:pt x="1934" y="1776"/>
                    <a:pt x="1932" y="1781"/>
                    <a:pt x="1932" y="1786"/>
                  </a:cubicBezTo>
                  <a:cubicBezTo>
                    <a:pt x="1932" y="1790"/>
                    <a:pt x="1933" y="1794"/>
                    <a:pt x="1934" y="1798"/>
                  </a:cubicBezTo>
                  <a:cubicBezTo>
                    <a:pt x="1922" y="1798"/>
                    <a:pt x="1910" y="1800"/>
                    <a:pt x="1898" y="1804"/>
                  </a:cubicBezTo>
                  <a:cubicBezTo>
                    <a:pt x="1876" y="1810"/>
                    <a:pt x="1853" y="1813"/>
                    <a:pt x="1830" y="1813"/>
                  </a:cubicBezTo>
                  <a:cubicBezTo>
                    <a:pt x="1821" y="1813"/>
                    <a:pt x="1813" y="1812"/>
                    <a:pt x="1805" y="1811"/>
                  </a:cubicBezTo>
                  <a:cubicBezTo>
                    <a:pt x="1778" y="1811"/>
                    <a:pt x="1749" y="1816"/>
                    <a:pt x="1722" y="1814"/>
                  </a:cubicBezTo>
                  <a:cubicBezTo>
                    <a:pt x="1665" y="1812"/>
                    <a:pt x="1606" y="1828"/>
                    <a:pt x="1549" y="1825"/>
                  </a:cubicBezTo>
                  <a:cubicBezTo>
                    <a:pt x="1542" y="1825"/>
                    <a:pt x="1536" y="1825"/>
                    <a:pt x="1529" y="1825"/>
                  </a:cubicBezTo>
                  <a:cubicBezTo>
                    <a:pt x="1530" y="1821"/>
                    <a:pt x="1531" y="1817"/>
                    <a:pt x="1531" y="1814"/>
                  </a:cubicBezTo>
                  <a:cubicBezTo>
                    <a:pt x="1531" y="1810"/>
                    <a:pt x="1530" y="1807"/>
                    <a:pt x="1529" y="1804"/>
                  </a:cubicBezTo>
                  <a:cubicBezTo>
                    <a:pt x="1529" y="1795"/>
                    <a:pt x="1514" y="1794"/>
                    <a:pt x="1513" y="1804"/>
                  </a:cubicBezTo>
                  <a:cubicBezTo>
                    <a:pt x="1512" y="1807"/>
                    <a:pt x="1512" y="1811"/>
                    <a:pt x="1512" y="1815"/>
                  </a:cubicBezTo>
                  <a:cubicBezTo>
                    <a:pt x="1512" y="1818"/>
                    <a:pt x="1512" y="1822"/>
                    <a:pt x="1513" y="1825"/>
                  </a:cubicBezTo>
                  <a:cubicBezTo>
                    <a:pt x="1504" y="1825"/>
                    <a:pt x="1495" y="1825"/>
                    <a:pt x="1485" y="1827"/>
                  </a:cubicBezTo>
                  <a:lnTo>
                    <a:pt x="1485" y="1826"/>
                  </a:lnTo>
                  <a:cubicBezTo>
                    <a:pt x="1485" y="1825"/>
                    <a:pt x="1485" y="1825"/>
                    <a:pt x="1485" y="1825"/>
                  </a:cubicBezTo>
                  <a:cubicBezTo>
                    <a:pt x="1485" y="1821"/>
                    <a:pt x="1485" y="1818"/>
                    <a:pt x="1483" y="1814"/>
                  </a:cubicBezTo>
                  <a:cubicBezTo>
                    <a:pt x="1483" y="1813"/>
                    <a:pt x="1483" y="1812"/>
                    <a:pt x="1482" y="1810"/>
                  </a:cubicBezTo>
                  <a:cubicBezTo>
                    <a:pt x="1481" y="1806"/>
                    <a:pt x="1479" y="1802"/>
                    <a:pt x="1477" y="1798"/>
                  </a:cubicBezTo>
                  <a:lnTo>
                    <a:pt x="1476" y="1797"/>
                  </a:lnTo>
                  <a:cubicBezTo>
                    <a:pt x="1475" y="1796"/>
                    <a:pt x="1474" y="1796"/>
                    <a:pt x="1473" y="1796"/>
                  </a:cubicBezTo>
                  <a:cubicBezTo>
                    <a:pt x="1473" y="1796"/>
                    <a:pt x="1472" y="1796"/>
                    <a:pt x="1471" y="1797"/>
                  </a:cubicBezTo>
                  <a:lnTo>
                    <a:pt x="1470" y="1798"/>
                  </a:lnTo>
                  <a:cubicBezTo>
                    <a:pt x="1468" y="1803"/>
                    <a:pt x="1467" y="1808"/>
                    <a:pt x="1467" y="1813"/>
                  </a:cubicBezTo>
                  <a:cubicBezTo>
                    <a:pt x="1467" y="1815"/>
                    <a:pt x="1467" y="1818"/>
                    <a:pt x="1468" y="1820"/>
                  </a:cubicBezTo>
                  <a:cubicBezTo>
                    <a:pt x="1468" y="1822"/>
                    <a:pt x="1468" y="1823"/>
                    <a:pt x="1469" y="1824"/>
                  </a:cubicBezTo>
                  <a:cubicBezTo>
                    <a:pt x="1470" y="1825"/>
                    <a:pt x="1471" y="1826"/>
                    <a:pt x="1472" y="1827"/>
                  </a:cubicBezTo>
                  <a:lnTo>
                    <a:pt x="1446" y="1829"/>
                  </a:lnTo>
                  <a:cubicBezTo>
                    <a:pt x="1447" y="1828"/>
                    <a:pt x="1447" y="1827"/>
                    <a:pt x="1448" y="1825"/>
                  </a:cubicBezTo>
                  <a:cubicBezTo>
                    <a:pt x="1448" y="1816"/>
                    <a:pt x="1445" y="1808"/>
                    <a:pt x="1444" y="1799"/>
                  </a:cubicBezTo>
                  <a:cubicBezTo>
                    <a:pt x="1444" y="1794"/>
                    <a:pt x="1436" y="1794"/>
                    <a:pt x="1436" y="1799"/>
                  </a:cubicBezTo>
                  <a:cubicBezTo>
                    <a:pt x="1434" y="1808"/>
                    <a:pt x="1433" y="1817"/>
                    <a:pt x="1432" y="1826"/>
                  </a:cubicBezTo>
                  <a:cubicBezTo>
                    <a:pt x="1432" y="1827"/>
                    <a:pt x="1433" y="1828"/>
                    <a:pt x="1433" y="1829"/>
                  </a:cubicBezTo>
                  <a:cubicBezTo>
                    <a:pt x="1433" y="1830"/>
                    <a:pt x="1434" y="1830"/>
                    <a:pt x="1434" y="1830"/>
                  </a:cubicBezTo>
                  <a:lnTo>
                    <a:pt x="1420" y="1830"/>
                  </a:lnTo>
                  <a:cubicBezTo>
                    <a:pt x="1420" y="1829"/>
                    <a:pt x="1420" y="1829"/>
                    <a:pt x="1420" y="1829"/>
                  </a:cubicBezTo>
                  <a:cubicBezTo>
                    <a:pt x="1417" y="1817"/>
                    <a:pt x="1415" y="1804"/>
                    <a:pt x="1415" y="1792"/>
                  </a:cubicBezTo>
                  <a:cubicBezTo>
                    <a:pt x="1415" y="1782"/>
                    <a:pt x="1412" y="1773"/>
                    <a:pt x="1411" y="1764"/>
                  </a:cubicBezTo>
                  <a:cubicBezTo>
                    <a:pt x="1411" y="1759"/>
                    <a:pt x="1402" y="1760"/>
                    <a:pt x="1402" y="1764"/>
                  </a:cubicBezTo>
                  <a:cubicBezTo>
                    <a:pt x="1400" y="1775"/>
                    <a:pt x="1399" y="1786"/>
                    <a:pt x="1399" y="1797"/>
                  </a:cubicBezTo>
                  <a:cubicBezTo>
                    <a:pt x="1399" y="1808"/>
                    <a:pt x="1400" y="1820"/>
                    <a:pt x="1402" y="1830"/>
                  </a:cubicBezTo>
                  <a:lnTo>
                    <a:pt x="1382" y="1830"/>
                  </a:lnTo>
                  <a:cubicBezTo>
                    <a:pt x="1332" y="1829"/>
                    <a:pt x="1279" y="1827"/>
                    <a:pt x="1227" y="1823"/>
                  </a:cubicBezTo>
                  <a:cubicBezTo>
                    <a:pt x="1228" y="1814"/>
                    <a:pt x="1229" y="1805"/>
                    <a:pt x="1229" y="1796"/>
                  </a:cubicBezTo>
                  <a:cubicBezTo>
                    <a:pt x="1229" y="1791"/>
                    <a:pt x="1229" y="1785"/>
                    <a:pt x="1228" y="1780"/>
                  </a:cubicBezTo>
                  <a:cubicBezTo>
                    <a:pt x="1228" y="1769"/>
                    <a:pt x="1223" y="1760"/>
                    <a:pt x="1223" y="1748"/>
                  </a:cubicBezTo>
                  <a:cubicBezTo>
                    <a:pt x="1223" y="1745"/>
                    <a:pt x="1223" y="1742"/>
                    <a:pt x="1223" y="1739"/>
                  </a:cubicBezTo>
                  <a:cubicBezTo>
                    <a:pt x="1235" y="1739"/>
                    <a:pt x="1247" y="1739"/>
                    <a:pt x="1259" y="1739"/>
                  </a:cubicBezTo>
                  <a:cubicBezTo>
                    <a:pt x="1326" y="1739"/>
                    <a:pt x="1392" y="1743"/>
                    <a:pt x="1459" y="1742"/>
                  </a:cubicBezTo>
                  <a:cubicBezTo>
                    <a:pt x="1536" y="1742"/>
                    <a:pt x="1614" y="1736"/>
                    <a:pt x="1690" y="1736"/>
                  </a:cubicBezTo>
                  <a:cubicBezTo>
                    <a:pt x="1721" y="1736"/>
                    <a:pt x="1751" y="1736"/>
                    <a:pt x="1782" y="1735"/>
                  </a:cubicBezTo>
                  <a:cubicBezTo>
                    <a:pt x="1804" y="1735"/>
                    <a:pt x="1827" y="1734"/>
                    <a:pt x="1849" y="1732"/>
                  </a:cubicBezTo>
                  <a:cubicBezTo>
                    <a:pt x="1891" y="1730"/>
                    <a:pt x="1932" y="1727"/>
                    <a:pt x="1974" y="1724"/>
                  </a:cubicBezTo>
                  <a:cubicBezTo>
                    <a:pt x="1987" y="1724"/>
                    <a:pt x="2001" y="1724"/>
                    <a:pt x="2015" y="1724"/>
                  </a:cubicBezTo>
                  <a:cubicBezTo>
                    <a:pt x="2015" y="1736"/>
                    <a:pt x="2015" y="1749"/>
                    <a:pt x="2015" y="1762"/>
                  </a:cubicBezTo>
                  <a:cubicBezTo>
                    <a:pt x="2015" y="1774"/>
                    <a:pt x="2018" y="1785"/>
                    <a:pt x="2023" y="1795"/>
                  </a:cubicBezTo>
                  <a:lnTo>
                    <a:pt x="1986" y="1796"/>
                  </a:lnTo>
                  <a:cubicBezTo>
                    <a:pt x="1986" y="1795"/>
                    <a:pt x="1986" y="1795"/>
                    <a:pt x="1987" y="1794"/>
                  </a:cubicBezTo>
                  <a:cubicBezTo>
                    <a:pt x="1989" y="1790"/>
                    <a:pt x="1991" y="1785"/>
                    <a:pt x="1991" y="1780"/>
                  </a:cubicBezTo>
                  <a:cubicBezTo>
                    <a:pt x="1991" y="1778"/>
                    <a:pt x="1991" y="1776"/>
                    <a:pt x="1990" y="1773"/>
                  </a:cubicBezTo>
                  <a:lnTo>
                    <a:pt x="1990" y="1775"/>
                  </a:lnTo>
                  <a:moveTo>
                    <a:pt x="1180" y="1801"/>
                  </a:moveTo>
                  <a:cubicBezTo>
                    <a:pt x="1180" y="1793"/>
                    <a:pt x="1166" y="1793"/>
                    <a:pt x="1166" y="1801"/>
                  </a:cubicBezTo>
                  <a:cubicBezTo>
                    <a:pt x="1166" y="1803"/>
                    <a:pt x="1166" y="1806"/>
                    <a:pt x="1166" y="1808"/>
                  </a:cubicBezTo>
                  <a:cubicBezTo>
                    <a:pt x="1166" y="1811"/>
                    <a:pt x="1166" y="1813"/>
                    <a:pt x="1166" y="1816"/>
                  </a:cubicBezTo>
                  <a:lnTo>
                    <a:pt x="1120" y="1809"/>
                  </a:lnTo>
                  <a:cubicBezTo>
                    <a:pt x="1120" y="1808"/>
                    <a:pt x="1120" y="1807"/>
                    <a:pt x="1120" y="1807"/>
                  </a:cubicBezTo>
                  <a:cubicBezTo>
                    <a:pt x="1120" y="1806"/>
                    <a:pt x="1120" y="1805"/>
                    <a:pt x="1120" y="1805"/>
                  </a:cubicBezTo>
                  <a:cubicBezTo>
                    <a:pt x="1119" y="1804"/>
                    <a:pt x="1119" y="1803"/>
                    <a:pt x="1118" y="1803"/>
                  </a:cubicBezTo>
                  <a:cubicBezTo>
                    <a:pt x="1116" y="1799"/>
                    <a:pt x="1115" y="1795"/>
                    <a:pt x="1115" y="1791"/>
                  </a:cubicBezTo>
                  <a:cubicBezTo>
                    <a:pt x="1115" y="1782"/>
                    <a:pt x="1102" y="1780"/>
                    <a:pt x="1101" y="1789"/>
                  </a:cubicBezTo>
                  <a:cubicBezTo>
                    <a:pt x="1101" y="1790"/>
                    <a:pt x="1101" y="1791"/>
                    <a:pt x="1101" y="1792"/>
                  </a:cubicBezTo>
                  <a:cubicBezTo>
                    <a:pt x="1101" y="1797"/>
                    <a:pt x="1102" y="1802"/>
                    <a:pt x="1105" y="1807"/>
                  </a:cubicBezTo>
                  <a:lnTo>
                    <a:pt x="1084" y="1805"/>
                  </a:lnTo>
                  <a:cubicBezTo>
                    <a:pt x="1084" y="1804"/>
                    <a:pt x="1083" y="1804"/>
                    <a:pt x="1084" y="1803"/>
                  </a:cubicBezTo>
                  <a:cubicBezTo>
                    <a:pt x="1085" y="1802"/>
                    <a:pt x="1085" y="1801"/>
                    <a:pt x="1086" y="1800"/>
                  </a:cubicBezTo>
                  <a:cubicBezTo>
                    <a:pt x="1086" y="1794"/>
                    <a:pt x="1082" y="1792"/>
                    <a:pt x="1081" y="1787"/>
                  </a:cubicBezTo>
                  <a:lnTo>
                    <a:pt x="1077" y="1775"/>
                  </a:lnTo>
                  <a:cubicBezTo>
                    <a:pt x="1077" y="1775"/>
                    <a:pt x="1076" y="1775"/>
                    <a:pt x="1076" y="1774"/>
                  </a:cubicBezTo>
                  <a:cubicBezTo>
                    <a:pt x="1076" y="1773"/>
                    <a:pt x="1075" y="1773"/>
                    <a:pt x="1074" y="1772"/>
                  </a:cubicBezTo>
                  <a:cubicBezTo>
                    <a:pt x="1074" y="1772"/>
                    <a:pt x="1073" y="1772"/>
                    <a:pt x="1072" y="1772"/>
                  </a:cubicBezTo>
                  <a:cubicBezTo>
                    <a:pt x="1071" y="1772"/>
                    <a:pt x="1070" y="1771"/>
                    <a:pt x="1069" y="1772"/>
                  </a:cubicBezTo>
                  <a:cubicBezTo>
                    <a:pt x="1068" y="1772"/>
                    <a:pt x="1068" y="1773"/>
                    <a:pt x="1067" y="1774"/>
                  </a:cubicBezTo>
                  <a:cubicBezTo>
                    <a:pt x="1066" y="1775"/>
                    <a:pt x="1067" y="1775"/>
                    <a:pt x="1067" y="1775"/>
                  </a:cubicBezTo>
                  <a:cubicBezTo>
                    <a:pt x="1066" y="1779"/>
                    <a:pt x="1065" y="1783"/>
                    <a:pt x="1065" y="1786"/>
                  </a:cubicBezTo>
                  <a:cubicBezTo>
                    <a:pt x="1065" y="1792"/>
                    <a:pt x="1066" y="1798"/>
                    <a:pt x="1069" y="1803"/>
                  </a:cubicBezTo>
                  <a:lnTo>
                    <a:pt x="1052" y="1801"/>
                  </a:lnTo>
                  <a:cubicBezTo>
                    <a:pt x="1052" y="1796"/>
                    <a:pt x="1051" y="1791"/>
                    <a:pt x="1049" y="1787"/>
                  </a:cubicBezTo>
                  <a:cubicBezTo>
                    <a:pt x="1046" y="1777"/>
                    <a:pt x="1044" y="1767"/>
                    <a:pt x="1044" y="1758"/>
                  </a:cubicBezTo>
                  <a:cubicBezTo>
                    <a:pt x="1044" y="1751"/>
                    <a:pt x="1033" y="1752"/>
                    <a:pt x="1032" y="1758"/>
                  </a:cubicBezTo>
                  <a:cubicBezTo>
                    <a:pt x="1031" y="1764"/>
                    <a:pt x="1030" y="1771"/>
                    <a:pt x="1030" y="1778"/>
                  </a:cubicBezTo>
                  <a:cubicBezTo>
                    <a:pt x="1030" y="1785"/>
                    <a:pt x="1031" y="1792"/>
                    <a:pt x="1032" y="1798"/>
                  </a:cubicBezTo>
                  <a:lnTo>
                    <a:pt x="1018" y="1797"/>
                  </a:lnTo>
                  <a:cubicBezTo>
                    <a:pt x="1018" y="1794"/>
                    <a:pt x="1019" y="1792"/>
                    <a:pt x="1019" y="1790"/>
                  </a:cubicBezTo>
                  <a:cubicBezTo>
                    <a:pt x="1019" y="1785"/>
                    <a:pt x="1018" y="1780"/>
                    <a:pt x="1016" y="1776"/>
                  </a:cubicBezTo>
                  <a:cubicBezTo>
                    <a:pt x="1012" y="1764"/>
                    <a:pt x="1010" y="1752"/>
                    <a:pt x="1008" y="1739"/>
                  </a:cubicBezTo>
                  <a:cubicBezTo>
                    <a:pt x="1008" y="1735"/>
                    <a:pt x="1000" y="1735"/>
                    <a:pt x="1000" y="1739"/>
                  </a:cubicBezTo>
                  <a:cubicBezTo>
                    <a:pt x="997" y="1749"/>
                    <a:pt x="996" y="1760"/>
                    <a:pt x="995" y="1770"/>
                  </a:cubicBezTo>
                  <a:cubicBezTo>
                    <a:pt x="995" y="1770"/>
                    <a:pt x="995" y="1771"/>
                    <a:pt x="995" y="1772"/>
                  </a:cubicBezTo>
                  <a:cubicBezTo>
                    <a:pt x="995" y="1780"/>
                    <a:pt x="996" y="1788"/>
                    <a:pt x="999" y="1795"/>
                  </a:cubicBezTo>
                  <a:lnTo>
                    <a:pt x="979" y="1794"/>
                  </a:lnTo>
                  <a:cubicBezTo>
                    <a:pt x="979" y="1793"/>
                    <a:pt x="979" y="1793"/>
                    <a:pt x="979" y="1792"/>
                  </a:cubicBezTo>
                  <a:lnTo>
                    <a:pt x="979" y="1791"/>
                  </a:lnTo>
                  <a:cubicBezTo>
                    <a:pt x="979" y="1788"/>
                    <a:pt x="979" y="1785"/>
                    <a:pt x="979" y="1783"/>
                  </a:cubicBezTo>
                  <a:cubicBezTo>
                    <a:pt x="979" y="1773"/>
                    <a:pt x="978" y="1763"/>
                    <a:pt x="976" y="1753"/>
                  </a:cubicBezTo>
                  <a:cubicBezTo>
                    <a:pt x="974" y="1742"/>
                    <a:pt x="974" y="1730"/>
                    <a:pt x="973" y="1719"/>
                  </a:cubicBezTo>
                  <a:lnTo>
                    <a:pt x="1024" y="1724"/>
                  </a:lnTo>
                  <a:cubicBezTo>
                    <a:pt x="1083" y="1729"/>
                    <a:pt x="1140" y="1733"/>
                    <a:pt x="1199" y="1735"/>
                  </a:cubicBezTo>
                  <a:cubicBezTo>
                    <a:pt x="1198" y="1740"/>
                    <a:pt x="1198" y="1744"/>
                    <a:pt x="1198" y="1748"/>
                  </a:cubicBezTo>
                  <a:cubicBezTo>
                    <a:pt x="1198" y="1755"/>
                    <a:pt x="1199" y="1762"/>
                    <a:pt x="1200" y="1769"/>
                  </a:cubicBezTo>
                  <a:cubicBezTo>
                    <a:pt x="1202" y="1779"/>
                    <a:pt x="1202" y="1788"/>
                    <a:pt x="1202" y="1798"/>
                  </a:cubicBezTo>
                  <a:cubicBezTo>
                    <a:pt x="1202" y="1805"/>
                    <a:pt x="1202" y="1811"/>
                    <a:pt x="1202" y="1818"/>
                  </a:cubicBezTo>
                  <a:lnTo>
                    <a:pt x="1176" y="1815"/>
                  </a:lnTo>
                  <a:cubicBezTo>
                    <a:pt x="1178" y="1810"/>
                    <a:pt x="1179" y="1805"/>
                    <a:pt x="1180" y="1800"/>
                  </a:cubicBezTo>
                  <a:lnTo>
                    <a:pt x="1180" y="1801"/>
                  </a:lnTo>
                  <a:moveTo>
                    <a:pt x="1199" y="1715"/>
                  </a:moveTo>
                  <a:lnTo>
                    <a:pt x="1199" y="1716"/>
                  </a:lnTo>
                  <a:cubicBezTo>
                    <a:pt x="1143" y="1716"/>
                    <a:pt x="1087" y="1712"/>
                    <a:pt x="1031" y="1705"/>
                  </a:cubicBezTo>
                  <a:cubicBezTo>
                    <a:pt x="966" y="1696"/>
                    <a:pt x="898" y="1701"/>
                    <a:pt x="833" y="1692"/>
                  </a:cubicBezTo>
                  <a:cubicBezTo>
                    <a:pt x="822" y="1690"/>
                    <a:pt x="811" y="1689"/>
                    <a:pt x="800" y="1688"/>
                  </a:cubicBezTo>
                  <a:cubicBezTo>
                    <a:pt x="802" y="1686"/>
                    <a:pt x="803" y="1684"/>
                    <a:pt x="805" y="1681"/>
                  </a:cubicBezTo>
                  <a:cubicBezTo>
                    <a:pt x="805" y="1681"/>
                    <a:pt x="805" y="1680"/>
                    <a:pt x="806" y="1680"/>
                  </a:cubicBezTo>
                  <a:cubicBezTo>
                    <a:pt x="809" y="1675"/>
                    <a:pt x="813" y="1671"/>
                    <a:pt x="817" y="1669"/>
                  </a:cubicBezTo>
                  <a:cubicBezTo>
                    <a:pt x="825" y="1664"/>
                    <a:pt x="830" y="1658"/>
                    <a:pt x="835" y="1650"/>
                  </a:cubicBezTo>
                  <a:cubicBezTo>
                    <a:pt x="837" y="1646"/>
                    <a:pt x="839" y="1642"/>
                    <a:pt x="841" y="1638"/>
                  </a:cubicBezTo>
                  <a:cubicBezTo>
                    <a:pt x="848" y="1637"/>
                    <a:pt x="856" y="1636"/>
                    <a:pt x="863" y="1635"/>
                  </a:cubicBezTo>
                  <a:cubicBezTo>
                    <a:pt x="864" y="1635"/>
                    <a:pt x="863" y="1635"/>
                    <a:pt x="864" y="1634"/>
                  </a:cubicBezTo>
                  <a:cubicBezTo>
                    <a:pt x="865" y="1633"/>
                    <a:pt x="865" y="1634"/>
                    <a:pt x="866" y="1633"/>
                  </a:cubicBezTo>
                  <a:cubicBezTo>
                    <a:pt x="866" y="1633"/>
                    <a:pt x="866" y="1632"/>
                    <a:pt x="866" y="1631"/>
                  </a:cubicBezTo>
                  <a:cubicBezTo>
                    <a:pt x="866" y="1631"/>
                    <a:pt x="867" y="1630"/>
                    <a:pt x="866" y="1629"/>
                  </a:cubicBezTo>
                  <a:cubicBezTo>
                    <a:pt x="865" y="1628"/>
                    <a:pt x="865" y="1628"/>
                    <a:pt x="864" y="1628"/>
                  </a:cubicBezTo>
                  <a:lnTo>
                    <a:pt x="863" y="1628"/>
                  </a:lnTo>
                  <a:cubicBezTo>
                    <a:pt x="754" y="1606"/>
                    <a:pt x="641" y="1615"/>
                    <a:pt x="532" y="1592"/>
                  </a:cubicBezTo>
                  <a:cubicBezTo>
                    <a:pt x="474" y="1580"/>
                    <a:pt x="409" y="1574"/>
                    <a:pt x="355" y="1550"/>
                  </a:cubicBezTo>
                  <a:cubicBezTo>
                    <a:pt x="355" y="1535"/>
                    <a:pt x="356" y="1521"/>
                    <a:pt x="358" y="1506"/>
                  </a:cubicBezTo>
                  <a:cubicBezTo>
                    <a:pt x="359" y="1501"/>
                    <a:pt x="359" y="1495"/>
                    <a:pt x="359" y="1490"/>
                  </a:cubicBezTo>
                  <a:cubicBezTo>
                    <a:pt x="359" y="1484"/>
                    <a:pt x="359" y="1480"/>
                    <a:pt x="358" y="1474"/>
                  </a:cubicBezTo>
                  <a:lnTo>
                    <a:pt x="368" y="1470"/>
                  </a:lnTo>
                  <a:cubicBezTo>
                    <a:pt x="368" y="1474"/>
                    <a:pt x="368" y="1478"/>
                    <a:pt x="368" y="1482"/>
                  </a:cubicBezTo>
                  <a:cubicBezTo>
                    <a:pt x="369" y="1493"/>
                    <a:pt x="368" y="1504"/>
                    <a:pt x="369" y="1514"/>
                  </a:cubicBezTo>
                  <a:cubicBezTo>
                    <a:pt x="369" y="1518"/>
                    <a:pt x="374" y="1517"/>
                    <a:pt x="375" y="1514"/>
                  </a:cubicBezTo>
                  <a:cubicBezTo>
                    <a:pt x="376" y="1506"/>
                    <a:pt x="380" y="1499"/>
                    <a:pt x="382" y="1491"/>
                  </a:cubicBezTo>
                  <a:cubicBezTo>
                    <a:pt x="383" y="1482"/>
                    <a:pt x="384" y="1473"/>
                    <a:pt x="384" y="1463"/>
                  </a:cubicBezTo>
                  <a:lnTo>
                    <a:pt x="384" y="1462"/>
                  </a:lnTo>
                  <a:lnTo>
                    <a:pt x="391" y="1458"/>
                  </a:lnTo>
                  <a:cubicBezTo>
                    <a:pt x="391" y="1468"/>
                    <a:pt x="391" y="1477"/>
                    <a:pt x="391" y="1486"/>
                  </a:cubicBezTo>
                  <a:cubicBezTo>
                    <a:pt x="391" y="1495"/>
                    <a:pt x="397" y="1524"/>
                    <a:pt x="394" y="1526"/>
                  </a:cubicBezTo>
                  <a:cubicBezTo>
                    <a:pt x="393" y="1526"/>
                    <a:pt x="393" y="1526"/>
                    <a:pt x="393" y="1527"/>
                  </a:cubicBezTo>
                  <a:lnTo>
                    <a:pt x="393" y="1528"/>
                  </a:lnTo>
                  <a:lnTo>
                    <a:pt x="393" y="1529"/>
                  </a:lnTo>
                  <a:cubicBezTo>
                    <a:pt x="393" y="1529"/>
                    <a:pt x="393" y="1528"/>
                    <a:pt x="394" y="1529"/>
                  </a:cubicBezTo>
                  <a:cubicBezTo>
                    <a:pt x="395" y="1530"/>
                    <a:pt x="394" y="1530"/>
                    <a:pt x="394" y="1530"/>
                  </a:cubicBezTo>
                  <a:lnTo>
                    <a:pt x="397" y="1530"/>
                  </a:lnTo>
                  <a:cubicBezTo>
                    <a:pt x="398" y="1530"/>
                    <a:pt x="398" y="1530"/>
                    <a:pt x="399" y="1529"/>
                  </a:cubicBezTo>
                  <a:cubicBezTo>
                    <a:pt x="399" y="1529"/>
                    <a:pt x="400" y="1529"/>
                    <a:pt x="400" y="1528"/>
                  </a:cubicBezTo>
                  <a:cubicBezTo>
                    <a:pt x="404" y="1520"/>
                    <a:pt x="406" y="1511"/>
                    <a:pt x="406" y="1503"/>
                  </a:cubicBezTo>
                  <a:cubicBezTo>
                    <a:pt x="406" y="1501"/>
                    <a:pt x="405" y="1499"/>
                    <a:pt x="405" y="1496"/>
                  </a:cubicBezTo>
                  <a:cubicBezTo>
                    <a:pt x="405" y="1481"/>
                    <a:pt x="405" y="1466"/>
                    <a:pt x="406" y="1450"/>
                  </a:cubicBezTo>
                  <a:cubicBezTo>
                    <a:pt x="413" y="1448"/>
                    <a:pt x="419" y="1445"/>
                    <a:pt x="426" y="1444"/>
                  </a:cubicBezTo>
                  <a:cubicBezTo>
                    <a:pt x="426" y="1455"/>
                    <a:pt x="422" y="1465"/>
                    <a:pt x="421" y="1476"/>
                  </a:cubicBezTo>
                  <a:cubicBezTo>
                    <a:pt x="420" y="1485"/>
                    <a:pt x="420" y="1494"/>
                    <a:pt x="420" y="1504"/>
                  </a:cubicBezTo>
                  <a:cubicBezTo>
                    <a:pt x="420" y="1513"/>
                    <a:pt x="420" y="1522"/>
                    <a:pt x="421" y="1531"/>
                  </a:cubicBezTo>
                  <a:cubicBezTo>
                    <a:pt x="421" y="1538"/>
                    <a:pt x="431" y="1537"/>
                    <a:pt x="431" y="1531"/>
                  </a:cubicBezTo>
                  <a:cubicBezTo>
                    <a:pt x="431" y="1516"/>
                    <a:pt x="431" y="1500"/>
                    <a:pt x="431" y="1484"/>
                  </a:cubicBezTo>
                  <a:cubicBezTo>
                    <a:pt x="432" y="1470"/>
                    <a:pt x="435" y="1455"/>
                    <a:pt x="438" y="1441"/>
                  </a:cubicBezTo>
                  <a:lnTo>
                    <a:pt x="439" y="1441"/>
                  </a:lnTo>
                  <a:lnTo>
                    <a:pt x="440" y="1441"/>
                  </a:lnTo>
                  <a:lnTo>
                    <a:pt x="441" y="1440"/>
                  </a:lnTo>
                  <a:lnTo>
                    <a:pt x="441" y="1439"/>
                  </a:lnTo>
                  <a:cubicBezTo>
                    <a:pt x="441" y="1438"/>
                    <a:pt x="441" y="1438"/>
                    <a:pt x="441" y="1438"/>
                  </a:cubicBezTo>
                  <a:cubicBezTo>
                    <a:pt x="441" y="1437"/>
                    <a:pt x="440" y="1437"/>
                    <a:pt x="440" y="1437"/>
                  </a:cubicBezTo>
                  <a:lnTo>
                    <a:pt x="439" y="1437"/>
                  </a:lnTo>
                  <a:lnTo>
                    <a:pt x="451" y="1435"/>
                  </a:lnTo>
                  <a:cubicBezTo>
                    <a:pt x="451" y="1453"/>
                    <a:pt x="454" y="1470"/>
                    <a:pt x="456" y="1488"/>
                  </a:cubicBezTo>
                  <a:cubicBezTo>
                    <a:pt x="456" y="1492"/>
                    <a:pt x="463" y="1493"/>
                    <a:pt x="464" y="1488"/>
                  </a:cubicBezTo>
                  <a:cubicBezTo>
                    <a:pt x="466" y="1472"/>
                    <a:pt x="468" y="1456"/>
                    <a:pt x="469" y="1440"/>
                  </a:cubicBezTo>
                  <a:cubicBezTo>
                    <a:pt x="476" y="1439"/>
                    <a:pt x="483" y="1438"/>
                    <a:pt x="490" y="1436"/>
                  </a:cubicBezTo>
                  <a:cubicBezTo>
                    <a:pt x="493" y="1453"/>
                    <a:pt x="501" y="1517"/>
                    <a:pt x="496" y="1518"/>
                  </a:cubicBezTo>
                  <a:cubicBezTo>
                    <a:pt x="496" y="1519"/>
                    <a:pt x="496" y="1519"/>
                    <a:pt x="496" y="1519"/>
                  </a:cubicBezTo>
                  <a:cubicBezTo>
                    <a:pt x="495" y="1519"/>
                    <a:pt x="495" y="1519"/>
                    <a:pt x="494" y="1520"/>
                  </a:cubicBezTo>
                  <a:cubicBezTo>
                    <a:pt x="494" y="1520"/>
                    <a:pt x="494" y="1521"/>
                    <a:pt x="494" y="1522"/>
                  </a:cubicBezTo>
                  <a:lnTo>
                    <a:pt x="494" y="1523"/>
                  </a:lnTo>
                  <a:cubicBezTo>
                    <a:pt x="495" y="1524"/>
                    <a:pt x="495" y="1524"/>
                    <a:pt x="496" y="1525"/>
                  </a:cubicBezTo>
                  <a:lnTo>
                    <a:pt x="497" y="1525"/>
                  </a:lnTo>
                  <a:lnTo>
                    <a:pt x="498" y="1525"/>
                  </a:lnTo>
                  <a:lnTo>
                    <a:pt x="501" y="1525"/>
                  </a:lnTo>
                  <a:cubicBezTo>
                    <a:pt x="501" y="1525"/>
                    <a:pt x="502" y="1525"/>
                    <a:pt x="503" y="1524"/>
                  </a:cubicBezTo>
                  <a:cubicBezTo>
                    <a:pt x="503" y="1524"/>
                    <a:pt x="504" y="1524"/>
                    <a:pt x="504" y="1523"/>
                  </a:cubicBezTo>
                  <a:cubicBezTo>
                    <a:pt x="507" y="1511"/>
                    <a:pt x="509" y="1498"/>
                    <a:pt x="509" y="1485"/>
                  </a:cubicBezTo>
                  <a:cubicBezTo>
                    <a:pt x="509" y="1482"/>
                    <a:pt x="509" y="1480"/>
                    <a:pt x="509" y="1477"/>
                  </a:cubicBezTo>
                  <a:cubicBezTo>
                    <a:pt x="509" y="1463"/>
                    <a:pt x="510" y="1448"/>
                    <a:pt x="512" y="1435"/>
                  </a:cubicBezTo>
                  <a:cubicBezTo>
                    <a:pt x="512" y="1434"/>
                    <a:pt x="512" y="1434"/>
                    <a:pt x="512" y="1434"/>
                  </a:cubicBezTo>
                  <a:cubicBezTo>
                    <a:pt x="512" y="1433"/>
                    <a:pt x="512" y="1433"/>
                    <a:pt x="512" y="1433"/>
                  </a:cubicBezTo>
                  <a:cubicBezTo>
                    <a:pt x="518" y="1432"/>
                    <a:pt x="524" y="1430"/>
                    <a:pt x="530" y="1429"/>
                  </a:cubicBezTo>
                  <a:cubicBezTo>
                    <a:pt x="532" y="1439"/>
                    <a:pt x="534" y="1449"/>
                    <a:pt x="535" y="1460"/>
                  </a:cubicBezTo>
                  <a:cubicBezTo>
                    <a:pt x="535" y="1465"/>
                    <a:pt x="543" y="1464"/>
                    <a:pt x="543" y="1460"/>
                  </a:cubicBezTo>
                  <a:cubicBezTo>
                    <a:pt x="544" y="1452"/>
                    <a:pt x="545" y="1445"/>
                    <a:pt x="548" y="1438"/>
                  </a:cubicBezTo>
                  <a:cubicBezTo>
                    <a:pt x="549" y="1434"/>
                    <a:pt x="550" y="1429"/>
                    <a:pt x="550" y="1424"/>
                  </a:cubicBezTo>
                  <a:lnTo>
                    <a:pt x="560" y="1421"/>
                  </a:lnTo>
                  <a:lnTo>
                    <a:pt x="561" y="1421"/>
                  </a:lnTo>
                  <a:lnTo>
                    <a:pt x="561" y="1420"/>
                  </a:lnTo>
                  <a:lnTo>
                    <a:pt x="566" y="1420"/>
                  </a:lnTo>
                  <a:cubicBezTo>
                    <a:pt x="566" y="1422"/>
                    <a:pt x="566" y="1423"/>
                    <a:pt x="566" y="1425"/>
                  </a:cubicBezTo>
                  <a:cubicBezTo>
                    <a:pt x="566" y="1431"/>
                    <a:pt x="567" y="1437"/>
                    <a:pt x="568" y="1444"/>
                  </a:cubicBezTo>
                  <a:cubicBezTo>
                    <a:pt x="570" y="1449"/>
                    <a:pt x="571" y="1455"/>
                    <a:pt x="571" y="1460"/>
                  </a:cubicBezTo>
                  <a:cubicBezTo>
                    <a:pt x="571" y="1462"/>
                    <a:pt x="571" y="1464"/>
                    <a:pt x="571" y="1467"/>
                  </a:cubicBezTo>
                  <a:cubicBezTo>
                    <a:pt x="571" y="1470"/>
                    <a:pt x="574" y="1473"/>
                    <a:pt x="576" y="1469"/>
                  </a:cubicBezTo>
                  <a:cubicBezTo>
                    <a:pt x="577" y="1468"/>
                    <a:pt x="578" y="1467"/>
                    <a:pt x="578" y="1466"/>
                  </a:cubicBezTo>
                  <a:cubicBezTo>
                    <a:pt x="585" y="1454"/>
                    <a:pt x="589" y="1441"/>
                    <a:pt x="589" y="1428"/>
                  </a:cubicBezTo>
                  <a:cubicBezTo>
                    <a:pt x="589" y="1425"/>
                    <a:pt x="588" y="1421"/>
                    <a:pt x="588" y="1418"/>
                  </a:cubicBezTo>
                  <a:lnTo>
                    <a:pt x="601" y="1418"/>
                  </a:lnTo>
                  <a:cubicBezTo>
                    <a:pt x="601" y="1419"/>
                    <a:pt x="601" y="1419"/>
                    <a:pt x="601" y="1419"/>
                  </a:cubicBezTo>
                  <a:cubicBezTo>
                    <a:pt x="600" y="1420"/>
                    <a:pt x="600" y="1421"/>
                    <a:pt x="600" y="1421"/>
                  </a:cubicBezTo>
                  <a:cubicBezTo>
                    <a:pt x="593" y="1445"/>
                    <a:pt x="603" y="1474"/>
                    <a:pt x="608" y="1497"/>
                  </a:cubicBezTo>
                  <a:cubicBezTo>
                    <a:pt x="608" y="1500"/>
                    <a:pt x="614" y="1501"/>
                    <a:pt x="615" y="1497"/>
                  </a:cubicBezTo>
                  <a:cubicBezTo>
                    <a:pt x="617" y="1484"/>
                    <a:pt x="620" y="1472"/>
                    <a:pt x="622" y="1459"/>
                  </a:cubicBezTo>
                  <a:cubicBezTo>
                    <a:pt x="622" y="1455"/>
                    <a:pt x="622" y="1450"/>
                    <a:pt x="622" y="1446"/>
                  </a:cubicBezTo>
                  <a:cubicBezTo>
                    <a:pt x="622" y="1441"/>
                    <a:pt x="622" y="1439"/>
                    <a:pt x="622" y="1436"/>
                  </a:cubicBezTo>
                  <a:cubicBezTo>
                    <a:pt x="622" y="1432"/>
                    <a:pt x="624" y="1429"/>
                    <a:pt x="622" y="1432"/>
                  </a:cubicBezTo>
                  <a:cubicBezTo>
                    <a:pt x="623" y="1431"/>
                    <a:pt x="623" y="1430"/>
                    <a:pt x="624" y="1429"/>
                  </a:cubicBezTo>
                  <a:cubicBezTo>
                    <a:pt x="625" y="1428"/>
                    <a:pt x="625" y="1426"/>
                    <a:pt x="625" y="1424"/>
                  </a:cubicBezTo>
                  <a:cubicBezTo>
                    <a:pt x="625" y="1422"/>
                    <a:pt x="625" y="1420"/>
                    <a:pt x="624" y="1418"/>
                  </a:cubicBezTo>
                  <a:cubicBezTo>
                    <a:pt x="624" y="1418"/>
                    <a:pt x="623" y="1418"/>
                    <a:pt x="623" y="1417"/>
                  </a:cubicBezTo>
                  <a:cubicBezTo>
                    <a:pt x="635" y="1417"/>
                    <a:pt x="647" y="1417"/>
                    <a:pt x="659" y="1417"/>
                  </a:cubicBezTo>
                  <a:lnTo>
                    <a:pt x="661" y="1417"/>
                  </a:lnTo>
                  <a:cubicBezTo>
                    <a:pt x="661" y="1418"/>
                    <a:pt x="662" y="1419"/>
                    <a:pt x="662" y="1419"/>
                  </a:cubicBezTo>
                  <a:cubicBezTo>
                    <a:pt x="662" y="1420"/>
                    <a:pt x="662" y="1420"/>
                    <a:pt x="663" y="1420"/>
                  </a:cubicBezTo>
                  <a:cubicBezTo>
                    <a:pt x="661" y="1420"/>
                    <a:pt x="661" y="1421"/>
                    <a:pt x="662" y="1423"/>
                  </a:cubicBezTo>
                  <a:cubicBezTo>
                    <a:pt x="662" y="1425"/>
                    <a:pt x="663" y="1428"/>
                    <a:pt x="663" y="1431"/>
                  </a:cubicBezTo>
                  <a:cubicBezTo>
                    <a:pt x="663" y="1433"/>
                    <a:pt x="663" y="1436"/>
                    <a:pt x="663" y="1439"/>
                  </a:cubicBezTo>
                  <a:cubicBezTo>
                    <a:pt x="663" y="1441"/>
                    <a:pt x="665" y="1448"/>
                    <a:pt x="663" y="1451"/>
                  </a:cubicBezTo>
                  <a:cubicBezTo>
                    <a:pt x="661" y="1453"/>
                    <a:pt x="664" y="1462"/>
                    <a:pt x="669" y="1458"/>
                  </a:cubicBezTo>
                  <a:cubicBezTo>
                    <a:pt x="671" y="1456"/>
                    <a:pt x="672" y="1454"/>
                    <a:pt x="674" y="1452"/>
                  </a:cubicBezTo>
                  <a:cubicBezTo>
                    <a:pt x="676" y="1448"/>
                    <a:pt x="677" y="1444"/>
                    <a:pt x="677" y="1440"/>
                  </a:cubicBezTo>
                  <a:cubicBezTo>
                    <a:pt x="677" y="1436"/>
                    <a:pt x="677" y="1431"/>
                    <a:pt x="677" y="1427"/>
                  </a:cubicBezTo>
                  <a:cubicBezTo>
                    <a:pt x="677" y="1423"/>
                    <a:pt x="677" y="1421"/>
                    <a:pt x="677" y="1417"/>
                  </a:cubicBezTo>
                  <a:cubicBezTo>
                    <a:pt x="689" y="1417"/>
                    <a:pt x="701" y="1416"/>
                    <a:pt x="712" y="1415"/>
                  </a:cubicBezTo>
                  <a:cubicBezTo>
                    <a:pt x="712" y="1419"/>
                    <a:pt x="711" y="1422"/>
                    <a:pt x="711" y="1426"/>
                  </a:cubicBezTo>
                  <a:cubicBezTo>
                    <a:pt x="711" y="1429"/>
                    <a:pt x="712" y="1433"/>
                    <a:pt x="712" y="1436"/>
                  </a:cubicBezTo>
                  <a:cubicBezTo>
                    <a:pt x="713" y="1445"/>
                    <a:pt x="714" y="1454"/>
                    <a:pt x="714" y="1463"/>
                  </a:cubicBezTo>
                  <a:cubicBezTo>
                    <a:pt x="714" y="1466"/>
                    <a:pt x="714" y="1469"/>
                    <a:pt x="714" y="1471"/>
                  </a:cubicBezTo>
                  <a:cubicBezTo>
                    <a:pt x="714" y="1474"/>
                    <a:pt x="714" y="1477"/>
                    <a:pt x="714" y="1480"/>
                  </a:cubicBezTo>
                  <a:cubicBezTo>
                    <a:pt x="714" y="1484"/>
                    <a:pt x="714" y="1487"/>
                    <a:pt x="714" y="1490"/>
                  </a:cubicBezTo>
                  <a:lnTo>
                    <a:pt x="714" y="1491"/>
                  </a:lnTo>
                  <a:cubicBezTo>
                    <a:pt x="715" y="1492"/>
                    <a:pt x="715" y="1492"/>
                    <a:pt x="715" y="1492"/>
                  </a:cubicBezTo>
                  <a:cubicBezTo>
                    <a:pt x="716" y="1492"/>
                    <a:pt x="716" y="1492"/>
                    <a:pt x="717" y="1492"/>
                  </a:cubicBezTo>
                  <a:lnTo>
                    <a:pt x="718" y="1492"/>
                  </a:lnTo>
                  <a:cubicBezTo>
                    <a:pt x="718" y="1492"/>
                    <a:pt x="719" y="1492"/>
                    <a:pt x="719" y="1491"/>
                  </a:cubicBezTo>
                  <a:lnTo>
                    <a:pt x="719" y="1490"/>
                  </a:lnTo>
                  <a:cubicBezTo>
                    <a:pt x="723" y="1478"/>
                    <a:pt x="725" y="1467"/>
                    <a:pt x="726" y="1455"/>
                  </a:cubicBezTo>
                  <a:cubicBezTo>
                    <a:pt x="726" y="1446"/>
                    <a:pt x="726" y="1438"/>
                    <a:pt x="727" y="1429"/>
                  </a:cubicBezTo>
                  <a:cubicBezTo>
                    <a:pt x="729" y="1424"/>
                    <a:pt x="730" y="1418"/>
                    <a:pt x="732" y="1413"/>
                  </a:cubicBezTo>
                  <a:lnTo>
                    <a:pt x="761" y="1410"/>
                  </a:lnTo>
                  <a:cubicBezTo>
                    <a:pt x="762" y="1412"/>
                    <a:pt x="762" y="1414"/>
                    <a:pt x="762" y="1417"/>
                  </a:cubicBezTo>
                  <a:cubicBezTo>
                    <a:pt x="762" y="1419"/>
                    <a:pt x="762" y="1423"/>
                    <a:pt x="761" y="1425"/>
                  </a:cubicBezTo>
                  <a:cubicBezTo>
                    <a:pt x="761" y="1428"/>
                    <a:pt x="761" y="1432"/>
                    <a:pt x="761" y="1435"/>
                  </a:cubicBezTo>
                  <a:cubicBezTo>
                    <a:pt x="761" y="1438"/>
                    <a:pt x="761" y="1441"/>
                    <a:pt x="761" y="1445"/>
                  </a:cubicBezTo>
                  <a:cubicBezTo>
                    <a:pt x="761" y="1450"/>
                    <a:pt x="770" y="1449"/>
                    <a:pt x="770" y="1445"/>
                  </a:cubicBezTo>
                  <a:cubicBezTo>
                    <a:pt x="771" y="1439"/>
                    <a:pt x="772" y="1433"/>
                    <a:pt x="774" y="1428"/>
                  </a:cubicBezTo>
                  <a:cubicBezTo>
                    <a:pt x="775" y="1421"/>
                    <a:pt x="776" y="1415"/>
                    <a:pt x="776" y="1408"/>
                  </a:cubicBezTo>
                  <a:cubicBezTo>
                    <a:pt x="789" y="1407"/>
                    <a:pt x="801" y="1406"/>
                    <a:pt x="813" y="1406"/>
                  </a:cubicBezTo>
                  <a:cubicBezTo>
                    <a:pt x="799" y="1438"/>
                    <a:pt x="821" y="1479"/>
                    <a:pt x="813" y="1512"/>
                  </a:cubicBezTo>
                  <a:cubicBezTo>
                    <a:pt x="811" y="1516"/>
                    <a:pt x="819" y="1519"/>
                    <a:pt x="820" y="1514"/>
                  </a:cubicBezTo>
                  <a:cubicBezTo>
                    <a:pt x="826" y="1496"/>
                    <a:pt x="829" y="1477"/>
                    <a:pt x="830" y="1458"/>
                  </a:cubicBezTo>
                  <a:cubicBezTo>
                    <a:pt x="831" y="1447"/>
                    <a:pt x="830" y="1436"/>
                    <a:pt x="832" y="1425"/>
                  </a:cubicBezTo>
                  <a:cubicBezTo>
                    <a:pt x="834" y="1420"/>
                    <a:pt x="834" y="1416"/>
                    <a:pt x="834" y="1411"/>
                  </a:cubicBezTo>
                  <a:cubicBezTo>
                    <a:pt x="834" y="1409"/>
                    <a:pt x="834" y="1407"/>
                    <a:pt x="834" y="1405"/>
                  </a:cubicBezTo>
                  <a:lnTo>
                    <a:pt x="842" y="1405"/>
                  </a:lnTo>
                  <a:cubicBezTo>
                    <a:pt x="841" y="1427"/>
                    <a:pt x="849" y="1451"/>
                    <a:pt x="844" y="1472"/>
                  </a:cubicBezTo>
                  <a:cubicBezTo>
                    <a:pt x="844" y="1475"/>
                    <a:pt x="844" y="1477"/>
                    <a:pt x="844" y="1479"/>
                  </a:cubicBezTo>
                  <a:cubicBezTo>
                    <a:pt x="844" y="1484"/>
                    <a:pt x="844" y="1488"/>
                    <a:pt x="845" y="1492"/>
                  </a:cubicBezTo>
                  <a:cubicBezTo>
                    <a:pt x="846" y="1496"/>
                    <a:pt x="846" y="1500"/>
                    <a:pt x="846" y="1505"/>
                  </a:cubicBezTo>
                  <a:cubicBezTo>
                    <a:pt x="846" y="1509"/>
                    <a:pt x="846" y="1514"/>
                    <a:pt x="845" y="1518"/>
                  </a:cubicBezTo>
                  <a:cubicBezTo>
                    <a:pt x="845" y="1519"/>
                    <a:pt x="846" y="1519"/>
                    <a:pt x="846" y="1520"/>
                  </a:cubicBezTo>
                  <a:lnTo>
                    <a:pt x="847" y="1521"/>
                  </a:lnTo>
                  <a:cubicBezTo>
                    <a:pt x="848" y="1521"/>
                    <a:pt x="848" y="1521"/>
                    <a:pt x="849" y="1521"/>
                  </a:cubicBezTo>
                  <a:lnTo>
                    <a:pt x="850" y="1521"/>
                  </a:lnTo>
                  <a:cubicBezTo>
                    <a:pt x="851" y="1521"/>
                    <a:pt x="851" y="1520"/>
                    <a:pt x="851" y="1520"/>
                  </a:cubicBezTo>
                  <a:cubicBezTo>
                    <a:pt x="852" y="1519"/>
                    <a:pt x="852" y="1519"/>
                    <a:pt x="852" y="1518"/>
                  </a:cubicBezTo>
                  <a:cubicBezTo>
                    <a:pt x="852" y="1511"/>
                    <a:pt x="856" y="1506"/>
                    <a:pt x="857" y="1499"/>
                  </a:cubicBezTo>
                  <a:cubicBezTo>
                    <a:pt x="857" y="1498"/>
                    <a:pt x="857" y="1498"/>
                    <a:pt x="857" y="1498"/>
                  </a:cubicBezTo>
                  <a:cubicBezTo>
                    <a:pt x="857" y="1489"/>
                    <a:pt x="859" y="1480"/>
                    <a:pt x="863" y="1472"/>
                  </a:cubicBezTo>
                  <a:cubicBezTo>
                    <a:pt x="866" y="1463"/>
                    <a:pt x="867" y="1453"/>
                    <a:pt x="867" y="1443"/>
                  </a:cubicBezTo>
                  <a:cubicBezTo>
                    <a:pt x="867" y="1442"/>
                    <a:pt x="867" y="1440"/>
                    <a:pt x="867" y="1438"/>
                  </a:cubicBezTo>
                  <a:cubicBezTo>
                    <a:pt x="868" y="1433"/>
                    <a:pt x="868" y="1427"/>
                    <a:pt x="868" y="1421"/>
                  </a:cubicBezTo>
                  <a:cubicBezTo>
                    <a:pt x="868" y="1415"/>
                    <a:pt x="868" y="1409"/>
                    <a:pt x="867" y="1404"/>
                  </a:cubicBezTo>
                  <a:lnTo>
                    <a:pt x="889" y="1404"/>
                  </a:lnTo>
                  <a:cubicBezTo>
                    <a:pt x="889" y="1404"/>
                    <a:pt x="889" y="1406"/>
                    <a:pt x="889" y="1408"/>
                  </a:cubicBezTo>
                  <a:cubicBezTo>
                    <a:pt x="889" y="1418"/>
                    <a:pt x="890" y="1428"/>
                    <a:pt x="892" y="1438"/>
                  </a:cubicBezTo>
                  <a:cubicBezTo>
                    <a:pt x="894" y="1454"/>
                    <a:pt x="895" y="1470"/>
                    <a:pt x="897" y="1487"/>
                  </a:cubicBezTo>
                  <a:cubicBezTo>
                    <a:pt x="897" y="1487"/>
                    <a:pt x="897" y="1488"/>
                    <a:pt x="897" y="1489"/>
                  </a:cubicBezTo>
                  <a:lnTo>
                    <a:pt x="898" y="1490"/>
                  </a:lnTo>
                  <a:cubicBezTo>
                    <a:pt x="899" y="1491"/>
                    <a:pt x="899" y="1490"/>
                    <a:pt x="900" y="1490"/>
                  </a:cubicBezTo>
                  <a:cubicBezTo>
                    <a:pt x="901" y="1490"/>
                    <a:pt x="901" y="1491"/>
                    <a:pt x="902" y="1490"/>
                  </a:cubicBezTo>
                  <a:cubicBezTo>
                    <a:pt x="903" y="1489"/>
                    <a:pt x="903" y="1489"/>
                    <a:pt x="903" y="1489"/>
                  </a:cubicBezTo>
                  <a:cubicBezTo>
                    <a:pt x="903" y="1488"/>
                    <a:pt x="903" y="1487"/>
                    <a:pt x="903" y="1487"/>
                  </a:cubicBezTo>
                  <a:cubicBezTo>
                    <a:pt x="905" y="1472"/>
                    <a:pt x="907" y="1457"/>
                    <a:pt x="908" y="1442"/>
                  </a:cubicBezTo>
                  <a:cubicBezTo>
                    <a:pt x="908" y="1432"/>
                    <a:pt x="904" y="1411"/>
                    <a:pt x="911" y="1403"/>
                  </a:cubicBezTo>
                  <a:lnTo>
                    <a:pt x="928" y="1403"/>
                  </a:lnTo>
                  <a:cubicBezTo>
                    <a:pt x="927" y="1410"/>
                    <a:pt x="926" y="1417"/>
                    <a:pt x="926" y="1424"/>
                  </a:cubicBezTo>
                  <a:cubicBezTo>
                    <a:pt x="926" y="1435"/>
                    <a:pt x="927" y="1446"/>
                    <a:pt x="930" y="1457"/>
                  </a:cubicBezTo>
                  <a:cubicBezTo>
                    <a:pt x="930" y="1461"/>
                    <a:pt x="937" y="1462"/>
                    <a:pt x="939" y="1457"/>
                  </a:cubicBezTo>
                  <a:cubicBezTo>
                    <a:pt x="943" y="1439"/>
                    <a:pt x="945" y="1421"/>
                    <a:pt x="948" y="1402"/>
                  </a:cubicBezTo>
                  <a:lnTo>
                    <a:pt x="969" y="1402"/>
                  </a:lnTo>
                  <a:cubicBezTo>
                    <a:pt x="968" y="1411"/>
                    <a:pt x="967" y="1419"/>
                    <a:pt x="967" y="1428"/>
                  </a:cubicBezTo>
                  <a:cubicBezTo>
                    <a:pt x="967" y="1441"/>
                    <a:pt x="968" y="1454"/>
                    <a:pt x="971" y="1467"/>
                  </a:cubicBezTo>
                  <a:cubicBezTo>
                    <a:pt x="972" y="1492"/>
                    <a:pt x="980" y="1516"/>
                    <a:pt x="980" y="1541"/>
                  </a:cubicBezTo>
                  <a:cubicBezTo>
                    <a:pt x="980" y="1542"/>
                    <a:pt x="980" y="1542"/>
                    <a:pt x="981" y="1542"/>
                  </a:cubicBezTo>
                  <a:lnTo>
                    <a:pt x="981" y="1543"/>
                  </a:lnTo>
                  <a:cubicBezTo>
                    <a:pt x="982" y="1543"/>
                    <a:pt x="982" y="1543"/>
                    <a:pt x="983" y="1543"/>
                  </a:cubicBezTo>
                  <a:lnTo>
                    <a:pt x="984" y="1543"/>
                  </a:lnTo>
                  <a:cubicBezTo>
                    <a:pt x="984" y="1543"/>
                    <a:pt x="984" y="1542"/>
                    <a:pt x="985" y="1542"/>
                  </a:cubicBezTo>
                  <a:lnTo>
                    <a:pt x="985" y="1541"/>
                  </a:lnTo>
                  <a:cubicBezTo>
                    <a:pt x="985" y="1520"/>
                    <a:pt x="984" y="1499"/>
                    <a:pt x="987" y="1478"/>
                  </a:cubicBezTo>
                  <a:cubicBezTo>
                    <a:pt x="990" y="1456"/>
                    <a:pt x="985" y="1430"/>
                    <a:pt x="989" y="1408"/>
                  </a:cubicBezTo>
                  <a:cubicBezTo>
                    <a:pt x="990" y="1407"/>
                    <a:pt x="989" y="1407"/>
                    <a:pt x="990" y="1406"/>
                  </a:cubicBezTo>
                  <a:cubicBezTo>
                    <a:pt x="991" y="1405"/>
                    <a:pt x="992" y="1403"/>
                    <a:pt x="992" y="1402"/>
                  </a:cubicBezTo>
                  <a:lnTo>
                    <a:pt x="1017" y="1402"/>
                  </a:lnTo>
                  <a:cubicBezTo>
                    <a:pt x="1017" y="1415"/>
                    <a:pt x="1018" y="1427"/>
                    <a:pt x="1019" y="1440"/>
                  </a:cubicBezTo>
                  <a:cubicBezTo>
                    <a:pt x="1021" y="1457"/>
                    <a:pt x="1019" y="1473"/>
                    <a:pt x="1019" y="1490"/>
                  </a:cubicBezTo>
                  <a:cubicBezTo>
                    <a:pt x="1019" y="1496"/>
                    <a:pt x="1027" y="1495"/>
                    <a:pt x="1027" y="1490"/>
                  </a:cubicBezTo>
                  <a:cubicBezTo>
                    <a:pt x="1027" y="1478"/>
                    <a:pt x="1033" y="1468"/>
                    <a:pt x="1033" y="1456"/>
                  </a:cubicBezTo>
                  <a:cubicBezTo>
                    <a:pt x="1033" y="1438"/>
                    <a:pt x="1037" y="1420"/>
                    <a:pt x="1037" y="1402"/>
                  </a:cubicBezTo>
                  <a:cubicBezTo>
                    <a:pt x="1096" y="1402"/>
                    <a:pt x="1157" y="1401"/>
                    <a:pt x="1217" y="1401"/>
                  </a:cubicBezTo>
                  <a:cubicBezTo>
                    <a:pt x="1313" y="1401"/>
                    <a:pt x="1412" y="1405"/>
                    <a:pt x="1510" y="1405"/>
                  </a:cubicBezTo>
                  <a:lnTo>
                    <a:pt x="1510" y="1406"/>
                  </a:lnTo>
                  <a:cubicBezTo>
                    <a:pt x="1510" y="1407"/>
                    <a:pt x="1510" y="1407"/>
                    <a:pt x="1510" y="1408"/>
                  </a:cubicBezTo>
                  <a:cubicBezTo>
                    <a:pt x="1510" y="1426"/>
                    <a:pt x="1507" y="1443"/>
                    <a:pt x="1506" y="1460"/>
                  </a:cubicBezTo>
                  <a:cubicBezTo>
                    <a:pt x="1506" y="1466"/>
                    <a:pt x="1507" y="1471"/>
                    <a:pt x="1508" y="1477"/>
                  </a:cubicBezTo>
                  <a:cubicBezTo>
                    <a:pt x="1508" y="1482"/>
                    <a:pt x="1508" y="1488"/>
                    <a:pt x="1508" y="1494"/>
                  </a:cubicBezTo>
                  <a:cubicBezTo>
                    <a:pt x="1508" y="1500"/>
                    <a:pt x="1508" y="1505"/>
                    <a:pt x="1508" y="1511"/>
                  </a:cubicBezTo>
                  <a:lnTo>
                    <a:pt x="1508" y="1512"/>
                  </a:lnTo>
                  <a:lnTo>
                    <a:pt x="1509" y="1513"/>
                  </a:lnTo>
                  <a:cubicBezTo>
                    <a:pt x="1509" y="1513"/>
                    <a:pt x="1510" y="1513"/>
                    <a:pt x="1511" y="1513"/>
                  </a:cubicBezTo>
                  <a:lnTo>
                    <a:pt x="1512" y="1513"/>
                  </a:lnTo>
                  <a:lnTo>
                    <a:pt x="1513" y="1512"/>
                  </a:lnTo>
                  <a:cubicBezTo>
                    <a:pt x="1513" y="1511"/>
                    <a:pt x="1513" y="1511"/>
                    <a:pt x="1513" y="1511"/>
                  </a:cubicBezTo>
                  <a:cubicBezTo>
                    <a:pt x="1517" y="1486"/>
                    <a:pt x="1523" y="1462"/>
                    <a:pt x="1527" y="1437"/>
                  </a:cubicBezTo>
                  <a:cubicBezTo>
                    <a:pt x="1528" y="1426"/>
                    <a:pt x="1530" y="1415"/>
                    <a:pt x="1533" y="1404"/>
                  </a:cubicBezTo>
                  <a:lnTo>
                    <a:pt x="1552" y="1404"/>
                  </a:lnTo>
                  <a:cubicBezTo>
                    <a:pt x="1552" y="1406"/>
                    <a:pt x="1552" y="1409"/>
                    <a:pt x="1552" y="1411"/>
                  </a:cubicBezTo>
                  <a:cubicBezTo>
                    <a:pt x="1552" y="1414"/>
                    <a:pt x="1552" y="1416"/>
                    <a:pt x="1552" y="1419"/>
                  </a:cubicBezTo>
                  <a:cubicBezTo>
                    <a:pt x="1552" y="1427"/>
                    <a:pt x="1551" y="1434"/>
                    <a:pt x="1552" y="1443"/>
                  </a:cubicBezTo>
                  <a:cubicBezTo>
                    <a:pt x="1552" y="1446"/>
                    <a:pt x="1559" y="1446"/>
                    <a:pt x="1559" y="1443"/>
                  </a:cubicBezTo>
                  <a:cubicBezTo>
                    <a:pt x="1559" y="1435"/>
                    <a:pt x="1561" y="1427"/>
                    <a:pt x="1564" y="1420"/>
                  </a:cubicBezTo>
                  <a:cubicBezTo>
                    <a:pt x="1566" y="1415"/>
                    <a:pt x="1567" y="1410"/>
                    <a:pt x="1569" y="1404"/>
                  </a:cubicBezTo>
                  <a:lnTo>
                    <a:pt x="1592" y="1404"/>
                  </a:lnTo>
                  <a:cubicBezTo>
                    <a:pt x="1592" y="1405"/>
                    <a:pt x="1592" y="1405"/>
                    <a:pt x="1592" y="1405"/>
                  </a:cubicBezTo>
                  <a:cubicBezTo>
                    <a:pt x="1592" y="1406"/>
                    <a:pt x="1592" y="1406"/>
                    <a:pt x="1592" y="1407"/>
                  </a:cubicBezTo>
                  <a:cubicBezTo>
                    <a:pt x="1592" y="1412"/>
                    <a:pt x="1593" y="1418"/>
                    <a:pt x="1591" y="1423"/>
                  </a:cubicBezTo>
                  <a:cubicBezTo>
                    <a:pt x="1586" y="1435"/>
                    <a:pt x="1593" y="1449"/>
                    <a:pt x="1594" y="1461"/>
                  </a:cubicBezTo>
                  <a:cubicBezTo>
                    <a:pt x="1594" y="1465"/>
                    <a:pt x="1601" y="1464"/>
                    <a:pt x="1601" y="1461"/>
                  </a:cubicBezTo>
                  <a:cubicBezTo>
                    <a:pt x="1601" y="1460"/>
                    <a:pt x="1601" y="1458"/>
                    <a:pt x="1601" y="1457"/>
                  </a:cubicBezTo>
                  <a:cubicBezTo>
                    <a:pt x="1601" y="1447"/>
                    <a:pt x="1603" y="1438"/>
                    <a:pt x="1607" y="1429"/>
                  </a:cubicBezTo>
                  <a:lnTo>
                    <a:pt x="1608" y="1428"/>
                  </a:lnTo>
                  <a:cubicBezTo>
                    <a:pt x="1610" y="1425"/>
                    <a:pt x="1610" y="1422"/>
                    <a:pt x="1610" y="1419"/>
                  </a:cubicBezTo>
                  <a:cubicBezTo>
                    <a:pt x="1611" y="1414"/>
                    <a:pt x="1612" y="1409"/>
                    <a:pt x="1613" y="1404"/>
                  </a:cubicBezTo>
                  <a:lnTo>
                    <a:pt x="1645" y="1403"/>
                  </a:lnTo>
                  <a:cubicBezTo>
                    <a:pt x="1643" y="1432"/>
                    <a:pt x="1644" y="1462"/>
                    <a:pt x="1639" y="1491"/>
                  </a:cubicBezTo>
                  <a:cubicBezTo>
                    <a:pt x="1636" y="1510"/>
                    <a:pt x="1634" y="1530"/>
                    <a:pt x="1634" y="1550"/>
                  </a:cubicBezTo>
                  <a:cubicBezTo>
                    <a:pt x="1634" y="1561"/>
                    <a:pt x="1635" y="1571"/>
                    <a:pt x="1636" y="1582"/>
                  </a:cubicBezTo>
                  <a:cubicBezTo>
                    <a:pt x="1636" y="1583"/>
                    <a:pt x="1636" y="1584"/>
                    <a:pt x="1637" y="1585"/>
                  </a:cubicBezTo>
                  <a:cubicBezTo>
                    <a:pt x="1638" y="1586"/>
                    <a:pt x="1638" y="1587"/>
                    <a:pt x="1640" y="1588"/>
                  </a:cubicBezTo>
                  <a:cubicBezTo>
                    <a:pt x="1641" y="1588"/>
                    <a:pt x="1644" y="1590"/>
                    <a:pt x="1646" y="1590"/>
                  </a:cubicBezTo>
                  <a:cubicBezTo>
                    <a:pt x="1647" y="1590"/>
                    <a:pt x="1649" y="1588"/>
                    <a:pt x="1651" y="1588"/>
                  </a:cubicBezTo>
                  <a:cubicBezTo>
                    <a:pt x="1652" y="1587"/>
                    <a:pt x="1653" y="1586"/>
                    <a:pt x="1654" y="1585"/>
                  </a:cubicBezTo>
                  <a:cubicBezTo>
                    <a:pt x="1655" y="1584"/>
                    <a:pt x="1655" y="1583"/>
                    <a:pt x="1655" y="1582"/>
                  </a:cubicBezTo>
                  <a:cubicBezTo>
                    <a:pt x="1657" y="1559"/>
                    <a:pt x="1659" y="1535"/>
                    <a:pt x="1659" y="1512"/>
                  </a:cubicBezTo>
                  <a:cubicBezTo>
                    <a:pt x="1659" y="1506"/>
                    <a:pt x="1658" y="1499"/>
                    <a:pt x="1658" y="1493"/>
                  </a:cubicBezTo>
                  <a:cubicBezTo>
                    <a:pt x="1657" y="1462"/>
                    <a:pt x="1663" y="1433"/>
                    <a:pt x="1660" y="1401"/>
                  </a:cubicBezTo>
                  <a:lnTo>
                    <a:pt x="1665" y="1401"/>
                  </a:lnTo>
                  <a:lnTo>
                    <a:pt x="1672" y="1403"/>
                  </a:lnTo>
                  <a:cubicBezTo>
                    <a:pt x="1672" y="1406"/>
                    <a:pt x="1671" y="1410"/>
                    <a:pt x="1671" y="1413"/>
                  </a:cubicBezTo>
                  <a:cubicBezTo>
                    <a:pt x="1671" y="1421"/>
                    <a:pt x="1669" y="1429"/>
                    <a:pt x="1669" y="1437"/>
                  </a:cubicBezTo>
                  <a:cubicBezTo>
                    <a:pt x="1669" y="1439"/>
                    <a:pt x="1669" y="1441"/>
                    <a:pt x="1669" y="1443"/>
                  </a:cubicBezTo>
                  <a:cubicBezTo>
                    <a:pt x="1669" y="1453"/>
                    <a:pt x="1671" y="1462"/>
                    <a:pt x="1676" y="1470"/>
                  </a:cubicBezTo>
                  <a:lnTo>
                    <a:pt x="1676" y="1471"/>
                  </a:lnTo>
                  <a:cubicBezTo>
                    <a:pt x="1677" y="1471"/>
                    <a:pt x="1677" y="1471"/>
                    <a:pt x="1678" y="1472"/>
                  </a:cubicBezTo>
                  <a:cubicBezTo>
                    <a:pt x="1678" y="1472"/>
                    <a:pt x="1679" y="1472"/>
                    <a:pt x="1680" y="1472"/>
                  </a:cubicBezTo>
                  <a:cubicBezTo>
                    <a:pt x="1680" y="1472"/>
                    <a:pt x="1681" y="1473"/>
                    <a:pt x="1682" y="1472"/>
                  </a:cubicBezTo>
                  <a:cubicBezTo>
                    <a:pt x="1683" y="1471"/>
                    <a:pt x="1683" y="1471"/>
                    <a:pt x="1683" y="1471"/>
                  </a:cubicBezTo>
                  <a:cubicBezTo>
                    <a:pt x="1688" y="1461"/>
                    <a:pt x="1691" y="1451"/>
                    <a:pt x="1691" y="1440"/>
                  </a:cubicBezTo>
                  <a:cubicBezTo>
                    <a:pt x="1691" y="1437"/>
                    <a:pt x="1691" y="1434"/>
                    <a:pt x="1690" y="1431"/>
                  </a:cubicBezTo>
                  <a:cubicBezTo>
                    <a:pt x="1691" y="1428"/>
                    <a:pt x="1691" y="1425"/>
                    <a:pt x="1691" y="1423"/>
                  </a:cubicBezTo>
                  <a:cubicBezTo>
                    <a:pt x="1691" y="1416"/>
                    <a:pt x="1690" y="1410"/>
                    <a:pt x="1689" y="1404"/>
                  </a:cubicBezTo>
                  <a:cubicBezTo>
                    <a:pt x="1694" y="1404"/>
                    <a:pt x="1700" y="1404"/>
                    <a:pt x="1706" y="1404"/>
                  </a:cubicBezTo>
                  <a:cubicBezTo>
                    <a:pt x="1705" y="1408"/>
                    <a:pt x="1705" y="1413"/>
                    <a:pt x="1705" y="1417"/>
                  </a:cubicBezTo>
                  <a:cubicBezTo>
                    <a:pt x="1705" y="1422"/>
                    <a:pt x="1705" y="1426"/>
                    <a:pt x="1706" y="1431"/>
                  </a:cubicBezTo>
                  <a:cubicBezTo>
                    <a:pt x="1708" y="1441"/>
                    <a:pt x="1710" y="1451"/>
                    <a:pt x="1710" y="1462"/>
                  </a:cubicBezTo>
                  <a:cubicBezTo>
                    <a:pt x="1710" y="1466"/>
                    <a:pt x="1713" y="1470"/>
                    <a:pt x="1717" y="1468"/>
                  </a:cubicBezTo>
                  <a:cubicBezTo>
                    <a:pt x="1737" y="1458"/>
                    <a:pt x="1734" y="1425"/>
                    <a:pt x="1730" y="1403"/>
                  </a:cubicBezTo>
                  <a:cubicBezTo>
                    <a:pt x="1758" y="1401"/>
                    <a:pt x="1785" y="1397"/>
                    <a:pt x="1811" y="1397"/>
                  </a:cubicBezTo>
                  <a:cubicBezTo>
                    <a:pt x="1870" y="1397"/>
                    <a:pt x="1927" y="1400"/>
                    <a:pt x="1985" y="1400"/>
                  </a:cubicBezTo>
                  <a:cubicBezTo>
                    <a:pt x="2002" y="1400"/>
                    <a:pt x="2019" y="1400"/>
                    <a:pt x="2037" y="1400"/>
                  </a:cubicBezTo>
                  <a:cubicBezTo>
                    <a:pt x="2037" y="1405"/>
                    <a:pt x="2041" y="1413"/>
                    <a:pt x="2039" y="1418"/>
                  </a:cubicBezTo>
                  <a:cubicBezTo>
                    <a:pt x="2038" y="1419"/>
                    <a:pt x="2037" y="1421"/>
                    <a:pt x="2037" y="1423"/>
                  </a:cubicBezTo>
                  <a:cubicBezTo>
                    <a:pt x="2037" y="1425"/>
                    <a:pt x="2038" y="1426"/>
                    <a:pt x="2039" y="1428"/>
                  </a:cubicBezTo>
                  <a:cubicBezTo>
                    <a:pt x="2039" y="1429"/>
                    <a:pt x="2039" y="1430"/>
                    <a:pt x="2039" y="1432"/>
                  </a:cubicBezTo>
                  <a:cubicBezTo>
                    <a:pt x="2039" y="1434"/>
                    <a:pt x="2038" y="1437"/>
                    <a:pt x="2037" y="1440"/>
                  </a:cubicBezTo>
                  <a:cubicBezTo>
                    <a:pt x="2037" y="1441"/>
                    <a:pt x="2037" y="1442"/>
                    <a:pt x="2037" y="1442"/>
                  </a:cubicBezTo>
                  <a:cubicBezTo>
                    <a:pt x="2037" y="1443"/>
                    <a:pt x="2038" y="1443"/>
                    <a:pt x="2038" y="1443"/>
                  </a:cubicBezTo>
                  <a:cubicBezTo>
                    <a:pt x="2039" y="1444"/>
                    <a:pt x="2039" y="1444"/>
                    <a:pt x="2040" y="1444"/>
                  </a:cubicBezTo>
                  <a:cubicBezTo>
                    <a:pt x="2041" y="1444"/>
                    <a:pt x="2041" y="1444"/>
                    <a:pt x="2042" y="1443"/>
                  </a:cubicBezTo>
                  <a:cubicBezTo>
                    <a:pt x="2043" y="1442"/>
                    <a:pt x="2043" y="1442"/>
                    <a:pt x="2043" y="1441"/>
                  </a:cubicBezTo>
                  <a:cubicBezTo>
                    <a:pt x="2047" y="1435"/>
                    <a:pt x="2050" y="1428"/>
                    <a:pt x="2052" y="1421"/>
                  </a:cubicBezTo>
                  <a:cubicBezTo>
                    <a:pt x="2054" y="1414"/>
                    <a:pt x="2055" y="1407"/>
                    <a:pt x="2055" y="1400"/>
                  </a:cubicBezTo>
                  <a:lnTo>
                    <a:pt x="2089" y="1400"/>
                  </a:lnTo>
                  <a:cubicBezTo>
                    <a:pt x="2089" y="1400"/>
                    <a:pt x="2089" y="1401"/>
                    <a:pt x="2089" y="1402"/>
                  </a:cubicBezTo>
                  <a:cubicBezTo>
                    <a:pt x="2089" y="1403"/>
                    <a:pt x="2089" y="1404"/>
                    <a:pt x="2089" y="1405"/>
                  </a:cubicBezTo>
                  <a:cubicBezTo>
                    <a:pt x="2089" y="1407"/>
                    <a:pt x="2089" y="1408"/>
                    <a:pt x="2089" y="1409"/>
                  </a:cubicBezTo>
                  <a:cubicBezTo>
                    <a:pt x="2090" y="1411"/>
                    <a:pt x="2090" y="1413"/>
                    <a:pt x="2090" y="1415"/>
                  </a:cubicBezTo>
                  <a:cubicBezTo>
                    <a:pt x="2090" y="1417"/>
                    <a:pt x="2090" y="1419"/>
                    <a:pt x="2089" y="1421"/>
                  </a:cubicBezTo>
                  <a:cubicBezTo>
                    <a:pt x="2089" y="1424"/>
                    <a:pt x="2089" y="1427"/>
                    <a:pt x="2089" y="1431"/>
                  </a:cubicBezTo>
                  <a:cubicBezTo>
                    <a:pt x="2089" y="1441"/>
                    <a:pt x="2090" y="1451"/>
                    <a:pt x="2093" y="1461"/>
                  </a:cubicBezTo>
                  <a:cubicBezTo>
                    <a:pt x="2093" y="1464"/>
                    <a:pt x="2098" y="1464"/>
                    <a:pt x="2098" y="1461"/>
                  </a:cubicBezTo>
                  <a:cubicBezTo>
                    <a:pt x="2098" y="1460"/>
                    <a:pt x="2098" y="1460"/>
                    <a:pt x="2098" y="1459"/>
                  </a:cubicBezTo>
                  <a:cubicBezTo>
                    <a:pt x="2098" y="1451"/>
                    <a:pt x="2099" y="1442"/>
                    <a:pt x="2101" y="1434"/>
                  </a:cubicBezTo>
                  <a:cubicBezTo>
                    <a:pt x="2102" y="1431"/>
                    <a:pt x="2103" y="1428"/>
                    <a:pt x="2105" y="1425"/>
                  </a:cubicBezTo>
                  <a:cubicBezTo>
                    <a:pt x="2105" y="1424"/>
                    <a:pt x="2106" y="1423"/>
                    <a:pt x="2106" y="1422"/>
                  </a:cubicBezTo>
                  <a:cubicBezTo>
                    <a:pt x="2107" y="1418"/>
                    <a:pt x="2108" y="1414"/>
                    <a:pt x="2108" y="1410"/>
                  </a:cubicBezTo>
                  <a:cubicBezTo>
                    <a:pt x="2108" y="1409"/>
                    <a:pt x="2108" y="1409"/>
                    <a:pt x="2108" y="1408"/>
                  </a:cubicBezTo>
                  <a:cubicBezTo>
                    <a:pt x="2108" y="1403"/>
                    <a:pt x="2108" y="1402"/>
                    <a:pt x="2111" y="1400"/>
                  </a:cubicBezTo>
                  <a:lnTo>
                    <a:pt x="2125" y="1400"/>
                  </a:lnTo>
                  <a:cubicBezTo>
                    <a:pt x="2125" y="1400"/>
                    <a:pt x="2125" y="1402"/>
                    <a:pt x="2125" y="1403"/>
                  </a:cubicBezTo>
                  <a:cubicBezTo>
                    <a:pt x="2126" y="1408"/>
                    <a:pt x="2127" y="1413"/>
                    <a:pt x="2128" y="1419"/>
                  </a:cubicBezTo>
                  <a:cubicBezTo>
                    <a:pt x="2131" y="1429"/>
                    <a:pt x="2132" y="1439"/>
                    <a:pt x="2133" y="1450"/>
                  </a:cubicBezTo>
                  <a:cubicBezTo>
                    <a:pt x="2133" y="1455"/>
                    <a:pt x="2140" y="1455"/>
                    <a:pt x="2141" y="1450"/>
                  </a:cubicBezTo>
                  <a:cubicBezTo>
                    <a:pt x="2141" y="1438"/>
                    <a:pt x="2144" y="1427"/>
                    <a:pt x="2145" y="1415"/>
                  </a:cubicBezTo>
                  <a:cubicBezTo>
                    <a:pt x="2145" y="1410"/>
                    <a:pt x="2145" y="1405"/>
                    <a:pt x="2146" y="1400"/>
                  </a:cubicBezTo>
                  <a:lnTo>
                    <a:pt x="2163" y="1400"/>
                  </a:lnTo>
                  <a:lnTo>
                    <a:pt x="2173" y="1400"/>
                  </a:lnTo>
                  <a:cubicBezTo>
                    <a:pt x="2171" y="1408"/>
                    <a:pt x="2170" y="1417"/>
                    <a:pt x="2170" y="1425"/>
                  </a:cubicBezTo>
                  <a:cubicBezTo>
                    <a:pt x="2170" y="1430"/>
                    <a:pt x="2170" y="1435"/>
                    <a:pt x="2171" y="1439"/>
                  </a:cubicBezTo>
                  <a:cubicBezTo>
                    <a:pt x="2171" y="1450"/>
                    <a:pt x="2172" y="1460"/>
                    <a:pt x="2174" y="1470"/>
                  </a:cubicBezTo>
                  <a:cubicBezTo>
                    <a:pt x="2176" y="1476"/>
                    <a:pt x="2177" y="1481"/>
                    <a:pt x="2177" y="1487"/>
                  </a:cubicBezTo>
                  <a:cubicBezTo>
                    <a:pt x="2177" y="1492"/>
                    <a:pt x="2176" y="1498"/>
                    <a:pt x="2174" y="1503"/>
                  </a:cubicBezTo>
                  <a:cubicBezTo>
                    <a:pt x="2172" y="1506"/>
                    <a:pt x="2178" y="1511"/>
                    <a:pt x="2180" y="1507"/>
                  </a:cubicBezTo>
                  <a:cubicBezTo>
                    <a:pt x="2187" y="1496"/>
                    <a:pt x="2191" y="1482"/>
                    <a:pt x="2191" y="1469"/>
                  </a:cubicBezTo>
                  <a:cubicBezTo>
                    <a:pt x="2191" y="1468"/>
                    <a:pt x="2191" y="1466"/>
                    <a:pt x="2191" y="1465"/>
                  </a:cubicBezTo>
                  <a:cubicBezTo>
                    <a:pt x="2192" y="1448"/>
                    <a:pt x="2186" y="1418"/>
                    <a:pt x="2197" y="1406"/>
                  </a:cubicBezTo>
                  <a:cubicBezTo>
                    <a:pt x="2197" y="1405"/>
                    <a:pt x="2198" y="1404"/>
                    <a:pt x="2198" y="1404"/>
                  </a:cubicBezTo>
                  <a:cubicBezTo>
                    <a:pt x="2199" y="1403"/>
                    <a:pt x="2199" y="1403"/>
                    <a:pt x="2199" y="1402"/>
                  </a:cubicBezTo>
                  <a:lnTo>
                    <a:pt x="2202" y="1402"/>
                  </a:lnTo>
                  <a:cubicBezTo>
                    <a:pt x="2204" y="1458"/>
                    <a:pt x="2207" y="1515"/>
                    <a:pt x="2212" y="1571"/>
                  </a:cubicBezTo>
                  <a:lnTo>
                    <a:pt x="2213" y="1572"/>
                  </a:lnTo>
                  <a:cubicBezTo>
                    <a:pt x="2214" y="1573"/>
                    <a:pt x="2213" y="1572"/>
                    <a:pt x="2214" y="1573"/>
                  </a:cubicBezTo>
                  <a:cubicBezTo>
                    <a:pt x="2215" y="1574"/>
                    <a:pt x="2215" y="1574"/>
                    <a:pt x="2215" y="1574"/>
                  </a:cubicBezTo>
                  <a:cubicBezTo>
                    <a:pt x="2216" y="1574"/>
                    <a:pt x="2216" y="1574"/>
                    <a:pt x="2217" y="1573"/>
                  </a:cubicBezTo>
                  <a:cubicBezTo>
                    <a:pt x="2217" y="1573"/>
                    <a:pt x="2218" y="1573"/>
                    <a:pt x="2218" y="1572"/>
                  </a:cubicBezTo>
                  <a:lnTo>
                    <a:pt x="2218" y="1571"/>
                  </a:lnTo>
                  <a:cubicBezTo>
                    <a:pt x="2224" y="1515"/>
                    <a:pt x="2226" y="1459"/>
                    <a:pt x="2228" y="1404"/>
                  </a:cubicBezTo>
                  <a:cubicBezTo>
                    <a:pt x="2252" y="1406"/>
                    <a:pt x="2276" y="1408"/>
                    <a:pt x="2300" y="1407"/>
                  </a:cubicBezTo>
                  <a:cubicBezTo>
                    <a:pt x="2364" y="1409"/>
                    <a:pt x="2428" y="1418"/>
                    <a:pt x="2490" y="1434"/>
                  </a:cubicBezTo>
                  <a:cubicBezTo>
                    <a:pt x="2495" y="1435"/>
                    <a:pt x="2500" y="1435"/>
                    <a:pt x="2506" y="1435"/>
                  </a:cubicBezTo>
                  <a:cubicBezTo>
                    <a:pt x="2511" y="1435"/>
                    <a:pt x="2517" y="1435"/>
                    <a:pt x="2522" y="1434"/>
                  </a:cubicBezTo>
                  <a:cubicBezTo>
                    <a:pt x="2541" y="1437"/>
                    <a:pt x="2560" y="1441"/>
                    <a:pt x="2578" y="1446"/>
                  </a:cubicBezTo>
                  <a:cubicBezTo>
                    <a:pt x="2606" y="1451"/>
                    <a:pt x="2639" y="1457"/>
                    <a:pt x="2668" y="1465"/>
                  </a:cubicBezTo>
                  <a:cubicBezTo>
                    <a:pt x="2667" y="1478"/>
                    <a:pt x="2666" y="1492"/>
                    <a:pt x="2666" y="1506"/>
                  </a:cubicBezTo>
                  <a:cubicBezTo>
                    <a:pt x="2666" y="1523"/>
                    <a:pt x="2662" y="1540"/>
                    <a:pt x="2662" y="1558"/>
                  </a:cubicBezTo>
                  <a:lnTo>
                    <a:pt x="2656" y="1560"/>
                  </a:lnTo>
                  <a:cubicBezTo>
                    <a:pt x="2652" y="1562"/>
                    <a:pt x="2647" y="1563"/>
                    <a:pt x="2642" y="1564"/>
                  </a:cubicBezTo>
                  <a:cubicBezTo>
                    <a:pt x="2642" y="1556"/>
                    <a:pt x="2643" y="1548"/>
                    <a:pt x="2643" y="1539"/>
                  </a:cubicBezTo>
                  <a:cubicBezTo>
                    <a:pt x="2643" y="1517"/>
                    <a:pt x="2641" y="1495"/>
                    <a:pt x="2637" y="1473"/>
                  </a:cubicBezTo>
                  <a:cubicBezTo>
                    <a:pt x="2637" y="1469"/>
                    <a:pt x="2630" y="1468"/>
                    <a:pt x="2629" y="1473"/>
                  </a:cubicBezTo>
                  <a:cubicBezTo>
                    <a:pt x="2626" y="1495"/>
                    <a:pt x="2624" y="1517"/>
                    <a:pt x="2624" y="1539"/>
                  </a:cubicBezTo>
                  <a:cubicBezTo>
                    <a:pt x="2624" y="1549"/>
                    <a:pt x="2624" y="1559"/>
                    <a:pt x="2625" y="1569"/>
                  </a:cubicBezTo>
                  <a:cubicBezTo>
                    <a:pt x="2617" y="1571"/>
                    <a:pt x="2608" y="1573"/>
                    <a:pt x="2600" y="1574"/>
                  </a:cubicBezTo>
                  <a:cubicBezTo>
                    <a:pt x="2598" y="1563"/>
                    <a:pt x="2600" y="1552"/>
                    <a:pt x="2600" y="1540"/>
                  </a:cubicBezTo>
                  <a:cubicBezTo>
                    <a:pt x="2599" y="1523"/>
                    <a:pt x="2597" y="1505"/>
                    <a:pt x="2595" y="1487"/>
                  </a:cubicBezTo>
                  <a:cubicBezTo>
                    <a:pt x="2595" y="1484"/>
                    <a:pt x="2589" y="1484"/>
                    <a:pt x="2589" y="1487"/>
                  </a:cubicBezTo>
                  <a:cubicBezTo>
                    <a:pt x="2587" y="1505"/>
                    <a:pt x="2586" y="1522"/>
                    <a:pt x="2585" y="1539"/>
                  </a:cubicBezTo>
                  <a:cubicBezTo>
                    <a:pt x="2584" y="1546"/>
                    <a:pt x="2583" y="1552"/>
                    <a:pt x="2583" y="1558"/>
                  </a:cubicBezTo>
                  <a:cubicBezTo>
                    <a:pt x="2583" y="1564"/>
                    <a:pt x="2584" y="1570"/>
                    <a:pt x="2585" y="1576"/>
                  </a:cubicBezTo>
                  <a:lnTo>
                    <a:pt x="2568" y="1578"/>
                  </a:lnTo>
                  <a:cubicBezTo>
                    <a:pt x="2570" y="1565"/>
                    <a:pt x="2570" y="1552"/>
                    <a:pt x="2570" y="1539"/>
                  </a:cubicBezTo>
                  <a:cubicBezTo>
                    <a:pt x="2570" y="1522"/>
                    <a:pt x="2569" y="1505"/>
                    <a:pt x="2567" y="1488"/>
                  </a:cubicBezTo>
                  <a:cubicBezTo>
                    <a:pt x="2567" y="1487"/>
                    <a:pt x="2566" y="1486"/>
                    <a:pt x="2566" y="1485"/>
                  </a:cubicBezTo>
                  <a:cubicBezTo>
                    <a:pt x="2565" y="1484"/>
                    <a:pt x="2565" y="1482"/>
                    <a:pt x="2564" y="1482"/>
                  </a:cubicBezTo>
                  <a:cubicBezTo>
                    <a:pt x="2563" y="1481"/>
                    <a:pt x="2562" y="1482"/>
                    <a:pt x="2561" y="1482"/>
                  </a:cubicBezTo>
                  <a:cubicBezTo>
                    <a:pt x="2560" y="1482"/>
                    <a:pt x="2559" y="1481"/>
                    <a:pt x="2558" y="1482"/>
                  </a:cubicBezTo>
                  <a:cubicBezTo>
                    <a:pt x="2557" y="1482"/>
                    <a:pt x="2556" y="1484"/>
                    <a:pt x="2556" y="1485"/>
                  </a:cubicBezTo>
                  <a:cubicBezTo>
                    <a:pt x="2555" y="1486"/>
                    <a:pt x="2555" y="1487"/>
                    <a:pt x="2555" y="1488"/>
                  </a:cubicBezTo>
                  <a:cubicBezTo>
                    <a:pt x="2553" y="1505"/>
                    <a:pt x="2552" y="1522"/>
                    <a:pt x="2552" y="1539"/>
                  </a:cubicBezTo>
                  <a:cubicBezTo>
                    <a:pt x="2552" y="1553"/>
                    <a:pt x="2552" y="1566"/>
                    <a:pt x="2554" y="1579"/>
                  </a:cubicBezTo>
                  <a:lnTo>
                    <a:pt x="2537" y="1581"/>
                  </a:lnTo>
                  <a:cubicBezTo>
                    <a:pt x="2530" y="1581"/>
                    <a:pt x="2524" y="1582"/>
                    <a:pt x="2517" y="1582"/>
                  </a:cubicBezTo>
                  <a:cubicBezTo>
                    <a:pt x="2518" y="1575"/>
                    <a:pt x="2518" y="1568"/>
                    <a:pt x="2518" y="1561"/>
                  </a:cubicBezTo>
                  <a:cubicBezTo>
                    <a:pt x="2518" y="1537"/>
                    <a:pt x="2516" y="1514"/>
                    <a:pt x="2513" y="1490"/>
                  </a:cubicBezTo>
                  <a:cubicBezTo>
                    <a:pt x="2513" y="1490"/>
                    <a:pt x="2513" y="1489"/>
                    <a:pt x="2512" y="1488"/>
                  </a:cubicBezTo>
                  <a:lnTo>
                    <a:pt x="2511" y="1487"/>
                  </a:lnTo>
                  <a:cubicBezTo>
                    <a:pt x="2510" y="1486"/>
                    <a:pt x="2509" y="1486"/>
                    <a:pt x="2509" y="1486"/>
                  </a:cubicBezTo>
                  <a:cubicBezTo>
                    <a:pt x="2508" y="1486"/>
                    <a:pt x="2507" y="1486"/>
                    <a:pt x="2506" y="1487"/>
                  </a:cubicBezTo>
                  <a:lnTo>
                    <a:pt x="2505" y="1488"/>
                  </a:lnTo>
                  <a:cubicBezTo>
                    <a:pt x="2505" y="1489"/>
                    <a:pt x="2504" y="1490"/>
                    <a:pt x="2504" y="1490"/>
                  </a:cubicBezTo>
                  <a:cubicBezTo>
                    <a:pt x="2501" y="1513"/>
                    <a:pt x="2500" y="1537"/>
                    <a:pt x="2500" y="1560"/>
                  </a:cubicBezTo>
                  <a:cubicBezTo>
                    <a:pt x="2500" y="1568"/>
                    <a:pt x="2500" y="1576"/>
                    <a:pt x="2500" y="1584"/>
                  </a:cubicBezTo>
                  <a:lnTo>
                    <a:pt x="2479" y="1586"/>
                  </a:lnTo>
                  <a:cubicBezTo>
                    <a:pt x="2479" y="1557"/>
                    <a:pt x="2478" y="1527"/>
                    <a:pt x="2476" y="1498"/>
                  </a:cubicBezTo>
                  <a:cubicBezTo>
                    <a:pt x="2476" y="1497"/>
                    <a:pt x="2475" y="1497"/>
                    <a:pt x="2475" y="1496"/>
                  </a:cubicBezTo>
                  <a:cubicBezTo>
                    <a:pt x="2475" y="1496"/>
                    <a:pt x="2474" y="1496"/>
                    <a:pt x="2473" y="1495"/>
                  </a:cubicBezTo>
                  <a:cubicBezTo>
                    <a:pt x="2472" y="1494"/>
                    <a:pt x="2472" y="1494"/>
                    <a:pt x="2471" y="1494"/>
                  </a:cubicBezTo>
                  <a:cubicBezTo>
                    <a:pt x="2470" y="1494"/>
                    <a:pt x="2469" y="1494"/>
                    <a:pt x="2468" y="1495"/>
                  </a:cubicBezTo>
                  <a:lnTo>
                    <a:pt x="2467" y="1496"/>
                  </a:lnTo>
                  <a:cubicBezTo>
                    <a:pt x="2466" y="1497"/>
                    <a:pt x="2466" y="1497"/>
                    <a:pt x="2466" y="1498"/>
                  </a:cubicBezTo>
                  <a:cubicBezTo>
                    <a:pt x="2464" y="1528"/>
                    <a:pt x="2463" y="1558"/>
                    <a:pt x="2463" y="1589"/>
                  </a:cubicBezTo>
                  <a:lnTo>
                    <a:pt x="2448" y="1591"/>
                  </a:lnTo>
                  <a:cubicBezTo>
                    <a:pt x="2447" y="1584"/>
                    <a:pt x="2447" y="1577"/>
                    <a:pt x="2447" y="1570"/>
                  </a:cubicBezTo>
                  <a:cubicBezTo>
                    <a:pt x="2447" y="1562"/>
                    <a:pt x="2447" y="1555"/>
                    <a:pt x="2448" y="1548"/>
                  </a:cubicBezTo>
                  <a:cubicBezTo>
                    <a:pt x="2449" y="1542"/>
                    <a:pt x="2449" y="1536"/>
                    <a:pt x="2449" y="1530"/>
                  </a:cubicBezTo>
                  <a:cubicBezTo>
                    <a:pt x="2449" y="1524"/>
                    <a:pt x="2449" y="1518"/>
                    <a:pt x="2448" y="1512"/>
                  </a:cubicBezTo>
                  <a:cubicBezTo>
                    <a:pt x="2448" y="1511"/>
                    <a:pt x="2449" y="1511"/>
                    <a:pt x="2448" y="1510"/>
                  </a:cubicBezTo>
                  <a:cubicBezTo>
                    <a:pt x="2447" y="1509"/>
                    <a:pt x="2447" y="1510"/>
                    <a:pt x="2447" y="1510"/>
                  </a:cubicBezTo>
                  <a:cubicBezTo>
                    <a:pt x="2446" y="1510"/>
                    <a:pt x="2446" y="1509"/>
                    <a:pt x="2446" y="1509"/>
                  </a:cubicBezTo>
                  <a:cubicBezTo>
                    <a:pt x="2445" y="1509"/>
                    <a:pt x="2445" y="1510"/>
                    <a:pt x="2445" y="1510"/>
                  </a:cubicBezTo>
                  <a:cubicBezTo>
                    <a:pt x="2444" y="1510"/>
                    <a:pt x="2444" y="1510"/>
                    <a:pt x="2444" y="1510"/>
                  </a:cubicBezTo>
                  <a:cubicBezTo>
                    <a:pt x="2444" y="1511"/>
                    <a:pt x="2444" y="1511"/>
                    <a:pt x="2444" y="1512"/>
                  </a:cubicBezTo>
                  <a:cubicBezTo>
                    <a:pt x="2440" y="1538"/>
                    <a:pt x="2437" y="1565"/>
                    <a:pt x="2437" y="1592"/>
                  </a:cubicBezTo>
                  <a:lnTo>
                    <a:pt x="2413" y="1595"/>
                  </a:lnTo>
                  <a:cubicBezTo>
                    <a:pt x="2415" y="1584"/>
                    <a:pt x="2415" y="1572"/>
                    <a:pt x="2415" y="1561"/>
                  </a:cubicBezTo>
                  <a:cubicBezTo>
                    <a:pt x="2415" y="1558"/>
                    <a:pt x="2415" y="1555"/>
                    <a:pt x="2415" y="1553"/>
                  </a:cubicBezTo>
                  <a:cubicBezTo>
                    <a:pt x="2415" y="1548"/>
                    <a:pt x="2407" y="1548"/>
                    <a:pt x="2407" y="1553"/>
                  </a:cubicBezTo>
                  <a:cubicBezTo>
                    <a:pt x="2407" y="1562"/>
                    <a:pt x="2407" y="1571"/>
                    <a:pt x="2407" y="1580"/>
                  </a:cubicBezTo>
                  <a:cubicBezTo>
                    <a:pt x="2407" y="1585"/>
                    <a:pt x="2405" y="1590"/>
                    <a:pt x="2404" y="1596"/>
                  </a:cubicBezTo>
                  <a:cubicBezTo>
                    <a:pt x="2399" y="1596"/>
                    <a:pt x="2393" y="1597"/>
                    <a:pt x="2387" y="1597"/>
                  </a:cubicBezTo>
                  <a:lnTo>
                    <a:pt x="2386" y="1597"/>
                  </a:lnTo>
                  <a:cubicBezTo>
                    <a:pt x="2387" y="1589"/>
                    <a:pt x="2388" y="1580"/>
                    <a:pt x="2388" y="1571"/>
                  </a:cubicBezTo>
                  <a:cubicBezTo>
                    <a:pt x="2388" y="1567"/>
                    <a:pt x="2387" y="1563"/>
                    <a:pt x="2387" y="1559"/>
                  </a:cubicBezTo>
                  <a:cubicBezTo>
                    <a:pt x="2388" y="1555"/>
                    <a:pt x="2388" y="1551"/>
                    <a:pt x="2388" y="1547"/>
                  </a:cubicBezTo>
                  <a:cubicBezTo>
                    <a:pt x="2388" y="1543"/>
                    <a:pt x="2388" y="1540"/>
                    <a:pt x="2387" y="1536"/>
                  </a:cubicBezTo>
                  <a:cubicBezTo>
                    <a:pt x="2385" y="1529"/>
                    <a:pt x="2383" y="1521"/>
                    <a:pt x="2381" y="1514"/>
                  </a:cubicBezTo>
                  <a:cubicBezTo>
                    <a:pt x="2381" y="1510"/>
                    <a:pt x="2374" y="1509"/>
                    <a:pt x="2374" y="1514"/>
                  </a:cubicBezTo>
                  <a:cubicBezTo>
                    <a:pt x="2372" y="1527"/>
                    <a:pt x="2375" y="1541"/>
                    <a:pt x="2375" y="1554"/>
                  </a:cubicBezTo>
                  <a:cubicBezTo>
                    <a:pt x="2374" y="1559"/>
                    <a:pt x="2374" y="1564"/>
                    <a:pt x="2374" y="1570"/>
                  </a:cubicBezTo>
                  <a:cubicBezTo>
                    <a:pt x="2374" y="1579"/>
                    <a:pt x="2375" y="1589"/>
                    <a:pt x="2377" y="1598"/>
                  </a:cubicBezTo>
                  <a:cubicBezTo>
                    <a:pt x="2370" y="1599"/>
                    <a:pt x="2363" y="1601"/>
                    <a:pt x="2355" y="1603"/>
                  </a:cubicBezTo>
                  <a:cubicBezTo>
                    <a:pt x="2357" y="1599"/>
                    <a:pt x="2358" y="1595"/>
                    <a:pt x="2358" y="1591"/>
                  </a:cubicBezTo>
                  <a:cubicBezTo>
                    <a:pt x="2358" y="1589"/>
                    <a:pt x="2357" y="1588"/>
                    <a:pt x="2357" y="1586"/>
                  </a:cubicBezTo>
                  <a:cubicBezTo>
                    <a:pt x="2357" y="1584"/>
                    <a:pt x="2357" y="1582"/>
                    <a:pt x="2357" y="1580"/>
                  </a:cubicBezTo>
                  <a:cubicBezTo>
                    <a:pt x="2357" y="1578"/>
                    <a:pt x="2357" y="1576"/>
                    <a:pt x="2357" y="1574"/>
                  </a:cubicBezTo>
                  <a:cubicBezTo>
                    <a:pt x="2357" y="1570"/>
                    <a:pt x="2355" y="1567"/>
                    <a:pt x="2354" y="1563"/>
                  </a:cubicBezTo>
                  <a:cubicBezTo>
                    <a:pt x="2354" y="1562"/>
                    <a:pt x="2354" y="1561"/>
                    <a:pt x="2354" y="1561"/>
                  </a:cubicBezTo>
                  <a:cubicBezTo>
                    <a:pt x="2353" y="1560"/>
                    <a:pt x="2353" y="1560"/>
                    <a:pt x="2352" y="1559"/>
                  </a:cubicBezTo>
                  <a:lnTo>
                    <a:pt x="2351" y="1559"/>
                  </a:lnTo>
                  <a:cubicBezTo>
                    <a:pt x="2350" y="1559"/>
                    <a:pt x="2349" y="1559"/>
                    <a:pt x="2349" y="1559"/>
                  </a:cubicBezTo>
                  <a:cubicBezTo>
                    <a:pt x="2348" y="1560"/>
                    <a:pt x="2348" y="1560"/>
                    <a:pt x="2347" y="1561"/>
                  </a:cubicBezTo>
                  <a:cubicBezTo>
                    <a:pt x="2347" y="1561"/>
                    <a:pt x="2347" y="1562"/>
                    <a:pt x="2347" y="1563"/>
                  </a:cubicBezTo>
                  <a:cubicBezTo>
                    <a:pt x="2346" y="1565"/>
                    <a:pt x="2346" y="1567"/>
                    <a:pt x="2345" y="1570"/>
                  </a:cubicBezTo>
                  <a:cubicBezTo>
                    <a:pt x="2344" y="1574"/>
                    <a:pt x="2343" y="1578"/>
                    <a:pt x="2343" y="1583"/>
                  </a:cubicBezTo>
                  <a:cubicBezTo>
                    <a:pt x="2343" y="1585"/>
                    <a:pt x="2343" y="1587"/>
                    <a:pt x="2343" y="1589"/>
                  </a:cubicBezTo>
                  <a:cubicBezTo>
                    <a:pt x="2343" y="1593"/>
                    <a:pt x="2344" y="1598"/>
                    <a:pt x="2345" y="1602"/>
                  </a:cubicBezTo>
                  <a:lnTo>
                    <a:pt x="2346" y="1604"/>
                  </a:lnTo>
                  <a:cubicBezTo>
                    <a:pt x="2340" y="1605"/>
                    <a:pt x="2333" y="1606"/>
                    <a:pt x="2327" y="1606"/>
                  </a:cubicBezTo>
                  <a:cubicBezTo>
                    <a:pt x="2321" y="1606"/>
                    <a:pt x="2316" y="1606"/>
                    <a:pt x="2310" y="1606"/>
                  </a:cubicBezTo>
                  <a:cubicBezTo>
                    <a:pt x="2295" y="1606"/>
                    <a:pt x="2280" y="1607"/>
                    <a:pt x="2265" y="1609"/>
                  </a:cubicBezTo>
                  <a:cubicBezTo>
                    <a:pt x="2205" y="1626"/>
                    <a:pt x="2135" y="1616"/>
                    <a:pt x="2074" y="1616"/>
                  </a:cubicBezTo>
                  <a:cubicBezTo>
                    <a:pt x="1936" y="1616"/>
                    <a:pt x="1799" y="1621"/>
                    <a:pt x="1661" y="1619"/>
                  </a:cubicBezTo>
                  <a:cubicBezTo>
                    <a:pt x="1599" y="1619"/>
                    <a:pt x="1537" y="1624"/>
                    <a:pt x="1474" y="1624"/>
                  </a:cubicBezTo>
                  <a:cubicBezTo>
                    <a:pt x="1417" y="1624"/>
                    <a:pt x="1361" y="1620"/>
                    <a:pt x="1305" y="1617"/>
                  </a:cubicBezTo>
                  <a:cubicBezTo>
                    <a:pt x="1280" y="1615"/>
                    <a:pt x="1255" y="1614"/>
                    <a:pt x="1230" y="1614"/>
                  </a:cubicBezTo>
                  <a:cubicBezTo>
                    <a:pt x="1200" y="1614"/>
                    <a:pt x="1170" y="1616"/>
                    <a:pt x="1141" y="1618"/>
                  </a:cubicBezTo>
                  <a:cubicBezTo>
                    <a:pt x="1117" y="1622"/>
                    <a:pt x="1094" y="1624"/>
                    <a:pt x="1071" y="1625"/>
                  </a:cubicBezTo>
                  <a:cubicBezTo>
                    <a:pt x="1047" y="1625"/>
                    <a:pt x="1009" y="1634"/>
                    <a:pt x="987" y="1625"/>
                  </a:cubicBezTo>
                  <a:cubicBezTo>
                    <a:pt x="986" y="1624"/>
                    <a:pt x="985" y="1624"/>
                    <a:pt x="985" y="1624"/>
                  </a:cubicBezTo>
                  <a:cubicBezTo>
                    <a:pt x="984" y="1624"/>
                    <a:pt x="984" y="1624"/>
                    <a:pt x="983" y="1625"/>
                  </a:cubicBezTo>
                  <a:cubicBezTo>
                    <a:pt x="982" y="1626"/>
                    <a:pt x="982" y="1625"/>
                    <a:pt x="981" y="1626"/>
                  </a:cubicBezTo>
                  <a:cubicBezTo>
                    <a:pt x="980" y="1627"/>
                    <a:pt x="981" y="1628"/>
                    <a:pt x="981" y="1628"/>
                  </a:cubicBezTo>
                  <a:cubicBezTo>
                    <a:pt x="981" y="1629"/>
                    <a:pt x="981" y="1630"/>
                    <a:pt x="981" y="1630"/>
                  </a:cubicBezTo>
                  <a:cubicBezTo>
                    <a:pt x="982" y="1631"/>
                    <a:pt x="982" y="1631"/>
                    <a:pt x="983" y="1632"/>
                  </a:cubicBezTo>
                  <a:cubicBezTo>
                    <a:pt x="1004" y="1643"/>
                    <a:pt x="1031" y="1637"/>
                    <a:pt x="1054" y="1638"/>
                  </a:cubicBezTo>
                  <a:cubicBezTo>
                    <a:pt x="1072" y="1638"/>
                    <a:pt x="1104" y="1645"/>
                    <a:pt x="1122" y="1639"/>
                  </a:cubicBezTo>
                  <a:cubicBezTo>
                    <a:pt x="1149" y="1630"/>
                    <a:pt x="1190" y="1634"/>
                    <a:pt x="1225" y="1636"/>
                  </a:cubicBezTo>
                  <a:cubicBezTo>
                    <a:pt x="1223" y="1639"/>
                    <a:pt x="1220" y="1641"/>
                    <a:pt x="1219" y="1644"/>
                  </a:cubicBezTo>
                  <a:cubicBezTo>
                    <a:pt x="1215" y="1650"/>
                    <a:pt x="1213" y="1657"/>
                    <a:pt x="1212" y="1663"/>
                  </a:cubicBezTo>
                  <a:cubicBezTo>
                    <a:pt x="1206" y="1680"/>
                    <a:pt x="1202" y="1697"/>
                    <a:pt x="1198" y="1714"/>
                  </a:cubicBezTo>
                  <a:lnTo>
                    <a:pt x="1199" y="1715"/>
                  </a:lnTo>
                  <a:moveTo>
                    <a:pt x="767" y="1782"/>
                  </a:moveTo>
                  <a:lnTo>
                    <a:pt x="746" y="1782"/>
                  </a:lnTo>
                  <a:cubicBezTo>
                    <a:pt x="745" y="1776"/>
                    <a:pt x="744" y="1770"/>
                    <a:pt x="742" y="1764"/>
                  </a:cubicBezTo>
                  <a:cubicBezTo>
                    <a:pt x="741" y="1757"/>
                    <a:pt x="741" y="1750"/>
                    <a:pt x="740" y="1744"/>
                  </a:cubicBezTo>
                  <a:cubicBezTo>
                    <a:pt x="738" y="1738"/>
                    <a:pt x="738" y="1730"/>
                    <a:pt x="738" y="1724"/>
                  </a:cubicBezTo>
                  <a:cubicBezTo>
                    <a:pt x="737" y="1717"/>
                    <a:pt x="730" y="1720"/>
                    <a:pt x="729" y="1724"/>
                  </a:cubicBezTo>
                  <a:cubicBezTo>
                    <a:pt x="727" y="1735"/>
                    <a:pt x="726" y="1746"/>
                    <a:pt x="726" y="1756"/>
                  </a:cubicBezTo>
                  <a:cubicBezTo>
                    <a:pt x="726" y="1765"/>
                    <a:pt x="727" y="1773"/>
                    <a:pt x="728" y="1781"/>
                  </a:cubicBezTo>
                  <a:lnTo>
                    <a:pt x="710" y="1781"/>
                  </a:lnTo>
                  <a:cubicBezTo>
                    <a:pt x="710" y="1780"/>
                    <a:pt x="710" y="1780"/>
                    <a:pt x="710" y="1779"/>
                  </a:cubicBezTo>
                  <a:cubicBezTo>
                    <a:pt x="710" y="1779"/>
                    <a:pt x="710" y="1778"/>
                    <a:pt x="710" y="1777"/>
                  </a:cubicBezTo>
                  <a:cubicBezTo>
                    <a:pt x="705" y="1752"/>
                    <a:pt x="702" y="1727"/>
                    <a:pt x="701" y="1702"/>
                  </a:cubicBezTo>
                  <a:cubicBezTo>
                    <a:pt x="726" y="1703"/>
                    <a:pt x="750" y="1705"/>
                    <a:pt x="775" y="1707"/>
                  </a:cubicBezTo>
                  <a:cubicBezTo>
                    <a:pt x="775" y="1707"/>
                    <a:pt x="774" y="1707"/>
                    <a:pt x="775" y="1708"/>
                  </a:cubicBezTo>
                  <a:cubicBezTo>
                    <a:pt x="776" y="1709"/>
                    <a:pt x="777" y="1708"/>
                    <a:pt x="778" y="1708"/>
                  </a:cubicBezTo>
                  <a:cubicBezTo>
                    <a:pt x="778" y="1708"/>
                    <a:pt x="779" y="1709"/>
                    <a:pt x="780" y="1708"/>
                  </a:cubicBezTo>
                  <a:cubicBezTo>
                    <a:pt x="781" y="1707"/>
                    <a:pt x="780" y="1707"/>
                    <a:pt x="780" y="1707"/>
                  </a:cubicBezTo>
                  <a:cubicBezTo>
                    <a:pt x="801" y="1709"/>
                    <a:pt x="822" y="1712"/>
                    <a:pt x="843" y="1714"/>
                  </a:cubicBezTo>
                  <a:cubicBezTo>
                    <a:pt x="876" y="1720"/>
                    <a:pt x="912" y="1714"/>
                    <a:pt x="947" y="1719"/>
                  </a:cubicBezTo>
                  <a:lnTo>
                    <a:pt x="960" y="1720"/>
                  </a:lnTo>
                  <a:cubicBezTo>
                    <a:pt x="960" y="1730"/>
                    <a:pt x="961" y="1747"/>
                    <a:pt x="961" y="1747"/>
                  </a:cubicBezTo>
                  <a:cubicBezTo>
                    <a:pt x="963" y="1762"/>
                    <a:pt x="964" y="1778"/>
                    <a:pt x="966" y="1793"/>
                  </a:cubicBezTo>
                  <a:lnTo>
                    <a:pt x="966" y="1794"/>
                  </a:lnTo>
                  <a:lnTo>
                    <a:pt x="966" y="1795"/>
                  </a:lnTo>
                  <a:cubicBezTo>
                    <a:pt x="934" y="1792"/>
                    <a:pt x="901" y="1790"/>
                    <a:pt x="868" y="1787"/>
                  </a:cubicBezTo>
                  <a:cubicBezTo>
                    <a:pt x="840" y="1785"/>
                    <a:pt x="813" y="1784"/>
                    <a:pt x="785" y="1783"/>
                  </a:cubicBezTo>
                  <a:cubicBezTo>
                    <a:pt x="785" y="1778"/>
                    <a:pt x="783" y="1772"/>
                    <a:pt x="781" y="1767"/>
                  </a:cubicBezTo>
                  <a:cubicBezTo>
                    <a:pt x="778" y="1759"/>
                    <a:pt x="776" y="1749"/>
                    <a:pt x="775" y="1740"/>
                  </a:cubicBezTo>
                  <a:cubicBezTo>
                    <a:pt x="775" y="1739"/>
                    <a:pt x="775" y="1739"/>
                    <a:pt x="775" y="1739"/>
                  </a:cubicBezTo>
                  <a:cubicBezTo>
                    <a:pt x="774" y="1738"/>
                    <a:pt x="774" y="1737"/>
                    <a:pt x="773" y="1737"/>
                  </a:cubicBezTo>
                  <a:cubicBezTo>
                    <a:pt x="773" y="1737"/>
                    <a:pt x="772" y="1736"/>
                    <a:pt x="771" y="1736"/>
                  </a:cubicBezTo>
                  <a:cubicBezTo>
                    <a:pt x="770" y="1736"/>
                    <a:pt x="770" y="1737"/>
                    <a:pt x="769" y="1737"/>
                  </a:cubicBezTo>
                  <a:cubicBezTo>
                    <a:pt x="768" y="1737"/>
                    <a:pt x="768" y="1738"/>
                    <a:pt x="767" y="1739"/>
                  </a:cubicBezTo>
                  <a:lnTo>
                    <a:pt x="767" y="1740"/>
                  </a:lnTo>
                  <a:cubicBezTo>
                    <a:pt x="766" y="1748"/>
                    <a:pt x="763" y="1755"/>
                    <a:pt x="762" y="1763"/>
                  </a:cubicBezTo>
                  <a:cubicBezTo>
                    <a:pt x="763" y="1769"/>
                    <a:pt x="764" y="1775"/>
                    <a:pt x="766" y="1781"/>
                  </a:cubicBezTo>
                  <a:lnTo>
                    <a:pt x="767" y="1782"/>
                  </a:lnTo>
                  <a:moveTo>
                    <a:pt x="695" y="1779"/>
                  </a:moveTo>
                  <a:lnTo>
                    <a:pt x="673" y="1777"/>
                  </a:lnTo>
                  <a:cubicBezTo>
                    <a:pt x="672" y="1766"/>
                    <a:pt x="670" y="1754"/>
                    <a:pt x="667" y="1743"/>
                  </a:cubicBezTo>
                  <a:cubicBezTo>
                    <a:pt x="664" y="1728"/>
                    <a:pt x="664" y="1713"/>
                    <a:pt x="662" y="1698"/>
                  </a:cubicBezTo>
                  <a:lnTo>
                    <a:pt x="695" y="1700"/>
                  </a:lnTo>
                  <a:cubicBezTo>
                    <a:pt x="693" y="1716"/>
                    <a:pt x="692" y="1732"/>
                    <a:pt x="691" y="1747"/>
                  </a:cubicBezTo>
                  <a:cubicBezTo>
                    <a:pt x="691" y="1748"/>
                    <a:pt x="691" y="1748"/>
                    <a:pt x="691" y="1749"/>
                  </a:cubicBezTo>
                  <a:cubicBezTo>
                    <a:pt x="691" y="1758"/>
                    <a:pt x="692" y="1768"/>
                    <a:pt x="694" y="1778"/>
                  </a:cubicBezTo>
                  <a:lnTo>
                    <a:pt x="695" y="1779"/>
                  </a:lnTo>
                  <a:moveTo>
                    <a:pt x="656" y="1675"/>
                  </a:moveTo>
                  <a:cubicBezTo>
                    <a:pt x="636" y="1672"/>
                    <a:pt x="617" y="1671"/>
                    <a:pt x="598" y="1671"/>
                  </a:cubicBezTo>
                  <a:cubicBezTo>
                    <a:pt x="593" y="1671"/>
                    <a:pt x="588" y="1671"/>
                    <a:pt x="583" y="1671"/>
                  </a:cubicBezTo>
                  <a:lnTo>
                    <a:pt x="582" y="1668"/>
                  </a:lnTo>
                  <a:cubicBezTo>
                    <a:pt x="579" y="1664"/>
                    <a:pt x="574" y="1668"/>
                    <a:pt x="575" y="1671"/>
                  </a:cubicBezTo>
                  <a:cubicBezTo>
                    <a:pt x="573" y="1671"/>
                    <a:pt x="571" y="1671"/>
                    <a:pt x="570" y="1671"/>
                  </a:cubicBezTo>
                  <a:cubicBezTo>
                    <a:pt x="552" y="1671"/>
                    <a:pt x="534" y="1670"/>
                    <a:pt x="516" y="1667"/>
                  </a:cubicBezTo>
                  <a:cubicBezTo>
                    <a:pt x="508" y="1665"/>
                    <a:pt x="500" y="1664"/>
                    <a:pt x="493" y="1664"/>
                  </a:cubicBezTo>
                  <a:cubicBezTo>
                    <a:pt x="490" y="1664"/>
                    <a:pt x="487" y="1664"/>
                    <a:pt x="483" y="1664"/>
                  </a:cubicBezTo>
                  <a:cubicBezTo>
                    <a:pt x="452" y="1664"/>
                    <a:pt x="429" y="1651"/>
                    <a:pt x="400" y="1643"/>
                  </a:cubicBezTo>
                  <a:cubicBezTo>
                    <a:pt x="399" y="1643"/>
                    <a:pt x="399" y="1643"/>
                    <a:pt x="399" y="1643"/>
                  </a:cubicBezTo>
                  <a:cubicBezTo>
                    <a:pt x="398" y="1644"/>
                    <a:pt x="398" y="1644"/>
                    <a:pt x="398" y="1644"/>
                  </a:cubicBezTo>
                  <a:lnTo>
                    <a:pt x="398" y="1645"/>
                  </a:lnTo>
                  <a:cubicBezTo>
                    <a:pt x="398" y="1646"/>
                    <a:pt x="398" y="1646"/>
                    <a:pt x="398" y="1646"/>
                  </a:cubicBezTo>
                  <a:cubicBezTo>
                    <a:pt x="398" y="1647"/>
                    <a:pt x="398" y="1647"/>
                    <a:pt x="399" y="1647"/>
                  </a:cubicBezTo>
                  <a:cubicBezTo>
                    <a:pt x="455" y="1670"/>
                    <a:pt x="514" y="1684"/>
                    <a:pt x="574" y="1690"/>
                  </a:cubicBezTo>
                  <a:cubicBezTo>
                    <a:pt x="574" y="1691"/>
                    <a:pt x="574" y="1692"/>
                    <a:pt x="574" y="1694"/>
                  </a:cubicBezTo>
                  <a:cubicBezTo>
                    <a:pt x="574" y="1695"/>
                    <a:pt x="574" y="1696"/>
                    <a:pt x="574" y="1697"/>
                  </a:cubicBezTo>
                  <a:cubicBezTo>
                    <a:pt x="575" y="1703"/>
                    <a:pt x="575" y="1708"/>
                    <a:pt x="575" y="1714"/>
                  </a:cubicBezTo>
                  <a:cubicBezTo>
                    <a:pt x="575" y="1731"/>
                    <a:pt x="576" y="1748"/>
                    <a:pt x="578" y="1765"/>
                  </a:cubicBezTo>
                  <a:lnTo>
                    <a:pt x="569" y="1764"/>
                  </a:lnTo>
                  <a:cubicBezTo>
                    <a:pt x="534" y="1756"/>
                    <a:pt x="413" y="1740"/>
                    <a:pt x="313" y="1714"/>
                  </a:cubicBezTo>
                  <a:cubicBezTo>
                    <a:pt x="313" y="1713"/>
                    <a:pt x="313" y="1713"/>
                    <a:pt x="312" y="1712"/>
                  </a:cubicBezTo>
                  <a:cubicBezTo>
                    <a:pt x="312" y="1711"/>
                    <a:pt x="312" y="1711"/>
                    <a:pt x="311" y="1710"/>
                  </a:cubicBezTo>
                  <a:cubicBezTo>
                    <a:pt x="306" y="1701"/>
                    <a:pt x="304" y="1691"/>
                    <a:pt x="303" y="1681"/>
                  </a:cubicBezTo>
                  <a:cubicBezTo>
                    <a:pt x="303" y="1665"/>
                    <a:pt x="302" y="1650"/>
                    <a:pt x="300" y="1634"/>
                  </a:cubicBezTo>
                  <a:cubicBezTo>
                    <a:pt x="305" y="1636"/>
                    <a:pt x="309" y="1637"/>
                    <a:pt x="314" y="1639"/>
                  </a:cubicBezTo>
                  <a:cubicBezTo>
                    <a:pt x="320" y="1642"/>
                    <a:pt x="327" y="1644"/>
                    <a:pt x="335" y="1644"/>
                  </a:cubicBezTo>
                  <a:cubicBezTo>
                    <a:pt x="340" y="1644"/>
                    <a:pt x="345" y="1643"/>
                    <a:pt x="349" y="1642"/>
                  </a:cubicBezTo>
                  <a:cubicBezTo>
                    <a:pt x="350" y="1641"/>
                    <a:pt x="349" y="1641"/>
                    <a:pt x="350" y="1640"/>
                  </a:cubicBezTo>
                  <a:cubicBezTo>
                    <a:pt x="351" y="1639"/>
                    <a:pt x="351" y="1639"/>
                    <a:pt x="351" y="1639"/>
                  </a:cubicBezTo>
                  <a:cubicBezTo>
                    <a:pt x="351" y="1638"/>
                    <a:pt x="351" y="1638"/>
                    <a:pt x="350" y="1637"/>
                  </a:cubicBezTo>
                  <a:cubicBezTo>
                    <a:pt x="350" y="1637"/>
                    <a:pt x="350" y="1636"/>
                    <a:pt x="349" y="1636"/>
                  </a:cubicBezTo>
                  <a:cubicBezTo>
                    <a:pt x="348" y="1635"/>
                    <a:pt x="347" y="1635"/>
                    <a:pt x="347" y="1634"/>
                  </a:cubicBezTo>
                  <a:cubicBezTo>
                    <a:pt x="337" y="1629"/>
                    <a:pt x="327" y="1625"/>
                    <a:pt x="317" y="1622"/>
                  </a:cubicBezTo>
                  <a:cubicBezTo>
                    <a:pt x="327" y="1617"/>
                    <a:pt x="339" y="1613"/>
                    <a:pt x="348" y="1609"/>
                  </a:cubicBezTo>
                  <a:cubicBezTo>
                    <a:pt x="368" y="1600"/>
                    <a:pt x="387" y="1595"/>
                    <a:pt x="407" y="1588"/>
                  </a:cubicBezTo>
                  <a:lnTo>
                    <a:pt x="408" y="1587"/>
                  </a:lnTo>
                  <a:cubicBezTo>
                    <a:pt x="409" y="1587"/>
                    <a:pt x="410" y="1586"/>
                    <a:pt x="411" y="1585"/>
                  </a:cubicBezTo>
                  <a:cubicBezTo>
                    <a:pt x="488" y="1603"/>
                    <a:pt x="566" y="1615"/>
                    <a:pt x="645" y="1623"/>
                  </a:cubicBezTo>
                  <a:cubicBezTo>
                    <a:pt x="687" y="1626"/>
                    <a:pt x="734" y="1623"/>
                    <a:pt x="776" y="1633"/>
                  </a:cubicBezTo>
                  <a:cubicBezTo>
                    <a:pt x="792" y="1637"/>
                    <a:pt x="808" y="1638"/>
                    <a:pt x="824" y="1639"/>
                  </a:cubicBezTo>
                  <a:cubicBezTo>
                    <a:pt x="821" y="1641"/>
                    <a:pt x="819" y="1644"/>
                    <a:pt x="817" y="1647"/>
                  </a:cubicBezTo>
                  <a:cubicBezTo>
                    <a:pt x="814" y="1650"/>
                    <a:pt x="805" y="1657"/>
                    <a:pt x="799" y="1662"/>
                  </a:cubicBezTo>
                  <a:cubicBezTo>
                    <a:pt x="794" y="1668"/>
                    <a:pt x="788" y="1675"/>
                    <a:pt x="784" y="1682"/>
                  </a:cubicBezTo>
                  <a:cubicBezTo>
                    <a:pt x="783" y="1684"/>
                    <a:pt x="783" y="1685"/>
                    <a:pt x="782" y="1687"/>
                  </a:cubicBezTo>
                  <a:cubicBezTo>
                    <a:pt x="740" y="1682"/>
                    <a:pt x="697" y="1680"/>
                    <a:pt x="655" y="1673"/>
                  </a:cubicBezTo>
                  <a:lnTo>
                    <a:pt x="656" y="1675"/>
                  </a:lnTo>
                  <a:moveTo>
                    <a:pt x="608" y="1769"/>
                  </a:moveTo>
                  <a:lnTo>
                    <a:pt x="599" y="1768"/>
                  </a:lnTo>
                  <a:cubicBezTo>
                    <a:pt x="599" y="1767"/>
                    <a:pt x="599" y="1767"/>
                    <a:pt x="599" y="1766"/>
                  </a:cubicBezTo>
                  <a:cubicBezTo>
                    <a:pt x="599" y="1765"/>
                    <a:pt x="599" y="1765"/>
                    <a:pt x="599" y="1764"/>
                  </a:cubicBezTo>
                  <a:cubicBezTo>
                    <a:pt x="599" y="1763"/>
                    <a:pt x="599" y="1762"/>
                    <a:pt x="599" y="1761"/>
                  </a:cubicBezTo>
                  <a:cubicBezTo>
                    <a:pt x="599" y="1753"/>
                    <a:pt x="598" y="1745"/>
                    <a:pt x="596" y="1737"/>
                  </a:cubicBezTo>
                  <a:cubicBezTo>
                    <a:pt x="595" y="1732"/>
                    <a:pt x="594" y="1726"/>
                    <a:pt x="594" y="1721"/>
                  </a:cubicBezTo>
                  <a:cubicBezTo>
                    <a:pt x="594" y="1717"/>
                    <a:pt x="591" y="1713"/>
                    <a:pt x="591" y="1709"/>
                  </a:cubicBezTo>
                  <a:cubicBezTo>
                    <a:pt x="590" y="1702"/>
                    <a:pt x="589" y="1696"/>
                    <a:pt x="587" y="1689"/>
                  </a:cubicBezTo>
                  <a:cubicBezTo>
                    <a:pt x="609" y="1692"/>
                    <a:pt x="632" y="1694"/>
                    <a:pt x="655" y="1695"/>
                  </a:cubicBezTo>
                  <a:cubicBezTo>
                    <a:pt x="653" y="1708"/>
                    <a:pt x="652" y="1720"/>
                    <a:pt x="651" y="1733"/>
                  </a:cubicBezTo>
                  <a:cubicBezTo>
                    <a:pt x="652" y="1747"/>
                    <a:pt x="655" y="1760"/>
                    <a:pt x="658" y="1773"/>
                  </a:cubicBezTo>
                  <a:lnTo>
                    <a:pt x="629" y="1770"/>
                  </a:lnTo>
                  <a:lnTo>
                    <a:pt x="629" y="1769"/>
                  </a:lnTo>
                  <a:cubicBezTo>
                    <a:pt x="629" y="1766"/>
                    <a:pt x="628" y="1763"/>
                    <a:pt x="627" y="1760"/>
                  </a:cubicBezTo>
                  <a:cubicBezTo>
                    <a:pt x="626" y="1756"/>
                    <a:pt x="625" y="1752"/>
                    <a:pt x="625" y="1748"/>
                  </a:cubicBezTo>
                  <a:cubicBezTo>
                    <a:pt x="624" y="1741"/>
                    <a:pt x="621" y="1735"/>
                    <a:pt x="621" y="1728"/>
                  </a:cubicBezTo>
                  <a:cubicBezTo>
                    <a:pt x="621" y="1727"/>
                    <a:pt x="620" y="1727"/>
                    <a:pt x="620" y="1726"/>
                  </a:cubicBezTo>
                  <a:cubicBezTo>
                    <a:pt x="620" y="1725"/>
                    <a:pt x="619" y="1725"/>
                    <a:pt x="618" y="1724"/>
                  </a:cubicBezTo>
                  <a:cubicBezTo>
                    <a:pt x="618" y="1724"/>
                    <a:pt x="617" y="1724"/>
                    <a:pt x="616" y="1724"/>
                  </a:cubicBezTo>
                  <a:cubicBezTo>
                    <a:pt x="616" y="1724"/>
                    <a:pt x="615" y="1723"/>
                    <a:pt x="614" y="1724"/>
                  </a:cubicBezTo>
                  <a:cubicBezTo>
                    <a:pt x="613" y="1725"/>
                    <a:pt x="614" y="1725"/>
                    <a:pt x="613" y="1726"/>
                  </a:cubicBezTo>
                  <a:cubicBezTo>
                    <a:pt x="612" y="1727"/>
                    <a:pt x="612" y="1727"/>
                    <a:pt x="612" y="1728"/>
                  </a:cubicBezTo>
                  <a:cubicBezTo>
                    <a:pt x="610" y="1736"/>
                    <a:pt x="608" y="1745"/>
                    <a:pt x="607" y="1753"/>
                  </a:cubicBezTo>
                  <a:lnTo>
                    <a:pt x="607" y="1754"/>
                  </a:lnTo>
                  <a:cubicBezTo>
                    <a:pt x="607" y="1759"/>
                    <a:pt x="608" y="1764"/>
                    <a:pt x="608" y="1769"/>
                  </a:cubicBezTo>
                  <a:moveTo>
                    <a:pt x="287" y="1705"/>
                  </a:moveTo>
                  <a:lnTo>
                    <a:pt x="279" y="1703"/>
                  </a:lnTo>
                  <a:lnTo>
                    <a:pt x="279" y="1702"/>
                  </a:lnTo>
                  <a:cubicBezTo>
                    <a:pt x="275" y="1678"/>
                    <a:pt x="274" y="1654"/>
                    <a:pt x="274" y="1630"/>
                  </a:cubicBezTo>
                  <a:cubicBezTo>
                    <a:pt x="274" y="1629"/>
                    <a:pt x="274" y="1628"/>
                    <a:pt x="274" y="1627"/>
                  </a:cubicBezTo>
                  <a:cubicBezTo>
                    <a:pt x="274" y="1626"/>
                    <a:pt x="274" y="1627"/>
                    <a:pt x="274" y="1626"/>
                  </a:cubicBezTo>
                  <a:cubicBezTo>
                    <a:pt x="279" y="1627"/>
                    <a:pt x="284" y="1629"/>
                    <a:pt x="289" y="1630"/>
                  </a:cubicBezTo>
                  <a:cubicBezTo>
                    <a:pt x="286" y="1648"/>
                    <a:pt x="285" y="1666"/>
                    <a:pt x="285" y="1684"/>
                  </a:cubicBezTo>
                  <a:cubicBezTo>
                    <a:pt x="284" y="1691"/>
                    <a:pt x="287" y="1698"/>
                    <a:pt x="287" y="1705"/>
                  </a:cubicBezTo>
                  <a:moveTo>
                    <a:pt x="252" y="1602"/>
                  </a:moveTo>
                  <a:lnTo>
                    <a:pt x="252" y="1601"/>
                  </a:lnTo>
                  <a:lnTo>
                    <a:pt x="251" y="1600"/>
                  </a:lnTo>
                  <a:cubicBezTo>
                    <a:pt x="250" y="1600"/>
                    <a:pt x="250" y="1600"/>
                    <a:pt x="250" y="1600"/>
                  </a:cubicBezTo>
                  <a:cubicBezTo>
                    <a:pt x="249" y="1601"/>
                    <a:pt x="249" y="1601"/>
                    <a:pt x="249" y="1601"/>
                  </a:cubicBezTo>
                  <a:lnTo>
                    <a:pt x="249" y="1602"/>
                  </a:lnTo>
                  <a:cubicBezTo>
                    <a:pt x="245" y="1614"/>
                    <a:pt x="258" y="1620"/>
                    <a:pt x="268" y="1624"/>
                  </a:cubicBezTo>
                  <a:cubicBezTo>
                    <a:pt x="268" y="1625"/>
                    <a:pt x="267" y="1625"/>
                    <a:pt x="267" y="1625"/>
                  </a:cubicBezTo>
                  <a:cubicBezTo>
                    <a:pt x="267" y="1626"/>
                    <a:pt x="267" y="1626"/>
                    <a:pt x="267" y="1627"/>
                  </a:cubicBezTo>
                  <a:cubicBezTo>
                    <a:pt x="265" y="1644"/>
                    <a:pt x="265" y="1661"/>
                    <a:pt x="264" y="1678"/>
                  </a:cubicBezTo>
                  <a:cubicBezTo>
                    <a:pt x="263" y="1681"/>
                    <a:pt x="263" y="1685"/>
                    <a:pt x="263" y="1688"/>
                  </a:cubicBezTo>
                  <a:cubicBezTo>
                    <a:pt x="263" y="1692"/>
                    <a:pt x="263" y="1695"/>
                    <a:pt x="264" y="1699"/>
                  </a:cubicBezTo>
                  <a:lnTo>
                    <a:pt x="245" y="1692"/>
                  </a:lnTo>
                  <a:cubicBezTo>
                    <a:pt x="242" y="1680"/>
                    <a:pt x="237" y="1669"/>
                    <a:pt x="235" y="1657"/>
                  </a:cubicBezTo>
                  <a:cubicBezTo>
                    <a:pt x="235" y="1653"/>
                    <a:pt x="228" y="1654"/>
                    <a:pt x="228" y="1657"/>
                  </a:cubicBezTo>
                  <a:cubicBezTo>
                    <a:pt x="225" y="1664"/>
                    <a:pt x="224" y="1670"/>
                    <a:pt x="224" y="1677"/>
                  </a:cubicBezTo>
                  <a:lnTo>
                    <a:pt x="224" y="1678"/>
                  </a:lnTo>
                  <a:cubicBezTo>
                    <a:pt x="224" y="1680"/>
                    <a:pt x="224" y="1682"/>
                    <a:pt x="224" y="1683"/>
                  </a:cubicBezTo>
                  <a:lnTo>
                    <a:pt x="217" y="1680"/>
                  </a:lnTo>
                  <a:cubicBezTo>
                    <a:pt x="217" y="1677"/>
                    <a:pt x="218" y="1673"/>
                    <a:pt x="218" y="1670"/>
                  </a:cubicBezTo>
                  <a:cubicBezTo>
                    <a:pt x="218" y="1662"/>
                    <a:pt x="216" y="1653"/>
                    <a:pt x="213" y="1645"/>
                  </a:cubicBezTo>
                  <a:cubicBezTo>
                    <a:pt x="213" y="1635"/>
                    <a:pt x="212" y="1625"/>
                    <a:pt x="212" y="1616"/>
                  </a:cubicBezTo>
                  <a:cubicBezTo>
                    <a:pt x="212" y="1613"/>
                    <a:pt x="212" y="1611"/>
                    <a:pt x="212" y="1609"/>
                  </a:cubicBezTo>
                  <a:cubicBezTo>
                    <a:pt x="212" y="1606"/>
                    <a:pt x="208" y="1605"/>
                    <a:pt x="207" y="1609"/>
                  </a:cubicBezTo>
                  <a:cubicBezTo>
                    <a:pt x="204" y="1618"/>
                    <a:pt x="203" y="1628"/>
                    <a:pt x="202" y="1638"/>
                  </a:cubicBezTo>
                  <a:cubicBezTo>
                    <a:pt x="202" y="1649"/>
                    <a:pt x="197" y="1658"/>
                    <a:pt x="196" y="1669"/>
                  </a:cubicBezTo>
                  <a:cubicBezTo>
                    <a:pt x="186" y="1663"/>
                    <a:pt x="177" y="1654"/>
                    <a:pt x="170" y="1644"/>
                  </a:cubicBezTo>
                  <a:cubicBezTo>
                    <a:pt x="171" y="1644"/>
                    <a:pt x="171" y="1644"/>
                    <a:pt x="171" y="1643"/>
                  </a:cubicBezTo>
                  <a:cubicBezTo>
                    <a:pt x="172" y="1641"/>
                    <a:pt x="173" y="1639"/>
                    <a:pt x="173" y="1636"/>
                  </a:cubicBezTo>
                  <a:lnTo>
                    <a:pt x="173" y="1635"/>
                  </a:lnTo>
                  <a:cubicBezTo>
                    <a:pt x="174" y="1620"/>
                    <a:pt x="176" y="1604"/>
                    <a:pt x="179" y="1588"/>
                  </a:cubicBezTo>
                  <a:cubicBezTo>
                    <a:pt x="181" y="1590"/>
                    <a:pt x="183" y="1592"/>
                    <a:pt x="185" y="1593"/>
                  </a:cubicBezTo>
                  <a:cubicBezTo>
                    <a:pt x="189" y="1595"/>
                    <a:pt x="193" y="1597"/>
                    <a:pt x="197" y="1597"/>
                  </a:cubicBezTo>
                  <a:lnTo>
                    <a:pt x="198" y="1597"/>
                  </a:lnTo>
                  <a:cubicBezTo>
                    <a:pt x="200" y="1597"/>
                    <a:pt x="202" y="1597"/>
                    <a:pt x="203" y="1596"/>
                  </a:cubicBezTo>
                  <a:cubicBezTo>
                    <a:pt x="204" y="1595"/>
                    <a:pt x="205" y="1594"/>
                    <a:pt x="206" y="1593"/>
                  </a:cubicBezTo>
                  <a:cubicBezTo>
                    <a:pt x="206" y="1591"/>
                    <a:pt x="208" y="1589"/>
                    <a:pt x="208" y="1588"/>
                  </a:cubicBezTo>
                  <a:cubicBezTo>
                    <a:pt x="208" y="1586"/>
                    <a:pt x="207" y="1586"/>
                    <a:pt x="206" y="1584"/>
                  </a:cubicBezTo>
                  <a:cubicBezTo>
                    <a:pt x="205" y="1582"/>
                    <a:pt x="204" y="1581"/>
                    <a:pt x="203" y="1580"/>
                  </a:cubicBezTo>
                  <a:lnTo>
                    <a:pt x="202" y="1580"/>
                  </a:lnTo>
                  <a:cubicBezTo>
                    <a:pt x="198" y="1578"/>
                    <a:pt x="190" y="1575"/>
                    <a:pt x="189" y="1571"/>
                  </a:cubicBezTo>
                  <a:lnTo>
                    <a:pt x="185" y="1560"/>
                  </a:lnTo>
                  <a:cubicBezTo>
                    <a:pt x="205" y="1560"/>
                    <a:pt x="220" y="1545"/>
                    <a:pt x="240" y="1545"/>
                  </a:cubicBezTo>
                  <a:cubicBezTo>
                    <a:pt x="258" y="1545"/>
                    <a:pt x="277" y="1544"/>
                    <a:pt x="295" y="1540"/>
                  </a:cubicBezTo>
                  <a:cubicBezTo>
                    <a:pt x="296" y="1542"/>
                    <a:pt x="298" y="1543"/>
                    <a:pt x="300" y="1544"/>
                  </a:cubicBezTo>
                  <a:cubicBezTo>
                    <a:pt x="326" y="1558"/>
                    <a:pt x="353" y="1568"/>
                    <a:pt x="380" y="1576"/>
                  </a:cubicBezTo>
                  <a:cubicBezTo>
                    <a:pt x="375" y="1579"/>
                    <a:pt x="370" y="1582"/>
                    <a:pt x="364" y="1584"/>
                  </a:cubicBezTo>
                  <a:cubicBezTo>
                    <a:pt x="351" y="1589"/>
                    <a:pt x="339" y="1598"/>
                    <a:pt x="325" y="1604"/>
                  </a:cubicBezTo>
                  <a:cubicBezTo>
                    <a:pt x="319" y="1606"/>
                    <a:pt x="313" y="1609"/>
                    <a:pt x="308" y="1612"/>
                  </a:cubicBezTo>
                  <a:cubicBezTo>
                    <a:pt x="306" y="1613"/>
                    <a:pt x="304" y="1614"/>
                    <a:pt x="302" y="1616"/>
                  </a:cubicBezTo>
                  <a:lnTo>
                    <a:pt x="298" y="1615"/>
                  </a:lnTo>
                  <a:cubicBezTo>
                    <a:pt x="291" y="1612"/>
                    <a:pt x="256" y="1618"/>
                    <a:pt x="252" y="1602"/>
                  </a:cubicBezTo>
                  <a:moveTo>
                    <a:pt x="390" y="1447"/>
                  </a:moveTo>
                  <a:lnTo>
                    <a:pt x="381" y="1451"/>
                  </a:lnTo>
                  <a:cubicBezTo>
                    <a:pt x="380" y="1451"/>
                    <a:pt x="380" y="1450"/>
                    <a:pt x="379" y="1450"/>
                  </a:cubicBezTo>
                  <a:cubicBezTo>
                    <a:pt x="378" y="1449"/>
                    <a:pt x="376" y="1449"/>
                    <a:pt x="375" y="1449"/>
                  </a:cubicBezTo>
                  <a:cubicBezTo>
                    <a:pt x="373" y="1449"/>
                    <a:pt x="371" y="1449"/>
                    <a:pt x="370" y="1450"/>
                  </a:cubicBezTo>
                  <a:cubicBezTo>
                    <a:pt x="368" y="1451"/>
                    <a:pt x="368" y="1452"/>
                    <a:pt x="367" y="1453"/>
                  </a:cubicBezTo>
                  <a:cubicBezTo>
                    <a:pt x="366" y="1455"/>
                    <a:pt x="366" y="1456"/>
                    <a:pt x="366" y="1457"/>
                  </a:cubicBezTo>
                  <a:lnTo>
                    <a:pt x="355" y="1462"/>
                  </a:lnTo>
                  <a:lnTo>
                    <a:pt x="351" y="1463"/>
                  </a:lnTo>
                  <a:lnTo>
                    <a:pt x="350" y="1463"/>
                  </a:lnTo>
                  <a:cubicBezTo>
                    <a:pt x="350" y="1463"/>
                    <a:pt x="349" y="1462"/>
                    <a:pt x="348" y="1463"/>
                  </a:cubicBezTo>
                  <a:cubicBezTo>
                    <a:pt x="347" y="1464"/>
                    <a:pt x="347" y="1464"/>
                    <a:pt x="347" y="1464"/>
                  </a:cubicBezTo>
                  <a:cubicBezTo>
                    <a:pt x="321" y="1473"/>
                    <a:pt x="296" y="1477"/>
                    <a:pt x="288" y="1507"/>
                  </a:cubicBezTo>
                  <a:cubicBezTo>
                    <a:pt x="288" y="1509"/>
                    <a:pt x="288" y="1511"/>
                    <a:pt x="286" y="1513"/>
                  </a:cubicBezTo>
                  <a:cubicBezTo>
                    <a:pt x="280" y="1513"/>
                    <a:pt x="273" y="1514"/>
                    <a:pt x="267" y="1515"/>
                  </a:cubicBezTo>
                  <a:cubicBezTo>
                    <a:pt x="259" y="1519"/>
                    <a:pt x="251" y="1521"/>
                    <a:pt x="242" y="1521"/>
                  </a:cubicBezTo>
                  <a:cubicBezTo>
                    <a:pt x="221" y="1519"/>
                    <a:pt x="194" y="1535"/>
                    <a:pt x="175" y="1542"/>
                  </a:cubicBezTo>
                  <a:cubicBezTo>
                    <a:pt x="174" y="1542"/>
                    <a:pt x="174" y="1541"/>
                    <a:pt x="173" y="1541"/>
                  </a:cubicBezTo>
                  <a:cubicBezTo>
                    <a:pt x="172" y="1541"/>
                    <a:pt x="171" y="1540"/>
                    <a:pt x="170" y="1540"/>
                  </a:cubicBezTo>
                  <a:cubicBezTo>
                    <a:pt x="171" y="1535"/>
                    <a:pt x="173" y="1530"/>
                    <a:pt x="176" y="1525"/>
                  </a:cubicBezTo>
                  <a:cubicBezTo>
                    <a:pt x="177" y="1523"/>
                    <a:pt x="179" y="1521"/>
                    <a:pt x="181" y="1518"/>
                  </a:cubicBezTo>
                  <a:cubicBezTo>
                    <a:pt x="183" y="1516"/>
                    <a:pt x="186" y="1513"/>
                    <a:pt x="188" y="1510"/>
                  </a:cubicBezTo>
                  <a:cubicBezTo>
                    <a:pt x="189" y="1507"/>
                    <a:pt x="190" y="1505"/>
                    <a:pt x="191" y="1502"/>
                  </a:cubicBezTo>
                  <a:cubicBezTo>
                    <a:pt x="192" y="1499"/>
                    <a:pt x="191" y="1502"/>
                    <a:pt x="192" y="1502"/>
                  </a:cubicBezTo>
                  <a:cubicBezTo>
                    <a:pt x="214" y="1496"/>
                    <a:pt x="232" y="1480"/>
                    <a:pt x="254" y="1475"/>
                  </a:cubicBezTo>
                  <a:cubicBezTo>
                    <a:pt x="280" y="1470"/>
                    <a:pt x="306" y="1462"/>
                    <a:pt x="331" y="1456"/>
                  </a:cubicBezTo>
                  <a:cubicBezTo>
                    <a:pt x="351" y="1451"/>
                    <a:pt x="370" y="1447"/>
                    <a:pt x="390" y="1443"/>
                  </a:cubicBezTo>
                  <a:cubicBezTo>
                    <a:pt x="391" y="1445"/>
                    <a:pt x="391" y="1446"/>
                    <a:pt x="391" y="1448"/>
                  </a:cubicBezTo>
                  <a:lnTo>
                    <a:pt x="390" y="1447"/>
                  </a:lnTo>
                  <a:moveTo>
                    <a:pt x="331" y="1514"/>
                  </a:moveTo>
                  <a:cubicBezTo>
                    <a:pt x="331" y="1513"/>
                    <a:pt x="331" y="1512"/>
                    <a:pt x="331" y="1512"/>
                  </a:cubicBezTo>
                  <a:cubicBezTo>
                    <a:pt x="331" y="1502"/>
                    <a:pt x="330" y="1493"/>
                    <a:pt x="329" y="1484"/>
                  </a:cubicBezTo>
                  <a:lnTo>
                    <a:pt x="343" y="1479"/>
                  </a:lnTo>
                  <a:cubicBezTo>
                    <a:pt x="338" y="1499"/>
                    <a:pt x="335" y="1520"/>
                    <a:pt x="335" y="1541"/>
                  </a:cubicBezTo>
                  <a:lnTo>
                    <a:pt x="331" y="1539"/>
                  </a:lnTo>
                  <a:cubicBezTo>
                    <a:pt x="332" y="1534"/>
                    <a:pt x="332" y="1528"/>
                    <a:pt x="332" y="1523"/>
                  </a:cubicBezTo>
                  <a:cubicBezTo>
                    <a:pt x="332" y="1520"/>
                    <a:pt x="332" y="1517"/>
                    <a:pt x="332" y="1514"/>
                  </a:cubicBezTo>
                  <a:lnTo>
                    <a:pt x="331" y="1514"/>
                  </a:lnTo>
                  <a:moveTo>
                    <a:pt x="316" y="1492"/>
                  </a:moveTo>
                  <a:cubicBezTo>
                    <a:pt x="315" y="1501"/>
                    <a:pt x="316" y="1510"/>
                    <a:pt x="315" y="1519"/>
                  </a:cubicBezTo>
                  <a:cubicBezTo>
                    <a:pt x="315" y="1523"/>
                    <a:pt x="315" y="1526"/>
                    <a:pt x="315" y="1530"/>
                  </a:cubicBezTo>
                  <a:lnTo>
                    <a:pt x="309" y="1526"/>
                  </a:lnTo>
                  <a:cubicBezTo>
                    <a:pt x="308" y="1524"/>
                    <a:pt x="308" y="1522"/>
                    <a:pt x="307" y="1520"/>
                  </a:cubicBezTo>
                  <a:cubicBezTo>
                    <a:pt x="305" y="1518"/>
                    <a:pt x="303" y="1516"/>
                    <a:pt x="300" y="1514"/>
                  </a:cubicBezTo>
                  <a:cubicBezTo>
                    <a:pt x="299" y="1507"/>
                    <a:pt x="303" y="1500"/>
                    <a:pt x="317" y="1492"/>
                  </a:cubicBezTo>
                  <a:lnTo>
                    <a:pt x="316" y="1492"/>
                  </a:lnTo>
                  <a:moveTo>
                    <a:pt x="407" y="1440"/>
                  </a:moveTo>
                  <a:lnTo>
                    <a:pt x="421" y="1438"/>
                  </a:lnTo>
                  <a:cubicBezTo>
                    <a:pt x="416" y="1439"/>
                    <a:pt x="412" y="1440"/>
                    <a:pt x="407" y="1441"/>
                  </a:cubicBezTo>
                  <a:cubicBezTo>
                    <a:pt x="407" y="1441"/>
                    <a:pt x="408" y="1440"/>
                    <a:pt x="408" y="1439"/>
                  </a:cubicBezTo>
                  <a:lnTo>
                    <a:pt x="407" y="1440"/>
                  </a:lnTo>
                  <a:moveTo>
                    <a:pt x="2009" y="1678"/>
                  </a:moveTo>
                  <a:cubicBezTo>
                    <a:pt x="2008" y="1677"/>
                    <a:pt x="2008" y="1676"/>
                    <a:pt x="2007" y="1676"/>
                  </a:cubicBezTo>
                  <a:cubicBezTo>
                    <a:pt x="2007" y="1676"/>
                    <a:pt x="2006" y="1675"/>
                    <a:pt x="2005" y="1675"/>
                  </a:cubicBezTo>
                  <a:cubicBezTo>
                    <a:pt x="2004" y="1675"/>
                    <a:pt x="2004" y="1676"/>
                    <a:pt x="2003" y="1676"/>
                  </a:cubicBezTo>
                  <a:cubicBezTo>
                    <a:pt x="2002" y="1676"/>
                    <a:pt x="2002" y="1677"/>
                    <a:pt x="2001" y="1678"/>
                  </a:cubicBezTo>
                  <a:cubicBezTo>
                    <a:pt x="2001" y="1678"/>
                    <a:pt x="2001" y="1679"/>
                    <a:pt x="2001" y="1680"/>
                  </a:cubicBezTo>
                  <a:cubicBezTo>
                    <a:pt x="2002" y="1688"/>
                    <a:pt x="2004" y="1697"/>
                    <a:pt x="2008" y="1704"/>
                  </a:cubicBezTo>
                  <a:lnTo>
                    <a:pt x="1949" y="1704"/>
                  </a:lnTo>
                  <a:cubicBezTo>
                    <a:pt x="1917" y="1704"/>
                    <a:pt x="1882" y="1714"/>
                    <a:pt x="1849" y="1716"/>
                  </a:cubicBezTo>
                  <a:cubicBezTo>
                    <a:pt x="1827" y="1716"/>
                    <a:pt x="1805" y="1718"/>
                    <a:pt x="1783" y="1719"/>
                  </a:cubicBezTo>
                  <a:lnTo>
                    <a:pt x="1692" y="1719"/>
                  </a:lnTo>
                  <a:cubicBezTo>
                    <a:pt x="1554" y="1719"/>
                    <a:pt x="1415" y="1717"/>
                    <a:pt x="1276" y="1717"/>
                  </a:cubicBezTo>
                  <a:lnTo>
                    <a:pt x="1225" y="1717"/>
                  </a:lnTo>
                  <a:cubicBezTo>
                    <a:pt x="1225" y="1716"/>
                    <a:pt x="1225" y="1714"/>
                    <a:pt x="1226" y="1713"/>
                  </a:cubicBezTo>
                  <a:cubicBezTo>
                    <a:pt x="1228" y="1700"/>
                    <a:pt x="1230" y="1687"/>
                    <a:pt x="1234" y="1674"/>
                  </a:cubicBezTo>
                  <a:cubicBezTo>
                    <a:pt x="1235" y="1668"/>
                    <a:pt x="1236" y="1661"/>
                    <a:pt x="1238" y="1655"/>
                  </a:cubicBezTo>
                  <a:cubicBezTo>
                    <a:pt x="1240" y="1651"/>
                    <a:pt x="1241" y="1646"/>
                    <a:pt x="1241" y="1642"/>
                  </a:cubicBezTo>
                  <a:cubicBezTo>
                    <a:pt x="1241" y="1641"/>
                    <a:pt x="1241" y="1641"/>
                    <a:pt x="1241" y="1641"/>
                  </a:cubicBezTo>
                  <a:cubicBezTo>
                    <a:pt x="1241" y="1640"/>
                    <a:pt x="1241" y="1640"/>
                    <a:pt x="1241" y="1640"/>
                  </a:cubicBezTo>
                  <a:lnTo>
                    <a:pt x="1253" y="1640"/>
                  </a:lnTo>
                  <a:cubicBezTo>
                    <a:pt x="1257" y="1640"/>
                    <a:pt x="1261" y="1640"/>
                    <a:pt x="1265" y="1640"/>
                  </a:cubicBezTo>
                  <a:cubicBezTo>
                    <a:pt x="1291" y="1640"/>
                    <a:pt x="1317" y="1641"/>
                    <a:pt x="1343" y="1644"/>
                  </a:cubicBezTo>
                  <a:cubicBezTo>
                    <a:pt x="1478" y="1660"/>
                    <a:pt x="1621" y="1645"/>
                    <a:pt x="1757" y="1645"/>
                  </a:cubicBezTo>
                  <a:cubicBezTo>
                    <a:pt x="1826" y="1645"/>
                    <a:pt x="1895" y="1644"/>
                    <a:pt x="1964" y="1642"/>
                  </a:cubicBezTo>
                  <a:lnTo>
                    <a:pt x="1964" y="1643"/>
                  </a:lnTo>
                  <a:cubicBezTo>
                    <a:pt x="1965" y="1644"/>
                    <a:pt x="1965" y="1644"/>
                    <a:pt x="1966" y="1645"/>
                  </a:cubicBezTo>
                  <a:cubicBezTo>
                    <a:pt x="1972" y="1649"/>
                    <a:pt x="1977" y="1656"/>
                    <a:pt x="1984" y="1658"/>
                  </a:cubicBezTo>
                  <a:cubicBezTo>
                    <a:pt x="1985" y="1658"/>
                    <a:pt x="1985" y="1658"/>
                    <a:pt x="1986" y="1658"/>
                  </a:cubicBezTo>
                  <a:cubicBezTo>
                    <a:pt x="1987" y="1658"/>
                    <a:pt x="1989" y="1657"/>
                    <a:pt x="1990" y="1657"/>
                  </a:cubicBezTo>
                  <a:cubicBezTo>
                    <a:pt x="1991" y="1656"/>
                    <a:pt x="1992" y="1657"/>
                    <a:pt x="1993" y="1655"/>
                  </a:cubicBezTo>
                  <a:cubicBezTo>
                    <a:pt x="1993" y="1653"/>
                    <a:pt x="1994" y="1652"/>
                    <a:pt x="1994" y="1651"/>
                  </a:cubicBezTo>
                  <a:cubicBezTo>
                    <a:pt x="1994" y="1650"/>
                    <a:pt x="1994" y="1649"/>
                    <a:pt x="1993" y="1649"/>
                  </a:cubicBezTo>
                  <a:cubicBezTo>
                    <a:pt x="1993" y="1646"/>
                    <a:pt x="1991" y="1646"/>
                    <a:pt x="1990" y="1644"/>
                  </a:cubicBezTo>
                  <a:lnTo>
                    <a:pt x="1993" y="1644"/>
                  </a:lnTo>
                  <a:lnTo>
                    <a:pt x="1992" y="1642"/>
                  </a:lnTo>
                  <a:cubicBezTo>
                    <a:pt x="2061" y="1641"/>
                    <a:pt x="2129" y="1641"/>
                    <a:pt x="2199" y="1643"/>
                  </a:cubicBezTo>
                  <a:cubicBezTo>
                    <a:pt x="2202" y="1658"/>
                    <a:pt x="2212" y="1660"/>
                    <a:pt x="2223" y="1667"/>
                  </a:cubicBezTo>
                  <a:cubicBezTo>
                    <a:pt x="2230" y="1672"/>
                    <a:pt x="2237" y="1677"/>
                    <a:pt x="2244" y="1681"/>
                  </a:cubicBezTo>
                  <a:cubicBezTo>
                    <a:pt x="2248" y="1683"/>
                    <a:pt x="2251" y="1685"/>
                    <a:pt x="2255" y="1687"/>
                  </a:cubicBezTo>
                  <a:cubicBezTo>
                    <a:pt x="2222" y="1690"/>
                    <a:pt x="2189" y="1692"/>
                    <a:pt x="2157" y="1697"/>
                  </a:cubicBezTo>
                  <a:cubicBezTo>
                    <a:pt x="2117" y="1702"/>
                    <a:pt x="2076" y="1705"/>
                    <a:pt x="2036" y="1705"/>
                  </a:cubicBezTo>
                  <a:cubicBezTo>
                    <a:pt x="2032" y="1705"/>
                    <a:pt x="2029" y="1705"/>
                    <a:pt x="2026" y="1705"/>
                  </a:cubicBezTo>
                  <a:cubicBezTo>
                    <a:pt x="2021" y="1695"/>
                    <a:pt x="2015" y="1687"/>
                    <a:pt x="2010" y="1677"/>
                  </a:cubicBezTo>
                  <a:lnTo>
                    <a:pt x="2009" y="1678"/>
                  </a:lnTo>
                  <a:moveTo>
                    <a:pt x="2236" y="1649"/>
                  </a:moveTo>
                  <a:cubicBezTo>
                    <a:pt x="2231" y="1647"/>
                    <a:pt x="2226" y="1645"/>
                    <a:pt x="2221" y="1642"/>
                  </a:cubicBezTo>
                  <a:cubicBezTo>
                    <a:pt x="2240" y="1640"/>
                    <a:pt x="2259" y="1635"/>
                    <a:pt x="2278" y="1634"/>
                  </a:cubicBezTo>
                  <a:cubicBezTo>
                    <a:pt x="2284" y="1635"/>
                    <a:pt x="2291" y="1635"/>
                    <a:pt x="2297" y="1635"/>
                  </a:cubicBezTo>
                  <a:cubicBezTo>
                    <a:pt x="2311" y="1635"/>
                    <a:pt x="2325" y="1634"/>
                    <a:pt x="2339" y="1631"/>
                  </a:cubicBezTo>
                  <a:cubicBezTo>
                    <a:pt x="2363" y="1622"/>
                    <a:pt x="2390" y="1626"/>
                    <a:pt x="2414" y="1620"/>
                  </a:cubicBezTo>
                  <a:cubicBezTo>
                    <a:pt x="2447" y="1611"/>
                    <a:pt x="2481" y="1607"/>
                    <a:pt x="2515" y="1607"/>
                  </a:cubicBezTo>
                  <a:cubicBezTo>
                    <a:pt x="2519" y="1607"/>
                    <a:pt x="2522" y="1607"/>
                    <a:pt x="2525" y="1607"/>
                  </a:cubicBezTo>
                  <a:cubicBezTo>
                    <a:pt x="2575" y="1606"/>
                    <a:pt x="2625" y="1597"/>
                    <a:pt x="2672" y="1582"/>
                  </a:cubicBezTo>
                  <a:cubicBezTo>
                    <a:pt x="2673" y="1583"/>
                    <a:pt x="2673" y="1584"/>
                    <a:pt x="2674" y="1585"/>
                  </a:cubicBezTo>
                  <a:cubicBezTo>
                    <a:pt x="2675" y="1586"/>
                    <a:pt x="2675" y="1587"/>
                    <a:pt x="2677" y="1588"/>
                  </a:cubicBezTo>
                  <a:cubicBezTo>
                    <a:pt x="2681" y="1593"/>
                    <a:pt x="2685" y="1598"/>
                    <a:pt x="2688" y="1603"/>
                  </a:cubicBezTo>
                  <a:lnTo>
                    <a:pt x="2692" y="1608"/>
                  </a:lnTo>
                  <a:cubicBezTo>
                    <a:pt x="2692" y="1606"/>
                    <a:pt x="2692" y="1606"/>
                    <a:pt x="2692" y="1609"/>
                  </a:cubicBezTo>
                  <a:cubicBezTo>
                    <a:pt x="2692" y="1610"/>
                    <a:pt x="2692" y="1612"/>
                    <a:pt x="2693" y="1613"/>
                  </a:cubicBezTo>
                  <a:lnTo>
                    <a:pt x="2693" y="1614"/>
                  </a:lnTo>
                  <a:cubicBezTo>
                    <a:pt x="2661" y="1621"/>
                    <a:pt x="2629" y="1627"/>
                    <a:pt x="2597" y="1633"/>
                  </a:cubicBezTo>
                  <a:cubicBezTo>
                    <a:pt x="2520" y="1646"/>
                    <a:pt x="2446" y="1666"/>
                    <a:pt x="2368" y="1676"/>
                  </a:cubicBezTo>
                  <a:cubicBezTo>
                    <a:pt x="2341" y="1679"/>
                    <a:pt x="2314" y="1681"/>
                    <a:pt x="2287" y="1684"/>
                  </a:cubicBezTo>
                  <a:cubicBezTo>
                    <a:pt x="2287" y="1684"/>
                    <a:pt x="2287" y="1682"/>
                    <a:pt x="2287" y="1681"/>
                  </a:cubicBezTo>
                  <a:lnTo>
                    <a:pt x="2286" y="1680"/>
                  </a:lnTo>
                  <a:cubicBezTo>
                    <a:pt x="2286" y="1679"/>
                    <a:pt x="2287" y="1678"/>
                    <a:pt x="2287" y="1678"/>
                  </a:cubicBezTo>
                  <a:cubicBezTo>
                    <a:pt x="2287" y="1676"/>
                    <a:pt x="2286" y="1674"/>
                    <a:pt x="2285" y="1672"/>
                  </a:cubicBezTo>
                  <a:cubicBezTo>
                    <a:pt x="2284" y="1670"/>
                    <a:pt x="2283" y="1669"/>
                    <a:pt x="2281" y="1668"/>
                  </a:cubicBezTo>
                  <a:cubicBezTo>
                    <a:pt x="2279" y="1667"/>
                    <a:pt x="2278" y="1667"/>
                    <a:pt x="2276" y="1667"/>
                  </a:cubicBezTo>
                  <a:cubicBezTo>
                    <a:pt x="2265" y="1665"/>
                    <a:pt x="2255" y="1661"/>
                    <a:pt x="2246" y="1656"/>
                  </a:cubicBezTo>
                  <a:cubicBezTo>
                    <a:pt x="2243" y="1654"/>
                    <a:pt x="2239" y="1652"/>
                    <a:pt x="2236" y="1649"/>
                  </a:cubicBezTo>
                  <a:moveTo>
                    <a:pt x="2698" y="1542"/>
                  </a:moveTo>
                  <a:cubicBezTo>
                    <a:pt x="2693" y="1546"/>
                    <a:pt x="2687" y="1549"/>
                    <a:pt x="2681" y="1551"/>
                  </a:cubicBezTo>
                  <a:cubicBezTo>
                    <a:pt x="2683" y="1537"/>
                    <a:pt x="2683" y="1524"/>
                    <a:pt x="2683" y="1510"/>
                  </a:cubicBezTo>
                  <a:cubicBezTo>
                    <a:pt x="2683" y="1496"/>
                    <a:pt x="2683" y="1483"/>
                    <a:pt x="2681" y="1469"/>
                  </a:cubicBezTo>
                  <a:cubicBezTo>
                    <a:pt x="2687" y="1471"/>
                    <a:pt x="2692" y="1473"/>
                    <a:pt x="2698" y="1475"/>
                  </a:cubicBezTo>
                  <a:cubicBezTo>
                    <a:pt x="2696" y="1489"/>
                    <a:pt x="2695" y="1502"/>
                    <a:pt x="2695" y="1516"/>
                  </a:cubicBezTo>
                  <a:cubicBezTo>
                    <a:pt x="2695" y="1526"/>
                    <a:pt x="2692" y="1535"/>
                    <a:pt x="2699" y="1542"/>
                  </a:cubicBezTo>
                  <a:lnTo>
                    <a:pt x="2698" y="1542"/>
                  </a:lnTo>
                  <a:moveTo>
                    <a:pt x="2775" y="1594"/>
                  </a:moveTo>
                  <a:cubicBezTo>
                    <a:pt x="2755" y="1599"/>
                    <a:pt x="2735" y="1604"/>
                    <a:pt x="2715" y="1609"/>
                  </a:cubicBezTo>
                  <a:cubicBezTo>
                    <a:pt x="2714" y="1608"/>
                    <a:pt x="2714" y="1608"/>
                    <a:pt x="2714" y="1607"/>
                  </a:cubicBezTo>
                  <a:cubicBezTo>
                    <a:pt x="2713" y="1606"/>
                    <a:pt x="2712" y="1605"/>
                    <a:pt x="2711" y="1604"/>
                  </a:cubicBezTo>
                  <a:cubicBezTo>
                    <a:pt x="2710" y="1603"/>
                    <a:pt x="2709" y="1603"/>
                    <a:pt x="2708" y="1603"/>
                  </a:cubicBezTo>
                  <a:cubicBezTo>
                    <a:pt x="2711" y="1603"/>
                    <a:pt x="2705" y="1600"/>
                    <a:pt x="2704" y="1600"/>
                  </a:cubicBezTo>
                  <a:lnTo>
                    <a:pt x="2700" y="1595"/>
                  </a:lnTo>
                  <a:cubicBezTo>
                    <a:pt x="2697" y="1591"/>
                    <a:pt x="2694" y="1587"/>
                    <a:pt x="2691" y="1584"/>
                  </a:cubicBezTo>
                  <a:cubicBezTo>
                    <a:pt x="2689" y="1581"/>
                    <a:pt x="2686" y="1579"/>
                    <a:pt x="2683" y="1577"/>
                  </a:cubicBezTo>
                  <a:cubicBezTo>
                    <a:pt x="2691" y="1574"/>
                    <a:pt x="2699" y="1571"/>
                    <a:pt x="2707" y="1567"/>
                  </a:cubicBezTo>
                  <a:cubicBezTo>
                    <a:pt x="2708" y="1568"/>
                    <a:pt x="2708" y="1568"/>
                    <a:pt x="2709" y="1569"/>
                  </a:cubicBezTo>
                  <a:cubicBezTo>
                    <a:pt x="2731" y="1579"/>
                    <a:pt x="2753" y="1588"/>
                    <a:pt x="2776" y="1594"/>
                  </a:cubicBezTo>
                  <a:lnTo>
                    <a:pt x="2775" y="1594"/>
                  </a:lnTo>
                  <a:moveTo>
                    <a:pt x="2715" y="1483"/>
                  </a:moveTo>
                  <a:cubicBezTo>
                    <a:pt x="2743" y="1498"/>
                    <a:pt x="2735" y="1515"/>
                    <a:pt x="2717" y="1529"/>
                  </a:cubicBezTo>
                  <a:cubicBezTo>
                    <a:pt x="2717" y="1526"/>
                    <a:pt x="2718" y="1523"/>
                    <a:pt x="2718" y="1520"/>
                  </a:cubicBezTo>
                  <a:cubicBezTo>
                    <a:pt x="2718" y="1516"/>
                    <a:pt x="2717" y="1513"/>
                    <a:pt x="2717" y="1510"/>
                  </a:cubicBezTo>
                  <a:cubicBezTo>
                    <a:pt x="2717" y="1501"/>
                    <a:pt x="2717" y="1492"/>
                    <a:pt x="2716" y="1483"/>
                  </a:cubicBezTo>
                  <a:lnTo>
                    <a:pt x="2715" y="1483"/>
                  </a:lnTo>
                  <a:moveTo>
                    <a:pt x="2920" y="1568"/>
                  </a:moveTo>
                  <a:cubicBezTo>
                    <a:pt x="2925" y="1565"/>
                    <a:pt x="2929" y="1562"/>
                    <a:pt x="2933" y="1558"/>
                  </a:cubicBezTo>
                  <a:cubicBezTo>
                    <a:pt x="2936" y="1555"/>
                    <a:pt x="2938" y="1552"/>
                    <a:pt x="2941" y="1549"/>
                  </a:cubicBezTo>
                  <a:cubicBezTo>
                    <a:pt x="2939" y="1555"/>
                    <a:pt x="2939" y="1561"/>
                    <a:pt x="2939" y="1567"/>
                  </a:cubicBezTo>
                  <a:cubicBezTo>
                    <a:pt x="2939" y="1569"/>
                    <a:pt x="2939" y="1571"/>
                    <a:pt x="2939" y="1573"/>
                  </a:cubicBezTo>
                  <a:cubicBezTo>
                    <a:pt x="2939" y="1579"/>
                    <a:pt x="2942" y="1581"/>
                    <a:pt x="2941" y="1587"/>
                  </a:cubicBezTo>
                  <a:cubicBezTo>
                    <a:pt x="2941" y="1588"/>
                    <a:pt x="2941" y="1589"/>
                    <a:pt x="2941" y="1590"/>
                  </a:cubicBezTo>
                  <a:cubicBezTo>
                    <a:pt x="2941" y="1594"/>
                    <a:pt x="2942" y="1598"/>
                    <a:pt x="2943" y="1602"/>
                  </a:cubicBezTo>
                  <a:lnTo>
                    <a:pt x="2942" y="1603"/>
                  </a:lnTo>
                  <a:cubicBezTo>
                    <a:pt x="2941" y="1604"/>
                    <a:pt x="2940" y="1604"/>
                    <a:pt x="2940" y="1605"/>
                  </a:cubicBezTo>
                  <a:cubicBezTo>
                    <a:pt x="2939" y="1606"/>
                    <a:pt x="2939" y="1606"/>
                    <a:pt x="2939" y="1607"/>
                  </a:cubicBezTo>
                  <a:cubicBezTo>
                    <a:pt x="2939" y="1612"/>
                    <a:pt x="2927" y="1620"/>
                    <a:pt x="2914" y="1627"/>
                  </a:cubicBezTo>
                  <a:cubicBezTo>
                    <a:pt x="2915" y="1607"/>
                    <a:pt x="2918" y="1588"/>
                    <a:pt x="2921" y="1568"/>
                  </a:cubicBezTo>
                  <a:lnTo>
                    <a:pt x="2920" y="1568"/>
                  </a:lnTo>
                  <a:moveTo>
                    <a:pt x="161" y="1549"/>
                  </a:moveTo>
                  <a:lnTo>
                    <a:pt x="163" y="1549"/>
                  </a:lnTo>
                  <a:cubicBezTo>
                    <a:pt x="162" y="1565"/>
                    <a:pt x="159" y="1581"/>
                    <a:pt x="156" y="1597"/>
                  </a:cubicBezTo>
                  <a:lnTo>
                    <a:pt x="156" y="1599"/>
                  </a:lnTo>
                  <a:cubicBezTo>
                    <a:pt x="159" y="1583"/>
                    <a:pt x="161" y="1566"/>
                    <a:pt x="162" y="1549"/>
                  </a:cubicBezTo>
                  <a:lnTo>
                    <a:pt x="161" y="1549"/>
                  </a:lnTo>
                  <a:moveTo>
                    <a:pt x="161" y="1745"/>
                  </a:moveTo>
                  <a:cubicBezTo>
                    <a:pt x="163" y="1723"/>
                    <a:pt x="164" y="1701"/>
                    <a:pt x="164" y="1679"/>
                  </a:cubicBezTo>
                  <a:cubicBezTo>
                    <a:pt x="164" y="1674"/>
                    <a:pt x="164" y="1669"/>
                    <a:pt x="164" y="1664"/>
                  </a:cubicBezTo>
                  <a:cubicBezTo>
                    <a:pt x="194" y="1709"/>
                    <a:pt x="307" y="1724"/>
                    <a:pt x="342" y="1735"/>
                  </a:cubicBezTo>
                  <a:cubicBezTo>
                    <a:pt x="401" y="1755"/>
                    <a:pt x="456" y="1757"/>
                    <a:pt x="515" y="1769"/>
                  </a:cubicBezTo>
                  <a:cubicBezTo>
                    <a:pt x="549" y="1775"/>
                    <a:pt x="582" y="1784"/>
                    <a:pt x="616" y="1788"/>
                  </a:cubicBezTo>
                  <a:cubicBezTo>
                    <a:pt x="643" y="1792"/>
                    <a:pt x="671" y="1790"/>
                    <a:pt x="697" y="1796"/>
                  </a:cubicBezTo>
                  <a:cubicBezTo>
                    <a:pt x="730" y="1801"/>
                    <a:pt x="763" y="1804"/>
                    <a:pt x="797" y="1804"/>
                  </a:cubicBezTo>
                  <a:cubicBezTo>
                    <a:pt x="810" y="1804"/>
                    <a:pt x="824" y="1803"/>
                    <a:pt x="838" y="1803"/>
                  </a:cubicBezTo>
                  <a:cubicBezTo>
                    <a:pt x="864" y="1801"/>
                    <a:pt x="889" y="1806"/>
                    <a:pt x="915" y="1806"/>
                  </a:cubicBezTo>
                  <a:cubicBezTo>
                    <a:pt x="918" y="1806"/>
                    <a:pt x="920" y="1806"/>
                    <a:pt x="923" y="1806"/>
                  </a:cubicBezTo>
                  <a:cubicBezTo>
                    <a:pt x="952" y="1806"/>
                    <a:pt x="982" y="1808"/>
                    <a:pt x="1011" y="1812"/>
                  </a:cubicBezTo>
                  <a:cubicBezTo>
                    <a:pt x="1112" y="1830"/>
                    <a:pt x="1215" y="1839"/>
                    <a:pt x="1318" y="1839"/>
                  </a:cubicBezTo>
                  <a:cubicBezTo>
                    <a:pt x="1328" y="1839"/>
                    <a:pt x="1337" y="1839"/>
                    <a:pt x="1347" y="1839"/>
                  </a:cubicBezTo>
                  <a:cubicBezTo>
                    <a:pt x="1368" y="1839"/>
                    <a:pt x="1389" y="1837"/>
                    <a:pt x="1410" y="1836"/>
                  </a:cubicBezTo>
                  <a:cubicBezTo>
                    <a:pt x="1411" y="1836"/>
                    <a:pt x="1412" y="1836"/>
                    <a:pt x="1413" y="1836"/>
                  </a:cubicBezTo>
                  <a:cubicBezTo>
                    <a:pt x="1414" y="1836"/>
                    <a:pt x="1415" y="1836"/>
                    <a:pt x="1416" y="1836"/>
                  </a:cubicBezTo>
                  <a:cubicBezTo>
                    <a:pt x="1518" y="1830"/>
                    <a:pt x="1620" y="1820"/>
                    <a:pt x="1722" y="1819"/>
                  </a:cubicBezTo>
                  <a:cubicBezTo>
                    <a:pt x="1733" y="1819"/>
                    <a:pt x="1744" y="1819"/>
                    <a:pt x="1756" y="1819"/>
                  </a:cubicBezTo>
                  <a:cubicBezTo>
                    <a:pt x="1803" y="1819"/>
                    <a:pt x="1850" y="1817"/>
                    <a:pt x="1896" y="1812"/>
                  </a:cubicBezTo>
                  <a:cubicBezTo>
                    <a:pt x="1957" y="1804"/>
                    <a:pt x="2019" y="1812"/>
                    <a:pt x="2080" y="1806"/>
                  </a:cubicBezTo>
                  <a:cubicBezTo>
                    <a:pt x="2137" y="1802"/>
                    <a:pt x="2194" y="1801"/>
                    <a:pt x="2252" y="1796"/>
                  </a:cubicBezTo>
                  <a:cubicBezTo>
                    <a:pt x="2296" y="1792"/>
                    <a:pt x="2340" y="1794"/>
                    <a:pt x="2385" y="1786"/>
                  </a:cubicBezTo>
                  <a:cubicBezTo>
                    <a:pt x="2441" y="1776"/>
                    <a:pt x="2503" y="1777"/>
                    <a:pt x="2558" y="1761"/>
                  </a:cubicBezTo>
                  <a:cubicBezTo>
                    <a:pt x="2633" y="1739"/>
                    <a:pt x="2710" y="1719"/>
                    <a:pt x="2785" y="1700"/>
                  </a:cubicBezTo>
                  <a:cubicBezTo>
                    <a:pt x="2822" y="1691"/>
                    <a:pt x="2857" y="1677"/>
                    <a:pt x="2890" y="1658"/>
                  </a:cubicBezTo>
                  <a:cubicBezTo>
                    <a:pt x="2892" y="1657"/>
                    <a:pt x="2894" y="1656"/>
                    <a:pt x="2896" y="1655"/>
                  </a:cubicBezTo>
                  <a:lnTo>
                    <a:pt x="2900" y="1653"/>
                  </a:lnTo>
                  <a:cubicBezTo>
                    <a:pt x="2901" y="1653"/>
                    <a:pt x="2902" y="1653"/>
                    <a:pt x="2903" y="1653"/>
                  </a:cubicBezTo>
                  <a:cubicBezTo>
                    <a:pt x="2905" y="1653"/>
                    <a:pt x="2907" y="1653"/>
                    <a:pt x="2909" y="1652"/>
                  </a:cubicBezTo>
                  <a:cubicBezTo>
                    <a:pt x="2910" y="1651"/>
                    <a:pt x="2911" y="1650"/>
                    <a:pt x="2912" y="1648"/>
                  </a:cubicBezTo>
                  <a:cubicBezTo>
                    <a:pt x="2912" y="1647"/>
                    <a:pt x="2913" y="1647"/>
                    <a:pt x="2913" y="1646"/>
                  </a:cubicBezTo>
                  <a:cubicBezTo>
                    <a:pt x="2919" y="1644"/>
                    <a:pt x="2924" y="1642"/>
                    <a:pt x="2928" y="1639"/>
                  </a:cubicBezTo>
                  <a:cubicBezTo>
                    <a:pt x="2938" y="1633"/>
                    <a:pt x="2946" y="1626"/>
                    <a:pt x="2953" y="1616"/>
                  </a:cubicBezTo>
                  <a:cubicBezTo>
                    <a:pt x="2954" y="1617"/>
                    <a:pt x="2955" y="1617"/>
                    <a:pt x="2957" y="1617"/>
                  </a:cubicBezTo>
                  <a:cubicBezTo>
                    <a:pt x="2958" y="1617"/>
                    <a:pt x="2959" y="1617"/>
                    <a:pt x="2960" y="1616"/>
                  </a:cubicBezTo>
                  <a:cubicBezTo>
                    <a:pt x="2964" y="1645"/>
                    <a:pt x="2969" y="1673"/>
                    <a:pt x="2975" y="1701"/>
                  </a:cubicBezTo>
                  <a:cubicBezTo>
                    <a:pt x="2981" y="1729"/>
                    <a:pt x="2979" y="1753"/>
                    <a:pt x="2982" y="1778"/>
                  </a:cubicBezTo>
                  <a:cubicBezTo>
                    <a:pt x="2979" y="1789"/>
                    <a:pt x="2974" y="1799"/>
                    <a:pt x="2969" y="1808"/>
                  </a:cubicBezTo>
                  <a:cubicBezTo>
                    <a:pt x="2956" y="1830"/>
                    <a:pt x="2938" y="1849"/>
                    <a:pt x="2916" y="1862"/>
                  </a:cubicBezTo>
                  <a:cubicBezTo>
                    <a:pt x="2911" y="1866"/>
                    <a:pt x="2905" y="1869"/>
                    <a:pt x="2899" y="1872"/>
                  </a:cubicBezTo>
                  <a:cubicBezTo>
                    <a:pt x="2834" y="1900"/>
                    <a:pt x="2758" y="1911"/>
                    <a:pt x="2690" y="1925"/>
                  </a:cubicBezTo>
                  <a:cubicBezTo>
                    <a:pt x="2589" y="1948"/>
                    <a:pt x="2482" y="1949"/>
                    <a:pt x="2381" y="1972"/>
                  </a:cubicBezTo>
                  <a:cubicBezTo>
                    <a:pt x="2314" y="1987"/>
                    <a:pt x="2243" y="1983"/>
                    <a:pt x="2176" y="1995"/>
                  </a:cubicBezTo>
                  <a:cubicBezTo>
                    <a:pt x="2139" y="2001"/>
                    <a:pt x="2102" y="2004"/>
                    <a:pt x="2065" y="2005"/>
                  </a:cubicBezTo>
                  <a:cubicBezTo>
                    <a:pt x="2024" y="2007"/>
                    <a:pt x="1982" y="2013"/>
                    <a:pt x="1939" y="2015"/>
                  </a:cubicBezTo>
                  <a:cubicBezTo>
                    <a:pt x="1911" y="2015"/>
                    <a:pt x="1884" y="2021"/>
                    <a:pt x="1855" y="2022"/>
                  </a:cubicBezTo>
                  <a:cubicBezTo>
                    <a:pt x="1833" y="2022"/>
                    <a:pt x="1820" y="2020"/>
                    <a:pt x="1804" y="2030"/>
                  </a:cubicBezTo>
                  <a:cubicBezTo>
                    <a:pt x="1764" y="2031"/>
                    <a:pt x="1724" y="2033"/>
                    <a:pt x="1684" y="2033"/>
                  </a:cubicBezTo>
                  <a:lnTo>
                    <a:pt x="1524" y="2033"/>
                  </a:lnTo>
                  <a:cubicBezTo>
                    <a:pt x="1483" y="2033"/>
                    <a:pt x="1442" y="2025"/>
                    <a:pt x="1401" y="2026"/>
                  </a:cubicBezTo>
                  <a:cubicBezTo>
                    <a:pt x="1313" y="2027"/>
                    <a:pt x="1224" y="2009"/>
                    <a:pt x="1136" y="2009"/>
                  </a:cubicBezTo>
                  <a:cubicBezTo>
                    <a:pt x="1048" y="2009"/>
                    <a:pt x="966" y="1995"/>
                    <a:pt x="881" y="1989"/>
                  </a:cubicBezTo>
                  <a:cubicBezTo>
                    <a:pt x="791" y="1983"/>
                    <a:pt x="702" y="1971"/>
                    <a:pt x="612" y="1968"/>
                  </a:cubicBezTo>
                  <a:cubicBezTo>
                    <a:pt x="514" y="1965"/>
                    <a:pt x="415" y="1961"/>
                    <a:pt x="321" y="1930"/>
                  </a:cubicBezTo>
                  <a:cubicBezTo>
                    <a:pt x="290" y="1920"/>
                    <a:pt x="260" y="1907"/>
                    <a:pt x="232" y="1891"/>
                  </a:cubicBezTo>
                  <a:cubicBezTo>
                    <a:pt x="224" y="1886"/>
                    <a:pt x="215" y="1881"/>
                    <a:pt x="207" y="1876"/>
                  </a:cubicBezTo>
                  <a:cubicBezTo>
                    <a:pt x="198" y="1867"/>
                    <a:pt x="189" y="1858"/>
                    <a:pt x="180" y="1849"/>
                  </a:cubicBezTo>
                  <a:cubicBezTo>
                    <a:pt x="176" y="1845"/>
                    <a:pt x="161" y="1840"/>
                    <a:pt x="158" y="1835"/>
                  </a:cubicBezTo>
                  <a:lnTo>
                    <a:pt x="158" y="1834"/>
                  </a:lnTo>
                  <a:cubicBezTo>
                    <a:pt x="157" y="1833"/>
                    <a:pt x="156" y="1831"/>
                    <a:pt x="154" y="1830"/>
                  </a:cubicBezTo>
                  <a:lnTo>
                    <a:pt x="153" y="1830"/>
                  </a:lnTo>
                  <a:cubicBezTo>
                    <a:pt x="153" y="1803"/>
                    <a:pt x="159" y="1773"/>
                    <a:pt x="161" y="1747"/>
                  </a:cubicBezTo>
                  <a:lnTo>
                    <a:pt x="161" y="1745"/>
                  </a:lnTo>
                  <a:moveTo>
                    <a:pt x="2977" y="1863"/>
                  </a:moveTo>
                  <a:lnTo>
                    <a:pt x="2977" y="1863"/>
                  </a:lnTo>
                  <a:moveTo>
                    <a:pt x="141" y="1740"/>
                  </a:moveTo>
                  <a:cubicBezTo>
                    <a:pt x="141" y="1742"/>
                    <a:pt x="141" y="1743"/>
                    <a:pt x="141" y="1744"/>
                  </a:cubicBezTo>
                  <a:cubicBezTo>
                    <a:pt x="142" y="1748"/>
                    <a:pt x="142" y="1751"/>
                    <a:pt x="142" y="1754"/>
                  </a:cubicBezTo>
                  <a:cubicBezTo>
                    <a:pt x="142" y="1757"/>
                    <a:pt x="142" y="1761"/>
                    <a:pt x="141" y="1764"/>
                  </a:cubicBezTo>
                  <a:cubicBezTo>
                    <a:pt x="141" y="1762"/>
                    <a:pt x="141" y="1759"/>
                    <a:pt x="141" y="1758"/>
                  </a:cubicBezTo>
                  <a:cubicBezTo>
                    <a:pt x="141" y="1755"/>
                    <a:pt x="141" y="1752"/>
                    <a:pt x="141" y="1750"/>
                  </a:cubicBezTo>
                  <a:cubicBezTo>
                    <a:pt x="141" y="1747"/>
                    <a:pt x="141" y="1744"/>
                    <a:pt x="141" y="1742"/>
                  </a:cubicBezTo>
                  <a:lnTo>
                    <a:pt x="141" y="1740"/>
                  </a:lnTo>
                  <a:moveTo>
                    <a:pt x="191" y="4258"/>
                  </a:moveTo>
                  <a:cubicBezTo>
                    <a:pt x="185" y="4254"/>
                    <a:pt x="179" y="4250"/>
                    <a:pt x="173" y="4246"/>
                  </a:cubicBezTo>
                  <a:cubicBezTo>
                    <a:pt x="144" y="4229"/>
                    <a:pt x="118" y="4206"/>
                    <a:pt x="99" y="4178"/>
                  </a:cubicBezTo>
                  <a:cubicBezTo>
                    <a:pt x="99" y="4177"/>
                    <a:pt x="29" y="4086"/>
                    <a:pt x="44" y="4084"/>
                  </a:cubicBezTo>
                  <a:lnTo>
                    <a:pt x="45" y="4084"/>
                  </a:lnTo>
                  <a:lnTo>
                    <a:pt x="46" y="4083"/>
                  </a:lnTo>
                  <a:cubicBezTo>
                    <a:pt x="46" y="4082"/>
                    <a:pt x="47" y="4082"/>
                    <a:pt x="47" y="4081"/>
                  </a:cubicBezTo>
                  <a:cubicBezTo>
                    <a:pt x="47" y="4080"/>
                    <a:pt x="46" y="4080"/>
                    <a:pt x="46" y="4079"/>
                  </a:cubicBezTo>
                  <a:lnTo>
                    <a:pt x="45" y="4078"/>
                  </a:lnTo>
                  <a:lnTo>
                    <a:pt x="44" y="4078"/>
                  </a:lnTo>
                  <a:cubicBezTo>
                    <a:pt x="44" y="4076"/>
                    <a:pt x="45" y="4075"/>
                    <a:pt x="45" y="4074"/>
                  </a:cubicBezTo>
                  <a:cubicBezTo>
                    <a:pt x="45" y="4072"/>
                    <a:pt x="44" y="4070"/>
                    <a:pt x="43" y="4068"/>
                  </a:cubicBezTo>
                  <a:cubicBezTo>
                    <a:pt x="43" y="4067"/>
                    <a:pt x="42" y="4067"/>
                    <a:pt x="42" y="4066"/>
                  </a:cubicBezTo>
                  <a:cubicBezTo>
                    <a:pt x="37" y="4061"/>
                    <a:pt x="41" y="4034"/>
                    <a:pt x="41" y="4027"/>
                  </a:cubicBezTo>
                  <a:cubicBezTo>
                    <a:pt x="41" y="4025"/>
                    <a:pt x="41" y="4023"/>
                    <a:pt x="41" y="4021"/>
                  </a:cubicBezTo>
                  <a:cubicBezTo>
                    <a:pt x="41" y="4010"/>
                    <a:pt x="40" y="3999"/>
                    <a:pt x="38" y="3988"/>
                  </a:cubicBezTo>
                  <a:cubicBezTo>
                    <a:pt x="45" y="3993"/>
                    <a:pt x="51" y="3999"/>
                    <a:pt x="56" y="4005"/>
                  </a:cubicBezTo>
                  <a:cubicBezTo>
                    <a:pt x="73" y="4028"/>
                    <a:pt x="92" y="4049"/>
                    <a:pt x="113" y="4068"/>
                  </a:cubicBezTo>
                  <a:cubicBezTo>
                    <a:pt x="133" y="4084"/>
                    <a:pt x="136" y="4108"/>
                    <a:pt x="162" y="4115"/>
                  </a:cubicBezTo>
                  <a:cubicBezTo>
                    <a:pt x="163" y="4116"/>
                    <a:pt x="163" y="4116"/>
                    <a:pt x="164" y="4116"/>
                  </a:cubicBezTo>
                  <a:cubicBezTo>
                    <a:pt x="164" y="4116"/>
                    <a:pt x="165" y="4116"/>
                    <a:pt x="165" y="4115"/>
                  </a:cubicBezTo>
                  <a:cubicBezTo>
                    <a:pt x="166" y="4117"/>
                    <a:pt x="167" y="4118"/>
                    <a:pt x="167" y="4119"/>
                  </a:cubicBezTo>
                  <a:cubicBezTo>
                    <a:pt x="175" y="4133"/>
                    <a:pt x="186" y="4146"/>
                    <a:pt x="199" y="4156"/>
                  </a:cubicBezTo>
                  <a:cubicBezTo>
                    <a:pt x="193" y="4186"/>
                    <a:pt x="191" y="4216"/>
                    <a:pt x="191" y="4246"/>
                  </a:cubicBezTo>
                  <a:cubicBezTo>
                    <a:pt x="191" y="4250"/>
                    <a:pt x="191" y="4255"/>
                    <a:pt x="191" y="4259"/>
                  </a:cubicBezTo>
                  <a:lnTo>
                    <a:pt x="191" y="4258"/>
                  </a:lnTo>
                  <a:moveTo>
                    <a:pt x="303" y="4334"/>
                  </a:moveTo>
                  <a:lnTo>
                    <a:pt x="286" y="4325"/>
                  </a:lnTo>
                  <a:cubicBezTo>
                    <a:pt x="262" y="4311"/>
                    <a:pt x="240" y="4295"/>
                    <a:pt x="219" y="4279"/>
                  </a:cubicBezTo>
                  <a:cubicBezTo>
                    <a:pt x="219" y="4278"/>
                    <a:pt x="219" y="4278"/>
                    <a:pt x="219" y="4278"/>
                  </a:cubicBezTo>
                  <a:cubicBezTo>
                    <a:pt x="220" y="4276"/>
                    <a:pt x="221" y="4274"/>
                    <a:pt x="221" y="4271"/>
                  </a:cubicBezTo>
                  <a:cubicBezTo>
                    <a:pt x="221" y="4268"/>
                    <a:pt x="221" y="4266"/>
                    <a:pt x="221" y="4264"/>
                  </a:cubicBezTo>
                  <a:cubicBezTo>
                    <a:pt x="221" y="4232"/>
                    <a:pt x="219" y="4200"/>
                    <a:pt x="215" y="4168"/>
                  </a:cubicBezTo>
                  <a:cubicBezTo>
                    <a:pt x="229" y="4179"/>
                    <a:pt x="243" y="4190"/>
                    <a:pt x="256" y="4202"/>
                  </a:cubicBezTo>
                  <a:cubicBezTo>
                    <a:pt x="265" y="4210"/>
                    <a:pt x="276" y="4218"/>
                    <a:pt x="288" y="4225"/>
                  </a:cubicBezTo>
                  <a:cubicBezTo>
                    <a:pt x="296" y="4229"/>
                    <a:pt x="304" y="4234"/>
                    <a:pt x="313" y="4237"/>
                  </a:cubicBezTo>
                  <a:cubicBezTo>
                    <a:pt x="308" y="4270"/>
                    <a:pt x="304" y="4302"/>
                    <a:pt x="303" y="4335"/>
                  </a:cubicBezTo>
                  <a:lnTo>
                    <a:pt x="303" y="4334"/>
                  </a:lnTo>
                  <a:moveTo>
                    <a:pt x="538" y="4452"/>
                  </a:moveTo>
                  <a:cubicBezTo>
                    <a:pt x="471" y="4418"/>
                    <a:pt x="403" y="4387"/>
                    <a:pt x="336" y="4352"/>
                  </a:cubicBezTo>
                  <a:cubicBezTo>
                    <a:pt x="336" y="4316"/>
                    <a:pt x="333" y="4280"/>
                    <a:pt x="327" y="4245"/>
                  </a:cubicBezTo>
                  <a:lnTo>
                    <a:pt x="358" y="4257"/>
                  </a:lnTo>
                  <a:cubicBezTo>
                    <a:pt x="396" y="4271"/>
                    <a:pt x="433" y="4288"/>
                    <a:pt x="472" y="4302"/>
                  </a:cubicBezTo>
                  <a:cubicBezTo>
                    <a:pt x="495" y="4311"/>
                    <a:pt x="518" y="4321"/>
                    <a:pt x="540" y="4333"/>
                  </a:cubicBezTo>
                  <a:cubicBezTo>
                    <a:pt x="535" y="4347"/>
                    <a:pt x="532" y="4362"/>
                    <a:pt x="532" y="4377"/>
                  </a:cubicBezTo>
                  <a:cubicBezTo>
                    <a:pt x="531" y="4385"/>
                    <a:pt x="530" y="4393"/>
                    <a:pt x="530" y="4400"/>
                  </a:cubicBezTo>
                  <a:cubicBezTo>
                    <a:pt x="530" y="4418"/>
                    <a:pt x="533" y="4436"/>
                    <a:pt x="538" y="4453"/>
                  </a:cubicBezTo>
                  <a:lnTo>
                    <a:pt x="538" y="4452"/>
                  </a:lnTo>
                  <a:moveTo>
                    <a:pt x="1136" y="4488"/>
                  </a:moveTo>
                  <a:cubicBezTo>
                    <a:pt x="1134" y="4496"/>
                    <a:pt x="1133" y="4504"/>
                    <a:pt x="1133" y="4512"/>
                  </a:cubicBezTo>
                  <a:cubicBezTo>
                    <a:pt x="1133" y="4514"/>
                    <a:pt x="1133" y="4516"/>
                    <a:pt x="1134" y="4519"/>
                  </a:cubicBezTo>
                  <a:cubicBezTo>
                    <a:pt x="1128" y="4530"/>
                    <a:pt x="1124" y="4541"/>
                    <a:pt x="1121" y="4553"/>
                  </a:cubicBezTo>
                  <a:cubicBezTo>
                    <a:pt x="1120" y="4557"/>
                    <a:pt x="1119" y="4561"/>
                    <a:pt x="1118" y="4564"/>
                  </a:cubicBezTo>
                  <a:cubicBezTo>
                    <a:pt x="1117" y="4569"/>
                    <a:pt x="1116" y="4574"/>
                    <a:pt x="1116" y="4579"/>
                  </a:cubicBezTo>
                  <a:cubicBezTo>
                    <a:pt x="1116" y="4579"/>
                    <a:pt x="1116" y="4580"/>
                    <a:pt x="1116" y="4581"/>
                  </a:cubicBezTo>
                  <a:cubicBezTo>
                    <a:pt x="1115" y="4582"/>
                    <a:pt x="1114" y="4584"/>
                    <a:pt x="1113" y="4586"/>
                  </a:cubicBezTo>
                  <a:cubicBezTo>
                    <a:pt x="1112" y="4587"/>
                    <a:pt x="1111" y="4589"/>
                    <a:pt x="1111" y="4590"/>
                  </a:cubicBezTo>
                  <a:cubicBezTo>
                    <a:pt x="1105" y="4602"/>
                    <a:pt x="979" y="4579"/>
                    <a:pt x="964" y="4579"/>
                  </a:cubicBezTo>
                  <a:cubicBezTo>
                    <a:pt x="940" y="4579"/>
                    <a:pt x="916" y="4576"/>
                    <a:pt x="891" y="4573"/>
                  </a:cubicBezTo>
                  <a:cubicBezTo>
                    <a:pt x="878" y="4569"/>
                    <a:pt x="865" y="4565"/>
                    <a:pt x="852" y="4561"/>
                  </a:cubicBezTo>
                  <a:cubicBezTo>
                    <a:pt x="754" y="4527"/>
                    <a:pt x="653" y="4512"/>
                    <a:pt x="561" y="4464"/>
                  </a:cubicBezTo>
                  <a:lnTo>
                    <a:pt x="549" y="4457"/>
                  </a:lnTo>
                  <a:cubicBezTo>
                    <a:pt x="549" y="4457"/>
                    <a:pt x="550" y="4457"/>
                    <a:pt x="550" y="4456"/>
                  </a:cubicBezTo>
                  <a:lnTo>
                    <a:pt x="551" y="4455"/>
                  </a:lnTo>
                  <a:cubicBezTo>
                    <a:pt x="563" y="4418"/>
                    <a:pt x="554" y="4379"/>
                    <a:pt x="560" y="4340"/>
                  </a:cubicBezTo>
                  <a:cubicBezTo>
                    <a:pt x="566" y="4343"/>
                    <a:pt x="572" y="4345"/>
                    <a:pt x="579" y="4348"/>
                  </a:cubicBezTo>
                  <a:cubicBezTo>
                    <a:pt x="579" y="4357"/>
                    <a:pt x="579" y="4367"/>
                    <a:pt x="579" y="4376"/>
                  </a:cubicBezTo>
                  <a:cubicBezTo>
                    <a:pt x="579" y="4380"/>
                    <a:pt x="579" y="4383"/>
                    <a:pt x="579" y="4386"/>
                  </a:cubicBezTo>
                  <a:cubicBezTo>
                    <a:pt x="579" y="4394"/>
                    <a:pt x="580" y="4403"/>
                    <a:pt x="583" y="4410"/>
                  </a:cubicBezTo>
                  <a:cubicBezTo>
                    <a:pt x="583" y="4411"/>
                    <a:pt x="583" y="4411"/>
                    <a:pt x="583" y="4411"/>
                  </a:cubicBezTo>
                  <a:cubicBezTo>
                    <a:pt x="584" y="4412"/>
                    <a:pt x="584" y="4412"/>
                    <a:pt x="585" y="4413"/>
                  </a:cubicBezTo>
                  <a:cubicBezTo>
                    <a:pt x="586" y="4413"/>
                    <a:pt x="587" y="4414"/>
                    <a:pt x="588" y="4414"/>
                  </a:cubicBezTo>
                  <a:cubicBezTo>
                    <a:pt x="589" y="4414"/>
                    <a:pt x="590" y="4413"/>
                    <a:pt x="590" y="4413"/>
                  </a:cubicBezTo>
                  <a:cubicBezTo>
                    <a:pt x="591" y="4412"/>
                    <a:pt x="592" y="4412"/>
                    <a:pt x="592" y="4411"/>
                  </a:cubicBezTo>
                  <a:cubicBezTo>
                    <a:pt x="592" y="4411"/>
                    <a:pt x="593" y="4411"/>
                    <a:pt x="593" y="4410"/>
                  </a:cubicBezTo>
                  <a:cubicBezTo>
                    <a:pt x="600" y="4396"/>
                    <a:pt x="604" y="4379"/>
                    <a:pt x="604" y="4362"/>
                  </a:cubicBezTo>
                  <a:cubicBezTo>
                    <a:pt x="604" y="4359"/>
                    <a:pt x="604" y="4356"/>
                    <a:pt x="604" y="4353"/>
                  </a:cubicBezTo>
                  <a:cubicBezTo>
                    <a:pt x="608" y="4353"/>
                    <a:pt x="613" y="4355"/>
                    <a:pt x="617" y="4356"/>
                  </a:cubicBezTo>
                  <a:cubicBezTo>
                    <a:pt x="615" y="4361"/>
                    <a:pt x="614" y="4367"/>
                    <a:pt x="614" y="4373"/>
                  </a:cubicBezTo>
                  <a:cubicBezTo>
                    <a:pt x="614" y="4381"/>
                    <a:pt x="616" y="4390"/>
                    <a:pt x="620" y="4398"/>
                  </a:cubicBezTo>
                  <a:cubicBezTo>
                    <a:pt x="621" y="4398"/>
                    <a:pt x="622" y="4399"/>
                    <a:pt x="623" y="4400"/>
                  </a:cubicBezTo>
                  <a:cubicBezTo>
                    <a:pt x="624" y="4400"/>
                    <a:pt x="625" y="4401"/>
                    <a:pt x="626" y="4401"/>
                  </a:cubicBezTo>
                  <a:cubicBezTo>
                    <a:pt x="627" y="4401"/>
                    <a:pt x="628" y="4400"/>
                    <a:pt x="629" y="4400"/>
                  </a:cubicBezTo>
                  <a:cubicBezTo>
                    <a:pt x="630" y="4399"/>
                    <a:pt x="630" y="4399"/>
                    <a:pt x="630" y="4398"/>
                  </a:cubicBezTo>
                  <a:cubicBezTo>
                    <a:pt x="635" y="4391"/>
                    <a:pt x="637" y="4382"/>
                    <a:pt x="637" y="4373"/>
                  </a:cubicBezTo>
                  <a:cubicBezTo>
                    <a:pt x="637" y="4368"/>
                    <a:pt x="636" y="4363"/>
                    <a:pt x="635" y="4358"/>
                  </a:cubicBezTo>
                  <a:lnTo>
                    <a:pt x="663" y="4362"/>
                  </a:lnTo>
                  <a:cubicBezTo>
                    <a:pt x="657" y="4404"/>
                    <a:pt x="652" y="4460"/>
                    <a:pt x="671" y="4497"/>
                  </a:cubicBezTo>
                  <a:cubicBezTo>
                    <a:pt x="671" y="4497"/>
                    <a:pt x="672" y="4497"/>
                    <a:pt x="672" y="4498"/>
                  </a:cubicBezTo>
                  <a:cubicBezTo>
                    <a:pt x="672" y="4499"/>
                    <a:pt x="673" y="4499"/>
                    <a:pt x="674" y="4500"/>
                  </a:cubicBezTo>
                  <a:cubicBezTo>
                    <a:pt x="675" y="4500"/>
                    <a:pt x="676" y="4501"/>
                    <a:pt x="678" y="4501"/>
                  </a:cubicBezTo>
                  <a:cubicBezTo>
                    <a:pt x="679" y="4501"/>
                    <a:pt x="680" y="4500"/>
                    <a:pt x="681" y="4500"/>
                  </a:cubicBezTo>
                  <a:cubicBezTo>
                    <a:pt x="682" y="4499"/>
                    <a:pt x="683" y="4499"/>
                    <a:pt x="684" y="4498"/>
                  </a:cubicBezTo>
                  <a:cubicBezTo>
                    <a:pt x="684" y="4497"/>
                    <a:pt x="684" y="4496"/>
                    <a:pt x="684" y="4495"/>
                  </a:cubicBezTo>
                  <a:cubicBezTo>
                    <a:pt x="686" y="4482"/>
                    <a:pt x="687" y="4468"/>
                    <a:pt x="687" y="4455"/>
                  </a:cubicBezTo>
                  <a:cubicBezTo>
                    <a:pt x="687" y="4449"/>
                    <a:pt x="687" y="4442"/>
                    <a:pt x="686" y="4436"/>
                  </a:cubicBezTo>
                  <a:cubicBezTo>
                    <a:pt x="686" y="4412"/>
                    <a:pt x="686" y="4389"/>
                    <a:pt x="685" y="4365"/>
                  </a:cubicBezTo>
                  <a:cubicBezTo>
                    <a:pt x="691" y="4365"/>
                    <a:pt x="697" y="4367"/>
                    <a:pt x="703" y="4368"/>
                  </a:cubicBezTo>
                  <a:lnTo>
                    <a:pt x="718" y="4371"/>
                  </a:lnTo>
                  <a:cubicBezTo>
                    <a:pt x="718" y="4393"/>
                    <a:pt x="713" y="4414"/>
                    <a:pt x="722" y="4435"/>
                  </a:cubicBezTo>
                  <a:cubicBezTo>
                    <a:pt x="725" y="4441"/>
                    <a:pt x="733" y="4444"/>
                    <a:pt x="736" y="4437"/>
                  </a:cubicBezTo>
                  <a:cubicBezTo>
                    <a:pt x="741" y="4423"/>
                    <a:pt x="743" y="4409"/>
                    <a:pt x="743" y="4395"/>
                  </a:cubicBezTo>
                  <a:cubicBezTo>
                    <a:pt x="743" y="4392"/>
                    <a:pt x="743" y="4389"/>
                    <a:pt x="743" y="4386"/>
                  </a:cubicBezTo>
                  <a:cubicBezTo>
                    <a:pt x="743" y="4382"/>
                    <a:pt x="743" y="4379"/>
                    <a:pt x="743" y="4376"/>
                  </a:cubicBezTo>
                  <a:cubicBezTo>
                    <a:pt x="813" y="4391"/>
                    <a:pt x="882" y="4409"/>
                    <a:pt x="953" y="4417"/>
                  </a:cubicBezTo>
                  <a:cubicBezTo>
                    <a:pt x="1017" y="4425"/>
                    <a:pt x="1078" y="4434"/>
                    <a:pt x="1141" y="4447"/>
                  </a:cubicBezTo>
                  <a:cubicBezTo>
                    <a:pt x="1140" y="4461"/>
                    <a:pt x="1139" y="4475"/>
                    <a:pt x="1136" y="4489"/>
                  </a:cubicBezTo>
                  <a:lnTo>
                    <a:pt x="1136" y="4488"/>
                  </a:lnTo>
                  <a:moveTo>
                    <a:pt x="2378" y="4441"/>
                  </a:moveTo>
                  <a:cubicBezTo>
                    <a:pt x="2377" y="4467"/>
                    <a:pt x="2374" y="4493"/>
                    <a:pt x="2374" y="4519"/>
                  </a:cubicBezTo>
                  <a:cubicBezTo>
                    <a:pt x="2374" y="4520"/>
                    <a:pt x="2374" y="4520"/>
                    <a:pt x="2374" y="4520"/>
                  </a:cubicBezTo>
                  <a:cubicBezTo>
                    <a:pt x="2372" y="4521"/>
                    <a:pt x="2370" y="4523"/>
                    <a:pt x="2369" y="4525"/>
                  </a:cubicBezTo>
                  <a:cubicBezTo>
                    <a:pt x="2368" y="4525"/>
                    <a:pt x="2368" y="4526"/>
                    <a:pt x="2368" y="4526"/>
                  </a:cubicBezTo>
                  <a:cubicBezTo>
                    <a:pt x="2367" y="4528"/>
                    <a:pt x="2366" y="4530"/>
                    <a:pt x="2365" y="4532"/>
                  </a:cubicBezTo>
                  <a:cubicBezTo>
                    <a:pt x="2359" y="4542"/>
                    <a:pt x="2351" y="4550"/>
                    <a:pt x="2341" y="4556"/>
                  </a:cubicBezTo>
                  <a:cubicBezTo>
                    <a:pt x="2340" y="4556"/>
                    <a:pt x="2339" y="4557"/>
                    <a:pt x="2338" y="4558"/>
                  </a:cubicBezTo>
                  <a:cubicBezTo>
                    <a:pt x="2313" y="4565"/>
                    <a:pt x="2288" y="4572"/>
                    <a:pt x="2263" y="4578"/>
                  </a:cubicBezTo>
                  <a:cubicBezTo>
                    <a:pt x="2254" y="4578"/>
                    <a:pt x="2245" y="4579"/>
                    <a:pt x="2237" y="4579"/>
                  </a:cubicBezTo>
                  <a:cubicBezTo>
                    <a:pt x="2182" y="4581"/>
                    <a:pt x="2128" y="4590"/>
                    <a:pt x="2072" y="4590"/>
                  </a:cubicBezTo>
                  <a:cubicBezTo>
                    <a:pt x="1971" y="4590"/>
                    <a:pt x="1871" y="4607"/>
                    <a:pt x="1771" y="4608"/>
                  </a:cubicBezTo>
                  <a:cubicBezTo>
                    <a:pt x="1671" y="4608"/>
                    <a:pt x="1570" y="4627"/>
                    <a:pt x="1469" y="4627"/>
                  </a:cubicBezTo>
                  <a:cubicBezTo>
                    <a:pt x="1450" y="4627"/>
                    <a:pt x="1430" y="4628"/>
                    <a:pt x="1410" y="4628"/>
                  </a:cubicBezTo>
                  <a:cubicBezTo>
                    <a:pt x="1366" y="4628"/>
                    <a:pt x="1321" y="4626"/>
                    <a:pt x="1277" y="4621"/>
                  </a:cubicBezTo>
                  <a:cubicBezTo>
                    <a:pt x="1239" y="4615"/>
                    <a:pt x="1205" y="4621"/>
                    <a:pt x="1183" y="4579"/>
                  </a:cubicBezTo>
                  <a:cubicBezTo>
                    <a:pt x="1176" y="4566"/>
                    <a:pt x="1160" y="4561"/>
                    <a:pt x="1160" y="4547"/>
                  </a:cubicBezTo>
                  <a:cubicBezTo>
                    <a:pt x="1160" y="4546"/>
                    <a:pt x="1160" y="4546"/>
                    <a:pt x="1160" y="4546"/>
                  </a:cubicBezTo>
                  <a:cubicBezTo>
                    <a:pt x="1160" y="4545"/>
                    <a:pt x="1160" y="4545"/>
                    <a:pt x="1160" y="4545"/>
                  </a:cubicBezTo>
                  <a:cubicBezTo>
                    <a:pt x="1160" y="4535"/>
                    <a:pt x="1160" y="4526"/>
                    <a:pt x="1160" y="4517"/>
                  </a:cubicBezTo>
                  <a:cubicBezTo>
                    <a:pt x="1160" y="4515"/>
                    <a:pt x="1160" y="4514"/>
                    <a:pt x="1160" y="4513"/>
                  </a:cubicBezTo>
                  <a:cubicBezTo>
                    <a:pt x="1160" y="4492"/>
                    <a:pt x="1161" y="4472"/>
                    <a:pt x="1165" y="4452"/>
                  </a:cubicBezTo>
                  <a:cubicBezTo>
                    <a:pt x="1228" y="4467"/>
                    <a:pt x="1293" y="4469"/>
                    <a:pt x="1356" y="4482"/>
                  </a:cubicBezTo>
                  <a:cubicBezTo>
                    <a:pt x="1438" y="4498"/>
                    <a:pt x="1530" y="4496"/>
                    <a:pt x="1613" y="4494"/>
                  </a:cubicBezTo>
                  <a:cubicBezTo>
                    <a:pt x="1663" y="4494"/>
                    <a:pt x="1714" y="4497"/>
                    <a:pt x="1764" y="4497"/>
                  </a:cubicBezTo>
                  <a:cubicBezTo>
                    <a:pt x="1774" y="4498"/>
                    <a:pt x="1784" y="4498"/>
                    <a:pt x="1794" y="4498"/>
                  </a:cubicBezTo>
                  <a:cubicBezTo>
                    <a:pt x="1817" y="4498"/>
                    <a:pt x="1840" y="4497"/>
                    <a:pt x="1863" y="4494"/>
                  </a:cubicBezTo>
                  <a:cubicBezTo>
                    <a:pt x="1864" y="4494"/>
                    <a:pt x="1865" y="4494"/>
                    <a:pt x="1866" y="4494"/>
                  </a:cubicBezTo>
                  <a:cubicBezTo>
                    <a:pt x="1911" y="4494"/>
                    <a:pt x="1957" y="4490"/>
                    <a:pt x="2002" y="4484"/>
                  </a:cubicBezTo>
                  <a:cubicBezTo>
                    <a:pt x="2002" y="4494"/>
                    <a:pt x="2001" y="4504"/>
                    <a:pt x="2001" y="4513"/>
                  </a:cubicBezTo>
                  <a:cubicBezTo>
                    <a:pt x="2001" y="4515"/>
                    <a:pt x="2001" y="4517"/>
                    <a:pt x="2001" y="4519"/>
                  </a:cubicBezTo>
                  <a:cubicBezTo>
                    <a:pt x="2001" y="4527"/>
                    <a:pt x="2003" y="4534"/>
                    <a:pt x="2007" y="4541"/>
                  </a:cubicBezTo>
                  <a:cubicBezTo>
                    <a:pt x="2008" y="4543"/>
                    <a:pt x="2010" y="4546"/>
                    <a:pt x="2012" y="4548"/>
                  </a:cubicBezTo>
                  <a:lnTo>
                    <a:pt x="2013" y="4549"/>
                  </a:lnTo>
                  <a:cubicBezTo>
                    <a:pt x="2014" y="4549"/>
                    <a:pt x="2015" y="4550"/>
                    <a:pt x="2016" y="4550"/>
                  </a:cubicBezTo>
                  <a:cubicBezTo>
                    <a:pt x="2017" y="4550"/>
                    <a:pt x="2019" y="4549"/>
                    <a:pt x="2020" y="4549"/>
                  </a:cubicBezTo>
                  <a:cubicBezTo>
                    <a:pt x="2020" y="4549"/>
                    <a:pt x="2020" y="4548"/>
                    <a:pt x="2021" y="4548"/>
                  </a:cubicBezTo>
                  <a:cubicBezTo>
                    <a:pt x="2023" y="4546"/>
                    <a:pt x="2023" y="4543"/>
                    <a:pt x="2025" y="4541"/>
                  </a:cubicBezTo>
                  <a:cubicBezTo>
                    <a:pt x="2028" y="4534"/>
                    <a:pt x="2031" y="4527"/>
                    <a:pt x="2031" y="4520"/>
                  </a:cubicBezTo>
                  <a:cubicBezTo>
                    <a:pt x="2031" y="4518"/>
                    <a:pt x="2031" y="4517"/>
                    <a:pt x="2031" y="4515"/>
                  </a:cubicBezTo>
                  <a:cubicBezTo>
                    <a:pt x="2031" y="4512"/>
                    <a:pt x="2031" y="4509"/>
                    <a:pt x="2031" y="4505"/>
                  </a:cubicBezTo>
                  <a:cubicBezTo>
                    <a:pt x="2031" y="4496"/>
                    <a:pt x="2031" y="4487"/>
                    <a:pt x="2029" y="4478"/>
                  </a:cubicBezTo>
                  <a:cubicBezTo>
                    <a:pt x="2038" y="4476"/>
                    <a:pt x="2047" y="4474"/>
                    <a:pt x="2056" y="4472"/>
                  </a:cubicBezTo>
                  <a:cubicBezTo>
                    <a:pt x="2056" y="4478"/>
                    <a:pt x="2056" y="4483"/>
                    <a:pt x="2054" y="4488"/>
                  </a:cubicBezTo>
                  <a:cubicBezTo>
                    <a:pt x="2054" y="4491"/>
                    <a:pt x="2054" y="4493"/>
                    <a:pt x="2054" y="4495"/>
                  </a:cubicBezTo>
                  <a:cubicBezTo>
                    <a:pt x="2054" y="4504"/>
                    <a:pt x="2056" y="4512"/>
                    <a:pt x="2060" y="4519"/>
                  </a:cubicBezTo>
                  <a:cubicBezTo>
                    <a:pt x="2060" y="4520"/>
                    <a:pt x="2061" y="4520"/>
                    <a:pt x="2062" y="4521"/>
                  </a:cubicBezTo>
                  <a:cubicBezTo>
                    <a:pt x="2062" y="4521"/>
                    <a:pt x="2063" y="4521"/>
                    <a:pt x="2064" y="4521"/>
                  </a:cubicBezTo>
                  <a:cubicBezTo>
                    <a:pt x="2065" y="4521"/>
                    <a:pt x="2066" y="4521"/>
                    <a:pt x="2067" y="4521"/>
                  </a:cubicBezTo>
                  <a:cubicBezTo>
                    <a:pt x="2068" y="4520"/>
                    <a:pt x="2068" y="4520"/>
                    <a:pt x="2069" y="4519"/>
                  </a:cubicBezTo>
                  <a:cubicBezTo>
                    <a:pt x="2073" y="4512"/>
                    <a:pt x="2075" y="4504"/>
                    <a:pt x="2075" y="4496"/>
                  </a:cubicBezTo>
                  <a:cubicBezTo>
                    <a:pt x="2075" y="4494"/>
                    <a:pt x="2075" y="4493"/>
                    <a:pt x="2075" y="4491"/>
                  </a:cubicBezTo>
                  <a:lnTo>
                    <a:pt x="2075" y="4490"/>
                  </a:lnTo>
                  <a:cubicBezTo>
                    <a:pt x="2075" y="4483"/>
                    <a:pt x="2074" y="4476"/>
                    <a:pt x="2073" y="4469"/>
                  </a:cubicBezTo>
                  <a:cubicBezTo>
                    <a:pt x="2086" y="4467"/>
                    <a:pt x="2099" y="4466"/>
                    <a:pt x="2112" y="4464"/>
                  </a:cubicBezTo>
                  <a:cubicBezTo>
                    <a:pt x="2112" y="4470"/>
                    <a:pt x="2114" y="4477"/>
                    <a:pt x="2117" y="4482"/>
                  </a:cubicBezTo>
                  <a:cubicBezTo>
                    <a:pt x="2119" y="4486"/>
                    <a:pt x="2122" y="4489"/>
                    <a:pt x="2125" y="4492"/>
                  </a:cubicBezTo>
                  <a:cubicBezTo>
                    <a:pt x="2126" y="4492"/>
                    <a:pt x="2126" y="4492"/>
                    <a:pt x="2127" y="4493"/>
                  </a:cubicBezTo>
                  <a:cubicBezTo>
                    <a:pt x="2128" y="4493"/>
                    <a:pt x="2129" y="4494"/>
                    <a:pt x="2131" y="4494"/>
                  </a:cubicBezTo>
                  <a:cubicBezTo>
                    <a:pt x="2132" y="4494"/>
                    <a:pt x="2133" y="4493"/>
                    <a:pt x="2134" y="4493"/>
                  </a:cubicBezTo>
                  <a:cubicBezTo>
                    <a:pt x="2135" y="4492"/>
                    <a:pt x="2136" y="4492"/>
                    <a:pt x="2136" y="4492"/>
                  </a:cubicBezTo>
                  <a:cubicBezTo>
                    <a:pt x="2136" y="4491"/>
                    <a:pt x="2137" y="4491"/>
                    <a:pt x="2137" y="4491"/>
                  </a:cubicBezTo>
                  <a:cubicBezTo>
                    <a:pt x="2138" y="4488"/>
                    <a:pt x="2139" y="4486"/>
                    <a:pt x="2139" y="4483"/>
                  </a:cubicBezTo>
                  <a:cubicBezTo>
                    <a:pt x="2140" y="4482"/>
                    <a:pt x="2140" y="4480"/>
                    <a:pt x="2140" y="4479"/>
                  </a:cubicBezTo>
                  <a:cubicBezTo>
                    <a:pt x="2140" y="4475"/>
                    <a:pt x="2139" y="4472"/>
                    <a:pt x="2138" y="4469"/>
                  </a:cubicBezTo>
                  <a:cubicBezTo>
                    <a:pt x="2138" y="4466"/>
                    <a:pt x="2136" y="4464"/>
                    <a:pt x="2135" y="4462"/>
                  </a:cubicBezTo>
                  <a:lnTo>
                    <a:pt x="2161" y="4458"/>
                  </a:lnTo>
                  <a:cubicBezTo>
                    <a:pt x="2160" y="4467"/>
                    <a:pt x="2159" y="4475"/>
                    <a:pt x="2159" y="4484"/>
                  </a:cubicBezTo>
                  <a:cubicBezTo>
                    <a:pt x="2159" y="4500"/>
                    <a:pt x="2161" y="4516"/>
                    <a:pt x="2166" y="4532"/>
                  </a:cubicBezTo>
                  <a:lnTo>
                    <a:pt x="2166" y="4533"/>
                  </a:lnTo>
                  <a:cubicBezTo>
                    <a:pt x="2166" y="4534"/>
                    <a:pt x="2167" y="4534"/>
                    <a:pt x="2168" y="4535"/>
                  </a:cubicBezTo>
                  <a:cubicBezTo>
                    <a:pt x="2169" y="4535"/>
                    <a:pt x="2171" y="4536"/>
                    <a:pt x="2172" y="4536"/>
                  </a:cubicBezTo>
                  <a:cubicBezTo>
                    <a:pt x="2173" y="4536"/>
                    <a:pt x="2174" y="4535"/>
                    <a:pt x="2175" y="4535"/>
                  </a:cubicBezTo>
                  <a:cubicBezTo>
                    <a:pt x="2176" y="4534"/>
                    <a:pt x="2177" y="4534"/>
                    <a:pt x="2178" y="4533"/>
                  </a:cubicBezTo>
                  <a:cubicBezTo>
                    <a:pt x="2178" y="4532"/>
                    <a:pt x="2178" y="4532"/>
                    <a:pt x="2178" y="4532"/>
                  </a:cubicBezTo>
                  <a:cubicBezTo>
                    <a:pt x="2182" y="4516"/>
                    <a:pt x="2184" y="4499"/>
                    <a:pt x="2184" y="4482"/>
                  </a:cubicBezTo>
                  <a:cubicBezTo>
                    <a:pt x="2184" y="4472"/>
                    <a:pt x="2184" y="4463"/>
                    <a:pt x="2182" y="4453"/>
                  </a:cubicBezTo>
                  <a:lnTo>
                    <a:pt x="2186" y="4453"/>
                  </a:lnTo>
                  <a:cubicBezTo>
                    <a:pt x="2251" y="4438"/>
                    <a:pt x="2315" y="4420"/>
                    <a:pt x="2379" y="4398"/>
                  </a:cubicBezTo>
                  <a:cubicBezTo>
                    <a:pt x="2378" y="4413"/>
                    <a:pt x="2380" y="4428"/>
                    <a:pt x="2378" y="4442"/>
                  </a:cubicBezTo>
                  <a:lnTo>
                    <a:pt x="2378" y="4441"/>
                  </a:lnTo>
                  <a:moveTo>
                    <a:pt x="2554" y="4489"/>
                  </a:moveTo>
                  <a:cubicBezTo>
                    <a:pt x="2534" y="4494"/>
                    <a:pt x="2508" y="4492"/>
                    <a:pt x="2491" y="4502"/>
                  </a:cubicBezTo>
                  <a:cubicBezTo>
                    <a:pt x="2489" y="4491"/>
                    <a:pt x="2489" y="4478"/>
                    <a:pt x="2488" y="4467"/>
                  </a:cubicBezTo>
                  <a:cubicBezTo>
                    <a:pt x="2486" y="4455"/>
                    <a:pt x="2479" y="4440"/>
                    <a:pt x="2478" y="4426"/>
                  </a:cubicBezTo>
                  <a:cubicBezTo>
                    <a:pt x="2478" y="4422"/>
                    <a:pt x="2471" y="4423"/>
                    <a:pt x="2471" y="4426"/>
                  </a:cubicBezTo>
                  <a:cubicBezTo>
                    <a:pt x="2472" y="4430"/>
                    <a:pt x="2473" y="4435"/>
                    <a:pt x="2474" y="4439"/>
                  </a:cubicBezTo>
                  <a:cubicBezTo>
                    <a:pt x="2476" y="4444"/>
                    <a:pt x="2476" y="4449"/>
                    <a:pt x="2476" y="4455"/>
                  </a:cubicBezTo>
                  <a:cubicBezTo>
                    <a:pt x="2476" y="4462"/>
                    <a:pt x="2475" y="4469"/>
                    <a:pt x="2473" y="4475"/>
                  </a:cubicBezTo>
                  <a:cubicBezTo>
                    <a:pt x="2472" y="4482"/>
                    <a:pt x="2471" y="4488"/>
                    <a:pt x="2471" y="4495"/>
                  </a:cubicBezTo>
                  <a:cubicBezTo>
                    <a:pt x="2471" y="4501"/>
                    <a:pt x="2472" y="4508"/>
                    <a:pt x="2473" y="4514"/>
                  </a:cubicBezTo>
                  <a:lnTo>
                    <a:pt x="2427" y="4529"/>
                  </a:lnTo>
                  <a:lnTo>
                    <a:pt x="2412" y="4534"/>
                  </a:lnTo>
                  <a:lnTo>
                    <a:pt x="2409" y="4534"/>
                  </a:lnTo>
                  <a:cubicBezTo>
                    <a:pt x="2411" y="4507"/>
                    <a:pt x="2408" y="4479"/>
                    <a:pt x="2406" y="4452"/>
                  </a:cubicBezTo>
                  <a:cubicBezTo>
                    <a:pt x="2406" y="4432"/>
                    <a:pt x="2405" y="4410"/>
                    <a:pt x="2403" y="4389"/>
                  </a:cubicBezTo>
                  <a:lnTo>
                    <a:pt x="2418" y="4383"/>
                  </a:lnTo>
                  <a:cubicBezTo>
                    <a:pt x="2477" y="4361"/>
                    <a:pt x="2540" y="4344"/>
                    <a:pt x="2602" y="4324"/>
                  </a:cubicBezTo>
                  <a:cubicBezTo>
                    <a:pt x="2602" y="4326"/>
                    <a:pt x="2602" y="4328"/>
                    <a:pt x="2602" y="4329"/>
                  </a:cubicBezTo>
                  <a:cubicBezTo>
                    <a:pt x="2601" y="4343"/>
                    <a:pt x="2602" y="4358"/>
                    <a:pt x="2602" y="4372"/>
                  </a:cubicBezTo>
                  <a:cubicBezTo>
                    <a:pt x="2601" y="4380"/>
                    <a:pt x="2601" y="4389"/>
                    <a:pt x="2601" y="4397"/>
                  </a:cubicBezTo>
                  <a:cubicBezTo>
                    <a:pt x="2601" y="4417"/>
                    <a:pt x="2602" y="4437"/>
                    <a:pt x="2604" y="4457"/>
                  </a:cubicBezTo>
                  <a:cubicBezTo>
                    <a:pt x="2604" y="4459"/>
                    <a:pt x="2605" y="4459"/>
                    <a:pt x="2606" y="4461"/>
                  </a:cubicBezTo>
                  <a:cubicBezTo>
                    <a:pt x="2606" y="4462"/>
                    <a:pt x="2607" y="4463"/>
                    <a:pt x="2607" y="4464"/>
                  </a:cubicBezTo>
                  <a:cubicBezTo>
                    <a:pt x="2602" y="4467"/>
                    <a:pt x="2598" y="4470"/>
                    <a:pt x="2593" y="4473"/>
                  </a:cubicBezTo>
                  <a:cubicBezTo>
                    <a:pt x="2581" y="4480"/>
                    <a:pt x="2568" y="4485"/>
                    <a:pt x="2555" y="4489"/>
                  </a:cubicBezTo>
                  <a:lnTo>
                    <a:pt x="2554" y="4489"/>
                  </a:lnTo>
                  <a:moveTo>
                    <a:pt x="2648" y="4362"/>
                  </a:moveTo>
                  <a:cubicBezTo>
                    <a:pt x="2645" y="4388"/>
                    <a:pt x="2644" y="4414"/>
                    <a:pt x="2644" y="4440"/>
                  </a:cubicBezTo>
                  <a:lnTo>
                    <a:pt x="2644" y="4441"/>
                  </a:lnTo>
                  <a:lnTo>
                    <a:pt x="2634" y="4447"/>
                  </a:lnTo>
                  <a:lnTo>
                    <a:pt x="2623" y="4454"/>
                  </a:lnTo>
                  <a:cubicBezTo>
                    <a:pt x="2622" y="4416"/>
                    <a:pt x="2619" y="4379"/>
                    <a:pt x="2618" y="4341"/>
                  </a:cubicBezTo>
                  <a:cubicBezTo>
                    <a:pt x="2618" y="4335"/>
                    <a:pt x="2618" y="4327"/>
                    <a:pt x="2618" y="4320"/>
                  </a:cubicBezTo>
                  <a:lnTo>
                    <a:pt x="2656" y="4307"/>
                  </a:lnTo>
                  <a:cubicBezTo>
                    <a:pt x="2656" y="4325"/>
                    <a:pt x="2649" y="4349"/>
                    <a:pt x="2648" y="4363"/>
                  </a:cubicBezTo>
                  <a:lnTo>
                    <a:pt x="2648" y="4362"/>
                  </a:lnTo>
                  <a:moveTo>
                    <a:pt x="2857" y="4264"/>
                  </a:moveTo>
                  <a:cubicBezTo>
                    <a:pt x="2857" y="4285"/>
                    <a:pt x="2852" y="4308"/>
                    <a:pt x="2853" y="4329"/>
                  </a:cubicBezTo>
                  <a:cubicBezTo>
                    <a:pt x="2791" y="4358"/>
                    <a:pt x="2731" y="4390"/>
                    <a:pt x="2671" y="4424"/>
                  </a:cubicBezTo>
                  <a:cubicBezTo>
                    <a:pt x="2671" y="4399"/>
                    <a:pt x="2668" y="4375"/>
                    <a:pt x="2666" y="4351"/>
                  </a:cubicBezTo>
                  <a:cubicBezTo>
                    <a:pt x="2666" y="4351"/>
                    <a:pt x="2666" y="4350"/>
                    <a:pt x="2666" y="4349"/>
                  </a:cubicBezTo>
                  <a:cubicBezTo>
                    <a:pt x="2666" y="4333"/>
                    <a:pt x="2665" y="4317"/>
                    <a:pt x="2664" y="4302"/>
                  </a:cubicBezTo>
                  <a:cubicBezTo>
                    <a:pt x="2702" y="4288"/>
                    <a:pt x="2739" y="4272"/>
                    <a:pt x="2774" y="4253"/>
                  </a:cubicBezTo>
                  <a:cubicBezTo>
                    <a:pt x="2800" y="4239"/>
                    <a:pt x="2830" y="4227"/>
                    <a:pt x="2858" y="4213"/>
                  </a:cubicBezTo>
                  <a:cubicBezTo>
                    <a:pt x="2857" y="4231"/>
                    <a:pt x="2857" y="4248"/>
                    <a:pt x="2857" y="4265"/>
                  </a:cubicBezTo>
                  <a:lnTo>
                    <a:pt x="2857" y="4264"/>
                  </a:lnTo>
                  <a:moveTo>
                    <a:pt x="2898" y="4300"/>
                  </a:moveTo>
                  <a:lnTo>
                    <a:pt x="2879" y="4313"/>
                  </a:lnTo>
                  <a:cubicBezTo>
                    <a:pt x="2879" y="4297"/>
                    <a:pt x="2879" y="4281"/>
                    <a:pt x="2879" y="4264"/>
                  </a:cubicBezTo>
                  <a:cubicBezTo>
                    <a:pt x="2879" y="4245"/>
                    <a:pt x="2879" y="4223"/>
                    <a:pt x="2877" y="4202"/>
                  </a:cubicBezTo>
                  <a:cubicBezTo>
                    <a:pt x="2885" y="4198"/>
                    <a:pt x="2893" y="4193"/>
                    <a:pt x="2901" y="4188"/>
                  </a:cubicBezTo>
                  <a:cubicBezTo>
                    <a:pt x="2899" y="4203"/>
                    <a:pt x="2898" y="4218"/>
                    <a:pt x="2898" y="4234"/>
                  </a:cubicBezTo>
                  <a:cubicBezTo>
                    <a:pt x="2897" y="4244"/>
                    <a:pt x="2896" y="4253"/>
                    <a:pt x="2896" y="4263"/>
                  </a:cubicBezTo>
                  <a:cubicBezTo>
                    <a:pt x="2896" y="4276"/>
                    <a:pt x="2897" y="4289"/>
                    <a:pt x="2899" y="4302"/>
                  </a:cubicBezTo>
                  <a:lnTo>
                    <a:pt x="2898" y="4300"/>
                  </a:lnTo>
                  <a:moveTo>
                    <a:pt x="2938" y="4266"/>
                  </a:moveTo>
                  <a:cubicBezTo>
                    <a:pt x="2934" y="4270"/>
                    <a:pt x="2931" y="4273"/>
                    <a:pt x="2927" y="4277"/>
                  </a:cubicBezTo>
                  <a:cubicBezTo>
                    <a:pt x="2926" y="4242"/>
                    <a:pt x="2934" y="4203"/>
                    <a:pt x="2925" y="4169"/>
                  </a:cubicBezTo>
                  <a:cubicBezTo>
                    <a:pt x="2939" y="4158"/>
                    <a:pt x="2954" y="4147"/>
                    <a:pt x="2969" y="4137"/>
                  </a:cubicBezTo>
                  <a:cubicBezTo>
                    <a:pt x="2968" y="4145"/>
                    <a:pt x="2967" y="4152"/>
                    <a:pt x="2967" y="4159"/>
                  </a:cubicBezTo>
                  <a:cubicBezTo>
                    <a:pt x="2967" y="4162"/>
                    <a:pt x="2967" y="4165"/>
                    <a:pt x="2967" y="4168"/>
                  </a:cubicBezTo>
                  <a:cubicBezTo>
                    <a:pt x="2969" y="4174"/>
                    <a:pt x="2970" y="4181"/>
                    <a:pt x="2971" y="4188"/>
                  </a:cubicBezTo>
                  <a:cubicBezTo>
                    <a:pt x="2970" y="4199"/>
                    <a:pt x="2976" y="4210"/>
                    <a:pt x="2974" y="4220"/>
                  </a:cubicBezTo>
                  <a:cubicBezTo>
                    <a:pt x="2974" y="4221"/>
                    <a:pt x="2974" y="4222"/>
                    <a:pt x="2974" y="4223"/>
                  </a:cubicBezTo>
                  <a:cubicBezTo>
                    <a:pt x="2974" y="4225"/>
                    <a:pt x="2974" y="4227"/>
                    <a:pt x="2975" y="4229"/>
                  </a:cubicBezTo>
                  <a:cubicBezTo>
                    <a:pt x="2963" y="4244"/>
                    <a:pt x="2949" y="4255"/>
                    <a:pt x="2938" y="4268"/>
                  </a:cubicBezTo>
                  <a:lnTo>
                    <a:pt x="2938" y="4266"/>
                  </a:lnTo>
                  <a:moveTo>
                    <a:pt x="3077" y="4087"/>
                  </a:moveTo>
                  <a:lnTo>
                    <a:pt x="3076" y="4088"/>
                  </a:lnTo>
                  <a:cubicBezTo>
                    <a:pt x="3074" y="4089"/>
                    <a:pt x="3072" y="4090"/>
                    <a:pt x="3071" y="4092"/>
                  </a:cubicBezTo>
                  <a:cubicBezTo>
                    <a:pt x="3070" y="4094"/>
                    <a:pt x="3070" y="4095"/>
                    <a:pt x="3069" y="4097"/>
                  </a:cubicBezTo>
                  <a:cubicBezTo>
                    <a:pt x="3064" y="4141"/>
                    <a:pt x="3022" y="4161"/>
                    <a:pt x="3002" y="4195"/>
                  </a:cubicBezTo>
                  <a:cubicBezTo>
                    <a:pt x="3001" y="4188"/>
                    <a:pt x="3002" y="4181"/>
                    <a:pt x="3001" y="4173"/>
                  </a:cubicBezTo>
                  <a:cubicBezTo>
                    <a:pt x="2998" y="4164"/>
                    <a:pt x="2997" y="4155"/>
                    <a:pt x="2996" y="4146"/>
                  </a:cubicBezTo>
                  <a:cubicBezTo>
                    <a:pt x="2996" y="4144"/>
                    <a:pt x="2997" y="4141"/>
                    <a:pt x="2997" y="4139"/>
                  </a:cubicBezTo>
                  <a:cubicBezTo>
                    <a:pt x="2997" y="4132"/>
                    <a:pt x="2996" y="4125"/>
                    <a:pt x="2994" y="4119"/>
                  </a:cubicBezTo>
                  <a:cubicBezTo>
                    <a:pt x="3002" y="4112"/>
                    <a:pt x="3010" y="4104"/>
                    <a:pt x="3017" y="4096"/>
                  </a:cubicBezTo>
                  <a:lnTo>
                    <a:pt x="3020" y="4093"/>
                  </a:lnTo>
                  <a:cubicBezTo>
                    <a:pt x="3043" y="4073"/>
                    <a:pt x="3062" y="4050"/>
                    <a:pt x="3078" y="4024"/>
                  </a:cubicBezTo>
                  <a:cubicBezTo>
                    <a:pt x="3079" y="4034"/>
                    <a:pt x="3080" y="4044"/>
                    <a:pt x="3080" y="4054"/>
                  </a:cubicBezTo>
                  <a:cubicBezTo>
                    <a:pt x="3080" y="4065"/>
                    <a:pt x="3079" y="4077"/>
                    <a:pt x="3077" y="4089"/>
                  </a:cubicBezTo>
                  <a:lnTo>
                    <a:pt x="3077" y="4087"/>
                  </a:lnTo>
                  <a:moveTo>
                    <a:pt x="3051" y="3687"/>
                  </a:moveTo>
                  <a:cubicBezTo>
                    <a:pt x="3050" y="3688"/>
                    <a:pt x="3050" y="3689"/>
                    <a:pt x="3049" y="3690"/>
                  </a:cubicBezTo>
                  <a:cubicBezTo>
                    <a:pt x="3048" y="3691"/>
                    <a:pt x="3048" y="3693"/>
                    <a:pt x="3047" y="3694"/>
                  </a:cubicBezTo>
                  <a:cubicBezTo>
                    <a:pt x="3043" y="3667"/>
                    <a:pt x="3040" y="3641"/>
                    <a:pt x="3038" y="3614"/>
                  </a:cubicBezTo>
                  <a:cubicBezTo>
                    <a:pt x="3038" y="3609"/>
                    <a:pt x="3030" y="3609"/>
                    <a:pt x="3030" y="3614"/>
                  </a:cubicBezTo>
                  <a:cubicBezTo>
                    <a:pt x="3030" y="3635"/>
                    <a:pt x="3024" y="3655"/>
                    <a:pt x="3022" y="3677"/>
                  </a:cubicBezTo>
                  <a:cubicBezTo>
                    <a:pt x="3019" y="3698"/>
                    <a:pt x="3024" y="3730"/>
                    <a:pt x="3014" y="3750"/>
                  </a:cubicBezTo>
                  <a:cubicBezTo>
                    <a:pt x="3013" y="3752"/>
                    <a:pt x="3012" y="3755"/>
                    <a:pt x="3012" y="3757"/>
                  </a:cubicBezTo>
                  <a:cubicBezTo>
                    <a:pt x="3012" y="3759"/>
                    <a:pt x="3012" y="3761"/>
                    <a:pt x="3014" y="3764"/>
                  </a:cubicBezTo>
                  <a:cubicBezTo>
                    <a:pt x="3015" y="3766"/>
                    <a:pt x="3017" y="3768"/>
                    <a:pt x="3020" y="3770"/>
                  </a:cubicBezTo>
                  <a:cubicBezTo>
                    <a:pt x="3016" y="3780"/>
                    <a:pt x="3011" y="3790"/>
                    <a:pt x="3006" y="3798"/>
                  </a:cubicBezTo>
                  <a:cubicBezTo>
                    <a:pt x="3005" y="3787"/>
                    <a:pt x="3003" y="3776"/>
                    <a:pt x="3003" y="3765"/>
                  </a:cubicBezTo>
                  <a:cubicBezTo>
                    <a:pt x="3002" y="3740"/>
                    <a:pt x="2999" y="3714"/>
                    <a:pt x="2997" y="3688"/>
                  </a:cubicBezTo>
                  <a:cubicBezTo>
                    <a:pt x="2997" y="3644"/>
                    <a:pt x="2992" y="3601"/>
                    <a:pt x="2981" y="3558"/>
                  </a:cubicBezTo>
                  <a:cubicBezTo>
                    <a:pt x="2981" y="3557"/>
                    <a:pt x="2981" y="3557"/>
                    <a:pt x="2980" y="3557"/>
                  </a:cubicBezTo>
                  <a:lnTo>
                    <a:pt x="2979" y="3557"/>
                  </a:lnTo>
                  <a:lnTo>
                    <a:pt x="2978" y="3557"/>
                  </a:lnTo>
                  <a:cubicBezTo>
                    <a:pt x="2978" y="3557"/>
                    <a:pt x="2977" y="3557"/>
                    <a:pt x="2977" y="3558"/>
                  </a:cubicBezTo>
                  <a:lnTo>
                    <a:pt x="2977" y="3559"/>
                  </a:lnTo>
                  <a:cubicBezTo>
                    <a:pt x="2985" y="3600"/>
                    <a:pt x="2990" y="3642"/>
                    <a:pt x="2990" y="3684"/>
                  </a:cubicBezTo>
                  <a:cubicBezTo>
                    <a:pt x="2990" y="3696"/>
                    <a:pt x="2989" y="3707"/>
                    <a:pt x="2989" y="3719"/>
                  </a:cubicBezTo>
                  <a:cubicBezTo>
                    <a:pt x="2988" y="3753"/>
                    <a:pt x="2987" y="3788"/>
                    <a:pt x="2989" y="3822"/>
                  </a:cubicBezTo>
                  <a:cubicBezTo>
                    <a:pt x="2984" y="3828"/>
                    <a:pt x="2979" y="3833"/>
                    <a:pt x="2973" y="3838"/>
                  </a:cubicBezTo>
                  <a:cubicBezTo>
                    <a:pt x="2968" y="3842"/>
                    <a:pt x="2963" y="3847"/>
                    <a:pt x="2958" y="3851"/>
                  </a:cubicBezTo>
                  <a:cubicBezTo>
                    <a:pt x="2958" y="3788"/>
                    <a:pt x="2947" y="3725"/>
                    <a:pt x="2947" y="3663"/>
                  </a:cubicBezTo>
                  <a:cubicBezTo>
                    <a:pt x="2947" y="3659"/>
                    <a:pt x="2941" y="3658"/>
                    <a:pt x="2941" y="3663"/>
                  </a:cubicBezTo>
                  <a:cubicBezTo>
                    <a:pt x="2940" y="3700"/>
                    <a:pt x="2944" y="3737"/>
                    <a:pt x="2941" y="3774"/>
                  </a:cubicBezTo>
                  <a:cubicBezTo>
                    <a:pt x="2939" y="3805"/>
                    <a:pt x="2936" y="3837"/>
                    <a:pt x="2937" y="3868"/>
                  </a:cubicBezTo>
                  <a:lnTo>
                    <a:pt x="2902" y="3899"/>
                  </a:lnTo>
                  <a:cubicBezTo>
                    <a:pt x="2902" y="3898"/>
                    <a:pt x="2901" y="3898"/>
                    <a:pt x="2900" y="3898"/>
                  </a:cubicBezTo>
                  <a:cubicBezTo>
                    <a:pt x="2899" y="3898"/>
                    <a:pt x="2898" y="3898"/>
                    <a:pt x="2897" y="3899"/>
                  </a:cubicBezTo>
                  <a:cubicBezTo>
                    <a:pt x="2907" y="3853"/>
                    <a:pt x="2891" y="3793"/>
                    <a:pt x="2885" y="3749"/>
                  </a:cubicBezTo>
                  <a:cubicBezTo>
                    <a:pt x="2879" y="3696"/>
                    <a:pt x="2875" y="3644"/>
                    <a:pt x="2872" y="3591"/>
                  </a:cubicBezTo>
                  <a:lnTo>
                    <a:pt x="2872" y="3590"/>
                  </a:lnTo>
                  <a:cubicBezTo>
                    <a:pt x="2871" y="3590"/>
                    <a:pt x="2871" y="3590"/>
                    <a:pt x="2871" y="3590"/>
                  </a:cubicBezTo>
                  <a:cubicBezTo>
                    <a:pt x="2870" y="3590"/>
                    <a:pt x="2870" y="3590"/>
                    <a:pt x="2870" y="3590"/>
                  </a:cubicBezTo>
                  <a:lnTo>
                    <a:pt x="2869" y="3590"/>
                  </a:lnTo>
                  <a:cubicBezTo>
                    <a:pt x="2869" y="3591"/>
                    <a:pt x="2869" y="3591"/>
                    <a:pt x="2869" y="3591"/>
                  </a:cubicBezTo>
                  <a:cubicBezTo>
                    <a:pt x="2866" y="3643"/>
                    <a:pt x="2876" y="3696"/>
                    <a:pt x="2870" y="3748"/>
                  </a:cubicBezTo>
                  <a:cubicBezTo>
                    <a:pt x="2866" y="3779"/>
                    <a:pt x="2864" y="3811"/>
                    <a:pt x="2864" y="3843"/>
                  </a:cubicBezTo>
                  <a:cubicBezTo>
                    <a:pt x="2864" y="3865"/>
                    <a:pt x="2865" y="3887"/>
                    <a:pt x="2867" y="3909"/>
                  </a:cubicBezTo>
                  <a:lnTo>
                    <a:pt x="2848" y="3917"/>
                  </a:lnTo>
                  <a:cubicBezTo>
                    <a:pt x="2846" y="3896"/>
                    <a:pt x="2846" y="3874"/>
                    <a:pt x="2844" y="3853"/>
                  </a:cubicBezTo>
                  <a:cubicBezTo>
                    <a:pt x="2844" y="3834"/>
                    <a:pt x="2839" y="3816"/>
                    <a:pt x="2830" y="3800"/>
                  </a:cubicBezTo>
                  <a:cubicBezTo>
                    <a:pt x="2829" y="3799"/>
                    <a:pt x="2828" y="3797"/>
                    <a:pt x="2827" y="3796"/>
                  </a:cubicBezTo>
                  <a:cubicBezTo>
                    <a:pt x="2825" y="3794"/>
                    <a:pt x="2822" y="3797"/>
                    <a:pt x="2823" y="3799"/>
                  </a:cubicBezTo>
                  <a:cubicBezTo>
                    <a:pt x="2829" y="3807"/>
                    <a:pt x="2827" y="3828"/>
                    <a:pt x="2828" y="3839"/>
                  </a:cubicBezTo>
                  <a:cubicBezTo>
                    <a:pt x="2828" y="3842"/>
                    <a:pt x="2828" y="3844"/>
                    <a:pt x="2828" y="3847"/>
                  </a:cubicBezTo>
                  <a:cubicBezTo>
                    <a:pt x="2828" y="3862"/>
                    <a:pt x="2827" y="3877"/>
                    <a:pt x="2825" y="3892"/>
                  </a:cubicBezTo>
                  <a:cubicBezTo>
                    <a:pt x="2823" y="3904"/>
                    <a:pt x="2821" y="3917"/>
                    <a:pt x="2820" y="3929"/>
                  </a:cubicBezTo>
                  <a:cubicBezTo>
                    <a:pt x="2808" y="3935"/>
                    <a:pt x="2796" y="3940"/>
                    <a:pt x="2784" y="3946"/>
                  </a:cubicBezTo>
                  <a:cubicBezTo>
                    <a:pt x="2781" y="3913"/>
                    <a:pt x="2772" y="3880"/>
                    <a:pt x="2769" y="3847"/>
                  </a:cubicBezTo>
                  <a:cubicBezTo>
                    <a:pt x="2769" y="3844"/>
                    <a:pt x="2765" y="3844"/>
                    <a:pt x="2765" y="3847"/>
                  </a:cubicBezTo>
                  <a:cubicBezTo>
                    <a:pt x="2765" y="3852"/>
                    <a:pt x="2765" y="3857"/>
                    <a:pt x="2765" y="3862"/>
                  </a:cubicBezTo>
                  <a:cubicBezTo>
                    <a:pt x="2765" y="3873"/>
                    <a:pt x="2765" y="3885"/>
                    <a:pt x="2763" y="3897"/>
                  </a:cubicBezTo>
                  <a:cubicBezTo>
                    <a:pt x="2761" y="3916"/>
                    <a:pt x="2761" y="3938"/>
                    <a:pt x="2759" y="3959"/>
                  </a:cubicBezTo>
                  <a:lnTo>
                    <a:pt x="2732" y="3973"/>
                  </a:lnTo>
                  <a:cubicBezTo>
                    <a:pt x="2726" y="3944"/>
                    <a:pt x="2726" y="3909"/>
                    <a:pt x="2723" y="3883"/>
                  </a:cubicBezTo>
                  <a:cubicBezTo>
                    <a:pt x="2719" y="3857"/>
                    <a:pt x="2718" y="3831"/>
                    <a:pt x="2716" y="3805"/>
                  </a:cubicBezTo>
                  <a:cubicBezTo>
                    <a:pt x="2716" y="3800"/>
                    <a:pt x="2709" y="3800"/>
                    <a:pt x="2708" y="3805"/>
                  </a:cubicBezTo>
                  <a:cubicBezTo>
                    <a:pt x="2707" y="3823"/>
                    <a:pt x="2706" y="3841"/>
                    <a:pt x="2706" y="3859"/>
                  </a:cubicBezTo>
                  <a:cubicBezTo>
                    <a:pt x="2706" y="3890"/>
                    <a:pt x="2708" y="3921"/>
                    <a:pt x="2712" y="3951"/>
                  </a:cubicBezTo>
                  <a:cubicBezTo>
                    <a:pt x="2713" y="3959"/>
                    <a:pt x="2712" y="3971"/>
                    <a:pt x="2713" y="3982"/>
                  </a:cubicBezTo>
                  <a:lnTo>
                    <a:pt x="2692" y="3995"/>
                  </a:lnTo>
                  <a:cubicBezTo>
                    <a:pt x="2691" y="3993"/>
                    <a:pt x="2691" y="3990"/>
                    <a:pt x="2690" y="3987"/>
                  </a:cubicBezTo>
                  <a:cubicBezTo>
                    <a:pt x="2688" y="3976"/>
                    <a:pt x="2687" y="3965"/>
                    <a:pt x="2687" y="3954"/>
                  </a:cubicBezTo>
                  <a:cubicBezTo>
                    <a:pt x="2687" y="3949"/>
                    <a:pt x="2679" y="3949"/>
                    <a:pt x="2679" y="3954"/>
                  </a:cubicBezTo>
                  <a:cubicBezTo>
                    <a:pt x="2679" y="3969"/>
                    <a:pt x="2675" y="3984"/>
                    <a:pt x="2676" y="3999"/>
                  </a:cubicBezTo>
                  <a:cubicBezTo>
                    <a:pt x="2676" y="3999"/>
                    <a:pt x="2676" y="4000"/>
                    <a:pt x="2676" y="4001"/>
                  </a:cubicBezTo>
                  <a:cubicBezTo>
                    <a:pt x="2676" y="4002"/>
                    <a:pt x="2676" y="4003"/>
                    <a:pt x="2676" y="4003"/>
                  </a:cubicBezTo>
                  <a:lnTo>
                    <a:pt x="2668" y="4007"/>
                  </a:lnTo>
                  <a:cubicBezTo>
                    <a:pt x="2663" y="4010"/>
                    <a:pt x="2657" y="4013"/>
                    <a:pt x="2652" y="4015"/>
                  </a:cubicBezTo>
                  <a:cubicBezTo>
                    <a:pt x="2652" y="4009"/>
                    <a:pt x="2652" y="4004"/>
                    <a:pt x="2652" y="3999"/>
                  </a:cubicBezTo>
                  <a:cubicBezTo>
                    <a:pt x="2652" y="3987"/>
                    <a:pt x="2646" y="3975"/>
                    <a:pt x="2645" y="3963"/>
                  </a:cubicBezTo>
                  <a:cubicBezTo>
                    <a:pt x="2645" y="3958"/>
                    <a:pt x="2636" y="3958"/>
                    <a:pt x="2636" y="3963"/>
                  </a:cubicBezTo>
                  <a:cubicBezTo>
                    <a:pt x="2636" y="3980"/>
                    <a:pt x="2636" y="3995"/>
                    <a:pt x="2634" y="4012"/>
                  </a:cubicBezTo>
                  <a:cubicBezTo>
                    <a:pt x="2634" y="4015"/>
                    <a:pt x="2634" y="4019"/>
                    <a:pt x="2633" y="4023"/>
                  </a:cubicBezTo>
                  <a:lnTo>
                    <a:pt x="2622" y="4027"/>
                  </a:lnTo>
                  <a:cubicBezTo>
                    <a:pt x="2622" y="4010"/>
                    <a:pt x="2618" y="3994"/>
                    <a:pt x="2618" y="3976"/>
                  </a:cubicBezTo>
                  <a:cubicBezTo>
                    <a:pt x="2618" y="3972"/>
                    <a:pt x="2618" y="3967"/>
                    <a:pt x="2618" y="3963"/>
                  </a:cubicBezTo>
                  <a:cubicBezTo>
                    <a:pt x="2618" y="3942"/>
                    <a:pt x="2616" y="3922"/>
                    <a:pt x="2611" y="3902"/>
                  </a:cubicBezTo>
                  <a:cubicBezTo>
                    <a:pt x="2600" y="3861"/>
                    <a:pt x="2592" y="3819"/>
                    <a:pt x="2588" y="3777"/>
                  </a:cubicBezTo>
                  <a:cubicBezTo>
                    <a:pt x="2588" y="3773"/>
                    <a:pt x="2582" y="3774"/>
                    <a:pt x="2582" y="3777"/>
                  </a:cubicBezTo>
                  <a:cubicBezTo>
                    <a:pt x="2585" y="3864"/>
                    <a:pt x="2594" y="3951"/>
                    <a:pt x="2597" y="4037"/>
                  </a:cubicBezTo>
                  <a:cubicBezTo>
                    <a:pt x="2591" y="4040"/>
                    <a:pt x="2585" y="4042"/>
                    <a:pt x="2579" y="4045"/>
                  </a:cubicBezTo>
                  <a:cubicBezTo>
                    <a:pt x="2555" y="4057"/>
                    <a:pt x="2530" y="4072"/>
                    <a:pt x="2505" y="4082"/>
                  </a:cubicBezTo>
                  <a:lnTo>
                    <a:pt x="2503" y="4082"/>
                  </a:lnTo>
                  <a:cubicBezTo>
                    <a:pt x="2491" y="4085"/>
                    <a:pt x="2479" y="4089"/>
                    <a:pt x="2468" y="4094"/>
                  </a:cubicBezTo>
                  <a:cubicBezTo>
                    <a:pt x="2442" y="4101"/>
                    <a:pt x="2417" y="4111"/>
                    <a:pt x="2392" y="4120"/>
                  </a:cubicBezTo>
                  <a:cubicBezTo>
                    <a:pt x="2392" y="4119"/>
                    <a:pt x="2392" y="4119"/>
                    <a:pt x="2392" y="4119"/>
                  </a:cubicBezTo>
                  <a:cubicBezTo>
                    <a:pt x="2392" y="4112"/>
                    <a:pt x="2392" y="4106"/>
                    <a:pt x="2392" y="4099"/>
                  </a:cubicBezTo>
                  <a:cubicBezTo>
                    <a:pt x="2392" y="4012"/>
                    <a:pt x="2387" y="3925"/>
                    <a:pt x="2377" y="3839"/>
                  </a:cubicBezTo>
                  <a:cubicBezTo>
                    <a:pt x="2377" y="3838"/>
                    <a:pt x="2377" y="3838"/>
                    <a:pt x="2376" y="3838"/>
                  </a:cubicBezTo>
                  <a:cubicBezTo>
                    <a:pt x="2375" y="3837"/>
                    <a:pt x="2376" y="3837"/>
                    <a:pt x="2375" y="3837"/>
                  </a:cubicBezTo>
                  <a:cubicBezTo>
                    <a:pt x="2374" y="3836"/>
                    <a:pt x="2374" y="3836"/>
                    <a:pt x="2374" y="3836"/>
                  </a:cubicBezTo>
                  <a:cubicBezTo>
                    <a:pt x="2373" y="3836"/>
                    <a:pt x="2374" y="3836"/>
                    <a:pt x="2373" y="3837"/>
                  </a:cubicBezTo>
                  <a:cubicBezTo>
                    <a:pt x="2372" y="3837"/>
                    <a:pt x="2373" y="3837"/>
                    <a:pt x="2372" y="3838"/>
                  </a:cubicBezTo>
                  <a:cubicBezTo>
                    <a:pt x="2371" y="3838"/>
                    <a:pt x="2371" y="3838"/>
                    <a:pt x="2371" y="3839"/>
                  </a:cubicBezTo>
                  <a:cubicBezTo>
                    <a:pt x="2378" y="3930"/>
                    <a:pt x="2362" y="4024"/>
                    <a:pt x="2363" y="4116"/>
                  </a:cubicBezTo>
                  <a:cubicBezTo>
                    <a:pt x="2363" y="4119"/>
                    <a:pt x="2363" y="4120"/>
                    <a:pt x="2365" y="4123"/>
                  </a:cubicBezTo>
                  <a:cubicBezTo>
                    <a:pt x="2366" y="4125"/>
                    <a:pt x="2367" y="4127"/>
                    <a:pt x="2369" y="4128"/>
                  </a:cubicBezTo>
                  <a:cubicBezTo>
                    <a:pt x="2363" y="4130"/>
                    <a:pt x="2358" y="4132"/>
                    <a:pt x="2352" y="4133"/>
                  </a:cubicBezTo>
                  <a:cubicBezTo>
                    <a:pt x="2352" y="4134"/>
                    <a:pt x="2352" y="4134"/>
                    <a:pt x="2351" y="4134"/>
                  </a:cubicBezTo>
                  <a:cubicBezTo>
                    <a:pt x="2351" y="4134"/>
                    <a:pt x="2349" y="4135"/>
                    <a:pt x="2349" y="4136"/>
                  </a:cubicBezTo>
                  <a:cubicBezTo>
                    <a:pt x="2348" y="4137"/>
                    <a:pt x="2349" y="4137"/>
                    <a:pt x="2349" y="4138"/>
                  </a:cubicBezTo>
                  <a:cubicBezTo>
                    <a:pt x="2349" y="4139"/>
                    <a:pt x="2348" y="4140"/>
                    <a:pt x="2349" y="4141"/>
                  </a:cubicBezTo>
                  <a:cubicBezTo>
                    <a:pt x="2349" y="4142"/>
                    <a:pt x="2351" y="4143"/>
                    <a:pt x="2351" y="4143"/>
                  </a:cubicBezTo>
                  <a:cubicBezTo>
                    <a:pt x="2352" y="4143"/>
                    <a:pt x="2352" y="4143"/>
                    <a:pt x="2352" y="4143"/>
                  </a:cubicBezTo>
                  <a:cubicBezTo>
                    <a:pt x="2401" y="4160"/>
                    <a:pt x="2454" y="4129"/>
                    <a:pt x="2503" y="4123"/>
                  </a:cubicBezTo>
                  <a:cubicBezTo>
                    <a:pt x="2555" y="4116"/>
                    <a:pt x="2607" y="4076"/>
                    <a:pt x="2657" y="4060"/>
                  </a:cubicBezTo>
                  <a:cubicBezTo>
                    <a:pt x="2704" y="4041"/>
                    <a:pt x="2750" y="4019"/>
                    <a:pt x="2795" y="3994"/>
                  </a:cubicBezTo>
                  <a:cubicBezTo>
                    <a:pt x="2813" y="3985"/>
                    <a:pt x="2835" y="3974"/>
                    <a:pt x="2856" y="3963"/>
                  </a:cubicBezTo>
                  <a:cubicBezTo>
                    <a:pt x="2897" y="3961"/>
                    <a:pt x="2947" y="3919"/>
                    <a:pt x="2975" y="3895"/>
                  </a:cubicBezTo>
                  <a:cubicBezTo>
                    <a:pt x="3009" y="3866"/>
                    <a:pt x="3037" y="3832"/>
                    <a:pt x="3060" y="3793"/>
                  </a:cubicBezTo>
                  <a:cubicBezTo>
                    <a:pt x="3065" y="3785"/>
                    <a:pt x="3069" y="3776"/>
                    <a:pt x="3074" y="3767"/>
                  </a:cubicBezTo>
                  <a:cubicBezTo>
                    <a:pt x="3076" y="3779"/>
                    <a:pt x="3077" y="3792"/>
                    <a:pt x="3077" y="3805"/>
                  </a:cubicBezTo>
                  <a:cubicBezTo>
                    <a:pt x="3077" y="3842"/>
                    <a:pt x="3082" y="3880"/>
                    <a:pt x="3080" y="3918"/>
                  </a:cubicBezTo>
                  <a:cubicBezTo>
                    <a:pt x="3078" y="3919"/>
                    <a:pt x="3078" y="3920"/>
                    <a:pt x="3077" y="3921"/>
                  </a:cubicBezTo>
                  <a:cubicBezTo>
                    <a:pt x="3076" y="3923"/>
                    <a:pt x="3076" y="3924"/>
                    <a:pt x="3075" y="3925"/>
                  </a:cubicBezTo>
                  <a:cubicBezTo>
                    <a:pt x="3070" y="3954"/>
                    <a:pt x="3060" y="3983"/>
                    <a:pt x="3045" y="4009"/>
                  </a:cubicBezTo>
                  <a:cubicBezTo>
                    <a:pt x="3025" y="4042"/>
                    <a:pt x="2999" y="4071"/>
                    <a:pt x="2967" y="4093"/>
                  </a:cubicBezTo>
                  <a:cubicBezTo>
                    <a:pt x="2960" y="4097"/>
                    <a:pt x="2954" y="4100"/>
                    <a:pt x="2948" y="4104"/>
                  </a:cubicBezTo>
                  <a:cubicBezTo>
                    <a:pt x="2934" y="4112"/>
                    <a:pt x="2921" y="4120"/>
                    <a:pt x="2908" y="4129"/>
                  </a:cubicBezTo>
                  <a:cubicBezTo>
                    <a:pt x="2860" y="4163"/>
                    <a:pt x="2801" y="4180"/>
                    <a:pt x="2749" y="4207"/>
                  </a:cubicBezTo>
                  <a:cubicBezTo>
                    <a:pt x="2643" y="4262"/>
                    <a:pt x="2526" y="4283"/>
                    <a:pt x="2416" y="4327"/>
                  </a:cubicBezTo>
                  <a:cubicBezTo>
                    <a:pt x="2386" y="4339"/>
                    <a:pt x="2354" y="4351"/>
                    <a:pt x="2321" y="4362"/>
                  </a:cubicBezTo>
                  <a:lnTo>
                    <a:pt x="2303" y="4367"/>
                  </a:lnTo>
                  <a:cubicBezTo>
                    <a:pt x="2222" y="4388"/>
                    <a:pt x="2134" y="4386"/>
                    <a:pt x="2055" y="4410"/>
                  </a:cubicBezTo>
                  <a:cubicBezTo>
                    <a:pt x="2021" y="4418"/>
                    <a:pt x="1985" y="4423"/>
                    <a:pt x="1949" y="4423"/>
                  </a:cubicBezTo>
                  <a:cubicBezTo>
                    <a:pt x="1947" y="4423"/>
                    <a:pt x="1945" y="4423"/>
                    <a:pt x="1942" y="4423"/>
                  </a:cubicBezTo>
                  <a:cubicBezTo>
                    <a:pt x="1889" y="4423"/>
                    <a:pt x="1836" y="4436"/>
                    <a:pt x="1782" y="4435"/>
                  </a:cubicBezTo>
                  <a:cubicBezTo>
                    <a:pt x="1717" y="4435"/>
                    <a:pt x="1652" y="4435"/>
                    <a:pt x="1586" y="4436"/>
                  </a:cubicBezTo>
                  <a:cubicBezTo>
                    <a:pt x="1546" y="4436"/>
                    <a:pt x="1507" y="4429"/>
                    <a:pt x="1468" y="4434"/>
                  </a:cubicBezTo>
                  <a:cubicBezTo>
                    <a:pt x="1446" y="4433"/>
                    <a:pt x="1424" y="4432"/>
                    <a:pt x="1402" y="4431"/>
                  </a:cubicBezTo>
                  <a:cubicBezTo>
                    <a:pt x="1389" y="4426"/>
                    <a:pt x="1376" y="4423"/>
                    <a:pt x="1363" y="4423"/>
                  </a:cubicBezTo>
                  <a:lnTo>
                    <a:pt x="1362" y="4423"/>
                  </a:lnTo>
                  <a:cubicBezTo>
                    <a:pt x="1355" y="4423"/>
                    <a:pt x="1347" y="4423"/>
                    <a:pt x="1339" y="4423"/>
                  </a:cubicBezTo>
                  <a:cubicBezTo>
                    <a:pt x="1288" y="4415"/>
                    <a:pt x="1235" y="4416"/>
                    <a:pt x="1184" y="4402"/>
                  </a:cubicBezTo>
                  <a:cubicBezTo>
                    <a:pt x="1120" y="4387"/>
                    <a:pt x="1055" y="4375"/>
                    <a:pt x="990" y="4368"/>
                  </a:cubicBezTo>
                  <a:cubicBezTo>
                    <a:pt x="900" y="4356"/>
                    <a:pt x="813" y="4341"/>
                    <a:pt x="723" y="4321"/>
                  </a:cubicBezTo>
                  <a:cubicBezTo>
                    <a:pt x="691" y="4314"/>
                    <a:pt x="657" y="4311"/>
                    <a:pt x="624" y="4306"/>
                  </a:cubicBezTo>
                  <a:cubicBezTo>
                    <a:pt x="566" y="4296"/>
                    <a:pt x="523" y="4267"/>
                    <a:pt x="469" y="4250"/>
                  </a:cubicBezTo>
                  <a:cubicBezTo>
                    <a:pt x="411" y="4232"/>
                    <a:pt x="354" y="4211"/>
                    <a:pt x="299" y="4187"/>
                  </a:cubicBezTo>
                  <a:cubicBezTo>
                    <a:pt x="293" y="4184"/>
                    <a:pt x="287" y="4180"/>
                    <a:pt x="281" y="4177"/>
                  </a:cubicBezTo>
                  <a:cubicBezTo>
                    <a:pt x="272" y="4171"/>
                    <a:pt x="263" y="4167"/>
                    <a:pt x="255" y="4160"/>
                  </a:cubicBezTo>
                  <a:cubicBezTo>
                    <a:pt x="254" y="4159"/>
                    <a:pt x="255" y="4158"/>
                    <a:pt x="254" y="4158"/>
                  </a:cubicBezTo>
                  <a:cubicBezTo>
                    <a:pt x="253" y="4157"/>
                    <a:pt x="253" y="4157"/>
                    <a:pt x="252" y="4156"/>
                  </a:cubicBezTo>
                  <a:cubicBezTo>
                    <a:pt x="247" y="4151"/>
                    <a:pt x="241" y="4146"/>
                    <a:pt x="235" y="4143"/>
                  </a:cubicBezTo>
                  <a:cubicBezTo>
                    <a:pt x="234" y="4142"/>
                    <a:pt x="234" y="4142"/>
                    <a:pt x="233" y="4142"/>
                  </a:cubicBezTo>
                  <a:cubicBezTo>
                    <a:pt x="202" y="4116"/>
                    <a:pt x="174" y="4085"/>
                    <a:pt x="145" y="4061"/>
                  </a:cubicBezTo>
                  <a:lnTo>
                    <a:pt x="144" y="4061"/>
                  </a:lnTo>
                  <a:cubicBezTo>
                    <a:pt x="131" y="4048"/>
                    <a:pt x="116" y="4036"/>
                    <a:pt x="104" y="4025"/>
                  </a:cubicBezTo>
                  <a:cubicBezTo>
                    <a:pt x="87" y="4009"/>
                    <a:pt x="76" y="3990"/>
                    <a:pt x="60" y="3975"/>
                  </a:cubicBezTo>
                  <a:cubicBezTo>
                    <a:pt x="49" y="3964"/>
                    <a:pt x="36" y="3957"/>
                    <a:pt x="27" y="3947"/>
                  </a:cubicBezTo>
                  <a:cubicBezTo>
                    <a:pt x="27" y="3946"/>
                    <a:pt x="27" y="3946"/>
                    <a:pt x="27" y="3946"/>
                  </a:cubicBezTo>
                  <a:cubicBezTo>
                    <a:pt x="27" y="3945"/>
                    <a:pt x="27" y="3945"/>
                    <a:pt x="27" y="3945"/>
                  </a:cubicBezTo>
                  <a:cubicBezTo>
                    <a:pt x="31" y="3908"/>
                    <a:pt x="34" y="3870"/>
                    <a:pt x="34" y="3832"/>
                  </a:cubicBezTo>
                  <a:cubicBezTo>
                    <a:pt x="34" y="3823"/>
                    <a:pt x="34" y="3814"/>
                    <a:pt x="33" y="3805"/>
                  </a:cubicBezTo>
                  <a:cubicBezTo>
                    <a:pt x="33" y="3801"/>
                    <a:pt x="33" y="3798"/>
                    <a:pt x="33" y="3794"/>
                  </a:cubicBezTo>
                  <a:cubicBezTo>
                    <a:pt x="33" y="3773"/>
                    <a:pt x="32" y="3753"/>
                    <a:pt x="30" y="3732"/>
                  </a:cubicBezTo>
                  <a:cubicBezTo>
                    <a:pt x="30" y="3726"/>
                    <a:pt x="28" y="3718"/>
                    <a:pt x="27" y="3710"/>
                  </a:cubicBezTo>
                  <a:cubicBezTo>
                    <a:pt x="32" y="3720"/>
                    <a:pt x="37" y="3729"/>
                    <a:pt x="42" y="3739"/>
                  </a:cubicBezTo>
                  <a:cubicBezTo>
                    <a:pt x="55" y="3762"/>
                    <a:pt x="71" y="3783"/>
                    <a:pt x="88" y="3803"/>
                  </a:cubicBezTo>
                  <a:cubicBezTo>
                    <a:pt x="103" y="3818"/>
                    <a:pt x="119" y="3831"/>
                    <a:pt x="137" y="3841"/>
                  </a:cubicBezTo>
                  <a:cubicBezTo>
                    <a:pt x="141" y="3843"/>
                    <a:pt x="144" y="3845"/>
                    <a:pt x="147" y="3847"/>
                  </a:cubicBezTo>
                  <a:cubicBezTo>
                    <a:pt x="191" y="3865"/>
                    <a:pt x="226" y="3899"/>
                    <a:pt x="265" y="3922"/>
                  </a:cubicBezTo>
                  <a:cubicBezTo>
                    <a:pt x="280" y="3929"/>
                    <a:pt x="295" y="3937"/>
                    <a:pt x="309" y="3946"/>
                  </a:cubicBezTo>
                  <a:cubicBezTo>
                    <a:pt x="334" y="3960"/>
                    <a:pt x="359" y="3976"/>
                    <a:pt x="382" y="3992"/>
                  </a:cubicBezTo>
                  <a:cubicBezTo>
                    <a:pt x="415" y="4018"/>
                    <a:pt x="460" y="4029"/>
                    <a:pt x="500" y="4045"/>
                  </a:cubicBezTo>
                  <a:cubicBezTo>
                    <a:pt x="539" y="4061"/>
                    <a:pt x="579" y="4076"/>
                    <a:pt x="618" y="4092"/>
                  </a:cubicBezTo>
                  <a:cubicBezTo>
                    <a:pt x="646" y="4103"/>
                    <a:pt x="688" y="4118"/>
                    <a:pt x="719" y="4113"/>
                  </a:cubicBezTo>
                  <a:cubicBezTo>
                    <a:pt x="720" y="4113"/>
                    <a:pt x="720" y="4112"/>
                    <a:pt x="721" y="4112"/>
                  </a:cubicBezTo>
                  <a:cubicBezTo>
                    <a:pt x="722" y="4111"/>
                    <a:pt x="723" y="4110"/>
                    <a:pt x="724" y="4109"/>
                  </a:cubicBezTo>
                  <a:cubicBezTo>
                    <a:pt x="724" y="4107"/>
                    <a:pt x="725" y="4106"/>
                    <a:pt x="725" y="4105"/>
                  </a:cubicBezTo>
                  <a:cubicBezTo>
                    <a:pt x="725" y="4103"/>
                    <a:pt x="724" y="4101"/>
                    <a:pt x="724" y="4100"/>
                  </a:cubicBezTo>
                  <a:cubicBezTo>
                    <a:pt x="723" y="4098"/>
                    <a:pt x="722" y="4098"/>
                    <a:pt x="721" y="4097"/>
                  </a:cubicBezTo>
                  <a:cubicBezTo>
                    <a:pt x="721" y="4097"/>
                    <a:pt x="720" y="4097"/>
                    <a:pt x="720" y="4096"/>
                  </a:cubicBezTo>
                  <a:cubicBezTo>
                    <a:pt x="671" y="4083"/>
                    <a:pt x="624" y="4064"/>
                    <a:pt x="577" y="4048"/>
                  </a:cubicBezTo>
                  <a:cubicBezTo>
                    <a:pt x="577" y="4047"/>
                    <a:pt x="578" y="4045"/>
                    <a:pt x="578" y="4044"/>
                  </a:cubicBezTo>
                  <a:cubicBezTo>
                    <a:pt x="580" y="4016"/>
                    <a:pt x="582" y="3989"/>
                    <a:pt x="582" y="3962"/>
                  </a:cubicBezTo>
                  <a:cubicBezTo>
                    <a:pt x="582" y="3934"/>
                    <a:pt x="588" y="3905"/>
                    <a:pt x="587" y="3877"/>
                  </a:cubicBezTo>
                  <a:cubicBezTo>
                    <a:pt x="586" y="3848"/>
                    <a:pt x="600" y="3814"/>
                    <a:pt x="599" y="3784"/>
                  </a:cubicBezTo>
                  <a:cubicBezTo>
                    <a:pt x="597" y="3768"/>
                    <a:pt x="596" y="3752"/>
                    <a:pt x="596" y="3736"/>
                  </a:cubicBezTo>
                  <a:cubicBezTo>
                    <a:pt x="596" y="3720"/>
                    <a:pt x="597" y="3704"/>
                    <a:pt x="599" y="3688"/>
                  </a:cubicBezTo>
                  <a:lnTo>
                    <a:pt x="599" y="3687"/>
                  </a:lnTo>
                  <a:lnTo>
                    <a:pt x="599" y="3686"/>
                  </a:lnTo>
                  <a:cubicBezTo>
                    <a:pt x="598" y="3686"/>
                    <a:pt x="598" y="3685"/>
                    <a:pt x="598" y="3685"/>
                  </a:cubicBezTo>
                  <a:cubicBezTo>
                    <a:pt x="597" y="3685"/>
                    <a:pt x="597" y="3685"/>
                    <a:pt x="597" y="3685"/>
                  </a:cubicBezTo>
                  <a:cubicBezTo>
                    <a:pt x="596" y="3685"/>
                    <a:pt x="596" y="3685"/>
                    <a:pt x="595" y="3685"/>
                  </a:cubicBezTo>
                  <a:cubicBezTo>
                    <a:pt x="595" y="3685"/>
                    <a:pt x="595" y="3686"/>
                    <a:pt x="594" y="3686"/>
                  </a:cubicBezTo>
                  <a:lnTo>
                    <a:pt x="594" y="3687"/>
                  </a:lnTo>
                  <a:cubicBezTo>
                    <a:pt x="576" y="3743"/>
                    <a:pt x="584" y="3806"/>
                    <a:pt x="567" y="3863"/>
                  </a:cubicBezTo>
                  <a:cubicBezTo>
                    <a:pt x="550" y="3919"/>
                    <a:pt x="555" y="3981"/>
                    <a:pt x="552" y="4038"/>
                  </a:cubicBezTo>
                  <a:cubicBezTo>
                    <a:pt x="552" y="4039"/>
                    <a:pt x="552" y="4039"/>
                    <a:pt x="552" y="4039"/>
                  </a:cubicBezTo>
                  <a:lnTo>
                    <a:pt x="552" y="4040"/>
                  </a:lnTo>
                  <a:lnTo>
                    <a:pt x="543" y="4037"/>
                  </a:lnTo>
                  <a:cubicBezTo>
                    <a:pt x="545" y="4023"/>
                    <a:pt x="545" y="4009"/>
                    <a:pt x="545" y="3996"/>
                  </a:cubicBezTo>
                  <a:cubicBezTo>
                    <a:pt x="545" y="3978"/>
                    <a:pt x="544" y="3961"/>
                    <a:pt x="541" y="3943"/>
                  </a:cubicBezTo>
                  <a:cubicBezTo>
                    <a:pt x="535" y="3910"/>
                    <a:pt x="539" y="3868"/>
                    <a:pt x="526" y="3837"/>
                  </a:cubicBezTo>
                  <a:cubicBezTo>
                    <a:pt x="525" y="3835"/>
                    <a:pt x="521" y="3837"/>
                    <a:pt x="522" y="3839"/>
                  </a:cubicBezTo>
                  <a:cubicBezTo>
                    <a:pt x="530" y="3868"/>
                    <a:pt x="512" y="3900"/>
                    <a:pt x="520" y="3929"/>
                  </a:cubicBezTo>
                  <a:cubicBezTo>
                    <a:pt x="522" y="3946"/>
                    <a:pt x="523" y="3962"/>
                    <a:pt x="523" y="3979"/>
                  </a:cubicBezTo>
                  <a:cubicBezTo>
                    <a:pt x="523" y="3995"/>
                    <a:pt x="522" y="4013"/>
                    <a:pt x="520" y="4029"/>
                  </a:cubicBezTo>
                  <a:cubicBezTo>
                    <a:pt x="508" y="4025"/>
                    <a:pt x="496" y="4020"/>
                    <a:pt x="485" y="4015"/>
                  </a:cubicBezTo>
                  <a:cubicBezTo>
                    <a:pt x="486" y="4015"/>
                    <a:pt x="487" y="4013"/>
                    <a:pt x="488" y="4012"/>
                  </a:cubicBezTo>
                  <a:cubicBezTo>
                    <a:pt x="489" y="4010"/>
                    <a:pt x="489" y="4008"/>
                    <a:pt x="489" y="4006"/>
                  </a:cubicBezTo>
                  <a:cubicBezTo>
                    <a:pt x="489" y="4004"/>
                    <a:pt x="489" y="4003"/>
                    <a:pt x="489" y="4002"/>
                  </a:cubicBezTo>
                  <a:cubicBezTo>
                    <a:pt x="485" y="3915"/>
                    <a:pt x="484" y="3827"/>
                    <a:pt x="475" y="3741"/>
                  </a:cubicBezTo>
                  <a:cubicBezTo>
                    <a:pt x="475" y="3737"/>
                    <a:pt x="469" y="3738"/>
                    <a:pt x="469" y="3741"/>
                  </a:cubicBezTo>
                  <a:cubicBezTo>
                    <a:pt x="460" y="3827"/>
                    <a:pt x="460" y="3915"/>
                    <a:pt x="456" y="4002"/>
                  </a:cubicBezTo>
                  <a:lnTo>
                    <a:pt x="425" y="3987"/>
                  </a:lnTo>
                  <a:lnTo>
                    <a:pt x="418" y="3982"/>
                  </a:lnTo>
                  <a:cubicBezTo>
                    <a:pt x="420" y="3982"/>
                    <a:pt x="422" y="3982"/>
                    <a:pt x="424" y="3981"/>
                  </a:cubicBezTo>
                  <a:cubicBezTo>
                    <a:pt x="426" y="3980"/>
                    <a:pt x="427" y="3979"/>
                    <a:pt x="428" y="3977"/>
                  </a:cubicBezTo>
                  <a:cubicBezTo>
                    <a:pt x="429" y="3976"/>
                    <a:pt x="429" y="3974"/>
                    <a:pt x="429" y="3972"/>
                  </a:cubicBezTo>
                  <a:cubicBezTo>
                    <a:pt x="430" y="3967"/>
                    <a:pt x="430" y="3962"/>
                    <a:pt x="430" y="3957"/>
                  </a:cubicBezTo>
                  <a:cubicBezTo>
                    <a:pt x="430" y="3940"/>
                    <a:pt x="429" y="3924"/>
                    <a:pt x="426" y="3908"/>
                  </a:cubicBezTo>
                  <a:cubicBezTo>
                    <a:pt x="426" y="3902"/>
                    <a:pt x="424" y="3895"/>
                    <a:pt x="423" y="3888"/>
                  </a:cubicBezTo>
                  <a:cubicBezTo>
                    <a:pt x="421" y="3883"/>
                    <a:pt x="419" y="3877"/>
                    <a:pt x="418" y="3872"/>
                  </a:cubicBezTo>
                  <a:cubicBezTo>
                    <a:pt x="418" y="3871"/>
                    <a:pt x="418" y="3871"/>
                    <a:pt x="418" y="3871"/>
                  </a:cubicBezTo>
                  <a:cubicBezTo>
                    <a:pt x="417" y="3870"/>
                    <a:pt x="417" y="3870"/>
                    <a:pt x="416" y="3869"/>
                  </a:cubicBezTo>
                  <a:cubicBezTo>
                    <a:pt x="416" y="3869"/>
                    <a:pt x="415" y="3869"/>
                    <a:pt x="414" y="3869"/>
                  </a:cubicBezTo>
                  <a:cubicBezTo>
                    <a:pt x="413" y="3869"/>
                    <a:pt x="413" y="3868"/>
                    <a:pt x="412" y="3869"/>
                  </a:cubicBezTo>
                  <a:cubicBezTo>
                    <a:pt x="411" y="3869"/>
                    <a:pt x="411" y="3870"/>
                    <a:pt x="411" y="3871"/>
                  </a:cubicBezTo>
                  <a:cubicBezTo>
                    <a:pt x="411" y="3871"/>
                    <a:pt x="410" y="3871"/>
                    <a:pt x="410" y="3872"/>
                  </a:cubicBezTo>
                  <a:cubicBezTo>
                    <a:pt x="410" y="3873"/>
                    <a:pt x="409" y="3874"/>
                    <a:pt x="409" y="3876"/>
                  </a:cubicBezTo>
                  <a:cubicBezTo>
                    <a:pt x="409" y="3877"/>
                    <a:pt x="410" y="3880"/>
                    <a:pt x="410" y="3881"/>
                  </a:cubicBezTo>
                  <a:cubicBezTo>
                    <a:pt x="414" y="3888"/>
                    <a:pt x="410" y="3900"/>
                    <a:pt x="409" y="3907"/>
                  </a:cubicBezTo>
                  <a:cubicBezTo>
                    <a:pt x="406" y="3923"/>
                    <a:pt x="405" y="3939"/>
                    <a:pt x="405" y="3955"/>
                  </a:cubicBezTo>
                  <a:cubicBezTo>
                    <a:pt x="405" y="3961"/>
                    <a:pt x="405" y="3967"/>
                    <a:pt x="405" y="3973"/>
                  </a:cubicBezTo>
                  <a:cubicBezTo>
                    <a:pt x="406" y="3975"/>
                    <a:pt x="406" y="3976"/>
                    <a:pt x="407" y="3977"/>
                  </a:cubicBezTo>
                  <a:cubicBezTo>
                    <a:pt x="379" y="3961"/>
                    <a:pt x="354" y="3941"/>
                    <a:pt x="326" y="3926"/>
                  </a:cubicBezTo>
                  <a:lnTo>
                    <a:pt x="296" y="3910"/>
                  </a:lnTo>
                  <a:cubicBezTo>
                    <a:pt x="302" y="3827"/>
                    <a:pt x="301" y="3742"/>
                    <a:pt x="299" y="3659"/>
                  </a:cubicBezTo>
                  <a:cubicBezTo>
                    <a:pt x="299" y="3655"/>
                    <a:pt x="293" y="3655"/>
                    <a:pt x="293" y="3659"/>
                  </a:cubicBezTo>
                  <a:cubicBezTo>
                    <a:pt x="292" y="3695"/>
                    <a:pt x="282" y="3730"/>
                    <a:pt x="280" y="3765"/>
                  </a:cubicBezTo>
                  <a:cubicBezTo>
                    <a:pt x="278" y="3789"/>
                    <a:pt x="272" y="3812"/>
                    <a:pt x="270" y="3836"/>
                  </a:cubicBezTo>
                  <a:cubicBezTo>
                    <a:pt x="268" y="3856"/>
                    <a:pt x="270" y="3875"/>
                    <a:pt x="270" y="3895"/>
                  </a:cubicBezTo>
                  <a:cubicBezTo>
                    <a:pt x="253" y="3886"/>
                    <a:pt x="237" y="3877"/>
                    <a:pt x="221" y="3867"/>
                  </a:cubicBezTo>
                  <a:cubicBezTo>
                    <a:pt x="219" y="3840"/>
                    <a:pt x="219" y="3813"/>
                    <a:pt x="219" y="3786"/>
                  </a:cubicBezTo>
                  <a:cubicBezTo>
                    <a:pt x="219" y="3759"/>
                    <a:pt x="219" y="3732"/>
                    <a:pt x="221" y="3704"/>
                  </a:cubicBezTo>
                  <a:cubicBezTo>
                    <a:pt x="225" y="3671"/>
                    <a:pt x="226" y="3638"/>
                    <a:pt x="226" y="3605"/>
                  </a:cubicBezTo>
                  <a:cubicBezTo>
                    <a:pt x="226" y="3597"/>
                    <a:pt x="226" y="3590"/>
                    <a:pt x="226" y="3583"/>
                  </a:cubicBezTo>
                  <a:cubicBezTo>
                    <a:pt x="226" y="3581"/>
                    <a:pt x="223" y="3581"/>
                    <a:pt x="223" y="3583"/>
                  </a:cubicBezTo>
                  <a:cubicBezTo>
                    <a:pt x="220" y="3675"/>
                    <a:pt x="203" y="3764"/>
                    <a:pt x="201" y="3855"/>
                  </a:cubicBezTo>
                  <a:cubicBezTo>
                    <a:pt x="192" y="3850"/>
                    <a:pt x="183" y="3844"/>
                    <a:pt x="175" y="3838"/>
                  </a:cubicBezTo>
                  <a:cubicBezTo>
                    <a:pt x="176" y="3824"/>
                    <a:pt x="177" y="3811"/>
                    <a:pt x="177" y="3797"/>
                  </a:cubicBezTo>
                  <a:cubicBezTo>
                    <a:pt x="177" y="3790"/>
                    <a:pt x="177" y="3784"/>
                    <a:pt x="176" y="3777"/>
                  </a:cubicBezTo>
                  <a:cubicBezTo>
                    <a:pt x="176" y="3763"/>
                    <a:pt x="178" y="3750"/>
                    <a:pt x="181" y="3736"/>
                  </a:cubicBezTo>
                  <a:lnTo>
                    <a:pt x="181" y="3735"/>
                  </a:lnTo>
                  <a:cubicBezTo>
                    <a:pt x="181" y="3722"/>
                    <a:pt x="179" y="3709"/>
                    <a:pt x="175" y="3697"/>
                  </a:cubicBezTo>
                  <a:lnTo>
                    <a:pt x="175" y="3696"/>
                  </a:lnTo>
                  <a:cubicBezTo>
                    <a:pt x="175" y="3695"/>
                    <a:pt x="174" y="3695"/>
                    <a:pt x="174" y="3695"/>
                  </a:cubicBezTo>
                  <a:lnTo>
                    <a:pt x="173" y="3695"/>
                  </a:lnTo>
                  <a:cubicBezTo>
                    <a:pt x="172" y="3695"/>
                    <a:pt x="172" y="3695"/>
                    <a:pt x="171" y="3695"/>
                  </a:cubicBezTo>
                  <a:lnTo>
                    <a:pt x="170" y="3696"/>
                  </a:lnTo>
                  <a:lnTo>
                    <a:pt x="170" y="3697"/>
                  </a:lnTo>
                  <a:cubicBezTo>
                    <a:pt x="170" y="3701"/>
                    <a:pt x="170" y="3706"/>
                    <a:pt x="170" y="3710"/>
                  </a:cubicBezTo>
                  <a:cubicBezTo>
                    <a:pt x="170" y="3724"/>
                    <a:pt x="169" y="3738"/>
                    <a:pt x="167" y="3752"/>
                  </a:cubicBezTo>
                  <a:cubicBezTo>
                    <a:pt x="164" y="3763"/>
                    <a:pt x="162" y="3775"/>
                    <a:pt x="161" y="3787"/>
                  </a:cubicBezTo>
                  <a:cubicBezTo>
                    <a:pt x="161" y="3800"/>
                    <a:pt x="158" y="3813"/>
                    <a:pt x="157" y="3827"/>
                  </a:cubicBezTo>
                  <a:cubicBezTo>
                    <a:pt x="150" y="3822"/>
                    <a:pt x="144" y="3816"/>
                    <a:pt x="137" y="3811"/>
                  </a:cubicBezTo>
                  <a:cubicBezTo>
                    <a:pt x="138" y="3811"/>
                    <a:pt x="138" y="3811"/>
                    <a:pt x="138" y="3811"/>
                  </a:cubicBezTo>
                  <a:cubicBezTo>
                    <a:pt x="140" y="3810"/>
                    <a:pt x="141" y="3808"/>
                    <a:pt x="142" y="3807"/>
                  </a:cubicBezTo>
                  <a:cubicBezTo>
                    <a:pt x="143" y="3805"/>
                    <a:pt x="144" y="3803"/>
                    <a:pt x="144" y="3801"/>
                  </a:cubicBezTo>
                  <a:cubicBezTo>
                    <a:pt x="151" y="3708"/>
                    <a:pt x="158" y="3608"/>
                    <a:pt x="147" y="3515"/>
                  </a:cubicBezTo>
                  <a:cubicBezTo>
                    <a:pt x="147" y="3512"/>
                    <a:pt x="143" y="3513"/>
                    <a:pt x="143" y="3515"/>
                  </a:cubicBezTo>
                  <a:cubicBezTo>
                    <a:pt x="139" y="3561"/>
                    <a:pt x="133" y="3607"/>
                    <a:pt x="129" y="3653"/>
                  </a:cubicBezTo>
                  <a:cubicBezTo>
                    <a:pt x="123" y="3699"/>
                    <a:pt x="119" y="3747"/>
                    <a:pt x="119" y="3794"/>
                  </a:cubicBezTo>
                  <a:cubicBezTo>
                    <a:pt x="96" y="3774"/>
                    <a:pt x="77" y="3751"/>
                    <a:pt x="62" y="3725"/>
                  </a:cubicBezTo>
                  <a:cubicBezTo>
                    <a:pt x="53" y="3709"/>
                    <a:pt x="46" y="3693"/>
                    <a:pt x="40" y="3676"/>
                  </a:cubicBezTo>
                  <a:cubicBezTo>
                    <a:pt x="41" y="3676"/>
                    <a:pt x="42" y="3677"/>
                    <a:pt x="43" y="3677"/>
                  </a:cubicBezTo>
                  <a:cubicBezTo>
                    <a:pt x="45" y="3677"/>
                    <a:pt x="47" y="3676"/>
                    <a:pt x="49" y="3675"/>
                  </a:cubicBezTo>
                  <a:cubicBezTo>
                    <a:pt x="51" y="3674"/>
                    <a:pt x="51" y="3672"/>
                    <a:pt x="52" y="3671"/>
                  </a:cubicBezTo>
                  <a:cubicBezTo>
                    <a:pt x="53" y="3669"/>
                    <a:pt x="54" y="3668"/>
                    <a:pt x="54" y="3666"/>
                  </a:cubicBezTo>
                  <a:cubicBezTo>
                    <a:pt x="53" y="3614"/>
                    <a:pt x="66" y="3562"/>
                    <a:pt x="68" y="3510"/>
                  </a:cubicBezTo>
                  <a:cubicBezTo>
                    <a:pt x="68" y="3505"/>
                    <a:pt x="68" y="3501"/>
                    <a:pt x="68" y="3496"/>
                  </a:cubicBezTo>
                  <a:cubicBezTo>
                    <a:pt x="68" y="3441"/>
                    <a:pt x="72" y="3386"/>
                    <a:pt x="82" y="3331"/>
                  </a:cubicBezTo>
                  <a:cubicBezTo>
                    <a:pt x="95" y="3276"/>
                    <a:pt x="87" y="3210"/>
                    <a:pt x="87" y="3153"/>
                  </a:cubicBezTo>
                  <a:cubicBezTo>
                    <a:pt x="87" y="3104"/>
                    <a:pt x="98" y="3055"/>
                    <a:pt x="97" y="3007"/>
                  </a:cubicBezTo>
                  <a:cubicBezTo>
                    <a:pt x="122" y="3038"/>
                    <a:pt x="152" y="3067"/>
                    <a:pt x="185" y="3091"/>
                  </a:cubicBezTo>
                  <a:cubicBezTo>
                    <a:pt x="161" y="3113"/>
                    <a:pt x="169" y="3179"/>
                    <a:pt x="168" y="3207"/>
                  </a:cubicBezTo>
                  <a:cubicBezTo>
                    <a:pt x="166" y="3284"/>
                    <a:pt x="155" y="3359"/>
                    <a:pt x="146" y="3434"/>
                  </a:cubicBezTo>
                  <a:cubicBezTo>
                    <a:pt x="146" y="3435"/>
                    <a:pt x="147" y="3436"/>
                    <a:pt x="147" y="3436"/>
                  </a:cubicBezTo>
                  <a:lnTo>
                    <a:pt x="148" y="3437"/>
                  </a:lnTo>
                  <a:cubicBezTo>
                    <a:pt x="148" y="3437"/>
                    <a:pt x="149" y="3438"/>
                    <a:pt x="150" y="3438"/>
                  </a:cubicBezTo>
                  <a:lnTo>
                    <a:pt x="151" y="3437"/>
                  </a:lnTo>
                  <a:cubicBezTo>
                    <a:pt x="152" y="3437"/>
                    <a:pt x="152" y="3436"/>
                    <a:pt x="152" y="3436"/>
                  </a:cubicBezTo>
                  <a:cubicBezTo>
                    <a:pt x="152" y="3436"/>
                    <a:pt x="153" y="3435"/>
                    <a:pt x="153" y="3434"/>
                  </a:cubicBezTo>
                  <a:cubicBezTo>
                    <a:pt x="164" y="3373"/>
                    <a:pt x="175" y="3308"/>
                    <a:pt x="189" y="3247"/>
                  </a:cubicBezTo>
                  <a:cubicBezTo>
                    <a:pt x="197" y="3215"/>
                    <a:pt x="201" y="3181"/>
                    <a:pt x="202" y="3147"/>
                  </a:cubicBezTo>
                  <a:cubicBezTo>
                    <a:pt x="202" y="3134"/>
                    <a:pt x="207" y="3119"/>
                    <a:pt x="207" y="3105"/>
                  </a:cubicBezTo>
                  <a:lnTo>
                    <a:pt x="213" y="3109"/>
                  </a:lnTo>
                  <a:cubicBezTo>
                    <a:pt x="222" y="3113"/>
                    <a:pt x="230" y="3117"/>
                    <a:pt x="239" y="3121"/>
                  </a:cubicBezTo>
                  <a:cubicBezTo>
                    <a:pt x="230" y="3135"/>
                    <a:pt x="235" y="3158"/>
                    <a:pt x="235" y="3174"/>
                  </a:cubicBezTo>
                  <a:cubicBezTo>
                    <a:pt x="235" y="3208"/>
                    <a:pt x="235" y="3242"/>
                    <a:pt x="233" y="3275"/>
                  </a:cubicBezTo>
                  <a:cubicBezTo>
                    <a:pt x="233" y="3279"/>
                    <a:pt x="238" y="3278"/>
                    <a:pt x="238" y="3275"/>
                  </a:cubicBezTo>
                  <a:cubicBezTo>
                    <a:pt x="240" y="3261"/>
                    <a:pt x="243" y="3246"/>
                    <a:pt x="247" y="3232"/>
                  </a:cubicBezTo>
                  <a:cubicBezTo>
                    <a:pt x="250" y="3217"/>
                    <a:pt x="250" y="3201"/>
                    <a:pt x="254" y="3186"/>
                  </a:cubicBezTo>
                  <a:cubicBezTo>
                    <a:pt x="257" y="3177"/>
                    <a:pt x="258" y="3168"/>
                    <a:pt x="258" y="3159"/>
                  </a:cubicBezTo>
                  <a:cubicBezTo>
                    <a:pt x="258" y="3148"/>
                    <a:pt x="261" y="3139"/>
                    <a:pt x="261" y="3130"/>
                  </a:cubicBezTo>
                  <a:cubicBezTo>
                    <a:pt x="270" y="3133"/>
                    <a:pt x="278" y="3136"/>
                    <a:pt x="287" y="3139"/>
                  </a:cubicBezTo>
                  <a:cubicBezTo>
                    <a:pt x="293" y="3144"/>
                    <a:pt x="300" y="3148"/>
                    <a:pt x="307" y="3153"/>
                  </a:cubicBezTo>
                  <a:cubicBezTo>
                    <a:pt x="314" y="3157"/>
                    <a:pt x="322" y="3161"/>
                    <a:pt x="330" y="3164"/>
                  </a:cubicBezTo>
                  <a:cubicBezTo>
                    <a:pt x="329" y="3172"/>
                    <a:pt x="328" y="3179"/>
                    <a:pt x="328" y="3186"/>
                  </a:cubicBezTo>
                  <a:cubicBezTo>
                    <a:pt x="328" y="3191"/>
                    <a:pt x="328" y="3196"/>
                    <a:pt x="329" y="3201"/>
                  </a:cubicBezTo>
                  <a:cubicBezTo>
                    <a:pt x="329" y="3240"/>
                    <a:pt x="328" y="3276"/>
                    <a:pt x="326" y="3316"/>
                  </a:cubicBezTo>
                  <a:cubicBezTo>
                    <a:pt x="324" y="3367"/>
                    <a:pt x="344" y="3423"/>
                    <a:pt x="326" y="3473"/>
                  </a:cubicBezTo>
                  <a:cubicBezTo>
                    <a:pt x="317" y="3496"/>
                    <a:pt x="326" y="3534"/>
                    <a:pt x="334" y="3557"/>
                  </a:cubicBezTo>
                  <a:lnTo>
                    <a:pt x="335" y="3558"/>
                  </a:lnTo>
                  <a:cubicBezTo>
                    <a:pt x="335" y="3558"/>
                    <a:pt x="336" y="3558"/>
                    <a:pt x="337" y="3558"/>
                  </a:cubicBezTo>
                  <a:lnTo>
                    <a:pt x="338" y="3558"/>
                  </a:lnTo>
                  <a:lnTo>
                    <a:pt x="339" y="3557"/>
                  </a:lnTo>
                  <a:cubicBezTo>
                    <a:pt x="345" y="3540"/>
                    <a:pt x="349" y="3522"/>
                    <a:pt x="349" y="3505"/>
                  </a:cubicBezTo>
                  <a:cubicBezTo>
                    <a:pt x="349" y="3489"/>
                    <a:pt x="346" y="3473"/>
                    <a:pt x="341" y="3458"/>
                  </a:cubicBezTo>
                  <a:cubicBezTo>
                    <a:pt x="327" y="3422"/>
                    <a:pt x="346" y="3371"/>
                    <a:pt x="345" y="3333"/>
                  </a:cubicBezTo>
                  <a:cubicBezTo>
                    <a:pt x="343" y="3281"/>
                    <a:pt x="360" y="3230"/>
                    <a:pt x="358" y="3178"/>
                  </a:cubicBezTo>
                  <a:lnTo>
                    <a:pt x="385" y="3190"/>
                  </a:lnTo>
                  <a:cubicBezTo>
                    <a:pt x="383" y="3200"/>
                    <a:pt x="382" y="3210"/>
                    <a:pt x="382" y="3220"/>
                  </a:cubicBezTo>
                  <a:cubicBezTo>
                    <a:pt x="382" y="3223"/>
                    <a:pt x="382" y="3226"/>
                    <a:pt x="382" y="3229"/>
                  </a:cubicBezTo>
                  <a:cubicBezTo>
                    <a:pt x="382" y="3280"/>
                    <a:pt x="392" y="3330"/>
                    <a:pt x="392" y="3380"/>
                  </a:cubicBezTo>
                  <a:cubicBezTo>
                    <a:pt x="392" y="3384"/>
                    <a:pt x="398" y="3383"/>
                    <a:pt x="398" y="3380"/>
                  </a:cubicBezTo>
                  <a:cubicBezTo>
                    <a:pt x="398" y="3347"/>
                    <a:pt x="405" y="3314"/>
                    <a:pt x="406" y="3280"/>
                  </a:cubicBezTo>
                  <a:cubicBezTo>
                    <a:pt x="407" y="3254"/>
                    <a:pt x="408" y="3228"/>
                    <a:pt x="412" y="3201"/>
                  </a:cubicBezTo>
                  <a:lnTo>
                    <a:pt x="430" y="3210"/>
                  </a:lnTo>
                  <a:cubicBezTo>
                    <a:pt x="444" y="3216"/>
                    <a:pt x="459" y="3222"/>
                    <a:pt x="473" y="3227"/>
                  </a:cubicBezTo>
                  <a:cubicBezTo>
                    <a:pt x="470" y="3253"/>
                    <a:pt x="468" y="3278"/>
                    <a:pt x="468" y="3303"/>
                  </a:cubicBezTo>
                  <a:cubicBezTo>
                    <a:pt x="468" y="3322"/>
                    <a:pt x="469" y="3341"/>
                    <a:pt x="471" y="3360"/>
                  </a:cubicBezTo>
                  <a:cubicBezTo>
                    <a:pt x="472" y="3376"/>
                    <a:pt x="472" y="3393"/>
                    <a:pt x="472" y="3409"/>
                  </a:cubicBezTo>
                  <a:cubicBezTo>
                    <a:pt x="472" y="3436"/>
                    <a:pt x="471" y="3463"/>
                    <a:pt x="469" y="3490"/>
                  </a:cubicBezTo>
                  <a:cubicBezTo>
                    <a:pt x="469" y="3492"/>
                    <a:pt x="473" y="3494"/>
                    <a:pt x="473" y="3491"/>
                  </a:cubicBezTo>
                  <a:cubicBezTo>
                    <a:pt x="479" y="3454"/>
                    <a:pt x="485" y="3417"/>
                    <a:pt x="491" y="3380"/>
                  </a:cubicBezTo>
                  <a:cubicBezTo>
                    <a:pt x="494" y="3352"/>
                    <a:pt x="495" y="3324"/>
                    <a:pt x="495" y="3295"/>
                  </a:cubicBezTo>
                  <a:cubicBezTo>
                    <a:pt x="495" y="3287"/>
                    <a:pt x="495" y="3279"/>
                    <a:pt x="495" y="3271"/>
                  </a:cubicBezTo>
                  <a:cubicBezTo>
                    <a:pt x="496" y="3259"/>
                    <a:pt x="497" y="3248"/>
                    <a:pt x="499" y="3237"/>
                  </a:cubicBezTo>
                  <a:cubicBezTo>
                    <a:pt x="520" y="3244"/>
                    <a:pt x="541" y="3251"/>
                    <a:pt x="561" y="3259"/>
                  </a:cubicBezTo>
                  <a:cubicBezTo>
                    <a:pt x="605" y="3276"/>
                    <a:pt x="657" y="3272"/>
                    <a:pt x="702" y="3284"/>
                  </a:cubicBezTo>
                  <a:cubicBezTo>
                    <a:pt x="781" y="3306"/>
                    <a:pt x="861" y="3320"/>
                    <a:pt x="943" y="3327"/>
                  </a:cubicBezTo>
                  <a:cubicBezTo>
                    <a:pt x="1018" y="3332"/>
                    <a:pt x="1092" y="3339"/>
                    <a:pt x="1167" y="3348"/>
                  </a:cubicBezTo>
                  <a:cubicBezTo>
                    <a:pt x="1161" y="3393"/>
                    <a:pt x="1158" y="3438"/>
                    <a:pt x="1158" y="3483"/>
                  </a:cubicBezTo>
                  <a:cubicBezTo>
                    <a:pt x="1158" y="3486"/>
                    <a:pt x="1158" y="3489"/>
                    <a:pt x="1158" y="3492"/>
                  </a:cubicBezTo>
                  <a:cubicBezTo>
                    <a:pt x="1158" y="3539"/>
                    <a:pt x="1140" y="3584"/>
                    <a:pt x="1158" y="3630"/>
                  </a:cubicBezTo>
                  <a:cubicBezTo>
                    <a:pt x="1158" y="3631"/>
                    <a:pt x="1159" y="3631"/>
                    <a:pt x="1159" y="3631"/>
                  </a:cubicBezTo>
                  <a:cubicBezTo>
                    <a:pt x="1159" y="3632"/>
                    <a:pt x="1160" y="3632"/>
                    <a:pt x="1160" y="3632"/>
                  </a:cubicBezTo>
                  <a:cubicBezTo>
                    <a:pt x="1161" y="3632"/>
                    <a:pt x="1161" y="3632"/>
                    <a:pt x="1162" y="3631"/>
                  </a:cubicBezTo>
                  <a:cubicBezTo>
                    <a:pt x="1162" y="3631"/>
                    <a:pt x="1163" y="3631"/>
                    <a:pt x="1163" y="3630"/>
                  </a:cubicBezTo>
                  <a:cubicBezTo>
                    <a:pt x="1178" y="3590"/>
                    <a:pt x="1169" y="3544"/>
                    <a:pt x="1176" y="3502"/>
                  </a:cubicBezTo>
                  <a:cubicBezTo>
                    <a:pt x="1181" y="3468"/>
                    <a:pt x="1184" y="3434"/>
                    <a:pt x="1184" y="3400"/>
                  </a:cubicBezTo>
                  <a:cubicBezTo>
                    <a:pt x="1184" y="3383"/>
                    <a:pt x="1184" y="3366"/>
                    <a:pt x="1182" y="3349"/>
                  </a:cubicBezTo>
                  <a:lnTo>
                    <a:pt x="1207" y="3352"/>
                  </a:lnTo>
                  <a:cubicBezTo>
                    <a:pt x="1245" y="3357"/>
                    <a:pt x="1281" y="3362"/>
                    <a:pt x="1318" y="3365"/>
                  </a:cubicBezTo>
                  <a:cubicBezTo>
                    <a:pt x="1320" y="3371"/>
                    <a:pt x="1322" y="3378"/>
                    <a:pt x="1322" y="3384"/>
                  </a:cubicBezTo>
                  <a:cubicBezTo>
                    <a:pt x="1322" y="3385"/>
                    <a:pt x="1322" y="3385"/>
                    <a:pt x="1323" y="3386"/>
                  </a:cubicBezTo>
                  <a:cubicBezTo>
                    <a:pt x="1323" y="3386"/>
                    <a:pt x="1323" y="3387"/>
                    <a:pt x="1324" y="3387"/>
                  </a:cubicBezTo>
                  <a:cubicBezTo>
                    <a:pt x="1325" y="3387"/>
                    <a:pt x="1325" y="3387"/>
                    <a:pt x="1326" y="3387"/>
                  </a:cubicBezTo>
                  <a:cubicBezTo>
                    <a:pt x="1326" y="3387"/>
                    <a:pt x="1327" y="3387"/>
                    <a:pt x="1328" y="3387"/>
                  </a:cubicBezTo>
                  <a:lnTo>
                    <a:pt x="1329" y="3386"/>
                  </a:lnTo>
                  <a:cubicBezTo>
                    <a:pt x="1329" y="3385"/>
                    <a:pt x="1329" y="3385"/>
                    <a:pt x="1329" y="3384"/>
                  </a:cubicBezTo>
                  <a:cubicBezTo>
                    <a:pt x="1330" y="3378"/>
                    <a:pt x="1332" y="3372"/>
                    <a:pt x="1335" y="3366"/>
                  </a:cubicBezTo>
                  <a:lnTo>
                    <a:pt x="1346" y="3366"/>
                  </a:lnTo>
                  <a:cubicBezTo>
                    <a:pt x="1347" y="3376"/>
                    <a:pt x="1349" y="3386"/>
                    <a:pt x="1352" y="3396"/>
                  </a:cubicBezTo>
                  <a:cubicBezTo>
                    <a:pt x="1356" y="3417"/>
                    <a:pt x="1359" y="3438"/>
                    <a:pt x="1359" y="3460"/>
                  </a:cubicBezTo>
                  <a:cubicBezTo>
                    <a:pt x="1359" y="3466"/>
                    <a:pt x="1358" y="3473"/>
                    <a:pt x="1358" y="3480"/>
                  </a:cubicBezTo>
                  <a:lnTo>
                    <a:pt x="1359" y="3481"/>
                  </a:lnTo>
                  <a:lnTo>
                    <a:pt x="1360" y="3481"/>
                  </a:lnTo>
                  <a:cubicBezTo>
                    <a:pt x="1361" y="3481"/>
                    <a:pt x="1361" y="3481"/>
                    <a:pt x="1361" y="3481"/>
                  </a:cubicBezTo>
                  <a:cubicBezTo>
                    <a:pt x="1362" y="3481"/>
                    <a:pt x="1362" y="3480"/>
                    <a:pt x="1362" y="3480"/>
                  </a:cubicBezTo>
                  <a:lnTo>
                    <a:pt x="1363" y="3480"/>
                  </a:lnTo>
                  <a:cubicBezTo>
                    <a:pt x="1369" y="3456"/>
                    <a:pt x="1373" y="3431"/>
                    <a:pt x="1374" y="3407"/>
                  </a:cubicBezTo>
                  <a:cubicBezTo>
                    <a:pt x="1374" y="3404"/>
                    <a:pt x="1374" y="3401"/>
                    <a:pt x="1374" y="3399"/>
                  </a:cubicBezTo>
                  <a:cubicBezTo>
                    <a:pt x="1374" y="3388"/>
                    <a:pt x="1373" y="3378"/>
                    <a:pt x="1372" y="3368"/>
                  </a:cubicBezTo>
                  <a:lnTo>
                    <a:pt x="1379" y="3368"/>
                  </a:lnTo>
                  <a:cubicBezTo>
                    <a:pt x="1382" y="3388"/>
                    <a:pt x="1384" y="3409"/>
                    <a:pt x="1384" y="3430"/>
                  </a:cubicBezTo>
                  <a:cubicBezTo>
                    <a:pt x="1384" y="3433"/>
                    <a:pt x="1384" y="3436"/>
                    <a:pt x="1384" y="3439"/>
                  </a:cubicBezTo>
                  <a:cubicBezTo>
                    <a:pt x="1386" y="3473"/>
                    <a:pt x="1391" y="3507"/>
                    <a:pt x="1392" y="3541"/>
                  </a:cubicBezTo>
                  <a:cubicBezTo>
                    <a:pt x="1392" y="3544"/>
                    <a:pt x="1398" y="3544"/>
                    <a:pt x="1398" y="3541"/>
                  </a:cubicBezTo>
                  <a:cubicBezTo>
                    <a:pt x="1399" y="3485"/>
                    <a:pt x="1406" y="3430"/>
                    <a:pt x="1408" y="3375"/>
                  </a:cubicBezTo>
                  <a:cubicBezTo>
                    <a:pt x="1408" y="3373"/>
                    <a:pt x="1408" y="3371"/>
                    <a:pt x="1408" y="3369"/>
                  </a:cubicBezTo>
                  <a:cubicBezTo>
                    <a:pt x="1418" y="3369"/>
                    <a:pt x="1427" y="3369"/>
                    <a:pt x="1436" y="3369"/>
                  </a:cubicBezTo>
                  <a:cubicBezTo>
                    <a:pt x="1535" y="3369"/>
                    <a:pt x="1632" y="3372"/>
                    <a:pt x="1729" y="3372"/>
                  </a:cubicBezTo>
                  <a:cubicBezTo>
                    <a:pt x="1822" y="3372"/>
                    <a:pt x="1914" y="3365"/>
                    <a:pt x="2006" y="3365"/>
                  </a:cubicBezTo>
                  <a:cubicBezTo>
                    <a:pt x="2029" y="3365"/>
                    <a:pt x="2052" y="3364"/>
                    <a:pt x="2076" y="3362"/>
                  </a:cubicBezTo>
                  <a:cubicBezTo>
                    <a:pt x="2077" y="3413"/>
                    <a:pt x="2081" y="3465"/>
                    <a:pt x="2082" y="3516"/>
                  </a:cubicBezTo>
                  <a:cubicBezTo>
                    <a:pt x="2082" y="3519"/>
                    <a:pt x="2087" y="3519"/>
                    <a:pt x="2087" y="3516"/>
                  </a:cubicBezTo>
                  <a:cubicBezTo>
                    <a:pt x="2087" y="3488"/>
                    <a:pt x="2095" y="3461"/>
                    <a:pt x="2097" y="3434"/>
                  </a:cubicBezTo>
                  <a:cubicBezTo>
                    <a:pt x="2098" y="3406"/>
                    <a:pt x="2099" y="3385"/>
                    <a:pt x="2100" y="3360"/>
                  </a:cubicBezTo>
                  <a:lnTo>
                    <a:pt x="2116" y="3360"/>
                  </a:lnTo>
                  <a:cubicBezTo>
                    <a:pt x="2116" y="3368"/>
                    <a:pt x="2118" y="3375"/>
                    <a:pt x="2118" y="3380"/>
                  </a:cubicBezTo>
                  <a:cubicBezTo>
                    <a:pt x="2120" y="3406"/>
                    <a:pt x="2118" y="3432"/>
                    <a:pt x="2118" y="3457"/>
                  </a:cubicBezTo>
                  <a:cubicBezTo>
                    <a:pt x="2118" y="3461"/>
                    <a:pt x="2125" y="3462"/>
                    <a:pt x="2125" y="3457"/>
                  </a:cubicBezTo>
                  <a:cubicBezTo>
                    <a:pt x="2125" y="3448"/>
                    <a:pt x="2130" y="3442"/>
                    <a:pt x="2130" y="3433"/>
                  </a:cubicBezTo>
                  <a:cubicBezTo>
                    <a:pt x="2130" y="3419"/>
                    <a:pt x="2131" y="3404"/>
                    <a:pt x="2130" y="3390"/>
                  </a:cubicBezTo>
                  <a:cubicBezTo>
                    <a:pt x="2130" y="3381"/>
                    <a:pt x="2130" y="3371"/>
                    <a:pt x="2130" y="3359"/>
                  </a:cubicBezTo>
                  <a:lnTo>
                    <a:pt x="2155" y="3359"/>
                  </a:lnTo>
                  <a:cubicBezTo>
                    <a:pt x="2156" y="3371"/>
                    <a:pt x="2158" y="3382"/>
                    <a:pt x="2162" y="3393"/>
                  </a:cubicBezTo>
                  <a:lnTo>
                    <a:pt x="2163" y="3393"/>
                  </a:lnTo>
                  <a:cubicBezTo>
                    <a:pt x="2163" y="3394"/>
                    <a:pt x="2163" y="3394"/>
                    <a:pt x="2164" y="3395"/>
                  </a:cubicBezTo>
                  <a:lnTo>
                    <a:pt x="2165" y="3395"/>
                  </a:lnTo>
                  <a:cubicBezTo>
                    <a:pt x="2166" y="3395"/>
                    <a:pt x="2167" y="3395"/>
                    <a:pt x="2167" y="3395"/>
                  </a:cubicBezTo>
                  <a:cubicBezTo>
                    <a:pt x="2168" y="3394"/>
                    <a:pt x="2168" y="3394"/>
                    <a:pt x="2168" y="3393"/>
                  </a:cubicBezTo>
                  <a:lnTo>
                    <a:pt x="2169" y="3393"/>
                  </a:lnTo>
                  <a:cubicBezTo>
                    <a:pt x="2173" y="3382"/>
                    <a:pt x="2175" y="3371"/>
                    <a:pt x="2176" y="3359"/>
                  </a:cubicBezTo>
                  <a:cubicBezTo>
                    <a:pt x="2221" y="3357"/>
                    <a:pt x="2265" y="3354"/>
                    <a:pt x="2310" y="3349"/>
                  </a:cubicBezTo>
                  <a:lnTo>
                    <a:pt x="2348" y="3345"/>
                  </a:lnTo>
                  <a:cubicBezTo>
                    <a:pt x="2348" y="3354"/>
                    <a:pt x="2348" y="3364"/>
                    <a:pt x="2348" y="3374"/>
                  </a:cubicBezTo>
                  <a:cubicBezTo>
                    <a:pt x="2348" y="3400"/>
                    <a:pt x="2357" y="3426"/>
                    <a:pt x="2358" y="3451"/>
                  </a:cubicBezTo>
                  <a:cubicBezTo>
                    <a:pt x="2359" y="3480"/>
                    <a:pt x="2360" y="3510"/>
                    <a:pt x="2361" y="3539"/>
                  </a:cubicBezTo>
                  <a:cubicBezTo>
                    <a:pt x="2362" y="3567"/>
                    <a:pt x="2369" y="3605"/>
                    <a:pt x="2363" y="3633"/>
                  </a:cubicBezTo>
                  <a:cubicBezTo>
                    <a:pt x="2363" y="3634"/>
                    <a:pt x="2363" y="3633"/>
                    <a:pt x="2364" y="3634"/>
                  </a:cubicBezTo>
                  <a:cubicBezTo>
                    <a:pt x="2365" y="3634"/>
                    <a:pt x="2364" y="3635"/>
                    <a:pt x="2365" y="3635"/>
                  </a:cubicBezTo>
                  <a:lnTo>
                    <a:pt x="2366" y="3635"/>
                  </a:lnTo>
                  <a:lnTo>
                    <a:pt x="2367" y="3635"/>
                  </a:lnTo>
                  <a:cubicBezTo>
                    <a:pt x="2367" y="3635"/>
                    <a:pt x="2368" y="3635"/>
                    <a:pt x="2368" y="3634"/>
                  </a:cubicBezTo>
                  <a:cubicBezTo>
                    <a:pt x="2382" y="3581"/>
                    <a:pt x="2378" y="3524"/>
                    <a:pt x="2380" y="3469"/>
                  </a:cubicBezTo>
                  <a:cubicBezTo>
                    <a:pt x="2381" y="3459"/>
                    <a:pt x="2381" y="3448"/>
                    <a:pt x="2381" y="3438"/>
                  </a:cubicBezTo>
                  <a:cubicBezTo>
                    <a:pt x="2381" y="3427"/>
                    <a:pt x="2381" y="3418"/>
                    <a:pt x="2380" y="3407"/>
                  </a:cubicBezTo>
                  <a:cubicBezTo>
                    <a:pt x="2378" y="3394"/>
                    <a:pt x="2378" y="3382"/>
                    <a:pt x="2378" y="3369"/>
                  </a:cubicBezTo>
                  <a:cubicBezTo>
                    <a:pt x="2378" y="3360"/>
                    <a:pt x="2378" y="3351"/>
                    <a:pt x="2379" y="3342"/>
                  </a:cubicBezTo>
                  <a:cubicBezTo>
                    <a:pt x="2431" y="3338"/>
                    <a:pt x="2484" y="3332"/>
                    <a:pt x="2536" y="3322"/>
                  </a:cubicBezTo>
                  <a:cubicBezTo>
                    <a:pt x="2539" y="3388"/>
                    <a:pt x="2547" y="3454"/>
                    <a:pt x="2549" y="3519"/>
                  </a:cubicBezTo>
                  <a:cubicBezTo>
                    <a:pt x="2549" y="3519"/>
                    <a:pt x="2549" y="3520"/>
                    <a:pt x="2550" y="3520"/>
                  </a:cubicBezTo>
                  <a:cubicBezTo>
                    <a:pt x="2550" y="3520"/>
                    <a:pt x="2550" y="3521"/>
                    <a:pt x="2551" y="3521"/>
                  </a:cubicBezTo>
                  <a:lnTo>
                    <a:pt x="2552" y="3521"/>
                  </a:lnTo>
                  <a:lnTo>
                    <a:pt x="2553" y="3521"/>
                  </a:lnTo>
                  <a:lnTo>
                    <a:pt x="2554" y="3520"/>
                  </a:lnTo>
                  <a:lnTo>
                    <a:pt x="2554" y="3519"/>
                  </a:lnTo>
                  <a:cubicBezTo>
                    <a:pt x="2556" y="3451"/>
                    <a:pt x="2559" y="3383"/>
                    <a:pt x="2561" y="3316"/>
                  </a:cubicBezTo>
                  <a:cubicBezTo>
                    <a:pt x="2566" y="3314"/>
                    <a:pt x="2571" y="3313"/>
                    <a:pt x="2576" y="3311"/>
                  </a:cubicBezTo>
                  <a:lnTo>
                    <a:pt x="2604" y="3304"/>
                  </a:lnTo>
                  <a:cubicBezTo>
                    <a:pt x="2604" y="3311"/>
                    <a:pt x="2604" y="3320"/>
                    <a:pt x="2604" y="3327"/>
                  </a:cubicBezTo>
                  <a:cubicBezTo>
                    <a:pt x="2604" y="3338"/>
                    <a:pt x="2611" y="3345"/>
                    <a:pt x="2611" y="3357"/>
                  </a:cubicBezTo>
                  <a:cubicBezTo>
                    <a:pt x="2611" y="3360"/>
                    <a:pt x="2616" y="3360"/>
                    <a:pt x="2616" y="3357"/>
                  </a:cubicBezTo>
                  <a:cubicBezTo>
                    <a:pt x="2616" y="3355"/>
                    <a:pt x="2616" y="3353"/>
                    <a:pt x="2616" y="3351"/>
                  </a:cubicBezTo>
                  <a:cubicBezTo>
                    <a:pt x="2616" y="3347"/>
                    <a:pt x="2616" y="3343"/>
                    <a:pt x="2615" y="3339"/>
                  </a:cubicBezTo>
                  <a:cubicBezTo>
                    <a:pt x="2614" y="3336"/>
                    <a:pt x="2614" y="3333"/>
                    <a:pt x="2614" y="3330"/>
                  </a:cubicBezTo>
                  <a:cubicBezTo>
                    <a:pt x="2614" y="3324"/>
                    <a:pt x="2615" y="3319"/>
                    <a:pt x="2616" y="3313"/>
                  </a:cubicBezTo>
                  <a:cubicBezTo>
                    <a:pt x="2616" y="3309"/>
                    <a:pt x="2618" y="3304"/>
                    <a:pt x="2619" y="3299"/>
                  </a:cubicBezTo>
                  <a:lnTo>
                    <a:pt x="2659" y="3289"/>
                  </a:lnTo>
                  <a:cubicBezTo>
                    <a:pt x="2665" y="3316"/>
                    <a:pt x="2669" y="3343"/>
                    <a:pt x="2670" y="3371"/>
                  </a:cubicBezTo>
                  <a:cubicBezTo>
                    <a:pt x="2670" y="3371"/>
                    <a:pt x="2670" y="3372"/>
                    <a:pt x="2671" y="3372"/>
                  </a:cubicBezTo>
                  <a:lnTo>
                    <a:pt x="2672" y="3372"/>
                  </a:lnTo>
                  <a:lnTo>
                    <a:pt x="2673" y="3372"/>
                  </a:lnTo>
                  <a:lnTo>
                    <a:pt x="2674" y="3371"/>
                  </a:lnTo>
                  <a:cubicBezTo>
                    <a:pt x="2674" y="3353"/>
                    <a:pt x="2680" y="3336"/>
                    <a:pt x="2680" y="3319"/>
                  </a:cubicBezTo>
                  <a:cubicBezTo>
                    <a:pt x="2680" y="3307"/>
                    <a:pt x="2680" y="3295"/>
                    <a:pt x="2678" y="3283"/>
                  </a:cubicBezTo>
                  <a:lnTo>
                    <a:pt x="2696" y="3278"/>
                  </a:lnTo>
                  <a:cubicBezTo>
                    <a:pt x="2705" y="3276"/>
                    <a:pt x="2715" y="3272"/>
                    <a:pt x="2724" y="3269"/>
                  </a:cubicBezTo>
                  <a:cubicBezTo>
                    <a:pt x="2725" y="3301"/>
                    <a:pt x="2728" y="3332"/>
                    <a:pt x="2732" y="3364"/>
                  </a:cubicBezTo>
                  <a:cubicBezTo>
                    <a:pt x="2736" y="3399"/>
                    <a:pt x="2736" y="3436"/>
                    <a:pt x="2742" y="3471"/>
                  </a:cubicBezTo>
                  <a:lnTo>
                    <a:pt x="2742" y="3472"/>
                  </a:lnTo>
                  <a:lnTo>
                    <a:pt x="2743" y="3472"/>
                  </a:lnTo>
                  <a:cubicBezTo>
                    <a:pt x="2743" y="3473"/>
                    <a:pt x="2744" y="3473"/>
                    <a:pt x="2744" y="3473"/>
                  </a:cubicBezTo>
                  <a:cubicBezTo>
                    <a:pt x="2745" y="3473"/>
                    <a:pt x="2744" y="3472"/>
                    <a:pt x="2745" y="3472"/>
                  </a:cubicBezTo>
                  <a:cubicBezTo>
                    <a:pt x="2746" y="3471"/>
                    <a:pt x="2746" y="3472"/>
                    <a:pt x="2746" y="3472"/>
                  </a:cubicBezTo>
                  <a:cubicBezTo>
                    <a:pt x="2746" y="3471"/>
                    <a:pt x="2746" y="3471"/>
                    <a:pt x="2746" y="3471"/>
                  </a:cubicBezTo>
                  <a:cubicBezTo>
                    <a:pt x="2751" y="3426"/>
                    <a:pt x="2754" y="3380"/>
                    <a:pt x="2754" y="3335"/>
                  </a:cubicBezTo>
                  <a:cubicBezTo>
                    <a:pt x="2754" y="3309"/>
                    <a:pt x="2753" y="3284"/>
                    <a:pt x="2751" y="3259"/>
                  </a:cubicBezTo>
                  <a:cubicBezTo>
                    <a:pt x="2766" y="3253"/>
                    <a:pt x="2781" y="3247"/>
                    <a:pt x="2796" y="3241"/>
                  </a:cubicBezTo>
                  <a:cubicBezTo>
                    <a:pt x="2799" y="3282"/>
                    <a:pt x="2803" y="3323"/>
                    <a:pt x="2804" y="3364"/>
                  </a:cubicBezTo>
                  <a:lnTo>
                    <a:pt x="2805" y="3365"/>
                  </a:lnTo>
                  <a:lnTo>
                    <a:pt x="2806" y="3365"/>
                  </a:lnTo>
                  <a:cubicBezTo>
                    <a:pt x="2807" y="3365"/>
                    <a:pt x="2807" y="3365"/>
                    <a:pt x="2807" y="3365"/>
                  </a:cubicBezTo>
                  <a:cubicBezTo>
                    <a:pt x="2808" y="3365"/>
                    <a:pt x="2808" y="3364"/>
                    <a:pt x="2808" y="3364"/>
                  </a:cubicBezTo>
                  <a:cubicBezTo>
                    <a:pt x="2808" y="3320"/>
                    <a:pt x="2814" y="3276"/>
                    <a:pt x="2817" y="3232"/>
                  </a:cubicBezTo>
                  <a:lnTo>
                    <a:pt x="2851" y="3218"/>
                  </a:lnTo>
                  <a:cubicBezTo>
                    <a:pt x="2855" y="3230"/>
                    <a:pt x="2858" y="3243"/>
                    <a:pt x="2859" y="3256"/>
                  </a:cubicBezTo>
                  <a:lnTo>
                    <a:pt x="2859" y="3257"/>
                  </a:lnTo>
                  <a:lnTo>
                    <a:pt x="2860" y="3258"/>
                  </a:lnTo>
                  <a:lnTo>
                    <a:pt x="2861" y="3258"/>
                  </a:lnTo>
                  <a:cubicBezTo>
                    <a:pt x="2862" y="3258"/>
                    <a:pt x="2862" y="3258"/>
                    <a:pt x="2863" y="3258"/>
                  </a:cubicBezTo>
                  <a:lnTo>
                    <a:pt x="2863" y="3257"/>
                  </a:lnTo>
                  <a:cubicBezTo>
                    <a:pt x="2864" y="3257"/>
                    <a:pt x="2864" y="3256"/>
                    <a:pt x="2864" y="3256"/>
                  </a:cubicBezTo>
                  <a:cubicBezTo>
                    <a:pt x="2865" y="3244"/>
                    <a:pt x="2867" y="3232"/>
                    <a:pt x="2870" y="3220"/>
                  </a:cubicBezTo>
                  <a:cubicBezTo>
                    <a:pt x="2871" y="3216"/>
                    <a:pt x="2871" y="3213"/>
                    <a:pt x="2872" y="3209"/>
                  </a:cubicBezTo>
                  <a:cubicBezTo>
                    <a:pt x="2882" y="3204"/>
                    <a:pt x="2892" y="3199"/>
                    <a:pt x="2902" y="3193"/>
                  </a:cubicBezTo>
                  <a:cubicBezTo>
                    <a:pt x="2914" y="3186"/>
                    <a:pt x="2926" y="3178"/>
                    <a:pt x="2938" y="3169"/>
                  </a:cubicBezTo>
                  <a:cubicBezTo>
                    <a:pt x="2957" y="3154"/>
                    <a:pt x="2972" y="3130"/>
                    <a:pt x="2995" y="3119"/>
                  </a:cubicBezTo>
                  <a:cubicBezTo>
                    <a:pt x="3007" y="3111"/>
                    <a:pt x="3017" y="3101"/>
                    <a:pt x="3024" y="3089"/>
                  </a:cubicBezTo>
                  <a:cubicBezTo>
                    <a:pt x="3025" y="3086"/>
                    <a:pt x="3026" y="3084"/>
                    <a:pt x="3027" y="3082"/>
                  </a:cubicBezTo>
                  <a:cubicBezTo>
                    <a:pt x="3025" y="3115"/>
                    <a:pt x="3031" y="3153"/>
                    <a:pt x="3031" y="3180"/>
                  </a:cubicBezTo>
                  <a:cubicBezTo>
                    <a:pt x="3031" y="3255"/>
                    <a:pt x="3023" y="3328"/>
                    <a:pt x="3022" y="3403"/>
                  </a:cubicBezTo>
                  <a:cubicBezTo>
                    <a:pt x="3025" y="3502"/>
                    <a:pt x="3041" y="3596"/>
                    <a:pt x="3051" y="3689"/>
                  </a:cubicBezTo>
                  <a:lnTo>
                    <a:pt x="3051" y="3687"/>
                  </a:lnTo>
                  <a:moveTo>
                    <a:pt x="3004" y="2326"/>
                  </a:moveTo>
                  <a:cubicBezTo>
                    <a:pt x="3004" y="2509"/>
                    <a:pt x="3014" y="2691"/>
                    <a:pt x="3021" y="2874"/>
                  </a:cubicBezTo>
                  <a:cubicBezTo>
                    <a:pt x="3020" y="2874"/>
                    <a:pt x="3020" y="2874"/>
                    <a:pt x="3020" y="2874"/>
                  </a:cubicBezTo>
                  <a:cubicBezTo>
                    <a:pt x="3019" y="2875"/>
                    <a:pt x="3017" y="2876"/>
                    <a:pt x="3017" y="2877"/>
                  </a:cubicBezTo>
                  <a:cubicBezTo>
                    <a:pt x="3016" y="2879"/>
                    <a:pt x="3015" y="2880"/>
                    <a:pt x="3015" y="2881"/>
                  </a:cubicBezTo>
                  <a:cubicBezTo>
                    <a:pt x="3013" y="2898"/>
                    <a:pt x="3008" y="2914"/>
                    <a:pt x="2999" y="2928"/>
                  </a:cubicBezTo>
                  <a:cubicBezTo>
                    <a:pt x="2996" y="2802"/>
                    <a:pt x="2975" y="2675"/>
                    <a:pt x="2967" y="2549"/>
                  </a:cubicBezTo>
                  <a:cubicBezTo>
                    <a:pt x="2967" y="2548"/>
                    <a:pt x="2967" y="2548"/>
                    <a:pt x="2967" y="2548"/>
                  </a:cubicBezTo>
                  <a:lnTo>
                    <a:pt x="2966" y="2547"/>
                  </a:lnTo>
                  <a:lnTo>
                    <a:pt x="2965" y="2547"/>
                  </a:lnTo>
                  <a:cubicBezTo>
                    <a:pt x="2964" y="2547"/>
                    <a:pt x="2964" y="2547"/>
                    <a:pt x="2963" y="2547"/>
                  </a:cubicBezTo>
                  <a:cubicBezTo>
                    <a:pt x="2963" y="2547"/>
                    <a:pt x="2963" y="2548"/>
                    <a:pt x="2962" y="2548"/>
                  </a:cubicBezTo>
                  <a:lnTo>
                    <a:pt x="2962" y="2549"/>
                  </a:lnTo>
                  <a:cubicBezTo>
                    <a:pt x="2967" y="2686"/>
                    <a:pt x="2971" y="2823"/>
                    <a:pt x="2971" y="2960"/>
                  </a:cubicBezTo>
                  <a:lnTo>
                    <a:pt x="2971" y="2961"/>
                  </a:lnTo>
                  <a:cubicBezTo>
                    <a:pt x="2971" y="2962"/>
                    <a:pt x="2971" y="2964"/>
                    <a:pt x="2972" y="2966"/>
                  </a:cubicBezTo>
                  <a:cubicBezTo>
                    <a:pt x="2969" y="2970"/>
                    <a:pt x="2965" y="2974"/>
                    <a:pt x="2961" y="2978"/>
                  </a:cubicBezTo>
                  <a:cubicBezTo>
                    <a:pt x="2958" y="2952"/>
                    <a:pt x="2953" y="2927"/>
                    <a:pt x="2951" y="2901"/>
                  </a:cubicBezTo>
                  <a:cubicBezTo>
                    <a:pt x="2949" y="2875"/>
                    <a:pt x="2945" y="2845"/>
                    <a:pt x="2941" y="2817"/>
                  </a:cubicBezTo>
                  <a:cubicBezTo>
                    <a:pt x="2941" y="2813"/>
                    <a:pt x="2934" y="2814"/>
                    <a:pt x="2935" y="2818"/>
                  </a:cubicBezTo>
                  <a:cubicBezTo>
                    <a:pt x="2936" y="2843"/>
                    <a:pt x="2937" y="2869"/>
                    <a:pt x="2937" y="2895"/>
                  </a:cubicBezTo>
                  <a:cubicBezTo>
                    <a:pt x="2937" y="2929"/>
                    <a:pt x="2936" y="2962"/>
                    <a:pt x="2933" y="2996"/>
                  </a:cubicBezTo>
                  <a:lnTo>
                    <a:pt x="2933" y="2997"/>
                  </a:lnTo>
                  <a:cubicBezTo>
                    <a:pt x="2933" y="2999"/>
                    <a:pt x="2933" y="3002"/>
                    <a:pt x="2934" y="3003"/>
                  </a:cubicBezTo>
                  <a:lnTo>
                    <a:pt x="2929" y="3008"/>
                  </a:lnTo>
                  <a:lnTo>
                    <a:pt x="2922" y="3011"/>
                  </a:lnTo>
                  <a:cubicBezTo>
                    <a:pt x="2922" y="3000"/>
                    <a:pt x="2922" y="2989"/>
                    <a:pt x="2922" y="2978"/>
                  </a:cubicBezTo>
                  <a:cubicBezTo>
                    <a:pt x="2920" y="2952"/>
                    <a:pt x="2918" y="2926"/>
                    <a:pt x="2918" y="2900"/>
                  </a:cubicBezTo>
                  <a:cubicBezTo>
                    <a:pt x="2918" y="2899"/>
                    <a:pt x="2917" y="2898"/>
                    <a:pt x="2917" y="2898"/>
                  </a:cubicBezTo>
                  <a:cubicBezTo>
                    <a:pt x="2917" y="2897"/>
                    <a:pt x="2916" y="2897"/>
                    <a:pt x="2916" y="2897"/>
                  </a:cubicBezTo>
                  <a:cubicBezTo>
                    <a:pt x="2915" y="2896"/>
                    <a:pt x="2915" y="2896"/>
                    <a:pt x="2914" y="2896"/>
                  </a:cubicBezTo>
                  <a:cubicBezTo>
                    <a:pt x="2914" y="2896"/>
                    <a:pt x="2913" y="2896"/>
                    <a:pt x="2912" y="2897"/>
                  </a:cubicBezTo>
                  <a:cubicBezTo>
                    <a:pt x="2912" y="2897"/>
                    <a:pt x="2911" y="2897"/>
                    <a:pt x="2911" y="2898"/>
                  </a:cubicBezTo>
                  <a:cubicBezTo>
                    <a:pt x="2911" y="2898"/>
                    <a:pt x="2911" y="2899"/>
                    <a:pt x="2911" y="2900"/>
                  </a:cubicBezTo>
                  <a:cubicBezTo>
                    <a:pt x="2911" y="2926"/>
                    <a:pt x="2909" y="2952"/>
                    <a:pt x="2907" y="2978"/>
                  </a:cubicBezTo>
                  <a:cubicBezTo>
                    <a:pt x="2905" y="2992"/>
                    <a:pt x="2904" y="3006"/>
                    <a:pt x="2904" y="3019"/>
                  </a:cubicBezTo>
                  <a:lnTo>
                    <a:pt x="2888" y="3027"/>
                  </a:lnTo>
                  <a:cubicBezTo>
                    <a:pt x="2887" y="2964"/>
                    <a:pt x="2878" y="2904"/>
                    <a:pt x="2875" y="2842"/>
                  </a:cubicBezTo>
                  <a:cubicBezTo>
                    <a:pt x="2875" y="2841"/>
                    <a:pt x="2875" y="2841"/>
                    <a:pt x="2875" y="2840"/>
                  </a:cubicBezTo>
                  <a:lnTo>
                    <a:pt x="2874" y="2840"/>
                  </a:lnTo>
                  <a:cubicBezTo>
                    <a:pt x="2874" y="2839"/>
                    <a:pt x="2873" y="2839"/>
                    <a:pt x="2873" y="2839"/>
                  </a:cubicBezTo>
                  <a:cubicBezTo>
                    <a:pt x="2872" y="2839"/>
                    <a:pt x="2872" y="2839"/>
                    <a:pt x="2871" y="2840"/>
                  </a:cubicBezTo>
                  <a:cubicBezTo>
                    <a:pt x="2870" y="2841"/>
                    <a:pt x="2870" y="2841"/>
                    <a:pt x="2870" y="2842"/>
                  </a:cubicBezTo>
                  <a:cubicBezTo>
                    <a:pt x="2868" y="2906"/>
                    <a:pt x="2871" y="2969"/>
                    <a:pt x="2870" y="3034"/>
                  </a:cubicBezTo>
                  <a:lnTo>
                    <a:pt x="2848" y="3044"/>
                  </a:lnTo>
                  <a:cubicBezTo>
                    <a:pt x="2848" y="3043"/>
                    <a:pt x="2848" y="3042"/>
                    <a:pt x="2848" y="3041"/>
                  </a:cubicBezTo>
                  <a:cubicBezTo>
                    <a:pt x="2848" y="3035"/>
                    <a:pt x="2847" y="3029"/>
                    <a:pt x="2844" y="3025"/>
                  </a:cubicBezTo>
                  <a:cubicBezTo>
                    <a:pt x="2837" y="3014"/>
                    <a:pt x="2841" y="2992"/>
                    <a:pt x="2840" y="2979"/>
                  </a:cubicBezTo>
                  <a:lnTo>
                    <a:pt x="2840" y="2978"/>
                  </a:lnTo>
                  <a:cubicBezTo>
                    <a:pt x="2839" y="2978"/>
                    <a:pt x="2839" y="2977"/>
                    <a:pt x="2839" y="2977"/>
                  </a:cubicBezTo>
                  <a:cubicBezTo>
                    <a:pt x="2838" y="2977"/>
                    <a:pt x="2838" y="2977"/>
                    <a:pt x="2837" y="2977"/>
                  </a:cubicBezTo>
                  <a:lnTo>
                    <a:pt x="2836" y="2977"/>
                  </a:lnTo>
                  <a:cubicBezTo>
                    <a:pt x="2835" y="2977"/>
                    <a:pt x="2835" y="2978"/>
                    <a:pt x="2835" y="2978"/>
                  </a:cubicBezTo>
                  <a:lnTo>
                    <a:pt x="2834" y="2979"/>
                  </a:lnTo>
                  <a:cubicBezTo>
                    <a:pt x="2832" y="2991"/>
                    <a:pt x="2830" y="3003"/>
                    <a:pt x="2830" y="3015"/>
                  </a:cubicBezTo>
                  <a:cubicBezTo>
                    <a:pt x="2830" y="3019"/>
                    <a:pt x="2831" y="3023"/>
                    <a:pt x="2831" y="3026"/>
                  </a:cubicBezTo>
                  <a:cubicBezTo>
                    <a:pt x="2833" y="3034"/>
                    <a:pt x="2834" y="3041"/>
                    <a:pt x="2834" y="3048"/>
                  </a:cubicBezTo>
                  <a:cubicBezTo>
                    <a:pt x="2834" y="3049"/>
                    <a:pt x="2834" y="3049"/>
                    <a:pt x="2834" y="3049"/>
                  </a:cubicBezTo>
                  <a:cubicBezTo>
                    <a:pt x="2834" y="3049"/>
                    <a:pt x="2834" y="3051"/>
                    <a:pt x="2834" y="3052"/>
                  </a:cubicBezTo>
                  <a:lnTo>
                    <a:pt x="2831" y="3053"/>
                  </a:lnTo>
                  <a:lnTo>
                    <a:pt x="2819" y="3059"/>
                  </a:lnTo>
                  <a:cubicBezTo>
                    <a:pt x="2817" y="3042"/>
                    <a:pt x="2814" y="3026"/>
                    <a:pt x="2813" y="3009"/>
                  </a:cubicBezTo>
                  <a:cubicBezTo>
                    <a:pt x="2813" y="3008"/>
                    <a:pt x="2813" y="3008"/>
                    <a:pt x="2813" y="3007"/>
                  </a:cubicBezTo>
                  <a:cubicBezTo>
                    <a:pt x="2813" y="2986"/>
                    <a:pt x="2810" y="2965"/>
                    <a:pt x="2805" y="2945"/>
                  </a:cubicBezTo>
                  <a:cubicBezTo>
                    <a:pt x="2789" y="2901"/>
                    <a:pt x="2798" y="2849"/>
                    <a:pt x="2788" y="2803"/>
                  </a:cubicBezTo>
                  <a:lnTo>
                    <a:pt x="2788" y="2802"/>
                  </a:lnTo>
                  <a:cubicBezTo>
                    <a:pt x="2787" y="2802"/>
                    <a:pt x="2787" y="2801"/>
                    <a:pt x="2787" y="2801"/>
                  </a:cubicBezTo>
                  <a:cubicBezTo>
                    <a:pt x="2786" y="2801"/>
                    <a:pt x="2786" y="2801"/>
                    <a:pt x="2785" y="2801"/>
                  </a:cubicBezTo>
                  <a:lnTo>
                    <a:pt x="2784" y="2801"/>
                  </a:lnTo>
                  <a:cubicBezTo>
                    <a:pt x="2784" y="2801"/>
                    <a:pt x="2784" y="2802"/>
                    <a:pt x="2783" y="2802"/>
                  </a:cubicBezTo>
                  <a:lnTo>
                    <a:pt x="2783" y="2803"/>
                  </a:lnTo>
                  <a:cubicBezTo>
                    <a:pt x="2791" y="2893"/>
                    <a:pt x="2781" y="2981"/>
                    <a:pt x="2794" y="3071"/>
                  </a:cubicBezTo>
                  <a:cubicBezTo>
                    <a:pt x="2778" y="3078"/>
                    <a:pt x="2761" y="3085"/>
                    <a:pt x="2744" y="3092"/>
                  </a:cubicBezTo>
                  <a:cubicBezTo>
                    <a:pt x="2740" y="3043"/>
                    <a:pt x="2727" y="2994"/>
                    <a:pt x="2722" y="2944"/>
                  </a:cubicBezTo>
                  <a:cubicBezTo>
                    <a:pt x="2722" y="2943"/>
                    <a:pt x="2721" y="2943"/>
                    <a:pt x="2721" y="2943"/>
                  </a:cubicBezTo>
                  <a:cubicBezTo>
                    <a:pt x="2720" y="2942"/>
                    <a:pt x="2720" y="2942"/>
                    <a:pt x="2720" y="2942"/>
                  </a:cubicBezTo>
                  <a:cubicBezTo>
                    <a:pt x="2719" y="2942"/>
                    <a:pt x="2719" y="2942"/>
                    <a:pt x="2718" y="2943"/>
                  </a:cubicBezTo>
                  <a:cubicBezTo>
                    <a:pt x="2718" y="2943"/>
                    <a:pt x="2717" y="2943"/>
                    <a:pt x="2717" y="2944"/>
                  </a:cubicBezTo>
                  <a:cubicBezTo>
                    <a:pt x="2720" y="2986"/>
                    <a:pt x="2722" y="3028"/>
                    <a:pt x="2722" y="3070"/>
                  </a:cubicBezTo>
                  <a:cubicBezTo>
                    <a:pt x="2722" y="3081"/>
                    <a:pt x="2722" y="3091"/>
                    <a:pt x="2722" y="3102"/>
                  </a:cubicBezTo>
                  <a:lnTo>
                    <a:pt x="2687" y="3116"/>
                  </a:lnTo>
                  <a:lnTo>
                    <a:pt x="2680" y="3119"/>
                  </a:lnTo>
                  <a:cubicBezTo>
                    <a:pt x="2681" y="3117"/>
                    <a:pt x="2681" y="3116"/>
                    <a:pt x="2681" y="3114"/>
                  </a:cubicBezTo>
                  <a:cubicBezTo>
                    <a:pt x="2681" y="3110"/>
                    <a:pt x="2680" y="3107"/>
                    <a:pt x="2679" y="3104"/>
                  </a:cubicBezTo>
                  <a:cubicBezTo>
                    <a:pt x="2674" y="3093"/>
                    <a:pt x="2671" y="3081"/>
                    <a:pt x="2671" y="3069"/>
                  </a:cubicBezTo>
                  <a:cubicBezTo>
                    <a:pt x="2671" y="3065"/>
                    <a:pt x="2665" y="3066"/>
                    <a:pt x="2665" y="3069"/>
                  </a:cubicBezTo>
                  <a:cubicBezTo>
                    <a:pt x="2665" y="3079"/>
                    <a:pt x="2661" y="3089"/>
                    <a:pt x="2661" y="3098"/>
                  </a:cubicBezTo>
                  <a:cubicBezTo>
                    <a:pt x="2661" y="3102"/>
                    <a:pt x="2663" y="3105"/>
                    <a:pt x="2663" y="3109"/>
                  </a:cubicBezTo>
                  <a:cubicBezTo>
                    <a:pt x="2663" y="3112"/>
                    <a:pt x="2662" y="3120"/>
                    <a:pt x="2662" y="3125"/>
                  </a:cubicBezTo>
                  <a:lnTo>
                    <a:pt x="2656" y="3127"/>
                  </a:lnTo>
                  <a:cubicBezTo>
                    <a:pt x="2655" y="3114"/>
                    <a:pt x="2655" y="3101"/>
                    <a:pt x="2654" y="3089"/>
                  </a:cubicBezTo>
                  <a:cubicBezTo>
                    <a:pt x="2654" y="3069"/>
                    <a:pt x="2646" y="3051"/>
                    <a:pt x="2647" y="3031"/>
                  </a:cubicBezTo>
                  <a:cubicBezTo>
                    <a:pt x="2647" y="3028"/>
                    <a:pt x="2641" y="3027"/>
                    <a:pt x="2641" y="3031"/>
                  </a:cubicBezTo>
                  <a:cubicBezTo>
                    <a:pt x="2640" y="3049"/>
                    <a:pt x="2641" y="3066"/>
                    <a:pt x="2641" y="3084"/>
                  </a:cubicBezTo>
                  <a:cubicBezTo>
                    <a:pt x="2640" y="3099"/>
                    <a:pt x="2639" y="3114"/>
                    <a:pt x="2639" y="3129"/>
                  </a:cubicBezTo>
                  <a:cubicBezTo>
                    <a:pt x="2639" y="3130"/>
                    <a:pt x="2639" y="3131"/>
                    <a:pt x="2639" y="3133"/>
                  </a:cubicBezTo>
                  <a:lnTo>
                    <a:pt x="2616" y="3138"/>
                  </a:lnTo>
                  <a:cubicBezTo>
                    <a:pt x="2616" y="3135"/>
                    <a:pt x="2616" y="3131"/>
                    <a:pt x="2616" y="3131"/>
                  </a:cubicBezTo>
                  <a:cubicBezTo>
                    <a:pt x="2616" y="3115"/>
                    <a:pt x="2614" y="3099"/>
                    <a:pt x="2613" y="3084"/>
                  </a:cubicBezTo>
                  <a:cubicBezTo>
                    <a:pt x="2611" y="3055"/>
                    <a:pt x="2607" y="3026"/>
                    <a:pt x="2606" y="2997"/>
                  </a:cubicBezTo>
                  <a:cubicBezTo>
                    <a:pt x="2606" y="2993"/>
                    <a:pt x="2599" y="2993"/>
                    <a:pt x="2599" y="2997"/>
                  </a:cubicBezTo>
                  <a:cubicBezTo>
                    <a:pt x="2600" y="3008"/>
                    <a:pt x="2600" y="3019"/>
                    <a:pt x="2600" y="3030"/>
                  </a:cubicBezTo>
                  <a:cubicBezTo>
                    <a:pt x="2600" y="3052"/>
                    <a:pt x="2599" y="3073"/>
                    <a:pt x="2598" y="3095"/>
                  </a:cubicBezTo>
                  <a:cubicBezTo>
                    <a:pt x="2595" y="3111"/>
                    <a:pt x="2594" y="3127"/>
                    <a:pt x="2593" y="3143"/>
                  </a:cubicBezTo>
                  <a:lnTo>
                    <a:pt x="2563" y="3151"/>
                  </a:lnTo>
                  <a:lnTo>
                    <a:pt x="2563" y="3150"/>
                  </a:lnTo>
                  <a:cubicBezTo>
                    <a:pt x="2563" y="3149"/>
                    <a:pt x="2563" y="3149"/>
                    <a:pt x="2563" y="3148"/>
                  </a:cubicBezTo>
                  <a:cubicBezTo>
                    <a:pt x="2559" y="3141"/>
                    <a:pt x="2558" y="3134"/>
                    <a:pt x="2558" y="3126"/>
                  </a:cubicBezTo>
                  <a:cubicBezTo>
                    <a:pt x="2558" y="3125"/>
                    <a:pt x="2558" y="3123"/>
                    <a:pt x="2558" y="3122"/>
                  </a:cubicBezTo>
                  <a:cubicBezTo>
                    <a:pt x="2558" y="3118"/>
                    <a:pt x="2552" y="3117"/>
                    <a:pt x="2552" y="3122"/>
                  </a:cubicBezTo>
                  <a:cubicBezTo>
                    <a:pt x="2552" y="3126"/>
                    <a:pt x="2550" y="3135"/>
                    <a:pt x="2550" y="3141"/>
                  </a:cubicBezTo>
                  <a:cubicBezTo>
                    <a:pt x="2549" y="3142"/>
                    <a:pt x="2549" y="3143"/>
                    <a:pt x="2549" y="3144"/>
                  </a:cubicBezTo>
                  <a:cubicBezTo>
                    <a:pt x="2549" y="3147"/>
                    <a:pt x="2550" y="3150"/>
                    <a:pt x="2551" y="3153"/>
                  </a:cubicBezTo>
                  <a:cubicBezTo>
                    <a:pt x="2551" y="3154"/>
                    <a:pt x="2551" y="3154"/>
                    <a:pt x="2551" y="3154"/>
                  </a:cubicBezTo>
                  <a:cubicBezTo>
                    <a:pt x="2551" y="3155"/>
                    <a:pt x="2551" y="3155"/>
                    <a:pt x="2551" y="3155"/>
                  </a:cubicBezTo>
                  <a:lnTo>
                    <a:pt x="2532" y="3162"/>
                  </a:lnTo>
                  <a:cubicBezTo>
                    <a:pt x="2523" y="3165"/>
                    <a:pt x="2515" y="3167"/>
                    <a:pt x="2506" y="3170"/>
                  </a:cubicBezTo>
                  <a:cubicBezTo>
                    <a:pt x="2502" y="3132"/>
                    <a:pt x="2494" y="3094"/>
                    <a:pt x="2492" y="3056"/>
                  </a:cubicBezTo>
                  <a:cubicBezTo>
                    <a:pt x="2492" y="3035"/>
                    <a:pt x="2494" y="3011"/>
                    <a:pt x="2481" y="2993"/>
                  </a:cubicBezTo>
                  <a:cubicBezTo>
                    <a:pt x="2480" y="2993"/>
                    <a:pt x="2480" y="2992"/>
                    <a:pt x="2480" y="2992"/>
                  </a:cubicBezTo>
                  <a:cubicBezTo>
                    <a:pt x="2479" y="2992"/>
                    <a:pt x="2479" y="2992"/>
                    <a:pt x="2478" y="2992"/>
                  </a:cubicBezTo>
                  <a:lnTo>
                    <a:pt x="2477" y="2992"/>
                  </a:lnTo>
                  <a:cubicBezTo>
                    <a:pt x="2476" y="2993"/>
                    <a:pt x="2476" y="2993"/>
                    <a:pt x="2476" y="2993"/>
                  </a:cubicBezTo>
                  <a:cubicBezTo>
                    <a:pt x="2476" y="2994"/>
                    <a:pt x="2476" y="2994"/>
                    <a:pt x="2476" y="2995"/>
                  </a:cubicBezTo>
                  <a:lnTo>
                    <a:pt x="2476" y="2996"/>
                  </a:lnTo>
                  <a:cubicBezTo>
                    <a:pt x="2489" y="3019"/>
                    <a:pt x="2476" y="3059"/>
                    <a:pt x="2479" y="3083"/>
                  </a:cubicBezTo>
                  <a:cubicBezTo>
                    <a:pt x="2480" y="3094"/>
                    <a:pt x="2480" y="3105"/>
                    <a:pt x="2480" y="3116"/>
                  </a:cubicBezTo>
                  <a:cubicBezTo>
                    <a:pt x="2480" y="3137"/>
                    <a:pt x="2479" y="3157"/>
                    <a:pt x="2477" y="3177"/>
                  </a:cubicBezTo>
                  <a:cubicBezTo>
                    <a:pt x="2448" y="3184"/>
                    <a:pt x="2418" y="3190"/>
                    <a:pt x="2389" y="3194"/>
                  </a:cubicBezTo>
                  <a:cubicBezTo>
                    <a:pt x="2389" y="3147"/>
                    <a:pt x="2388" y="3100"/>
                    <a:pt x="2386" y="3053"/>
                  </a:cubicBezTo>
                  <a:cubicBezTo>
                    <a:pt x="2385" y="3017"/>
                    <a:pt x="2375" y="2983"/>
                    <a:pt x="2374" y="2947"/>
                  </a:cubicBezTo>
                  <a:cubicBezTo>
                    <a:pt x="2374" y="2927"/>
                    <a:pt x="2366" y="2905"/>
                    <a:pt x="2366" y="2885"/>
                  </a:cubicBezTo>
                  <a:cubicBezTo>
                    <a:pt x="2366" y="2884"/>
                    <a:pt x="2366" y="2882"/>
                    <a:pt x="2366" y="2881"/>
                  </a:cubicBezTo>
                  <a:cubicBezTo>
                    <a:pt x="2366" y="2851"/>
                    <a:pt x="2360" y="2821"/>
                    <a:pt x="2350" y="2793"/>
                  </a:cubicBezTo>
                  <a:cubicBezTo>
                    <a:pt x="2349" y="2790"/>
                    <a:pt x="2343" y="2792"/>
                    <a:pt x="2344" y="2795"/>
                  </a:cubicBezTo>
                  <a:cubicBezTo>
                    <a:pt x="2349" y="2817"/>
                    <a:pt x="2351" y="2839"/>
                    <a:pt x="2351" y="2862"/>
                  </a:cubicBezTo>
                  <a:cubicBezTo>
                    <a:pt x="2351" y="2872"/>
                    <a:pt x="2350" y="2883"/>
                    <a:pt x="2349" y="2894"/>
                  </a:cubicBezTo>
                  <a:cubicBezTo>
                    <a:pt x="2348" y="2918"/>
                    <a:pt x="2355" y="2946"/>
                    <a:pt x="2354" y="2971"/>
                  </a:cubicBezTo>
                  <a:cubicBezTo>
                    <a:pt x="2351" y="3046"/>
                    <a:pt x="2354" y="3122"/>
                    <a:pt x="2354" y="3198"/>
                  </a:cubicBezTo>
                  <a:lnTo>
                    <a:pt x="2345" y="3198"/>
                  </a:lnTo>
                  <a:cubicBezTo>
                    <a:pt x="2302" y="3201"/>
                    <a:pt x="2259" y="3208"/>
                    <a:pt x="2217" y="3219"/>
                  </a:cubicBezTo>
                  <a:cubicBezTo>
                    <a:pt x="2213" y="3220"/>
                    <a:pt x="2208" y="3221"/>
                    <a:pt x="2203" y="3222"/>
                  </a:cubicBezTo>
                  <a:lnTo>
                    <a:pt x="2128" y="3227"/>
                  </a:lnTo>
                  <a:lnTo>
                    <a:pt x="2115" y="3227"/>
                  </a:lnTo>
                  <a:cubicBezTo>
                    <a:pt x="2115" y="3217"/>
                    <a:pt x="2113" y="3208"/>
                    <a:pt x="2112" y="3199"/>
                  </a:cubicBezTo>
                  <a:cubicBezTo>
                    <a:pt x="2110" y="3190"/>
                    <a:pt x="2108" y="3181"/>
                    <a:pt x="2106" y="3172"/>
                  </a:cubicBezTo>
                  <a:lnTo>
                    <a:pt x="2106" y="3171"/>
                  </a:lnTo>
                  <a:cubicBezTo>
                    <a:pt x="2106" y="3170"/>
                    <a:pt x="2105" y="3170"/>
                    <a:pt x="2105" y="3170"/>
                  </a:cubicBezTo>
                  <a:cubicBezTo>
                    <a:pt x="2104" y="3169"/>
                    <a:pt x="2104" y="3169"/>
                    <a:pt x="2103" y="3169"/>
                  </a:cubicBezTo>
                  <a:lnTo>
                    <a:pt x="2102" y="3170"/>
                  </a:lnTo>
                  <a:cubicBezTo>
                    <a:pt x="2101" y="3171"/>
                    <a:pt x="2102" y="3170"/>
                    <a:pt x="2101" y="3171"/>
                  </a:cubicBezTo>
                  <a:cubicBezTo>
                    <a:pt x="2100" y="3172"/>
                    <a:pt x="2100" y="3172"/>
                    <a:pt x="2100" y="3172"/>
                  </a:cubicBezTo>
                  <a:cubicBezTo>
                    <a:pt x="2099" y="3181"/>
                    <a:pt x="2096" y="3189"/>
                    <a:pt x="2095" y="3197"/>
                  </a:cubicBezTo>
                  <a:cubicBezTo>
                    <a:pt x="2093" y="3207"/>
                    <a:pt x="2092" y="3218"/>
                    <a:pt x="2092" y="3228"/>
                  </a:cubicBezTo>
                  <a:lnTo>
                    <a:pt x="2082" y="3228"/>
                  </a:lnTo>
                  <a:lnTo>
                    <a:pt x="2068" y="3230"/>
                  </a:lnTo>
                  <a:cubicBezTo>
                    <a:pt x="2066" y="3210"/>
                    <a:pt x="2064" y="3191"/>
                    <a:pt x="2063" y="3172"/>
                  </a:cubicBezTo>
                  <a:cubicBezTo>
                    <a:pt x="2062" y="3153"/>
                    <a:pt x="2054" y="3133"/>
                    <a:pt x="2054" y="3113"/>
                  </a:cubicBezTo>
                  <a:cubicBezTo>
                    <a:pt x="2054" y="3110"/>
                    <a:pt x="2049" y="3110"/>
                    <a:pt x="2049" y="3113"/>
                  </a:cubicBezTo>
                  <a:cubicBezTo>
                    <a:pt x="2050" y="3122"/>
                    <a:pt x="2050" y="3132"/>
                    <a:pt x="2050" y="3142"/>
                  </a:cubicBezTo>
                  <a:cubicBezTo>
                    <a:pt x="2050" y="3151"/>
                    <a:pt x="2050" y="3161"/>
                    <a:pt x="2049" y="3170"/>
                  </a:cubicBezTo>
                  <a:cubicBezTo>
                    <a:pt x="2046" y="3190"/>
                    <a:pt x="2044" y="3212"/>
                    <a:pt x="2043" y="3233"/>
                  </a:cubicBezTo>
                  <a:lnTo>
                    <a:pt x="2016" y="3236"/>
                  </a:lnTo>
                  <a:cubicBezTo>
                    <a:pt x="2021" y="3194"/>
                    <a:pt x="2012" y="3152"/>
                    <a:pt x="2012" y="3110"/>
                  </a:cubicBezTo>
                  <a:cubicBezTo>
                    <a:pt x="2012" y="3058"/>
                    <a:pt x="2002" y="3004"/>
                    <a:pt x="2000" y="2951"/>
                  </a:cubicBezTo>
                  <a:lnTo>
                    <a:pt x="1999" y="2950"/>
                  </a:lnTo>
                  <a:cubicBezTo>
                    <a:pt x="1999" y="2950"/>
                    <a:pt x="2000" y="2950"/>
                    <a:pt x="1999" y="2949"/>
                  </a:cubicBezTo>
                  <a:cubicBezTo>
                    <a:pt x="1998" y="2948"/>
                    <a:pt x="1998" y="2949"/>
                    <a:pt x="1997" y="2949"/>
                  </a:cubicBezTo>
                  <a:cubicBezTo>
                    <a:pt x="1997" y="2949"/>
                    <a:pt x="1997" y="2948"/>
                    <a:pt x="1996" y="2949"/>
                  </a:cubicBezTo>
                  <a:cubicBezTo>
                    <a:pt x="1995" y="2950"/>
                    <a:pt x="1996" y="2950"/>
                    <a:pt x="1995" y="2950"/>
                  </a:cubicBezTo>
                  <a:lnTo>
                    <a:pt x="1995" y="2951"/>
                  </a:lnTo>
                  <a:cubicBezTo>
                    <a:pt x="1991" y="3045"/>
                    <a:pt x="1979" y="3144"/>
                    <a:pt x="1993" y="3237"/>
                  </a:cubicBezTo>
                  <a:lnTo>
                    <a:pt x="1913" y="3245"/>
                  </a:lnTo>
                  <a:cubicBezTo>
                    <a:pt x="1836" y="3246"/>
                    <a:pt x="1759" y="3251"/>
                    <a:pt x="1683" y="3259"/>
                  </a:cubicBezTo>
                  <a:cubicBezTo>
                    <a:pt x="1681" y="3259"/>
                    <a:pt x="1681" y="3263"/>
                    <a:pt x="1683" y="3263"/>
                  </a:cubicBezTo>
                  <a:cubicBezTo>
                    <a:pt x="1711" y="3266"/>
                    <a:pt x="1739" y="3267"/>
                    <a:pt x="1767" y="3267"/>
                  </a:cubicBezTo>
                  <a:cubicBezTo>
                    <a:pt x="1794" y="3267"/>
                    <a:pt x="1822" y="3266"/>
                    <a:pt x="1850" y="3263"/>
                  </a:cubicBezTo>
                  <a:cubicBezTo>
                    <a:pt x="1885" y="3267"/>
                    <a:pt x="1921" y="3268"/>
                    <a:pt x="1956" y="3268"/>
                  </a:cubicBezTo>
                  <a:cubicBezTo>
                    <a:pt x="2005" y="3268"/>
                    <a:pt x="2053" y="3265"/>
                    <a:pt x="2100" y="3259"/>
                  </a:cubicBezTo>
                  <a:cubicBezTo>
                    <a:pt x="2150" y="3254"/>
                    <a:pt x="2201" y="3261"/>
                    <a:pt x="2250" y="3248"/>
                  </a:cubicBezTo>
                  <a:cubicBezTo>
                    <a:pt x="2301" y="3233"/>
                    <a:pt x="2355" y="3230"/>
                    <a:pt x="2408" y="3220"/>
                  </a:cubicBezTo>
                  <a:cubicBezTo>
                    <a:pt x="2435" y="3217"/>
                    <a:pt x="2462" y="3213"/>
                    <a:pt x="2489" y="3207"/>
                  </a:cubicBezTo>
                  <a:cubicBezTo>
                    <a:pt x="2490" y="3208"/>
                    <a:pt x="2492" y="3208"/>
                    <a:pt x="2494" y="3208"/>
                  </a:cubicBezTo>
                  <a:cubicBezTo>
                    <a:pt x="2497" y="3208"/>
                    <a:pt x="2500" y="3207"/>
                    <a:pt x="2503" y="3206"/>
                  </a:cubicBezTo>
                  <a:cubicBezTo>
                    <a:pt x="2504" y="3205"/>
                    <a:pt x="2505" y="3204"/>
                    <a:pt x="2506" y="3203"/>
                  </a:cubicBezTo>
                  <a:cubicBezTo>
                    <a:pt x="2533" y="3197"/>
                    <a:pt x="2560" y="3189"/>
                    <a:pt x="2585" y="3183"/>
                  </a:cubicBezTo>
                  <a:cubicBezTo>
                    <a:pt x="2655" y="3164"/>
                    <a:pt x="2724" y="3146"/>
                    <a:pt x="2792" y="3120"/>
                  </a:cubicBezTo>
                  <a:cubicBezTo>
                    <a:pt x="2819" y="3111"/>
                    <a:pt x="2845" y="3099"/>
                    <a:pt x="2869" y="3085"/>
                  </a:cubicBezTo>
                  <a:cubicBezTo>
                    <a:pt x="2891" y="3072"/>
                    <a:pt x="2912" y="3058"/>
                    <a:pt x="2931" y="3041"/>
                  </a:cubicBezTo>
                  <a:cubicBezTo>
                    <a:pt x="2955" y="3031"/>
                    <a:pt x="2979" y="3016"/>
                    <a:pt x="2981" y="2993"/>
                  </a:cubicBezTo>
                  <a:cubicBezTo>
                    <a:pt x="2981" y="2993"/>
                    <a:pt x="2981" y="2992"/>
                    <a:pt x="2981" y="2991"/>
                  </a:cubicBezTo>
                  <a:cubicBezTo>
                    <a:pt x="2981" y="2990"/>
                    <a:pt x="2981" y="2990"/>
                    <a:pt x="2981" y="2989"/>
                  </a:cubicBezTo>
                  <a:cubicBezTo>
                    <a:pt x="2997" y="2974"/>
                    <a:pt x="3011" y="2957"/>
                    <a:pt x="3022" y="2938"/>
                  </a:cubicBezTo>
                  <a:cubicBezTo>
                    <a:pt x="3027" y="2929"/>
                    <a:pt x="3032" y="2920"/>
                    <a:pt x="3036" y="2910"/>
                  </a:cubicBezTo>
                  <a:cubicBezTo>
                    <a:pt x="3103" y="2921"/>
                    <a:pt x="3042" y="3020"/>
                    <a:pt x="3005" y="3069"/>
                  </a:cubicBezTo>
                  <a:cubicBezTo>
                    <a:pt x="2992" y="3082"/>
                    <a:pt x="2974" y="3092"/>
                    <a:pt x="2962" y="3103"/>
                  </a:cubicBezTo>
                  <a:cubicBezTo>
                    <a:pt x="2938" y="3126"/>
                    <a:pt x="2911" y="3146"/>
                    <a:pt x="2882" y="3163"/>
                  </a:cubicBezTo>
                  <a:cubicBezTo>
                    <a:pt x="2864" y="3173"/>
                    <a:pt x="2844" y="3183"/>
                    <a:pt x="2825" y="3191"/>
                  </a:cubicBezTo>
                  <a:cubicBezTo>
                    <a:pt x="2788" y="3205"/>
                    <a:pt x="2750" y="3218"/>
                    <a:pt x="2712" y="3232"/>
                  </a:cubicBezTo>
                  <a:cubicBezTo>
                    <a:pt x="2669" y="3240"/>
                    <a:pt x="2625" y="3245"/>
                    <a:pt x="2583" y="3253"/>
                  </a:cubicBezTo>
                  <a:cubicBezTo>
                    <a:pt x="2535" y="3262"/>
                    <a:pt x="2488" y="3273"/>
                    <a:pt x="2441" y="3284"/>
                  </a:cubicBezTo>
                  <a:cubicBezTo>
                    <a:pt x="2404" y="3293"/>
                    <a:pt x="2367" y="3297"/>
                    <a:pt x="2330" y="3298"/>
                  </a:cubicBezTo>
                  <a:lnTo>
                    <a:pt x="2329" y="3298"/>
                  </a:lnTo>
                  <a:cubicBezTo>
                    <a:pt x="2275" y="3298"/>
                    <a:pt x="2220" y="3304"/>
                    <a:pt x="2167" y="3316"/>
                  </a:cubicBezTo>
                  <a:cubicBezTo>
                    <a:pt x="2142" y="3321"/>
                    <a:pt x="2118" y="3325"/>
                    <a:pt x="2093" y="3327"/>
                  </a:cubicBezTo>
                  <a:cubicBezTo>
                    <a:pt x="2092" y="3327"/>
                    <a:pt x="2091" y="3327"/>
                    <a:pt x="2090" y="3327"/>
                  </a:cubicBezTo>
                  <a:cubicBezTo>
                    <a:pt x="2089" y="3327"/>
                    <a:pt x="2088" y="3327"/>
                    <a:pt x="2087" y="3327"/>
                  </a:cubicBezTo>
                  <a:cubicBezTo>
                    <a:pt x="2083" y="3327"/>
                    <a:pt x="2079" y="3327"/>
                    <a:pt x="2075" y="3327"/>
                  </a:cubicBezTo>
                  <a:cubicBezTo>
                    <a:pt x="2036" y="3325"/>
                    <a:pt x="1993" y="3331"/>
                    <a:pt x="1952" y="3331"/>
                  </a:cubicBezTo>
                  <a:cubicBezTo>
                    <a:pt x="1919" y="3331"/>
                    <a:pt x="1886" y="3337"/>
                    <a:pt x="1854" y="3337"/>
                  </a:cubicBezTo>
                  <a:lnTo>
                    <a:pt x="1677" y="3337"/>
                  </a:lnTo>
                  <a:cubicBezTo>
                    <a:pt x="1585" y="3337"/>
                    <a:pt x="1495" y="3334"/>
                    <a:pt x="1404" y="3334"/>
                  </a:cubicBezTo>
                  <a:cubicBezTo>
                    <a:pt x="1370" y="3334"/>
                    <a:pt x="1340" y="3326"/>
                    <a:pt x="1307" y="3324"/>
                  </a:cubicBezTo>
                  <a:cubicBezTo>
                    <a:pt x="1294" y="3324"/>
                    <a:pt x="1280" y="3322"/>
                    <a:pt x="1266" y="3321"/>
                  </a:cubicBezTo>
                  <a:cubicBezTo>
                    <a:pt x="1252" y="3319"/>
                    <a:pt x="1240" y="3317"/>
                    <a:pt x="1227" y="3316"/>
                  </a:cubicBezTo>
                  <a:lnTo>
                    <a:pt x="1209" y="3313"/>
                  </a:lnTo>
                  <a:cubicBezTo>
                    <a:pt x="1204" y="3312"/>
                    <a:pt x="1198" y="3311"/>
                    <a:pt x="1192" y="3309"/>
                  </a:cubicBezTo>
                  <a:cubicBezTo>
                    <a:pt x="1155" y="3300"/>
                    <a:pt x="1118" y="3296"/>
                    <a:pt x="1080" y="3296"/>
                  </a:cubicBezTo>
                  <a:cubicBezTo>
                    <a:pt x="1072" y="3296"/>
                    <a:pt x="1064" y="3294"/>
                    <a:pt x="1056" y="3294"/>
                  </a:cubicBezTo>
                  <a:cubicBezTo>
                    <a:pt x="961" y="3288"/>
                    <a:pt x="868" y="3270"/>
                    <a:pt x="774" y="3262"/>
                  </a:cubicBezTo>
                  <a:lnTo>
                    <a:pt x="769" y="3262"/>
                  </a:lnTo>
                  <a:cubicBezTo>
                    <a:pt x="752" y="3258"/>
                    <a:pt x="736" y="3254"/>
                    <a:pt x="721" y="3248"/>
                  </a:cubicBezTo>
                  <a:cubicBezTo>
                    <a:pt x="697" y="3241"/>
                    <a:pt x="674" y="3236"/>
                    <a:pt x="649" y="3234"/>
                  </a:cubicBezTo>
                  <a:cubicBezTo>
                    <a:pt x="632" y="3228"/>
                    <a:pt x="614" y="3221"/>
                    <a:pt x="597" y="3215"/>
                  </a:cubicBezTo>
                  <a:cubicBezTo>
                    <a:pt x="572" y="3206"/>
                    <a:pt x="545" y="3204"/>
                    <a:pt x="520" y="3195"/>
                  </a:cubicBezTo>
                  <a:cubicBezTo>
                    <a:pt x="486" y="3184"/>
                    <a:pt x="455" y="3167"/>
                    <a:pt x="421" y="3156"/>
                  </a:cubicBezTo>
                  <a:cubicBezTo>
                    <a:pt x="398" y="3148"/>
                    <a:pt x="373" y="3141"/>
                    <a:pt x="349" y="3134"/>
                  </a:cubicBezTo>
                  <a:cubicBezTo>
                    <a:pt x="330" y="3126"/>
                    <a:pt x="308" y="3120"/>
                    <a:pt x="288" y="3111"/>
                  </a:cubicBezTo>
                  <a:cubicBezTo>
                    <a:pt x="281" y="3108"/>
                    <a:pt x="274" y="3106"/>
                    <a:pt x="267" y="3106"/>
                  </a:cubicBezTo>
                  <a:cubicBezTo>
                    <a:pt x="250" y="3099"/>
                    <a:pt x="233" y="3091"/>
                    <a:pt x="217" y="3083"/>
                  </a:cubicBezTo>
                  <a:cubicBezTo>
                    <a:pt x="159" y="3052"/>
                    <a:pt x="32" y="2911"/>
                    <a:pt x="81" y="2839"/>
                  </a:cubicBezTo>
                  <a:cubicBezTo>
                    <a:pt x="81" y="2839"/>
                    <a:pt x="82" y="2840"/>
                    <a:pt x="83" y="2840"/>
                  </a:cubicBezTo>
                  <a:cubicBezTo>
                    <a:pt x="85" y="2841"/>
                    <a:pt x="86" y="2842"/>
                    <a:pt x="88" y="2842"/>
                  </a:cubicBezTo>
                  <a:cubicBezTo>
                    <a:pt x="89" y="2842"/>
                    <a:pt x="89" y="2842"/>
                    <a:pt x="89" y="2842"/>
                  </a:cubicBezTo>
                  <a:cubicBezTo>
                    <a:pt x="90" y="2852"/>
                    <a:pt x="91" y="2861"/>
                    <a:pt x="94" y="2870"/>
                  </a:cubicBezTo>
                  <a:cubicBezTo>
                    <a:pt x="99" y="2891"/>
                    <a:pt x="106" y="2912"/>
                    <a:pt x="117" y="2931"/>
                  </a:cubicBezTo>
                  <a:cubicBezTo>
                    <a:pt x="141" y="2965"/>
                    <a:pt x="171" y="2993"/>
                    <a:pt x="207" y="3015"/>
                  </a:cubicBezTo>
                  <a:cubicBezTo>
                    <a:pt x="224" y="3025"/>
                    <a:pt x="242" y="3036"/>
                    <a:pt x="259" y="3047"/>
                  </a:cubicBezTo>
                  <a:cubicBezTo>
                    <a:pt x="260" y="3048"/>
                    <a:pt x="261" y="3048"/>
                    <a:pt x="262" y="3049"/>
                  </a:cubicBezTo>
                  <a:cubicBezTo>
                    <a:pt x="262" y="3049"/>
                    <a:pt x="263" y="3050"/>
                    <a:pt x="264" y="3050"/>
                  </a:cubicBezTo>
                  <a:cubicBezTo>
                    <a:pt x="272" y="3055"/>
                    <a:pt x="279" y="3060"/>
                    <a:pt x="287" y="3065"/>
                  </a:cubicBezTo>
                  <a:cubicBezTo>
                    <a:pt x="301" y="3073"/>
                    <a:pt x="316" y="3079"/>
                    <a:pt x="332" y="3085"/>
                  </a:cubicBezTo>
                  <a:cubicBezTo>
                    <a:pt x="327" y="3082"/>
                    <a:pt x="366" y="3092"/>
                    <a:pt x="363" y="3090"/>
                  </a:cubicBezTo>
                  <a:lnTo>
                    <a:pt x="364" y="3091"/>
                  </a:lnTo>
                  <a:cubicBezTo>
                    <a:pt x="364" y="3091"/>
                    <a:pt x="365" y="3091"/>
                    <a:pt x="366" y="3091"/>
                  </a:cubicBezTo>
                  <a:lnTo>
                    <a:pt x="367" y="3091"/>
                  </a:lnTo>
                  <a:cubicBezTo>
                    <a:pt x="368" y="3091"/>
                    <a:pt x="368" y="3090"/>
                    <a:pt x="368" y="3090"/>
                  </a:cubicBezTo>
                  <a:lnTo>
                    <a:pt x="370" y="3088"/>
                  </a:lnTo>
                  <a:cubicBezTo>
                    <a:pt x="370" y="3087"/>
                    <a:pt x="371" y="3086"/>
                    <a:pt x="371" y="3085"/>
                  </a:cubicBezTo>
                  <a:cubicBezTo>
                    <a:pt x="371" y="3084"/>
                    <a:pt x="370" y="3083"/>
                    <a:pt x="370" y="3082"/>
                  </a:cubicBezTo>
                  <a:cubicBezTo>
                    <a:pt x="369" y="3081"/>
                    <a:pt x="369" y="3080"/>
                    <a:pt x="368" y="3080"/>
                  </a:cubicBezTo>
                  <a:cubicBezTo>
                    <a:pt x="365" y="3078"/>
                    <a:pt x="362" y="3076"/>
                    <a:pt x="358" y="3074"/>
                  </a:cubicBezTo>
                  <a:cubicBezTo>
                    <a:pt x="358" y="3073"/>
                    <a:pt x="357" y="3073"/>
                    <a:pt x="356" y="3073"/>
                  </a:cubicBezTo>
                  <a:cubicBezTo>
                    <a:pt x="366" y="3023"/>
                    <a:pt x="356" y="2972"/>
                    <a:pt x="364" y="2923"/>
                  </a:cubicBezTo>
                  <a:cubicBezTo>
                    <a:pt x="373" y="2861"/>
                    <a:pt x="362" y="2791"/>
                    <a:pt x="361" y="2729"/>
                  </a:cubicBezTo>
                  <a:cubicBezTo>
                    <a:pt x="361" y="2729"/>
                    <a:pt x="361" y="2728"/>
                    <a:pt x="360" y="2728"/>
                  </a:cubicBezTo>
                  <a:lnTo>
                    <a:pt x="360" y="2727"/>
                  </a:lnTo>
                  <a:cubicBezTo>
                    <a:pt x="359" y="2727"/>
                    <a:pt x="359" y="2727"/>
                    <a:pt x="358" y="2727"/>
                  </a:cubicBezTo>
                  <a:lnTo>
                    <a:pt x="357" y="2727"/>
                  </a:lnTo>
                  <a:lnTo>
                    <a:pt x="356" y="2728"/>
                  </a:lnTo>
                  <a:lnTo>
                    <a:pt x="356" y="2729"/>
                  </a:lnTo>
                  <a:cubicBezTo>
                    <a:pt x="355" y="2786"/>
                    <a:pt x="350" y="2842"/>
                    <a:pt x="347" y="2898"/>
                  </a:cubicBezTo>
                  <a:cubicBezTo>
                    <a:pt x="344" y="2954"/>
                    <a:pt x="334" y="3007"/>
                    <a:pt x="333" y="3062"/>
                  </a:cubicBezTo>
                  <a:cubicBezTo>
                    <a:pt x="321" y="3058"/>
                    <a:pt x="310" y="3053"/>
                    <a:pt x="299" y="3047"/>
                  </a:cubicBezTo>
                  <a:lnTo>
                    <a:pt x="282" y="3037"/>
                  </a:lnTo>
                  <a:cubicBezTo>
                    <a:pt x="279" y="2947"/>
                    <a:pt x="276" y="2857"/>
                    <a:pt x="275" y="2767"/>
                  </a:cubicBezTo>
                  <a:cubicBezTo>
                    <a:pt x="275" y="2763"/>
                    <a:pt x="269" y="2763"/>
                    <a:pt x="269" y="2767"/>
                  </a:cubicBezTo>
                  <a:cubicBezTo>
                    <a:pt x="269" y="2852"/>
                    <a:pt x="260" y="2936"/>
                    <a:pt x="256" y="3020"/>
                  </a:cubicBezTo>
                  <a:cubicBezTo>
                    <a:pt x="250" y="3016"/>
                    <a:pt x="243" y="3012"/>
                    <a:pt x="236" y="3008"/>
                  </a:cubicBezTo>
                  <a:cubicBezTo>
                    <a:pt x="238" y="2999"/>
                    <a:pt x="239" y="2990"/>
                    <a:pt x="239" y="2980"/>
                  </a:cubicBezTo>
                  <a:cubicBezTo>
                    <a:pt x="239" y="2973"/>
                    <a:pt x="238" y="2967"/>
                    <a:pt x="237" y="2960"/>
                  </a:cubicBezTo>
                  <a:cubicBezTo>
                    <a:pt x="236" y="2932"/>
                    <a:pt x="230" y="2903"/>
                    <a:pt x="230" y="2875"/>
                  </a:cubicBezTo>
                  <a:cubicBezTo>
                    <a:pt x="230" y="2871"/>
                    <a:pt x="225" y="2872"/>
                    <a:pt x="225" y="2875"/>
                  </a:cubicBezTo>
                  <a:cubicBezTo>
                    <a:pt x="225" y="2901"/>
                    <a:pt x="219" y="2927"/>
                    <a:pt x="219" y="2953"/>
                  </a:cubicBezTo>
                  <a:cubicBezTo>
                    <a:pt x="219" y="2954"/>
                    <a:pt x="219" y="2954"/>
                    <a:pt x="219" y="2954"/>
                  </a:cubicBezTo>
                  <a:cubicBezTo>
                    <a:pt x="219" y="2968"/>
                    <a:pt x="217" y="2982"/>
                    <a:pt x="213" y="2995"/>
                  </a:cubicBezTo>
                  <a:cubicBezTo>
                    <a:pt x="203" y="2989"/>
                    <a:pt x="194" y="2982"/>
                    <a:pt x="184" y="2974"/>
                  </a:cubicBezTo>
                  <a:cubicBezTo>
                    <a:pt x="185" y="2974"/>
                    <a:pt x="185" y="2973"/>
                    <a:pt x="185" y="2973"/>
                  </a:cubicBezTo>
                  <a:cubicBezTo>
                    <a:pt x="186" y="2973"/>
                    <a:pt x="186" y="2972"/>
                    <a:pt x="186" y="2972"/>
                  </a:cubicBezTo>
                  <a:cubicBezTo>
                    <a:pt x="195" y="2947"/>
                    <a:pt x="186" y="2921"/>
                    <a:pt x="184" y="2895"/>
                  </a:cubicBezTo>
                  <a:cubicBezTo>
                    <a:pt x="180" y="2857"/>
                    <a:pt x="179" y="2819"/>
                    <a:pt x="179" y="2781"/>
                  </a:cubicBezTo>
                  <a:cubicBezTo>
                    <a:pt x="179" y="2778"/>
                    <a:pt x="173" y="2778"/>
                    <a:pt x="173" y="2781"/>
                  </a:cubicBezTo>
                  <a:cubicBezTo>
                    <a:pt x="173" y="2840"/>
                    <a:pt x="166" y="2897"/>
                    <a:pt x="164" y="2955"/>
                  </a:cubicBezTo>
                  <a:cubicBezTo>
                    <a:pt x="149" y="2940"/>
                    <a:pt x="137" y="2924"/>
                    <a:pt x="126" y="2906"/>
                  </a:cubicBezTo>
                  <a:cubicBezTo>
                    <a:pt x="114" y="2885"/>
                    <a:pt x="106" y="2863"/>
                    <a:pt x="100" y="2840"/>
                  </a:cubicBezTo>
                  <a:cubicBezTo>
                    <a:pt x="95" y="2816"/>
                    <a:pt x="100" y="2839"/>
                    <a:pt x="100" y="2838"/>
                  </a:cubicBezTo>
                  <a:cubicBezTo>
                    <a:pt x="100" y="2837"/>
                    <a:pt x="101" y="2835"/>
                    <a:pt x="101" y="2833"/>
                  </a:cubicBezTo>
                  <a:cubicBezTo>
                    <a:pt x="109" y="2751"/>
                    <a:pt x="100" y="2667"/>
                    <a:pt x="114" y="2586"/>
                  </a:cubicBezTo>
                  <a:cubicBezTo>
                    <a:pt x="129" y="2505"/>
                    <a:pt x="138" y="2423"/>
                    <a:pt x="142" y="2341"/>
                  </a:cubicBezTo>
                  <a:cubicBezTo>
                    <a:pt x="144" y="2307"/>
                    <a:pt x="153" y="2272"/>
                    <a:pt x="153" y="2238"/>
                  </a:cubicBezTo>
                  <a:cubicBezTo>
                    <a:pt x="153" y="2192"/>
                    <a:pt x="153" y="2146"/>
                    <a:pt x="153" y="2100"/>
                  </a:cubicBezTo>
                  <a:cubicBezTo>
                    <a:pt x="153" y="2093"/>
                    <a:pt x="153" y="2086"/>
                    <a:pt x="153" y="2080"/>
                  </a:cubicBezTo>
                  <a:cubicBezTo>
                    <a:pt x="153" y="2047"/>
                    <a:pt x="151" y="2015"/>
                    <a:pt x="146" y="1983"/>
                  </a:cubicBezTo>
                  <a:cubicBezTo>
                    <a:pt x="139" y="1950"/>
                    <a:pt x="149" y="1916"/>
                    <a:pt x="150" y="1882"/>
                  </a:cubicBezTo>
                  <a:cubicBezTo>
                    <a:pt x="161" y="1897"/>
                    <a:pt x="175" y="1909"/>
                    <a:pt x="191" y="1919"/>
                  </a:cubicBezTo>
                  <a:cubicBezTo>
                    <a:pt x="186" y="1935"/>
                    <a:pt x="183" y="1951"/>
                    <a:pt x="183" y="1968"/>
                  </a:cubicBezTo>
                  <a:cubicBezTo>
                    <a:pt x="182" y="1973"/>
                    <a:pt x="182" y="1978"/>
                    <a:pt x="182" y="1982"/>
                  </a:cubicBezTo>
                  <a:cubicBezTo>
                    <a:pt x="182" y="1992"/>
                    <a:pt x="183" y="2001"/>
                    <a:pt x="184" y="2010"/>
                  </a:cubicBezTo>
                  <a:cubicBezTo>
                    <a:pt x="186" y="2023"/>
                    <a:pt x="184" y="2034"/>
                    <a:pt x="187" y="2046"/>
                  </a:cubicBezTo>
                  <a:cubicBezTo>
                    <a:pt x="187" y="2049"/>
                    <a:pt x="193" y="2050"/>
                    <a:pt x="193" y="2046"/>
                  </a:cubicBezTo>
                  <a:cubicBezTo>
                    <a:pt x="194" y="2028"/>
                    <a:pt x="203" y="2012"/>
                    <a:pt x="204" y="1994"/>
                  </a:cubicBezTo>
                  <a:cubicBezTo>
                    <a:pt x="205" y="1974"/>
                    <a:pt x="207" y="1955"/>
                    <a:pt x="212" y="1936"/>
                  </a:cubicBezTo>
                  <a:cubicBezTo>
                    <a:pt x="213" y="1938"/>
                    <a:pt x="215" y="1939"/>
                    <a:pt x="217" y="1940"/>
                  </a:cubicBezTo>
                  <a:cubicBezTo>
                    <a:pt x="220" y="1942"/>
                    <a:pt x="225" y="1944"/>
                    <a:pt x="229" y="1944"/>
                  </a:cubicBezTo>
                  <a:lnTo>
                    <a:pt x="233" y="1947"/>
                  </a:lnTo>
                  <a:cubicBezTo>
                    <a:pt x="230" y="1967"/>
                    <a:pt x="228" y="1988"/>
                    <a:pt x="228" y="2008"/>
                  </a:cubicBezTo>
                  <a:cubicBezTo>
                    <a:pt x="228" y="2019"/>
                    <a:pt x="229" y="2030"/>
                    <a:pt x="230" y="2041"/>
                  </a:cubicBezTo>
                  <a:cubicBezTo>
                    <a:pt x="230" y="2096"/>
                    <a:pt x="232" y="2150"/>
                    <a:pt x="232" y="2204"/>
                  </a:cubicBezTo>
                  <a:cubicBezTo>
                    <a:pt x="232" y="2205"/>
                    <a:pt x="233" y="2205"/>
                    <a:pt x="233" y="2205"/>
                  </a:cubicBezTo>
                  <a:cubicBezTo>
                    <a:pt x="233" y="2206"/>
                    <a:pt x="233" y="2205"/>
                    <a:pt x="234" y="2206"/>
                  </a:cubicBezTo>
                  <a:cubicBezTo>
                    <a:pt x="235" y="2207"/>
                    <a:pt x="234" y="2207"/>
                    <a:pt x="235" y="2207"/>
                  </a:cubicBezTo>
                  <a:cubicBezTo>
                    <a:pt x="235" y="2207"/>
                    <a:pt x="236" y="2207"/>
                    <a:pt x="236" y="2206"/>
                  </a:cubicBezTo>
                  <a:cubicBezTo>
                    <a:pt x="236" y="2206"/>
                    <a:pt x="237" y="2206"/>
                    <a:pt x="237" y="2205"/>
                  </a:cubicBezTo>
                  <a:lnTo>
                    <a:pt x="237" y="2204"/>
                  </a:lnTo>
                  <a:cubicBezTo>
                    <a:pt x="237" y="2122"/>
                    <a:pt x="257" y="2041"/>
                    <a:pt x="259" y="1958"/>
                  </a:cubicBezTo>
                  <a:lnTo>
                    <a:pt x="261" y="1958"/>
                  </a:lnTo>
                  <a:cubicBezTo>
                    <a:pt x="263" y="1958"/>
                    <a:pt x="265" y="1958"/>
                    <a:pt x="267" y="1957"/>
                  </a:cubicBezTo>
                  <a:lnTo>
                    <a:pt x="281" y="1962"/>
                  </a:lnTo>
                  <a:cubicBezTo>
                    <a:pt x="275" y="1985"/>
                    <a:pt x="271" y="2008"/>
                    <a:pt x="271" y="2032"/>
                  </a:cubicBezTo>
                  <a:cubicBezTo>
                    <a:pt x="271" y="2038"/>
                    <a:pt x="272" y="2045"/>
                    <a:pt x="272" y="2051"/>
                  </a:cubicBezTo>
                  <a:cubicBezTo>
                    <a:pt x="272" y="2094"/>
                    <a:pt x="277" y="2146"/>
                    <a:pt x="268" y="2187"/>
                  </a:cubicBezTo>
                  <a:cubicBezTo>
                    <a:pt x="267" y="2199"/>
                    <a:pt x="266" y="2209"/>
                    <a:pt x="266" y="2221"/>
                  </a:cubicBezTo>
                  <a:cubicBezTo>
                    <a:pt x="266" y="2232"/>
                    <a:pt x="267" y="2244"/>
                    <a:pt x="268" y="2255"/>
                  </a:cubicBezTo>
                  <a:cubicBezTo>
                    <a:pt x="266" y="2275"/>
                    <a:pt x="265" y="2295"/>
                    <a:pt x="265" y="2315"/>
                  </a:cubicBezTo>
                  <a:cubicBezTo>
                    <a:pt x="265" y="2322"/>
                    <a:pt x="265" y="2329"/>
                    <a:pt x="266" y="2337"/>
                  </a:cubicBezTo>
                  <a:cubicBezTo>
                    <a:pt x="268" y="2384"/>
                    <a:pt x="261" y="2432"/>
                    <a:pt x="262" y="2480"/>
                  </a:cubicBezTo>
                  <a:cubicBezTo>
                    <a:pt x="262" y="2483"/>
                    <a:pt x="265" y="2483"/>
                    <a:pt x="265" y="2480"/>
                  </a:cubicBezTo>
                  <a:cubicBezTo>
                    <a:pt x="266" y="2432"/>
                    <a:pt x="277" y="2385"/>
                    <a:pt x="282" y="2337"/>
                  </a:cubicBezTo>
                  <a:cubicBezTo>
                    <a:pt x="286" y="2288"/>
                    <a:pt x="284" y="2226"/>
                    <a:pt x="297" y="2179"/>
                  </a:cubicBezTo>
                  <a:cubicBezTo>
                    <a:pt x="301" y="2155"/>
                    <a:pt x="303" y="2131"/>
                    <a:pt x="303" y="2106"/>
                  </a:cubicBezTo>
                  <a:cubicBezTo>
                    <a:pt x="303" y="2094"/>
                    <a:pt x="302" y="2081"/>
                    <a:pt x="301" y="2068"/>
                  </a:cubicBezTo>
                  <a:cubicBezTo>
                    <a:pt x="301" y="2034"/>
                    <a:pt x="311" y="2001"/>
                    <a:pt x="302" y="1969"/>
                  </a:cubicBezTo>
                  <a:cubicBezTo>
                    <a:pt x="311" y="1972"/>
                    <a:pt x="319" y="1975"/>
                    <a:pt x="328" y="1977"/>
                  </a:cubicBezTo>
                  <a:cubicBezTo>
                    <a:pt x="327" y="1978"/>
                    <a:pt x="327" y="1980"/>
                    <a:pt x="327" y="1982"/>
                  </a:cubicBezTo>
                  <a:cubicBezTo>
                    <a:pt x="325" y="2015"/>
                    <a:pt x="325" y="2049"/>
                    <a:pt x="325" y="2083"/>
                  </a:cubicBezTo>
                  <a:cubicBezTo>
                    <a:pt x="325" y="2169"/>
                    <a:pt x="329" y="2255"/>
                    <a:pt x="337" y="2340"/>
                  </a:cubicBezTo>
                  <a:cubicBezTo>
                    <a:pt x="337" y="2343"/>
                    <a:pt x="342" y="2343"/>
                    <a:pt x="342" y="2340"/>
                  </a:cubicBezTo>
                  <a:cubicBezTo>
                    <a:pt x="350" y="2253"/>
                    <a:pt x="354" y="2166"/>
                    <a:pt x="354" y="2079"/>
                  </a:cubicBezTo>
                  <a:cubicBezTo>
                    <a:pt x="354" y="2047"/>
                    <a:pt x="353" y="2015"/>
                    <a:pt x="352" y="1982"/>
                  </a:cubicBezTo>
                  <a:lnTo>
                    <a:pt x="363" y="1984"/>
                  </a:lnTo>
                  <a:lnTo>
                    <a:pt x="383" y="1989"/>
                  </a:lnTo>
                  <a:cubicBezTo>
                    <a:pt x="384" y="1999"/>
                    <a:pt x="384" y="2009"/>
                    <a:pt x="384" y="2019"/>
                  </a:cubicBezTo>
                  <a:cubicBezTo>
                    <a:pt x="384" y="2024"/>
                    <a:pt x="384" y="2029"/>
                    <a:pt x="384" y="2034"/>
                  </a:cubicBezTo>
                  <a:cubicBezTo>
                    <a:pt x="384" y="2058"/>
                    <a:pt x="391" y="2082"/>
                    <a:pt x="392" y="2106"/>
                  </a:cubicBezTo>
                  <a:cubicBezTo>
                    <a:pt x="392" y="2109"/>
                    <a:pt x="397" y="2109"/>
                    <a:pt x="397" y="2106"/>
                  </a:cubicBezTo>
                  <a:cubicBezTo>
                    <a:pt x="398" y="2079"/>
                    <a:pt x="404" y="2052"/>
                    <a:pt x="405" y="2026"/>
                  </a:cubicBezTo>
                  <a:cubicBezTo>
                    <a:pt x="405" y="2015"/>
                    <a:pt x="407" y="2006"/>
                    <a:pt x="407" y="1995"/>
                  </a:cubicBezTo>
                  <a:cubicBezTo>
                    <a:pt x="420" y="1998"/>
                    <a:pt x="432" y="2001"/>
                    <a:pt x="445" y="2003"/>
                  </a:cubicBezTo>
                  <a:cubicBezTo>
                    <a:pt x="443" y="2016"/>
                    <a:pt x="442" y="2030"/>
                    <a:pt x="442" y="2043"/>
                  </a:cubicBezTo>
                  <a:cubicBezTo>
                    <a:pt x="442" y="2046"/>
                    <a:pt x="442" y="2049"/>
                    <a:pt x="442" y="2052"/>
                  </a:cubicBezTo>
                  <a:cubicBezTo>
                    <a:pt x="439" y="2089"/>
                    <a:pt x="451" y="2131"/>
                    <a:pt x="442" y="2166"/>
                  </a:cubicBezTo>
                  <a:cubicBezTo>
                    <a:pt x="432" y="2212"/>
                    <a:pt x="445" y="2264"/>
                    <a:pt x="437" y="2311"/>
                  </a:cubicBezTo>
                  <a:cubicBezTo>
                    <a:pt x="437" y="2312"/>
                    <a:pt x="437" y="2312"/>
                    <a:pt x="437" y="2313"/>
                  </a:cubicBezTo>
                  <a:cubicBezTo>
                    <a:pt x="437" y="2313"/>
                    <a:pt x="438" y="2313"/>
                    <a:pt x="438" y="2314"/>
                  </a:cubicBezTo>
                  <a:lnTo>
                    <a:pt x="439" y="2314"/>
                  </a:lnTo>
                  <a:lnTo>
                    <a:pt x="440" y="2314"/>
                  </a:lnTo>
                  <a:cubicBezTo>
                    <a:pt x="441" y="2313"/>
                    <a:pt x="441" y="2313"/>
                    <a:pt x="441" y="2313"/>
                  </a:cubicBezTo>
                  <a:lnTo>
                    <a:pt x="441" y="2312"/>
                  </a:lnTo>
                  <a:cubicBezTo>
                    <a:pt x="455" y="2266"/>
                    <a:pt x="450" y="2218"/>
                    <a:pt x="459" y="2171"/>
                  </a:cubicBezTo>
                  <a:cubicBezTo>
                    <a:pt x="462" y="2150"/>
                    <a:pt x="464" y="2129"/>
                    <a:pt x="464" y="2108"/>
                  </a:cubicBezTo>
                  <a:cubicBezTo>
                    <a:pt x="464" y="2107"/>
                    <a:pt x="464" y="2105"/>
                    <a:pt x="464" y="2103"/>
                  </a:cubicBezTo>
                  <a:cubicBezTo>
                    <a:pt x="464" y="2081"/>
                    <a:pt x="461" y="2028"/>
                    <a:pt x="471" y="2005"/>
                  </a:cubicBezTo>
                  <a:cubicBezTo>
                    <a:pt x="476" y="2005"/>
                    <a:pt x="482" y="2005"/>
                    <a:pt x="487" y="2005"/>
                  </a:cubicBezTo>
                  <a:cubicBezTo>
                    <a:pt x="492" y="2005"/>
                    <a:pt x="499" y="2005"/>
                    <a:pt x="504" y="2005"/>
                  </a:cubicBezTo>
                  <a:cubicBezTo>
                    <a:pt x="504" y="2082"/>
                    <a:pt x="490" y="2159"/>
                    <a:pt x="491" y="2236"/>
                  </a:cubicBezTo>
                  <a:cubicBezTo>
                    <a:pt x="492" y="2313"/>
                    <a:pt x="497" y="2402"/>
                    <a:pt x="484" y="2479"/>
                  </a:cubicBezTo>
                  <a:lnTo>
                    <a:pt x="484" y="2480"/>
                  </a:lnTo>
                  <a:lnTo>
                    <a:pt x="485" y="2481"/>
                  </a:lnTo>
                  <a:cubicBezTo>
                    <a:pt x="486" y="2482"/>
                    <a:pt x="485" y="2481"/>
                    <a:pt x="486" y="2482"/>
                  </a:cubicBezTo>
                  <a:cubicBezTo>
                    <a:pt x="487" y="2483"/>
                    <a:pt x="487" y="2483"/>
                    <a:pt x="487" y="2483"/>
                  </a:cubicBezTo>
                  <a:cubicBezTo>
                    <a:pt x="488" y="2483"/>
                    <a:pt x="489" y="2483"/>
                    <a:pt x="489" y="2482"/>
                  </a:cubicBezTo>
                  <a:cubicBezTo>
                    <a:pt x="489" y="2482"/>
                    <a:pt x="490" y="2482"/>
                    <a:pt x="490" y="2481"/>
                  </a:cubicBezTo>
                  <a:cubicBezTo>
                    <a:pt x="497" y="2458"/>
                    <a:pt x="500" y="2434"/>
                    <a:pt x="500" y="2411"/>
                  </a:cubicBezTo>
                  <a:cubicBezTo>
                    <a:pt x="500" y="2407"/>
                    <a:pt x="500" y="2403"/>
                    <a:pt x="499" y="2399"/>
                  </a:cubicBezTo>
                  <a:cubicBezTo>
                    <a:pt x="499" y="2363"/>
                    <a:pt x="505" y="2328"/>
                    <a:pt x="506" y="2292"/>
                  </a:cubicBezTo>
                  <a:cubicBezTo>
                    <a:pt x="510" y="2196"/>
                    <a:pt x="532" y="2102"/>
                    <a:pt x="532" y="2007"/>
                  </a:cubicBezTo>
                  <a:lnTo>
                    <a:pt x="552" y="2009"/>
                  </a:lnTo>
                  <a:cubicBezTo>
                    <a:pt x="551" y="2019"/>
                    <a:pt x="550" y="2030"/>
                    <a:pt x="550" y="2040"/>
                  </a:cubicBezTo>
                  <a:cubicBezTo>
                    <a:pt x="550" y="2050"/>
                    <a:pt x="551" y="2060"/>
                    <a:pt x="552" y="2071"/>
                  </a:cubicBezTo>
                  <a:cubicBezTo>
                    <a:pt x="554" y="2111"/>
                    <a:pt x="549" y="2167"/>
                    <a:pt x="564" y="2205"/>
                  </a:cubicBezTo>
                  <a:cubicBezTo>
                    <a:pt x="566" y="2208"/>
                    <a:pt x="572" y="2207"/>
                    <a:pt x="570" y="2203"/>
                  </a:cubicBezTo>
                  <a:cubicBezTo>
                    <a:pt x="562" y="2173"/>
                    <a:pt x="570" y="2128"/>
                    <a:pt x="573" y="2098"/>
                  </a:cubicBezTo>
                  <a:cubicBezTo>
                    <a:pt x="573" y="2095"/>
                    <a:pt x="573" y="2093"/>
                    <a:pt x="573" y="2091"/>
                  </a:cubicBezTo>
                  <a:cubicBezTo>
                    <a:pt x="573" y="2071"/>
                    <a:pt x="575" y="2052"/>
                    <a:pt x="577" y="2032"/>
                  </a:cubicBezTo>
                  <a:cubicBezTo>
                    <a:pt x="577" y="2029"/>
                    <a:pt x="577" y="2019"/>
                    <a:pt x="579" y="2011"/>
                  </a:cubicBezTo>
                  <a:cubicBezTo>
                    <a:pt x="606" y="2014"/>
                    <a:pt x="634" y="2018"/>
                    <a:pt x="661" y="2021"/>
                  </a:cubicBezTo>
                  <a:cubicBezTo>
                    <a:pt x="698" y="2024"/>
                    <a:pt x="736" y="2021"/>
                    <a:pt x="773" y="2026"/>
                  </a:cubicBezTo>
                  <a:cubicBezTo>
                    <a:pt x="820" y="2033"/>
                    <a:pt x="867" y="2037"/>
                    <a:pt x="915" y="2043"/>
                  </a:cubicBezTo>
                  <a:cubicBezTo>
                    <a:pt x="912" y="2056"/>
                    <a:pt x="911" y="2068"/>
                    <a:pt x="911" y="2080"/>
                  </a:cubicBezTo>
                  <a:cubicBezTo>
                    <a:pt x="911" y="2084"/>
                    <a:pt x="911" y="2087"/>
                    <a:pt x="912" y="2091"/>
                  </a:cubicBezTo>
                  <a:cubicBezTo>
                    <a:pt x="911" y="2130"/>
                    <a:pt x="902" y="2167"/>
                    <a:pt x="904" y="2206"/>
                  </a:cubicBezTo>
                  <a:cubicBezTo>
                    <a:pt x="904" y="2210"/>
                    <a:pt x="904" y="2213"/>
                    <a:pt x="904" y="2216"/>
                  </a:cubicBezTo>
                  <a:cubicBezTo>
                    <a:pt x="904" y="2254"/>
                    <a:pt x="901" y="2291"/>
                    <a:pt x="894" y="2328"/>
                  </a:cubicBezTo>
                  <a:cubicBezTo>
                    <a:pt x="891" y="2351"/>
                    <a:pt x="890" y="2374"/>
                    <a:pt x="890" y="2397"/>
                  </a:cubicBezTo>
                  <a:cubicBezTo>
                    <a:pt x="890" y="2420"/>
                    <a:pt x="891" y="2443"/>
                    <a:pt x="894" y="2465"/>
                  </a:cubicBezTo>
                  <a:cubicBezTo>
                    <a:pt x="894" y="2466"/>
                    <a:pt x="894" y="2467"/>
                    <a:pt x="894" y="2467"/>
                  </a:cubicBezTo>
                  <a:cubicBezTo>
                    <a:pt x="894" y="2468"/>
                    <a:pt x="895" y="2468"/>
                    <a:pt x="895" y="2468"/>
                  </a:cubicBezTo>
                  <a:cubicBezTo>
                    <a:pt x="896" y="2469"/>
                    <a:pt x="897" y="2469"/>
                    <a:pt x="897" y="2469"/>
                  </a:cubicBezTo>
                  <a:cubicBezTo>
                    <a:pt x="898" y="2469"/>
                    <a:pt x="898" y="2469"/>
                    <a:pt x="899" y="2468"/>
                  </a:cubicBezTo>
                  <a:lnTo>
                    <a:pt x="900" y="2467"/>
                  </a:lnTo>
                  <a:cubicBezTo>
                    <a:pt x="901" y="2466"/>
                    <a:pt x="901" y="2466"/>
                    <a:pt x="901" y="2465"/>
                  </a:cubicBezTo>
                  <a:cubicBezTo>
                    <a:pt x="904" y="2420"/>
                    <a:pt x="906" y="2374"/>
                    <a:pt x="912" y="2329"/>
                  </a:cubicBezTo>
                  <a:cubicBezTo>
                    <a:pt x="917" y="2306"/>
                    <a:pt x="921" y="2282"/>
                    <a:pt x="922" y="2257"/>
                  </a:cubicBezTo>
                  <a:cubicBezTo>
                    <a:pt x="923" y="2217"/>
                    <a:pt x="927" y="2177"/>
                    <a:pt x="932" y="2136"/>
                  </a:cubicBezTo>
                  <a:cubicBezTo>
                    <a:pt x="932" y="2126"/>
                    <a:pt x="937" y="2116"/>
                    <a:pt x="938" y="2105"/>
                  </a:cubicBezTo>
                  <a:cubicBezTo>
                    <a:pt x="938" y="2103"/>
                    <a:pt x="938" y="2101"/>
                    <a:pt x="938" y="2099"/>
                  </a:cubicBezTo>
                  <a:cubicBezTo>
                    <a:pt x="938" y="2082"/>
                    <a:pt x="940" y="2065"/>
                    <a:pt x="943" y="2048"/>
                  </a:cubicBezTo>
                  <a:cubicBezTo>
                    <a:pt x="950" y="2049"/>
                    <a:pt x="958" y="2050"/>
                    <a:pt x="966" y="2052"/>
                  </a:cubicBezTo>
                  <a:cubicBezTo>
                    <a:pt x="950" y="2129"/>
                    <a:pt x="959" y="2212"/>
                    <a:pt x="962" y="2290"/>
                  </a:cubicBezTo>
                  <a:cubicBezTo>
                    <a:pt x="962" y="2295"/>
                    <a:pt x="970" y="2294"/>
                    <a:pt x="970" y="2290"/>
                  </a:cubicBezTo>
                  <a:cubicBezTo>
                    <a:pt x="974" y="2213"/>
                    <a:pt x="973" y="2132"/>
                    <a:pt x="990" y="2056"/>
                  </a:cubicBezTo>
                  <a:lnTo>
                    <a:pt x="1005" y="2059"/>
                  </a:lnTo>
                  <a:cubicBezTo>
                    <a:pt x="1004" y="2076"/>
                    <a:pt x="1003" y="2094"/>
                    <a:pt x="1003" y="2111"/>
                  </a:cubicBezTo>
                  <a:cubicBezTo>
                    <a:pt x="1003" y="2128"/>
                    <a:pt x="1004" y="2146"/>
                    <a:pt x="1005" y="2163"/>
                  </a:cubicBezTo>
                  <a:cubicBezTo>
                    <a:pt x="1005" y="2169"/>
                    <a:pt x="1016" y="2169"/>
                    <a:pt x="1017" y="2163"/>
                  </a:cubicBezTo>
                  <a:cubicBezTo>
                    <a:pt x="1018" y="2135"/>
                    <a:pt x="1022" y="2108"/>
                    <a:pt x="1028" y="2081"/>
                  </a:cubicBezTo>
                  <a:cubicBezTo>
                    <a:pt x="1030" y="2075"/>
                    <a:pt x="1031" y="2069"/>
                    <a:pt x="1031" y="2063"/>
                  </a:cubicBezTo>
                  <a:cubicBezTo>
                    <a:pt x="1071" y="2068"/>
                    <a:pt x="1110" y="2071"/>
                    <a:pt x="1150" y="2071"/>
                  </a:cubicBezTo>
                  <a:cubicBezTo>
                    <a:pt x="1154" y="2071"/>
                    <a:pt x="1158" y="2071"/>
                    <a:pt x="1161" y="2071"/>
                  </a:cubicBezTo>
                  <a:lnTo>
                    <a:pt x="1201" y="2071"/>
                  </a:lnTo>
                  <a:cubicBezTo>
                    <a:pt x="1182" y="2151"/>
                    <a:pt x="1195" y="2244"/>
                    <a:pt x="1196" y="2326"/>
                  </a:cubicBezTo>
                  <a:cubicBezTo>
                    <a:pt x="1196" y="2372"/>
                    <a:pt x="1200" y="2418"/>
                    <a:pt x="1202" y="2464"/>
                  </a:cubicBezTo>
                  <a:cubicBezTo>
                    <a:pt x="1203" y="2498"/>
                    <a:pt x="1215" y="2546"/>
                    <a:pt x="1205" y="2580"/>
                  </a:cubicBezTo>
                  <a:cubicBezTo>
                    <a:pt x="1205" y="2582"/>
                    <a:pt x="1208" y="2584"/>
                    <a:pt x="1209" y="2581"/>
                  </a:cubicBezTo>
                  <a:cubicBezTo>
                    <a:pt x="1221" y="2552"/>
                    <a:pt x="1217" y="2513"/>
                    <a:pt x="1218" y="2483"/>
                  </a:cubicBezTo>
                  <a:cubicBezTo>
                    <a:pt x="1221" y="2438"/>
                    <a:pt x="1222" y="2393"/>
                    <a:pt x="1224" y="2348"/>
                  </a:cubicBezTo>
                  <a:cubicBezTo>
                    <a:pt x="1227" y="2261"/>
                    <a:pt x="1214" y="2164"/>
                    <a:pt x="1234" y="2078"/>
                  </a:cubicBezTo>
                  <a:cubicBezTo>
                    <a:pt x="1234" y="2077"/>
                    <a:pt x="1234" y="2076"/>
                    <a:pt x="1234" y="2075"/>
                  </a:cubicBezTo>
                  <a:cubicBezTo>
                    <a:pt x="1234" y="2074"/>
                    <a:pt x="1234" y="2073"/>
                    <a:pt x="1234" y="2072"/>
                  </a:cubicBezTo>
                  <a:lnTo>
                    <a:pt x="1237" y="2072"/>
                  </a:lnTo>
                  <a:cubicBezTo>
                    <a:pt x="1237" y="2169"/>
                    <a:pt x="1242" y="2267"/>
                    <a:pt x="1250" y="2364"/>
                  </a:cubicBezTo>
                  <a:cubicBezTo>
                    <a:pt x="1250" y="2366"/>
                    <a:pt x="1254" y="2366"/>
                    <a:pt x="1254" y="2364"/>
                  </a:cubicBezTo>
                  <a:cubicBezTo>
                    <a:pt x="1262" y="2268"/>
                    <a:pt x="1267" y="2170"/>
                    <a:pt x="1268" y="2073"/>
                  </a:cubicBezTo>
                  <a:lnTo>
                    <a:pt x="1275" y="2073"/>
                  </a:lnTo>
                  <a:cubicBezTo>
                    <a:pt x="1275" y="2166"/>
                    <a:pt x="1278" y="2258"/>
                    <a:pt x="1286" y="2350"/>
                  </a:cubicBezTo>
                  <a:cubicBezTo>
                    <a:pt x="1286" y="2351"/>
                    <a:pt x="1285" y="2351"/>
                    <a:pt x="1286" y="2352"/>
                  </a:cubicBezTo>
                  <a:cubicBezTo>
                    <a:pt x="1287" y="2353"/>
                    <a:pt x="1287" y="2352"/>
                    <a:pt x="1288" y="2353"/>
                  </a:cubicBezTo>
                  <a:cubicBezTo>
                    <a:pt x="1289" y="2353"/>
                    <a:pt x="1290" y="2354"/>
                    <a:pt x="1291" y="2354"/>
                  </a:cubicBezTo>
                  <a:cubicBezTo>
                    <a:pt x="1291" y="2354"/>
                    <a:pt x="1292" y="2353"/>
                    <a:pt x="1293" y="2353"/>
                  </a:cubicBezTo>
                  <a:cubicBezTo>
                    <a:pt x="1294" y="2352"/>
                    <a:pt x="1294" y="2353"/>
                    <a:pt x="1295" y="2352"/>
                  </a:cubicBezTo>
                  <a:cubicBezTo>
                    <a:pt x="1296" y="2351"/>
                    <a:pt x="1295" y="2351"/>
                    <a:pt x="1295" y="2350"/>
                  </a:cubicBezTo>
                  <a:cubicBezTo>
                    <a:pt x="1302" y="2259"/>
                    <a:pt x="1299" y="2165"/>
                    <a:pt x="1299" y="2073"/>
                  </a:cubicBezTo>
                  <a:lnTo>
                    <a:pt x="1336" y="2073"/>
                  </a:lnTo>
                  <a:cubicBezTo>
                    <a:pt x="1336" y="2155"/>
                    <a:pt x="1335" y="2239"/>
                    <a:pt x="1351" y="2320"/>
                  </a:cubicBezTo>
                  <a:cubicBezTo>
                    <a:pt x="1352" y="2326"/>
                    <a:pt x="1361" y="2324"/>
                    <a:pt x="1361" y="2318"/>
                  </a:cubicBezTo>
                  <a:cubicBezTo>
                    <a:pt x="1357" y="2237"/>
                    <a:pt x="1361" y="2155"/>
                    <a:pt x="1361" y="2074"/>
                  </a:cubicBezTo>
                  <a:lnTo>
                    <a:pt x="1378" y="2074"/>
                  </a:lnTo>
                  <a:cubicBezTo>
                    <a:pt x="1377" y="2078"/>
                    <a:pt x="1377" y="2082"/>
                    <a:pt x="1377" y="2086"/>
                  </a:cubicBezTo>
                  <a:cubicBezTo>
                    <a:pt x="1377" y="2090"/>
                    <a:pt x="1377" y="2094"/>
                    <a:pt x="1378" y="2098"/>
                  </a:cubicBezTo>
                  <a:cubicBezTo>
                    <a:pt x="1380" y="2124"/>
                    <a:pt x="1377" y="2151"/>
                    <a:pt x="1378" y="2177"/>
                  </a:cubicBezTo>
                  <a:cubicBezTo>
                    <a:pt x="1378" y="2184"/>
                    <a:pt x="1388" y="2183"/>
                    <a:pt x="1389" y="2177"/>
                  </a:cubicBezTo>
                  <a:cubicBezTo>
                    <a:pt x="1392" y="2160"/>
                    <a:pt x="1395" y="2140"/>
                    <a:pt x="1400" y="2124"/>
                  </a:cubicBezTo>
                  <a:cubicBezTo>
                    <a:pt x="1402" y="2113"/>
                    <a:pt x="1404" y="2102"/>
                    <a:pt x="1404" y="2090"/>
                  </a:cubicBezTo>
                  <a:cubicBezTo>
                    <a:pt x="1404" y="2088"/>
                    <a:pt x="1404" y="2087"/>
                    <a:pt x="1403" y="2085"/>
                  </a:cubicBezTo>
                  <a:cubicBezTo>
                    <a:pt x="1404" y="2081"/>
                    <a:pt x="1404" y="2078"/>
                    <a:pt x="1405" y="2075"/>
                  </a:cubicBezTo>
                  <a:lnTo>
                    <a:pt x="1447" y="2075"/>
                  </a:lnTo>
                  <a:cubicBezTo>
                    <a:pt x="1446" y="2091"/>
                    <a:pt x="1445" y="2107"/>
                    <a:pt x="1445" y="2124"/>
                  </a:cubicBezTo>
                  <a:cubicBezTo>
                    <a:pt x="1445" y="2140"/>
                    <a:pt x="1446" y="2156"/>
                    <a:pt x="1447" y="2172"/>
                  </a:cubicBezTo>
                  <a:cubicBezTo>
                    <a:pt x="1452" y="2240"/>
                    <a:pt x="1440" y="2309"/>
                    <a:pt x="1447" y="2376"/>
                  </a:cubicBezTo>
                  <a:cubicBezTo>
                    <a:pt x="1447" y="2377"/>
                    <a:pt x="1447" y="2377"/>
                    <a:pt x="1448" y="2378"/>
                  </a:cubicBezTo>
                  <a:cubicBezTo>
                    <a:pt x="1449" y="2379"/>
                    <a:pt x="1449" y="2379"/>
                    <a:pt x="1450" y="2380"/>
                  </a:cubicBezTo>
                  <a:cubicBezTo>
                    <a:pt x="1451" y="2381"/>
                    <a:pt x="1451" y="2381"/>
                    <a:pt x="1452" y="2381"/>
                  </a:cubicBezTo>
                  <a:cubicBezTo>
                    <a:pt x="1453" y="2381"/>
                    <a:pt x="1454" y="2381"/>
                    <a:pt x="1455" y="2380"/>
                  </a:cubicBezTo>
                  <a:cubicBezTo>
                    <a:pt x="1455" y="2380"/>
                    <a:pt x="1455" y="2379"/>
                    <a:pt x="1456" y="2378"/>
                  </a:cubicBezTo>
                  <a:cubicBezTo>
                    <a:pt x="1457" y="2377"/>
                    <a:pt x="1457" y="2377"/>
                    <a:pt x="1457" y="2376"/>
                  </a:cubicBezTo>
                  <a:cubicBezTo>
                    <a:pt x="1459" y="2327"/>
                    <a:pt x="1468" y="2280"/>
                    <a:pt x="1469" y="2231"/>
                  </a:cubicBezTo>
                  <a:cubicBezTo>
                    <a:pt x="1469" y="2181"/>
                    <a:pt x="1471" y="2127"/>
                    <a:pt x="1476" y="2075"/>
                  </a:cubicBezTo>
                  <a:lnTo>
                    <a:pt x="1506" y="2075"/>
                  </a:lnTo>
                  <a:lnTo>
                    <a:pt x="1519" y="2075"/>
                  </a:lnTo>
                  <a:cubicBezTo>
                    <a:pt x="1519" y="2082"/>
                    <a:pt x="1519" y="2089"/>
                    <a:pt x="1519" y="2096"/>
                  </a:cubicBezTo>
                  <a:cubicBezTo>
                    <a:pt x="1519" y="2130"/>
                    <a:pt x="1520" y="2165"/>
                    <a:pt x="1523" y="2199"/>
                  </a:cubicBezTo>
                  <a:cubicBezTo>
                    <a:pt x="1523" y="2200"/>
                    <a:pt x="1524" y="2201"/>
                    <a:pt x="1524" y="2201"/>
                  </a:cubicBezTo>
                  <a:cubicBezTo>
                    <a:pt x="1524" y="2202"/>
                    <a:pt x="1525" y="2203"/>
                    <a:pt x="1526" y="2203"/>
                  </a:cubicBezTo>
                  <a:cubicBezTo>
                    <a:pt x="1526" y="2203"/>
                    <a:pt x="1527" y="2204"/>
                    <a:pt x="1528" y="2204"/>
                  </a:cubicBezTo>
                  <a:cubicBezTo>
                    <a:pt x="1529" y="2204"/>
                    <a:pt x="1530" y="2203"/>
                    <a:pt x="1530" y="2203"/>
                  </a:cubicBezTo>
                  <a:cubicBezTo>
                    <a:pt x="1531" y="2203"/>
                    <a:pt x="1531" y="2202"/>
                    <a:pt x="1532" y="2201"/>
                  </a:cubicBezTo>
                  <a:cubicBezTo>
                    <a:pt x="1533" y="2200"/>
                    <a:pt x="1533" y="2200"/>
                    <a:pt x="1533" y="2199"/>
                  </a:cubicBezTo>
                  <a:cubicBezTo>
                    <a:pt x="1534" y="2173"/>
                    <a:pt x="1537" y="2146"/>
                    <a:pt x="1537" y="2120"/>
                  </a:cubicBezTo>
                  <a:cubicBezTo>
                    <a:pt x="1537" y="2116"/>
                    <a:pt x="1537" y="2112"/>
                    <a:pt x="1537" y="2108"/>
                  </a:cubicBezTo>
                  <a:cubicBezTo>
                    <a:pt x="1537" y="2104"/>
                    <a:pt x="1537" y="2100"/>
                    <a:pt x="1537" y="2096"/>
                  </a:cubicBezTo>
                  <a:lnTo>
                    <a:pt x="1541" y="2080"/>
                  </a:lnTo>
                  <a:cubicBezTo>
                    <a:pt x="1541" y="2079"/>
                    <a:pt x="1541" y="2079"/>
                    <a:pt x="1541" y="2078"/>
                  </a:cubicBezTo>
                  <a:cubicBezTo>
                    <a:pt x="1541" y="2077"/>
                    <a:pt x="1541" y="2077"/>
                    <a:pt x="1541" y="2076"/>
                  </a:cubicBezTo>
                  <a:lnTo>
                    <a:pt x="1571" y="2076"/>
                  </a:lnTo>
                  <a:cubicBezTo>
                    <a:pt x="1568" y="2095"/>
                    <a:pt x="1567" y="2113"/>
                    <a:pt x="1567" y="2132"/>
                  </a:cubicBezTo>
                  <a:cubicBezTo>
                    <a:pt x="1567" y="2139"/>
                    <a:pt x="1567" y="2146"/>
                    <a:pt x="1567" y="2153"/>
                  </a:cubicBezTo>
                  <a:cubicBezTo>
                    <a:pt x="1567" y="2201"/>
                    <a:pt x="1567" y="2250"/>
                    <a:pt x="1569" y="2298"/>
                  </a:cubicBezTo>
                  <a:cubicBezTo>
                    <a:pt x="1569" y="2306"/>
                    <a:pt x="1580" y="2307"/>
                    <a:pt x="1581" y="2299"/>
                  </a:cubicBezTo>
                  <a:cubicBezTo>
                    <a:pt x="1582" y="2262"/>
                    <a:pt x="1588" y="2225"/>
                    <a:pt x="1589" y="2188"/>
                  </a:cubicBezTo>
                  <a:cubicBezTo>
                    <a:pt x="1588" y="2180"/>
                    <a:pt x="1588" y="2172"/>
                    <a:pt x="1588" y="2164"/>
                  </a:cubicBezTo>
                  <a:cubicBezTo>
                    <a:pt x="1588" y="2135"/>
                    <a:pt x="1590" y="2105"/>
                    <a:pt x="1595" y="2076"/>
                  </a:cubicBezTo>
                  <a:lnTo>
                    <a:pt x="1599" y="2076"/>
                  </a:lnTo>
                  <a:lnTo>
                    <a:pt x="1619" y="2076"/>
                  </a:lnTo>
                  <a:cubicBezTo>
                    <a:pt x="1615" y="2098"/>
                    <a:pt x="1613" y="2121"/>
                    <a:pt x="1613" y="2143"/>
                  </a:cubicBezTo>
                  <a:cubicBezTo>
                    <a:pt x="1613" y="2154"/>
                    <a:pt x="1614" y="2164"/>
                    <a:pt x="1615" y="2175"/>
                  </a:cubicBezTo>
                  <a:cubicBezTo>
                    <a:pt x="1615" y="2240"/>
                    <a:pt x="1615" y="2304"/>
                    <a:pt x="1620" y="2369"/>
                  </a:cubicBezTo>
                  <a:cubicBezTo>
                    <a:pt x="1620" y="2370"/>
                    <a:pt x="1620" y="2371"/>
                    <a:pt x="1621" y="2372"/>
                  </a:cubicBezTo>
                  <a:cubicBezTo>
                    <a:pt x="1622" y="2373"/>
                    <a:pt x="1623" y="2374"/>
                    <a:pt x="1624" y="2375"/>
                  </a:cubicBezTo>
                  <a:cubicBezTo>
                    <a:pt x="1625" y="2375"/>
                    <a:pt x="1626" y="2376"/>
                    <a:pt x="1627" y="2376"/>
                  </a:cubicBezTo>
                  <a:cubicBezTo>
                    <a:pt x="1628" y="2376"/>
                    <a:pt x="1628" y="2375"/>
                    <a:pt x="1630" y="2375"/>
                  </a:cubicBezTo>
                  <a:cubicBezTo>
                    <a:pt x="1631" y="2374"/>
                    <a:pt x="1632" y="2373"/>
                    <a:pt x="1633" y="2372"/>
                  </a:cubicBezTo>
                  <a:cubicBezTo>
                    <a:pt x="1634" y="2371"/>
                    <a:pt x="1634" y="2370"/>
                    <a:pt x="1634" y="2369"/>
                  </a:cubicBezTo>
                  <a:cubicBezTo>
                    <a:pt x="1638" y="2317"/>
                    <a:pt x="1639" y="2265"/>
                    <a:pt x="1639" y="2213"/>
                  </a:cubicBezTo>
                  <a:cubicBezTo>
                    <a:pt x="1639" y="2169"/>
                    <a:pt x="1634" y="2119"/>
                    <a:pt x="1645" y="2076"/>
                  </a:cubicBezTo>
                  <a:lnTo>
                    <a:pt x="1669" y="2076"/>
                  </a:lnTo>
                  <a:cubicBezTo>
                    <a:pt x="1668" y="2093"/>
                    <a:pt x="1671" y="2112"/>
                    <a:pt x="1672" y="2129"/>
                  </a:cubicBezTo>
                  <a:cubicBezTo>
                    <a:pt x="1672" y="2153"/>
                    <a:pt x="1675" y="2175"/>
                    <a:pt x="1674" y="2199"/>
                  </a:cubicBezTo>
                  <a:cubicBezTo>
                    <a:pt x="1674" y="2200"/>
                    <a:pt x="1673" y="2201"/>
                    <a:pt x="1674" y="2202"/>
                  </a:cubicBezTo>
                  <a:cubicBezTo>
                    <a:pt x="1675" y="2203"/>
                    <a:pt x="1675" y="2203"/>
                    <a:pt x="1676" y="2204"/>
                  </a:cubicBezTo>
                  <a:cubicBezTo>
                    <a:pt x="1677" y="2205"/>
                    <a:pt x="1678" y="2204"/>
                    <a:pt x="1679" y="2204"/>
                  </a:cubicBezTo>
                  <a:cubicBezTo>
                    <a:pt x="1680" y="2204"/>
                    <a:pt x="1681" y="2204"/>
                    <a:pt x="1682" y="2204"/>
                  </a:cubicBezTo>
                  <a:cubicBezTo>
                    <a:pt x="1683" y="2203"/>
                    <a:pt x="1683" y="2203"/>
                    <a:pt x="1684" y="2202"/>
                  </a:cubicBezTo>
                  <a:cubicBezTo>
                    <a:pt x="1685" y="2201"/>
                    <a:pt x="1684" y="2201"/>
                    <a:pt x="1684" y="2200"/>
                  </a:cubicBezTo>
                  <a:cubicBezTo>
                    <a:pt x="1696" y="2159"/>
                    <a:pt x="1690" y="2117"/>
                    <a:pt x="1693" y="2075"/>
                  </a:cubicBezTo>
                  <a:lnTo>
                    <a:pt x="1733" y="2073"/>
                  </a:lnTo>
                  <a:cubicBezTo>
                    <a:pt x="1731" y="2081"/>
                    <a:pt x="1730" y="2089"/>
                    <a:pt x="1730" y="2097"/>
                  </a:cubicBezTo>
                  <a:cubicBezTo>
                    <a:pt x="1730" y="2097"/>
                    <a:pt x="1730" y="2098"/>
                    <a:pt x="1730" y="2099"/>
                  </a:cubicBezTo>
                  <a:cubicBezTo>
                    <a:pt x="1730" y="2101"/>
                    <a:pt x="1730" y="2102"/>
                    <a:pt x="1731" y="2103"/>
                  </a:cubicBezTo>
                  <a:cubicBezTo>
                    <a:pt x="1732" y="2104"/>
                    <a:pt x="1733" y="2105"/>
                    <a:pt x="1734" y="2106"/>
                  </a:cubicBezTo>
                  <a:cubicBezTo>
                    <a:pt x="1735" y="2106"/>
                    <a:pt x="1735" y="2107"/>
                    <a:pt x="1737" y="2107"/>
                  </a:cubicBezTo>
                  <a:cubicBezTo>
                    <a:pt x="1738" y="2107"/>
                    <a:pt x="1740" y="2106"/>
                    <a:pt x="1741" y="2106"/>
                  </a:cubicBezTo>
                  <a:cubicBezTo>
                    <a:pt x="1742" y="2105"/>
                    <a:pt x="1743" y="2104"/>
                    <a:pt x="1744" y="2103"/>
                  </a:cubicBezTo>
                  <a:cubicBezTo>
                    <a:pt x="1744" y="2102"/>
                    <a:pt x="1745" y="2101"/>
                    <a:pt x="1745" y="2099"/>
                  </a:cubicBezTo>
                  <a:cubicBezTo>
                    <a:pt x="1746" y="2090"/>
                    <a:pt x="1749" y="2081"/>
                    <a:pt x="1754" y="2072"/>
                  </a:cubicBezTo>
                  <a:cubicBezTo>
                    <a:pt x="1787" y="2072"/>
                    <a:pt x="1820" y="2072"/>
                    <a:pt x="1852" y="2071"/>
                  </a:cubicBezTo>
                  <a:cubicBezTo>
                    <a:pt x="1835" y="2097"/>
                    <a:pt x="1844" y="2136"/>
                    <a:pt x="1845" y="2166"/>
                  </a:cubicBezTo>
                  <a:cubicBezTo>
                    <a:pt x="1844" y="2174"/>
                    <a:pt x="1844" y="2181"/>
                    <a:pt x="1844" y="2188"/>
                  </a:cubicBezTo>
                  <a:cubicBezTo>
                    <a:pt x="1844" y="2204"/>
                    <a:pt x="1845" y="2219"/>
                    <a:pt x="1847" y="2235"/>
                  </a:cubicBezTo>
                  <a:cubicBezTo>
                    <a:pt x="1853" y="2258"/>
                    <a:pt x="1858" y="2282"/>
                    <a:pt x="1861" y="2306"/>
                  </a:cubicBezTo>
                  <a:cubicBezTo>
                    <a:pt x="1861" y="2307"/>
                    <a:pt x="1861" y="2308"/>
                    <a:pt x="1862" y="2309"/>
                  </a:cubicBezTo>
                  <a:cubicBezTo>
                    <a:pt x="1862" y="2310"/>
                    <a:pt x="1862" y="2311"/>
                    <a:pt x="1864" y="2312"/>
                  </a:cubicBezTo>
                  <a:cubicBezTo>
                    <a:pt x="1866" y="2312"/>
                    <a:pt x="1867" y="2313"/>
                    <a:pt x="1868" y="2313"/>
                  </a:cubicBezTo>
                  <a:cubicBezTo>
                    <a:pt x="1869" y="2313"/>
                    <a:pt x="1871" y="2312"/>
                    <a:pt x="1872" y="2312"/>
                  </a:cubicBezTo>
                  <a:cubicBezTo>
                    <a:pt x="1873" y="2311"/>
                    <a:pt x="1873" y="2310"/>
                    <a:pt x="1874" y="2309"/>
                  </a:cubicBezTo>
                  <a:cubicBezTo>
                    <a:pt x="1874" y="2308"/>
                    <a:pt x="1875" y="2307"/>
                    <a:pt x="1875" y="2306"/>
                  </a:cubicBezTo>
                  <a:cubicBezTo>
                    <a:pt x="1876" y="2298"/>
                    <a:pt x="1877" y="2290"/>
                    <a:pt x="1877" y="2282"/>
                  </a:cubicBezTo>
                  <a:cubicBezTo>
                    <a:pt x="1877" y="2265"/>
                    <a:pt x="1875" y="2248"/>
                    <a:pt x="1870" y="2231"/>
                  </a:cubicBezTo>
                  <a:cubicBezTo>
                    <a:pt x="1869" y="2217"/>
                    <a:pt x="1868" y="2203"/>
                    <a:pt x="1868" y="2189"/>
                  </a:cubicBezTo>
                  <a:cubicBezTo>
                    <a:pt x="1868" y="2175"/>
                    <a:pt x="1869" y="2161"/>
                    <a:pt x="1870" y="2147"/>
                  </a:cubicBezTo>
                  <a:cubicBezTo>
                    <a:pt x="1870" y="2139"/>
                    <a:pt x="1869" y="2131"/>
                    <a:pt x="1869" y="2123"/>
                  </a:cubicBezTo>
                  <a:cubicBezTo>
                    <a:pt x="1869" y="2107"/>
                    <a:pt x="1871" y="2091"/>
                    <a:pt x="1874" y="2075"/>
                  </a:cubicBezTo>
                  <a:cubicBezTo>
                    <a:pt x="1874" y="2074"/>
                    <a:pt x="1875" y="2073"/>
                    <a:pt x="1875" y="2072"/>
                  </a:cubicBezTo>
                  <a:cubicBezTo>
                    <a:pt x="1875" y="2071"/>
                    <a:pt x="1874" y="2070"/>
                    <a:pt x="1874" y="2069"/>
                  </a:cubicBezTo>
                  <a:lnTo>
                    <a:pt x="1887" y="2069"/>
                  </a:lnTo>
                  <a:cubicBezTo>
                    <a:pt x="1887" y="2094"/>
                    <a:pt x="1890" y="2119"/>
                    <a:pt x="1894" y="2144"/>
                  </a:cubicBezTo>
                  <a:cubicBezTo>
                    <a:pt x="1895" y="2145"/>
                    <a:pt x="1895" y="2145"/>
                    <a:pt x="1895" y="2145"/>
                  </a:cubicBezTo>
                  <a:cubicBezTo>
                    <a:pt x="1895" y="2146"/>
                    <a:pt x="1896" y="2147"/>
                    <a:pt x="1896" y="2147"/>
                  </a:cubicBezTo>
                  <a:cubicBezTo>
                    <a:pt x="1897" y="2147"/>
                    <a:pt x="1898" y="2147"/>
                    <a:pt x="1899" y="2147"/>
                  </a:cubicBezTo>
                  <a:cubicBezTo>
                    <a:pt x="1899" y="2147"/>
                    <a:pt x="1900" y="2147"/>
                    <a:pt x="1901" y="2147"/>
                  </a:cubicBezTo>
                  <a:cubicBezTo>
                    <a:pt x="1901" y="2147"/>
                    <a:pt x="1901" y="2146"/>
                    <a:pt x="1902" y="2145"/>
                  </a:cubicBezTo>
                  <a:cubicBezTo>
                    <a:pt x="1903" y="2144"/>
                    <a:pt x="1903" y="2145"/>
                    <a:pt x="1903" y="2144"/>
                  </a:cubicBezTo>
                  <a:cubicBezTo>
                    <a:pt x="1908" y="2119"/>
                    <a:pt x="1910" y="2094"/>
                    <a:pt x="1911" y="2068"/>
                  </a:cubicBezTo>
                  <a:lnTo>
                    <a:pt x="1928" y="2068"/>
                  </a:lnTo>
                  <a:cubicBezTo>
                    <a:pt x="1928" y="2071"/>
                    <a:pt x="1928" y="2073"/>
                    <a:pt x="1928" y="2076"/>
                  </a:cubicBezTo>
                  <a:cubicBezTo>
                    <a:pt x="1928" y="2153"/>
                    <a:pt x="1934" y="2231"/>
                    <a:pt x="1945" y="2307"/>
                  </a:cubicBezTo>
                  <a:cubicBezTo>
                    <a:pt x="1946" y="2314"/>
                    <a:pt x="1957" y="2313"/>
                    <a:pt x="1957" y="2307"/>
                  </a:cubicBezTo>
                  <a:cubicBezTo>
                    <a:pt x="1954" y="2227"/>
                    <a:pt x="1950" y="2149"/>
                    <a:pt x="1952" y="2069"/>
                  </a:cubicBezTo>
                  <a:lnTo>
                    <a:pt x="1986" y="2069"/>
                  </a:lnTo>
                  <a:lnTo>
                    <a:pt x="1995" y="2069"/>
                  </a:lnTo>
                  <a:cubicBezTo>
                    <a:pt x="1997" y="2111"/>
                    <a:pt x="2001" y="2154"/>
                    <a:pt x="2002" y="2197"/>
                  </a:cubicBezTo>
                  <a:cubicBezTo>
                    <a:pt x="2002" y="2259"/>
                    <a:pt x="2016" y="2322"/>
                    <a:pt x="2019" y="2385"/>
                  </a:cubicBezTo>
                  <a:cubicBezTo>
                    <a:pt x="2019" y="2389"/>
                    <a:pt x="2027" y="2389"/>
                    <a:pt x="2027" y="2385"/>
                  </a:cubicBezTo>
                  <a:cubicBezTo>
                    <a:pt x="2035" y="2279"/>
                    <a:pt x="2022" y="2174"/>
                    <a:pt x="2019" y="2068"/>
                  </a:cubicBezTo>
                  <a:lnTo>
                    <a:pt x="2067" y="2066"/>
                  </a:lnTo>
                  <a:cubicBezTo>
                    <a:pt x="2065" y="2081"/>
                    <a:pt x="2064" y="2096"/>
                    <a:pt x="2064" y="2111"/>
                  </a:cubicBezTo>
                  <a:cubicBezTo>
                    <a:pt x="2064" y="2112"/>
                    <a:pt x="2064" y="2114"/>
                    <a:pt x="2064" y="2115"/>
                  </a:cubicBezTo>
                  <a:cubicBezTo>
                    <a:pt x="2064" y="2131"/>
                    <a:pt x="2067" y="2148"/>
                    <a:pt x="2068" y="2164"/>
                  </a:cubicBezTo>
                  <a:cubicBezTo>
                    <a:pt x="2068" y="2172"/>
                    <a:pt x="2081" y="2172"/>
                    <a:pt x="2082" y="2164"/>
                  </a:cubicBezTo>
                  <a:cubicBezTo>
                    <a:pt x="2083" y="2145"/>
                    <a:pt x="2085" y="2125"/>
                    <a:pt x="2086" y="2105"/>
                  </a:cubicBezTo>
                  <a:cubicBezTo>
                    <a:pt x="2087" y="2092"/>
                    <a:pt x="2089" y="2079"/>
                    <a:pt x="2091" y="2066"/>
                  </a:cubicBezTo>
                  <a:lnTo>
                    <a:pt x="2117" y="2065"/>
                  </a:lnTo>
                  <a:cubicBezTo>
                    <a:pt x="2117" y="2171"/>
                    <a:pt x="2124" y="2275"/>
                    <a:pt x="2131" y="2381"/>
                  </a:cubicBezTo>
                  <a:cubicBezTo>
                    <a:pt x="2131" y="2382"/>
                    <a:pt x="2131" y="2383"/>
                    <a:pt x="2132" y="2384"/>
                  </a:cubicBezTo>
                  <a:cubicBezTo>
                    <a:pt x="2132" y="2385"/>
                    <a:pt x="2133" y="2385"/>
                    <a:pt x="2134" y="2386"/>
                  </a:cubicBezTo>
                  <a:cubicBezTo>
                    <a:pt x="2135" y="2386"/>
                    <a:pt x="2136" y="2387"/>
                    <a:pt x="2137" y="2387"/>
                  </a:cubicBezTo>
                  <a:cubicBezTo>
                    <a:pt x="2138" y="2387"/>
                    <a:pt x="2139" y="2386"/>
                    <a:pt x="2140" y="2386"/>
                  </a:cubicBezTo>
                  <a:cubicBezTo>
                    <a:pt x="2141" y="2385"/>
                    <a:pt x="2141" y="2385"/>
                    <a:pt x="2142" y="2384"/>
                  </a:cubicBezTo>
                  <a:cubicBezTo>
                    <a:pt x="2142" y="2383"/>
                    <a:pt x="2143" y="2382"/>
                    <a:pt x="2143" y="2381"/>
                  </a:cubicBezTo>
                  <a:cubicBezTo>
                    <a:pt x="2150" y="2275"/>
                    <a:pt x="2144" y="2169"/>
                    <a:pt x="2143" y="2063"/>
                  </a:cubicBezTo>
                  <a:lnTo>
                    <a:pt x="2177" y="2060"/>
                  </a:lnTo>
                  <a:cubicBezTo>
                    <a:pt x="2176" y="2070"/>
                    <a:pt x="2176" y="2080"/>
                    <a:pt x="2176" y="2090"/>
                  </a:cubicBezTo>
                  <a:cubicBezTo>
                    <a:pt x="2176" y="2099"/>
                    <a:pt x="2176" y="2109"/>
                    <a:pt x="2177" y="2119"/>
                  </a:cubicBezTo>
                  <a:cubicBezTo>
                    <a:pt x="2177" y="2155"/>
                    <a:pt x="2179" y="2191"/>
                    <a:pt x="2181" y="2227"/>
                  </a:cubicBezTo>
                  <a:cubicBezTo>
                    <a:pt x="2181" y="2235"/>
                    <a:pt x="2195" y="2235"/>
                    <a:pt x="2195" y="2227"/>
                  </a:cubicBezTo>
                  <a:cubicBezTo>
                    <a:pt x="2197" y="2200"/>
                    <a:pt x="2199" y="2173"/>
                    <a:pt x="2200" y="2145"/>
                  </a:cubicBezTo>
                  <a:cubicBezTo>
                    <a:pt x="2200" y="2121"/>
                    <a:pt x="2194" y="2085"/>
                    <a:pt x="2202" y="2059"/>
                  </a:cubicBezTo>
                  <a:lnTo>
                    <a:pt x="2242" y="2055"/>
                  </a:lnTo>
                  <a:cubicBezTo>
                    <a:pt x="2244" y="2152"/>
                    <a:pt x="2248" y="2248"/>
                    <a:pt x="2254" y="2345"/>
                  </a:cubicBezTo>
                  <a:cubicBezTo>
                    <a:pt x="2254" y="2346"/>
                    <a:pt x="2254" y="2347"/>
                    <a:pt x="2255" y="2348"/>
                  </a:cubicBezTo>
                  <a:cubicBezTo>
                    <a:pt x="2255" y="2349"/>
                    <a:pt x="2256" y="2350"/>
                    <a:pt x="2257" y="2351"/>
                  </a:cubicBezTo>
                  <a:cubicBezTo>
                    <a:pt x="2258" y="2351"/>
                    <a:pt x="2260" y="2352"/>
                    <a:pt x="2261" y="2352"/>
                  </a:cubicBezTo>
                  <a:cubicBezTo>
                    <a:pt x="2262" y="2352"/>
                    <a:pt x="2263" y="2351"/>
                    <a:pt x="2264" y="2351"/>
                  </a:cubicBezTo>
                  <a:cubicBezTo>
                    <a:pt x="2265" y="2350"/>
                    <a:pt x="2266" y="2349"/>
                    <a:pt x="2267" y="2348"/>
                  </a:cubicBezTo>
                  <a:cubicBezTo>
                    <a:pt x="2267" y="2347"/>
                    <a:pt x="2268" y="2346"/>
                    <a:pt x="2268" y="2345"/>
                  </a:cubicBezTo>
                  <a:cubicBezTo>
                    <a:pt x="2273" y="2247"/>
                    <a:pt x="2272" y="2150"/>
                    <a:pt x="2273" y="2052"/>
                  </a:cubicBezTo>
                  <a:lnTo>
                    <a:pt x="2295" y="2049"/>
                  </a:lnTo>
                  <a:cubicBezTo>
                    <a:pt x="2293" y="2061"/>
                    <a:pt x="2292" y="2074"/>
                    <a:pt x="2292" y="2086"/>
                  </a:cubicBezTo>
                  <a:cubicBezTo>
                    <a:pt x="2292" y="2101"/>
                    <a:pt x="2294" y="2116"/>
                    <a:pt x="2297" y="2131"/>
                  </a:cubicBezTo>
                  <a:cubicBezTo>
                    <a:pt x="2302" y="2166"/>
                    <a:pt x="2304" y="2203"/>
                    <a:pt x="2308" y="2239"/>
                  </a:cubicBezTo>
                  <a:cubicBezTo>
                    <a:pt x="2319" y="2336"/>
                    <a:pt x="2323" y="2433"/>
                    <a:pt x="2330" y="2530"/>
                  </a:cubicBezTo>
                  <a:cubicBezTo>
                    <a:pt x="2330" y="2531"/>
                    <a:pt x="2330" y="2531"/>
                    <a:pt x="2331" y="2532"/>
                  </a:cubicBezTo>
                  <a:cubicBezTo>
                    <a:pt x="2331" y="2532"/>
                    <a:pt x="2331" y="2531"/>
                    <a:pt x="2332" y="2532"/>
                  </a:cubicBezTo>
                  <a:cubicBezTo>
                    <a:pt x="2333" y="2533"/>
                    <a:pt x="2332" y="2533"/>
                    <a:pt x="2333" y="2533"/>
                  </a:cubicBezTo>
                  <a:lnTo>
                    <a:pt x="2334" y="2532"/>
                  </a:lnTo>
                  <a:cubicBezTo>
                    <a:pt x="2335" y="2531"/>
                    <a:pt x="2335" y="2532"/>
                    <a:pt x="2335" y="2532"/>
                  </a:cubicBezTo>
                  <a:cubicBezTo>
                    <a:pt x="2335" y="2531"/>
                    <a:pt x="2335" y="2531"/>
                    <a:pt x="2335" y="2530"/>
                  </a:cubicBezTo>
                  <a:cubicBezTo>
                    <a:pt x="2340" y="2476"/>
                    <a:pt x="2342" y="2421"/>
                    <a:pt x="2342" y="2366"/>
                  </a:cubicBezTo>
                  <a:cubicBezTo>
                    <a:pt x="2342" y="2327"/>
                    <a:pt x="2341" y="2289"/>
                    <a:pt x="2339" y="2250"/>
                  </a:cubicBezTo>
                  <a:cubicBezTo>
                    <a:pt x="2338" y="2217"/>
                    <a:pt x="2334" y="2183"/>
                    <a:pt x="2329" y="2151"/>
                  </a:cubicBezTo>
                  <a:cubicBezTo>
                    <a:pt x="2321" y="2116"/>
                    <a:pt x="2331" y="2079"/>
                    <a:pt x="2321" y="2045"/>
                  </a:cubicBezTo>
                  <a:cubicBezTo>
                    <a:pt x="2335" y="2043"/>
                    <a:pt x="2349" y="2041"/>
                    <a:pt x="2363" y="2039"/>
                  </a:cubicBezTo>
                  <a:cubicBezTo>
                    <a:pt x="2366" y="2072"/>
                    <a:pt x="2369" y="2106"/>
                    <a:pt x="2375" y="2139"/>
                  </a:cubicBezTo>
                  <a:cubicBezTo>
                    <a:pt x="2380" y="2172"/>
                    <a:pt x="2378" y="2207"/>
                    <a:pt x="2385" y="2241"/>
                  </a:cubicBezTo>
                  <a:cubicBezTo>
                    <a:pt x="2385" y="2242"/>
                    <a:pt x="2386" y="2242"/>
                    <a:pt x="2386" y="2242"/>
                  </a:cubicBezTo>
                  <a:cubicBezTo>
                    <a:pt x="2386" y="2243"/>
                    <a:pt x="2386" y="2243"/>
                    <a:pt x="2387" y="2244"/>
                  </a:cubicBezTo>
                  <a:cubicBezTo>
                    <a:pt x="2388" y="2245"/>
                    <a:pt x="2388" y="2244"/>
                    <a:pt x="2389" y="2244"/>
                  </a:cubicBezTo>
                  <a:cubicBezTo>
                    <a:pt x="2389" y="2244"/>
                    <a:pt x="2390" y="2245"/>
                    <a:pt x="2391" y="2244"/>
                  </a:cubicBezTo>
                  <a:cubicBezTo>
                    <a:pt x="2392" y="2243"/>
                    <a:pt x="2392" y="2243"/>
                    <a:pt x="2392" y="2242"/>
                  </a:cubicBezTo>
                  <a:lnTo>
                    <a:pt x="2392" y="2241"/>
                  </a:lnTo>
                  <a:cubicBezTo>
                    <a:pt x="2394" y="2173"/>
                    <a:pt x="2389" y="2104"/>
                    <a:pt x="2388" y="2035"/>
                  </a:cubicBezTo>
                  <a:lnTo>
                    <a:pt x="2402" y="2032"/>
                  </a:lnTo>
                  <a:lnTo>
                    <a:pt x="2414" y="2030"/>
                  </a:lnTo>
                  <a:cubicBezTo>
                    <a:pt x="2414" y="2034"/>
                    <a:pt x="2414" y="2038"/>
                    <a:pt x="2414" y="2041"/>
                  </a:cubicBezTo>
                  <a:cubicBezTo>
                    <a:pt x="2414" y="2042"/>
                    <a:pt x="2414" y="2043"/>
                    <a:pt x="2414" y="2045"/>
                  </a:cubicBezTo>
                  <a:cubicBezTo>
                    <a:pt x="2414" y="2062"/>
                    <a:pt x="2416" y="2079"/>
                    <a:pt x="2419" y="2097"/>
                  </a:cubicBezTo>
                  <a:lnTo>
                    <a:pt x="2420" y="2098"/>
                  </a:lnTo>
                  <a:cubicBezTo>
                    <a:pt x="2420" y="2099"/>
                    <a:pt x="2421" y="2099"/>
                    <a:pt x="2422" y="2100"/>
                  </a:cubicBezTo>
                  <a:cubicBezTo>
                    <a:pt x="2422" y="2100"/>
                    <a:pt x="2423" y="2100"/>
                    <a:pt x="2424" y="2100"/>
                  </a:cubicBezTo>
                  <a:cubicBezTo>
                    <a:pt x="2425" y="2100"/>
                    <a:pt x="2426" y="2101"/>
                    <a:pt x="2427" y="2100"/>
                  </a:cubicBezTo>
                  <a:cubicBezTo>
                    <a:pt x="2428" y="2099"/>
                    <a:pt x="2427" y="2099"/>
                    <a:pt x="2428" y="2098"/>
                  </a:cubicBezTo>
                  <a:cubicBezTo>
                    <a:pt x="2429" y="2097"/>
                    <a:pt x="2429" y="2097"/>
                    <a:pt x="2429" y="2097"/>
                  </a:cubicBezTo>
                  <a:cubicBezTo>
                    <a:pt x="2431" y="2082"/>
                    <a:pt x="2433" y="2068"/>
                    <a:pt x="2434" y="2053"/>
                  </a:cubicBezTo>
                  <a:cubicBezTo>
                    <a:pt x="2434" y="2044"/>
                    <a:pt x="2435" y="2035"/>
                    <a:pt x="2436" y="2026"/>
                  </a:cubicBezTo>
                  <a:lnTo>
                    <a:pt x="2465" y="2022"/>
                  </a:lnTo>
                  <a:cubicBezTo>
                    <a:pt x="2465" y="2050"/>
                    <a:pt x="2465" y="2077"/>
                    <a:pt x="2465" y="2105"/>
                  </a:cubicBezTo>
                  <a:cubicBezTo>
                    <a:pt x="2465" y="2133"/>
                    <a:pt x="2471" y="2164"/>
                    <a:pt x="2472" y="2194"/>
                  </a:cubicBezTo>
                  <a:cubicBezTo>
                    <a:pt x="2472" y="2201"/>
                    <a:pt x="2485" y="2202"/>
                    <a:pt x="2485" y="2194"/>
                  </a:cubicBezTo>
                  <a:cubicBezTo>
                    <a:pt x="2487" y="2160"/>
                    <a:pt x="2489" y="2127"/>
                    <a:pt x="2489" y="2093"/>
                  </a:cubicBezTo>
                  <a:cubicBezTo>
                    <a:pt x="2489" y="2068"/>
                    <a:pt x="2488" y="2043"/>
                    <a:pt x="2487" y="2018"/>
                  </a:cubicBezTo>
                  <a:lnTo>
                    <a:pt x="2505" y="2016"/>
                  </a:lnTo>
                  <a:cubicBezTo>
                    <a:pt x="2505" y="2019"/>
                    <a:pt x="2505" y="2023"/>
                    <a:pt x="2505" y="2026"/>
                  </a:cubicBezTo>
                  <a:cubicBezTo>
                    <a:pt x="2505" y="2044"/>
                    <a:pt x="2513" y="2061"/>
                    <a:pt x="2515" y="2080"/>
                  </a:cubicBezTo>
                  <a:cubicBezTo>
                    <a:pt x="2515" y="2085"/>
                    <a:pt x="2525" y="2086"/>
                    <a:pt x="2525" y="2080"/>
                  </a:cubicBezTo>
                  <a:cubicBezTo>
                    <a:pt x="2526" y="2072"/>
                    <a:pt x="2526" y="2064"/>
                    <a:pt x="2526" y="2056"/>
                  </a:cubicBezTo>
                  <a:cubicBezTo>
                    <a:pt x="2526" y="2047"/>
                    <a:pt x="2526" y="2039"/>
                    <a:pt x="2525" y="2031"/>
                  </a:cubicBezTo>
                  <a:cubicBezTo>
                    <a:pt x="2525" y="2028"/>
                    <a:pt x="2525" y="2025"/>
                    <a:pt x="2525" y="2022"/>
                  </a:cubicBezTo>
                  <a:cubicBezTo>
                    <a:pt x="2525" y="2019"/>
                    <a:pt x="2525" y="2016"/>
                    <a:pt x="2525" y="2013"/>
                  </a:cubicBezTo>
                  <a:lnTo>
                    <a:pt x="2554" y="2009"/>
                  </a:lnTo>
                  <a:cubicBezTo>
                    <a:pt x="2555" y="2029"/>
                    <a:pt x="2556" y="2048"/>
                    <a:pt x="2558" y="2068"/>
                  </a:cubicBezTo>
                  <a:cubicBezTo>
                    <a:pt x="2558" y="2069"/>
                    <a:pt x="2557" y="2069"/>
                    <a:pt x="2558" y="2070"/>
                  </a:cubicBezTo>
                  <a:cubicBezTo>
                    <a:pt x="2558" y="2071"/>
                    <a:pt x="2560" y="2071"/>
                    <a:pt x="2561" y="2072"/>
                  </a:cubicBezTo>
                  <a:cubicBezTo>
                    <a:pt x="2562" y="2072"/>
                    <a:pt x="2563" y="2073"/>
                    <a:pt x="2564" y="2073"/>
                  </a:cubicBezTo>
                  <a:cubicBezTo>
                    <a:pt x="2565" y="2073"/>
                    <a:pt x="2566" y="2072"/>
                    <a:pt x="2567" y="2072"/>
                  </a:cubicBezTo>
                  <a:cubicBezTo>
                    <a:pt x="2568" y="2071"/>
                    <a:pt x="2569" y="2071"/>
                    <a:pt x="2570" y="2070"/>
                  </a:cubicBezTo>
                  <a:cubicBezTo>
                    <a:pt x="2570" y="2069"/>
                    <a:pt x="2570" y="2069"/>
                    <a:pt x="2570" y="2068"/>
                  </a:cubicBezTo>
                  <a:cubicBezTo>
                    <a:pt x="2572" y="2047"/>
                    <a:pt x="2573" y="2026"/>
                    <a:pt x="2574" y="2005"/>
                  </a:cubicBezTo>
                  <a:cubicBezTo>
                    <a:pt x="2581" y="2004"/>
                    <a:pt x="2589" y="2003"/>
                    <a:pt x="2596" y="2002"/>
                  </a:cubicBezTo>
                  <a:lnTo>
                    <a:pt x="2601" y="2001"/>
                  </a:lnTo>
                  <a:cubicBezTo>
                    <a:pt x="2601" y="2033"/>
                    <a:pt x="2607" y="2066"/>
                    <a:pt x="2609" y="2099"/>
                  </a:cubicBezTo>
                  <a:cubicBezTo>
                    <a:pt x="2610" y="2119"/>
                    <a:pt x="2613" y="2155"/>
                    <a:pt x="2625" y="2171"/>
                  </a:cubicBezTo>
                  <a:cubicBezTo>
                    <a:pt x="2626" y="2171"/>
                    <a:pt x="2626" y="2171"/>
                    <a:pt x="2627" y="2172"/>
                  </a:cubicBezTo>
                  <a:cubicBezTo>
                    <a:pt x="2628" y="2172"/>
                    <a:pt x="2629" y="2173"/>
                    <a:pt x="2629" y="2173"/>
                  </a:cubicBezTo>
                  <a:cubicBezTo>
                    <a:pt x="2630" y="2173"/>
                    <a:pt x="2631" y="2172"/>
                    <a:pt x="2632" y="2172"/>
                  </a:cubicBezTo>
                  <a:cubicBezTo>
                    <a:pt x="2633" y="2171"/>
                    <a:pt x="2633" y="2172"/>
                    <a:pt x="2634" y="2171"/>
                  </a:cubicBezTo>
                  <a:cubicBezTo>
                    <a:pt x="2635" y="2170"/>
                    <a:pt x="2634" y="2169"/>
                    <a:pt x="2634" y="2168"/>
                  </a:cubicBezTo>
                  <a:cubicBezTo>
                    <a:pt x="2634" y="2167"/>
                    <a:pt x="2634" y="2166"/>
                    <a:pt x="2634" y="2166"/>
                  </a:cubicBezTo>
                  <a:cubicBezTo>
                    <a:pt x="2626" y="2152"/>
                    <a:pt x="2628" y="2114"/>
                    <a:pt x="2628" y="2098"/>
                  </a:cubicBezTo>
                  <a:cubicBezTo>
                    <a:pt x="2628" y="2064"/>
                    <a:pt x="2624" y="2030"/>
                    <a:pt x="2624" y="1996"/>
                  </a:cubicBezTo>
                  <a:lnTo>
                    <a:pt x="2645" y="1990"/>
                  </a:lnTo>
                  <a:cubicBezTo>
                    <a:pt x="2646" y="2015"/>
                    <a:pt x="2649" y="2040"/>
                    <a:pt x="2651" y="2064"/>
                  </a:cubicBezTo>
                  <a:cubicBezTo>
                    <a:pt x="2651" y="2066"/>
                    <a:pt x="2651" y="2067"/>
                    <a:pt x="2652" y="2068"/>
                  </a:cubicBezTo>
                  <a:cubicBezTo>
                    <a:pt x="2652" y="2068"/>
                    <a:pt x="2653" y="2069"/>
                    <a:pt x="2654" y="2070"/>
                  </a:cubicBezTo>
                  <a:cubicBezTo>
                    <a:pt x="2655" y="2070"/>
                    <a:pt x="2656" y="2071"/>
                    <a:pt x="2657" y="2071"/>
                  </a:cubicBezTo>
                  <a:cubicBezTo>
                    <a:pt x="2658" y="2071"/>
                    <a:pt x="2659" y="2070"/>
                    <a:pt x="2660" y="2070"/>
                  </a:cubicBezTo>
                  <a:cubicBezTo>
                    <a:pt x="2661" y="2069"/>
                    <a:pt x="2662" y="2068"/>
                    <a:pt x="2662" y="2068"/>
                  </a:cubicBezTo>
                  <a:cubicBezTo>
                    <a:pt x="2663" y="2067"/>
                    <a:pt x="2663" y="2066"/>
                    <a:pt x="2663" y="2064"/>
                  </a:cubicBezTo>
                  <a:cubicBezTo>
                    <a:pt x="2665" y="2038"/>
                    <a:pt x="2668" y="2011"/>
                    <a:pt x="2668" y="1984"/>
                  </a:cubicBezTo>
                  <a:lnTo>
                    <a:pt x="2690" y="1977"/>
                  </a:lnTo>
                  <a:cubicBezTo>
                    <a:pt x="2690" y="2013"/>
                    <a:pt x="2693" y="2049"/>
                    <a:pt x="2695" y="2085"/>
                  </a:cubicBezTo>
                  <a:cubicBezTo>
                    <a:pt x="2695" y="2086"/>
                    <a:pt x="2695" y="2087"/>
                    <a:pt x="2696" y="2088"/>
                  </a:cubicBezTo>
                  <a:cubicBezTo>
                    <a:pt x="2696" y="2089"/>
                    <a:pt x="2698" y="2089"/>
                    <a:pt x="2699" y="2090"/>
                  </a:cubicBezTo>
                  <a:cubicBezTo>
                    <a:pt x="2700" y="2091"/>
                    <a:pt x="2701" y="2091"/>
                    <a:pt x="2702" y="2091"/>
                  </a:cubicBezTo>
                  <a:cubicBezTo>
                    <a:pt x="2703" y="2091"/>
                    <a:pt x="2704" y="2090"/>
                    <a:pt x="2705" y="2090"/>
                  </a:cubicBezTo>
                  <a:cubicBezTo>
                    <a:pt x="2706" y="2089"/>
                    <a:pt x="2706" y="2089"/>
                    <a:pt x="2707" y="2088"/>
                  </a:cubicBezTo>
                  <a:cubicBezTo>
                    <a:pt x="2708" y="2087"/>
                    <a:pt x="2708" y="2086"/>
                    <a:pt x="2708" y="2085"/>
                  </a:cubicBezTo>
                  <a:cubicBezTo>
                    <a:pt x="2711" y="2047"/>
                    <a:pt x="2714" y="2008"/>
                    <a:pt x="2714" y="1969"/>
                  </a:cubicBezTo>
                  <a:lnTo>
                    <a:pt x="2735" y="1963"/>
                  </a:lnTo>
                  <a:lnTo>
                    <a:pt x="2741" y="1961"/>
                  </a:lnTo>
                  <a:cubicBezTo>
                    <a:pt x="2741" y="1963"/>
                    <a:pt x="2741" y="1965"/>
                    <a:pt x="2741" y="1968"/>
                  </a:cubicBezTo>
                  <a:cubicBezTo>
                    <a:pt x="2741" y="1987"/>
                    <a:pt x="2742" y="2007"/>
                    <a:pt x="2743" y="2026"/>
                  </a:cubicBezTo>
                  <a:cubicBezTo>
                    <a:pt x="2743" y="2038"/>
                    <a:pt x="2763" y="2040"/>
                    <a:pt x="2763" y="2027"/>
                  </a:cubicBezTo>
                  <a:cubicBezTo>
                    <a:pt x="2763" y="2009"/>
                    <a:pt x="2765" y="1990"/>
                    <a:pt x="2765" y="1972"/>
                  </a:cubicBezTo>
                  <a:cubicBezTo>
                    <a:pt x="2765" y="1966"/>
                    <a:pt x="2765" y="1960"/>
                    <a:pt x="2765" y="1955"/>
                  </a:cubicBezTo>
                  <a:lnTo>
                    <a:pt x="2783" y="1951"/>
                  </a:lnTo>
                  <a:cubicBezTo>
                    <a:pt x="2783" y="1956"/>
                    <a:pt x="2783" y="1962"/>
                    <a:pt x="2784" y="1967"/>
                  </a:cubicBezTo>
                  <a:cubicBezTo>
                    <a:pt x="2786" y="1979"/>
                    <a:pt x="2791" y="1990"/>
                    <a:pt x="2792" y="2002"/>
                  </a:cubicBezTo>
                  <a:cubicBezTo>
                    <a:pt x="2792" y="2005"/>
                    <a:pt x="2797" y="2006"/>
                    <a:pt x="2797" y="2002"/>
                  </a:cubicBezTo>
                  <a:cubicBezTo>
                    <a:pt x="2797" y="1992"/>
                    <a:pt x="2803" y="1983"/>
                    <a:pt x="2804" y="1973"/>
                  </a:cubicBezTo>
                  <a:cubicBezTo>
                    <a:pt x="2805" y="1963"/>
                    <a:pt x="2806" y="1955"/>
                    <a:pt x="2806" y="1945"/>
                  </a:cubicBezTo>
                  <a:lnTo>
                    <a:pt x="2815" y="1943"/>
                  </a:lnTo>
                  <a:cubicBezTo>
                    <a:pt x="2815" y="1944"/>
                    <a:pt x="2815" y="1946"/>
                    <a:pt x="2815" y="1947"/>
                  </a:cubicBezTo>
                  <a:cubicBezTo>
                    <a:pt x="2815" y="1948"/>
                    <a:pt x="2815" y="1950"/>
                    <a:pt x="2815" y="1951"/>
                  </a:cubicBezTo>
                  <a:cubicBezTo>
                    <a:pt x="2815" y="1953"/>
                    <a:pt x="2815" y="1954"/>
                    <a:pt x="2815" y="1956"/>
                  </a:cubicBezTo>
                  <a:cubicBezTo>
                    <a:pt x="2815" y="1963"/>
                    <a:pt x="2816" y="1970"/>
                    <a:pt x="2819" y="1976"/>
                  </a:cubicBezTo>
                  <a:lnTo>
                    <a:pt x="2819" y="1977"/>
                  </a:lnTo>
                  <a:cubicBezTo>
                    <a:pt x="2819" y="1977"/>
                    <a:pt x="2820" y="1977"/>
                    <a:pt x="2821" y="1978"/>
                  </a:cubicBezTo>
                  <a:cubicBezTo>
                    <a:pt x="2822" y="1979"/>
                    <a:pt x="2822" y="1979"/>
                    <a:pt x="2823" y="1979"/>
                  </a:cubicBezTo>
                  <a:cubicBezTo>
                    <a:pt x="2824" y="1979"/>
                    <a:pt x="2824" y="1978"/>
                    <a:pt x="2825" y="1978"/>
                  </a:cubicBezTo>
                  <a:cubicBezTo>
                    <a:pt x="2826" y="1977"/>
                    <a:pt x="2826" y="1977"/>
                    <a:pt x="2826" y="1977"/>
                  </a:cubicBezTo>
                  <a:cubicBezTo>
                    <a:pt x="2827" y="1976"/>
                    <a:pt x="2827" y="1976"/>
                    <a:pt x="2827" y="1976"/>
                  </a:cubicBezTo>
                  <a:cubicBezTo>
                    <a:pt x="2829" y="1968"/>
                    <a:pt x="2832" y="1960"/>
                    <a:pt x="2835" y="1952"/>
                  </a:cubicBezTo>
                  <a:cubicBezTo>
                    <a:pt x="2837" y="1948"/>
                    <a:pt x="2838" y="1944"/>
                    <a:pt x="2838" y="1941"/>
                  </a:cubicBezTo>
                  <a:cubicBezTo>
                    <a:pt x="2838" y="1940"/>
                    <a:pt x="2838" y="1939"/>
                    <a:pt x="2838" y="1939"/>
                  </a:cubicBezTo>
                  <a:cubicBezTo>
                    <a:pt x="2838" y="1938"/>
                    <a:pt x="2838" y="1938"/>
                    <a:pt x="2838" y="1937"/>
                  </a:cubicBezTo>
                  <a:lnTo>
                    <a:pt x="2853" y="1933"/>
                  </a:lnTo>
                  <a:cubicBezTo>
                    <a:pt x="2854" y="1958"/>
                    <a:pt x="2858" y="1984"/>
                    <a:pt x="2859" y="2009"/>
                  </a:cubicBezTo>
                  <a:cubicBezTo>
                    <a:pt x="2859" y="2014"/>
                    <a:pt x="2867" y="2014"/>
                    <a:pt x="2867" y="2009"/>
                  </a:cubicBezTo>
                  <a:cubicBezTo>
                    <a:pt x="2869" y="1982"/>
                    <a:pt x="2873" y="1954"/>
                    <a:pt x="2873" y="1927"/>
                  </a:cubicBezTo>
                  <a:lnTo>
                    <a:pt x="2877" y="1926"/>
                  </a:lnTo>
                  <a:lnTo>
                    <a:pt x="2891" y="1920"/>
                  </a:lnTo>
                  <a:cubicBezTo>
                    <a:pt x="2893" y="1934"/>
                    <a:pt x="2896" y="1947"/>
                    <a:pt x="2901" y="1960"/>
                  </a:cubicBezTo>
                  <a:cubicBezTo>
                    <a:pt x="2902" y="1964"/>
                    <a:pt x="2908" y="1962"/>
                    <a:pt x="2909" y="1960"/>
                  </a:cubicBezTo>
                  <a:cubicBezTo>
                    <a:pt x="2915" y="1943"/>
                    <a:pt x="2918" y="1926"/>
                    <a:pt x="2918" y="1909"/>
                  </a:cubicBezTo>
                  <a:lnTo>
                    <a:pt x="2921" y="1907"/>
                  </a:lnTo>
                  <a:cubicBezTo>
                    <a:pt x="2924" y="1936"/>
                    <a:pt x="2936" y="1963"/>
                    <a:pt x="2938" y="1993"/>
                  </a:cubicBezTo>
                  <a:cubicBezTo>
                    <a:pt x="2938" y="1998"/>
                    <a:pt x="2946" y="1998"/>
                    <a:pt x="2947" y="1993"/>
                  </a:cubicBezTo>
                  <a:cubicBezTo>
                    <a:pt x="2949" y="1968"/>
                    <a:pt x="2953" y="1943"/>
                    <a:pt x="2955" y="1918"/>
                  </a:cubicBezTo>
                  <a:cubicBezTo>
                    <a:pt x="2958" y="1925"/>
                    <a:pt x="2961" y="1931"/>
                    <a:pt x="2963" y="1936"/>
                  </a:cubicBezTo>
                  <a:cubicBezTo>
                    <a:pt x="2963" y="1937"/>
                    <a:pt x="2964" y="1937"/>
                    <a:pt x="2965" y="1938"/>
                  </a:cubicBezTo>
                  <a:cubicBezTo>
                    <a:pt x="2966" y="1939"/>
                    <a:pt x="2966" y="1939"/>
                    <a:pt x="2967" y="1939"/>
                  </a:cubicBezTo>
                  <a:cubicBezTo>
                    <a:pt x="2968" y="1939"/>
                    <a:pt x="2968" y="1938"/>
                    <a:pt x="2969" y="1938"/>
                  </a:cubicBezTo>
                  <a:cubicBezTo>
                    <a:pt x="2970" y="1937"/>
                    <a:pt x="2970" y="1937"/>
                    <a:pt x="2971" y="1936"/>
                  </a:cubicBezTo>
                  <a:cubicBezTo>
                    <a:pt x="2973" y="1930"/>
                    <a:pt x="2976" y="1925"/>
                    <a:pt x="2978" y="1919"/>
                  </a:cubicBezTo>
                  <a:cubicBezTo>
                    <a:pt x="2980" y="1973"/>
                    <a:pt x="2988" y="2027"/>
                    <a:pt x="2988" y="2081"/>
                  </a:cubicBezTo>
                  <a:cubicBezTo>
                    <a:pt x="2986" y="2162"/>
                    <a:pt x="3004" y="2245"/>
                    <a:pt x="3004" y="2328"/>
                  </a:cubicBezTo>
                  <a:lnTo>
                    <a:pt x="3004" y="2326"/>
                  </a:lnTo>
                  <a:moveTo>
                    <a:pt x="3002" y="2023"/>
                  </a:moveTo>
                  <a:cubicBezTo>
                    <a:pt x="3002" y="2005"/>
                    <a:pt x="3002" y="1987"/>
                    <a:pt x="3000" y="1970"/>
                  </a:cubicBezTo>
                  <a:cubicBezTo>
                    <a:pt x="2999" y="1949"/>
                    <a:pt x="2998" y="1928"/>
                    <a:pt x="2997" y="1907"/>
                  </a:cubicBezTo>
                  <a:cubicBezTo>
                    <a:pt x="3007" y="1910"/>
                    <a:pt x="3016" y="1914"/>
                    <a:pt x="3025" y="1918"/>
                  </a:cubicBezTo>
                  <a:cubicBezTo>
                    <a:pt x="3025" y="1920"/>
                    <a:pt x="3025" y="1921"/>
                    <a:pt x="3025" y="1923"/>
                  </a:cubicBezTo>
                  <a:cubicBezTo>
                    <a:pt x="3025" y="1946"/>
                    <a:pt x="3028" y="1969"/>
                    <a:pt x="3035" y="1992"/>
                  </a:cubicBezTo>
                  <a:cubicBezTo>
                    <a:pt x="3035" y="1992"/>
                    <a:pt x="3034" y="1992"/>
                    <a:pt x="3033" y="1993"/>
                  </a:cubicBezTo>
                  <a:cubicBezTo>
                    <a:pt x="3029" y="1995"/>
                    <a:pt x="3025" y="1998"/>
                    <a:pt x="3022" y="2002"/>
                  </a:cubicBezTo>
                  <a:cubicBezTo>
                    <a:pt x="3016" y="2011"/>
                    <a:pt x="3007" y="2017"/>
                    <a:pt x="3002" y="2025"/>
                  </a:cubicBezTo>
                  <a:lnTo>
                    <a:pt x="3002" y="20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2"/>
            <p:cNvSpPr/>
            <p:nvPr/>
          </p:nvSpPr>
          <p:spPr>
            <a:xfrm>
              <a:off x="19746675" y="2650320"/>
              <a:ext cx="10440" cy="55080"/>
            </a:xfrm>
            <a:custGeom>
              <a:rect b="b" l="l" r="r" t="t"/>
              <a:pathLst>
                <a:path extrusionOk="0" h="153" w="29">
                  <a:moveTo>
                    <a:pt x="20" y="147"/>
                  </a:moveTo>
                  <a:cubicBezTo>
                    <a:pt x="25" y="125"/>
                    <a:pt x="28" y="102"/>
                    <a:pt x="28" y="79"/>
                  </a:cubicBezTo>
                  <a:cubicBezTo>
                    <a:pt x="28" y="53"/>
                    <a:pt x="24" y="28"/>
                    <a:pt x="18" y="3"/>
                  </a:cubicBezTo>
                  <a:cubicBezTo>
                    <a:pt x="18" y="2"/>
                    <a:pt x="18" y="3"/>
                    <a:pt x="17" y="2"/>
                  </a:cubicBezTo>
                  <a:cubicBezTo>
                    <a:pt x="16" y="2"/>
                    <a:pt x="17" y="1"/>
                    <a:pt x="16" y="0"/>
                  </a:cubicBezTo>
                  <a:cubicBezTo>
                    <a:pt x="15" y="0"/>
                    <a:pt x="14" y="0"/>
                    <a:pt x="14" y="0"/>
                  </a:cubicBezTo>
                  <a:cubicBezTo>
                    <a:pt x="13" y="0"/>
                    <a:pt x="12" y="0"/>
                    <a:pt x="12" y="0"/>
                  </a:cubicBezTo>
                  <a:cubicBezTo>
                    <a:pt x="11" y="1"/>
                    <a:pt x="10" y="1"/>
                    <a:pt x="10" y="2"/>
                  </a:cubicBezTo>
                  <a:lnTo>
                    <a:pt x="10" y="3"/>
                  </a:lnTo>
                  <a:cubicBezTo>
                    <a:pt x="3" y="28"/>
                    <a:pt x="0" y="53"/>
                    <a:pt x="0" y="79"/>
                  </a:cubicBezTo>
                  <a:cubicBezTo>
                    <a:pt x="0" y="102"/>
                    <a:pt x="2" y="125"/>
                    <a:pt x="8" y="147"/>
                  </a:cubicBezTo>
                  <a:cubicBezTo>
                    <a:pt x="8" y="148"/>
                    <a:pt x="8" y="148"/>
                    <a:pt x="8" y="149"/>
                  </a:cubicBezTo>
                  <a:cubicBezTo>
                    <a:pt x="9" y="151"/>
                    <a:pt x="10" y="151"/>
                    <a:pt x="11" y="151"/>
                  </a:cubicBezTo>
                  <a:cubicBezTo>
                    <a:pt x="12" y="152"/>
                    <a:pt x="13" y="152"/>
                    <a:pt x="14" y="152"/>
                  </a:cubicBezTo>
                  <a:cubicBezTo>
                    <a:pt x="15" y="152"/>
                    <a:pt x="16" y="152"/>
                    <a:pt x="17" y="151"/>
                  </a:cubicBezTo>
                  <a:cubicBezTo>
                    <a:pt x="18" y="151"/>
                    <a:pt x="19" y="150"/>
                    <a:pt x="19" y="149"/>
                  </a:cubicBezTo>
                  <a:cubicBezTo>
                    <a:pt x="20" y="148"/>
                    <a:pt x="20" y="148"/>
                    <a:pt x="2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2"/>
            <p:cNvSpPr/>
            <p:nvPr/>
          </p:nvSpPr>
          <p:spPr>
            <a:xfrm>
              <a:off x="19799595" y="2667600"/>
              <a:ext cx="11520" cy="37440"/>
            </a:xfrm>
            <a:custGeom>
              <a:rect b="b" l="l" r="r" t="t"/>
              <a:pathLst>
                <a:path extrusionOk="0" h="104" w="32">
                  <a:moveTo>
                    <a:pt x="19" y="93"/>
                  </a:moveTo>
                  <a:cubicBezTo>
                    <a:pt x="22" y="77"/>
                    <a:pt x="22" y="61"/>
                    <a:pt x="24" y="45"/>
                  </a:cubicBezTo>
                  <a:cubicBezTo>
                    <a:pt x="26" y="32"/>
                    <a:pt x="31" y="14"/>
                    <a:pt x="23" y="2"/>
                  </a:cubicBezTo>
                  <a:cubicBezTo>
                    <a:pt x="22" y="2"/>
                    <a:pt x="22" y="1"/>
                    <a:pt x="21" y="1"/>
                  </a:cubicBezTo>
                  <a:cubicBezTo>
                    <a:pt x="20" y="0"/>
                    <a:pt x="19" y="0"/>
                    <a:pt x="18" y="0"/>
                  </a:cubicBezTo>
                  <a:cubicBezTo>
                    <a:pt x="17" y="0"/>
                    <a:pt x="17" y="0"/>
                    <a:pt x="16" y="1"/>
                  </a:cubicBezTo>
                  <a:cubicBezTo>
                    <a:pt x="15" y="2"/>
                    <a:pt x="14" y="2"/>
                    <a:pt x="14" y="3"/>
                  </a:cubicBezTo>
                  <a:lnTo>
                    <a:pt x="13" y="3"/>
                  </a:lnTo>
                  <a:cubicBezTo>
                    <a:pt x="4" y="21"/>
                    <a:pt x="0" y="41"/>
                    <a:pt x="0" y="61"/>
                  </a:cubicBezTo>
                  <a:cubicBezTo>
                    <a:pt x="0" y="72"/>
                    <a:pt x="1" y="82"/>
                    <a:pt x="4" y="93"/>
                  </a:cubicBezTo>
                  <a:cubicBezTo>
                    <a:pt x="5" y="101"/>
                    <a:pt x="18" y="103"/>
                    <a:pt x="19"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2"/>
            <p:cNvSpPr/>
            <p:nvPr/>
          </p:nvSpPr>
          <p:spPr>
            <a:xfrm>
              <a:off x="19951155" y="2702160"/>
              <a:ext cx="13320" cy="32040"/>
            </a:xfrm>
            <a:custGeom>
              <a:rect b="b" l="l" r="r" t="t"/>
              <a:pathLst>
                <a:path extrusionOk="0" h="89" w="37">
                  <a:moveTo>
                    <a:pt x="13" y="3"/>
                  </a:moveTo>
                  <a:cubicBezTo>
                    <a:pt x="0" y="23"/>
                    <a:pt x="7" y="55"/>
                    <a:pt x="10" y="77"/>
                  </a:cubicBezTo>
                  <a:cubicBezTo>
                    <a:pt x="11" y="88"/>
                    <a:pt x="26" y="84"/>
                    <a:pt x="27" y="75"/>
                  </a:cubicBezTo>
                  <a:cubicBezTo>
                    <a:pt x="30" y="54"/>
                    <a:pt x="36" y="22"/>
                    <a:pt x="24" y="3"/>
                  </a:cubicBezTo>
                  <a:cubicBezTo>
                    <a:pt x="23" y="2"/>
                    <a:pt x="22" y="2"/>
                    <a:pt x="21" y="1"/>
                  </a:cubicBezTo>
                  <a:cubicBezTo>
                    <a:pt x="20" y="0"/>
                    <a:pt x="19" y="0"/>
                    <a:pt x="18" y="0"/>
                  </a:cubicBezTo>
                  <a:cubicBezTo>
                    <a:pt x="17" y="0"/>
                    <a:pt x="16" y="0"/>
                    <a:pt x="15" y="1"/>
                  </a:cubicBezTo>
                  <a:cubicBezTo>
                    <a:pt x="14" y="2"/>
                    <a:pt x="13" y="2"/>
                    <a:pt x="1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2"/>
            <p:cNvSpPr/>
            <p:nvPr/>
          </p:nvSpPr>
          <p:spPr>
            <a:xfrm>
              <a:off x="19954755" y="2648520"/>
              <a:ext cx="9360" cy="29520"/>
            </a:xfrm>
            <a:custGeom>
              <a:rect b="b" l="l" r="r" t="t"/>
              <a:pathLst>
                <a:path extrusionOk="0" h="82" w="26">
                  <a:moveTo>
                    <a:pt x="7" y="2"/>
                  </a:moveTo>
                  <a:cubicBezTo>
                    <a:pt x="6" y="3"/>
                    <a:pt x="6" y="4"/>
                    <a:pt x="5" y="6"/>
                  </a:cubicBezTo>
                  <a:cubicBezTo>
                    <a:pt x="3" y="12"/>
                    <a:pt x="0" y="17"/>
                    <a:pt x="0" y="23"/>
                  </a:cubicBezTo>
                  <a:cubicBezTo>
                    <a:pt x="0" y="25"/>
                    <a:pt x="0" y="28"/>
                    <a:pt x="1" y="31"/>
                  </a:cubicBezTo>
                  <a:cubicBezTo>
                    <a:pt x="2" y="45"/>
                    <a:pt x="5" y="59"/>
                    <a:pt x="9" y="72"/>
                  </a:cubicBezTo>
                  <a:cubicBezTo>
                    <a:pt x="10" y="79"/>
                    <a:pt x="21" y="81"/>
                    <a:pt x="22" y="72"/>
                  </a:cubicBezTo>
                  <a:cubicBezTo>
                    <a:pt x="24" y="61"/>
                    <a:pt x="25" y="49"/>
                    <a:pt x="25" y="38"/>
                  </a:cubicBezTo>
                  <a:cubicBezTo>
                    <a:pt x="25" y="36"/>
                    <a:pt x="25" y="34"/>
                    <a:pt x="25" y="33"/>
                  </a:cubicBezTo>
                  <a:cubicBezTo>
                    <a:pt x="25" y="31"/>
                    <a:pt x="25" y="29"/>
                    <a:pt x="25" y="28"/>
                  </a:cubicBezTo>
                  <a:cubicBezTo>
                    <a:pt x="25" y="20"/>
                    <a:pt x="23" y="12"/>
                    <a:pt x="19" y="6"/>
                  </a:cubicBezTo>
                  <a:cubicBezTo>
                    <a:pt x="18" y="4"/>
                    <a:pt x="17" y="2"/>
                    <a:pt x="16" y="1"/>
                  </a:cubicBezTo>
                  <a:lnTo>
                    <a:pt x="15" y="0"/>
                  </a:lnTo>
                  <a:cubicBezTo>
                    <a:pt x="14" y="0"/>
                    <a:pt x="13" y="0"/>
                    <a:pt x="12" y="0"/>
                  </a:cubicBezTo>
                  <a:cubicBezTo>
                    <a:pt x="11" y="0"/>
                    <a:pt x="10" y="0"/>
                    <a:pt x="9" y="0"/>
                  </a:cubicBezTo>
                  <a:cubicBezTo>
                    <a:pt x="8" y="1"/>
                    <a:pt x="8" y="1"/>
                    <a:pt x="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2"/>
            <p:cNvSpPr/>
            <p:nvPr/>
          </p:nvSpPr>
          <p:spPr>
            <a:xfrm>
              <a:off x="19455435" y="2692800"/>
              <a:ext cx="6480" cy="24480"/>
            </a:xfrm>
            <a:custGeom>
              <a:rect b="b" l="l" r="r" t="t"/>
              <a:pathLst>
                <a:path extrusionOk="0" h="68" w="18">
                  <a:moveTo>
                    <a:pt x="3" y="62"/>
                  </a:moveTo>
                  <a:cubicBezTo>
                    <a:pt x="3" y="62"/>
                    <a:pt x="3" y="63"/>
                    <a:pt x="3" y="64"/>
                  </a:cubicBezTo>
                  <a:lnTo>
                    <a:pt x="4" y="65"/>
                  </a:lnTo>
                  <a:cubicBezTo>
                    <a:pt x="4" y="65"/>
                    <a:pt x="4" y="66"/>
                    <a:pt x="5" y="66"/>
                  </a:cubicBezTo>
                  <a:cubicBezTo>
                    <a:pt x="6" y="67"/>
                    <a:pt x="7" y="67"/>
                    <a:pt x="7" y="67"/>
                  </a:cubicBezTo>
                  <a:cubicBezTo>
                    <a:pt x="8" y="67"/>
                    <a:pt x="8" y="67"/>
                    <a:pt x="9" y="67"/>
                  </a:cubicBezTo>
                  <a:cubicBezTo>
                    <a:pt x="10" y="67"/>
                    <a:pt x="11" y="67"/>
                    <a:pt x="12" y="66"/>
                  </a:cubicBezTo>
                  <a:cubicBezTo>
                    <a:pt x="12" y="66"/>
                    <a:pt x="12" y="65"/>
                    <a:pt x="13" y="64"/>
                  </a:cubicBezTo>
                  <a:cubicBezTo>
                    <a:pt x="14" y="64"/>
                    <a:pt x="14" y="64"/>
                    <a:pt x="14" y="63"/>
                  </a:cubicBezTo>
                  <a:cubicBezTo>
                    <a:pt x="16" y="54"/>
                    <a:pt x="17" y="45"/>
                    <a:pt x="17" y="36"/>
                  </a:cubicBezTo>
                  <a:cubicBezTo>
                    <a:pt x="17" y="33"/>
                    <a:pt x="17" y="29"/>
                    <a:pt x="17" y="26"/>
                  </a:cubicBezTo>
                  <a:lnTo>
                    <a:pt x="17" y="25"/>
                  </a:lnTo>
                  <a:cubicBezTo>
                    <a:pt x="17" y="17"/>
                    <a:pt x="15" y="9"/>
                    <a:pt x="12" y="2"/>
                  </a:cubicBezTo>
                  <a:cubicBezTo>
                    <a:pt x="12" y="1"/>
                    <a:pt x="12" y="1"/>
                    <a:pt x="11" y="0"/>
                  </a:cubicBezTo>
                  <a:cubicBezTo>
                    <a:pt x="10" y="0"/>
                    <a:pt x="9" y="0"/>
                    <a:pt x="8" y="0"/>
                  </a:cubicBezTo>
                  <a:cubicBezTo>
                    <a:pt x="8" y="0"/>
                    <a:pt x="7" y="0"/>
                    <a:pt x="6" y="0"/>
                  </a:cubicBezTo>
                  <a:cubicBezTo>
                    <a:pt x="5" y="1"/>
                    <a:pt x="5" y="1"/>
                    <a:pt x="5" y="2"/>
                  </a:cubicBezTo>
                  <a:cubicBezTo>
                    <a:pt x="1" y="11"/>
                    <a:pt x="0" y="20"/>
                    <a:pt x="0" y="29"/>
                  </a:cubicBezTo>
                  <a:cubicBezTo>
                    <a:pt x="0" y="31"/>
                    <a:pt x="0" y="33"/>
                    <a:pt x="0" y="34"/>
                  </a:cubicBezTo>
                  <a:cubicBezTo>
                    <a:pt x="0" y="36"/>
                    <a:pt x="0" y="38"/>
                    <a:pt x="0" y="40"/>
                  </a:cubicBezTo>
                  <a:cubicBezTo>
                    <a:pt x="0" y="47"/>
                    <a:pt x="1" y="54"/>
                    <a:pt x="2" y="62"/>
                  </a:cubicBezTo>
                  <a:lnTo>
                    <a:pt x="3"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2"/>
            <p:cNvSpPr/>
            <p:nvPr/>
          </p:nvSpPr>
          <p:spPr>
            <a:xfrm>
              <a:off x="19598355" y="2757960"/>
              <a:ext cx="8640" cy="37800"/>
            </a:xfrm>
            <a:custGeom>
              <a:rect b="b" l="l" r="r" t="t"/>
              <a:pathLst>
                <a:path extrusionOk="0" h="105" w="24">
                  <a:moveTo>
                    <a:pt x="17" y="101"/>
                  </a:moveTo>
                  <a:cubicBezTo>
                    <a:pt x="21" y="86"/>
                    <a:pt x="23" y="70"/>
                    <a:pt x="23" y="54"/>
                  </a:cubicBezTo>
                  <a:cubicBezTo>
                    <a:pt x="23" y="37"/>
                    <a:pt x="20" y="19"/>
                    <a:pt x="15" y="2"/>
                  </a:cubicBezTo>
                  <a:cubicBezTo>
                    <a:pt x="14" y="1"/>
                    <a:pt x="14" y="1"/>
                    <a:pt x="13" y="0"/>
                  </a:cubicBezTo>
                  <a:cubicBezTo>
                    <a:pt x="13" y="0"/>
                    <a:pt x="12" y="0"/>
                    <a:pt x="11" y="0"/>
                  </a:cubicBezTo>
                  <a:lnTo>
                    <a:pt x="10" y="0"/>
                  </a:lnTo>
                  <a:cubicBezTo>
                    <a:pt x="9" y="1"/>
                    <a:pt x="9" y="1"/>
                    <a:pt x="8" y="2"/>
                  </a:cubicBezTo>
                  <a:cubicBezTo>
                    <a:pt x="3" y="19"/>
                    <a:pt x="0" y="36"/>
                    <a:pt x="0" y="54"/>
                  </a:cubicBezTo>
                  <a:cubicBezTo>
                    <a:pt x="0" y="70"/>
                    <a:pt x="2" y="85"/>
                    <a:pt x="7" y="101"/>
                  </a:cubicBezTo>
                  <a:lnTo>
                    <a:pt x="7" y="102"/>
                  </a:lnTo>
                  <a:cubicBezTo>
                    <a:pt x="7" y="102"/>
                    <a:pt x="8" y="102"/>
                    <a:pt x="9" y="103"/>
                  </a:cubicBezTo>
                  <a:cubicBezTo>
                    <a:pt x="10" y="104"/>
                    <a:pt x="11" y="104"/>
                    <a:pt x="12" y="104"/>
                  </a:cubicBezTo>
                  <a:cubicBezTo>
                    <a:pt x="13" y="104"/>
                    <a:pt x="13" y="104"/>
                    <a:pt x="14" y="103"/>
                  </a:cubicBezTo>
                  <a:cubicBezTo>
                    <a:pt x="15" y="102"/>
                    <a:pt x="16" y="102"/>
                    <a:pt x="16" y="102"/>
                  </a:cubicBezTo>
                  <a:cubicBezTo>
                    <a:pt x="16" y="101"/>
                    <a:pt x="17" y="101"/>
                    <a:pt x="1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2"/>
            <p:cNvSpPr/>
            <p:nvPr/>
          </p:nvSpPr>
          <p:spPr>
            <a:xfrm>
              <a:off x="19597635" y="2693880"/>
              <a:ext cx="10440" cy="41400"/>
            </a:xfrm>
            <a:custGeom>
              <a:rect b="b" l="l" r="r" t="t"/>
              <a:pathLst>
                <a:path extrusionOk="0" h="115" w="29">
                  <a:moveTo>
                    <a:pt x="20" y="112"/>
                  </a:moveTo>
                  <a:cubicBezTo>
                    <a:pt x="24" y="90"/>
                    <a:pt x="26" y="68"/>
                    <a:pt x="26" y="46"/>
                  </a:cubicBezTo>
                  <a:cubicBezTo>
                    <a:pt x="27" y="39"/>
                    <a:pt x="28" y="33"/>
                    <a:pt x="28" y="25"/>
                  </a:cubicBezTo>
                  <a:cubicBezTo>
                    <a:pt x="28" y="18"/>
                    <a:pt x="27" y="10"/>
                    <a:pt x="26" y="3"/>
                  </a:cubicBezTo>
                  <a:cubicBezTo>
                    <a:pt x="26" y="3"/>
                    <a:pt x="25" y="3"/>
                    <a:pt x="25" y="2"/>
                  </a:cubicBezTo>
                  <a:cubicBezTo>
                    <a:pt x="24" y="2"/>
                    <a:pt x="24" y="1"/>
                    <a:pt x="24" y="0"/>
                  </a:cubicBezTo>
                  <a:cubicBezTo>
                    <a:pt x="23" y="0"/>
                    <a:pt x="22" y="0"/>
                    <a:pt x="21" y="0"/>
                  </a:cubicBezTo>
                  <a:cubicBezTo>
                    <a:pt x="20" y="0"/>
                    <a:pt x="18" y="0"/>
                    <a:pt x="18" y="0"/>
                  </a:cubicBezTo>
                  <a:cubicBezTo>
                    <a:pt x="17" y="1"/>
                    <a:pt x="17" y="2"/>
                    <a:pt x="17" y="2"/>
                  </a:cubicBezTo>
                  <a:cubicBezTo>
                    <a:pt x="16" y="3"/>
                    <a:pt x="16" y="3"/>
                    <a:pt x="16" y="3"/>
                  </a:cubicBezTo>
                  <a:cubicBezTo>
                    <a:pt x="0" y="38"/>
                    <a:pt x="10" y="76"/>
                    <a:pt x="14" y="112"/>
                  </a:cubicBezTo>
                  <a:cubicBezTo>
                    <a:pt x="15" y="113"/>
                    <a:pt x="15" y="113"/>
                    <a:pt x="15" y="113"/>
                  </a:cubicBezTo>
                  <a:cubicBezTo>
                    <a:pt x="15" y="113"/>
                    <a:pt x="15" y="114"/>
                    <a:pt x="16" y="114"/>
                  </a:cubicBezTo>
                  <a:lnTo>
                    <a:pt x="17" y="114"/>
                  </a:lnTo>
                  <a:cubicBezTo>
                    <a:pt x="18" y="114"/>
                    <a:pt x="18" y="114"/>
                    <a:pt x="19" y="114"/>
                  </a:cubicBezTo>
                  <a:lnTo>
                    <a:pt x="20" y="113"/>
                  </a:lnTo>
                  <a:cubicBezTo>
                    <a:pt x="20" y="112"/>
                    <a:pt x="20" y="112"/>
                    <a:pt x="20"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2"/>
            <p:cNvSpPr/>
            <p:nvPr/>
          </p:nvSpPr>
          <p:spPr>
            <a:xfrm>
              <a:off x="20336355" y="2738880"/>
              <a:ext cx="7560" cy="29880"/>
            </a:xfrm>
            <a:custGeom>
              <a:rect b="b" l="l" r="r" t="t"/>
              <a:pathLst>
                <a:path extrusionOk="0" h="83" w="21">
                  <a:moveTo>
                    <a:pt x="10" y="4"/>
                  </a:moveTo>
                  <a:cubicBezTo>
                    <a:pt x="6" y="0"/>
                    <a:pt x="0" y="5"/>
                    <a:pt x="3" y="10"/>
                  </a:cubicBezTo>
                  <a:cubicBezTo>
                    <a:pt x="11" y="18"/>
                    <a:pt x="3" y="33"/>
                    <a:pt x="3" y="43"/>
                  </a:cubicBezTo>
                  <a:cubicBezTo>
                    <a:pt x="4" y="56"/>
                    <a:pt x="7" y="68"/>
                    <a:pt x="10" y="80"/>
                  </a:cubicBezTo>
                  <a:cubicBezTo>
                    <a:pt x="11" y="81"/>
                    <a:pt x="11" y="81"/>
                    <a:pt x="12" y="81"/>
                  </a:cubicBezTo>
                  <a:cubicBezTo>
                    <a:pt x="13" y="82"/>
                    <a:pt x="13" y="82"/>
                    <a:pt x="13" y="82"/>
                  </a:cubicBezTo>
                  <a:cubicBezTo>
                    <a:pt x="14" y="82"/>
                    <a:pt x="14" y="82"/>
                    <a:pt x="15" y="81"/>
                  </a:cubicBezTo>
                  <a:cubicBezTo>
                    <a:pt x="15" y="81"/>
                    <a:pt x="16" y="81"/>
                    <a:pt x="16" y="80"/>
                  </a:cubicBezTo>
                  <a:cubicBezTo>
                    <a:pt x="19" y="73"/>
                    <a:pt x="20" y="65"/>
                    <a:pt x="20" y="57"/>
                  </a:cubicBezTo>
                  <a:cubicBezTo>
                    <a:pt x="20" y="50"/>
                    <a:pt x="19" y="44"/>
                    <a:pt x="17" y="37"/>
                  </a:cubicBezTo>
                  <a:cubicBezTo>
                    <a:pt x="15" y="26"/>
                    <a:pt x="19" y="13"/>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2"/>
            <p:cNvSpPr/>
            <p:nvPr/>
          </p:nvSpPr>
          <p:spPr>
            <a:xfrm>
              <a:off x="19587195" y="2335680"/>
              <a:ext cx="7560" cy="16560"/>
            </a:xfrm>
            <a:custGeom>
              <a:rect b="b" l="l" r="r" t="t"/>
              <a:pathLst>
                <a:path extrusionOk="0" h="46" w="21">
                  <a:moveTo>
                    <a:pt x="11" y="2"/>
                  </a:moveTo>
                  <a:cubicBezTo>
                    <a:pt x="5" y="3"/>
                    <a:pt x="3" y="11"/>
                    <a:pt x="2" y="15"/>
                  </a:cubicBezTo>
                  <a:cubicBezTo>
                    <a:pt x="1" y="19"/>
                    <a:pt x="0" y="23"/>
                    <a:pt x="0" y="26"/>
                  </a:cubicBezTo>
                  <a:cubicBezTo>
                    <a:pt x="0" y="30"/>
                    <a:pt x="1" y="33"/>
                    <a:pt x="2" y="36"/>
                  </a:cubicBezTo>
                  <a:cubicBezTo>
                    <a:pt x="4" y="45"/>
                    <a:pt x="15" y="42"/>
                    <a:pt x="17" y="35"/>
                  </a:cubicBezTo>
                  <a:cubicBezTo>
                    <a:pt x="19" y="29"/>
                    <a:pt x="20" y="22"/>
                    <a:pt x="20" y="15"/>
                  </a:cubicBezTo>
                  <a:cubicBezTo>
                    <a:pt x="20" y="14"/>
                    <a:pt x="20" y="13"/>
                    <a:pt x="20" y="12"/>
                  </a:cubicBezTo>
                  <a:cubicBezTo>
                    <a:pt x="19" y="8"/>
                    <a:pt x="16" y="0"/>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2"/>
            <p:cNvSpPr/>
            <p:nvPr/>
          </p:nvSpPr>
          <p:spPr>
            <a:xfrm>
              <a:off x="19543635" y="2779200"/>
              <a:ext cx="9000" cy="22680"/>
            </a:xfrm>
            <a:custGeom>
              <a:rect b="b" l="l" r="r" t="t"/>
              <a:pathLst>
                <a:path extrusionOk="0" h="63" w="25">
                  <a:moveTo>
                    <a:pt x="16" y="60"/>
                  </a:moveTo>
                  <a:cubicBezTo>
                    <a:pt x="16" y="59"/>
                    <a:pt x="17" y="58"/>
                    <a:pt x="18" y="57"/>
                  </a:cubicBezTo>
                  <a:cubicBezTo>
                    <a:pt x="20" y="53"/>
                    <a:pt x="21" y="49"/>
                    <a:pt x="23" y="46"/>
                  </a:cubicBezTo>
                  <a:cubicBezTo>
                    <a:pt x="23" y="41"/>
                    <a:pt x="24" y="36"/>
                    <a:pt x="24" y="32"/>
                  </a:cubicBezTo>
                  <a:cubicBezTo>
                    <a:pt x="24" y="31"/>
                    <a:pt x="24" y="30"/>
                    <a:pt x="24" y="29"/>
                  </a:cubicBezTo>
                  <a:cubicBezTo>
                    <a:pt x="24" y="20"/>
                    <a:pt x="21" y="11"/>
                    <a:pt x="17" y="4"/>
                  </a:cubicBezTo>
                  <a:cubicBezTo>
                    <a:pt x="17" y="4"/>
                    <a:pt x="17" y="3"/>
                    <a:pt x="16" y="3"/>
                  </a:cubicBezTo>
                  <a:cubicBezTo>
                    <a:pt x="16" y="2"/>
                    <a:pt x="15" y="2"/>
                    <a:pt x="14" y="1"/>
                  </a:cubicBezTo>
                  <a:cubicBezTo>
                    <a:pt x="13" y="0"/>
                    <a:pt x="13" y="0"/>
                    <a:pt x="12" y="0"/>
                  </a:cubicBezTo>
                  <a:cubicBezTo>
                    <a:pt x="11" y="0"/>
                    <a:pt x="10" y="0"/>
                    <a:pt x="9" y="1"/>
                  </a:cubicBezTo>
                  <a:cubicBezTo>
                    <a:pt x="8" y="2"/>
                    <a:pt x="8" y="2"/>
                    <a:pt x="7" y="3"/>
                  </a:cubicBezTo>
                  <a:cubicBezTo>
                    <a:pt x="3" y="11"/>
                    <a:pt x="0" y="20"/>
                    <a:pt x="0" y="29"/>
                  </a:cubicBezTo>
                  <a:lnTo>
                    <a:pt x="1" y="30"/>
                  </a:lnTo>
                  <a:cubicBezTo>
                    <a:pt x="0" y="30"/>
                    <a:pt x="0" y="30"/>
                    <a:pt x="0" y="31"/>
                  </a:cubicBezTo>
                  <a:cubicBezTo>
                    <a:pt x="0" y="40"/>
                    <a:pt x="3" y="50"/>
                    <a:pt x="8" y="58"/>
                  </a:cubicBezTo>
                  <a:lnTo>
                    <a:pt x="8" y="59"/>
                  </a:lnTo>
                  <a:lnTo>
                    <a:pt x="9" y="60"/>
                  </a:lnTo>
                  <a:lnTo>
                    <a:pt x="10" y="61"/>
                  </a:lnTo>
                  <a:cubicBezTo>
                    <a:pt x="11" y="62"/>
                    <a:pt x="11" y="62"/>
                    <a:pt x="12" y="62"/>
                  </a:cubicBezTo>
                  <a:cubicBezTo>
                    <a:pt x="13" y="62"/>
                    <a:pt x="13" y="62"/>
                    <a:pt x="14" y="61"/>
                  </a:cubicBezTo>
                  <a:cubicBezTo>
                    <a:pt x="15" y="60"/>
                    <a:pt x="15" y="60"/>
                    <a:pt x="16"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4" name="Shape 2374"/>
        <p:cNvGrpSpPr/>
        <p:nvPr/>
      </p:nvGrpSpPr>
      <p:grpSpPr>
        <a:xfrm>
          <a:off x="0" y="0"/>
          <a:ext cx="0" cy="0"/>
          <a:chOff x="0" y="0"/>
          <a:chExt cx="0" cy="0"/>
        </a:xfrm>
      </p:grpSpPr>
      <p:sp>
        <p:nvSpPr>
          <p:cNvPr id="2375" name="Google Shape;2375;p33"/>
          <p:cNvSpPr txBox="1"/>
          <p:nvPr>
            <p:ph idx="4" type="subTitle"/>
          </p:nvPr>
        </p:nvSpPr>
        <p:spPr>
          <a:xfrm>
            <a:off x="3921100" y="2472249"/>
            <a:ext cx="2505600" cy="38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2376" name="Google Shape;2376;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2377" name="Google Shape;2377;p33"/>
          <p:cNvSpPr txBox="1"/>
          <p:nvPr>
            <p:ph idx="1" type="subTitle"/>
          </p:nvPr>
        </p:nvSpPr>
        <p:spPr>
          <a:xfrm>
            <a:off x="3921099" y="2983250"/>
            <a:ext cx="2505600" cy="14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2378" name="Google Shape;2378;p33"/>
          <p:cNvSpPr txBox="1"/>
          <p:nvPr>
            <p:ph idx="2" type="subTitle"/>
          </p:nvPr>
        </p:nvSpPr>
        <p:spPr>
          <a:xfrm>
            <a:off x="713225" y="2983250"/>
            <a:ext cx="2505600" cy="14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2379" name="Google Shape;2379;p33"/>
          <p:cNvSpPr txBox="1"/>
          <p:nvPr>
            <p:ph idx="3" type="subTitle"/>
          </p:nvPr>
        </p:nvSpPr>
        <p:spPr>
          <a:xfrm>
            <a:off x="713225" y="2472249"/>
            <a:ext cx="2505600" cy="38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grpSp>
        <p:nvGrpSpPr>
          <p:cNvPr id="2380" name="Google Shape;2380;p33"/>
          <p:cNvGrpSpPr/>
          <p:nvPr/>
        </p:nvGrpSpPr>
        <p:grpSpPr>
          <a:xfrm flipH="1" rot="1799956">
            <a:off x="7431840" y="3700796"/>
            <a:ext cx="2090156" cy="1527854"/>
            <a:chOff x="2784600" y="3349080"/>
            <a:chExt cx="1331280" cy="973080"/>
          </a:xfrm>
        </p:grpSpPr>
        <p:sp>
          <p:nvSpPr>
            <p:cNvPr id="2381" name="Google Shape;2381;p33"/>
            <p:cNvSpPr/>
            <p:nvPr/>
          </p:nvSpPr>
          <p:spPr>
            <a:xfrm>
              <a:off x="2950920" y="4102200"/>
              <a:ext cx="764280" cy="219960"/>
            </a:xfrm>
            <a:custGeom>
              <a:rect b="b" l="l" r="r" t="t"/>
              <a:pathLst>
                <a:path extrusionOk="0" h="611" w="2123">
                  <a:moveTo>
                    <a:pt x="1212" y="172"/>
                  </a:moveTo>
                  <a:cubicBezTo>
                    <a:pt x="1213" y="177"/>
                    <a:pt x="1215" y="182"/>
                    <a:pt x="1218" y="187"/>
                  </a:cubicBezTo>
                  <a:cubicBezTo>
                    <a:pt x="1222" y="195"/>
                    <a:pt x="1228" y="201"/>
                    <a:pt x="1236" y="206"/>
                  </a:cubicBezTo>
                  <a:cubicBezTo>
                    <a:pt x="1241" y="209"/>
                    <a:pt x="1246" y="211"/>
                    <a:pt x="1252" y="212"/>
                  </a:cubicBezTo>
                  <a:cubicBezTo>
                    <a:pt x="1351" y="238"/>
                    <a:pt x="1448" y="271"/>
                    <a:pt x="1547" y="297"/>
                  </a:cubicBezTo>
                  <a:cubicBezTo>
                    <a:pt x="1618" y="314"/>
                    <a:pt x="1690" y="323"/>
                    <a:pt x="1763" y="323"/>
                  </a:cubicBezTo>
                  <a:cubicBezTo>
                    <a:pt x="1821" y="324"/>
                    <a:pt x="1878" y="332"/>
                    <a:pt x="1934" y="345"/>
                  </a:cubicBezTo>
                  <a:cubicBezTo>
                    <a:pt x="1966" y="352"/>
                    <a:pt x="1996" y="363"/>
                    <a:pt x="2023" y="379"/>
                  </a:cubicBezTo>
                  <a:cubicBezTo>
                    <a:pt x="2049" y="394"/>
                    <a:pt x="2073" y="413"/>
                    <a:pt x="2093" y="435"/>
                  </a:cubicBezTo>
                  <a:cubicBezTo>
                    <a:pt x="2104" y="446"/>
                    <a:pt x="2122" y="457"/>
                    <a:pt x="2113" y="476"/>
                  </a:cubicBezTo>
                  <a:cubicBezTo>
                    <a:pt x="2104" y="494"/>
                    <a:pt x="2087" y="483"/>
                    <a:pt x="2073" y="483"/>
                  </a:cubicBezTo>
                  <a:cubicBezTo>
                    <a:pt x="2007" y="483"/>
                    <a:pt x="1953" y="445"/>
                    <a:pt x="1891" y="434"/>
                  </a:cubicBezTo>
                  <a:cubicBezTo>
                    <a:pt x="1866" y="427"/>
                    <a:pt x="1840" y="424"/>
                    <a:pt x="1814" y="424"/>
                  </a:cubicBezTo>
                  <a:cubicBezTo>
                    <a:pt x="1803" y="424"/>
                    <a:pt x="1792" y="424"/>
                    <a:pt x="1781" y="426"/>
                  </a:cubicBezTo>
                  <a:cubicBezTo>
                    <a:pt x="1822" y="445"/>
                    <a:pt x="1864" y="460"/>
                    <a:pt x="1908" y="469"/>
                  </a:cubicBezTo>
                  <a:cubicBezTo>
                    <a:pt x="1919" y="472"/>
                    <a:pt x="1929" y="476"/>
                    <a:pt x="1939" y="482"/>
                  </a:cubicBezTo>
                  <a:cubicBezTo>
                    <a:pt x="1957" y="492"/>
                    <a:pt x="1972" y="506"/>
                    <a:pt x="1982" y="524"/>
                  </a:cubicBezTo>
                  <a:cubicBezTo>
                    <a:pt x="1987" y="532"/>
                    <a:pt x="1990" y="541"/>
                    <a:pt x="1993" y="550"/>
                  </a:cubicBezTo>
                  <a:cubicBezTo>
                    <a:pt x="1996" y="559"/>
                    <a:pt x="2000" y="568"/>
                    <a:pt x="1991" y="577"/>
                  </a:cubicBezTo>
                  <a:cubicBezTo>
                    <a:pt x="1990" y="578"/>
                    <a:pt x="1988" y="580"/>
                    <a:pt x="1986" y="581"/>
                  </a:cubicBezTo>
                  <a:cubicBezTo>
                    <a:pt x="1983" y="582"/>
                    <a:pt x="1979" y="583"/>
                    <a:pt x="1976" y="583"/>
                  </a:cubicBezTo>
                  <a:cubicBezTo>
                    <a:pt x="1972" y="583"/>
                    <a:pt x="1969" y="582"/>
                    <a:pt x="1966" y="581"/>
                  </a:cubicBezTo>
                  <a:cubicBezTo>
                    <a:pt x="1965" y="580"/>
                    <a:pt x="1965" y="580"/>
                    <a:pt x="1964" y="580"/>
                  </a:cubicBezTo>
                  <a:cubicBezTo>
                    <a:pt x="1921" y="542"/>
                    <a:pt x="1863" y="544"/>
                    <a:pt x="1813" y="531"/>
                  </a:cubicBezTo>
                  <a:cubicBezTo>
                    <a:pt x="1707" y="505"/>
                    <a:pt x="1601" y="467"/>
                    <a:pt x="1489" y="482"/>
                  </a:cubicBezTo>
                  <a:cubicBezTo>
                    <a:pt x="1464" y="487"/>
                    <a:pt x="1438" y="490"/>
                    <a:pt x="1412" y="490"/>
                  </a:cubicBezTo>
                  <a:cubicBezTo>
                    <a:pt x="1404" y="490"/>
                    <a:pt x="1397" y="490"/>
                    <a:pt x="1389" y="489"/>
                  </a:cubicBezTo>
                  <a:cubicBezTo>
                    <a:pt x="1366" y="487"/>
                    <a:pt x="1342" y="486"/>
                    <a:pt x="1319" y="486"/>
                  </a:cubicBezTo>
                  <a:cubicBezTo>
                    <a:pt x="1295" y="486"/>
                    <a:pt x="1271" y="487"/>
                    <a:pt x="1248" y="489"/>
                  </a:cubicBezTo>
                  <a:cubicBezTo>
                    <a:pt x="1244" y="490"/>
                    <a:pt x="1240" y="490"/>
                    <a:pt x="1235" y="490"/>
                  </a:cubicBezTo>
                  <a:cubicBezTo>
                    <a:pt x="1215" y="490"/>
                    <a:pt x="1195" y="485"/>
                    <a:pt x="1178" y="475"/>
                  </a:cubicBezTo>
                  <a:cubicBezTo>
                    <a:pt x="1162" y="465"/>
                    <a:pt x="1148" y="452"/>
                    <a:pt x="1138" y="436"/>
                  </a:cubicBezTo>
                  <a:cubicBezTo>
                    <a:pt x="1088" y="357"/>
                    <a:pt x="1014" y="331"/>
                    <a:pt x="924" y="335"/>
                  </a:cubicBezTo>
                  <a:cubicBezTo>
                    <a:pt x="915" y="335"/>
                    <a:pt x="906" y="335"/>
                    <a:pt x="897" y="335"/>
                  </a:cubicBezTo>
                  <a:cubicBezTo>
                    <a:pt x="876" y="335"/>
                    <a:pt x="856" y="334"/>
                    <a:pt x="835" y="331"/>
                  </a:cubicBezTo>
                  <a:cubicBezTo>
                    <a:pt x="797" y="327"/>
                    <a:pt x="762" y="325"/>
                    <a:pt x="729" y="293"/>
                  </a:cubicBezTo>
                  <a:cubicBezTo>
                    <a:pt x="724" y="289"/>
                    <a:pt x="718" y="285"/>
                    <a:pt x="712" y="281"/>
                  </a:cubicBezTo>
                  <a:cubicBezTo>
                    <a:pt x="692" y="270"/>
                    <a:pt x="670" y="264"/>
                    <a:pt x="648" y="264"/>
                  </a:cubicBezTo>
                  <a:cubicBezTo>
                    <a:pt x="636" y="264"/>
                    <a:pt x="624" y="266"/>
                    <a:pt x="613" y="269"/>
                  </a:cubicBezTo>
                  <a:cubicBezTo>
                    <a:pt x="605" y="271"/>
                    <a:pt x="597" y="272"/>
                    <a:pt x="589" y="272"/>
                  </a:cubicBezTo>
                  <a:cubicBezTo>
                    <a:pt x="576" y="272"/>
                    <a:pt x="563" y="269"/>
                    <a:pt x="551" y="264"/>
                  </a:cubicBezTo>
                  <a:cubicBezTo>
                    <a:pt x="550" y="263"/>
                    <a:pt x="549" y="263"/>
                    <a:pt x="548" y="262"/>
                  </a:cubicBezTo>
                  <a:cubicBezTo>
                    <a:pt x="537" y="256"/>
                    <a:pt x="525" y="252"/>
                    <a:pt x="512" y="252"/>
                  </a:cubicBezTo>
                  <a:cubicBezTo>
                    <a:pt x="504" y="252"/>
                    <a:pt x="495" y="254"/>
                    <a:pt x="487" y="257"/>
                  </a:cubicBezTo>
                  <a:cubicBezTo>
                    <a:pt x="506" y="318"/>
                    <a:pt x="543" y="346"/>
                    <a:pt x="603" y="343"/>
                  </a:cubicBezTo>
                  <a:cubicBezTo>
                    <a:pt x="610" y="342"/>
                    <a:pt x="617" y="342"/>
                    <a:pt x="624" y="342"/>
                  </a:cubicBezTo>
                  <a:cubicBezTo>
                    <a:pt x="654" y="342"/>
                    <a:pt x="684" y="348"/>
                    <a:pt x="712" y="360"/>
                  </a:cubicBezTo>
                  <a:cubicBezTo>
                    <a:pt x="732" y="369"/>
                    <a:pt x="753" y="374"/>
                    <a:pt x="775" y="374"/>
                  </a:cubicBezTo>
                  <a:cubicBezTo>
                    <a:pt x="783" y="374"/>
                    <a:pt x="791" y="373"/>
                    <a:pt x="799" y="372"/>
                  </a:cubicBezTo>
                  <a:cubicBezTo>
                    <a:pt x="809" y="371"/>
                    <a:pt x="818" y="371"/>
                    <a:pt x="828" y="371"/>
                  </a:cubicBezTo>
                  <a:cubicBezTo>
                    <a:pt x="874" y="371"/>
                    <a:pt x="920" y="381"/>
                    <a:pt x="962" y="400"/>
                  </a:cubicBezTo>
                  <a:cubicBezTo>
                    <a:pt x="982" y="409"/>
                    <a:pt x="1006" y="417"/>
                    <a:pt x="1002" y="446"/>
                  </a:cubicBezTo>
                  <a:cubicBezTo>
                    <a:pt x="1000" y="466"/>
                    <a:pt x="966" y="487"/>
                    <a:pt x="941" y="487"/>
                  </a:cubicBezTo>
                  <a:cubicBezTo>
                    <a:pt x="935" y="487"/>
                    <a:pt x="930" y="486"/>
                    <a:pt x="924" y="484"/>
                  </a:cubicBezTo>
                  <a:cubicBezTo>
                    <a:pt x="900" y="480"/>
                    <a:pt x="875" y="478"/>
                    <a:pt x="850" y="478"/>
                  </a:cubicBezTo>
                  <a:cubicBezTo>
                    <a:pt x="827" y="478"/>
                    <a:pt x="805" y="479"/>
                    <a:pt x="782" y="483"/>
                  </a:cubicBezTo>
                  <a:cubicBezTo>
                    <a:pt x="792" y="506"/>
                    <a:pt x="815" y="504"/>
                    <a:pt x="832" y="509"/>
                  </a:cubicBezTo>
                  <a:cubicBezTo>
                    <a:pt x="852" y="514"/>
                    <a:pt x="871" y="522"/>
                    <a:pt x="889" y="532"/>
                  </a:cubicBezTo>
                  <a:cubicBezTo>
                    <a:pt x="900" y="539"/>
                    <a:pt x="911" y="546"/>
                    <a:pt x="921" y="555"/>
                  </a:cubicBezTo>
                  <a:cubicBezTo>
                    <a:pt x="944" y="578"/>
                    <a:pt x="938" y="596"/>
                    <a:pt x="905" y="606"/>
                  </a:cubicBezTo>
                  <a:cubicBezTo>
                    <a:pt x="901" y="607"/>
                    <a:pt x="896" y="608"/>
                    <a:pt x="891" y="608"/>
                  </a:cubicBezTo>
                  <a:cubicBezTo>
                    <a:pt x="883" y="608"/>
                    <a:pt x="875" y="606"/>
                    <a:pt x="867" y="604"/>
                  </a:cubicBezTo>
                  <a:cubicBezTo>
                    <a:pt x="799" y="586"/>
                    <a:pt x="728" y="577"/>
                    <a:pt x="658" y="577"/>
                  </a:cubicBezTo>
                  <a:cubicBezTo>
                    <a:pt x="637" y="577"/>
                    <a:pt x="616" y="578"/>
                    <a:pt x="595" y="579"/>
                  </a:cubicBezTo>
                  <a:cubicBezTo>
                    <a:pt x="592" y="580"/>
                    <a:pt x="589" y="580"/>
                    <a:pt x="586" y="580"/>
                  </a:cubicBezTo>
                  <a:cubicBezTo>
                    <a:pt x="569" y="580"/>
                    <a:pt x="552" y="575"/>
                    <a:pt x="537" y="567"/>
                  </a:cubicBezTo>
                  <a:cubicBezTo>
                    <a:pt x="530" y="563"/>
                    <a:pt x="524" y="558"/>
                    <a:pt x="519" y="553"/>
                  </a:cubicBezTo>
                  <a:cubicBezTo>
                    <a:pt x="504" y="539"/>
                    <a:pt x="485" y="530"/>
                    <a:pt x="469" y="516"/>
                  </a:cubicBezTo>
                  <a:cubicBezTo>
                    <a:pt x="410" y="463"/>
                    <a:pt x="341" y="467"/>
                    <a:pt x="269" y="481"/>
                  </a:cubicBezTo>
                  <a:cubicBezTo>
                    <a:pt x="259" y="483"/>
                    <a:pt x="250" y="487"/>
                    <a:pt x="241" y="492"/>
                  </a:cubicBezTo>
                  <a:cubicBezTo>
                    <a:pt x="227" y="500"/>
                    <a:pt x="216" y="511"/>
                    <a:pt x="208" y="524"/>
                  </a:cubicBezTo>
                  <a:cubicBezTo>
                    <a:pt x="204" y="531"/>
                    <a:pt x="201" y="538"/>
                    <a:pt x="199" y="546"/>
                  </a:cubicBezTo>
                  <a:cubicBezTo>
                    <a:pt x="195" y="558"/>
                    <a:pt x="194" y="572"/>
                    <a:pt x="191" y="584"/>
                  </a:cubicBezTo>
                  <a:cubicBezTo>
                    <a:pt x="187" y="595"/>
                    <a:pt x="182" y="610"/>
                    <a:pt x="167" y="610"/>
                  </a:cubicBezTo>
                  <a:cubicBezTo>
                    <a:pt x="151" y="610"/>
                    <a:pt x="142" y="597"/>
                    <a:pt x="136" y="584"/>
                  </a:cubicBezTo>
                  <a:cubicBezTo>
                    <a:pt x="134" y="578"/>
                    <a:pt x="133" y="573"/>
                    <a:pt x="133" y="567"/>
                  </a:cubicBezTo>
                  <a:cubicBezTo>
                    <a:pt x="133" y="559"/>
                    <a:pt x="135" y="552"/>
                    <a:pt x="138" y="546"/>
                  </a:cubicBezTo>
                  <a:cubicBezTo>
                    <a:pt x="163" y="478"/>
                    <a:pt x="197" y="422"/>
                    <a:pt x="278" y="412"/>
                  </a:cubicBezTo>
                  <a:cubicBezTo>
                    <a:pt x="301" y="409"/>
                    <a:pt x="335" y="406"/>
                    <a:pt x="341" y="383"/>
                  </a:cubicBezTo>
                  <a:cubicBezTo>
                    <a:pt x="347" y="359"/>
                    <a:pt x="319" y="342"/>
                    <a:pt x="303" y="326"/>
                  </a:cubicBezTo>
                  <a:cubicBezTo>
                    <a:pt x="282" y="307"/>
                    <a:pt x="262" y="287"/>
                    <a:pt x="244" y="266"/>
                  </a:cubicBezTo>
                  <a:cubicBezTo>
                    <a:pt x="229" y="247"/>
                    <a:pt x="227" y="233"/>
                    <a:pt x="254" y="225"/>
                  </a:cubicBezTo>
                  <a:cubicBezTo>
                    <a:pt x="262" y="224"/>
                    <a:pt x="270" y="221"/>
                    <a:pt x="277" y="217"/>
                  </a:cubicBezTo>
                  <a:cubicBezTo>
                    <a:pt x="284" y="213"/>
                    <a:pt x="291" y="207"/>
                    <a:pt x="296" y="201"/>
                  </a:cubicBezTo>
                  <a:cubicBezTo>
                    <a:pt x="199" y="148"/>
                    <a:pt x="81" y="132"/>
                    <a:pt x="0" y="42"/>
                  </a:cubicBezTo>
                  <a:cubicBezTo>
                    <a:pt x="10" y="37"/>
                    <a:pt x="15" y="34"/>
                    <a:pt x="16" y="35"/>
                  </a:cubicBezTo>
                  <a:cubicBezTo>
                    <a:pt x="70" y="87"/>
                    <a:pt x="146" y="103"/>
                    <a:pt x="210" y="140"/>
                  </a:cubicBezTo>
                  <a:cubicBezTo>
                    <a:pt x="220" y="146"/>
                    <a:pt x="233" y="154"/>
                    <a:pt x="242" y="135"/>
                  </a:cubicBezTo>
                  <a:cubicBezTo>
                    <a:pt x="247" y="125"/>
                    <a:pt x="254" y="131"/>
                    <a:pt x="259" y="137"/>
                  </a:cubicBezTo>
                  <a:cubicBezTo>
                    <a:pt x="302" y="188"/>
                    <a:pt x="365" y="203"/>
                    <a:pt x="429" y="230"/>
                  </a:cubicBezTo>
                  <a:cubicBezTo>
                    <a:pt x="422" y="210"/>
                    <a:pt x="409" y="206"/>
                    <a:pt x="401" y="199"/>
                  </a:cubicBezTo>
                  <a:cubicBezTo>
                    <a:pt x="393" y="191"/>
                    <a:pt x="385" y="188"/>
                    <a:pt x="386" y="184"/>
                  </a:cubicBezTo>
                  <a:cubicBezTo>
                    <a:pt x="396" y="131"/>
                    <a:pt x="350" y="140"/>
                    <a:pt x="324" y="129"/>
                  </a:cubicBezTo>
                  <a:cubicBezTo>
                    <a:pt x="285" y="116"/>
                    <a:pt x="248" y="98"/>
                    <a:pt x="213" y="78"/>
                  </a:cubicBezTo>
                  <a:cubicBezTo>
                    <a:pt x="201" y="71"/>
                    <a:pt x="190" y="65"/>
                    <a:pt x="179" y="58"/>
                  </a:cubicBezTo>
                  <a:cubicBezTo>
                    <a:pt x="175" y="53"/>
                    <a:pt x="170" y="50"/>
                    <a:pt x="164" y="47"/>
                  </a:cubicBezTo>
                  <a:cubicBezTo>
                    <a:pt x="150" y="38"/>
                    <a:pt x="133" y="34"/>
                    <a:pt x="116" y="34"/>
                  </a:cubicBezTo>
                  <a:cubicBezTo>
                    <a:pt x="115" y="34"/>
                    <a:pt x="114" y="34"/>
                    <a:pt x="113" y="34"/>
                  </a:cubicBezTo>
                  <a:lnTo>
                    <a:pt x="137" y="0"/>
                  </a:lnTo>
                  <a:cubicBezTo>
                    <a:pt x="159" y="23"/>
                    <a:pt x="183" y="43"/>
                    <a:pt x="209" y="60"/>
                  </a:cubicBezTo>
                  <a:cubicBezTo>
                    <a:pt x="258" y="96"/>
                    <a:pt x="318" y="106"/>
                    <a:pt x="373" y="123"/>
                  </a:cubicBezTo>
                  <a:cubicBezTo>
                    <a:pt x="400" y="133"/>
                    <a:pt x="427" y="144"/>
                    <a:pt x="453" y="158"/>
                  </a:cubicBezTo>
                  <a:cubicBezTo>
                    <a:pt x="445" y="174"/>
                    <a:pt x="433" y="159"/>
                    <a:pt x="424" y="164"/>
                  </a:cubicBezTo>
                  <a:cubicBezTo>
                    <a:pt x="450" y="202"/>
                    <a:pt x="468" y="212"/>
                    <a:pt x="508" y="209"/>
                  </a:cubicBezTo>
                  <a:cubicBezTo>
                    <a:pt x="510" y="208"/>
                    <a:pt x="511" y="208"/>
                    <a:pt x="513" y="208"/>
                  </a:cubicBezTo>
                  <a:cubicBezTo>
                    <a:pt x="518" y="208"/>
                    <a:pt x="523" y="210"/>
                    <a:pt x="527" y="212"/>
                  </a:cubicBezTo>
                  <a:cubicBezTo>
                    <a:pt x="528" y="212"/>
                    <a:pt x="528" y="213"/>
                    <a:pt x="528" y="213"/>
                  </a:cubicBezTo>
                  <a:cubicBezTo>
                    <a:pt x="620" y="272"/>
                    <a:pt x="726" y="266"/>
                    <a:pt x="832" y="282"/>
                  </a:cubicBezTo>
                  <a:cubicBezTo>
                    <a:pt x="823" y="259"/>
                    <a:pt x="801" y="271"/>
                    <a:pt x="792" y="249"/>
                  </a:cubicBezTo>
                  <a:cubicBezTo>
                    <a:pt x="872" y="249"/>
                    <a:pt x="951" y="269"/>
                    <a:pt x="1029" y="253"/>
                  </a:cubicBezTo>
                  <a:lnTo>
                    <a:pt x="1029" y="240"/>
                  </a:lnTo>
                  <a:lnTo>
                    <a:pt x="847" y="219"/>
                  </a:lnTo>
                  <a:cubicBezTo>
                    <a:pt x="860" y="213"/>
                    <a:pt x="875" y="210"/>
                    <a:pt x="889" y="210"/>
                  </a:cubicBezTo>
                  <a:cubicBezTo>
                    <a:pt x="898" y="210"/>
                    <a:pt x="908" y="211"/>
                    <a:pt x="917" y="214"/>
                  </a:cubicBezTo>
                  <a:cubicBezTo>
                    <a:pt x="952" y="220"/>
                    <a:pt x="987" y="224"/>
                    <a:pt x="1023" y="226"/>
                  </a:cubicBezTo>
                  <a:cubicBezTo>
                    <a:pt x="1031" y="227"/>
                    <a:pt x="1039" y="227"/>
                    <a:pt x="1048" y="227"/>
                  </a:cubicBezTo>
                  <a:cubicBezTo>
                    <a:pt x="1078" y="227"/>
                    <a:pt x="1109" y="220"/>
                    <a:pt x="1136" y="206"/>
                  </a:cubicBezTo>
                  <a:cubicBezTo>
                    <a:pt x="1160" y="192"/>
                    <a:pt x="1192" y="198"/>
                    <a:pt x="1212" y="174"/>
                  </a:cubicBezTo>
                  <a:lnTo>
                    <a:pt x="1212" y="172"/>
                  </a:lnTo>
                  <a:moveTo>
                    <a:pt x="1283" y="366"/>
                  </a:moveTo>
                  <a:cubicBezTo>
                    <a:pt x="1279" y="366"/>
                    <a:pt x="1276" y="366"/>
                    <a:pt x="1273" y="366"/>
                  </a:cubicBezTo>
                  <a:cubicBezTo>
                    <a:pt x="1256" y="366"/>
                    <a:pt x="1239" y="368"/>
                    <a:pt x="1223" y="371"/>
                  </a:cubicBezTo>
                  <a:cubicBezTo>
                    <a:pt x="1205" y="377"/>
                    <a:pt x="1213" y="386"/>
                    <a:pt x="1227" y="388"/>
                  </a:cubicBezTo>
                  <a:cubicBezTo>
                    <a:pt x="1282" y="446"/>
                    <a:pt x="1297" y="450"/>
                    <a:pt x="1361" y="422"/>
                  </a:cubicBezTo>
                  <a:cubicBezTo>
                    <a:pt x="1367" y="422"/>
                    <a:pt x="1372" y="423"/>
                    <a:pt x="1378" y="423"/>
                  </a:cubicBezTo>
                  <a:cubicBezTo>
                    <a:pt x="1383" y="423"/>
                    <a:pt x="1389" y="422"/>
                    <a:pt x="1394" y="422"/>
                  </a:cubicBezTo>
                  <a:cubicBezTo>
                    <a:pt x="1429" y="410"/>
                    <a:pt x="1466" y="405"/>
                    <a:pt x="1503" y="405"/>
                  </a:cubicBezTo>
                  <a:cubicBezTo>
                    <a:pt x="1521" y="405"/>
                    <a:pt x="1538" y="406"/>
                    <a:pt x="1556" y="409"/>
                  </a:cubicBezTo>
                  <a:cubicBezTo>
                    <a:pt x="1560" y="409"/>
                    <a:pt x="1562" y="406"/>
                    <a:pt x="1560" y="402"/>
                  </a:cubicBezTo>
                  <a:cubicBezTo>
                    <a:pt x="1500" y="376"/>
                    <a:pt x="1496" y="376"/>
                    <a:pt x="1458" y="384"/>
                  </a:cubicBezTo>
                  <a:cubicBezTo>
                    <a:pt x="1448" y="350"/>
                    <a:pt x="1424" y="355"/>
                    <a:pt x="1397" y="361"/>
                  </a:cubicBezTo>
                  <a:cubicBezTo>
                    <a:pt x="1341" y="376"/>
                    <a:pt x="1285" y="394"/>
                    <a:pt x="1226" y="390"/>
                  </a:cubicBezTo>
                  <a:cubicBezTo>
                    <a:pt x="1231" y="375"/>
                    <a:pt x="1244" y="377"/>
                    <a:pt x="1256" y="376"/>
                  </a:cubicBezTo>
                  <a:cubicBezTo>
                    <a:pt x="1267" y="374"/>
                    <a:pt x="1278" y="378"/>
                    <a:pt x="1283" y="365"/>
                  </a:cubicBezTo>
                  <a:cubicBezTo>
                    <a:pt x="1296" y="365"/>
                    <a:pt x="1311" y="371"/>
                    <a:pt x="1322" y="357"/>
                  </a:cubicBezTo>
                  <a:cubicBezTo>
                    <a:pt x="1308" y="362"/>
                    <a:pt x="1292" y="350"/>
                    <a:pt x="1283" y="367"/>
                  </a:cubicBezTo>
                  <a:lnTo>
                    <a:pt x="1283" y="366"/>
                  </a:lnTo>
                  <a:moveTo>
                    <a:pt x="746" y="401"/>
                  </a:moveTo>
                  <a:cubicBezTo>
                    <a:pt x="780" y="418"/>
                    <a:pt x="789" y="418"/>
                    <a:pt x="838" y="399"/>
                  </a:cubicBezTo>
                  <a:cubicBezTo>
                    <a:pt x="825" y="397"/>
                    <a:pt x="812" y="396"/>
                    <a:pt x="799" y="396"/>
                  </a:cubicBezTo>
                  <a:cubicBezTo>
                    <a:pt x="781" y="396"/>
                    <a:pt x="763" y="398"/>
                    <a:pt x="745" y="403"/>
                  </a:cubicBezTo>
                  <a:cubicBezTo>
                    <a:pt x="742" y="399"/>
                    <a:pt x="740" y="397"/>
                    <a:pt x="736" y="395"/>
                  </a:cubicBezTo>
                  <a:cubicBezTo>
                    <a:pt x="732" y="392"/>
                    <a:pt x="727" y="391"/>
                    <a:pt x="722" y="391"/>
                  </a:cubicBezTo>
                  <a:cubicBezTo>
                    <a:pt x="717" y="391"/>
                    <a:pt x="713" y="392"/>
                    <a:pt x="709" y="394"/>
                  </a:cubicBezTo>
                  <a:cubicBezTo>
                    <a:pt x="679" y="407"/>
                    <a:pt x="647" y="399"/>
                    <a:pt x="617" y="406"/>
                  </a:cubicBezTo>
                  <a:cubicBezTo>
                    <a:pt x="557" y="416"/>
                    <a:pt x="496" y="422"/>
                    <a:pt x="435" y="425"/>
                  </a:cubicBezTo>
                  <a:cubicBezTo>
                    <a:pt x="408" y="426"/>
                    <a:pt x="381" y="431"/>
                    <a:pt x="356" y="440"/>
                  </a:cubicBezTo>
                  <a:cubicBezTo>
                    <a:pt x="388" y="440"/>
                    <a:pt x="417" y="463"/>
                    <a:pt x="448" y="459"/>
                  </a:cubicBezTo>
                  <a:cubicBezTo>
                    <a:pt x="473" y="456"/>
                    <a:pt x="498" y="454"/>
                    <a:pt x="524" y="454"/>
                  </a:cubicBezTo>
                  <a:cubicBezTo>
                    <a:pt x="541" y="454"/>
                    <a:pt x="558" y="455"/>
                    <a:pt x="575" y="457"/>
                  </a:cubicBezTo>
                  <a:cubicBezTo>
                    <a:pt x="592" y="457"/>
                    <a:pt x="624" y="443"/>
                    <a:pt x="624" y="472"/>
                  </a:cubicBezTo>
                  <a:cubicBezTo>
                    <a:pt x="624" y="497"/>
                    <a:pt x="592" y="490"/>
                    <a:pt x="573" y="494"/>
                  </a:cubicBezTo>
                  <a:cubicBezTo>
                    <a:pt x="571" y="495"/>
                    <a:pt x="569" y="495"/>
                    <a:pt x="567" y="495"/>
                  </a:cubicBezTo>
                  <a:cubicBezTo>
                    <a:pt x="563" y="495"/>
                    <a:pt x="560" y="495"/>
                    <a:pt x="556" y="493"/>
                  </a:cubicBezTo>
                  <a:cubicBezTo>
                    <a:pt x="553" y="492"/>
                    <a:pt x="551" y="488"/>
                    <a:pt x="549" y="485"/>
                  </a:cubicBezTo>
                  <a:cubicBezTo>
                    <a:pt x="560" y="465"/>
                    <a:pt x="585" y="485"/>
                    <a:pt x="599" y="470"/>
                  </a:cubicBezTo>
                  <a:cubicBezTo>
                    <a:pt x="576" y="468"/>
                    <a:pt x="553" y="466"/>
                    <a:pt x="531" y="466"/>
                  </a:cubicBezTo>
                  <a:cubicBezTo>
                    <a:pt x="524" y="465"/>
                    <a:pt x="517" y="465"/>
                    <a:pt x="510" y="465"/>
                  </a:cubicBezTo>
                  <a:cubicBezTo>
                    <a:pt x="493" y="465"/>
                    <a:pt x="476" y="467"/>
                    <a:pt x="460" y="471"/>
                  </a:cubicBezTo>
                  <a:cubicBezTo>
                    <a:pt x="552" y="563"/>
                    <a:pt x="587" y="573"/>
                    <a:pt x="698" y="538"/>
                  </a:cubicBezTo>
                  <a:cubicBezTo>
                    <a:pt x="668" y="524"/>
                    <a:pt x="636" y="541"/>
                    <a:pt x="607" y="521"/>
                  </a:cubicBezTo>
                  <a:lnTo>
                    <a:pt x="751" y="521"/>
                  </a:lnTo>
                  <a:cubicBezTo>
                    <a:pt x="745" y="513"/>
                    <a:pt x="737" y="507"/>
                    <a:pt x="729" y="502"/>
                  </a:cubicBezTo>
                  <a:cubicBezTo>
                    <a:pt x="717" y="495"/>
                    <a:pt x="703" y="491"/>
                    <a:pt x="689" y="491"/>
                  </a:cubicBezTo>
                  <a:cubicBezTo>
                    <a:pt x="675" y="491"/>
                    <a:pt x="661" y="495"/>
                    <a:pt x="649" y="502"/>
                  </a:cubicBezTo>
                  <a:cubicBezTo>
                    <a:pt x="626" y="510"/>
                    <a:pt x="602" y="515"/>
                    <a:pt x="578" y="515"/>
                  </a:cubicBezTo>
                  <a:cubicBezTo>
                    <a:pt x="561" y="515"/>
                    <a:pt x="544" y="513"/>
                    <a:pt x="527" y="508"/>
                  </a:cubicBezTo>
                  <a:cubicBezTo>
                    <a:pt x="554" y="490"/>
                    <a:pt x="578" y="498"/>
                    <a:pt x="601" y="500"/>
                  </a:cubicBezTo>
                  <a:cubicBezTo>
                    <a:pt x="618" y="501"/>
                    <a:pt x="638" y="503"/>
                    <a:pt x="644" y="483"/>
                  </a:cubicBezTo>
                  <a:cubicBezTo>
                    <a:pt x="653" y="452"/>
                    <a:pt x="675" y="453"/>
                    <a:pt x="697" y="459"/>
                  </a:cubicBezTo>
                  <a:cubicBezTo>
                    <a:pt x="711" y="463"/>
                    <a:pt x="725" y="465"/>
                    <a:pt x="740" y="465"/>
                  </a:cubicBezTo>
                  <a:cubicBezTo>
                    <a:pt x="748" y="465"/>
                    <a:pt x="755" y="465"/>
                    <a:pt x="763" y="464"/>
                  </a:cubicBezTo>
                  <a:cubicBezTo>
                    <a:pt x="797" y="458"/>
                    <a:pt x="831" y="456"/>
                    <a:pt x="866" y="456"/>
                  </a:cubicBezTo>
                  <a:cubicBezTo>
                    <a:pt x="885" y="456"/>
                    <a:pt x="905" y="457"/>
                    <a:pt x="924" y="458"/>
                  </a:cubicBezTo>
                  <a:cubicBezTo>
                    <a:pt x="941" y="460"/>
                    <a:pt x="958" y="461"/>
                    <a:pt x="969" y="439"/>
                  </a:cubicBezTo>
                  <a:cubicBezTo>
                    <a:pt x="963" y="433"/>
                    <a:pt x="956" y="428"/>
                    <a:pt x="949" y="424"/>
                  </a:cubicBezTo>
                  <a:cubicBezTo>
                    <a:pt x="932" y="414"/>
                    <a:pt x="912" y="409"/>
                    <a:pt x="893" y="409"/>
                  </a:cubicBezTo>
                  <a:cubicBezTo>
                    <a:pt x="883" y="409"/>
                    <a:pt x="873" y="410"/>
                    <a:pt x="864" y="413"/>
                  </a:cubicBezTo>
                  <a:cubicBezTo>
                    <a:pt x="831" y="425"/>
                    <a:pt x="797" y="431"/>
                    <a:pt x="762" y="431"/>
                  </a:cubicBezTo>
                  <a:cubicBezTo>
                    <a:pt x="749" y="431"/>
                    <a:pt x="735" y="430"/>
                    <a:pt x="722" y="428"/>
                  </a:cubicBezTo>
                  <a:cubicBezTo>
                    <a:pt x="708" y="425"/>
                    <a:pt x="695" y="424"/>
                    <a:pt x="681" y="424"/>
                  </a:cubicBezTo>
                  <a:cubicBezTo>
                    <a:pt x="667" y="424"/>
                    <a:pt x="654" y="425"/>
                    <a:pt x="640" y="428"/>
                  </a:cubicBezTo>
                  <a:cubicBezTo>
                    <a:pt x="612" y="432"/>
                    <a:pt x="583" y="438"/>
                    <a:pt x="549" y="444"/>
                  </a:cubicBezTo>
                  <a:cubicBezTo>
                    <a:pt x="564" y="419"/>
                    <a:pt x="582" y="424"/>
                    <a:pt x="598" y="422"/>
                  </a:cubicBezTo>
                  <a:cubicBezTo>
                    <a:pt x="609" y="421"/>
                    <a:pt x="615" y="417"/>
                    <a:pt x="617" y="407"/>
                  </a:cubicBezTo>
                  <a:cubicBezTo>
                    <a:pt x="661" y="419"/>
                    <a:pt x="703" y="402"/>
                    <a:pt x="746" y="402"/>
                  </a:cubicBezTo>
                  <a:lnTo>
                    <a:pt x="746" y="401"/>
                  </a:lnTo>
                  <a:moveTo>
                    <a:pt x="328" y="313"/>
                  </a:moveTo>
                  <a:cubicBezTo>
                    <a:pt x="328" y="314"/>
                    <a:pt x="328" y="316"/>
                    <a:pt x="328" y="317"/>
                  </a:cubicBezTo>
                  <a:cubicBezTo>
                    <a:pt x="328" y="320"/>
                    <a:pt x="328" y="323"/>
                    <a:pt x="330" y="325"/>
                  </a:cubicBezTo>
                  <a:cubicBezTo>
                    <a:pt x="331" y="327"/>
                    <a:pt x="333" y="329"/>
                    <a:pt x="335" y="331"/>
                  </a:cubicBezTo>
                  <a:cubicBezTo>
                    <a:pt x="336" y="332"/>
                    <a:pt x="336" y="331"/>
                    <a:pt x="336" y="331"/>
                  </a:cubicBezTo>
                  <a:cubicBezTo>
                    <a:pt x="375" y="348"/>
                    <a:pt x="410" y="320"/>
                    <a:pt x="453" y="319"/>
                  </a:cubicBezTo>
                  <a:cubicBezTo>
                    <a:pt x="445" y="327"/>
                    <a:pt x="437" y="334"/>
                    <a:pt x="427" y="340"/>
                  </a:cubicBezTo>
                  <a:cubicBezTo>
                    <a:pt x="414" y="347"/>
                    <a:pt x="400" y="352"/>
                    <a:pt x="385" y="354"/>
                  </a:cubicBezTo>
                  <a:cubicBezTo>
                    <a:pt x="368" y="360"/>
                    <a:pt x="368" y="369"/>
                    <a:pt x="369" y="384"/>
                  </a:cubicBezTo>
                  <a:cubicBezTo>
                    <a:pt x="370" y="398"/>
                    <a:pt x="374" y="407"/>
                    <a:pt x="391" y="410"/>
                  </a:cubicBezTo>
                  <a:cubicBezTo>
                    <a:pt x="396" y="410"/>
                    <a:pt x="400" y="410"/>
                    <a:pt x="404" y="410"/>
                  </a:cubicBezTo>
                  <a:cubicBezTo>
                    <a:pt x="463" y="410"/>
                    <a:pt x="521" y="401"/>
                    <a:pt x="576" y="382"/>
                  </a:cubicBezTo>
                  <a:cubicBezTo>
                    <a:pt x="538" y="359"/>
                    <a:pt x="495" y="339"/>
                    <a:pt x="478" y="300"/>
                  </a:cubicBezTo>
                  <a:cubicBezTo>
                    <a:pt x="476" y="296"/>
                    <a:pt x="474" y="293"/>
                    <a:pt x="472" y="289"/>
                  </a:cubicBezTo>
                  <a:cubicBezTo>
                    <a:pt x="462" y="271"/>
                    <a:pt x="447" y="256"/>
                    <a:pt x="429" y="246"/>
                  </a:cubicBezTo>
                  <a:cubicBezTo>
                    <a:pt x="414" y="237"/>
                    <a:pt x="398" y="232"/>
                    <a:pt x="381" y="230"/>
                  </a:cubicBezTo>
                  <a:cubicBezTo>
                    <a:pt x="372" y="229"/>
                    <a:pt x="363" y="225"/>
                    <a:pt x="355" y="221"/>
                  </a:cubicBezTo>
                  <a:cubicBezTo>
                    <a:pt x="354" y="220"/>
                    <a:pt x="353" y="219"/>
                    <a:pt x="352" y="219"/>
                  </a:cubicBezTo>
                  <a:cubicBezTo>
                    <a:pt x="345" y="215"/>
                    <a:pt x="338" y="213"/>
                    <a:pt x="331" y="213"/>
                  </a:cubicBezTo>
                  <a:cubicBezTo>
                    <a:pt x="323" y="213"/>
                    <a:pt x="316" y="215"/>
                    <a:pt x="310" y="219"/>
                  </a:cubicBezTo>
                  <a:cubicBezTo>
                    <a:pt x="306" y="221"/>
                    <a:pt x="302" y="224"/>
                    <a:pt x="299" y="227"/>
                  </a:cubicBezTo>
                  <a:cubicBezTo>
                    <a:pt x="290" y="236"/>
                    <a:pt x="275" y="237"/>
                    <a:pt x="267" y="249"/>
                  </a:cubicBezTo>
                  <a:cubicBezTo>
                    <a:pt x="291" y="316"/>
                    <a:pt x="342" y="286"/>
                    <a:pt x="387" y="281"/>
                  </a:cubicBezTo>
                  <a:cubicBezTo>
                    <a:pt x="389" y="335"/>
                    <a:pt x="345" y="298"/>
                    <a:pt x="328" y="313"/>
                  </a:cubicBezTo>
                  <a:moveTo>
                    <a:pt x="963" y="305"/>
                  </a:moveTo>
                  <a:cubicBezTo>
                    <a:pt x="1015" y="315"/>
                    <a:pt x="1066" y="328"/>
                    <a:pt x="1116" y="344"/>
                  </a:cubicBezTo>
                  <a:cubicBezTo>
                    <a:pt x="1143" y="353"/>
                    <a:pt x="1172" y="357"/>
                    <a:pt x="1200" y="357"/>
                  </a:cubicBezTo>
                  <a:cubicBezTo>
                    <a:pt x="1222" y="357"/>
                    <a:pt x="1244" y="355"/>
                    <a:pt x="1265" y="350"/>
                  </a:cubicBezTo>
                  <a:cubicBezTo>
                    <a:pt x="1305" y="342"/>
                    <a:pt x="1352" y="348"/>
                    <a:pt x="1383" y="323"/>
                  </a:cubicBezTo>
                  <a:cubicBezTo>
                    <a:pt x="1426" y="288"/>
                    <a:pt x="1462" y="334"/>
                    <a:pt x="1501" y="321"/>
                  </a:cubicBezTo>
                  <a:cubicBezTo>
                    <a:pt x="1503" y="321"/>
                    <a:pt x="1504" y="318"/>
                    <a:pt x="1508" y="315"/>
                  </a:cubicBezTo>
                  <a:cubicBezTo>
                    <a:pt x="1506" y="314"/>
                    <a:pt x="1505" y="313"/>
                    <a:pt x="1503" y="313"/>
                  </a:cubicBezTo>
                  <a:cubicBezTo>
                    <a:pt x="1475" y="297"/>
                    <a:pt x="1444" y="288"/>
                    <a:pt x="1412" y="288"/>
                  </a:cubicBezTo>
                  <a:cubicBezTo>
                    <a:pt x="1395" y="288"/>
                    <a:pt x="1379" y="291"/>
                    <a:pt x="1363" y="295"/>
                  </a:cubicBezTo>
                  <a:cubicBezTo>
                    <a:pt x="1320" y="309"/>
                    <a:pt x="1274" y="310"/>
                    <a:pt x="1233" y="326"/>
                  </a:cubicBezTo>
                  <a:cubicBezTo>
                    <a:pt x="1177" y="349"/>
                    <a:pt x="1138" y="311"/>
                    <a:pt x="1091" y="295"/>
                  </a:cubicBezTo>
                  <a:lnTo>
                    <a:pt x="1200" y="263"/>
                  </a:lnTo>
                  <a:cubicBezTo>
                    <a:pt x="1114" y="249"/>
                    <a:pt x="1040" y="285"/>
                    <a:pt x="962" y="305"/>
                  </a:cubicBezTo>
                  <a:lnTo>
                    <a:pt x="963" y="305"/>
                  </a:lnTo>
                  <a:moveTo>
                    <a:pt x="1133" y="371"/>
                  </a:moveTo>
                  <a:cubicBezTo>
                    <a:pt x="1135" y="383"/>
                    <a:pt x="1140" y="395"/>
                    <a:pt x="1147" y="407"/>
                  </a:cubicBezTo>
                  <a:cubicBezTo>
                    <a:pt x="1157" y="425"/>
                    <a:pt x="1172" y="439"/>
                    <a:pt x="1190" y="450"/>
                  </a:cubicBezTo>
                  <a:cubicBezTo>
                    <a:pt x="1207" y="460"/>
                    <a:pt x="1228" y="466"/>
                    <a:pt x="1248" y="466"/>
                  </a:cubicBezTo>
                  <a:cubicBezTo>
                    <a:pt x="1260" y="466"/>
                    <a:pt x="1271" y="464"/>
                    <a:pt x="1282" y="461"/>
                  </a:cubicBezTo>
                  <a:cubicBezTo>
                    <a:pt x="1213" y="401"/>
                    <a:pt x="1194" y="390"/>
                    <a:pt x="1132" y="371"/>
                  </a:cubicBezTo>
                  <a:lnTo>
                    <a:pt x="1133" y="371"/>
                  </a:lnTo>
                  <a:moveTo>
                    <a:pt x="1338" y="448"/>
                  </a:moveTo>
                  <a:cubicBezTo>
                    <a:pt x="1383" y="485"/>
                    <a:pt x="1424" y="463"/>
                    <a:pt x="1465" y="460"/>
                  </a:cubicBezTo>
                  <a:cubicBezTo>
                    <a:pt x="1505" y="457"/>
                    <a:pt x="1546" y="455"/>
                    <a:pt x="1587" y="453"/>
                  </a:cubicBezTo>
                  <a:cubicBezTo>
                    <a:pt x="1585" y="452"/>
                    <a:pt x="1583" y="451"/>
                    <a:pt x="1581" y="450"/>
                  </a:cubicBezTo>
                  <a:cubicBezTo>
                    <a:pt x="1562" y="439"/>
                    <a:pt x="1540" y="433"/>
                    <a:pt x="1517" y="433"/>
                  </a:cubicBezTo>
                  <a:cubicBezTo>
                    <a:pt x="1505" y="433"/>
                    <a:pt x="1493" y="435"/>
                    <a:pt x="1481" y="438"/>
                  </a:cubicBezTo>
                  <a:cubicBezTo>
                    <a:pt x="1465" y="445"/>
                    <a:pt x="1448" y="448"/>
                    <a:pt x="1430" y="448"/>
                  </a:cubicBezTo>
                  <a:cubicBezTo>
                    <a:pt x="1422" y="448"/>
                    <a:pt x="1413" y="448"/>
                    <a:pt x="1405" y="446"/>
                  </a:cubicBezTo>
                  <a:cubicBezTo>
                    <a:pt x="1382" y="438"/>
                    <a:pt x="1365" y="446"/>
                    <a:pt x="1336" y="448"/>
                  </a:cubicBezTo>
                  <a:lnTo>
                    <a:pt x="1338" y="448"/>
                  </a:lnTo>
                  <a:moveTo>
                    <a:pt x="1750" y="455"/>
                  </a:moveTo>
                  <a:cubicBezTo>
                    <a:pt x="1687" y="423"/>
                    <a:pt x="1629" y="409"/>
                    <a:pt x="1594" y="417"/>
                  </a:cubicBezTo>
                  <a:cubicBezTo>
                    <a:pt x="1634" y="466"/>
                    <a:pt x="1689" y="455"/>
                    <a:pt x="1749" y="456"/>
                  </a:cubicBezTo>
                  <a:lnTo>
                    <a:pt x="1750" y="455"/>
                  </a:lnTo>
                  <a:moveTo>
                    <a:pt x="773" y="555"/>
                  </a:moveTo>
                  <a:lnTo>
                    <a:pt x="891" y="584"/>
                  </a:lnTo>
                  <a:cubicBezTo>
                    <a:pt x="896" y="585"/>
                    <a:pt x="901" y="582"/>
                    <a:pt x="906" y="572"/>
                  </a:cubicBezTo>
                  <a:cubicBezTo>
                    <a:pt x="867" y="540"/>
                    <a:pt x="822" y="542"/>
                    <a:pt x="773" y="555"/>
                  </a:cubicBezTo>
                  <a:moveTo>
                    <a:pt x="1759" y="387"/>
                  </a:moveTo>
                  <a:cubicBezTo>
                    <a:pt x="1814" y="406"/>
                    <a:pt x="1872" y="394"/>
                    <a:pt x="1928" y="398"/>
                  </a:cubicBezTo>
                  <a:cubicBezTo>
                    <a:pt x="1903" y="389"/>
                    <a:pt x="1876" y="383"/>
                    <a:pt x="1849" y="381"/>
                  </a:cubicBezTo>
                  <a:cubicBezTo>
                    <a:pt x="1838" y="378"/>
                    <a:pt x="1826" y="377"/>
                    <a:pt x="1814" y="377"/>
                  </a:cubicBezTo>
                  <a:cubicBezTo>
                    <a:pt x="1796" y="377"/>
                    <a:pt x="1777" y="380"/>
                    <a:pt x="1759" y="387"/>
                  </a:cubicBezTo>
                  <a:moveTo>
                    <a:pt x="1197" y="295"/>
                  </a:moveTo>
                  <a:cubicBezTo>
                    <a:pt x="1254" y="294"/>
                    <a:pt x="1307" y="274"/>
                    <a:pt x="1372" y="278"/>
                  </a:cubicBezTo>
                  <a:cubicBezTo>
                    <a:pt x="1302" y="231"/>
                    <a:pt x="1253" y="286"/>
                    <a:pt x="1198" y="295"/>
                  </a:cubicBezTo>
                  <a:lnTo>
                    <a:pt x="1197" y="295"/>
                  </a:lnTo>
                  <a:moveTo>
                    <a:pt x="1481" y="348"/>
                  </a:moveTo>
                  <a:cubicBezTo>
                    <a:pt x="1535" y="372"/>
                    <a:pt x="1537" y="372"/>
                    <a:pt x="1586" y="359"/>
                  </a:cubicBezTo>
                  <a:cubicBezTo>
                    <a:pt x="1564" y="350"/>
                    <a:pt x="1541" y="345"/>
                    <a:pt x="1517" y="345"/>
                  </a:cubicBezTo>
                  <a:cubicBezTo>
                    <a:pt x="1505" y="345"/>
                    <a:pt x="1493" y="346"/>
                    <a:pt x="1481" y="348"/>
                  </a:cubicBezTo>
                  <a:moveTo>
                    <a:pt x="1628" y="382"/>
                  </a:moveTo>
                  <a:cubicBezTo>
                    <a:pt x="1630" y="384"/>
                    <a:pt x="1632" y="386"/>
                    <a:pt x="1635" y="387"/>
                  </a:cubicBezTo>
                  <a:cubicBezTo>
                    <a:pt x="1651" y="397"/>
                    <a:pt x="1672" y="402"/>
                    <a:pt x="1692" y="402"/>
                  </a:cubicBezTo>
                  <a:cubicBezTo>
                    <a:pt x="1704" y="402"/>
                    <a:pt x="1716" y="400"/>
                    <a:pt x="1727" y="396"/>
                  </a:cubicBezTo>
                  <a:cubicBezTo>
                    <a:pt x="1705" y="385"/>
                    <a:pt x="1681" y="379"/>
                    <a:pt x="1657" y="379"/>
                  </a:cubicBezTo>
                  <a:cubicBezTo>
                    <a:pt x="1647" y="379"/>
                    <a:pt x="1638" y="380"/>
                    <a:pt x="1629" y="382"/>
                  </a:cubicBezTo>
                  <a:lnTo>
                    <a:pt x="1628" y="382"/>
                  </a:lnTo>
                  <a:moveTo>
                    <a:pt x="869" y="308"/>
                  </a:moveTo>
                  <a:cubicBezTo>
                    <a:pt x="868" y="307"/>
                    <a:pt x="868" y="307"/>
                    <a:pt x="867" y="306"/>
                  </a:cubicBezTo>
                  <a:cubicBezTo>
                    <a:pt x="848" y="295"/>
                    <a:pt x="826" y="289"/>
                    <a:pt x="804" y="289"/>
                  </a:cubicBezTo>
                  <a:cubicBezTo>
                    <a:pt x="793" y="289"/>
                    <a:pt x="783" y="291"/>
                    <a:pt x="772" y="294"/>
                  </a:cubicBezTo>
                  <a:cubicBezTo>
                    <a:pt x="794" y="304"/>
                    <a:pt x="818" y="310"/>
                    <a:pt x="842" y="310"/>
                  </a:cubicBezTo>
                  <a:cubicBezTo>
                    <a:pt x="852" y="310"/>
                    <a:pt x="861" y="309"/>
                    <a:pt x="870" y="308"/>
                  </a:cubicBezTo>
                  <a:lnTo>
                    <a:pt x="869" y="308"/>
                  </a:lnTo>
                  <a:moveTo>
                    <a:pt x="1226" y="230"/>
                  </a:moveTo>
                  <a:cubicBezTo>
                    <a:pt x="1173" y="207"/>
                    <a:pt x="1173" y="207"/>
                    <a:pt x="1144" y="247"/>
                  </a:cubicBezTo>
                  <a:cubicBezTo>
                    <a:pt x="1175" y="228"/>
                    <a:pt x="1201" y="240"/>
                    <a:pt x="1227" y="230"/>
                  </a:cubicBezTo>
                  <a:lnTo>
                    <a:pt x="1226" y="230"/>
                  </a:lnTo>
                  <a:moveTo>
                    <a:pt x="1955" y="427"/>
                  </a:moveTo>
                  <a:cubicBezTo>
                    <a:pt x="1959" y="429"/>
                    <a:pt x="1962" y="432"/>
                    <a:pt x="1966" y="434"/>
                  </a:cubicBezTo>
                  <a:cubicBezTo>
                    <a:pt x="1984" y="445"/>
                    <a:pt x="2006" y="451"/>
                    <a:pt x="2027" y="453"/>
                  </a:cubicBezTo>
                  <a:cubicBezTo>
                    <a:pt x="2021" y="446"/>
                    <a:pt x="2014" y="440"/>
                    <a:pt x="2007" y="436"/>
                  </a:cubicBezTo>
                  <a:cubicBezTo>
                    <a:pt x="1995" y="429"/>
                    <a:pt x="1982" y="426"/>
                    <a:pt x="1969" y="426"/>
                  </a:cubicBezTo>
                  <a:cubicBezTo>
                    <a:pt x="1965" y="426"/>
                    <a:pt x="1961" y="426"/>
                    <a:pt x="1956" y="427"/>
                  </a:cubicBezTo>
                  <a:lnTo>
                    <a:pt x="1955" y="427"/>
                  </a:lnTo>
                  <a:moveTo>
                    <a:pt x="664" y="374"/>
                  </a:moveTo>
                  <a:cubicBezTo>
                    <a:pt x="634" y="360"/>
                    <a:pt x="634" y="360"/>
                    <a:pt x="612" y="369"/>
                  </a:cubicBezTo>
                  <a:cubicBezTo>
                    <a:pt x="623" y="374"/>
                    <a:pt x="634" y="377"/>
                    <a:pt x="647" y="377"/>
                  </a:cubicBezTo>
                  <a:cubicBezTo>
                    <a:pt x="653" y="377"/>
                    <a:pt x="659" y="376"/>
                    <a:pt x="665" y="375"/>
                  </a:cubicBezTo>
                  <a:lnTo>
                    <a:pt x="664" y="374"/>
                  </a:lnTo>
                  <a:moveTo>
                    <a:pt x="1982" y="393"/>
                  </a:moveTo>
                  <a:cubicBezTo>
                    <a:pt x="1999" y="419"/>
                    <a:pt x="2024" y="415"/>
                    <a:pt x="2041" y="425"/>
                  </a:cubicBezTo>
                  <a:cubicBezTo>
                    <a:pt x="2035" y="417"/>
                    <a:pt x="2027" y="411"/>
                    <a:pt x="2018" y="406"/>
                  </a:cubicBezTo>
                  <a:cubicBezTo>
                    <a:pt x="2007" y="400"/>
                    <a:pt x="1996" y="396"/>
                    <a:pt x="1983" y="394"/>
                  </a:cubicBezTo>
                  <a:lnTo>
                    <a:pt x="1982" y="393"/>
                  </a:lnTo>
                  <a:moveTo>
                    <a:pt x="1627" y="350"/>
                  </a:moveTo>
                  <a:cubicBezTo>
                    <a:pt x="1654" y="369"/>
                    <a:pt x="1670" y="353"/>
                    <a:pt x="1688" y="350"/>
                  </a:cubicBezTo>
                  <a:cubicBezTo>
                    <a:pt x="1678" y="347"/>
                    <a:pt x="1667" y="346"/>
                    <a:pt x="1657" y="346"/>
                  </a:cubicBezTo>
                  <a:cubicBezTo>
                    <a:pt x="1646" y="346"/>
                    <a:pt x="1637" y="347"/>
                    <a:pt x="1627" y="350"/>
                  </a:cubicBezTo>
                  <a:moveTo>
                    <a:pt x="165" y="595"/>
                  </a:moveTo>
                  <a:cubicBezTo>
                    <a:pt x="166" y="594"/>
                    <a:pt x="166" y="593"/>
                    <a:pt x="167" y="592"/>
                  </a:cubicBezTo>
                  <a:cubicBezTo>
                    <a:pt x="173" y="583"/>
                    <a:pt x="175" y="573"/>
                    <a:pt x="175" y="562"/>
                  </a:cubicBezTo>
                  <a:cubicBezTo>
                    <a:pt x="175" y="555"/>
                    <a:pt x="174" y="549"/>
                    <a:pt x="172" y="542"/>
                  </a:cubicBezTo>
                  <a:cubicBezTo>
                    <a:pt x="156" y="557"/>
                    <a:pt x="151" y="571"/>
                    <a:pt x="165" y="595"/>
                  </a:cubicBezTo>
                  <a:moveTo>
                    <a:pt x="1946" y="542"/>
                  </a:moveTo>
                  <a:cubicBezTo>
                    <a:pt x="1935" y="518"/>
                    <a:pt x="1918" y="525"/>
                    <a:pt x="1901" y="531"/>
                  </a:cubicBezTo>
                  <a:lnTo>
                    <a:pt x="1946" y="542"/>
                  </a:lnTo>
                  <a:moveTo>
                    <a:pt x="915" y="267"/>
                  </a:moveTo>
                  <a:cubicBezTo>
                    <a:pt x="897" y="267"/>
                    <a:pt x="882" y="260"/>
                    <a:pt x="874" y="279"/>
                  </a:cubicBezTo>
                  <a:cubicBezTo>
                    <a:pt x="876" y="279"/>
                    <a:pt x="879" y="280"/>
                    <a:pt x="882" y="280"/>
                  </a:cubicBezTo>
                  <a:cubicBezTo>
                    <a:pt x="891" y="280"/>
                    <a:pt x="901" y="277"/>
                    <a:pt x="910" y="272"/>
                  </a:cubicBezTo>
                  <a:cubicBezTo>
                    <a:pt x="912" y="271"/>
                    <a:pt x="914" y="270"/>
                    <a:pt x="915" y="268"/>
                  </a:cubicBezTo>
                  <a:lnTo>
                    <a:pt x="915" y="267"/>
                  </a:lnTo>
                  <a:moveTo>
                    <a:pt x="1841" y="360"/>
                  </a:moveTo>
                  <a:cubicBezTo>
                    <a:pt x="1841" y="367"/>
                    <a:pt x="1838" y="358"/>
                    <a:pt x="1845" y="360"/>
                  </a:cubicBezTo>
                  <a:cubicBezTo>
                    <a:pt x="1847" y="361"/>
                    <a:pt x="1848" y="361"/>
                    <a:pt x="1850" y="361"/>
                  </a:cubicBezTo>
                  <a:cubicBezTo>
                    <a:pt x="1851" y="361"/>
                    <a:pt x="1854" y="361"/>
                    <a:pt x="1855" y="360"/>
                  </a:cubicBezTo>
                  <a:cubicBezTo>
                    <a:pt x="1858" y="353"/>
                    <a:pt x="1858" y="362"/>
                    <a:pt x="1851" y="360"/>
                  </a:cubicBezTo>
                  <a:cubicBezTo>
                    <a:pt x="1851" y="360"/>
                    <a:pt x="1850" y="360"/>
                    <a:pt x="1849" y="360"/>
                  </a:cubicBezTo>
                  <a:cubicBezTo>
                    <a:pt x="1847" y="360"/>
                    <a:pt x="1844" y="361"/>
                    <a:pt x="1841" y="361"/>
                  </a:cubicBezTo>
                  <a:lnTo>
                    <a:pt x="1841" y="36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3"/>
            <p:cNvSpPr/>
            <p:nvPr/>
          </p:nvSpPr>
          <p:spPr>
            <a:xfrm>
              <a:off x="3464640" y="3349080"/>
              <a:ext cx="651240" cy="560520"/>
            </a:xfrm>
            <a:custGeom>
              <a:rect b="b" l="l" r="r" t="t"/>
              <a:pathLst>
                <a:path extrusionOk="0" h="1557" w="1809">
                  <a:moveTo>
                    <a:pt x="1686" y="965"/>
                  </a:moveTo>
                  <a:cubicBezTo>
                    <a:pt x="1706" y="963"/>
                    <a:pt x="1694" y="988"/>
                    <a:pt x="1709" y="992"/>
                  </a:cubicBezTo>
                  <a:cubicBezTo>
                    <a:pt x="1715" y="971"/>
                    <a:pt x="1717" y="949"/>
                    <a:pt x="1717" y="928"/>
                  </a:cubicBezTo>
                  <a:cubicBezTo>
                    <a:pt x="1717" y="914"/>
                    <a:pt x="1716" y="901"/>
                    <a:pt x="1714" y="888"/>
                  </a:cubicBezTo>
                  <a:cubicBezTo>
                    <a:pt x="1708" y="820"/>
                    <a:pt x="1707" y="751"/>
                    <a:pt x="1697" y="683"/>
                  </a:cubicBezTo>
                  <a:cubicBezTo>
                    <a:pt x="1682" y="590"/>
                    <a:pt x="1637" y="507"/>
                    <a:pt x="1591" y="427"/>
                  </a:cubicBezTo>
                  <a:cubicBezTo>
                    <a:pt x="1575" y="400"/>
                    <a:pt x="1571" y="368"/>
                    <a:pt x="1554" y="342"/>
                  </a:cubicBezTo>
                  <a:cubicBezTo>
                    <a:pt x="1524" y="298"/>
                    <a:pt x="1492" y="248"/>
                    <a:pt x="1448" y="229"/>
                  </a:cubicBezTo>
                  <a:cubicBezTo>
                    <a:pt x="1380" y="201"/>
                    <a:pt x="1331" y="140"/>
                    <a:pt x="1256" y="128"/>
                  </a:cubicBezTo>
                  <a:cubicBezTo>
                    <a:pt x="1173" y="113"/>
                    <a:pt x="1101" y="67"/>
                    <a:pt x="1021" y="42"/>
                  </a:cubicBezTo>
                  <a:cubicBezTo>
                    <a:pt x="982" y="31"/>
                    <a:pt x="941" y="25"/>
                    <a:pt x="901" y="25"/>
                  </a:cubicBezTo>
                  <a:cubicBezTo>
                    <a:pt x="875" y="25"/>
                    <a:pt x="849" y="27"/>
                    <a:pt x="823" y="32"/>
                  </a:cubicBezTo>
                  <a:cubicBezTo>
                    <a:pt x="807" y="34"/>
                    <a:pt x="799" y="48"/>
                    <a:pt x="786" y="55"/>
                  </a:cubicBezTo>
                  <a:cubicBezTo>
                    <a:pt x="769" y="65"/>
                    <a:pt x="755" y="84"/>
                    <a:pt x="731" y="72"/>
                  </a:cubicBezTo>
                  <a:lnTo>
                    <a:pt x="732" y="72"/>
                  </a:lnTo>
                  <a:cubicBezTo>
                    <a:pt x="736" y="68"/>
                    <a:pt x="742" y="65"/>
                    <a:pt x="744" y="61"/>
                  </a:cubicBezTo>
                  <a:cubicBezTo>
                    <a:pt x="746" y="52"/>
                    <a:pt x="737" y="54"/>
                    <a:pt x="733" y="55"/>
                  </a:cubicBezTo>
                  <a:cubicBezTo>
                    <a:pt x="685" y="65"/>
                    <a:pt x="638" y="82"/>
                    <a:pt x="596" y="107"/>
                  </a:cubicBezTo>
                  <a:cubicBezTo>
                    <a:pt x="593" y="108"/>
                    <a:pt x="591" y="110"/>
                    <a:pt x="588" y="111"/>
                  </a:cubicBezTo>
                  <a:cubicBezTo>
                    <a:pt x="566" y="126"/>
                    <a:pt x="547" y="147"/>
                    <a:pt x="514" y="136"/>
                  </a:cubicBezTo>
                  <a:lnTo>
                    <a:pt x="513" y="136"/>
                  </a:lnTo>
                  <a:cubicBezTo>
                    <a:pt x="504" y="136"/>
                    <a:pt x="494" y="139"/>
                    <a:pt x="486" y="143"/>
                  </a:cubicBezTo>
                  <a:cubicBezTo>
                    <a:pt x="480" y="147"/>
                    <a:pt x="475" y="152"/>
                    <a:pt x="470" y="157"/>
                  </a:cubicBezTo>
                  <a:cubicBezTo>
                    <a:pt x="437" y="207"/>
                    <a:pt x="386" y="223"/>
                    <a:pt x="332" y="232"/>
                  </a:cubicBezTo>
                  <a:cubicBezTo>
                    <a:pt x="328" y="232"/>
                    <a:pt x="324" y="233"/>
                    <a:pt x="321" y="234"/>
                  </a:cubicBezTo>
                  <a:cubicBezTo>
                    <a:pt x="244" y="275"/>
                    <a:pt x="162" y="249"/>
                    <a:pt x="81" y="253"/>
                  </a:cubicBezTo>
                  <a:lnTo>
                    <a:pt x="80" y="253"/>
                  </a:lnTo>
                  <a:cubicBezTo>
                    <a:pt x="56" y="253"/>
                    <a:pt x="32" y="247"/>
                    <a:pt x="11" y="236"/>
                  </a:cubicBezTo>
                  <a:cubicBezTo>
                    <a:pt x="4" y="233"/>
                    <a:pt x="0" y="227"/>
                    <a:pt x="6" y="215"/>
                  </a:cubicBezTo>
                  <a:cubicBezTo>
                    <a:pt x="79" y="246"/>
                    <a:pt x="157" y="225"/>
                    <a:pt x="234" y="233"/>
                  </a:cubicBezTo>
                  <a:cubicBezTo>
                    <a:pt x="260" y="236"/>
                    <a:pt x="291" y="220"/>
                    <a:pt x="320" y="212"/>
                  </a:cubicBezTo>
                  <a:cubicBezTo>
                    <a:pt x="343" y="205"/>
                    <a:pt x="366" y="196"/>
                    <a:pt x="390" y="191"/>
                  </a:cubicBezTo>
                  <a:cubicBezTo>
                    <a:pt x="413" y="186"/>
                    <a:pt x="435" y="183"/>
                    <a:pt x="442" y="152"/>
                  </a:cubicBezTo>
                  <a:cubicBezTo>
                    <a:pt x="446" y="136"/>
                    <a:pt x="469" y="131"/>
                    <a:pt x="482" y="123"/>
                  </a:cubicBezTo>
                  <a:cubicBezTo>
                    <a:pt x="599" y="62"/>
                    <a:pt x="727" y="22"/>
                    <a:pt x="859" y="7"/>
                  </a:cubicBezTo>
                  <a:cubicBezTo>
                    <a:pt x="884" y="2"/>
                    <a:pt x="910" y="0"/>
                    <a:pt x="935" y="0"/>
                  </a:cubicBezTo>
                  <a:cubicBezTo>
                    <a:pt x="997" y="0"/>
                    <a:pt x="1058" y="14"/>
                    <a:pt x="1113" y="41"/>
                  </a:cubicBezTo>
                  <a:cubicBezTo>
                    <a:pt x="1162" y="68"/>
                    <a:pt x="1214" y="88"/>
                    <a:pt x="1263" y="113"/>
                  </a:cubicBezTo>
                  <a:cubicBezTo>
                    <a:pt x="1297" y="130"/>
                    <a:pt x="1341" y="127"/>
                    <a:pt x="1367" y="160"/>
                  </a:cubicBezTo>
                  <a:cubicBezTo>
                    <a:pt x="1367" y="161"/>
                    <a:pt x="1371" y="163"/>
                    <a:pt x="1372" y="163"/>
                  </a:cubicBezTo>
                  <a:cubicBezTo>
                    <a:pt x="1415" y="134"/>
                    <a:pt x="1425" y="180"/>
                    <a:pt x="1448" y="197"/>
                  </a:cubicBezTo>
                  <a:cubicBezTo>
                    <a:pt x="1450" y="197"/>
                    <a:pt x="1451" y="200"/>
                    <a:pt x="1452" y="201"/>
                  </a:cubicBezTo>
                  <a:cubicBezTo>
                    <a:pt x="1466" y="213"/>
                    <a:pt x="1492" y="188"/>
                    <a:pt x="1501" y="220"/>
                  </a:cubicBezTo>
                  <a:cubicBezTo>
                    <a:pt x="1503" y="229"/>
                    <a:pt x="1506" y="239"/>
                    <a:pt x="1511" y="247"/>
                  </a:cubicBezTo>
                  <a:cubicBezTo>
                    <a:pt x="1516" y="255"/>
                    <a:pt x="1521" y="262"/>
                    <a:pt x="1528" y="268"/>
                  </a:cubicBezTo>
                  <a:cubicBezTo>
                    <a:pt x="1581" y="304"/>
                    <a:pt x="1597" y="363"/>
                    <a:pt x="1618" y="416"/>
                  </a:cubicBezTo>
                  <a:cubicBezTo>
                    <a:pt x="1657" y="511"/>
                    <a:pt x="1710" y="601"/>
                    <a:pt x="1716" y="709"/>
                  </a:cubicBezTo>
                  <a:cubicBezTo>
                    <a:pt x="1722" y="816"/>
                    <a:pt x="1743" y="923"/>
                    <a:pt x="1728" y="1031"/>
                  </a:cubicBezTo>
                  <a:cubicBezTo>
                    <a:pt x="1728" y="1040"/>
                    <a:pt x="1723" y="1051"/>
                    <a:pt x="1728" y="1057"/>
                  </a:cubicBezTo>
                  <a:cubicBezTo>
                    <a:pt x="1755" y="1085"/>
                    <a:pt x="1746" y="1120"/>
                    <a:pt x="1747" y="1153"/>
                  </a:cubicBezTo>
                  <a:cubicBezTo>
                    <a:pt x="1747" y="1183"/>
                    <a:pt x="1752" y="1214"/>
                    <a:pt x="1763" y="1243"/>
                  </a:cubicBezTo>
                  <a:cubicBezTo>
                    <a:pt x="1788" y="1317"/>
                    <a:pt x="1802" y="1395"/>
                    <a:pt x="1803" y="1473"/>
                  </a:cubicBezTo>
                  <a:cubicBezTo>
                    <a:pt x="1803" y="1485"/>
                    <a:pt x="1808" y="1503"/>
                    <a:pt x="1789" y="1504"/>
                  </a:cubicBezTo>
                  <a:cubicBezTo>
                    <a:pt x="1776" y="1504"/>
                    <a:pt x="1768" y="1491"/>
                    <a:pt x="1768" y="1477"/>
                  </a:cubicBezTo>
                  <a:cubicBezTo>
                    <a:pt x="1773" y="1472"/>
                    <a:pt x="1794" y="1482"/>
                    <a:pt x="1785" y="1467"/>
                  </a:cubicBezTo>
                  <a:cubicBezTo>
                    <a:pt x="1779" y="1453"/>
                    <a:pt x="1775" y="1438"/>
                    <a:pt x="1775" y="1423"/>
                  </a:cubicBezTo>
                  <a:cubicBezTo>
                    <a:pt x="1774" y="1376"/>
                    <a:pt x="1764" y="1331"/>
                    <a:pt x="1744" y="1289"/>
                  </a:cubicBezTo>
                  <a:cubicBezTo>
                    <a:pt x="1743" y="1287"/>
                    <a:pt x="1742" y="1285"/>
                    <a:pt x="1741" y="1283"/>
                  </a:cubicBezTo>
                  <a:cubicBezTo>
                    <a:pt x="1730" y="1265"/>
                    <a:pt x="1724" y="1244"/>
                    <a:pt x="1723" y="1222"/>
                  </a:cubicBezTo>
                  <a:cubicBezTo>
                    <a:pt x="1723" y="1201"/>
                    <a:pt x="1721" y="1179"/>
                    <a:pt x="1720" y="1158"/>
                  </a:cubicBezTo>
                  <a:cubicBezTo>
                    <a:pt x="1705" y="1179"/>
                    <a:pt x="1680" y="1197"/>
                    <a:pt x="1693" y="1225"/>
                  </a:cubicBezTo>
                  <a:cubicBezTo>
                    <a:pt x="1698" y="1235"/>
                    <a:pt x="1700" y="1245"/>
                    <a:pt x="1700" y="1257"/>
                  </a:cubicBezTo>
                  <a:cubicBezTo>
                    <a:pt x="1700" y="1268"/>
                    <a:pt x="1698" y="1280"/>
                    <a:pt x="1693" y="1290"/>
                  </a:cubicBezTo>
                  <a:cubicBezTo>
                    <a:pt x="1669" y="1286"/>
                    <a:pt x="1663" y="1231"/>
                    <a:pt x="1624" y="1270"/>
                  </a:cubicBezTo>
                  <a:cubicBezTo>
                    <a:pt x="1667" y="1313"/>
                    <a:pt x="1704" y="1361"/>
                    <a:pt x="1734" y="1414"/>
                  </a:cubicBezTo>
                  <a:cubicBezTo>
                    <a:pt x="1746" y="1435"/>
                    <a:pt x="1758" y="1457"/>
                    <a:pt x="1768" y="1479"/>
                  </a:cubicBezTo>
                  <a:cubicBezTo>
                    <a:pt x="1759" y="1479"/>
                    <a:pt x="1748" y="1476"/>
                    <a:pt x="1746" y="1490"/>
                  </a:cubicBezTo>
                  <a:cubicBezTo>
                    <a:pt x="1746" y="1496"/>
                    <a:pt x="1746" y="1503"/>
                    <a:pt x="1746" y="1509"/>
                  </a:cubicBezTo>
                  <a:cubicBezTo>
                    <a:pt x="1746" y="1515"/>
                    <a:pt x="1746" y="1522"/>
                    <a:pt x="1746" y="1528"/>
                  </a:cubicBezTo>
                  <a:cubicBezTo>
                    <a:pt x="1746" y="1537"/>
                    <a:pt x="1749" y="1547"/>
                    <a:pt x="1738" y="1552"/>
                  </a:cubicBezTo>
                  <a:cubicBezTo>
                    <a:pt x="1726" y="1556"/>
                    <a:pt x="1722" y="1547"/>
                    <a:pt x="1715" y="1542"/>
                  </a:cubicBezTo>
                  <a:cubicBezTo>
                    <a:pt x="1698" y="1528"/>
                    <a:pt x="1683" y="1511"/>
                    <a:pt x="1671" y="1492"/>
                  </a:cubicBezTo>
                  <a:cubicBezTo>
                    <a:pt x="1658" y="1472"/>
                    <a:pt x="1641" y="1456"/>
                    <a:pt x="1620" y="1444"/>
                  </a:cubicBezTo>
                  <a:cubicBezTo>
                    <a:pt x="1604" y="1435"/>
                    <a:pt x="1588" y="1429"/>
                    <a:pt x="1570" y="1426"/>
                  </a:cubicBezTo>
                  <a:cubicBezTo>
                    <a:pt x="1561" y="1416"/>
                    <a:pt x="1551" y="1407"/>
                    <a:pt x="1540" y="1401"/>
                  </a:cubicBezTo>
                  <a:cubicBezTo>
                    <a:pt x="1527" y="1393"/>
                    <a:pt x="1513" y="1388"/>
                    <a:pt x="1498" y="1386"/>
                  </a:cubicBezTo>
                  <a:cubicBezTo>
                    <a:pt x="1452" y="1373"/>
                    <a:pt x="1404" y="1365"/>
                    <a:pt x="1356" y="1362"/>
                  </a:cubicBezTo>
                  <a:cubicBezTo>
                    <a:pt x="1344" y="1362"/>
                    <a:pt x="1329" y="1366"/>
                    <a:pt x="1321" y="1350"/>
                  </a:cubicBezTo>
                  <a:cubicBezTo>
                    <a:pt x="1331" y="1330"/>
                    <a:pt x="1351" y="1332"/>
                    <a:pt x="1368" y="1330"/>
                  </a:cubicBezTo>
                  <a:cubicBezTo>
                    <a:pt x="1381" y="1330"/>
                    <a:pt x="1394" y="1326"/>
                    <a:pt x="1405" y="1320"/>
                  </a:cubicBezTo>
                  <a:cubicBezTo>
                    <a:pt x="1410" y="1317"/>
                    <a:pt x="1413" y="1314"/>
                    <a:pt x="1417" y="1311"/>
                  </a:cubicBezTo>
                  <a:cubicBezTo>
                    <a:pt x="1429" y="1301"/>
                    <a:pt x="1438" y="1281"/>
                    <a:pt x="1423" y="1273"/>
                  </a:cubicBezTo>
                  <a:cubicBezTo>
                    <a:pt x="1394" y="1258"/>
                    <a:pt x="1387" y="1209"/>
                    <a:pt x="1335" y="1228"/>
                  </a:cubicBezTo>
                  <a:cubicBezTo>
                    <a:pt x="1347" y="1202"/>
                    <a:pt x="1365" y="1202"/>
                    <a:pt x="1375" y="1207"/>
                  </a:cubicBezTo>
                  <a:cubicBezTo>
                    <a:pt x="1453" y="1237"/>
                    <a:pt x="1537" y="1212"/>
                    <a:pt x="1613" y="1236"/>
                  </a:cubicBezTo>
                  <a:cubicBezTo>
                    <a:pt x="1634" y="1242"/>
                    <a:pt x="1649" y="1228"/>
                    <a:pt x="1660" y="1213"/>
                  </a:cubicBezTo>
                  <a:cubicBezTo>
                    <a:pt x="1665" y="1206"/>
                    <a:pt x="1669" y="1199"/>
                    <a:pt x="1674" y="1191"/>
                  </a:cubicBezTo>
                  <a:cubicBezTo>
                    <a:pt x="1695" y="1154"/>
                    <a:pt x="1709" y="1113"/>
                    <a:pt x="1715" y="1071"/>
                  </a:cubicBezTo>
                  <a:cubicBezTo>
                    <a:pt x="1688" y="1071"/>
                    <a:pt x="1695" y="1097"/>
                    <a:pt x="1678" y="1105"/>
                  </a:cubicBezTo>
                  <a:cubicBezTo>
                    <a:pt x="1663" y="1065"/>
                    <a:pt x="1670" y="1021"/>
                    <a:pt x="1649" y="970"/>
                  </a:cubicBezTo>
                  <a:cubicBezTo>
                    <a:pt x="1683" y="999"/>
                    <a:pt x="1676" y="1030"/>
                    <a:pt x="1683" y="1055"/>
                  </a:cubicBezTo>
                  <a:cubicBezTo>
                    <a:pt x="1687" y="1038"/>
                    <a:pt x="1690" y="1021"/>
                    <a:pt x="1690" y="1004"/>
                  </a:cubicBezTo>
                  <a:cubicBezTo>
                    <a:pt x="1690" y="991"/>
                    <a:pt x="1688" y="977"/>
                    <a:pt x="1685" y="964"/>
                  </a:cubicBezTo>
                  <a:lnTo>
                    <a:pt x="1686" y="965"/>
                  </a:lnTo>
                  <a:moveTo>
                    <a:pt x="1549" y="1256"/>
                  </a:moveTo>
                  <a:cubicBezTo>
                    <a:pt x="1583" y="1270"/>
                    <a:pt x="1608" y="1299"/>
                    <a:pt x="1642" y="1312"/>
                  </a:cubicBezTo>
                  <a:cubicBezTo>
                    <a:pt x="1618" y="1280"/>
                    <a:pt x="1591" y="1254"/>
                    <a:pt x="1549" y="1256"/>
                  </a:cubicBezTo>
                  <a:moveTo>
                    <a:pt x="1486" y="1349"/>
                  </a:moveTo>
                  <a:cubicBezTo>
                    <a:pt x="1464" y="1334"/>
                    <a:pt x="1448" y="1322"/>
                    <a:pt x="1425" y="1333"/>
                  </a:cubicBezTo>
                  <a:cubicBezTo>
                    <a:pt x="1441" y="1350"/>
                    <a:pt x="1458" y="1351"/>
                    <a:pt x="1486" y="13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3"/>
            <p:cNvSpPr/>
            <p:nvPr/>
          </p:nvSpPr>
          <p:spPr>
            <a:xfrm>
              <a:off x="2784600" y="3408840"/>
              <a:ext cx="149760" cy="682560"/>
            </a:xfrm>
            <a:custGeom>
              <a:rect b="b" l="l" r="r" t="t"/>
              <a:pathLst>
                <a:path extrusionOk="0" h="1896" w="416">
                  <a:moveTo>
                    <a:pt x="413" y="44"/>
                  </a:moveTo>
                  <a:cubicBezTo>
                    <a:pt x="413" y="53"/>
                    <a:pt x="415" y="65"/>
                    <a:pt x="400" y="62"/>
                  </a:cubicBezTo>
                  <a:cubicBezTo>
                    <a:pt x="385" y="59"/>
                    <a:pt x="364" y="54"/>
                    <a:pt x="347" y="50"/>
                  </a:cubicBezTo>
                  <a:cubicBezTo>
                    <a:pt x="344" y="48"/>
                    <a:pt x="341" y="47"/>
                    <a:pt x="337" y="47"/>
                  </a:cubicBezTo>
                  <a:cubicBezTo>
                    <a:pt x="332" y="47"/>
                    <a:pt x="328" y="49"/>
                    <a:pt x="324" y="51"/>
                  </a:cubicBezTo>
                  <a:cubicBezTo>
                    <a:pt x="323" y="52"/>
                    <a:pt x="322" y="52"/>
                    <a:pt x="321" y="53"/>
                  </a:cubicBezTo>
                  <a:cubicBezTo>
                    <a:pt x="314" y="57"/>
                    <a:pt x="307" y="62"/>
                    <a:pt x="301" y="65"/>
                  </a:cubicBezTo>
                  <a:cubicBezTo>
                    <a:pt x="263" y="87"/>
                    <a:pt x="221" y="100"/>
                    <a:pt x="178" y="102"/>
                  </a:cubicBezTo>
                  <a:cubicBezTo>
                    <a:pt x="143" y="106"/>
                    <a:pt x="109" y="117"/>
                    <a:pt x="80" y="134"/>
                  </a:cubicBezTo>
                  <a:cubicBezTo>
                    <a:pt x="77" y="136"/>
                    <a:pt x="76" y="137"/>
                    <a:pt x="74" y="138"/>
                  </a:cubicBezTo>
                  <a:cubicBezTo>
                    <a:pt x="39" y="158"/>
                    <a:pt x="34" y="173"/>
                    <a:pt x="42" y="212"/>
                  </a:cubicBezTo>
                  <a:cubicBezTo>
                    <a:pt x="42" y="218"/>
                    <a:pt x="44" y="223"/>
                    <a:pt x="46" y="228"/>
                  </a:cubicBezTo>
                  <a:cubicBezTo>
                    <a:pt x="77" y="281"/>
                    <a:pt x="69" y="339"/>
                    <a:pt x="69" y="395"/>
                  </a:cubicBezTo>
                  <a:cubicBezTo>
                    <a:pt x="69" y="471"/>
                    <a:pt x="80" y="543"/>
                    <a:pt x="130" y="605"/>
                  </a:cubicBezTo>
                  <a:cubicBezTo>
                    <a:pt x="136" y="612"/>
                    <a:pt x="141" y="621"/>
                    <a:pt x="146" y="629"/>
                  </a:cubicBezTo>
                  <a:cubicBezTo>
                    <a:pt x="168" y="667"/>
                    <a:pt x="180" y="711"/>
                    <a:pt x="180" y="756"/>
                  </a:cubicBezTo>
                  <a:cubicBezTo>
                    <a:pt x="182" y="793"/>
                    <a:pt x="187" y="830"/>
                    <a:pt x="197" y="866"/>
                  </a:cubicBezTo>
                  <a:cubicBezTo>
                    <a:pt x="210" y="917"/>
                    <a:pt x="216" y="969"/>
                    <a:pt x="216" y="1021"/>
                  </a:cubicBezTo>
                  <a:cubicBezTo>
                    <a:pt x="216" y="1047"/>
                    <a:pt x="214" y="1073"/>
                    <a:pt x="211" y="1099"/>
                  </a:cubicBezTo>
                  <a:cubicBezTo>
                    <a:pt x="204" y="1184"/>
                    <a:pt x="203" y="1270"/>
                    <a:pt x="203" y="1355"/>
                  </a:cubicBezTo>
                  <a:cubicBezTo>
                    <a:pt x="203" y="1404"/>
                    <a:pt x="216" y="1452"/>
                    <a:pt x="240" y="1494"/>
                  </a:cubicBezTo>
                  <a:cubicBezTo>
                    <a:pt x="247" y="1508"/>
                    <a:pt x="255" y="1521"/>
                    <a:pt x="263" y="1535"/>
                  </a:cubicBezTo>
                  <a:cubicBezTo>
                    <a:pt x="296" y="1592"/>
                    <a:pt x="334" y="1646"/>
                    <a:pt x="377" y="1697"/>
                  </a:cubicBezTo>
                  <a:cubicBezTo>
                    <a:pt x="384" y="1705"/>
                    <a:pt x="412" y="1715"/>
                    <a:pt x="377" y="1731"/>
                  </a:cubicBezTo>
                  <a:cubicBezTo>
                    <a:pt x="364" y="1737"/>
                    <a:pt x="397" y="1758"/>
                    <a:pt x="394" y="1779"/>
                  </a:cubicBezTo>
                  <a:cubicBezTo>
                    <a:pt x="363" y="1765"/>
                    <a:pt x="352" y="1734"/>
                    <a:pt x="338" y="1708"/>
                  </a:cubicBezTo>
                  <a:cubicBezTo>
                    <a:pt x="335" y="1701"/>
                    <a:pt x="331" y="1695"/>
                    <a:pt x="328" y="1689"/>
                  </a:cubicBezTo>
                  <a:cubicBezTo>
                    <a:pt x="314" y="1665"/>
                    <a:pt x="297" y="1642"/>
                    <a:pt x="278" y="1621"/>
                  </a:cubicBezTo>
                  <a:cubicBezTo>
                    <a:pt x="243" y="1582"/>
                    <a:pt x="211" y="1540"/>
                    <a:pt x="185" y="1494"/>
                  </a:cubicBezTo>
                  <a:cubicBezTo>
                    <a:pt x="181" y="1488"/>
                    <a:pt x="178" y="1482"/>
                    <a:pt x="175" y="1476"/>
                  </a:cubicBezTo>
                  <a:cubicBezTo>
                    <a:pt x="177" y="1532"/>
                    <a:pt x="193" y="1587"/>
                    <a:pt x="221" y="1635"/>
                  </a:cubicBezTo>
                  <a:cubicBezTo>
                    <a:pt x="225" y="1643"/>
                    <a:pt x="229" y="1650"/>
                    <a:pt x="234" y="1657"/>
                  </a:cubicBezTo>
                  <a:cubicBezTo>
                    <a:pt x="284" y="1728"/>
                    <a:pt x="330" y="1802"/>
                    <a:pt x="386" y="1868"/>
                  </a:cubicBezTo>
                  <a:cubicBezTo>
                    <a:pt x="408" y="1895"/>
                    <a:pt x="392" y="1895"/>
                    <a:pt x="371" y="1892"/>
                  </a:cubicBezTo>
                  <a:lnTo>
                    <a:pt x="373" y="1894"/>
                  </a:lnTo>
                  <a:cubicBezTo>
                    <a:pt x="320" y="1835"/>
                    <a:pt x="262" y="1784"/>
                    <a:pt x="221" y="1716"/>
                  </a:cubicBezTo>
                  <a:cubicBezTo>
                    <a:pt x="204" y="1690"/>
                    <a:pt x="189" y="1662"/>
                    <a:pt x="174" y="1634"/>
                  </a:cubicBezTo>
                  <a:cubicBezTo>
                    <a:pt x="168" y="1622"/>
                    <a:pt x="159" y="1607"/>
                    <a:pt x="162" y="1597"/>
                  </a:cubicBezTo>
                  <a:cubicBezTo>
                    <a:pt x="183" y="1536"/>
                    <a:pt x="146" y="1482"/>
                    <a:pt x="142" y="1424"/>
                  </a:cubicBezTo>
                  <a:cubicBezTo>
                    <a:pt x="140" y="1389"/>
                    <a:pt x="137" y="1353"/>
                    <a:pt x="137" y="1318"/>
                  </a:cubicBezTo>
                  <a:cubicBezTo>
                    <a:pt x="137" y="1298"/>
                    <a:pt x="137" y="1276"/>
                    <a:pt x="157" y="1263"/>
                  </a:cubicBezTo>
                  <a:cubicBezTo>
                    <a:pt x="172" y="1253"/>
                    <a:pt x="168" y="1236"/>
                    <a:pt x="169" y="1222"/>
                  </a:cubicBezTo>
                  <a:cubicBezTo>
                    <a:pt x="173" y="1174"/>
                    <a:pt x="175" y="1126"/>
                    <a:pt x="179" y="1078"/>
                  </a:cubicBezTo>
                  <a:cubicBezTo>
                    <a:pt x="181" y="1058"/>
                    <a:pt x="182" y="1038"/>
                    <a:pt x="182" y="1018"/>
                  </a:cubicBezTo>
                  <a:cubicBezTo>
                    <a:pt x="182" y="967"/>
                    <a:pt x="175" y="917"/>
                    <a:pt x="161" y="868"/>
                  </a:cubicBezTo>
                  <a:cubicBezTo>
                    <a:pt x="151" y="833"/>
                    <a:pt x="146" y="797"/>
                    <a:pt x="146" y="761"/>
                  </a:cubicBezTo>
                  <a:cubicBezTo>
                    <a:pt x="146" y="756"/>
                    <a:pt x="146" y="751"/>
                    <a:pt x="146" y="746"/>
                  </a:cubicBezTo>
                  <a:cubicBezTo>
                    <a:pt x="146" y="743"/>
                    <a:pt x="146" y="740"/>
                    <a:pt x="146" y="736"/>
                  </a:cubicBezTo>
                  <a:cubicBezTo>
                    <a:pt x="146" y="707"/>
                    <a:pt x="139" y="677"/>
                    <a:pt x="124" y="651"/>
                  </a:cubicBezTo>
                  <a:cubicBezTo>
                    <a:pt x="114" y="635"/>
                    <a:pt x="102" y="620"/>
                    <a:pt x="87" y="607"/>
                  </a:cubicBezTo>
                  <a:cubicBezTo>
                    <a:pt x="70" y="593"/>
                    <a:pt x="56" y="576"/>
                    <a:pt x="45" y="557"/>
                  </a:cubicBezTo>
                  <a:cubicBezTo>
                    <a:pt x="28" y="527"/>
                    <a:pt x="19" y="494"/>
                    <a:pt x="19" y="460"/>
                  </a:cubicBezTo>
                  <a:cubicBezTo>
                    <a:pt x="19" y="449"/>
                    <a:pt x="20" y="438"/>
                    <a:pt x="22" y="427"/>
                  </a:cubicBezTo>
                  <a:cubicBezTo>
                    <a:pt x="26" y="386"/>
                    <a:pt x="27" y="345"/>
                    <a:pt x="32" y="305"/>
                  </a:cubicBezTo>
                  <a:cubicBezTo>
                    <a:pt x="33" y="301"/>
                    <a:pt x="33" y="298"/>
                    <a:pt x="33" y="295"/>
                  </a:cubicBezTo>
                  <a:cubicBezTo>
                    <a:pt x="33" y="272"/>
                    <a:pt x="28" y="250"/>
                    <a:pt x="20" y="228"/>
                  </a:cubicBezTo>
                  <a:cubicBezTo>
                    <a:pt x="0" y="158"/>
                    <a:pt x="12" y="137"/>
                    <a:pt x="78" y="106"/>
                  </a:cubicBezTo>
                  <a:cubicBezTo>
                    <a:pt x="119" y="87"/>
                    <a:pt x="164" y="78"/>
                    <a:pt x="202" y="50"/>
                  </a:cubicBezTo>
                  <a:cubicBezTo>
                    <a:pt x="215" y="40"/>
                    <a:pt x="235" y="48"/>
                    <a:pt x="251" y="51"/>
                  </a:cubicBezTo>
                  <a:cubicBezTo>
                    <a:pt x="267" y="54"/>
                    <a:pt x="283" y="61"/>
                    <a:pt x="288" y="50"/>
                  </a:cubicBezTo>
                  <a:cubicBezTo>
                    <a:pt x="309" y="0"/>
                    <a:pt x="342" y="30"/>
                    <a:pt x="372" y="35"/>
                  </a:cubicBezTo>
                  <a:cubicBezTo>
                    <a:pt x="386" y="38"/>
                    <a:pt x="400" y="43"/>
                    <a:pt x="415" y="47"/>
                  </a:cubicBezTo>
                  <a:lnTo>
                    <a:pt x="41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3"/>
            <p:cNvSpPr/>
            <p:nvPr/>
          </p:nvSpPr>
          <p:spPr>
            <a:xfrm>
              <a:off x="3332520" y="3857400"/>
              <a:ext cx="698760" cy="310680"/>
            </a:xfrm>
            <a:custGeom>
              <a:rect b="b" l="l" r="r" t="t"/>
              <a:pathLst>
                <a:path extrusionOk="0" h="863" w="1941">
                  <a:moveTo>
                    <a:pt x="1457" y="191"/>
                  </a:moveTo>
                  <a:cubicBezTo>
                    <a:pt x="1476" y="203"/>
                    <a:pt x="1493" y="190"/>
                    <a:pt x="1510" y="183"/>
                  </a:cubicBezTo>
                  <a:cubicBezTo>
                    <a:pt x="1579" y="153"/>
                    <a:pt x="1650" y="125"/>
                    <a:pt x="1721" y="102"/>
                  </a:cubicBezTo>
                  <a:cubicBezTo>
                    <a:pt x="1767" y="84"/>
                    <a:pt x="1811" y="62"/>
                    <a:pt x="1853" y="38"/>
                  </a:cubicBezTo>
                  <a:cubicBezTo>
                    <a:pt x="1858" y="35"/>
                    <a:pt x="1863" y="32"/>
                    <a:pt x="1868" y="29"/>
                  </a:cubicBezTo>
                  <a:cubicBezTo>
                    <a:pt x="1891" y="17"/>
                    <a:pt x="1912" y="0"/>
                    <a:pt x="1940" y="13"/>
                  </a:cubicBezTo>
                  <a:cubicBezTo>
                    <a:pt x="1912" y="44"/>
                    <a:pt x="1872" y="58"/>
                    <a:pt x="1837" y="78"/>
                  </a:cubicBezTo>
                  <a:cubicBezTo>
                    <a:pt x="1807" y="96"/>
                    <a:pt x="1775" y="112"/>
                    <a:pt x="1743" y="126"/>
                  </a:cubicBezTo>
                  <a:cubicBezTo>
                    <a:pt x="1728" y="134"/>
                    <a:pt x="1712" y="140"/>
                    <a:pt x="1696" y="142"/>
                  </a:cubicBezTo>
                  <a:cubicBezTo>
                    <a:pt x="1586" y="151"/>
                    <a:pt x="1509" y="219"/>
                    <a:pt x="1437" y="291"/>
                  </a:cubicBezTo>
                  <a:cubicBezTo>
                    <a:pt x="1367" y="362"/>
                    <a:pt x="1289" y="426"/>
                    <a:pt x="1204" y="480"/>
                  </a:cubicBezTo>
                  <a:cubicBezTo>
                    <a:pt x="1132" y="523"/>
                    <a:pt x="1065" y="574"/>
                    <a:pt x="990" y="612"/>
                  </a:cubicBezTo>
                  <a:cubicBezTo>
                    <a:pt x="970" y="623"/>
                    <a:pt x="954" y="645"/>
                    <a:pt x="926" y="625"/>
                  </a:cubicBezTo>
                  <a:cubicBezTo>
                    <a:pt x="915" y="617"/>
                    <a:pt x="903" y="633"/>
                    <a:pt x="891" y="639"/>
                  </a:cubicBezTo>
                  <a:cubicBezTo>
                    <a:pt x="744" y="708"/>
                    <a:pt x="597" y="779"/>
                    <a:pt x="438" y="821"/>
                  </a:cubicBezTo>
                  <a:cubicBezTo>
                    <a:pt x="368" y="837"/>
                    <a:pt x="297" y="850"/>
                    <a:pt x="225" y="859"/>
                  </a:cubicBezTo>
                  <a:cubicBezTo>
                    <a:pt x="216" y="861"/>
                    <a:pt x="207" y="862"/>
                    <a:pt x="198" y="862"/>
                  </a:cubicBezTo>
                  <a:cubicBezTo>
                    <a:pt x="182" y="862"/>
                    <a:pt x="167" y="859"/>
                    <a:pt x="153" y="854"/>
                  </a:cubicBezTo>
                  <a:lnTo>
                    <a:pt x="154" y="854"/>
                  </a:lnTo>
                  <a:cubicBezTo>
                    <a:pt x="162" y="834"/>
                    <a:pt x="149" y="817"/>
                    <a:pt x="142" y="801"/>
                  </a:cubicBezTo>
                  <a:cubicBezTo>
                    <a:pt x="126" y="763"/>
                    <a:pt x="115" y="724"/>
                    <a:pt x="108" y="683"/>
                  </a:cubicBezTo>
                  <a:cubicBezTo>
                    <a:pt x="105" y="664"/>
                    <a:pt x="99" y="646"/>
                    <a:pt x="89" y="629"/>
                  </a:cubicBezTo>
                  <a:cubicBezTo>
                    <a:pt x="88" y="628"/>
                    <a:pt x="88" y="627"/>
                    <a:pt x="87" y="626"/>
                  </a:cubicBezTo>
                  <a:cubicBezTo>
                    <a:pt x="71" y="599"/>
                    <a:pt x="56" y="574"/>
                    <a:pt x="20" y="576"/>
                  </a:cubicBezTo>
                  <a:cubicBezTo>
                    <a:pt x="10" y="576"/>
                    <a:pt x="0" y="572"/>
                    <a:pt x="3" y="560"/>
                  </a:cubicBezTo>
                  <a:cubicBezTo>
                    <a:pt x="6" y="547"/>
                    <a:pt x="17" y="551"/>
                    <a:pt x="26" y="553"/>
                  </a:cubicBezTo>
                  <a:cubicBezTo>
                    <a:pt x="27" y="553"/>
                    <a:pt x="28" y="553"/>
                    <a:pt x="30" y="553"/>
                  </a:cubicBezTo>
                  <a:cubicBezTo>
                    <a:pt x="32" y="553"/>
                    <a:pt x="34" y="553"/>
                    <a:pt x="36" y="552"/>
                  </a:cubicBezTo>
                  <a:cubicBezTo>
                    <a:pt x="38" y="551"/>
                    <a:pt x="38" y="548"/>
                    <a:pt x="40" y="547"/>
                  </a:cubicBezTo>
                  <a:cubicBezTo>
                    <a:pt x="40" y="546"/>
                    <a:pt x="41" y="546"/>
                    <a:pt x="41" y="545"/>
                  </a:cubicBezTo>
                  <a:lnTo>
                    <a:pt x="5" y="443"/>
                  </a:lnTo>
                  <a:cubicBezTo>
                    <a:pt x="0" y="431"/>
                    <a:pt x="1" y="420"/>
                    <a:pt x="15" y="417"/>
                  </a:cubicBezTo>
                  <a:cubicBezTo>
                    <a:pt x="28" y="413"/>
                    <a:pt x="35" y="423"/>
                    <a:pt x="36" y="435"/>
                  </a:cubicBezTo>
                  <a:cubicBezTo>
                    <a:pt x="46" y="482"/>
                    <a:pt x="63" y="527"/>
                    <a:pt x="86" y="568"/>
                  </a:cubicBezTo>
                  <a:cubicBezTo>
                    <a:pt x="93" y="580"/>
                    <a:pt x="101" y="592"/>
                    <a:pt x="109" y="603"/>
                  </a:cubicBezTo>
                  <a:cubicBezTo>
                    <a:pt x="110" y="605"/>
                    <a:pt x="112" y="608"/>
                    <a:pt x="113" y="611"/>
                  </a:cubicBezTo>
                  <a:cubicBezTo>
                    <a:pt x="131" y="642"/>
                    <a:pt x="142" y="677"/>
                    <a:pt x="145" y="713"/>
                  </a:cubicBezTo>
                  <a:cubicBezTo>
                    <a:pt x="145" y="722"/>
                    <a:pt x="145" y="732"/>
                    <a:pt x="145" y="741"/>
                  </a:cubicBezTo>
                  <a:cubicBezTo>
                    <a:pt x="153" y="812"/>
                    <a:pt x="180" y="830"/>
                    <a:pt x="247" y="808"/>
                  </a:cubicBezTo>
                  <a:cubicBezTo>
                    <a:pt x="286" y="795"/>
                    <a:pt x="324" y="781"/>
                    <a:pt x="372" y="766"/>
                  </a:cubicBezTo>
                  <a:cubicBezTo>
                    <a:pt x="349" y="801"/>
                    <a:pt x="312" y="796"/>
                    <a:pt x="291" y="818"/>
                  </a:cubicBezTo>
                  <a:cubicBezTo>
                    <a:pt x="306" y="826"/>
                    <a:pt x="318" y="818"/>
                    <a:pt x="332" y="816"/>
                  </a:cubicBezTo>
                  <a:cubicBezTo>
                    <a:pt x="395" y="806"/>
                    <a:pt x="455" y="787"/>
                    <a:pt x="518" y="773"/>
                  </a:cubicBezTo>
                  <a:cubicBezTo>
                    <a:pt x="568" y="762"/>
                    <a:pt x="615" y="743"/>
                    <a:pt x="660" y="718"/>
                  </a:cubicBezTo>
                  <a:cubicBezTo>
                    <a:pt x="667" y="714"/>
                    <a:pt x="674" y="709"/>
                    <a:pt x="681" y="705"/>
                  </a:cubicBezTo>
                  <a:cubicBezTo>
                    <a:pt x="692" y="697"/>
                    <a:pt x="704" y="690"/>
                    <a:pt x="716" y="683"/>
                  </a:cubicBezTo>
                  <a:cubicBezTo>
                    <a:pt x="765" y="655"/>
                    <a:pt x="818" y="633"/>
                    <a:pt x="873" y="618"/>
                  </a:cubicBezTo>
                  <a:cubicBezTo>
                    <a:pt x="901" y="607"/>
                    <a:pt x="928" y="595"/>
                    <a:pt x="954" y="581"/>
                  </a:cubicBezTo>
                  <a:cubicBezTo>
                    <a:pt x="968" y="575"/>
                    <a:pt x="983" y="559"/>
                    <a:pt x="1000" y="577"/>
                  </a:cubicBezTo>
                  <a:cubicBezTo>
                    <a:pt x="1006" y="585"/>
                    <a:pt x="1014" y="577"/>
                    <a:pt x="1019" y="574"/>
                  </a:cubicBezTo>
                  <a:cubicBezTo>
                    <a:pt x="1063" y="536"/>
                    <a:pt x="1118" y="516"/>
                    <a:pt x="1165" y="484"/>
                  </a:cubicBezTo>
                  <a:cubicBezTo>
                    <a:pt x="1228" y="447"/>
                    <a:pt x="1284" y="401"/>
                    <a:pt x="1333" y="348"/>
                  </a:cubicBezTo>
                  <a:cubicBezTo>
                    <a:pt x="1343" y="337"/>
                    <a:pt x="1355" y="328"/>
                    <a:pt x="1368" y="320"/>
                  </a:cubicBezTo>
                  <a:cubicBezTo>
                    <a:pt x="1405" y="297"/>
                    <a:pt x="1414" y="250"/>
                    <a:pt x="1451" y="226"/>
                  </a:cubicBezTo>
                  <a:cubicBezTo>
                    <a:pt x="1458" y="220"/>
                    <a:pt x="1451" y="199"/>
                    <a:pt x="1459" y="189"/>
                  </a:cubicBezTo>
                  <a:lnTo>
                    <a:pt x="1457" y="1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3"/>
            <p:cNvSpPr/>
            <p:nvPr/>
          </p:nvSpPr>
          <p:spPr>
            <a:xfrm>
              <a:off x="3070080" y="3465000"/>
              <a:ext cx="527400" cy="497160"/>
            </a:xfrm>
            <a:custGeom>
              <a:rect b="b" l="l" r="r" t="t"/>
              <a:pathLst>
                <a:path extrusionOk="0" h="1381" w="1465">
                  <a:moveTo>
                    <a:pt x="1" y="852"/>
                  </a:moveTo>
                  <a:cubicBezTo>
                    <a:pt x="142" y="978"/>
                    <a:pt x="314" y="1058"/>
                    <a:pt x="460" y="1177"/>
                  </a:cubicBezTo>
                  <a:cubicBezTo>
                    <a:pt x="482" y="1195"/>
                    <a:pt x="506" y="1213"/>
                    <a:pt x="531" y="1227"/>
                  </a:cubicBezTo>
                  <a:cubicBezTo>
                    <a:pt x="600" y="1267"/>
                    <a:pt x="677" y="1290"/>
                    <a:pt x="756" y="1297"/>
                  </a:cubicBezTo>
                  <a:cubicBezTo>
                    <a:pt x="784" y="1300"/>
                    <a:pt x="812" y="1309"/>
                    <a:pt x="837" y="1323"/>
                  </a:cubicBezTo>
                  <a:cubicBezTo>
                    <a:pt x="844" y="1327"/>
                    <a:pt x="852" y="1332"/>
                    <a:pt x="859" y="1337"/>
                  </a:cubicBezTo>
                  <a:cubicBezTo>
                    <a:pt x="863" y="1341"/>
                    <a:pt x="867" y="1344"/>
                    <a:pt x="872" y="1346"/>
                  </a:cubicBezTo>
                  <a:cubicBezTo>
                    <a:pt x="891" y="1357"/>
                    <a:pt x="913" y="1363"/>
                    <a:pt x="935" y="1363"/>
                  </a:cubicBezTo>
                  <a:cubicBezTo>
                    <a:pt x="950" y="1363"/>
                    <a:pt x="966" y="1360"/>
                    <a:pt x="980" y="1355"/>
                  </a:cubicBezTo>
                  <a:cubicBezTo>
                    <a:pt x="1026" y="1341"/>
                    <a:pt x="1071" y="1321"/>
                    <a:pt x="1113" y="1297"/>
                  </a:cubicBezTo>
                  <a:cubicBezTo>
                    <a:pt x="1209" y="1241"/>
                    <a:pt x="1290" y="1161"/>
                    <a:pt x="1345" y="1065"/>
                  </a:cubicBezTo>
                  <a:cubicBezTo>
                    <a:pt x="1346" y="1064"/>
                    <a:pt x="1346" y="1063"/>
                    <a:pt x="1347" y="1062"/>
                  </a:cubicBezTo>
                  <a:cubicBezTo>
                    <a:pt x="1348" y="1060"/>
                    <a:pt x="1349" y="1058"/>
                    <a:pt x="1351" y="1055"/>
                  </a:cubicBezTo>
                  <a:cubicBezTo>
                    <a:pt x="1360" y="1037"/>
                    <a:pt x="1367" y="1017"/>
                    <a:pt x="1367" y="997"/>
                  </a:cubicBezTo>
                  <a:cubicBezTo>
                    <a:pt x="1367" y="996"/>
                    <a:pt x="1367" y="995"/>
                    <a:pt x="1367" y="994"/>
                  </a:cubicBezTo>
                  <a:cubicBezTo>
                    <a:pt x="1366" y="988"/>
                    <a:pt x="1366" y="982"/>
                    <a:pt x="1366" y="977"/>
                  </a:cubicBezTo>
                  <a:cubicBezTo>
                    <a:pt x="1366" y="933"/>
                    <a:pt x="1378" y="889"/>
                    <a:pt x="1400" y="851"/>
                  </a:cubicBezTo>
                  <a:cubicBezTo>
                    <a:pt x="1401" y="849"/>
                    <a:pt x="1402" y="847"/>
                    <a:pt x="1404" y="844"/>
                  </a:cubicBezTo>
                  <a:cubicBezTo>
                    <a:pt x="1405" y="843"/>
                    <a:pt x="1406" y="841"/>
                    <a:pt x="1407" y="839"/>
                  </a:cubicBezTo>
                  <a:cubicBezTo>
                    <a:pt x="1421" y="816"/>
                    <a:pt x="1428" y="789"/>
                    <a:pt x="1428" y="762"/>
                  </a:cubicBezTo>
                  <a:cubicBezTo>
                    <a:pt x="1428" y="747"/>
                    <a:pt x="1425" y="731"/>
                    <a:pt x="1421" y="717"/>
                  </a:cubicBezTo>
                  <a:cubicBezTo>
                    <a:pt x="1410" y="666"/>
                    <a:pt x="1403" y="614"/>
                    <a:pt x="1401" y="562"/>
                  </a:cubicBezTo>
                  <a:lnTo>
                    <a:pt x="1401" y="561"/>
                  </a:lnTo>
                  <a:cubicBezTo>
                    <a:pt x="1401" y="533"/>
                    <a:pt x="1397" y="506"/>
                    <a:pt x="1389" y="480"/>
                  </a:cubicBezTo>
                  <a:cubicBezTo>
                    <a:pt x="1332" y="350"/>
                    <a:pt x="1303" y="204"/>
                    <a:pt x="1180" y="112"/>
                  </a:cubicBezTo>
                  <a:cubicBezTo>
                    <a:pt x="1151" y="88"/>
                    <a:pt x="1123" y="63"/>
                    <a:pt x="1097" y="37"/>
                  </a:cubicBezTo>
                  <a:cubicBezTo>
                    <a:pt x="1089" y="30"/>
                    <a:pt x="1078" y="24"/>
                    <a:pt x="1083" y="10"/>
                  </a:cubicBezTo>
                  <a:cubicBezTo>
                    <a:pt x="1093" y="0"/>
                    <a:pt x="1098" y="10"/>
                    <a:pt x="1105" y="17"/>
                  </a:cubicBezTo>
                  <a:cubicBezTo>
                    <a:pt x="1145" y="53"/>
                    <a:pt x="1184" y="90"/>
                    <a:pt x="1225" y="125"/>
                  </a:cubicBezTo>
                  <a:cubicBezTo>
                    <a:pt x="1258" y="151"/>
                    <a:pt x="1284" y="183"/>
                    <a:pt x="1305" y="218"/>
                  </a:cubicBezTo>
                  <a:cubicBezTo>
                    <a:pt x="1314" y="234"/>
                    <a:pt x="1322" y="251"/>
                    <a:pt x="1329" y="268"/>
                  </a:cubicBezTo>
                  <a:cubicBezTo>
                    <a:pt x="1362" y="361"/>
                    <a:pt x="1414" y="447"/>
                    <a:pt x="1428" y="546"/>
                  </a:cubicBezTo>
                  <a:cubicBezTo>
                    <a:pt x="1435" y="598"/>
                    <a:pt x="1431" y="652"/>
                    <a:pt x="1444" y="702"/>
                  </a:cubicBezTo>
                  <a:cubicBezTo>
                    <a:pt x="1464" y="780"/>
                    <a:pt x="1444" y="848"/>
                    <a:pt x="1412" y="916"/>
                  </a:cubicBezTo>
                  <a:cubicBezTo>
                    <a:pt x="1405" y="931"/>
                    <a:pt x="1400" y="948"/>
                    <a:pt x="1398" y="964"/>
                  </a:cubicBezTo>
                  <a:cubicBezTo>
                    <a:pt x="1379" y="1084"/>
                    <a:pt x="1307" y="1172"/>
                    <a:pt x="1219" y="1246"/>
                  </a:cubicBezTo>
                  <a:cubicBezTo>
                    <a:pt x="1192" y="1268"/>
                    <a:pt x="1163" y="1289"/>
                    <a:pt x="1132" y="1307"/>
                  </a:cubicBezTo>
                  <a:cubicBezTo>
                    <a:pt x="1080" y="1336"/>
                    <a:pt x="1025" y="1359"/>
                    <a:pt x="967" y="1373"/>
                  </a:cubicBezTo>
                  <a:cubicBezTo>
                    <a:pt x="953" y="1377"/>
                    <a:pt x="939" y="1380"/>
                    <a:pt x="925" y="1380"/>
                  </a:cubicBezTo>
                  <a:cubicBezTo>
                    <a:pt x="902" y="1380"/>
                    <a:pt x="879" y="1374"/>
                    <a:pt x="859" y="1363"/>
                  </a:cubicBezTo>
                  <a:cubicBezTo>
                    <a:pt x="826" y="1345"/>
                    <a:pt x="790" y="1334"/>
                    <a:pt x="753" y="1332"/>
                  </a:cubicBezTo>
                  <a:cubicBezTo>
                    <a:pt x="673" y="1328"/>
                    <a:pt x="595" y="1304"/>
                    <a:pt x="526" y="1264"/>
                  </a:cubicBezTo>
                  <a:cubicBezTo>
                    <a:pt x="506" y="1253"/>
                    <a:pt x="487" y="1240"/>
                    <a:pt x="469" y="1226"/>
                  </a:cubicBezTo>
                  <a:cubicBezTo>
                    <a:pt x="425" y="1195"/>
                    <a:pt x="384" y="1161"/>
                    <a:pt x="342" y="1126"/>
                  </a:cubicBezTo>
                  <a:cubicBezTo>
                    <a:pt x="278" y="1075"/>
                    <a:pt x="212" y="1027"/>
                    <a:pt x="142" y="983"/>
                  </a:cubicBezTo>
                  <a:cubicBezTo>
                    <a:pt x="96" y="955"/>
                    <a:pt x="54" y="921"/>
                    <a:pt x="17" y="881"/>
                  </a:cubicBezTo>
                  <a:cubicBezTo>
                    <a:pt x="10" y="873"/>
                    <a:pt x="0" y="866"/>
                    <a:pt x="3" y="853"/>
                  </a:cubicBezTo>
                  <a:lnTo>
                    <a:pt x="1" y="8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3"/>
            <p:cNvSpPr/>
            <p:nvPr/>
          </p:nvSpPr>
          <p:spPr>
            <a:xfrm>
              <a:off x="2933280" y="3372480"/>
              <a:ext cx="536400" cy="173160"/>
            </a:xfrm>
            <a:custGeom>
              <a:rect b="b" l="l" r="r" t="t"/>
              <a:pathLst>
                <a:path extrusionOk="0" h="481" w="1490">
                  <a:moveTo>
                    <a:pt x="1" y="147"/>
                  </a:moveTo>
                  <a:cubicBezTo>
                    <a:pt x="2" y="127"/>
                    <a:pt x="6" y="109"/>
                    <a:pt x="33" y="114"/>
                  </a:cubicBezTo>
                  <a:cubicBezTo>
                    <a:pt x="73" y="122"/>
                    <a:pt x="118" y="97"/>
                    <a:pt x="154" y="135"/>
                  </a:cubicBezTo>
                  <a:cubicBezTo>
                    <a:pt x="158" y="139"/>
                    <a:pt x="180" y="125"/>
                    <a:pt x="193" y="122"/>
                  </a:cubicBezTo>
                  <a:cubicBezTo>
                    <a:pt x="225" y="116"/>
                    <a:pt x="255" y="112"/>
                    <a:pt x="273" y="79"/>
                  </a:cubicBezTo>
                  <a:cubicBezTo>
                    <a:pt x="280" y="64"/>
                    <a:pt x="299" y="65"/>
                    <a:pt x="313" y="62"/>
                  </a:cubicBezTo>
                  <a:cubicBezTo>
                    <a:pt x="382" y="49"/>
                    <a:pt x="452" y="37"/>
                    <a:pt x="521" y="26"/>
                  </a:cubicBezTo>
                  <a:cubicBezTo>
                    <a:pt x="523" y="26"/>
                    <a:pt x="524" y="26"/>
                    <a:pt x="525" y="26"/>
                  </a:cubicBezTo>
                  <a:cubicBezTo>
                    <a:pt x="535" y="26"/>
                    <a:pt x="545" y="28"/>
                    <a:pt x="554" y="30"/>
                  </a:cubicBezTo>
                  <a:cubicBezTo>
                    <a:pt x="569" y="34"/>
                    <a:pt x="583" y="35"/>
                    <a:pt x="598" y="35"/>
                  </a:cubicBezTo>
                  <a:cubicBezTo>
                    <a:pt x="620" y="35"/>
                    <a:pt x="642" y="32"/>
                    <a:pt x="663" y="25"/>
                  </a:cubicBezTo>
                  <a:cubicBezTo>
                    <a:pt x="704" y="11"/>
                    <a:pt x="745" y="0"/>
                    <a:pt x="791" y="28"/>
                  </a:cubicBezTo>
                  <a:cubicBezTo>
                    <a:pt x="816" y="43"/>
                    <a:pt x="856" y="33"/>
                    <a:pt x="889" y="32"/>
                  </a:cubicBezTo>
                  <a:cubicBezTo>
                    <a:pt x="894" y="31"/>
                    <a:pt x="900" y="31"/>
                    <a:pt x="905" y="31"/>
                  </a:cubicBezTo>
                  <a:cubicBezTo>
                    <a:pt x="926" y="31"/>
                    <a:pt x="948" y="38"/>
                    <a:pt x="967" y="48"/>
                  </a:cubicBezTo>
                  <a:cubicBezTo>
                    <a:pt x="971" y="51"/>
                    <a:pt x="974" y="52"/>
                    <a:pt x="978" y="55"/>
                  </a:cubicBezTo>
                  <a:cubicBezTo>
                    <a:pt x="981" y="57"/>
                    <a:pt x="984" y="59"/>
                    <a:pt x="987" y="60"/>
                  </a:cubicBezTo>
                  <a:cubicBezTo>
                    <a:pt x="1012" y="75"/>
                    <a:pt x="1041" y="83"/>
                    <a:pt x="1070" y="83"/>
                  </a:cubicBezTo>
                  <a:cubicBezTo>
                    <a:pt x="1072" y="83"/>
                    <a:pt x="1074" y="83"/>
                    <a:pt x="1076" y="83"/>
                  </a:cubicBezTo>
                  <a:cubicBezTo>
                    <a:pt x="1080" y="82"/>
                    <a:pt x="1084" y="82"/>
                    <a:pt x="1087" y="82"/>
                  </a:cubicBezTo>
                  <a:cubicBezTo>
                    <a:pt x="1143" y="82"/>
                    <a:pt x="1198" y="97"/>
                    <a:pt x="1246" y="125"/>
                  </a:cubicBezTo>
                  <a:cubicBezTo>
                    <a:pt x="1249" y="127"/>
                    <a:pt x="1253" y="129"/>
                    <a:pt x="1256" y="131"/>
                  </a:cubicBezTo>
                  <a:cubicBezTo>
                    <a:pt x="1258" y="132"/>
                    <a:pt x="1260" y="134"/>
                    <a:pt x="1261" y="134"/>
                  </a:cubicBezTo>
                  <a:cubicBezTo>
                    <a:pt x="1274" y="143"/>
                    <a:pt x="1288" y="146"/>
                    <a:pt x="1303" y="148"/>
                  </a:cubicBezTo>
                  <a:cubicBezTo>
                    <a:pt x="1362" y="158"/>
                    <a:pt x="1416" y="186"/>
                    <a:pt x="1476" y="189"/>
                  </a:cubicBezTo>
                  <a:lnTo>
                    <a:pt x="1477" y="189"/>
                  </a:lnTo>
                  <a:cubicBezTo>
                    <a:pt x="1479" y="189"/>
                    <a:pt x="1481" y="190"/>
                    <a:pt x="1483" y="191"/>
                  </a:cubicBezTo>
                  <a:cubicBezTo>
                    <a:pt x="1485" y="192"/>
                    <a:pt x="1486" y="193"/>
                    <a:pt x="1487" y="195"/>
                  </a:cubicBezTo>
                  <a:cubicBezTo>
                    <a:pt x="1488" y="197"/>
                    <a:pt x="1489" y="199"/>
                    <a:pt x="1489" y="201"/>
                  </a:cubicBezTo>
                  <a:cubicBezTo>
                    <a:pt x="1489" y="202"/>
                    <a:pt x="1489" y="203"/>
                    <a:pt x="1489" y="203"/>
                  </a:cubicBezTo>
                  <a:cubicBezTo>
                    <a:pt x="1489" y="213"/>
                    <a:pt x="1479" y="214"/>
                    <a:pt x="1472" y="214"/>
                  </a:cubicBezTo>
                  <a:cubicBezTo>
                    <a:pt x="1469" y="214"/>
                    <a:pt x="1467" y="214"/>
                    <a:pt x="1464" y="214"/>
                  </a:cubicBezTo>
                  <a:cubicBezTo>
                    <a:pt x="1431" y="214"/>
                    <a:pt x="1399" y="207"/>
                    <a:pt x="1369" y="194"/>
                  </a:cubicBezTo>
                  <a:cubicBezTo>
                    <a:pt x="1339" y="180"/>
                    <a:pt x="1307" y="169"/>
                    <a:pt x="1275" y="163"/>
                  </a:cubicBezTo>
                  <a:cubicBezTo>
                    <a:pt x="1250" y="157"/>
                    <a:pt x="1226" y="147"/>
                    <a:pt x="1204" y="135"/>
                  </a:cubicBezTo>
                  <a:cubicBezTo>
                    <a:pt x="1199" y="132"/>
                    <a:pt x="1195" y="129"/>
                    <a:pt x="1191" y="127"/>
                  </a:cubicBezTo>
                  <a:cubicBezTo>
                    <a:pt x="1156" y="104"/>
                    <a:pt x="1109" y="110"/>
                    <a:pt x="1066" y="110"/>
                  </a:cubicBezTo>
                  <a:cubicBezTo>
                    <a:pt x="1060" y="111"/>
                    <a:pt x="1055" y="111"/>
                    <a:pt x="1050" y="111"/>
                  </a:cubicBezTo>
                  <a:cubicBezTo>
                    <a:pt x="1020" y="111"/>
                    <a:pt x="991" y="104"/>
                    <a:pt x="965" y="88"/>
                  </a:cubicBezTo>
                  <a:cubicBezTo>
                    <a:pt x="955" y="83"/>
                    <a:pt x="946" y="76"/>
                    <a:pt x="937" y="68"/>
                  </a:cubicBezTo>
                  <a:cubicBezTo>
                    <a:pt x="934" y="66"/>
                    <a:pt x="932" y="64"/>
                    <a:pt x="929" y="62"/>
                  </a:cubicBezTo>
                  <a:cubicBezTo>
                    <a:pt x="921" y="58"/>
                    <a:pt x="912" y="55"/>
                    <a:pt x="903" y="55"/>
                  </a:cubicBezTo>
                  <a:cubicBezTo>
                    <a:pt x="899" y="55"/>
                    <a:pt x="895" y="56"/>
                    <a:pt x="891" y="57"/>
                  </a:cubicBezTo>
                  <a:cubicBezTo>
                    <a:pt x="845" y="60"/>
                    <a:pt x="799" y="61"/>
                    <a:pt x="754" y="61"/>
                  </a:cubicBezTo>
                  <a:cubicBezTo>
                    <a:pt x="697" y="61"/>
                    <a:pt x="641" y="59"/>
                    <a:pt x="584" y="55"/>
                  </a:cubicBezTo>
                  <a:cubicBezTo>
                    <a:pt x="498" y="48"/>
                    <a:pt x="420" y="68"/>
                    <a:pt x="339" y="79"/>
                  </a:cubicBezTo>
                  <a:cubicBezTo>
                    <a:pt x="329" y="79"/>
                    <a:pt x="320" y="83"/>
                    <a:pt x="312" y="87"/>
                  </a:cubicBezTo>
                  <a:cubicBezTo>
                    <a:pt x="304" y="92"/>
                    <a:pt x="298" y="98"/>
                    <a:pt x="293" y="106"/>
                  </a:cubicBezTo>
                  <a:cubicBezTo>
                    <a:pt x="359" y="91"/>
                    <a:pt x="418" y="112"/>
                    <a:pt x="480" y="94"/>
                  </a:cubicBezTo>
                  <a:cubicBezTo>
                    <a:pt x="474" y="103"/>
                    <a:pt x="466" y="111"/>
                    <a:pt x="456" y="116"/>
                  </a:cubicBezTo>
                  <a:cubicBezTo>
                    <a:pt x="448" y="121"/>
                    <a:pt x="439" y="123"/>
                    <a:pt x="430" y="125"/>
                  </a:cubicBezTo>
                  <a:cubicBezTo>
                    <a:pt x="394" y="137"/>
                    <a:pt x="359" y="147"/>
                    <a:pt x="324" y="160"/>
                  </a:cubicBezTo>
                  <a:cubicBezTo>
                    <a:pt x="297" y="170"/>
                    <a:pt x="297" y="180"/>
                    <a:pt x="316" y="200"/>
                  </a:cubicBezTo>
                  <a:cubicBezTo>
                    <a:pt x="332" y="216"/>
                    <a:pt x="350" y="229"/>
                    <a:pt x="367" y="244"/>
                  </a:cubicBezTo>
                  <a:cubicBezTo>
                    <a:pt x="443" y="307"/>
                    <a:pt x="518" y="371"/>
                    <a:pt x="593" y="435"/>
                  </a:cubicBezTo>
                  <a:cubicBezTo>
                    <a:pt x="607" y="447"/>
                    <a:pt x="620" y="461"/>
                    <a:pt x="640" y="480"/>
                  </a:cubicBezTo>
                  <a:cubicBezTo>
                    <a:pt x="630" y="479"/>
                    <a:pt x="620" y="476"/>
                    <a:pt x="612" y="471"/>
                  </a:cubicBezTo>
                  <a:cubicBezTo>
                    <a:pt x="605" y="467"/>
                    <a:pt x="600" y="462"/>
                    <a:pt x="595" y="457"/>
                  </a:cubicBezTo>
                  <a:cubicBezTo>
                    <a:pt x="559" y="427"/>
                    <a:pt x="523" y="397"/>
                    <a:pt x="489" y="367"/>
                  </a:cubicBezTo>
                  <a:cubicBezTo>
                    <a:pt x="458" y="337"/>
                    <a:pt x="424" y="313"/>
                    <a:pt x="387" y="291"/>
                  </a:cubicBezTo>
                  <a:cubicBezTo>
                    <a:pt x="375" y="284"/>
                    <a:pt x="362" y="277"/>
                    <a:pt x="349" y="271"/>
                  </a:cubicBezTo>
                  <a:lnTo>
                    <a:pt x="349" y="261"/>
                  </a:lnTo>
                  <a:cubicBezTo>
                    <a:pt x="328" y="231"/>
                    <a:pt x="301" y="205"/>
                    <a:pt x="272" y="183"/>
                  </a:cubicBezTo>
                  <a:cubicBezTo>
                    <a:pt x="235" y="152"/>
                    <a:pt x="185" y="162"/>
                    <a:pt x="139" y="172"/>
                  </a:cubicBezTo>
                  <a:cubicBezTo>
                    <a:pt x="126" y="175"/>
                    <a:pt x="105" y="193"/>
                    <a:pt x="109" y="157"/>
                  </a:cubicBezTo>
                  <a:cubicBezTo>
                    <a:pt x="111" y="144"/>
                    <a:pt x="98" y="146"/>
                    <a:pt x="89" y="146"/>
                  </a:cubicBezTo>
                  <a:lnTo>
                    <a:pt x="0" y="146"/>
                  </a:lnTo>
                  <a:lnTo>
                    <a:pt x="1" y="147"/>
                  </a:lnTo>
                  <a:moveTo>
                    <a:pt x="333" y="126"/>
                  </a:moveTo>
                  <a:cubicBezTo>
                    <a:pt x="324" y="124"/>
                    <a:pt x="314" y="123"/>
                    <a:pt x="305" y="123"/>
                  </a:cubicBezTo>
                  <a:cubicBezTo>
                    <a:pt x="282" y="123"/>
                    <a:pt x="261" y="129"/>
                    <a:pt x="242" y="140"/>
                  </a:cubicBezTo>
                  <a:cubicBezTo>
                    <a:pt x="240" y="141"/>
                    <a:pt x="239" y="142"/>
                    <a:pt x="238" y="142"/>
                  </a:cubicBezTo>
                  <a:cubicBezTo>
                    <a:pt x="247" y="145"/>
                    <a:pt x="257" y="146"/>
                    <a:pt x="267" y="146"/>
                  </a:cubicBezTo>
                  <a:cubicBezTo>
                    <a:pt x="289" y="146"/>
                    <a:pt x="310" y="140"/>
                    <a:pt x="328" y="130"/>
                  </a:cubicBezTo>
                  <a:cubicBezTo>
                    <a:pt x="330" y="129"/>
                    <a:pt x="332" y="128"/>
                    <a:pt x="334" y="126"/>
                  </a:cubicBezTo>
                  <a:lnTo>
                    <a:pt x="333" y="1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3"/>
            <p:cNvSpPr/>
            <p:nvPr/>
          </p:nvSpPr>
          <p:spPr>
            <a:xfrm>
              <a:off x="2991240" y="3610440"/>
              <a:ext cx="288720" cy="245160"/>
            </a:xfrm>
            <a:custGeom>
              <a:rect b="b" l="l" r="r" t="t"/>
              <a:pathLst>
                <a:path extrusionOk="0" h="681" w="802">
                  <a:moveTo>
                    <a:pt x="20" y="0"/>
                  </a:moveTo>
                  <a:cubicBezTo>
                    <a:pt x="47" y="12"/>
                    <a:pt x="47" y="40"/>
                    <a:pt x="67" y="57"/>
                  </a:cubicBezTo>
                  <a:cubicBezTo>
                    <a:pt x="47" y="63"/>
                    <a:pt x="46" y="43"/>
                    <a:pt x="30" y="49"/>
                  </a:cubicBezTo>
                  <a:cubicBezTo>
                    <a:pt x="40" y="71"/>
                    <a:pt x="38" y="99"/>
                    <a:pt x="72" y="105"/>
                  </a:cubicBezTo>
                  <a:cubicBezTo>
                    <a:pt x="75" y="105"/>
                    <a:pt x="76" y="118"/>
                    <a:pt x="78" y="125"/>
                  </a:cubicBezTo>
                  <a:cubicBezTo>
                    <a:pt x="81" y="130"/>
                    <a:pt x="84" y="136"/>
                    <a:pt x="87" y="141"/>
                  </a:cubicBezTo>
                  <a:cubicBezTo>
                    <a:pt x="112" y="184"/>
                    <a:pt x="145" y="221"/>
                    <a:pt x="185" y="250"/>
                  </a:cubicBezTo>
                  <a:cubicBezTo>
                    <a:pt x="221" y="280"/>
                    <a:pt x="258" y="307"/>
                    <a:pt x="298" y="331"/>
                  </a:cubicBezTo>
                  <a:cubicBezTo>
                    <a:pt x="299" y="331"/>
                    <a:pt x="300" y="332"/>
                    <a:pt x="301" y="333"/>
                  </a:cubicBezTo>
                  <a:cubicBezTo>
                    <a:pt x="311" y="338"/>
                    <a:pt x="319" y="346"/>
                    <a:pt x="325" y="356"/>
                  </a:cubicBezTo>
                  <a:cubicBezTo>
                    <a:pt x="330" y="365"/>
                    <a:pt x="333" y="378"/>
                    <a:pt x="333" y="389"/>
                  </a:cubicBezTo>
                  <a:cubicBezTo>
                    <a:pt x="333" y="390"/>
                    <a:pt x="333" y="391"/>
                    <a:pt x="333" y="391"/>
                  </a:cubicBezTo>
                  <a:cubicBezTo>
                    <a:pt x="299" y="391"/>
                    <a:pt x="280" y="360"/>
                    <a:pt x="249" y="353"/>
                  </a:cubicBezTo>
                  <a:cubicBezTo>
                    <a:pt x="247" y="356"/>
                    <a:pt x="246" y="360"/>
                    <a:pt x="245" y="363"/>
                  </a:cubicBezTo>
                  <a:cubicBezTo>
                    <a:pt x="306" y="407"/>
                    <a:pt x="355" y="467"/>
                    <a:pt x="423" y="502"/>
                  </a:cubicBezTo>
                  <a:cubicBezTo>
                    <a:pt x="440" y="510"/>
                    <a:pt x="456" y="528"/>
                    <a:pt x="478" y="510"/>
                  </a:cubicBezTo>
                  <a:cubicBezTo>
                    <a:pt x="479" y="509"/>
                    <a:pt x="479" y="509"/>
                    <a:pt x="480" y="509"/>
                  </a:cubicBezTo>
                  <a:cubicBezTo>
                    <a:pt x="481" y="508"/>
                    <a:pt x="483" y="507"/>
                    <a:pt x="485" y="507"/>
                  </a:cubicBezTo>
                  <a:cubicBezTo>
                    <a:pt x="487" y="507"/>
                    <a:pt x="489" y="508"/>
                    <a:pt x="491" y="509"/>
                  </a:cubicBezTo>
                  <a:cubicBezTo>
                    <a:pt x="492" y="509"/>
                    <a:pt x="493" y="510"/>
                    <a:pt x="493" y="511"/>
                  </a:cubicBezTo>
                  <a:cubicBezTo>
                    <a:pt x="549" y="567"/>
                    <a:pt x="623" y="570"/>
                    <a:pt x="694" y="584"/>
                  </a:cubicBezTo>
                  <a:cubicBezTo>
                    <a:pt x="687" y="601"/>
                    <a:pt x="671" y="591"/>
                    <a:pt x="661" y="598"/>
                  </a:cubicBezTo>
                  <a:cubicBezTo>
                    <a:pt x="691" y="604"/>
                    <a:pt x="722" y="606"/>
                    <a:pt x="752" y="606"/>
                  </a:cubicBezTo>
                  <a:cubicBezTo>
                    <a:pt x="768" y="606"/>
                    <a:pt x="785" y="605"/>
                    <a:pt x="801" y="604"/>
                  </a:cubicBezTo>
                  <a:cubicBezTo>
                    <a:pt x="777" y="626"/>
                    <a:pt x="776" y="627"/>
                    <a:pt x="718" y="624"/>
                  </a:cubicBezTo>
                  <a:cubicBezTo>
                    <a:pt x="687" y="624"/>
                    <a:pt x="657" y="611"/>
                    <a:pt x="622" y="624"/>
                  </a:cubicBezTo>
                  <a:lnTo>
                    <a:pt x="774" y="680"/>
                  </a:lnTo>
                  <a:cubicBezTo>
                    <a:pt x="692" y="677"/>
                    <a:pt x="483" y="604"/>
                    <a:pt x="448" y="568"/>
                  </a:cubicBezTo>
                  <a:cubicBezTo>
                    <a:pt x="472" y="566"/>
                    <a:pt x="488" y="583"/>
                    <a:pt x="507" y="586"/>
                  </a:cubicBezTo>
                  <a:cubicBezTo>
                    <a:pt x="514" y="586"/>
                    <a:pt x="521" y="592"/>
                    <a:pt x="524" y="580"/>
                  </a:cubicBezTo>
                  <a:cubicBezTo>
                    <a:pt x="527" y="568"/>
                    <a:pt x="532" y="563"/>
                    <a:pt x="519" y="558"/>
                  </a:cubicBezTo>
                  <a:cubicBezTo>
                    <a:pt x="508" y="552"/>
                    <a:pt x="496" y="546"/>
                    <a:pt x="484" y="542"/>
                  </a:cubicBezTo>
                  <a:cubicBezTo>
                    <a:pt x="397" y="523"/>
                    <a:pt x="330" y="468"/>
                    <a:pt x="258" y="423"/>
                  </a:cubicBezTo>
                  <a:cubicBezTo>
                    <a:pt x="238" y="378"/>
                    <a:pt x="181" y="362"/>
                    <a:pt x="166" y="312"/>
                  </a:cubicBezTo>
                  <a:cubicBezTo>
                    <a:pt x="165" y="310"/>
                    <a:pt x="165" y="309"/>
                    <a:pt x="164" y="307"/>
                  </a:cubicBezTo>
                  <a:cubicBezTo>
                    <a:pt x="160" y="300"/>
                    <a:pt x="154" y="294"/>
                    <a:pt x="147" y="290"/>
                  </a:cubicBezTo>
                  <a:cubicBezTo>
                    <a:pt x="143" y="288"/>
                    <a:pt x="139" y="286"/>
                    <a:pt x="135" y="285"/>
                  </a:cubicBezTo>
                  <a:cubicBezTo>
                    <a:pt x="133" y="315"/>
                    <a:pt x="159" y="334"/>
                    <a:pt x="161" y="361"/>
                  </a:cubicBezTo>
                  <a:cubicBezTo>
                    <a:pt x="144" y="359"/>
                    <a:pt x="143" y="342"/>
                    <a:pt x="137" y="331"/>
                  </a:cubicBezTo>
                  <a:cubicBezTo>
                    <a:pt x="135" y="329"/>
                    <a:pt x="134" y="327"/>
                    <a:pt x="133" y="325"/>
                  </a:cubicBezTo>
                  <a:cubicBezTo>
                    <a:pt x="127" y="316"/>
                    <a:pt x="124" y="306"/>
                    <a:pt x="121" y="296"/>
                  </a:cubicBezTo>
                  <a:cubicBezTo>
                    <a:pt x="114" y="257"/>
                    <a:pt x="84" y="226"/>
                    <a:pt x="82" y="183"/>
                  </a:cubicBezTo>
                  <a:cubicBezTo>
                    <a:pt x="80" y="156"/>
                    <a:pt x="55" y="130"/>
                    <a:pt x="37" y="107"/>
                  </a:cubicBezTo>
                  <a:cubicBezTo>
                    <a:pt x="13" y="74"/>
                    <a:pt x="0" y="40"/>
                    <a:pt x="20" y="1"/>
                  </a:cubicBezTo>
                  <a:lnTo>
                    <a:pt x="2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3"/>
            <p:cNvSpPr/>
            <p:nvPr/>
          </p:nvSpPr>
          <p:spPr>
            <a:xfrm>
              <a:off x="3895920" y="3645720"/>
              <a:ext cx="109440" cy="82440"/>
            </a:xfrm>
            <a:custGeom>
              <a:rect b="b" l="l" r="r" t="t"/>
              <a:pathLst>
                <a:path extrusionOk="0" h="229" w="304">
                  <a:moveTo>
                    <a:pt x="2" y="0"/>
                  </a:moveTo>
                  <a:cubicBezTo>
                    <a:pt x="58" y="24"/>
                    <a:pt x="116" y="26"/>
                    <a:pt x="172" y="36"/>
                  </a:cubicBezTo>
                  <a:cubicBezTo>
                    <a:pt x="228" y="45"/>
                    <a:pt x="294" y="120"/>
                    <a:pt x="302" y="180"/>
                  </a:cubicBezTo>
                  <a:cubicBezTo>
                    <a:pt x="303" y="183"/>
                    <a:pt x="303" y="186"/>
                    <a:pt x="303" y="189"/>
                  </a:cubicBezTo>
                  <a:cubicBezTo>
                    <a:pt x="303" y="194"/>
                    <a:pt x="302" y="197"/>
                    <a:pt x="300" y="202"/>
                  </a:cubicBezTo>
                  <a:cubicBezTo>
                    <a:pt x="297" y="206"/>
                    <a:pt x="294" y="210"/>
                    <a:pt x="290" y="212"/>
                  </a:cubicBezTo>
                  <a:cubicBezTo>
                    <a:pt x="286" y="214"/>
                    <a:pt x="282" y="216"/>
                    <a:pt x="277" y="216"/>
                  </a:cubicBezTo>
                  <a:cubicBezTo>
                    <a:pt x="276" y="216"/>
                    <a:pt x="276" y="216"/>
                    <a:pt x="275" y="216"/>
                  </a:cubicBezTo>
                  <a:cubicBezTo>
                    <a:pt x="210" y="228"/>
                    <a:pt x="110" y="189"/>
                    <a:pt x="82" y="132"/>
                  </a:cubicBezTo>
                  <a:cubicBezTo>
                    <a:pt x="78" y="122"/>
                    <a:pt x="74" y="111"/>
                    <a:pt x="69" y="101"/>
                  </a:cubicBezTo>
                  <a:cubicBezTo>
                    <a:pt x="54" y="73"/>
                    <a:pt x="44" y="40"/>
                    <a:pt x="8" y="28"/>
                  </a:cubicBezTo>
                  <a:cubicBezTo>
                    <a:pt x="3" y="26"/>
                    <a:pt x="0" y="18"/>
                    <a:pt x="2" y="0"/>
                  </a:cubicBezTo>
                  <a:moveTo>
                    <a:pt x="216" y="160"/>
                  </a:moveTo>
                  <a:cubicBezTo>
                    <a:pt x="225" y="152"/>
                    <a:pt x="229" y="149"/>
                    <a:pt x="233" y="145"/>
                  </a:cubicBezTo>
                  <a:cubicBezTo>
                    <a:pt x="237" y="141"/>
                    <a:pt x="251" y="133"/>
                    <a:pt x="242" y="124"/>
                  </a:cubicBezTo>
                  <a:cubicBezTo>
                    <a:pt x="232" y="115"/>
                    <a:pt x="221" y="124"/>
                    <a:pt x="216" y="133"/>
                  </a:cubicBezTo>
                  <a:cubicBezTo>
                    <a:pt x="216" y="138"/>
                    <a:pt x="215" y="143"/>
                    <a:pt x="215" y="148"/>
                  </a:cubicBezTo>
                  <a:cubicBezTo>
                    <a:pt x="215" y="152"/>
                    <a:pt x="215" y="156"/>
                    <a:pt x="216"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3"/>
            <p:cNvSpPr/>
            <p:nvPr/>
          </p:nvSpPr>
          <p:spPr>
            <a:xfrm>
              <a:off x="3299040" y="3427200"/>
              <a:ext cx="165240" cy="85680"/>
            </a:xfrm>
            <a:custGeom>
              <a:rect b="b" l="l" r="r" t="t"/>
              <a:pathLst>
                <a:path extrusionOk="0" h="238" w="459">
                  <a:moveTo>
                    <a:pt x="68" y="47"/>
                  </a:moveTo>
                  <a:cubicBezTo>
                    <a:pt x="50" y="26"/>
                    <a:pt x="20" y="28"/>
                    <a:pt x="0" y="10"/>
                  </a:cubicBezTo>
                  <a:cubicBezTo>
                    <a:pt x="13" y="0"/>
                    <a:pt x="23" y="10"/>
                    <a:pt x="34" y="14"/>
                  </a:cubicBezTo>
                  <a:cubicBezTo>
                    <a:pt x="47" y="20"/>
                    <a:pt x="61" y="23"/>
                    <a:pt x="75" y="23"/>
                  </a:cubicBezTo>
                  <a:cubicBezTo>
                    <a:pt x="83" y="23"/>
                    <a:pt x="90" y="22"/>
                    <a:pt x="98" y="20"/>
                  </a:cubicBezTo>
                  <a:cubicBezTo>
                    <a:pt x="123" y="18"/>
                    <a:pt x="146" y="35"/>
                    <a:pt x="171" y="39"/>
                  </a:cubicBezTo>
                  <a:cubicBezTo>
                    <a:pt x="241" y="51"/>
                    <a:pt x="308" y="75"/>
                    <a:pt x="370" y="110"/>
                  </a:cubicBezTo>
                  <a:cubicBezTo>
                    <a:pt x="379" y="116"/>
                    <a:pt x="388" y="122"/>
                    <a:pt x="398" y="128"/>
                  </a:cubicBezTo>
                  <a:cubicBezTo>
                    <a:pt x="404" y="132"/>
                    <a:pt x="410" y="136"/>
                    <a:pt x="415" y="142"/>
                  </a:cubicBezTo>
                  <a:cubicBezTo>
                    <a:pt x="417" y="144"/>
                    <a:pt x="417" y="148"/>
                    <a:pt x="420" y="158"/>
                  </a:cubicBezTo>
                  <a:cubicBezTo>
                    <a:pt x="367" y="134"/>
                    <a:pt x="323" y="95"/>
                    <a:pt x="256" y="83"/>
                  </a:cubicBezTo>
                  <a:cubicBezTo>
                    <a:pt x="331" y="137"/>
                    <a:pt x="402" y="177"/>
                    <a:pt x="458" y="237"/>
                  </a:cubicBezTo>
                  <a:cubicBezTo>
                    <a:pt x="410" y="215"/>
                    <a:pt x="373" y="177"/>
                    <a:pt x="323" y="151"/>
                  </a:cubicBezTo>
                  <a:cubicBezTo>
                    <a:pt x="319" y="165"/>
                    <a:pt x="334" y="169"/>
                    <a:pt x="334" y="180"/>
                  </a:cubicBezTo>
                  <a:cubicBezTo>
                    <a:pt x="324" y="189"/>
                    <a:pt x="320" y="178"/>
                    <a:pt x="314" y="173"/>
                  </a:cubicBezTo>
                  <a:cubicBezTo>
                    <a:pt x="241" y="112"/>
                    <a:pt x="153" y="81"/>
                    <a:pt x="66" y="46"/>
                  </a:cubicBezTo>
                  <a:lnTo>
                    <a:pt x="68"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3"/>
            <p:cNvSpPr/>
            <p:nvPr/>
          </p:nvSpPr>
          <p:spPr>
            <a:xfrm>
              <a:off x="2990520" y="3515760"/>
              <a:ext cx="114840" cy="187920"/>
            </a:xfrm>
            <a:custGeom>
              <a:rect b="b" l="l" r="r" t="t"/>
              <a:pathLst>
                <a:path extrusionOk="0" h="522" w="319">
                  <a:moveTo>
                    <a:pt x="207" y="488"/>
                  </a:moveTo>
                  <a:cubicBezTo>
                    <a:pt x="159" y="461"/>
                    <a:pt x="124" y="419"/>
                    <a:pt x="79" y="388"/>
                  </a:cubicBezTo>
                  <a:cubicBezTo>
                    <a:pt x="96" y="390"/>
                    <a:pt x="114" y="384"/>
                    <a:pt x="126" y="403"/>
                  </a:cubicBezTo>
                  <a:cubicBezTo>
                    <a:pt x="130" y="410"/>
                    <a:pt x="139" y="409"/>
                    <a:pt x="145" y="403"/>
                  </a:cubicBezTo>
                  <a:cubicBezTo>
                    <a:pt x="150" y="396"/>
                    <a:pt x="156" y="392"/>
                    <a:pt x="150" y="384"/>
                  </a:cubicBezTo>
                  <a:cubicBezTo>
                    <a:pt x="144" y="375"/>
                    <a:pt x="133" y="360"/>
                    <a:pt x="124" y="348"/>
                  </a:cubicBezTo>
                  <a:cubicBezTo>
                    <a:pt x="108" y="328"/>
                    <a:pt x="94" y="306"/>
                    <a:pt x="81" y="283"/>
                  </a:cubicBezTo>
                  <a:cubicBezTo>
                    <a:pt x="43" y="217"/>
                    <a:pt x="17" y="145"/>
                    <a:pt x="3" y="71"/>
                  </a:cubicBezTo>
                  <a:cubicBezTo>
                    <a:pt x="1" y="64"/>
                    <a:pt x="0" y="57"/>
                    <a:pt x="0" y="49"/>
                  </a:cubicBezTo>
                  <a:cubicBezTo>
                    <a:pt x="0" y="38"/>
                    <a:pt x="4" y="27"/>
                    <a:pt x="9" y="17"/>
                  </a:cubicBezTo>
                  <a:cubicBezTo>
                    <a:pt x="12" y="12"/>
                    <a:pt x="15" y="7"/>
                    <a:pt x="18" y="4"/>
                  </a:cubicBezTo>
                  <a:cubicBezTo>
                    <a:pt x="19" y="3"/>
                    <a:pt x="19" y="3"/>
                    <a:pt x="20" y="2"/>
                  </a:cubicBezTo>
                  <a:cubicBezTo>
                    <a:pt x="23" y="0"/>
                    <a:pt x="26" y="0"/>
                    <a:pt x="28" y="0"/>
                  </a:cubicBezTo>
                  <a:cubicBezTo>
                    <a:pt x="30" y="0"/>
                    <a:pt x="32" y="0"/>
                    <a:pt x="33" y="1"/>
                  </a:cubicBezTo>
                  <a:cubicBezTo>
                    <a:pt x="40" y="5"/>
                    <a:pt x="43" y="12"/>
                    <a:pt x="33" y="17"/>
                  </a:cubicBezTo>
                  <a:cubicBezTo>
                    <a:pt x="15" y="29"/>
                    <a:pt x="19" y="47"/>
                    <a:pt x="22" y="63"/>
                  </a:cubicBezTo>
                  <a:cubicBezTo>
                    <a:pt x="31" y="103"/>
                    <a:pt x="27" y="148"/>
                    <a:pt x="64" y="178"/>
                  </a:cubicBezTo>
                  <a:cubicBezTo>
                    <a:pt x="67" y="181"/>
                    <a:pt x="67" y="188"/>
                    <a:pt x="69" y="193"/>
                  </a:cubicBezTo>
                  <a:cubicBezTo>
                    <a:pt x="70" y="198"/>
                    <a:pt x="73" y="208"/>
                    <a:pt x="75" y="215"/>
                  </a:cubicBezTo>
                  <a:cubicBezTo>
                    <a:pt x="91" y="286"/>
                    <a:pt x="130" y="335"/>
                    <a:pt x="207" y="345"/>
                  </a:cubicBezTo>
                  <a:lnTo>
                    <a:pt x="222" y="363"/>
                  </a:lnTo>
                  <a:cubicBezTo>
                    <a:pt x="195" y="372"/>
                    <a:pt x="178" y="346"/>
                    <a:pt x="143" y="342"/>
                  </a:cubicBezTo>
                  <a:cubicBezTo>
                    <a:pt x="172" y="380"/>
                    <a:pt x="195" y="412"/>
                    <a:pt x="219" y="443"/>
                  </a:cubicBezTo>
                  <a:cubicBezTo>
                    <a:pt x="242" y="473"/>
                    <a:pt x="284" y="488"/>
                    <a:pt x="318" y="519"/>
                  </a:cubicBezTo>
                  <a:cubicBezTo>
                    <a:pt x="288" y="521"/>
                    <a:pt x="272" y="493"/>
                    <a:pt x="246" y="499"/>
                  </a:cubicBezTo>
                  <a:lnTo>
                    <a:pt x="207" y="4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3"/>
            <p:cNvSpPr/>
            <p:nvPr/>
          </p:nvSpPr>
          <p:spPr>
            <a:xfrm>
              <a:off x="3152520" y="3400560"/>
              <a:ext cx="148680" cy="42120"/>
            </a:xfrm>
            <a:custGeom>
              <a:rect b="b" l="l" r="r" t="t"/>
              <a:pathLst>
                <a:path extrusionOk="0" h="117" w="413">
                  <a:moveTo>
                    <a:pt x="95" y="57"/>
                  </a:moveTo>
                  <a:cubicBezTo>
                    <a:pt x="121" y="38"/>
                    <a:pt x="145" y="57"/>
                    <a:pt x="167" y="35"/>
                  </a:cubicBezTo>
                  <a:cubicBezTo>
                    <a:pt x="108" y="35"/>
                    <a:pt x="53" y="37"/>
                    <a:pt x="0" y="7"/>
                  </a:cubicBezTo>
                  <a:cubicBezTo>
                    <a:pt x="37" y="2"/>
                    <a:pt x="75" y="0"/>
                    <a:pt x="113" y="0"/>
                  </a:cubicBezTo>
                  <a:cubicBezTo>
                    <a:pt x="183" y="0"/>
                    <a:pt x="253" y="8"/>
                    <a:pt x="322" y="24"/>
                  </a:cubicBezTo>
                  <a:cubicBezTo>
                    <a:pt x="328" y="44"/>
                    <a:pt x="302" y="50"/>
                    <a:pt x="311" y="67"/>
                  </a:cubicBezTo>
                  <a:cubicBezTo>
                    <a:pt x="320" y="83"/>
                    <a:pt x="333" y="79"/>
                    <a:pt x="345" y="84"/>
                  </a:cubicBezTo>
                  <a:cubicBezTo>
                    <a:pt x="356" y="88"/>
                    <a:pt x="377" y="95"/>
                    <a:pt x="392" y="101"/>
                  </a:cubicBezTo>
                  <a:cubicBezTo>
                    <a:pt x="399" y="106"/>
                    <a:pt x="406" y="111"/>
                    <a:pt x="412" y="116"/>
                  </a:cubicBezTo>
                  <a:cubicBezTo>
                    <a:pt x="300" y="93"/>
                    <a:pt x="205" y="56"/>
                    <a:pt x="95" y="57"/>
                  </a:cubicBezTo>
                  <a:moveTo>
                    <a:pt x="269" y="27"/>
                  </a:moveTo>
                  <a:lnTo>
                    <a:pt x="241" y="29"/>
                  </a:lnTo>
                  <a:cubicBezTo>
                    <a:pt x="247" y="31"/>
                    <a:pt x="254" y="33"/>
                    <a:pt x="269" y="26"/>
                  </a:cubicBezTo>
                  <a:lnTo>
                    <a:pt x="269"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3"/>
            <p:cNvSpPr/>
            <p:nvPr/>
          </p:nvSpPr>
          <p:spPr>
            <a:xfrm>
              <a:off x="2938320" y="3431520"/>
              <a:ext cx="213480" cy="152280"/>
            </a:xfrm>
            <a:custGeom>
              <a:rect b="b" l="l" r="r" t="t"/>
              <a:pathLst>
                <a:path extrusionOk="0" h="423" w="593">
                  <a:moveTo>
                    <a:pt x="592" y="419"/>
                  </a:moveTo>
                  <a:cubicBezTo>
                    <a:pt x="576" y="422"/>
                    <a:pt x="569" y="410"/>
                    <a:pt x="560" y="401"/>
                  </a:cubicBezTo>
                  <a:cubicBezTo>
                    <a:pt x="452" y="307"/>
                    <a:pt x="345" y="213"/>
                    <a:pt x="238" y="118"/>
                  </a:cubicBezTo>
                  <a:cubicBezTo>
                    <a:pt x="233" y="113"/>
                    <a:pt x="227" y="109"/>
                    <a:pt x="221" y="105"/>
                  </a:cubicBezTo>
                  <a:cubicBezTo>
                    <a:pt x="213" y="100"/>
                    <a:pt x="204" y="97"/>
                    <a:pt x="195" y="95"/>
                  </a:cubicBezTo>
                  <a:cubicBezTo>
                    <a:pt x="129" y="84"/>
                    <a:pt x="70" y="50"/>
                    <a:pt x="8" y="26"/>
                  </a:cubicBezTo>
                  <a:cubicBezTo>
                    <a:pt x="4" y="25"/>
                    <a:pt x="3" y="17"/>
                    <a:pt x="0" y="13"/>
                  </a:cubicBezTo>
                  <a:cubicBezTo>
                    <a:pt x="15" y="0"/>
                    <a:pt x="27" y="13"/>
                    <a:pt x="37" y="16"/>
                  </a:cubicBezTo>
                  <a:cubicBezTo>
                    <a:pt x="73" y="35"/>
                    <a:pt x="110" y="51"/>
                    <a:pt x="149" y="64"/>
                  </a:cubicBezTo>
                  <a:cubicBezTo>
                    <a:pt x="164" y="68"/>
                    <a:pt x="179" y="90"/>
                    <a:pt x="192" y="57"/>
                  </a:cubicBezTo>
                  <a:cubicBezTo>
                    <a:pt x="196" y="47"/>
                    <a:pt x="209" y="76"/>
                    <a:pt x="224" y="77"/>
                  </a:cubicBezTo>
                  <a:cubicBezTo>
                    <a:pt x="316" y="169"/>
                    <a:pt x="416" y="250"/>
                    <a:pt x="511" y="338"/>
                  </a:cubicBezTo>
                  <a:cubicBezTo>
                    <a:pt x="539" y="365"/>
                    <a:pt x="575" y="382"/>
                    <a:pt x="590" y="419"/>
                  </a:cubicBezTo>
                  <a:lnTo>
                    <a:pt x="592" y="4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3"/>
            <p:cNvSpPr/>
            <p:nvPr/>
          </p:nvSpPr>
          <p:spPr>
            <a:xfrm>
              <a:off x="3998520" y="3528720"/>
              <a:ext cx="75600" cy="168120"/>
            </a:xfrm>
            <a:custGeom>
              <a:rect b="b" l="l" r="r" t="t"/>
              <a:pathLst>
                <a:path extrusionOk="0" h="467" w="210">
                  <a:moveTo>
                    <a:pt x="204" y="465"/>
                  </a:moveTo>
                  <a:cubicBezTo>
                    <a:pt x="187" y="288"/>
                    <a:pt x="74" y="153"/>
                    <a:pt x="0" y="0"/>
                  </a:cubicBezTo>
                  <a:cubicBezTo>
                    <a:pt x="64" y="57"/>
                    <a:pt x="74" y="154"/>
                    <a:pt x="150" y="202"/>
                  </a:cubicBezTo>
                  <a:cubicBezTo>
                    <a:pt x="151" y="196"/>
                    <a:pt x="151" y="190"/>
                    <a:pt x="151" y="184"/>
                  </a:cubicBezTo>
                  <a:cubicBezTo>
                    <a:pt x="151" y="164"/>
                    <a:pt x="146" y="145"/>
                    <a:pt x="137" y="127"/>
                  </a:cubicBezTo>
                  <a:cubicBezTo>
                    <a:pt x="136" y="126"/>
                    <a:pt x="135" y="125"/>
                    <a:pt x="134" y="124"/>
                  </a:cubicBezTo>
                  <a:cubicBezTo>
                    <a:pt x="125" y="108"/>
                    <a:pt x="120" y="90"/>
                    <a:pt x="119" y="72"/>
                  </a:cubicBezTo>
                  <a:cubicBezTo>
                    <a:pt x="133" y="79"/>
                    <a:pt x="144" y="91"/>
                    <a:pt x="152" y="104"/>
                  </a:cubicBezTo>
                  <a:cubicBezTo>
                    <a:pt x="160" y="117"/>
                    <a:pt x="164" y="132"/>
                    <a:pt x="164" y="148"/>
                  </a:cubicBezTo>
                  <a:cubicBezTo>
                    <a:pt x="169" y="223"/>
                    <a:pt x="198" y="293"/>
                    <a:pt x="205" y="368"/>
                  </a:cubicBezTo>
                  <a:cubicBezTo>
                    <a:pt x="208" y="384"/>
                    <a:pt x="209" y="400"/>
                    <a:pt x="209" y="417"/>
                  </a:cubicBezTo>
                  <a:cubicBezTo>
                    <a:pt x="209" y="434"/>
                    <a:pt x="208" y="450"/>
                    <a:pt x="205" y="466"/>
                  </a:cubicBezTo>
                  <a:lnTo>
                    <a:pt x="204" y="4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3"/>
            <p:cNvSpPr/>
            <p:nvPr/>
          </p:nvSpPr>
          <p:spPr>
            <a:xfrm>
              <a:off x="2865240" y="3779640"/>
              <a:ext cx="22680" cy="146520"/>
            </a:xfrm>
            <a:custGeom>
              <a:rect b="b" l="l" r="r" t="t"/>
              <a:pathLst>
                <a:path extrusionOk="0" h="407" w="63">
                  <a:moveTo>
                    <a:pt x="54" y="406"/>
                  </a:moveTo>
                  <a:cubicBezTo>
                    <a:pt x="28" y="389"/>
                    <a:pt x="41" y="343"/>
                    <a:pt x="1" y="338"/>
                  </a:cubicBezTo>
                  <a:cubicBezTo>
                    <a:pt x="0" y="323"/>
                    <a:pt x="0" y="307"/>
                    <a:pt x="0" y="291"/>
                  </a:cubicBezTo>
                  <a:cubicBezTo>
                    <a:pt x="0" y="275"/>
                    <a:pt x="0" y="260"/>
                    <a:pt x="1" y="244"/>
                  </a:cubicBezTo>
                  <a:cubicBezTo>
                    <a:pt x="1" y="243"/>
                    <a:pt x="1" y="242"/>
                    <a:pt x="1" y="241"/>
                  </a:cubicBezTo>
                  <a:cubicBezTo>
                    <a:pt x="1" y="179"/>
                    <a:pt x="5" y="117"/>
                    <a:pt x="11" y="55"/>
                  </a:cubicBezTo>
                  <a:cubicBezTo>
                    <a:pt x="11" y="53"/>
                    <a:pt x="11" y="51"/>
                    <a:pt x="11" y="48"/>
                  </a:cubicBezTo>
                  <a:cubicBezTo>
                    <a:pt x="11" y="35"/>
                    <a:pt x="14" y="22"/>
                    <a:pt x="21" y="10"/>
                  </a:cubicBezTo>
                  <a:cubicBezTo>
                    <a:pt x="23" y="7"/>
                    <a:pt x="25" y="3"/>
                    <a:pt x="28" y="0"/>
                  </a:cubicBezTo>
                  <a:cubicBezTo>
                    <a:pt x="40" y="33"/>
                    <a:pt x="12" y="64"/>
                    <a:pt x="33" y="96"/>
                  </a:cubicBezTo>
                  <a:cubicBezTo>
                    <a:pt x="53" y="127"/>
                    <a:pt x="40" y="161"/>
                    <a:pt x="62" y="196"/>
                  </a:cubicBezTo>
                  <a:cubicBezTo>
                    <a:pt x="32" y="186"/>
                    <a:pt x="39" y="162"/>
                    <a:pt x="23" y="144"/>
                  </a:cubicBezTo>
                  <a:cubicBezTo>
                    <a:pt x="1" y="238"/>
                    <a:pt x="38" y="321"/>
                    <a:pt x="54" y="4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3"/>
            <p:cNvSpPr/>
            <p:nvPr/>
          </p:nvSpPr>
          <p:spPr>
            <a:xfrm>
              <a:off x="3006720" y="3480120"/>
              <a:ext cx="83160" cy="136440"/>
            </a:xfrm>
            <a:custGeom>
              <a:rect b="b" l="l" r="r" t="t"/>
              <a:pathLst>
                <a:path extrusionOk="0" h="379" w="231">
                  <a:moveTo>
                    <a:pt x="227" y="378"/>
                  </a:moveTo>
                  <a:cubicBezTo>
                    <a:pt x="119" y="304"/>
                    <a:pt x="71" y="193"/>
                    <a:pt x="22" y="82"/>
                  </a:cubicBezTo>
                  <a:cubicBezTo>
                    <a:pt x="10" y="56"/>
                    <a:pt x="0" y="29"/>
                    <a:pt x="23" y="0"/>
                  </a:cubicBezTo>
                  <a:cubicBezTo>
                    <a:pt x="27" y="56"/>
                    <a:pt x="44" y="110"/>
                    <a:pt x="71" y="158"/>
                  </a:cubicBezTo>
                  <a:cubicBezTo>
                    <a:pt x="78" y="170"/>
                    <a:pt x="86" y="182"/>
                    <a:pt x="94" y="193"/>
                  </a:cubicBezTo>
                  <a:cubicBezTo>
                    <a:pt x="129" y="249"/>
                    <a:pt x="170" y="303"/>
                    <a:pt x="215" y="352"/>
                  </a:cubicBezTo>
                  <a:cubicBezTo>
                    <a:pt x="221" y="357"/>
                    <a:pt x="230" y="361"/>
                    <a:pt x="227"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3"/>
            <p:cNvSpPr/>
            <p:nvPr/>
          </p:nvSpPr>
          <p:spPr>
            <a:xfrm>
              <a:off x="2952720" y="3772440"/>
              <a:ext cx="74880" cy="156960"/>
            </a:xfrm>
            <a:custGeom>
              <a:rect b="b" l="l" r="r" t="t"/>
              <a:pathLst>
                <a:path extrusionOk="0" h="436" w="208">
                  <a:moveTo>
                    <a:pt x="203" y="435"/>
                  </a:moveTo>
                  <a:cubicBezTo>
                    <a:pt x="167" y="391"/>
                    <a:pt x="134" y="344"/>
                    <a:pt x="106" y="294"/>
                  </a:cubicBezTo>
                  <a:cubicBezTo>
                    <a:pt x="63" y="220"/>
                    <a:pt x="29" y="141"/>
                    <a:pt x="6" y="58"/>
                  </a:cubicBezTo>
                  <a:cubicBezTo>
                    <a:pt x="2" y="49"/>
                    <a:pt x="0" y="39"/>
                    <a:pt x="0" y="29"/>
                  </a:cubicBezTo>
                  <a:cubicBezTo>
                    <a:pt x="0" y="19"/>
                    <a:pt x="2" y="9"/>
                    <a:pt x="6" y="0"/>
                  </a:cubicBezTo>
                  <a:cubicBezTo>
                    <a:pt x="16" y="0"/>
                    <a:pt x="22" y="4"/>
                    <a:pt x="22" y="13"/>
                  </a:cubicBezTo>
                  <a:cubicBezTo>
                    <a:pt x="22" y="86"/>
                    <a:pt x="51" y="150"/>
                    <a:pt x="83" y="213"/>
                  </a:cubicBezTo>
                  <a:cubicBezTo>
                    <a:pt x="99" y="245"/>
                    <a:pt x="115" y="277"/>
                    <a:pt x="133" y="308"/>
                  </a:cubicBezTo>
                  <a:cubicBezTo>
                    <a:pt x="151" y="338"/>
                    <a:pt x="169" y="368"/>
                    <a:pt x="189" y="397"/>
                  </a:cubicBezTo>
                  <a:cubicBezTo>
                    <a:pt x="193" y="401"/>
                    <a:pt x="196" y="406"/>
                    <a:pt x="199" y="411"/>
                  </a:cubicBezTo>
                  <a:cubicBezTo>
                    <a:pt x="203" y="417"/>
                    <a:pt x="205" y="424"/>
                    <a:pt x="207" y="431"/>
                  </a:cubicBezTo>
                  <a:lnTo>
                    <a:pt x="203" y="4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3"/>
            <p:cNvSpPr/>
            <p:nvPr/>
          </p:nvSpPr>
          <p:spPr>
            <a:xfrm>
              <a:off x="2892600" y="3778200"/>
              <a:ext cx="50760" cy="167040"/>
            </a:xfrm>
            <a:custGeom>
              <a:rect b="b" l="l" r="r" t="t"/>
              <a:pathLst>
                <a:path extrusionOk="0" h="464" w="141">
                  <a:moveTo>
                    <a:pt x="6" y="0"/>
                  </a:moveTo>
                  <a:cubicBezTo>
                    <a:pt x="34" y="159"/>
                    <a:pt x="79" y="314"/>
                    <a:pt x="140" y="463"/>
                  </a:cubicBezTo>
                  <a:cubicBezTo>
                    <a:pt x="85" y="405"/>
                    <a:pt x="0" y="11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3"/>
            <p:cNvSpPr/>
            <p:nvPr/>
          </p:nvSpPr>
          <p:spPr>
            <a:xfrm>
              <a:off x="3295800" y="3672720"/>
              <a:ext cx="167400" cy="31320"/>
            </a:xfrm>
            <a:custGeom>
              <a:rect b="b" l="l" r="r" t="t"/>
              <a:pathLst>
                <a:path extrusionOk="0" h="87" w="465">
                  <a:moveTo>
                    <a:pt x="464" y="12"/>
                  </a:moveTo>
                  <a:cubicBezTo>
                    <a:pt x="461" y="13"/>
                    <a:pt x="459" y="14"/>
                    <a:pt x="457" y="16"/>
                  </a:cubicBezTo>
                  <a:cubicBezTo>
                    <a:pt x="429" y="32"/>
                    <a:pt x="399" y="42"/>
                    <a:pt x="368" y="48"/>
                  </a:cubicBezTo>
                  <a:cubicBezTo>
                    <a:pt x="310" y="62"/>
                    <a:pt x="252" y="74"/>
                    <a:pt x="194" y="85"/>
                  </a:cubicBezTo>
                  <a:cubicBezTo>
                    <a:pt x="191" y="85"/>
                    <a:pt x="188" y="86"/>
                    <a:pt x="184" y="86"/>
                  </a:cubicBezTo>
                  <a:cubicBezTo>
                    <a:pt x="179" y="86"/>
                    <a:pt x="173" y="85"/>
                    <a:pt x="168" y="84"/>
                  </a:cubicBezTo>
                  <a:cubicBezTo>
                    <a:pt x="110" y="71"/>
                    <a:pt x="54" y="53"/>
                    <a:pt x="0" y="31"/>
                  </a:cubicBezTo>
                  <a:cubicBezTo>
                    <a:pt x="3" y="30"/>
                    <a:pt x="6" y="30"/>
                    <a:pt x="10" y="30"/>
                  </a:cubicBezTo>
                  <a:cubicBezTo>
                    <a:pt x="35" y="30"/>
                    <a:pt x="61" y="36"/>
                    <a:pt x="84" y="47"/>
                  </a:cubicBezTo>
                  <a:cubicBezTo>
                    <a:pt x="118" y="59"/>
                    <a:pt x="154" y="65"/>
                    <a:pt x="190" y="65"/>
                  </a:cubicBezTo>
                  <a:cubicBezTo>
                    <a:pt x="219" y="65"/>
                    <a:pt x="247" y="61"/>
                    <a:pt x="275" y="53"/>
                  </a:cubicBezTo>
                  <a:cubicBezTo>
                    <a:pt x="328" y="42"/>
                    <a:pt x="379" y="27"/>
                    <a:pt x="430" y="9"/>
                  </a:cubicBezTo>
                  <a:cubicBezTo>
                    <a:pt x="440" y="5"/>
                    <a:pt x="450" y="3"/>
                    <a:pt x="460" y="0"/>
                  </a:cubicBezTo>
                  <a:lnTo>
                    <a:pt x="464"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3"/>
            <p:cNvSpPr/>
            <p:nvPr/>
          </p:nvSpPr>
          <p:spPr>
            <a:xfrm>
              <a:off x="3360600" y="3678480"/>
              <a:ext cx="142200" cy="50400"/>
            </a:xfrm>
            <a:custGeom>
              <a:rect b="b" l="l" r="r" t="t"/>
              <a:pathLst>
                <a:path extrusionOk="0" h="140" w="395">
                  <a:moveTo>
                    <a:pt x="394" y="0"/>
                  </a:moveTo>
                  <a:cubicBezTo>
                    <a:pt x="344" y="64"/>
                    <a:pt x="117" y="139"/>
                    <a:pt x="0" y="129"/>
                  </a:cubicBezTo>
                  <a:cubicBezTo>
                    <a:pt x="68" y="115"/>
                    <a:pt x="136" y="101"/>
                    <a:pt x="202" y="81"/>
                  </a:cubicBezTo>
                  <a:cubicBezTo>
                    <a:pt x="268" y="62"/>
                    <a:pt x="331" y="35"/>
                    <a:pt x="391" y="1"/>
                  </a:cubicBezTo>
                  <a:cubicBezTo>
                    <a:pt x="392" y="1"/>
                    <a:pt x="393" y="0"/>
                    <a:pt x="39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3"/>
            <p:cNvSpPr/>
            <p:nvPr/>
          </p:nvSpPr>
          <p:spPr>
            <a:xfrm>
              <a:off x="2936160" y="4036320"/>
              <a:ext cx="118800" cy="77760"/>
            </a:xfrm>
            <a:custGeom>
              <a:rect b="b" l="l" r="r" t="t"/>
              <a:pathLst>
                <a:path extrusionOk="0" h="216" w="330">
                  <a:moveTo>
                    <a:pt x="329" y="214"/>
                  </a:moveTo>
                  <a:cubicBezTo>
                    <a:pt x="242" y="177"/>
                    <a:pt x="144" y="159"/>
                    <a:pt x="79" y="82"/>
                  </a:cubicBezTo>
                  <a:cubicBezTo>
                    <a:pt x="57" y="55"/>
                    <a:pt x="22" y="42"/>
                    <a:pt x="0" y="0"/>
                  </a:cubicBezTo>
                  <a:cubicBezTo>
                    <a:pt x="50" y="26"/>
                    <a:pt x="74" y="73"/>
                    <a:pt x="122" y="83"/>
                  </a:cubicBezTo>
                  <a:lnTo>
                    <a:pt x="148" y="102"/>
                  </a:lnTo>
                  <a:cubicBezTo>
                    <a:pt x="150" y="134"/>
                    <a:pt x="179" y="135"/>
                    <a:pt x="199" y="145"/>
                  </a:cubicBezTo>
                  <a:cubicBezTo>
                    <a:pt x="244" y="165"/>
                    <a:pt x="291" y="180"/>
                    <a:pt x="327" y="215"/>
                  </a:cubicBezTo>
                  <a:lnTo>
                    <a:pt x="329" y="2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3"/>
            <p:cNvSpPr/>
            <p:nvPr/>
          </p:nvSpPr>
          <p:spPr>
            <a:xfrm>
              <a:off x="3829680" y="3620520"/>
              <a:ext cx="68400" cy="50760"/>
            </a:xfrm>
            <a:custGeom>
              <a:rect b="b" l="l" r="r" t="t"/>
              <a:pathLst>
                <a:path extrusionOk="0" h="141" w="190">
                  <a:moveTo>
                    <a:pt x="38" y="49"/>
                  </a:moveTo>
                  <a:cubicBezTo>
                    <a:pt x="30" y="35"/>
                    <a:pt x="9" y="44"/>
                    <a:pt x="0" y="29"/>
                  </a:cubicBezTo>
                  <a:cubicBezTo>
                    <a:pt x="4" y="12"/>
                    <a:pt x="16" y="18"/>
                    <a:pt x="27" y="20"/>
                  </a:cubicBezTo>
                  <a:cubicBezTo>
                    <a:pt x="42" y="23"/>
                    <a:pt x="55" y="30"/>
                    <a:pt x="72" y="15"/>
                  </a:cubicBezTo>
                  <a:cubicBezTo>
                    <a:pt x="89" y="0"/>
                    <a:pt x="111" y="15"/>
                    <a:pt x="126" y="28"/>
                  </a:cubicBezTo>
                  <a:cubicBezTo>
                    <a:pt x="129" y="30"/>
                    <a:pt x="131" y="32"/>
                    <a:pt x="133" y="35"/>
                  </a:cubicBezTo>
                  <a:cubicBezTo>
                    <a:pt x="135" y="38"/>
                    <a:pt x="136" y="42"/>
                    <a:pt x="136" y="46"/>
                  </a:cubicBezTo>
                  <a:cubicBezTo>
                    <a:pt x="136" y="50"/>
                    <a:pt x="135" y="53"/>
                    <a:pt x="133" y="57"/>
                  </a:cubicBezTo>
                  <a:cubicBezTo>
                    <a:pt x="131" y="60"/>
                    <a:pt x="129" y="62"/>
                    <a:pt x="126" y="64"/>
                  </a:cubicBezTo>
                  <a:cubicBezTo>
                    <a:pt x="115" y="72"/>
                    <a:pt x="124" y="79"/>
                    <a:pt x="131" y="86"/>
                  </a:cubicBezTo>
                  <a:cubicBezTo>
                    <a:pt x="153" y="101"/>
                    <a:pt x="172" y="119"/>
                    <a:pt x="189" y="140"/>
                  </a:cubicBezTo>
                  <a:cubicBezTo>
                    <a:pt x="174" y="136"/>
                    <a:pt x="159" y="130"/>
                    <a:pt x="146" y="122"/>
                  </a:cubicBezTo>
                  <a:cubicBezTo>
                    <a:pt x="125" y="110"/>
                    <a:pt x="107" y="94"/>
                    <a:pt x="92" y="75"/>
                  </a:cubicBezTo>
                  <a:cubicBezTo>
                    <a:pt x="87" y="67"/>
                    <a:pt x="80" y="62"/>
                    <a:pt x="72" y="57"/>
                  </a:cubicBezTo>
                  <a:cubicBezTo>
                    <a:pt x="63" y="52"/>
                    <a:pt x="52" y="48"/>
                    <a:pt x="40" y="48"/>
                  </a:cubicBezTo>
                  <a:cubicBezTo>
                    <a:pt x="39" y="48"/>
                    <a:pt x="38" y="48"/>
                    <a:pt x="37" y="48"/>
                  </a:cubicBezTo>
                  <a:lnTo>
                    <a:pt x="38"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3"/>
            <p:cNvSpPr/>
            <p:nvPr/>
          </p:nvSpPr>
          <p:spPr>
            <a:xfrm>
              <a:off x="3366720" y="3703320"/>
              <a:ext cx="134640" cy="56520"/>
            </a:xfrm>
            <a:custGeom>
              <a:rect b="b" l="l" r="r" t="t"/>
              <a:pathLst>
                <a:path extrusionOk="0" h="157" w="374">
                  <a:moveTo>
                    <a:pt x="373" y="0"/>
                  </a:moveTo>
                  <a:cubicBezTo>
                    <a:pt x="327" y="73"/>
                    <a:pt x="100" y="156"/>
                    <a:pt x="0" y="138"/>
                  </a:cubicBezTo>
                  <a:cubicBezTo>
                    <a:pt x="134" y="113"/>
                    <a:pt x="263" y="82"/>
                    <a:pt x="37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3"/>
            <p:cNvSpPr/>
            <p:nvPr/>
          </p:nvSpPr>
          <p:spPr>
            <a:xfrm>
              <a:off x="3116880" y="3974400"/>
              <a:ext cx="82440" cy="71280"/>
            </a:xfrm>
            <a:custGeom>
              <a:rect b="b" l="l" r="r" t="t"/>
              <a:pathLst>
                <a:path extrusionOk="0" h="198" w="229">
                  <a:moveTo>
                    <a:pt x="0" y="1"/>
                  </a:moveTo>
                  <a:cubicBezTo>
                    <a:pt x="2" y="0"/>
                    <a:pt x="4" y="0"/>
                    <a:pt x="7" y="0"/>
                  </a:cubicBezTo>
                  <a:cubicBezTo>
                    <a:pt x="11" y="0"/>
                    <a:pt x="16" y="1"/>
                    <a:pt x="20" y="4"/>
                  </a:cubicBezTo>
                  <a:cubicBezTo>
                    <a:pt x="22" y="5"/>
                    <a:pt x="25" y="7"/>
                    <a:pt x="27" y="9"/>
                  </a:cubicBezTo>
                  <a:cubicBezTo>
                    <a:pt x="56" y="52"/>
                    <a:pt x="100" y="83"/>
                    <a:pt x="124" y="130"/>
                  </a:cubicBezTo>
                  <a:cubicBezTo>
                    <a:pt x="132" y="142"/>
                    <a:pt x="142" y="152"/>
                    <a:pt x="155" y="159"/>
                  </a:cubicBezTo>
                  <a:cubicBezTo>
                    <a:pt x="160" y="162"/>
                    <a:pt x="165" y="165"/>
                    <a:pt x="171" y="166"/>
                  </a:cubicBezTo>
                  <a:cubicBezTo>
                    <a:pt x="189" y="176"/>
                    <a:pt x="208" y="183"/>
                    <a:pt x="228" y="191"/>
                  </a:cubicBezTo>
                  <a:cubicBezTo>
                    <a:pt x="228" y="192"/>
                    <a:pt x="227" y="192"/>
                    <a:pt x="226" y="193"/>
                  </a:cubicBezTo>
                  <a:cubicBezTo>
                    <a:pt x="222" y="195"/>
                    <a:pt x="216" y="197"/>
                    <a:pt x="211" y="197"/>
                  </a:cubicBezTo>
                  <a:cubicBezTo>
                    <a:pt x="205" y="197"/>
                    <a:pt x="200" y="196"/>
                    <a:pt x="195" y="193"/>
                  </a:cubicBezTo>
                  <a:cubicBezTo>
                    <a:pt x="194" y="192"/>
                    <a:pt x="194" y="192"/>
                    <a:pt x="193" y="191"/>
                  </a:cubicBezTo>
                  <a:cubicBezTo>
                    <a:pt x="176" y="185"/>
                    <a:pt x="160" y="177"/>
                    <a:pt x="144" y="168"/>
                  </a:cubicBezTo>
                  <a:cubicBezTo>
                    <a:pt x="117" y="152"/>
                    <a:pt x="91" y="132"/>
                    <a:pt x="68" y="109"/>
                  </a:cubicBezTo>
                  <a:cubicBezTo>
                    <a:pt x="63" y="104"/>
                    <a:pt x="54" y="99"/>
                    <a:pt x="54" y="93"/>
                  </a:cubicBezTo>
                  <a:cubicBezTo>
                    <a:pt x="51" y="54"/>
                    <a:pt x="19" y="32"/>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3"/>
            <p:cNvSpPr/>
            <p:nvPr/>
          </p:nvSpPr>
          <p:spPr>
            <a:xfrm>
              <a:off x="2881080" y="3867480"/>
              <a:ext cx="33840" cy="81000"/>
            </a:xfrm>
            <a:custGeom>
              <a:rect b="b" l="l" r="r" t="t"/>
              <a:pathLst>
                <a:path extrusionOk="0" h="225" w="94">
                  <a:moveTo>
                    <a:pt x="93" y="223"/>
                  </a:moveTo>
                  <a:cubicBezTo>
                    <a:pt x="75" y="204"/>
                    <a:pt x="45" y="199"/>
                    <a:pt x="36" y="170"/>
                  </a:cubicBezTo>
                  <a:cubicBezTo>
                    <a:pt x="14" y="116"/>
                    <a:pt x="2" y="58"/>
                    <a:pt x="0" y="0"/>
                  </a:cubicBezTo>
                  <a:cubicBezTo>
                    <a:pt x="6" y="44"/>
                    <a:pt x="61" y="67"/>
                    <a:pt x="48" y="120"/>
                  </a:cubicBezTo>
                  <a:cubicBezTo>
                    <a:pt x="48" y="122"/>
                    <a:pt x="48" y="123"/>
                    <a:pt x="48" y="124"/>
                  </a:cubicBezTo>
                  <a:cubicBezTo>
                    <a:pt x="48" y="134"/>
                    <a:pt x="50" y="143"/>
                    <a:pt x="55" y="151"/>
                  </a:cubicBezTo>
                  <a:cubicBezTo>
                    <a:pt x="58" y="156"/>
                    <a:pt x="62" y="161"/>
                    <a:pt x="66" y="165"/>
                  </a:cubicBezTo>
                  <a:cubicBezTo>
                    <a:pt x="71" y="170"/>
                    <a:pt x="76" y="176"/>
                    <a:pt x="79" y="182"/>
                  </a:cubicBezTo>
                  <a:cubicBezTo>
                    <a:pt x="87" y="195"/>
                    <a:pt x="91" y="209"/>
                    <a:pt x="91" y="224"/>
                  </a:cubicBezTo>
                  <a:lnTo>
                    <a:pt x="93" y="2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3"/>
            <p:cNvSpPr/>
            <p:nvPr/>
          </p:nvSpPr>
          <p:spPr>
            <a:xfrm>
              <a:off x="3182760" y="3529440"/>
              <a:ext cx="119520" cy="67680"/>
            </a:xfrm>
            <a:custGeom>
              <a:rect b="b" l="l" r="r" t="t"/>
              <a:pathLst>
                <a:path extrusionOk="0" h="188" w="332">
                  <a:moveTo>
                    <a:pt x="331" y="187"/>
                  </a:moveTo>
                  <a:cubicBezTo>
                    <a:pt x="217" y="131"/>
                    <a:pt x="98" y="84"/>
                    <a:pt x="0" y="0"/>
                  </a:cubicBezTo>
                  <a:cubicBezTo>
                    <a:pt x="107" y="70"/>
                    <a:pt x="223" y="120"/>
                    <a:pt x="331"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3"/>
            <p:cNvSpPr/>
            <p:nvPr/>
          </p:nvSpPr>
          <p:spPr>
            <a:xfrm>
              <a:off x="3038760" y="3497400"/>
              <a:ext cx="91440" cy="98640"/>
            </a:xfrm>
            <a:custGeom>
              <a:rect b="b" l="l" r="r" t="t"/>
              <a:pathLst>
                <a:path extrusionOk="0" h="274" w="254">
                  <a:moveTo>
                    <a:pt x="253" y="273"/>
                  </a:moveTo>
                  <a:cubicBezTo>
                    <a:pt x="191" y="242"/>
                    <a:pt x="20" y="61"/>
                    <a:pt x="0" y="0"/>
                  </a:cubicBezTo>
                  <a:cubicBezTo>
                    <a:pt x="85" y="99"/>
                    <a:pt x="166" y="189"/>
                    <a:pt x="253" y="2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3"/>
            <p:cNvSpPr/>
            <p:nvPr/>
          </p:nvSpPr>
          <p:spPr>
            <a:xfrm>
              <a:off x="3100320" y="3430440"/>
              <a:ext cx="132840" cy="25200"/>
            </a:xfrm>
            <a:custGeom>
              <a:rect b="b" l="l" r="r" t="t"/>
              <a:pathLst>
                <a:path extrusionOk="0" h="70" w="369">
                  <a:moveTo>
                    <a:pt x="334" y="48"/>
                  </a:moveTo>
                  <a:lnTo>
                    <a:pt x="368" y="69"/>
                  </a:lnTo>
                  <a:cubicBezTo>
                    <a:pt x="245" y="44"/>
                    <a:pt x="122" y="23"/>
                    <a:pt x="0" y="0"/>
                  </a:cubicBezTo>
                  <a:cubicBezTo>
                    <a:pt x="90" y="0"/>
                    <a:pt x="176" y="26"/>
                    <a:pt x="264" y="35"/>
                  </a:cubicBezTo>
                  <a:lnTo>
                    <a:pt x="334" y="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3"/>
            <p:cNvSpPr/>
            <p:nvPr/>
          </p:nvSpPr>
          <p:spPr>
            <a:xfrm>
              <a:off x="2863440" y="3656160"/>
              <a:ext cx="27000" cy="78120"/>
            </a:xfrm>
            <a:custGeom>
              <a:rect b="b" l="l" r="r" t="t"/>
              <a:pathLst>
                <a:path extrusionOk="0" h="217" w="75">
                  <a:moveTo>
                    <a:pt x="0" y="0"/>
                  </a:moveTo>
                  <a:cubicBezTo>
                    <a:pt x="29" y="67"/>
                    <a:pt x="70" y="130"/>
                    <a:pt x="74" y="216"/>
                  </a:cubicBezTo>
                  <a:cubicBezTo>
                    <a:pt x="50" y="180"/>
                    <a:pt x="49" y="146"/>
                    <a:pt x="33" y="114"/>
                  </a:cubicBezTo>
                  <a:cubicBezTo>
                    <a:pt x="21" y="146"/>
                    <a:pt x="45" y="175"/>
                    <a:pt x="33" y="213"/>
                  </a:cubicBezTo>
                  <a:cubicBezTo>
                    <a:pt x="17" y="143"/>
                    <a:pt x="6" y="7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3"/>
            <p:cNvSpPr/>
            <p:nvPr/>
          </p:nvSpPr>
          <p:spPr>
            <a:xfrm>
              <a:off x="3504960" y="3867480"/>
              <a:ext cx="69480" cy="74160"/>
            </a:xfrm>
            <a:custGeom>
              <a:rect b="b" l="l" r="r" t="t"/>
              <a:pathLst>
                <a:path extrusionOk="0" h="206" w="193">
                  <a:moveTo>
                    <a:pt x="5" y="205"/>
                  </a:moveTo>
                  <a:cubicBezTo>
                    <a:pt x="0" y="185"/>
                    <a:pt x="18" y="181"/>
                    <a:pt x="28" y="172"/>
                  </a:cubicBezTo>
                  <a:cubicBezTo>
                    <a:pt x="64" y="143"/>
                    <a:pt x="95" y="108"/>
                    <a:pt x="119" y="68"/>
                  </a:cubicBezTo>
                  <a:cubicBezTo>
                    <a:pt x="136" y="41"/>
                    <a:pt x="159" y="19"/>
                    <a:pt x="186" y="3"/>
                  </a:cubicBezTo>
                  <a:cubicBezTo>
                    <a:pt x="188" y="2"/>
                    <a:pt x="190" y="1"/>
                    <a:pt x="192" y="0"/>
                  </a:cubicBezTo>
                  <a:cubicBezTo>
                    <a:pt x="189" y="6"/>
                    <a:pt x="186" y="12"/>
                    <a:pt x="183" y="18"/>
                  </a:cubicBezTo>
                  <a:cubicBezTo>
                    <a:pt x="176" y="30"/>
                    <a:pt x="167" y="41"/>
                    <a:pt x="157" y="49"/>
                  </a:cubicBezTo>
                  <a:cubicBezTo>
                    <a:pt x="144" y="65"/>
                    <a:pt x="125" y="76"/>
                    <a:pt x="125" y="99"/>
                  </a:cubicBezTo>
                  <a:cubicBezTo>
                    <a:pt x="125" y="110"/>
                    <a:pt x="116" y="115"/>
                    <a:pt x="109" y="121"/>
                  </a:cubicBezTo>
                  <a:cubicBezTo>
                    <a:pt x="81" y="142"/>
                    <a:pt x="56" y="166"/>
                    <a:pt x="33" y="194"/>
                  </a:cubicBezTo>
                  <a:cubicBezTo>
                    <a:pt x="26" y="204"/>
                    <a:pt x="14" y="203"/>
                    <a:pt x="3" y="204"/>
                  </a:cubicBezTo>
                  <a:lnTo>
                    <a:pt x="5" y="20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3"/>
            <p:cNvSpPr/>
            <p:nvPr/>
          </p:nvSpPr>
          <p:spPr>
            <a:xfrm>
              <a:off x="3031200" y="4052880"/>
              <a:ext cx="93960" cy="65520"/>
            </a:xfrm>
            <a:custGeom>
              <a:rect b="b" l="l" r="r" t="t"/>
              <a:pathLst>
                <a:path extrusionOk="0" h="182" w="261">
                  <a:moveTo>
                    <a:pt x="55" y="79"/>
                  </a:moveTo>
                  <a:cubicBezTo>
                    <a:pt x="40" y="55"/>
                    <a:pt x="10" y="41"/>
                    <a:pt x="0" y="0"/>
                  </a:cubicBezTo>
                  <a:cubicBezTo>
                    <a:pt x="38" y="20"/>
                    <a:pt x="53" y="52"/>
                    <a:pt x="80" y="71"/>
                  </a:cubicBezTo>
                  <a:cubicBezTo>
                    <a:pt x="92" y="81"/>
                    <a:pt x="105" y="90"/>
                    <a:pt x="119" y="98"/>
                  </a:cubicBezTo>
                  <a:cubicBezTo>
                    <a:pt x="137" y="109"/>
                    <a:pt x="157" y="117"/>
                    <a:pt x="177" y="124"/>
                  </a:cubicBezTo>
                  <a:cubicBezTo>
                    <a:pt x="190" y="127"/>
                    <a:pt x="202" y="132"/>
                    <a:pt x="214" y="139"/>
                  </a:cubicBezTo>
                  <a:cubicBezTo>
                    <a:pt x="232" y="149"/>
                    <a:pt x="248" y="163"/>
                    <a:pt x="260" y="181"/>
                  </a:cubicBezTo>
                  <a:lnTo>
                    <a:pt x="66" y="92"/>
                  </a:lnTo>
                  <a:lnTo>
                    <a:pt x="55"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3"/>
            <p:cNvSpPr/>
            <p:nvPr/>
          </p:nvSpPr>
          <p:spPr>
            <a:xfrm>
              <a:off x="3219120" y="3764160"/>
              <a:ext cx="99000" cy="19080"/>
            </a:xfrm>
            <a:custGeom>
              <a:rect b="b" l="l" r="r" t="t"/>
              <a:pathLst>
                <a:path extrusionOk="0" h="53" w="275">
                  <a:moveTo>
                    <a:pt x="274" y="22"/>
                  </a:moveTo>
                  <a:cubicBezTo>
                    <a:pt x="207" y="52"/>
                    <a:pt x="79" y="41"/>
                    <a:pt x="0" y="0"/>
                  </a:cubicBezTo>
                  <a:cubicBezTo>
                    <a:pt x="68" y="16"/>
                    <a:pt x="137" y="25"/>
                    <a:pt x="207" y="25"/>
                  </a:cubicBezTo>
                  <a:cubicBezTo>
                    <a:pt x="229" y="25"/>
                    <a:pt x="252" y="24"/>
                    <a:pt x="27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3"/>
            <p:cNvSpPr/>
            <p:nvPr/>
          </p:nvSpPr>
          <p:spPr>
            <a:xfrm>
              <a:off x="3395880" y="3635280"/>
              <a:ext cx="114480" cy="10080"/>
            </a:xfrm>
            <a:custGeom>
              <a:rect b="b" l="l" r="r" t="t"/>
              <a:pathLst>
                <a:path extrusionOk="0" h="28" w="318">
                  <a:moveTo>
                    <a:pt x="317" y="27"/>
                  </a:moveTo>
                  <a:cubicBezTo>
                    <a:pt x="263" y="17"/>
                    <a:pt x="209" y="11"/>
                    <a:pt x="154" y="11"/>
                  </a:cubicBezTo>
                  <a:cubicBezTo>
                    <a:pt x="102" y="11"/>
                    <a:pt x="51" y="16"/>
                    <a:pt x="0" y="26"/>
                  </a:cubicBezTo>
                  <a:cubicBezTo>
                    <a:pt x="50" y="9"/>
                    <a:pt x="103" y="0"/>
                    <a:pt x="156" y="0"/>
                  </a:cubicBezTo>
                  <a:cubicBezTo>
                    <a:pt x="211" y="0"/>
                    <a:pt x="265" y="9"/>
                    <a:pt x="317"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3"/>
            <p:cNvSpPr/>
            <p:nvPr/>
          </p:nvSpPr>
          <p:spPr>
            <a:xfrm>
              <a:off x="3176280" y="3432240"/>
              <a:ext cx="109800" cy="31320"/>
            </a:xfrm>
            <a:custGeom>
              <a:rect b="b" l="l" r="r" t="t"/>
              <a:pathLst>
                <a:path extrusionOk="0" h="87" w="305">
                  <a:moveTo>
                    <a:pt x="123" y="43"/>
                  </a:moveTo>
                  <a:lnTo>
                    <a:pt x="54" y="30"/>
                  </a:lnTo>
                  <a:cubicBezTo>
                    <a:pt x="42" y="9"/>
                    <a:pt x="12" y="22"/>
                    <a:pt x="0" y="0"/>
                  </a:cubicBezTo>
                  <a:cubicBezTo>
                    <a:pt x="105" y="14"/>
                    <a:pt x="207" y="42"/>
                    <a:pt x="304" y="86"/>
                  </a:cubicBezTo>
                  <a:cubicBezTo>
                    <a:pt x="242" y="77"/>
                    <a:pt x="185" y="49"/>
                    <a:pt x="123"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3"/>
            <p:cNvSpPr/>
            <p:nvPr/>
          </p:nvSpPr>
          <p:spPr>
            <a:xfrm>
              <a:off x="3064680" y="3430800"/>
              <a:ext cx="91440" cy="40680"/>
            </a:xfrm>
            <a:custGeom>
              <a:rect b="b" l="l" r="r" t="t"/>
              <a:pathLst>
                <a:path extrusionOk="0" h="113" w="254">
                  <a:moveTo>
                    <a:pt x="253" y="112"/>
                  </a:moveTo>
                  <a:cubicBezTo>
                    <a:pt x="177" y="64"/>
                    <a:pt x="92" y="40"/>
                    <a:pt x="0" y="6"/>
                  </a:cubicBezTo>
                  <a:cubicBezTo>
                    <a:pt x="62" y="0"/>
                    <a:pt x="206" y="60"/>
                    <a:pt x="253"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3"/>
            <p:cNvSpPr/>
            <p:nvPr/>
          </p:nvSpPr>
          <p:spPr>
            <a:xfrm>
              <a:off x="3329640" y="3882960"/>
              <a:ext cx="54360" cy="21240"/>
            </a:xfrm>
            <a:custGeom>
              <a:rect b="b" l="l" r="r" t="t"/>
              <a:pathLst>
                <a:path extrusionOk="0" h="59" w="151">
                  <a:moveTo>
                    <a:pt x="0" y="29"/>
                  </a:moveTo>
                  <a:cubicBezTo>
                    <a:pt x="19" y="23"/>
                    <a:pt x="38" y="19"/>
                    <a:pt x="58" y="18"/>
                  </a:cubicBezTo>
                  <a:cubicBezTo>
                    <a:pt x="76" y="18"/>
                    <a:pt x="107" y="0"/>
                    <a:pt x="112" y="25"/>
                  </a:cubicBezTo>
                  <a:cubicBezTo>
                    <a:pt x="118" y="58"/>
                    <a:pt x="150" y="19"/>
                    <a:pt x="149" y="53"/>
                  </a:cubicBezTo>
                  <a:lnTo>
                    <a:pt x="6" y="53"/>
                  </a:lnTo>
                  <a:cubicBezTo>
                    <a:pt x="16" y="41"/>
                    <a:pt x="32" y="50"/>
                    <a:pt x="46" y="45"/>
                  </a:cubicBezTo>
                  <a:cubicBezTo>
                    <a:pt x="44" y="32"/>
                    <a:pt x="33" y="38"/>
                    <a:pt x="27" y="37"/>
                  </a:cubicBezTo>
                  <a:cubicBezTo>
                    <a:pt x="21" y="36"/>
                    <a:pt x="9" y="40"/>
                    <a:pt x="0"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3"/>
            <p:cNvSpPr/>
            <p:nvPr/>
          </p:nvSpPr>
          <p:spPr>
            <a:xfrm>
              <a:off x="3272760" y="4152600"/>
              <a:ext cx="91080" cy="21240"/>
            </a:xfrm>
            <a:custGeom>
              <a:rect b="b" l="l" r="r" t="t"/>
              <a:pathLst>
                <a:path extrusionOk="0" h="59" w="253">
                  <a:moveTo>
                    <a:pt x="252" y="21"/>
                  </a:moveTo>
                  <a:cubicBezTo>
                    <a:pt x="168" y="24"/>
                    <a:pt x="82" y="58"/>
                    <a:pt x="0" y="5"/>
                  </a:cubicBezTo>
                  <a:cubicBezTo>
                    <a:pt x="28" y="9"/>
                    <a:pt x="56" y="12"/>
                    <a:pt x="84" y="18"/>
                  </a:cubicBezTo>
                  <a:cubicBezTo>
                    <a:pt x="95" y="21"/>
                    <a:pt x="107" y="22"/>
                    <a:pt x="119" y="22"/>
                  </a:cubicBezTo>
                  <a:cubicBezTo>
                    <a:pt x="135" y="22"/>
                    <a:pt x="151" y="20"/>
                    <a:pt x="166" y="14"/>
                  </a:cubicBezTo>
                  <a:cubicBezTo>
                    <a:pt x="199" y="0"/>
                    <a:pt x="224" y="16"/>
                    <a:pt x="252"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3"/>
            <p:cNvSpPr/>
            <p:nvPr/>
          </p:nvSpPr>
          <p:spPr>
            <a:xfrm>
              <a:off x="3080520" y="4051440"/>
              <a:ext cx="79560" cy="61200"/>
            </a:xfrm>
            <a:custGeom>
              <a:rect b="b" l="l" r="r" t="t"/>
              <a:pathLst>
                <a:path extrusionOk="0" h="170" w="221">
                  <a:moveTo>
                    <a:pt x="0" y="0"/>
                  </a:moveTo>
                  <a:cubicBezTo>
                    <a:pt x="63" y="65"/>
                    <a:pt x="135" y="120"/>
                    <a:pt x="213" y="165"/>
                  </a:cubicBezTo>
                  <a:cubicBezTo>
                    <a:pt x="216" y="166"/>
                    <a:pt x="218" y="168"/>
                    <a:pt x="220" y="169"/>
                  </a:cubicBezTo>
                  <a:cubicBezTo>
                    <a:pt x="192" y="160"/>
                    <a:pt x="164" y="147"/>
                    <a:pt x="139" y="133"/>
                  </a:cubicBezTo>
                  <a:cubicBezTo>
                    <a:pt x="82" y="100"/>
                    <a:pt x="35" y="5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3"/>
            <p:cNvSpPr/>
            <p:nvPr/>
          </p:nvSpPr>
          <p:spPr>
            <a:xfrm>
              <a:off x="3110760" y="3750840"/>
              <a:ext cx="90000" cy="50760"/>
            </a:xfrm>
            <a:custGeom>
              <a:rect b="b" l="l" r="r" t="t"/>
              <a:pathLst>
                <a:path extrusionOk="0" h="141" w="250">
                  <a:moveTo>
                    <a:pt x="0" y="2"/>
                  </a:moveTo>
                  <a:cubicBezTo>
                    <a:pt x="33" y="0"/>
                    <a:pt x="61" y="22"/>
                    <a:pt x="86" y="35"/>
                  </a:cubicBezTo>
                  <a:cubicBezTo>
                    <a:pt x="140" y="64"/>
                    <a:pt x="193" y="98"/>
                    <a:pt x="249" y="129"/>
                  </a:cubicBezTo>
                  <a:cubicBezTo>
                    <a:pt x="234" y="140"/>
                    <a:pt x="225" y="129"/>
                    <a:pt x="216" y="125"/>
                  </a:cubicBezTo>
                  <a:cubicBezTo>
                    <a:pt x="147" y="88"/>
                    <a:pt x="78" y="51"/>
                    <a:pt x="10" y="13"/>
                  </a:cubicBezTo>
                  <a:cubicBezTo>
                    <a:pt x="6" y="11"/>
                    <a:pt x="4" y="5"/>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3"/>
            <p:cNvSpPr/>
            <p:nvPr/>
          </p:nvSpPr>
          <p:spPr>
            <a:xfrm>
              <a:off x="2828520" y="3506040"/>
              <a:ext cx="45720" cy="76680"/>
            </a:xfrm>
            <a:custGeom>
              <a:rect b="b" l="l" r="r" t="t"/>
              <a:pathLst>
                <a:path extrusionOk="0" h="213" w="127">
                  <a:moveTo>
                    <a:pt x="2" y="0"/>
                  </a:moveTo>
                  <a:cubicBezTo>
                    <a:pt x="16" y="37"/>
                    <a:pt x="34" y="72"/>
                    <a:pt x="53" y="106"/>
                  </a:cubicBezTo>
                  <a:cubicBezTo>
                    <a:pt x="75" y="143"/>
                    <a:pt x="99" y="179"/>
                    <a:pt x="126" y="212"/>
                  </a:cubicBezTo>
                  <a:cubicBezTo>
                    <a:pt x="65" y="176"/>
                    <a:pt x="0" y="6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3"/>
            <p:cNvSpPr/>
            <p:nvPr/>
          </p:nvSpPr>
          <p:spPr>
            <a:xfrm>
              <a:off x="3396960" y="3801240"/>
              <a:ext cx="80280" cy="47160"/>
            </a:xfrm>
            <a:custGeom>
              <a:rect b="b" l="l" r="r" t="t"/>
              <a:pathLst>
                <a:path extrusionOk="0" h="131" w="223">
                  <a:moveTo>
                    <a:pt x="222" y="0"/>
                  </a:moveTo>
                  <a:cubicBezTo>
                    <a:pt x="182" y="27"/>
                    <a:pt x="142" y="52"/>
                    <a:pt x="100" y="76"/>
                  </a:cubicBezTo>
                  <a:cubicBezTo>
                    <a:pt x="67" y="95"/>
                    <a:pt x="34" y="113"/>
                    <a:pt x="0" y="130"/>
                  </a:cubicBezTo>
                  <a:cubicBezTo>
                    <a:pt x="41" y="86"/>
                    <a:pt x="186" y="1"/>
                    <a:pt x="2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3"/>
            <p:cNvSpPr/>
            <p:nvPr/>
          </p:nvSpPr>
          <p:spPr>
            <a:xfrm>
              <a:off x="3124440" y="4140360"/>
              <a:ext cx="89280" cy="38160"/>
            </a:xfrm>
            <a:custGeom>
              <a:rect b="b" l="l" r="r" t="t"/>
              <a:pathLst>
                <a:path extrusionOk="0" h="106" w="248">
                  <a:moveTo>
                    <a:pt x="246" y="96"/>
                  </a:moveTo>
                  <a:cubicBezTo>
                    <a:pt x="245" y="96"/>
                    <a:pt x="245" y="96"/>
                    <a:pt x="245" y="96"/>
                  </a:cubicBezTo>
                  <a:cubicBezTo>
                    <a:pt x="236" y="102"/>
                    <a:pt x="225" y="105"/>
                    <a:pt x="214" y="105"/>
                  </a:cubicBezTo>
                  <a:cubicBezTo>
                    <a:pt x="210" y="105"/>
                    <a:pt x="207" y="104"/>
                    <a:pt x="203" y="104"/>
                  </a:cubicBezTo>
                  <a:cubicBezTo>
                    <a:pt x="146" y="95"/>
                    <a:pt x="91" y="79"/>
                    <a:pt x="38" y="55"/>
                  </a:cubicBezTo>
                  <a:cubicBezTo>
                    <a:pt x="35" y="54"/>
                    <a:pt x="31" y="52"/>
                    <a:pt x="28" y="51"/>
                  </a:cubicBezTo>
                  <a:cubicBezTo>
                    <a:pt x="19" y="46"/>
                    <a:pt x="13" y="39"/>
                    <a:pt x="8" y="30"/>
                  </a:cubicBezTo>
                  <a:cubicBezTo>
                    <a:pt x="3" y="21"/>
                    <a:pt x="0" y="13"/>
                    <a:pt x="0" y="3"/>
                  </a:cubicBezTo>
                  <a:cubicBezTo>
                    <a:pt x="0" y="2"/>
                    <a:pt x="0" y="1"/>
                    <a:pt x="0" y="0"/>
                  </a:cubicBezTo>
                  <a:cubicBezTo>
                    <a:pt x="74" y="69"/>
                    <a:pt x="162" y="80"/>
                    <a:pt x="247" y="97"/>
                  </a:cubicBezTo>
                  <a:lnTo>
                    <a:pt x="246" y="9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3"/>
            <p:cNvSpPr/>
            <p:nvPr/>
          </p:nvSpPr>
          <p:spPr>
            <a:xfrm>
              <a:off x="2817000" y="3537000"/>
              <a:ext cx="37440" cy="81360"/>
            </a:xfrm>
            <a:custGeom>
              <a:rect b="b" l="l" r="r" t="t"/>
              <a:pathLst>
                <a:path extrusionOk="0" h="226" w="104">
                  <a:moveTo>
                    <a:pt x="103" y="225"/>
                  </a:moveTo>
                  <a:cubicBezTo>
                    <a:pt x="18" y="168"/>
                    <a:pt x="0" y="88"/>
                    <a:pt x="5" y="0"/>
                  </a:cubicBezTo>
                  <a:cubicBezTo>
                    <a:pt x="23" y="37"/>
                    <a:pt x="13" y="83"/>
                    <a:pt x="34" y="117"/>
                  </a:cubicBezTo>
                  <a:cubicBezTo>
                    <a:pt x="54" y="151"/>
                    <a:pt x="86" y="179"/>
                    <a:pt x="103"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3"/>
            <p:cNvSpPr/>
            <p:nvPr/>
          </p:nvSpPr>
          <p:spPr>
            <a:xfrm>
              <a:off x="2882880" y="3512160"/>
              <a:ext cx="63000" cy="65880"/>
            </a:xfrm>
            <a:custGeom>
              <a:rect b="b" l="l" r="r" t="t"/>
              <a:pathLst>
                <a:path extrusionOk="0" h="183" w="175">
                  <a:moveTo>
                    <a:pt x="174" y="168"/>
                  </a:moveTo>
                  <a:cubicBezTo>
                    <a:pt x="171" y="176"/>
                    <a:pt x="164" y="182"/>
                    <a:pt x="157" y="178"/>
                  </a:cubicBezTo>
                  <a:cubicBezTo>
                    <a:pt x="131" y="165"/>
                    <a:pt x="18" y="39"/>
                    <a:pt x="0" y="0"/>
                  </a:cubicBezTo>
                  <a:cubicBezTo>
                    <a:pt x="53" y="41"/>
                    <a:pt x="83" y="94"/>
                    <a:pt x="128" y="129"/>
                  </a:cubicBezTo>
                  <a:lnTo>
                    <a:pt x="174" y="1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3"/>
            <p:cNvSpPr/>
            <p:nvPr/>
          </p:nvSpPr>
          <p:spPr>
            <a:xfrm>
              <a:off x="3051360" y="3966480"/>
              <a:ext cx="66600" cy="73080"/>
            </a:xfrm>
            <a:custGeom>
              <a:rect b="b" l="l" r="r" t="t"/>
              <a:pathLst>
                <a:path extrusionOk="0" h="203" w="185">
                  <a:moveTo>
                    <a:pt x="97" y="94"/>
                  </a:moveTo>
                  <a:cubicBezTo>
                    <a:pt x="103" y="120"/>
                    <a:pt x="127" y="134"/>
                    <a:pt x="144" y="153"/>
                  </a:cubicBezTo>
                  <a:cubicBezTo>
                    <a:pt x="158" y="169"/>
                    <a:pt x="172" y="185"/>
                    <a:pt x="184" y="202"/>
                  </a:cubicBezTo>
                  <a:cubicBezTo>
                    <a:pt x="143" y="188"/>
                    <a:pt x="126" y="144"/>
                    <a:pt x="87" y="128"/>
                  </a:cubicBezTo>
                  <a:lnTo>
                    <a:pt x="89" y="129"/>
                  </a:lnTo>
                  <a:cubicBezTo>
                    <a:pt x="83" y="104"/>
                    <a:pt x="61" y="92"/>
                    <a:pt x="45" y="74"/>
                  </a:cubicBezTo>
                  <a:cubicBezTo>
                    <a:pt x="33" y="63"/>
                    <a:pt x="23" y="50"/>
                    <a:pt x="15" y="36"/>
                  </a:cubicBezTo>
                  <a:cubicBezTo>
                    <a:pt x="9" y="25"/>
                    <a:pt x="4" y="13"/>
                    <a:pt x="0" y="0"/>
                  </a:cubicBezTo>
                  <a:cubicBezTo>
                    <a:pt x="42" y="33"/>
                    <a:pt x="57" y="80"/>
                    <a:pt x="98" y="96"/>
                  </a:cubicBezTo>
                  <a:lnTo>
                    <a:pt x="9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3"/>
            <p:cNvSpPr/>
            <p:nvPr/>
          </p:nvSpPr>
          <p:spPr>
            <a:xfrm>
              <a:off x="3248280" y="3693960"/>
              <a:ext cx="89280" cy="39960"/>
            </a:xfrm>
            <a:custGeom>
              <a:rect b="b" l="l" r="r" t="t"/>
              <a:pathLst>
                <a:path extrusionOk="0" h="111" w="248">
                  <a:moveTo>
                    <a:pt x="0" y="0"/>
                  </a:moveTo>
                  <a:cubicBezTo>
                    <a:pt x="79" y="19"/>
                    <a:pt x="156" y="45"/>
                    <a:pt x="229" y="79"/>
                  </a:cubicBezTo>
                  <a:cubicBezTo>
                    <a:pt x="238" y="83"/>
                    <a:pt x="247" y="87"/>
                    <a:pt x="241" y="99"/>
                  </a:cubicBezTo>
                  <a:cubicBezTo>
                    <a:pt x="234" y="110"/>
                    <a:pt x="228" y="103"/>
                    <a:pt x="222" y="99"/>
                  </a:cubicBezTo>
                  <a:cubicBezTo>
                    <a:pt x="162" y="60"/>
                    <a:pt x="93" y="41"/>
                    <a:pt x="29" y="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3"/>
            <p:cNvSpPr/>
            <p:nvPr/>
          </p:nvSpPr>
          <p:spPr>
            <a:xfrm>
              <a:off x="3082680" y="3988080"/>
              <a:ext cx="70560" cy="61560"/>
            </a:xfrm>
            <a:custGeom>
              <a:rect b="b" l="l" r="r" t="t"/>
              <a:pathLst>
                <a:path extrusionOk="0" h="171" w="196">
                  <a:moveTo>
                    <a:pt x="13" y="36"/>
                  </a:moveTo>
                  <a:cubicBezTo>
                    <a:pt x="18" y="24"/>
                    <a:pt x="0" y="17"/>
                    <a:pt x="9" y="0"/>
                  </a:cubicBezTo>
                  <a:cubicBezTo>
                    <a:pt x="69" y="55"/>
                    <a:pt x="112" y="127"/>
                    <a:pt x="195" y="169"/>
                  </a:cubicBezTo>
                  <a:cubicBezTo>
                    <a:pt x="192" y="169"/>
                    <a:pt x="189" y="170"/>
                    <a:pt x="186" y="170"/>
                  </a:cubicBezTo>
                  <a:cubicBezTo>
                    <a:pt x="173" y="170"/>
                    <a:pt x="160" y="166"/>
                    <a:pt x="150" y="160"/>
                  </a:cubicBezTo>
                  <a:cubicBezTo>
                    <a:pt x="144" y="157"/>
                    <a:pt x="140" y="153"/>
                    <a:pt x="136" y="149"/>
                  </a:cubicBezTo>
                  <a:cubicBezTo>
                    <a:pt x="104" y="126"/>
                    <a:pt x="76" y="100"/>
                    <a:pt x="51" y="70"/>
                  </a:cubicBezTo>
                  <a:cubicBezTo>
                    <a:pt x="39" y="56"/>
                    <a:pt x="31" y="38"/>
                    <a:pt x="10" y="34"/>
                  </a:cubicBezTo>
                  <a:lnTo>
                    <a:pt x="13"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3"/>
            <p:cNvSpPr/>
            <p:nvPr/>
          </p:nvSpPr>
          <p:spPr>
            <a:xfrm>
              <a:off x="3162600" y="4089240"/>
              <a:ext cx="74880" cy="47880"/>
            </a:xfrm>
            <a:custGeom>
              <a:rect b="b" l="l" r="r" t="t"/>
              <a:pathLst>
                <a:path extrusionOk="0" h="133" w="208">
                  <a:moveTo>
                    <a:pt x="207" y="132"/>
                  </a:moveTo>
                  <a:cubicBezTo>
                    <a:pt x="120" y="124"/>
                    <a:pt x="20" y="58"/>
                    <a:pt x="0" y="0"/>
                  </a:cubicBezTo>
                  <a:cubicBezTo>
                    <a:pt x="35" y="35"/>
                    <a:pt x="75" y="65"/>
                    <a:pt x="118" y="90"/>
                  </a:cubicBezTo>
                  <a:cubicBezTo>
                    <a:pt x="146" y="107"/>
                    <a:pt x="176" y="121"/>
                    <a:pt x="207"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3"/>
            <p:cNvSpPr/>
            <p:nvPr/>
          </p:nvSpPr>
          <p:spPr>
            <a:xfrm>
              <a:off x="3336840" y="3916440"/>
              <a:ext cx="69840" cy="9720"/>
            </a:xfrm>
            <a:custGeom>
              <a:rect b="b" l="l" r="r" t="t"/>
              <a:pathLst>
                <a:path extrusionOk="0" h="27" w="194">
                  <a:moveTo>
                    <a:pt x="0" y="0"/>
                  </a:moveTo>
                  <a:lnTo>
                    <a:pt x="193" y="0"/>
                  </a:lnTo>
                  <a:cubicBezTo>
                    <a:pt x="150" y="26"/>
                    <a:pt x="39" y="2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3"/>
            <p:cNvSpPr/>
            <p:nvPr/>
          </p:nvSpPr>
          <p:spPr>
            <a:xfrm>
              <a:off x="3297960" y="3835080"/>
              <a:ext cx="70920" cy="11880"/>
            </a:xfrm>
            <a:custGeom>
              <a:rect b="b" l="l" r="r" t="t"/>
              <a:pathLst>
                <a:path extrusionOk="0" h="33" w="197">
                  <a:moveTo>
                    <a:pt x="0" y="8"/>
                  </a:moveTo>
                  <a:cubicBezTo>
                    <a:pt x="65" y="1"/>
                    <a:pt x="132" y="10"/>
                    <a:pt x="196" y="0"/>
                  </a:cubicBezTo>
                  <a:cubicBezTo>
                    <a:pt x="131" y="20"/>
                    <a:pt x="66" y="32"/>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3"/>
            <p:cNvSpPr/>
            <p:nvPr/>
          </p:nvSpPr>
          <p:spPr>
            <a:xfrm>
              <a:off x="3209400" y="3950280"/>
              <a:ext cx="66240" cy="35640"/>
            </a:xfrm>
            <a:custGeom>
              <a:rect b="b" l="l" r="r" t="t"/>
              <a:pathLst>
                <a:path extrusionOk="0" h="99" w="184">
                  <a:moveTo>
                    <a:pt x="0" y="0"/>
                  </a:moveTo>
                  <a:cubicBezTo>
                    <a:pt x="47" y="51"/>
                    <a:pt x="111" y="71"/>
                    <a:pt x="183" y="98"/>
                  </a:cubicBezTo>
                  <a:cubicBezTo>
                    <a:pt x="92" y="93"/>
                    <a:pt x="16" y="5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3"/>
            <p:cNvSpPr/>
            <p:nvPr/>
          </p:nvSpPr>
          <p:spPr>
            <a:xfrm>
              <a:off x="3150720" y="3963960"/>
              <a:ext cx="64440" cy="54000"/>
            </a:xfrm>
            <a:custGeom>
              <a:rect b="b" l="l" r="r" t="t"/>
              <a:pathLst>
                <a:path extrusionOk="0" h="150" w="179">
                  <a:moveTo>
                    <a:pt x="3" y="0"/>
                  </a:moveTo>
                  <a:cubicBezTo>
                    <a:pt x="5" y="1"/>
                    <a:pt x="6" y="2"/>
                    <a:pt x="8" y="3"/>
                  </a:cubicBezTo>
                  <a:cubicBezTo>
                    <a:pt x="17" y="8"/>
                    <a:pt x="26" y="15"/>
                    <a:pt x="34" y="23"/>
                  </a:cubicBezTo>
                  <a:cubicBezTo>
                    <a:pt x="77" y="71"/>
                    <a:pt x="125" y="113"/>
                    <a:pt x="178" y="149"/>
                  </a:cubicBezTo>
                  <a:cubicBezTo>
                    <a:pt x="161" y="142"/>
                    <a:pt x="145" y="134"/>
                    <a:pt x="129" y="125"/>
                  </a:cubicBezTo>
                  <a:cubicBezTo>
                    <a:pt x="77" y="95"/>
                    <a:pt x="33" y="54"/>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3"/>
            <p:cNvSpPr/>
            <p:nvPr/>
          </p:nvSpPr>
          <p:spPr>
            <a:xfrm>
              <a:off x="3417120" y="3819600"/>
              <a:ext cx="71280" cy="45360"/>
            </a:xfrm>
            <a:custGeom>
              <a:rect b="b" l="l" r="r" t="t"/>
              <a:pathLst>
                <a:path extrusionOk="0" h="126" w="198">
                  <a:moveTo>
                    <a:pt x="0" y="125"/>
                  </a:moveTo>
                  <a:cubicBezTo>
                    <a:pt x="6" y="122"/>
                    <a:pt x="12" y="119"/>
                    <a:pt x="19" y="115"/>
                  </a:cubicBezTo>
                  <a:cubicBezTo>
                    <a:pt x="80" y="80"/>
                    <a:pt x="139" y="41"/>
                    <a:pt x="197" y="0"/>
                  </a:cubicBezTo>
                  <a:cubicBezTo>
                    <a:pt x="166" y="34"/>
                    <a:pt x="130" y="63"/>
                    <a:pt x="90" y="85"/>
                  </a:cubicBezTo>
                  <a:cubicBezTo>
                    <a:pt x="61" y="102"/>
                    <a:pt x="31" y="115"/>
                    <a:pt x="0" y="1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3"/>
            <p:cNvSpPr/>
            <p:nvPr/>
          </p:nvSpPr>
          <p:spPr>
            <a:xfrm>
              <a:off x="3238920" y="3881160"/>
              <a:ext cx="66240" cy="6840"/>
            </a:xfrm>
            <a:custGeom>
              <a:rect b="b" l="l" r="r" t="t"/>
              <a:pathLst>
                <a:path extrusionOk="0" h="19" w="184">
                  <a:moveTo>
                    <a:pt x="0" y="0"/>
                  </a:moveTo>
                  <a:lnTo>
                    <a:pt x="183" y="0"/>
                  </a:lnTo>
                  <a:cubicBezTo>
                    <a:pt x="154" y="12"/>
                    <a:pt x="123" y="18"/>
                    <a:pt x="92" y="18"/>
                  </a:cubicBezTo>
                  <a:cubicBezTo>
                    <a:pt x="60" y="18"/>
                    <a:pt x="29"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3"/>
            <p:cNvSpPr/>
            <p:nvPr/>
          </p:nvSpPr>
          <p:spPr>
            <a:xfrm>
              <a:off x="3040920" y="3612960"/>
              <a:ext cx="42840" cy="34560"/>
            </a:xfrm>
            <a:custGeom>
              <a:rect b="b" l="l" r="r" t="t"/>
              <a:pathLst>
                <a:path extrusionOk="0" h="96" w="119">
                  <a:moveTo>
                    <a:pt x="83" y="92"/>
                  </a:moveTo>
                  <a:lnTo>
                    <a:pt x="68" y="74"/>
                  </a:lnTo>
                  <a:cubicBezTo>
                    <a:pt x="48" y="57"/>
                    <a:pt x="30" y="40"/>
                    <a:pt x="13" y="21"/>
                  </a:cubicBezTo>
                  <a:cubicBezTo>
                    <a:pt x="0" y="5"/>
                    <a:pt x="19" y="6"/>
                    <a:pt x="27" y="3"/>
                  </a:cubicBezTo>
                  <a:lnTo>
                    <a:pt x="40" y="0"/>
                  </a:lnTo>
                  <a:lnTo>
                    <a:pt x="118" y="90"/>
                  </a:lnTo>
                  <a:cubicBezTo>
                    <a:pt x="112" y="93"/>
                    <a:pt x="106" y="95"/>
                    <a:pt x="99" y="95"/>
                  </a:cubicBezTo>
                  <a:cubicBezTo>
                    <a:pt x="95" y="95"/>
                    <a:pt x="92" y="94"/>
                    <a:pt x="89" y="93"/>
                  </a:cubicBezTo>
                  <a:lnTo>
                    <a:pt x="85" y="93"/>
                  </a:lnTo>
                  <a:lnTo>
                    <a:pt x="83"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3"/>
            <p:cNvSpPr/>
            <p:nvPr/>
          </p:nvSpPr>
          <p:spPr>
            <a:xfrm>
              <a:off x="3372840" y="4013640"/>
              <a:ext cx="20880" cy="61920"/>
            </a:xfrm>
            <a:custGeom>
              <a:rect b="b" l="l" r="r" t="t"/>
              <a:pathLst>
                <a:path extrusionOk="0" h="172" w="58">
                  <a:moveTo>
                    <a:pt x="47" y="171"/>
                  </a:moveTo>
                  <a:cubicBezTo>
                    <a:pt x="44" y="167"/>
                    <a:pt x="42" y="163"/>
                    <a:pt x="39" y="159"/>
                  </a:cubicBezTo>
                  <a:cubicBezTo>
                    <a:pt x="13" y="114"/>
                    <a:pt x="0" y="63"/>
                    <a:pt x="0" y="11"/>
                  </a:cubicBezTo>
                  <a:cubicBezTo>
                    <a:pt x="0" y="7"/>
                    <a:pt x="0" y="4"/>
                    <a:pt x="0" y="0"/>
                  </a:cubicBezTo>
                  <a:cubicBezTo>
                    <a:pt x="29" y="40"/>
                    <a:pt x="10" y="85"/>
                    <a:pt x="37" y="118"/>
                  </a:cubicBezTo>
                  <a:cubicBezTo>
                    <a:pt x="50" y="104"/>
                    <a:pt x="34" y="84"/>
                    <a:pt x="55" y="68"/>
                  </a:cubicBezTo>
                  <a:cubicBezTo>
                    <a:pt x="56" y="79"/>
                    <a:pt x="57" y="91"/>
                    <a:pt x="57" y="103"/>
                  </a:cubicBezTo>
                  <a:cubicBezTo>
                    <a:pt x="57" y="126"/>
                    <a:pt x="54" y="149"/>
                    <a:pt x="47"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3"/>
            <p:cNvSpPr/>
            <p:nvPr/>
          </p:nvSpPr>
          <p:spPr>
            <a:xfrm>
              <a:off x="3519720" y="3809160"/>
              <a:ext cx="27360" cy="66240"/>
            </a:xfrm>
            <a:custGeom>
              <a:rect b="b" l="l" r="r" t="t"/>
              <a:pathLst>
                <a:path extrusionOk="0" h="184" w="76">
                  <a:moveTo>
                    <a:pt x="0" y="183"/>
                  </a:moveTo>
                  <a:cubicBezTo>
                    <a:pt x="26" y="125"/>
                    <a:pt x="46" y="69"/>
                    <a:pt x="71" y="0"/>
                  </a:cubicBezTo>
                  <a:cubicBezTo>
                    <a:pt x="74" y="9"/>
                    <a:pt x="75" y="17"/>
                    <a:pt x="75" y="26"/>
                  </a:cubicBezTo>
                  <a:cubicBezTo>
                    <a:pt x="75" y="39"/>
                    <a:pt x="72" y="51"/>
                    <a:pt x="66" y="62"/>
                  </a:cubicBezTo>
                  <a:cubicBezTo>
                    <a:pt x="64" y="65"/>
                    <a:pt x="62" y="68"/>
                    <a:pt x="60" y="71"/>
                  </a:cubicBezTo>
                  <a:cubicBezTo>
                    <a:pt x="48" y="91"/>
                    <a:pt x="56" y="116"/>
                    <a:pt x="44" y="134"/>
                  </a:cubicBezTo>
                  <a:cubicBezTo>
                    <a:pt x="30" y="151"/>
                    <a:pt x="15" y="167"/>
                    <a:pt x="0" y="1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3"/>
            <p:cNvSpPr/>
            <p:nvPr/>
          </p:nvSpPr>
          <p:spPr>
            <a:xfrm>
              <a:off x="3429360" y="3563280"/>
              <a:ext cx="76320" cy="27720"/>
            </a:xfrm>
            <a:custGeom>
              <a:rect b="b" l="l" r="r" t="t"/>
              <a:pathLst>
                <a:path extrusionOk="0" h="77" w="212">
                  <a:moveTo>
                    <a:pt x="0" y="0"/>
                  </a:moveTo>
                  <a:cubicBezTo>
                    <a:pt x="68" y="8"/>
                    <a:pt x="134" y="30"/>
                    <a:pt x="193" y="65"/>
                  </a:cubicBezTo>
                  <a:cubicBezTo>
                    <a:pt x="199" y="68"/>
                    <a:pt x="205" y="72"/>
                    <a:pt x="211" y="76"/>
                  </a:cubicBezTo>
                  <a:cubicBezTo>
                    <a:pt x="142" y="49"/>
                    <a:pt x="70" y="2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3"/>
            <p:cNvSpPr/>
            <p:nvPr/>
          </p:nvSpPr>
          <p:spPr>
            <a:xfrm>
              <a:off x="3280320" y="4131360"/>
              <a:ext cx="51120" cy="24120"/>
            </a:xfrm>
            <a:custGeom>
              <a:rect b="b" l="l" r="r" t="t"/>
              <a:pathLst>
                <a:path extrusionOk="0" h="67" w="142">
                  <a:moveTo>
                    <a:pt x="88" y="0"/>
                  </a:moveTo>
                  <a:cubicBezTo>
                    <a:pt x="104" y="15"/>
                    <a:pt x="141" y="15"/>
                    <a:pt x="136" y="36"/>
                  </a:cubicBezTo>
                  <a:cubicBezTo>
                    <a:pt x="131" y="66"/>
                    <a:pt x="97" y="51"/>
                    <a:pt x="75" y="52"/>
                  </a:cubicBezTo>
                  <a:cubicBezTo>
                    <a:pt x="72" y="53"/>
                    <a:pt x="68" y="53"/>
                    <a:pt x="64" y="53"/>
                  </a:cubicBezTo>
                  <a:cubicBezTo>
                    <a:pt x="52" y="53"/>
                    <a:pt x="39" y="49"/>
                    <a:pt x="28" y="43"/>
                  </a:cubicBezTo>
                  <a:cubicBezTo>
                    <a:pt x="17" y="37"/>
                    <a:pt x="8" y="28"/>
                    <a:pt x="2" y="17"/>
                  </a:cubicBezTo>
                  <a:cubicBezTo>
                    <a:pt x="1" y="15"/>
                    <a:pt x="1" y="14"/>
                    <a:pt x="0" y="13"/>
                  </a:cubicBezTo>
                  <a:cubicBezTo>
                    <a:pt x="31" y="23"/>
                    <a:pt x="53" y="31"/>
                    <a:pt x="77" y="38"/>
                  </a:cubicBezTo>
                  <a:cubicBezTo>
                    <a:pt x="83" y="40"/>
                    <a:pt x="95" y="38"/>
                    <a:pt x="97" y="36"/>
                  </a:cubicBezTo>
                  <a:cubicBezTo>
                    <a:pt x="102" y="25"/>
                    <a:pt x="88" y="22"/>
                    <a:pt x="85" y="14"/>
                  </a:cubicBezTo>
                  <a:cubicBezTo>
                    <a:pt x="84" y="11"/>
                    <a:pt x="86" y="8"/>
                    <a:pt x="8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3"/>
            <p:cNvSpPr/>
            <p:nvPr/>
          </p:nvSpPr>
          <p:spPr>
            <a:xfrm>
              <a:off x="3391560" y="3780360"/>
              <a:ext cx="68400" cy="42480"/>
            </a:xfrm>
            <a:custGeom>
              <a:rect b="b" l="l" r="r" t="t"/>
              <a:pathLst>
                <a:path extrusionOk="0" h="118" w="190">
                  <a:moveTo>
                    <a:pt x="0" y="117"/>
                  </a:moveTo>
                  <a:cubicBezTo>
                    <a:pt x="59" y="77"/>
                    <a:pt x="122" y="48"/>
                    <a:pt x="189" y="0"/>
                  </a:cubicBezTo>
                  <a:cubicBezTo>
                    <a:pt x="165" y="43"/>
                    <a:pt x="81" y="93"/>
                    <a:pt x="0"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3"/>
            <p:cNvSpPr/>
            <p:nvPr/>
          </p:nvSpPr>
          <p:spPr>
            <a:xfrm>
              <a:off x="3169800" y="4073040"/>
              <a:ext cx="70560" cy="45360"/>
            </a:xfrm>
            <a:custGeom>
              <a:rect b="b" l="l" r="r" t="t"/>
              <a:pathLst>
                <a:path extrusionOk="0" h="126" w="196">
                  <a:moveTo>
                    <a:pt x="195" y="123"/>
                  </a:moveTo>
                  <a:cubicBezTo>
                    <a:pt x="118" y="105"/>
                    <a:pt x="58" y="59"/>
                    <a:pt x="0" y="11"/>
                  </a:cubicBezTo>
                  <a:lnTo>
                    <a:pt x="6" y="0"/>
                  </a:lnTo>
                  <a:cubicBezTo>
                    <a:pt x="37" y="21"/>
                    <a:pt x="67" y="41"/>
                    <a:pt x="98" y="63"/>
                  </a:cubicBezTo>
                  <a:cubicBezTo>
                    <a:pt x="128" y="85"/>
                    <a:pt x="168" y="94"/>
                    <a:pt x="194" y="125"/>
                  </a:cubicBezTo>
                  <a:lnTo>
                    <a:pt x="195" y="1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3"/>
            <p:cNvSpPr/>
            <p:nvPr/>
          </p:nvSpPr>
          <p:spPr>
            <a:xfrm>
              <a:off x="3072600" y="3645720"/>
              <a:ext cx="43560" cy="26640"/>
            </a:xfrm>
            <a:custGeom>
              <a:rect b="b" l="l" r="r" t="t"/>
              <a:pathLst>
                <a:path extrusionOk="0" h="74" w="121">
                  <a:moveTo>
                    <a:pt x="0" y="3"/>
                  </a:moveTo>
                  <a:cubicBezTo>
                    <a:pt x="4" y="4"/>
                    <a:pt x="7" y="5"/>
                    <a:pt x="11" y="5"/>
                  </a:cubicBezTo>
                  <a:cubicBezTo>
                    <a:pt x="17" y="5"/>
                    <a:pt x="24" y="3"/>
                    <a:pt x="30" y="0"/>
                  </a:cubicBezTo>
                  <a:lnTo>
                    <a:pt x="120" y="51"/>
                  </a:lnTo>
                  <a:cubicBezTo>
                    <a:pt x="113" y="66"/>
                    <a:pt x="103" y="73"/>
                    <a:pt x="93" y="66"/>
                  </a:cubicBezTo>
                  <a:cubicBezTo>
                    <a:pt x="61" y="46"/>
                    <a:pt x="17" y="44"/>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3"/>
            <p:cNvSpPr/>
            <p:nvPr/>
          </p:nvSpPr>
          <p:spPr>
            <a:xfrm>
              <a:off x="3012480" y="3546000"/>
              <a:ext cx="43200" cy="68400"/>
            </a:xfrm>
            <a:custGeom>
              <a:rect b="b" l="l" r="r" t="t"/>
              <a:pathLst>
                <a:path extrusionOk="0" h="190" w="120">
                  <a:moveTo>
                    <a:pt x="119" y="187"/>
                  </a:moveTo>
                  <a:lnTo>
                    <a:pt x="106" y="189"/>
                  </a:lnTo>
                  <a:cubicBezTo>
                    <a:pt x="79" y="146"/>
                    <a:pt x="46" y="110"/>
                    <a:pt x="24" y="64"/>
                  </a:cubicBezTo>
                  <a:cubicBezTo>
                    <a:pt x="16" y="46"/>
                    <a:pt x="0" y="30"/>
                    <a:pt x="16" y="0"/>
                  </a:cubicBezTo>
                  <a:cubicBezTo>
                    <a:pt x="38" y="74"/>
                    <a:pt x="86" y="125"/>
                    <a:pt x="119"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3"/>
            <p:cNvSpPr/>
            <p:nvPr/>
          </p:nvSpPr>
          <p:spPr>
            <a:xfrm>
              <a:off x="3184920" y="3969000"/>
              <a:ext cx="54720" cy="43920"/>
            </a:xfrm>
            <a:custGeom>
              <a:rect b="b" l="l" r="r" t="t"/>
              <a:pathLst>
                <a:path extrusionOk="0" h="122" w="152">
                  <a:moveTo>
                    <a:pt x="151" y="121"/>
                  </a:moveTo>
                  <a:cubicBezTo>
                    <a:pt x="133" y="115"/>
                    <a:pt x="115" y="108"/>
                    <a:pt x="98" y="98"/>
                  </a:cubicBezTo>
                  <a:cubicBezTo>
                    <a:pt x="57" y="74"/>
                    <a:pt x="24" y="41"/>
                    <a:pt x="0" y="0"/>
                  </a:cubicBezTo>
                  <a:cubicBezTo>
                    <a:pt x="27" y="17"/>
                    <a:pt x="51" y="37"/>
                    <a:pt x="73" y="60"/>
                  </a:cubicBezTo>
                  <a:cubicBezTo>
                    <a:pt x="96" y="79"/>
                    <a:pt x="120" y="97"/>
                    <a:pt x="151"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3"/>
            <p:cNvSpPr/>
            <p:nvPr/>
          </p:nvSpPr>
          <p:spPr>
            <a:xfrm>
              <a:off x="3312720" y="3586320"/>
              <a:ext cx="77400" cy="28800"/>
            </a:xfrm>
            <a:custGeom>
              <a:rect b="b" l="l" r="r" t="t"/>
              <a:pathLst>
                <a:path extrusionOk="0" h="80" w="215">
                  <a:moveTo>
                    <a:pt x="5" y="0"/>
                  </a:moveTo>
                  <a:lnTo>
                    <a:pt x="214" y="79"/>
                  </a:lnTo>
                  <a:cubicBezTo>
                    <a:pt x="139" y="68"/>
                    <a:pt x="71" y="38"/>
                    <a:pt x="0" y="14"/>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3"/>
            <p:cNvSpPr/>
            <p:nvPr/>
          </p:nvSpPr>
          <p:spPr>
            <a:xfrm>
              <a:off x="3307320" y="3849840"/>
              <a:ext cx="70200" cy="9720"/>
            </a:xfrm>
            <a:custGeom>
              <a:rect b="b" l="l" r="r" t="t"/>
              <a:pathLst>
                <a:path extrusionOk="0" h="27" w="195">
                  <a:moveTo>
                    <a:pt x="0" y="18"/>
                  </a:moveTo>
                  <a:lnTo>
                    <a:pt x="194" y="0"/>
                  </a:lnTo>
                  <a:lnTo>
                    <a:pt x="194" y="12"/>
                  </a:lnTo>
                  <a:cubicBezTo>
                    <a:pt x="158" y="21"/>
                    <a:pt x="121" y="26"/>
                    <a:pt x="84" y="26"/>
                  </a:cubicBezTo>
                  <a:cubicBezTo>
                    <a:pt x="56" y="26"/>
                    <a:pt x="28" y="23"/>
                    <a:pt x="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3"/>
            <p:cNvSpPr/>
            <p:nvPr/>
          </p:nvSpPr>
          <p:spPr>
            <a:xfrm>
              <a:off x="3301200" y="3625920"/>
              <a:ext cx="81360" cy="28800"/>
            </a:xfrm>
            <a:custGeom>
              <a:rect b="b" l="l" r="r" t="t"/>
              <a:pathLst>
                <a:path extrusionOk="0" h="80" w="226">
                  <a:moveTo>
                    <a:pt x="219" y="79"/>
                  </a:moveTo>
                  <a:cubicBezTo>
                    <a:pt x="144" y="60"/>
                    <a:pt x="70" y="34"/>
                    <a:pt x="0" y="0"/>
                  </a:cubicBezTo>
                  <a:lnTo>
                    <a:pt x="225" y="69"/>
                  </a:lnTo>
                  <a:lnTo>
                    <a:pt x="219"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3"/>
            <p:cNvSpPr/>
            <p:nvPr/>
          </p:nvSpPr>
          <p:spPr>
            <a:xfrm>
              <a:off x="3222720" y="3744000"/>
              <a:ext cx="77400" cy="16920"/>
            </a:xfrm>
            <a:custGeom>
              <a:rect b="b" l="l" r="r" t="t"/>
              <a:pathLst>
                <a:path extrusionOk="0" h="47" w="215">
                  <a:moveTo>
                    <a:pt x="214" y="46"/>
                  </a:moveTo>
                  <a:cubicBezTo>
                    <a:pt x="141" y="45"/>
                    <a:pt x="70" y="35"/>
                    <a:pt x="0" y="15"/>
                  </a:cubicBezTo>
                  <a:lnTo>
                    <a:pt x="3" y="0"/>
                  </a:lnTo>
                  <a:lnTo>
                    <a:pt x="214"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3"/>
            <p:cNvSpPr/>
            <p:nvPr/>
          </p:nvSpPr>
          <p:spPr>
            <a:xfrm>
              <a:off x="3404520" y="3618720"/>
              <a:ext cx="82080" cy="12600"/>
            </a:xfrm>
            <a:custGeom>
              <a:rect b="b" l="l" r="r" t="t"/>
              <a:pathLst>
                <a:path extrusionOk="0" h="35" w="228">
                  <a:moveTo>
                    <a:pt x="0" y="7"/>
                  </a:moveTo>
                  <a:cubicBezTo>
                    <a:pt x="25" y="2"/>
                    <a:pt x="51" y="0"/>
                    <a:pt x="76" y="0"/>
                  </a:cubicBezTo>
                  <a:cubicBezTo>
                    <a:pt x="128" y="0"/>
                    <a:pt x="179" y="9"/>
                    <a:pt x="227" y="27"/>
                  </a:cubicBezTo>
                  <a:cubicBezTo>
                    <a:pt x="198" y="34"/>
                    <a:pt x="171" y="21"/>
                    <a:pt x="143" y="17"/>
                  </a:cubicBezTo>
                  <a:cubicBezTo>
                    <a:pt x="107" y="13"/>
                    <a:pt x="72" y="0"/>
                    <a:pt x="37" y="21"/>
                  </a:cubicBezTo>
                  <a:cubicBezTo>
                    <a:pt x="28" y="26"/>
                    <a:pt x="15" y="21"/>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3"/>
            <p:cNvSpPr/>
            <p:nvPr/>
          </p:nvSpPr>
          <p:spPr>
            <a:xfrm>
              <a:off x="3315960" y="3616560"/>
              <a:ext cx="78480" cy="22320"/>
            </a:xfrm>
            <a:custGeom>
              <a:rect b="b" l="l" r="r" t="t"/>
              <a:pathLst>
                <a:path extrusionOk="0" h="62" w="218">
                  <a:moveTo>
                    <a:pt x="214" y="61"/>
                  </a:moveTo>
                  <a:lnTo>
                    <a:pt x="0" y="0"/>
                  </a:lnTo>
                  <a:cubicBezTo>
                    <a:pt x="75" y="5"/>
                    <a:pt x="148" y="21"/>
                    <a:pt x="217" y="50"/>
                  </a:cubicBezTo>
                  <a:lnTo>
                    <a:pt x="214"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3"/>
            <p:cNvSpPr/>
            <p:nvPr/>
          </p:nvSpPr>
          <p:spPr>
            <a:xfrm>
              <a:off x="3223800" y="3722760"/>
              <a:ext cx="74880" cy="26640"/>
            </a:xfrm>
            <a:custGeom>
              <a:rect b="b" l="l" r="r" t="t"/>
              <a:pathLst>
                <a:path extrusionOk="0" h="74" w="208">
                  <a:moveTo>
                    <a:pt x="3" y="0"/>
                  </a:moveTo>
                  <a:cubicBezTo>
                    <a:pt x="51" y="13"/>
                    <a:pt x="98" y="26"/>
                    <a:pt x="146" y="41"/>
                  </a:cubicBezTo>
                  <a:cubicBezTo>
                    <a:pt x="167" y="47"/>
                    <a:pt x="187" y="54"/>
                    <a:pt x="207" y="61"/>
                  </a:cubicBezTo>
                  <a:lnTo>
                    <a:pt x="204" y="73"/>
                  </a:lnTo>
                  <a:lnTo>
                    <a:pt x="0" y="10"/>
                  </a:ln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3"/>
            <p:cNvSpPr/>
            <p:nvPr/>
          </p:nvSpPr>
          <p:spPr>
            <a:xfrm>
              <a:off x="3034080" y="3519360"/>
              <a:ext cx="49680" cy="60120"/>
            </a:xfrm>
            <a:custGeom>
              <a:rect b="b" l="l" r="r" t="t"/>
              <a:pathLst>
                <a:path extrusionOk="0" h="167" w="138">
                  <a:moveTo>
                    <a:pt x="0" y="0"/>
                  </a:moveTo>
                  <a:lnTo>
                    <a:pt x="137" y="166"/>
                  </a:lnTo>
                  <a:cubicBezTo>
                    <a:pt x="100" y="153"/>
                    <a:pt x="19" y="5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3"/>
            <p:cNvSpPr/>
            <p:nvPr/>
          </p:nvSpPr>
          <p:spPr>
            <a:xfrm>
              <a:off x="3216600" y="3493440"/>
              <a:ext cx="65160" cy="28440"/>
            </a:xfrm>
            <a:custGeom>
              <a:rect b="b" l="l" r="r" t="t"/>
              <a:pathLst>
                <a:path extrusionOk="0" h="79" w="181">
                  <a:moveTo>
                    <a:pt x="6" y="0"/>
                  </a:moveTo>
                  <a:cubicBezTo>
                    <a:pt x="54" y="11"/>
                    <a:pt x="100" y="30"/>
                    <a:pt x="143" y="55"/>
                  </a:cubicBezTo>
                  <a:cubicBezTo>
                    <a:pt x="156" y="62"/>
                    <a:pt x="168" y="70"/>
                    <a:pt x="180" y="78"/>
                  </a:cubicBezTo>
                  <a:lnTo>
                    <a:pt x="0" y="11"/>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3"/>
            <p:cNvSpPr/>
            <p:nvPr/>
          </p:nvSpPr>
          <p:spPr>
            <a:xfrm>
              <a:off x="3045960" y="3888360"/>
              <a:ext cx="47880" cy="50760"/>
            </a:xfrm>
            <a:custGeom>
              <a:rect b="b" l="l" r="r" t="t"/>
              <a:pathLst>
                <a:path extrusionOk="0" h="141" w="133">
                  <a:moveTo>
                    <a:pt x="0" y="0"/>
                  </a:moveTo>
                  <a:cubicBezTo>
                    <a:pt x="43" y="47"/>
                    <a:pt x="85" y="96"/>
                    <a:pt x="132" y="140"/>
                  </a:cubicBezTo>
                  <a:cubicBezTo>
                    <a:pt x="130" y="139"/>
                    <a:pt x="129" y="138"/>
                    <a:pt x="128" y="137"/>
                  </a:cubicBezTo>
                  <a:cubicBezTo>
                    <a:pt x="79" y="109"/>
                    <a:pt x="38" y="68"/>
                    <a:pt x="10" y="19"/>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3"/>
            <p:cNvSpPr/>
            <p:nvPr/>
          </p:nvSpPr>
          <p:spPr>
            <a:xfrm>
              <a:off x="3129840" y="3606840"/>
              <a:ext cx="58320" cy="39960"/>
            </a:xfrm>
            <a:custGeom>
              <a:rect b="b" l="l" r="r" t="t"/>
              <a:pathLst>
                <a:path extrusionOk="0" h="111" w="162">
                  <a:moveTo>
                    <a:pt x="161" y="110"/>
                  </a:moveTo>
                  <a:cubicBezTo>
                    <a:pt x="106" y="93"/>
                    <a:pt x="26" y="42"/>
                    <a:pt x="0" y="0"/>
                  </a:cubicBezTo>
                  <a:cubicBezTo>
                    <a:pt x="27" y="18"/>
                    <a:pt x="53" y="34"/>
                    <a:pt x="80" y="53"/>
                  </a:cubicBezTo>
                  <a:cubicBezTo>
                    <a:pt x="106" y="71"/>
                    <a:pt x="141" y="80"/>
                    <a:pt x="159" y="110"/>
                  </a:cubicBezTo>
                  <a:lnTo>
                    <a:pt x="161" y="1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3"/>
            <p:cNvSpPr/>
            <p:nvPr/>
          </p:nvSpPr>
          <p:spPr>
            <a:xfrm>
              <a:off x="3085200" y="3889800"/>
              <a:ext cx="42480" cy="42840"/>
            </a:xfrm>
            <a:custGeom>
              <a:rect b="b" l="l" r="r" t="t"/>
              <a:pathLst>
                <a:path extrusionOk="0" h="119" w="118">
                  <a:moveTo>
                    <a:pt x="117" y="118"/>
                  </a:moveTo>
                  <a:cubicBezTo>
                    <a:pt x="105" y="114"/>
                    <a:pt x="94" y="109"/>
                    <a:pt x="84" y="103"/>
                  </a:cubicBezTo>
                  <a:cubicBezTo>
                    <a:pt x="56" y="87"/>
                    <a:pt x="32" y="63"/>
                    <a:pt x="16" y="35"/>
                  </a:cubicBezTo>
                  <a:cubicBezTo>
                    <a:pt x="9" y="24"/>
                    <a:pt x="4" y="12"/>
                    <a:pt x="0" y="0"/>
                  </a:cubicBezTo>
                  <a:cubicBezTo>
                    <a:pt x="39" y="38"/>
                    <a:pt x="70" y="85"/>
                    <a:pt x="117"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3"/>
            <p:cNvSpPr/>
            <p:nvPr/>
          </p:nvSpPr>
          <p:spPr>
            <a:xfrm>
              <a:off x="3179160" y="3498840"/>
              <a:ext cx="56520" cy="37080"/>
            </a:xfrm>
            <a:custGeom>
              <a:rect b="b" l="l" r="r" t="t"/>
              <a:pathLst>
                <a:path extrusionOk="0" h="103" w="157">
                  <a:moveTo>
                    <a:pt x="0" y="0"/>
                  </a:moveTo>
                  <a:cubicBezTo>
                    <a:pt x="49" y="36"/>
                    <a:pt x="100" y="69"/>
                    <a:pt x="153" y="100"/>
                  </a:cubicBezTo>
                  <a:cubicBezTo>
                    <a:pt x="154" y="100"/>
                    <a:pt x="155" y="101"/>
                    <a:pt x="156" y="102"/>
                  </a:cubicBezTo>
                  <a:cubicBezTo>
                    <a:pt x="130" y="96"/>
                    <a:pt x="104" y="86"/>
                    <a:pt x="81" y="73"/>
                  </a:cubicBezTo>
                  <a:cubicBezTo>
                    <a:pt x="49" y="54"/>
                    <a:pt x="21" y="3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3"/>
            <p:cNvSpPr/>
            <p:nvPr/>
          </p:nvSpPr>
          <p:spPr>
            <a:xfrm>
              <a:off x="2963160" y="3662640"/>
              <a:ext cx="30240" cy="54000"/>
            </a:xfrm>
            <a:custGeom>
              <a:rect b="b" l="l" r="r" t="t"/>
              <a:pathLst>
                <a:path extrusionOk="0" h="150" w="84">
                  <a:moveTo>
                    <a:pt x="83" y="149"/>
                  </a:moveTo>
                  <a:cubicBezTo>
                    <a:pt x="61" y="131"/>
                    <a:pt x="43" y="110"/>
                    <a:pt x="29" y="86"/>
                  </a:cubicBezTo>
                  <a:cubicBezTo>
                    <a:pt x="14" y="59"/>
                    <a:pt x="4" y="30"/>
                    <a:pt x="0" y="0"/>
                  </a:cubicBezTo>
                  <a:cubicBezTo>
                    <a:pt x="29" y="50"/>
                    <a:pt x="49" y="103"/>
                    <a:pt x="83"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3"/>
            <p:cNvSpPr/>
            <p:nvPr/>
          </p:nvSpPr>
          <p:spPr>
            <a:xfrm>
              <a:off x="3394800" y="3662280"/>
              <a:ext cx="65880" cy="13680"/>
            </a:xfrm>
            <a:custGeom>
              <a:rect b="b" l="l" r="r" t="t"/>
              <a:pathLst>
                <a:path extrusionOk="0" h="38" w="183">
                  <a:moveTo>
                    <a:pt x="182" y="1"/>
                  </a:moveTo>
                  <a:lnTo>
                    <a:pt x="0" y="37"/>
                  </a:lnTo>
                  <a:cubicBezTo>
                    <a:pt x="49" y="13"/>
                    <a:pt x="103" y="0"/>
                    <a:pt x="157" y="0"/>
                  </a:cubicBezTo>
                  <a:cubicBezTo>
                    <a:pt x="166" y="0"/>
                    <a:pt x="174" y="1"/>
                    <a:pt x="18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3"/>
            <p:cNvSpPr/>
            <p:nvPr/>
          </p:nvSpPr>
          <p:spPr>
            <a:xfrm>
              <a:off x="2916000" y="3530160"/>
              <a:ext cx="38520" cy="45720"/>
            </a:xfrm>
            <a:custGeom>
              <a:rect b="b" l="l" r="r" t="t"/>
              <a:pathLst>
                <a:path extrusionOk="0" h="127" w="107">
                  <a:moveTo>
                    <a:pt x="82" y="118"/>
                  </a:moveTo>
                  <a:lnTo>
                    <a:pt x="35" y="79"/>
                  </a:lnTo>
                  <a:cubicBezTo>
                    <a:pt x="32" y="49"/>
                    <a:pt x="0" y="34"/>
                    <a:pt x="2" y="0"/>
                  </a:cubicBezTo>
                  <a:cubicBezTo>
                    <a:pt x="34" y="38"/>
                    <a:pt x="67" y="76"/>
                    <a:pt x="100" y="115"/>
                  </a:cubicBezTo>
                  <a:cubicBezTo>
                    <a:pt x="102" y="118"/>
                    <a:pt x="106" y="126"/>
                    <a:pt x="97" y="126"/>
                  </a:cubicBezTo>
                  <a:cubicBezTo>
                    <a:pt x="89" y="126"/>
                    <a:pt x="87" y="121"/>
                    <a:pt x="82"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3"/>
            <p:cNvSpPr/>
            <p:nvPr/>
          </p:nvSpPr>
          <p:spPr>
            <a:xfrm>
              <a:off x="2897640" y="3672720"/>
              <a:ext cx="18360" cy="60480"/>
            </a:xfrm>
            <a:custGeom>
              <a:rect b="b" l="l" r="r" t="t"/>
              <a:pathLst>
                <a:path extrusionOk="0" h="168" w="51">
                  <a:moveTo>
                    <a:pt x="0" y="0"/>
                  </a:moveTo>
                  <a:cubicBezTo>
                    <a:pt x="23" y="53"/>
                    <a:pt x="28" y="113"/>
                    <a:pt x="50" y="167"/>
                  </a:cubicBezTo>
                  <a:cubicBezTo>
                    <a:pt x="47" y="162"/>
                    <a:pt x="44" y="157"/>
                    <a:pt x="41" y="151"/>
                  </a:cubicBezTo>
                  <a:cubicBezTo>
                    <a:pt x="14" y="105"/>
                    <a:pt x="0" y="5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3"/>
            <p:cNvSpPr/>
            <p:nvPr/>
          </p:nvSpPr>
          <p:spPr>
            <a:xfrm>
              <a:off x="3479400" y="3524400"/>
              <a:ext cx="41040" cy="44280"/>
            </a:xfrm>
            <a:custGeom>
              <a:rect b="b" l="l" r="r" t="t"/>
              <a:pathLst>
                <a:path extrusionOk="0" h="123" w="114">
                  <a:moveTo>
                    <a:pt x="0" y="0"/>
                  </a:moveTo>
                  <a:cubicBezTo>
                    <a:pt x="50" y="30"/>
                    <a:pt x="95" y="64"/>
                    <a:pt x="113" y="122"/>
                  </a:cubicBezTo>
                  <a:cubicBezTo>
                    <a:pt x="77" y="81"/>
                    <a:pt x="38" y="4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3"/>
            <p:cNvSpPr/>
            <p:nvPr/>
          </p:nvSpPr>
          <p:spPr>
            <a:xfrm>
              <a:off x="3025800" y="3872880"/>
              <a:ext cx="38160" cy="55440"/>
            </a:xfrm>
            <a:custGeom>
              <a:rect b="b" l="l" r="r" t="t"/>
              <a:pathLst>
                <a:path extrusionOk="0" h="154" w="106">
                  <a:moveTo>
                    <a:pt x="0" y="0"/>
                  </a:moveTo>
                  <a:cubicBezTo>
                    <a:pt x="6" y="13"/>
                    <a:pt x="13" y="25"/>
                    <a:pt x="20" y="38"/>
                  </a:cubicBezTo>
                  <a:cubicBezTo>
                    <a:pt x="44" y="79"/>
                    <a:pt x="73" y="118"/>
                    <a:pt x="105" y="153"/>
                  </a:cubicBezTo>
                  <a:cubicBezTo>
                    <a:pt x="104" y="152"/>
                    <a:pt x="102" y="151"/>
                    <a:pt x="101" y="150"/>
                  </a:cubicBezTo>
                  <a:cubicBezTo>
                    <a:pt x="69" y="132"/>
                    <a:pt x="43" y="106"/>
                    <a:pt x="25" y="75"/>
                  </a:cubicBezTo>
                  <a:cubicBezTo>
                    <a:pt x="12" y="52"/>
                    <a:pt x="3" y="2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3"/>
            <p:cNvSpPr/>
            <p:nvPr/>
          </p:nvSpPr>
          <p:spPr>
            <a:xfrm>
              <a:off x="3123000" y="3873240"/>
              <a:ext cx="43920" cy="45720"/>
            </a:xfrm>
            <a:custGeom>
              <a:rect b="b" l="l" r="r" t="t"/>
              <a:pathLst>
                <a:path extrusionOk="0" h="127" w="122">
                  <a:moveTo>
                    <a:pt x="5" y="38"/>
                  </a:moveTo>
                  <a:lnTo>
                    <a:pt x="0" y="0"/>
                  </a:lnTo>
                  <a:cubicBezTo>
                    <a:pt x="38" y="45"/>
                    <a:pt x="78" y="87"/>
                    <a:pt x="121" y="126"/>
                  </a:cubicBezTo>
                  <a:cubicBezTo>
                    <a:pt x="112" y="123"/>
                    <a:pt x="104" y="119"/>
                    <a:pt x="95" y="114"/>
                  </a:cubicBezTo>
                  <a:cubicBezTo>
                    <a:pt x="77" y="104"/>
                    <a:pt x="61" y="90"/>
                    <a:pt x="48" y="75"/>
                  </a:cubicBezTo>
                  <a:cubicBezTo>
                    <a:pt x="33" y="62"/>
                    <a:pt x="28" y="38"/>
                    <a:pt x="4" y="36"/>
                  </a:cubicBezTo>
                  <a:lnTo>
                    <a:pt x="5"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3"/>
            <p:cNvSpPr/>
            <p:nvPr/>
          </p:nvSpPr>
          <p:spPr>
            <a:xfrm>
              <a:off x="3381480" y="3778920"/>
              <a:ext cx="56160" cy="21960"/>
            </a:xfrm>
            <a:custGeom>
              <a:rect b="b" l="l" r="r" t="t"/>
              <a:pathLst>
                <a:path extrusionOk="0" h="61" w="156">
                  <a:moveTo>
                    <a:pt x="155" y="13"/>
                  </a:moveTo>
                  <a:cubicBezTo>
                    <a:pt x="106" y="38"/>
                    <a:pt x="54" y="54"/>
                    <a:pt x="0" y="60"/>
                  </a:cubicBezTo>
                  <a:lnTo>
                    <a:pt x="148" y="0"/>
                  </a:lnTo>
                  <a:lnTo>
                    <a:pt x="155"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3"/>
            <p:cNvSpPr/>
            <p:nvPr/>
          </p:nvSpPr>
          <p:spPr>
            <a:xfrm>
              <a:off x="3660480" y="3703320"/>
              <a:ext cx="42840" cy="42120"/>
            </a:xfrm>
            <a:custGeom>
              <a:rect b="b" l="l" r="r" t="t"/>
              <a:pathLst>
                <a:path extrusionOk="0" h="117" w="119">
                  <a:moveTo>
                    <a:pt x="0" y="116"/>
                  </a:moveTo>
                  <a:lnTo>
                    <a:pt x="109" y="0"/>
                  </a:lnTo>
                  <a:lnTo>
                    <a:pt x="118" y="9"/>
                  </a:lnTo>
                  <a:cubicBezTo>
                    <a:pt x="84" y="50"/>
                    <a:pt x="44" y="86"/>
                    <a:pt x="0" y="1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3"/>
            <p:cNvSpPr/>
            <p:nvPr/>
          </p:nvSpPr>
          <p:spPr>
            <a:xfrm>
              <a:off x="3265560" y="3941640"/>
              <a:ext cx="42840" cy="25200"/>
            </a:xfrm>
            <a:custGeom>
              <a:rect b="b" l="l" r="r" t="t"/>
              <a:pathLst>
                <a:path extrusionOk="0" h="70" w="119">
                  <a:moveTo>
                    <a:pt x="0" y="0"/>
                  </a:moveTo>
                  <a:cubicBezTo>
                    <a:pt x="19" y="9"/>
                    <a:pt x="38" y="18"/>
                    <a:pt x="56" y="29"/>
                  </a:cubicBezTo>
                  <a:cubicBezTo>
                    <a:pt x="77" y="41"/>
                    <a:pt x="98" y="54"/>
                    <a:pt x="118" y="69"/>
                  </a:cubicBezTo>
                  <a:cubicBezTo>
                    <a:pt x="95" y="65"/>
                    <a:pt x="74" y="58"/>
                    <a:pt x="54" y="46"/>
                  </a:cubicBezTo>
                  <a:cubicBezTo>
                    <a:pt x="33" y="34"/>
                    <a:pt x="15" y="1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3"/>
            <p:cNvSpPr/>
            <p:nvPr/>
          </p:nvSpPr>
          <p:spPr>
            <a:xfrm>
              <a:off x="3567240" y="3498120"/>
              <a:ext cx="55440" cy="12600"/>
            </a:xfrm>
            <a:custGeom>
              <a:rect b="b" l="l" r="r" t="t"/>
              <a:pathLst>
                <a:path extrusionOk="0" h="35" w="154">
                  <a:moveTo>
                    <a:pt x="153" y="0"/>
                  </a:moveTo>
                  <a:cubicBezTo>
                    <a:pt x="153" y="0"/>
                    <a:pt x="152" y="0"/>
                    <a:pt x="152" y="1"/>
                  </a:cubicBezTo>
                  <a:cubicBezTo>
                    <a:pt x="115" y="22"/>
                    <a:pt x="72" y="34"/>
                    <a:pt x="29" y="34"/>
                  </a:cubicBezTo>
                  <a:cubicBezTo>
                    <a:pt x="19" y="34"/>
                    <a:pt x="9" y="33"/>
                    <a:pt x="0" y="32"/>
                  </a:cubicBezTo>
                  <a:cubicBezTo>
                    <a:pt x="51" y="15"/>
                    <a:pt x="104" y="15"/>
                    <a:pt x="15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3"/>
            <p:cNvSpPr/>
            <p:nvPr/>
          </p:nvSpPr>
          <p:spPr>
            <a:xfrm>
              <a:off x="3631320" y="3596760"/>
              <a:ext cx="34560" cy="21600"/>
            </a:xfrm>
            <a:custGeom>
              <a:rect b="b" l="l" r="r" t="t"/>
              <a:pathLst>
                <a:path extrusionOk="0" h="60" w="96">
                  <a:moveTo>
                    <a:pt x="95" y="0"/>
                  </a:moveTo>
                  <a:cubicBezTo>
                    <a:pt x="66" y="26"/>
                    <a:pt x="30" y="38"/>
                    <a:pt x="0" y="59"/>
                  </a:cubicBezTo>
                  <a:cubicBezTo>
                    <a:pt x="10" y="5"/>
                    <a:pt x="60" y="13"/>
                    <a:pt x="9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3"/>
            <p:cNvSpPr/>
            <p:nvPr/>
          </p:nvSpPr>
          <p:spPr>
            <a:xfrm>
              <a:off x="2992680" y="3801960"/>
              <a:ext cx="29520" cy="43560"/>
            </a:xfrm>
            <a:custGeom>
              <a:rect b="b" l="l" r="r" t="t"/>
              <a:pathLst>
                <a:path extrusionOk="0" h="121" w="82">
                  <a:moveTo>
                    <a:pt x="20" y="0"/>
                  </a:moveTo>
                  <a:cubicBezTo>
                    <a:pt x="24" y="27"/>
                    <a:pt x="33" y="52"/>
                    <a:pt x="46" y="75"/>
                  </a:cubicBezTo>
                  <a:cubicBezTo>
                    <a:pt x="56" y="91"/>
                    <a:pt x="67" y="106"/>
                    <a:pt x="81" y="120"/>
                  </a:cubicBezTo>
                  <a:cubicBezTo>
                    <a:pt x="21" y="85"/>
                    <a:pt x="0" y="46"/>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3"/>
            <p:cNvSpPr/>
            <p:nvPr/>
          </p:nvSpPr>
          <p:spPr>
            <a:xfrm>
              <a:off x="3395160" y="4113720"/>
              <a:ext cx="50400" cy="26280"/>
            </a:xfrm>
            <a:custGeom>
              <a:rect b="b" l="l" r="r" t="t"/>
              <a:pathLst>
                <a:path extrusionOk="0" h="73" w="140">
                  <a:moveTo>
                    <a:pt x="17" y="12"/>
                  </a:moveTo>
                  <a:lnTo>
                    <a:pt x="17" y="46"/>
                  </a:lnTo>
                  <a:cubicBezTo>
                    <a:pt x="61" y="31"/>
                    <a:pt x="96" y="1"/>
                    <a:pt x="139" y="0"/>
                  </a:cubicBezTo>
                  <a:cubicBezTo>
                    <a:pt x="139" y="1"/>
                    <a:pt x="139" y="1"/>
                    <a:pt x="139" y="1"/>
                  </a:cubicBezTo>
                  <a:cubicBezTo>
                    <a:pt x="139" y="5"/>
                    <a:pt x="139" y="8"/>
                    <a:pt x="137" y="11"/>
                  </a:cubicBezTo>
                  <a:cubicBezTo>
                    <a:pt x="135" y="14"/>
                    <a:pt x="133" y="16"/>
                    <a:pt x="130" y="18"/>
                  </a:cubicBezTo>
                  <a:cubicBezTo>
                    <a:pt x="128" y="19"/>
                    <a:pt x="126" y="20"/>
                    <a:pt x="124" y="20"/>
                  </a:cubicBezTo>
                  <a:cubicBezTo>
                    <a:pt x="102" y="24"/>
                    <a:pt x="82" y="33"/>
                    <a:pt x="62" y="44"/>
                  </a:cubicBezTo>
                  <a:cubicBezTo>
                    <a:pt x="55" y="49"/>
                    <a:pt x="47" y="53"/>
                    <a:pt x="40" y="58"/>
                  </a:cubicBezTo>
                  <a:cubicBezTo>
                    <a:pt x="31" y="63"/>
                    <a:pt x="22" y="72"/>
                    <a:pt x="11" y="63"/>
                  </a:cubicBezTo>
                  <a:cubicBezTo>
                    <a:pt x="0" y="54"/>
                    <a:pt x="7" y="46"/>
                    <a:pt x="7" y="36"/>
                  </a:cubicBezTo>
                  <a:cubicBezTo>
                    <a:pt x="8" y="26"/>
                    <a:pt x="7" y="18"/>
                    <a:pt x="19" y="14"/>
                  </a:cubicBezTo>
                  <a:lnTo>
                    <a:pt x="17"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3"/>
            <p:cNvSpPr/>
            <p:nvPr/>
          </p:nvSpPr>
          <p:spPr>
            <a:xfrm>
              <a:off x="2934360" y="3868200"/>
              <a:ext cx="29160" cy="60120"/>
            </a:xfrm>
            <a:custGeom>
              <a:rect b="b" l="l" r="r" t="t"/>
              <a:pathLst>
                <a:path extrusionOk="0" h="167" w="81">
                  <a:moveTo>
                    <a:pt x="80" y="164"/>
                  </a:moveTo>
                  <a:cubicBezTo>
                    <a:pt x="78" y="164"/>
                    <a:pt x="75" y="166"/>
                    <a:pt x="74" y="164"/>
                  </a:cubicBezTo>
                  <a:cubicBezTo>
                    <a:pt x="30" y="118"/>
                    <a:pt x="15" y="59"/>
                    <a:pt x="0" y="0"/>
                  </a:cubicBezTo>
                  <a:cubicBezTo>
                    <a:pt x="25" y="55"/>
                    <a:pt x="52" y="110"/>
                    <a:pt x="79" y="164"/>
                  </a:cubicBezTo>
                  <a:lnTo>
                    <a:pt x="80"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3"/>
            <p:cNvSpPr/>
            <p:nvPr/>
          </p:nvSpPr>
          <p:spPr>
            <a:xfrm>
              <a:off x="3320280" y="3872160"/>
              <a:ext cx="60840" cy="7560"/>
            </a:xfrm>
            <a:custGeom>
              <a:rect b="b" l="l" r="r" t="t"/>
              <a:pathLst>
                <a:path extrusionOk="0" h="21" w="169">
                  <a:moveTo>
                    <a:pt x="0" y="17"/>
                  </a:moveTo>
                  <a:cubicBezTo>
                    <a:pt x="46" y="6"/>
                    <a:pt x="93" y="0"/>
                    <a:pt x="140" y="0"/>
                  </a:cubicBezTo>
                  <a:cubicBezTo>
                    <a:pt x="149" y="0"/>
                    <a:pt x="159" y="0"/>
                    <a:pt x="168" y="0"/>
                  </a:cubicBezTo>
                  <a:cubicBezTo>
                    <a:pt x="128" y="13"/>
                    <a:pt x="87" y="20"/>
                    <a:pt x="44" y="20"/>
                  </a:cubicBezTo>
                  <a:cubicBezTo>
                    <a:pt x="30" y="20"/>
                    <a:pt x="15" y="19"/>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3"/>
            <p:cNvSpPr/>
            <p:nvPr/>
          </p:nvSpPr>
          <p:spPr>
            <a:xfrm>
              <a:off x="3008880" y="4052520"/>
              <a:ext cx="46800" cy="37800"/>
            </a:xfrm>
            <a:custGeom>
              <a:rect b="b" l="l" r="r" t="t"/>
              <a:pathLst>
                <a:path extrusionOk="0" h="105" w="130">
                  <a:moveTo>
                    <a:pt x="117" y="80"/>
                  </a:moveTo>
                  <a:lnTo>
                    <a:pt x="129" y="93"/>
                  </a:lnTo>
                  <a:cubicBezTo>
                    <a:pt x="128" y="99"/>
                    <a:pt x="122" y="104"/>
                    <a:pt x="118" y="102"/>
                  </a:cubicBezTo>
                  <a:cubicBezTo>
                    <a:pt x="109" y="98"/>
                    <a:pt x="101" y="94"/>
                    <a:pt x="92" y="89"/>
                  </a:cubicBezTo>
                  <a:cubicBezTo>
                    <a:pt x="55" y="68"/>
                    <a:pt x="23" y="37"/>
                    <a:pt x="0" y="0"/>
                  </a:cubicBezTo>
                  <a:cubicBezTo>
                    <a:pt x="42" y="21"/>
                    <a:pt x="67" y="68"/>
                    <a:pt x="117"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3"/>
            <p:cNvSpPr/>
            <p:nvPr/>
          </p:nvSpPr>
          <p:spPr>
            <a:xfrm>
              <a:off x="3830040" y="3637800"/>
              <a:ext cx="24480" cy="31320"/>
            </a:xfrm>
            <a:custGeom>
              <a:rect b="b" l="l" r="r" t="t"/>
              <a:pathLst>
                <a:path extrusionOk="0" h="87" w="68">
                  <a:moveTo>
                    <a:pt x="35" y="0"/>
                  </a:moveTo>
                  <a:cubicBezTo>
                    <a:pt x="43" y="6"/>
                    <a:pt x="50" y="14"/>
                    <a:pt x="55" y="23"/>
                  </a:cubicBezTo>
                  <a:cubicBezTo>
                    <a:pt x="62" y="37"/>
                    <a:pt x="67" y="52"/>
                    <a:pt x="67" y="68"/>
                  </a:cubicBezTo>
                  <a:cubicBezTo>
                    <a:pt x="67" y="74"/>
                    <a:pt x="66" y="80"/>
                    <a:pt x="65" y="86"/>
                  </a:cubicBezTo>
                  <a:cubicBezTo>
                    <a:pt x="52" y="69"/>
                    <a:pt x="39" y="52"/>
                    <a:pt x="24" y="36"/>
                  </a:cubicBezTo>
                  <a:cubicBezTo>
                    <a:pt x="0" y="13"/>
                    <a:pt x="15" y="6"/>
                    <a:pt x="37" y="1"/>
                  </a:cubicBezTo>
                  <a:lnTo>
                    <a:pt x="3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3"/>
            <p:cNvSpPr/>
            <p:nvPr/>
          </p:nvSpPr>
          <p:spPr>
            <a:xfrm>
              <a:off x="3621600" y="3643920"/>
              <a:ext cx="49680" cy="27000"/>
            </a:xfrm>
            <a:custGeom>
              <a:rect b="b" l="l" r="r" t="t"/>
              <a:pathLst>
                <a:path extrusionOk="0" h="75" w="138">
                  <a:moveTo>
                    <a:pt x="137" y="9"/>
                  </a:moveTo>
                  <a:cubicBezTo>
                    <a:pt x="95" y="31"/>
                    <a:pt x="54" y="53"/>
                    <a:pt x="12" y="74"/>
                  </a:cubicBezTo>
                  <a:cubicBezTo>
                    <a:pt x="11" y="74"/>
                    <a:pt x="10" y="74"/>
                    <a:pt x="10" y="74"/>
                  </a:cubicBezTo>
                  <a:cubicBezTo>
                    <a:pt x="8" y="74"/>
                    <a:pt x="6" y="74"/>
                    <a:pt x="5" y="73"/>
                  </a:cubicBezTo>
                  <a:cubicBezTo>
                    <a:pt x="4" y="72"/>
                    <a:pt x="2" y="71"/>
                    <a:pt x="2" y="70"/>
                  </a:cubicBezTo>
                  <a:cubicBezTo>
                    <a:pt x="1" y="69"/>
                    <a:pt x="1" y="67"/>
                    <a:pt x="0" y="66"/>
                  </a:cubicBezTo>
                  <a:lnTo>
                    <a:pt x="0" y="65"/>
                  </a:lnTo>
                  <a:cubicBezTo>
                    <a:pt x="0" y="63"/>
                    <a:pt x="2" y="61"/>
                    <a:pt x="2" y="60"/>
                  </a:cubicBezTo>
                  <a:cubicBezTo>
                    <a:pt x="3" y="58"/>
                    <a:pt x="3" y="57"/>
                    <a:pt x="4" y="57"/>
                  </a:cubicBezTo>
                  <a:cubicBezTo>
                    <a:pt x="47" y="37"/>
                    <a:pt x="90" y="19"/>
                    <a:pt x="132" y="0"/>
                  </a:cubicBezTo>
                  <a:lnTo>
                    <a:pt x="137"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3"/>
            <p:cNvSpPr/>
            <p:nvPr/>
          </p:nvSpPr>
          <p:spPr>
            <a:xfrm>
              <a:off x="3353760" y="3976200"/>
              <a:ext cx="15120" cy="53280"/>
            </a:xfrm>
            <a:custGeom>
              <a:rect b="b" l="l" r="r" t="t"/>
              <a:pathLst>
                <a:path extrusionOk="0" h="148" w="42">
                  <a:moveTo>
                    <a:pt x="41" y="147"/>
                  </a:moveTo>
                  <a:cubicBezTo>
                    <a:pt x="33" y="139"/>
                    <a:pt x="26" y="129"/>
                    <a:pt x="20" y="118"/>
                  </a:cubicBezTo>
                  <a:cubicBezTo>
                    <a:pt x="7" y="96"/>
                    <a:pt x="0" y="70"/>
                    <a:pt x="0" y="44"/>
                  </a:cubicBezTo>
                  <a:cubicBezTo>
                    <a:pt x="0" y="29"/>
                    <a:pt x="2" y="14"/>
                    <a:pt x="7" y="0"/>
                  </a:cubicBezTo>
                  <a:cubicBezTo>
                    <a:pt x="23" y="32"/>
                    <a:pt x="14" y="57"/>
                    <a:pt x="22" y="79"/>
                  </a:cubicBezTo>
                  <a:cubicBezTo>
                    <a:pt x="30" y="100"/>
                    <a:pt x="35" y="125"/>
                    <a:pt x="41"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3"/>
            <p:cNvSpPr/>
            <p:nvPr/>
          </p:nvSpPr>
          <p:spPr>
            <a:xfrm>
              <a:off x="3362400" y="3485160"/>
              <a:ext cx="42480" cy="22320"/>
            </a:xfrm>
            <a:custGeom>
              <a:rect b="b" l="l" r="r" t="t"/>
              <a:pathLst>
                <a:path extrusionOk="0" h="62" w="118">
                  <a:moveTo>
                    <a:pt x="43" y="39"/>
                  </a:moveTo>
                  <a:cubicBezTo>
                    <a:pt x="35" y="22"/>
                    <a:pt x="13" y="21"/>
                    <a:pt x="0" y="0"/>
                  </a:cubicBezTo>
                  <a:cubicBezTo>
                    <a:pt x="26" y="7"/>
                    <a:pt x="50" y="17"/>
                    <a:pt x="73" y="30"/>
                  </a:cubicBezTo>
                  <a:cubicBezTo>
                    <a:pt x="89" y="39"/>
                    <a:pt x="103" y="50"/>
                    <a:pt x="117" y="61"/>
                  </a:cubicBezTo>
                  <a:lnTo>
                    <a:pt x="71" y="54"/>
                  </a:lnTo>
                  <a:lnTo>
                    <a:pt x="4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3"/>
            <p:cNvSpPr/>
            <p:nvPr/>
          </p:nvSpPr>
          <p:spPr>
            <a:xfrm>
              <a:off x="3400560" y="4057560"/>
              <a:ext cx="16200" cy="61200"/>
            </a:xfrm>
            <a:custGeom>
              <a:rect b="b" l="l" r="r" t="t"/>
              <a:pathLst>
                <a:path extrusionOk="0" h="170" w="45">
                  <a:moveTo>
                    <a:pt x="3" y="169"/>
                  </a:moveTo>
                  <a:cubicBezTo>
                    <a:pt x="0" y="112"/>
                    <a:pt x="20" y="59"/>
                    <a:pt x="27" y="0"/>
                  </a:cubicBezTo>
                  <a:cubicBezTo>
                    <a:pt x="44" y="26"/>
                    <a:pt x="34" y="82"/>
                    <a:pt x="1" y="168"/>
                  </a:cubicBezTo>
                  <a:lnTo>
                    <a:pt x="3" y="1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3"/>
            <p:cNvSpPr/>
            <p:nvPr/>
          </p:nvSpPr>
          <p:spPr>
            <a:xfrm>
              <a:off x="3185280" y="4145040"/>
              <a:ext cx="51480" cy="14400"/>
            </a:xfrm>
            <a:custGeom>
              <a:rect b="b" l="l" r="r" t="t"/>
              <a:pathLst>
                <a:path extrusionOk="0" h="40" w="143">
                  <a:moveTo>
                    <a:pt x="142" y="39"/>
                  </a:moveTo>
                  <a:cubicBezTo>
                    <a:pt x="93" y="35"/>
                    <a:pt x="45" y="25"/>
                    <a:pt x="0" y="8"/>
                  </a:cubicBezTo>
                  <a:cubicBezTo>
                    <a:pt x="44" y="0"/>
                    <a:pt x="82" y="9"/>
                    <a:pt x="142"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3"/>
            <p:cNvSpPr/>
            <p:nvPr/>
          </p:nvSpPr>
          <p:spPr>
            <a:xfrm>
              <a:off x="3070800" y="4006800"/>
              <a:ext cx="34920" cy="48960"/>
            </a:xfrm>
            <a:custGeom>
              <a:rect b="b" l="l" r="r" t="t"/>
              <a:pathLst>
                <a:path extrusionOk="0" h="136" w="97">
                  <a:moveTo>
                    <a:pt x="34" y="16"/>
                  </a:moveTo>
                  <a:cubicBezTo>
                    <a:pt x="31" y="42"/>
                    <a:pt x="53" y="59"/>
                    <a:pt x="64" y="79"/>
                  </a:cubicBezTo>
                  <a:cubicBezTo>
                    <a:pt x="70" y="87"/>
                    <a:pt x="75" y="96"/>
                    <a:pt x="80" y="104"/>
                  </a:cubicBezTo>
                  <a:cubicBezTo>
                    <a:pt x="86" y="115"/>
                    <a:pt x="92" y="125"/>
                    <a:pt x="96" y="135"/>
                  </a:cubicBezTo>
                  <a:cubicBezTo>
                    <a:pt x="69" y="112"/>
                    <a:pt x="45" y="85"/>
                    <a:pt x="27" y="53"/>
                  </a:cubicBezTo>
                  <a:cubicBezTo>
                    <a:pt x="23" y="46"/>
                    <a:pt x="18" y="37"/>
                    <a:pt x="15" y="29"/>
                  </a:cubicBezTo>
                  <a:cubicBezTo>
                    <a:pt x="0" y="0"/>
                    <a:pt x="30" y="25"/>
                    <a:pt x="35" y="17"/>
                  </a:cubicBezTo>
                  <a:lnTo>
                    <a:pt x="34"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3"/>
            <p:cNvSpPr/>
            <p:nvPr/>
          </p:nvSpPr>
          <p:spPr>
            <a:xfrm>
              <a:off x="3315600" y="4084560"/>
              <a:ext cx="43560" cy="18360"/>
            </a:xfrm>
            <a:custGeom>
              <a:rect b="b" l="l" r="r" t="t"/>
              <a:pathLst>
                <a:path extrusionOk="0" h="51" w="121">
                  <a:moveTo>
                    <a:pt x="0" y="0"/>
                  </a:moveTo>
                  <a:cubicBezTo>
                    <a:pt x="32" y="3"/>
                    <a:pt x="62" y="12"/>
                    <a:pt x="90" y="28"/>
                  </a:cubicBezTo>
                  <a:cubicBezTo>
                    <a:pt x="101" y="35"/>
                    <a:pt x="111" y="42"/>
                    <a:pt x="120" y="50"/>
                  </a:cubicBezTo>
                  <a:cubicBezTo>
                    <a:pt x="83" y="36"/>
                    <a:pt x="38"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3"/>
            <p:cNvSpPr/>
            <p:nvPr/>
          </p:nvSpPr>
          <p:spPr>
            <a:xfrm>
              <a:off x="3153600" y="3877920"/>
              <a:ext cx="34200" cy="38160"/>
            </a:xfrm>
            <a:custGeom>
              <a:rect b="b" l="l" r="r" t="t"/>
              <a:pathLst>
                <a:path extrusionOk="0" h="106" w="95">
                  <a:moveTo>
                    <a:pt x="94" y="105"/>
                  </a:moveTo>
                  <a:cubicBezTo>
                    <a:pt x="41" y="88"/>
                    <a:pt x="26" y="39"/>
                    <a:pt x="0" y="0"/>
                  </a:cubicBezTo>
                  <a:cubicBezTo>
                    <a:pt x="36" y="18"/>
                    <a:pt x="47" y="61"/>
                    <a:pt x="79" y="83"/>
                  </a:cubicBezTo>
                  <a:lnTo>
                    <a:pt x="94" y="10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3"/>
            <p:cNvSpPr/>
            <p:nvPr/>
          </p:nvSpPr>
          <p:spPr>
            <a:xfrm>
              <a:off x="3283200" y="4003920"/>
              <a:ext cx="46800" cy="29160"/>
            </a:xfrm>
            <a:custGeom>
              <a:rect b="b" l="l" r="r" t="t"/>
              <a:pathLst>
                <a:path extrusionOk="0" h="81" w="130">
                  <a:moveTo>
                    <a:pt x="122" y="80"/>
                  </a:moveTo>
                  <a:lnTo>
                    <a:pt x="0" y="0"/>
                  </a:lnTo>
                  <a:cubicBezTo>
                    <a:pt x="53" y="9"/>
                    <a:pt x="87" y="45"/>
                    <a:pt x="129" y="70"/>
                  </a:cubicBezTo>
                  <a:lnTo>
                    <a:pt x="12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3"/>
            <p:cNvSpPr/>
            <p:nvPr/>
          </p:nvSpPr>
          <p:spPr>
            <a:xfrm>
              <a:off x="3270600" y="4105080"/>
              <a:ext cx="51480" cy="18000"/>
            </a:xfrm>
            <a:custGeom>
              <a:rect b="b" l="l" r="r" t="t"/>
              <a:pathLst>
                <a:path extrusionOk="0" h="50" w="143">
                  <a:moveTo>
                    <a:pt x="142" y="48"/>
                  </a:moveTo>
                  <a:cubicBezTo>
                    <a:pt x="138" y="48"/>
                    <a:pt x="134" y="49"/>
                    <a:pt x="130" y="49"/>
                  </a:cubicBezTo>
                  <a:cubicBezTo>
                    <a:pt x="95" y="49"/>
                    <a:pt x="61" y="39"/>
                    <a:pt x="31" y="22"/>
                  </a:cubicBezTo>
                  <a:cubicBezTo>
                    <a:pt x="20" y="16"/>
                    <a:pt x="9" y="8"/>
                    <a:pt x="0" y="0"/>
                  </a:cubicBezTo>
                  <a:lnTo>
                    <a:pt x="142" y="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3"/>
            <p:cNvSpPr/>
            <p:nvPr/>
          </p:nvSpPr>
          <p:spPr>
            <a:xfrm>
              <a:off x="3494880" y="4094280"/>
              <a:ext cx="47880" cy="28080"/>
            </a:xfrm>
            <a:custGeom>
              <a:rect b="b" l="l" r="r" t="t"/>
              <a:pathLst>
                <a:path extrusionOk="0" h="78" w="133">
                  <a:moveTo>
                    <a:pt x="132" y="0"/>
                  </a:moveTo>
                  <a:cubicBezTo>
                    <a:pt x="115" y="20"/>
                    <a:pt x="94" y="37"/>
                    <a:pt x="71" y="50"/>
                  </a:cubicBezTo>
                  <a:cubicBezTo>
                    <a:pt x="49" y="63"/>
                    <a:pt x="25" y="72"/>
                    <a:pt x="0" y="77"/>
                  </a:cubicBezTo>
                  <a:cubicBezTo>
                    <a:pt x="17" y="56"/>
                    <a:pt x="44" y="52"/>
                    <a:pt x="66" y="39"/>
                  </a:cubicBezTo>
                  <a:cubicBezTo>
                    <a:pt x="88" y="26"/>
                    <a:pt x="110" y="13"/>
                    <a:pt x="1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3"/>
            <p:cNvSpPr/>
            <p:nvPr/>
          </p:nvSpPr>
          <p:spPr>
            <a:xfrm>
              <a:off x="2921400" y="3521160"/>
              <a:ext cx="32400" cy="37800"/>
            </a:xfrm>
            <a:custGeom>
              <a:rect b="b" l="l" r="r" t="t"/>
              <a:pathLst>
                <a:path extrusionOk="0" h="105" w="90">
                  <a:moveTo>
                    <a:pt x="55" y="29"/>
                  </a:moveTo>
                  <a:cubicBezTo>
                    <a:pt x="60" y="55"/>
                    <a:pt x="86" y="73"/>
                    <a:pt x="89" y="104"/>
                  </a:cubicBezTo>
                  <a:cubicBezTo>
                    <a:pt x="62" y="74"/>
                    <a:pt x="34" y="45"/>
                    <a:pt x="9" y="13"/>
                  </a:cubicBezTo>
                  <a:cubicBezTo>
                    <a:pt x="0" y="1"/>
                    <a:pt x="15" y="1"/>
                    <a:pt x="24" y="0"/>
                  </a:cubicBezTo>
                  <a:cubicBezTo>
                    <a:pt x="31" y="12"/>
                    <a:pt x="41" y="21"/>
                    <a:pt x="53" y="28"/>
                  </a:cubicBezTo>
                  <a:cubicBezTo>
                    <a:pt x="54" y="28"/>
                    <a:pt x="54" y="28"/>
                    <a:pt x="55"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3"/>
            <p:cNvSpPr/>
            <p:nvPr/>
          </p:nvSpPr>
          <p:spPr>
            <a:xfrm>
              <a:off x="3327120" y="3493080"/>
              <a:ext cx="33480" cy="20160"/>
            </a:xfrm>
            <a:custGeom>
              <a:rect b="b" l="l" r="r" t="t"/>
              <a:pathLst>
                <a:path extrusionOk="0" h="56" w="93">
                  <a:moveTo>
                    <a:pt x="92" y="37"/>
                  </a:moveTo>
                  <a:cubicBezTo>
                    <a:pt x="78" y="33"/>
                    <a:pt x="64" y="28"/>
                    <a:pt x="50" y="25"/>
                  </a:cubicBezTo>
                  <a:cubicBezTo>
                    <a:pt x="42" y="23"/>
                    <a:pt x="31" y="18"/>
                    <a:pt x="29" y="32"/>
                  </a:cubicBezTo>
                  <a:cubicBezTo>
                    <a:pt x="29" y="37"/>
                    <a:pt x="36" y="44"/>
                    <a:pt x="43" y="55"/>
                  </a:cubicBezTo>
                  <a:cubicBezTo>
                    <a:pt x="38" y="54"/>
                    <a:pt x="34" y="52"/>
                    <a:pt x="29" y="49"/>
                  </a:cubicBezTo>
                  <a:cubicBezTo>
                    <a:pt x="20" y="44"/>
                    <a:pt x="11" y="34"/>
                    <a:pt x="6" y="26"/>
                  </a:cubicBezTo>
                  <a:cubicBezTo>
                    <a:pt x="3" y="21"/>
                    <a:pt x="2" y="17"/>
                    <a:pt x="0" y="13"/>
                  </a:cubicBezTo>
                  <a:cubicBezTo>
                    <a:pt x="37" y="0"/>
                    <a:pt x="53" y="5"/>
                    <a:pt x="91" y="38"/>
                  </a:cubicBezTo>
                  <a:lnTo>
                    <a:pt x="9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3"/>
            <p:cNvSpPr/>
            <p:nvPr/>
          </p:nvSpPr>
          <p:spPr>
            <a:xfrm>
              <a:off x="3220560" y="3780720"/>
              <a:ext cx="55440" cy="8640"/>
            </a:xfrm>
            <a:custGeom>
              <a:rect b="b" l="l" r="r" t="t"/>
              <a:pathLst>
                <a:path extrusionOk="0" h="24" w="154">
                  <a:moveTo>
                    <a:pt x="153" y="23"/>
                  </a:moveTo>
                  <a:cubicBezTo>
                    <a:pt x="102" y="23"/>
                    <a:pt x="50" y="20"/>
                    <a:pt x="0" y="13"/>
                  </a:cubicBezTo>
                  <a:cubicBezTo>
                    <a:pt x="52" y="8"/>
                    <a:pt x="104" y="0"/>
                    <a:pt x="153"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3"/>
            <p:cNvSpPr/>
            <p:nvPr/>
          </p:nvSpPr>
          <p:spPr>
            <a:xfrm>
              <a:off x="2923560" y="3484800"/>
              <a:ext cx="42120" cy="32040"/>
            </a:xfrm>
            <a:custGeom>
              <a:rect b="b" l="l" r="r" t="t"/>
              <a:pathLst>
                <a:path extrusionOk="0" h="89" w="117">
                  <a:moveTo>
                    <a:pt x="0" y="0"/>
                  </a:moveTo>
                  <a:cubicBezTo>
                    <a:pt x="6" y="3"/>
                    <a:pt x="12" y="6"/>
                    <a:pt x="17" y="9"/>
                  </a:cubicBezTo>
                  <a:cubicBezTo>
                    <a:pt x="54" y="30"/>
                    <a:pt x="87" y="57"/>
                    <a:pt x="116" y="88"/>
                  </a:cubicBezTo>
                  <a:cubicBezTo>
                    <a:pt x="106" y="83"/>
                    <a:pt x="97" y="78"/>
                    <a:pt x="88" y="73"/>
                  </a:cubicBezTo>
                  <a:cubicBezTo>
                    <a:pt x="54" y="53"/>
                    <a:pt x="25" y="2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3"/>
            <p:cNvSpPr/>
            <p:nvPr/>
          </p:nvSpPr>
          <p:spPr>
            <a:xfrm>
              <a:off x="3128760" y="4125960"/>
              <a:ext cx="39240" cy="18720"/>
            </a:xfrm>
            <a:custGeom>
              <a:rect b="b" l="l" r="r" t="t"/>
              <a:pathLst>
                <a:path extrusionOk="0" h="52" w="109">
                  <a:moveTo>
                    <a:pt x="108" y="51"/>
                  </a:moveTo>
                  <a:cubicBezTo>
                    <a:pt x="74" y="49"/>
                    <a:pt x="42" y="40"/>
                    <a:pt x="12" y="24"/>
                  </a:cubicBezTo>
                  <a:cubicBezTo>
                    <a:pt x="5" y="21"/>
                    <a:pt x="0" y="15"/>
                    <a:pt x="3" y="7"/>
                  </a:cubicBezTo>
                  <a:lnTo>
                    <a:pt x="4" y="6"/>
                  </a:lnTo>
                  <a:cubicBezTo>
                    <a:pt x="5" y="4"/>
                    <a:pt x="6" y="3"/>
                    <a:pt x="8" y="2"/>
                  </a:cubicBezTo>
                  <a:cubicBezTo>
                    <a:pt x="10" y="1"/>
                    <a:pt x="12" y="0"/>
                    <a:pt x="14" y="0"/>
                  </a:cubicBezTo>
                  <a:cubicBezTo>
                    <a:pt x="16" y="0"/>
                    <a:pt x="18" y="1"/>
                    <a:pt x="20" y="2"/>
                  </a:cubicBezTo>
                  <a:cubicBezTo>
                    <a:pt x="20" y="2"/>
                    <a:pt x="21" y="3"/>
                    <a:pt x="22" y="4"/>
                  </a:cubicBezTo>
                  <a:cubicBezTo>
                    <a:pt x="46" y="29"/>
                    <a:pt x="84" y="26"/>
                    <a:pt x="108"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3"/>
            <p:cNvSpPr/>
            <p:nvPr/>
          </p:nvSpPr>
          <p:spPr>
            <a:xfrm>
              <a:off x="3036960" y="4008960"/>
              <a:ext cx="29880" cy="42120"/>
            </a:xfrm>
            <a:custGeom>
              <a:rect b="b" l="l" r="r" t="t"/>
              <a:pathLst>
                <a:path extrusionOk="0" h="117" w="83">
                  <a:moveTo>
                    <a:pt x="82" y="116"/>
                  </a:moveTo>
                  <a:cubicBezTo>
                    <a:pt x="56" y="96"/>
                    <a:pt x="34" y="71"/>
                    <a:pt x="17" y="42"/>
                  </a:cubicBezTo>
                  <a:cubicBezTo>
                    <a:pt x="10" y="31"/>
                    <a:pt x="5" y="19"/>
                    <a:pt x="0" y="6"/>
                  </a:cubicBezTo>
                  <a:lnTo>
                    <a:pt x="10" y="0"/>
                  </a:lnTo>
                  <a:lnTo>
                    <a:pt x="82" y="1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3"/>
            <p:cNvSpPr/>
            <p:nvPr/>
          </p:nvSpPr>
          <p:spPr>
            <a:xfrm>
              <a:off x="3327120" y="3546000"/>
              <a:ext cx="48600" cy="28080"/>
            </a:xfrm>
            <a:custGeom>
              <a:rect b="b" l="l" r="r" t="t"/>
              <a:pathLst>
                <a:path extrusionOk="0" h="78" w="135">
                  <a:moveTo>
                    <a:pt x="9" y="0"/>
                  </a:moveTo>
                  <a:lnTo>
                    <a:pt x="134" y="68"/>
                  </a:lnTo>
                  <a:lnTo>
                    <a:pt x="129" y="77"/>
                  </a:lnTo>
                  <a:lnTo>
                    <a:pt x="0" y="12"/>
                  </a:lnTo>
                  <a:lnTo>
                    <a:pt x="9" y="0"/>
                  </a:lnTo>
                </a:path>
              </a:pathLst>
            </a:custGeom>
            <a:solidFill>
              <a:schemeClr val="dk1"/>
            </a:solidFill>
            <a:ln>
              <a:noFill/>
            </a:ln>
          </p:spPr>
        </p:sp>
        <p:sp>
          <p:nvSpPr>
            <p:cNvPr id="2493" name="Google Shape;2493;p33"/>
            <p:cNvSpPr/>
            <p:nvPr/>
          </p:nvSpPr>
          <p:spPr>
            <a:xfrm>
              <a:off x="3021840" y="3814560"/>
              <a:ext cx="28800" cy="37800"/>
            </a:xfrm>
            <a:custGeom>
              <a:rect b="b" l="l" r="r" t="t"/>
              <a:pathLst>
                <a:path extrusionOk="0" h="105" w="80">
                  <a:moveTo>
                    <a:pt x="79" y="104"/>
                  </a:moveTo>
                  <a:cubicBezTo>
                    <a:pt x="39" y="90"/>
                    <a:pt x="24" y="56"/>
                    <a:pt x="5" y="25"/>
                  </a:cubicBezTo>
                  <a:cubicBezTo>
                    <a:pt x="1" y="18"/>
                    <a:pt x="0" y="9"/>
                    <a:pt x="8" y="5"/>
                  </a:cubicBezTo>
                  <a:cubicBezTo>
                    <a:pt x="16" y="0"/>
                    <a:pt x="22" y="5"/>
                    <a:pt x="25" y="14"/>
                  </a:cubicBezTo>
                  <a:cubicBezTo>
                    <a:pt x="31" y="28"/>
                    <a:pt x="38" y="42"/>
                    <a:pt x="46" y="56"/>
                  </a:cubicBezTo>
                  <a:cubicBezTo>
                    <a:pt x="56" y="73"/>
                    <a:pt x="67" y="89"/>
                    <a:pt x="79"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3"/>
            <p:cNvSpPr/>
            <p:nvPr/>
          </p:nvSpPr>
          <p:spPr>
            <a:xfrm>
              <a:off x="3426840" y="3847320"/>
              <a:ext cx="41040" cy="24840"/>
            </a:xfrm>
            <a:custGeom>
              <a:rect b="b" l="l" r="r" t="t"/>
              <a:pathLst>
                <a:path extrusionOk="0" h="69" w="114">
                  <a:moveTo>
                    <a:pt x="0" y="68"/>
                  </a:moveTo>
                  <a:lnTo>
                    <a:pt x="113" y="0"/>
                  </a:lnTo>
                  <a:cubicBezTo>
                    <a:pt x="99" y="35"/>
                    <a:pt x="67" y="55"/>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3"/>
            <p:cNvSpPr/>
            <p:nvPr/>
          </p:nvSpPr>
          <p:spPr>
            <a:xfrm>
              <a:off x="2991960" y="3914280"/>
              <a:ext cx="31320" cy="47520"/>
            </a:xfrm>
            <a:custGeom>
              <a:rect b="b" l="l" r="r" t="t"/>
              <a:pathLst>
                <a:path extrusionOk="0" h="132" w="87">
                  <a:moveTo>
                    <a:pt x="58" y="114"/>
                  </a:moveTo>
                  <a:cubicBezTo>
                    <a:pt x="35" y="78"/>
                    <a:pt x="7" y="44"/>
                    <a:pt x="0" y="0"/>
                  </a:cubicBezTo>
                  <a:cubicBezTo>
                    <a:pt x="33" y="37"/>
                    <a:pt x="47" y="85"/>
                    <a:pt x="86" y="118"/>
                  </a:cubicBezTo>
                  <a:cubicBezTo>
                    <a:pt x="69" y="131"/>
                    <a:pt x="63" y="118"/>
                    <a:pt x="56" y="113"/>
                  </a:cubicBezTo>
                  <a:lnTo>
                    <a:pt x="58" y="1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3"/>
            <p:cNvSpPr/>
            <p:nvPr/>
          </p:nvSpPr>
          <p:spPr>
            <a:xfrm>
              <a:off x="3247920" y="4043160"/>
              <a:ext cx="37800" cy="23400"/>
            </a:xfrm>
            <a:custGeom>
              <a:rect b="b" l="l" r="r" t="t"/>
              <a:pathLst>
                <a:path extrusionOk="0" h="65" w="105">
                  <a:moveTo>
                    <a:pt x="104" y="64"/>
                  </a:moveTo>
                  <a:cubicBezTo>
                    <a:pt x="61" y="57"/>
                    <a:pt x="17" y="49"/>
                    <a:pt x="0" y="0"/>
                  </a:cubicBezTo>
                  <a:cubicBezTo>
                    <a:pt x="20" y="16"/>
                    <a:pt x="41" y="30"/>
                    <a:pt x="62" y="43"/>
                  </a:cubicBezTo>
                  <a:cubicBezTo>
                    <a:pt x="76" y="51"/>
                    <a:pt x="90" y="58"/>
                    <a:pt x="104"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3"/>
            <p:cNvSpPr/>
            <p:nvPr/>
          </p:nvSpPr>
          <p:spPr>
            <a:xfrm>
              <a:off x="3443760" y="3860640"/>
              <a:ext cx="43920" cy="32760"/>
            </a:xfrm>
            <a:custGeom>
              <a:rect b="b" l="l" r="r" t="t"/>
              <a:pathLst>
                <a:path extrusionOk="0" h="91" w="122">
                  <a:moveTo>
                    <a:pt x="121" y="0"/>
                  </a:moveTo>
                  <a:lnTo>
                    <a:pt x="0" y="90"/>
                  </a:lnTo>
                  <a:cubicBezTo>
                    <a:pt x="1" y="88"/>
                    <a:pt x="2" y="87"/>
                    <a:pt x="3" y="85"/>
                  </a:cubicBezTo>
                  <a:cubicBezTo>
                    <a:pt x="19" y="58"/>
                    <a:pt x="41" y="35"/>
                    <a:pt x="68" y="20"/>
                  </a:cubicBezTo>
                  <a:cubicBezTo>
                    <a:pt x="85" y="10"/>
                    <a:pt x="102" y="4"/>
                    <a:pt x="12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3"/>
            <p:cNvSpPr/>
            <p:nvPr/>
          </p:nvSpPr>
          <p:spPr>
            <a:xfrm>
              <a:off x="3201480" y="3471120"/>
              <a:ext cx="54720" cy="14760"/>
            </a:xfrm>
            <a:custGeom>
              <a:rect b="b" l="l" r="r" t="t"/>
              <a:pathLst>
                <a:path extrusionOk="0" h="41" w="152">
                  <a:moveTo>
                    <a:pt x="151" y="40"/>
                  </a:moveTo>
                  <a:lnTo>
                    <a:pt x="0" y="0"/>
                  </a:lnTo>
                  <a:cubicBezTo>
                    <a:pt x="1" y="0"/>
                    <a:pt x="1" y="0"/>
                    <a:pt x="2" y="0"/>
                  </a:cubicBezTo>
                  <a:cubicBezTo>
                    <a:pt x="54" y="0"/>
                    <a:pt x="106" y="14"/>
                    <a:pt x="151"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3"/>
            <p:cNvSpPr/>
            <p:nvPr/>
          </p:nvSpPr>
          <p:spPr>
            <a:xfrm>
              <a:off x="2971080" y="4052880"/>
              <a:ext cx="44280" cy="28800"/>
            </a:xfrm>
            <a:custGeom>
              <a:rect b="b" l="l" r="r" t="t"/>
              <a:pathLst>
                <a:path extrusionOk="0" h="80" w="123">
                  <a:moveTo>
                    <a:pt x="53" y="56"/>
                  </a:moveTo>
                  <a:lnTo>
                    <a:pt x="26" y="37"/>
                  </a:lnTo>
                  <a:lnTo>
                    <a:pt x="0" y="5"/>
                  </a:lnTo>
                  <a:lnTo>
                    <a:pt x="5" y="0"/>
                  </a:lnTo>
                  <a:lnTo>
                    <a:pt x="122" y="74"/>
                  </a:lnTo>
                  <a:cubicBezTo>
                    <a:pt x="91" y="79"/>
                    <a:pt x="76" y="54"/>
                    <a:pt x="53"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3"/>
            <p:cNvSpPr/>
            <p:nvPr/>
          </p:nvSpPr>
          <p:spPr>
            <a:xfrm>
              <a:off x="3193560" y="4156200"/>
              <a:ext cx="42840" cy="23400"/>
            </a:xfrm>
            <a:custGeom>
              <a:rect b="b" l="l" r="r" t="t"/>
              <a:pathLst>
                <a:path extrusionOk="0" h="65" w="119">
                  <a:moveTo>
                    <a:pt x="55" y="53"/>
                  </a:moveTo>
                  <a:cubicBezTo>
                    <a:pt x="43" y="32"/>
                    <a:pt x="11" y="35"/>
                    <a:pt x="0" y="0"/>
                  </a:cubicBezTo>
                  <a:lnTo>
                    <a:pt x="118" y="51"/>
                  </a:lnTo>
                  <a:cubicBezTo>
                    <a:pt x="91" y="64"/>
                    <a:pt x="74" y="41"/>
                    <a:pt x="54" y="51"/>
                  </a:cubicBezTo>
                  <a:lnTo>
                    <a:pt x="55"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3"/>
            <p:cNvSpPr/>
            <p:nvPr/>
          </p:nvSpPr>
          <p:spPr>
            <a:xfrm>
              <a:off x="3144600" y="3699720"/>
              <a:ext cx="48600" cy="25200"/>
            </a:xfrm>
            <a:custGeom>
              <a:rect b="b" l="l" r="r" t="t"/>
              <a:pathLst>
                <a:path extrusionOk="0" h="70" w="135">
                  <a:moveTo>
                    <a:pt x="134" y="69"/>
                  </a:moveTo>
                  <a:cubicBezTo>
                    <a:pt x="105" y="65"/>
                    <a:pt x="77" y="55"/>
                    <a:pt x="52" y="41"/>
                  </a:cubicBezTo>
                  <a:cubicBezTo>
                    <a:pt x="33" y="30"/>
                    <a:pt x="16" y="16"/>
                    <a:pt x="0" y="0"/>
                  </a:cubicBezTo>
                  <a:lnTo>
                    <a:pt x="134"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3"/>
            <p:cNvSpPr/>
            <p:nvPr/>
          </p:nvSpPr>
          <p:spPr>
            <a:xfrm>
              <a:off x="3001320" y="3676680"/>
              <a:ext cx="25920" cy="43920"/>
            </a:xfrm>
            <a:custGeom>
              <a:rect b="b" l="l" r="r" t="t"/>
              <a:pathLst>
                <a:path extrusionOk="0" h="122" w="72">
                  <a:moveTo>
                    <a:pt x="33" y="91"/>
                  </a:moveTo>
                  <a:cubicBezTo>
                    <a:pt x="28" y="65"/>
                    <a:pt x="0" y="43"/>
                    <a:pt x="7" y="0"/>
                  </a:cubicBezTo>
                  <a:lnTo>
                    <a:pt x="71" y="121"/>
                  </a:lnTo>
                  <a:cubicBezTo>
                    <a:pt x="46" y="121"/>
                    <a:pt x="48" y="95"/>
                    <a:pt x="33"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3"/>
            <p:cNvSpPr/>
            <p:nvPr/>
          </p:nvSpPr>
          <p:spPr>
            <a:xfrm>
              <a:off x="3221640" y="4062240"/>
              <a:ext cx="40320" cy="23760"/>
            </a:xfrm>
            <a:custGeom>
              <a:rect b="b" l="l" r="r" t="t"/>
              <a:pathLst>
                <a:path extrusionOk="0" h="66" w="112">
                  <a:moveTo>
                    <a:pt x="111" y="65"/>
                  </a:moveTo>
                  <a:cubicBezTo>
                    <a:pt x="107" y="65"/>
                    <a:pt x="104" y="65"/>
                    <a:pt x="101" y="65"/>
                  </a:cubicBezTo>
                  <a:cubicBezTo>
                    <a:pt x="81" y="65"/>
                    <a:pt x="63" y="60"/>
                    <a:pt x="46" y="50"/>
                  </a:cubicBezTo>
                  <a:cubicBezTo>
                    <a:pt x="29" y="40"/>
                    <a:pt x="15" y="27"/>
                    <a:pt x="5" y="10"/>
                  </a:cubicBezTo>
                  <a:cubicBezTo>
                    <a:pt x="3" y="7"/>
                    <a:pt x="2" y="4"/>
                    <a:pt x="0" y="0"/>
                  </a:cubicBezTo>
                  <a:cubicBezTo>
                    <a:pt x="17" y="13"/>
                    <a:pt x="34" y="26"/>
                    <a:pt x="51" y="37"/>
                  </a:cubicBezTo>
                  <a:cubicBezTo>
                    <a:pt x="70" y="48"/>
                    <a:pt x="91" y="56"/>
                    <a:pt x="111"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3"/>
            <p:cNvSpPr/>
            <p:nvPr/>
          </p:nvSpPr>
          <p:spPr>
            <a:xfrm>
              <a:off x="2910960" y="3665520"/>
              <a:ext cx="15120" cy="46080"/>
            </a:xfrm>
            <a:custGeom>
              <a:rect b="b" l="l" r="r" t="t"/>
              <a:pathLst>
                <a:path extrusionOk="0" h="128" w="42">
                  <a:moveTo>
                    <a:pt x="0" y="0"/>
                  </a:moveTo>
                  <a:lnTo>
                    <a:pt x="41" y="127"/>
                  </a:lnTo>
                  <a:cubicBezTo>
                    <a:pt x="35" y="120"/>
                    <a:pt x="29" y="111"/>
                    <a:pt x="24" y="103"/>
                  </a:cubicBezTo>
                  <a:cubicBezTo>
                    <a:pt x="8" y="75"/>
                    <a:pt x="0" y="44"/>
                    <a:pt x="0" y="12"/>
                  </a:cubicBezTo>
                  <a:cubicBezTo>
                    <a:pt x="0" y="8"/>
                    <a:pt x="0"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3"/>
            <p:cNvSpPr/>
            <p:nvPr/>
          </p:nvSpPr>
          <p:spPr>
            <a:xfrm>
              <a:off x="3231000" y="3855960"/>
              <a:ext cx="41400" cy="17280"/>
            </a:xfrm>
            <a:custGeom>
              <a:rect b="b" l="l" r="r" t="t"/>
              <a:pathLst>
                <a:path extrusionOk="0" h="48" w="115">
                  <a:moveTo>
                    <a:pt x="0" y="0"/>
                  </a:moveTo>
                  <a:lnTo>
                    <a:pt x="114" y="47"/>
                  </a:lnTo>
                  <a:cubicBezTo>
                    <a:pt x="71" y="44"/>
                    <a:pt x="29" y="4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3"/>
            <p:cNvSpPr/>
            <p:nvPr/>
          </p:nvSpPr>
          <p:spPr>
            <a:xfrm>
              <a:off x="3585600" y="3927600"/>
              <a:ext cx="33480" cy="33480"/>
            </a:xfrm>
            <a:custGeom>
              <a:rect b="b" l="l" r="r" t="t"/>
              <a:pathLst>
                <a:path extrusionOk="0" h="93" w="93">
                  <a:moveTo>
                    <a:pt x="92" y="9"/>
                  </a:moveTo>
                  <a:lnTo>
                    <a:pt x="0" y="92"/>
                  </a:lnTo>
                  <a:cubicBezTo>
                    <a:pt x="22" y="57"/>
                    <a:pt x="51" y="26"/>
                    <a:pt x="84" y="0"/>
                  </a:cubicBezTo>
                  <a:lnTo>
                    <a:pt x="9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3"/>
            <p:cNvSpPr/>
            <p:nvPr/>
          </p:nvSpPr>
          <p:spPr>
            <a:xfrm>
              <a:off x="2929680" y="3513600"/>
              <a:ext cx="28440" cy="29160"/>
            </a:xfrm>
            <a:custGeom>
              <a:rect b="b" l="l" r="r" t="t"/>
              <a:pathLst>
                <a:path extrusionOk="0" h="81" w="79">
                  <a:moveTo>
                    <a:pt x="31" y="50"/>
                  </a:moveTo>
                  <a:cubicBezTo>
                    <a:pt x="30" y="49"/>
                    <a:pt x="29" y="50"/>
                    <a:pt x="28" y="49"/>
                  </a:cubicBezTo>
                  <a:cubicBezTo>
                    <a:pt x="17" y="43"/>
                    <a:pt x="7" y="32"/>
                    <a:pt x="0" y="21"/>
                  </a:cubicBezTo>
                  <a:cubicBezTo>
                    <a:pt x="2" y="8"/>
                    <a:pt x="9" y="0"/>
                    <a:pt x="21" y="10"/>
                  </a:cubicBezTo>
                  <a:cubicBezTo>
                    <a:pt x="41" y="24"/>
                    <a:pt x="58" y="43"/>
                    <a:pt x="70" y="63"/>
                  </a:cubicBezTo>
                  <a:cubicBezTo>
                    <a:pt x="73" y="69"/>
                    <a:pt x="76" y="73"/>
                    <a:pt x="78" y="78"/>
                  </a:cubicBezTo>
                  <a:cubicBezTo>
                    <a:pt x="57" y="80"/>
                    <a:pt x="51" y="53"/>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3"/>
            <p:cNvSpPr/>
            <p:nvPr/>
          </p:nvSpPr>
          <p:spPr>
            <a:xfrm>
              <a:off x="3440520" y="4062960"/>
              <a:ext cx="34560" cy="34560"/>
            </a:xfrm>
            <a:custGeom>
              <a:rect b="b" l="l" r="r" t="t"/>
              <a:pathLst>
                <a:path extrusionOk="0" h="96" w="96">
                  <a:moveTo>
                    <a:pt x="93" y="0"/>
                  </a:moveTo>
                  <a:lnTo>
                    <a:pt x="0" y="89"/>
                  </a:lnTo>
                  <a:lnTo>
                    <a:pt x="5" y="95"/>
                  </a:lnTo>
                  <a:lnTo>
                    <a:pt x="95" y="4"/>
                  </a:lnTo>
                  <a:lnTo>
                    <a:pt x="93" y="0"/>
                  </a:lnTo>
                </a:path>
              </a:pathLst>
            </a:custGeom>
            <a:solidFill>
              <a:schemeClr val="dk1"/>
            </a:solidFill>
            <a:ln>
              <a:noFill/>
            </a:ln>
          </p:spPr>
        </p:sp>
        <p:sp>
          <p:nvSpPr>
            <p:cNvPr id="2509" name="Google Shape;2509;p33"/>
            <p:cNvSpPr/>
            <p:nvPr/>
          </p:nvSpPr>
          <p:spPr>
            <a:xfrm>
              <a:off x="3464280" y="3873960"/>
              <a:ext cx="32400" cy="25920"/>
            </a:xfrm>
            <a:custGeom>
              <a:rect b="b" l="l" r="r" t="t"/>
              <a:pathLst>
                <a:path extrusionOk="0" h="72" w="90">
                  <a:moveTo>
                    <a:pt x="89" y="0"/>
                  </a:moveTo>
                  <a:cubicBezTo>
                    <a:pt x="68" y="33"/>
                    <a:pt x="31" y="46"/>
                    <a:pt x="0" y="71"/>
                  </a:cubicBezTo>
                  <a:cubicBezTo>
                    <a:pt x="16" y="37"/>
                    <a:pt x="33" y="22"/>
                    <a:pt x="8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3"/>
            <p:cNvSpPr/>
            <p:nvPr/>
          </p:nvSpPr>
          <p:spPr>
            <a:xfrm>
              <a:off x="3573360" y="3878280"/>
              <a:ext cx="30240" cy="32400"/>
            </a:xfrm>
            <a:custGeom>
              <a:rect b="b" l="l" r="r" t="t"/>
              <a:pathLst>
                <a:path extrusionOk="0" h="90" w="84">
                  <a:moveTo>
                    <a:pt x="0" y="89"/>
                  </a:moveTo>
                  <a:cubicBezTo>
                    <a:pt x="22" y="55"/>
                    <a:pt x="50" y="25"/>
                    <a:pt x="83" y="0"/>
                  </a:cubicBezTo>
                  <a:lnTo>
                    <a:pt x="0"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3"/>
            <p:cNvSpPr/>
            <p:nvPr/>
          </p:nvSpPr>
          <p:spPr>
            <a:xfrm>
              <a:off x="3051000" y="3439440"/>
              <a:ext cx="47880" cy="26280"/>
            </a:xfrm>
            <a:custGeom>
              <a:rect b="b" l="l" r="r" t="t"/>
              <a:pathLst>
                <a:path extrusionOk="0" h="73" w="133">
                  <a:moveTo>
                    <a:pt x="132" y="71"/>
                  </a:moveTo>
                  <a:cubicBezTo>
                    <a:pt x="104" y="63"/>
                    <a:pt x="78" y="51"/>
                    <a:pt x="53" y="37"/>
                  </a:cubicBezTo>
                  <a:cubicBezTo>
                    <a:pt x="34" y="26"/>
                    <a:pt x="16" y="14"/>
                    <a:pt x="0" y="0"/>
                  </a:cubicBezTo>
                  <a:cubicBezTo>
                    <a:pt x="26" y="7"/>
                    <a:pt x="51" y="18"/>
                    <a:pt x="75" y="32"/>
                  </a:cubicBezTo>
                  <a:cubicBezTo>
                    <a:pt x="95" y="43"/>
                    <a:pt x="114" y="57"/>
                    <a:pt x="131" y="72"/>
                  </a:cubicBezTo>
                  <a:lnTo>
                    <a:pt x="132"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3"/>
            <p:cNvSpPr/>
            <p:nvPr/>
          </p:nvSpPr>
          <p:spPr>
            <a:xfrm>
              <a:off x="2885400" y="3446280"/>
              <a:ext cx="41400" cy="16560"/>
            </a:xfrm>
            <a:custGeom>
              <a:rect b="b" l="l" r="r" t="t"/>
              <a:pathLst>
                <a:path extrusionOk="0" h="46" w="115">
                  <a:moveTo>
                    <a:pt x="114" y="1"/>
                  </a:moveTo>
                  <a:cubicBezTo>
                    <a:pt x="77" y="21"/>
                    <a:pt x="35" y="15"/>
                    <a:pt x="7" y="45"/>
                  </a:cubicBezTo>
                  <a:cubicBezTo>
                    <a:pt x="0" y="38"/>
                    <a:pt x="1" y="28"/>
                    <a:pt x="7" y="25"/>
                  </a:cubicBezTo>
                  <a:cubicBezTo>
                    <a:pt x="8" y="24"/>
                    <a:pt x="10" y="23"/>
                    <a:pt x="12" y="22"/>
                  </a:cubicBezTo>
                  <a:cubicBezTo>
                    <a:pt x="37" y="8"/>
                    <a:pt x="65" y="0"/>
                    <a:pt x="94" y="0"/>
                  </a:cubicBezTo>
                  <a:cubicBezTo>
                    <a:pt x="101" y="0"/>
                    <a:pt x="107" y="1"/>
                    <a:pt x="11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3"/>
            <p:cNvSpPr/>
            <p:nvPr/>
          </p:nvSpPr>
          <p:spPr>
            <a:xfrm>
              <a:off x="2913840" y="3947760"/>
              <a:ext cx="15120" cy="39960"/>
            </a:xfrm>
            <a:custGeom>
              <a:rect b="b" l="l" r="r" t="t"/>
              <a:pathLst>
                <a:path extrusionOk="0" h="111" w="42">
                  <a:moveTo>
                    <a:pt x="0" y="1"/>
                  </a:moveTo>
                  <a:cubicBezTo>
                    <a:pt x="30" y="29"/>
                    <a:pt x="33" y="68"/>
                    <a:pt x="41" y="110"/>
                  </a:cubicBezTo>
                  <a:cubicBezTo>
                    <a:pt x="31" y="101"/>
                    <a:pt x="23" y="91"/>
                    <a:pt x="16" y="79"/>
                  </a:cubicBezTo>
                  <a:cubicBezTo>
                    <a:pt x="6" y="61"/>
                    <a:pt x="0" y="41"/>
                    <a:pt x="0" y="20"/>
                  </a:cubicBezTo>
                  <a:cubicBezTo>
                    <a:pt x="0" y="14"/>
                    <a:pt x="1"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3"/>
            <p:cNvSpPr/>
            <p:nvPr/>
          </p:nvSpPr>
          <p:spPr>
            <a:xfrm>
              <a:off x="2930040" y="3601080"/>
              <a:ext cx="35280" cy="27000"/>
            </a:xfrm>
            <a:custGeom>
              <a:rect b="b" l="l" r="r" t="t"/>
              <a:pathLst>
                <a:path extrusionOk="0" h="75" w="98">
                  <a:moveTo>
                    <a:pt x="0" y="0"/>
                  </a:moveTo>
                  <a:cubicBezTo>
                    <a:pt x="35" y="25"/>
                    <a:pt x="58" y="56"/>
                    <a:pt x="97" y="74"/>
                  </a:cubicBezTo>
                  <a:cubicBezTo>
                    <a:pt x="96" y="74"/>
                    <a:pt x="95" y="74"/>
                    <a:pt x="94" y="74"/>
                  </a:cubicBezTo>
                  <a:cubicBezTo>
                    <a:pt x="77" y="74"/>
                    <a:pt x="60" y="70"/>
                    <a:pt x="45" y="61"/>
                  </a:cubicBezTo>
                  <a:cubicBezTo>
                    <a:pt x="30" y="52"/>
                    <a:pt x="18" y="40"/>
                    <a:pt x="10" y="25"/>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3"/>
            <p:cNvSpPr/>
            <p:nvPr/>
          </p:nvSpPr>
          <p:spPr>
            <a:xfrm>
              <a:off x="3250800" y="3951000"/>
              <a:ext cx="37080" cy="23760"/>
            </a:xfrm>
            <a:custGeom>
              <a:rect b="b" l="l" r="r" t="t"/>
              <a:pathLst>
                <a:path extrusionOk="0" h="66" w="103">
                  <a:moveTo>
                    <a:pt x="0" y="0"/>
                  </a:moveTo>
                  <a:cubicBezTo>
                    <a:pt x="18" y="16"/>
                    <a:pt x="37" y="30"/>
                    <a:pt x="57" y="42"/>
                  </a:cubicBezTo>
                  <a:cubicBezTo>
                    <a:pt x="72" y="50"/>
                    <a:pt x="86" y="57"/>
                    <a:pt x="102" y="63"/>
                  </a:cubicBezTo>
                  <a:cubicBezTo>
                    <a:pt x="47" y="65"/>
                    <a:pt x="21" y="4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3"/>
            <p:cNvSpPr/>
            <p:nvPr/>
          </p:nvSpPr>
          <p:spPr>
            <a:xfrm>
              <a:off x="3096720" y="3825360"/>
              <a:ext cx="32760" cy="25920"/>
            </a:xfrm>
            <a:custGeom>
              <a:rect b="b" l="l" r="r" t="t"/>
              <a:pathLst>
                <a:path extrusionOk="0" h="72" w="91">
                  <a:moveTo>
                    <a:pt x="90" y="71"/>
                  </a:moveTo>
                  <a:cubicBezTo>
                    <a:pt x="88" y="70"/>
                    <a:pt x="86" y="69"/>
                    <a:pt x="83" y="67"/>
                  </a:cubicBezTo>
                  <a:cubicBezTo>
                    <a:pt x="52" y="49"/>
                    <a:pt x="24" y="26"/>
                    <a:pt x="0" y="0"/>
                  </a:cubicBezTo>
                  <a:cubicBezTo>
                    <a:pt x="33" y="5"/>
                    <a:pt x="45" y="15"/>
                    <a:pt x="90"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3"/>
            <p:cNvSpPr/>
            <p:nvPr/>
          </p:nvSpPr>
          <p:spPr>
            <a:xfrm>
              <a:off x="2986920" y="3673440"/>
              <a:ext cx="26640" cy="37080"/>
            </a:xfrm>
            <a:custGeom>
              <a:rect b="b" l="l" r="r" t="t"/>
              <a:pathLst>
                <a:path extrusionOk="0" h="103" w="74">
                  <a:moveTo>
                    <a:pt x="72" y="99"/>
                  </a:moveTo>
                  <a:cubicBezTo>
                    <a:pt x="68" y="101"/>
                    <a:pt x="63" y="102"/>
                    <a:pt x="58" y="102"/>
                  </a:cubicBezTo>
                  <a:cubicBezTo>
                    <a:pt x="52" y="102"/>
                    <a:pt x="47" y="101"/>
                    <a:pt x="42" y="98"/>
                  </a:cubicBezTo>
                  <a:cubicBezTo>
                    <a:pt x="37" y="95"/>
                    <a:pt x="33" y="91"/>
                    <a:pt x="30" y="86"/>
                  </a:cubicBezTo>
                  <a:lnTo>
                    <a:pt x="30" y="85"/>
                  </a:lnTo>
                  <a:lnTo>
                    <a:pt x="29" y="85"/>
                  </a:lnTo>
                  <a:cubicBezTo>
                    <a:pt x="14" y="59"/>
                    <a:pt x="4" y="30"/>
                    <a:pt x="0" y="0"/>
                  </a:cubicBezTo>
                  <a:cubicBezTo>
                    <a:pt x="26" y="7"/>
                    <a:pt x="19" y="26"/>
                    <a:pt x="24" y="37"/>
                  </a:cubicBezTo>
                  <a:cubicBezTo>
                    <a:pt x="34" y="64"/>
                    <a:pt x="41" y="90"/>
                    <a:pt x="73" y="100"/>
                  </a:cubicBezTo>
                  <a:lnTo>
                    <a:pt x="72"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3"/>
            <p:cNvSpPr/>
            <p:nvPr/>
          </p:nvSpPr>
          <p:spPr>
            <a:xfrm>
              <a:off x="3013920" y="3452760"/>
              <a:ext cx="45720" cy="23400"/>
            </a:xfrm>
            <a:custGeom>
              <a:rect b="b" l="l" r="r" t="t"/>
              <a:pathLst>
                <a:path extrusionOk="0" h="65" w="127">
                  <a:moveTo>
                    <a:pt x="126" y="37"/>
                  </a:moveTo>
                  <a:lnTo>
                    <a:pt x="126" y="46"/>
                  </a:lnTo>
                  <a:cubicBezTo>
                    <a:pt x="98" y="62"/>
                    <a:pt x="95" y="64"/>
                    <a:pt x="79" y="46"/>
                  </a:cubicBezTo>
                  <a:cubicBezTo>
                    <a:pt x="73" y="41"/>
                    <a:pt x="66" y="36"/>
                    <a:pt x="59" y="32"/>
                  </a:cubicBezTo>
                  <a:cubicBezTo>
                    <a:pt x="46" y="24"/>
                    <a:pt x="31" y="19"/>
                    <a:pt x="15" y="18"/>
                  </a:cubicBezTo>
                  <a:cubicBezTo>
                    <a:pt x="0" y="17"/>
                    <a:pt x="15" y="18"/>
                    <a:pt x="15" y="18"/>
                  </a:cubicBezTo>
                  <a:cubicBezTo>
                    <a:pt x="56" y="0"/>
                    <a:pt x="88" y="33"/>
                    <a:pt x="126"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3"/>
            <p:cNvSpPr/>
            <p:nvPr/>
          </p:nvSpPr>
          <p:spPr>
            <a:xfrm>
              <a:off x="3597840" y="3513960"/>
              <a:ext cx="43560" cy="10080"/>
            </a:xfrm>
            <a:custGeom>
              <a:rect b="b" l="l" r="r" t="t"/>
              <a:pathLst>
                <a:path extrusionOk="0" h="28" w="121">
                  <a:moveTo>
                    <a:pt x="120" y="4"/>
                  </a:moveTo>
                  <a:cubicBezTo>
                    <a:pt x="82" y="7"/>
                    <a:pt x="47" y="27"/>
                    <a:pt x="0" y="14"/>
                  </a:cubicBezTo>
                  <a:cubicBezTo>
                    <a:pt x="25" y="5"/>
                    <a:pt x="52" y="0"/>
                    <a:pt x="78" y="0"/>
                  </a:cubicBezTo>
                  <a:cubicBezTo>
                    <a:pt x="92" y="0"/>
                    <a:pt x="106" y="2"/>
                    <a:pt x="12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3"/>
            <p:cNvSpPr/>
            <p:nvPr/>
          </p:nvSpPr>
          <p:spPr>
            <a:xfrm>
              <a:off x="2885400" y="3541680"/>
              <a:ext cx="30240" cy="32040"/>
            </a:xfrm>
            <a:custGeom>
              <a:rect b="b" l="l" r="r" t="t"/>
              <a:pathLst>
                <a:path extrusionOk="0" h="89" w="84">
                  <a:moveTo>
                    <a:pt x="0" y="1"/>
                  </a:moveTo>
                  <a:cubicBezTo>
                    <a:pt x="38" y="20"/>
                    <a:pt x="55" y="60"/>
                    <a:pt x="83" y="88"/>
                  </a:cubicBezTo>
                  <a:cubicBezTo>
                    <a:pt x="82" y="87"/>
                    <a:pt x="81" y="86"/>
                    <a:pt x="79" y="86"/>
                  </a:cubicBezTo>
                  <a:cubicBezTo>
                    <a:pt x="50" y="69"/>
                    <a:pt x="26" y="44"/>
                    <a:pt x="9" y="15"/>
                  </a:cubicBezTo>
                  <a:cubicBezTo>
                    <a:pt x="6" y="10"/>
                    <a:pt x="3" y="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3"/>
            <p:cNvSpPr/>
            <p:nvPr/>
          </p:nvSpPr>
          <p:spPr>
            <a:xfrm>
              <a:off x="2857320" y="3600360"/>
              <a:ext cx="26280" cy="30600"/>
            </a:xfrm>
            <a:custGeom>
              <a:rect b="b" l="l" r="r" t="t"/>
              <a:pathLst>
                <a:path extrusionOk="0" h="85" w="73">
                  <a:moveTo>
                    <a:pt x="72" y="84"/>
                  </a:moveTo>
                  <a:cubicBezTo>
                    <a:pt x="66" y="82"/>
                    <a:pt x="60" y="79"/>
                    <a:pt x="54" y="76"/>
                  </a:cubicBezTo>
                  <a:cubicBezTo>
                    <a:pt x="37" y="66"/>
                    <a:pt x="23" y="52"/>
                    <a:pt x="13" y="35"/>
                  </a:cubicBezTo>
                  <a:cubicBezTo>
                    <a:pt x="7" y="24"/>
                    <a:pt x="3" y="12"/>
                    <a:pt x="0" y="0"/>
                  </a:cubicBezTo>
                  <a:cubicBezTo>
                    <a:pt x="28" y="25"/>
                    <a:pt x="42" y="63"/>
                    <a:pt x="72"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3"/>
            <p:cNvSpPr/>
            <p:nvPr/>
          </p:nvSpPr>
          <p:spPr>
            <a:xfrm>
              <a:off x="2957760" y="3894120"/>
              <a:ext cx="25200" cy="39240"/>
            </a:xfrm>
            <a:custGeom>
              <a:rect b="b" l="l" r="r" t="t"/>
              <a:pathLst>
                <a:path extrusionOk="0" h="109" w="70">
                  <a:moveTo>
                    <a:pt x="69" y="106"/>
                  </a:moveTo>
                  <a:cubicBezTo>
                    <a:pt x="27" y="82"/>
                    <a:pt x="16" y="39"/>
                    <a:pt x="0" y="0"/>
                  </a:cubicBezTo>
                  <a:cubicBezTo>
                    <a:pt x="24" y="35"/>
                    <a:pt x="53" y="66"/>
                    <a:pt x="67" y="108"/>
                  </a:cubicBezTo>
                  <a:lnTo>
                    <a:pt x="69" y="10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3"/>
            <p:cNvSpPr/>
            <p:nvPr/>
          </p:nvSpPr>
          <p:spPr>
            <a:xfrm>
              <a:off x="3315960" y="3563640"/>
              <a:ext cx="45000" cy="19440"/>
            </a:xfrm>
            <a:custGeom>
              <a:rect b="b" l="l" r="r" t="t"/>
              <a:pathLst>
                <a:path extrusionOk="0" h="54" w="125">
                  <a:moveTo>
                    <a:pt x="124" y="51"/>
                  </a:moveTo>
                  <a:cubicBezTo>
                    <a:pt x="88" y="45"/>
                    <a:pt x="54" y="32"/>
                    <a:pt x="23" y="14"/>
                  </a:cubicBezTo>
                  <a:cubicBezTo>
                    <a:pt x="15" y="10"/>
                    <a:pt x="8" y="5"/>
                    <a:pt x="0" y="0"/>
                  </a:cubicBezTo>
                  <a:cubicBezTo>
                    <a:pt x="33" y="5"/>
                    <a:pt x="65" y="16"/>
                    <a:pt x="93" y="33"/>
                  </a:cubicBezTo>
                  <a:cubicBezTo>
                    <a:pt x="104" y="39"/>
                    <a:pt x="114" y="46"/>
                    <a:pt x="123" y="53"/>
                  </a:cubicBezTo>
                  <a:lnTo>
                    <a:pt x="124"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3"/>
            <p:cNvSpPr/>
            <p:nvPr/>
          </p:nvSpPr>
          <p:spPr>
            <a:xfrm>
              <a:off x="3231000" y="4059360"/>
              <a:ext cx="38520" cy="16920"/>
            </a:xfrm>
            <a:custGeom>
              <a:rect b="b" l="l" r="r" t="t"/>
              <a:pathLst>
                <a:path extrusionOk="0" h="47" w="107">
                  <a:moveTo>
                    <a:pt x="0" y="0"/>
                  </a:moveTo>
                  <a:cubicBezTo>
                    <a:pt x="38" y="11"/>
                    <a:pt x="69" y="34"/>
                    <a:pt x="106" y="46"/>
                  </a:cubicBezTo>
                  <a:cubicBezTo>
                    <a:pt x="105" y="46"/>
                    <a:pt x="104" y="46"/>
                    <a:pt x="102" y="46"/>
                  </a:cubicBezTo>
                  <a:cubicBezTo>
                    <a:pt x="79" y="46"/>
                    <a:pt x="55" y="40"/>
                    <a:pt x="35" y="28"/>
                  </a:cubicBezTo>
                  <a:cubicBezTo>
                    <a:pt x="22" y="21"/>
                    <a:pt x="1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3"/>
            <p:cNvSpPr/>
            <p:nvPr/>
          </p:nvSpPr>
          <p:spPr>
            <a:xfrm>
              <a:off x="3318840" y="3523680"/>
              <a:ext cx="38160" cy="22680"/>
            </a:xfrm>
            <a:custGeom>
              <a:rect b="b" l="l" r="r" t="t"/>
              <a:pathLst>
                <a:path extrusionOk="0" h="63" w="106">
                  <a:moveTo>
                    <a:pt x="105" y="61"/>
                  </a:moveTo>
                  <a:cubicBezTo>
                    <a:pt x="85" y="56"/>
                    <a:pt x="66" y="48"/>
                    <a:pt x="48" y="37"/>
                  </a:cubicBezTo>
                  <a:cubicBezTo>
                    <a:pt x="30" y="27"/>
                    <a:pt x="14" y="15"/>
                    <a:pt x="0" y="0"/>
                  </a:cubicBezTo>
                  <a:cubicBezTo>
                    <a:pt x="19" y="5"/>
                    <a:pt x="38" y="12"/>
                    <a:pt x="56" y="22"/>
                  </a:cubicBezTo>
                  <a:cubicBezTo>
                    <a:pt x="74" y="33"/>
                    <a:pt x="91" y="46"/>
                    <a:pt x="105" y="62"/>
                  </a:cubicBezTo>
                  <a:lnTo>
                    <a:pt x="105"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3"/>
            <p:cNvSpPr/>
            <p:nvPr/>
          </p:nvSpPr>
          <p:spPr>
            <a:xfrm>
              <a:off x="3526920" y="3728520"/>
              <a:ext cx="19800" cy="38520"/>
            </a:xfrm>
            <a:custGeom>
              <a:rect b="b" l="l" r="r" t="t"/>
              <a:pathLst>
                <a:path extrusionOk="0" h="107" w="55">
                  <a:moveTo>
                    <a:pt x="40" y="0"/>
                  </a:moveTo>
                  <a:cubicBezTo>
                    <a:pt x="54" y="5"/>
                    <a:pt x="53" y="15"/>
                    <a:pt x="47" y="26"/>
                  </a:cubicBezTo>
                  <a:cubicBezTo>
                    <a:pt x="34" y="50"/>
                    <a:pt x="21" y="73"/>
                    <a:pt x="1" y="106"/>
                  </a:cubicBezTo>
                  <a:cubicBezTo>
                    <a:pt x="0" y="60"/>
                    <a:pt x="32" y="38"/>
                    <a:pt x="32" y="6"/>
                  </a:cubicBezTo>
                  <a:cubicBezTo>
                    <a:pt x="35" y="4"/>
                    <a:pt x="38" y="2"/>
                    <a:pt x="4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3"/>
            <p:cNvSpPr/>
            <p:nvPr/>
          </p:nvSpPr>
          <p:spPr>
            <a:xfrm>
              <a:off x="3577320" y="3915360"/>
              <a:ext cx="28080" cy="26280"/>
            </a:xfrm>
            <a:custGeom>
              <a:rect b="b" l="l" r="r" t="t"/>
              <a:pathLst>
                <a:path extrusionOk="0" h="73" w="78">
                  <a:moveTo>
                    <a:pt x="77" y="0"/>
                  </a:moveTo>
                  <a:lnTo>
                    <a:pt x="0" y="72"/>
                  </a:lnTo>
                  <a:cubicBezTo>
                    <a:pt x="1" y="69"/>
                    <a:pt x="2" y="66"/>
                    <a:pt x="4" y="63"/>
                  </a:cubicBezTo>
                  <a:cubicBezTo>
                    <a:pt x="17" y="40"/>
                    <a:pt x="36" y="21"/>
                    <a:pt x="59" y="8"/>
                  </a:cubicBezTo>
                  <a:cubicBezTo>
                    <a:pt x="65" y="5"/>
                    <a:pt x="71" y="2"/>
                    <a:pt x="7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3"/>
            <p:cNvSpPr/>
            <p:nvPr/>
          </p:nvSpPr>
          <p:spPr>
            <a:xfrm>
              <a:off x="3419280" y="3745080"/>
              <a:ext cx="38520" cy="18000"/>
            </a:xfrm>
            <a:custGeom>
              <a:rect b="b" l="l" r="r" t="t"/>
              <a:pathLst>
                <a:path extrusionOk="0" h="50" w="107">
                  <a:moveTo>
                    <a:pt x="106" y="11"/>
                  </a:moveTo>
                  <a:lnTo>
                    <a:pt x="16" y="47"/>
                  </a:lnTo>
                  <a:cubicBezTo>
                    <a:pt x="14" y="48"/>
                    <a:pt x="12" y="49"/>
                    <a:pt x="10" y="49"/>
                  </a:cubicBezTo>
                  <a:cubicBezTo>
                    <a:pt x="8" y="49"/>
                    <a:pt x="5" y="48"/>
                    <a:pt x="3" y="47"/>
                  </a:cubicBezTo>
                  <a:cubicBezTo>
                    <a:pt x="2" y="46"/>
                    <a:pt x="1" y="45"/>
                    <a:pt x="0" y="44"/>
                  </a:cubicBezTo>
                  <a:cubicBezTo>
                    <a:pt x="2" y="43"/>
                    <a:pt x="3" y="42"/>
                    <a:pt x="5" y="41"/>
                  </a:cubicBezTo>
                  <a:cubicBezTo>
                    <a:pt x="36" y="23"/>
                    <a:pt x="68" y="9"/>
                    <a:pt x="102" y="0"/>
                  </a:cubicBezTo>
                  <a:lnTo>
                    <a:pt x="106"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3"/>
            <p:cNvSpPr/>
            <p:nvPr/>
          </p:nvSpPr>
          <p:spPr>
            <a:xfrm>
              <a:off x="3652920" y="3670920"/>
              <a:ext cx="28080" cy="17280"/>
            </a:xfrm>
            <a:custGeom>
              <a:rect b="b" l="l" r="r" t="t"/>
              <a:pathLst>
                <a:path extrusionOk="0" h="48" w="78">
                  <a:moveTo>
                    <a:pt x="29" y="47"/>
                  </a:moveTo>
                  <a:cubicBezTo>
                    <a:pt x="25" y="42"/>
                    <a:pt x="20" y="37"/>
                    <a:pt x="14" y="34"/>
                  </a:cubicBezTo>
                  <a:cubicBezTo>
                    <a:pt x="9" y="31"/>
                    <a:pt x="5" y="30"/>
                    <a:pt x="0" y="28"/>
                  </a:cubicBezTo>
                  <a:cubicBezTo>
                    <a:pt x="4" y="25"/>
                    <a:pt x="9" y="22"/>
                    <a:pt x="13" y="20"/>
                  </a:cubicBezTo>
                  <a:cubicBezTo>
                    <a:pt x="33" y="8"/>
                    <a:pt x="54" y="2"/>
                    <a:pt x="77" y="0"/>
                  </a:cubicBezTo>
                  <a:cubicBezTo>
                    <a:pt x="76" y="2"/>
                    <a:pt x="75" y="4"/>
                    <a:pt x="74" y="6"/>
                  </a:cubicBezTo>
                  <a:cubicBezTo>
                    <a:pt x="65" y="20"/>
                    <a:pt x="54" y="32"/>
                    <a:pt x="39" y="40"/>
                  </a:cubicBezTo>
                  <a:cubicBezTo>
                    <a:pt x="36" y="42"/>
                    <a:pt x="32" y="44"/>
                    <a:pt x="28" y="46"/>
                  </a:cubicBezTo>
                  <a:lnTo>
                    <a:pt x="29"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3"/>
            <p:cNvSpPr/>
            <p:nvPr/>
          </p:nvSpPr>
          <p:spPr>
            <a:xfrm>
              <a:off x="3227400" y="3618360"/>
              <a:ext cx="36360" cy="16920"/>
            </a:xfrm>
            <a:custGeom>
              <a:rect b="b" l="l" r="r" t="t"/>
              <a:pathLst>
                <a:path extrusionOk="0" h="47" w="101">
                  <a:moveTo>
                    <a:pt x="0" y="0"/>
                  </a:moveTo>
                  <a:cubicBezTo>
                    <a:pt x="34" y="9"/>
                    <a:pt x="68" y="21"/>
                    <a:pt x="100" y="36"/>
                  </a:cubicBezTo>
                  <a:cubicBezTo>
                    <a:pt x="57" y="46"/>
                    <a:pt x="57"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3"/>
            <p:cNvSpPr/>
            <p:nvPr/>
          </p:nvSpPr>
          <p:spPr>
            <a:xfrm>
              <a:off x="2977560" y="3591720"/>
              <a:ext cx="21240" cy="19440"/>
            </a:xfrm>
            <a:custGeom>
              <a:rect b="b" l="l" r="r" t="t"/>
              <a:pathLst>
                <a:path extrusionOk="0" h="54" w="59">
                  <a:moveTo>
                    <a:pt x="58" y="51"/>
                  </a:moveTo>
                  <a:cubicBezTo>
                    <a:pt x="54" y="52"/>
                    <a:pt x="49" y="53"/>
                    <a:pt x="45" y="53"/>
                  </a:cubicBezTo>
                  <a:cubicBezTo>
                    <a:pt x="36" y="53"/>
                    <a:pt x="27" y="51"/>
                    <a:pt x="20" y="47"/>
                  </a:cubicBezTo>
                  <a:cubicBezTo>
                    <a:pt x="20" y="29"/>
                    <a:pt x="5" y="18"/>
                    <a:pt x="0" y="0"/>
                  </a:cubicBezTo>
                  <a:cubicBezTo>
                    <a:pt x="48" y="19"/>
                    <a:pt x="48" y="19"/>
                    <a:pt x="57" y="51"/>
                  </a:cubicBezTo>
                  <a:lnTo>
                    <a:pt x="58"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3"/>
            <p:cNvSpPr/>
            <p:nvPr/>
          </p:nvSpPr>
          <p:spPr>
            <a:xfrm>
              <a:off x="3275280" y="3492720"/>
              <a:ext cx="35280" cy="14040"/>
            </a:xfrm>
            <a:custGeom>
              <a:rect b="b" l="l" r="r" t="t"/>
              <a:pathLst>
                <a:path extrusionOk="0" h="39" w="98">
                  <a:moveTo>
                    <a:pt x="0" y="0"/>
                  </a:moveTo>
                  <a:cubicBezTo>
                    <a:pt x="1" y="0"/>
                    <a:pt x="3" y="0"/>
                    <a:pt x="4" y="0"/>
                  </a:cubicBezTo>
                  <a:cubicBezTo>
                    <a:pt x="27" y="0"/>
                    <a:pt x="50" y="6"/>
                    <a:pt x="70" y="17"/>
                  </a:cubicBezTo>
                  <a:cubicBezTo>
                    <a:pt x="80" y="23"/>
                    <a:pt x="89" y="30"/>
                    <a:pt x="97" y="38"/>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3"/>
            <p:cNvSpPr/>
            <p:nvPr/>
          </p:nvSpPr>
          <p:spPr>
            <a:xfrm>
              <a:off x="3417480" y="3647880"/>
              <a:ext cx="41760" cy="6480"/>
            </a:xfrm>
            <a:custGeom>
              <a:rect b="b" l="l" r="r" t="t"/>
              <a:pathLst>
                <a:path extrusionOk="0" h="18" w="116">
                  <a:moveTo>
                    <a:pt x="115" y="2"/>
                  </a:moveTo>
                  <a:cubicBezTo>
                    <a:pt x="84" y="12"/>
                    <a:pt x="52" y="17"/>
                    <a:pt x="20" y="17"/>
                  </a:cubicBezTo>
                  <a:cubicBezTo>
                    <a:pt x="13" y="17"/>
                    <a:pt x="6" y="17"/>
                    <a:pt x="0" y="16"/>
                  </a:cubicBezTo>
                  <a:cubicBezTo>
                    <a:pt x="26" y="5"/>
                    <a:pt x="53" y="0"/>
                    <a:pt x="81" y="0"/>
                  </a:cubicBezTo>
                  <a:cubicBezTo>
                    <a:pt x="93" y="0"/>
                    <a:pt x="104" y="0"/>
                    <a:pt x="1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3"/>
            <p:cNvSpPr/>
            <p:nvPr/>
          </p:nvSpPr>
          <p:spPr>
            <a:xfrm>
              <a:off x="3138840" y="3716280"/>
              <a:ext cx="26640" cy="20520"/>
            </a:xfrm>
            <a:custGeom>
              <a:rect b="b" l="l" r="r" t="t"/>
              <a:pathLst>
                <a:path extrusionOk="0" h="57" w="74">
                  <a:moveTo>
                    <a:pt x="0" y="0"/>
                  </a:moveTo>
                  <a:lnTo>
                    <a:pt x="73" y="56"/>
                  </a:lnTo>
                  <a:cubicBezTo>
                    <a:pt x="37" y="50"/>
                    <a:pt x="23" y="4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3"/>
            <p:cNvSpPr/>
            <p:nvPr/>
          </p:nvSpPr>
          <p:spPr>
            <a:xfrm>
              <a:off x="3687480" y="3732480"/>
              <a:ext cx="20880" cy="17640"/>
            </a:xfrm>
            <a:custGeom>
              <a:rect b="b" l="l" r="r" t="t"/>
              <a:pathLst>
                <a:path extrusionOk="0" h="49" w="58">
                  <a:moveTo>
                    <a:pt x="57" y="0"/>
                  </a:moveTo>
                  <a:lnTo>
                    <a:pt x="0" y="48"/>
                  </a:lnTo>
                  <a:cubicBezTo>
                    <a:pt x="16" y="29"/>
                    <a:pt x="36" y="12"/>
                    <a:pt x="5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3"/>
            <p:cNvSpPr/>
            <p:nvPr/>
          </p:nvSpPr>
          <p:spPr>
            <a:xfrm>
              <a:off x="3537720" y="3750120"/>
              <a:ext cx="14040" cy="30960"/>
            </a:xfrm>
            <a:custGeom>
              <a:rect b="b" l="l" r="r" t="t"/>
              <a:pathLst>
                <a:path extrusionOk="0" h="86" w="39">
                  <a:moveTo>
                    <a:pt x="0" y="85"/>
                  </a:moveTo>
                  <a:cubicBezTo>
                    <a:pt x="6" y="57"/>
                    <a:pt x="16" y="30"/>
                    <a:pt x="30" y="6"/>
                  </a:cubicBezTo>
                  <a:cubicBezTo>
                    <a:pt x="31" y="4"/>
                    <a:pt x="32" y="2"/>
                    <a:pt x="33" y="0"/>
                  </a:cubicBezTo>
                  <a:cubicBezTo>
                    <a:pt x="38" y="39"/>
                    <a:pt x="36" y="42"/>
                    <a:pt x="0"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3"/>
            <p:cNvSpPr/>
            <p:nvPr/>
          </p:nvSpPr>
          <p:spPr>
            <a:xfrm>
              <a:off x="3385080" y="3771000"/>
              <a:ext cx="41760" cy="17280"/>
            </a:xfrm>
            <a:custGeom>
              <a:rect b="b" l="l" r="r" t="t"/>
              <a:pathLst>
                <a:path extrusionOk="0" h="48" w="116">
                  <a:moveTo>
                    <a:pt x="1" y="47"/>
                  </a:moveTo>
                  <a:cubicBezTo>
                    <a:pt x="31" y="21"/>
                    <a:pt x="73" y="21"/>
                    <a:pt x="115" y="0"/>
                  </a:cubicBezTo>
                  <a:cubicBezTo>
                    <a:pt x="86" y="32"/>
                    <a:pt x="62" y="41"/>
                    <a:pt x="0" y="46"/>
                  </a:cubicBezTo>
                  <a:lnTo>
                    <a:pt x="1"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3"/>
            <p:cNvSpPr/>
            <p:nvPr/>
          </p:nvSpPr>
          <p:spPr>
            <a:xfrm>
              <a:off x="3330000" y="3782160"/>
              <a:ext cx="25920" cy="9000"/>
            </a:xfrm>
            <a:custGeom>
              <a:rect b="b" l="l" r="r" t="t"/>
              <a:pathLst>
                <a:path extrusionOk="0" h="25" w="72">
                  <a:moveTo>
                    <a:pt x="71" y="24"/>
                  </a:moveTo>
                  <a:lnTo>
                    <a:pt x="0" y="24"/>
                  </a:lnTo>
                  <a:cubicBezTo>
                    <a:pt x="27" y="0"/>
                    <a:pt x="27" y="0"/>
                    <a:pt x="71"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3"/>
            <p:cNvSpPr/>
            <p:nvPr/>
          </p:nvSpPr>
          <p:spPr>
            <a:xfrm>
              <a:off x="3233520" y="3799800"/>
              <a:ext cx="46800" cy="6840"/>
            </a:xfrm>
            <a:custGeom>
              <a:rect b="b" l="l" r="r" t="t"/>
              <a:pathLst>
                <a:path extrusionOk="0" h="19" w="130">
                  <a:moveTo>
                    <a:pt x="0" y="6"/>
                  </a:moveTo>
                  <a:cubicBezTo>
                    <a:pt x="24" y="2"/>
                    <a:pt x="48" y="0"/>
                    <a:pt x="72" y="0"/>
                  </a:cubicBezTo>
                  <a:cubicBezTo>
                    <a:pt x="91" y="0"/>
                    <a:pt x="110" y="1"/>
                    <a:pt x="129" y="4"/>
                  </a:cubicBezTo>
                  <a:cubicBezTo>
                    <a:pt x="86" y="18"/>
                    <a:pt x="43" y="8"/>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3"/>
            <p:cNvSpPr/>
            <p:nvPr/>
          </p:nvSpPr>
          <p:spPr>
            <a:xfrm>
              <a:off x="3455280" y="3987720"/>
              <a:ext cx="21960" cy="21240"/>
            </a:xfrm>
            <a:custGeom>
              <a:rect b="b" l="l" r="r" t="t"/>
              <a:pathLst>
                <a:path extrusionOk="0" h="59" w="61">
                  <a:moveTo>
                    <a:pt x="31" y="47"/>
                  </a:moveTo>
                  <a:cubicBezTo>
                    <a:pt x="24" y="54"/>
                    <a:pt x="15" y="58"/>
                    <a:pt x="8" y="51"/>
                  </a:cubicBezTo>
                  <a:cubicBezTo>
                    <a:pt x="0" y="44"/>
                    <a:pt x="9" y="39"/>
                    <a:pt x="14" y="35"/>
                  </a:cubicBezTo>
                  <a:cubicBezTo>
                    <a:pt x="25" y="23"/>
                    <a:pt x="38" y="13"/>
                    <a:pt x="52" y="4"/>
                  </a:cubicBezTo>
                  <a:cubicBezTo>
                    <a:pt x="60" y="0"/>
                    <a:pt x="60" y="12"/>
                    <a:pt x="60" y="18"/>
                  </a:cubicBezTo>
                  <a:lnTo>
                    <a:pt x="31"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3"/>
            <p:cNvSpPr/>
            <p:nvPr/>
          </p:nvSpPr>
          <p:spPr>
            <a:xfrm>
              <a:off x="3603600" y="3525480"/>
              <a:ext cx="32760" cy="6480"/>
            </a:xfrm>
            <a:custGeom>
              <a:rect b="b" l="l" r="r" t="t"/>
              <a:pathLst>
                <a:path extrusionOk="0" h="18" w="91">
                  <a:moveTo>
                    <a:pt x="90" y="5"/>
                  </a:moveTo>
                  <a:cubicBezTo>
                    <a:pt x="73" y="13"/>
                    <a:pt x="54" y="17"/>
                    <a:pt x="35" y="17"/>
                  </a:cubicBezTo>
                  <a:cubicBezTo>
                    <a:pt x="23" y="17"/>
                    <a:pt x="11" y="16"/>
                    <a:pt x="0" y="13"/>
                  </a:cubicBezTo>
                  <a:cubicBezTo>
                    <a:pt x="18" y="5"/>
                    <a:pt x="37" y="0"/>
                    <a:pt x="56" y="0"/>
                  </a:cubicBezTo>
                  <a:cubicBezTo>
                    <a:pt x="68" y="0"/>
                    <a:pt x="79" y="2"/>
                    <a:pt x="9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3"/>
            <p:cNvSpPr/>
            <p:nvPr/>
          </p:nvSpPr>
          <p:spPr>
            <a:xfrm>
              <a:off x="2914920" y="3462120"/>
              <a:ext cx="28080" cy="12600"/>
            </a:xfrm>
            <a:custGeom>
              <a:rect b="b" l="l" r="r" t="t"/>
              <a:pathLst>
                <a:path extrusionOk="0" h="35" w="78">
                  <a:moveTo>
                    <a:pt x="77" y="29"/>
                  </a:moveTo>
                  <a:cubicBezTo>
                    <a:pt x="64" y="32"/>
                    <a:pt x="51" y="34"/>
                    <a:pt x="38" y="34"/>
                  </a:cubicBezTo>
                  <a:cubicBezTo>
                    <a:pt x="25" y="34"/>
                    <a:pt x="12" y="32"/>
                    <a:pt x="0" y="29"/>
                  </a:cubicBezTo>
                  <a:cubicBezTo>
                    <a:pt x="38" y="0"/>
                    <a:pt x="44" y="0"/>
                    <a:pt x="7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3"/>
            <p:cNvSpPr/>
            <p:nvPr/>
          </p:nvSpPr>
          <p:spPr>
            <a:xfrm>
              <a:off x="3678840" y="3752280"/>
              <a:ext cx="26640" cy="26640"/>
            </a:xfrm>
            <a:custGeom>
              <a:rect b="b" l="l" r="r" t="t"/>
              <a:pathLst>
                <a:path extrusionOk="0" h="74" w="74">
                  <a:moveTo>
                    <a:pt x="0" y="64"/>
                  </a:moveTo>
                  <a:cubicBezTo>
                    <a:pt x="15" y="41"/>
                    <a:pt x="35" y="22"/>
                    <a:pt x="58" y="8"/>
                  </a:cubicBezTo>
                  <a:cubicBezTo>
                    <a:pt x="63" y="5"/>
                    <a:pt x="68" y="3"/>
                    <a:pt x="73" y="0"/>
                  </a:cubicBezTo>
                  <a:lnTo>
                    <a:pt x="8" y="70"/>
                  </a:lnTo>
                  <a:cubicBezTo>
                    <a:pt x="6" y="73"/>
                    <a:pt x="2" y="71"/>
                    <a:pt x="0"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3"/>
            <p:cNvSpPr/>
            <p:nvPr/>
          </p:nvSpPr>
          <p:spPr>
            <a:xfrm>
              <a:off x="3974040" y="3762720"/>
              <a:ext cx="26640" cy="14760"/>
            </a:xfrm>
            <a:custGeom>
              <a:rect b="b" l="l" r="r" t="t"/>
              <a:pathLst>
                <a:path extrusionOk="0" h="41" w="74">
                  <a:moveTo>
                    <a:pt x="0" y="2"/>
                  </a:moveTo>
                  <a:cubicBezTo>
                    <a:pt x="9" y="0"/>
                    <a:pt x="18" y="0"/>
                    <a:pt x="26" y="0"/>
                  </a:cubicBezTo>
                  <a:cubicBezTo>
                    <a:pt x="42" y="0"/>
                    <a:pt x="58" y="2"/>
                    <a:pt x="73" y="6"/>
                  </a:cubicBezTo>
                  <a:cubicBezTo>
                    <a:pt x="61" y="8"/>
                    <a:pt x="49" y="13"/>
                    <a:pt x="38" y="19"/>
                  </a:cubicBezTo>
                  <a:cubicBezTo>
                    <a:pt x="28" y="25"/>
                    <a:pt x="19" y="32"/>
                    <a:pt x="12" y="4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3"/>
            <p:cNvSpPr/>
            <p:nvPr/>
          </p:nvSpPr>
          <p:spPr>
            <a:xfrm>
              <a:off x="3521520" y="3672000"/>
              <a:ext cx="18360" cy="35280"/>
            </a:xfrm>
            <a:custGeom>
              <a:rect b="b" l="l" r="r" t="t"/>
              <a:pathLst>
                <a:path extrusionOk="0" h="98" w="51">
                  <a:moveTo>
                    <a:pt x="1" y="97"/>
                  </a:moveTo>
                  <a:cubicBezTo>
                    <a:pt x="3" y="58"/>
                    <a:pt x="37" y="35"/>
                    <a:pt x="47" y="0"/>
                  </a:cubicBezTo>
                  <a:cubicBezTo>
                    <a:pt x="50" y="35"/>
                    <a:pt x="40" y="55"/>
                    <a:pt x="0" y="96"/>
                  </a:cubicBezTo>
                  <a:lnTo>
                    <a:pt x="1"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3"/>
            <p:cNvSpPr/>
            <p:nvPr/>
          </p:nvSpPr>
          <p:spPr>
            <a:xfrm>
              <a:off x="3309120" y="4100040"/>
              <a:ext cx="36720" cy="18360"/>
            </a:xfrm>
            <a:custGeom>
              <a:rect b="b" l="l" r="r" t="t"/>
              <a:pathLst>
                <a:path extrusionOk="0" h="51" w="102">
                  <a:moveTo>
                    <a:pt x="0" y="0"/>
                  </a:moveTo>
                  <a:cubicBezTo>
                    <a:pt x="38" y="16"/>
                    <a:pt x="64" y="33"/>
                    <a:pt x="101" y="27"/>
                  </a:cubicBezTo>
                  <a:cubicBezTo>
                    <a:pt x="65" y="50"/>
                    <a:pt x="41" y="4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3"/>
            <p:cNvSpPr/>
            <p:nvPr/>
          </p:nvSpPr>
          <p:spPr>
            <a:xfrm>
              <a:off x="3025800" y="3927600"/>
              <a:ext cx="26280" cy="29160"/>
            </a:xfrm>
            <a:custGeom>
              <a:rect b="b" l="l" r="r" t="t"/>
              <a:pathLst>
                <a:path extrusionOk="0" h="81" w="73">
                  <a:moveTo>
                    <a:pt x="4" y="0"/>
                  </a:moveTo>
                  <a:lnTo>
                    <a:pt x="72" y="72"/>
                  </a:lnTo>
                  <a:lnTo>
                    <a:pt x="63" y="80"/>
                  </a:lnTo>
                  <a:cubicBezTo>
                    <a:pt x="40" y="63"/>
                    <a:pt x="21" y="42"/>
                    <a:pt x="7" y="18"/>
                  </a:cubicBezTo>
                  <a:cubicBezTo>
                    <a:pt x="5" y="13"/>
                    <a:pt x="2" y="9"/>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3"/>
            <p:cNvSpPr/>
            <p:nvPr/>
          </p:nvSpPr>
          <p:spPr>
            <a:xfrm>
              <a:off x="3562200" y="3724560"/>
              <a:ext cx="10800" cy="33840"/>
            </a:xfrm>
            <a:custGeom>
              <a:rect b="b" l="l" r="r" t="t"/>
              <a:pathLst>
                <a:path extrusionOk="0" h="94" w="30">
                  <a:moveTo>
                    <a:pt x="5" y="93"/>
                  </a:moveTo>
                  <a:cubicBezTo>
                    <a:pt x="2" y="84"/>
                    <a:pt x="0" y="74"/>
                    <a:pt x="0" y="65"/>
                  </a:cubicBezTo>
                  <a:cubicBezTo>
                    <a:pt x="0" y="50"/>
                    <a:pt x="5" y="35"/>
                    <a:pt x="12" y="22"/>
                  </a:cubicBezTo>
                  <a:cubicBezTo>
                    <a:pt x="17" y="13"/>
                    <a:pt x="22" y="6"/>
                    <a:pt x="29" y="0"/>
                  </a:cubicBezTo>
                  <a:cubicBezTo>
                    <a:pt x="25" y="39"/>
                    <a:pt x="3" y="63"/>
                    <a:pt x="5"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3"/>
            <p:cNvSpPr/>
            <p:nvPr/>
          </p:nvSpPr>
          <p:spPr>
            <a:xfrm>
              <a:off x="2953800" y="3486600"/>
              <a:ext cx="22320" cy="17280"/>
            </a:xfrm>
            <a:custGeom>
              <a:rect b="b" l="l" r="r" t="t"/>
              <a:pathLst>
                <a:path extrusionOk="0" h="48" w="62">
                  <a:moveTo>
                    <a:pt x="0" y="0"/>
                  </a:moveTo>
                  <a:cubicBezTo>
                    <a:pt x="9" y="2"/>
                    <a:pt x="18" y="6"/>
                    <a:pt x="26" y="10"/>
                  </a:cubicBezTo>
                  <a:cubicBezTo>
                    <a:pt x="40" y="18"/>
                    <a:pt x="51" y="30"/>
                    <a:pt x="59" y="43"/>
                  </a:cubicBezTo>
                  <a:cubicBezTo>
                    <a:pt x="60" y="45"/>
                    <a:pt x="61" y="46"/>
                    <a:pt x="61" y="47"/>
                  </a:cubicBezTo>
                  <a:cubicBezTo>
                    <a:pt x="54" y="44"/>
                    <a:pt x="47" y="41"/>
                    <a:pt x="41" y="38"/>
                  </a:cubicBezTo>
                  <a:cubicBezTo>
                    <a:pt x="25" y="28"/>
                    <a:pt x="11"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3"/>
            <p:cNvSpPr/>
            <p:nvPr/>
          </p:nvSpPr>
          <p:spPr>
            <a:xfrm>
              <a:off x="3254400" y="4032000"/>
              <a:ext cx="22680" cy="18000"/>
            </a:xfrm>
            <a:custGeom>
              <a:rect b="b" l="l" r="r" t="t"/>
              <a:pathLst>
                <a:path extrusionOk="0" h="50" w="63">
                  <a:moveTo>
                    <a:pt x="58" y="49"/>
                  </a:moveTo>
                  <a:cubicBezTo>
                    <a:pt x="51" y="47"/>
                    <a:pt x="44" y="44"/>
                    <a:pt x="38" y="41"/>
                  </a:cubicBezTo>
                  <a:cubicBezTo>
                    <a:pt x="23" y="32"/>
                    <a:pt x="11" y="20"/>
                    <a:pt x="2" y="5"/>
                  </a:cubicBezTo>
                  <a:cubicBezTo>
                    <a:pt x="1" y="4"/>
                    <a:pt x="1" y="2"/>
                    <a:pt x="0" y="0"/>
                  </a:cubicBezTo>
                  <a:cubicBezTo>
                    <a:pt x="8" y="3"/>
                    <a:pt x="16" y="7"/>
                    <a:pt x="23" y="11"/>
                  </a:cubicBezTo>
                  <a:cubicBezTo>
                    <a:pt x="38" y="20"/>
                    <a:pt x="51" y="31"/>
                    <a:pt x="62" y="44"/>
                  </a:cubicBezTo>
                  <a:lnTo>
                    <a:pt x="58"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3"/>
            <p:cNvSpPr/>
            <p:nvPr/>
          </p:nvSpPr>
          <p:spPr>
            <a:xfrm>
              <a:off x="3436920" y="4060440"/>
              <a:ext cx="21240" cy="25200"/>
            </a:xfrm>
            <a:custGeom>
              <a:rect b="b" l="l" r="r" t="t"/>
              <a:pathLst>
                <a:path extrusionOk="0" h="70" w="59">
                  <a:moveTo>
                    <a:pt x="58" y="0"/>
                  </a:moveTo>
                  <a:lnTo>
                    <a:pt x="0" y="69"/>
                  </a:lnTo>
                  <a:cubicBezTo>
                    <a:pt x="3" y="37"/>
                    <a:pt x="8" y="31"/>
                    <a:pt x="5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3"/>
            <p:cNvSpPr/>
            <p:nvPr/>
          </p:nvSpPr>
          <p:spPr>
            <a:xfrm>
              <a:off x="3462120" y="3993120"/>
              <a:ext cx="21600" cy="19440"/>
            </a:xfrm>
            <a:custGeom>
              <a:rect b="b" l="l" r="r" t="t"/>
              <a:pathLst>
                <a:path extrusionOk="0" h="54" w="60">
                  <a:moveTo>
                    <a:pt x="13" y="32"/>
                  </a:moveTo>
                  <a:lnTo>
                    <a:pt x="41" y="3"/>
                  </a:lnTo>
                  <a:cubicBezTo>
                    <a:pt x="51" y="0"/>
                    <a:pt x="59" y="3"/>
                    <a:pt x="52" y="12"/>
                  </a:cubicBezTo>
                  <a:cubicBezTo>
                    <a:pt x="37" y="27"/>
                    <a:pt x="22" y="40"/>
                    <a:pt x="5" y="53"/>
                  </a:cubicBezTo>
                  <a:cubicBezTo>
                    <a:pt x="0" y="44"/>
                    <a:pt x="7" y="38"/>
                    <a:pt x="13"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3"/>
            <p:cNvSpPr/>
            <p:nvPr/>
          </p:nvSpPr>
          <p:spPr>
            <a:xfrm>
              <a:off x="2971800" y="3992760"/>
              <a:ext cx="18360" cy="25200"/>
            </a:xfrm>
            <a:custGeom>
              <a:rect b="b" l="l" r="r" t="t"/>
              <a:pathLst>
                <a:path extrusionOk="0" h="70" w="51">
                  <a:moveTo>
                    <a:pt x="50" y="69"/>
                  </a:moveTo>
                  <a:cubicBezTo>
                    <a:pt x="46" y="68"/>
                    <a:pt x="43" y="66"/>
                    <a:pt x="40" y="64"/>
                  </a:cubicBezTo>
                  <a:cubicBezTo>
                    <a:pt x="28" y="57"/>
                    <a:pt x="18" y="47"/>
                    <a:pt x="11" y="35"/>
                  </a:cubicBezTo>
                  <a:cubicBezTo>
                    <a:pt x="5" y="24"/>
                    <a:pt x="1" y="13"/>
                    <a:pt x="0" y="0"/>
                  </a:cubicBezTo>
                  <a:lnTo>
                    <a:pt x="50" y="6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3"/>
            <p:cNvSpPr/>
            <p:nvPr/>
          </p:nvSpPr>
          <p:spPr>
            <a:xfrm>
              <a:off x="3151080" y="3582000"/>
              <a:ext cx="27360" cy="22680"/>
            </a:xfrm>
            <a:custGeom>
              <a:rect b="b" l="l" r="r" t="t"/>
              <a:pathLst>
                <a:path extrusionOk="0" h="63" w="76">
                  <a:moveTo>
                    <a:pt x="0" y="1"/>
                  </a:moveTo>
                  <a:cubicBezTo>
                    <a:pt x="6" y="2"/>
                    <a:pt x="12" y="1"/>
                    <a:pt x="16" y="5"/>
                  </a:cubicBezTo>
                  <a:cubicBezTo>
                    <a:pt x="37" y="22"/>
                    <a:pt x="57" y="41"/>
                    <a:pt x="75" y="62"/>
                  </a:cubicBezTo>
                  <a:cubicBezTo>
                    <a:pt x="66" y="60"/>
                    <a:pt x="58" y="56"/>
                    <a:pt x="50" y="51"/>
                  </a:cubicBezTo>
                  <a:cubicBezTo>
                    <a:pt x="31" y="40"/>
                    <a:pt x="16" y="25"/>
                    <a:pt x="5" y="6"/>
                  </a:cubicBezTo>
                  <a:cubicBezTo>
                    <a:pt x="4" y="4"/>
                    <a:pt x="2" y="2"/>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3"/>
            <p:cNvSpPr/>
            <p:nvPr/>
          </p:nvSpPr>
          <p:spPr>
            <a:xfrm>
              <a:off x="3333960" y="3967560"/>
              <a:ext cx="13680" cy="30600"/>
            </a:xfrm>
            <a:custGeom>
              <a:rect b="b" l="l" r="r" t="t"/>
              <a:pathLst>
                <a:path extrusionOk="0" h="85" w="38">
                  <a:moveTo>
                    <a:pt x="0" y="0"/>
                  </a:moveTo>
                  <a:cubicBezTo>
                    <a:pt x="14" y="27"/>
                    <a:pt x="27" y="55"/>
                    <a:pt x="37" y="84"/>
                  </a:cubicBezTo>
                  <a:cubicBezTo>
                    <a:pt x="28" y="76"/>
                    <a:pt x="21" y="67"/>
                    <a:pt x="16" y="58"/>
                  </a:cubicBezTo>
                  <a:cubicBezTo>
                    <a:pt x="5" y="40"/>
                    <a:pt x="0" y="2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3"/>
            <p:cNvSpPr/>
            <p:nvPr/>
          </p:nvSpPr>
          <p:spPr>
            <a:xfrm>
              <a:off x="3848040" y="3903480"/>
              <a:ext cx="18000" cy="27720"/>
            </a:xfrm>
            <a:custGeom>
              <a:rect b="b" l="l" r="r" t="t"/>
              <a:pathLst>
                <a:path extrusionOk="0" h="77" w="50">
                  <a:moveTo>
                    <a:pt x="26" y="61"/>
                  </a:moveTo>
                  <a:lnTo>
                    <a:pt x="26" y="62"/>
                  </a:lnTo>
                  <a:cubicBezTo>
                    <a:pt x="23" y="66"/>
                    <a:pt x="20" y="69"/>
                    <a:pt x="15" y="72"/>
                  </a:cubicBezTo>
                  <a:cubicBezTo>
                    <a:pt x="10" y="75"/>
                    <a:pt x="6" y="76"/>
                    <a:pt x="1" y="76"/>
                  </a:cubicBezTo>
                  <a:lnTo>
                    <a:pt x="0" y="76"/>
                  </a:lnTo>
                  <a:cubicBezTo>
                    <a:pt x="3" y="62"/>
                    <a:pt x="8" y="49"/>
                    <a:pt x="15" y="37"/>
                  </a:cubicBezTo>
                  <a:cubicBezTo>
                    <a:pt x="23" y="23"/>
                    <a:pt x="34" y="10"/>
                    <a:pt x="47" y="0"/>
                  </a:cubicBezTo>
                  <a:cubicBezTo>
                    <a:pt x="49" y="29"/>
                    <a:pt x="22" y="41"/>
                    <a:pt x="24" y="63"/>
                  </a:cubicBezTo>
                  <a:lnTo>
                    <a:pt x="26"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3"/>
            <p:cNvSpPr/>
            <p:nvPr/>
          </p:nvSpPr>
          <p:spPr>
            <a:xfrm>
              <a:off x="3548520" y="3633480"/>
              <a:ext cx="11160" cy="29520"/>
            </a:xfrm>
            <a:custGeom>
              <a:rect b="b" l="l" r="r" t="t"/>
              <a:pathLst>
                <a:path extrusionOk="0" h="82" w="31">
                  <a:moveTo>
                    <a:pt x="10" y="0"/>
                  </a:moveTo>
                  <a:cubicBezTo>
                    <a:pt x="29" y="21"/>
                    <a:pt x="30" y="45"/>
                    <a:pt x="22" y="81"/>
                  </a:cubicBezTo>
                  <a:cubicBezTo>
                    <a:pt x="9" y="48"/>
                    <a:pt x="0" y="26"/>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3"/>
            <p:cNvSpPr/>
            <p:nvPr/>
          </p:nvSpPr>
          <p:spPr>
            <a:xfrm>
              <a:off x="3613320" y="3642120"/>
              <a:ext cx="33480" cy="15480"/>
            </a:xfrm>
            <a:custGeom>
              <a:rect b="b" l="l" r="r" t="t"/>
              <a:pathLst>
                <a:path extrusionOk="0" h="43" w="93">
                  <a:moveTo>
                    <a:pt x="91" y="0"/>
                  </a:moveTo>
                  <a:cubicBezTo>
                    <a:pt x="68" y="29"/>
                    <a:pt x="32" y="31"/>
                    <a:pt x="0" y="42"/>
                  </a:cubicBezTo>
                  <a:cubicBezTo>
                    <a:pt x="8" y="35"/>
                    <a:pt x="17" y="29"/>
                    <a:pt x="26" y="24"/>
                  </a:cubicBezTo>
                  <a:cubicBezTo>
                    <a:pt x="46" y="12"/>
                    <a:pt x="69" y="4"/>
                    <a:pt x="92" y="1"/>
                  </a:cubicBezTo>
                  <a:lnTo>
                    <a:pt x="9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3"/>
            <p:cNvSpPr/>
            <p:nvPr/>
          </p:nvSpPr>
          <p:spPr>
            <a:xfrm>
              <a:off x="3313080" y="3647880"/>
              <a:ext cx="31320" cy="9720"/>
            </a:xfrm>
            <a:custGeom>
              <a:rect b="b" l="l" r="r" t="t"/>
              <a:pathLst>
                <a:path extrusionOk="0" h="27" w="87">
                  <a:moveTo>
                    <a:pt x="86" y="26"/>
                  </a:moveTo>
                  <a:cubicBezTo>
                    <a:pt x="56" y="24"/>
                    <a:pt x="27" y="16"/>
                    <a:pt x="1" y="1"/>
                  </a:cubicBezTo>
                  <a:cubicBezTo>
                    <a:pt x="1" y="0"/>
                    <a:pt x="0" y="0"/>
                    <a:pt x="0" y="0"/>
                  </a:cubicBezTo>
                  <a:cubicBezTo>
                    <a:pt x="29" y="1"/>
                    <a:pt x="58" y="10"/>
                    <a:pt x="83" y="24"/>
                  </a:cubicBezTo>
                  <a:cubicBezTo>
                    <a:pt x="84" y="25"/>
                    <a:pt x="85" y="25"/>
                    <a:pt x="8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3"/>
            <p:cNvSpPr/>
            <p:nvPr/>
          </p:nvSpPr>
          <p:spPr>
            <a:xfrm>
              <a:off x="3885120" y="3881880"/>
              <a:ext cx="30240" cy="10800"/>
            </a:xfrm>
            <a:custGeom>
              <a:rect b="b" l="l" r="r" t="t"/>
              <a:pathLst>
                <a:path extrusionOk="0" h="30" w="84">
                  <a:moveTo>
                    <a:pt x="83" y="0"/>
                  </a:moveTo>
                  <a:cubicBezTo>
                    <a:pt x="60" y="16"/>
                    <a:pt x="32" y="16"/>
                    <a:pt x="0" y="29"/>
                  </a:cubicBezTo>
                  <a:cubicBezTo>
                    <a:pt x="33" y="2"/>
                    <a:pt x="37" y="1"/>
                    <a:pt x="8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3"/>
            <p:cNvSpPr/>
            <p:nvPr/>
          </p:nvSpPr>
          <p:spPr>
            <a:xfrm>
              <a:off x="3279600" y="3659400"/>
              <a:ext cx="31320" cy="10800"/>
            </a:xfrm>
            <a:custGeom>
              <a:rect b="b" l="l" r="r" t="t"/>
              <a:pathLst>
                <a:path extrusionOk="0" h="30" w="87">
                  <a:moveTo>
                    <a:pt x="86" y="29"/>
                  </a:moveTo>
                  <a:cubicBezTo>
                    <a:pt x="86" y="29"/>
                    <a:pt x="85" y="29"/>
                    <a:pt x="84" y="29"/>
                  </a:cubicBezTo>
                  <a:cubicBezTo>
                    <a:pt x="60" y="29"/>
                    <a:pt x="37" y="24"/>
                    <a:pt x="16" y="11"/>
                  </a:cubicBezTo>
                  <a:cubicBezTo>
                    <a:pt x="11" y="8"/>
                    <a:pt x="5" y="4"/>
                    <a:pt x="0" y="0"/>
                  </a:cubicBezTo>
                  <a:cubicBezTo>
                    <a:pt x="38" y="0"/>
                    <a:pt x="60" y="21"/>
                    <a:pt x="86"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3"/>
            <p:cNvSpPr/>
            <p:nvPr/>
          </p:nvSpPr>
          <p:spPr>
            <a:xfrm>
              <a:off x="3637080" y="4025520"/>
              <a:ext cx="22320" cy="13320"/>
            </a:xfrm>
            <a:custGeom>
              <a:rect b="b" l="l" r="r" t="t"/>
              <a:pathLst>
                <a:path extrusionOk="0" h="37" w="62">
                  <a:moveTo>
                    <a:pt x="61" y="0"/>
                  </a:moveTo>
                  <a:lnTo>
                    <a:pt x="0" y="36"/>
                  </a:lnTo>
                  <a:cubicBezTo>
                    <a:pt x="11" y="8"/>
                    <a:pt x="34" y="2"/>
                    <a:pt x="6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3"/>
            <p:cNvSpPr/>
            <p:nvPr/>
          </p:nvSpPr>
          <p:spPr>
            <a:xfrm>
              <a:off x="3436200" y="4021920"/>
              <a:ext cx="18360" cy="23400"/>
            </a:xfrm>
            <a:custGeom>
              <a:rect b="b" l="l" r="r" t="t"/>
              <a:pathLst>
                <a:path extrusionOk="0" h="65" w="51">
                  <a:moveTo>
                    <a:pt x="0" y="56"/>
                  </a:moveTo>
                  <a:lnTo>
                    <a:pt x="50" y="0"/>
                  </a:lnTo>
                  <a:cubicBezTo>
                    <a:pt x="47" y="30"/>
                    <a:pt x="25" y="45"/>
                    <a:pt x="9" y="64"/>
                  </a:cubicBezTo>
                  <a:lnTo>
                    <a:pt x="0"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3"/>
            <p:cNvSpPr/>
            <p:nvPr/>
          </p:nvSpPr>
          <p:spPr>
            <a:xfrm>
              <a:off x="3422520" y="3965040"/>
              <a:ext cx="28080" cy="11160"/>
            </a:xfrm>
            <a:custGeom>
              <a:rect b="b" l="l" r="r" t="t"/>
              <a:pathLst>
                <a:path extrusionOk="0" h="31" w="78">
                  <a:moveTo>
                    <a:pt x="77" y="0"/>
                  </a:moveTo>
                  <a:cubicBezTo>
                    <a:pt x="72" y="3"/>
                    <a:pt x="66" y="7"/>
                    <a:pt x="61" y="10"/>
                  </a:cubicBezTo>
                  <a:cubicBezTo>
                    <a:pt x="42" y="21"/>
                    <a:pt x="22" y="28"/>
                    <a:pt x="0" y="30"/>
                  </a:cubicBezTo>
                  <a:cubicBezTo>
                    <a:pt x="6" y="25"/>
                    <a:pt x="13" y="20"/>
                    <a:pt x="20" y="16"/>
                  </a:cubicBezTo>
                  <a:cubicBezTo>
                    <a:pt x="37" y="6"/>
                    <a:pt x="57" y="1"/>
                    <a:pt x="7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3"/>
            <p:cNvSpPr/>
            <p:nvPr/>
          </p:nvSpPr>
          <p:spPr>
            <a:xfrm>
              <a:off x="3054600" y="4112280"/>
              <a:ext cx="32040" cy="12240"/>
            </a:xfrm>
            <a:custGeom>
              <a:rect b="b" l="l" r="r" t="t"/>
              <a:pathLst>
                <a:path extrusionOk="0" h="34" w="89">
                  <a:moveTo>
                    <a:pt x="0" y="4"/>
                  </a:moveTo>
                  <a:cubicBezTo>
                    <a:pt x="33" y="0"/>
                    <a:pt x="58" y="24"/>
                    <a:pt x="88" y="32"/>
                  </a:cubicBezTo>
                  <a:cubicBezTo>
                    <a:pt x="84" y="33"/>
                    <a:pt x="81" y="33"/>
                    <a:pt x="77" y="33"/>
                  </a:cubicBezTo>
                  <a:cubicBezTo>
                    <a:pt x="57" y="33"/>
                    <a:pt x="38" y="28"/>
                    <a:pt x="20" y="18"/>
                  </a:cubicBezTo>
                  <a:cubicBezTo>
                    <a:pt x="12" y="14"/>
                    <a:pt x="7" y="9"/>
                    <a:pt x="1" y="3"/>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3"/>
            <p:cNvSpPr/>
            <p:nvPr/>
          </p:nvSpPr>
          <p:spPr>
            <a:xfrm>
              <a:off x="3465720" y="3750840"/>
              <a:ext cx="20880" cy="20160"/>
            </a:xfrm>
            <a:custGeom>
              <a:rect b="b" l="l" r="r" t="t"/>
              <a:pathLst>
                <a:path extrusionOk="0" h="56" w="58">
                  <a:moveTo>
                    <a:pt x="16" y="55"/>
                  </a:moveTo>
                  <a:cubicBezTo>
                    <a:pt x="8" y="55"/>
                    <a:pt x="0" y="47"/>
                    <a:pt x="5" y="41"/>
                  </a:cubicBezTo>
                  <a:cubicBezTo>
                    <a:pt x="16" y="26"/>
                    <a:pt x="28" y="13"/>
                    <a:pt x="41" y="0"/>
                  </a:cubicBezTo>
                  <a:cubicBezTo>
                    <a:pt x="57" y="14"/>
                    <a:pt x="42" y="17"/>
                    <a:pt x="41" y="23"/>
                  </a:cubicBezTo>
                  <a:cubicBezTo>
                    <a:pt x="39" y="29"/>
                    <a:pt x="35" y="35"/>
                    <a:pt x="31" y="42"/>
                  </a:cubicBezTo>
                  <a:lnTo>
                    <a:pt x="16"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3"/>
            <p:cNvSpPr/>
            <p:nvPr/>
          </p:nvSpPr>
          <p:spPr>
            <a:xfrm>
              <a:off x="3511800" y="3719160"/>
              <a:ext cx="18360" cy="15480"/>
            </a:xfrm>
            <a:custGeom>
              <a:rect b="b" l="l" r="r" t="t"/>
              <a:pathLst>
                <a:path extrusionOk="0" h="43" w="51">
                  <a:moveTo>
                    <a:pt x="50" y="0"/>
                  </a:moveTo>
                  <a:cubicBezTo>
                    <a:pt x="39" y="15"/>
                    <a:pt x="25" y="28"/>
                    <a:pt x="9" y="37"/>
                  </a:cubicBezTo>
                  <a:cubicBezTo>
                    <a:pt x="6" y="39"/>
                    <a:pt x="3" y="40"/>
                    <a:pt x="0" y="42"/>
                  </a:cubicBezTo>
                  <a:lnTo>
                    <a:pt x="5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3"/>
            <p:cNvSpPr/>
            <p:nvPr/>
          </p:nvSpPr>
          <p:spPr>
            <a:xfrm>
              <a:off x="3186720" y="3671640"/>
              <a:ext cx="30600" cy="12240"/>
            </a:xfrm>
            <a:custGeom>
              <a:rect b="b" l="l" r="r" t="t"/>
              <a:pathLst>
                <a:path extrusionOk="0" h="34" w="85">
                  <a:moveTo>
                    <a:pt x="84" y="33"/>
                  </a:moveTo>
                  <a:cubicBezTo>
                    <a:pt x="59" y="29"/>
                    <a:pt x="35" y="20"/>
                    <a:pt x="13" y="8"/>
                  </a:cubicBezTo>
                  <a:cubicBezTo>
                    <a:pt x="8" y="5"/>
                    <a:pt x="4" y="3"/>
                    <a:pt x="0" y="0"/>
                  </a:cubicBezTo>
                  <a:cubicBezTo>
                    <a:pt x="23" y="2"/>
                    <a:pt x="46" y="9"/>
                    <a:pt x="66" y="21"/>
                  </a:cubicBezTo>
                  <a:cubicBezTo>
                    <a:pt x="72" y="24"/>
                    <a:pt x="78" y="28"/>
                    <a:pt x="84"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3"/>
            <p:cNvSpPr/>
            <p:nvPr/>
          </p:nvSpPr>
          <p:spPr>
            <a:xfrm>
              <a:off x="2873520" y="3549240"/>
              <a:ext cx="22680" cy="21600"/>
            </a:xfrm>
            <a:custGeom>
              <a:rect b="b" l="l" r="r" t="t"/>
              <a:pathLst>
                <a:path extrusionOk="0" h="60" w="63">
                  <a:moveTo>
                    <a:pt x="2" y="0"/>
                  </a:moveTo>
                  <a:lnTo>
                    <a:pt x="62" y="55"/>
                  </a:lnTo>
                  <a:cubicBezTo>
                    <a:pt x="33" y="59"/>
                    <a:pt x="25" y="30"/>
                    <a:pt x="3" y="26"/>
                  </a:cubicBezTo>
                  <a:lnTo>
                    <a:pt x="5" y="26"/>
                  </a:lnTo>
                  <a:lnTo>
                    <a:pt x="0" y="1"/>
                  </a:ln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3"/>
            <p:cNvSpPr/>
            <p:nvPr/>
          </p:nvSpPr>
          <p:spPr>
            <a:xfrm>
              <a:off x="3369960" y="3497400"/>
              <a:ext cx="27000" cy="18720"/>
            </a:xfrm>
            <a:custGeom>
              <a:rect b="b" l="l" r="r" t="t"/>
              <a:pathLst>
                <a:path extrusionOk="0" h="52" w="75">
                  <a:moveTo>
                    <a:pt x="22" y="5"/>
                  </a:moveTo>
                  <a:lnTo>
                    <a:pt x="50" y="20"/>
                  </a:lnTo>
                  <a:cubicBezTo>
                    <a:pt x="61" y="26"/>
                    <a:pt x="72" y="32"/>
                    <a:pt x="74" y="46"/>
                  </a:cubicBezTo>
                  <a:cubicBezTo>
                    <a:pt x="56" y="51"/>
                    <a:pt x="44" y="32"/>
                    <a:pt x="27" y="35"/>
                  </a:cubicBezTo>
                  <a:lnTo>
                    <a:pt x="15" y="28"/>
                  </a:lnTo>
                  <a:cubicBezTo>
                    <a:pt x="9" y="22"/>
                    <a:pt x="0" y="16"/>
                    <a:pt x="6" y="6"/>
                  </a:cubicBezTo>
                  <a:cubicBezTo>
                    <a:pt x="10" y="0"/>
                    <a:pt x="17" y="2"/>
                    <a:pt x="2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3"/>
            <p:cNvSpPr/>
            <p:nvPr/>
          </p:nvSpPr>
          <p:spPr>
            <a:xfrm>
              <a:off x="3985200" y="3450600"/>
              <a:ext cx="16560" cy="19440"/>
            </a:xfrm>
            <a:custGeom>
              <a:rect b="b" l="l" r="r" t="t"/>
              <a:pathLst>
                <a:path extrusionOk="0" h="54" w="46">
                  <a:moveTo>
                    <a:pt x="45" y="53"/>
                  </a:moveTo>
                  <a:cubicBezTo>
                    <a:pt x="40" y="51"/>
                    <a:pt x="35" y="49"/>
                    <a:pt x="31" y="47"/>
                  </a:cubicBezTo>
                  <a:cubicBezTo>
                    <a:pt x="21" y="42"/>
                    <a:pt x="14" y="34"/>
                    <a:pt x="8" y="24"/>
                  </a:cubicBezTo>
                  <a:cubicBezTo>
                    <a:pt x="4" y="17"/>
                    <a:pt x="1" y="9"/>
                    <a:pt x="0" y="0"/>
                  </a:cubicBezTo>
                  <a:lnTo>
                    <a:pt x="45"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3"/>
            <p:cNvSpPr/>
            <p:nvPr/>
          </p:nvSpPr>
          <p:spPr>
            <a:xfrm>
              <a:off x="3264120" y="3716280"/>
              <a:ext cx="29160" cy="10080"/>
            </a:xfrm>
            <a:custGeom>
              <a:rect b="b" l="l" r="r" t="t"/>
              <a:pathLst>
                <a:path extrusionOk="0" h="28" w="81">
                  <a:moveTo>
                    <a:pt x="80" y="27"/>
                  </a:moveTo>
                  <a:cubicBezTo>
                    <a:pt x="54" y="25"/>
                    <a:pt x="28" y="17"/>
                    <a:pt x="6" y="4"/>
                  </a:cubicBezTo>
                  <a:cubicBezTo>
                    <a:pt x="4" y="3"/>
                    <a:pt x="2" y="1"/>
                    <a:pt x="0" y="0"/>
                  </a:cubicBezTo>
                  <a:cubicBezTo>
                    <a:pt x="24" y="1"/>
                    <a:pt x="47" y="7"/>
                    <a:pt x="68" y="19"/>
                  </a:cubicBezTo>
                  <a:cubicBezTo>
                    <a:pt x="72" y="21"/>
                    <a:pt x="76" y="24"/>
                    <a:pt x="8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3"/>
            <p:cNvSpPr/>
            <p:nvPr/>
          </p:nvSpPr>
          <p:spPr>
            <a:xfrm>
              <a:off x="3316320" y="3795120"/>
              <a:ext cx="30960" cy="7200"/>
            </a:xfrm>
            <a:custGeom>
              <a:rect b="b" l="l" r="r" t="t"/>
              <a:pathLst>
                <a:path extrusionOk="0" h="20" w="86">
                  <a:moveTo>
                    <a:pt x="0" y="9"/>
                  </a:moveTo>
                  <a:cubicBezTo>
                    <a:pt x="15" y="3"/>
                    <a:pt x="30" y="0"/>
                    <a:pt x="45" y="0"/>
                  </a:cubicBezTo>
                  <a:cubicBezTo>
                    <a:pt x="59" y="0"/>
                    <a:pt x="72" y="2"/>
                    <a:pt x="85" y="7"/>
                  </a:cubicBezTo>
                  <a:cubicBezTo>
                    <a:pt x="57" y="19"/>
                    <a:pt x="29" y="5"/>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3"/>
            <p:cNvSpPr/>
            <p:nvPr/>
          </p:nvSpPr>
          <p:spPr>
            <a:xfrm>
              <a:off x="3646080" y="3631320"/>
              <a:ext cx="25560" cy="11520"/>
            </a:xfrm>
            <a:custGeom>
              <a:rect b="b" l="l" r="r" t="t"/>
              <a:pathLst>
                <a:path extrusionOk="0" h="32" w="71">
                  <a:moveTo>
                    <a:pt x="1" y="31"/>
                  </a:moveTo>
                  <a:cubicBezTo>
                    <a:pt x="8" y="25"/>
                    <a:pt x="15" y="20"/>
                    <a:pt x="22" y="16"/>
                  </a:cubicBezTo>
                  <a:cubicBezTo>
                    <a:pt x="37" y="7"/>
                    <a:pt x="53" y="2"/>
                    <a:pt x="70" y="0"/>
                  </a:cubicBezTo>
                  <a:cubicBezTo>
                    <a:pt x="64" y="6"/>
                    <a:pt x="57" y="12"/>
                    <a:pt x="49" y="16"/>
                  </a:cubicBezTo>
                  <a:cubicBezTo>
                    <a:pt x="34" y="25"/>
                    <a:pt x="17" y="30"/>
                    <a:pt x="0" y="30"/>
                  </a:cubicBezTo>
                  <a:lnTo>
                    <a:pt x="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3"/>
            <p:cNvSpPr/>
            <p:nvPr/>
          </p:nvSpPr>
          <p:spPr>
            <a:xfrm>
              <a:off x="3519720" y="3809880"/>
              <a:ext cx="12600" cy="24840"/>
            </a:xfrm>
            <a:custGeom>
              <a:rect b="b" l="l" r="r" t="t"/>
              <a:pathLst>
                <a:path extrusionOk="0" h="69" w="35">
                  <a:moveTo>
                    <a:pt x="34" y="0"/>
                  </a:moveTo>
                  <a:cubicBezTo>
                    <a:pt x="31" y="16"/>
                    <a:pt x="26" y="31"/>
                    <a:pt x="18" y="44"/>
                  </a:cubicBezTo>
                  <a:cubicBezTo>
                    <a:pt x="13" y="53"/>
                    <a:pt x="7" y="61"/>
                    <a:pt x="0" y="68"/>
                  </a:cubicBezTo>
                  <a:cubicBezTo>
                    <a:pt x="1" y="53"/>
                    <a:pt x="5" y="39"/>
                    <a:pt x="13" y="25"/>
                  </a:cubicBezTo>
                  <a:cubicBezTo>
                    <a:pt x="18" y="16"/>
                    <a:pt x="25" y="7"/>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3"/>
            <p:cNvSpPr/>
            <p:nvPr/>
          </p:nvSpPr>
          <p:spPr>
            <a:xfrm>
              <a:off x="3415680" y="3603600"/>
              <a:ext cx="30600" cy="10800"/>
            </a:xfrm>
            <a:custGeom>
              <a:rect b="b" l="l" r="r" t="t"/>
              <a:pathLst>
                <a:path extrusionOk="0" h="30" w="85">
                  <a:moveTo>
                    <a:pt x="84" y="28"/>
                  </a:moveTo>
                  <a:cubicBezTo>
                    <a:pt x="82" y="26"/>
                    <a:pt x="79" y="24"/>
                    <a:pt x="77" y="23"/>
                  </a:cubicBezTo>
                  <a:cubicBezTo>
                    <a:pt x="70" y="19"/>
                    <a:pt x="62" y="17"/>
                    <a:pt x="54" y="17"/>
                  </a:cubicBezTo>
                  <a:cubicBezTo>
                    <a:pt x="47" y="17"/>
                    <a:pt x="40" y="19"/>
                    <a:pt x="33" y="22"/>
                  </a:cubicBezTo>
                  <a:cubicBezTo>
                    <a:pt x="30" y="24"/>
                    <a:pt x="25" y="25"/>
                    <a:pt x="21" y="25"/>
                  </a:cubicBezTo>
                  <a:cubicBezTo>
                    <a:pt x="16" y="25"/>
                    <a:pt x="11" y="23"/>
                    <a:pt x="6" y="21"/>
                  </a:cubicBezTo>
                  <a:cubicBezTo>
                    <a:pt x="4" y="19"/>
                    <a:pt x="2" y="17"/>
                    <a:pt x="0" y="15"/>
                  </a:cubicBezTo>
                  <a:cubicBezTo>
                    <a:pt x="36" y="0"/>
                    <a:pt x="63" y="4"/>
                    <a:pt x="84" y="29"/>
                  </a:cubicBezTo>
                  <a:lnTo>
                    <a:pt x="84" y="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3"/>
            <p:cNvSpPr/>
            <p:nvPr/>
          </p:nvSpPr>
          <p:spPr>
            <a:xfrm>
              <a:off x="2958120" y="3595320"/>
              <a:ext cx="26640" cy="15120"/>
            </a:xfrm>
            <a:custGeom>
              <a:rect b="b" l="l" r="r" t="t"/>
              <a:pathLst>
                <a:path extrusionOk="0" h="42" w="74">
                  <a:moveTo>
                    <a:pt x="73" y="37"/>
                  </a:moveTo>
                  <a:cubicBezTo>
                    <a:pt x="33" y="41"/>
                    <a:pt x="33" y="41"/>
                    <a:pt x="0" y="0"/>
                  </a:cubicBezTo>
                  <a:cubicBezTo>
                    <a:pt x="33" y="5"/>
                    <a:pt x="48" y="31"/>
                    <a:pt x="73"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3"/>
            <p:cNvSpPr/>
            <p:nvPr/>
          </p:nvSpPr>
          <p:spPr>
            <a:xfrm>
              <a:off x="3321720" y="3811320"/>
              <a:ext cx="31680" cy="3600"/>
            </a:xfrm>
            <a:custGeom>
              <a:rect b="b" l="l" r="r" t="t"/>
              <a:pathLst>
                <a:path extrusionOk="0" h="10" w="88">
                  <a:moveTo>
                    <a:pt x="87" y="9"/>
                  </a:moveTo>
                  <a:lnTo>
                    <a:pt x="0" y="9"/>
                  </a:lnTo>
                  <a:cubicBezTo>
                    <a:pt x="14" y="3"/>
                    <a:pt x="29" y="0"/>
                    <a:pt x="44" y="0"/>
                  </a:cubicBezTo>
                  <a:cubicBezTo>
                    <a:pt x="58" y="0"/>
                    <a:pt x="73" y="3"/>
                    <a:pt x="87"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3"/>
            <p:cNvSpPr/>
            <p:nvPr/>
          </p:nvSpPr>
          <p:spPr>
            <a:xfrm>
              <a:off x="3205440" y="4075560"/>
              <a:ext cx="18360" cy="15840"/>
            </a:xfrm>
            <a:custGeom>
              <a:rect b="b" l="l" r="r" t="t"/>
              <a:pathLst>
                <a:path extrusionOk="0" h="44" w="51">
                  <a:moveTo>
                    <a:pt x="0" y="0"/>
                  </a:moveTo>
                  <a:lnTo>
                    <a:pt x="50" y="43"/>
                  </a:lnTo>
                  <a:cubicBezTo>
                    <a:pt x="21" y="38"/>
                    <a:pt x="21" y="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3"/>
            <p:cNvSpPr/>
            <p:nvPr/>
          </p:nvSpPr>
          <p:spPr>
            <a:xfrm>
              <a:off x="3605040" y="4017240"/>
              <a:ext cx="18720" cy="15120"/>
            </a:xfrm>
            <a:custGeom>
              <a:rect b="b" l="l" r="r" t="t"/>
              <a:pathLst>
                <a:path extrusionOk="0" h="42" w="52">
                  <a:moveTo>
                    <a:pt x="0" y="41"/>
                  </a:moveTo>
                  <a:cubicBezTo>
                    <a:pt x="11" y="27"/>
                    <a:pt x="25" y="15"/>
                    <a:pt x="41" y="6"/>
                  </a:cubicBezTo>
                  <a:cubicBezTo>
                    <a:pt x="44" y="4"/>
                    <a:pt x="48" y="2"/>
                    <a:pt x="51" y="0"/>
                  </a:cubicBezTo>
                  <a:cubicBezTo>
                    <a:pt x="51" y="2"/>
                    <a:pt x="50" y="4"/>
                    <a:pt x="49" y="6"/>
                  </a:cubicBezTo>
                  <a:cubicBezTo>
                    <a:pt x="42" y="17"/>
                    <a:pt x="32" y="27"/>
                    <a:pt x="21" y="33"/>
                  </a:cubicBezTo>
                  <a:cubicBezTo>
                    <a:pt x="14" y="37"/>
                    <a:pt x="7" y="40"/>
                    <a:pt x="0"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3"/>
            <p:cNvSpPr/>
            <p:nvPr/>
          </p:nvSpPr>
          <p:spPr>
            <a:xfrm>
              <a:off x="2946960" y="3684240"/>
              <a:ext cx="15840" cy="27000"/>
            </a:xfrm>
            <a:custGeom>
              <a:rect b="b" l="l" r="r" t="t"/>
              <a:pathLst>
                <a:path extrusionOk="0" h="75" w="44">
                  <a:moveTo>
                    <a:pt x="43" y="73"/>
                  </a:moveTo>
                  <a:cubicBezTo>
                    <a:pt x="14" y="57"/>
                    <a:pt x="10" y="27"/>
                    <a:pt x="0" y="0"/>
                  </a:cubicBezTo>
                  <a:cubicBezTo>
                    <a:pt x="10" y="9"/>
                    <a:pt x="18" y="20"/>
                    <a:pt x="25" y="32"/>
                  </a:cubicBezTo>
                  <a:cubicBezTo>
                    <a:pt x="33" y="45"/>
                    <a:pt x="38" y="59"/>
                    <a:pt x="42" y="74"/>
                  </a:cubicBezTo>
                  <a:lnTo>
                    <a:pt x="43" y="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3"/>
            <p:cNvSpPr/>
            <p:nvPr/>
          </p:nvSpPr>
          <p:spPr>
            <a:xfrm>
              <a:off x="3634920" y="3445560"/>
              <a:ext cx="26640" cy="7920"/>
            </a:xfrm>
            <a:custGeom>
              <a:rect b="b" l="l" r="r" t="t"/>
              <a:pathLst>
                <a:path extrusionOk="0" h="22" w="74">
                  <a:moveTo>
                    <a:pt x="0" y="21"/>
                  </a:moveTo>
                  <a:cubicBezTo>
                    <a:pt x="4" y="16"/>
                    <a:pt x="9" y="12"/>
                    <a:pt x="15" y="9"/>
                  </a:cubicBezTo>
                  <a:cubicBezTo>
                    <a:pt x="26" y="3"/>
                    <a:pt x="38" y="0"/>
                    <a:pt x="50" y="0"/>
                  </a:cubicBezTo>
                  <a:cubicBezTo>
                    <a:pt x="58" y="0"/>
                    <a:pt x="66" y="1"/>
                    <a:pt x="73" y="4"/>
                  </a:cubicBezTo>
                  <a:cubicBezTo>
                    <a:pt x="50" y="14"/>
                    <a:pt x="25" y="20"/>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3"/>
            <p:cNvSpPr/>
            <p:nvPr/>
          </p:nvSpPr>
          <p:spPr>
            <a:xfrm>
              <a:off x="3550320" y="3673080"/>
              <a:ext cx="11520" cy="33120"/>
            </a:xfrm>
            <a:custGeom>
              <a:rect b="b" l="l" r="r" t="t"/>
              <a:pathLst>
                <a:path extrusionOk="0" h="92" w="32">
                  <a:moveTo>
                    <a:pt x="9" y="91"/>
                  </a:moveTo>
                  <a:cubicBezTo>
                    <a:pt x="3" y="75"/>
                    <a:pt x="0" y="71"/>
                    <a:pt x="1" y="69"/>
                  </a:cubicBezTo>
                  <a:cubicBezTo>
                    <a:pt x="4" y="47"/>
                    <a:pt x="8" y="26"/>
                    <a:pt x="13" y="0"/>
                  </a:cubicBezTo>
                  <a:cubicBezTo>
                    <a:pt x="31" y="32"/>
                    <a:pt x="6" y="53"/>
                    <a:pt x="9"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3"/>
            <p:cNvSpPr/>
            <p:nvPr/>
          </p:nvSpPr>
          <p:spPr>
            <a:xfrm>
              <a:off x="2934360" y="3817800"/>
              <a:ext cx="16560" cy="20160"/>
            </a:xfrm>
            <a:custGeom>
              <a:rect b="b" l="l" r="r" t="t"/>
              <a:pathLst>
                <a:path extrusionOk="0" h="56" w="46">
                  <a:moveTo>
                    <a:pt x="45" y="55"/>
                  </a:moveTo>
                  <a:lnTo>
                    <a:pt x="0" y="0"/>
                  </a:lnTo>
                  <a:cubicBezTo>
                    <a:pt x="28" y="5"/>
                    <a:pt x="28" y="5"/>
                    <a:pt x="45"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3"/>
            <p:cNvSpPr/>
            <p:nvPr/>
          </p:nvSpPr>
          <p:spPr>
            <a:xfrm>
              <a:off x="3740760" y="3853440"/>
              <a:ext cx="15120" cy="26640"/>
            </a:xfrm>
            <a:custGeom>
              <a:rect b="b" l="l" r="r" t="t"/>
              <a:pathLst>
                <a:path extrusionOk="0" h="74" w="42">
                  <a:moveTo>
                    <a:pt x="0" y="73"/>
                  </a:moveTo>
                  <a:cubicBezTo>
                    <a:pt x="2" y="58"/>
                    <a:pt x="7" y="44"/>
                    <a:pt x="15" y="32"/>
                  </a:cubicBezTo>
                  <a:cubicBezTo>
                    <a:pt x="22" y="20"/>
                    <a:pt x="31" y="9"/>
                    <a:pt x="41" y="0"/>
                  </a:cubicBezTo>
                  <a:cubicBezTo>
                    <a:pt x="37" y="14"/>
                    <a:pt x="31" y="27"/>
                    <a:pt x="24" y="40"/>
                  </a:cubicBezTo>
                  <a:cubicBezTo>
                    <a:pt x="17" y="51"/>
                    <a:pt x="9" y="62"/>
                    <a:pt x="0"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3"/>
            <p:cNvSpPr/>
            <p:nvPr/>
          </p:nvSpPr>
          <p:spPr>
            <a:xfrm>
              <a:off x="3124080" y="3952800"/>
              <a:ext cx="11520" cy="12960"/>
            </a:xfrm>
            <a:custGeom>
              <a:rect b="b" l="l" r="r" t="t"/>
              <a:pathLst>
                <a:path extrusionOk="0" h="36" w="32">
                  <a:moveTo>
                    <a:pt x="31" y="35"/>
                  </a:moveTo>
                  <a:cubicBezTo>
                    <a:pt x="18" y="26"/>
                    <a:pt x="7" y="14"/>
                    <a:pt x="0" y="0"/>
                  </a:cubicBezTo>
                  <a:lnTo>
                    <a:pt x="31"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3"/>
            <p:cNvSpPr/>
            <p:nvPr/>
          </p:nvSpPr>
          <p:spPr>
            <a:xfrm>
              <a:off x="2960280" y="4007160"/>
              <a:ext cx="14760" cy="22320"/>
            </a:xfrm>
            <a:custGeom>
              <a:rect b="b" l="l" r="r" t="t"/>
              <a:pathLst>
                <a:path extrusionOk="0" h="62" w="41">
                  <a:moveTo>
                    <a:pt x="40" y="60"/>
                  </a:moveTo>
                  <a:cubicBezTo>
                    <a:pt x="11" y="52"/>
                    <a:pt x="9" y="23"/>
                    <a:pt x="0" y="0"/>
                  </a:cubicBezTo>
                  <a:cubicBezTo>
                    <a:pt x="11" y="9"/>
                    <a:pt x="21" y="19"/>
                    <a:pt x="28" y="31"/>
                  </a:cubicBezTo>
                  <a:cubicBezTo>
                    <a:pt x="33" y="41"/>
                    <a:pt x="37" y="51"/>
                    <a:pt x="39" y="61"/>
                  </a:cubicBezTo>
                  <a:lnTo>
                    <a:pt x="40" y="6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3"/>
            <p:cNvSpPr/>
            <p:nvPr/>
          </p:nvSpPr>
          <p:spPr>
            <a:xfrm>
              <a:off x="3261600" y="4012920"/>
              <a:ext cx="17280" cy="15480"/>
            </a:xfrm>
            <a:custGeom>
              <a:rect b="b" l="l" r="r" t="t"/>
              <a:pathLst>
                <a:path extrusionOk="0" h="43" w="48">
                  <a:moveTo>
                    <a:pt x="0" y="0"/>
                  </a:moveTo>
                  <a:cubicBezTo>
                    <a:pt x="5" y="2"/>
                    <a:pt x="9" y="5"/>
                    <a:pt x="13" y="7"/>
                  </a:cubicBezTo>
                  <a:cubicBezTo>
                    <a:pt x="27" y="15"/>
                    <a:pt x="38" y="25"/>
                    <a:pt x="46" y="39"/>
                  </a:cubicBezTo>
                  <a:cubicBezTo>
                    <a:pt x="46" y="40"/>
                    <a:pt x="47" y="41"/>
                    <a:pt x="47" y="42"/>
                  </a:cubicBezTo>
                  <a:cubicBezTo>
                    <a:pt x="41" y="40"/>
                    <a:pt x="34" y="38"/>
                    <a:pt x="28" y="34"/>
                  </a:cubicBezTo>
                  <a:cubicBezTo>
                    <a:pt x="19" y="29"/>
                    <a:pt x="11" y="21"/>
                    <a:pt x="5" y="11"/>
                  </a:cubicBezTo>
                  <a:cubicBezTo>
                    <a:pt x="3" y="8"/>
                    <a:pt x="1"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3"/>
            <p:cNvSpPr/>
            <p:nvPr/>
          </p:nvSpPr>
          <p:spPr>
            <a:xfrm>
              <a:off x="2973960" y="4028760"/>
              <a:ext cx="21960" cy="16200"/>
            </a:xfrm>
            <a:custGeom>
              <a:rect b="b" l="l" r="r" t="t"/>
              <a:pathLst>
                <a:path extrusionOk="0" h="45" w="61">
                  <a:moveTo>
                    <a:pt x="0" y="1"/>
                  </a:moveTo>
                  <a:cubicBezTo>
                    <a:pt x="23" y="6"/>
                    <a:pt x="31" y="29"/>
                    <a:pt x="60" y="44"/>
                  </a:cubicBezTo>
                  <a:cubicBezTo>
                    <a:pt x="16" y="33"/>
                    <a:pt x="16"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3"/>
            <p:cNvSpPr/>
            <p:nvPr/>
          </p:nvSpPr>
          <p:spPr>
            <a:xfrm>
              <a:off x="3438000" y="4043520"/>
              <a:ext cx="14040" cy="16200"/>
            </a:xfrm>
            <a:custGeom>
              <a:rect b="b" l="l" r="r" t="t"/>
              <a:pathLst>
                <a:path extrusionOk="0" h="45" w="39">
                  <a:moveTo>
                    <a:pt x="0" y="44"/>
                  </a:moveTo>
                  <a:cubicBezTo>
                    <a:pt x="2" y="40"/>
                    <a:pt x="4" y="35"/>
                    <a:pt x="6" y="32"/>
                  </a:cubicBezTo>
                  <a:cubicBezTo>
                    <a:pt x="13" y="19"/>
                    <a:pt x="24" y="8"/>
                    <a:pt x="37" y="0"/>
                  </a:cubicBezTo>
                  <a:lnTo>
                    <a:pt x="38" y="0"/>
                  </a:lnTo>
                  <a:cubicBezTo>
                    <a:pt x="37" y="5"/>
                    <a:pt x="35" y="10"/>
                    <a:pt x="32" y="15"/>
                  </a:cubicBezTo>
                  <a:cubicBezTo>
                    <a:pt x="26" y="26"/>
                    <a:pt x="17" y="34"/>
                    <a:pt x="7" y="40"/>
                  </a:cubicBezTo>
                  <a:cubicBezTo>
                    <a:pt x="5" y="42"/>
                    <a:pt x="2" y="43"/>
                    <a:pt x="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3"/>
            <p:cNvSpPr/>
            <p:nvPr/>
          </p:nvSpPr>
          <p:spPr>
            <a:xfrm>
              <a:off x="2925720" y="4099680"/>
              <a:ext cx="25920" cy="19080"/>
            </a:xfrm>
            <a:custGeom>
              <a:rect b="b" l="l" r="r" t="t"/>
              <a:pathLst>
                <a:path extrusionOk="0" h="53" w="72">
                  <a:moveTo>
                    <a:pt x="0" y="5"/>
                  </a:moveTo>
                  <a:cubicBezTo>
                    <a:pt x="19" y="0"/>
                    <a:pt x="35" y="14"/>
                    <a:pt x="53" y="16"/>
                  </a:cubicBezTo>
                  <a:cubicBezTo>
                    <a:pt x="71" y="19"/>
                    <a:pt x="58" y="31"/>
                    <a:pt x="55" y="38"/>
                  </a:cubicBezTo>
                  <a:cubicBezTo>
                    <a:pt x="50" y="52"/>
                    <a:pt x="47" y="40"/>
                    <a:pt x="43" y="35"/>
                  </a:cubicBezTo>
                  <a:cubicBezTo>
                    <a:pt x="33" y="20"/>
                    <a:pt x="8" y="25"/>
                    <a:pt x="1" y="5"/>
                  </a:cubicBezTo>
                  <a:lnTo>
                    <a:pt x="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3"/>
            <p:cNvSpPr/>
            <p:nvPr/>
          </p:nvSpPr>
          <p:spPr>
            <a:xfrm>
              <a:off x="3059280" y="3484080"/>
              <a:ext cx="17280" cy="14760"/>
            </a:xfrm>
            <a:custGeom>
              <a:rect b="b" l="l" r="r" t="t"/>
              <a:pathLst>
                <a:path extrusionOk="0" h="41" w="48">
                  <a:moveTo>
                    <a:pt x="47" y="40"/>
                  </a:moveTo>
                  <a:lnTo>
                    <a:pt x="0" y="0"/>
                  </a:lnTo>
                  <a:cubicBezTo>
                    <a:pt x="30" y="8"/>
                    <a:pt x="30" y="8"/>
                    <a:pt x="47"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3"/>
            <p:cNvSpPr/>
            <p:nvPr/>
          </p:nvSpPr>
          <p:spPr>
            <a:xfrm>
              <a:off x="3360240" y="3581280"/>
              <a:ext cx="25560" cy="11160"/>
            </a:xfrm>
            <a:custGeom>
              <a:rect b="b" l="l" r="r" t="t"/>
              <a:pathLst>
                <a:path extrusionOk="0" h="31" w="71">
                  <a:moveTo>
                    <a:pt x="0" y="3"/>
                  </a:moveTo>
                  <a:cubicBezTo>
                    <a:pt x="28" y="0"/>
                    <a:pt x="48" y="18"/>
                    <a:pt x="70" y="30"/>
                  </a:cubicBezTo>
                  <a:lnTo>
                    <a:pt x="69" y="30"/>
                  </a:lnTo>
                  <a:cubicBezTo>
                    <a:pt x="52" y="30"/>
                    <a:pt x="36" y="25"/>
                    <a:pt x="21" y="17"/>
                  </a:cubicBezTo>
                  <a:cubicBezTo>
                    <a:pt x="14" y="13"/>
                    <a:pt x="7" y="7"/>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3"/>
            <p:cNvSpPr/>
            <p:nvPr/>
          </p:nvSpPr>
          <p:spPr>
            <a:xfrm>
              <a:off x="2878920" y="3610800"/>
              <a:ext cx="17280" cy="14400"/>
            </a:xfrm>
            <a:custGeom>
              <a:rect b="b" l="l" r="r" t="t"/>
              <a:pathLst>
                <a:path extrusionOk="0" h="40" w="48">
                  <a:moveTo>
                    <a:pt x="47" y="39"/>
                  </a:moveTo>
                  <a:cubicBezTo>
                    <a:pt x="41" y="37"/>
                    <a:pt x="36" y="35"/>
                    <a:pt x="30" y="32"/>
                  </a:cubicBezTo>
                  <a:cubicBezTo>
                    <a:pt x="18" y="24"/>
                    <a:pt x="8" y="14"/>
                    <a:pt x="1" y="2"/>
                  </a:cubicBezTo>
                  <a:cubicBezTo>
                    <a:pt x="0" y="1"/>
                    <a:pt x="0" y="1"/>
                    <a:pt x="0" y="0"/>
                  </a:cubicBezTo>
                  <a:cubicBezTo>
                    <a:pt x="22" y="4"/>
                    <a:pt x="34" y="22"/>
                    <a:pt x="4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3"/>
            <p:cNvSpPr/>
            <p:nvPr/>
          </p:nvSpPr>
          <p:spPr>
            <a:xfrm>
              <a:off x="3445920" y="3606480"/>
              <a:ext cx="35280" cy="12600"/>
            </a:xfrm>
            <a:custGeom>
              <a:rect b="b" l="l" r="r" t="t"/>
              <a:pathLst>
                <a:path extrusionOk="0" h="35" w="98">
                  <a:moveTo>
                    <a:pt x="0" y="20"/>
                  </a:moveTo>
                  <a:cubicBezTo>
                    <a:pt x="31" y="0"/>
                    <a:pt x="60" y="16"/>
                    <a:pt x="97" y="28"/>
                  </a:cubicBezTo>
                  <a:cubicBezTo>
                    <a:pt x="58" y="34"/>
                    <a:pt x="30" y="13"/>
                    <a:pt x="0" y="19"/>
                  </a:cubicBezTo>
                  <a:lnTo>
                    <a:pt x="0"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3"/>
            <p:cNvSpPr/>
            <p:nvPr/>
          </p:nvSpPr>
          <p:spPr>
            <a:xfrm>
              <a:off x="3630600" y="3671640"/>
              <a:ext cx="18000" cy="9720"/>
            </a:xfrm>
            <a:custGeom>
              <a:rect b="b" l="l" r="r" t="t"/>
              <a:pathLst>
                <a:path extrusionOk="0" h="27" w="50">
                  <a:moveTo>
                    <a:pt x="0" y="26"/>
                  </a:moveTo>
                  <a:cubicBezTo>
                    <a:pt x="11" y="5"/>
                    <a:pt x="31" y="7"/>
                    <a:pt x="49" y="0"/>
                  </a:cubicBezTo>
                  <a:cubicBezTo>
                    <a:pt x="44" y="8"/>
                    <a:pt x="37" y="14"/>
                    <a:pt x="29" y="19"/>
                  </a:cubicBezTo>
                  <a:cubicBezTo>
                    <a:pt x="21" y="24"/>
                    <a:pt x="11" y="26"/>
                    <a:pt x="1" y="26"/>
                  </a:cubicBezTo>
                  <a:lnTo>
                    <a:pt x="0"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3"/>
            <p:cNvSpPr/>
            <p:nvPr/>
          </p:nvSpPr>
          <p:spPr>
            <a:xfrm>
              <a:off x="3895200" y="3730320"/>
              <a:ext cx="13320" cy="11520"/>
            </a:xfrm>
            <a:custGeom>
              <a:rect b="b" l="l" r="r" t="t"/>
              <a:pathLst>
                <a:path extrusionOk="0" h="32" w="37">
                  <a:moveTo>
                    <a:pt x="36" y="31"/>
                  </a:moveTo>
                  <a:cubicBezTo>
                    <a:pt x="14" y="31"/>
                    <a:pt x="2" y="25"/>
                    <a:pt x="0" y="7"/>
                  </a:cubicBezTo>
                  <a:cubicBezTo>
                    <a:pt x="0" y="5"/>
                    <a:pt x="4" y="0"/>
                    <a:pt x="6" y="1"/>
                  </a:cubicBezTo>
                  <a:cubicBezTo>
                    <a:pt x="11" y="1"/>
                    <a:pt x="16" y="2"/>
                    <a:pt x="20" y="5"/>
                  </a:cubicBezTo>
                  <a:cubicBezTo>
                    <a:pt x="25" y="8"/>
                    <a:pt x="30" y="12"/>
                    <a:pt x="32" y="16"/>
                  </a:cubicBezTo>
                  <a:cubicBezTo>
                    <a:pt x="35" y="21"/>
                    <a:pt x="36" y="26"/>
                    <a:pt x="3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3"/>
            <p:cNvSpPr/>
            <p:nvPr/>
          </p:nvSpPr>
          <p:spPr>
            <a:xfrm>
              <a:off x="3334320" y="3763800"/>
              <a:ext cx="25560" cy="2880"/>
            </a:xfrm>
            <a:custGeom>
              <a:rect b="b" l="l" r="r" t="t"/>
              <a:pathLst>
                <a:path extrusionOk="0" h="8" w="71">
                  <a:moveTo>
                    <a:pt x="70" y="7"/>
                  </a:moveTo>
                  <a:lnTo>
                    <a:pt x="0" y="7"/>
                  </a:lnTo>
                  <a:cubicBezTo>
                    <a:pt x="11" y="2"/>
                    <a:pt x="23" y="0"/>
                    <a:pt x="35" y="0"/>
                  </a:cubicBezTo>
                  <a:cubicBezTo>
                    <a:pt x="47" y="0"/>
                    <a:pt x="59" y="2"/>
                    <a:pt x="7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3"/>
            <p:cNvSpPr/>
            <p:nvPr/>
          </p:nvSpPr>
          <p:spPr>
            <a:xfrm>
              <a:off x="3484800" y="3767400"/>
              <a:ext cx="15120" cy="16560"/>
            </a:xfrm>
            <a:custGeom>
              <a:rect b="b" l="l" r="r" t="t"/>
              <a:pathLst>
                <a:path extrusionOk="0" h="46" w="42">
                  <a:moveTo>
                    <a:pt x="0" y="45"/>
                  </a:moveTo>
                  <a:lnTo>
                    <a:pt x="41" y="0"/>
                  </a:lnTo>
                  <a:cubicBezTo>
                    <a:pt x="38" y="28"/>
                    <a:pt x="38" y="28"/>
                    <a:pt x="0"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3"/>
            <p:cNvSpPr/>
            <p:nvPr/>
          </p:nvSpPr>
          <p:spPr>
            <a:xfrm>
              <a:off x="3713040" y="3827520"/>
              <a:ext cx="15120" cy="23040"/>
            </a:xfrm>
            <a:custGeom>
              <a:rect b="b" l="l" r="r" t="t"/>
              <a:pathLst>
                <a:path extrusionOk="0" h="64" w="42">
                  <a:moveTo>
                    <a:pt x="39" y="0"/>
                  </a:moveTo>
                  <a:cubicBezTo>
                    <a:pt x="36" y="27"/>
                    <a:pt x="14" y="43"/>
                    <a:pt x="0" y="63"/>
                  </a:cubicBezTo>
                  <a:cubicBezTo>
                    <a:pt x="1" y="51"/>
                    <a:pt x="4" y="41"/>
                    <a:pt x="10" y="31"/>
                  </a:cubicBezTo>
                  <a:cubicBezTo>
                    <a:pt x="17" y="19"/>
                    <a:pt x="26" y="9"/>
                    <a:pt x="38" y="2"/>
                  </a:cubicBezTo>
                  <a:cubicBezTo>
                    <a:pt x="39" y="2"/>
                    <a:pt x="40" y="2"/>
                    <a:pt x="41" y="1"/>
                  </a:cubicBezTo>
                  <a:lnTo>
                    <a:pt x="3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3"/>
            <p:cNvSpPr/>
            <p:nvPr/>
          </p:nvSpPr>
          <p:spPr>
            <a:xfrm>
              <a:off x="3455280" y="3907440"/>
              <a:ext cx="23040" cy="15480"/>
            </a:xfrm>
            <a:custGeom>
              <a:rect b="b" l="l" r="r" t="t"/>
              <a:pathLst>
                <a:path extrusionOk="0" h="43" w="64">
                  <a:moveTo>
                    <a:pt x="63" y="4"/>
                  </a:moveTo>
                  <a:cubicBezTo>
                    <a:pt x="54" y="14"/>
                    <a:pt x="44" y="22"/>
                    <a:pt x="33" y="29"/>
                  </a:cubicBezTo>
                  <a:cubicBezTo>
                    <a:pt x="23" y="35"/>
                    <a:pt x="12" y="39"/>
                    <a:pt x="0" y="42"/>
                  </a:cubicBezTo>
                  <a:cubicBezTo>
                    <a:pt x="10" y="29"/>
                    <a:pt x="22" y="19"/>
                    <a:pt x="35" y="11"/>
                  </a:cubicBezTo>
                  <a:cubicBezTo>
                    <a:pt x="43" y="6"/>
                    <a:pt x="51" y="3"/>
                    <a:pt x="60" y="0"/>
                  </a:cubicBezTo>
                  <a:lnTo>
                    <a:pt x="63"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3"/>
            <p:cNvSpPr/>
            <p:nvPr/>
          </p:nvSpPr>
          <p:spPr>
            <a:xfrm>
              <a:off x="3817440" y="3926520"/>
              <a:ext cx="11520" cy="19440"/>
            </a:xfrm>
            <a:custGeom>
              <a:rect b="b" l="l" r="r" t="t"/>
              <a:pathLst>
                <a:path extrusionOk="0" h="54" w="32">
                  <a:moveTo>
                    <a:pt x="31" y="0"/>
                  </a:moveTo>
                  <a:cubicBezTo>
                    <a:pt x="30" y="10"/>
                    <a:pt x="26" y="20"/>
                    <a:pt x="21" y="29"/>
                  </a:cubicBezTo>
                  <a:cubicBezTo>
                    <a:pt x="16" y="38"/>
                    <a:pt x="9" y="47"/>
                    <a:pt x="0" y="53"/>
                  </a:cubicBezTo>
                  <a:cubicBezTo>
                    <a:pt x="1" y="43"/>
                    <a:pt x="5" y="33"/>
                    <a:pt x="10" y="24"/>
                  </a:cubicBezTo>
                  <a:cubicBezTo>
                    <a:pt x="15" y="15"/>
                    <a:pt x="22" y="7"/>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3"/>
            <p:cNvSpPr/>
            <p:nvPr/>
          </p:nvSpPr>
          <p:spPr>
            <a:xfrm>
              <a:off x="3394080" y="3928680"/>
              <a:ext cx="23760" cy="7920"/>
            </a:xfrm>
            <a:custGeom>
              <a:rect b="b" l="l" r="r" t="t"/>
              <a:pathLst>
                <a:path extrusionOk="0" h="22" w="66">
                  <a:moveTo>
                    <a:pt x="65" y="2"/>
                  </a:moveTo>
                  <a:cubicBezTo>
                    <a:pt x="62" y="4"/>
                    <a:pt x="60" y="5"/>
                    <a:pt x="57" y="7"/>
                  </a:cubicBezTo>
                  <a:cubicBezTo>
                    <a:pt x="42" y="15"/>
                    <a:pt x="25" y="21"/>
                    <a:pt x="8" y="21"/>
                  </a:cubicBezTo>
                  <a:cubicBezTo>
                    <a:pt x="5" y="21"/>
                    <a:pt x="3" y="21"/>
                    <a:pt x="0" y="20"/>
                  </a:cubicBezTo>
                  <a:cubicBezTo>
                    <a:pt x="4" y="16"/>
                    <a:pt x="9" y="13"/>
                    <a:pt x="14" y="10"/>
                  </a:cubicBezTo>
                  <a:cubicBezTo>
                    <a:pt x="25" y="4"/>
                    <a:pt x="36" y="0"/>
                    <a:pt x="48" y="0"/>
                  </a:cubicBezTo>
                  <a:cubicBezTo>
                    <a:pt x="54" y="0"/>
                    <a:pt x="60" y="1"/>
                    <a:pt x="6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3"/>
            <p:cNvSpPr/>
            <p:nvPr/>
          </p:nvSpPr>
          <p:spPr>
            <a:xfrm>
              <a:off x="2981880" y="3932280"/>
              <a:ext cx="16560" cy="18000"/>
            </a:xfrm>
            <a:custGeom>
              <a:rect b="b" l="l" r="r" t="t"/>
              <a:pathLst>
                <a:path extrusionOk="0" h="50" w="46">
                  <a:moveTo>
                    <a:pt x="0" y="1"/>
                  </a:moveTo>
                  <a:cubicBezTo>
                    <a:pt x="26" y="8"/>
                    <a:pt x="30" y="33"/>
                    <a:pt x="45" y="49"/>
                  </a:cubicBezTo>
                  <a:cubicBezTo>
                    <a:pt x="26" y="37"/>
                    <a:pt x="2" y="28"/>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3"/>
            <p:cNvSpPr/>
            <p:nvPr/>
          </p:nvSpPr>
          <p:spPr>
            <a:xfrm>
              <a:off x="3138480" y="3942360"/>
              <a:ext cx="13680" cy="23400"/>
            </a:xfrm>
            <a:custGeom>
              <a:rect b="b" l="l" r="r" t="t"/>
              <a:pathLst>
                <a:path extrusionOk="0" h="65" w="38">
                  <a:moveTo>
                    <a:pt x="34" y="64"/>
                  </a:moveTo>
                  <a:cubicBezTo>
                    <a:pt x="25" y="57"/>
                    <a:pt x="16" y="48"/>
                    <a:pt x="11" y="39"/>
                  </a:cubicBezTo>
                  <a:cubicBezTo>
                    <a:pt x="4" y="27"/>
                    <a:pt x="1" y="14"/>
                    <a:pt x="0" y="0"/>
                  </a:cubicBezTo>
                  <a:cubicBezTo>
                    <a:pt x="10" y="9"/>
                    <a:pt x="19" y="19"/>
                    <a:pt x="25" y="30"/>
                  </a:cubicBezTo>
                  <a:cubicBezTo>
                    <a:pt x="31" y="39"/>
                    <a:pt x="35" y="50"/>
                    <a:pt x="37" y="60"/>
                  </a:cubicBezTo>
                  <a:lnTo>
                    <a:pt x="34" y="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3"/>
            <p:cNvSpPr/>
            <p:nvPr/>
          </p:nvSpPr>
          <p:spPr>
            <a:xfrm>
              <a:off x="3512520" y="3794040"/>
              <a:ext cx="11520" cy="23040"/>
            </a:xfrm>
            <a:custGeom>
              <a:rect b="b" l="l" r="r" t="t"/>
              <a:pathLst>
                <a:path extrusionOk="0" h="64" w="32">
                  <a:moveTo>
                    <a:pt x="9" y="63"/>
                  </a:moveTo>
                  <a:cubicBezTo>
                    <a:pt x="0" y="41"/>
                    <a:pt x="9" y="24"/>
                    <a:pt x="20" y="0"/>
                  </a:cubicBezTo>
                  <a:cubicBezTo>
                    <a:pt x="31" y="29"/>
                    <a:pt x="12" y="44"/>
                    <a:pt x="9"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3"/>
            <p:cNvSpPr/>
            <p:nvPr/>
          </p:nvSpPr>
          <p:spPr>
            <a:xfrm>
              <a:off x="3737160" y="3829680"/>
              <a:ext cx="12240" cy="15480"/>
            </a:xfrm>
            <a:custGeom>
              <a:rect b="b" l="l" r="r" t="t"/>
              <a:pathLst>
                <a:path extrusionOk="0" h="43" w="34">
                  <a:moveTo>
                    <a:pt x="33" y="0"/>
                  </a:moveTo>
                  <a:cubicBezTo>
                    <a:pt x="32" y="6"/>
                    <a:pt x="30" y="11"/>
                    <a:pt x="27" y="16"/>
                  </a:cubicBezTo>
                  <a:cubicBezTo>
                    <a:pt x="21" y="26"/>
                    <a:pt x="12" y="35"/>
                    <a:pt x="1" y="41"/>
                  </a:cubicBezTo>
                  <a:lnTo>
                    <a:pt x="0" y="42"/>
                  </a:lnTo>
                  <a:cubicBezTo>
                    <a:pt x="1" y="37"/>
                    <a:pt x="3" y="32"/>
                    <a:pt x="6" y="28"/>
                  </a:cubicBezTo>
                  <a:cubicBezTo>
                    <a:pt x="13" y="16"/>
                    <a:pt x="22" y="7"/>
                    <a:pt x="33" y="1"/>
                  </a:cubicBezTo>
                  <a:lnTo>
                    <a:pt x="3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3"/>
            <p:cNvSpPr/>
            <p:nvPr/>
          </p:nvSpPr>
          <p:spPr>
            <a:xfrm>
              <a:off x="3471120" y="3758040"/>
              <a:ext cx="20880" cy="15840"/>
            </a:xfrm>
            <a:custGeom>
              <a:rect b="b" l="l" r="r" t="t"/>
              <a:pathLst>
                <a:path extrusionOk="0" h="44" w="58">
                  <a:moveTo>
                    <a:pt x="0" y="35"/>
                  </a:moveTo>
                  <a:lnTo>
                    <a:pt x="14" y="22"/>
                  </a:lnTo>
                  <a:lnTo>
                    <a:pt x="57" y="0"/>
                  </a:lnTo>
                  <a:cubicBezTo>
                    <a:pt x="38" y="27"/>
                    <a:pt x="26" y="40"/>
                    <a:pt x="4" y="43"/>
                  </a:cubicBezTo>
                  <a:cubicBezTo>
                    <a:pt x="4" y="43"/>
                    <a:pt x="1" y="42"/>
                    <a:pt x="0" y="40"/>
                  </a:cubicBezTo>
                  <a:cubicBezTo>
                    <a:pt x="0" y="39"/>
                    <a:pt x="0" y="39"/>
                    <a:pt x="0" y="38"/>
                  </a:cubicBezTo>
                  <a:cubicBezTo>
                    <a:pt x="0" y="37"/>
                    <a:pt x="0" y="36"/>
                    <a:pt x="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3"/>
            <p:cNvSpPr/>
            <p:nvPr/>
          </p:nvSpPr>
          <p:spPr>
            <a:xfrm>
              <a:off x="3065040" y="3691440"/>
              <a:ext cx="22320" cy="13680"/>
            </a:xfrm>
            <a:custGeom>
              <a:rect b="b" l="l" r="r" t="t"/>
              <a:pathLst>
                <a:path extrusionOk="0" h="38" w="62">
                  <a:moveTo>
                    <a:pt x="0" y="0"/>
                  </a:moveTo>
                  <a:lnTo>
                    <a:pt x="41" y="11"/>
                  </a:lnTo>
                  <a:lnTo>
                    <a:pt x="61" y="37"/>
                  </a:lnTo>
                  <a:cubicBezTo>
                    <a:pt x="50" y="35"/>
                    <a:pt x="39" y="30"/>
                    <a:pt x="30" y="25"/>
                  </a:cubicBezTo>
                  <a:cubicBezTo>
                    <a:pt x="18" y="18"/>
                    <a:pt x="8" y="1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3"/>
            <p:cNvSpPr/>
            <p:nvPr/>
          </p:nvSpPr>
          <p:spPr>
            <a:xfrm>
              <a:off x="3177720" y="3680640"/>
              <a:ext cx="21600" cy="9720"/>
            </a:xfrm>
            <a:custGeom>
              <a:rect b="b" l="l" r="r" t="t"/>
              <a:pathLst>
                <a:path extrusionOk="0" h="27" w="60">
                  <a:moveTo>
                    <a:pt x="0" y="0"/>
                  </a:moveTo>
                  <a:cubicBezTo>
                    <a:pt x="14" y="1"/>
                    <a:pt x="28" y="6"/>
                    <a:pt x="40" y="13"/>
                  </a:cubicBezTo>
                  <a:cubicBezTo>
                    <a:pt x="47" y="17"/>
                    <a:pt x="53" y="21"/>
                    <a:pt x="59" y="26"/>
                  </a:cubicBezTo>
                  <a:cubicBezTo>
                    <a:pt x="45" y="25"/>
                    <a:pt x="31" y="21"/>
                    <a:pt x="19" y="14"/>
                  </a:cubicBezTo>
                  <a:cubicBezTo>
                    <a:pt x="12" y="10"/>
                    <a:pt x="6"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3"/>
            <p:cNvSpPr/>
            <p:nvPr/>
          </p:nvSpPr>
          <p:spPr>
            <a:xfrm>
              <a:off x="3851280" y="3674160"/>
              <a:ext cx="13680" cy="17640"/>
            </a:xfrm>
            <a:custGeom>
              <a:rect b="b" l="l" r="r" t="t"/>
              <a:pathLst>
                <a:path extrusionOk="0" h="49" w="38">
                  <a:moveTo>
                    <a:pt x="36" y="44"/>
                  </a:moveTo>
                  <a:cubicBezTo>
                    <a:pt x="29" y="47"/>
                    <a:pt x="17" y="48"/>
                    <a:pt x="17" y="42"/>
                  </a:cubicBezTo>
                  <a:cubicBezTo>
                    <a:pt x="17" y="26"/>
                    <a:pt x="4" y="16"/>
                    <a:pt x="0" y="0"/>
                  </a:cubicBezTo>
                  <a:cubicBezTo>
                    <a:pt x="37" y="0"/>
                    <a:pt x="18" y="35"/>
                    <a:pt x="35" y="45"/>
                  </a:cubicBezTo>
                  <a:lnTo>
                    <a:pt x="36"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3"/>
            <p:cNvSpPr/>
            <p:nvPr/>
          </p:nvSpPr>
          <p:spPr>
            <a:xfrm>
              <a:off x="3141360" y="3659400"/>
              <a:ext cx="19440" cy="11520"/>
            </a:xfrm>
            <a:custGeom>
              <a:rect b="b" l="l" r="r" t="t"/>
              <a:pathLst>
                <a:path extrusionOk="0" h="32" w="54">
                  <a:moveTo>
                    <a:pt x="0" y="0"/>
                  </a:moveTo>
                  <a:cubicBezTo>
                    <a:pt x="9" y="2"/>
                    <a:pt x="18" y="6"/>
                    <a:pt x="27" y="11"/>
                  </a:cubicBezTo>
                  <a:cubicBezTo>
                    <a:pt x="37" y="16"/>
                    <a:pt x="45" y="23"/>
                    <a:pt x="53" y="31"/>
                  </a:cubicBezTo>
                  <a:cubicBezTo>
                    <a:pt x="52" y="31"/>
                    <a:pt x="51" y="31"/>
                    <a:pt x="50" y="31"/>
                  </a:cubicBezTo>
                  <a:cubicBezTo>
                    <a:pt x="40" y="31"/>
                    <a:pt x="31" y="29"/>
                    <a:pt x="22" y="24"/>
                  </a:cubicBezTo>
                  <a:cubicBezTo>
                    <a:pt x="13" y="19"/>
                    <a:pt x="7" y="12"/>
                    <a:pt x="2" y="4"/>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3"/>
            <p:cNvSpPr/>
            <p:nvPr/>
          </p:nvSpPr>
          <p:spPr>
            <a:xfrm>
              <a:off x="3144600" y="3644280"/>
              <a:ext cx="18000" cy="12240"/>
            </a:xfrm>
            <a:custGeom>
              <a:rect b="b" l="l" r="r" t="t"/>
              <a:pathLst>
                <a:path extrusionOk="0" h="34" w="50">
                  <a:moveTo>
                    <a:pt x="49" y="32"/>
                  </a:moveTo>
                  <a:cubicBezTo>
                    <a:pt x="46" y="33"/>
                    <a:pt x="43" y="33"/>
                    <a:pt x="40" y="33"/>
                  </a:cubicBezTo>
                  <a:cubicBezTo>
                    <a:pt x="33" y="33"/>
                    <a:pt x="26" y="32"/>
                    <a:pt x="20" y="28"/>
                  </a:cubicBezTo>
                  <a:cubicBezTo>
                    <a:pt x="14" y="24"/>
                    <a:pt x="9" y="19"/>
                    <a:pt x="5" y="13"/>
                  </a:cubicBezTo>
                  <a:cubicBezTo>
                    <a:pt x="3" y="9"/>
                    <a:pt x="1" y="5"/>
                    <a:pt x="0" y="0"/>
                  </a:cubicBezTo>
                  <a:lnTo>
                    <a:pt x="49"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3"/>
            <p:cNvSpPr/>
            <p:nvPr/>
          </p:nvSpPr>
          <p:spPr>
            <a:xfrm>
              <a:off x="3359880" y="3506040"/>
              <a:ext cx="20520" cy="9360"/>
            </a:xfrm>
            <a:custGeom>
              <a:rect b="b" l="l" r="r" t="t"/>
              <a:pathLst>
                <a:path extrusionOk="0" h="26" w="57">
                  <a:moveTo>
                    <a:pt x="45" y="2"/>
                  </a:moveTo>
                  <a:lnTo>
                    <a:pt x="56" y="9"/>
                  </a:lnTo>
                  <a:cubicBezTo>
                    <a:pt x="54" y="19"/>
                    <a:pt x="47" y="25"/>
                    <a:pt x="37" y="20"/>
                  </a:cubicBezTo>
                  <a:cubicBezTo>
                    <a:pt x="26" y="15"/>
                    <a:pt x="11" y="12"/>
                    <a:pt x="1" y="0"/>
                  </a:cubicBezTo>
                  <a:lnTo>
                    <a:pt x="0" y="1"/>
                  </a:lnTo>
                  <a:cubicBezTo>
                    <a:pt x="6" y="0"/>
                    <a:pt x="13" y="0"/>
                    <a:pt x="19" y="0"/>
                  </a:cubicBezTo>
                  <a:cubicBezTo>
                    <a:pt x="28" y="0"/>
                    <a:pt x="36" y="1"/>
                    <a:pt x="4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3"/>
            <p:cNvSpPr/>
            <p:nvPr/>
          </p:nvSpPr>
          <p:spPr>
            <a:xfrm>
              <a:off x="3637080" y="3460680"/>
              <a:ext cx="21240" cy="12600"/>
            </a:xfrm>
            <a:custGeom>
              <a:rect b="b" l="l" r="r" t="t"/>
              <a:pathLst>
                <a:path extrusionOk="0" h="35" w="59">
                  <a:moveTo>
                    <a:pt x="0" y="19"/>
                  </a:moveTo>
                  <a:cubicBezTo>
                    <a:pt x="20" y="10"/>
                    <a:pt x="37" y="0"/>
                    <a:pt x="58" y="7"/>
                  </a:cubicBezTo>
                  <a:cubicBezTo>
                    <a:pt x="39" y="11"/>
                    <a:pt x="26" y="34"/>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3"/>
            <p:cNvSpPr/>
            <p:nvPr/>
          </p:nvSpPr>
          <p:spPr>
            <a:xfrm>
              <a:off x="3110400" y="3866040"/>
              <a:ext cx="14760" cy="26640"/>
            </a:xfrm>
            <a:custGeom>
              <a:rect b="b" l="l" r="r" t="t"/>
              <a:pathLst>
                <a:path extrusionOk="0" h="74" w="41">
                  <a:moveTo>
                    <a:pt x="36" y="72"/>
                  </a:moveTo>
                  <a:cubicBezTo>
                    <a:pt x="12" y="58"/>
                    <a:pt x="6" y="36"/>
                    <a:pt x="0" y="0"/>
                  </a:cubicBezTo>
                  <a:lnTo>
                    <a:pt x="40" y="58"/>
                  </a:lnTo>
                  <a:lnTo>
                    <a:pt x="40" y="57"/>
                  </a:lnTo>
                  <a:cubicBezTo>
                    <a:pt x="39" y="62"/>
                    <a:pt x="37" y="68"/>
                    <a:pt x="35" y="73"/>
                  </a:cubicBezTo>
                  <a:lnTo>
                    <a:pt x="36" y="7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3"/>
            <p:cNvSpPr/>
            <p:nvPr/>
          </p:nvSpPr>
          <p:spPr>
            <a:xfrm>
              <a:off x="3917520" y="3882960"/>
              <a:ext cx="22680" cy="10080"/>
            </a:xfrm>
            <a:custGeom>
              <a:rect b="b" l="l" r="r" t="t"/>
              <a:pathLst>
                <a:path extrusionOk="0" h="28" w="63">
                  <a:moveTo>
                    <a:pt x="61" y="0"/>
                  </a:moveTo>
                  <a:cubicBezTo>
                    <a:pt x="49" y="27"/>
                    <a:pt x="23" y="23"/>
                    <a:pt x="0" y="27"/>
                  </a:cubicBezTo>
                  <a:cubicBezTo>
                    <a:pt x="6" y="21"/>
                    <a:pt x="12" y="17"/>
                    <a:pt x="18" y="13"/>
                  </a:cubicBezTo>
                  <a:cubicBezTo>
                    <a:pt x="32" y="5"/>
                    <a:pt x="47" y="1"/>
                    <a:pt x="62" y="0"/>
                  </a:cubicBezTo>
                  <a:lnTo>
                    <a:pt x="6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3"/>
            <p:cNvSpPr/>
            <p:nvPr/>
          </p:nvSpPr>
          <p:spPr>
            <a:xfrm>
              <a:off x="2949480" y="4081320"/>
              <a:ext cx="14760" cy="17640"/>
            </a:xfrm>
            <a:custGeom>
              <a:rect b="b" l="l" r="r" t="t"/>
              <a:pathLst>
                <a:path extrusionOk="0" h="49" w="41">
                  <a:moveTo>
                    <a:pt x="0" y="1"/>
                  </a:moveTo>
                  <a:cubicBezTo>
                    <a:pt x="24" y="8"/>
                    <a:pt x="31" y="29"/>
                    <a:pt x="40" y="48"/>
                  </a:cubicBezTo>
                  <a:cubicBezTo>
                    <a:pt x="27" y="40"/>
                    <a:pt x="16" y="29"/>
                    <a:pt x="9" y="16"/>
                  </a:cubicBezTo>
                  <a:cubicBezTo>
                    <a:pt x="6" y="11"/>
                    <a:pt x="3"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3"/>
            <p:cNvSpPr/>
            <p:nvPr/>
          </p:nvSpPr>
          <p:spPr>
            <a:xfrm>
              <a:off x="3007080" y="3954960"/>
              <a:ext cx="15840" cy="26280"/>
            </a:xfrm>
            <a:custGeom>
              <a:rect b="b" l="l" r="r" t="t"/>
              <a:pathLst>
                <a:path extrusionOk="0" h="73" w="44">
                  <a:moveTo>
                    <a:pt x="43" y="71"/>
                  </a:moveTo>
                  <a:cubicBezTo>
                    <a:pt x="16" y="55"/>
                    <a:pt x="0" y="34"/>
                    <a:pt x="16" y="1"/>
                  </a:cubicBezTo>
                  <a:lnTo>
                    <a:pt x="14" y="0"/>
                  </a:lnTo>
                  <a:cubicBezTo>
                    <a:pt x="26" y="23"/>
                    <a:pt x="34" y="47"/>
                    <a:pt x="41" y="72"/>
                  </a:cubicBezTo>
                  <a:lnTo>
                    <a:pt x="43"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3"/>
            <p:cNvSpPr/>
            <p:nvPr/>
          </p:nvSpPr>
          <p:spPr>
            <a:xfrm>
              <a:off x="3476880" y="3895200"/>
              <a:ext cx="20520" cy="14040"/>
            </a:xfrm>
            <a:custGeom>
              <a:rect b="b" l="l" r="r" t="t"/>
              <a:pathLst>
                <a:path extrusionOk="0" h="39" w="57">
                  <a:moveTo>
                    <a:pt x="0" y="34"/>
                  </a:moveTo>
                  <a:cubicBezTo>
                    <a:pt x="7" y="25"/>
                    <a:pt x="16" y="17"/>
                    <a:pt x="26" y="11"/>
                  </a:cubicBezTo>
                  <a:cubicBezTo>
                    <a:pt x="35" y="5"/>
                    <a:pt x="45" y="2"/>
                    <a:pt x="56" y="0"/>
                  </a:cubicBezTo>
                  <a:cubicBezTo>
                    <a:pt x="48" y="12"/>
                    <a:pt x="38" y="22"/>
                    <a:pt x="26" y="29"/>
                  </a:cubicBezTo>
                  <a:cubicBezTo>
                    <a:pt x="19" y="33"/>
                    <a:pt x="11" y="36"/>
                    <a:pt x="3" y="38"/>
                  </a:cubicBezTo>
                  <a:lnTo>
                    <a:pt x="0"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3"/>
            <p:cNvSpPr/>
            <p:nvPr/>
          </p:nvSpPr>
          <p:spPr>
            <a:xfrm>
              <a:off x="3313800" y="3443400"/>
              <a:ext cx="21960" cy="16200"/>
            </a:xfrm>
            <a:custGeom>
              <a:rect b="b" l="l" r="r" t="t"/>
              <a:pathLst>
                <a:path extrusionOk="0" h="45" w="61">
                  <a:moveTo>
                    <a:pt x="25" y="0"/>
                  </a:moveTo>
                  <a:cubicBezTo>
                    <a:pt x="29" y="20"/>
                    <a:pt x="52" y="18"/>
                    <a:pt x="60" y="33"/>
                  </a:cubicBezTo>
                  <a:cubicBezTo>
                    <a:pt x="48" y="44"/>
                    <a:pt x="40" y="31"/>
                    <a:pt x="31" y="27"/>
                  </a:cubicBezTo>
                  <a:cubicBezTo>
                    <a:pt x="21" y="23"/>
                    <a:pt x="12" y="18"/>
                    <a:pt x="2" y="13"/>
                  </a:cubicBezTo>
                  <a:cubicBezTo>
                    <a:pt x="1" y="12"/>
                    <a:pt x="0" y="12"/>
                    <a:pt x="0" y="11"/>
                  </a:cubicBezTo>
                  <a:lnTo>
                    <a:pt x="26" y="2"/>
                  </a:lnTo>
                  <a:lnTo>
                    <a:pt x="2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3"/>
            <p:cNvSpPr/>
            <p:nvPr/>
          </p:nvSpPr>
          <p:spPr>
            <a:xfrm>
              <a:off x="3444840" y="4098600"/>
              <a:ext cx="18360" cy="15480"/>
            </a:xfrm>
            <a:custGeom>
              <a:rect b="b" l="l" r="r" t="t"/>
              <a:pathLst>
                <a:path extrusionOk="0" h="43" w="51">
                  <a:moveTo>
                    <a:pt x="1" y="42"/>
                  </a:moveTo>
                  <a:cubicBezTo>
                    <a:pt x="8" y="16"/>
                    <a:pt x="33" y="13"/>
                    <a:pt x="50" y="0"/>
                  </a:cubicBezTo>
                  <a:cubicBezTo>
                    <a:pt x="49" y="2"/>
                    <a:pt x="48" y="5"/>
                    <a:pt x="47" y="7"/>
                  </a:cubicBezTo>
                  <a:cubicBezTo>
                    <a:pt x="40" y="18"/>
                    <a:pt x="31" y="27"/>
                    <a:pt x="20" y="33"/>
                  </a:cubicBezTo>
                  <a:cubicBezTo>
                    <a:pt x="14" y="37"/>
                    <a:pt x="7" y="40"/>
                    <a:pt x="0" y="41"/>
                  </a:cubicBezTo>
                  <a:lnTo>
                    <a:pt x="1" y="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3"/>
            <p:cNvSpPr/>
            <p:nvPr/>
          </p:nvSpPr>
          <p:spPr>
            <a:xfrm>
              <a:off x="3275280" y="4048200"/>
              <a:ext cx="26640" cy="12240"/>
            </a:xfrm>
            <a:custGeom>
              <a:rect b="b" l="l" r="r" t="t"/>
              <a:pathLst>
                <a:path extrusionOk="0" h="34" w="74">
                  <a:moveTo>
                    <a:pt x="4" y="0"/>
                  </a:moveTo>
                  <a:lnTo>
                    <a:pt x="73" y="32"/>
                  </a:lnTo>
                  <a:cubicBezTo>
                    <a:pt x="69" y="33"/>
                    <a:pt x="64" y="33"/>
                    <a:pt x="60" y="33"/>
                  </a:cubicBezTo>
                  <a:cubicBezTo>
                    <a:pt x="46" y="33"/>
                    <a:pt x="32" y="30"/>
                    <a:pt x="20" y="23"/>
                  </a:cubicBezTo>
                  <a:cubicBezTo>
                    <a:pt x="12" y="18"/>
                    <a:pt x="5" y="12"/>
                    <a:pt x="0" y="6"/>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3"/>
            <p:cNvSpPr/>
            <p:nvPr/>
          </p:nvSpPr>
          <p:spPr>
            <a:xfrm>
              <a:off x="3182400" y="3899520"/>
              <a:ext cx="18000" cy="17640"/>
            </a:xfrm>
            <a:custGeom>
              <a:rect b="b" l="l" r="r" t="t"/>
              <a:pathLst>
                <a:path extrusionOk="0" h="49" w="50">
                  <a:moveTo>
                    <a:pt x="14" y="46"/>
                  </a:moveTo>
                  <a:lnTo>
                    <a:pt x="0" y="24"/>
                  </a:lnTo>
                  <a:cubicBezTo>
                    <a:pt x="30" y="0"/>
                    <a:pt x="36" y="33"/>
                    <a:pt x="49" y="46"/>
                  </a:cubicBezTo>
                  <a:lnTo>
                    <a:pt x="47" y="48"/>
                  </a:lnTo>
                  <a:lnTo>
                    <a:pt x="14"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3"/>
            <p:cNvSpPr/>
            <p:nvPr/>
          </p:nvSpPr>
          <p:spPr>
            <a:xfrm>
              <a:off x="3491280" y="4095720"/>
              <a:ext cx="17640" cy="13320"/>
            </a:xfrm>
            <a:custGeom>
              <a:rect b="b" l="l" r="r" t="t"/>
              <a:pathLst>
                <a:path extrusionOk="0" h="37" w="49">
                  <a:moveTo>
                    <a:pt x="47" y="0"/>
                  </a:moveTo>
                  <a:cubicBezTo>
                    <a:pt x="35" y="21"/>
                    <a:pt x="35" y="21"/>
                    <a:pt x="3" y="36"/>
                  </a:cubicBezTo>
                  <a:cubicBezTo>
                    <a:pt x="0" y="22"/>
                    <a:pt x="13" y="22"/>
                    <a:pt x="20" y="17"/>
                  </a:cubicBezTo>
                  <a:cubicBezTo>
                    <a:pt x="28" y="12"/>
                    <a:pt x="39" y="6"/>
                    <a:pt x="48" y="1"/>
                  </a:cubicBezTo>
                  <a:lnTo>
                    <a:pt x="4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3"/>
            <p:cNvSpPr/>
            <p:nvPr/>
          </p:nvSpPr>
          <p:spPr>
            <a:xfrm>
              <a:off x="3754800" y="3888360"/>
              <a:ext cx="9720" cy="19440"/>
            </a:xfrm>
            <a:custGeom>
              <a:rect b="b" l="l" r="r" t="t"/>
              <a:pathLst>
                <a:path extrusionOk="0" h="54" w="27">
                  <a:moveTo>
                    <a:pt x="20" y="0"/>
                  </a:moveTo>
                  <a:cubicBezTo>
                    <a:pt x="26" y="27"/>
                    <a:pt x="15" y="36"/>
                    <a:pt x="4" y="53"/>
                  </a:cubicBezTo>
                  <a:cubicBezTo>
                    <a:pt x="0" y="31"/>
                    <a:pt x="11" y="20"/>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3"/>
            <p:cNvSpPr/>
            <p:nvPr/>
          </p:nvSpPr>
          <p:spPr>
            <a:xfrm>
              <a:off x="3187800" y="3646440"/>
              <a:ext cx="20160" cy="12600"/>
            </a:xfrm>
            <a:custGeom>
              <a:rect b="b" l="l" r="r" t="t"/>
              <a:pathLst>
                <a:path extrusionOk="0" h="35" w="56">
                  <a:moveTo>
                    <a:pt x="55" y="34"/>
                  </a:moveTo>
                  <a:cubicBezTo>
                    <a:pt x="44" y="33"/>
                    <a:pt x="34" y="30"/>
                    <a:pt x="25" y="24"/>
                  </a:cubicBezTo>
                  <a:cubicBezTo>
                    <a:pt x="14" y="18"/>
                    <a:pt x="6" y="10"/>
                    <a:pt x="0" y="0"/>
                  </a:cubicBezTo>
                  <a:cubicBezTo>
                    <a:pt x="10" y="0"/>
                    <a:pt x="21" y="2"/>
                    <a:pt x="31" y="8"/>
                  </a:cubicBezTo>
                  <a:cubicBezTo>
                    <a:pt x="40" y="13"/>
                    <a:pt x="48" y="22"/>
                    <a:pt x="54" y="31"/>
                  </a:cubicBezTo>
                  <a:cubicBezTo>
                    <a:pt x="55" y="32"/>
                    <a:pt x="55" y="33"/>
                    <a:pt x="55"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3"/>
            <p:cNvSpPr/>
            <p:nvPr/>
          </p:nvSpPr>
          <p:spPr>
            <a:xfrm>
              <a:off x="3726720" y="3813120"/>
              <a:ext cx="13320" cy="15120"/>
            </a:xfrm>
            <a:custGeom>
              <a:rect b="b" l="l" r="r" t="t"/>
              <a:pathLst>
                <a:path extrusionOk="0" h="42" w="37">
                  <a:moveTo>
                    <a:pt x="1" y="41"/>
                  </a:moveTo>
                  <a:cubicBezTo>
                    <a:pt x="1" y="17"/>
                    <a:pt x="17" y="8"/>
                    <a:pt x="36" y="0"/>
                  </a:cubicBezTo>
                  <a:cubicBezTo>
                    <a:pt x="27" y="16"/>
                    <a:pt x="22" y="35"/>
                    <a:pt x="0" y="40"/>
                  </a:cubicBezTo>
                  <a:lnTo>
                    <a:pt x="1"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3"/>
            <p:cNvSpPr/>
            <p:nvPr/>
          </p:nvSpPr>
          <p:spPr>
            <a:xfrm>
              <a:off x="3195360" y="3598200"/>
              <a:ext cx="18360" cy="11160"/>
            </a:xfrm>
            <a:custGeom>
              <a:rect b="b" l="l" r="r" t="t"/>
              <a:pathLst>
                <a:path extrusionOk="0" h="31" w="51">
                  <a:moveTo>
                    <a:pt x="0" y="1"/>
                  </a:moveTo>
                  <a:cubicBezTo>
                    <a:pt x="10" y="1"/>
                    <a:pt x="20" y="4"/>
                    <a:pt x="29" y="9"/>
                  </a:cubicBezTo>
                  <a:cubicBezTo>
                    <a:pt x="38" y="14"/>
                    <a:pt x="45" y="21"/>
                    <a:pt x="50" y="30"/>
                  </a:cubicBezTo>
                  <a:cubicBezTo>
                    <a:pt x="41" y="30"/>
                    <a:pt x="32" y="27"/>
                    <a:pt x="23" y="22"/>
                  </a:cubicBezTo>
                  <a:cubicBezTo>
                    <a:pt x="14" y="17"/>
                    <a:pt x="7" y="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3"/>
            <p:cNvSpPr/>
            <p:nvPr/>
          </p:nvSpPr>
          <p:spPr>
            <a:xfrm>
              <a:off x="3356280" y="3544560"/>
              <a:ext cx="19440" cy="11520"/>
            </a:xfrm>
            <a:custGeom>
              <a:rect b="b" l="l" r="r" t="t"/>
              <a:pathLst>
                <a:path extrusionOk="0" h="32" w="54">
                  <a:moveTo>
                    <a:pt x="0" y="4"/>
                  </a:moveTo>
                  <a:cubicBezTo>
                    <a:pt x="24" y="0"/>
                    <a:pt x="36" y="21"/>
                    <a:pt x="53" y="31"/>
                  </a:cubicBezTo>
                  <a:cubicBezTo>
                    <a:pt x="52" y="31"/>
                    <a:pt x="51" y="31"/>
                    <a:pt x="50" y="31"/>
                  </a:cubicBezTo>
                  <a:cubicBezTo>
                    <a:pt x="41" y="31"/>
                    <a:pt x="32" y="28"/>
                    <a:pt x="23" y="23"/>
                  </a:cubicBezTo>
                  <a:cubicBezTo>
                    <a:pt x="14" y="18"/>
                    <a:pt x="7" y="12"/>
                    <a:pt x="3" y="3"/>
                  </a:cubicBezTo>
                  <a:cubicBezTo>
                    <a:pt x="2" y="3"/>
                    <a:pt x="2" y="3"/>
                    <a:pt x="2" y="3"/>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3"/>
            <p:cNvSpPr/>
            <p:nvPr/>
          </p:nvSpPr>
          <p:spPr>
            <a:xfrm>
              <a:off x="2861640" y="3534480"/>
              <a:ext cx="12960" cy="15840"/>
            </a:xfrm>
            <a:custGeom>
              <a:rect b="b" l="l" r="r" t="t"/>
              <a:pathLst>
                <a:path extrusionOk="0" h="44" w="36">
                  <a:moveTo>
                    <a:pt x="32" y="43"/>
                  </a:moveTo>
                  <a:cubicBezTo>
                    <a:pt x="31" y="43"/>
                    <a:pt x="30" y="43"/>
                    <a:pt x="29" y="42"/>
                  </a:cubicBezTo>
                  <a:cubicBezTo>
                    <a:pt x="20" y="36"/>
                    <a:pt x="12" y="29"/>
                    <a:pt x="7" y="20"/>
                  </a:cubicBezTo>
                  <a:cubicBezTo>
                    <a:pt x="4" y="14"/>
                    <a:pt x="1" y="7"/>
                    <a:pt x="0" y="0"/>
                  </a:cubicBezTo>
                  <a:cubicBezTo>
                    <a:pt x="26" y="5"/>
                    <a:pt x="29" y="24"/>
                    <a:pt x="35" y="41"/>
                  </a:cubicBezTo>
                  <a:lnTo>
                    <a:pt x="32"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3"/>
            <p:cNvSpPr/>
            <p:nvPr/>
          </p:nvSpPr>
          <p:spPr>
            <a:xfrm>
              <a:off x="3396600" y="3512880"/>
              <a:ext cx="19440" cy="11520"/>
            </a:xfrm>
            <a:custGeom>
              <a:rect b="b" l="l" r="r" t="t"/>
              <a:pathLst>
                <a:path extrusionOk="0" h="32" w="54">
                  <a:moveTo>
                    <a:pt x="0" y="3"/>
                  </a:moveTo>
                  <a:cubicBezTo>
                    <a:pt x="24" y="0"/>
                    <a:pt x="38" y="16"/>
                    <a:pt x="53" y="31"/>
                  </a:cubicBezTo>
                  <a:cubicBezTo>
                    <a:pt x="43" y="31"/>
                    <a:pt x="33" y="28"/>
                    <a:pt x="24" y="23"/>
                  </a:cubicBezTo>
                  <a:cubicBezTo>
                    <a:pt x="15" y="18"/>
                    <a:pt x="8" y="10"/>
                    <a:pt x="2" y="2"/>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3"/>
            <p:cNvSpPr/>
            <p:nvPr/>
          </p:nvSpPr>
          <p:spPr>
            <a:xfrm>
              <a:off x="2964600" y="3468600"/>
              <a:ext cx="21240" cy="13680"/>
            </a:xfrm>
            <a:custGeom>
              <a:rect b="b" l="l" r="r" t="t"/>
              <a:pathLst>
                <a:path extrusionOk="0" h="38" w="59">
                  <a:moveTo>
                    <a:pt x="0" y="0"/>
                  </a:moveTo>
                  <a:cubicBezTo>
                    <a:pt x="12" y="3"/>
                    <a:pt x="23" y="8"/>
                    <a:pt x="33" y="14"/>
                  </a:cubicBezTo>
                  <a:cubicBezTo>
                    <a:pt x="43" y="19"/>
                    <a:pt x="51" y="25"/>
                    <a:pt x="58" y="33"/>
                  </a:cubicBezTo>
                  <a:cubicBezTo>
                    <a:pt x="31" y="37"/>
                    <a:pt x="21" y="2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3"/>
            <p:cNvSpPr/>
            <p:nvPr/>
          </p:nvSpPr>
          <p:spPr>
            <a:xfrm>
              <a:off x="3098520" y="3464640"/>
              <a:ext cx="22680" cy="12600"/>
            </a:xfrm>
            <a:custGeom>
              <a:rect b="b" l="l" r="r" t="t"/>
              <a:pathLst>
                <a:path extrusionOk="0" h="35" w="63">
                  <a:moveTo>
                    <a:pt x="0" y="2"/>
                  </a:moveTo>
                  <a:cubicBezTo>
                    <a:pt x="23" y="0"/>
                    <a:pt x="37" y="17"/>
                    <a:pt x="62" y="34"/>
                  </a:cubicBezTo>
                  <a:cubicBezTo>
                    <a:pt x="49" y="34"/>
                    <a:pt x="37" y="31"/>
                    <a:pt x="26" y="25"/>
                  </a:cubicBezTo>
                  <a:cubicBezTo>
                    <a:pt x="16" y="19"/>
                    <a:pt x="8" y="11"/>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3"/>
            <p:cNvSpPr/>
            <p:nvPr/>
          </p:nvSpPr>
          <p:spPr>
            <a:xfrm>
              <a:off x="3669120" y="3418560"/>
              <a:ext cx="15120" cy="11880"/>
            </a:xfrm>
            <a:custGeom>
              <a:rect b="b" l="l" r="r" t="t"/>
              <a:pathLst>
                <a:path extrusionOk="0" h="33" w="42">
                  <a:moveTo>
                    <a:pt x="41" y="11"/>
                  </a:moveTo>
                  <a:cubicBezTo>
                    <a:pt x="29" y="24"/>
                    <a:pt x="18" y="32"/>
                    <a:pt x="0" y="23"/>
                  </a:cubicBezTo>
                  <a:cubicBezTo>
                    <a:pt x="10" y="0"/>
                    <a:pt x="29" y="13"/>
                    <a:pt x="41"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3"/>
            <p:cNvSpPr/>
            <p:nvPr/>
          </p:nvSpPr>
          <p:spPr>
            <a:xfrm>
              <a:off x="3529080" y="3718440"/>
              <a:ext cx="15120" cy="16200"/>
            </a:xfrm>
            <a:custGeom>
              <a:rect b="b" l="l" r="r" t="t"/>
              <a:pathLst>
                <a:path extrusionOk="0" h="45" w="42">
                  <a:moveTo>
                    <a:pt x="34" y="28"/>
                  </a:moveTo>
                  <a:cubicBezTo>
                    <a:pt x="31" y="30"/>
                    <a:pt x="29" y="32"/>
                    <a:pt x="26" y="34"/>
                  </a:cubicBezTo>
                  <a:lnTo>
                    <a:pt x="7" y="44"/>
                  </a:lnTo>
                  <a:cubicBezTo>
                    <a:pt x="0" y="29"/>
                    <a:pt x="12" y="19"/>
                    <a:pt x="21" y="14"/>
                  </a:cubicBezTo>
                  <a:cubicBezTo>
                    <a:pt x="41" y="0"/>
                    <a:pt x="30" y="23"/>
                    <a:pt x="34"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3"/>
            <p:cNvSpPr/>
            <p:nvPr/>
          </p:nvSpPr>
          <p:spPr>
            <a:xfrm>
              <a:off x="3727800" y="3375360"/>
              <a:ext cx="18000" cy="12960"/>
            </a:xfrm>
            <a:custGeom>
              <a:rect b="b" l="l" r="r" t="t"/>
              <a:pathLst>
                <a:path extrusionOk="0" h="36" w="50">
                  <a:moveTo>
                    <a:pt x="0" y="0"/>
                  </a:moveTo>
                  <a:cubicBezTo>
                    <a:pt x="18" y="6"/>
                    <a:pt x="26" y="29"/>
                    <a:pt x="49" y="30"/>
                  </a:cubicBezTo>
                  <a:cubicBezTo>
                    <a:pt x="8" y="35"/>
                    <a:pt x="8" y="35"/>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3"/>
            <p:cNvSpPr/>
            <p:nvPr/>
          </p:nvSpPr>
          <p:spPr>
            <a:xfrm>
              <a:off x="3137760" y="3679560"/>
              <a:ext cx="19440" cy="11160"/>
            </a:xfrm>
            <a:custGeom>
              <a:rect b="b" l="l" r="r" t="t"/>
              <a:pathLst>
                <a:path extrusionOk="0" h="31" w="54">
                  <a:moveTo>
                    <a:pt x="53" y="30"/>
                  </a:moveTo>
                  <a:cubicBezTo>
                    <a:pt x="42" y="29"/>
                    <a:pt x="32" y="26"/>
                    <a:pt x="22" y="21"/>
                  </a:cubicBezTo>
                  <a:cubicBezTo>
                    <a:pt x="13" y="16"/>
                    <a:pt x="6" y="9"/>
                    <a:pt x="0" y="0"/>
                  </a:cubicBezTo>
                  <a:cubicBezTo>
                    <a:pt x="10" y="2"/>
                    <a:pt x="20" y="5"/>
                    <a:pt x="29" y="11"/>
                  </a:cubicBezTo>
                  <a:cubicBezTo>
                    <a:pt x="38" y="16"/>
                    <a:pt x="46" y="22"/>
                    <a:pt x="53"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3"/>
            <p:cNvSpPr/>
            <p:nvPr/>
          </p:nvSpPr>
          <p:spPr>
            <a:xfrm>
              <a:off x="3237480" y="3675600"/>
              <a:ext cx="18000" cy="9720"/>
            </a:xfrm>
            <a:custGeom>
              <a:rect b="b" l="l" r="r" t="t"/>
              <a:pathLst>
                <a:path extrusionOk="0" h="27" w="50">
                  <a:moveTo>
                    <a:pt x="7" y="0"/>
                  </a:moveTo>
                  <a:cubicBezTo>
                    <a:pt x="14" y="2"/>
                    <a:pt x="20" y="6"/>
                    <a:pt x="26" y="9"/>
                  </a:cubicBezTo>
                  <a:cubicBezTo>
                    <a:pt x="35" y="14"/>
                    <a:pt x="42" y="19"/>
                    <a:pt x="49" y="26"/>
                  </a:cubicBezTo>
                  <a:cubicBezTo>
                    <a:pt x="38" y="25"/>
                    <a:pt x="27" y="22"/>
                    <a:pt x="17" y="16"/>
                  </a:cubicBezTo>
                  <a:cubicBezTo>
                    <a:pt x="12" y="13"/>
                    <a:pt x="8" y="10"/>
                    <a:pt x="4" y="7"/>
                  </a:cubicBezTo>
                  <a:cubicBezTo>
                    <a:pt x="0" y="4"/>
                    <a:pt x="1" y="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3"/>
            <p:cNvSpPr/>
            <p:nvPr/>
          </p:nvSpPr>
          <p:spPr>
            <a:xfrm>
              <a:off x="3207240" y="3658320"/>
              <a:ext cx="19440" cy="11160"/>
            </a:xfrm>
            <a:custGeom>
              <a:rect b="b" l="l" r="r" t="t"/>
              <a:pathLst>
                <a:path extrusionOk="0" h="31" w="54">
                  <a:moveTo>
                    <a:pt x="0" y="4"/>
                  </a:moveTo>
                  <a:cubicBezTo>
                    <a:pt x="24" y="0"/>
                    <a:pt x="36" y="19"/>
                    <a:pt x="53" y="30"/>
                  </a:cubicBezTo>
                  <a:lnTo>
                    <a:pt x="52" y="30"/>
                  </a:lnTo>
                  <a:cubicBezTo>
                    <a:pt x="41" y="30"/>
                    <a:pt x="31" y="26"/>
                    <a:pt x="22" y="22"/>
                  </a:cubicBezTo>
                  <a:cubicBezTo>
                    <a:pt x="14" y="17"/>
                    <a:pt x="7" y="11"/>
                    <a:pt x="2" y="4"/>
                  </a:cubicBez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3"/>
            <p:cNvSpPr/>
            <p:nvPr/>
          </p:nvSpPr>
          <p:spPr>
            <a:xfrm>
              <a:off x="3492720" y="3780360"/>
              <a:ext cx="16200" cy="11520"/>
            </a:xfrm>
            <a:custGeom>
              <a:rect b="b" l="l" r="r" t="t"/>
              <a:pathLst>
                <a:path extrusionOk="0" h="32" w="45">
                  <a:moveTo>
                    <a:pt x="44" y="0"/>
                  </a:moveTo>
                  <a:cubicBezTo>
                    <a:pt x="36" y="22"/>
                    <a:pt x="22" y="25"/>
                    <a:pt x="0" y="31"/>
                  </a:cubicBezTo>
                  <a:cubicBezTo>
                    <a:pt x="1" y="31"/>
                    <a:pt x="1" y="31"/>
                    <a:pt x="1" y="31"/>
                  </a:cubicBezTo>
                  <a:cubicBezTo>
                    <a:pt x="6" y="21"/>
                    <a:pt x="14" y="13"/>
                    <a:pt x="24" y="8"/>
                  </a:cubicBezTo>
                  <a:cubicBezTo>
                    <a:pt x="30" y="4"/>
                    <a:pt x="37" y="1"/>
                    <a:pt x="4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3"/>
            <p:cNvSpPr/>
            <p:nvPr/>
          </p:nvSpPr>
          <p:spPr>
            <a:xfrm>
              <a:off x="3471840" y="4097880"/>
              <a:ext cx="13320" cy="11520"/>
            </a:xfrm>
            <a:custGeom>
              <a:rect b="b" l="l" r="r" t="t"/>
              <a:pathLst>
                <a:path extrusionOk="0" h="32" w="37">
                  <a:moveTo>
                    <a:pt x="0" y="31"/>
                  </a:moveTo>
                  <a:lnTo>
                    <a:pt x="36" y="0"/>
                  </a:lnTo>
                  <a:cubicBezTo>
                    <a:pt x="35" y="17"/>
                    <a:pt x="27" y="25"/>
                    <a:pt x="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3"/>
            <p:cNvSpPr/>
            <p:nvPr/>
          </p:nvSpPr>
          <p:spPr>
            <a:xfrm>
              <a:off x="2912040" y="4089600"/>
              <a:ext cx="14040" cy="12600"/>
            </a:xfrm>
            <a:custGeom>
              <a:rect b="b" l="l" r="r" t="t"/>
              <a:pathLst>
                <a:path extrusionOk="0" h="35" w="39">
                  <a:moveTo>
                    <a:pt x="16" y="0"/>
                  </a:moveTo>
                  <a:cubicBezTo>
                    <a:pt x="16" y="15"/>
                    <a:pt x="38" y="17"/>
                    <a:pt x="37" y="33"/>
                  </a:cubicBezTo>
                  <a:cubicBezTo>
                    <a:pt x="36" y="33"/>
                    <a:pt x="35" y="34"/>
                    <a:pt x="33" y="34"/>
                  </a:cubicBezTo>
                  <a:cubicBezTo>
                    <a:pt x="28" y="34"/>
                    <a:pt x="23" y="33"/>
                    <a:pt x="18" y="30"/>
                  </a:cubicBezTo>
                  <a:cubicBezTo>
                    <a:pt x="13" y="27"/>
                    <a:pt x="9" y="23"/>
                    <a:pt x="7" y="19"/>
                  </a:cubicBezTo>
                  <a:cubicBezTo>
                    <a:pt x="5" y="16"/>
                    <a:pt x="5" y="14"/>
                    <a:pt x="4" y="11"/>
                  </a:cubicBezTo>
                  <a:cubicBezTo>
                    <a:pt x="0" y="2"/>
                    <a:pt x="9" y="0"/>
                    <a:pt x="17" y="2"/>
                  </a:cubicBezTo>
                  <a:lnTo>
                    <a:pt x="1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3"/>
            <p:cNvSpPr/>
            <p:nvPr/>
          </p:nvSpPr>
          <p:spPr>
            <a:xfrm>
              <a:off x="3471840" y="4080960"/>
              <a:ext cx="14040" cy="11520"/>
            </a:xfrm>
            <a:custGeom>
              <a:rect b="b" l="l" r="r" t="t"/>
              <a:pathLst>
                <a:path extrusionOk="0" h="32" w="39">
                  <a:moveTo>
                    <a:pt x="37" y="0"/>
                  </a:moveTo>
                  <a:cubicBezTo>
                    <a:pt x="33" y="21"/>
                    <a:pt x="16" y="27"/>
                    <a:pt x="0" y="31"/>
                  </a:cubicBezTo>
                  <a:cubicBezTo>
                    <a:pt x="9" y="17"/>
                    <a:pt x="18" y="3"/>
                    <a:pt x="38" y="1"/>
                  </a:cubicBezTo>
                  <a:lnTo>
                    <a:pt x="3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3"/>
            <p:cNvSpPr/>
            <p:nvPr/>
          </p:nvSpPr>
          <p:spPr>
            <a:xfrm>
              <a:off x="3485160" y="4071240"/>
              <a:ext cx="14400" cy="10800"/>
            </a:xfrm>
            <a:custGeom>
              <a:rect b="b" l="l" r="r" t="t"/>
              <a:pathLst>
                <a:path extrusionOk="0" h="30" w="40">
                  <a:moveTo>
                    <a:pt x="1" y="28"/>
                  </a:moveTo>
                  <a:cubicBezTo>
                    <a:pt x="7" y="9"/>
                    <a:pt x="24" y="7"/>
                    <a:pt x="39" y="0"/>
                  </a:cubicBezTo>
                  <a:cubicBezTo>
                    <a:pt x="29" y="13"/>
                    <a:pt x="20" y="29"/>
                    <a:pt x="0" y="27"/>
                  </a:cubicBezTo>
                  <a:lnTo>
                    <a:pt x="1" y="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3"/>
            <p:cNvSpPr/>
            <p:nvPr/>
          </p:nvSpPr>
          <p:spPr>
            <a:xfrm>
              <a:off x="2937960" y="4065120"/>
              <a:ext cx="12240" cy="16560"/>
            </a:xfrm>
            <a:custGeom>
              <a:rect b="b" l="l" r="r" t="t"/>
              <a:pathLst>
                <a:path extrusionOk="0" h="46" w="34">
                  <a:moveTo>
                    <a:pt x="33" y="45"/>
                  </a:moveTo>
                  <a:cubicBezTo>
                    <a:pt x="31" y="44"/>
                    <a:pt x="29" y="43"/>
                    <a:pt x="27" y="42"/>
                  </a:cubicBezTo>
                  <a:cubicBezTo>
                    <a:pt x="19" y="37"/>
                    <a:pt x="12" y="31"/>
                    <a:pt x="7" y="22"/>
                  </a:cubicBezTo>
                  <a:cubicBezTo>
                    <a:pt x="4" y="15"/>
                    <a:pt x="1" y="8"/>
                    <a:pt x="0" y="0"/>
                  </a:cubicBezTo>
                  <a:cubicBezTo>
                    <a:pt x="3" y="1"/>
                    <a:pt x="5" y="2"/>
                    <a:pt x="7" y="3"/>
                  </a:cubicBezTo>
                  <a:cubicBezTo>
                    <a:pt x="15" y="8"/>
                    <a:pt x="22" y="15"/>
                    <a:pt x="27" y="23"/>
                  </a:cubicBezTo>
                  <a:cubicBezTo>
                    <a:pt x="31" y="30"/>
                    <a:pt x="33" y="37"/>
                    <a:pt x="33"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3"/>
            <p:cNvSpPr/>
            <p:nvPr/>
          </p:nvSpPr>
          <p:spPr>
            <a:xfrm>
              <a:off x="3132360" y="4053600"/>
              <a:ext cx="12240" cy="12600"/>
            </a:xfrm>
            <a:custGeom>
              <a:rect b="b" l="l" r="r" t="t"/>
              <a:pathLst>
                <a:path extrusionOk="0" h="35" w="34">
                  <a:moveTo>
                    <a:pt x="3" y="0"/>
                  </a:moveTo>
                  <a:cubicBezTo>
                    <a:pt x="6" y="1"/>
                    <a:pt x="9" y="2"/>
                    <a:pt x="11" y="3"/>
                  </a:cubicBezTo>
                  <a:cubicBezTo>
                    <a:pt x="18" y="7"/>
                    <a:pt x="24" y="13"/>
                    <a:pt x="28" y="20"/>
                  </a:cubicBezTo>
                  <a:cubicBezTo>
                    <a:pt x="30" y="24"/>
                    <a:pt x="32" y="29"/>
                    <a:pt x="33" y="34"/>
                  </a:cubicBezTo>
                  <a:cubicBezTo>
                    <a:pt x="17" y="21"/>
                    <a:pt x="0" y="22"/>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3"/>
            <p:cNvSpPr/>
            <p:nvPr/>
          </p:nvSpPr>
          <p:spPr>
            <a:xfrm>
              <a:off x="2926080" y="4048560"/>
              <a:ext cx="12240" cy="16920"/>
            </a:xfrm>
            <a:custGeom>
              <a:rect b="b" l="l" r="r" t="t"/>
              <a:pathLst>
                <a:path extrusionOk="0" h="47" w="34">
                  <a:moveTo>
                    <a:pt x="33" y="46"/>
                  </a:moveTo>
                  <a:cubicBezTo>
                    <a:pt x="30" y="45"/>
                    <a:pt x="27" y="44"/>
                    <a:pt x="24" y="42"/>
                  </a:cubicBezTo>
                  <a:cubicBezTo>
                    <a:pt x="17" y="38"/>
                    <a:pt x="12" y="32"/>
                    <a:pt x="7" y="24"/>
                  </a:cubicBezTo>
                  <a:cubicBezTo>
                    <a:pt x="3" y="17"/>
                    <a:pt x="0" y="9"/>
                    <a:pt x="0" y="0"/>
                  </a:cubicBezTo>
                  <a:cubicBezTo>
                    <a:pt x="1" y="1"/>
                    <a:pt x="2" y="1"/>
                    <a:pt x="4" y="2"/>
                  </a:cubicBezTo>
                  <a:cubicBezTo>
                    <a:pt x="13" y="7"/>
                    <a:pt x="21" y="15"/>
                    <a:pt x="26" y="25"/>
                  </a:cubicBezTo>
                  <a:cubicBezTo>
                    <a:pt x="30" y="31"/>
                    <a:pt x="32" y="38"/>
                    <a:pt x="33"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3"/>
            <p:cNvSpPr/>
            <p:nvPr/>
          </p:nvSpPr>
          <p:spPr>
            <a:xfrm>
              <a:off x="3063240" y="4029120"/>
              <a:ext cx="11160" cy="16200"/>
            </a:xfrm>
            <a:custGeom>
              <a:rect b="b" l="l" r="r" t="t"/>
              <a:pathLst>
                <a:path extrusionOk="0" h="45" w="31">
                  <a:moveTo>
                    <a:pt x="2" y="0"/>
                  </a:moveTo>
                  <a:cubicBezTo>
                    <a:pt x="12" y="7"/>
                    <a:pt x="19" y="15"/>
                    <a:pt x="25" y="25"/>
                  </a:cubicBezTo>
                  <a:cubicBezTo>
                    <a:pt x="27" y="29"/>
                    <a:pt x="29" y="32"/>
                    <a:pt x="30" y="36"/>
                  </a:cubicBezTo>
                  <a:cubicBezTo>
                    <a:pt x="26" y="44"/>
                    <a:pt x="21" y="40"/>
                    <a:pt x="19" y="36"/>
                  </a:cubicBezTo>
                  <a:cubicBezTo>
                    <a:pt x="12" y="26"/>
                    <a:pt x="0" y="2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3"/>
            <p:cNvSpPr/>
            <p:nvPr/>
          </p:nvSpPr>
          <p:spPr>
            <a:xfrm>
              <a:off x="2939040" y="4003200"/>
              <a:ext cx="10080" cy="11160"/>
            </a:xfrm>
            <a:custGeom>
              <a:rect b="b" l="l" r="r" t="t"/>
              <a:pathLst>
                <a:path extrusionOk="0" h="31" w="28">
                  <a:moveTo>
                    <a:pt x="27" y="30"/>
                  </a:moveTo>
                  <a:cubicBezTo>
                    <a:pt x="25" y="29"/>
                    <a:pt x="23" y="28"/>
                    <a:pt x="21" y="27"/>
                  </a:cubicBezTo>
                  <a:cubicBezTo>
                    <a:pt x="14" y="23"/>
                    <a:pt x="8" y="18"/>
                    <a:pt x="4" y="11"/>
                  </a:cubicBezTo>
                  <a:cubicBezTo>
                    <a:pt x="3" y="8"/>
                    <a:pt x="1" y="4"/>
                    <a:pt x="0" y="1"/>
                  </a:cubicBezTo>
                  <a:cubicBezTo>
                    <a:pt x="20" y="0"/>
                    <a:pt x="20" y="19"/>
                    <a:pt x="27"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3"/>
            <p:cNvSpPr/>
            <p:nvPr/>
          </p:nvSpPr>
          <p:spPr>
            <a:xfrm>
              <a:off x="3440160" y="3989520"/>
              <a:ext cx="17280" cy="12240"/>
            </a:xfrm>
            <a:custGeom>
              <a:rect b="b" l="l" r="r" t="t"/>
              <a:pathLst>
                <a:path extrusionOk="0" h="34" w="48">
                  <a:moveTo>
                    <a:pt x="47" y="0"/>
                  </a:moveTo>
                  <a:cubicBezTo>
                    <a:pt x="40" y="10"/>
                    <a:pt x="31" y="18"/>
                    <a:pt x="20" y="24"/>
                  </a:cubicBezTo>
                  <a:cubicBezTo>
                    <a:pt x="14" y="28"/>
                    <a:pt x="7" y="31"/>
                    <a:pt x="0" y="33"/>
                  </a:cubicBezTo>
                  <a:cubicBezTo>
                    <a:pt x="6" y="22"/>
                    <a:pt x="14" y="14"/>
                    <a:pt x="24" y="8"/>
                  </a:cubicBezTo>
                  <a:cubicBezTo>
                    <a:pt x="31" y="4"/>
                    <a:pt x="39" y="1"/>
                    <a:pt x="4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3"/>
            <p:cNvSpPr/>
            <p:nvPr/>
          </p:nvSpPr>
          <p:spPr>
            <a:xfrm>
              <a:off x="2984400" y="3992400"/>
              <a:ext cx="10800" cy="11880"/>
            </a:xfrm>
            <a:custGeom>
              <a:rect b="b" l="l" r="r" t="t"/>
              <a:pathLst>
                <a:path extrusionOk="0" h="33" w="30">
                  <a:moveTo>
                    <a:pt x="26" y="32"/>
                  </a:moveTo>
                  <a:cubicBezTo>
                    <a:pt x="23" y="31"/>
                    <a:pt x="19" y="29"/>
                    <a:pt x="16" y="28"/>
                  </a:cubicBezTo>
                  <a:cubicBezTo>
                    <a:pt x="11" y="24"/>
                    <a:pt x="7" y="21"/>
                    <a:pt x="4" y="16"/>
                  </a:cubicBezTo>
                  <a:cubicBezTo>
                    <a:pt x="2" y="12"/>
                    <a:pt x="0" y="8"/>
                    <a:pt x="0" y="4"/>
                  </a:cubicBezTo>
                  <a:cubicBezTo>
                    <a:pt x="29" y="0"/>
                    <a:pt x="22" y="20"/>
                    <a:pt x="2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3"/>
            <p:cNvSpPr/>
            <p:nvPr/>
          </p:nvSpPr>
          <p:spPr>
            <a:xfrm>
              <a:off x="3430440" y="3982320"/>
              <a:ext cx="14040" cy="9000"/>
            </a:xfrm>
            <a:custGeom>
              <a:rect b="b" l="l" r="r" t="t"/>
              <a:pathLst>
                <a:path extrusionOk="0" h="25" w="39">
                  <a:moveTo>
                    <a:pt x="38" y="0"/>
                  </a:moveTo>
                  <a:cubicBezTo>
                    <a:pt x="25" y="14"/>
                    <a:pt x="18" y="24"/>
                    <a:pt x="0" y="24"/>
                  </a:cubicBezTo>
                  <a:cubicBezTo>
                    <a:pt x="4" y="17"/>
                    <a:pt x="11" y="11"/>
                    <a:pt x="18" y="7"/>
                  </a:cubicBezTo>
                  <a:cubicBezTo>
                    <a:pt x="24" y="3"/>
                    <a:pt x="31" y="1"/>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3"/>
            <p:cNvSpPr/>
            <p:nvPr/>
          </p:nvSpPr>
          <p:spPr>
            <a:xfrm>
              <a:off x="3471480" y="3958200"/>
              <a:ext cx="12600" cy="9720"/>
            </a:xfrm>
            <a:custGeom>
              <a:rect b="b" l="l" r="r" t="t"/>
              <a:pathLst>
                <a:path extrusionOk="0" h="27" w="35">
                  <a:moveTo>
                    <a:pt x="0" y="26"/>
                  </a:moveTo>
                  <a:cubicBezTo>
                    <a:pt x="0" y="25"/>
                    <a:pt x="1" y="23"/>
                    <a:pt x="2" y="22"/>
                  </a:cubicBezTo>
                  <a:cubicBezTo>
                    <a:pt x="6" y="15"/>
                    <a:pt x="12" y="9"/>
                    <a:pt x="19" y="5"/>
                  </a:cubicBezTo>
                  <a:cubicBezTo>
                    <a:pt x="23" y="2"/>
                    <a:pt x="29" y="0"/>
                    <a:pt x="34" y="0"/>
                  </a:cubicBezTo>
                  <a:lnTo>
                    <a:pt x="34" y="1"/>
                  </a:lnTo>
                  <a:cubicBezTo>
                    <a:pt x="29" y="9"/>
                    <a:pt x="22" y="15"/>
                    <a:pt x="14" y="20"/>
                  </a:cubicBezTo>
                  <a:cubicBezTo>
                    <a:pt x="10" y="23"/>
                    <a:pt x="5" y="25"/>
                    <a:pt x="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3"/>
            <p:cNvSpPr/>
            <p:nvPr/>
          </p:nvSpPr>
          <p:spPr>
            <a:xfrm>
              <a:off x="3492360" y="3939120"/>
              <a:ext cx="14760" cy="11520"/>
            </a:xfrm>
            <a:custGeom>
              <a:rect b="b" l="l" r="r" t="t"/>
              <a:pathLst>
                <a:path extrusionOk="0" h="32" w="41">
                  <a:moveTo>
                    <a:pt x="38" y="5"/>
                  </a:moveTo>
                  <a:cubicBezTo>
                    <a:pt x="32" y="13"/>
                    <a:pt x="25" y="19"/>
                    <a:pt x="16" y="24"/>
                  </a:cubicBezTo>
                  <a:cubicBezTo>
                    <a:pt x="11" y="27"/>
                    <a:pt x="6" y="30"/>
                    <a:pt x="0" y="31"/>
                  </a:cubicBezTo>
                  <a:cubicBezTo>
                    <a:pt x="11" y="19"/>
                    <a:pt x="17" y="0"/>
                    <a:pt x="40" y="5"/>
                  </a:cubicBezTo>
                  <a:lnTo>
                    <a:pt x="38"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3"/>
            <p:cNvSpPr/>
            <p:nvPr/>
          </p:nvSpPr>
          <p:spPr>
            <a:xfrm>
              <a:off x="3199320" y="3915720"/>
              <a:ext cx="14760" cy="11520"/>
            </a:xfrm>
            <a:custGeom>
              <a:rect b="b" l="l" r="r" t="t"/>
              <a:pathLst>
                <a:path extrusionOk="0" h="32" w="41">
                  <a:moveTo>
                    <a:pt x="2" y="0"/>
                  </a:moveTo>
                  <a:cubicBezTo>
                    <a:pt x="21" y="3"/>
                    <a:pt x="31" y="17"/>
                    <a:pt x="40" y="31"/>
                  </a:cubicBezTo>
                  <a:cubicBezTo>
                    <a:pt x="33" y="31"/>
                    <a:pt x="27" y="29"/>
                    <a:pt x="20" y="25"/>
                  </a:cubicBezTo>
                  <a:cubicBezTo>
                    <a:pt x="13" y="21"/>
                    <a:pt x="7" y="15"/>
                    <a:pt x="3" y="8"/>
                  </a:cubicBezTo>
                  <a:cubicBezTo>
                    <a:pt x="2" y="6"/>
                    <a:pt x="1" y="4"/>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3"/>
            <p:cNvSpPr/>
            <p:nvPr/>
          </p:nvSpPr>
          <p:spPr>
            <a:xfrm>
              <a:off x="3122640" y="3891960"/>
              <a:ext cx="10800" cy="14040"/>
            </a:xfrm>
            <a:custGeom>
              <a:rect b="b" l="l" r="r" t="t"/>
              <a:pathLst>
                <a:path extrusionOk="0" h="39" w="30">
                  <a:moveTo>
                    <a:pt x="1" y="1"/>
                  </a:moveTo>
                  <a:cubicBezTo>
                    <a:pt x="21" y="6"/>
                    <a:pt x="22" y="24"/>
                    <a:pt x="29" y="38"/>
                  </a:cubicBezTo>
                  <a:cubicBezTo>
                    <a:pt x="14" y="30"/>
                    <a:pt x="0" y="20"/>
                    <a:pt x="3"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3"/>
            <p:cNvSpPr/>
            <p:nvPr/>
          </p:nvSpPr>
          <p:spPr>
            <a:xfrm>
              <a:off x="3939480" y="3877560"/>
              <a:ext cx="15840" cy="6840"/>
            </a:xfrm>
            <a:custGeom>
              <a:rect b="b" l="l" r="r" t="t"/>
              <a:pathLst>
                <a:path extrusionOk="0" h="19" w="44">
                  <a:moveTo>
                    <a:pt x="1" y="16"/>
                  </a:moveTo>
                  <a:cubicBezTo>
                    <a:pt x="12" y="3"/>
                    <a:pt x="28" y="5"/>
                    <a:pt x="43" y="0"/>
                  </a:cubicBezTo>
                  <a:cubicBezTo>
                    <a:pt x="42" y="1"/>
                    <a:pt x="42" y="1"/>
                    <a:pt x="42" y="2"/>
                  </a:cubicBezTo>
                  <a:cubicBezTo>
                    <a:pt x="39" y="7"/>
                    <a:pt x="35" y="11"/>
                    <a:pt x="30" y="14"/>
                  </a:cubicBezTo>
                  <a:cubicBezTo>
                    <a:pt x="25" y="17"/>
                    <a:pt x="20" y="18"/>
                    <a:pt x="14" y="18"/>
                  </a:cubicBezTo>
                  <a:cubicBezTo>
                    <a:pt x="9" y="18"/>
                    <a:pt x="4" y="17"/>
                    <a:pt x="0" y="15"/>
                  </a:cubicBezTo>
                  <a:lnTo>
                    <a:pt x="1"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3"/>
            <p:cNvSpPr/>
            <p:nvPr/>
          </p:nvSpPr>
          <p:spPr>
            <a:xfrm>
              <a:off x="2926800" y="3821760"/>
              <a:ext cx="6840" cy="12600"/>
            </a:xfrm>
            <a:custGeom>
              <a:rect b="b" l="l" r="r" t="t"/>
              <a:pathLst>
                <a:path extrusionOk="0" h="35" w="19">
                  <a:moveTo>
                    <a:pt x="18" y="22"/>
                  </a:moveTo>
                  <a:cubicBezTo>
                    <a:pt x="18" y="26"/>
                    <a:pt x="16" y="32"/>
                    <a:pt x="15" y="32"/>
                  </a:cubicBezTo>
                  <a:cubicBezTo>
                    <a:pt x="2" y="34"/>
                    <a:pt x="0" y="24"/>
                    <a:pt x="0" y="15"/>
                  </a:cubicBezTo>
                  <a:cubicBezTo>
                    <a:pt x="0" y="10"/>
                    <a:pt x="2" y="5"/>
                    <a:pt x="4" y="0"/>
                  </a:cubicBezTo>
                  <a:lnTo>
                    <a:pt x="18"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3"/>
            <p:cNvSpPr/>
            <p:nvPr/>
          </p:nvSpPr>
          <p:spPr>
            <a:xfrm>
              <a:off x="3366000" y="3787200"/>
              <a:ext cx="20160" cy="7560"/>
            </a:xfrm>
            <a:custGeom>
              <a:rect b="b" l="l" r="r" t="t"/>
              <a:pathLst>
                <a:path extrusionOk="0" h="21" w="56">
                  <a:moveTo>
                    <a:pt x="53" y="1"/>
                  </a:moveTo>
                  <a:cubicBezTo>
                    <a:pt x="37" y="20"/>
                    <a:pt x="18" y="9"/>
                    <a:pt x="0" y="8"/>
                  </a:cubicBezTo>
                  <a:cubicBezTo>
                    <a:pt x="12" y="3"/>
                    <a:pt x="24" y="0"/>
                    <a:pt x="37" y="0"/>
                  </a:cubicBezTo>
                  <a:cubicBezTo>
                    <a:pt x="43" y="0"/>
                    <a:pt x="49" y="1"/>
                    <a:pt x="55" y="2"/>
                  </a:cubicBezTo>
                  <a:lnTo>
                    <a:pt x="5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3"/>
            <p:cNvSpPr/>
            <p:nvPr/>
          </p:nvSpPr>
          <p:spPr>
            <a:xfrm>
              <a:off x="3041280" y="3790080"/>
              <a:ext cx="10440" cy="15120"/>
            </a:xfrm>
            <a:custGeom>
              <a:rect b="b" l="l" r="r" t="t"/>
              <a:pathLst>
                <a:path extrusionOk="0" h="42" w="29">
                  <a:moveTo>
                    <a:pt x="8" y="0"/>
                  </a:moveTo>
                  <a:cubicBezTo>
                    <a:pt x="16" y="13"/>
                    <a:pt x="28" y="22"/>
                    <a:pt x="21" y="41"/>
                  </a:cubicBezTo>
                  <a:cubicBezTo>
                    <a:pt x="14" y="28"/>
                    <a:pt x="0" y="19"/>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3"/>
            <p:cNvSpPr/>
            <p:nvPr/>
          </p:nvSpPr>
          <p:spPr>
            <a:xfrm>
              <a:off x="3697200" y="3769200"/>
              <a:ext cx="11520" cy="10080"/>
            </a:xfrm>
            <a:custGeom>
              <a:rect b="b" l="l" r="r" t="t"/>
              <a:pathLst>
                <a:path extrusionOk="0" h="28" w="32">
                  <a:moveTo>
                    <a:pt x="0" y="27"/>
                  </a:moveTo>
                  <a:cubicBezTo>
                    <a:pt x="3" y="16"/>
                    <a:pt x="12" y="0"/>
                    <a:pt x="18" y="5"/>
                  </a:cubicBezTo>
                  <a:cubicBezTo>
                    <a:pt x="31" y="13"/>
                    <a:pt x="13" y="17"/>
                    <a:pt x="10" y="24"/>
                  </a:cubicBezTo>
                  <a:cubicBezTo>
                    <a:pt x="9" y="26"/>
                    <a:pt x="4" y="26"/>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3"/>
            <p:cNvSpPr/>
            <p:nvPr/>
          </p:nvSpPr>
          <p:spPr>
            <a:xfrm>
              <a:off x="3058200" y="3755880"/>
              <a:ext cx="12960" cy="16200"/>
            </a:xfrm>
            <a:custGeom>
              <a:rect b="b" l="l" r="r" t="t"/>
              <a:pathLst>
                <a:path extrusionOk="0" h="45" w="36">
                  <a:moveTo>
                    <a:pt x="35" y="42"/>
                  </a:moveTo>
                  <a:cubicBezTo>
                    <a:pt x="15" y="39"/>
                    <a:pt x="9" y="22"/>
                    <a:pt x="0" y="0"/>
                  </a:cubicBezTo>
                  <a:cubicBezTo>
                    <a:pt x="3" y="2"/>
                    <a:pt x="7" y="3"/>
                    <a:pt x="10" y="5"/>
                  </a:cubicBezTo>
                  <a:cubicBezTo>
                    <a:pt x="18" y="9"/>
                    <a:pt x="24" y="15"/>
                    <a:pt x="28" y="23"/>
                  </a:cubicBezTo>
                  <a:cubicBezTo>
                    <a:pt x="32" y="29"/>
                    <a:pt x="34" y="36"/>
                    <a:pt x="34" y="44"/>
                  </a:cubicBezTo>
                  <a:lnTo>
                    <a:pt x="35" y="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3"/>
            <p:cNvSpPr/>
            <p:nvPr/>
          </p:nvSpPr>
          <p:spPr>
            <a:xfrm>
              <a:off x="2961360" y="3710520"/>
              <a:ext cx="11880" cy="12600"/>
            </a:xfrm>
            <a:custGeom>
              <a:rect b="b" l="l" r="r" t="t"/>
              <a:pathLst>
                <a:path extrusionOk="0" h="35" w="33">
                  <a:moveTo>
                    <a:pt x="2" y="1"/>
                  </a:moveTo>
                  <a:cubicBezTo>
                    <a:pt x="16" y="6"/>
                    <a:pt x="22" y="20"/>
                    <a:pt x="32" y="34"/>
                  </a:cubicBezTo>
                  <a:cubicBezTo>
                    <a:pt x="9" y="30"/>
                    <a:pt x="0" y="20"/>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3"/>
            <p:cNvSpPr/>
            <p:nvPr/>
          </p:nvSpPr>
          <p:spPr>
            <a:xfrm>
              <a:off x="3511440" y="3706920"/>
              <a:ext cx="10800" cy="14760"/>
            </a:xfrm>
            <a:custGeom>
              <a:rect b="b" l="l" r="r" t="t"/>
              <a:pathLst>
                <a:path extrusionOk="0" h="41" w="30">
                  <a:moveTo>
                    <a:pt x="28" y="0"/>
                  </a:moveTo>
                  <a:cubicBezTo>
                    <a:pt x="28" y="21"/>
                    <a:pt x="15" y="30"/>
                    <a:pt x="0" y="40"/>
                  </a:cubicBezTo>
                  <a:cubicBezTo>
                    <a:pt x="6" y="23"/>
                    <a:pt x="8" y="5"/>
                    <a:pt x="29" y="1"/>
                  </a:cubicBezTo>
                  <a:lnTo>
                    <a:pt x="2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3"/>
            <p:cNvSpPr/>
            <p:nvPr/>
          </p:nvSpPr>
          <p:spPr>
            <a:xfrm>
              <a:off x="3179880" y="3702240"/>
              <a:ext cx="18000" cy="10440"/>
            </a:xfrm>
            <a:custGeom>
              <a:rect b="b" l="l" r="r" t="t"/>
              <a:pathLst>
                <a:path extrusionOk="0" h="29" w="50">
                  <a:moveTo>
                    <a:pt x="49" y="19"/>
                  </a:moveTo>
                  <a:cubicBezTo>
                    <a:pt x="28" y="28"/>
                    <a:pt x="20" y="12"/>
                    <a:pt x="0" y="10"/>
                  </a:cubicBezTo>
                  <a:cubicBezTo>
                    <a:pt x="23" y="0"/>
                    <a:pt x="33" y="14"/>
                    <a:pt x="4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3"/>
            <p:cNvSpPr/>
            <p:nvPr/>
          </p:nvSpPr>
          <p:spPr>
            <a:xfrm>
              <a:off x="2930400" y="3691440"/>
              <a:ext cx="7920" cy="16920"/>
            </a:xfrm>
            <a:custGeom>
              <a:rect b="b" l="l" r="r" t="t"/>
              <a:pathLst>
                <a:path extrusionOk="0" h="47" w="22">
                  <a:moveTo>
                    <a:pt x="21" y="46"/>
                  </a:moveTo>
                  <a:cubicBezTo>
                    <a:pt x="8" y="24"/>
                    <a:pt x="0" y="14"/>
                    <a:pt x="2" y="0"/>
                  </a:cubicBezTo>
                  <a:cubicBezTo>
                    <a:pt x="17" y="6"/>
                    <a:pt x="20" y="18"/>
                    <a:pt x="21"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3"/>
            <p:cNvSpPr/>
            <p:nvPr/>
          </p:nvSpPr>
          <p:spPr>
            <a:xfrm>
              <a:off x="3672720" y="3682080"/>
              <a:ext cx="15120" cy="12240"/>
            </a:xfrm>
            <a:custGeom>
              <a:rect b="b" l="l" r="r" t="t"/>
              <a:pathLst>
                <a:path extrusionOk="0" h="34" w="42">
                  <a:moveTo>
                    <a:pt x="0" y="33"/>
                  </a:moveTo>
                  <a:cubicBezTo>
                    <a:pt x="5" y="15"/>
                    <a:pt x="17" y="6"/>
                    <a:pt x="41" y="0"/>
                  </a:cubicBezTo>
                  <a:lnTo>
                    <a:pt x="41" y="1"/>
                  </a:lnTo>
                  <a:cubicBezTo>
                    <a:pt x="35" y="11"/>
                    <a:pt x="26" y="20"/>
                    <a:pt x="16" y="26"/>
                  </a:cubicBezTo>
                  <a:cubicBezTo>
                    <a:pt x="11" y="29"/>
                    <a:pt x="5" y="31"/>
                    <a:pt x="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3"/>
            <p:cNvSpPr/>
            <p:nvPr/>
          </p:nvSpPr>
          <p:spPr>
            <a:xfrm>
              <a:off x="3266280" y="3667680"/>
              <a:ext cx="16560" cy="11520"/>
            </a:xfrm>
            <a:custGeom>
              <a:rect b="b" l="l" r="r" t="t"/>
              <a:pathLst>
                <a:path extrusionOk="0" h="32" w="46">
                  <a:moveTo>
                    <a:pt x="0" y="1"/>
                  </a:moveTo>
                  <a:cubicBezTo>
                    <a:pt x="11" y="14"/>
                    <a:pt x="32" y="12"/>
                    <a:pt x="45" y="31"/>
                  </a:cubicBezTo>
                  <a:cubicBezTo>
                    <a:pt x="23" y="26"/>
                    <a:pt x="1"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3"/>
            <p:cNvSpPr/>
            <p:nvPr/>
          </p:nvSpPr>
          <p:spPr>
            <a:xfrm>
              <a:off x="3495960" y="3620520"/>
              <a:ext cx="15120" cy="10080"/>
            </a:xfrm>
            <a:custGeom>
              <a:rect b="b" l="l" r="r" t="t"/>
              <a:pathLst>
                <a:path extrusionOk="0" h="28" w="42">
                  <a:moveTo>
                    <a:pt x="41" y="22"/>
                  </a:moveTo>
                  <a:cubicBezTo>
                    <a:pt x="22" y="27"/>
                    <a:pt x="12" y="17"/>
                    <a:pt x="0" y="11"/>
                  </a:cubicBezTo>
                  <a:cubicBezTo>
                    <a:pt x="16" y="0"/>
                    <a:pt x="26" y="12"/>
                    <a:pt x="41"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3"/>
            <p:cNvSpPr/>
            <p:nvPr/>
          </p:nvSpPr>
          <p:spPr>
            <a:xfrm>
              <a:off x="3486240" y="3600720"/>
              <a:ext cx="18720" cy="8640"/>
            </a:xfrm>
            <a:custGeom>
              <a:rect b="b" l="l" r="r" t="t"/>
              <a:pathLst>
                <a:path extrusionOk="0" h="24" w="52">
                  <a:moveTo>
                    <a:pt x="0" y="1"/>
                  </a:moveTo>
                  <a:cubicBezTo>
                    <a:pt x="15" y="4"/>
                    <a:pt x="28" y="10"/>
                    <a:pt x="41" y="17"/>
                  </a:cubicBezTo>
                  <a:cubicBezTo>
                    <a:pt x="44" y="19"/>
                    <a:pt x="48" y="21"/>
                    <a:pt x="51" y="23"/>
                  </a:cubicBezTo>
                  <a:cubicBezTo>
                    <a:pt x="25" y="23"/>
                    <a:pt x="9"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3"/>
            <p:cNvSpPr/>
            <p:nvPr/>
          </p:nvSpPr>
          <p:spPr>
            <a:xfrm>
              <a:off x="3466080" y="3594600"/>
              <a:ext cx="21240" cy="10080"/>
            </a:xfrm>
            <a:custGeom>
              <a:rect b="b" l="l" r="r" t="t"/>
              <a:pathLst>
                <a:path extrusionOk="0" h="28" w="59">
                  <a:moveTo>
                    <a:pt x="58" y="17"/>
                  </a:moveTo>
                  <a:cubicBezTo>
                    <a:pt x="37" y="27"/>
                    <a:pt x="23" y="16"/>
                    <a:pt x="0" y="0"/>
                  </a:cubicBezTo>
                  <a:cubicBezTo>
                    <a:pt x="17" y="1"/>
                    <a:pt x="35" y="6"/>
                    <a:pt x="50" y="15"/>
                  </a:cubicBezTo>
                  <a:cubicBezTo>
                    <a:pt x="52" y="16"/>
                    <a:pt x="54" y="17"/>
                    <a:pt x="56" y="18"/>
                  </a:cubicBezTo>
                  <a:lnTo>
                    <a:pt x="58"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3"/>
            <p:cNvSpPr/>
            <p:nvPr/>
          </p:nvSpPr>
          <p:spPr>
            <a:xfrm>
              <a:off x="2859480" y="3551040"/>
              <a:ext cx="15840" cy="15840"/>
            </a:xfrm>
            <a:custGeom>
              <a:rect b="b" l="l" r="r" t="t"/>
              <a:pathLst>
                <a:path extrusionOk="0" h="44" w="44">
                  <a:moveTo>
                    <a:pt x="42" y="21"/>
                  </a:moveTo>
                  <a:cubicBezTo>
                    <a:pt x="33" y="21"/>
                    <a:pt x="42" y="43"/>
                    <a:pt x="28" y="34"/>
                  </a:cubicBezTo>
                  <a:cubicBezTo>
                    <a:pt x="17" y="24"/>
                    <a:pt x="8" y="13"/>
                    <a:pt x="0" y="0"/>
                  </a:cubicBezTo>
                  <a:cubicBezTo>
                    <a:pt x="23" y="0"/>
                    <a:pt x="26" y="27"/>
                    <a:pt x="43" y="22"/>
                  </a:cubicBezTo>
                  <a:lnTo>
                    <a:pt x="42"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3"/>
            <p:cNvSpPr/>
            <p:nvPr/>
          </p:nvSpPr>
          <p:spPr>
            <a:xfrm>
              <a:off x="4033800" y="3535560"/>
              <a:ext cx="10080" cy="19440"/>
            </a:xfrm>
            <a:custGeom>
              <a:rect b="b" l="l" r="r" t="t"/>
              <a:pathLst>
                <a:path extrusionOk="0" h="54" w="28">
                  <a:moveTo>
                    <a:pt x="21" y="53"/>
                  </a:moveTo>
                  <a:cubicBezTo>
                    <a:pt x="16" y="48"/>
                    <a:pt x="11" y="43"/>
                    <a:pt x="8" y="37"/>
                  </a:cubicBezTo>
                  <a:cubicBezTo>
                    <a:pt x="3" y="27"/>
                    <a:pt x="0" y="17"/>
                    <a:pt x="0" y="6"/>
                  </a:cubicBezTo>
                  <a:cubicBezTo>
                    <a:pt x="0" y="4"/>
                    <a:pt x="0" y="2"/>
                    <a:pt x="0" y="0"/>
                  </a:cubicBezTo>
                  <a:cubicBezTo>
                    <a:pt x="17" y="18"/>
                    <a:pt x="27" y="32"/>
                    <a:pt x="20" y="53"/>
                  </a:cubicBezTo>
                  <a:lnTo>
                    <a:pt x="21"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3"/>
            <p:cNvSpPr/>
            <p:nvPr/>
          </p:nvSpPr>
          <p:spPr>
            <a:xfrm>
              <a:off x="3625560" y="3532680"/>
              <a:ext cx="13320" cy="11880"/>
            </a:xfrm>
            <a:custGeom>
              <a:rect b="b" l="l" r="r" t="t"/>
              <a:pathLst>
                <a:path extrusionOk="0" h="33" w="37">
                  <a:moveTo>
                    <a:pt x="36" y="8"/>
                  </a:moveTo>
                  <a:cubicBezTo>
                    <a:pt x="29" y="18"/>
                    <a:pt x="17" y="32"/>
                    <a:pt x="8" y="16"/>
                  </a:cubicBezTo>
                  <a:cubicBezTo>
                    <a:pt x="0" y="0"/>
                    <a:pt x="18" y="5"/>
                    <a:pt x="27" y="3"/>
                  </a:cubicBezTo>
                  <a:cubicBezTo>
                    <a:pt x="30" y="3"/>
                    <a:pt x="33" y="6"/>
                    <a:pt x="3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3"/>
            <p:cNvSpPr/>
            <p:nvPr/>
          </p:nvSpPr>
          <p:spPr>
            <a:xfrm>
              <a:off x="3244320" y="3516840"/>
              <a:ext cx="18000" cy="8280"/>
            </a:xfrm>
            <a:custGeom>
              <a:rect b="b" l="l" r="r" t="t"/>
              <a:pathLst>
                <a:path extrusionOk="0" h="23" w="50">
                  <a:moveTo>
                    <a:pt x="0" y="1"/>
                  </a:moveTo>
                  <a:cubicBezTo>
                    <a:pt x="13" y="2"/>
                    <a:pt x="26" y="6"/>
                    <a:pt x="37" y="12"/>
                  </a:cubicBezTo>
                  <a:cubicBezTo>
                    <a:pt x="41" y="15"/>
                    <a:pt x="45" y="18"/>
                    <a:pt x="49" y="21"/>
                  </a:cubicBezTo>
                  <a:cubicBezTo>
                    <a:pt x="26" y="22"/>
                    <a:pt x="1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3"/>
            <p:cNvSpPr/>
            <p:nvPr/>
          </p:nvSpPr>
          <p:spPr>
            <a:xfrm>
              <a:off x="3224880" y="3510360"/>
              <a:ext cx="20520" cy="9360"/>
            </a:xfrm>
            <a:custGeom>
              <a:rect b="b" l="l" r="r" t="t"/>
              <a:pathLst>
                <a:path extrusionOk="0" h="26" w="57">
                  <a:moveTo>
                    <a:pt x="56" y="17"/>
                  </a:moveTo>
                  <a:cubicBezTo>
                    <a:pt x="36" y="25"/>
                    <a:pt x="21" y="12"/>
                    <a:pt x="0" y="2"/>
                  </a:cubicBezTo>
                  <a:cubicBezTo>
                    <a:pt x="5" y="1"/>
                    <a:pt x="9" y="0"/>
                    <a:pt x="14" y="0"/>
                  </a:cubicBezTo>
                  <a:cubicBezTo>
                    <a:pt x="23" y="0"/>
                    <a:pt x="32" y="4"/>
                    <a:pt x="40" y="8"/>
                  </a:cubicBezTo>
                  <a:cubicBezTo>
                    <a:pt x="45" y="11"/>
                    <a:pt x="49" y="14"/>
                    <a:pt x="53" y="18"/>
                  </a:cubicBezTo>
                  <a:lnTo>
                    <a:pt x="56"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3"/>
            <p:cNvSpPr/>
            <p:nvPr/>
          </p:nvSpPr>
          <p:spPr>
            <a:xfrm>
              <a:off x="3132360" y="3422520"/>
              <a:ext cx="23040" cy="7200"/>
            </a:xfrm>
            <a:custGeom>
              <a:rect b="b" l="l" r="r" t="t"/>
              <a:pathLst>
                <a:path extrusionOk="0" h="20" w="64">
                  <a:moveTo>
                    <a:pt x="63" y="18"/>
                  </a:moveTo>
                  <a:cubicBezTo>
                    <a:pt x="59" y="19"/>
                    <a:pt x="54" y="19"/>
                    <a:pt x="50" y="19"/>
                  </a:cubicBezTo>
                  <a:cubicBezTo>
                    <a:pt x="33" y="19"/>
                    <a:pt x="16" y="16"/>
                    <a:pt x="0" y="10"/>
                  </a:cubicBezTo>
                  <a:cubicBezTo>
                    <a:pt x="27" y="9"/>
                    <a:pt x="47" y="0"/>
                    <a:pt x="62" y="19"/>
                  </a:cubicBezTo>
                  <a:lnTo>
                    <a:pt x="63"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3"/>
            <p:cNvSpPr/>
            <p:nvPr/>
          </p:nvSpPr>
          <p:spPr>
            <a:xfrm>
              <a:off x="3239640" y="4116240"/>
              <a:ext cx="17640" cy="9360"/>
            </a:xfrm>
            <a:custGeom>
              <a:rect b="b" l="l" r="r" t="t"/>
              <a:pathLst>
                <a:path extrusionOk="0" h="26" w="49">
                  <a:moveTo>
                    <a:pt x="0" y="5"/>
                  </a:moveTo>
                  <a:cubicBezTo>
                    <a:pt x="17" y="0"/>
                    <a:pt x="29" y="7"/>
                    <a:pt x="48" y="25"/>
                  </a:cubicBezTo>
                  <a:cubicBezTo>
                    <a:pt x="23" y="21"/>
                    <a:pt x="9" y="19"/>
                    <a:pt x="1" y="3"/>
                  </a:cubicBezTo>
                  <a:lnTo>
                    <a:pt x="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3"/>
            <p:cNvSpPr/>
            <p:nvPr/>
          </p:nvSpPr>
          <p:spPr>
            <a:xfrm>
              <a:off x="3798720" y="3929400"/>
              <a:ext cx="10440" cy="10080"/>
            </a:xfrm>
            <a:custGeom>
              <a:rect b="b" l="l" r="r" t="t"/>
              <a:pathLst>
                <a:path extrusionOk="0" h="28" w="29">
                  <a:moveTo>
                    <a:pt x="19" y="0"/>
                  </a:moveTo>
                  <a:cubicBezTo>
                    <a:pt x="22" y="11"/>
                    <a:pt x="28" y="27"/>
                    <a:pt x="14" y="27"/>
                  </a:cubicBezTo>
                  <a:cubicBezTo>
                    <a:pt x="0" y="27"/>
                    <a:pt x="7" y="15"/>
                    <a:pt x="10" y="8"/>
                  </a:cubicBezTo>
                  <a:cubicBezTo>
                    <a:pt x="13" y="5"/>
                    <a:pt x="16" y="3"/>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3"/>
            <p:cNvSpPr/>
            <p:nvPr/>
          </p:nvSpPr>
          <p:spPr>
            <a:xfrm>
              <a:off x="2876040" y="3530160"/>
              <a:ext cx="10080" cy="12240"/>
            </a:xfrm>
            <a:custGeom>
              <a:rect b="b" l="l" r="r" t="t"/>
              <a:pathLst>
                <a:path extrusionOk="0" h="34" w="28">
                  <a:moveTo>
                    <a:pt x="27" y="32"/>
                  </a:moveTo>
                  <a:cubicBezTo>
                    <a:pt x="11" y="30"/>
                    <a:pt x="4" y="20"/>
                    <a:pt x="0" y="0"/>
                  </a:cubicBezTo>
                  <a:cubicBezTo>
                    <a:pt x="18" y="9"/>
                    <a:pt x="27" y="17"/>
                    <a:pt x="27" y="33"/>
                  </a:cubicBezTo>
                  <a:lnTo>
                    <a:pt x="27"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3"/>
            <p:cNvSpPr/>
            <p:nvPr/>
          </p:nvSpPr>
          <p:spPr>
            <a:xfrm>
              <a:off x="2959920" y="3927600"/>
              <a:ext cx="9720" cy="12600"/>
            </a:xfrm>
            <a:custGeom>
              <a:rect b="b" l="l" r="r" t="t"/>
              <a:pathLst>
                <a:path extrusionOk="0" h="35" w="27">
                  <a:moveTo>
                    <a:pt x="7" y="1"/>
                  </a:moveTo>
                  <a:cubicBezTo>
                    <a:pt x="8" y="1"/>
                    <a:pt x="8" y="1"/>
                    <a:pt x="8" y="1"/>
                  </a:cubicBezTo>
                  <a:cubicBezTo>
                    <a:pt x="14" y="4"/>
                    <a:pt x="18" y="8"/>
                    <a:pt x="22" y="14"/>
                  </a:cubicBezTo>
                  <a:cubicBezTo>
                    <a:pt x="25" y="20"/>
                    <a:pt x="26" y="26"/>
                    <a:pt x="26" y="32"/>
                  </a:cubicBezTo>
                  <a:cubicBezTo>
                    <a:pt x="26" y="33"/>
                    <a:pt x="26" y="33"/>
                    <a:pt x="26" y="34"/>
                  </a:cubicBezTo>
                  <a:cubicBezTo>
                    <a:pt x="14" y="23"/>
                    <a:pt x="0" y="18"/>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3"/>
            <p:cNvSpPr/>
            <p:nvPr/>
          </p:nvSpPr>
          <p:spPr>
            <a:xfrm>
              <a:off x="3987360" y="3502800"/>
              <a:ext cx="10080" cy="12600"/>
            </a:xfrm>
            <a:custGeom>
              <a:rect b="b" l="l" r="r" t="t"/>
              <a:pathLst>
                <a:path extrusionOk="0" h="35" w="28">
                  <a:moveTo>
                    <a:pt x="7" y="0"/>
                  </a:moveTo>
                  <a:cubicBezTo>
                    <a:pt x="19" y="3"/>
                    <a:pt x="22" y="14"/>
                    <a:pt x="27" y="23"/>
                  </a:cubicBezTo>
                  <a:cubicBezTo>
                    <a:pt x="16" y="34"/>
                    <a:pt x="14" y="23"/>
                    <a:pt x="10" y="18"/>
                  </a:cubicBezTo>
                  <a:cubicBezTo>
                    <a:pt x="7" y="13"/>
                    <a:pt x="0" y="7"/>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3"/>
            <p:cNvSpPr/>
            <p:nvPr/>
          </p:nvSpPr>
          <p:spPr>
            <a:xfrm>
              <a:off x="3863880" y="3690000"/>
              <a:ext cx="11160" cy="14040"/>
            </a:xfrm>
            <a:custGeom>
              <a:rect b="b" l="l" r="r" t="t"/>
              <a:pathLst>
                <a:path extrusionOk="0" h="39" w="31">
                  <a:moveTo>
                    <a:pt x="0" y="1"/>
                  </a:moveTo>
                  <a:cubicBezTo>
                    <a:pt x="12" y="9"/>
                    <a:pt x="22" y="20"/>
                    <a:pt x="29" y="32"/>
                  </a:cubicBezTo>
                  <a:cubicBezTo>
                    <a:pt x="29" y="33"/>
                    <a:pt x="30" y="33"/>
                    <a:pt x="30" y="34"/>
                  </a:cubicBezTo>
                  <a:cubicBezTo>
                    <a:pt x="1" y="38"/>
                    <a:pt x="6" y="1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3"/>
            <p:cNvSpPr/>
            <p:nvPr/>
          </p:nvSpPr>
          <p:spPr>
            <a:xfrm>
              <a:off x="3653280" y="3685680"/>
              <a:ext cx="10800" cy="8640"/>
            </a:xfrm>
            <a:custGeom>
              <a:rect b="b" l="l" r="r" t="t"/>
              <a:pathLst>
                <a:path extrusionOk="0" h="24" w="30">
                  <a:moveTo>
                    <a:pt x="27" y="5"/>
                  </a:moveTo>
                  <a:cubicBezTo>
                    <a:pt x="26" y="7"/>
                    <a:pt x="26" y="8"/>
                    <a:pt x="25" y="10"/>
                  </a:cubicBezTo>
                  <a:cubicBezTo>
                    <a:pt x="22" y="14"/>
                    <a:pt x="19" y="18"/>
                    <a:pt x="15" y="20"/>
                  </a:cubicBezTo>
                  <a:cubicBezTo>
                    <a:pt x="11" y="22"/>
                    <a:pt x="6" y="23"/>
                    <a:pt x="2" y="23"/>
                  </a:cubicBezTo>
                  <a:cubicBezTo>
                    <a:pt x="1" y="23"/>
                    <a:pt x="1" y="23"/>
                    <a:pt x="0" y="23"/>
                  </a:cubicBezTo>
                  <a:cubicBezTo>
                    <a:pt x="9" y="12"/>
                    <a:pt x="12" y="0"/>
                    <a:pt x="29" y="6"/>
                  </a:cubicBezTo>
                  <a:lnTo>
                    <a:pt x="27"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3"/>
            <p:cNvSpPr/>
            <p:nvPr/>
          </p:nvSpPr>
          <p:spPr>
            <a:xfrm>
              <a:off x="3155040" y="3426840"/>
              <a:ext cx="21600" cy="8640"/>
            </a:xfrm>
            <a:custGeom>
              <a:rect b="b" l="l" r="r" t="t"/>
              <a:pathLst>
                <a:path extrusionOk="0" h="24" w="60">
                  <a:moveTo>
                    <a:pt x="59" y="16"/>
                  </a:moveTo>
                  <a:cubicBezTo>
                    <a:pt x="38" y="18"/>
                    <a:pt x="18" y="23"/>
                    <a:pt x="0" y="6"/>
                  </a:cubicBezTo>
                  <a:cubicBezTo>
                    <a:pt x="20" y="6"/>
                    <a:pt x="41" y="0"/>
                    <a:pt x="59" y="15"/>
                  </a:cubicBezTo>
                  <a:lnTo>
                    <a:pt x="59"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3"/>
            <p:cNvSpPr/>
            <p:nvPr/>
          </p:nvSpPr>
          <p:spPr>
            <a:xfrm>
              <a:off x="3910320" y="3409920"/>
              <a:ext cx="13680" cy="8640"/>
            </a:xfrm>
            <a:custGeom>
              <a:rect b="b" l="l" r="r" t="t"/>
              <a:pathLst>
                <a:path extrusionOk="0" h="24" w="38">
                  <a:moveTo>
                    <a:pt x="0" y="2"/>
                  </a:moveTo>
                  <a:cubicBezTo>
                    <a:pt x="3" y="1"/>
                    <a:pt x="7" y="0"/>
                    <a:pt x="10" y="0"/>
                  </a:cubicBezTo>
                  <a:cubicBezTo>
                    <a:pt x="16" y="0"/>
                    <a:pt x="21" y="1"/>
                    <a:pt x="26" y="4"/>
                  </a:cubicBezTo>
                  <a:cubicBezTo>
                    <a:pt x="31" y="7"/>
                    <a:pt x="34" y="11"/>
                    <a:pt x="37" y="15"/>
                  </a:cubicBezTo>
                  <a:lnTo>
                    <a:pt x="37" y="16"/>
                  </a:lnTo>
                  <a:cubicBezTo>
                    <a:pt x="20" y="23"/>
                    <a:pt x="14" y="1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3"/>
            <p:cNvSpPr/>
            <p:nvPr/>
          </p:nvSpPr>
          <p:spPr>
            <a:xfrm>
              <a:off x="3249000" y="3664080"/>
              <a:ext cx="18000" cy="9000"/>
            </a:xfrm>
            <a:custGeom>
              <a:rect b="b" l="l" r="r" t="t"/>
              <a:pathLst>
                <a:path extrusionOk="0" h="25" w="50">
                  <a:moveTo>
                    <a:pt x="49" y="10"/>
                  </a:moveTo>
                  <a:cubicBezTo>
                    <a:pt x="33" y="24"/>
                    <a:pt x="19" y="19"/>
                    <a:pt x="0" y="0"/>
                  </a:cubicBezTo>
                  <a:lnTo>
                    <a:pt x="48" y="12"/>
                  </a:lnTo>
                  <a:lnTo>
                    <a:pt x="49"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3"/>
            <p:cNvSpPr/>
            <p:nvPr/>
          </p:nvSpPr>
          <p:spPr>
            <a:xfrm>
              <a:off x="3172680" y="4119480"/>
              <a:ext cx="11160" cy="6840"/>
            </a:xfrm>
            <a:custGeom>
              <a:rect b="b" l="l" r="r" t="t"/>
              <a:pathLst>
                <a:path extrusionOk="0" h="19" w="31">
                  <a:moveTo>
                    <a:pt x="0" y="0"/>
                  </a:moveTo>
                  <a:cubicBezTo>
                    <a:pt x="1" y="0"/>
                    <a:pt x="2" y="0"/>
                    <a:pt x="3" y="0"/>
                  </a:cubicBezTo>
                  <a:cubicBezTo>
                    <a:pt x="9" y="0"/>
                    <a:pt x="16" y="2"/>
                    <a:pt x="21" y="5"/>
                  </a:cubicBezTo>
                  <a:cubicBezTo>
                    <a:pt x="25" y="7"/>
                    <a:pt x="28" y="10"/>
                    <a:pt x="30" y="12"/>
                  </a:cubicBezTo>
                  <a:cubicBezTo>
                    <a:pt x="24" y="18"/>
                    <a:pt x="17" y="15"/>
                    <a:pt x="12" y="11"/>
                  </a:cubicBezTo>
                  <a:cubicBezTo>
                    <a:pt x="8" y="7"/>
                    <a:pt x="4"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3"/>
            <p:cNvSpPr/>
            <p:nvPr/>
          </p:nvSpPr>
          <p:spPr>
            <a:xfrm>
              <a:off x="3705120" y="3395880"/>
              <a:ext cx="11520" cy="5760"/>
            </a:xfrm>
            <a:custGeom>
              <a:rect b="b" l="l" r="r" t="t"/>
              <a:pathLst>
                <a:path extrusionOk="0" h="16" w="32">
                  <a:moveTo>
                    <a:pt x="31" y="5"/>
                  </a:moveTo>
                  <a:cubicBezTo>
                    <a:pt x="25" y="15"/>
                    <a:pt x="17" y="14"/>
                    <a:pt x="8" y="12"/>
                  </a:cubicBezTo>
                  <a:cubicBezTo>
                    <a:pt x="0" y="10"/>
                    <a:pt x="2" y="7"/>
                    <a:pt x="8" y="4"/>
                  </a:cubicBezTo>
                  <a:lnTo>
                    <a:pt x="9" y="3"/>
                  </a:lnTo>
                  <a:cubicBezTo>
                    <a:pt x="13" y="1"/>
                    <a:pt x="16" y="0"/>
                    <a:pt x="19" y="0"/>
                  </a:cubicBezTo>
                  <a:cubicBezTo>
                    <a:pt x="23" y="0"/>
                    <a:pt x="27" y="1"/>
                    <a:pt x="29" y="3"/>
                  </a:cubicBezTo>
                  <a:cubicBezTo>
                    <a:pt x="31" y="4"/>
                    <a:pt x="30" y="4"/>
                    <a:pt x="3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3"/>
            <p:cNvSpPr/>
            <p:nvPr/>
          </p:nvSpPr>
          <p:spPr>
            <a:xfrm>
              <a:off x="3218760" y="3626640"/>
              <a:ext cx="12600" cy="9000"/>
            </a:xfrm>
            <a:custGeom>
              <a:rect b="b" l="l" r="r" t="t"/>
              <a:pathLst>
                <a:path extrusionOk="0" h="25" w="35">
                  <a:moveTo>
                    <a:pt x="33" y="18"/>
                  </a:moveTo>
                  <a:cubicBezTo>
                    <a:pt x="29" y="24"/>
                    <a:pt x="23" y="22"/>
                    <a:pt x="18" y="20"/>
                  </a:cubicBezTo>
                  <a:cubicBezTo>
                    <a:pt x="13" y="18"/>
                    <a:pt x="1" y="14"/>
                    <a:pt x="0" y="3"/>
                  </a:cubicBezTo>
                  <a:cubicBezTo>
                    <a:pt x="0" y="3"/>
                    <a:pt x="3" y="0"/>
                    <a:pt x="4" y="0"/>
                  </a:cubicBezTo>
                  <a:cubicBezTo>
                    <a:pt x="10" y="0"/>
                    <a:pt x="15" y="1"/>
                    <a:pt x="20" y="4"/>
                  </a:cubicBezTo>
                  <a:cubicBezTo>
                    <a:pt x="24" y="6"/>
                    <a:pt x="28" y="10"/>
                    <a:pt x="31" y="14"/>
                  </a:cubicBezTo>
                  <a:cubicBezTo>
                    <a:pt x="34" y="18"/>
                    <a:pt x="33" y="17"/>
                    <a:pt x="33"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3"/>
            <p:cNvSpPr/>
            <p:nvPr/>
          </p:nvSpPr>
          <p:spPr>
            <a:xfrm>
              <a:off x="3507840" y="4089600"/>
              <a:ext cx="15480" cy="9720"/>
            </a:xfrm>
            <a:custGeom>
              <a:rect b="b" l="l" r="r" t="t"/>
              <a:pathLst>
                <a:path extrusionOk="0" h="27" w="43">
                  <a:moveTo>
                    <a:pt x="1" y="18"/>
                  </a:moveTo>
                  <a:lnTo>
                    <a:pt x="42" y="0"/>
                  </a:lnTo>
                  <a:cubicBezTo>
                    <a:pt x="26" y="22"/>
                    <a:pt x="15" y="26"/>
                    <a:pt x="0" y="17"/>
                  </a:cubicBezTo>
                  <a:lnTo>
                    <a:pt x="1"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3"/>
            <p:cNvSpPr/>
            <p:nvPr/>
          </p:nvSpPr>
          <p:spPr>
            <a:xfrm>
              <a:off x="3034440" y="3992040"/>
              <a:ext cx="14040" cy="14040"/>
            </a:xfrm>
            <a:custGeom>
              <a:rect b="b" l="l" r="r" t="t"/>
              <a:pathLst>
                <a:path extrusionOk="0" h="39" w="39">
                  <a:moveTo>
                    <a:pt x="0" y="2"/>
                  </a:moveTo>
                  <a:cubicBezTo>
                    <a:pt x="20" y="0"/>
                    <a:pt x="28" y="11"/>
                    <a:pt x="38" y="38"/>
                  </a:cubicBezTo>
                  <a:cubicBezTo>
                    <a:pt x="17" y="24"/>
                    <a:pt x="5" y="17"/>
                    <a:pt x="1" y="1"/>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3"/>
            <p:cNvSpPr/>
            <p:nvPr/>
          </p:nvSpPr>
          <p:spPr>
            <a:xfrm>
              <a:off x="3458520" y="4113360"/>
              <a:ext cx="10440" cy="10080"/>
            </a:xfrm>
            <a:custGeom>
              <a:rect b="b" l="l" r="r" t="t"/>
              <a:pathLst>
                <a:path extrusionOk="0" h="28" w="29">
                  <a:moveTo>
                    <a:pt x="0" y="22"/>
                  </a:moveTo>
                  <a:cubicBezTo>
                    <a:pt x="3" y="11"/>
                    <a:pt x="14" y="0"/>
                    <a:pt x="21" y="6"/>
                  </a:cubicBezTo>
                  <a:cubicBezTo>
                    <a:pt x="28" y="11"/>
                    <a:pt x="16" y="18"/>
                    <a:pt x="10" y="23"/>
                  </a:cubicBezTo>
                  <a:cubicBezTo>
                    <a:pt x="4" y="27"/>
                    <a:pt x="3" y="22"/>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3"/>
            <p:cNvSpPr/>
            <p:nvPr/>
          </p:nvSpPr>
          <p:spPr>
            <a:xfrm>
              <a:off x="3184200" y="3590640"/>
              <a:ext cx="11880" cy="9000"/>
            </a:xfrm>
            <a:custGeom>
              <a:rect b="b" l="l" r="r" t="t"/>
              <a:pathLst>
                <a:path extrusionOk="0" h="25" w="33">
                  <a:moveTo>
                    <a:pt x="32" y="21"/>
                  </a:moveTo>
                  <a:cubicBezTo>
                    <a:pt x="15" y="24"/>
                    <a:pt x="8" y="13"/>
                    <a:pt x="0" y="0"/>
                  </a:cubicBezTo>
                  <a:cubicBezTo>
                    <a:pt x="2" y="0"/>
                    <a:pt x="4" y="0"/>
                    <a:pt x="5" y="0"/>
                  </a:cubicBezTo>
                  <a:cubicBezTo>
                    <a:pt x="10" y="0"/>
                    <a:pt x="14" y="0"/>
                    <a:pt x="18" y="3"/>
                  </a:cubicBezTo>
                  <a:cubicBezTo>
                    <a:pt x="22" y="6"/>
                    <a:pt x="26" y="9"/>
                    <a:pt x="28" y="13"/>
                  </a:cubicBezTo>
                  <a:cubicBezTo>
                    <a:pt x="30" y="16"/>
                    <a:pt x="31" y="19"/>
                    <a:pt x="31" y="22"/>
                  </a:cubicBezTo>
                  <a:lnTo>
                    <a:pt x="32"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3"/>
            <p:cNvSpPr/>
            <p:nvPr/>
          </p:nvSpPr>
          <p:spPr>
            <a:xfrm>
              <a:off x="3022560" y="3980880"/>
              <a:ext cx="12240" cy="12240"/>
            </a:xfrm>
            <a:custGeom>
              <a:rect b="b" l="l" r="r" t="t"/>
              <a:pathLst>
                <a:path extrusionOk="0" h="34" w="34">
                  <a:moveTo>
                    <a:pt x="0" y="0"/>
                  </a:moveTo>
                  <a:cubicBezTo>
                    <a:pt x="4" y="1"/>
                    <a:pt x="9" y="3"/>
                    <a:pt x="13" y="5"/>
                  </a:cubicBezTo>
                  <a:cubicBezTo>
                    <a:pt x="20" y="9"/>
                    <a:pt x="25" y="14"/>
                    <a:pt x="28" y="20"/>
                  </a:cubicBezTo>
                  <a:cubicBezTo>
                    <a:pt x="31" y="24"/>
                    <a:pt x="33" y="29"/>
                    <a:pt x="33" y="33"/>
                  </a:cubicBezTo>
                  <a:cubicBezTo>
                    <a:pt x="27" y="33"/>
                    <a:pt x="21" y="32"/>
                    <a:pt x="16" y="29"/>
                  </a:cubicBezTo>
                  <a:cubicBezTo>
                    <a:pt x="11" y="26"/>
                    <a:pt x="7" y="22"/>
                    <a:pt x="4" y="17"/>
                  </a:cubicBezTo>
                  <a:cubicBezTo>
                    <a:pt x="1" y="12"/>
                    <a:pt x="0" y="6"/>
                    <a:pt x="0" y="1"/>
                  </a:cubicBezTo>
                  <a:cubicBezTo>
                    <a:pt x="0"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3"/>
            <p:cNvSpPr/>
            <p:nvPr/>
          </p:nvSpPr>
          <p:spPr>
            <a:xfrm>
              <a:off x="2957400" y="3541680"/>
              <a:ext cx="9720" cy="11160"/>
            </a:xfrm>
            <a:custGeom>
              <a:rect b="b" l="l" r="r" t="t"/>
              <a:pathLst>
                <a:path extrusionOk="0" h="31" w="27">
                  <a:moveTo>
                    <a:pt x="1" y="1"/>
                  </a:moveTo>
                  <a:cubicBezTo>
                    <a:pt x="16" y="1"/>
                    <a:pt x="23" y="10"/>
                    <a:pt x="26" y="30"/>
                  </a:cubicBezTo>
                  <a:cubicBezTo>
                    <a:pt x="11" y="22"/>
                    <a:pt x="0" y="18"/>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3"/>
            <p:cNvSpPr/>
            <p:nvPr/>
          </p:nvSpPr>
          <p:spPr>
            <a:xfrm>
              <a:off x="3089160" y="4235040"/>
              <a:ext cx="33480" cy="10080"/>
            </a:xfrm>
            <a:custGeom>
              <a:rect b="b" l="l" r="r" t="t"/>
              <a:pathLst>
                <a:path extrusionOk="0" h="28" w="93">
                  <a:moveTo>
                    <a:pt x="0" y="3"/>
                  </a:moveTo>
                  <a:cubicBezTo>
                    <a:pt x="8" y="1"/>
                    <a:pt x="17" y="0"/>
                    <a:pt x="26" y="0"/>
                  </a:cubicBezTo>
                  <a:cubicBezTo>
                    <a:pt x="49" y="0"/>
                    <a:pt x="71" y="6"/>
                    <a:pt x="92" y="16"/>
                  </a:cubicBezTo>
                  <a:cubicBezTo>
                    <a:pt x="63" y="14"/>
                    <a:pt x="31" y="27"/>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3"/>
            <p:cNvSpPr/>
            <p:nvPr/>
          </p:nvSpPr>
          <p:spPr>
            <a:xfrm>
              <a:off x="3056400" y="4195080"/>
              <a:ext cx="31320" cy="7200"/>
            </a:xfrm>
            <a:custGeom>
              <a:rect b="b" l="l" r="r" t="t"/>
              <a:pathLst>
                <a:path extrusionOk="0" h="20" w="87">
                  <a:moveTo>
                    <a:pt x="0" y="17"/>
                  </a:moveTo>
                  <a:cubicBezTo>
                    <a:pt x="21" y="6"/>
                    <a:pt x="45" y="0"/>
                    <a:pt x="69" y="0"/>
                  </a:cubicBezTo>
                  <a:cubicBezTo>
                    <a:pt x="75" y="0"/>
                    <a:pt x="80" y="0"/>
                    <a:pt x="86" y="1"/>
                  </a:cubicBezTo>
                  <a:cubicBezTo>
                    <a:pt x="85" y="2"/>
                    <a:pt x="83" y="3"/>
                    <a:pt x="82" y="3"/>
                  </a:cubicBezTo>
                  <a:cubicBezTo>
                    <a:pt x="64" y="14"/>
                    <a:pt x="43" y="19"/>
                    <a:pt x="22" y="19"/>
                  </a:cubicBezTo>
                  <a:cubicBezTo>
                    <a:pt x="15" y="19"/>
                    <a:pt x="7" y="19"/>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3"/>
            <p:cNvSpPr/>
            <p:nvPr/>
          </p:nvSpPr>
          <p:spPr>
            <a:xfrm>
              <a:off x="3425760" y="4250160"/>
              <a:ext cx="16200" cy="6120"/>
            </a:xfrm>
            <a:custGeom>
              <a:rect b="b" l="l" r="r" t="t"/>
              <a:pathLst>
                <a:path extrusionOk="0" h="17" w="45">
                  <a:moveTo>
                    <a:pt x="44" y="1"/>
                  </a:moveTo>
                  <a:lnTo>
                    <a:pt x="44" y="13"/>
                  </a:lnTo>
                  <a:cubicBezTo>
                    <a:pt x="30" y="8"/>
                    <a:pt x="14" y="16"/>
                    <a:pt x="0" y="7"/>
                  </a:cubicBezTo>
                  <a:cubicBezTo>
                    <a:pt x="10" y="3"/>
                    <a:pt x="21" y="0"/>
                    <a:pt x="32" y="0"/>
                  </a:cubicBezTo>
                  <a:cubicBezTo>
                    <a:pt x="36" y="0"/>
                    <a:pt x="40" y="0"/>
                    <a:pt x="4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1" name="Google Shape;2701;p33"/>
          <p:cNvSpPr/>
          <p:nvPr/>
        </p:nvSpPr>
        <p:spPr>
          <a:xfrm>
            <a:off x="789425" y="1374250"/>
            <a:ext cx="702600" cy="869400"/>
          </a:xfrm>
          <a:prstGeom prst="flowChartConnector">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a:ea typeface="Outfit"/>
              <a:cs typeface="Outfit"/>
              <a:sym typeface="Outfit"/>
            </a:endParaRPr>
          </a:p>
        </p:txBody>
      </p:sp>
      <p:sp>
        <p:nvSpPr>
          <p:cNvPr id="2702" name="Google Shape;2702;p33"/>
          <p:cNvSpPr/>
          <p:nvPr/>
        </p:nvSpPr>
        <p:spPr>
          <a:xfrm>
            <a:off x="3997300" y="1374250"/>
            <a:ext cx="702600" cy="869400"/>
          </a:xfrm>
          <a:prstGeom prst="flowChartConnector">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a:ea typeface="Outfit"/>
              <a:cs typeface="Outfit"/>
              <a:sym typeface="Outfit"/>
            </a:endParaRPr>
          </a:p>
        </p:txBody>
      </p:sp>
      <p:grpSp>
        <p:nvGrpSpPr>
          <p:cNvPr id="2703" name="Google Shape;2703;p33"/>
          <p:cNvGrpSpPr/>
          <p:nvPr/>
        </p:nvGrpSpPr>
        <p:grpSpPr>
          <a:xfrm>
            <a:off x="911659" y="1588559"/>
            <a:ext cx="458868" cy="440783"/>
            <a:chOff x="7435629" y="1964690"/>
            <a:chExt cx="367712" cy="353248"/>
          </a:xfrm>
        </p:grpSpPr>
        <p:sp>
          <p:nvSpPr>
            <p:cNvPr id="2704" name="Google Shape;2704;p3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8" name="Google Shape;2708;p33"/>
          <p:cNvSpPr/>
          <p:nvPr/>
        </p:nvSpPr>
        <p:spPr>
          <a:xfrm>
            <a:off x="4142150" y="1618605"/>
            <a:ext cx="412926" cy="380689"/>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2" name="Shape 2712"/>
        <p:cNvGrpSpPr/>
        <p:nvPr/>
      </p:nvGrpSpPr>
      <p:grpSpPr>
        <a:xfrm>
          <a:off x="0" y="0"/>
          <a:ext cx="0" cy="0"/>
          <a:chOff x="0" y="0"/>
          <a:chExt cx="0" cy="0"/>
        </a:xfrm>
      </p:grpSpPr>
      <p:sp>
        <p:nvSpPr>
          <p:cNvPr id="2713" name="Google Shape;2713;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714" name="Google Shape;2714;p34"/>
          <p:cNvSpPr txBox="1"/>
          <p:nvPr>
            <p:ph idx="4" type="subTitle"/>
          </p:nvPr>
        </p:nvSpPr>
        <p:spPr>
          <a:xfrm>
            <a:off x="720012" y="1732275"/>
            <a:ext cx="20781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a:t>
            </a:r>
            <a:endParaRPr/>
          </a:p>
          <a:p>
            <a:pPr indent="0" lvl="0" marL="0" rtl="0" algn="l">
              <a:spcBef>
                <a:spcPts val="0"/>
              </a:spcBef>
              <a:spcAft>
                <a:spcPts val="0"/>
              </a:spcAft>
              <a:buNone/>
            </a:pPr>
            <a:r>
              <a:rPr lang="en"/>
              <a:t>resources</a:t>
            </a:r>
            <a:endParaRPr/>
          </a:p>
        </p:txBody>
      </p:sp>
      <p:sp>
        <p:nvSpPr>
          <p:cNvPr id="2715" name="Google Shape;2715;p34"/>
          <p:cNvSpPr txBox="1"/>
          <p:nvPr>
            <p:ph idx="5" type="subTitle"/>
          </p:nvPr>
        </p:nvSpPr>
        <p:spPr>
          <a:xfrm>
            <a:off x="3000575" y="1732275"/>
            <a:ext cx="20781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resources</a:t>
            </a:r>
            <a:endParaRPr/>
          </a:p>
        </p:txBody>
      </p:sp>
      <p:sp>
        <p:nvSpPr>
          <p:cNvPr id="2716" name="Google Shape;2716;p34"/>
          <p:cNvSpPr txBox="1"/>
          <p:nvPr>
            <p:ph idx="1" type="subTitle"/>
          </p:nvPr>
        </p:nvSpPr>
        <p:spPr>
          <a:xfrm>
            <a:off x="720012" y="2579900"/>
            <a:ext cx="2078100" cy="202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2717" name="Google Shape;2717;p34"/>
          <p:cNvSpPr txBox="1"/>
          <p:nvPr>
            <p:ph idx="2" type="subTitle"/>
          </p:nvPr>
        </p:nvSpPr>
        <p:spPr>
          <a:xfrm>
            <a:off x="3000575" y="2579900"/>
            <a:ext cx="2078100" cy="202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estimated budget</a:t>
            </a:r>
            <a:endParaRPr/>
          </a:p>
        </p:txBody>
      </p:sp>
      <p:sp>
        <p:nvSpPr>
          <p:cNvPr id="2718" name="Google Shape;2718;p34"/>
          <p:cNvSpPr txBox="1"/>
          <p:nvPr>
            <p:ph idx="3" type="subTitle"/>
          </p:nvPr>
        </p:nvSpPr>
        <p:spPr>
          <a:xfrm>
            <a:off x="5281138" y="2579900"/>
            <a:ext cx="2078100" cy="202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2719" name="Google Shape;2719;p34"/>
          <p:cNvSpPr txBox="1"/>
          <p:nvPr>
            <p:ph idx="6" type="subTitle"/>
          </p:nvPr>
        </p:nvSpPr>
        <p:spPr>
          <a:xfrm>
            <a:off x="5281138" y="1732275"/>
            <a:ext cx="20781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resources</a:t>
            </a:r>
            <a:endParaRPr/>
          </a:p>
        </p:txBody>
      </p:sp>
      <p:grpSp>
        <p:nvGrpSpPr>
          <p:cNvPr id="2720" name="Google Shape;2720;p34"/>
          <p:cNvGrpSpPr/>
          <p:nvPr/>
        </p:nvGrpSpPr>
        <p:grpSpPr>
          <a:xfrm>
            <a:off x="6539761" y="2056735"/>
            <a:ext cx="3977514" cy="3190779"/>
            <a:chOff x="6387361" y="2056735"/>
            <a:chExt cx="3977514" cy="3190779"/>
          </a:xfrm>
        </p:grpSpPr>
        <p:grpSp>
          <p:nvGrpSpPr>
            <p:cNvPr id="2721" name="Google Shape;2721;p34"/>
            <p:cNvGrpSpPr/>
            <p:nvPr/>
          </p:nvGrpSpPr>
          <p:grpSpPr>
            <a:xfrm flipH="1">
              <a:off x="7990411" y="2056735"/>
              <a:ext cx="2374464" cy="2922424"/>
              <a:chOff x="1880515" y="4169448"/>
              <a:chExt cx="2418480" cy="3031560"/>
            </a:xfrm>
          </p:grpSpPr>
          <p:sp>
            <p:nvSpPr>
              <p:cNvPr id="2722" name="Google Shape;2722;p34"/>
              <p:cNvSpPr/>
              <p:nvPr/>
            </p:nvSpPr>
            <p:spPr>
              <a:xfrm>
                <a:off x="2499715" y="6617448"/>
                <a:ext cx="17280" cy="8640"/>
              </a:xfrm>
              <a:custGeom>
                <a:rect b="b" l="l" r="r" t="t"/>
                <a:pathLst>
                  <a:path extrusionOk="0" h="24" w="48">
                    <a:moveTo>
                      <a:pt x="37" y="3"/>
                    </a:moveTo>
                    <a:cubicBezTo>
                      <a:pt x="34" y="3"/>
                      <a:pt x="31" y="3"/>
                      <a:pt x="30" y="2"/>
                    </a:cubicBezTo>
                    <a:lnTo>
                      <a:pt x="22" y="2"/>
                    </a:lnTo>
                    <a:cubicBezTo>
                      <a:pt x="20" y="2"/>
                      <a:pt x="19" y="2"/>
                      <a:pt x="18" y="2"/>
                    </a:cubicBezTo>
                    <a:cubicBezTo>
                      <a:pt x="14" y="2"/>
                      <a:pt x="9" y="3"/>
                      <a:pt x="5" y="4"/>
                    </a:cubicBezTo>
                    <a:cubicBezTo>
                      <a:pt x="5" y="5"/>
                      <a:pt x="5" y="5"/>
                      <a:pt x="4" y="5"/>
                    </a:cubicBezTo>
                    <a:cubicBezTo>
                      <a:pt x="3" y="5"/>
                      <a:pt x="2" y="7"/>
                      <a:pt x="1" y="8"/>
                    </a:cubicBezTo>
                    <a:cubicBezTo>
                      <a:pt x="0" y="9"/>
                      <a:pt x="0" y="10"/>
                      <a:pt x="0" y="12"/>
                    </a:cubicBezTo>
                    <a:cubicBezTo>
                      <a:pt x="0" y="13"/>
                      <a:pt x="1" y="15"/>
                      <a:pt x="1" y="16"/>
                    </a:cubicBezTo>
                    <a:cubicBezTo>
                      <a:pt x="2" y="17"/>
                      <a:pt x="3" y="18"/>
                      <a:pt x="4" y="19"/>
                    </a:cubicBezTo>
                    <a:cubicBezTo>
                      <a:pt x="9" y="21"/>
                      <a:pt x="14" y="23"/>
                      <a:pt x="20" y="23"/>
                    </a:cubicBezTo>
                    <a:lnTo>
                      <a:pt x="21" y="23"/>
                    </a:lnTo>
                    <a:lnTo>
                      <a:pt x="29" y="23"/>
                    </a:lnTo>
                    <a:cubicBezTo>
                      <a:pt x="36" y="23"/>
                      <a:pt x="38" y="20"/>
                      <a:pt x="44" y="17"/>
                    </a:cubicBezTo>
                    <a:cubicBezTo>
                      <a:pt x="45" y="17"/>
                      <a:pt x="45" y="16"/>
                      <a:pt x="46" y="15"/>
                    </a:cubicBezTo>
                    <a:cubicBezTo>
                      <a:pt x="47" y="13"/>
                      <a:pt x="47" y="12"/>
                      <a:pt x="47" y="11"/>
                    </a:cubicBezTo>
                    <a:cubicBezTo>
                      <a:pt x="47" y="10"/>
                      <a:pt x="47" y="8"/>
                      <a:pt x="46" y="7"/>
                    </a:cubicBezTo>
                    <a:cubicBezTo>
                      <a:pt x="46" y="6"/>
                      <a:pt x="45" y="6"/>
                      <a:pt x="45" y="5"/>
                    </a:cubicBezTo>
                    <a:lnTo>
                      <a:pt x="45" y="4"/>
                    </a:lnTo>
                    <a:cubicBezTo>
                      <a:pt x="45" y="3"/>
                      <a:pt x="45" y="3"/>
                      <a:pt x="44" y="2"/>
                    </a:cubicBezTo>
                    <a:cubicBezTo>
                      <a:pt x="43" y="1"/>
                      <a:pt x="43" y="1"/>
                      <a:pt x="43" y="1"/>
                    </a:cubicBezTo>
                    <a:cubicBezTo>
                      <a:pt x="42" y="0"/>
                      <a:pt x="41" y="0"/>
                      <a:pt x="41" y="0"/>
                    </a:cubicBezTo>
                    <a:cubicBezTo>
                      <a:pt x="40" y="0"/>
                      <a:pt x="40" y="0"/>
                      <a:pt x="39" y="1"/>
                    </a:cubicBezTo>
                    <a:cubicBezTo>
                      <a:pt x="38" y="2"/>
                      <a:pt x="37" y="1"/>
                      <a:pt x="37" y="2"/>
                    </a:cubicBezTo>
                    <a:lnTo>
                      <a:pt x="37"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4"/>
              <p:cNvSpPr/>
              <p:nvPr/>
            </p:nvSpPr>
            <p:spPr>
              <a:xfrm>
                <a:off x="2347795" y="5887368"/>
                <a:ext cx="69480" cy="91440"/>
              </a:xfrm>
              <a:custGeom>
                <a:rect b="b" l="l" r="r" t="t"/>
                <a:pathLst>
                  <a:path extrusionOk="0" h="254" w="193">
                    <a:moveTo>
                      <a:pt x="48" y="40"/>
                    </a:moveTo>
                    <a:cubicBezTo>
                      <a:pt x="48" y="41"/>
                      <a:pt x="47" y="43"/>
                      <a:pt x="47" y="44"/>
                    </a:cubicBezTo>
                    <a:cubicBezTo>
                      <a:pt x="41" y="45"/>
                      <a:pt x="35" y="48"/>
                      <a:pt x="30" y="51"/>
                    </a:cubicBezTo>
                    <a:cubicBezTo>
                      <a:pt x="29" y="51"/>
                      <a:pt x="29" y="51"/>
                      <a:pt x="29" y="51"/>
                    </a:cubicBezTo>
                    <a:cubicBezTo>
                      <a:pt x="23" y="56"/>
                      <a:pt x="19" y="62"/>
                      <a:pt x="15" y="69"/>
                    </a:cubicBezTo>
                    <a:cubicBezTo>
                      <a:pt x="12" y="74"/>
                      <a:pt x="10" y="79"/>
                      <a:pt x="8" y="84"/>
                    </a:cubicBezTo>
                    <a:cubicBezTo>
                      <a:pt x="3" y="99"/>
                      <a:pt x="0" y="114"/>
                      <a:pt x="0" y="130"/>
                    </a:cubicBezTo>
                    <a:cubicBezTo>
                      <a:pt x="0" y="139"/>
                      <a:pt x="1" y="149"/>
                      <a:pt x="3" y="158"/>
                    </a:cubicBezTo>
                    <a:cubicBezTo>
                      <a:pt x="4" y="161"/>
                      <a:pt x="5" y="164"/>
                      <a:pt x="7" y="167"/>
                    </a:cubicBezTo>
                    <a:cubicBezTo>
                      <a:pt x="7" y="179"/>
                      <a:pt x="8" y="190"/>
                      <a:pt x="9" y="202"/>
                    </a:cubicBezTo>
                    <a:cubicBezTo>
                      <a:pt x="11" y="214"/>
                      <a:pt x="9" y="227"/>
                      <a:pt x="11" y="239"/>
                    </a:cubicBezTo>
                    <a:cubicBezTo>
                      <a:pt x="11" y="243"/>
                      <a:pt x="17" y="243"/>
                      <a:pt x="18" y="239"/>
                    </a:cubicBezTo>
                    <a:cubicBezTo>
                      <a:pt x="19" y="231"/>
                      <a:pt x="19" y="222"/>
                      <a:pt x="19" y="213"/>
                    </a:cubicBezTo>
                    <a:cubicBezTo>
                      <a:pt x="19" y="202"/>
                      <a:pt x="18" y="191"/>
                      <a:pt x="17" y="180"/>
                    </a:cubicBezTo>
                    <a:cubicBezTo>
                      <a:pt x="22" y="186"/>
                      <a:pt x="27" y="190"/>
                      <a:pt x="34" y="194"/>
                    </a:cubicBezTo>
                    <a:cubicBezTo>
                      <a:pt x="35" y="194"/>
                      <a:pt x="37" y="195"/>
                      <a:pt x="39" y="196"/>
                    </a:cubicBezTo>
                    <a:cubicBezTo>
                      <a:pt x="38" y="198"/>
                      <a:pt x="38" y="200"/>
                      <a:pt x="38" y="202"/>
                    </a:cubicBezTo>
                    <a:cubicBezTo>
                      <a:pt x="38" y="207"/>
                      <a:pt x="39" y="212"/>
                      <a:pt x="40" y="216"/>
                    </a:cubicBezTo>
                    <a:cubicBezTo>
                      <a:pt x="41" y="218"/>
                      <a:pt x="41" y="221"/>
                      <a:pt x="41" y="223"/>
                    </a:cubicBezTo>
                    <a:cubicBezTo>
                      <a:pt x="41" y="225"/>
                      <a:pt x="41" y="228"/>
                      <a:pt x="40" y="230"/>
                    </a:cubicBezTo>
                    <a:cubicBezTo>
                      <a:pt x="40" y="236"/>
                      <a:pt x="45" y="240"/>
                      <a:pt x="47" y="245"/>
                    </a:cubicBezTo>
                    <a:cubicBezTo>
                      <a:pt x="48" y="245"/>
                      <a:pt x="48" y="246"/>
                      <a:pt x="49" y="246"/>
                    </a:cubicBezTo>
                    <a:cubicBezTo>
                      <a:pt x="49" y="246"/>
                      <a:pt x="50" y="247"/>
                      <a:pt x="51" y="247"/>
                    </a:cubicBezTo>
                    <a:cubicBezTo>
                      <a:pt x="52" y="247"/>
                      <a:pt x="52" y="246"/>
                      <a:pt x="53" y="246"/>
                    </a:cubicBezTo>
                    <a:cubicBezTo>
                      <a:pt x="54" y="246"/>
                      <a:pt x="53" y="244"/>
                      <a:pt x="54" y="244"/>
                    </a:cubicBezTo>
                    <a:cubicBezTo>
                      <a:pt x="55" y="243"/>
                      <a:pt x="55" y="243"/>
                      <a:pt x="55" y="243"/>
                    </a:cubicBezTo>
                    <a:cubicBezTo>
                      <a:pt x="55" y="237"/>
                      <a:pt x="53" y="233"/>
                      <a:pt x="55" y="227"/>
                    </a:cubicBezTo>
                    <a:cubicBezTo>
                      <a:pt x="55" y="226"/>
                      <a:pt x="55" y="223"/>
                      <a:pt x="55" y="222"/>
                    </a:cubicBezTo>
                    <a:cubicBezTo>
                      <a:pt x="55" y="220"/>
                      <a:pt x="55" y="219"/>
                      <a:pt x="55" y="217"/>
                    </a:cubicBezTo>
                    <a:cubicBezTo>
                      <a:pt x="54" y="215"/>
                      <a:pt x="53" y="212"/>
                      <a:pt x="52" y="209"/>
                    </a:cubicBezTo>
                    <a:lnTo>
                      <a:pt x="51" y="209"/>
                    </a:lnTo>
                    <a:cubicBezTo>
                      <a:pt x="51" y="207"/>
                      <a:pt x="50" y="205"/>
                      <a:pt x="50" y="203"/>
                    </a:cubicBezTo>
                    <a:cubicBezTo>
                      <a:pt x="50" y="203"/>
                      <a:pt x="50" y="202"/>
                      <a:pt x="50" y="201"/>
                    </a:cubicBezTo>
                    <a:lnTo>
                      <a:pt x="62" y="205"/>
                    </a:lnTo>
                    <a:lnTo>
                      <a:pt x="74" y="208"/>
                    </a:lnTo>
                    <a:cubicBezTo>
                      <a:pt x="74" y="210"/>
                      <a:pt x="74" y="211"/>
                      <a:pt x="75" y="212"/>
                    </a:cubicBezTo>
                    <a:cubicBezTo>
                      <a:pt x="75" y="212"/>
                      <a:pt x="75" y="213"/>
                      <a:pt x="76" y="213"/>
                    </a:cubicBezTo>
                    <a:cubicBezTo>
                      <a:pt x="78" y="218"/>
                      <a:pt x="80" y="223"/>
                      <a:pt x="80" y="229"/>
                    </a:cubicBezTo>
                    <a:lnTo>
                      <a:pt x="80" y="230"/>
                    </a:lnTo>
                    <a:cubicBezTo>
                      <a:pt x="82" y="238"/>
                      <a:pt x="84" y="245"/>
                      <a:pt x="88" y="251"/>
                    </a:cubicBezTo>
                    <a:cubicBezTo>
                      <a:pt x="89" y="252"/>
                      <a:pt x="89" y="252"/>
                      <a:pt x="90" y="253"/>
                    </a:cubicBezTo>
                    <a:cubicBezTo>
                      <a:pt x="91" y="253"/>
                      <a:pt x="91" y="253"/>
                      <a:pt x="92" y="253"/>
                    </a:cubicBezTo>
                    <a:cubicBezTo>
                      <a:pt x="93" y="253"/>
                      <a:pt x="94" y="253"/>
                      <a:pt x="94" y="253"/>
                    </a:cubicBezTo>
                    <a:cubicBezTo>
                      <a:pt x="95" y="252"/>
                      <a:pt x="96" y="252"/>
                      <a:pt x="96" y="251"/>
                    </a:cubicBezTo>
                    <a:cubicBezTo>
                      <a:pt x="101" y="242"/>
                      <a:pt x="96" y="234"/>
                      <a:pt x="96" y="225"/>
                    </a:cubicBezTo>
                    <a:cubicBezTo>
                      <a:pt x="96" y="220"/>
                      <a:pt x="95" y="215"/>
                      <a:pt x="93" y="211"/>
                    </a:cubicBezTo>
                    <a:lnTo>
                      <a:pt x="104" y="211"/>
                    </a:lnTo>
                    <a:cubicBezTo>
                      <a:pt x="104" y="215"/>
                      <a:pt x="105" y="219"/>
                      <a:pt x="106" y="223"/>
                    </a:cubicBezTo>
                    <a:cubicBezTo>
                      <a:pt x="108" y="231"/>
                      <a:pt x="106" y="240"/>
                      <a:pt x="112" y="248"/>
                    </a:cubicBezTo>
                    <a:cubicBezTo>
                      <a:pt x="113" y="248"/>
                      <a:pt x="113" y="248"/>
                      <a:pt x="114" y="249"/>
                    </a:cubicBezTo>
                    <a:cubicBezTo>
                      <a:pt x="115" y="249"/>
                      <a:pt x="116" y="250"/>
                      <a:pt x="117" y="250"/>
                    </a:cubicBezTo>
                    <a:cubicBezTo>
                      <a:pt x="118" y="250"/>
                      <a:pt x="119" y="250"/>
                      <a:pt x="120" y="249"/>
                    </a:cubicBezTo>
                    <a:lnTo>
                      <a:pt x="121" y="248"/>
                    </a:lnTo>
                    <a:cubicBezTo>
                      <a:pt x="122" y="247"/>
                      <a:pt x="122" y="247"/>
                      <a:pt x="122" y="246"/>
                    </a:cubicBezTo>
                    <a:cubicBezTo>
                      <a:pt x="125" y="240"/>
                      <a:pt x="127" y="235"/>
                      <a:pt x="127" y="229"/>
                    </a:cubicBezTo>
                    <a:cubicBezTo>
                      <a:pt x="127" y="228"/>
                      <a:pt x="127" y="227"/>
                      <a:pt x="127" y="226"/>
                    </a:cubicBezTo>
                    <a:cubicBezTo>
                      <a:pt x="126" y="221"/>
                      <a:pt x="125" y="216"/>
                      <a:pt x="123" y="211"/>
                    </a:cubicBezTo>
                    <a:cubicBezTo>
                      <a:pt x="131" y="211"/>
                      <a:pt x="139" y="209"/>
                      <a:pt x="146" y="205"/>
                    </a:cubicBezTo>
                    <a:cubicBezTo>
                      <a:pt x="149" y="203"/>
                      <a:pt x="151" y="202"/>
                      <a:pt x="153" y="200"/>
                    </a:cubicBezTo>
                    <a:cubicBezTo>
                      <a:pt x="189" y="162"/>
                      <a:pt x="192" y="90"/>
                      <a:pt x="154" y="53"/>
                    </a:cubicBezTo>
                    <a:cubicBezTo>
                      <a:pt x="133" y="34"/>
                      <a:pt x="65" y="0"/>
                      <a:pt x="48" y="40"/>
                    </a:cubicBezTo>
                    <a:moveTo>
                      <a:pt x="127" y="181"/>
                    </a:moveTo>
                    <a:cubicBezTo>
                      <a:pt x="119" y="182"/>
                      <a:pt x="112" y="182"/>
                      <a:pt x="105" y="182"/>
                    </a:cubicBezTo>
                    <a:cubicBezTo>
                      <a:pt x="90" y="182"/>
                      <a:pt x="75" y="180"/>
                      <a:pt x="61" y="176"/>
                    </a:cubicBezTo>
                    <a:cubicBezTo>
                      <a:pt x="24" y="166"/>
                      <a:pt x="25" y="134"/>
                      <a:pt x="25" y="104"/>
                    </a:cubicBezTo>
                    <a:cubicBezTo>
                      <a:pt x="25" y="95"/>
                      <a:pt x="26" y="86"/>
                      <a:pt x="31" y="79"/>
                    </a:cubicBezTo>
                    <a:cubicBezTo>
                      <a:pt x="35" y="71"/>
                      <a:pt x="42" y="63"/>
                      <a:pt x="50" y="60"/>
                    </a:cubicBezTo>
                    <a:cubicBezTo>
                      <a:pt x="51" y="59"/>
                      <a:pt x="51" y="59"/>
                      <a:pt x="52" y="59"/>
                    </a:cubicBezTo>
                    <a:cubicBezTo>
                      <a:pt x="53" y="60"/>
                      <a:pt x="54" y="61"/>
                      <a:pt x="55" y="62"/>
                    </a:cubicBezTo>
                    <a:cubicBezTo>
                      <a:pt x="57" y="63"/>
                      <a:pt x="59" y="63"/>
                      <a:pt x="61" y="63"/>
                    </a:cubicBezTo>
                    <a:cubicBezTo>
                      <a:pt x="63" y="63"/>
                      <a:pt x="65" y="63"/>
                      <a:pt x="67" y="62"/>
                    </a:cubicBezTo>
                    <a:cubicBezTo>
                      <a:pt x="68" y="61"/>
                      <a:pt x="69" y="60"/>
                      <a:pt x="70" y="59"/>
                    </a:cubicBezTo>
                    <a:cubicBezTo>
                      <a:pt x="83" y="47"/>
                      <a:pt x="101" y="56"/>
                      <a:pt x="116" y="64"/>
                    </a:cubicBezTo>
                    <a:cubicBezTo>
                      <a:pt x="118" y="65"/>
                      <a:pt x="119" y="66"/>
                      <a:pt x="121" y="67"/>
                    </a:cubicBezTo>
                    <a:cubicBezTo>
                      <a:pt x="130" y="72"/>
                      <a:pt x="137" y="79"/>
                      <a:pt x="141" y="87"/>
                    </a:cubicBezTo>
                    <a:cubicBezTo>
                      <a:pt x="145" y="94"/>
                      <a:pt x="148" y="102"/>
                      <a:pt x="149" y="110"/>
                    </a:cubicBezTo>
                    <a:cubicBezTo>
                      <a:pt x="151" y="126"/>
                      <a:pt x="148" y="175"/>
                      <a:pt x="127"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4"/>
              <p:cNvSpPr/>
              <p:nvPr/>
            </p:nvSpPr>
            <p:spPr>
              <a:xfrm>
                <a:off x="2732995" y="6191208"/>
                <a:ext cx="65880" cy="83520"/>
              </a:xfrm>
              <a:custGeom>
                <a:rect b="b" l="l" r="r" t="t"/>
                <a:pathLst>
                  <a:path extrusionOk="0" h="232" w="183">
                    <a:moveTo>
                      <a:pt x="176" y="53"/>
                    </a:moveTo>
                    <a:cubicBezTo>
                      <a:pt x="175" y="51"/>
                      <a:pt x="175" y="49"/>
                      <a:pt x="173" y="46"/>
                    </a:cubicBezTo>
                    <a:cubicBezTo>
                      <a:pt x="166" y="33"/>
                      <a:pt x="153" y="21"/>
                      <a:pt x="140" y="14"/>
                    </a:cubicBezTo>
                    <a:cubicBezTo>
                      <a:pt x="133" y="10"/>
                      <a:pt x="125" y="6"/>
                      <a:pt x="117" y="4"/>
                    </a:cubicBezTo>
                    <a:cubicBezTo>
                      <a:pt x="105" y="1"/>
                      <a:pt x="93" y="0"/>
                      <a:pt x="81" y="0"/>
                    </a:cubicBezTo>
                    <a:cubicBezTo>
                      <a:pt x="77" y="0"/>
                      <a:pt x="73" y="0"/>
                      <a:pt x="70" y="0"/>
                    </a:cubicBezTo>
                    <a:cubicBezTo>
                      <a:pt x="60" y="0"/>
                      <a:pt x="53" y="9"/>
                      <a:pt x="45" y="15"/>
                    </a:cubicBezTo>
                    <a:cubicBezTo>
                      <a:pt x="44" y="14"/>
                      <a:pt x="43" y="14"/>
                      <a:pt x="41" y="14"/>
                    </a:cubicBezTo>
                    <a:cubicBezTo>
                      <a:pt x="38" y="14"/>
                      <a:pt x="34" y="15"/>
                      <a:pt x="31" y="17"/>
                    </a:cubicBezTo>
                    <a:cubicBezTo>
                      <a:pt x="29" y="18"/>
                      <a:pt x="27" y="20"/>
                      <a:pt x="26" y="22"/>
                    </a:cubicBezTo>
                    <a:cubicBezTo>
                      <a:pt x="23" y="24"/>
                      <a:pt x="21" y="27"/>
                      <a:pt x="19" y="30"/>
                    </a:cubicBezTo>
                    <a:cubicBezTo>
                      <a:pt x="18" y="29"/>
                      <a:pt x="18" y="28"/>
                      <a:pt x="17" y="28"/>
                    </a:cubicBezTo>
                    <a:cubicBezTo>
                      <a:pt x="16" y="27"/>
                      <a:pt x="14" y="27"/>
                      <a:pt x="13" y="27"/>
                    </a:cubicBezTo>
                    <a:cubicBezTo>
                      <a:pt x="12" y="27"/>
                      <a:pt x="11" y="27"/>
                      <a:pt x="9" y="28"/>
                    </a:cubicBezTo>
                    <a:cubicBezTo>
                      <a:pt x="7" y="29"/>
                      <a:pt x="7" y="30"/>
                      <a:pt x="7" y="31"/>
                    </a:cubicBezTo>
                    <a:cubicBezTo>
                      <a:pt x="6" y="32"/>
                      <a:pt x="6" y="32"/>
                      <a:pt x="6" y="33"/>
                    </a:cubicBezTo>
                    <a:cubicBezTo>
                      <a:pt x="2" y="58"/>
                      <a:pt x="0" y="83"/>
                      <a:pt x="0" y="109"/>
                    </a:cubicBezTo>
                    <a:cubicBezTo>
                      <a:pt x="0" y="138"/>
                      <a:pt x="2" y="167"/>
                      <a:pt x="8" y="195"/>
                    </a:cubicBezTo>
                    <a:cubicBezTo>
                      <a:pt x="9" y="200"/>
                      <a:pt x="17" y="202"/>
                      <a:pt x="19" y="195"/>
                    </a:cubicBezTo>
                    <a:cubicBezTo>
                      <a:pt x="22" y="179"/>
                      <a:pt x="25" y="162"/>
                      <a:pt x="26" y="145"/>
                    </a:cubicBezTo>
                    <a:cubicBezTo>
                      <a:pt x="30" y="151"/>
                      <a:pt x="34" y="156"/>
                      <a:pt x="39" y="160"/>
                    </a:cubicBezTo>
                    <a:cubicBezTo>
                      <a:pt x="39" y="160"/>
                      <a:pt x="38" y="160"/>
                      <a:pt x="37" y="161"/>
                    </a:cubicBezTo>
                    <a:cubicBezTo>
                      <a:pt x="36" y="161"/>
                      <a:pt x="35" y="162"/>
                      <a:pt x="35" y="163"/>
                    </a:cubicBezTo>
                    <a:cubicBezTo>
                      <a:pt x="34" y="164"/>
                      <a:pt x="34" y="166"/>
                      <a:pt x="34" y="167"/>
                    </a:cubicBezTo>
                    <a:cubicBezTo>
                      <a:pt x="34" y="170"/>
                      <a:pt x="33" y="173"/>
                      <a:pt x="33" y="176"/>
                    </a:cubicBezTo>
                    <a:cubicBezTo>
                      <a:pt x="33" y="191"/>
                      <a:pt x="36" y="207"/>
                      <a:pt x="40" y="222"/>
                    </a:cubicBezTo>
                    <a:cubicBezTo>
                      <a:pt x="41" y="224"/>
                      <a:pt x="46" y="226"/>
                      <a:pt x="47" y="222"/>
                    </a:cubicBezTo>
                    <a:cubicBezTo>
                      <a:pt x="49" y="212"/>
                      <a:pt x="50" y="202"/>
                      <a:pt x="50" y="193"/>
                    </a:cubicBezTo>
                    <a:cubicBezTo>
                      <a:pt x="50" y="183"/>
                      <a:pt x="49" y="175"/>
                      <a:pt x="47" y="165"/>
                    </a:cubicBezTo>
                    <a:cubicBezTo>
                      <a:pt x="49" y="166"/>
                      <a:pt x="51" y="168"/>
                      <a:pt x="52" y="168"/>
                    </a:cubicBezTo>
                    <a:cubicBezTo>
                      <a:pt x="58" y="171"/>
                      <a:pt x="64" y="174"/>
                      <a:pt x="70" y="176"/>
                    </a:cubicBezTo>
                    <a:cubicBezTo>
                      <a:pt x="70" y="177"/>
                      <a:pt x="70" y="177"/>
                      <a:pt x="70" y="178"/>
                    </a:cubicBezTo>
                    <a:cubicBezTo>
                      <a:pt x="70" y="183"/>
                      <a:pt x="70" y="189"/>
                      <a:pt x="71" y="194"/>
                    </a:cubicBezTo>
                    <a:cubicBezTo>
                      <a:pt x="73" y="206"/>
                      <a:pt x="73" y="217"/>
                      <a:pt x="77" y="228"/>
                    </a:cubicBezTo>
                    <a:cubicBezTo>
                      <a:pt x="77" y="228"/>
                      <a:pt x="76" y="228"/>
                      <a:pt x="77" y="229"/>
                    </a:cubicBezTo>
                    <a:cubicBezTo>
                      <a:pt x="78" y="230"/>
                      <a:pt x="78" y="229"/>
                      <a:pt x="79" y="230"/>
                    </a:cubicBezTo>
                    <a:cubicBezTo>
                      <a:pt x="80" y="231"/>
                      <a:pt x="80" y="231"/>
                      <a:pt x="81" y="231"/>
                    </a:cubicBezTo>
                    <a:cubicBezTo>
                      <a:pt x="82" y="231"/>
                      <a:pt x="83" y="231"/>
                      <a:pt x="84" y="230"/>
                    </a:cubicBezTo>
                    <a:lnTo>
                      <a:pt x="85" y="229"/>
                    </a:lnTo>
                    <a:cubicBezTo>
                      <a:pt x="86" y="228"/>
                      <a:pt x="86" y="228"/>
                      <a:pt x="86" y="228"/>
                    </a:cubicBezTo>
                    <a:cubicBezTo>
                      <a:pt x="89" y="219"/>
                      <a:pt x="91" y="210"/>
                      <a:pt x="91" y="201"/>
                    </a:cubicBezTo>
                    <a:cubicBezTo>
                      <a:pt x="91" y="195"/>
                      <a:pt x="90" y="188"/>
                      <a:pt x="88" y="182"/>
                    </a:cubicBezTo>
                    <a:cubicBezTo>
                      <a:pt x="95" y="183"/>
                      <a:pt x="101" y="184"/>
                      <a:pt x="108" y="184"/>
                    </a:cubicBezTo>
                    <a:cubicBezTo>
                      <a:pt x="111" y="184"/>
                      <a:pt x="114" y="183"/>
                      <a:pt x="117" y="183"/>
                    </a:cubicBezTo>
                    <a:cubicBezTo>
                      <a:pt x="117" y="188"/>
                      <a:pt x="117" y="193"/>
                      <a:pt x="117" y="198"/>
                    </a:cubicBezTo>
                    <a:cubicBezTo>
                      <a:pt x="116" y="201"/>
                      <a:pt x="116" y="203"/>
                      <a:pt x="116" y="205"/>
                    </a:cubicBezTo>
                    <a:cubicBezTo>
                      <a:pt x="116" y="211"/>
                      <a:pt x="118" y="217"/>
                      <a:pt x="121" y="223"/>
                    </a:cubicBezTo>
                    <a:lnTo>
                      <a:pt x="122" y="224"/>
                    </a:lnTo>
                    <a:cubicBezTo>
                      <a:pt x="122" y="225"/>
                      <a:pt x="123" y="225"/>
                      <a:pt x="123" y="225"/>
                    </a:cubicBezTo>
                    <a:cubicBezTo>
                      <a:pt x="124" y="226"/>
                      <a:pt x="125" y="226"/>
                      <a:pt x="126" y="226"/>
                    </a:cubicBezTo>
                    <a:cubicBezTo>
                      <a:pt x="127" y="226"/>
                      <a:pt x="128" y="226"/>
                      <a:pt x="129" y="225"/>
                    </a:cubicBezTo>
                    <a:cubicBezTo>
                      <a:pt x="130" y="225"/>
                      <a:pt x="130" y="225"/>
                      <a:pt x="131" y="224"/>
                    </a:cubicBezTo>
                    <a:cubicBezTo>
                      <a:pt x="131" y="224"/>
                      <a:pt x="132" y="223"/>
                      <a:pt x="132" y="222"/>
                    </a:cubicBezTo>
                    <a:cubicBezTo>
                      <a:pt x="135" y="217"/>
                      <a:pt x="136" y="212"/>
                      <a:pt x="136" y="206"/>
                    </a:cubicBezTo>
                    <a:cubicBezTo>
                      <a:pt x="136" y="204"/>
                      <a:pt x="136" y="202"/>
                      <a:pt x="136" y="200"/>
                    </a:cubicBezTo>
                    <a:cubicBezTo>
                      <a:pt x="136" y="193"/>
                      <a:pt x="136" y="186"/>
                      <a:pt x="135" y="179"/>
                    </a:cubicBezTo>
                    <a:lnTo>
                      <a:pt x="136" y="179"/>
                    </a:lnTo>
                    <a:cubicBezTo>
                      <a:pt x="138" y="178"/>
                      <a:pt x="139" y="177"/>
                      <a:pt x="141" y="176"/>
                    </a:cubicBezTo>
                    <a:cubicBezTo>
                      <a:pt x="147" y="173"/>
                      <a:pt x="152" y="168"/>
                      <a:pt x="157" y="163"/>
                    </a:cubicBezTo>
                    <a:cubicBezTo>
                      <a:pt x="156" y="168"/>
                      <a:pt x="156" y="172"/>
                      <a:pt x="156" y="177"/>
                    </a:cubicBezTo>
                    <a:cubicBezTo>
                      <a:pt x="156" y="183"/>
                      <a:pt x="157" y="189"/>
                      <a:pt x="159" y="195"/>
                    </a:cubicBezTo>
                    <a:cubicBezTo>
                      <a:pt x="159" y="196"/>
                      <a:pt x="159" y="196"/>
                      <a:pt x="159" y="196"/>
                    </a:cubicBezTo>
                    <a:cubicBezTo>
                      <a:pt x="159" y="197"/>
                      <a:pt x="160" y="197"/>
                      <a:pt x="161" y="198"/>
                    </a:cubicBezTo>
                    <a:cubicBezTo>
                      <a:pt x="162" y="199"/>
                      <a:pt x="162" y="199"/>
                      <a:pt x="163" y="199"/>
                    </a:cubicBezTo>
                    <a:cubicBezTo>
                      <a:pt x="164" y="199"/>
                      <a:pt x="165" y="199"/>
                      <a:pt x="166" y="198"/>
                    </a:cubicBezTo>
                    <a:cubicBezTo>
                      <a:pt x="167" y="197"/>
                      <a:pt x="168" y="197"/>
                      <a:pt x="168" y="196"/>
                    </a:cubicBezTo>
                    <a:lnTo>
                      <a:pt x="168" y="195"/>
                    </a:lnTo>
                    <a:cubicBezTo>
                      <a:pt x="173" y="184"/>
                      <a:pt x="176" y="172"/>
                      <a:pt x="176" y="159"/>
                    </a:cubicBezTo>
                    <a:cubicBezTo>
                      <a:pt x="176" y="157"/>
                      <a:pt x="176" y="154"/>
                      <a:pt x="176" y="152"/>
                    </a:cubicBezTo>
                    <a:cubicBezTo>
                      <a:pt x="176" y="151"/>
                      <a:pt x="176" y="149"/>
                      <a:pt x="175" y="148"/>
                    </a:cubicBezTo>
                    <a:cubicBezTo>
                      <a:pt x="174" y="147"/>
                      <a:pt x="173" y="146"/>
                      <a:pt x="172" y="145"/>
                    </a:cubicBezTo>
                    <a:cubicBezTo>
                      <a:pt x="171" y="145"/>
                      <a:pt x="170" y="145"/>
                      <a:pt x="170" y="144"/>
                    </a:cubicBezTo>
                    <a:cubicBezTo>
                      <a:pt x="178" y="128"/>
                      <a:pt x="182" y="109"/>
                      <a:pt x="182" y="91"/>
                    </a:cubicBezTo>
                    <a:cubicBezTo>
                      <a:pt x="182" y="78"/>
                      <a:pt x="180" y="65"/>
                      <a:pt x="176" y="53"/>
                    </a:cubicBezTo>
                    <a:moveTo>
                      <a:pt x="147" y="128"/>
                    </a:moveTo>
                    <a:cubicBezTo>
                      <a:pt x="134" y="160"/>
                      <a:pt x="107" y="162"/>
                      <a:pt x="77" y="153"/>
                    </a:cubicBezTo>
                    <a:cubicBezTo>
                      <a:pt x="47" y="143"/>
                      <a:pt x="31" y="121"/>
                      <a:pt x="26" y="84"/>
                    </a:cubicBezTo>
                    <a:cubicBezTo>
                      <a:pt x="28" y="70"/>
                      <a:pt x="31" y="57"/>
                      <a:pt x="34" y="44"/>
                    </a:cubicBezTo>
                    <a:cubicBezTo>
                      <a:pt x="34" y="45"/>
                      <a:pt x="35" y="45"/>
                      <a:pt x="35" y="45"/>
                    </a:cubicBezTo>
                    <a:cubicBezTo>
                      <a:pt x="37" y="46"/>
                      <a:pt x="40" y="47"/>
                      <a:pt x="42" y="47"/>
                    </a:cubicBezTo>
                    <a:cubicBezTo>
                      <a:pt x="44" y="47"/>
                      <a:pt x="47" y="46"/>
                      <a:pt x="49" y="45"/>
                    </a:cubicBezTo>
                    <a:cubicBezTo>
                      <a:pt x="49" y="45"/>
                      <a:pt x="50" y="45"/>
                      <a:pt x="50" y="44"/>
                    </a:cubicBezTo>
                    <a:cubicBezTo>
                      <a:pt x="53" y="42"/>
                      <a:pt x="56" y="40"/>
                      <a:pt x="59" y="39"/>
                    </a:cubicBezTo>
                    <a:cubicBezTo>
                      <a:pt x="69" y="33"/>
                      <a:pt x="81" y="30"/>
                      <a:pt x="93" y="30"/>
                    </a:cubicBezTo>
                    <a:cubicBezTo>
                      <a:pt x="105" y="30"/>
                      <a:pt x="116" y="33"/>
                      <a:pt x="127" y="39"/>
                    </a:cubicBezTo>
                    <a:cubicBezTo>
                      <a:pt x="133" y="42"/>
                      <a:pt x="138" y="47"/>
                      <a:pt x="143" y="52"/>
                    </a:cubicBezTo>
                    <a:cubicBezTo>
                      <a:pt x="163" y="69"/>
                      <a:pt x="155" y="107"/>
                      <a:pt x="147"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4"/>
              <p:cNvSpPr/>
              <p:nvPr/>
            </p:nvSpPr>
            <p:spPr>
              <a:xfrm>
                <a:off x="2994715" y="6370488"/>
                <a:ext cx="70200" cy="84960"/>
              </a:xfrm>
              <a:custGeom>
                <a:rect b="b" l="l" r="r" t="t"/>
                <a:pathLst>
                  <a:path extrusionOk="0" h="236" w="195">
                    <a:moveTo>
                      <a:pt x="133" y="28"/>
                    </a:moveTo>
                    <a:cubicBezTo>
                      <a:pt x="113" y="16"/>
                      <a:pt x="86" y="0"/>
                      <a:pt x="63" y="14"/>
                    </a:cubicBezTo>
                    <a:cubicBezTo>
                      <a:pt x="61" y="16"/>
                      <a:pt x="58" y="19"/>
                      <a:pt x="56" y="22"/>
                    </a:cubicBezTo>
                    <a:cubicBezTo>
                      <a:pt x="55" y="24"/>
                      <a:pt x="55" y="25"/>
                      <a:pt x="54" y="26"/>
                    </a:cubicBezTo>
                    <a:cubicBezTo>
                      <a:pt x="52" y="31"/>
                      <a:pt x="36" y="37"/>
                      <a:pt x="31" y="40"/>
                    </a:cubicBezTo>
                    <a:cubicBezTo>
                      <a:pt x="30" y="41"/>
                      <a:pt x="29" y="41"/>
                      <a:pt x="29" y="41"/>
                    </a:cubicBezTo>
                    <a:cubicBezTo>
                      <a:pt x="19" y="47"/>
                      <a:pt x="11" y="55"/>
                      <a:pt x="6" y="64"/>
                    </a:cubicBezTo>
                    <a:cubicBezTo>
                      <a:pt x="5" y="66"/>
                      <a:pt x="4" y="68"/>
                      <a:pt x="3" y="69"/>
                    </a:cubicBezTo>
                    <a:cubicBezTo>
                      <a:pt x="3" y="70"/>
                      <a:pt x="2" y="71"/>
                      <a:pt x="2" y="71"/>
                    </a:cubicBezTo>
                    <a:cubicBezTo>
                      <a:pt x="1" y="73"/>
                      <a:pt x="0" y="76"/>
                      <a:pt x="0" y="78"/>
                    </a:cubicBezTo>
                    <a:cubicBezTo>
                      <a:pt x="0" y="81"/>
                      <a:pt x="1" y="82"/>
                      <a:pt x="2" y="84"/>
                    </a:cubicBezTo>
                    <a:cubicBezTo>
                      <a:pt x="3" y="86"/>
                      <a:pt x="4" y="87"/>
                      <a:pt x="6" y="88"/>
                    </a:cubicBezTo>
                    <a:cubicBezTo>
                      <a:pt x="3" y="98"/>
                      <a:pt x="2" y="108"/>
                      <a:pt x="2" y="118"/>
                    </a:cubicBezTo>
                    <a:cubicBezTo>
                      <a:pt x="2" y="135"/>
                      <a:pt x="6" y="152"/>
                      <a:pt x="14" y="167"/>
                    </a:cubicBezTo>
                    <a:cubicBezTo>
                      <a:pt x="49" y="221"/>
                      <a:pt x="125" y="235"/>
                      <a:pt x="171" y="183"/>
                    </a:cubicBezTo>
                    <a:cubicBezTo>
                      <a:pt x="194" y="157"/>
                      <a:pt x="189" y="123"/>
                      <a:pt x="187" y="90"/>
                    </a:cubicBezTo>
                    <a:cubicBezTo>
                      <a:pt x="185" y="57"/>
                      <a:pt x="156" y="43"/>
                      <a:pt x="133" y="28"/>
                    </a:cubicBezTo>
                    <a:moveTo>
                      <a:pt x="128" y="179"/>
                    </a:moveTo>
                    <a:cubicBezTo>
                      <a:pt x="127" y="179"/>
                      <a:pt x="127" y="180"/>
                      <a:pt x="127" y="180"/>
                    </a:cubicBezTo>
                    <a:cubicBezTo>
                      <a:pt x="118" y="185"/>
                      <a:pt x="108" y="188"/>
                      <a:pt x="98" y="188"/>
                    </a:cubicBezTo>
                    <a:cubicBezTo>
                      <a:pt x="88" y="188"/>
                      <a:pt x="78" y="185"/>
                      <a:pt x="69" y="180"/>
                    </a:cubicBezTo>
                    <a:cubicBezTo>
                      <a:pt x="65" y="178"/>
                      <a:pt x="61" y="175"/>
                      <a:pt x="58" y="172"/>
                    </a:cubicBezTo>
                    <a:cubicBezTo>
                      <a:pt x="37" y="154"/>
                      <a:pt x="28" y="145"/>
                      <a:pt x="27" y="119"/>
                    </a:cubicBezTo>
                    <a:cubicBezTo>
                      <a:pt x="26" y="93"/>
                      <a:pt x="32" y="79"/>
                      <a:pt x="58" y="71"/>
                    </a:cubicBezTo>
                    <a:lnTo>
                      <a:pt x="59" y="70"/>
                    </a:lnTo>
                    <a:lnTo>
                      <a:pt x="60" y="69"/>
                    </a:lnTo>
                    <a:cubicBezTo>
                      <a:pt x="61" y="68"/>
                      <a:pt x="61" y="67"/>
                      <a:pt x="61" y="66"/>
                    </a:cubicBezTo>
                    <a:lnTo>
                      <a:pt x="60" y="64"/>
                    </a:lnTo>
                    <a:cubicBezTo>
                      <a:pt x="59" y="63"/>
                      <a:pt x="60" y="63"/>
                      <a:pt x="59" y="62"/>
                    </a:cubicBezTo>
                    <a:cubicBezTo>
                      <a:pt x="58" y="62"/>
                      <a:pt x="58" y="62"/>
                      <a:pt x="58" y="62"/>
                    </a:cubicBezTo>
                    <a:lnTo>
                      <a:pt x="64" y="57"/>
                    </a:lnTo>
                    <a:cubicBezTo>
                      <a:pt x="73" y="52"/>
                      <a:pt x="80" y="38"/>
                      <a:pt x="91" y="40"/>
                    </a:cubicBezTo>
                    <a:cubicBezTo>
                      <a:pt x="98" y="42"/>
                      <a:pt x="105" y="45"/>
                      <a:pt x="111" y="49"/>
                    </a:cubicBezTo>
                    <a:cubicBezTo>
                      <a:pt x="115" y="52"/>
                      <a:pt x="120" y="54"/>
                      <a:pt x="123" y="57"/>
                    </a:cubicBezTo>
                    <a:cubicBezTo>
                      <a:pt x="154" y="76"/>
                      <a:pt x="157" y="99"/>
                      <a:pt x="158" y="129"/>
                    </a:cubicBezTo>
                    <a:cubicBezTo>
                      <a:pt x="158" y="131"/>
                      <a:pt x="158" y="132"/>
                      <a:pt x="158" y="133"/>
                    </a:cubicBezTo>
                    <a:cubicBezTo>
                      <a:pt x="158" y="142"/>
                      <a:pt x="156" y="151"/>
                      <a:pt x="152" y="158"/>
                    </a:cubicBezTo>
                    <a:cubicBezTo>
                      <a:pt x="147" y="166"/>
                      <a:pt x="141" y="172"/>
                      <a:pt x="133" y="177"/>
                    </a:cubicBezTo>
                    <a:cubicBezTo>
                      <a:pt x="132" y="178"/>
                      <a:pt x="130" y="178"/>
                      <a:pt x="129" y="179"/>
                    </a:cubicBezTo>
                    <a:lnTo>
                      <a:pt x="128" y="1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4"/>
              <p:cNvSpPr/>
              <p:nvPr/>
            </p:nvSpPr>
            <p:spPr>
              <a:xfrm>
                <a:off x="3251755" y="5805647"/>
                <a:ext cx="13320" cy="26640"/>
              </a:xfrm>
              <a:custGeom>
                <a:rect b="b" l="l" r="r" t="t"/>
                <a:pathLst>
                  <a:path extrusionOk="0" h="74" w="37">
                    <a:moveTo>
                      <a:pt x="23" y="71"/>
                    </a:moveTo>
                    <a:cubicBezTo>
                      <a:pt x="36" y="51"/>
                      <a:pt x="26" y="25"/>
                      <a:pt x="23" y="5"/>
                    </a:cubicBezTo>
                    <a:cubicBezTo>
                      <a:pt x="23" y="0"/>
                      <a:pt x="14" y="1"/>
                      <a:pt x="13" y="5"/>
                    </a:cubicBezTo>
                    <a:cubicBezTo>
                      <a:pt x="10" y="25"/>
                      <a:pt x="0" y="51"/>
                      <a:pt x="13" y="70"/>
                    </a:cubicBezTo>
                    <a:cubicBezTo>
                      <a:pt x="14" y="71"/>
                      <a:pt x="13" y="72"/>
                      <a:pt x="15" y="72"/>
                    </a:cubicBezTo>
                    <a:cubicBezTo>
                      <a:pt x="15" y="73"/>
                      <a:pt x="17" y="73"/>
                      <a:pt x="18" y="73"/>
                    </a:cubicBezTo>
                    <a:cubicBezTo>
                      <a:pt x="19" y="73"/>
                      <a:pt x="20" y="72"/>
                      <a:pt x="21" y="72"/>
                    </a:cubicBezTo>
                    <a:cubicBezTo>
                      <a:pt x="22" y="72"/>
                      <a:pt x="22" y="71"/>
                      <a:pt x="23"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4"/>
              <p:cNvSpPr/>
              <p:nvPr/>
            </p:nvSpPr>
            <p:spPr>
              <a:xfrm>
                <a:off x="3194875" y="5822208"/>
                <a:ext cx="18000" cy="39960"/>
              </a:xfrm>
              <a:custGeom>
                <a:rect b="b" l="l" r="r" t="t"/>
                <a:pathLst>
                  <a:path extrusionOk="0" h="111" w="50">
                    <a:moveTo>
                      <a:pt x="6" y="38"/>
                    </a:moveTo>
                    <a:cubicBezTo>
                      <a:pt x="7" y="47"/>
                      <a:pt x="7" y="56"/>
                      <a:pt x="9" y="64"/>
                    </a:cubicBezTo>
                    <a:cubicBezTo>
                      <a:pt x="9" y="76"/>
                      <a:pt x="13" y="88"/>
                      <a:pt x="19" y="98"/>
                    </a:cubicBezTo>
                    <a:cubicBezTo>
                      <a:pt x="21" y="102"/>
                      <a:pt x="23" y="105"/>
                      <a:pt x="26" y="108"/>
                    </a:cubicBezTo>
                    <a:lnTo>
                      <a:pt x="26" y="109"/>
                    </a:lnTo>
                    <a:cubicBezTo>
                      <a:pt x="27" y="109"/>
                      <a:pt x="29" y="110"/>
                      <a:pt x="30" y="110"/>
                    </a:cubicBezTo>
                    <a:cubicBezTo>
                      <a:pt x="31" y="110"/>
                      <a:pt x="32" y="109"/>
                      <a:pt x="33" y="109"/>
                    </a:cubicBezTo>
                    <a:lnTo>
                      <a:pt x="34" y="108"/>
                    </a:lnTo>
                    <a:cubicBezTo>
                      <a:pt x="49" y="95"/>
                      <a:pt x="30" y="71"/>
                      <a:pt x="31" y="54"/>
                    </a:cubicBezTo>
                    <a:cubicBezTo>
                      <a:pt x="30" y="43"/>
                      <a:pt x="27" y="32"/>
                      <a:pt x="22" y="22"/>
                    </a:cubicBezTo>
                    <a:cubicBezTo>
                      <a:pt x="21" y="19"/>
                      <a:pt x="20" y="15"/>
                      <a:pt x="18" y="13"/>
                    </a:cubicBezTo>
                    <a:cubicBezTo>
                      <a:pt x="16" y="10"/>
                      <a:pt x="15" y="8"/>
                      <a:pt x="14" y="6"/>
                    </a:cubicBezTo>
                    <a:cubicBezTo>
                      <a:pt x="8" y="0"/>
                      <a:pt x="0" y="9"/>
                      <a:pt x="4" y="15"/>
                    </a:cubicBezTo>
                    <a:cubicBezTo>
                      <a:pt x="6" y="20"/>
                      <a:pt x="7" y="25"/>
                      <a:pt x="7" y="30"/>
                    </a:cubicBezTo>
                    <a:cubicBezTo>
                      <a:pt x="7" y="33"/>
                      <a:pt x="7" y="36"/>
                      <a:pt x="6"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4"/>
              <p:cNvSpPr/>
              <p:nvPr/>
            </p:nvSpPr>
            <p:spPr>
              <a:xfrm>
                <a:off x="3207475" y="5878368"/>
                <a:ext cx="9360" cy="26280"/>
              </a:xfrm>
              <a:custGeom>
                <a:rect b="b" l="l" r="r" t="t"/>
                <a:pathLst>
                  <a:path extrusionOk="0" h="73" w="26">
                    <a:moveTo>
                      <a:pt x="0" y="8"/>
                    </a:moveTo>
                    <a:cubicBezTo>
                      <a:pt x="0" y="10"/>
                      <a:pt x="0" y="11"/>
                      <a:pt x="0" y="13"/>
                    </a:cubicBezTo>
                    <a:cubicBezTo>
                      <a:pt x="0" y="16"/>
                      <a:pt x="0" y="19"/>
                      <a:pt x="2" y="23"/>
                    </a:cubicBezTo>
                    <a:cubicBezTo>
                      <a:pt x="3" y="29"/>
                      <a:pt x="3" y="36"/>
                      <a:pt x="3" y="42"/>
                    </a:cubicBezTo>
                    <a:cubicBezTo>
                      <a:pt x="5" y="54"/>
                      <a:pt x="5" y="67"/>
                      <a:pt x="17" y="72"/>
                    </a:cubicBezTo>
                    <a:cubicBezTo>
                      <a:pt x="17" y="72"/>
                      <a:pt x="18" y="72"/>
                      <a:pt x="19" y="72"/>
                    </a:cubicBezTo>
                    <a:cubicBezTo>
                      <a:pt x="20" y="72"/>
                      <a:pt x="21" y="72"/>
                      <a:pt x="22" y="71"/>
                    </a:cubicBezTo>
                    <a:cubicBezTo>
                      <a:pt x="22" y="71"/>
                      <a:pt x="23" y="70"/>
                      <a:pt x="24" y="69"/>
                    </a:cubicBezTo>
                    <a:lnTo>
                      <a:pt x="24" y="68"/>
                    </a:lnTo>
                    <a:cubicBezTo>
                      <a:pt x="25" y="64"/>
                      <a:pt x="25" y="60"/>
                      <a:pt x="25" y="56"/>
                    </a:cubicBezTo>
                    <a:cubicBezTo>
                      <a:pt x="25" y="49"/>
                      <a:pt x="24" y="43"/>
                      <a:pt x="22" y="36"/>
                    </a:cubicBezTo>
                    <a:cubicBezTo>
                      <a:pt x="22" y="31"/>
                      <a:pt x="22" y="26"/>
                      <a:pt x="21" y="22"/>
                    </a:cubicBezTo>
                    <a:cubicBezTo>
                      <a:pt x="19" y="18"/>
                      <a:pt x="17" y="14"/>
                      <a:pt x="17" y="9"/>
                    </a:cubicBezTo>
                    <a:cubicBezTo>
                      <a:pt x="17" y="7"/>
                      <a:pt x="17" y="6"/>
                      <a:pt x="16" y="4"/>
                    </a:cubicBezTo>
                    <a:cubicBezTo>
                      <a:pt x="15" y="2"/>
                      <a:pt x="15" y="2"/>
                      <a:pt x="13" y="1"/>
                    </a:cubicBezTo>
                    <a:cubicBezTo>
                      <a:pt x="11" y="0"/>
                      <a:pt x="9" y="0"/>
                      <a:pt x="8" y="0"/>
                    </a:cubicBezTo>
                    <a:cubicBezTo>
                      <a:pt x="6" y="0"/>
                      <a:pt x="6" y="0"/>
                      <a:pt x="4" y="1"/>
                    </a:cubicBezTo>
                    <a:cubicBezTo>
                      <a:pt x="2" y="2"/>
                      <a:pt x="1" y="3"/>
                      <a:pt x="1" y="4"/>
                    </a:cubicBezTo>
                    <a:cubicBezTo>
                      <a:pt x="0" y="6"/>
                      <a:pt x="0" y="7"/>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4"/>
              <p:cNvSpPr/>
              <p:nvPr/>
            </p:nvSpPr>
            <p:spPr>
              <a:xfrm>
                <a:off x="3147715" y="5722128"/>
                <a:ext cx="15120" cy="43200"/>
              </a:xfrm>
              <a:custGeom>
                <a:rect b="b" l="l" r="r" t="t"/>
                <a:pathLst>
                  <a:path extrusionOk="0" h="120" w="42">
                    <a:moveTo>
                      <a:pt x="10" y="4"/>
                    </a:moveTo>
                    <a:cubicBezTo>
                      <a:pt x="10" y="3"/>
                      <a:pt x="10" y="4"/>
                      <a:pt x="9" y="2"/>
                    </a:cubicBezTo>
                    <a:cubicBezTo>
                      <a:pt x="9" y="1"/>
                      <a:pt x="9" y="1"/>
                      <a:pt x="8" y="0"/>
                    </a:cubicBezTo>
                    <a:cubicBezTo>
                      <a:pt x="7" y="0"/>
                      <a:pt x="6" y="0"/>
                      <a:pt x="5" y="0"/>
                    </a:cubicBezTo>
                    <a:cubicBezTo>
                      <a:pt x="4" y="0"/>
                      <a:pt x="3" y="0"/>
                      <a:pt x="2" y="0"/>
                    </a:cubicBezTo>
                    <a:cubicBezTo>
                      <a:pt x="1" y="1"/>
                      <a:pt x="1" y="1"/>
                      <a:pt x="0" y="2"/>
                    </a:cubicBezTo>
                    <a:cubicBezTo>
                      <a:pt x="0" y="3"/>
                      <a:pt x="0" y="3"/>
                      <a:pt x="0" y="4"/>
                    </a:cubicBezTo>
                    <a:cubicBezTo>
                      <a:pt x="0" y="42"/>
                      <a:pt x="8" y="79"/>
                      <a:pt x="24" y="114"/>
                    </a:cubicBezTo>
                    <a:cubicBezTo>
                      <a:pt x="25" y="117"/>
                      <a:pt x="31" y="119"/>
                      <a:pt x="33" y="114"/>
                    </a:cubicBezTo>
                    <a:cubicBezTo>
                      <a:pt x="41" y="94"/>
                      <a:pt x="30" y="75"/>
                      <a:pt x="26" y="55"/>
                    </a:cubicBezTo>
                    <a:cubicBezTo>
                      <a:pt x="23" y="36"/>
                      <a:pt x="12" y="22"/>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4"/>
              <p:cNvSpPr/>
              <p:nvPr/>
            </p:nvSpPr>
            <p:spPr>
              <a:xfrm>
                <a:off x="3233035" y="5714928"/>
                <a:ext cx="12600" cy="31320"/>
              </a:xfrm>
              <a:custGeom>
                <a:rect b="b" l="l" r="r" t="t"/>
                <a:pathLst>
                  <a:path extrusionOk="0" h="87" w="35">
                    <a:moveTo>
                      <a:pt x="8" y="52"/>
                    </a:moveTo>
                    <a:cubicBezTo>
                      <a:pt x="13" y="61"/>
                      <a:pt x="17" y="71"/>
                      <a:pt x="20" y="81"/>
                    </a:cubicBezTo>
                    <a:cubicBezTo>
                      <a:pt x="20" y="86"/>
                      <a:pt x="29" y="85"/>
                      <a:pt x="29" y="80"/>
                    </a:cubicBezTo>
                    <a:cubicBezTo>
                      <a:pt x="29" y="68"/>
                      <a:pt x="34" y="48"/>
                      <a:pt x="24" y="39"/>
                    </a:cubicBezTo>
                    <a:cubicBezTo>
                      <a:pt x="24" y="39"/>
                      <a:pt x="24" y="25"/>
                      <a:pt x="24" y="23"/>
                    </a:cubicBezTo>
                    <a:cubicBezTo>
                      <a:pt x="23" y="19"/>
                      <a:pt x="21" y="14"/>
                      <a:pt x="19" y="10"/>
                    </a:cubicBezTo>
                    <a:cubicBezTo>
                      <a:pt x="18" y="9"/>
                      <a:pt x="18" y="8"/>
                      <a:pt x="17" y="7"/>
                    </a:cubicBezTo>
                    <a:cubicBezTo>
                      <a:pt x="13" y="0"/>
                      <a:pt x="3" y="4"/>
                      <a:pt x="1" y="11"/>
                    </a:cubicBezTo>
                    <a:cubicBezTo>
                      <a:pt x="0" y="18"/>
                      <a:pt x="3" y="27"/>
                      <a:pt x="2" y="35"/>
                    </a:cubicBezTo>
                    <a:cubicBezTo>
                      <a:pt x="2" y="36"/>
                      <a:pt x="2" y="37"/>
                      <a:pt x="2" y="37"/>
                    </a:cubicBezTo>
                    <a:cubicBezTo>
                      <a:pt x="2" y="41"/>
                      <a:pt x="3" y="44"/>
                      <a:pt x="5" y="48"/>
                    </a:cubicBezTo>
                    <a:cubicBezTo>
                      <a:pt x="6" y="49"/>
                      <a:pt x="7" y="51"/>
                      <a:pt x="8"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4"/>
              <p:cNvSpPr/>
              <p:nvPr/>
            </p:nvSpPr>
            <p:spPr>
              <a:xfrm>
                <a:off x="2784115" y="5681088"/>
                <a:ext cx="9000" cy="21600"/>
              </a:xfrm>
              <a:custGeom>
                <a:rect b="b" l="l" r="r" t="t"/>
                <a:pathLst>
                  <a:path extrusionOk="0" h="60" w="25">
                    <a:moveTo>
                      <a:pt x="10" y="4"/>
                    </a:moveTo>
                    <a:cubicBezTo>
                      <a:pt x="8" y="6"/>
                      <a:pt x="6" y="8"/>
                      <a:pt x="5" y="11"/>
                    </a:cubicBezTo>
                    <a:cubicBezTo>
                      <a:pt x="2" y="16"/>
                      <a:pt x="0" y="22"/>
                      <a:pt x="0" y="27"/>
                    </a:cubicBezTo>
                    <a:cubicBezTo>
                      <a:pt x="0" y="29"/>
                      <a:pt x="1" y="31"/>
                      <a:pt x="1" y="33"/>
                    </a:cubicBezTo>
                    <a:cubicBezTo>
                      <a:pt x="1" y="41"/>
                      <a:pt x="1" y="53"/>
                      <a:pt x="7" y="57"/>
                    </a:cubicBezTo>
                    <a:cubicBezTo>
                      <a:pt x="7" y="58"/>
                      <a:pt x="8" y="58"/>
                      <a:pt x="8" y="58"/>
                    </a:cubicBezTo>
                    <a:cubicBezTo>
                      <a:pt x="9" y="58"/>
                      <a:pt x="10" y="59"/>
                      <a:pt x="10" y="59"/>
                    </a:cubicBezTo>
                    <a:cubicBezTo>
                      <a:pt x="11" y="59"/>
                      <a:pt x="12" y="58"/>
                      <a:pt x="13" y="58"/>
                    </a:cubicBezTo>
                    <a:cubicBezTo>
                      <a:pt x="13" y="58"/>
                      <a:pt x="14" y="58"/>
                      <a:pt x="14" y="57"/>
                    </a:cubicBezTo>
                    <a:cubicBezTo>
                      <a:pt x="14" y="57"/>
                      <a:pt x="15" y="56"/>
                      <a:pt x="15" y="55"/>
                    </a:cubicBezTo>
                    <a:cubicBezTo>
                      <a:pt x="17" y="52"/>
                      <a:pt x="18" y="48"/>
                      <a:pt x="18" y="43"/>
                    </a:cubicBezTo>
                    <a:cubicBezTo>
                      <a:pt x="18" y="41"/>
                      <a:pt x="18" y="40"/>
                      <a:pt x="18" y="38"/>
                    </a:cubicBezTo>
                    <a:cubicBezTo>
                      <a:pt x="18" y="31"/>
                      <a:pt x="14" y="18"/>
                      <a:pt x="19" y="13"/>
                    </a:cubicBezTo>
                    <a:cubicBezTo>
                      <a:pt x="24" y="8"/>
                      <a:pt x="16" y="0"/>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4"/>
              <p:cNvSpPr/>
              <p:nvPr/>
            </p:nvSpPr>
            <p:spPr>
              <a:xfrm>
                <a:off x="2821555" y="5673168"/>
                <a:ext cx="13680" cy="38160"/>
              </a:xfrm>
              <a:custGeom>
                <a:rect b="b" l="l" r="r" t="t"/>
                <a:pathLst>
                  <a:path extrusionOk="0" h="106" w="38">
                    <a:moveTo>
                      <a:pt x="26" y="47"/>
                    </a:moveTo>
                    <a:cubicBezTo>
                      <a:pt x="22" y="32"/>
                      <a:pt x="16" y="17"/>
                      <a:pt x="10" y="2"/>
                    </a:cubicBezTo>
                    <a:cubicBezTo>
                      <a:pt x="9" y="2"/>
                      <a:pt x="9" y="1"/>
                      <a:pt x="8" y="0"/>
                    </a:cubicBezTo>
                    <a:cubicBezTo>
                      <a:pt x="7" y="0"/>
                      <a:pt x="6" y="0"/>
                      <a:pt x="5" y="0"/>
                    </a:cubicBezTo>
                    <a:cubicBezTo>
                      <a:pt x="4" y="0"/>
                      <a:pt x="3" y="0"/>
                      <a:pt x="2" y="0"/>
                    </a:cubicBezTo>
                    <a:cubicBezTo>
                      <a:pt x="1" y="1"/>
                      <a:pt x="1" y="2"/>
                      <a:pt x="1" y="2"/>
                    </a:cubicBezTo>
                    <a:cubicBezTo>
                      <a:pt x="0" y="3"/>
                      <a:pt x="0" y="4"/>
                      <a:pt x="0" y="5"/>
                    </a:cubicBezTo>
                    <a:lnTo>
                      <a:pt x="0" y="6"/>
                    </a:lnTo>
                    <a:cubicBezTo>
                      <a:pt x="6" y="27"/>
                      <a:pt x="7" y="50"/>
                      <a:pt x="13" y="71"/>
                    </a:cubicBezTo>
                    <a:cubicBezTo>
                      <a:pt x="16" y="83"/>
                      <a:pt x="18" y="99"/>
                      <a:pt x="31" y="104"/>
                    </a:cubicBezTo>
                    <a:cubicBezTo>
                      <a:pt x="34" y="105"/>
                      <a:pt x="37" y="101"/>
                      <a:pt x="37" y="98"/>
                    </a:cubicBezTo>
                    <a:cubicBezTo>
                      <a:pt x="35" y="90"/>
                      <a:pt x="35" y="81"/>
                      <a:pt x="34" y="73"/>
                    </a:cubicBezTo>
                    <a:cubicBezTo>
                      <a:pt x="32" y="64"/>
                      <a:pt x="29" y="56"/>
                      <a:pt x="26"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4"/>
              <p:cNvSpPr/>
              <p:nvPr/>
            </p:nvSpPr>
            <p:spPr>
              <a:xfrm>
                <a:off x="2891035" y="5646168"/>
                <a:ext cx="12960" cy="39960"/>
              </a:xfrm>
              <a:custGeom>
                <a:rect b="b" l="l" r="r" t="t"/>
                <a:pathLst>
                  <a:path extrusionOk="0" h="111" w="36">
                    <a:moveTo>
                      <a:pt x="16" y="9"/>
                    </a:moveTo>
                    <a:cubicBezTo>
                      <a:pt x="14" y="0"/>
                      <a:pt x="0" y="4"/>
                      <a:pt x="1" y="12"/>
                    </a:cubicBezTo>
                    <a:cubicBezTo>
                      <a:pt x="4" y="36"/>
                      <a:pt x="8" y="58"/>
                      <a:pt x="12" y="81"/>
                    </a:cubicBezTo>
                    <a:cubicBezTo>
                      <a:pt x="14" y="91"/>
                      <a:pt x="17" y="104"/>
                      <a:pt x="27" y="108"/>
                    </a:cubicBezTo>
                    <a:cubicBezTo>
                      <a:pt x="30" y="110"/>
                      <a:pt x="35" y="107"/>
                      <a:pt x="34" y="103"/>
                    </a:cubicBezTo>
                    <a:cubicBezTo>
                      <a:pt x="32" y="91"/>
                      <a:pt x="32" y="79"/>
                      <a:pt x="30" y="68"/>
                    </a:cubicBezTo>
                    <a:cubicBezTo>
                      <a:pt x="27" y="48"/>
                      <a:pt x="22" y="28"/>
                      <a:pt x="16"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4"/>
              <p:cNvSpPr/>
              <p:nvPr/>
            </p:nvSpPr>
            <p:spPr>
              <a:xfrm>
                <a:off x="2955115" y="5724288"/>
                <a:ext cx="8280" cy="16200"/>
              </a:xfrm>
              <a:custGeom>
                <a:rect b="b" l="l" r="r" t="t"/>
                <a:pathLst>
                  <a:path extrusionOk="0" h="45" w="23">
                    <a:moveTo>
                      <a:pt x="20" y="15"/>
                    </a:moveTo>
                    <a:cubicBezTo>
                      <a:pt x="18" y="11"/>
                      <a:pt x="14" y="8"/>
                      <a:pt x="12" y="3"/>
                    </a:cubicBezTo>
                    <a:cubicBezTo>
                      <a:pt x="12" y="3"/>
                      <a:pt x="12" y="4"/>
                      <a:pt x="11" y="2"/>
                    </a:cubicBezTo>
                    <a:cubicBezTo>
                      <a:pt x="11" y="1"/>
                      <a:pt x="11" y="1"/>
                      <a:pt x="10" y="0"/>
                    </a:cubicBezTo>
                    <a:cubicBezTo>
                      <a:pt x="9" y="0"/>
                      <a:pt x="8" y="0"/>
                      <a:pt x="7" y="0"/>
                    </a:cubicBezTo>
                    <a:cubicBezTo>
                      <a:pt x="6" y="0"/>
                      <a:pt x="5" y="0"/>
                      <a:pt x="4" y="0"/>
                    </a:cubicBezTo>
                    <a:cubicBezTo>
                      <a:pt x="3" y="1"/>
                      <a:pt x="3" y="1"/>
                      <a:pt x="3" y="2"/>
                    </a:cubicBezTo>
                    <a:cubicBezTo>
                      <a:pt x="2" y="4"/>
                      <a:pt x="2" y="3"/>
                      <a:pt x="2" y="3"/>
                    </a:cubicBezTo>
                    <a:cubicBezTo>
                      <a:pt x="1" y="6"/>
                      <a:pt x="0" y="9"/>
                      <a:pt x="0" y="12"/>
                    </a:cubicBezTo>
                    <a:cubicBezTo>
                      <a:pt x="0" y="15"/>
                      <a:pt x="1" y="18"/>
                      <a:pt x="2" y="21"/>
                    </a:cubicBezTo>
                    <a:cubicBezTo>
                      <a:pt x="6" y="28"/>
                      <a:pt x="4" y="36"/>
                      <a:pt x="10" y="42"/>
                    </a:cubicBezTo>
                    <a:cubicBezTo>
                      <a:pt x="10" y="43"/>
                      <a:pt x="10" y="43"/>
                      <a:pt x="11" y="43"/>
                    </a:cubicBezTo>
                    <a:cubicBezTo>
                      <a:pt x="12" y="44"/>
                      <a:pt x="12" y="44"/>
                      <a:pt x="13" y="44"/>
                    </a:cubicBezTo>
                    <a:cubicBezTo>
                      <a:pt x="14" y="44"/>
                      <a:pt x="15" y="44"/>
                      <a:pt x="16" y="43"/>
                    </a:cubicBezTo>
                    <a:cubicBezTo>
                      <a:pt x="16" y="43"/>
                      <a:pt x="17" y="43"/>
                      <a:pt x="17" y="42"/>
                    </a:cubicBezTo>
                    <a:cubicBezTo>
                      <a:pt x="18" y="42"/>
                      <a:pt x="18" y="41"/>
                      <a:pt x="19" y="40"/>
                    </a:cubicBezTo>
                    <a:cubicBezTo>
                      <a:pt x="21" y="36"/>
                      <a:pt x="22" y="32"/>
                      <a:pt x="22" y="28"/>
                    </a:cubicBezTo>
                    <a:cubicBezTo>
                      <a:pt x="22" y="27"/>
                      <a:pt x="22" y="25"/>
                      <a:pt x="22" y="24"/>
                    </a:cubicBezTo>
                    <a:cubicBezTo>
                      <a:pt x="22" y="21"/>
                      <a:pt x="21" y="18"/>
                      <a:pt x="2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4"/>
              <p:cNvSpPr/>
              <p:nvPr/>
            </p:nvSpPr>
            <p:spPr>
              <a:xfrm>
                <a:off x="2941435" y="5739408"/>
                <a:ext cx="15120" cy="56880"/>
              </a:xfrm>
              <a:custGeom>
                <a:rect b="b" l="l" r="r" t="t"/>
                <a:pathLst>
                  <a:path extrusionOk="0" h="158" w="42">
                    <a:moveTo>
                      <a:pt x="8" y="2"/>
                    </a:moveTo>
                    <a:cubicBezTo>
                      <a:pt x="8" y="1"/>
                      <a:pt x="8" y="1"/>
                      <a:pt x="7" y="0"/>
                    </a:cubicBezTo>
                    <a:cubicBezTo>
                      <a:pt x="6" y="0"/>
                      <a:pt x="5" y="0"/>
                      <a:pt x="5" y="0"/>
                    </a:cubicBezTo>
                    <a:cubicBezTo>
                      <a:pt x="4" y="0"/>
                      <a:pt x="3" y="0"/>
                      <a:pt x="2" y="0"/>
                    </a:cubicBezTo>
                    <a:cubicBezTo>
                      <a:pt x="1" y="1"/>
                      <a:pt x="1" y="1"/>
                      <a:pt x="1" y="2"/>
                    </a:cubicBezTo>
                    <a:cubicBezTo>
                      <a:pt x="1" y="3"/>
                      <a:pt x="0" y="3"/>
                      <a:pt x="0" y="4"/>
                    </a:cubicBezTo>
                    <a:cubicBezTo>
                      <a:pt x="0" y="4"/>
                      <a:pt x="0" y="5"/>
                      <a:pt x="1" y="5"/>
                    </a:cubicBezTo>
                    <a:cubicBezTo>
                      <a:pt x="5" y="25"/>
                      <a:pt x="8" y="46"/>
                      <a:pt x="9" y="66"/>
                    </a:cubicBezTo>
                    <a:cubicBezTo>
                      <a:pt x="14" y="96"/>
                      <a:pt x="20" y="125"/>
                      <a:pt x="29" y="154"/>
                    </a:cubicBezTo>
                    <a:lnTo>
                      <a:pt x="29" y="155"/>
                    </a:lnTo>
                    <a:lnTo>
                      <a:pt x="30" y="156"/>
                    </a:lnTo>
                    <a:cubicBezTo>
                      <a:pt x="31" y="157"/>
                      <a:pt x="31" y="157"/>
                      <a:pt x="32" y="157"/>
                    </a:cubicBezTo>
                    <a:cubicBezTo>
                      <a:pt x="33" y="157"/>
                      <a:pt x="33" y="157"/>
                      <a:pt x="34" y="156"/>
                    </a:cubicBezTo>
                    <a:lnTo>
                      <a:pt x="35" y="155"/>
                    </a:lnTo>
                    <a:cubicBezTo>
                      <a:pt x="35" y="155"/>
                      <a:pt x="35" y="154"/>
                      <a:pt x="36" y="154"/>
                    </a:cubicBezTo>
                    <a:cubicBezTo>
                      <a:pt x="41" y="127"/>
                      <a:pt x="29" y="100"/>
                      <a:pt x="24" y="73"/>
                    </a:cubicBezTo>
                    <a:cubicBezTo>
                      <a:pt x="21" y="49"/>
                      <a:pt x="16" y="25"/>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4"/>
              <p:cNvSpPr/>
              <p:nvPr/>
            </p:nvSpPr>
            <p:spPr>
              <a:xfrm>
                <a:off x="3004795" y="5634288"/>
                <a:ext cx="13320" cy="36720"/>
              </a:xfrm>
              <a:custGeom>
                <a:rect b="b" l="l" r="r" t="t"/>
                <a:pathLst>
                  <a:path extrusionOk="0" h="102" w="37">
                    <a:moveTo>
                      <a:pt x="25" y="32"/>
                    </a:moveTo>
                    <a:cubicBezTo>
                      <a:pt x="23" y="24"/>
                      <a:pt x="17" y="17"/>
                      <a:pt x="14" y="9"/>
                    </a:cubicBezTo>
                    <a:cubicBezTo>
                      <a:pt x="12" y="0"/>
                      <a:pt x="0" y="5"/>
                      <a:pt x="1" y="12"/>
                    </a:cubicBezTo>
                    <a:cubicBezTo>
                      <a:pt x="4" y="26"/>
                      <a:pt x="8" y="39"/>
                      <a:pt x="10" y="54"/>
                    </a:cubicBezTo>
                    <a:cubicBezTo>
                      <a:pt x="13" y="69"/>
                      <a:pt x="18" y="85"/>
                      <a:pt x="24" y="99"/>
                    </a:cubicBezTo>
                    <a:cubicBezTo>
                      <a:pt x="25" y="100"/>
                      <a:pt x="25" y="100"/>
                      <a:pt x="26" y="101"/>
                    </a:cubicBezTo>
                    <a:cubicBezTo>
                      <a:pt x="27" y="101"/>
                      <a:pt x="27" y="101"/>
                      <a:pt x="28" y="101"/>
                    </a:cubicBezTo>
                    <a:cubicBezTo>
                      <a:pt x="29" y="101"/>
                      <a:pt x="30" y="101"/>
                      <a:pt x="31" y="101"/>
                    </a:cubicBezTo>
                    <a:cubicBezTo>
                      <a:pt x="32" y="100"/>
                      <a:pt x="32" y="100"/>
                      <a:pt x="33" y="99"/>
                    </a:cubicBezTo>
                    <a:cubicBezTo>
                      <a:pt x="35" y="93"/>
                      <a:pt x="36" y="87"/>
                      <a:pt x="36" y="81"/>
                    </a:cubicBezTo>
                    <a:cubicBezTo>
                      <a:pt x="36" y="75"/>
                      <a:pt x="35" y="68"/>
                      <a:pt x="33" y="63"/>
                    </a:cubicBezTo>
                    <a:cubicBezTo>
                      <a:pt x="30" y="52"/>
                      <a:pt x="27" y="43"/>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4"/>
              <p:cNvSpPr/>
              <p:nvPr/>
            </p:nvSpPr>
            <p:spPr>
              <a:xfrm>
                <a:off x="3019915" y="5691888"/>
                <a:ext cx="8640" cy="21600"/>
              </a:xfrm>
              <a:custGeom>
                <a:rect b="b" l="l" r="r" t="t"/>
                <a:pathLst>
                  <a:path extrusionOk="0" h="60" w="24">
                    <a:moveTo>
                      <a:pt x="14" y="6"/>
                    </a:moveTo>
                    <a:cubicBezTo>
                      <a:pt x="13" y="5"/>
                      <a:pt x="13" y="4"/>
                      <a:pt x="13" y="4"/>
                    </a:cubicBezTo>
                    <a:cubicBezTo>
                      <a:pt x="12" y="2"/>
                      <a:pt x="11" y="2"/>
                      <a:pt x="10" y="1"/>
                    </a:cubicBezTo>
                    <a:cubicBezTo>
                      <a:pt x="9" y="0"/>
                      <a:pt x="8" y="0"/>
                      <a:pt x="7" y="0"/>
                    </a:cubicBezTo>
                    <a:cubicBezTo>
                      <a:pt x="6" y="0"/>
                      <a:pt x="4" y="0"/>
                      <a:pt x="3" y="1"/>
                    </a:cubicBezTo>
                    <a:cubicBezTo>
                      <a:pt x="2" y="2"/>
                      <a:pt x="2" y="2"/>
                      <a:pt x="1" y="4"/>
                    </a:cubicBezTo>
                    <a:cubicBezTo>
                      <a:pt x="1" y="5"/>
                      <a:pt x="0" y="5"/>
                      <a:pt x="0" y="6"/>
                    </a:cubicBezTo>
                    <a:cubicBezTo>
                      <a:pt x="0" y="16"/>
                      <a:pt x="1" y="26"/>
                      <a:pt x="4" y="35"/>
                    </a:cubicBezTo>
                    <a:cubicBezTo>
                      <a:pt x="5" y="44"/>
                      <a:pt x="5" y="55"/>
                      <a:pt x="15" y="59"/>
                    </a:cubicBezTo>
                    <a:cubicBezTo>
                      <a:pt x="15" y="59"/>
                      <a:pt x="16" y="59"/>
                      <a:pt x="17" y="59"/>
                    </a:cubicBezTo>
                    <a:cubicBezTo>
                      <a:pt x="18" y="59"/>
                      <a:pt x="19" y="59"/>
                      <a:pt x="19" y="59"/>
                    </a:cubicBezTo>
                    <a:cubicBezTo>
                      <a:pt x="20" y="58"/>
                      <a:pt x="21" y="57"/>
                      <a:pt x="21" y="57"/>
                    </a:cubicBezTo>
                    <a:cubicBezTo>
                      <a:pt x="22" y="53"/>
                      <a:pt x="23" y="50"/>
                      <a:pt x="23" y="46"/>
                    </a:cubicBezTo>
                    <a:cubicBezTo>
                      <a:pt x="23" y="41"/>
                      <a:pt x="22" y="36"/>
                      <a:pt x="20" y="31"/>
                    </a:cubicBezTo>
                    <a:cubicBezTo>
                      <a:pt x="19" y="23"/>
                      <a:pt x="15" y="15"/>
                      <a:pt x="14"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4"/>
              <p:cNvSpPr/>
              <p:nvPr/>
            </p:nvSpPr>
            <p:spPr>
              <a:xfrm>
                <a:off x="3071035" y="5682528"/>
                <a:ext cx="21600" cy="75600"/>
              </a:xfrm>
              <a:custGeom>
                <a:rect b="b" l="l" r="r" t="t"/>
                <a:pathLst>
                  <a:path extrusionOk="0" h="210" w="60">
                    <a:moveTo>
                      <a:pt x="0" y="8"/>
                    </a:moveTo>
                    <a:cubicBezTo>
                      <a:pt x="3" y="75"/>
                      <a:pt x="16" y="140"/>
                      <a:pt x="37" y="203"/>
                    </a:cubicBezTo>
                    <a:cubicBezTo>
                      <a:pt x="38" y="207"/>
                      <a:pt x="45" y="209"/>
                      <a:pt x="46" y="203"/>
                    </a:cubicBezTo>
                    <a:cubicBezTo>
                      <a:pt x="59" y="140"/>
                      <a:pt x="26" y="69"/>
                      <a:pt x="14" y="7"/>
                    </a:cubicBezTo>
                    <a:cubicBezTo>
                      <a:pt x="13" y="0"/>
                      <a:pt x="0" y="0"/>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4"/>
              <p:cNvSpPr/>
              <p:nvPr/>
            </p:nvSpPr>
            <p:spPr>
              <a:xfrm>
                <a:off x="2938195" y="5636088"/>
                <a:ext cx="13680" cy="29520"/>
              </a:xfrm>
              <a:custGeom>
                <a:rect b="b" l="l" r="r" t="t"/>
                <a:pathLst>
                  <a:path extrusionOk="0" h="82" w="38">
                    <a:moveTo>
                      <a:pt x="19" y="74"/>
                    </a:moveTo>
                    <a:cubicBezTo>
                      <a:pt x="19" y="75"/>
                      <a:pt x="20" y="76"/>
                      <a:pt x="20" y="77"/>
                    </a:cubicBezTo>
                    <a:cubicBezTo>
                      <a:pt x="21" y="78"/>
                      <a:pt x="22" y="79"/>
                      <a:pt x="23" y="80"/>
                    </a:cubicBezTo>
                    <a:cubicBezTo>
                      <a:pt x="24" y="81"/>
                      <a:pt x="26" y="81"/>
                      <a:pt x="27" y="81"/>
                    </a:cubicBezTo>
                    <a:cubicBezTo>
                      <a:pt x="28" y="81"/>
                      <a:pt x="29" y="81"/>
                      <a:pt x="31" y="80"/>
                    </a:cubicBezTo>
                    <a:cubicBezTo>
                      <a:pt x="33" y="79"/>
                      <a:pt x="32" y="78"/>
                      <a:pt x="33" y="77"/>
                    </a:cubicBezTo>
                    <a:cubicBezTo>
                      <a:pt x="34" y="76"/>
                      <a:pt x="34" y="76"/>
                      <a:pt x="34" y="75"/>
                    </a:cubicBezTo>
                    <a:cubicBezTo>
                      <a:pt x="37" y="63"/>
                      <a:pt x="30" y="52"/>
                      <a:pt x="27" y="40"/>
                    </a:cubicBezTo>
                    <a:cubicBezTo>
                      <a:pt x="25" y="27"/>
                      <a:pt x="20" y="15"/>
                      <a:pt x="14" y="3"/>
                    </a:cubicBezTo>
                    <a:cubicBezTo>
                      <a:pt x="14" y="2"/>
                      <a:pt x="13" y="2"/>
                      <a:pt x="12" y="1"/>
                    </a:cubicBezTo>
                    <a:cubicBezTo>
                      <a:pt x="11" y="1"/>
                      <a:pt x="11" y="0"/>
                      <a:pt x="10" y="0"/>
                    </a:cubicBezTo>
                    <a:cubicBezTo>
                      <a:pt x="9" y="0"/>
                      <a:pt x="8" y="1"/>
                      <a:pt x="7" y="1"/>
                    </a:cubicBezTo>
                    <a:cubicBezTo>
                      <a:pt x="6" y="2"/>
                      <a:pt x="6" y="2"/>
                      <a:pt x="5" y="3"/>
                    </a:cubicBezTo>
                    <a:cubicBezTo>
                      <a:pt x="2" y="11"/>
                      <a:pt x="0" y="19"/>
                      <a:pt x="0" y="28"/>
                    </a:cubicBezTo>
                    <a:cubicBezTo>
                      <a:pt x="0" y="33"/>
                      <a:pt x="1" y="38"/>
                      <a:pt x="2" y="42"/>
                    </a:cubicBezTo>
                    <a:cubicBezTo>
                      <a:pt x="2" y="48"/>
                      <a:pt x="4" y="53"/>
                      <a:pt x="6" y="58"/>
                    </a:cubicBezTo>
                    <a:cubicBezTo>
                      <a:pt x="7" y="58"/>
                      <a:pt x="7" y="59"/>
                      <a:pt x="7" y="60"/>
                    </a:cubicBezTo>
                    <a:cubicBezTo>
                      <a:pt x="9" y="62"/>
                      <a:pt x="11" y="65"/>
                      <a:pt x="12" y="67"/>
                    </a:cubicBezTo>
                    <a:cubicBezTo>
                      <a:pt x="14" y="69"/>
                      <a:pt x="19" y="72"/>
                      <a:pt x="19"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4"/>
              <p:cNvSpPr/>
              <p:nvPr/>
            </p:nvSpPr>
            <p:spPr>
              <a:xfrm>
                <a:off x="2803195" y="6665327"/>
                <a:ext cx="23400" cy="20880"/>
              </a:xfrm>
              <a:custGeom>
                <a:rect b="b" l="l" r="r" t="t"/>
                <a:pathLst>
                  <a:path extrusionOk="0" h="58" w="65">
                    <a:moveTo>
                      <a:pt x="56" y="5"/>
                    </a:moveTo>
                    <a:cubicBezTo>
                      <a:pt x="49" y="11"/>
                      <a:pt x="41" y="16"/>
                      <a:pt x="33" y="21"/>
                    </a:cubicBezTo>
                    <a:cubicBezTo>
                      <a:pt x="32" y="22"/>
                      <a:pt x="30" y="23"/>
                      <a:pt x="28" y="24"/>
                    </a:cubicBezTo>
                    <a:cubicBezTo>
                      <a:pt x="21" y="29"/>
                      <a:pt x="17" y="39"/>
                      <a:pt x="8" y="42"/>
                    </a:cubicBezTo>
                    <a:cubicBezTo>
                      <a:pt x="0" y="45"/>
                      <a:pt x="5" y="57"/>
                      <a:pt x="13" y="55"/>
                    </a:cubicBezTo>
                    <a:cubicBezTo>
                      <a:pt x="24" y="52"/>
                      <a:pt x="31" y="42"/>
                      <a:pt x="40" y="35"/>
                    </a:cubicBezTo>
                    <a:cubicBezTo>
                      <a:pt x="50" y="29"/>
                      <a:pt x="63" y="21"/>
                      <a:pt x="63" y="8"/>
                    </a:cubicBezTo>
                    <a:cubicBezTo>
                      <a:pt x="64" y="5"/>
                      <a:pt x="59" y="0"/>
                      <a:pt x="5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4"/>
              <p:cNvSpPr/>
              <p:nvPr/>
            </p:nvSpPr>
            <p:spPr>
              <a:xfrm>
                <a:off x="2941795" y="6567767"/>
                <a:ext cx="22320" cy="22680"/>
              </a:xfrm>
              <a:custGeom>
                <a:rect b="b" l="l" r="r" t="t"/>
                <a:pathLst>
                  <a:path extrusionOk="0" h="63" w="62">
                    <a:moveTo>
                      <a:pt x="61" y="4"/>
                    </a:moveTo>
                    <a:lnTo>
                      <a:pt x="61" y="3"/>
                    </a:lnTo>
                    <a:lnTo>
                      <a:pt x="61" y="2"/>
                    </a:lnTo>
                    <a:cubicBezTo>
                      <a:pt x="60" y="1"/>
                      <a:pt x="60" y="1"/>
                      <a:pt x="59" y="0"/>
                    </a:cubicBezTo>
                    <a:cubicBezTo>
                      <a:pt x="59" y="0"/>
                      <a:pt x="58" y="0"/>
                      <a:pt x="57" y="0"/>
                    </a:cubicBezTo>
                    <a:cubicBezTo>
                      <a:pt x="55" y="0"/>
                      <a:pt x="54" y="1"/>
                      <a:pt x="53" y="2"/>
                    </a:cubicBezTo>
                    <a:cubicBezTo>
                      <a:pt x="44" y="7"/>
                      <a:pt x="35" y="14"/>
                      <a:pt x="28" y="22"/>
                    </a:cubicBezTo>
                    <a:cubicBezTo>
                      <a:pt x="19" y="31"/>
                      <a:pt x="10" y="41"/>
                      <a:pt x="3" y="52"/>
                    </a:cubicBezTo>
                    <a:cubicBezTo>
                      <a:pt x="0" y="56"/>
                      <a:pt x="7" y="62"/>
                      <a:pt x="10" y="57"/>
                    </a:cubicBezTo>
                    <a:cubicBezTo>
                      <a:pt x="18" y="48"/>
                      <a:pt x="27" y="39"/>
                      <a:pt x="36" y="31"/>
                    </a:cubicBezTo>
                    <a:cubicBezTo>
                      <a:pt x="46" y="24"/>
                      <a:pt x="55" y="15"/>
                      <a:pt x="6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4"/>
              <p:cNvSpPr/>
              <p:nvPr/>
            </p:nvSpPr>
            <p:spPr>
              <a:xfrm>
                <a:off x="2960155" y="6553007"/>
                <a:ext cx="58680" cy="55080"/>
              </a:xfrm>
              <a:custGeom>
                <a:rect b="b" l="l" r="r" t="t"/>
                <a:pathLst>
                  <a:path extrusionOk="0" h="153" w="163">
                    <a:moveTo>
                      <a:pt x="88" y="77"/>
                    </a:moveTo>
                    <a:cubicBezTo>
                      <a:pt x="114" y="54"/>
                      <a:pt x="136" y="29"/>
                      <a:pt x="161" y="6"/>
                    </a:cubicBezTo>
                    <a:cubicBezTo>
                      <a:pt x="162" y="5"/>
                      <a:pt x="162" y="4"/>
                      <a:pt x="162" y="4"/>
                    </a:cubicBezTo>
                    <a:cubicBezTo>
                      <a:pt x="162" y="3"/>
                      <a:pt x="162" y="3"/>
                      <a:pt x="161" y="2"/>
                    </a:cubicBezTo>
                    <a:cubicBezTo>
                      <a:pt x="161" y="2"/>
                      <a:pt x="162" y="1"/>
                      <a:pt x="160" y="0"/>
                    </a:cubicBezTo>
                    <a:cubicBezTo>
                      <a:pt x="159" y="0"/>
                      <a:pt x="159" y="0"/>
                      <a:pt x="158" y="0"/>
                    </a:cubicBezTo>
                    <a:lnTo>
                      <a:pt x="157" y="0"/>
                    </a:lnTo>
                    <a:cubicBezTo>
                      <a:pt x="128" y="20"/>
                      <a:pt x="104" y="44"/>
                      <a:pt x="78" y="66"/>
                    </a:cubicBezTo>
                    <a:cubicBezTo>
                      <a:pt x="49" y="88"/>
                      <a:pt x="23" y="115"/>
                      <a:pt x="2" y="145"/>
                    </a:cubicBezTo>
                    <a:cubicBezTo>
                      <a:pt x="0" y="149"/>
                      <a:pt x="5" y="152"/>
                      <a:pt x="8" y="150"/>
                    </a:cubicBezTo>
                    <a:cubicBezTo>
                      <a:pt x="38" y="132"/>
                      <a:pt x="62" y="100"/>
                      <a:pt x="88"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4"/>
              <p:cNvSpPr/>
              <p:nvPr/>
            </p:nvSpPr>
            <p:spPr>
              <a:xfrm>
                <a:off x="2924155" y="6632568"/>
                <a:ext cx="39600" cy="39960"/>
              </a:xfrm>
              <a:custGeom>
                <a:rect b="b" l="l" r="r" t="t"/>
                <a:pathLst>
                  <a:path extrusionOk="0" h="111" w="110">
                    <a:moveTo>
                      <a:pt x="97" y="5"/>
                    </a:moveTo>
                    <a:cubicBezTo>
                      <a:pt x="88" y="10"/>
                      <a:pt x="80" y="17"/>
                      <a:pt x="72" y="24"/>
                    </a:cubicBezTo>
                    <a:cubicBezTo>
                      <a:pt x="63" y="35"/>
                      <a:pt x="53" y="45"/>
                      <a:pt x="42" y="53"/>
                    </a:cubicBezTo>
                    <a:cubicBezTo>
                      <a:pt x="27" y="64"/>
                      <a:pt x="14" y="79"/>
                      <a:pt x="4" y="95"/>
                    </a:cubicBezTo>
                    <a:cubicBezTo>
                      <a:pt x="3" y="97"/>
                      <a:pt x="2" y="99"/>
                      <a:pt x="1" y="102"/>
                    </a:cubicBezTo>
                    <a:cubicBezTo>
                      <a:pt x="0" y="103"/>
                      <a:pt x="0" y="104"/>
                      <a:pt x="0" y="104"/>
                    </a:cubicBezTo>
                    <a:cubicBezTo>
                      <a:pt x="0" y="105"/>
                      <a:pt x="0" y="106"/>
                      <a:pt x="1" y="107"/>
                    </a:cubicBezTo>
                    <a:cubicBezTo>
                      <a:pt x="1" y="107"/>
                      <a:pt x="1" y="109"/>
                      <a:pt x="2" y="109"/>
                    </a:cubicBezTo>
                    <a:cubicBezTo>
                      <a:pt x="3" y="110"/>
                      <a:pt x="4" y="109"/>
                      <a:pt x="5" y="109"/>
                    </a:cubicBezTo>
                    <a:cubicBezTo>
                      <a:pt x="6" y="109"/>
                      <a:pt x="6" y="110"/>
                      <a:pt x="7" y="109"/>
                    </a:cubicBezTo>
                    <a:cubicBezTo>
                      <a:pt x="8" y="109"/>
                      <a:pt x="7" y="108"/>
                      <a:pt x="7" y="108"/>
                    </a:cubicBezTo>
                    <a:cubicBezTo>
                      <a:pt x="9" y="107"/>
                      <a:pt x="11" y="108"/>
                      <a:pt x="13" y="106"/>
                    </a:cubicBezTo>
                    <a:cubicBezTo>
                      <a:pt x="22" y="101"/>
                      <a:pt x="29" y="94"/>
                      <a:pt x="36" y="85"/>
                    </a:cubicBezTo>
                    <a:cubicBezTo>
                      <a:pt x="43" y="78"/>
                      <a:pt x="50" y="71"/>
                      <a:pt x="58" y="63"/>
                    </a:cubicBezTo>
                    <a:cubicBezTo>
                      <a:pt x="75" y="48"/>
                      <a:pt x="88" y="29"/>
                      <a:pt x="105" y="14"/>
                    </a:cubicBezTo>
                    <a:cubicBezTo>
                      <a:pt x="109" y="9"/>
                      <a:pt x="102" y="0"/>
                      <a:pt x="9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4"/>
              <p:cNvSpPr/>
              <p:nvPr/>
            </p:nvSpPr>
            <p:spPr>
              <a:xfrm>
                <a:off x="3035395" y="6640848"/>
                <a:ext cx="36360" cy="36720"/>
              </a:xfrm>
              <a:custGeom>
                <a:rect b="b" l="l" r="r" t="t"/>
                <a:pathLst>
                  <a:path extrusionOk="0" h="102" w="101">
                    <a:moveTo>
                      <a:pt x="85" y="5"/>
                    </a:moveTo>
                    <a:cubicBezTo>
                      <a:pt x="71" y="17"/>
                      <a:pt x="58" y="29"/>
                      <a:pt x="46" y="43"/>
                    </a:cubicBezTo>
                    <a:cubicBezTo>
                      <a:pt x="31" y="58"/>
                      <a:pt x="16" y="75"/>
                      <a:pt x="3" y="93"/>
                    </a:cubicBezTo>
                    <a:cubicBezTo>
                      <a:pt x="0" y="97"/>
                      <a:pt x="6" y="101"/>
                      <a:pt x="10" y="99"/>
                    </a:cubicBezTo>
                    <a:cubicBezTo>
                      <a:pt x="43" y="76"/>
                      <a:pt x="63" y="41"/>
                      <a:pt x="92" y="16"/>
                    </a:cubicBezTo>
                    <a:cubicBezTo>
                      <a:pt x="100" y="11"/>
                      <a:pt x="92" y="0"/>
                      <a:pt x="8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4"/>
              <p:cNvSpPr/>
              <p:nvPr/>
            </p:nvSpPr>
            <p:spPr>
              <a:xfrm>
                <a:off x="3287395" y="6194808"/>
                <a:ext cx="19440" cy="20160"/>
              </a:xfrm>
              <a:custGeom>
                <a:rect b="b" l="l" r="r" t="t"/>
                <a:pathLst>
                  <a:path extrusionOk="0" h="56" w="54">
                    <a:moveTo>
                      <a:pt x="39" y="1"/>
                    </a:moveTo>
                    <a:cubicBezTo>
                      <a:pt x="36" y="2"/>
                      <a:pt x="34" y="3"/>
                      <a:pt x="31" y="5"/>
                    </a:cubicBezTo>
                    <a:cubicBezTo>
                      <a:pt x="28" y="7"/>
                      <a:pt x="25" y="9"/>
                      <a:pt x="22" y="12"/>
                    </a:cubicBezTo>
                    <a:cubicBezTo>
                      <a:pt x="17" y="18"/>
                      <a:pt x="14" y="24"/>
                      <a:pt x="10" y="30"/>
                    </a:cubicBezTo>
                    <a:cubicBezTo>
                      <a:pt x="8" y="32"/>
                      <a:pt x="6" y="35"/>
                      <a:pt x="4" y="38"/>
                    </a:cubicBezTo>
                    <a:cubicBezTo>
                      <a:pt x="3" y="41"/>
                      <a:pt x="1" y="44"/>
                      <a:pt x="0" y="47"/>
                    </a:cubicBezTo>
                    <a:cubicBezTo>
                      <a:pt x="0" y="48"/>
                      <a:pt x="0" y="48"/>
                      <a:pt x="0" y="49"/>
                    </a:cubicBezTo>
                    <a:cubicBezTo>
                      <a:pt x="0" y="50"/>
                      <a:pt x="0" y="51"/>
                      <a:pt x="0" y="52"/>
                    </a:cubicBezTo>
                    <a:cubicBezTo>
                      <a:pt x="1" y="53"/>
                      <a:pt x="2" y="54"/>
                      <a:pt x="3" y="54"/>
                    </a:cubicBezTo>
                    <a:cubicBezTo>
                      <a:pt x="4" y="55"/>
                      <a:pt x="5" y="55"/>
                      <a:pt x="6" y="55"/>
                    </a:cubicBezTo>
                    <a:cubicBezTo>
                      <a:pt x="7" y="55"/>
                      <a:pt x="7" y="55"/>
                      <a:pt x="8" y="55"/>
                    </a:cubicBezTo>
                    <a:cubicBezTo>
                      <a:pt x="11" y="54"/>
                      <a:pt x="13" y="53"/>
                      <a:pt x="16" y="51"/>
                    </a:cubicBezTo>
                    <a:cubicBezTo>
                      <a:pt x="23" y="48"/>
                      <a:pt x="29" y="41"/>
                      <a:pt x="34" y="35"/>
                    </a:cubicBezTo>
                    <a:cubicBezTo>
                      <a:pt x="37" y="32"/>
                      <a:pt x="40" y="28"/>
                      <a:pt x="42" y="24"/>
                    </a:cubicBezTo>
                    <a:cubicBezTo>
                      <a:pt x="44" y="23"/>
                      <a:pt x="45" y="22"/>
                      <a:pt x="47" y="21"/>
                    </a:cubicBezTo>
                    <a:cubicBezTo>
                      <a:pt x="49" y="19"/>
                      <a:pt x="53" y="16"/>
                      <a:pt x="50" y="17"/>
                    </a:cubicBezTo>
                    <a:cubicBezTo>
                      <a:pt x="51" y="16"/>
                      <a:pt x="51" y="16"/>
                      <a:pt x="52" y="15"/>
                    </a:cubicBezTo>
                    <a:cubicBezTo>
                      <a:pt x="53" y="14"/>
                      <a:pt x="53" y="13"/>
                      <a:pt x="53" y="12"/>
                    </a:cubicBezTo>
                    <a:cubicBezTo>
                      <a:pt x="53" y="11"/>
                      <a:pt x="53" y="10"/>
                      <a:pt x="52" y="9"/>
                    </a:cubicBezTo>
                    <a:cubicBezTo>
                      <a:pt x="52" y="8"/>
                      <a:pt x="51" y="8"/>
                      <a:pt x="51" y="7"/>
                    </a:cubicBezTo>
                    <a:cubicBezTo>
                      <a:pt x="48" y="4"/>
                      <a:pt x="45" y="0"/>
                      <a:pt x="3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4"/>
              <p:cNvSpPr/>
              <p:nvPr/>
            </p:nvSpPr>
            <p:spPr>
              <a:xfrm>
                <a:off x="3346795" y="6278328"/>
                <a:ext cx="27360" cy="33120"/>
              </a:xfrm>
              <a:custGeom>
                <a:rect b="b" l="l" r="r" t="t"/>
                <a:pathLst>
                  <a:path extrusionOk="0" h="92" w="76">
                    <a:moveTo>
                      <a:pt x="57" y="8"/>
                    </a:moveTo>
                    <a:cubicBezTo>
                      <a:pt x="46" y="20"/>
                      <a:pt x="36" y="32"/>
                      <a:pt x="27" y="46"/>
                    </a:cubicBezTo>
                    <a:cubicBezTo>
                      <a:pt x="23" y="52"/>
                      <a:pt x="18" y="58"/>
                      <a:pt x="13" y="64"/>
                    </a:cubicBezTo>
                    <a:cubicBezTo>
                      <a:pt x="8" y="70"/>
                      <a:pt x="6" y="76"/>
                      <a:pt x="1" y="82"/>
                    </a:cubicBezTo>
                    <a:lnTo>
                      <a:pt x="1" y="83"/>
                    </a:lnTo>
                    <a:cubicBezTo>
                      <a:pt x="0" y="84"/>
                      <a:pt x="0" y="85"/>
                      <a:pt x="0" y="85"/>
                    </a:cubicBezTo>
                    <a:cubicBezTo>
                      <a:pt x="0" y="86"/>
                      <a:pt x="0" y="87"/>
                      <a:pt x="1" y="88"/>
                    </a:cubicBezTo>
                    <a:cubicBezTo>
                      <a:pt x="2" y="89"/>
                      <a:pt x="1" y="89"/>
                      <a:pt x="2" y="90"/>
                    </a:cubicBezTo>
                    <a:cubicBezTo>
                      <a:pt x="3" y="90"/>
                      <a:pt x="4" y="91"/>
                      <a:pt x="5" y="91"/>
                    </a:cubicBezTo>
                    <a:cubicBezTo>
                      <a:pt x="9" y="90"/>
                      <a:pt x="13" y="88"/>
                      <a:pt x="17" y="86"/>
                    </a:cubicBezTo>
                    <a:cubicBezTo>
                      <a:pt x="22" y="83"/>
                      <a:pt x="26" y="79"/>
                      <a:pt x="29" y="74"/>
                    </a:cubicBezTo>
                    <a:cubicBezTo>
                      <a:pt x="43" y="57"/>
                      <a:pt x="53" y="37"/>
                      <a:pt x="69" y="20"/>
                    </a:cubicBezTo>
                    <a:cubicBezTo>
                      <a:pt x="75" y="12"/>
                      <a:pt x="65" y="0"/>
                      <a:pt x="5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4"/>
              <p:cNvSpPr/>
              <p:nvPr/>
            </p:nvSpPr>
            <p:spPr>
              <a:xfrm>
                <a:off x="3436435" y="6256368"/>
                <a:ext cx="23040" cy="30240"/>
              </a:xfrm>
              <a:custGeom>
                <a:rect b="b" l="l" r="r" t="t"/>
                <a:pathLst>
                  <a:path extrusionOk="0" h="84" w="64">
                    <a:moveTo>
                      <a:pt x="49" y="6"/>
                    </a:moveTo>
                    <a:cubicBezTo>
                      <a:pt x="39" y="18"/>
                      <a:pt x="31" y="32"/>
                      <a:pt x="22" y="45"/>
                    </a:cubicBezTo>
                    <a:cubicBezTo>
                      <a:pt x="16" y="54"/>
                      <a:pt x="10" y="66"/>
                      <a:pt x="3" y="75"/>
                    </a:cubicBezTo>
                    <a:cubicBezTo>
                      <a:pt x="0" y="78"/>
                      <a:pt x="2" y="83"/>
                      <a:pt x="6" y="83"/>
                    </a:cubicBezTo>
                    <a:cubicBezTo>
                      <a:pt x="18" y="83"/>
                      <a:pt x="22" y="72"/>
                      <a:pt x="29" y="63"/>
                    </a:cubicBezTo>
                    <a:cubicBezTo>
                      <a:pt x="40" y="47"/>
                      <a:pt x="48" y="30"/>
                      <a:pt x="59" y="13"/>
                    </a:cubicBezTo>
                    <a:cubicBezTo>
                      <a:pt x="63" y="6"/>
                      <a:pt x="53" y="0"/>
                      <a:pt x="49"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4"/>
              <p:cNvSpPr/>
              <p:nvPr/>
            </p:nvSpPr>
            <p:spPr>
              <a:xfrm>
                <a:off x="4116115" y="6964127"/>
                <a:ext cx="13680" cy="14400"/>
              </a:xfrm>
              <a:custGeom>
                <a:rect b="b" l="l" r="r" t="t"/>
                <a:pathLst>
                  <a:path extrusionOk="0" h="40" w="38">
                    <a:moveTo>
                      <a:pt x="15" y="8"/>
                    </a:moveTo>
                    <a:cubicBezTo>
                      <a:pt x="7" y="15"/>
                      <a:pt x="0" y="31"/>
                      <a:pt x="12" y="38"/>
                    </a:cubicBezTo>
                    <a:cubicBezTo>
                      <a:pt x="13" y="38"/>
                      <a:pt x="14" y="39"/>
                      <a:pt x="15" y="39"/>
                    </a:cubicBezTo>
                    <a:cubicBezTo>
                      <a:pt x="16" y="39"/>
                      <a:pt x="17" y="38"/>
                      <a:pt x="18" y="38"/>
                    </a:cubicBezTo>
                    <a:cubicBezTo>
                      <a:pt x="22" y="33"/>
                      <a:pt x="25" y="28"/>
                      <a:pt x="28" y="24"/>
                    </a:cubicBezTo>
                    <a:cubicBezTo>
                      <a:pt x="29" y="22"/>
                      <a:pt x="29" y="22"/>
                      <a:pt x="30" y="21"/>
                    </a:cubicBezTo>
                    <a:cubicBezTo>
                      <a:pt x="37" y="12"/>
                      <a:pt x="23" y="0"/>
                      <a:pt x="1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4"/>
              <p:cNvSpPr/>
              <p:nvPr/>
            </p:nvSpPr>
            <p:spPr>
              <a:xfrm>
                <a:off x="3815875" y="6200928"/>
                <a:ext cx="24120" cy="11520"/>
              </a:xfrm>
              <a:custGeom>
                <a:rect b="b" l="l" r="r" t="t"/>
                <a:pathLst>
                  <a:path extrusionOk="0" h="32" w="67">
                    <a:moveTo>
                      <a:pt x="59" y="20"/>
                    </a:moveTo>
                    <a:cubicBezTo>
                      <a:pt x="54" y="20"/>
                      <a:pt x="49" y="14"/>
                      <a:pt x="45" y="12"/>
                    </a:cubicBezTo>
                    <a:cubicBezTo>
                      <a:pt x="39" y="9"/>
                      <a:pt x="34" y="7"/>
                      <a:pt x="28" y="5"/>
                    </a:cubicBezTo>
                    <a:cubicBezTo>
                      <a:pt x="22" y="2"/>
                      <a:pt x="16" y="0"/>
                      <a:pt x="10" y="0"/>
                    </a:cubicBezTo>
                    <a:cubicBezTo>
                      <a:pt x="9" y="0"/>
                      <a:pt x="9" y="0"/>
                      <a:pt x="8" y="0"/>
                    </a:cubicBezTo>
                    <a:cubicBezTo>
                      <a:pt x="7" y="0"/>
                      <a:pt x="6" y="0"/>
                      <a:pt x="6" y="0"/>
                    </a:cubicBezTo>
                    <a:cubicBezTo>
                      <a:pt x="5" y="0"/>
                      <a:pt x="4" y="0"/>
                      <a:pt x="3" y="0"/>
                    </a:cubicBezTo>
                    <a:cubicBezTo>
                      <a:pt x="2" y="1"/>
                      <a:pt x="2" y="1"/>
                      <a:pt x="1" y="2"/>
                    </a:cubicBezTo>
                    <a:lnTo>
                      <a:pt x="1" y="3"/>
                    </a:lnTo>
                    <a:lnTo>
                      <a:pt x="1" y="4"/>
                    </a:lnTo>
                    <a:cubicBezTo>
                      <a:pt x="1" y="5"/>
                      <a:pt x="0" y="6"/>
                      <a:pt x="0" y="7"/>
                    </a:cubicBezTo>
                    <a:cubicBezTo>
                      <a:pt x="0" y="8"/>
                      <a:pt x="1" y="9"/>
                      <a:pt x="1" y="10"/>
                    </a:cubicBezTo>
                    <a:cubicBezTo>
                      <a:pt x="2" y="12"/>
                      <a:pt x="2" y="12"/>
                      <a:pt x="2" y="12"/>
                    </a:cubicBezTo>
                    <a:cubicBezTo>
                      <a:pt x="8" y="16"/>
                      <a:pt x="13" y="20"/>
                      <a:pt x="19" y="23"/>
                    </a:cubicBezTo>
                    <a:cubicBezTo>
                      <a:pt x="21" y="24"/>
                      <a:pt x="24" y="26"/>
                      <a:pt x="26" y="27"/>
                    </a:cubicBezTo>
                    <a:cubicBezTo>
                      <a:pt x="33" y="30"/>
                      <a:pt x="41" y="31"/>
                      <a:pt x="48" y="31"/>
                    </a:cubicBezTo>
                    <a:cubicBezTo>
                      <a:pt x="53" y="31"/>
                      <a:pt x="57" y="30"/>
                      <a:pt x="62" y="29"/>
                    </a:cubicBezTo>
                    <a:cubicBezTo>
                      <a:pt x="66" y="28"/>
                      <a:pt x="64" y="20"/>
                      <a:pt x="5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4"/>
              <p:cNvSpPr/>
              <p:nvPr/>
            </p:nvSpPr>
            <p:spPr>
              <a:xfrm>
                <a:off x="4118275" y="6467328"/>
                <a:ext cx="14760" cy="25920"/>
              </a:xfrm>
              <a:custGeom>
                <a:rect b="b" l="l" r="r" t="t"/>
                <a:pathLst>
                  <a:path extrusionOk="0" h="72" w="41">
                    <a:moveTo>
                      <a:pt x="25" y="68"/>
                    </a:moveTo>
                    <a:cubicBezTo>
                      <a:pt x="26" y="69"/>
                      <a:pt x="27" y="70"/>
                      <a:pt x="27" y="70"/>
                    </a:cubicBezTo>
                    <a:cubicBezTo>
                      <a:pt x="28" y="71"/>
                      <a:pt x="30" y="71"/>
                      <a:pt x="31" y="71"/>
                    </a:cubicBezTo>
                    <a:cubicBezTo>
                      <a:pt x="32" y="71"/>
                      <a:pt x="33" y="71"/>
                      <a:pt x="33" y="71"/>
                    </a:cubicBezTo>
                    <a:lnTo>
                      <a:pt x="35" y="71"/>
                    </a:lnTo>
                    <a:cubicBezTo>
                      <a:pt x="36" y="71"/>
                      <a:pt x="36" y="70"/>
                      <a:pt x="36" y="70"/>
                    </a:cubicBezTo>
                    <a:cubicBezTo>
                      <a:pt x="37" y="70"/>
                      <a:pt x="37" y="69"/>
                      <a:pt x="38" y="68"/>
                    </a:cubicBezTo>
                    <a:cubicBezTo>
                      <a:pt x="39" y="67"/>
                      <a:pt x="39" y="67"/>
                      <a:pt x="39" y="66"/>
                    </a:cubicBezTo>
                    <a:cubicBezTo>
                      <a:pt x="39" y="65"/>
                      <a:pt x="39" y="64"/>
                      <a:pt x="38" y="63"/>
                    </a:cubicBezTo>
                    <a:lnTo>
                      <a:pt x="37" y="62"/>
                    </a:lnTo>
                    <a:cubicBezTo>
                      <a:pt x="40" y="66"/>
                      <a:pt x="38" y="54"/>
                      <a:pt x="37" y="53"/>
                    </a:cubicBezTo>
                    <a:cubicBezTo>
                      <a:pt x="36" y="49"/>
                      <a:pt x="34" y="45"/>
                      <a:pt x="32" y="42"/>
                    </a:cubicBezTo>
                    <a:cubicBezTo>
                      <a:pt x="32" y="42"/>
                      <a:pt x="32" y="41"/>
                      <a:pt x="31" y="41"/>
                    </a:cubicBezTo>
                    <a:cubicBezTo>
                      <a:pt x="31" y="40"/>
                      <a:pt x="31" y="40"/>
                      <a:pt x="31" y="39"/>
                    </a:cubicBezTo>
                    <a:cubicBezTo>
                      <a:pt x="25" y="29"/>
                      <a:pt x="20" y="18"/>
                      <a:pt x="17" y="7"/>
                    </a:cubicBezTo>
                    <a:cubicBezTo>
                      <a:pt x="17" y="6"/>
                      <a:pt x="17" y="5"/>
                      <a:pt x="17" y="5"/>
                    </a:cubicBezTo>
                    <a:cubicBezTo>
                      <a:pt x="16" y="3"/>
                      <a:pt x="15" y="2"/>
                      <a:pt x="13" y="1"/>
                    </a:cubicBezTo>
                    <a:cubicBezTo>
                      <a:pt x="11" y="0"/>
                      <a:pt x="10" y="0"/>
                      <a:pt x="9" y="0"/>
                    </a:cubicBezTo>
                    <a:cubicBezTo>
                      <a:pt x="7" y="0"/>
                      <a:pt x="6" y="0"/>
                      <a:pt x="5" y="1"/>
                    </a:cubicBezTo>
                    <a:cubicBezTo>
                      <a:pt x="4" y="2"/>
                      <a:pt x="4" y="3"/>
                      <a:pt x="2" y="5"/>
                    </a:cubicBezTo>
                    <a:cubicBezTo>
                      <a:pt x="1" y="6"/>
                      <a:pt x="1" y="6"/>
                      <a:pt x="1" y="8"/>
                    </a:cubicBezTo>
                    <a:cubicBezTo>
                      <a:pt x="0" y="10"/>
                      <a:pt x="0" y="14"/>
                      <a:pt x="0" y="17"/>
                    </a:cubicBezTo>
                    <a:cubicBezTo>
                      <a:pt x="0" y="25"/>
                      <a:pt x="2" y="34"/>
                      <a:pt x="6" y="41"/>
                    </a:cubicBezTo>
                    <a:cubicBezTo>
                      <a:pt x="12" y="51"/>
                      <a:pt x="18" y="60"/>
                      <a:pt x="25"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4"/>
              <p:cNvSpPr/>
              <p:nvPr/>
            </p:nvSpPr>
            <p:spPr>
              <a:xfrm>
                <a:off x="4142035" y="6526368"/>
                <a:ext cx="32400" cy="126720"/>
              </a:xfrm>
              <a:custGeom>
                <a:rect b="b" l="l" r="r" t="t"/>
                <a:pathLst>
                  <a:path extrusionOk="0" h="352" w="90">
                    <a:moveTo>
                      <a:pt x="58" y="155"/>
                    </a:moveTo>
                    <a:cubicBezTo>
                      <a:pt x="51" y="122"/>
                      <a:pt x="42" y="90"/>
                      <a:pt x="30" y="58"/>
                    </a:cubicBezTo>
                    <a:cubicBezTo>
                      <a:pt x="24" y="43"/>
                      <a:pt x="13" y="20"/>
                      <a:pt x="9" y="5"/>
                    </a:cubicBezTo>
                    <a:cubicBezTo>
                      <a:pt x="8" y="0"/>
                      <a:pt x="0" y="0"/>
                      <a:pt x="0" y="5"/>
                    </a:cubicBezTo>
                    <a:cubicBezTo>
                      <a:pt x="2" y="61"/>
                      <a:pt x="30" y="121"/>
                      <a:pt x="42" y="176"/>
                    </a:cubicBezTo>
                    <a:cubicBezTo>
                      <a:pt x="54" y="231"/>
                      <a:pt x="54" y="295"/>
                      <a:pt x="77" y="348"/>
                    </a:cubicBezTo>
                    <a:cubicBezTo>
                      <a:pt x="78" y="349"/>
                      <a:pt x="79" y="349"/>
                      <a:pt x="80" y="350"/>
                    </a:cubicBezTo>
                    <a:cubicBezTo>
                      <a:pt x="81" y="350"/>
                      <a:pt x="82" y="351"/>
                      <a:pt x="83" y="351"/>
                    </a:cubicBezTo>
                    <a:cubicBezTo>
                      <a:pt x="84" y="351"/>
                      <a:pt x="85" y="350"/>
                      <a:pt x="86" y="350"/>
                    </a:cubicBezTo>
                    <a:cubicBezTo>
                      <a:pt x="87" y="349"/>
                      <a:pt x="88" y="349"/>
                      <a:pt x="88" y="348"/>
                    </a:cubicBezTo>
                    <a:cubicBezTo>
                      <a:pt x="88" y="347"/>
                      <a:pt x="89" y="347"/>
                      <a:pt x="89" y="346"/>
                    </a:cubicBezTo>
                    <a:cubicBezTo>
                      <a:pt x="89" y="342"/>
                      <a:pt x="89" y="338"/>
                      <a:pt x="89" y="334"/>
                    </a:cubicBezTo>
                    <a:cubicBezTo>
                      <a:pt x="89" y="313"/>
                      <a:pt x="86" y="291"/>
                      <a:pt x="81" y="270"/>
                    </a:cubicBezTo>
                    <a:cubicBezTo>
                      <a:pt x="75" y="231"/>
                      <a:pt x="67" y="193"/>
                      <a:pt x="58"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4"/>
              <p:cNvSpPr/>
              <p:nvPr/>
            </p:nvSpPr>
            <p:spPr>
              <a:xfrm>
                <a:off x="4138075" y="6479208"/>
                <a:ext cx="34920" cy="95760"/>
              </a:xfrm>
              <a:custGeom>
                <a:rect b="b" l="l" r="r" t="t"/>
                <a:pathLst>
                  <a:path extrusionOk="0" h="266" w="97">
                    <a:moveTo>
                      <a:pt x="96" y="253"/>
                    </a:moveTo>
                    <a:cubicBezTo>
                      <a:pt x="96" y="214"/>
                      <a:pt x="72" y="173"/>
                      <a:pt x="62" y="135"/>
                    </a:cubicBezTo>
                    <a:cubicBezTo>
                      <a:pt x="54" y="111"/>
                      <a:pt x="43" y="87"/>
                      <a:pt x="31" y="65"/>
                    </a:cubicBezTo>
                    <a:cubicBezTo>
                      <a:pt x="22" y="45"/>
                      <a:pt x="17" y="24"/>
                      <a:pt x="8" y="4"/>
                    </a:cubicBezTo>
                    <a:cubicBezTo>
                      <a:pt x="6" y="0"/>
                      <a:pt x="0" y="3"/>
                      <a:pt x="1" y="7"/>
                    </a:cubicBezTo>
                    <a:cubicBezTo>
                      <a:pt x="31" y="87"/>
                      <a:pt x="37" y="181"/>
                      <a:pt x="78" y="258"/>
                    </a:cubicBezTo>
                    <a:cubicBezTo>
                      <a:pt x="82" y="265"/>
                      <a:pt x="96" y="264"/>
                      <a:pt x="96"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4"/>
              <p:cNvSpPr/>
              <p:nvPr/>
            </p:nvSpPr>
            <p:spPr>
              <a:xfrm>
                <a:off x="4122595" y="6515927"/>
                <a:ext cx="42120" cy="145800"/>
              </a:xfrm>
              <a:custGeom>
                <a:rect b="b" l="l" r="r" t="t"/>
                <a:pathLst>
                  <a:path extrusionOk="0" h="405" w="117">
                    <a:moveTo>
                      <a:pt x="1" y="7"/>
                    </a:moveTo>
                    <a:cubicBezTo>
                      <a:pt x="18" y="53"/>
                      <a:pt x="26" y="102"/>
                      <a:pt x="45" y="148"/>
                    </a:cubicBezTo>
                    <a:cubicBezTo>
                      <a:pt x="77" y="223"/>
                      <a:pt x="64" y="317"/>
                      <a:pt x="90" y="394"/>
                    </a:cubicBezTo>
                    <a:cubicBezTo>
                      <a:pt x="93" y="402"/>
                      <a:pt x="104" y="404"/>
                      <a:pt x="106" y="394"/>
                    </a:cubicBezTo>
                    <a:cubicBezTo>
                      <a:pt x="116" y="358"/>
                      <a:pt x="104" y="322"/>
                      <a:pt x="98" y="285"/>
                    </a:cubicBezTo>
                    <a:cubicBezTo>
                      <a:pt x="92" y="249"/>
                      <a:pt x="84" y="210"/>
                      <a:pt x="76" y="174"/>
                    </a:cubicBezTo>
                    <a:cubicBezTo>
                      <a:pt x="61" y="116"/>
                      <a:pt x="38" y="59"/>
                      <a:pt x="8" y="7"/>
                    </a:cubicBezTo>
                    <a:cubicBezTo>
                      <a:pt x="7" y="6"/>
                      <a:pt x="7" y="5"/>
                      <a:pt x="6" y="3"/>
                    </a:cubicBezTo>
                    <a:cubicBezTo>
                      <a:pt x="4" y="0"/>
                      <a:pt x="0" y="3"/>
                      <a:pt x="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4"/>
              <p:cNvSpPr/>
              <p:nvPr/>
            </p:nvSpPr>
            <p:spPr>
              <a:xfrm>
                <a:off x="4158235" y="6677207"/>
                <a:ext cx="8640" cy="29880"/>
              </a:xfrm>
              <a:custGeom>
                <a:rect b="b" l="l" r="r" t="t"/>
                <a:pathLst>
                  <a:path extrusionOk="0" h="83" w="24">
                    <a:moveTo>
                      <a:pt x="21" y="8"/>
                    </a:moveTo>
                    <a:cubicBezTo>
                      <a:pt x="21" y="7"/>
                      <a:pt x="20" y="6"/>
                      <a:pt x="20" y="5"/>
                    </a:cubicBezTo>
                    <a:cubicBezTo>
                      <a:pt x="19" y="3"/>
                      <a:pt x="18" y="2"/>
                      <a:pt x="16" y="1"/>
                    </a:cubicBezTo>
                    <a:cubicBezTo>
                      <a:pt x="14" y="0"/>
                      <a:pt x="13" y="0"/>
                      <a:pt x="11" y="0"/>
                    </a:cubicBezTo>
                    <a:cubicBezTo>
                      <a:pt x="9" y="0"/>
                      <a:pt x="8" y="0"/>
                      <a:pt x="6" y="1"/>
                    </a:cubicBezTo>
                    <a:cubicBezTo>
                      <a:pt x="4" y="2"/>
                      <a:pt x="3" y="3"/>
                      <a:pt x="2" y="5"/>
                    </a:cubicBezTo>
                    <a:cubicBezTo>
                      <a:pt x="2" y="6"/>
                      <a:pt x="1" y="7"/>
                      <a:pt x="1" y="8"/>
                    </a:cubicBezTo>
                    <a:cubicBezTo>
                      <a:pt x="1" y="20"/>
                      <a:pt x="1" y="31"/>
                      <a:pt x="1" y="43"/>
                    </a:cubicBezTo>
                    <a:cubicBezTo>
                      <a:pt x="1" y="46"/>
                      <a:pt x="0" y="49"/>
                      <a:pt x="0" y="52"/>
                    </a:cubicBezTo>
                    <a:cubicBezTo>
                      <a:pt x="0" y="62"/>
                      <a:pt x="3" y="71"/>
                      <a:pt x="6" y="79"/>
                    </a:cubicBezTo>
                    <a:cubicBezTo>
                      <a:pt x="7" y="80"/>
                      <a:pt x="8" y="81"/>
                      <a:pt x="8" y="81"/>
                    </a:cubicBezTo>
                    <a:cubicBezTo>
                      <a:pt x="9" y="82"/>
                      <a:pt x="11" y="82"/>
                      <a:pt x="12" y="82"/>
                    </a:cubicBezTo>
                    <a:cubicBezTo>
                      <a:pt x="13" y="82"/>
                      <a:pt x="14" y="82"/>
                      <a:pt x="15" y="81"/>
                    </a:cubicBezTo>
                    <a:cubicBezTo>
                      <a:pt x="16" y="81"/>
                      <a:pt x="16" y="80"/>
                      <a:pt x="17" y="79"/>
                    </a:cubicBezTo>
                    <a:cubicBezTo>
                      <a:pt x="21" y="72"/>
                      <a:pt x="23" y="64"/>
                      <a:pt x="23" y="56"/>
                    </a:cubicBezTo>
                    <a:cubicBezTo>
                      <a:pt x="23" y="54"/>
                      <a:pt x="23" y="52"/>
                      <a:pt x="23" y="50"/>
                    </a:cubicBezTo>
                    <a:cubicBezTo>
                      <a:pt x="21" y="36"/>
                      <a:pt x="21" y="22"/>
                      <a:pt x="2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4"/>
              <p:cNvSpPr/>
              <p:nvPr/>
            </p:nvSpPr>
            <p:spPr>
              <a:xfrm>
                <a:off x="4152475" y="6742008"/>
                <a:ext cx="12600" cy="86040"/>
              </a:xfrm>
              <a:custGeom>
                <a:rect b="b" l="l" r="r" t="t"/>
                <a:pathLst>
                  <a:path extrusionOk="0" h="239" w="35">
                    <a:moveTo>
                      <a:pt x="18" y="4"/>
                    </a:moveTo>
                    <a:cubicBezTo>
                      <a:pt x="11" y="78"/>
                      <a:pt x="13" y="153"/>
                      <a:pt x="0" y="227"/>
                    </a:cubicBezTo>
                    <a:cubicBezTo>
                      <a:pt x="0" y="233"/>
                      <a:pt x="7" y="238"/>
                      <a:pt x="11" y="233"/>
                    </a:cubicBezTo>
                    <a:cubicBezTo>
                      <a:pt x="31" y="207"/>
                      <a:pt x="26" y="171"/>
                      <a:pt x="31" y="140"/>
                    </a:cubicBezTo>
                    <a:cubicBezTo>
                      <a:pt x="33" y="121"/>
                      <a:pt x="34" y="101"/>
                      <a:pt x="34" y="81"/>
                    </a:cubicBezTo>
                    <a:cubicBezTo>
                      <a:pt x="34" y="56"/>
                      <a:pt x="32" y="30"/>
                      <a:pt x="28" y="4"/>
                    </a:cubicBezTo>
                    <a:lnTo>
                      <a:pt x="28" y="3"/>
                    </a:lnTo>
                    <a:cubicBezTo>
                      <a:pt x="27" y="2"/>
                      <a:pt x="27" y="2"/>
                      <a:pt x="26" y="1"/>
                    </a:cubicBezTo>
                    <a:cubicBezTo>
                      <a:pt x="25" y="0"/>
                      <a:pt x="24" y="0"/>
                      <a:pt x="23" y="0"/>
                    </a:cubicBezTo>
                    <a:cubicBezTo>
                      <a:pt x="22" y="0"/>
                      <a:pt x="21" y="0"/>
                      <a:pt x="20" y="1"/>
                    </a:cubicBezTo>
                    <a:cubicBezTo>
                      <a:pt x="19" y="2"/>
                      <a:pt x="19" y="2"/>
                      <a:pt x="18" y="3"/>
                    </a:cubicBezTo>
                    <a:lnTo>
                      <a:pt x="18"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4"/>
              <p:cNvSpPr/>
              <p:nvPr/>
            </p:nvSpPr>
            <p:spPr>
              <a:xfrm>
                <a:off x="4175875" y="6678288"/>
                <a:ext cx="17280" cy="184680"/>
              </a:xfrm>
              <a:custGeom>
                <a:rect b="b" l="l" r="r" t="t"/>
                <a:pathLst>
                  <a:path extrusionOk="0" h="513" w="48">
                    <a:moveTo>
                      <a:pt x="5" y="512"/>
                    </a:moveTo>
                    <a:lnTo>
                      <a:pt x="7" y="512"/>
                    </a:lnTo>
                    <a:lnTo>
                      <a:pt x="8" y="512"/>
                    </a:lnTo>
                    <a:cubicBezTo>
                      <a:pt x="10" y="512"/>
                      <a:pt x="11" y="511"/>
                      <a:pt x="12" y="511"/>
                    </a:cubicBezTo>
                    <a:cubicBezTo>
                      <a:pt x="13" y="510"/>
                      <a:pt x="13" y="510"/>
                      <a:pt x="14" y="509"/>
                    </a:cubicBezTo>
                    <a:lnTo>
                      <a:pt x="14" y="508"/>
                    </a:lnTo>
                    <a:cubicBezTo>
                      <a:pt x="39" y="447"/>
                      <a:pt x="32" y="368"/>
                      <a:pt x="35" y="304"/>
                    </a:cubicBezTo>
                    <a:cubicBezTo>
                      <a:pt x="40" y="206"/>
                      <a:pt x="47" y="108"/>
                      <a:pt x="45" y="8"/>
                    </a:cubicBezTo>
                    <a:cubicBezTo>
                      <a:pt x="45" y="1"/>
                      <a:pt x="34" y="0"/>
                      <a:pt x="34" y="7"/>
                    </a:cubicBezTo>
                    <a:cubicBezTo>
                      <a:pt x="30" y="80"/>
                      <a:pt x="24" y="153"/>
                      <a:pt x="22" y="226"/>
                    </a:cubicBezTo>
                    <a:cubicBezTo>
                      <a:pt x="20" y="272"/>
                      <a:pt x="15" y="317"/>
                      <a:pt x="13" y="363"/>
                    </a:cubicBezTo>
                    <a:cubicBezTo>
                      <a:pt x="11" y="387"/>
                      <a:pt x="9" y="411"/>
                      <a:pt x="7" y="436"/>
                    </a:cubicBezTo>
                    <a:cubicBezTo>
                      <a:pt x="7" y="438"/>
                      <a:pt x="7" y="441"/>
                      <a:pt x="7" y="443"/>
                    </a:cubicBezTo>
                    <a:cubicBezTo>
                      <a:pt x="7" y="463"/>
                      <a:pt x="6" y="483"/>
                      <a:pt x="3" y="502"/>
                    </a:cubicBezTo>
                    <a:cubicBezTo>
                      <a:pt x="3" y="502"/>
                      <a:pt x="3" y="503"/>
                      <a:pt x="2" y="503"/>
                    </a:cubicBezTo>
                    <a:lnTo>
                      <a:pt x="1" y="504"/>
                    </a:lnTo>
                    <a:cubicBezTo>
                      <a:pt x="0" y="505"/>
                      <a:pt x="0" y="506"/>
                      <a:pt x="0" y="507"/>
                    </a:cubicBezTo>
                    <a:cubicBezTo>
                      <a:pt x="0" y="508"/>
                      <a:pt x="0" y="509"/>
                      <a:pt x="1" y="510"/>
                    </a:cubicBezTo>
                    <a:lnTo>
                      <a:pt x="2" y="511"/>
                    </a:lnTo>
                    <a:cubicBezTo>
                      <a:pt x="3" y="512"/>
                      <a:pt x="4" y="512"/>
                      <a:pt x="5" y="5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4"/>
              <p:cNvSpPr/>
              <p:nvPr/>
            </p:nvSpPr>
            <p:spPr>
              <a:xfrm>
                <a:off x="4188475" y="6748488"/>
                <a:ext cx="16200" cy="66240"/>
              </a:xfrm>
              <a:custGeom>
                <a:rect b="b" l="l" r="r" t="t"/>
                <a:pathLst>
                  <a:path extrusionOk="0" h="184" w="45">
                    <a:moveTo>
                      <a:pt x="13" y="177"/>
                    </a:moveTo>
                    <a:cubicBezTo>
                      <a:pt x="44" y="133"/>
                      <a:pt x="38" y="64"/>
                      <a:pt x="32" y="11"/>
                    </a:cubicBezTo>
                    <a:cubicBezTo>
                      <a:pt x="32" y="3"/>
                      <a:pt x="19" y="0"/>
                      <a:pt x="18" y="9"/>
                    </a:cubicBezTo>
                    <a:cubicBezTo>
                      <a:pt x="9" y="64"/>
                      <a:pt x="4" y="118"/>
                      <a:pt x="1" y="172"/>
                    </a:cubicBezTo>
                    <a:cubicBezTo>
                      <a:pt x="0" y="179"/>
                      <a:pt x="8" y="183"/>
                      <a:pt x="1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4"/>
              <p:cNvSpPr/>
              <p:nvPr/>
            </p:nvSpPr>
            <p:spPr>
              <a:xfrm>
                <a:off x="3879595" y="6784848"/>
                <a:ext cx="18000" cy="21600"/>
              </a:xfrm>
              <a:custGeom>
                <a:rect b="b" l="l" r="r" t="t"/>
                <a:pathLst>
                  <a:path extrusionOk="0" h="60" w="50">
                    <a:moveTo>
                      <a:pt x="33" y="6"/>
                    </a:moveTo>
                    <a:cubicBezTo>
                      <a:pt x="25" y="13"/>
                      <a:pt x="18" y="22"/>
                      <a:pt x="12" y="32"/>
                    </a:cubicBezTo>
                    <a:cubicBezTo>
                      <a:pt x="11" y="33"/>
                      <a:pt x="10" y="35"/>
                      <a:pt x="9" y="37"/>
                    </a:cubicBezTo>
                    <a:cubicBezTo>
                      <a:pt x="8" y="40"/>
                      <a:pt x="6" y="42"/>
                      <a:pt x="4" y="45"/>
                    </a:cubicBezTo>
                    <a:cubicBezTo>
                      <a:pt x="3" y="46"/>
                      <a:pt x="2" y="47"/>
                      <a:pt x="1" y="48"/>
                    </a:cubicBezTo>
                    <a:cubicBezTo>
                      <a:pt x="0" y="50"/>
                      <a:pt x="0" y="52"/>
                      <a:pt x="0" y="54"/>
                    </a:cubicBezTo>
                    <a:lnTo>
                      <a:pt x="0" y="55"/>
                    </a:lnTo>
                    <a:cubicBezTo>
                      <a:pt x="0" y="56"/>
                      <a:pt x="0" y="56"/>
                      <a:pt x="0" y="57"/>
                    </a:cubicBezTo>
                    <a:cubicBezTo>
                      <a:pt x="1" y="58"/>
                      <a:pt x="1" y="57"/>
                      <a:pt x="2" y="58"/>
                    </a:cubicBezTo>
                    <a:cubicBezTo>
                      <a:pt x="3" y="59"/>
                      <a:pt x="3" y="59"/>
                      <a:pt x="3" y="59"/>
                    </a:cubicBezTo>
                    <a:cubicBezTo>
                      <a:pt x="4" y="59"/>
                      <a:pt x="5" y="59"/>
                      <a:pt x="5" y="58"/>
                    </a:cubicBezTo>
                    <a:cubicBezTo>
                      <a:pt x="8" y="56"/>
                      <a:pt x="12" y="56"/>
                      <a:pt x="15" y="54"/>
                    </a:cubicBezTo>
                    <a:cubicBezTo>
                      <a:pt x="17" y="52"/>
                      <a:pt x="19" y="49"/>
                      <a:pt x="20" y="47"/>
                    </a:cubicBezTo>
                    <a:cubicBezTo>
                      <a:pt x="21" y="45"/>
                      <a:pt x="22" y="43"/>
                      <a:pt x="22" y="42"/>
                    </a:cubicBezTo>
                    <a:cubicBezTo>
                      <a:pt x="23" y="41"/>
                      <a:pt x="23" y="40"/>
                      <a:pt x="24" y="39"/>
                    </a:cubicBezTo>
                    <a:cubicBezTo>
                      <a:pt x="29" y="31"/>
                      <a:pt x="35" y="23"/>
                      <a:pt x="42" y="16"/>
                    </a:cubicBezTo>
                    <a:cubicBezTo>
                      <a:pt x="49" y="10"/>
                      <a:pt x="40" y="0"/>
                      <a:pt x="3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4"/>
              <p:cNvSpPr/>
              <p:nvPr/>
            </p:nvSpPr>
            <p:spPr>
              <a:xfrm>
                <a:off x="3798235" y="6806448"/>
                <a:ext cx="19440" cy="8640"/>
              </a:xfrm>
              <a:custGeom>
                <a:rect b="b" l="l" r="r" t="t"/>
                <a:pathLst>
                  <a:path extrusionOk="0" h="24" w="54">
                    <a:moveTo>
                      <a:pt x="24" y="5"/>
                    </a:moveTo>
                    <a:cubicBezTo>
                      <a:pt x="16" y="6"/>
                      <a:pt x="8" y="5"/>
                      <a:pt x="2" y="12"/>
                    </a:cubicBezTo>
                    <a:cubicBezTo>
                      <a:pt x="1" y="13"/>
                      <a:pt x="1" y="13"/>
                      <a:pt x="1" y="13"/>
                    </a:cubicBezTo>
                    <a:cubicBezTo>
                      <a:pt x="0" y="14"/>
                      <a:pt x="0" y="14"/>
                      <a:pt x="0" y="16"/>
                    </a:cubicBezTo>
                    <a:cubicBezTo>
                      <a:pt x="0" y="17"/>
                      <a:pt x="0" y="19"/>
                      <a:pt x="1" y="20"/>
                    </a:cubicBezTo>
                    <a:cubicBezTo>
                      <a:pt x="2" y="21"/>
                      <a:pt x="2" y="21"/>
                      <a:pt x="3" y="22"/>
                    </a:cubicBezTo>
                    <a:cubicBezTo>
                      <a:pt x="4" y="23"/>
                      <a:pt x="4" y="23"/>
                      <a:pt x="6" y="23"/>
                    </a:cubicBezTo>
                    <a:cubicBezTo>
                      <a:pt x="7" y="23"/>
                      <a:pt x="9" y="23"/>
                      <a:pt x="10" y="22"/>
                    </a:cubicBezTo>
                    <a:lnTo>
                      <a:pt x="11" y="21"/>
                    </a:lnTo>
                    <a:cubicBezTo>
                      <a:pt x="14" y="18"/>
                      <a:pt x="25" y="20"/>
                      <a:pt x="29" y="19"/>
                    </a:cubicBezTo>
                    <a:cubicBezTo>
                      <a:pt x="30" y="19"/>
                      <a:pt x="30" y="19"/>
                      <a:pt x="31" y="19"/>
                    </a:cubicBezTo>
                    <a:cubicBezTo>
                      <a:pt x="37" y="19"/>
                      <a:pt x="44" y="16"/>
                      <a:pt x="49" y="14"/>
                    </a:cubicBezTo>
                    <a:cubicBezTo>
                      <a:pt x="50" y="13"/>
                      <a:pt x="50" y="13"/>
                      <a:pt x="51" y="13"/>
                    </a:cubicBezTo>
                    <a:cubicBezTo>
                      <a:pt x="51" y="13"/>
                      <a:pt x="51" y="12"/>
                      <a:pt x="52" y="12"/>
                    </a:cubicBezTo>
                    <a:cubicBezTo>
                      <a:pt x="53" y="11"/>
                      <a:pt x="52" y="10"/>
                      <a:pt x="52" y="9"/>
                    </a:cubicBezTo>
                    <a:cubicBezTo>
                      <a:pt x="52" y="9"/>
                      <a:pt x="53" y="7"/>
                      <a:pt x="52" y="7"/>
                    </a:cubicBezTo>
                    <a:cubicBezTo>
                      <a:pt x="51" y="6"/>
                      <a:pt x="51" y="6"/>
                      <a:pt x="51" y="6"/>
                    </a:cubicBezTo>
                    <a:cubicBezTo>
                      <a:pt x="43" y="0"/>
                      <a:pt x="32" y="3"/>
                      <a:pt x="2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4"/>
              <p:cNvSpPr/>
              <p:nvPr/>
            </p:nvSpPr>
            <p:spPr>
              <a:xfrm>
                <a:off x="3806515" y="6846767"/>
                <a:ext cx="25200" cy="10080"/>
              </a:xfrm>
              <a:custGeom>
                <a:rect b="b" l="l" r="r" t="t"/>
                <a:pathLst>
                  <a:path extrusionOk="0" h="28" w="70">
                    <a:moveTo>
                      <a:pt x="39" y="5"/>
                    </a:moveTo>
                    <a:lnTo>
                      <a:pt x="23" y="5"/>
                    </a:lnTo>
                    <a:cubicBezTo>
                      <a:pt x="17" y="5"/>
                      <a:pt x="12" y="10"/>
                      <a:pt x="6" y="11"/>
                    </a:cubicBezTo>
                    <a:cubicBezTo>
                      <a:pt x="5" y="11"/>
                      <a:pt x="5" y="11"/>
                      <a:pt x="4" y="12"/>
                    </a:cubicBezTo>
                    <a:cubicBezTo>
                      <a:pt x="2" y="13"/>
                      <a:pt x="2" y="14"/>
                      <a:pt x="1" y="15"/>
                    </a:cubicBezTo>
                    <a:cubicBezTo>
                      <a:pt x="0" y="16"/>
                      <a:pt x="0" y="17"/>
                      <a:pt x="0" y="19"/>
                    </a:cubicBezTo>
                    <a:cubicBezTo>
                      <a:pt x="0" y="20"/>
                      <a:pt x="0" y="21"/>
                      <a:pt x="1" y="23"/>
                    </a:cubicBezTo>
                    <a:cubicBezTo>
                      <a:pt x="2" y="24"/>
                      <a:pt x="2" y="24"/>
                      <a:pt x="4" y="25"/>
                    </a:cubicBezTo>
                    <a:cubicBezTo>
                      <a:pt x="5" y="25"/>
                      <a:pt x="5" y="26"/>
                      <a:pt x="6" y="26"/>
                    </a:cubicBezTo>
                    <a:cubicBezTo>
                      <a:pt x="8" y="27"/>
                      <a:pt x="10" y="27"/>
                      <a:pt x="12" y="27"/>
                    </a:cubicBezTo>
                    <a:cubicBezTo>
                      <a:pt x="14" y="27"/>
                      <a:pt x="16" y="27"/>
                      <a:pt x="18" y="26"/>
                    </a:cubicBezTo>
                    <a:cubicBezTo>
                      <a:pt x="20" y="26"/>
                      <a:pt x="23" y="26"/>
                      <a:pt x="26" y="26"/>
                    </a:cubicBezTo>
                    <a:cubicBezTo>
                      <a:pt x="28" y="26"/>
                      <a:pt x="31" y="26"/>
                      <a:pt x="33" y="26"/>
                    </a:cubicBezTo>
                    <a:cubicBezTo>
                      <a:pt x="36" y="27"/>
                      <a:pt x="38" y="27"/>
                      <a:pt x="40" y="27"/>
                    </a:cubicBezTo>
                    <a:cubicBezTo>
                      <a:pt x="47" y="27"/>
                      <a:pt x="54" y="25"/>
                      <a:pt x="61" y="21"/>
                    </a:cubicBezTo>
                    <a:cubicBezTo>
                      <a:pt x="63" y="20"/>
                      <a:pt x="65" y="19"/>
                      <a:pt x="66" y="18"/>
                    </a:cubicBezTo>
                    <a:cubicBezTo>
                      <a:pt x="67" y="17"/>
                      <a:pt x="67" y="16"/>
                      <a:pt x="68" y="16"/>
                    </a:cubicBezTo>
                    <a:cubicBezTo>
                      <a:pt x="69" y="15"/>
                      <a:pt x="69" y="13"/>
                      <a:pt x="69" y="12"/>
                    </a:cubicBezTo>
                    <a:cubicBezTo>
                      <a:pt x="69" y="11"/>
                      <a:pt x="69" y="10"/>
                      <a:pt x="68" y="9"/>
                    </a:cubicBezTo>
                    <a:cubicBezTo>
                      <a:pt x="67" y="8"/>
                      <a:pt x="67" y="7"/>
                      <a:pt x="66" y="7"/>
                    </a:cubicBezTo>
                    <a:cubicBezTo>
                      <a:pt x="57" y="0"/>
                      <a:pt x="48" y="5"/>
                      <a:pt x="39"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4"/>
              <p:cNvSpPr/>
              <p:nvPr/>
            </p:nvSpPr>
            <p:spPr>
              <a:xfrm>
                <a:off x="3823795" y="6919848"/>
                <a:ext cx="26640" cy="15480"/>
              </a:xfrm>
              <a:custGeom>
                <a:rect b="b" l="l" r="r" t="t"/>
                <a:pathLst>
                  <a:path extrusionOk="0" h="43" w="74">
                    <a:moveTo>
                      <a:pt x="61" y="10"/>
                    </a:moveTo>
                    <a:cubicBezTo>
                      <a:pt x="64" y="5"/>
                      <a:pt x="59" y="0"/>
                      <a:pt x="55" y="0"/>
                    </a:cubicBezTo>
                    <a:cubicBezTo>
                      <a:pt x="47" y="0"/>
                      <a:pt x="40" y="2"/>
                      <a:pt x="32" y="2"/>
                    </a:cubicBezTo>
                    <a:cubicBezTo>
                      <a:pt x="25" y="2"/>
                      <a:pt x="19" y="2"/>
                      <a:pt x="13" y="2"/>
                    </a:cubicBezTo>
                    <a:cubicBezTo>
                      <a:pt x="2" y="2"/>
                      <a:pt x="0" y="18"/>
                      <a:pt x="11" y="18"/>
                    </a:cubicBezTo>
                    <a:lnTo>
                      <a:pt x="22" y="19"/>
                    </a:lnTo>
                    <a:lnTo>
                      <a:pt x="14" y="19"/>
                    </a:lnTo>
                    <a:cubicBezTo>
                      <a:pt x="13" y="19"/>
                      <a:pt x="11" y="20"/>
                      <a:pt x="10" y="21"/>
                    </a:cubicBezTo>
                    <a:cubicBezTo>
                      <a:pt x="9" y="22"/>
                      <a:pt x="7" y="22"/>
                      <a:pt x="6" y="24"/>
                    </a:cubicBezTo>
                    <a:cubicBezTo>
                      <a:pt x="5" y="26"/>
                      <a:pt x="5" y="28"/>
                      <a:pt x="5" y="30"/>
                    </a:cubicBezTo>
                    <a:lnTo>
                      <a:pt x="5" y="31"/>
                    </a:lnTo>
                    <a:cubicBezTo>
                      <a:pt x="5" y="38"/>
                      <a:pt x="11" y="39"/>
                      <a:pt x="16" y="40"/>
                    </a:cubicBezTo>
                    <a:cubicBezTo>
                      <a:pt x="24" y="41"/>
                      <a:pt x="31" y="42"/>
                      <a:pt x="38" y="42"/>
                    </a:cubicBezTo>
                    <a:cubicBezTo>
                      <a:pt x="42" y="42"/>
                      <a:pt x="45" y="42"/>
                      <a:pt x="49" y="42"/>
                    </a:cubicBezTo>
                    <a:cubicBezTo>
                      <a:pt x="55" y="41"/>
                      <a:pt x="62" y="40"/>
                      <a:pt x="67" y="36"/>
                    </a:cubicBezTo>
                    <a:cubicBezTo>
                      <a:pt x="68" y="35"/>
                      <a:pt x="70" y="35"/>
                      <a:pt x="71" y="34"/>
                    </a:cubicBezTo>
                    <a:cubicBezTo>
                      <a:pt x="71" y="34"/>
                      <a:pt x="72" y="34"/>
                      <a:pt x="72" y="33"/>
                    </a:cubicBezTo>
                    <a:cubicBezTo>
                      <a:pt x="73" y="32"/>
                      <a:pt x="73" y="31"/>
                      <a:pt x="73" y="30"/>
                    </a:cubicBezTo>
                    <a:cubicBezTo>
                      <a:pt x="73" y="29"/>
                      <a:pt x="73" y="28"/>
                      <a:pt x="72" y="27"/>
                    </a:cubicBezTo>
                    <a:cubicBezTo>
                      <a:pt x="72" y="26"/>
                      <a:pt x="71" y="26"/>
                      <a:pt x="71" y="25"/>
                    </a:cubicBezTo>
                    <a:cubicBezTo>
                      <a:pt x="69" y="24"/>
                      <a:pt x="68" y="24"/>
                      <a:pt x="67" y="23"/>
                    </a:cubicBezTo>
                    <a:cubicBezTo>
                      <a:pt x="62" y="20"/>
                      <a:pt x="57" y="18"/>
                      <a:pt x="51" y="18"/>
                    </a:cubicBezTo>
                    <a:cubicBezTo>
                      <a:pt x="52" y="17"/>
                      <a:pt x="53" y="17"/>
                      <a:pt x="54" y="16"/>
                    </a:cubicBezTo>
                    <a:cubicBezTo>
                      <a:pt x="57" y="15"/>
                      <a:pt x="59" y="12"/>
                      <a:pt x="6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4"/>
              <p:cNvSpPr/>
              <p:nvPr/>
            </p:nvSpPr>
            <p:spPr>
              <a:xfrm>
                <a:off x="3531115" y="6609167"/>
                <a:ext cx="6840" cy="22680"/>
              </a:xfrm>
              <a:custGeom>
                <a:rect b="b" l="l" r="r" t="t"/>
                <a:pathLst>
                  <a:path extrusionOk="0" h="63" w="19">
                    <a:moveTo>
                      <a:pt x="7" y="6"/>
                    </a:moveTo>
                    <a:cubicBezTo>
                      <a:pt x="6" y="14"/>
                      <a:pt x="2" y="21"/>
                      <a:pt x="1" y="30"/>
                    </a:cubicBezTo>
                    <a:cubicBezTo>
                      <a:pt x="0" y="34"/>
                      <a:pt x="0" y="38"/>
                      <a:pt x="0" y="42"/>
                    </a:cubicBezTo>
                    <a:cubicBezTo>
                      <a:pt x="0" y="46"/>
                      <a:pt x="0" y="50"/>
                      <a:pt x="1" y="54"/>
                    </a:cubicBezTo>
                    <a:cubicBezTo>
                      <a:pt x="3" y="62"/>
                      <a:pt x="15" y="59"/>
                      <a:pt x="16" y="53"/>
                    </a:cubicBezTo>
                    <a:cubicBezTo>
                      <a:pt x="17" y="50"/>
                      <a:pt x="17" y="47"/>
                      <a:pt x="17" y="44"/>
                    </a:cubicBezTo>
                    <a:cubicBezTo>
                      <a:pt x="17" y="41"/>
                      <a:pt x="17" y="38"/>
                      <a:pt x="16" y="36"/>
                    </a:cubicBezTo>
                    <a:cubicBezTo>
                      <a:pt x="15" y="26"/>
                      <a:pt x="18" y="16"/>
                      <a:pt x="17" y="7"/>
                    </a:cubicBezTo>
                    <a:cubicBezTo>
                      <a:pt x="17" y="1"/>
                      <a:pt x="8" y="0"/>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4"/>
              <p:cNvSpPr/>
              <p:nvPr/>
            </p:nvSpPr>
            <p:spPr>
              <a:xfrm>
                <a:off x="3852595" y="6461568"/>
                <a:ext cx="14400" cy="21600"/>
              </a:xfrm>
              <a:custGeom>
                <a:rect b="b" l="l" r="r" t="t"/>
                <a:pathLst>
                  <a:path extrusionOk="0" h="60" w="40">
                    <a:moveTo>
                      <a:pt x="35" y="4"/>
                    </a:moveTo>
                    <a:cubicBezTo>
                      <a:pt x="23" y="0"/>
                      <a:pt x="17" y="13"/>
                      <a:pt x="10" y="20"/>
                    </a:cubicBezTo>
                    <a:cubicBezTo>
                      <a:pt x="8" y="22"/>
                      <a:pt x="6" y="24"/>
                      <a:pt x="5" y="27"/>
                    </a:cubicBezTo>
                    <a:cubicBezTo>
                      <a:pt x="2" y="32"/>
                      <a:pt x="0" y="38"/>
                      <a:pt x="0" y="45"/>
                    </a:cubicBezTo>
                    <a:cubicBezTo>
                      <a:pt x="0" y="47"/>
                      <a:pt x="0" y="50"/>
                      <a:pt x="1" y="52"/>
                    </a:cubicBezTo>
                    <a:cubicBezTo>
                      <a:pt x="3" y="59"/>
                      <a:pt x="13" y="59"/>
                      <a:pt x="15" y="52"/>
                    </a:cubicBezTo>
                    <a:cubicBezTo>
                      <a:pt x="17" y="44"/>
                      <a:pt x="25" y="38"/>
                      <a:pt x="29" y="33"/>
                    </a:cubicBezTo>
                    <a:cubicBezTo>
                      <a:pt x="31" y="31"/>
                      <a:pt x="32" y="29"/>
                      <a:pt x="33" y="28"/>
                    </a:cubicBezTo>
                    <a:cubicBezTo>
                      <a:pt x="34" y="27"/>
                      <a:pt x="34" y="25"/>
                      <a:pt x="35" y="24"/>
                    </a:cubicBezTo>
                    <a:cubicBezTo>
                      <a:pt x="35" y="21"/>
                      <a:pt x="36" y="18"/>
                      <a:pt x="37" y="15"/>
                    </a:cubicBezTo>
                    <a:cubicBezTo>
                      <a:pt x="38" y="14"/>
                      <a:pt x="38" y="14"/>
                      <a:pt x="38" y="14"/>
                    </a:cubicBezTo>
                    <a:cubicBezTo>
                      <a:pt x="39" y="12"/>
                      <a:pt x="39" y="11"/>
                      <a:pt x="39" y="10"/>
                    </a:cubicBezTo>
                    <a:cubicBezTo>
                      <a:pt x="39" y="9"/>
                      <a:pt x="39" y="8"/>
                      <a:pt x="38" y="7"/>
                    </a:cubicBezTo>
                    <a:cubicBezTo>
                      <a:pt x="37" y="6"/>
                      <a:pt x="37" y="4"/>
                      <a:pt x="36" y="4"/>
                    </a:cubicBezTo>
                    <a:cubicBezTo>
                      <a:pt x="35" y="3"/>
                      <a:pt x="35" y="4"/>
                      <a:pt x="3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4"/>
              <p:cNvSpPr/>
              <p:nvPr/>
            </p:nvSpPr>
            <p:spPr>
              <a:xfrm>
                <a:off x="2571355" y="6452568"/>
                <a:ext cx="33480" cy="8280"/>
              </a:xfrm>
              <a:custGeom>
                <a:rect b="b" l="l" r="r" t="t"/>
                <a:pathLst>
                  <a:path extrusionOk="0" h="23" w="93">
                    <a:moveTo>
                      <a:pt x="55" y="1"/>
                    </a:moveTo>
                    <a:cubicBezTo>
                      <a:pt x="39" y="1"/>
                      <a:pt x="23" y="1"/>
                      <a:pt x="8" y="3"/>
                    </a:cubicBezTo>
                    <a:cubicBezTo>
                      <a:pt x="7" y="3"/>
                      <a:pt x="6" y="4"/>
                      <a:pt x="5" y="4"/>
                    </a:cubicBezTo>
                    <a:cubicBezTo>
                      <a:pt x="3" y="5"/>
                      <a:pt x="3" y="5"/>
                      <a:pt x="2" y="7"/>
                    </a:cubicBezTo>
                    <a:cubicBezTo>
                      <a:pt x="1" y="9"/>
                      <a:pt x="0" y="9"/>
                      <a:pt x="0" y="11"/>
                    </a:cubicBezTo>
                    <a:cubicBezTo>
                      <a:pt x="0" y="12"/>
                      <a:pt x="1" y="13"/>
                      <a:pt x="2" y="15"/>
                    </a:cubicBezTo>
                    <a:cubicBezTo>
                      <a:pt x="3" y="17"/>
                      <a:pt x="3" y="18"/>
                      <a:pt x="5" y="19"/>
                    </a:cubicBezTo>
                    <a:cubicBezTo>
                      <a:pt x="6" y="19"/>
                      <a:pt x="7" y="19"/>
                      <a:pt x="8" y="20"/>
                    </a:cubicBezTo>
                    <a:cubicBezTo>
                      <a:pt x="24" y="20"/>
                      <a:pt x="40" y="21"/>
                      <a:pt x="57" y="21"/>
                    </a:cubicBezTo>
                    <a:cubicBezTo>
                      <a:pt x="59" y="22"/>
                      <a:pt x="62" y="22"/>
                      <a:pt x="65" y="22"/>
                    </a:cubicBezTo>
                    <a:cubicBezTo>
                      <a:pt x="73" y="22"/>
                      <a:pt x="81" y="20"/>
                      <a:pt x="89" y="16"/>
                    </a:cubicBezTo>
                    <a:cubicBezTo>
                      <a:pt x="90" y="16"/>
                      <a:pt x="90" y="15"/>
                      <a:pt x="91" y="14"/>
                    </a:cubicBezTo>
                    <a:cubicBezTo>
                      <a:pt x="91" y="13"/>
                      <a:pt x="92" y="12"/>
                      <a:pt x="92" y="11"/>
                    </a:cubicBezTo>
                    <a:cubicBezTo>
                      <a:pt x="92" y="10"/>
                      <a:pt x="91" y="9"/>
                      <a:pt x="91" y="8"/>
                    </a:cubicBezTo>
                    <a:cubicBezTo>
                      <a:pt x="90" y="7"/>
                      <a:pt x="90" y="7"/>
                      <a:pt x="89" y="6"/>
                    </a:cubicBezTo>
                    <a:cubicBezTo>
                      <a:pt x="81" y="2"/>
                      <a:pt x="72" y="0"/>
                      <a:pt x="64" y="0"/>
                    </a:cubicBezTo>
                    <a:cubicBezTo>
                      <a:pt x="61" y="0"/>
                      <a:pt x="58" y="1"/>
                      <a:pt x="5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4"/>
              <p:cNvSpPr/>
              <p:nvPr/>
            </p:nvSpPr>
            <p:spPr>
              <a:xfrm>
                <a:off x="2590435" y="6368688"/>
                <a:ext cx="25560" cy="12960"/>
              </a:xfrm>
              <a:custGeom>
                <a:rect b="b" l="l" r="r" t="t"/>
                <a:pathLst>
                  <a:path extrusionOk="0" h="36" w="71">
                    <a:moveTo>
                      <a:pt x="66" y="18"/>
                    </a:moveTo>
                    <a:cubicBezTo>
                      <a:pt x="58" y="14"/>
                      <a:pt x="53" y="8"/>
                      <a:pt x="43" y="7"/>
                    </a:cubicBezTo>
                    <a:cubicBezTo>
                      <a:pt x="34" y="6"/>
                      <a:pt x="24" y="5"/>
                      <a:pt x="15" y="2"/>
                    </a:cubicBezTo>
                    <a:cubicBezTo>
                      <a:pt x="7" y="0"/>
                      <a:pt x="0" y="12"/>
                      <a:pt x="8" y="17"/>
                    </a:cubicBezTo>
                    <a:cubicBezTo>
                      <a:pt x="9" y="18"/>
                      <a:pt x="11" y="19"/>
                      <a:pt x="12" y="19"/>
                    </a:cubicBezTo>
                    <a:cubicBezTo>
                      <a:pt x="20" y="24"/>
                      <a:pt x="29" y="27"/>
                      <a:pt x="38" y="28"/>
                    </a:cubicBezTo>
                    <a:cubicBezTo>
                      <a:pt x="49" y="30"/>
                      <a:pt x="58" y="35"/>
                      <a:pt x="67" y="28"/>
                    </a:cubicBezTo>
                    <a:cubicBezTo>
                      <a:pt x="68" y="28"/>
                      <a:pt x="68" y="28"/>
                      <a:pt x="69" y="27"/>
                    </a:cubicBezTo>
                    <a:cubicBezTo>
                      <a:pt x="69" y="27"/>
                      <a:pt x="70" y="26"/>
                      <a:pt x="70" y="24"/>
                    </a:cubicBezTo>
                    <a:cubicBezTo>
                      <a:pt x="70" y="23"/>
                      <a:pt x="69" y="21"/>
                      <a:pt x="69" y="20"/>
                    </a:cubicBezTo>
                    <a:cubicBezTo>
                      <a:pt x="68" y="19"/>
                      <a:pt x="67" y="18"/>
                      <a:pt x="6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4"/>
              <p:cNvSpPr/>
              <p:nvPr/>
            </p:nvSpPr>
            <p:spPr>
              <a:xfrm>
                <a:off x="2608795" y="6227208"/>
                <a:ext cx="25920" cy="9720"/>
              </a:xfrm>
              <a:custGeom>
                <a:rect b="b" l="l" r="r" t="t"/>
                <a:pathLst>
                  <a:path extrusionOk="0" h="27" w="72">
                    <a:moveTo>
                      <a:pt x="43" y="1"/>
                    </a:moveTo>
                    <a:cubicBezTo>
                      <a:pt x="40" y="0"/>
                      <a:pt x="38" y="0"/>
                      <a:pt x="36" y="0"/>
                    </a:cubicBezTo>
                    <a:cubicBezTo>
                      <a:pt x="25" y="0"/>
                      <a:pt x="15" y="2"/>
                      <a:pt x="5" y="5"/>
                    </a:cubicBezTo>
                    <a:cubicBezTo>
                      <a:pt x="5" y="6"/>
                      <a:pt x="5" y="6"/>
                      <a:pt x="5" y="6"/>
                    </a:cubicBezTo>
                    <a:cubicBezTo>
                      <a:pt x="3" y="6"/>
                      <a:pt x="3" y="7"/>
                      <a:pt x="2" y="9"/>
                    </a:cubicBezTo>
                    <a:cubicBezTo>
                      <a:pt x="1" y="11"/>
                      <a:pt x="0" y="12"/>
                      <a:pt x="0" y="13"/>
                    </a:cubicBezTo>
                    <a:cubicBezTo>
                      <a:pt x="0" y="14"/>
                      <a:pt x="1" y="15"/>
                      <a:pt x="2" y="17"/>
                    </a:cubicBezTo>
                    <a:cubicBezTo>
                      <a:pt x="3" y="19"/>
                      <a:pt x="3" y="19"/>
                      <a:pt x="5" y="20"/>
                    </a:cubicBezTo>
                    <a:cubicBezTo>
                      <a:pt x="6" y="20"/>
                      <a:pt x="6" y="21"/>
                      <a:pt x="6" y="21"/>
                    </a:cubicBezTo>
                    <a:cubicBezTo>
                      <a:pt x="15" y="24"/>
                      <a:pt x="24" y="25"/>
                      <a:pt x="33" y="25"/>
                    </a:cubicBezTo>
                    <a:cubicBezTo>
                      <a:pt x="35" y="25"/>
                      <a:pt x="36" y="25"/>
                      <a:pt x="38" y="25"/>
                    </a:cubicBezTo>
                    <a:cubicBezTo>
                      <a:pt x="40" y="26"/>
                      <a:pt x="42" y="26"/>
                      <a:pt x="44" y="26"/>
                    </a:cubicBezTo>
                    <a:cubicBezTo>
                      <a:pt x="52" y="26"/>
                      <a:pt x="61" y="24"/>
                      <a:pt x="68" y="19"/>
                    </a:cubicBezTo>
                    <a:cubicBezTo>
                      <a:pt x="69" y="19"/>
                      <a:pt x="69" y="18"/>
                      <a:pt x="70" y="17"/>
                    </a:cubicBezTo>
                    <a:cubicBezTo>
                      <a:pt x="71" y="16"/>
                      <a:pt x="71" y="14"/>
                      <a:pt x="71" y="13"/>
                    </a:cubicBezTo>
                    <a:cubicBezTo>
                      <a:pt x="71" y="12"/>
                      <a:pt x="71" y="10"/>
                      <a:pt x="70" y="9"/>
                    </a:cubicBezTo>
                    <a:cubicBezTo>
                      <a:pt x="69" y="8"/>
                      <a:pt x="69" y="7"/>
                      <a:pt x="68" y="7"/>
                    </a:cubicBezTo>
                    <a:cubicBezTo>
                      <a:pt x="68" y="7"/>
                      <a:pt x="68" y="6"/>
                      <a:pt x="67" y="6"/>
                    </a:cubicBezTo>
                    <a:cubicBezTo>
                      <a:pt x="61" y="2"/>
                      <a:pt x="53" y="0"/>
                      <a:pt x="45" y="0"/>
                    </a:cubicBezTo>
                    <a:cubicBezTo>
                      <a:pt x="44" y="0"/>
                      <a:pt x="43" y="0"/>
                      <a:pt x="4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4"/>
              <p:cNvSpPr/>
              <p:nvPr/>
            </p:nvSpPr>
            <p:spPr>
              <a:xfrm>
                <a:off x="2632915" y="6079968"/>
                <a:ext cx="26640" cy="8280"/>
              </a:xfrm>
              <a:custGeom>
                <a:rect b="b" l="l" r="r" t="t"/>
                <a:pathLst>
                  <a:path extrusionOk="0" h="23" w="74">
                    <a:moveTo>
                      <a:pt x="69" y="6"/>
                    </a:moveTo>
                    <a:cubicBezTo>
                      <a:pt x="58" y="2"/>
                      <a:pt x="46" y="0"/>
                      <a:pt x="34" y="0"/>
                    </a:cubicBezTo>
                    <a:cubicBezTo>
                      <a:pt x="27" y="0"/>
                      <a:pt x="20" y="1"/>
                      <a:pt x="13" y="2"/>
                    </a:cubicBezTo>
                    <a:cubicBezTo>
                      <a:pt x="4" y="4"/>
                      <a:pt x="0" y="18"/>
                      <a:pt x="11" y="19"/>
                    </a:cubicBezTo>
                    <a:cubicBezTo>
                      <a:pt x="19" y="21"/>
                      <a:pt x="27" y="22"/>
                      <a:pt x="35" y="22"/>
                    </a:cubicBezTo>
                    <a:cubicBezTo>
                      <a:pt x="47" y="22"/>
                      <a:pt x="59" y="20"/>
                      <a:pt x="70" y="16"/>
                    </a:cubicBezTo>
                    <a:cubicBezTo>
                      <a:pt x="71" y="15"/>
                      <a:pt x="71" y="15"/>
                      <a:pt x="72" y="14"/>
                    </a:cubicBezTo>
                    <a:cubicBezTo>
                      <a:pt x="72" y="13"/>
                      <a:pt x="73" y="12"/>
                      <a:pt x="73" y="11"/>
                    </a:cubicBezTo>
                    <a:cubicBezTo>
                      <a:pt x="73" y="10"/>
                      <a:pt x="73" y="9"/>
                      <a:pt x="72" y="8"/>
                    </a:cubicBezTo>
                    <a:cubicBezTo>
                      <a:pt x="72" y="8"/>
                      <a:pt x="71" y="7"/>
                      <a:pt x="70" y="6"/>
                    </a:cubicBezTo>
                    <a:lnTo>
                      <a:pt x="6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4"/>
              <p:cNvSpPr/>
              <p:nvPr/>
            </p:nvSpPr>
            <p:spPr>
              <a:xfrm>
                <a:off x="2671795" y="5959727"/>
                <a:ext cx="12240" cy="8640"/>
              </a:xfrm>
              <a:custGeom>
                <a:rect b="b" l="l" r="r" t="t"/>
                <a:pathLst>
                  <a:path extrusionOk="0" h="24" w="34">
                    <a:moveTo>
                      <a:pt x="12" y="4"/>
                    </a:moveTo>
                    <a:cubicBezTo>
                      <a:pt x="6" y="0"/>
                      <a:pt x="0" y="10"/>
                      <a:pt x="6" y="14"/>
                    </a:cubicBezTo>
                    <a:cubicBezTo>
                      <a:pt x="13" y="18"/>
                      <a:pt x="21" y="21"/>
                      <a:pt x="29" y="23"/>
                    </a:cubicBezTo>
                    <a:cubicBezTo>
                      <a:pt x="30" y="23"/>
                      <a:pt x="30" y="23"/>
                      <a:pt x="31" y="23"/>
                    </a:cubicBezTo>
                    <a:cubicBezTo>
                      <a:pt x="33" y="22"/>
                      <a:pt x="32" y="22"/>
                      <a:pt x="32" y="21"/>
                    </a:cubicBezTo>
                    <a:cubicBezTo>
                      <a:pt x="33" y="20"/>
                      <a:pt x="33" y="20"/>
                      <a:pt x="33" y="19"/>
                    </a:cubicBezTo>
                    <a:cubicBezTo>
                      <a:pt x="33" y="19"/>
                      <a:pt x="33" y="18"/>
                      <a:pt x="32" y="18"/>
                    </a:cubicBezTo>
                    <a:cubicBezTo>
                      <a:pt x="28" y="10"/>
                      <a:pt x="19" y="9"/>
                      <a:pt x="1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4"/>
              <p:cNvSpPr/>
              <p:nvPr/>
            </p:nvSpPr>
            <p:spPr>
              <a:xfrm>
                <a:off x="2807515" y="5216688"/>
                <a:ext cx="18000" cy="12240"/>
              </a:xfrm>
              <a:custGeom>
                <a:rect b="b" l="l" r="r" t="t"/>
                <a:pathLst>
                  <a:path extrusionOk="0" h="34" w="50">
                    <a:moveTo>
                      <a:pt x="46" y="32"/>
                    </a:moveTo>
                    <a:lnTo>
                      <a:pt x="47" y="32"/>
                    </a:lnTo>
                    <a:cubicBezTo>
                      <a:pt x="47" y="32"/>
                      <a:pt x="48" y="32"/>
                      <a:pt x="49" y="30"/>
                    </a:cubicBezTo>
                    <a:cubicBezTo>
                      <a:pt x="49" y="29"/>
                      <a:pt x="49" y="28"/>
                      <a:pt x="49" y="27"/>
                    </a:cubicBezTo>
                    <a:lnTo>
                      <a:pt x="49" y="26"/>
                    </a:lnTo>
                    <a:cubicBezTo>
                      <a:pt x="46" y="13"/>
                      <a:pt x="27" y="12"/>
                      <a:pt x="17" y="6"/>
                    </a:cubicBezTo>
                    <a:cubicBezTo>
                      <a:pt x="6" y="0"/>
                      <a:pt x="0" y="14"/>
                      <a:pt x="7" y="20"/>
                    </a:cubicBezTo>
                    <a:cubicBezTo>
                      <a:pt x="10" y="23"/>
                      <a:pt x="13" y="26"/>
                      <a:pt x="16" y="27"/>
                    </a:cubicBezTo>
                    <a:cubicBezTo>
                      <a:pt x="23" y="32"/>
                      <a:pt x="31" y="33"/>
                      <a:pt x="39" y="33"/>
                    </a:cubicBezTo>
                    <a:cubicBezTo>
                      <a:pt x="41" y="33"/>
                      <a:pt x="44" y="33"/>
                      <a:pt x="4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4"/>
              <p:cNvSpPr/>
              <p:nvPr/>
            </p:nvSpPr>
            <p:spPr>
              <a:xfrm>
                <a:off x="2858275" y="4967928"/>
                <a:ext cx="14760" cy="6480"/>
              </a:xfrm>
              <a:custGeom>
                <a:rect b="b" l="l" r="r" t="t"/>
                <a:pathLst>
                  <a:path extrusionOk="0" h="18" w="41">
                    <a:moveTo>
                      <a:pt x="8" y="16"/>
                    </a:moveTo>
                    <a:cubicBezTo>
                      <a:pt x="11" y="16"/>
                      <a:pt x="13" y="16"/>
                      <a:pt x="16" y="16"/>
                    </a:cubicBezTo>
                    <a:cubicBezTo>
                      <a:pt x="18" y="16"/>
                      <a:pt x="20" y="16"/>
                      <a:pt x="23" y="16"/>
                    </a:cubicBezTo>
                    <a:cubicBezTo>
                      <a:pt x="25" y="17"/>
                      <a:pt x="27" y="17"/>
                      <a:pt x="29" y="17"/>
                    </a:cubicBezTo>
                    <a:cubicBezTo>
                      <a:pt x="32" y="17"/>
                      <a:pt x="35" y="17"/>
                      <a:pt x="37" y="15"/>
                    </a:cubicBezTo>
                    <a:cubicBezTo>
                      <a:pt x="38" y="15"/>
                      <a:pt x="38" y="15"/>
                      <a:pt x="39" y="14"/>
                    </a:cubicBezTo>
                    <a:cubicBezTo>
                      <a:pt x="40" y="13"/>
                      <a:pt x="39" y="12"/>
                      <a:pt x="39" y="12"/>
                    </a:cubicBezTo>
                    <a:cubicBezTo>
                      <a:pt x="39" y="11"/>
                      <a:pt x="39" y="10"/>
                      <a:pt x="39" y="10"/>
                    </a:cubicBezTo>
                    <a:cubicBezTo>
                      <a:pt x="38" y="9"/>
                      <a:pt x="38" y="9"/>
                      <a:pt x="37" y="8"/>
                    </a:cubicBezTo>
                    <a:cubicBezTo>
                      <a:pt x="32" y="7"/>
                      <a:pt x="29" y="2"/>
                      <a:pt x="24" y="1"/>
                    </a:cubicBezTo>
                    <a:cubicBezTo>
                      <a:pt x="21" y="0"/>
                      <a:pt x="19" y="0"/>
                      <a:pt x="16" y="0"/>
                    </a:cubicBezTo>
                    <a:cubicBezTo>
                      <a:pt x="13" y="0"/>
                      <a:pt x="11" y="0"/>
                      <a:pt x="8" y="1"/>
                    </a:cubicBezTo>
                    <a:cubicBezTo>
                      <a:pt x="7" y="1"/>
                      <a:pt x="6" y="1"/>
                      <a:pt x="4" y="2"/>
                    </a:cubicBezTo>
                    <a:cubicBezTo>
                      <a:pt x="2" y="3"/>
                      <a:pt x="2" y="3"/>
                      <a:pt x="1" y="5"/>
                    </a:cubicBezTo>
                    <a:cubicBezTo>
                      <a:pt x="0" y="7"/>
                      <a:pt x="0" y="7"/>
                      <a:pt x="0" y="9"/>
                    </a:cubicBezTo>
                    <a:cubicBezTo>
                      <a:pt x="0" y="10"/>
                      <a:pt x="0" y="11"/>
                      <a:pt x="1" y="13"/>
                    </a:cubicBezTo>
                    <a:cubicBezTo>
                      <a:pt x="2" y="15"/>
                      <a:pt x="3" y="15"/>
                      <a:pt x="4" y="15"/>
                    </a:cubicBezTo>
                    <a:cubicBezTo>
                      <a:pt x="6" y="16"/>
                      <a:pt x="7" y="16"/>
                      <a:pt x="8"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4"/>
              <p:cNvSpPr/>
              <p:nvPr/>
            </p:nvSpPr>
            <p:spPr>
              <a:xfrm>
                <a:off x="2844955" y="4826088"/>
                <a:ext cx="37440" cy="12600"/>
              </a:xfrm>
              <a:custGeom>
                <a:rect b="b" l="l" r="r" t="t"/>
                <a:pathLst>
                  <a:path extrusionOk="0" h="35" w="104">
                    <a:moveTo>
                      <a:pt x="99" y="5"/>
                    </a:moveTo>
                    <a:cubicBezTo>
                      <a:pt x="90" y="2"/>
                      <a:pt x="80" y="0"/>
                      <a:pt x="70" y="0"/>
                    </a:cubicBezTo>
                    <a:cubicBezTo>
                      <a:pt x="63" y="0"/>
                      <a:pt x="55" y="1"/>
                      <a:pt x="48" y="3"/>
                    </a:cubicBezTo>
                    <a:cubicBezTo>
                      <a:pt x="32" y="7"/>
                      <a:pt x="18" y="0"/>
                      <a:pt x="7" y="14"/>
                    </a:cubicBezTo>
                    <a:cubicBezTo>
                      <a:pt x="0" y="23"/>
                      <a:pt x="13" y="34"/>
                      <a:pt x="21" y="27"/>
                    </a:cubicBezTo>
                    <a:cubicBezTo>
                      <a:pt x="29" y="20"/>
                      <a:pt x="45" y="28"/>
                      <a:pt x="53" y="27"/>
                    </a:cubicBezTo>
                    <a:cubicBezTo>
                      <a:pt x="54" y="27"/>
                      <a:pt x="54" y="27"/>
                      <a:pt x="55" y="27"/>
                    </a:cubicBezTo>
                    <a:cubicBezTo>
                      <a:pt x="70" y="27"/>
                      <a:pt x="85" y="24"/>
                      <a:pt x="99" y="20"/>
                    </a:cubicBezTo>
                    <a:cubicBezTo>
                      <a:pt x="101" y="19"/>
                      <a:pt x="101" y="19"/>
                      <a:pt x="102" y="17"/>
                    </a:cubicBezTo>
                    <a:cubicBezTo>
                      <a:pt x="103" y="15"/>
                      <a:pt x="103" y="14"/>
                      <a:pt x="103" y="13"/>
                    </a:cubicBezTo>
                    <a:cubicBezTo>
                      <a:pt x="103" y="11"/>
                      <a:pt x="103" y="11"/>
                      <a:pt x="102" y="9"/>
                    </a:cubicBezTo>
                    <a:cubicBezTo>
                      <a:pt x="101" y="7"/>
                      <a:pt x="101" y="6"/>
                      <a:pt x="99" y="6"/>
                    </a:cubicBezTo>
                    <a:lnTo>
                      <a:pt x="9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4"/>
              <p:cNvSpPr/>
              <p:nvPr/>
            </p:nvSpPr>
            <p:spPr>
              <a:xfrm>
                <a:off x="2377315" y="5683608"/>
                <a:ext cx="7920" cy="26280"/>
              </a:xfrm>
              <a:custGeom>
                <a:rect b="b" l="l" r="r" t="t"/>
                <a:pathLst>
                  <a:path extrusionOk="0" h="73" w="22">
                    <a:moveTo>
                      <a:pt x="15" y="69"/>
                    </a:moveTo>
                    <a:cubicBezTo>
                      <a:pt x="19" y="58"/>
                      <a:pt x="21" y="46"/>
                      <a:pt x="21" y="34"/>
                    </a:cubicBezTo>
                    <a:cubicBezTo>
                      <a:pt x="21" y="24"/>
                      <a:pt x="20" y="14"/>
                      <a:pt x="17" y="4"/>
                    </a:cubicBezTo>
                    <a:cubicBezTo>
                      <a:pt x="16" y="4"/>
                      <a:pt x="16" y="3"/>
                      <a:pt x="16" y="3"/>
                    </a:cubicBezTo>
                    <a:cubicBezTo>
                      <a:pt x="16" y="2"/>
                      <a:pt x="15" y="2"/>
                      <a:pt x="14" y="1"/>
                    </a:cubicBezTo>
                    <a:cubicBezTo>
                      <a:pt x="13" y="0"/>
                      <a:pt x="12" y="0"/>
                      <a:pt x="11" y="0"/>
                    </a:cubicBezTo>
                    <a:cubicBezTo>
                      <a:pt x="10" y="0"/>
                      <a:pt x="8" y="0"/>
                      <a:pt x="7" y="1"/>
                    </a:cubicBezTo>
                    <a:cubicBezTo>
                      <a:pt x="7" y="1"/>
                      <a:pt x="6" y="2"/>
                      <a:pt x="5" y="3"/>
                    </a:cubicBezTo>
                    <a:lnTo>
                      <a:pt x="5" y="4"/>
                    </a:lnTo>
                    <a:cubicBezTo>
                      <a:pt x="1" y="14"/>
                      <a:pt x="0" y="24"/>
                      <a:pt x="0" y="34"/>
                    </a:cubicBezTo>
                    <a:cubicBezTo>
                      <a:pt x="0" y="46"/>
                      <a:pt x="2" y="57"/>
                      <a:pt x="6" y="68"/>
                    </a:cubicBezTo>
                    <a:lnTo>
                      <a:pt x="7" y="69"/>
                    </a:lnTo>
                    <a:cubicBezTo>
                      <a:pt x="8" y="70"/>
                      <a:pt x="7" y="70"/>
                      <a:pt x="8" y="71"/>
                    </a:cubicBezTo>
                    <a:cubicBezTo>
                      <a:pt x="9" y="72"/>
                      <a:pt x="10" y="71"/>
                      <a:pt x="11" y="71"/>
                    </a:cubicBezTo>
                    <a:cubicBezTo>
                      <a:pt x="12" y="71"/>
                      <a:pt x="12" y="72"/>
                      <a:pt x="13" y="71"/>
                    </a:cubicBezTo>
                    <a:cubicBezTo>
                      <a:pt x="14" y="70"/>
                      <a:pt x="14" y="70"/>
                      <a:pt x="15"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4"/>
              <p:cNvSpPr/>
              <p:nvPr/>
            </p:nvSpPr>
            <p:spPr>
              <a:xfrm>
                <a:off x="2547955" y="5764248"/>
                <a:ext cx="11880" cy="27720"/>
              </a:xfrm>
              <a:custGeom>
                <a:rect b="b" l="l" r="r" t="t"/>
                <a:pathLst>
                  <a:path extrusionOk="0" h="77" w="33">
                    <a:moveTo>
                      <a:pt x="8" y="74"/>
                    </a:moveTo>
                    <a:cubicBezTo>
                      <a:pt x="8" y="74"/>
                      <a:pt x="8" y="75"/>
                      <a:pt x="9" y="75"/>
                    </a:cubicBezTo>
                    <a:cubicBezTo>
                      <a:pt x="10" y="76"/>
                      <a:pt x="11" y="75"/>
                      <a:pt x="12" y="75"/>
                    </a:cubicBezTo>
                    <a:cubicBezTo>
                      <a:pt x="12" y="75"/>
                      <a:pt x="13" y="76"/>
                      <a:pt x="14" y="75"/>
                    </a:cubicBezTo>
                    <a:cubicBezTo>
                      <a:pt x="15" y="75"/>
                      <a:pt x="15" y="74"/>
                      <a:pt x="15" y="74"/>
                    </a:cubicBezTo>
                    <a:cubicBezTo>
                      <a:pt x="32" y="54"/>
                      <a:pt x="15" y="26"/>
                      <a:pt x="13" y="5"/>
                    </a:cubicBezTo>
                    <a:cubicBezTo>
                      <a:pt x="13" y="0"/>
                      <a:pt x="5" y="1"/>
                      <a:pt x="4" y="5"/>
                    </a:cubicBezTo>
                    <a:cubicBezTo>
                      <a:pt x="3" y="9"/>
                      <a:pt x="2" y="18"/>
                      <a:pt x="0" y="25"/>
                    </a:cubicBezTo>
                    <a:cubicBezTo>
                      <a:pt x="0" y="32"/>
                      <a:pt x="1" y="38"/>
                      <a:pt x="3" y="44"/>
                    </a:cubicBezTo>
                    <a:cubicBezTo>
                      <a:pt x="3" y="56"/>
                      <a:pt x="1" y="65"/>
                      <a:pt x="8"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4"/>
              <p:cNvSpPr/>
              <p:nvPr/>
            </p:nvSpPr>
            <p:spPr>
              <a:xfrm>
                <a:off x="2594395" y="5813208"/>
                <a:ext cx="14040" cy="34200"/>
              </a:xfrm>
              <a:custGeom>
                <a:rect b="b" l="l" r="r" t="t"/>
                <a:pathLst>
                  <a:path extrusionOk="0" h="95" w="39">
                    <a:moveTo>
                      <a:pt x="12" y="57"/>
                    </a:moveTo>
                    <a:cubicBezTo>
                      <a:pt x="12" y="69"/>
                      <a:pt x="15" y="80"/>
                      <a:pt x="20" y="91"/>
                    </a:cubicBezTo>
                    <a:cubicBezTo>
                      <a:pt x="20" y="92"/>
                      <a:pt x="21" y="92"/>
                      <a:pt x="22" y="93"/>
                    </a:cubicBezTo>
                    <a:cubicBezTo>
                      <a:pt x="23" y="93"/>
                      <a:pt x="24" y="93"/>
                      <a:pt x="25" y="93"/>
                    </a:cubicBezTo>
                    <a:cubicBezTo>
                      <a:pt x="26" y="93"/>
                      <a:pt x="28" y="94"/>
                      <a:pt x="28" y="93"/>
                    </a:cubicBezTo>
                    <a:cubicBezTo>
                      <a:pt x="29" y="92"/>
                      <a:pt x="29" y="92"/>
                      <a:pt x="30" y="91"/>
                    </a:cubicBezTo>
                    <a:cubicBezTo>
                      <a:pt x="38" y="78"/>
                      <a:pt x="32" y="64"/>
                      <a:pt x="31" y="51"/>
                    </a:cubicBezTo>
                    <a:cubicBezTo>
                      <a:pt x="31" y="50"/>
                      <a:pt x="31" y="48"/>
                      <a:pt x="31" y="47"/>
                    </a:cubicBezTo>
                    <a:cubicBezTo>
                      <a:pt x="31" y="34"/>
                      <a:pt x="28" y="22"/>
                      <a:pt x="23" y="10"/>
                    </a:cubicBezTo>
                    <a:cubicBezTo>
                      <a:pt x="17" y="0"/>
                      <a:pt x="0" y="7"/>
                      <a:pt x="6" y="18"/>
                    </a:cubicBezTo>
                    <a:cubicBezTo>
                      <a:pt x="10" y="29"/>
                      <a:pt x="12" y="41"/>
                      <a:pt x="12" y="54"/>
                    </a:cubicBezTo>
                    <a:cubicBezTo>
                      <a:pt x="12" y="55"/>
                      <a:pt x="12" y="56"/>
                      <a:pt x="12"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4"/>
              <p:cNvSpPr/>
              <p:nvPr/>
            </p:nvSpPr>
            <p:spPr>
              <a:xfrm>
                <a:off x="2974195" y="6129647"/>
                <a:ext cx="15840" cy="114840"/>
              </a:xfrm>
              <a:custGeom>
                <a:rect b="b" l="l" r="r" t="t"/>
                <a:pathLst>
                  <a:path extrusionOk="0" h="319" w="44">
                    <a:moveTo>
                      <a:pt x="33" y="316"/>
                    </a:moveTo>
                    <a:cubicBezTo>
                      <a:pt x="37" y="318"/>
                      <a:pt x="43" y="313"/>
                      <a:pt x="41" y="309"/>
                    </a:cubicBezTo>
                    <a:cubicBezTo>
                      <a:pt x="21" y="273"/>
                      <a:pt x="24" y="226"/>
                      <a:pt x="18" y="187"/>
                    </a:cubicBezTo>
                    <a:cubicBezTo>
                      <a:pt x="10" y="128"/>
                      <a:pt x="16" y="64"/>
                      <a:pt x="14" y="5"/>
                    </a:cubicBezTo>
                    <a:cubicBezTo>
                      <a:pt x="14" y="0"/>
                      <a:pt x="3" y="0"/>
                      <a:pt x="3" y="5"/>
                    </a:cubicBezTo>
                    <a:cubicBezTo>
                      <a:pt x="1" y="39"/>
                      <a:pt x="0" y="74"/>
                      <a:pt x="0" y="108"/>
                    </a:cubicBezTo>
                    <a:cubicBezTo>
                      <a:pt x="0" y="143"/>
                      <a:pt x="1" y="177"/>
                      <a:pt x="3" y="212"/>
                    </a:cubicBezTo>
                    <a:cubicBezTo>
                      <a:pt x="5" y="240"/>
                      <a:pt x="4" y="301"/>
                      <a:pt x="33"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4"/>
              <p:cNvSpPr/>
              <p:nvPr/>
            </p:nvSpPr>
            <p:spPr>
              <a:xfrm>
                <a:off x="2797795" y="6406128"/>
                <a:ext cx="13680" cy="58680"/>
              </a:xfrm>
              <a:custGeom>
                <a:rect b="b" l="l" r="r" t="t"/>
                <a:pathLst>
                  <a:path extrusionOk="0" h="163" w="38">
                    <a:moveTo>
                      <a:pt x="27" y="160"/>
                    </a:moveTo>
                    <a:cubicBezTo>
                      <a:pt x="27" y="161"/>
                      <a:pt x="28" y="161"/>
                      <a:pt x="29" y="162"/>
                    </a:cubicBezTo>
                    <a:cubicBezTo>
                      <a:pt x="29" y="162"/>
                      <a:pt x="30" y="162"/>
                      <a:pt x="31" y="162"/>
                    </a:cubicBezTo>
                    <a:lnTo>
                      <a:pt x="33" y="162"/>
                    </a:lnTo>
                    <a:cubicBezTo>
                      <a:pt x="34" y="161"/>
                      <a:pt x="34" y="161"/>
                      <a:pt x="34" y="160"/>
                    </a:cubicBezTo>
                    <a:lnTo>
                      <a:pt x="35" y="160"/>
                    </a:lnTo>
                    <a:cubicBezTo>
                      <a:pt x="36" y="153"/>
                      <a:pt x="37" y="145"/>
                      <a:pt x="37" y="138"/>
                    </a:cubicBezTo>
                    <a:cubicBezTo>
                      <a:pt x="37" y="127"/>
                      <a:pt x="35" y="116"/>
                      <a:pt x="32" y="105"/>
                    </a:cubicBezTo>
                    <a:cubicBezTo>
                      <a:pt x="27" y="71"/>
                      <a:pt x="25" y="38"/>
                      <a:pt x="18" y="5"/>
                    </a:cubicBezTo>
                    <a:cubicBezTo>
                      <a:pt x="18" y="1"/>
                      <a:pt x="11" y="0"/>
                      <a:pt x="10" y="4"/>
                    </a:cubicBezTo>
                    <a:cubicBezTo>
                      <a:pt x="0" y="30"/>
                      <a:pt x="11" y="63"/>
                      <a:pt x="10" y="89"/>
                    </a:cubicBezTo>
                    <a:cubicBezTo>
                      <a:pt x="11" y="114"/>
                      <a:pt x="16" y="138"/>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4"/>
              <p:cNvSpPr/>
              <p:nvPr/>
            </p:nvSpPr>
            <p:spPr>
              <a:xfrm>
                <a:off x="2808955" y="6492168"/>
                <a:ext cx="10800" cy="34200"/>
              </a:xfrm>
              <a:custGeom>
                <a:rect b="b" l="l" r="r" t="t"/>
                <a:pathLst>
                  <a:path extrusionOk="0" h="95" w="30">
                    <a:moveTo>
                      <a:pt x="3" y="7"/>
                    </a:moveTo>
                    <a:cubicBezTo>
                      <a:pt x="1" y="16"/>
                      <a:pt x="0" y="25"/>
                      <a:pt x="0" y="35"/>
                    </a:cubicBezTo>
                    <a:cubicBezTo>
                      <a:pt x="0" y="54"/>
                      <a:pt x="4" y="73"/>
                      <a:pt x="11" y="91"/>
                    </a:cubicBezTo>
                    <a:cubicBezTo>
                      <a:pt x="11" y="92"/>
                      <a:pt x="12" y="92"/>
                      <a:pt x="13" y="93"/>
                    </a:cubicBezTo>
                    <a:cubicBezTo>
                      <a:pt x="14" y="94"/>
                      <a:pt x="15" y="94"/>
                      <a:pt x="16" y="94"/>
                    </a:cubicBezTo>
                    <a:cubicBezTo>
                      <a:pt x="17" y="94"/>
                      <a:pt x="18" y="94"/>
                      <a:pt x="19" y="93"/>
                    </a:cubicBezTo>
                    <a:cubicBezTo>
                      <a:pt x="20" y="92"/>
                      <a:pt x="21" y="92"/>
                      <a:pt x="21" y="91"/>
                    </a:cubicBezTo>
                    <a:cubicBezTo>
                      <a:pt x="29" y="79"/>
                      <a:pt x="23" y="63"/>
                      <a:pt x="20" y="50"/>
                    </a:cubicBezTo>
                    <a:cubicBezTo>
                      <a:pt x="17" y="36"/>
                      <a:pt x="16" y="21"/>
                      <a:pt x="16" y="6"/>
                    </a:cubicBezTo>
                    <a:cubicBezTo>
                      <a:pt x="16" y="5"/>
                      <a:pt x="15" y="4"/>
                      <a:pt x="15" y="3"/>
                    </a:cubicBezTo>
                    <a:cubicBezTo>
                      <a:pt x="14" y="2"/>
                      <a:pt x="13" y="2"/>
                      <a:pt x="12" y="1"/>
                    </a:cubicBezTo>
                    <a:cubicBezTo>
                      <a:pt x="11" y="0"/>
                      <a:pt x="10" y="0"/>
                      <a:pt x="9" y="0"/>
                    </a:cubicBezTo>
                    <a:cubicBezTo>
                      <a:pt x="8" y="0"/>
                      <a:pt x="7" y="0"/>
                      <a:pt x="6" y="1"/>
                    </a:cubicBezTo>
                    <a:cubicBezTo>
                      <a:pt x="5" y="2"/>
                      <a:pt x="5" y="2"/>
                      <a:pt x="4" y="3"/>
                    </a:cubicBezTo>
                    <a:cubicBezTo>
                      <a:pt x="3" y="4"/>
                      <a:pt x="3" y="5"/>
                      <a:pt x="3" y="6"/>
                    </a:cubicBezTo>
                    <a:lnTo>
                      <a:pt x="3"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4"/>
              <p:cNvSpPr/>
              <p:nvPr/>
            </p:nvSpPr>
            <p:spPr>
              <a:xfrm>
                <a:off x="2524555" y="6194448"/>
                <a:ext cx="10440" cy="46080"/>
              </a:xfrm>
              <a:custGeom>
                <a:rect b="b" l="l" r="r" t="t"/>
                <a:pathLst>
                  <a:path extrusionOk="0" h="128" w="29">
                    <a:moveTo>
                      <a:pt x="17" y="121"/>
                    </a:moveTo>
                    <a:cubicBezTo>
                      <a:pt x="20" y="127"/>
                      <a:pt x="28" y="123"/>
                      <a:pt x="28" y="117"/>
                    </a:cubicBezTo>
                    <a:cubicBezTo>
                      <a:pt x="28" y="102"/>
                      <a:pt x="28" y="87"/>
                      <a:pt x="26" y="71"/>
                    </a:cubicBezTo>
                    <a:cubicBezTo>
                      <a:pt x="24" y="50"/>
                      <a:pt x="18" y="29"/>
                      <a:pt x="17" y="9"/>
                    </a:cubicBezTo>
                    <a:cubicBezTo>
                      <a:pt x="17" y="7"/>
                      <a:pt x="17" y="5"/>
                      <a:pt x="16" y="4"/>
                    </a:cubicBezTo>
                    <a:cubicBezTo>
                      <a:pt x="15" y="3"/>
                      <a:pt x="14" y="2"/>
                      <a:pt x="13" y="1"/>
                    </a:cubicBezTo>
                    <a:cubicBezTo>
                      <a:pt x="12" y="0"/>
                      <a:pt x="10" y="0"/>
                      <a:pt x="9" y="0"/>
                    </a:cubicBezTo>
                    <a:cubicBezTo>
                      <a:pt x="7" y="0"/>
                      <a:pt x="6" y="0"/>
                      <a:pt x="4" y="1"/>
                    </a:cubicBezTo>
                    <a:cubicBezTo>
                      <a:pt x="2" y="2"/>
                      <a:pt x="2" y="3"/>
                      <a:pt x="1" y="4"/>
                    </a:cubicBezTo>
                    <a:cubicBezTo>
                      <a:pt x="0" y="5"/>
                      <a:pt x="0" y="7"/>
                      <a:pt x="0" y="9"/>
                    </a:cubicBezTo>
                    <a:cubicBezTo>
                      <a:pt x="1" y="26"/>
                      <a:pt x="2" y="43"/>
                      <a:pt x="5" y="60"/>
                    </a:cubicBezTo>
                    <a:cubicBezTo>
                      <a:pt x="6" y="81"/>
                      <a:pt x="10" y="101"/>
                      <a:pt x="17"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4"/>
              <p:cNvSpPr/>
              <p:nvPr/>
            </p:nvSpPr>
            <p:spPr>
              <a:xfrm>
                <a:off x="2516995" y="6265008"/>
                <a:ext cx="10440" cy="37440"/>
              </a:xfrm>
              <a:custGeom>
                <a:rect b="b" l="l" r="r" t="t"/>
                <a:pathLst>
                  <a:path extrusionOk="0" h="104" w="29">
                    <a:moveTo>
                      <a:pt x="25" y="99"/>
                    </a:moveTo>
                    <a:cubicBezTo>
                      <a:pt x="27" y="87"/>
                      <a:pt x="28" y="75"/>
                      <a:pt x="28" y="63"/>
                    </a:cubicBezTo>
                    <a:cubicBezTo>
                      <a:pt x="28" y="46"/>
                      <a:pt x="26" y="29"/>
                      <a:pt x="23" y="13"/>
                    </a:cubicBezTo>
                    <a:cubicBezTo>
                      <a:pt x="21" y="0"/>
                      <a:pt x="0" y="1"/>
                      <a:pt x="3" y="13"/>
                    </a:cubicBezTo>
                    <a:cubicBezTo>
                      <a:pt x="8" y="41"/>
                      <a:pt x="8" y="70"/>
                      <a:pt x="14" y="98"/>
                    </a:cubicBezTo>
                    <a:cubicBezTo>
                      <a:pt x="14" y="99"/>
                      <a:pt x="15" y="99"/>
                      <a:pt x="15" y="100"/>
                    </a:cubicBezTo>
                    <a:cubicBezTo>
                      <a:pt x="16" y="101"/>
                      <a:pt x="16" y="102"/>
                      <a:pt x="17" y="102"/>
                    </a:cubicBezTo>
                    <a:cubicBezTo>
                      <a:pt x="18" y="103"/>
                      <a:pt x="19" y="103"/>
                      <a:pt x="20" y="103"/>
                    </a:cubicBezTo>
                    <a:cubicBezTo>
                      <a:pt x="21" y="103"/>
                      <a:pt x="22" y="103"/>
                      <a:pt x="23" y="102"/>
                    </a:cubicBezTo>
                    <a:cubicBezTo>
                      <a:pt x="24" y="102"/>
                      <a:pt x="25" y="101"/>
                      <a:pt x="25" y="100"/>
                    </a:cubicBezTo>
                    <a:lnTo>
                      <a:pt x="2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4"/>
              <p:cNvSpPr/>
              <p:nvPr/>
            </p:nvSpPr>
            <p:spPr>
              <a:xfrm>
                <a:off x="2695195" y="6382008"/>
                <a:ext cx="15480" cy="62640"/>
              </a:xfrm>
              <a:custGeom>
                <a:rect b="b" l="l" r="r" t="t"/>
                <a:pathLst>
                  <a:path extrusionOk="0" h="174" w="43">
                    <a:moveTo>
                      <a:pt x="40" y="169"/>
                    </a:moveTo>
                    <a:cubicBezTo>
                      <a:pt x="42" y="162"/>
                      <a:pt x="42" y="155"/>
                      <a:pt x="42" y="148"/>
                    </a:cubicBezTo>
                    <a:cubicBezTo>
                      <a:pt x="42" y="136"/>
                      <a:pt x="40" y="123"/>
                      <a:pt x="36" y="112"/>
                    </a:cubicBezTo>
                    <a:cubicBezTo>
                      <a:pt x="29" y="79"/>
                      <a:pt x="23" y="46"/>
                      <a:pt x="20" y="13"/>
                    </a:cubicBezTo>
                    <a:cubicBezTo>
                      <a:pt x="18" y="1"/>
                      <a:pt x="0" y="0"/>
                      <a:pt x="0" y="13"/>
                    </a:cubicBezTo>
                    <a:cubicBezTo>
                      <a:pt x="0" y="14"/>
                      <a:pt x="0" y="15"/>
                      <a:pt x="0" y="16"/>
                    </a:cubicBezTo>
                    <a:cubicBezTo>
                      <a:pt x="0" y="68"/>
                      <a:pt x="9" y="119"/>
                      <a:pt x="26" y="168"/>
                    </a:cubicBezTo>
                    <a:cubicBezTo>
                      <a:pt x="27" y="168"/>
                      <a:pt x="27" y="169"/>
                      <a:pt x="27" y="169"/>
                    </a:cubicBezTo>
                    <a:cubicBezTo>
                      <a:pt x="28" y="171"/>
                      <a:pt x="29" y="171"/>
                      <a:pt x="30" y="172"/>
                    </a:cubicBezTo>
                    <a:cubicBezTo>
                      <a:pt x="31" y="173"/>
                      <a:pt x="31" y="173"/>
                      <a:pt x="33" y="173"/>
                    </a:cubicBezTo>
                    <a:cubicBezTo>
                      <a:pt x="34" y="173"/>
                      <a:pt x="36" y="173"/>
                      <a:pt x="37" y="172"/>
                    </a:cubicBezTo>
                    <a:cubicBezTo>
                      <a:pt x="38" y="171"/>
                      <a:pt x="39" y="171"/>
                      <a:pt x="40"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4"/>
              <p:cNvSpPr/>
              <p:nvPr/>
            </p:nvSpPr>
            <p:spPr>
              <a:xfrm>
                <a:off x="2713555" y="6497568"/>
                <a:ext cx="14400" cy="99720"/>
              </a:xfrm>
              <a:custGeom>
                <a:rect b="b" l="l" r="r" t="t"/>
                <a:pathLst>
                  <a:path extrusionOk="0" h="277" w="40">
                    <a:moveTo>
                      <a:pt x="9" y="140"/>
                    </a:moveTo>
                    <a:cubicBezTo>
                      <a:pt x="10" y="183"/>
                      <a:pt x="15" y="227"/>
                      <a:pt x="23" y="270"/>
                    </a:cubicBezTo>
                    <a:cubicBezTo>
                      <a:pt x="23" y="271"/>
                      <a:pt x="24" y="272"/>
                      <a:pt x="24" y="272"/>
                    </a:cubicBezTo>
                    <a:cubicBezTo>
                      <a:pt x="25" y="273"/>
                      <a:pt x="25" y="274"/>
                      <a:pt x="26" y="275"/>
                    </a:cubicBezTo>
                    <a:cubicBezTo>
                      <a:pt x="27" y="276"/>
                      <a:pt x="29" y="276"/>
                      <a:pt x="30" y="276"/>
                    </a:cubicBezTo>
                    <a:cubicBezTo>
                      <a:pt x="31" y="276"/>
                      <a:pt x="32" y="276"/>
                      <a:pt x="33" y="275"/>
                    </a:cubicBezTo>
                    <a:cubicBezTo>
                      <a:pt x="34" y="274"/>
                      <a:pt x="35" y="273"/>
                      <a:pt x="36" y="272"/>
                    </a:cubicBezTo>
                    <a:cubicBezTo>
                      <a:pt x="36" y="272"/>
                      <a:pt x="36" y="271"/>
                      <a:pt x="36" y="270"/>
                    </a:cubicBezTo>
                    <a:cubicBezTo>
                      <a:pt x="38" y="254"/>
                      <a:pt x="39" y="238"/>
                      <a:pt x="39" y="222"/>
                    </a:cubicBezTo>
                    <a:cubicBezTo>
                      <a:pt x="39" y="200"/>
                      <a:pt x="37" y="178"/>
                      <a:pt x="34" y="156"/>
                    </a:cubicBezTo>
                    <a:cubicBezTo>
                      <a:pt x="29" y="110"/>
                      <a:pt x="34" y="52"/>
                      <a:pt x="16" y="8"/>
                    </a:cubicBezTo>
                    <a:cubicBezTo>
                      <a:pt x="13" y="0"/>
                      <a:pt x="0" y="5"/>
                      <a:pt x="2" y="13"/>
                    </a:cubicBezTo>
                    <a:cubicBezTo>
                      <a:pt x="14" y="52"/>
                      <a:pt x="7" y="99"/>
                      <a:pt x="9"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4"/>
              <p:cNvSpPr/>
              <p:nvPr/>
            </p:nvSpPr>
            <p:spPr>
              <a:xfrm>
                <a:off x="2784835" y="6412248"/>
                <a:ext cx="15120" cy="133920"/>
              </a:xfrm>
              <a:custGeom>
                <a:rect b="b" l="l" r="r" t="t"/>
                <a:pathLst>
                  <a:path extrusionOk="0" h="372" w="42">
                    <a:moveTo>
                      <a:pt x="31" y="365"/>
                    </a:moveTo>
                    <a:cubicBezTo>
                      <a:pt x="41" y="246"/>
                      <a:pt x="26" y="128"/>
                      <a:pt x="17" y="10"/>
                    </a:cubicBezTo>
                    <a:cubicBezTo>
                      <a:pt x="17" y="0"/>
                      <a:pt x="0" y="1"/>
                      <a:pt x="0" y="10"/>
                    </a:cubicBezTo>
                    <a:cubicBezTo>
                      <a:pt x="3" y="128"/>
                      <a:pt x="8" y="247"/>
                      <a:pt x="20" y="364"/>
                    </a:cubicBezTo>
                    <a:cubicBezTo>
                      <a:pt x="21" y="371"/>
                      <a:pt x="30" y="371"/>
                      <a:pt x="31" y="3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4"/>
              <p:cNvSpPr/>
              <p:nvPr/>
            </p:nvSpPr>
            <p:spPr>
              <a:xfrm>
                <a:off x="1966555" y="5534208"/>
                <a:ext cx="10080" cy="27720"/>
              </a:xfrm>
              <a:custGeom>
                <a:rect b="b" l="l" r="r" t="t"/>
                <a:pathLst>
                  <a:path extrusionOk="0" h="77" w="28">
                    <a:moveTo>
                      <a:pt x="21" y="44"/>
                    </a:moveTo>
                    <a:cubicBezTo>
                      <a:pt x="20" y="33"/>
                      <a:pt x="16" y="23"/>
                      <a:pt x="16" y="12"/>
                    </a:cubicBezTo>
                    <a:cubicBezTo>
                      <a:pt x="15" y="1"/>
                      <a:pt x="0" y="0"/>
                      <a:pt x="0" y="11"/>
                    </a:cubicBezTo>
                    <a:cubicBezTo>
                      <a:pt x="0" y="23"/>
                      <a:pt x="1" y="36"/>
                      <a:pt x="3" y="48"/>
                    </a:cubicBezTo>
                    <a:cubicBezTo>
                      <a:pt x="5" y="58"/>
                      <a:pt x="8" y="69"/>
                      <a:pt x="18" y="74"/>
                    </a:cubicBezTo>
                    <a:cubicBezTo>
                      <a:pt x="23" y="76"/>
                      <a:pt x="27" y="70"/>
                      <a:pt x="25" y="66"/>
                    </a:cubicBezTo>
                    <a:cubicBezTo>
                      <a:pt x="23" y="59"/>
                      <a:pt x="22" y="52"/>
                      <a:pt x="21"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4"/>
              <p:cNvSpPr/>
              <p:nvPr/>
            </p:nvSpPr>
            <p:spPr>
              <a:xfrm>
                <a:off x="2293075" y="5852448"/>
                <a:ext cx="6120" cy="18360"/>
              </a:xfrm>
              <a:custGeom>
                <a:rect b="b" l="l" r="r" t="t"/>
                <a:pathLst>
                  <a:path extrusionOk="0" h="51" w="17">
                    <a:moveTo>
                      <a:pt x="13" y="8"/>
                    </a:moveTo>
                    <a:cubicBezTo>
                      <a:pt x="13" y="0"/>
                      <a:pt x="0" y="0"/>
                      <a:pt x="0" y="8"/>
                    </a:cubicBezTo>
                    <a:cubicBezTo>
                      <a:pt x="0" y="16"/>
                      <a:pt x="0" y="21"/>
                      <a:pt x="0" y="28"/>
                    </a:cubicBezTo>
                    <a:cubicBezTo>
                      <a:pt x="1" y="34"/>
                      <a:pt x="3" y="41"/>
                      <a:pt x="6" y="47"/>
                    </a:cubicBezTo>
                    <a:cubicBezTo>
                      <a:pt x="6" y="47"/>
                      <a:pt x="7" y="47"/>
                      <a:pt x="7" y="48"/>
                    </a:cubicBezTo>
                    <a:lnTo>
                      <a:pt x="8" y="49"/>
                    </a:lnTo>
                    <a:cubicBezTo>
                      <a:pt x="9" y="50"/>
                      <a:pt x="10" y="50"/>
                      <a:pt x="10" y="50"/>
                    </a:cubicBezTo>
                    <a:cubicBezTo>
                      <a:pt x="11" y="50"/>
                      <a:pt x="12" y="50"/>
                      <a:pt x="13" y="49"/>
                    </a:cubicBezTo>
                    <a:lnTo>
                      <a:pt x="14" y="48"/>
                    </a:lnTo>
                    <a:cubicBezTo>
                      <a:pt x="14" y="47"/>
                      <a:pt x="14" y="47"/>
                      <a:pt x="14" y="47"/>
                    </a:cubicBezTo>
                    <a:cubicBezTo>
                      <a:pt x="15" y="45"/>
                      <a:pt x="16" y="42"/>
                      <a:pt x="16" y="39"/>
                    </a:cubicBezTo>
                    <a:cubicBezTo>
                      <a:pt x="16" y="36"/>
                      <a:pt x="15" y="33"/>
                      <a:pt x="14" y="31"/>
                    </a:cubicBezTo>
                    <a:cubicBezTo>
                      <a:pt x="13" y="25"/>
                      <a:pt x="13" y="20"/>
                      <a:pt x="13" y="14"/>
                    </a:cubicBezTo>
                    <a:cubicBezTo>
                      <a:pt x="13" y="12"/>
                      <a:pt x="13" y="10"/>
                      <a:pt x="13"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4"/>
              <p:cNvSpPr/>
              <p:nvPr/>
            </p:nvSpPr>
            <p:spPr>
              <a:xfrm>
                <a:off x="2329075" y="5810327"/>
                <a:ext cx="4320" cy="17640"/>
              </a:xfrm>
              <a:custGeom>
                <a:rect b="b" l="l" r="r" t="t"/>
                <a:pathLst>
                  <a:path extrusionOk="0" h="49" w="12">
                    <a:moveTo>
                      <a:pt x="0" y="7"/>
                    </a:moveTo>
                    <a:cubicBezTo>
                      <a:pt x="0" y="10"/>
                      <a:pt x="0" y="12"/>
                      <a:pt x="0" y="14"/>
                    </a:cubicBezTo>
                    <a:cubicBezTo>
                      <a:pt x="0" y="25"/>
                      <a:pt x="1" y="35"/>
                      <a:pt x="2" y="45"/>
                    </a:cubicBezTo>
                    <a:cubicBezTo>
                      <a:pt x="2" y="48"/>
                      <a:pt x="8" y="48"/>
                      <a:pt x="9" y="45"/>
                    </a:cubicBezTo>
                    <a:cubicBezTo>
                      <a:pt x="10" y="35"/>
                      <a:pt x="11" y="25"/>
                      <a:pt x="11" y="15"/>
                    </a:cubicBezTo>
                    <a:cubicBezTo>
                      <a:pt x="11" y="12"/>
                      <a:pt x="11" y="9"/>
                      <a:pt x="11" y="6"/>
                    </a:cubicBezTo>
                    <a:cubicBezTo>
                      <a:pt x="11" y="0"/>
                      <a:pt x="0" y="0"/>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4"/>
              <p:cNvSpPr/>
              <p:nvPr/>
            </p:nvSpPr>
            <p:spPr>
              <a:xfrm>
                <a:off x="1880515" y="4169448"/>
                <a:ext cx="2418480" cy="3031560"/>
              </a:xfrm>
              <a:custGeom>
                <a:rect b="b" l="l" r="r" t="t"/>
                <a:pathLst>
                  <a:path extrusionOk="0" h="8421" w="6718">
                    <a:moveTo>
                      <a:pt x="6710" y="6375"/>
                    </a:moveTo>
                    <a:cubicBezTo>
                      <a:pt x="6704" y="6349"/>
                      <a:pt x="6677" y="6360"/>
                      <a:pt x="6661" y="6369"/>
                    </a:cubicBezTo>
                    <a:cubicBezTo>
                      <a:pt x="6661" y="6368"/>
                      <a:pt x="6660" y="6368"/>
                      <a:pt x="6660" y="6367"/>
                    </a:cubicBezTo>
                    <a:cubicBezTo>
                      <a:pt x="6659" y="6366"/>
                      <a:pt x="6658" y="6364"/>
                      <a:pt x="6656" y="6363"/>
                    </a:cubicBezTo>
                    <a:cubicBezTo>
                      <a:pt x="6655" y="6362"/>
                      <a:pt x="6653" y="6362"/>
                      <a:pt x="6652" y="6362"/>
                    </a:cubicBezTo>
                    <a:lnTo>
                      <a:pt x="6646" y="6362"/>
                    </a:lnTo>
                    <a:cubicBezTo>
                      <a:pt x="6646" y="6358"/>
                      <a:pt x="6646" y="6355"/>
                      <a:pt x="6646" y="6351"/>
                    </a:cubicBezTo>
                    <a:cubicBezTo>
                      <a:pt x="6646" y="6349"/>
                      <a:pt x="6646" y="6346"/>
                      <a:pt x="6645" y="6345"/>
                    </a:cubicBezTo>
                    <a:cubicBezTo>
                      <a:pt x="6646" y="6343"/>
                      <a:pt x="6646" y="6341"/>
                      <a:pt x="6646" y="6340"/>
                    </a:cubicBezTo>
                    <a:cubicBezTo>
                      <a:pt x="6650" y="6313"/>
                      <a:pt x="6634" y="6312"/>
                      <a:pt x="6617" y="6293"/>
                    </a:cubicBezTo>
                    <a:cubicBezTo>
                      <a:pt x="6591" y="6265"/>
                      <a:pt x="6566" y="6234"/>
                      <a:pt x="6539" y="6206"/>
                    </a:cubicBezTo>
                    <a:cubicBezTo>
                      <a:pt x="6491" y="6155"/>
                      <a:pt x="6417" y="6124"/>
                      <a:pt x="6379" y="6064"/>
                    </a:cubicBezTo>
                    <a:cubicBezTo>
                      <a:pt x="6362" y="6042"/>
                      <a:pt x="6342" y="6022"/>
                      <a:pt x="6320" y="6005"/>
                    </a:cubicBezTo>
                    <a:cubicBezTo>
                      <a:pt x="6282" y="5980"/>
                      <a:pt x="6248" y="5949"/>
                      <a:pt x="6218" y="5915"/>
                    </a:cubicBezTo>
                    <a:cubicBezTo>
                      <a:pt x="6197" y="5892"/>
                      <a:pt x="6179" y="5867"/>
                      <a:pt x="6156" y="5845"/>
                    </a:cubicBezTo>
                    <a:cubicBezTo>
                      <a:pt x="6126" y="5819"/>
                      <a:pt x="6099" y="5789"/>
                      <a:pt x="6077" y="5755"/>
                    </a:cubicBezTo>
                    <a:lnTo>
                      <a:pt x="6079" y="5753"/>
                    </a:lnTo>
                    <a:cubicBezTo>
                      <a:pt x="6088" y="5738"/>
                      <a:pt x="6093" y="5720"/>
                      <a:pt x="6103" y="5706"/>
                    </a:cubicBezTo>
                    <a:cubicBezTo>
                      <a:pt x="6113" y="5691"/>
                      <a:pt x="6123" y="5681"/>
                      <a:pt x="6132" y="5668"/>
                    </a:cubicBezTo>
                    <a:cubicBezTo>
                      <a:pt x="6180" y="5599"/>
                      <a:pt x="6228" y="5532"/>
                      <a:pt x="6279" y="5466"/>
                    </a:cubicBezTo>
                    <a:cubicBezTo>
                      <a:pt x="6304" y="5433"/>
                      <a:pt x="6342" y="5405"/>
                      <a:pt x="6358" y="5367"/>
                    </a:cubicBezTo>
                    <a:cubicBezTo>
                      <a:pt x="6362" y="5360"/>
                      <a:pt x="6365" y="5352"/>
                      <a:pt x="6370" y="5345"/>
                    </a:cubicBezTo>
                    <a:cubicBezTo>
                      <a:pt x="6388" y="5313"/>
                      <a:pt x="6412" y="5284"/>
                      <a:pt x="6440" y="5259"/>
                    </a:cubicBezTo>
                    <a:cubicBezTo>
                      <a:pt x="6453" y="5245"/>
                      <a:pt x="6459" y="5225"/>
                      <a:pt x="6472" y="5210"/>
                    </a:cubicBezTo>
                    <a:cubicBezTo>
                      <a:pt x="6482" y="5199"/>
                      <a:pt x="6492" y="5188"/>
                      <a:pt x="6500" y="5176"/>
                    </a:cubicBezTo>
                    <a:cubicBezTo>
                      <a:pt x="6521" y="5144"/>
                      <a:pt x="6534" y="5115"/>
                      <a:pt x="6523" y="5080"/>
                    </a:cubicBezTo>
                    <a:cubicBezTo>
                      <a:pt x="6522" y="5079"/>
                      <a:pt x="6522" y="5079"/>
                      <a:pt x="6522" y="5078"/>
                    </a:cubicBezTo>
                    <a:cubicBezTo>
                      <a:pt x="6521" y="5077"/>
                      <a:pt x="6521" y="5077"/>
                      <a:pt x="6521" y="5077"/>
                    </a:cubicBezTo>
                    <a:cubicBezTo>
                      <a:pt x="6521" y="5075"/>
                      <a:pt x="6522" y="5073"/>
                      <a:pt x="6522" y="5072"/>
                    </a:cubicBezTo>
                    <a:cubicBezTo>
                      <a:pt x="6522" y="5070"/>
                      <a:pt x="6521" y="5069"/>
                      <a:pt x="6521" y="5068"/>
                    </a:cubicBezTo>
                    <a:cubicBezTo>
                      <a:pt x="6519" y="5064"/>
                      <a:pt x="6518" y="5060"/>
                      <a:pt x="6516" y="5057"/>
                    </a:cubicBezTo>
                    <a:cubicBezTo>
                      <a:pt x="6512" y="5050"/>
                      <a:pt x="6508" y="5045"/>
                      <a:pt x="6502" y="5040"/>
                    </a:cubicBezTo>
                    <a:cubicBezTo>
                      <a:pt x="6492" y="4999"/>
                      <a:pt x="6455" y="4954"/>
                      <a:pt x="6431" y="4922"/>
                    </a:cubicBezTo>
                    <a:cubicBezTo>
                      <a:pt x="6418" y="4905"/>
                      <a:pt x="6389" y="4891"/>
                      <a:pt x="6372" y="4877"/>
                    </a:cubicBezTo>
                    <a:cubicBezTo>
                      <a:pt x="6349" y="4858"/>
                      <a:pt x="6329" y="4836"/>
                      <a:pt x="6311" y="4812"/>
                    </a:cubicBezTo>
                    <a:cubicBezTo>
                      <a:pt x="6284" y="4777"/>
                      <a:pt x="6230" y="4746"/>
                      <a:pt x="6193" y="4722"/>
                    </a:cubicBezTo>
                    <a:cubicBezTo>
                      <a:pt x="6143" y="4690"/>
                      <a:pt x="6105" y="4644"/>
                      <a:pt x="6055" y="4613"/>
                    </a:cubicBezTo>
                    <a:cubicBezTo>
                      <a:pt x="5940" y="4541"/>
                      <a:pt x="5827" y="4469"/>
                      <a:pt x="5709" y="4402"/>
                    </a:cubicBezTo>
                    <a:cubicBezTo>
                      <a:pt x="5582" y="4331"/>
                      <a:pt x="5450" y="4267"/>
                      <a:pt x="5315" y="4213"/>
                    </a:cubicBezTo>
                    <a:cubicBezTo>
                      <a:pt x="5246" y="4185"/>
                      <a:pt x="5179" y="4151"/>
                      <a:pt x="5110" y="4123"/>
                    </a:cubicBezTo>
                    <a:cubicBezTo>
                      <a:pt x="5045" y="4096"/>
                      <a:pt x="4970" y="4085"/>
                      <a:pt x="4902" y="4067"/>
                    </a:cubicBezTo>
                    <a:cubicBezTo>
                      <a:pt x="4838" y="4046"/>
                      <a:pt x="4776" y="4023"/>
                      <a:pt x="4715" y="3995"/>
                    </a:cubicBezTo>
                    <a:cubicBezTo>
                      <a:pt x="4659" y="3972"/>
                      <a:pt x="4605" y="3968"/>
                      <a:pt x="4548" y="3951"/>
                    </a:cubicBezTo>
                    <a:cubicBezTo>
                      <a:pt x="4475" y="3930"/>
                      <a:pt x="4398" y="3924"/>
                      <a:pt x="4323" y="3908"/>
                    </a:cubicBezTo>
                    <a:cubicBezTo>
                      <a:pt x="4259" y="3895"/>
                      <a:pt x="4193" y="3888"/>
                      <a:pt x="4127" y="3888"/>
                    </a:cubicBezTo>
                    <a:cubicBezTo>
                      <a:pt x="4120" y="3888"/>
                      <a:pt x="4113" y="3888"/>
                      <a:pt x="4106" y="3888"/>
                    </a:cubicBezTo>
                    <a:cubicBezTo>
                      <a:pt x="4027" y="3889"/>
                      <a:pt x="3943" y="3881"/>
                      <a:pt x="3868" y="3908"/>
                    </a:cubicBezTo>
                    <a:cubicBezTo>
                      <a:pt x="3841" y="3915"/>
                      <a:pt x="3814" y="3918"/>
                      <a:pt x="3786" y="3918"/>
                    </a:cubicBezTo>
                    <a:cubicBezTo>
                      <a:pt x="3776" y="3920"/>
                      <a:pt x="3766" y="3923"/>
                      <a:pt x="3757" y="3928"/>
                    </a:cubicBezTo>
                    <a:cubicBezTo>
                      <a:pt x="3752" y="3931"/>
                      <a:pt x="3748" y="3934"/>
                      <a:pt x="3743" y="3938"/>
                    </a:cubicBezTo>
                    <a:cubicBezTo>
                      <a:pt x="3729" y="3933"/>
                      <a:pt x="3716" y="3926"/>
                      <a:pt x="3702" y="3920"/>
                    </a:cubicBezTo>
                    <a:cubicBezTo>
                      <a:pt x="3690" y="3910"/>
                      <a:pt x="3682" y="3895"/>
                      <a:pt x="3671" y="3884"/>
                    </a:cubicBezTo>
                    <a:cubicBezTo>
                      <a:pt x="3659" y="3873"/>
                      <a:pt x="3642" y="3865"/>
                      <a:pt x="3629" y="3853"/>
                    </a:cubicBezTo>
                    <a:cubicBezTo>
                      <a:pt x="3624" y="3850"/>
                      <a:pt x="3620" y="3847"/>
                      <a:pt x="3615" y="3844"/>
                    </a:cubicBezTo>
                    <a:cubicBezTo>
                      <a:pt x="3602" y="3837"/>
                      <a:pt x="3589" y="3831"/>
                      <a:pt x="3576" y="3827"/>
                    </a:cubicBezTo>
                    <a:cubicBezTo>
                      <a:pt x="3547" y="3816"/>
                      <a:pt x="3518" y="3801"/>
                      <a:pt x="3489" y="3788"/>
                    </a:cubicBezTo>
                    <a:cubicBezTo>
                      <a:pt x="3402" y="3750"/>
                      <a:pt x="3308" y="3744"/>
                      <a:pt x="3214" y="3731"/>
                    </a:cubicBezTo>
                    <a:cubicBezTo>
                      <a:pt x="3191" y="3730"/>
                      <a:pt x="3168" y="3729"/>
                      <a:pt x="3145" y="3729"/>
                    </a:cubicBezTo>
                    <a:cubicBezTo>
                      <a:pt x="3122" y="3729"/>
                      <a:pt x="3099" y="3730"/>
                      <a:pt x="3077" y="3731"/>
                    </a:cubicBezTo>
                    <a:cubicBezTo>
                      <a:pt x="3015" y="3731"/>
                      <a:pt x="2952" y="3733"/>
                      <a:pt x="2891" y="3731"/>
                    </a:cubicBezTo>
                    <a:cubicBezTo>
                      <a:pt x="2833" y="3731"/>
                      <a:pt x="2780" y="3708"/>
                      <a:pt x="2722" y="3708"/>
                    </a:cubicBezTo>
                    <a:cubicBezTo>
                      <a:pt x="2692" y="3708"/>
                      <a:pt x="2661" y="3709"/>
                      <a:pt x="2631" y="3710"/>
                    </a:cubicBezTo>
                    <a:cubicBezTo>
                      <a:pt x="2609" y="3710"/>
                      <a:pt x="2589" y="3704"/>
                      <a:pt x="2567" y="3702"/>
                    </a:cubicBezTo>
                    <a:cubicBezTo>
                      <a:pt x="2567" y="3699"/>
                      <a:pt x="2567" y="3695"/>
                      <a:pt x="2569" y="3691"/>
                    </a:cubicBezTo>
                    <a:cubicBezTo>
                      <a:pt x="2573" y="3653"/>
                      <a:pt x="2590" y="3620"/>
                      <a:pt x="2593" y="3581"/>
                    </a:cubicBezTo>
                    <a:cubicBezTo>
                      <a:pt x="2596" y="3543"/>
                      <a:pt x="2612" y="3513"/>
                      <a:pt x="2622" y="3479"/>
                    </a:cubicBezTo>
                    <a:cubicBezTo>
                      <a:pt x="2639" y="3417"/>
                      <a:pt x="2639" y="3350"/>
                      <a:pt x="2655" y="3287"/>
                    </a:cubicBezTo>
                    <a:cubicBezTo>
                      <a:pt x="2671" y="3225"/>
                      <a:pt x="2672" y="3153"/>
                      <a:pt x="2687" y="3087"/>
                    </a:cubicBezTo>
                    <a:cubicBezTo>
                      <a:pt x="2701" y="3028"/>
                      <a:pt x="2696" y="2969"/>
                      <a:pt x="2707" y="2910"/>
                    </a:cubicBezTo>
                    <a:cubicBezTo>
                      <a:pt x="2713" y="2878"/>
                      <a:pt x="2714" y="2845"/>
                      <a:pt x="2721" y="2814"/>
                    </a:cubicBezTo>
                    <a:cubicBezTo>
                      <a:pt x="2726" y="2786"/>
                      <a:pt x="2736" y="2760"/>
                      <a:pt x="2742" y="2733"/>
                    </a:cubicBezTo>
                    <a:cubicBezTo>
                      <a:pt x="2751" y="2695"/>
                      <a:pt x="2761" y="2657"/>
                      <a:pt x="2771" y="2620"/>
                    </a:cubicBezTo>
                    <a:cubicBezTo>
                      <a:pt x="2782" y="2576"/>
                      <a:pt x="2789" y="2531"/>
                      <a:pt x="2803" y="2489"/>
                    </a:cubicBezTo>
                    <a:cubicBezTo>
                      <a:pt x="2823" y="2431"/>
                      <a:pt x="2829" y="2371"/>
                      <a:pt x="2844" y="2312"/>
                    </a:cubicBezTo>
                    <a:cubicBezTo>
                      <a:pt x="2861" y="2244"/>
                      <a:pt x="2866" y="2174"/>
                      <a:pt x="2883" y="2106"/>
                    </a:cubicBezTo>
                    <a:cubicBezTo>
                      <a:pt x="2896" y="2055"/>
                      <a:pt x="2906" y="2002"/>
                      <a:pt x="2913" y="1949"/>
                    </a:cubicBezTo>
                    <a:cubicBezTo>
                      <a:pt x="2920" y="1903"/>
                      <a:pt x="2904" y="1858"/>
                      <a:pt x="2927" y="1810"/>
                    </a:cubicBezTo>
                    <a:cubicBezTo>
                      <a:pt x="2936" y="1794"/>
                      <a:pt x="2941" y="1775"/>
                      <a:pt x="2941" y="1757"/>
                    </a:cubicBezTo>
                    <a:cubicBezTo>
                      <a:pt x="2941" y="1751"/>
                      <a:pt x="2940" y="1746"/>
                      <a:pt x="2939" y="1740"/>
                    </a:cubicBezTo>
                    <a:cubicBezTo>
                      <a:pt x="2932" y="1698"/>
                      <a:pt x="2954" y="1660"/>
                      <a:pt x="2953" y="1618"/>
                    </a:cubicBezTo>
                    <a:cubicBezTo>
                      <a:pt x="2952" y="1611"/>
                      <a:pt x="2952" y="1604"/>
                      <a:pt x="2952" y="1597"/>
                    </a:cubicBezTo>
                    <a:cubicBezTo>
                      <a:pt x="2952" y="1566"/>
                      <a:pt x="2955" y="1535"/>
                      <a:pt x="2961" y="1505"/>
                    </a:cubicBezTo>
                    <a:cubicBezTo>
                      <a:pt x="2977" y="1429"/>
                      <a:pt x="2992" y="1352"/>
                      <a:pt x="3006" y="1276"/>
                    </a:cubicBezTo>
                    <a:cubicBezTo>
                      <a:pt x="3030" y="1152"/>
                      <a:pt x="3026" y="1024"/>
                      <a:pt x="3065" y="904"/>
                    </a:cubicBezTo>
                    <a:cubicBezTo>
                      <a:pt x="3084" y="842"/>
                      <a:pt x="3094" y="777"/>
                      <a:pt x="3096" y="713"/>
                    </a:cubicBezTo>
                    <a:cubicBezTo>
                      <a:pt x="3098" y="645"/>
                      <a:pt x="3129" y="579"/>
                      <a:pt x="3145" y="514"/>
                    </a:cubicBezTo>
                    <a:cubicBezTo>
                      <a:pt x="3158" y="457"/>
                      <a:pt x="3166" y="400"/>
                      <a:pt x="3170" y="342"/>
                    </a:cubicBezTo>
                    <a:cubicBezTo>
                      <a:pt x="3173" y="309"/>
                      <a:pt x="3170" y="275"/>
                      <a:pt x="3170" y="242"/>
                    </a:cubicBezTo>
                    <a:cubicBezTo>
                      <a:pt x="3171" y="232"/>
                      <a:pt x="3171" y="222"/>
                      <a:pt x="3171" y="212"/>
                    </a:cubicBezTo>
                    <a:cubicBezTo>
                      <a:pt x="3171" y="182"/>
                      <a:pt x="3169" y="153"/>
                      <a:pt x="3163" y="124"/>
                    </a:cubicBezTo>
                    <a:cubicBezTo>
                      <a:pt x="3150" y="72"/>
                      <a:pt x="3143" y="32"/>
                      <a:pt x="3088" y="11"/>
                    </a:cubicBezTo>
                    <a:cubicBezTo>
                      <a:pt x="3061" y="0"/>
                      <a:pt x="3035" y="6"/>
                      <a:pt x="3029" y="30"/>
                    </a:cubicBezTo>
                    <a:cubicBezTo>
                      <a:pt x="3014" y="44"/>
                      <a:pt x="3000" y="59"/>
                      <a:pt x="2987" y="76"/>
                    </a:cubicBezTo>
                    <a:cubicBezTo>
                      <a:pt x="2974" y="104"/>
                      <a:pt x="2963" y="134"/>
                      <a:pt x="2955" y="164"/>
                    </a:cubicBezTo>
                    <a:cubicBezTo>
                      <a:pt x="2938" y="222"/>
                      <a:pt x="2946" y="290"/>
                      <a:pt x="2926" y="346"/>
                    </a:cubicBezTo>
                    <a:cubicBezTo>
                      <a:pt x="2919" y="373"/>
                      <a:pt x="2916" y="400"/>
                      <a:pt x="2916" y="428"/>
                    </a:cubicBezTo>
                    <a:cubicBezTo>
                      <a:pt x="2916" y="435"/>
                      <a:pt x="2914" y="443"/>
                      <a:pt x="2913" y="450"/>
                    </a:cubicBezTo>
                    <a:cubicBezTo>
                      <a:pt x="2913" y="451"/>
                      <a:pt x="2913" y="452"/>
                      <a:pt x="2912" y="453"/>
                    </a:cubicBezTo>
                    <a:cubicBezTo>
                      <a:pt x="2910" y="456"/>
                      <a:pt x="2910" y="457"/>
                      <a:pt x="2910" y="460"/>
                    </a:cubicBezTo>
                    <a:cubicBezTo>
                      <a:pt x="2910" y="462"/>
                      <a:pt x="2910" y="463"/>
                      <a:pt x="2911" y="465"/>
                    </a:cubicBezTo>
                    <a:cubicBezTo>
                      <a:pt x="2906" y="487"/>
                      <a:pt x="2901" y="510"/>
                      <a:pt x="2896" y="532"/>
                    </a:cubicBezTo>
                    <a:cubicBezTo>
                      <a:pt x="2887" y="575"/>
                      <a:pt x="2880" y="619"/>
                      <a:pt x="2872" y="663"/>
                    </a:cubicBezTo>
                    <a:lnTo>
                      <a:pt x="2872" y="664"/>
                    </a:lnTo>
                    <a:cubicBezTo>
                      <a:pt x="2872" y="665"/>
                      <a:pt x="2872" y="665"/>
                      <a:pt x="2872" y="666"/>
                    </a:cubicBezTo>
                    <a:cubicBezTo>
                      <a:pt x="2867" y="691"/>
                      <a:pt x="2863" y="716"/>
                      <a:pt x="2857" y="740"/>
                    </a:cubicBezTo>
                    <a:cubicBezTo>
                      <a:pt x="2853" y="768"/>
                      <a:pt x="2851" y="797"/>
                      <a:pt x="2850" y="825"/>
                    </a:cubicBezTo>
                    <a:cubicBezTo>
                      <a:pt x="2849" y="840"/>
                      <a:pt x="2847" y="857"/>
                      <a:pt x="2845" y="873"/>
                    </a:cubicBezTo>
                    <a:cubicBezTo>
                      <a:pt x="2844" y="875"/>
                      <a:pt x="2842" y="876"/>
                      <a:pt x="2841" y="878"/>
                    </a:cubicBezTo>
                    <a:cubicBezTo>
                      <a:pt x="2840" y="880"/>
                      <a:pt x="2839" y="883"/>
                      <a:pt x="2839" y="886"/>
                    </a:cubicBezTo>
                    <a:cubicBezTo>
                      <a:pt x="2839" y="888"/>
                      <a:pt x="2839" y="890"/>
                      <a:pt x="2840" y="892"/>
                    </a:cubicBezTo>
                    <a:lnTo>
                      <a:pt x="2841" y="892"/>
                    </a:lnTo>
                    <a:cubicBezTo>
                      <a:pt x="2842" y="893"/>
                      <a:pt x="2842" y="894"/>
                      <a:pt x="2842" y="894"/>
                    </a:cubicBezTo>
                    <a:cubicBezTo>
                      <a:pt x="2841" y="905"/>
                      <a:pt x="2839" y="916"/>
                      <a:pt x="2836" y="925"/>
                    </a:cubicBezTo>
                    <a:cubicBezTo>
                      <a:pt x="2835" y="930"/>
                      <a:pt x="2834" y="935"/>
                      <a:pt x="2833" y="939"/>
                    </a:cubicBezTo>
                    <a:cubicBezTo>
                      <a:pt x="2832" y="940"/>
                      <a:pt x="2831" y="941"/>
                      <a:pt x="2831" y="942"/>
                    </a:cubicBezTo>
                    <a:cubicBezTo>
                      <a:pt x="2830" y="944"/>
                      <a:pt x="2829" y="946"/>
                      <a:pt x="2829" y="948"/>
                    </a:cubicBezTo>
                    <a:cubicBezTo>
                      <a:pt x="2829" y="950"/>
                      <a:pt x="2830" y="951"/>
                      <a:pt x="2831" y="953"/>
                    </a:cubicBezTo>
                    <a:cubicBezTo>
                      <a:pt x="2828" y="973"/>
                      <a:pt x="2825" y="994"/>
                      <a:pt x="2822" y="1014"/>
                    </a:cubicBezTo>
                    <a:cubicBezTo>
                      <a:pt x="2817" y="1045"/>
                      <a:pt x="2812" y="1077"/>
                      <a:pt x="2806" y="1108"/>
                    </a:cubicBezTo>
                    <a:lnTo>
                      <a:pt x="2806" y="1112"/>
                    </a:lnTo>
                    <a:cubicBezTo>
                      <a:pt x="2806" y="1113"/>
                      <a:pt x="2805" y="1115"/>
                      <a:pt x="2805" y="1116"/>
                    </a:cubicBezTo>
                    <a:cubicBezTo>
                      <a:pt x="2805" y="1117"/>
                      <a:pt x="2805" y="1117"/>
                      <a:pt x="2805" y="1118"/>
                    </a:cubicBezTo>
                    <a:lnTo>
                      <a:pt x="2805" y="1119"/>
                    </a:lnTo>
                    <a:cubicBezTo>
                      <a:pt x="2794" y="1183"/>
                      <a:pt x="2794" y="1250"/>
                      <a:pt x="2777" y="1312"/>
                    </a:cubicBezTo>
                    <a:cubicBezTo>
                      <a:pt x="2776" y="1313"/>
                      <a:pt x="2776" y="1314"/>
                      <a:pt x="2775" y="1315"/>
                    </a:cubicBezTo>
                    <a:cubicBezTo>
                      <a:pt x="2774" y="1316"/>
                      <a:pt x="2774" y="1318"/>
                      <a:pt x="2774" y="1320"/>
                    </a:cubicBezTo>
                    <a:cubicBezTo>
                      <a:pt x="2774" y="1321"/>
                      <a:pt x="2774" y="1322"/>
                      <a:pt x="2774" y="1323"/>
                    </a:cubicBezTo>
                    <a:cubicBezTo>
                      <a:pt x="2771" y="1334"/>
                      <a:pt x="2769" y="1344"/>
                      <a:pt x="2766" y="1355"/>
                    </a:cubicBezTo>
                    <a:cubicBezTo>
                      <a:pt x="2766" y="1355"/>
                      <a:pt x="2765" y="1355"/>
                      <a:pt x="2765" y="1356"/>
                    </a:cubicBezTo>
                    <a:cubicBezTo>
                      <a:pt x="2764" y="1357"/>
                      <a:pt x="2764" y="1359"/>
                      <a:pt x="2764" y="1360"/>
                    </a:cubicBezTo>
                    <a:cubicBezTo>
                      <a:pt x="2764" y="1361"/>
                      <a:pt x="2764" y="1362"/>
                      <a:pt x="2764" y="1362"/>
                    </a:cubicBezTo>
                    <a:cubicBezTo>
                      <a:pt x="2754" y="1402"/>
                      <a:pt x="2745" y="1441"/>
                      <a:pt x="2737" y="1480"/>
                    </a:cubicBezTo>
                    <a:cubicBezTo>
                      <a:pt x="2736" y="1482"/>
                      <a:pt x="2735" y="1484"/>
                      <a:pt x="2735" y="1485"/>
                    </a:cubicBezTo>
                    <a:cubicBezTo>
                      <a:pt x="2735" y="1486"/>
                      <a:pt x="2735" y="1486"/>
                      <a:pt x="2735" y="1486"/>
                    </a:cubicBezTo>
                    <a:cubicBezTo>
                      <a:pt x="2733" y="1498"/>
                      <a:pt x="2730" y="1510"/>
                      <a:pt x="2727" y="1521"/>
                    </a:cubicBezTo>
                    <a:lnTo>
                      <a:pt x="2726" y="1522"/>
                    </a:lnTo>
                    <a:cubicBezTo>
                      <a:pt x="2724" y="1523"/>
                      <a:pt x="2723" y="1524"/>
                      <a:pt x="2722" y="1525"/>
                    </a:cubicBezTo>
                    <a:cubicBezTo>
                      <a:pt x="2721" y="1526"/>
                      <a:pt x="2721" y="1528"/>
                      <a:pt x="2721" y="1529"/>
                    </a:cubicBezTo>
                    <a:cubicBezTo>
                      <a:pt x="2721" y="1531"/>
                      <a:pt x="2721" y="1532"/>
                      <a:pt x="2722" y="1534"/>
                    </a:cubicBezTo>
                    <a:cubicBezTo>
                      <a:pt x="2722" y="1536"/>
                      <a:pt x="2723" y="1535"/>
                      <a:pt x="2724" y="1536"/>
                    </a:cubicBezTo>
                    <a:cubicBezTo>
                      <a:pt x="2721" y="1547"/>
                      <a:pt x="2719" y="1558"/>
                      <a:pt x="2716" y="1569"/>
                    </a:cubicBezTo>
                    <a:cubicBezTo>
                      <a:pt x="2686" y="1685"/>
                      <a:pt x="2664" y="1803"/>
                      <a:pt x="2644" y="1920"/>
                    </a:cubicBezTo>
                    <a:cubicBezTo>
                      <a:pt x="2644" y="1921"/>
                      <a:pt x="2643" y="1922"/>
                      <a:pt x="2643" y="1922"/>
                    </a:cubicBezTo>
                    <a:cubicBezTo>
                      <a:pt x="2642" y="1924"/>
                      <a:pt x="2642" y="1926"/>
                      <a:pt x="2642" y="1928"/>
                    </a:cubicBezTo>
                    <a:cubicBezTo>
                      <a:pt x="2642" y="1929"/>
                      <a:pt x="2642" y="1931"/>
                      <a:pt x="2642" y="1932"/>
                    </a:cubicBezTo>
                    <a:lnTo>
                      <a:pt x="2638" y="1961"/>
                    </a:lnTo>
                    <a:cubicBezTo>
                      <a:pt x="2628" y="1961"/>
                      <a:pt x="2628" y="1976"/>
                      <a:pt x="2635" y="1979"/>
                    </a:cubicBezTo>
                    <a:lnTo>
                      <a:pt x="2633" y="1994"/>
                    </a:lnTo>
                    <a:cubicBezTo>
                      <a:pt x="2632" y="2004"/>
                      <a:pt x="2630" y="2013"/>
                      <a:pt x="2628" y="2022"/>
                    </a:cubicBezTo>
                    <a:cubicBezTo>
                      <a:pt x="2628" y="2022"/>
                      <a:pt x="2628" y="2023"/>
                      <a:pt x="2627" y="2024"/>
                    </a:cubicBezTo>
                    <a:cubicBezTo>
                      <a:pt x="2626" y="2025"/>
                      <a:pt x="2626" y="2027"/>
                      <a:pt x="2626" y="2029"/>
                    </a:cubicBezTo>
                    <a:lnTo>
                      <a:pt x="2626" y="2031"/>
                    </a:lnTo>
                    <a:cubicBezTo>
                      <a:pt x="2626" y="2031"/>
                      <a:pt x="2625" y="2032"/>
                      <a:pt x="2625" y="2033"/>
                    </a:cubicBezTo>
                    <a:lnTo>
                      <a:pt x="2626" y="2034"/>
                    </a:lnTo>
                    <a:cubicBezTo>
                      <a:pt x="2615" y="2095"/>
                      <a:pt x="2601" y="2155"/>
                      <a:pt x="2588" y="2215"/>
                    </a:cubicBezTo>
                    <a:cubicBezTo>
                      <a:pt x="2575" y="2220"/>
                      <a:pt x="2566" y="2228"/>
                      <a:pt x="2573" y="2243"/>
                    </a:cubicBezTo>
                    <a:cubicBezTo>
                      <a:pt x="2573" y="2245"/>
                      <a:pt x="2575" y="2247"/>
                      <a:pt x="2576" y="2247"/>
                    </a:cubicBezTo>
                    <a:cubicBezTo>
                      <a:pt x="2577" y="2248"/>
                      <a:pt x="2579" y="2248"/>
                      <a:pt x="2580" y="2248"/>
                    </a:cubicBezTo>
                    <a:cubicBezTo>
                      <a:pt x="2568" y="2304"/>
                      <a:pt x="2555" y="2360"/>
                      <a:pt x="2545" y="2417"/>
                    </a:cubicBezTo>
                    <a:cubicBezTo>
                      <a:pt x="2532" y="2491"/>
                      <a:pt x="2523" y="2570"/>
                      <a:pt x="2498" y="2640"/>
                    </a:cubicBezTo>
                    <a:cubicBezTo>
                      <a:pt x="2489" y="2676"/>
                      <a:pt x="2482" y="2712"/>
                      <a:pt x="2479" y="2749"/>
                    </a:cubicBezTo>
                    <a:cubicBezTo>
                      <a:pt x="2473" y="2780"/>
                      <a:pt x="2464" y="2810"/>
                      <a:pt x="2459" y="2840"/>
                    </a:cubicBezTo>
                    <a:cubicBezTo>
                      <a:pt x="2459" y="2841"/>
                      <a:pt x="2458" y="2841"/>
                      <a:pt x="2458" y="2841"/>
                    </a:cubicBezTo>
                    <a:cubicBezTo>
                      <a:pt x="2457" y="2841"/>
                      <a:pt x="2456" y="2842"/>
                      <a:pt x="2456" y="2843"/>
                    </a:cubicBezTo>
                    <a:cubicBezTo>
                      <a:pt x="2455" y="2844"/>
                      <a:pt x="2455" y="2845"/>
                      <a:pt x="2455" y="2846"/>
                    </a:cubicBezTo>
                    <a:cubicBezTo>
                      <a:pt x="2451" y="2924"/>
                      <a:pt x="2430" y="2997"/>
                      <a:pt x="2412" y="3072"/>
                    </a:cubicBezTo>
                    <a:lnTo>
                      <a:pt x="2411" y="3072"/>
                    </a:lnTo>
                    <a:cubicBezTo>
                      <a:pt x="2408" y="3074"/>
                      <a:pt x="2406" y="3077"/>
                      <a:pt x="2404" y="3080"/>
                    </a:cubicBezTo>
                    <a:cubicBezTo>
                      <a:pt x="2402" y="3083"/>
                      <a:pt x="2402" y="3086"/>
                      <a:pt x="2402" y="3089"/>
                    </a:cubicBezTo>
                    <a:cubicBezTo>
                      <a:pt x="2402" y="3090"/>
                      <a:pt x="2402" y="3091"/>
                      <a:pt x="2402" y="3092"/>
                    </a:cubicBezTo>
                    <a:cubicBezTo>
                      <a:pt x="2402" y="3093"/>
                      <a:pt x="2402" y="3094"/>
                      <a:pt x="2403" y="3095"/>
                    </a:cubicBezTo>
                    <a:cubicBezTo>
                      <a:pt x="2403" y="3096"/>
                      <a:pt x="2404" y="3097"/>
                      <a:pt x="2405" y="3098"/>
                    </a:cubicBezTo>
                    <a:cubicBezTo>
                      <a:pt x="2403" y="3107"/>
                      <a:pt x="2401" y="3118"/>
                      <a:pt x="2399" y="3127"/>
                    </a:cubicBezTo>
                    <a:cubicBezTo>
                      <a:pt x="2386" y="3186"/>
                      <a:pt x="2374" y="3246"/>
                      <a:pt x="2362" y="3306"/>
                    </a:cubicBezTo>
                    <a:cubicBezTo>
                      <a:pt x="2358" y="3324"/>
                      <a:pt x="2352" y="3342"/>
                      <a:pt x="2348" y="3360"/>
                    </a:cubicBezTo>
                    <a:cubicBezTo>
                      <a:pt x="2347" y="3366"/>
                      <a:pt x="2346" y="3373"/>
                      <a:pt x="2346" y="3379"/>
                    </a:cubicBezTo>
                    <a:cubicBezTo>
                      <a:pt x="2346" y="3386"/>
                      <a:pt x="2347" y="3391"/>
                      <a:pt x="2348" y="3397"/>
                    </a:cubicBezTo>
                    <a:lnTo>
                      <a:pt x="2348" y="3402"/>
                    </a:lnTo>
                    <a:lnTo>
                      <a:pt x="2347" y="3402"/>
                    </a:lnTo>
                    <a:cubicBezTo>
                      <a:pt x="2346" y="3403"/>
                      <a:pt x="2344" y="3404"/>
                      <a:pt x="2344" y="3405"/>
                    </a:cubicBezTo>
                    <a:cubicBezTo>
                      <a:pt x="2343" y="3407"/>
                      <a:pt x="2342" y="3408"/>
                      <a:pt x="2342" y="3409"/>
                    </a:cubicBezTo>
                    <a:lnTo>
                      <a:pt x="2342" y="3413"/>
                    </a:lnTo>
                    <a:cubicBezTo>
                      <a:pt x="2342" y="3414"/>
                      <a:pt x="2342" y="3414"/>
                      <a:pt x="2342" y="3414"/>
                    </a:cubicBezTo>
                    <a:cubicBezTo>
                      <a:pt x="2342" y="3415"/>
                      <a:pt x="2343" y="3416"/>
                      <a:pt x="2343" y="3417"/>
                    </a:cubicBezTo>
                    <a:cubicBezTo>
                      <a:pt x="2344" y="3418"/>
                      <a:pt x="2344" y="3419"/>
                      <a:pt x="2345" y="3420"/>
                    </a:cubicBezTo>
                    <a:cubicBezTo>
                      <a:pt x="2343" y="3435"/>
                      <a:pt x="2341" y="3451"/>
                      <a:pt x="2340" y="3467"/>
                    </a:cubicBezTo>
                    <a:cubicBezTo>
                      <a:pt x="2339" y="3467"/>
                      <a:pt x="2339" y="3468"/>
                      <a:pt x="2339" y="3468"/>
                    </a:cubicBezTo>
                    <a:cubicBezTo>
                      <a:pt x="2338" y="3470"/>
                      <a:pt x="2337" y="3472"/>
                      <a:pt x="2337" y="3474"/>
                    </a:cubicBezTo>
                    <a:cubicBezTo>
                      <a:pt x="2337" y="3476"/>
                      <a:pt x="2338" y="3477"/>
                      <a:pt x="2338" y="3479"/>
                    </a:cubicBezTo>
                    <a:cubicBezTo>
                      <a:pt x="2338" y="3481"/>
                      <a:pt x="2338" y="3484"/>
                      <a:pt x="2338" y="3487"/>
                    </a:cubicBezTo>
                    <a:cubicBezTo>
                      <a:pt x="2335" y="3513"/>
                      <a:pt x="2332" y="3539"/>
                      <a:pt x="2328" y="3565"/>
                    </a:cubicBezTo>
                    <a:cubicBezTo>
                      <a:pt x="2328" y="3566"/>
                      <a:pt x="2327" y="3567"/>
                      <a:pt x="2327" y="3567"/>
                    </a:cubicBezTo>
                    <a:cubicBezTo>
                      <a:pt x="2326" y="3569"/>
                      <a:pt x="2325" y="3571"/>
                      <a:pt x="2325" y="3573"/>
                    </a:cubicBezTo>
                    <a:cubicBezTo>
                      <a:pt x="2325" y="3575"/>
                      <a:pt x="2326" y="3577"/>
                      <a:pt x="2326" y="3578"/>
                    </a:cubicBezTo>
                    <a:cubicBezTo>
                      <a:pt x="2323" y="3606"/>
                      <a:pt x="2319" y="3634"/>
                      <a:pt x="2314" y="3662"/>
                    </a:cubicBezTo>
                    <a:cubicBezTo>
                      <a:pt x="2311" y="3685"/>
                      <a:pt x="2308" y="3707"/>
                      <a:pt x="2305" y="3730"/>
                    </a:cubicBezTo>
                    <a:cubicBezTo>
                      <a:pt x="2303" y="3730"/>
                      <a:pt x="2302" y="3731"/>
                      <a:pt x="2300" y="3732"/>
                    </a:cubicBezTo>
                    <a:lnTo>
                      <a:pt x="2299" y="3732"/>
                    </a:lnTo>
                    <a:cubicBezTo>
                      <a:pt x="2293" y="3736"/>
                      <a:pt x="2286" y="3739"/>
                      <a:pt x="2278" y="3741"/>
                    </a:cubicBezTo>
                    <a:cubicBezTo>
                      <a:pt x="2278" y="3740"/>
                      <a:pt x="2277" y="3740"/>
                      <a:pt x="2277" y="3740"/>
                    </a:cubicBezTo>
                    <a:cubicBezTo>
                      <a:pt x="2275" y="3739"/>
                      <a:pt x="2273" y="3738"/>
                      <a:pt x="2270" y="3738"/>
                    </a:cubicBezTo>
                    <a:cubicBezTo>
                      <a:pt x="2270" y="3738"/>
                      <a:pt x="2269" y="3738"/>
                      <a:pt x="2268" y="3738"/>
                    </a:cubicBezTo>
                    <a:lnTo>
                      <a:pt x="2264" y="3738"/>
                    </a:lnTo>
                    <a:cubicBezTo>
                      <a:pt x="2227" y="3747"/>
                      <a:pt x="2188" y="3748"/>
                      <a:pt x="2151" y="3758"/>
                    </a:cubicBezTo>
                    <a:cubicBezTo>
                      <a:pt x="2103" y="3770"/>
                      <a:pt x="2055" y="3779"/>
                      <a:pt x="2007" y="3791"/>
                    </a:cubicBezTo>
                    <a:cubicBezTo>
                      <a:pt x="1918" y="3813"/>
                      <a:pt x="1827" y="3838"/>
                      <a:pt x="1740" y="3867"/>
                    </a:cubicBezTo>
                    <a:cubicBezTo>
                      <a:pt x="1695" y="3884"/>
                      <a:pt x="1651" y="3904"/>
                      <a:pt x="1608" y="3926"/>
                    </a:cubicBezTo>
                    <a:cubicBezTo>
                      <a:pt x="1561" y="3947"/>
                      <a:pt x="1511" y="3964"/>
                      <a:pt x="1464" y="3985"/>
                    </a:cubicBezTo>
                    <a:cubicBezTo>
                      <a:pt x="1417" y="4006"/>
                      <a:pt x="1364" y="4027"/>
                      <a:pt x="1377" y="4083"/>
                    </a:cubicBezTo>
                    <a:cubicBezTo>
                      <a:pt x="1374" y="4085"/>
                      <a:pt x="1371" y="4086"/>
                      <a:pt x="1368" y="4088"/>
                    </a:cubicBezTo>
                    <a:cubicBezTo>
                      <a:pt x="1360" y="4093"/>
                      <a:pt x="1352" y="4099"/>
                      <a:pt x="1345" y="4107"/>
                    </a:cubicBezTo>
                    <a:cubicBezTo>
                      <a:pt x="1343" y="4110"/>
                      <a:pt x="1342" y="4112"/>
                      <a:pt x="1340" y="4115"/>
                    </a:cubicBezTo>
                    <a:cubicBezTo>
                      <a:pt x="1339" y="4116"/>
                      <a:pt x="1339" y="4116"/>
                      <a:pt x="1339" y="4117"/>
                    </a:cubicBezTo>
                    <a:cubicBezTo>
                      <a:pt x="1336" y="4117"/>
                      <a:pt x="1334" y="4118"/>
                      <a:pt x="1331" y="4118"/>
                    </a:cubicBezTo>
                    <a:cubicBezTo>
                      <a:pt x="1331" y="4118"/>
                      <a:pt x="1331" y="4119"/>
                      <a:pt x="1330" y="4119"/>
                    </a:cubicBezTo>
                    <a:lnTo>
                      <a:pt x="1329" y="4120"/>
                    </a:lnTo>
                    <a:lnTo>
                      <a:pt x="1329" y="4121"/>
                    </a:lnTo>
                    <a:lnTo>
                      <a:pt x="1329" y="4122"/>
                    </a:lnTo>
                    <a:cubicBezTo>
                      <a:pt x="1330" y="4123"/>
                      <a:pt x="1330" y="4123"/>
                      <a:pt x="1330" y="4123"/>
                    </a:cubicBezTo>
                    <a:cubicBezTo>
                      <a:pt x="1331" y="4123"/>
                      <a:pt x="1331" y="4123"/>
                      <a:pt x="1331" y="4123"/>
                    </a:cubicBezTo>
                    <a:lnTo>
                      <a:pt x="1335" y="4123"/>
                    </a:lnTo>
                    <a:cubicBezTo>
                      <a:pt x="1325" y="4150"/>
                      <a:pt x="1320" y="4177"/>
                      <a:pt x="1320" y="4205"/>
                    </a:cubicBezTo>
                    <a:cubicBezTo>
                      <a:pt x="1320" y="4207"/>
                      <a:pt x="1320" y="4209"/>
                      <a:pt x="1320" y="4211"/>
                    </a:cubicBezTo>
                    <a:cubicBezTo>
                      <a:pt x="1320" y="4262"/>
                      <a:pt x="1319" y="4312"/>
                      <a:pt x="1317" y="4362"/>
                    </a:cubicBezTo>
                    <a:cubicBezTo>
                      <a:pt x="1317" y="4377"/>
                      <a:pt x="1315" y="4392"/>
                      <a:pt x="1315" y="4406"/>
                    </a:cubicBezTo>
                    <a:cubicBezTo>
                      <a:pt x="1299" y="4389"/>
                      <a:pt x="1281" y="4375"/>
                      <a:pt x="1261" y="4363"/>
                    </a:cubicBezTo>
                    <a:cubicBezTo>
                      <a:pt x="1259" y="4362"/>
                      <a:pt x="1258" y="4361"/>
                      <a:pt x="1256" y="4360"/>
                    </a:cubicBezTo>
                    <a:cubicBezTo>
                      <a:pt x="1236" y="4350"/>
                      <a:pt x="1221" y="4330"/>
                      <a:pt x="1201" y="4321"/>
                    </a:cubicBezTo>
                    <a:cubicBezTo>
                      <a:pt x="1200" y="4320"/>
                      <a:pt x="1198" y="4319"/>
                      <a:pt x="1196" y="4318"/>
                    </a:cubicBezTo>
                    <a:cubicBezTo>
                      <a:pt x="1170" y="4303"/>
                      <a:pt x="1144" y="4285"/>
                      <a:pt x="1121" y="4266"/>
                    </a:cubicBezTo>
                    <a:cubicBezTo>
                      <a:pt x="947" y="4139"/>
                      <a:pt x="801" y="3979"/>
                      <a:pt x="617" y="3868"/>
                    </a:cubicBezTo>
                    <a:cubicBezTo>
                      <a:pt x="527" y="3814"/>
                      <a:pt x="442" y="3757"/>
                      <a:pt x="349" y="3710"/>
                    </a:cubicBezTo>
                    <a:cubicBezTo>
                      <a:pt x="310" y="3689"/>
                      <a:pt x="269" y="3671"/>
                      <a:pt x="226" y="3658"/>
                    </a:cubicBezTo>
                    <a:cubicBezTo>
                      <a:pt x="209" y="3654"/>
                      <a:pt x="191" y="3652"/>
                      <a:pt x="173" y="3652"/>
                    </a:cubicBezTo>
                    <a:cubicBezTo>
                      <a:pt x="153" y="3652"/>
                      <a:pt x="133" y="3655"/>
                      <a:pt x="114" y="3659"/>
                    </a:cubicBezTo>
                    <a:lnTo>
                      <a:pt x="106" y="3659"/>
                    </a:lnTo>
                    <a:cubicBezTo>
                      <a:pt x="102" y="3659"/>
                      <a:pt x="99" y="3660"/>
                      <a:pt x="95" y="3661"/>
                    </a:cubicBezTo>
                    <a:lnTo>
                      <a:pt x="75" y="3663"/>
                    </a:lnTo>
                    <a:cubicBezTo>
                      <a:pt x="75" y="3663"/>
                      <a:pt x="76" y="3663"/>
                      <a:pt x="75" y="3664"/>
                    </a:cubicBezTo>
                    <a:cubicBezTo>
                      <a:pt x="74" y="3665"/>
                      <a:pt x="75" y="3664"/>
                      <a:pt x="74" y="3665"/>
                    </a:cubicBezTo>
                    <a:cubicBezTo>
                      <a:pt x="73" y="3666"/>
                      <a:pt x="73" y="3666"/>
                      <a:pt x="73" y="3666"/>
                    </a:cubicBezTo>
                    <a:cubicBezTo>
                      <a:pt x="73" y="3667"/>
                      <a:pt x="73" y="3667"/>
                      <a:pt x="74" y="3668"/>
                    </a:cubicBezTo>
                    <a:lnTo>
                      <a:pt x="75" y="3669"/>
                    </a:lnTo>
                    <a:lnTo>
                      <a:pt x="77" y="3669"/>
                    </a:lnTo>
                    <a:lnTo>
                      <a:pt x="72" y="3672"/>
                    </a:lnTo>
                    <a:cubicBezTo>
                      <a:pt x="66" y="3676"/>
                      <a:pt x="51" y="3687"/>
                      <a:pt x="40" y="3693"/>
                    </a:cubicBezTo>
                    <a:cubicBezTo>
                      <a:pt x="40" y="3692"/>
                      <a:pt x="40" y="3692"/>
                      <a:pt x="39" y="3691"/>
                    </a:cubicBezTo>
                    <a:cubicBezTo>
                      <a:pt x="39" y="3690"/>
                      <a:pt x="39" y="3690"/>
                      <a:pt x="38" y="3689"/>
                    </a:cubicBezTo>
                    <a:cubicBezTo>
                      <a:pt x="37" y="3688"/>
                      <a:pt x="36" y="3688"/>
                      <a:pt x="35" y="3688"/>
                    </a:cubicBezTo>
                    <a:cubicBezTo>
                      <a:pt x="34" y="3688"/>
                      <a:pt x="33" y="3689"/>
                      <a:pt x="33" y="3689"/>
                    </a:cubicBezTo>
                    <a:cubicBezTo>
                      <a:pt x="32" y="3690"/>
                      <a:pt x="32" y="3690"/>
                      <a:pt x="31" y="3691"/>
                    </a:cubicBezTo>
                    <a:cubicBezTo>
                      <a:pt x="31" y="3692"/>
                      <a:pt x="30" y="3692"/>
                      <a:pt x="30" y="3693"/>
                    </a:cubicBezTo>
                    <a:cubicBezTo>
                      <a:pt x="30" y="3695"/>
                      <a:pt x="30" y="3697"/>
                      <a:pt x="29" y="3698"/>
                    </a:cubicBezTo>
                    <a:lnTo>
                      <a:pt x="28" y="3698"/>
                    </a:lnTo>
                    <a:cubicBezTo>
                      <a:pt x="27" y="3698"/>
                      <a:pt x="26" y="3699"/>
                      <a:pt x="24" y="3699"/>
                    </a:cubicBezTo>
                    <a:cubicBezTo>
                      <a:pt x="23" y="3700"/>
                      <a:pt x="22" y="3700"/>
                      <a:pt x="21" y="3702"/>
                    </a:cubicBezTo>
                    <a:cubicBezTo>
                      <a:pt x="21" y="3704"/>
                      <a:pt x="20" y="3705"/>
                      <a:pt x="20" y="3706"/>
                    </a:cubicBezTo>
                    <a:cubicBezTo>
                      <a:pt x="20" y="3708"/>
                      <a:pt x="21" y="3709"/>
                      <a:pt x="21" y="3711"/>
                    </a:cubicBezTo>
                    <a:cubicBezTo>
                      <a:pt x="22" y="3713"/>
                      <a:pt x="23" y="3713"/>
                      <a:pt x="24" y="3714"/>
                    </a:cubicBezTo>
                    <a:cubicBezTo>
                      <a:pt x="25" y="3714"/>
                      <a:pt x="25" y="3714"/>
                      <a:pt x="25" y="3714"/>
                    </a:cubicBezTo>
                    <a:cubicBezTo>
                      <a:pt x="16" y="3736"/>
                      <a:pt x="0" y="3755"/>
                      <a:pt x="2" y="3782"/>
                    </a:cubicBezTo>
                    <a:cubicBezTo>
                      <a:pt x="6" y="3827"/>
                      <a:pt x="37" y="3842"/>
                      <a:pt x="77" y="3856"/>
                    </a:cubicBezTo>
                    <a:cubicBezTo>
                      <a:pt x="141" y="3878"/>
                      <a:pt x="199" y="3923"/>
                      <a:pt x="254" y="3961"/>
                    </a:cubicBezTo>
                    <a:cubicBezTo>
                      <a:pt x="306" y="4000"/>
                      <a:pt x="353" y="4045"/>
                      <a:pt x="396" y="4093"/>
                    </a:cubicBezTo>
                    <a:cubicBezTo>
                      <a:pt x="413" y="4109"/>
                      <a:pt x="429" y="4126"/>
                      <a:pt x="444" y="4143"/>
                    </a:cubicBezTo>
                    <a:cubicBezTo>
                      <a:pt x="464" y="4172"/>
                      <a:pt x="490" y="4198"/>
                      <a:pt x="512" y="4225"/>
                    </a:cubicBezTo>
                    <a:cubicBezTo>
                      <a:pt x="558" y="4282"/>
                      <a:pt x="605" y="4338"/>
                      <a:pt x="650" y="4395"/>
                    </a:cubicBezTo>
                    <a:cubicBezTo>
                      <a:pt x="665" y="4417"/>
                      <a:pt x="679" y="4439"/>
                      <a:pt x="692" y="4461"/>
                    </a:cubicBezTo>
                    <a:cubicBezTo>
                      <a:pt x="707" y="4487"/>
                      <a:pt x="720" y="4512"/>
                      <a:pt x="732" y="4539"/>
                    </a:cubicBezTo>
                    <a:cubicBezTo>
                      <a:pt x="763" y="4596"/>
                      <a:pt x="809" y="4646"/>
                      <a:pt x="847" y="4698"/>
                    </a:cubicBezTo>
                    <a:cubicBezTo>
                      <a:pt x="881" y="4742"/>
                      <a:pt x="918" y="4784"/>
                      <a:pt x="957" y="4823"/>
                    </a:cubicBezTo>
                    <a:cubicBezTo>
                      <a:pt x="996" y="4865"/>
                      <a:pt x="1040" y="4904"/>
                      <a:pt x="1082" y="4943"/>
                    </a:cubicBezTo>
                    <a:cubicBezTo>
                      <a:pt x="1169" y="5024"/>
                      <a:pt x="1272" y="5084"/>
                      <a:pt x="1365" y="5158"/>
                    </a:cubicBezTo>
                    <a:cubicBezTo>
                      <a:pt x="1411" y="5195"/>
                      <a:pt x="1465" y="5223"/>
                      <a:pt x="1510" y="5262"/>
                    </a:cubicBezTo>
                    <a:cubicBezTo>
                      <a:pt x="1533" y="5282"/>
                      <a:pt x="1558" y="5300"/>
                      <a:pt x="1583" y="5316"/>
                    </a:cubicBezTo>
                    <a:cubicBezTo>
                      <a:pt x="1590" y="5342"/>
                      <a:pt x="1592" y="5373"/>
                      <a:pt x="1597" y="5399"/>
                    </a:cubicBezTo>
                    <a:cubicBezTo>
                      <a:pt x="1608" y="5450"/>
                      <a:pt x="1625" y="5500"/>
                      <a:pt x="1647" y="5547"/>
                    </a:cubicBezTo>
                    <a:cubicBezTo>
                      <a:pt x="1662" y="5593"/>
                      <a:pt x="1675" y="5639"/>
                      <a:pt x="1686" y="5686"/>
                    </a:cubicBezTo>
                    <a:cubicBezTo>
                      <a:pt x="1701" y="5740"/>
                      <a:pt x="1700" y="5790"/>
                      <a:pt x="1707" y="5843"/>
                    </a:cubicBezTo>
                    <a:cubicBezTo>
                      <a:pt x="1713" y="5886"/>
                      <a:pt x="1715" y="5927"/>
                      <a:pt x="1717" y="5969"/>
                    </a:cubicBezTo>
                    <a:cubicBezTo>
                      <a:pt x="1721" y="6025"/>
                      <a:pt x="1733" y="6083"/>
                      <a:pt x="1731" y="6140"/>
                    </a:cubicBezTo>
                    <a:cubicBezTo>
                      <a:pt x="1729" y="6194"/>
                      <a:pt x="1743" y="6248"/>
                      <a:pt x="1743" y="6302"/>
                    </a:cubicBezTo>
                    <a:cubicBezTo>
                      <a:pt x="1743" y="6326"/>
                      <a:pt x="1751" y="6348"/>
                      <a:pt x="1749" y="6373"/>
                    </a:cubicBezTo>
                    <a:cubicBezTo>
                      <a:pt x="1748" y="6379"/>
                      <a:pt x="1748" y="6386"/>
                      <a:pt x="1748" y="6392"/>
                    </a:cubicBezTo>
                    <a:cubicBezTo>
                      <a:pt x="1748" y="6402"/>
                      <a:pt x="1749" y="6412"/>
                      <a:pt x="1751" y="6422"/>
                    </a:cubicBezTo>
                    <a:cubicBezTo>
                      <a:pt x="1743" y="6427"/>
                      <a:pt x="1736" y="6434"/>
                      <a:pt x="1731" y="6443"/>
                    </a:cubicBezTo>
                    <a:cubicBezTo>
                      <a:pt x="1725" y="6452"/>
                      <a:pt x="1723" y="6462"/>
                      <a:pt x="1723" y="6472"/>
                    </a:cubicBezTo>
                    <a:cubicBezTo>
                      <a:pt x="1723" y="6473"/>
                      <a:pt x="1723" y="6474"/>
                      <a:pt x="1723" y="6475"/>
                    </a:cubicBezTo>
                    <a:cubicBezTo>
                      <a:pt x="1723" y="6489"/>
                      <a:pt x="1721" y="6502"/>
                      <a:pt x="1717" y="6516"/>
                    </a:cubicBezTo>
                    <a:cubicBezTo>
                      <a:pt x="1715" y="6517"/>
                      <a:pt x="1713" y="6519"/>
                      <a:pt x="1712" y="6521"/>
                    </a:cubicBezTo>
                    <a:cubicBezTo>
                      <a:pt x="1711" y="6523"/>
                      <a:pt x="1710" y="6525"/>
                      <a:pt x="1710" y="6527"/>
                    </a:cubicBezTo>
                    <a:lnTo>
                      <a:pt x="1710" y="6528"/>
                    </a:lnTo>
                    <a:cubicBezTo>
                      <a:pt x="1710" y="6529"/>
                      <a:pt x="1710" y="6530"/>
                      <a:pt x="1710" y="6531"/>
                    </a:cubicBezTo>
                    <a:cubicBezTo>
                      <a:pt x="1711" y="6532"/>
                      <a:pt x="1712" y="6533"/>
                      <a:pt x="1713" y="6533"/>
                    </a:cubicBezTo>
                    <a:cubicBezTo>
                      <a:pt x="1709" y="6544"/>
                      <a:pt x="1706" y="6554"/>
                      <a:pt x="1703" y="6565"/>
                    </a:cubicBezTo>
                    <a:cubicBezTo>
                      <a:pt x="1696" y="6590"/>
                      <a:pt x="1692" y="6617"/>
                      <a:pt x="1687" y="6643"/>
                    </a:cubicBezTo>
                    <a:cubicBezTo>
                      <a:pt x="1686" y="6644"/>
                      <a:pt x="1685" y="6645"/>
                      <a:pt x="1684" y="6646"/>
                    </a:cubicBezTo>
                    <a:cubicBezTo>
                      <a:pt x="1684" y="6647"/>
                      <a:pt x="1683" y="6648"/>
                      <a:pt x="1683" y="6650"/>
                    </a:cubicBezTo>
                    <a:cubicBezTo>
                      <a:pt x="1683" y="6651"/>
                      <a:pt x="1684" y="6652"/>
                      <a:pt x="1684" y="6653"/>
                    </a:cubicBezTo>
                    <a:cubicBezTo>
                      <a:pt x="1685" y="6654"/>
                      <a:pt x="1685" y="6654"/>
                      <a:pt x="1685" y="6654"/>
                    </a:cubicBezTo>
                    <a:cubicBezTo>
                      <a:pt x="1685" y="6656"/>
                      <a:pt x="1685" y="6658"/>
                      <a:pt x="1684" y="6660"/>
                    </a:cubicBezTo>
                    <a:cubicBezTo>
                      <a:pt x="1681" y="6670"/>
                      <a:pt x="1678" y="6681"/>
                      <a:pt x="1673" y="6691"/>
                    </a:cubicBezTo>
                    <a:cubicBezTo>
                      <a:pt x="1670" y="6693"/>
                      <a:pt x="1668" y="6695"/>
                      <a:pt x="1666" y="6698"/>
                    </a:cubicBezTo>
                    <a:cubicBezTo>
                      <a:pt x="1665" y="6700"/>
                      <a:pt x="1664" y="6702"/>
                      <a:pt x="1664" y="6705"/>
                    </a:cubicBezTo>
                    <a:lnTo>
                      <a:pt x="1664" y="6706"/>
                    </a:lnTo>
                    <a:cubicBezTo>
                      <a:pt x="1664" y="6707"/>
                      <a:pt x="1664" y="6709"/>
                      <a:pt x="1665" y="6710"/>
                    </a:cubicBezTo>
                    <a:lnTo>
                      <a:pt x="1665" y="6711"/>
                    </a:lnTo>
                    <a:cubicBezTo>
                      <a:pt x="1657" y="6729"/>
                      <a:pt x="1651" y="6747"/>
                      <a:pt x="1647" y="6766"/>
                    </a:cubicBezTo>
                    <a:cubicBezTo>
                      <a:pt x="1647" y="6767"/>
                      <a:pt x="1647" y="6767"/>
                      <a:pt x="1646" y="6768"/>
                    </a:cubicBezTo>
                    <a:cubicBezTo>
                      <a:pt x="1645" y="6769"/>
                      <a:pt x="1645" y="6770"/>
                      <a:pt x="1645" y="6771"/>
                    </a:cubicBezTo>
                    <a:cubicBezTo>
                      <a:pt x="1645" y="6771"/>
                      <a:pt x="1645" y="6772"/>
                      <a:pt x="1645" y="6773"/>
                    </a:cubicBezTo>
                    <a:cubicBezTo>
                      <a:pt x="1645" y="6773"/>
                      <a:pt x="1645" y="6774"/>
                      <a:pt x="1645" y="6775"/>
                    </a:cubicBezTo>
                    <a:cubicBezTo>
                      <a:pt x="1645" y="6778"/>
                      <a:pt x="1645" y="6781"/>
                      <a:pt x="1645" y="6785"/>
                    </a:cubicBezTo>
                    <a:cubicBezTo>
                      <a:pt x="1619" y="6774"/>
                      <a:pt x="1591" y="6769"/>
                      <a:pt x="1563" y="6769"/>
                    </a:cubicBezTo>
                    <a:cubicBezTo>
                      <a:pt x="1562" y="6769"/>
                      <a:pt x="1562" y="6769"/>
                      <a:pt x="1561" y="6769"/>
                    </a:cubicBezTo>
                    <a:cubicBezTo>
                      <a:pt x="1508" y="6771"/>
                      <a:pt x="1464" y="6787"/>
                      <a:pt x="1414" y="6798"/>
                    </a:cubicBezTo>
                    <a:cubicBezTo>
                      <a:pt x="1335" y="6816"/>
                      <a:pt x="1276" y="6877"/>
                      <a:pt x="1231" y="6945"/>
                    </a:cubicBezTo>
                    <a:cubicBezTo>
                      <a:pt x="1226" y="6948"/>
                      <a:pt x="1222" y="6953"/>
                      <a:pt x="1218" y="6957"/>
                    </a:cubicBezTo>
                    <a:cubicBezTo>
                      <a:pt x="1218" y="6958"/>
                      <a:pt x="1218" y="6958"/>
                      <a:pt x="1217" y="6959"/>
                    </a:cubicBezTo>
                    <a:cubicBezTo>
                      <a:pt x="1216" y="6960"/>
                      <a:pt x="1216" y="6961"/>
                      <a:pt x="1216" y="6963"/>
                    </a:cubicBezTo>
                    <a:cubicBezTo>
                      <a:pt x="1216" y="6964"/>
                      <a:pt x="1216" y="6965"/>
                      <a:pt x="1216" y="6966"/>
                    </a:cubicBezTo>
                    <a:cubicBezTo>
                      <a:pt x="1197" y="6996"/>
                      <a:pt x="1180" y="7027"/>
                      <a:pt x="1165" y="7055"/>
                    </a:cubicBezTo>
                    <a:cubicBezTo>
                      <a:pt x="1153" y="7076"/>
                      <a:pt x="1143" y="7098"/>
                      <a:pt x="1135" y="7121"/>
                    </a:cubicBezTo>
                    <a:lnTo>
                      <a:pt x="1127" y="7130"/>
                    </a:lnTo>
                    <a:lnTo>
                      <a:pt x="1127" y="7131"/>
                    </a:lnTo>
                    <a:cubicBezTo>
                      <a:pt x="1126" y="7132"/>
                      <a:pt x="1125" y="7134"/>
                      <a:pt x="1125" y="7136"/>
                    </a:cubicBezTo>
                    <a:cubicBezTo>
                      <a:pt x="1125" y="7137"/>
                      <a:pt x="1126" y="7139"/>
                      <a:pt x="1127" y="7141"/>
                    </a:cubicBezTo>
                    <a:cubicBezTo>
                      <a:pt x="1117" y="7168"/>
                      <a:pt x="1108" y="7195"/>
                      <a:pt x="1094" y="7220"/>
                    </a:cubicBezTo>
                    <a:cubicBezTo>
                      <a:pt x="1089" y="7231"/>
                      <a:pt x="1084" y="7242"/>
                      <a:pt x="1079" y="7252"/>
                    </a:cubicBezTo>
                    <a:lnTo>
                      <a:pt x="1078" y="7254"/>
                    </a:lnTo>
                    <a:cubicBezTo>
                      <a:pt x="1077" y="7255"/>
                      <a:pt x="1077" y="7256"/>
                      <a:pt x="1077" y="7257"/>
                    </a:cubicBezTo>
                    <a:cubicBezTo>
                      <a:pt x="1057" y="7300"/>
                      <a:pt x="1039" y="7344"/>
                      <a:pt x="1022" y="7389"/>
                    </a:cubicBezTo>
                    <a:cubicBezTo>
                      <a:pt x="1012" y="7414"/>
                      <a:pt x="1002" y="7440"/>
                      <a:pt x="994" y="7466"/>
                    </a:cubicBezTo>
                    <a:cubicBezTo>
                      <a:pt x="991" y="7469"/>
                      <a:pt x="988" y="7472"/>
                      <a:pt x="985" y="7475"/>
                    </a:cubicBezTo>
                    <a:cubicBezTo>
                      <a:pt x="985" y="7476"/>
                      <a:pt x="986" y="7476"/>
                      <a:pt x="985" y="7477"/>
                    </a:cubicBezTo>
                    <a:cubicBezTo>
                      <a:pt x="984" y="7478"/>
                      <a:pt x="983" y="7480"/>
                      <a:pt x="983" y="7482"/>
                    </a:cubicBezTo>
                    <a:cubicBezTo>
                      <a:pt x="983" y="7483"/>
                      <a:pt x="984" y="7485"/>
                      <a:pt x="985" y="7487"/>
                    </a:cubicBezTo>
                    <a:lnTo>
                      <a:pt x="985" y="7488"/>
                    </a:lnTo>
                    <a:cubicBezTo>
                      <a:pt x="982" y="7496"/>
                      <a:pt x="979" y="7505"/>
                      <a:pt x="975" y="7514"/>
                    </a:cubicBezTo>
                    <a:cubicBezTo>
                      <a:pt x="971" y="7517"/>
                      <a:pt x="967" y="7521"/>
                      <a:pt x="963" y="7525"/>
                    </a:cubicBezTo>
                    <a:cubicBezTo>
                      <a:pt x="963" y="7525"/>
                      <a:pt x="962" y="7526"/>
                      <a:pt x="961" y="7527"/>
                    </a:cubicBezTo>
                    <a:cubicBezTo>
                      <a:pt x="960" y="7529"/>
                      <a:pt x="960" y="7531"/>
                      <a:pt x="960" y="7533"/>
                    </a:cubicBezTo>
                    <a:cubicBezTo>
                      <a:pt x="960" y="7535"/>
                      <a:pt x="960" y="7537"/>
                      <a:pt x="961" y="7539"/>
                    </a:cubicBezTo>
                    <a:cubicBezTo>
                      <a:pt x="962" y="7540"/>
                      <a:pt x="963" y="7541"/>
                      <a:pt x="963" y="7541"/>
                    </a:cubicBezTo>
                    <a:cubicBezTo>
                      <a:pt x="954" y="7564"/>
                      <a:pt x="944" y="7587"/>
                      <a:pt x="932" y="7610"/>
                    </a:cubicBezTo>
                    <a:cubicBezTo>
                      <a:pt x="928" y="7620"/>
                      <a:pt x="924" y="7629"/>
                      <a:pt x="918" y="7639"/>
                    </a:cubicBezTo>
                    <a:cubicBezTo>
                      <a:pt x="906" y="7661"/>
                      <a:pt x="889" y="7682"/>
                      <a:pt x="871" y="7700"/>
                    </a:cubicBezTo>
                    <a:cubicBezTo>
                      <a:pt x="848" y="7723"/>
                      <a:pt x="836" y="7759"/>
                      <a:pt x="816" y="7784"/>
                    </a:cubicBezTo>
                    <a:cubicBezTo>
                      <a:pt x="783" y="7827"/>
                      <a:pt x="748" y="7868"/>
                      <a:pt x="711" y="7908"/>
                    </a:cubicBezTo>
                    <a:cubicBezTo>
                      <a:pt x="710" y="7909"/>
                      <a:pt x="710" y="7909"/>
                      <a:pt x="709" y="7910"/>
                    </a:cubicBezTo>
                    <a:cubicBezTo>
                      <a:pt x="705" y="7911"/>
                      <a:pt x="702" y="7913"/>
                      <a:pt x="698" y="7915"/>
                    </a:cubicBezTo>
                    <a:lnTo>
                      <a:pt x="697" y="7915"/>
                    </a:lnTo>
                    <a:cubicBezTo>
                      <a:pt x="696" y="7916"/>
                      <a:pt x="695" y="7917"/>
                      <a:pt x="694" y="7919"/>
                    </a:cubicBezTo>
                    <a:cubicBezTo>
                      <a:pt x="694" y="7920"/>
                      <a:pt x="692" y="7921"/>
                      <a:pt x="692" y="7923"/>
                    </a:cubicBezTo>
                    <a:cubicBezTo>
                      <a:pt x="692" y="7924"/>
                      <a:pt x="693" y="7926"/>
                      <a:pt x="693" y="7927"/>
                    </a:cubicBezTo>
                    <a:lnTo>
                      <a:pt x="680" y="7941"/>
                    </a:lnTo>
                    <a:cubicBezTo>
                      <a:pt x="676" y="7945"/>
                      <a:pt x="672" y="7949"/>
                      <a:pt x="668" y="7953"/>
                    </a:cubicBezTo>
                    <a:cubicBezTo>
                      <a:pt x="666" y="7953"/>
                      <a:pt x="665" y="7954"/>
                      <a:pt x="664" y="7955"/>
                    </a:cubicBezTo>
                    <a:cubicBezTo>
                      <a:pt x="659" y="7957"/>
                      <a:pt x="655" y="7961"/>
                      <a:pt x="652" y="7966"/>
                    </a:cubicBezTo>
                    <a:cubicBezTo>
                      <a:pt x="652" y="7967"/>
                      <a:pt x="651" y="7968"/>
                      <a:pt x="651" y="7969"/>
                    </a:cubicBezTo>
                    <a:cubicBezTo>
                      <a:pt x="625" y="7993"/>
                      <a:pt x="597" y="8017"/>
                      <a:pt x="569" y="8041"/>
                    </a:cubicBezTo>
                    <a:lnTo>
                      <a:pt x="565" y="8042"/>
                    </a:lnTo>
                    <a:cubicBezTo>
                      <a:pt x="564" y="8042"/>
                      <a:pt x="562" y="8042"/>
                      <a:pt x="561" y="8043"/>
                    </a:cubicBezTo>
                    <a:cubicBezTo>
                      <a:pt x="559" y="8044"/>
                      <a:pt x="558" y="8045"/>
                      <a:pt x="557" y="8047"/>
                    </a:cubicBezTo>
                    <a:cubicBezTo>
                      <a:pt x="556" y="8048"/>
                      <a:pt x="556" y="8050"/>
                      <a:pt x="556" y="8052"/>
                    </a:cubicBezTo>
                    <a:cubicBezTo>
                      <a:pt x="540" y="8066"/>
                      <a:pt x="524" y="8080"/>
                      <a:pt x="508" y="8095"/>
                    </a:cubicBezTo>
                    <a:cubicBezTo>
                      <a:pt x="493" y="8110"/>
                      <a:pt x="465" y="8129"/>
                      <a:pt x="444" y="8147"/>
                    </a:cubicBezTo>
                    <a:cubicBezTo>
                      <a:pt x="441" y="8148"/>
                      <a:pt x="439" y="8149"/>
                      <a:pt x="437" y="8150"/>
                    </a:cubicBezTo>
                    <a:cubicBezTo>
                      <a:pt x="434" y="8151"/>
                      <a:pt x="431" y="8154"/>
                      <a:pt x="429" y="8156"/>
                    </a:cubicBezTo>
                    <a:cubicBezTo>
                      <a:pt x="429" y="8157"/>
                      <a:pt x="429" y="8157"/>
                      <a:pt x="429" y="8157"/>
                    </a:cubicBezTo>
                    <a:cubicBezTo>
                      <a:pt x="429" y="8158"/>
                      <a:pt x="428" y="8159"/>
                      <a:pt x="428" y="8160"/>
                    </a:cubicBezTo>
                    <a:cubicBezTo>
                      <a:pt x="415" y="8172"/>
                      <a:pt x="404" y="8185"/>
                      <a:pt x="395" y="8201"/>
                    </a:cubicBezTo>
                    <a:cubicBezTo>
                      <a:pt x="393" y="8205"/>
                      <a:pt x="390" y="8210"/>
                      <a:pt x="388" y="8216"/>
                    </a:cubicBezTo>
                    <a:cubicBezTo>
                      <a:pt x="377" y="8240"/>
                      <a:pt x="405" y="8258"/>
                      <a:pt x="427" y="8247"/>
                    </a:cubicBezTo>
                    <a:cubicBezTo>
                      <a:pt x="466" y="8229"/>
                      <a:pt x="505" y="8209"/>
                      <a:pt x="542" y="8188"/>
                    </a:cubicBezTo>
                    <a:cubicBezTo>
                      <a:pt x="613" y="8147"/>
                      <a:pt x="681" y="8100"/>
                      <a:pt x="743" y="8047"/>
                    </a:cubicBezTo>
                    <a:cubicBezTo>
                      <a:pt x="767" y="8027"/>
                      <a:pt x="793" y="8004"/>
                      <a:pt x="814" y="7982"/>
                    </a:cubicBezTo>
                    <a:cubicBezTo>
                      <a:pt x="835" y="7959"/>
                      <a:pt x="863" y="7948"/>
                      <a:pt x="883" y="7924"/>
                    </a:cubicBezTo>
                    <a:cubicBezTo>
                      <a:pt x="929" y="7870"/>
                      <a:pt x="970" y="7812"/>
                      <a:pt x="1016" y="7758"/>
                    </a:cubicBezTo>
                    <a:cubicBezTo>
                      <a:pt x="1076" y="7688"/>
                      <a:pt x="1130" y="7612"/>
                      <a:pt x="1178" y="7532"/>
                    </a:cubicBezTo>
                    <a:cubicBezTo>
                      <a:pt x="1231" y="7439"/>
                      <a:pt x="1256" y="7339"/>
                      <a:pt x="1288" y="7238"/>
                    </a:cubicBezTo>
                    <a:cubicBezTo>
                      <a:pt x="1313" y="7161"/>
                      <a:pt x="1334" y="7002"/>
                      <a:pt x="1442" y="7005"/>
                    </a:cubicBezTo>
                    <a:cubicBezTo>
                      <a:pt x="1447" y="7005"/>
                      <a:pt x="1452" y="7007"/>
                      <a:pt x="1456" y="7009"/>
                    </a:cubicBezTo>
                    <a:cubicBezTo>
                      <a:pt x="1460" y="7011"/>
                      <a:pt x="1463" y="7013"/>
                      <a:pt x="1465" y="7016"/>
                    </a:cubicBezTo>
                    <a:cubicBezTo>
                      <a:pt x="1463" y="7016"/>
                      <a:pt x="1461" y="7019"/>
                      <a:pt x="1462" y="7021"/>
                    </a:cubicBezTo>
                    <a:cubicBezTo>
                      <a:pt x="1473" y="7038"/>
                      <a:pt x="1473" y="7085"/>
                      <a:pt x="1474" y="7100"/>
                    </a:cubicBezTo>
                    <a:cubicBezTo>
                      <a:pt x="1475" y="7115"/>
                      <a:pt x="1476" y="7129"/>
                      <a:pt x="1477" y="7143"/>
                    </a:cubicBezTo>
                    <a:cubicBezTo>
                      <a:pt x="1477" y="7149"/>
                      <a:pt x="1477" y="7154"/>
                      <a:pt x="1477" y="7158"/>
                    </a:cubicBezTo>
                    <a:cubicBezTo>
                      <a:pt x="1476" y="7187"/>
                      <a:pt x="1474" y="7216"/>
                      <a:pt x="1469" y="7245"/>
                    </a:cubicBezTo>
                    <a:lnTo>
                      <a:pt x="1467" y="7246"/>
                    </a:lnTo>
                    <a:cubicBezTo>
                      <a:pt x="1462" y="7252"/>
                      <a:pt x="1460" y="7260"/>
                      <a:pt x="1455" y="7266"/>
                    </a:cubicBezTo>
                    <a:cubicBezTo>
                      <a:pt x="1450" y="7272"/>
                      <a:pt x="1458" y="7279"/>
                      <a:pt x="1463" y="7276"/>
                    </a:cubicBezTo>
                    <a:cubicBezTo>
                      <a:pt x="1462" y="7285"/>
                      <a:pt x="1460" y="7293"/>
                      <a:pt x="1458" y="7302"/>
                    </a:cubicBezTo>
                    <a:lnTo>
                      <a:pt x="1457" y="7303"/>
                    </a:lnTo>
                    <a:cubicBezTo>
                      <a:pt x="1452" y="7305"/>
                      <a:pt x="1449" y="7309"/>
                      <a:pt x="1446" y="7314"/>
                    </a:cubicBezTo>
                    <a:cubicBezTo>
                      <a:pt x="1444" y="7318"/>
                      <a:pt x="1442" y="7323"/>
                      <a:pt x="1442" y="7329"/>
                    </a:cubicBezTo>
                    <a:cubicBezTo>
                      <a:pt x="1442" y="7330"/>
                      <a:pt x="1442" y="7332"/>
                      <a:pt x="1442" y="7333"/>
                    </a:cubicBezTo>
                    <a:cubicBezTo>
                      <a:pt x="1442" y="7334"/>
                      <a:pt x="1443" y="7335"/>
                      <a:pt x="1443" y="7336"/>
                    </a:cubicBezTo>
                    <a:cubicBezTo>
                      <a:pt x="1444" y="7337"/>
                      <a:pt x="1445" y="7338"/>
                      <a:pt x="1446" y="7339"/>
                    </a:cubicBezTo>
                    <a:cubicBezTo>
                      <a:pt x="1447" y="7339"/>
                      <a:pt x="1447" y="7339"/>
                      <a:pt x="1448" y="7340"/>
                    </a:cubicBezTo>
                    <a:lnTo>
                      <a:pt x="1448" y="7343"/>
                    </a:lnTo>
                    <a:cubicBezTo>
                      <a:pt x="1436" y="7391"/>
                      <a:pt x="1420" y="7438"/>
                      <a:pt x="1401" y="7484"/>
                    </a:cubicBezTo>
                    <a:cubicBezTo>
                      <a:pt x="1381" y="7530"/>
                      <a:pt x="1358" y="7572"/>
                      <a:pt x="1336" y="7616"/>
                    </a:cubicBezTo>
                    <a:cubicBezTo>
                      <a:pt x="1297" y="7696"/>
                      <a:pt x="1243" y="7766"/>
                      <a:pt x="1199" y="7843"/>
                    </a:cubicBezTo>
                    <a:cubicBezTo>
                      <a:pt x="1198" y="7844"/>
                      <a:pt x="1197" y="7845"/>
                      <a:pt x="1196" y="7846"/>
                    </a:cubicBezTo>
                    <a:cubicBezTo>
                      <a:pt x="1196" y="7847"/>
                      <a:pt x="1196" y="7848"/>
                      <a:pt x="1195" y="7849"/>
                    </a:cubicBezTo>
                    <a:cubicBezTo>
                      <a:pt x="1184" y="7867"/>
                      <a:pt x="1171" y="7885"/>
                      <a:pt x="1156" y="7902"/>
                    </a:cubicBezTo>
                    <a:cubicBezTo>
                      <a:pt x="1147" y="7917"/>
                      <a:pt x="1137" y="7931"/>
                      <a:pt x="1126" y="7945"/>
                    </a:cubicBezTo>
                    <a:cubicBezTo>
                      <a:pt x="1122" y="7948"/>
                      <a:pt x="1119" y="7951"/>
                      <a:pt x="1116" y="7954"/>
                    </a:cubicBezTo>
                    <a:lnTo>
                      <a:pt x="1115" y="7954"/>
                    </a:lnTo>
                    <a:cubicBezTo>
                      <a:pt x="1114" y="7954"/>
                      <a:pt x="1113" y="7954"/>
                      <a:pt x="1112" y="7955"/>
                    </a:cubicBezTo>
                    <a:cubicBezTo>
                      <a:pt x="1110" y="7956"/>
                      <a:pt x="1108" y="7958"/>
                      <a:pt x="1107" y="7960"/>
                    </a:cubicBezTo>
                    <a:cubicBezTo>
                      <a:pt x="1107" y="7961"/>
                      <a:pt x="1106" y="7963"/>
                      <a:pt x="1106" y="7965"/>
                    </a:cubicBezTo>
                    <a:cubicBezTo>
                      <a:pt x="1092" y="7984"/>
                      <a:pt x="1079" y="8003"/>
                      <a:pt x="1067" y="8022"/>
                    </a:cubicBezTo>
                    <a:cubicBezTo>
                      <a:pt x="1066" y="8022"/>
                      <a:pt x="1066" y="8023"/>
                      <a:pt x="1065" y="8023"/>
                    </a:cubicBezTo>
                    <a:cubicBezTo>
                      <a:pt x="1064" y="8023"/>
                      <a:pt x="1064" y="8024"/>
                      <a:pt x="1063" y="8025"/>
                    </a:cubicBezTo>
                    <a:cubicBezTo>
                      <a:pt x="1063" y="8026"/>
                      <a:pt x="1062" y="8027"/>
                      <a:pt x="1062" y="8028"/>
                    </a:cubicBezTo>
                    <a:lnTo>
                      <a:pt x="1062" y="8029"/>
                    </a:lnTo>
                    <a:cubicBezTo>
                      <a:pt x="1056" y="8038"/>
                      <a:pt x="1049" y="8047"/>
                      <a:pt x="1043" y="8056"/>
                    </a:cubicBezTo>
                    <a:lnTo>
                      <a:pt x="1039" y="8060"/>
                    </a:lnTo>
                    <a:lnTo>
                      <a:pt x="1036" y="8061"/>
                    </a:lnTo>
                    <a:cubicBezTo>
                      <a:pt x="1035" y="8061"/>
                      <a:pt x="1036" y="8061"/>
                      <a:pt x="1035" y="8062"/>
                    </a:cubicBezTo>
                    <a:cubicBezTo>
                      <a:pt x="1033" y="8063"/>
                      <a:pt x="1032" y="8064"/>
                      <a:pt x="1031" y="8065"/>
                    </a:cubicBezTo>
                    <a:cubicBezTo>
                      <a:pt x="1031" y="8066"/>
                      <a:pt x="1030" y="8068"/>
                      <a:pt x="1030" y="8069"/>
                    </a:cubicBezTo>
                    <a:cubicBezTo>
                      <a:pt x="1030" y="8070"/>
                      <a:pt x="1030" y="8070"/>
                      <a:pt x="1030" y="8070"/>
                    </a:cubicBezTo>
                    <a:cubicBezTo>
                      <a:pt x="1002" y="8103"/>
                      <a:pt x="974" y="8136"/>
                      <a:pt x="946" y="8169"/>
                    </a:cubicBezTo>
                    <a:lnTo>
                      <a:pt x="937" y="8179"/>
                    </a:lnTo>
                    <a:lnTo>
                      <a:pt x="936" y="8180"/>
                    </a:lnTo>
                    <a:cubicBezTo>
                      <a:pt x="930" y="8184"/>
                      <a:pt x="924" y="8189"/>
                      <a:pt x="921" y="8195"/>
                    </a:cubicBezTo>
                    <a:cubicBezTo>
                      <a:pt x="919" y="8199"/>
                      <a:pt x="917" y="8203"/>
                      <a:pt x="916" y="8207"/>
                    </a:cubicBezTo>
                    <a:cubicBezTo>
                      <a:pt x="907" y="8218"/>
                      <a:pt x="899" y="8230"/>
                      <a:pt x="890" y="8241"/>
                    </a:cubicBezTo>
                    <a:cubicBezTo>
                      <a:pt x="889" y="8242"/>
                      <a:pt x="888" y="8243"/>
                      <a:pt x="888" y="8243"/>
                    </a:cubicBezTo>
                    <a:cubicBezTo>
                      <a:pt x="887" y="8244"/>
                      <a:pt x="887" y="8244"/>
                      <a:pt x="886" y="8245"/>
                    </a:cubicBezTo>
                    <a:cubicBezTo>
                      <a:pt x="886" y="8246"/>
                      <a:pt x="886" y="8246"/>
                      <a:pt x="886" y="8247"/>
                    </a:cubicBezTo>
                    <a:cubicBezTo>
                      <a:pt x="871" y="8267"/>
                      <a:pt x="854" y="8285"/>
                      <a:pt x="835" y="8301"/>
                    </a:cubicBezTo>
                    <a:cubicBezTo>
                      <a:pt x="834" y="8303"/>
                      <a:pt x="833" y="8304"/>
                      <a:pt x="832" y="8306"/>
                    </a:cubicBezTo>
                    <a:cubicBezTo>
                      <a:pt x="830" y="8308"/>
                      <a:pt x="830" y="8310"/>
                      <a:pt x="830" y="8313"/>
                    </a:cubicBezTo>
                    <a:cubicBezTo>
                      <a:pt x="830" y="8316"/>
                      <a:pt x="830" y="8318"/>
                      <a:pt x="832" y="8320"/>
                    </a:cubicBezTo>
                    <a:cubicBezTo>
                      <a:pt x="833" y="8322"/>
                      <a:pt x="834" y="8323"/>
                      <a:pt x="835" y="8324"/>
                    </a:cubicBezTo>
                    <a:cubicBezTo>
                      <a:pt x="869" y="8350"/>
                      <a:pt x="900" y="8341"/>
                      <a:pt x="929" y="8315"/>
                    </a:cubicBezTo>
                    <a:cubicBezTo>
                      <a:pt x="978" y="8272"/>
                      <a:pt x="1040" y="8250"/>
                      <a:pt x="1089" y="8206"/>
                    </a:cubicBezTo>
                    <a:cubicBezTo>
                      <a:pt x="1114" y="8184"/>
                      <a:pt x="1137" y="8159"/>
                      <a:pt x="1157" y="8133"/>
                    </a:cubicBezTo>
                    <a:cubicBezTo>
                      <a:pt x="1174" y="8110"/>
                      <a:pt x="1200" y="8099"/>
                      <a:pt x="1216" y="8076"/>
                    </a:cubicBezTo>
                    <a:cubicBezTo>
                      <a:pt x="1256" y="8022"/>
                      <a:pt x="1299" y="7973"/>
                      <a:pt x="1336" y="7918"/>
                    </a:cubicBezTo>
                    <a:cubicBezTo>
                      <a:pt x="1356" y="7890"/>
                      <a:pt x="1366" y="7857"/>
                      <a:pt x="1385" y="7829"/>
                    </a:cubicBezTo>
                    <a:cubicBezTo>
                      <a:pt x="1404" y="7801"/>
                      <a:pt x="1419" y="7770"/>
                      <a:pt x="1436" y="7742"/>
                    </a:cubicBezTo>
                    <a:cubicBezTo>
                      <a:pt x="1474" y="7677"/>
                      <a:pt x="1504" y="7609"/>
                      <a:pt x="1538" y="7542"/>
                    </a:cubicBezTo>
                    <a:cubicBezTo>
                      <a:pt x="1567" y="7484"/>
                      <a:pt x="1585" y="7420"/>
                      <a:pt x="1610" y="7360"/>
                    </a:cubicBezTo>
                    <a:cubicBezTo>
                      <a:pt x="1636" y="7299"/>
                      <a:pt x="1638" y="7231"/>
                      <a:pt x="1649" y="7167"/>
                    </a:cubicBezTo>
                    <a:cubicBezTo>
                      <a:pt x="1655" y="7133"/>
                      <a:pt x="1657" y="7102"/>
                      <a:pt x="1667" y="7069"/>
                    </a:cubicBezTo>
                    <a:cubicBezTo>
                      <a:pt x="1679" y="7025"/>
                      <a:pt x="1723" y="7035"/>
                      <a:pt x="1745" y="7056"/>
                    </a:cubicBezTo>
                    <a:cubicBezTo>
                      <a:pt x="1746" y="7056"/>
                      <a:pt x="1746" y="7057"/>
                      <a:pt x="1746" y="7058"/>
                    </a:cubicBezTo>
                    <a:cubicBezTo>
                      <a:pt x="1747" y="7059"/>
                      <a:pt x="1748" y="7060"/>
                      <a:pt x="1750" y="7061"/>
                    </a:cubicBezTo>
                    <a:cubicBezTo>
                      <a:pt x="1751" y="7063"/>
                      <a:pt x="1753" y="7064"/>
                      <a:pt x="1753" y="7066"/>
                    </a:cubicBezTo>
                    <a:cubicBezTo>
                      <a:pt x="1754" y="7067"/>
                      <a:pt x="1754" y="7067"/>
                      <a:pt x="1754" y="7068"/>
                    </a:cubicBezTo>
                    <a:cubicBezTo>
                      <a:pt x="1758" y="7075"/>
                      <a:pt x="1760" y="7082"/>
                      <a:pt x="1763" y="7089"/>
                    </a:cubicBezTo>
                    <a:cubicBezTo>
                      <a:pt x="1769" y="7103"/>
                      <a:pt x="1774" y="7118"/>
                      <a:pt x="1777" y="7134"/>
                    </a:cubicBezTo>
                    <a:cubicBezTo>
                      <a:pt x="1776" y="7134"/>
                      <a:pt x="1775" y="7135"/>
                      <a:pt x="1775" y="7136"/>
                    </a:cubicBezTo>
                    <a:cubicBezTo>
                      <a:pt x="1774" y="7136"/>
                      <a:pt x="1775" y="7136"/>
                      <a:pt x="1774" y="7137"/>
                    </a:cubicBezTo>
                    <a:cubicBezTo>
                      <a:pt x="1773" y="7138"/>
                      <a:pt x="1773" y="7139"/>
                      <a:pt x="1773" y="7141"/>
                    </a:cubicBezTo>
                    <a:cubicBezTo>
                      <a:pt x="1773" y="7142"/>
                      <a:pt x="1773" y="7142"/>
                      <a:pt x="1774" y="7144"/>
                    </a:cubicBezTo>
                    <a:cubicBezTo>
                      <a:pt x="1775" y="7145"/>
                      <a:pt x="1776" y="7146"/>
                      <a:pt x="1777" y="7147"/>
                    </a:cubicBezTo>
                    <a:cubicBezTo>
                      <a:pt x="1778" y="7148"/>
                      <a:pt x="1779" y="7148"/>
                      <a:pt x="1779" y="7148"/>
                    </a:cubicBezTo>
                    <a:cubicBezTo>
                      <a:pt x="1782" y="7171"/>
                      <a:pt x="1783" y="7193"/>
                      <a:pt x="1783" y="7216"/>
                    </a:cubicBezTo>
                    <a:cubicBezTo>
                      <a:pt x="1783" y="7245"/>
                      <a:pt x="1781" y="7274"/>
                      <a:pt x="1777" y="7302"/>
                    </a:cubicBezTo>
                    <a:cubicBezTo>
                      <a:pt x="1771" y="7374"/>
                      <a:pt x="1744" y="7449"/>
                      <a:pt x="1723" y="7519"/>
                    </a:cubicBezTo>
                    <a:cubicBezTo>
                      <a:pt x="1697" y="7595"/>
                      <a:pt x="1666" y="7670"/>
                      <a:pt x="1631" y="7742"/>
                    </a:cubicBezTo>
                    <a:cubicBezTo>
                      <a:pt x="1605" y="7799"/>
                      <a:pt x="1565" y="7848"/>
                      <a:pt x="1541" y="7906"/>
                    </a:cubicBezTo>
                    <a:cubicBezTo>
                      <a:pt x="1538" y="7911"/>
                      <a:pt x="1535" y="7917"/>
                      <a:pt x="1532" y="7922"/>
                    </a:cubicBezTo>
                    <a:cubicBezTo>
                      <a:pt x="1529" y="7928"/>
                      <a:pt x="1526" y="7933"/>
                      <a:pt x="1522" y="7938"/>
                    </a:cubicBezTo>
                    <a:cubicBezTo>
                      <a:pt x="1521" y="7938"/>
                      <a:pt x="1520" y="7938"/>
                      <a:pt x="1519" y="7939"/>
                    </a:cubicBezTo>
                    <a:cubicBezTo>
                      <a:pt x="1514" y="7941"/>
                      <a:pt x="1510" y="7947"/>
                      <a:pt x="1507" y="7951"/>
                    </a:cubicBezTo>
                    <a:cubicBezTo>
                      <a:pt x="1505" y="7955"/>
                      <a:pt x="1503" y="7959"/>
                      <a:pt x="1503" y="7963"/>
                    </a:cubicBezTo>
                    <a:cubicBezTo>
                      <a:pt x="1496" y="7972"/>
                      <a:pt x="1490" y="7980"/>
                      <a:pt x="1485" y="7989"/>
                    </a:cubicBezTo>
                    <a:lnTo>
                      <a:pt x="1479" y="7999"/>
                    </a:lnTo>
                    <a:cubicBezTo>
                      <a:pt x="1477" y="8000"/>
                      <a:pt x="1476" y="8001"/>
                      <a:pt x="1474" y="8004"/>
                    </a:cubicBezTo>
                    <a:cubicBezTo>
                      <a:pt x="1472" y="8007"/>
                      <a:pt x="1472" y="8009"/>
                      <a:pt x="1472" y="8012"/>
                    </a:cubicBezTo>
                    <a:cubicBezTo>
                      <a:pt x="1452" y="8045"/>
                      <a:pt x="1434" y="8079"/>
                      <a:pt x="1413" y="8110"/>
                    </a:cubicBezTo>
                    <a:cubicBezTo>
                      <a:pt x="1382" y="8157"/>
                      <a:pt x="1354" y="8206"/>
                      <a:pt x="1325" y="8255"/>
                    </a:cubicBezTo>
                    <a:cubicBezTo>
                      <a:pt x="1324" y="8255"/>
                      <a:pt x="1324" y="8256"/>
                      <a:pt x="1323" y="8257"/>
                    </a:cubicBezTo>
                    <a:cubicBezTo>
                      <a:pt x="1323" y="8257"/>
                      <a:pt x="1323" y="8258"/>
                      <a:pt x="1323" y="8259"/>
                    </a:cubicBezTo>
                    <a:lnTo>
                      <a:pt x="1315" y="8272"/>
                    </a:lnTo>
                    <a:cubicBezTo>
                      <a:pt x="1296" y="8302"/>
                      <a:pt x="1249" y="8319"/>
                      <a:pt x="1245" y="8357"/>
                    </a:cubicBezTo>
                    <a:cubicBezTo>
                      <a:pt x="1245" y="8358"/>
                      <a:pt x="1245" y="8358"/>
                      <a:pt x="1245" y="8358"/>
                    </a:cubicBezTo>
                    <a:cubicBezTo>
                      <a:pt x="1245" y="8361"/>
                      <a:pt x="1245" y="8363"/>
                      <a:pt x="1246" y="8365"/>
                    </a:cubicBezTo>
                    <a:cubicBezTo>
                      <a:pt x="1248" y="8367"/>
                      <a:pt x="1249" y="8369"/>
                      <a:pt x="1251" y="8370"/>
                    </a:cubicBezTo>
                    <a:cubicBezTo>
                      <a:pt x="1252" y="8370"/>
                      <a:pt x="1253" y="8371"/>
                      <a:pt x="1254" y="8371"/>
                    </a:cubicBezTo>
                    <a:cubicBezTo>
                      <a:pt x="1299" y="8381"/>
                      <a:pt x="1328" y="8354"/>
                      <a:pt x="1362" y="8327"/>
                    </a:cubicBezTo>
                    <a:cubicBezTo>
                      <a:pt x="1409" y="8289"/>
                      <a:pt x="1451" y="8244"/>
                      <a:pt x="1495" y="8201"/>
                    </a:cubicBezTo>
                    <a:cubicBezTo>
                      <a:pt x="1542" y="8154"/>
                      <a:pt x="1578" y="8095"/>
                      <a:pt x="1617" y="8041"/>
                    </a:cubicBezTo>
                    <a:cubicBezTo>
                      <a:pt x="1642" y="8006"/>
                      <a:pt x="1666" y="7970"/>
                      <a:pt x="1687" y="7932"/>
                    </a:cubicBezTo>
                    <a:cubicBezTo>
                      <a:pt x="1698" y="7915"/>
                      <a:pt x="1707" y="7896"/>
                      <a:pt x="1717" y="7878"/>
                    </a:cubicBezTo>
                    <a:cubicBezTo>
                      <a:pt x="1749" y="7815"/>
                      <a:pt x="1793" y="7760"/>
                      <a:pt x="1825" y="7697"/>
                    </a:cubicBezTo>
                    <a:cubicBezTo>
                      <a:pt x="1853" y="7640"/>
                      <a:pt x="1885" y="7584"/>
                      <a:pt x="1912" y="7527"/>
                    </a:cubicBezTo>
                    <a:cubicBezTo>
                      <a:pt x="1934" y="7475"/>
                      <a:pt x="1946" y="7419"/>
                      <a:pt x="1946" y="7362"/>
                    </a:cubicBezTo>
                    <a:cubicBezTo>
                      <a:pt x="1946" y="7360"/>
                      <a:pt x="1946" y="7358"/>
                      <a:pt x="1946" y="7356"/>
                    </a:cubicBezTo>
                    <a:cubicBezTo>
                      <a:pt x="1946" y="7293"/>
                      <a:pt x="1961" y="7230"/>
                      <a:pt x="1959" y="7167"/>
                    </a:cubicBezTo>
                    <a:cubicBezTo>
                      <a:pt x="1959" y="7164"/>
                      <a:pt x="1958" y="7161"/>
                      <a:pt x="1958" y="7159"/>
                    </a:cubicBezTo>
                    <a:cubicBezTo>
                      <a:pt x="1958" y="7156"/>
                      <a:pt x="1959" y="7154"/>
                      <a:pt x="1959" y="7152"/>
                    </a:cubicBezTo>
                    <a:cubicBezTo>
                      <a:pt x="1961" y="7153"/>
                      <a:pt x="1963" y="7153"/>
                      <a:pt x="1965" y="7153"/>
                    </a:cubicBezTo>
                    <a:cubicBezTo>
                      <a:pt x="1968" y="7153"/>
                      <a:pt x="1970" y="7153"/>
                      <a:pt x="1971" y="7152"/>
                    </a:cubicBezTo>
                    <a:lnTo>
                      <a:pt x="1972" y="7152"/>
                    </a:lnTo>
                    <a:cubicBezTo>
                      <a:pt x="1972" y="7151"/>
                      <a:pt x="1972" y="7151"/>
                      <a:pt x="1973" y="7151"/>
                    </a:cubicBezTo>
                    <a:cubicBezTo>
                      <a:pt x="1975" y="7149"/>
                      <a:pt x="1978" y="7147"/>
                      <a:pt x="1979" y="7145"/>
                    </a:cubicBezTo>
                    <a:cubicBezTo>
                      <a:pt x="1979" y="7144"/>
                      <a:pt x="1979" y="7144"/>
                      <a:pt x="1980" y="7144"/>
                    </a:cubicBezTo>
                    <a:lnTo>
                      <a:pt x="1982" y="7144"/>
                    </a:lnTo>
                    <a:lnTo>
                      <a:pt x="1989" y="7141"/>
                    </a:lnTo>
                    <a:cubicBezTo>
                      <a:pt x="1989" y="7143"/>
                      <a:pt x="1989" y="7144"/>
                      <a:pt x="1990" y="7146"/>
                    </a:cubicBezTo>
                    <a:cubicBezTo>
                      <a:pt x="1991" y="7148"/>
                      <a:pt x="1993" y="7149"/>
                      <a:pt x="1994" y="7150"/>
                    </a:cubicBezTo>
                    <a:cubicBezTo>
                      <a:pt x="1996" y="7151"/>
                      <a:pt x="1998" y="7151"/>
                      <a:pt x="2000" y="7151"/>
                    </a:cubicBezTo>
                    <a:cubicBezTo>
                      <a:pt x="2002" y="7151"/>
                      <a:pt x="2004" y="7151"/>
                      <a:pt x="2005" y="7150"/>
                    </a:cubicBezTo>
                    <a:lnTo>
                      <a:pt x="2008" y="7149"/>
                    </a:lnTo>
                    <a:cubicBezTo>
                      <a:pt x="2010" y="7151"/>
                      <a:pt x="2012" y="7154"/>
                      <a:pt x="2014" y="7156"/>
                    </a:cubicBezTo>
                    <a:lnTo>
                      <a:pt x="2014" y="7157"/>
                    </a:lnTo>
                    <a:cubicBezTo>
                      <a:pt x="2014" y="7159"/>
                      <a:pt x="2015" y="7160"/>
                      <a:pt x="2016" y="7162"/>
                    </a:cubicBezTo>
                    <a:cubicBezTo>
                      <a:pt x="2017" y="7163"/>
                      <a:pt x="2018" y="7165"/>
                      <a:pt x="2020" y="7166"/>
                    </a:cubicBezTo>
                    <a:cubicBezTo>
                      <a:pt x="2020" y="7166"/>
                      <a:pt x="2021" y="7167"/>
                      <a:pt x="2022" y="7167"/>
                    </a:cubicBezTo>
                    <a:cubicBezTo>
                      <a:pt x="2026" y="7173"/>
                      <a:pt x="2030" y="7180"/>
                      <a:pt x="2034" y="7187"/>
                    </a:cubicBezTo>
                    <a:cubicBezTo>
                      <a:pt x="2035" y="7189"/>
                      <a:pt x="2036" y="7191"/>
                      <a:pt x="2038" y="7193"/>
                    </a:cubicBezTo>
                    <a:cubicBezTo>
                      <a:pt x="2038" y="7194"/>
                      <a:pt x="2038" y="7194"/>
                      <a:pt x="2038" y="7195"/>
                    </a:cubicBezTo>
                    <a:cubicBezTo>
                      <a:pt x="2038" y="7197"/>
                      <a:pt x="2038" y="7198"/>
                      <a:pt x="2039" y="7200"/>
                    </a:cubicBezTo>
                    <a:cubicBezTo>
                      <a:pt x="2040" y="7201"/>
                      <a:pt x="2041" y="7203"/>
                      <a:pt x="2043" y="7204"/>
                    </a:cubicBezTo>
                    <a:cubicBezTo>
                      <a:pt x="2044" y="7204"/>
                      <a:pt x="2045" y="7205"/>
                      <a:pt x="2047" y="7205"/>
                    </a:cubicBezTo>
                    <a:cubicBezTo>
                      <a:pt x="2052" y="7211"/>
                      <a:pt x="2057" y="7218"/>
                      <a:pt x="2062" y="7225"/>
                    </a:cubicBezTo>
                    <a:cubicBezTo>
                      <a:pt x="2062" y="7225"/>
                      <a:pt x="2062" y="7226"/>
                      <a:pt x="2062" y="7227"/>
                    </a:cubicBezTo>
                    <a:lnTo>
                      <a:pt x="2062" y="7228"/>
                    </a:lnTo>
                    <a:cubicBezTo>
                      <a:pt x="2062" y="7230"/>
                      <a:pt x="2062" y="7231"/>
                      <a:pt x="2063" y="7233"/>
                    </a:cubicBezTo>
                    <a:cubicBezTo>
                      <a:pt x="2064" y="7234"/>
                      <a:pt x="2065" y="7236"/>
                      <a:pt x="2067" y="7237"/>
                    </a:cubicBezTo>
                    <a:cubicBezTo>
                      <a:pt x="2068" y="7238"/>
                      <a:pt x="2069" y="7238"/>
                      <a:pt x="2070" y="7238"/>
                    </a:cubicBezTo>
                    <a:cubicBezTo>
                      <a:pt x="2072" y="7243"/>
                      <a:pt x="2075" y="7247"/>
                      <a:pt x="2077" y="7252"/>
                    </a:cubicBezTo>
                    <a:cubicBezTo>
                      <a:pt x="2076" y="7252"/>
                      <a:pt x="2076" y="7253"/>
                      <a:pt x="2075" y="7254"/>
                    </a:cubicBezTo>
                    <a:cubicBezTo>
                      <a:pt x="2073" y="7257"/>
                      <a:pt x="2072" y="7260"/>
                      <a:pt x="2072" y="7263"/>
                    </a:cubicBezTo>
                    <a:cubicBezTo>
                      <a:pt x="2072" y="7267"/>
                      <a:pt x="2073" y="7270"/>
                      <a:pt x="2075" y="7272"/>
                    </a:cubicBezTo>
                    <a:cubicBezTo>
                      <a:pt x="2075" y="7273"/>
                      <a:pt x="2075" y="7273"/>
                      <a:pt x="2075" y="7273"/>
                    </a:cubicBezTo>
                    <a:cubicBezTo>
                      <a:pt x="2076" y="7274"/>
                      <a:pt x="2077" y="7275"/>
                      <a:pt x="2078" y="7276"/>
                    </a:cubicBezTo>
                    <a:cubicBezTo>
                      <a:pt x="2079" y="7277"/>
                      <a:pt x="2081" y="7277"/>
                      <a:pt x="2082" y="7277"/>
                    </a:cubicBezTo>
                    <a:cubicBezTo>
                      <a:pt x="2083" y="7277"/>
                      <a:pt x="2084" y="7277"/>
                      <a:pt x="2085" y="7277"/>
                    </a:cubicBezTo>
                    <a:cubicBezTo>
                      <a:pt x="2087" y="7286"/>
                      <a:pt x="2089" y="7296"/>
                      <a:pt x="2091" y="7306"/>
                    </a:cubicBezTo>
                    <a:lnTo>
                      <a:pt x="2090" y="7307"/>
                    </a:lnTo>
                    <a:cubicBezTo>
                      <a:pt x="2089" y="7309"/>
                      <a:pt x="2088" y="7312"/>
                      <a:pt x="2088" y="7315"/>
                    </a:cubicBezTo>
                    <a:cubicBezTo>
                      <a:pt x="2088" y="7318"/>
                      <a:pt x="2089" y="7321"/>
                      <a:pt x="2090" y="7324"/>
                    </a:cubicBezTo>
                    <a:cubicBezTo>
                      <a:pt x="2091" y="7325"/>
                      <a:pt x="2092" y="7327"/>
                      <a:pt x="2094" y="7328"/>
                    </a:cubicBezTo>
                    <a:cubicBezTo>
                      <a:pt x="2096" y="7346"/>
                      <a:pt x="2097" y="7365"/>
                      <a:pt x="2097" y="7383"/>
                    </a:cubicBezTo>
                    <a:cubicBezTo>
                      <a:pt x="2097" y="7391"/>
                      <a:pt x="2097" y="7399"/>
                      <a:pt x="2096" y="7407"/>
                    </a:cubicBezTo>
                    <a:cubicBezTo>
                      <a:pt x="2096" y="7408"/>
                      <a:pt x="2096" y="7410"/>
                      <a:pt x="2096" y="7411"/>
                    </a:cubicBezTo>
                    <a:lnTo>
                      <a:pt x="2094" y="7413"/>
                    </a:lnTo>
                    <a:cubicBezTo>
                      <a:pt x="2094" y="7414"/>
                      <a:pt x="2094" y="7414"/>
                      <a:pt x="2094" y="7415"/>
                    </a:cubicBezTo>
                    <a:cubicBezTo>
                      <a:pt x="2093" y="7416"/>
                      <a:pt x="2092" y="7417"/>
                      <a:pt x="2092" y="7419"/>
                    </a:cubicBezTo>
                    <a:cubicBezTo>
                      <a:pt x="2092" y="7420"/>
                      <a:pt x="2093" y="7422"/>
                      <a:pt x="2094" y="7423"/>
                    </a:cubicBezTo>
                    <a:cubicBezTo>
                      <a:pt x="2095" y="7424"/>
                      <a:pt x="2095" y="7425"/>
                      <a:pt x="2097" y="7426"/>
                    </a:cubicBezTo>
                    <a:cubicBezTo>
                      <a:pt x="2100" y="7442"/>
                      <a:pt x="2102" y="7459"/>
                      <a:pt x="2104" y="7475"/>
                    </a:cubicBezTo>
                    <a:cubicBezTo>
                      <a:pt x="2104" y="7489"/>
                      <a:pt x="2104" y="7502"/>
                      <a:pt x="2104" y="7515"/>
                    </a:cubicBezTo>
                    <a:lnTo>
                      <a:pt x="2102" y="7517"/>
                    </a:lnTo>
                    <a:cubicBezTo>
                      <a:pt x="2101" y="7518"/>
                      <a:pt x="2101" y="7518"/>
                      <a:pt x="2101" y="7519"/>
                    </a:cubicBezTo>
                    <a:cubicBezTo>
                      <a:pt x="2100" y="7520"/>
                      <a:pt x="2099" y="7522"/>
                      <a:pt x="2099" y="7524"/>
                    </a:cubicBezTo>
                    <a:cubicBezTo>
                      <a:pt x="2099" y="7526"/>
                      <a:pt x="2100" y="7527"/>
                      <a:pt x="2101" y="7529"/>
                    </a:cubicBezTo>
                    <a:cubicBezTo>
                      <a:pt x="2101" y="7530"/>
                      <a:pt x="2102" y="7531"/>
                      <a:pt x="2104" y="7532"/>
                    </a:cubicBezTo>
                    <a:cubicBezTo>
                      <a:pt x="2104" y="7537"/>
                      <a:pt x="2104" y="7541"/>
                      <a:pt x="2104" y="7546"/>
                    </a:cubicBezTo>
                    <a:cubicBezTo>
                      <a:pt x="2104" y="7576"/>
                      <a:pt x="2099" y="7606"/>
                      <a:pt x="2090" y="7635"/>
                    </a:cubicBezTo>
                    <a:cubicBezTo>
                      <a:pt x="2088" y="7637"/>
                      <a:pt x="2086" y="7639"/>
                      <a:pt x="2085" y="7641"/>
                    </a:cubicBezTo>
                    <a:cubicBezTo>
                      <a:pt x="2084" y="7643"/>
                      <a:pt x="2083" y="7645"/>
                      <a:pt x="2082" y="7647"/>
                    </a:cubicBezTo>
                    <a:cubicBezTo>
                      <a:pt x="2082" y="7648"/>
                      <a:pt x="2082" y="7649"/>
                      <a:pt x="2082" y="7650"/>
                    </a:cubicBezTo>
                    <a:cubicBezTo>
                      <a:pt x="2082" y="7652"/>
                      <a:pt x="2082" y="7653"/>
                      <a:pt x="2083" y="7654"/>
                    </a:cubicBezTo>
                    <a:cubicBezTo>
                      <a:pt x="2084" y="7655"/>
                      <a:pt x="2084" y="7656"/>
                      <a:pt x="2085" y="7657"/>
                    </a:cubicBezTo>
                    <a:cubicBezTo>
                      <a:pt x="2082" y="7673"/>
                      <a:pt x="2079" y="7688"/>
                      <a:pt x="2076" y="7704"/>
                    </a:cubicBezTo>
                    <a:cubicBezTo>
                      <a:pt x="2075" y="7706"/>
                      <a:pt x="2074" y="7708"/>
                      <a:pt x="2074" y="7711"/>
                    </a:cubicBezTo>
                    <a:cubicBezTo>
                      <a:pt x="2071" y="7726"/>
                      <a:pt x="2067" y="7740"/>
                      <a:pt x="2061" y="7754"/>
                    </a:cubicBezTo>
                    <a:cubicBezTo>
                      <a:pt x="2037" y="7815"/>
                      <a:pt x="2011" y="7874"/>
                      <a:pt x="1984" y="7934"/>
                    </a:cubicBezTo>
                    <a:cubicBezTo>
                      <a:pt x="1951" y="8005"/>
                      <a:pt x="1911" y="8070"/>
                      <a:pt x="1871" y="8137"/>
                    </a:cubicBezTo>
                    <a:cubicBezTo>
                      <a:pt x="1839" y="8192"/>
                      <a:pt x="1804" y="8244"/>
                      <a:pt x="1766" y="8295"/>
                    </a:cubicBezTo>
                    <a:lnTo>
                      <a:pt x="1764" y="8298"/>
                    </a:lnTo>
                    <a:cubicBezTo>
                      <a:pt x="1763" y="8298"/>
                      <a:pt x="1762" y="8298"/>
                      <a:pt x="1761" y="8299"/>
                    </a:cubicBezTo>
                    <a:cubicBezTo>
                      <a:pt x="1760" y="8300"/>
                      <a:pt x="1758" y="8300"/>
                      <a:pt x="1757" y="8302"/>
                    </a:cubicBezTo>
                    <a:cubicBezTo>
                      <a:pt x="1756" y="8304"/>
                      <a:pt x="1756" y="8305"/>
                      <a:pt x="1756" y="8307"/>
                    </a:cubicBezTo>
                    <a:cubicBezTo>
                      <a:pt x="1749" y="8316"/>
                      <a:pt x="1741" y="8324"/>
                      <a:pt x="1733" y="8333"/>
                    </a:cubicBezTo>
                    <a:cubicBezTo>
                      <a:pt x="1731" y="8334"/>
                      <a:pt x="1729" y="8336"/>
                      <a:pt x="1728" y="8338"/>
                    </a:cubicBezTo>
                    <a:cubicBezTo>
                      <a:pt x="1728" y="8339"/>
                      <a:pt x="1727" y="8340"/>
                      <a:pt x="1727" y="8342"/>
                    </a:cubicBezTo>
                    <a:cubicBezTo>
                      <a:pt x="1724" y="8345"/>
                      <a:pt x="1722" y="8348"/>
                      <a:pt x="1720" y="8351"/>
                    </a:cubicBezTo>
                    <a:cubicBezTo>
                      <a:pt x="1714" y="8363"/>
                      <a:pt x="1710" y="8375"/>
                      <a:pt x="1710" y="8388"/>
                    </a:cubicBezTo>
                    <a:cubicBezTo>
                      <a:pt x="1710" y="8392"/>
                      <a:pt x="1711" y="8396"/>
                      <a:pt x="1712" y="8401"/>
                    </a:cubicBezTo>
                    <a:cubicBezTo>
                      <a:pt x="1712" y="8403"/>
                      <a:pt x="1712" y="8404"/>
                      <a:pt x="1713" y="8406"/>
                    </a:cubicBezTo>
                    <a:cubicBezTo>
                      <a:pt x="1715" y="8408"/>
                      <a:pt x="1717" y="8410"/>
                      <a:pt x="1719" y="8411"/>
                    </a:cubicBezTo>
                    <a:cubicBezTo>
                      <a:pt x="1720" y="8412"/>
                      <a:pt x="1722" y="8413"/>
                      <a:pt x="1724" y="8413"/>
                    </a:cubicBezTo>
                    <a:cubicBezTo>
                      <a:pt x="1755" y="8417"/>
                      <a:pt x="1799" y="8390"/>
                      <a:pt x="1822" y="8371"/>
                    </a:cubicBezTo>
                    <a:cubicBezTo>
                      <a:pt x="1865" y="8332"/>
                      <a:pt x="1902" y="8287"/>
                      <a:pt x="1933" y="8239"/>
                    </a:cubicBezTo>
                    <a:cubicBezTo>
                      <a:pt x="1959" y="8201"/>
                      <a:pt x="1998" y="8176"/>
                      <a:pt x="2029" y="8142"/>
                    </a:cubicBezTo>
                    <a:cubicBezTo>
                      <a:pt x="2033" y="8137"/>
                      <a:pt x="2037" y="8132"/>
                      <a:pt x="2041" y="8127"/>
                    </a:cubicBezTo>
                    <a:cubicBezTo>
                      <a:pt x="2050" y="8116"/>
                      <a:pt x="2059" y="8105"/>
                      <a:pt x="2066" y="8093"/>
                    </a:cubicBezTo>
                    <a:cubicBezTo>
                      <a:pt x="2072" y="8082"/>
                      <a:pt x="2077" y="8070"/>
                      <a:pt x="2081" y="8059"/>
                    </a:cubicBezTo>
                    <a:cubicBezTo>
                      <a:pt x="2091" y="8047"/>
                      <a:pt x="2099" y="8034"/>
                      <a:pt x="2107" y="8021"/>
                    </a:cubicBezTo>
                    <a:cubicBezTo>
                      <a:pt x="2107" y="8021"/>
                      <a:pt x="2108" y="8020"/>
                      <a:pt x="2108" y="8019"/>
                    </a:cubicBezTo>
                    <a:cubicBezTo>
                      <a:pt x="2109" y="8018"/>
                      <a:pt x="2109" y="8016"/>
                      <a:pt x="2109" y="8014"/>
                    </a:cubicBezTo>
                    <a:cubicBezTo>
                      <a:pt x="2109" y="8012"/>
                      <a:pt x="2109" y="8010"/>
                      <a:pt x="2108" y="8009"/>
                    </a:cubicBezTo>
                    <a:cubicBezTo>
                      <a:pt x="2120" y="7994"/>
                      <a:pt x="2133" y="7980"/>
                      <a:pt x="2144" y="7964"/>
                    </a:cubicBezTo>
                    <a:cubicBezTo>
                      <a:pt x="2144" y="7963"/>
                      <a:pt x="2145" y="7962"/>
                      <a:pt x="2146" y="7961"/>
                    </a:cubicBezTo>
                    <a:cubicBezTo>
                      <a:pt x="2158" y="7939"/>
                      <a:pt x="2168" y="7915"/>
                      <a:pt x="2175" y="7891"/>
                    </a:cubicBezTo>
                    <a:cubicBezTo>
                      <a:pt x="2195" y="7832"/>
                      <a:pt x="2226" y="7777"/>
                      <a:pt x="2247" y="7719"/>
                    </a:cubicBezTo>
                    <a:cubicBezTo>
                      <a:pt x="2266" y="7664"/>
                      <a:pt x="2268" y="7595"/>
                      <a:pt x="2270" y="7537"/>
                    </a:cubicBezTo>
                    <a:cubicBezTo>
                      <a:pt x="2271" y="7468"/>
                      <a:pt x="2267" y="7399"/>
                      <a:pt x="2272" y="7331"/>
                    </a:cubicBezTo>
                    <a:cubicBezTo>
                      <a:pt x="2272" y="7329"/>
                      <a:pt x="2272" y="7326"/>
                      <a:pt x="2272" y="7324"/>
                    </a:cubicBezTo>
                    <a:cubicBezTo>
                      <a:pt x="2272" y="7291"/>
                      <a:pt x="2267" y="7259"/>
                      <a:pt x="2257" y="7227"/>
                    </a:cubicBezTo>
                    <a:cubicBezTo>
                      <a:pt x="2268" y="7227"/>
                      <a:pt x="2280" y="7225"/>
                      <a:pt x="2293" y="7225"/>
                    </a:cubicBezTo>
                    <a:cubicBezTo>
                      <a:pt x="2295" y="7225"/>
                      <a:pt x="2297" y="7225"/>
                      <a:pt x="2300" y="7225"/>
                    </a:cubicBezTo>
                    <a:cubicBezTo>
                      <a:pt x="2325" y="7225"/>
                      <a:pt x="2350" y="7224"/>
                      <a:pt x="2375" y="7221"/>
                    </a:cubicBezTo>
                    <a:cubicBezTo>
                      <a:pt x="2442" y="7214"/>
                      <a:pt x="2509" y="7188"/>
                      <a:pt x="2576" y="7176"/>
                    </a:cubicBezTo>
                    <a:cubicBezTo>
                      <a:pt x="2656" y="7163"/>
                      <a:pt x="2737" y="7152"/>
                      <a:pt x="2816" y="7135"/>
                    </a:cubicBezTo>
                    <a:cubicBezTo>
                      <a:pt x="2842" y="7129"/>
                      <a:pt x="2869" y="7125"/>
                      <a:pt x="2896" y="7123"/>
                    </a:cubicBezTo>
                    <a:cubicBezTo>
                      <a:pt x="2933" y="7121"/>
                      <a:pt x="2969" y="7118"/>
                      <a:pt x="3006" y="7112"/>
                    </a:cubicBezTo>
                    <a:cubicBezTo>
                      <a:pt x="3129" y="7089"/>
                      <a:pt x="3253" y="7075"/>
                      <a:pt x="3378" y="7070"/>
                    </a:cubicBezTo>
                    <a:cubicBezTo>
                      <a:pt x="3443" y="7067"/>
                      <a:pt x="3510" y="7063"/>
                      <a:pt x="3576" y="7056"/>
                    </a:cubicBezTo>
                    <a:cubicBezTo>
                      <a:pt x="3594" y="7054"/>
                      <a:pt x="3612" y="7051"/>
                      <a:pt x="3631" y="7049"/>
                    </a:cubicBezTo>
                    <a:cubicBezTo>
                      <a:pt x="3632" y="7049"/>
                      <a:pt x="3633" y="7050"/>
                      <a:pt x="3634" y="7051"/>
                    </a:cubicBezTo>
                    <a:cubicBezTo>
                      <a:pt x="3634" y="7051"/>
                      <a:pt x="3635" y="7051"/>
                      <a:pt x="3636" y="7052"/>
                    </a:cubicBezTo>
                    <a:cubicBezTo>
                      <a:pt x="3667" y="7065"/>
                      <a:pt x="3708" y="7050"/>
                      <a:pt x="3739" y="7040"/>
                    </a:cubicBezTo>
                    <a:lnTo>
                      <a:pt x="3742" y="7039"/>
                    </a:lnTo>
                    <a:cubicBezTo>
                      <a:pt x="3801" y="7030"/>
                      <a:pt x="3858" y="7008"/>
                      <a:pt x="3916" y="7008"/>
                    </a:cubicBezTo>
                    <a:lnTo>
                      <a:pt x="3917" y="7008"/>
                    </a:lnTo>
                    <a:cubicBezTo>
                      <a:pt x="3919" y="7008"/>
                      <a:pt x="3921" y="7007"/>
                      <a:pt x="3923" y="7006"/>
                    </a:cubicBezTo>
                    <a:cubicBezTo>
                      <a:pt x="3924" y="7005"/>
                      <a:pt x="3924" y="7006"/>
                      <a:pt x="3925" y="7006"/>
                    </a:cubicBezTo>
                    <a:cubicBezTo>
                      <a:pt x="3950" y="7027"/>
                      <a:pt x="3978" y="7046"/>
                      <a:pt x="4003" y="7068"/>
                    </a:cubicBezTo>
                    <a:cubicBezTo>
                      <a:pt x="4023" y="7085"/>
                      <a:pt x="4043" y="7110"/>
                      <a:pt x="4069" y="7114"/>
                    </a:cubicBezTo>
                    <a:cubicBezTo>
                      <a:pt x="4069" y="7115"/>
                      <a:pt x="4070" y="7116"/>
                      <a:pt x="4071" y="7117"/>
                    </a:cubicBezTo>
                    <a:cubicBezTo>
                      <a:pt x="4072" y="7119"/>
                      <a:pt x="4072" y="7120"/>
                      <a:pt x="4074" y="7121"/>
                    </a:cubicBezTo>
                    <a:cubicBezTo>
                      <a:pt x="4075" y="7122"/>
                      <a:pt x="4078" y="7123"/>
                      <a:pt x="4080" y="7123"/>
                    </a:cubicBezTo>
                    <a:lnTo>
                      <a:pt x="4081" y="7123"/>
                    </a:lnTo>
                    <a:cubicBezTo>
                      <a:pt x="4080" y="7124"/>
                      <a:pt x="4080" y="7125"/>
                      <a:pt x="4080" y="7126"/>
                    </a:cubicBezTo>
                    <a:cubicBezTo>
                      <a:pt x="4080" y="7128"/>
                      <a:pt x="4081" y="7130"/>
                      <a:pt x="4082" y="7132"/>
                    </a:cubicBezTo>
                    <a:lnTo>
                      <a:pt x="4084" y="7135"/>
                    </a:lnTo>
                    <a:cubicBezTo>
                      <a:pt x="4088" y="7140"/>
                      <a:pt x="4092" y="7145"/>
                      <a:pt x="4098" y="7149"/>
                    </a:cubicBezTo>
                    <a:cubicBezTo>
                      <a:pt x="4100" y="7152"/>
                      <a:pt x="4103" y="7155"/>
                      <a:pt x="4106" y="7157"/>
                    </a:cubicBezTo>
                    <a:cubicBezTo>
                      <a:pt x="4115" y="7163"/>
                      <a:pt x="4124" y="7165"/>
                      <a:pt x="4131" y="7173"/>
                    </a:cubicBezTo>
                    <a:cubicBezTo>
                      <a:pt x="4132" y="7174"/>
                      <a:pt x="4133" y="7175"/>
                      <a:pt x="4134" y="7176"/>
                    </a:cubicBezTo>
                    <a:cubicBezTo>
                      <a:pt x="4135" y="7176"/>
                      <a:pt x="4135" y="7177"/>
                      <a:pt x="4136" y="7177"/>
                    </a:cubicBezTo>
                    <a:cubicBezTo>
                      <a:pt x="4130" y="7211"/>
                      <a:pt x="4127" y="7249"/>
                      <a:pt x="4145" y="7265"/>
                    </a:cubicBezTo>
                    <a:cubicBezTo>
                      <a:pt x="4148" y="7268"/>
                      <a:pt x="4151" y="7270"/>
                      <a:pt x="4155" y="7272"/>
                    </a:cubicBezTo>
                    <a:cubicBezTo>
                      <a:pt x="4163" y="7277"/>
                      <a:pt x="4172" y="7279"/>
                      <a:pt x="4182" y="7279"/>
                    </a:cubicBezTo>
                    <a:cubicBezTo>
                      <a:pt x="4183" y="7279"/>
                      <a:pt x="4184" y="7279"/>
                      <a:pt x="4184" y="7279"/>
                    </a:cubicBezTo>
                    <a:cubicBezTo>
                      <a:pt x="4212" y="7279"/>
                      <a:pt x="4241" y="7286"/>
                      <a:pt x="4269" y="7288"/>
                    </a:cubicBezTo>
                    <a:cubicBezTo>
                      <a:pt x="4273" y="7288"/>
                      <a:pt x="4276" y="7288"/>
                      <a:pt x="4279" y="7288"/>
                    </a:cubicBezTo>
                    <a:cubicBezTo>
                      <a:pt x="4282" y="7288"/>
                      <a:pt x="4286" y="7288"/>
                      <a:pt x="4289" y="7288"/>
                    </a:cubicBezTo>
                    <a:cubicBezTo>
                      <a:pt x="4316" y="7307"/>
                      <a:pt x="4338" y="7347"/>
                      <a:pt x="4360" y="7370"/>
                    </a:cubicBezTo>
                    <a:cubicBezTo>
                      <a:pt x="4369" y="7379"/>
                      <a:pt x="4379" y="7387"/>
                      <a:pt x="4389" y="7393"/>
                    </a:cubicBezTo>
                    <a:cubicBezTo>
                      <a:pt x="4402" y="7400"/>
                      <a:pt x="4415" y="7405"/>
                      <a:pt x="4429" y="7408"/>
                    </a:cubicBezTo>
                    <a:lnTo>
                      <a:pt x="4429" y="7410"/>
                    </a:lnTo>
                    <a:cubicBezTo>
                      <a:pt x="4429" y="7412"/>
                      <a:pt x="4430" y="7414"/>
                      <a:pt x="4431" y="7416"/>
                    </a:cubicBezTo>
                    <a:cubicBezTo>
                      <a:pt x="4432" y="7418"/>
                      <a:pt x="4434" y="7419"/>
                      <a:pt x="4436" y="7421"/>
                    </a:cubicBezTo>
                    <a:cubicBezTo>
                      <a:pt x="4438" y="7422"/>
                      <a:pt x="4441" y="7423"/>
                      <a:pt x="4443" y="7423"/>
                    </a:cubicBezTo>
                    <a:cubicBezTo>
                      <a:pt x="4444" y="7423"/>
                      <a:pt x="4444" y="7423"/>
                      <a:pt x="4445" y="7423"/>
                    </a:cubicBezTo>
                    <a:cubicBezTo>
                      <a:pt x="4451" y="7422"/>
                      <a:pt x="4458" y="7421"/>
                      <a:pt x="4464" y="7418"/>
                    </a:cubicBezTo>
                    <a:cubicBezTo>
                      <a:pt x="4470" y="7460"/>
                      <a:pt x="4482" y="7501"/>
                      <a:pt x="4497" y="7541"/>
                    </a:cubicBezTo>
                    <a:cubicBezTo>
                      <a:pt x="4506" y="7565"/>
                      <a:pt x="4514" y="7590"/>
                      <a:pt x="4522" y="7615"/>
                    </a:cubicBezTo>
                    <a:cubicBezTo>
                      <a:pt x="4528" y="7643"/>
                      <a:pt x="4535" y="7670"/>
                      <a:pt x="4545" y="7697"/>
                    </a:cubicBezTo>
                    <a:cubicBezTo>
                      <a:pt x="4560" y="7734"/>
                      <a:pt x="4578" y="7770"/>
                      <a:pt x="4598" y="7804"/>
                    </a:cubicBezTo>
                    <a:cubicBezTo>
                      <a:pt x="4604" y="7815"/>
                      <a:pt x="4611" y="7826"/>
                      <a:pt x="4617" y="7836"/>
                    </a:cubicBezTo>
                    <a:cubicBezTo>
                      <a:pt x="4644" y="7875"/>
                      <a:pt x="4661" y="7920"/>
                      <a:pt x="4692" y="7958"/>
                    </a:cubicBezTo>
                    <a:cubicBezTo>
                      <a:pt x="4707" y="7975"/>
                      <a:pt x="4725" y="7982"/>
                      <a:pt x="4738" y="8004"/>
                    </a:cubicBezTo>
                    <a:cubicBezTo>
                      <a:pt x="4740" y="8008"/>
                      <a:pt x="4742" y="8012"/>
                      <a:pt x="4745" y="8016"/>
                    </a:cubicBezTo>
                    <a:cubicBezTo>
                      <a:pt x="4752" y="8029"/>
                      <a:pt x="4761" y="8042"/>
                      <a:pt x="4771" y="8054"/>
                    </a:cubicBezTo>
                    <a:cubicBezTo>
                      <a:pt x="4805" y="8094"/>
                      <a:pt x="4840" y="8133"/>
                      <a:pt x="4877" y="8169"/>
                    </a:cubicBezTo>
                    <a:cubicBezTo>
                      <a:pt x="4911" y="8201"/>
                      <a:pt x="4948" y="8229"/>
                      <a:pt x="4988" y="8252"/>
                    </a:cubicBezTo>
                    <a:cubicBezTo>
                      <a:pt x="5030" y="8279"/>
                      <a:pt x="5071" y="8306"/>
                      <a:pt x="5112" y="8333"/>
                    </a:cubicBezTo>
                    <a:cubicBezTo>
                      <a:pt x="5150" y="8358"/>
                      <a:pt x="5194" y="8390"/>
                      <a:pt x="5239" y="8399"/>
                    </a:cubicBezTo>
                    <a:cubicBezTo>
                      <a:pt x="5266" y="8404"/>
                      <a:pt x="5293" y="8402"/>
                      <a:pt x="5322" y="8405"/>
                    </a:cubicBezTo>
                    <a:cubicBezTo>
                      <a:pt x="5350" y="8408"/>
                      <a:pt x="5379" y="8413"/>
                      <a:pt x="5408" y="8416"/>
                    </a:cubicBezTo>
                    <a:cubicBezTo>
                      <a:pt x="5424" y="8417"/>
                      <a:pt x="5439" y="8418"/>
                      <a:pt x="5456" y="8418"/>
                    </a:cubicBezTo>
                    <a:cubicBezTo>
                      <a:pt x="5472" y="8418"/>
                      <a:pt x="5489" y="8417"/>
                      <a:pt x="5505" y="8416"/>
                    </a:cubicBezTo>
                    <a:cubicBezTo>
                      <a:pt x="5506" y="8417"/>
                      <a:pt x="5506" y="8416"/>
                      <a:pt x="5507" y="8417"/>
                    </a:cubicBezTo>
                    <a:cubicBezTo>
                      <a:pt x="5508" y="8417"/>
                      <a:pt x="5510" y="8419"/>
                      <a:pt x="5512" y="8419"/>
                    </a:cubicBezTo>
                    <a:cubicBezTo>
                      <a:pt x="5523" y="8420"/>
                      <a:pt x="5533" y="8420"/>
                      <a:pt x="5544" y="8420"/>
                    </a:cubicBezTo>
                    <a:cubicBezTo>
                      <a:pt x="5575" y="8420"/>
                      <a:pt x="5606" y="8417"/>
                      <a:pt x="5636" y="8409"/>
                    </a:cubicBezTo>
                    <a:lnTo>
                      <a:pt x="5640" y="8409"/>
                    </a:lnTo>
                    <a:cubicBezTo>
                      <a:pt x="5697" y="8409"/>
                      <a:pt x="5753" y="8412"/>
                      <a:pt x="5810" y="8408"/>
                    </a:cubicBezTo>
                    <a:cubicBezTo>
                      <a:pt x="5898" y="8403"/>
                      <a:pt x="5994" y="8399"/>
                      <a:pt x="6079" y="8375"/>
                    </a:cubicBezTo>
                    <a:cubicBezTo>
                      <a:pt x="6081" y="8374"/>
                      <a:pt x="6083" y="8374"/>
                      <a:pt x="6084" y="8373"/>
                    </a:cubicBezTo>
                    <a:cubicBezTo>
                      <a:pt x="6087" y="8371"/>
                      <a:pt x="6089" y="8369"/>
                      <a:pt x="6091" y="8367"/>
                    </a:cubicBezTo>
                    <a:cubicBezTo>
                      <a:pt x="6096" y="8365"/>
                      <a:pt x="6101" y="8363"/>
                      <a:pt x="6106" y="8360"/>
                    </a:cubicBezTo>
                    <a:cubicBezTo>
                      <a:pt x="6115" y="8355"/>
                      <a:pt x="6123" y="8348"/>
                      <a:pt x="6129" y="8340"/>
                    </a:cubicBezTo>
                    <a:cubicBezTo>
                      <a:pt x="6133" y="8336"/>
                      <a:pt x="6137" y="8332"/>
                      <a:pt x="6141" y="8328"/>
                    </a:cubicBezTo>
                    <a:cubicBezTo>
                      <a:pt x="6181" y="8298"/>
                      <a:pt x="6215" y="8260"/>
                      <a:pt x="6240" y="8216"/>
                    </a:cubicBezTo>
                    <a:cubicBezTo>
                      <a:pt x="6245" y="8208"/>
                      <a:pt x="6250" y="8199"/>
                      <a:pt x="6254" y="8191"/>
                    </a:cubicBezTo>
                    <a:cubicBezTo>
                      <a:pt x="6269" y="8158"/>
                      <a:pt x="6291" y="8129"/>
                      <a:pt x="6306" y="8095"/>
                    </a:cubicBezTo>
                    <a:cubicBezTo>
                      <a:pt x="6326" y="8043"/>
                      <a:pt x="6349" y="7993"/>
                      <a:pt x="6368" y="7941"/>
                    </a:cubicBezTo>
                    <a:cubicBezTo>
                      <a:pt x="6390" y="7883"/>
                      <a:pt x="6408" y="7822"/>
                      <a:pt x="6420" y="7761"/>
                    </a:cubicBezTo>
                    <a:cubicBezTo>
                      <a:pt x="6447" y="7686"/>
                      <a:pt x="6472" y="7604"/>
                      <a:pt x="6473" y="7528"/>
                    </a:cubicBezTo>
                    <a:cubicBezTo>
                      <a:pt x="6473" y="7472"/>
                      <a:pt x="6483" y="7419"/>
                      <a:pt x="6480" y="7362"/>
                    </a:cubicBezTo>
                    <a:cubicBezTo>
                      <a:pt x="6480" y="7355"/>
                      <a:pt x="6480" y="7348"/>
                      <a:pt x="6480" y="7341"/>
                    </a:cubicBezTo>
                    <a:cubicBezTo>
                      <a:pt x="6480" y="7289"/>
                      <a:pt x="6482" y="7237"/>
                      <a:pt x="6487" y="7185"/>
                    </a:cubicBezTo>
                    <a:cubicBezTo>
                      <a:pt x="6487" y="7168"/>
                      <a:pt x="6488" y="7151"/>
                      <a:pt x="6488" y="7134"/>
                    </a:cubicBezTo>
                    <a:cubicBezTo>
                      <a:pt x="6488" y="7041"/>
                      <a:pt x="6479" y="6948"/>
                      <a:pt x="6462" y="6856"/>
                    </a:cubicBezTo>
                    <a:cubicBezTo>
                      <a:pt x="6442" y="6747"/>
                      <a:pt x="6410" y="6640"/>
                      <a:pt x="6366" y="6539"/>
                    </a:cubicBezTo>
                    <a:cubicBezTo>
                      <a:pt x="6368" y="6539"/>
                      <a:pt x="6370" y="6538"/>
                      <a:pt x="6372" y="6537"/>
                    </a:cubicBezTo>
                    <a:cubicBezTo>
                      <a:pt x="6373" y="6536"/>
                      <a:pt x="6375" y="6535"/>
                      <a:pt x="6376" y="6533"/>
                    </a:cubicBezTo>
                    <a:cubicBezTo>
                      <a:pt x="6377" y="6532"/>
                      <a:pt x="6377" y="6530"/>
                      <a:pt x="6377" y="6528"/>
                    </a:cubicBezTo>
                    <a:cubicBezTo>
                      <a:pt x="6381" y="6499"/>
                      <a:pt x="6379" y="6454"/>
                      <a:pt x="6361" y="6430"/>
                    </a:cubicBezTo>
                    <a:cubicBezTo>
                      <a:pt x="6354" y="6429"/>
                      <a:pt x="6348" y="6428"/>
                      <a:pt x="6341" y="6428"/>
                    </a:cubicBezTo>
                    <a:cubicBezTo>
                      <a:pt x="6335" y="6428"/>
                      <a:pt x="6328" y="6429"/>
                      <a:pt x="6322" y="6430"/>
                    </a:cubicBezTo>
                    <a:cubicBezTo>
                      <a:pt x="6302" y="6374"/>
                      <a:pt x="6277" y="6320"/>
                      <a:pt x="6248" y="6269"/>
                    </a:cubicBezTo>
                    <a:cubicBezTo>
                      <a:pt x="6240" y="6256"/>
                      <a:pt x="6233" y="6244"/>
                      <a:pt x="6225" y="6231"/>
                    </a:cubicBezTo>
                    <a:cubicBezTo>
                      <a:pt x="6190" y="6179"/>
                      <a:pt x="6165" y="6126"/>
                      <a:pt x="6134" y="6072"/>
                    </a:cubicBezTo>
                    <a:cubicBezTo>
                      <a:pt x="6118" y="6045"/>
                      <a:pt x="6102" y="6020"/>
                      <a:pt x="6086" y="5995"/>
                    </a:cubicBezTo>
                    <a:cubicBezTo>
                      <a:pt x="6097" y="6006"/>
                      <a:pt x="6109" y="6018"/>
                      <a:pt x="6120" y="6030"/>
                    </a:cubicBezTo>
                    <a:cubicBezTo>
                      <a:pt x="6175" y="6089"/>
                      <a:pt x="6224" y="6157"/>
                      <a:pt x="6284" y="6212"/>
                    </a:cubicBezTo>
                    <a:cubicBezTo>
                      <a:pt x="6337" y="6261"/>
                      <a:pt x="6435" y="6386"/>
                      <a:pt x="6437" y="6388"/>
                    </a:cubicBezTo>
                    <a:cubicBezTo>
                      <a:pt x="6447" y="6395"/>
                      <a:pt x="6437" y="6446"/>
                      <a:pt x="6436" y="6459"/>
                    </a:cubicBezTo>
                    <a:cubicBezTo>
                      <a:pt x="6435" y="6488"/>
                      <a:pt x="6436" y="6518"/>
                      <a:pt x="6436" y="6547"/>
                    </a:cubicBezTo>
                    <a:cubicBezTo>
                      <a:pt x="6436" y="6611"/>
                      <a:pt x="6428" y="6679"/>
                      <a:pt x="6436" y="6743"/>
                    </a:cubicBezTo>
                    <a:cubicBezTo>
                      <a:pt x="6436" y="6745"/>
                      <a:pt x="6436" y="6746"/>
                      <a:pt x="6437" y="6748"/>
                    </a:cubicBezTo>
                    <a:cubicBezTo>
                      <a:pt x="6437" y="6749"/>
                      <a:pt x="6440" y="6751"/>
                      <a:pt x="6442" y="6752"/>
                    </a:cubicBezTo>
                    <a:cubicBezTo>
                      <a:pt x="6444" y="6753"/>
                      <a:pt x="6446" y="6754"/>
                      <a:pt x="6448" y="6754"/>
                    </a:cubicBezTo>
                    <a:cubicBezTo>
                      <a:pt x="6509" y="6751"/>
                      <a:pt x="6570" y="6731"/>
                      <a:pt x="6631" y="6727"/>
                    </a:cubicBezTo>
                    <a:cubicBezTo>
                      <a:pt x="6637" y="6727"/>
                      <a:pt x="6640" y="6721"/>
                      <a:pt x="6641" y="6716"/>
                    </a:cubicBezTo>
                    <a:cubicBezTo>
                      <a:pt x="6644" y="6693"/>
                      <a:pt x="6646" y="6669"/>
                      <a:pt x="6646" y="6645"/>
                    </a:cubicBezTo>
                    <a:cubicBezTo>
                      <a:pt x="6646" y="6628"/>
                      <a:pt x="6645" y="6611"/>
                      <a:pt x="6644" y="6594"/>
                    </a:cubicBezTo>
                    <a:cubicBezTo>
                      <a:pt x="6659" y="6593"/>
                      <a:pt x="6674" y="6589"/>
                      <a:pt x="6687" y="6581"/>
                    </a:cubicBezTo>
                    <a:cubicBezTo>
                      <a:pt x="6712" y="6568"/>
                      <a:pt x="6710" y="6522"/>
                      <a:pt x="6713" y="6499"/>
                    </a:cubicBezTo>
                    <a:cubicBezTo>
                      <a:pt x="6716" y="6482"/>
                      <a:pt x="6717" y="6464"/>
                      <a:pt x="6717" y="6446"/>
                    </a:cubicBezTo>
                    <a:cubicBezTo>
                      <a:pt x="6717" y="6422"/>
                      <a:pt x="6715" y="6398"/>
                      <a:pt x="6710" y="6375"/>
                    </a:cubicBezTo>
                    <a:moveTo>
                      <a:pt x="6496" y="5089"/>
                    </a:moveTo>
                    <a:cubicBezTo>
                      <a:pt x="6505" y="5099"/>
                      <a:pt x="6484" y="5136"/>
                      <a:pt x="6477" y="5148"/>
                    </a:cubicBezTo>
                    <a:cubicBezTo>
                      <a:pt x="6463" y="5168"/>
                      <a:pt x="6448" y="5187"/>
                      <a:pt x="6432" y="5204"/>
                    </a:cubicBezTo>
                    <a:cubicBezTo>
                      <a:pt x="6410" y="5232"/>
                      <a:pt x="6390" y="5263"/>
                      <a:pt x="6369" y="5292"/>
                    </a:cubicBezTo>
                    <a:cubicBezTo>
                      <a:pt x="6346" y="5325"/>
                      <a:pt x="6324" y="5362"/>
                      <a:pt x="6299" y="5393"/>
                    </a:cubicBezTo>
                    <a:cubicBezTo>
                      <a:pt x="6272" y="5424"/>
                      <a:pt x="6247" y="5456"/>
                      <a:pt x="6224" y="5489"/>
                    </a:cubicBezTo>
                    <a:cubicBezTo>
                      <a:pt x="6204" y="5520"/>
                      <a:pt x="6177" y="5546"/>
                      <a:pt x="6155" y="5576"/>
                    </a:cubicBezTo>
                    <a:cubicBezTo>
                      <a:pt x="6127" y="5616"/>
                      <a:pt x="6106" y="5657"/>
                      <a:pt x="6077" y="5695"/>
                    </a:cubicBezTo>
                    <a:cubicBezTo>
                      <a:pt x="6064" y="5712"/>
                      <a:pt x="6059" y="5733"/>
                      <a:pt x="6048" y="5751"/>
                    </a:cubicBezTo>
                    <a:cubicBezTo>
                      <a:pt x="6037" y="5765"/>
                      <a:pt x="6026" y="5780"/>
                      <a:pt x="6017" y="5795"/>
                    </a:cubicBezTo>
                    <a:cubicBezTo>
                      <a:pt x="6005" y="5816"/>
                      <a:pt x="5998" y="5840"/>
                      <a:pt x="5998" y="5865"/>
                    </a:cubicBezTo>
                    <a:cubicBezTo>
                      <a:pt x="5998" y="5875"/>
                      <a:pt x="5999" y="5886"/>
                      <a:pt x="6002" y="5896"/>
                    </a:cubicBezTo>
                    <a:cubicBezTo>
                      <a:pt x="6002" y="5897"/>
                      <a:pt x="6002" y="5897"/>
                      <a:pt x="6003" y="5898"/>
                    </a:cubicBezTo>
                    <a:cubicBezTo>
                      <a:pt x="6003" y="5899"/>
                      <a:pt x="6004" y="5900"/>
                      <a:pt x="6005" y="5901"/>
                    </a:cubicBezTo>
                    <a:cubicBezTo>
                      <a:pt x="6006" y="5901"/>
                      <a:pt x="6007" y="5901"/>
                      <a:pt x="6008" y="5902"/>
                    </a:cubicBezTo>
                    <a:cubicBezTo>
                      <a:pt x="6008" y="5904"/>
                      <a:pt x="6009" y="5906"/>
                      <a:pt x="6010" y="5908"/>
                    </a:cubicBezTo>
                    <a:cubicBezTo>
                      <a:pt x="6001" y="5902"/>
                      <a:pt x="5993" y="5895"/>
                      <a:pt x="5985" y="5888"/>
                    </a:cubicBezTo>
                    <a:cubicBezTo>
                      <a:pt x="5970" y="5874"/>
                      <a:pt x="5956" y="5858"/>
                      <a:pt x="5940" y="5844"/>
                    </a:cubicBezTo>
                    <a:cubicBezTo>
                      <a:pt x="5907" y="5816"/>
                      <a:pt x="5871" y="5791"/>
                      <a:pt x="5840" y="5760"/>
                    </a:cubicBezTo>
                    <a:cubicBezTo>
                      <a:pt x="5808" y="5729"/>
                      <a:pt x="5775" y="5709"/>
                      <a:pt x="5747" y="5681"/>
                    </a:cubicBezTo>
                    <a:cubicBezTo>
                      <a:pt x="5695" y="5632"/>
                      <a:pt x="5641" y="5586"/>
                      <a:pt x="5583" y="5544"/>
                    </a:cubicBezTo>
                    <a:cubicBezTo>
                      <a:pt x="5573" y="5537"/>
                      <a:pt x="5562" y="5530"/>
                      <a:pt x="5551" y="5524"/>
                    </a:cubicBezTo>
                    <a:cubicBezTo>
                      <a:pt x="5528" y="5510"/>
                      <a:pt x="5504" y="5499"/>
                      <a:pt x="5479" y="5489"/>
                    </a:cubicBezTo>
                    <a:cubicBezTo>
                      <a:pt x="5456" y="5476"/>
                      <a:pt x="5431" y="5467"/>
                      <a:pt x="5404" y="5463"/>
                    </a:cubicBezTo>
                    <a:lnTo>
                      <a:pt x="5404" y="5462"/>
                    </a:lnTo>
                    <a:cubicBezTo>
                      <a:pt x="5403" y="5460"/>
                      <a:pt x="5400" y="5457"/>
                      <a:pt x="5398" y="5456"/>
                    </a:cubicBezTo>
                    <a:cubicBezTo>
                      <a:pt x="5395" y="5454"/>
                      <a:pt x="5392" y="5454"/>
                      <a:pt x="5390" y="5454"/>
                    </a:cubicBezTo>
                    <a:cubicBezTo>
                      <a:pt x="5387" y="5454"/>
                      <a:pt x="5384" y="5454"/>
                      <a:pt x="5382" y="5456"/>
                    </a:cubicBezTo>
                    <a:cubicBezTo>
                      <a:pt x="5381" y="5457"/>
                      <a:pt x="5382" y="5457"/>
                      <a:pt x="5381" y="5457"/>
                    </a:cubicBezTo>
                    <a:cubicBezTo>
                      <a:pt x="5370" y="5465"/>
                      <a:pt x="5332" y="5467"/>
                      <a:pt x="5318" y="5471"/>
                    </a:cubicBezTo>
                    <a:cubicBezTo>
                      <a:pt x="5270" y="5482"/>
                      <a:pt x="5223" y="5497"/>
                      <a:pt x="5176" y="5514"/>
                    </a:cubicBezTo>
                    <a:cubicBezTo>
                      <a:pt x="5155" y="5522"/>
                      <a:pt x="5134" y="5530"/>
                      <a:pt x="5112" y="5537"/>
                    </a:cubicBezTo>
                    <a:lnTo>
                      <a:pt x="5107" y="5537"/>
                    </a:lnTo>
                    <a:cubicBezTo>
                      <a:pt x="5099" y="5538"/>
                      <a:pt x="5091" y="5541"/>
                      <a:pt x="5084" y="5545"/>
                    </a:cubicBezTo>
                    <a:cubicBezTo>
                      <a:pt x="5083" y="5546"/>
                      <a:pt x="5083" y="5546"/>
                      <a:pt x="5082" y="5546"/>
                    </a:cubicBezTo>
                    <a:lnTo>
                      <a:pt x="5057" y="5555"/>
                    </a:lnTo>
                    <a:cubicBezTo>
                      <a:pt x="5024" y="5566"/>
                      <a:pt x="4994" y="5581"/>
                      <a:pt x="4962" y="5592"/>
                    </a:cubicBezTo>
                    <a:cubicBezTo>
                      <a:pt x="4962" y="5593"/>
                      <a:pt x="4962" y="5593"/>
                      <a:pt x="4961" y="5593"/>
                    </a:cubicBezTo>
                    <a:cubicBezTo>
                      <a:pt x="4961" y="5593"/>
                      <a:pt x="4961" y="5594"/>
                      <a:pt x="4960" y="5595"/>
                    </a:cubicBezTo>
                    <a:cubicBezTo>
                      <a:pt x="4959" y="5596"/>
                      <a:pt x="4959" y="5596"/>
                      <a:pt x="4959" y="5597"/>
                    </a:cubicBezTo>
                    <a:cubicBezTo>
                      <a:pt x="4959" y="5598"/>
                      <a:pt x="4959" y="5598"/>
                      <a:pt x="4960" y="5599"/>
                    </a:cubicBezTo>
                    <a:lnTo>
                      <a:pt x="4960" y="5600"/>
                    </a:lnTo>
                    <a:cubicBezTo>
                      <a:pt x="4912" y="5615"/>
                      <a:pt x="4866" y="5634"/>
                      <a:pt x="4822" y="5659"/>
                    </a:cubicBezTo>
                    <a:cubicBezTo>
                      <a:pt x="4772" y="5687"/>
                      <a:pt x="4737" y="5749"/>
                      <a:pt x="4702" y="5794"/>
                    </a:cubicBezTo>
                    <a:cubicBezTo>
                      <a:pt x="4641" y="5871"/>
                      <a:pt x="4585" y="5953"/>
                      <a:pt x="4536" y="6039"/>
                    </a:cubicBezTo>
                    <a:cubicBezTo>
                      <a:pt x="4518" y="6070"/>
                      <a:pt x="4500" y="6102"/>
                      <a:pt x="4484" y="6135"/>
                    </a:cubicBezTo>
                    <a:cubicBezTo>
                      <a:pt x="4449" y="6205"/>
                      <a:pt x="4426" y="6281"/>
                      <a:pt x="4416" y="6358"/>
                    </a:cubicBezTo>
                    <a:cubicBezTo>
                      <a:pt x="4409" y="6368"/>
                      <a:pt x="4401" y="6376"/>
                      <a:pt x="4393" y="6384"/>
                    </a:cubicBezTo>
                    <a:cubicBezTo>
                      <a:pt x="4368" y="6414"/>
                      <a:pt x="4347" y="6446"/>
                      <a:pt x="4323" y="6476"/>
                    </a:cubicBezTo>
                    <a:cubicBezTo>
                      <a:pt x="4293" y="6513"/>
                      <a:pt x="4261" y="6548"/>
                      <a:pt x="4231" y="6585"/>
                    </a:cubicBezTo>
                    <a:lnTo>
                      <a:pt x="4227" y="6581"/>
                    </a:lnTo>
                    <a:cubicBezTo>
                      <a:pt x="4220" y="6575"/>
                      <a:pt x="4213" y="6570"/>
                      <a:pt x="4206" y="6566"/>
                    </a:cubicBezTo>
                    <a:cubicBezTo>
                      <a:pt x="4206" y="6565"/>
                      <a:pt x="4206" y="6565"/>
                      <a:pt x="4207" y="6564"/>
                    </a:cubicBezTo>
                    <a:cubicBezTo>
                      <a:pt x="4207" y="6564"/>
                      <a:pt x="4207" y="6563"/>
                      <a:pt x="4207" y="6562"/>
                    </a:cubicBezTo>
                    <a:cubicBezTo>
                      <a:pt x="4225" y="6514"/>
                      <a:pt x="4272" y="6455"/>
                      <a:pt x="4307" y="6417"/>
                    </a:cubicBezTo>
                    <a:cubicBezTo>
                      <a:pt x="4335" y="6387"/>
                      <a:pt x="4355" y="6351"/>
                      <a:pt x="4382" y="6319"/>
                    </a:cubicBezTo>
                    <a:cubicBezTo>
                      <a:pt x="4384" y="6317"/>
                      <a:pt x="4380" y="6313"/>
                      <a:pt x="4378" y="6315"/>
                    </a:cubicBezTo>
                    <a:cubicBezTo>
                      <a:pt x="4344" y="6346"/>
                      <a:pt x="4317" y="6384"/>
                      <a:pt x="4283" y="6415"/>
                    </a:cubicBezTo>
                    <a:cubicBezTo>
                      <a:pt x="4249" y="6446"/>
                      <a:pt x="4193" y="6506"/>
                      <a:pt x="4186" y="6553"/>
                    </a:cubicBezTo>
                    <a:cubicBezTo>
                      <a:pt x="4180" y="6548"/>
                      <a:pt x="4174" y="6543"/>
                      <a:pt x="4168" y="6539"/>
                    </a:cubicBezTo>
                    <a:cubicBezTo>
                      <a:pt x="4185" y="6513"/>
                      <a:pt x="4207" y="6490"/>
                      <a:pt x="4224" y="6464"/>
                    </a:cubicBezTo>
                    <a:cubicBezTo>
                      <a:pt x="4243" y="6435"/>
                      <a:pt x="4264" y="6403"/>
                      <a:pt x="4286" y="6377"/>
                    </a:cubicBezTo>
                    <a:cubicBezTo>
                      <a:pt x="4286" y="6376"/>
                      <a:pt x="4287" y="6376"/>
                      <a:pt x="4287" y="6375"/>
                    </a:cubicBezTo>
                    <a:cubicBezTo>
                      <a:pt x="4287" y="6375"/>
                      <a:pt x="4288" y="6373"/>
                      <a:pt x="4288" y="6372"/>
                    </a:cubicBezTo>
                    <a:cubicBezTo>
                      <a:pt x="4288" y="6371"/>
                      <a:pt x="4287" y="6370"/>
                      <a:pt x="4287" y="6369"/>
                    </a:cubicBezTo>
                    <a:cubicBezTo>
                      <a:pt x="4286" y="6368"/>
                      <a:pt x="4286" y="6367"/>
                      <a:pt x="4285" y="6367"/>
                    </a:cubicBezTo>
                    <a:cubicBezTo>
                      <a:pt x="4284" y="6366"/>
                      <a:pt x="4282" y="6366"/>
                      <a:pt x="4281" y="6366"/>
                    </a:cubicBezTo>
                    <a:cubicBezTo>
                      <a:pt x="4280" y="6366"/>
                      <a:pt x="4279" y="6366"/>
                      <a:pt x="4278" y="6367"/>
                    </a:cubicBezTo>
                    <a:lnTo>
                      <a:pt x="4277" y="6368"/>
                    </a:lnTo>
                    <a:cubicBezTo>
                      <a:pt x="4251" y="6394"/>
                      <a:pt x="4228" y="6422"/>
                      <a:pt x="4206" y="6452"/>
                    </a:cubicBezTo>
                    <a:cubicBezTo>
                      <a:pt x="4188" y="6475"/>
                      <a:pt x="4167" y="6498"/>
                      <a:pt x="4150" y="6524"/>
                    </a:cubicBezTo>
                    <a:cubicBezTo>
                      <a:pt x="4143" y="6518"/>
                      <a:pt x="4136" y="6513"/>
                      <a:pt x="4130" y="6508"/>
                    </a:cubicBezTo>
                    <a:cubicBezTo>
                      <a:pt x="4142" y="6493"/>
                      <a:pt x="4155" y="6478"/>
                      <a:pt x="4168" y="6465"/>
                    </a:cubicBezTo>
                    <a:cubicBezTo>
                      <a:pt x="4184" y="6445"/>
                      <a:pt x="4199" y="6423"/>
                      <a:pt x="4214" y="6402"/>
                    </a:cubicBezTo>
                    <a:cubicBezTo>
                      <a:pt x="4249" y="6350"/>
                      <a:pt x="4286" y="6298"/>
                      <a:pt x="4324" y="6247"/>
                    </a:cubicBezTo>
                    <a:cubicBezTo>
                      <a:pt x="4328" y="6241"/>
                      <a:pt x="4320" y="6234"/>
                      <a:pt x="4316" y="6239"/>
                    </a:cubicBezTo>
                    <a:cubicBezTo>
                      <a:pt x="4263" y="6300"/>
                      <a:pt x="4220" y="6368"/>
                      <a:pt x="4168" y="6428"/>
                    </a:cubicBezTo>
                    <a:cubicBezTo>
                      <a:pt x="4148" y="6449"/>
                      <a:pt x="4129" y="6472"/>
                      <a:pt x="4112" y="6496"/>
                    </a:cubicBezTo>
                    <a:cubicBezTo>
                      <a:pt x="4103" y="6490"/>
                      <a:pt x="4094" y="6484"/>
                      <a:pt x="4085" y="6479"/>
                    </a:cubicBezTo>
                    <a:cubicBezTo>
                      <a:pt x="4091" y="6473"/>
                      <a:pt x="4096" y="6467"/>
                      <a:pt x="4100" y="6460"/>
                    </a:cubicBezTo>
                    <a:cubicBezTo>
                      <a:pt x="4106" y="6450"/>
                      <a:pt x="4113" y="6442"/>
                      <a:pt x="4120" y="6433"/>
                    </a:cubicBezTo>
                    <a:cubicBezTo>
                      <a:pt x="4127" y="6425"/>
                      <a:pt x="4134" y="6416"/>
                      <a:pt x="4139" y="6407"/>
                    </a:cubicBezTo>
                    <a:cubicBezTo>
                      <a:pt x="4143" y="6399"/>
                      <a:pt x="4147" y="6391"/>
                      <a:pt x="4150" y="6383"/>
                    </a:cubicBezTo>
                    <a:lnTo>
                      <a:pt x="4149" y="6382"/>
                    </a:lnTo>
                    <a:cubicBezTo>
                      <a:pt x="4148" y="6381"/>
                      <a:pt x="4149" y="6382"/>
                      <a:pt x="4148" y="6381"/>
                    </a:cubicBezTo>
                    <a:cubicBezTo>
                      <a:pt x="4147" y="6380"/>
                      <a:pt x="4148" y="6380"/>
                      <a:pt x="4147" y="6380"/>
                    </a:cubicBezTo>
                    <a:cubicBezTo>
                      <a:pt x="4147" y="6380"/>
                      <a:pt x="4146" y="6380"/>
                      <a:pt x="4146" y="6381"/>
                    </a:cubicBezTo>
                    <a:lnTo>
                      <a:pt x="4145" y="6381"/>
                    </a:lnTo>
                    <a:cubicBezTo>
                      <a:pt x="4136" y="6392"/>
                      <a:pt x="4125" y="6401"/>
                      <a:pt x="4114" y="6409"/>
                    </a:cubicBezTo>
                    <a:cubicBezTo>
                      <a:pt x="4105" y="6417"/>
                      <a:pt x="4096" y="6426"/>
                      <a:pt x="4088" y="6435"/>
                    </a:cubicBezTo>
                    <a:cubicBezTo>
                      <a:pt x="4080" y="6444"/>
                      <a:pt x="4070" y="6455"/>
                      <a:pt x="4062" y="6464"/>
                    </a:cubicBezTo>
                    <a:lnTo>
                      <a:pt x="4046" y="6454"/>
                    </a:lnTo>
                    <a:lnTo>
                      <a:pt x="4036" y="6448"/>
                    </a:lnTo>
                    <a:cubicBezTo>
                      <a:pt x="4076" y="6402"/>
                      <a:pt x="4112" y="6350"/>
                      <a:pt x="4149" y="6303"/>
                    </a:cubicBezTo>
                    <a:cubicBezTo>
                      <a:pt x="4191" y="6250"/>
                      <a:pt x="4235" y="6199"/>
                      <a:pt x="4275" y="6145"/>
                    </a:cubicBezTo>
                    <a:cubicBezTo>
                      <a:pt x="4281" y="6139"/>
                      <a:pt x="4271" y="6131"/>
                      <a:pt x="4265" y="6136"/>
                    </a:cubicBezTo>
                    <a:cubicBezTo>
                      <a:pt x="4218" y="6176"/>
                      <a:pt x="4183" y="6230"/>
                      <a:pt x="4143" y="6276"/>
                    </a:cubicBezTo>
                    <a:cubicBezTo>
                      <a:pt x="4099" y="6327"/>
                      <a:pt x="4060" y="6384"/>
                      <a:pt x="4014" y="6433"/>
                    </a:cubicBezTo>
                    <a:cubicBezTo>
                      <a:pt x="4007" y="6428"/>
                      <a:pt x="3999" y="6423"/>
                      <a:pt x="3991" y="6417"/>
                    </a:cubicBezTo>
                    <a:cubicBezTo>
                      <a:pt x="3997" y="6411"/>
                      <a:pt x="4003" y="6404"/>
                      <a:pt x="4008" y="6398"/>
                    </a:cubicBezTo>
                    <a:cubicBezTo>
                      <a:pt x="4021" y="6383"/>
                      <a:pt x="4032" y="6369"/>
                      <a:pt x="4046" y="6356"/>
                    </a:cubicBezTo>
                    <a:cubicBezTo>
                      <a:pt x="4071" y="6333"/>
                      <a:pt x="4089" y="6299"/>
                      <a:pt x="4117" y="6278"/>
                    </a:cubicBezTo>
                    <a:cubicBezTo>
                      <a:pt x="4122" y="6275"/>
                      <a:pt x="4119" y="6264"/>
                      <a:pt x="4112" y="6267"/>
                    </a:cubicBezTo>
                    <a:cubicBezTo>
                      <a:pt x="4111" y="6268"/>
                      <a:pt x="4110" y="6268"/>
                      <a:pt x="4109" y="6269"/>
                    </a:cubicBezTo>
                    <a:cubicBezTo>
                      <a:pt x="4083" y="6284"/>
                      <a:pt x="4061" y="6304"/>
                      <a:pt x="4043" y="6328"/>
                    </a:cubicBezTo>
                    <a:cubicBezTo>
                      <a:pt x="4030" y="6343"/>
                      <a:pt x="4013" y="6355"/>
                      <a:pt x="4000" y="6371"/>
                    </a:cubicBezTo>
                    <a:cubicBezTo>
                      <a:pt x="3992" y="6382"/>
                      <a:pt x="3982" y="6392"/>
                      <a:pt x="3971" y="6401"/>
                    </a:cubicBezTo>
                    <a:lnTo>
                      <a:pt x="3970" y="6401"/>
                    </a:lnTo>
                    <a:cubicBezTo>
                      <a:pt x="3962" y="6394"/>
                      <a:pt x="3953" y="6388"/>
                      <a:pt x="3944" y="6381"/>
                    </a:cubicBezTo>
                    <a:cubicBezTo>
                      <a:pt x="3996" y="6316"/>
                      <a:pt x="4059" y="6260"/>
                      <a:pt x="4112" y="6195"/>
                    </a:cubicBezTo>
                    <a:cubicBezTo>
                      <a:pt x="4170" y="6124"/>
                      <a:pt x="4222" y="6049"/>
                      <a:pt x="4276" y="5976"/>
                    </a:cubicBezTo>
                    <a:cubicBezTo>
                      <a:pt x="4279" y="5971"/>
                      <a:pt x="4272" y="5966"/>
                      <a:pt x="4269" y="5970"/>
                    </a:cubicBezTo>
                    <a:cubicBezTo>
                      <a:pt x="4206" y="6031"/>
                      <a:pt x="4158" y="6103"/>
                      <a:pt x="4101" y="6168"/>
                    </a:cubicBezTo>
                    <a:cubicBezTo>
                      <a:pt x="4071" y="6202"/>
                      <a:pt x="4040" y="6235"/>
                      <a:pt x="4011" y="6271"/>
                    </a:cubicBezTo>
                    <a:cubicBezTo>
                      <a:pt x="3982" y="6306"/>
                      <a:pt x="3946" y="6328"/>
                      <a:pt x="3923" y="6366"/>
                    </a:cubicBezTo>
                    <a:cubicBezTo>
                      <a:pt x="3915" y="6360"/>
                      <a:pt x="3906" y="6353"/>
                      <a:pt x="3899" y="6345"/>
                    </a:cubicBezTo>
                    <a:cubicBezTo>
                      <a:pt x="3894" y="6341"/>
                      <a:pt x="3889" y="6336"/>
                      <a:pt x="3885" y="6332"/>
                    </a:cubicBezTo>
                    <a:cubicBezTo>
                      <a:pt x="3939" y="6267"/>
                      <a:pt x="3998" y="6206"/>
                      <a:pt x="4054" y="6142"/>
                    </a:cubicBezTo>
                    <a:cubicBezTo>
                      <a:pt x="4058" y="6138"/>
                      <a:pt x="4052" y="6133"/>
                      <a:pt x="4048" y="6137"/>
                    </a:cubicBezTo>
                    <a:cubicBezTo>
                      <a:pt x="4018" y="6166"/>
                      <a:pt x="3989" y="6197"/>
                      <a:pt x="3959" y="6226"/>
                    </a:cubicBezTo>
                    <a:cubicBezTo>
                      <a:pt x="3927" y="6254"/>
                      <a:pt x="3897" y="6284"/>
                      <a:pt x="3868" y="6315"/>
                    </a:cubicBezTo>
                    <a:lnTo>
                      <a:pt x="3850" y="6299"/>
                    </a:lnTo>
                    <a:cubicBezTo>
                      <a:pt x="3850" y="6299"/>
                      <a:pt x="3850" y="6298"/>
                      <a:pt x="3851" y="6297"/>
                    </a:cubicBezTo>
                    <a:cubicBezTo>
                      <a:pt x="3852" y="6296"/>
                      <a:pt x="3852" y="6295"/>
                      <a:pt x="3852" y="6294"/>
                    </a:cubicBezTo>
                    <a:cubicBezTo>
                      <a:pt x="3855" y="6283"/>
                      <a:pt x="3865" y="6276"/>
                      <a:pt x="3872" y="6268"/>
                    </a:cubicBezTo>
                    <a:cubicBezTo>
                      <a:pt x="3879" y="6260"/>
                      <a:pt x="3891" y="6245"/>
                      <a:pt x="3901" y="6234"/>
                    </a:cubicBezTo>
                    <a:cubicBezTo>
                      <a:pt x="3926" y="6213"/>
                      <a:pt x="3949" y="6190"/>
                      <a:pt x="3970" y="6166"/>
                    </a:cubicBezTo>
                    <a:cubicBezTo>
                      <a:pt x="3973" y="6161"/>
                      <a:pt x="3967" y="6154"/>
                      <a:pt x="3962" y="6158"/>
                    </a:cubicBezTo>
                    <a:cubicBezTo>
                      <a:pt x="3937" y="6179"/>
                      <a:pt x="3911" y="6198"/>
                      <a:pt x="3887" y="6220"/>
                    </a:cubicBezTo>
                    <a:cubicBezTo>
                      <a:pt x="3875" y="6231"/>
                      <a:pt x="3865" y="6245"/>
                      <a:pt x="3853" y="6257"/>
                    </a:cubicBezTo>
                    <a:cubicBezTo>
                      <a:pt x="3844" y="6264"/>
                      <a:pt x="3837" y="6272"/>
                      <a:pt x="3831" y="6280"/>
                    </a:cubicBezTo>
                    <a:cubicBezTo>
                      <a:pt x="3830" y="6280"/>
                      <a:pt x="3831" y="6280"/>
                      <a:pt x="3830" y="6281"/>
                    </a:cubicBezTo>
                    <a:cubicBezTo>
                      <a:pt x="3829" y="6282"/>
                      <a:pt x="3829" y="6281"/>
                      <a:pt x="3828" y="6282"/>
                    </a:cubicBezTo>
                    <a:lnTo>
                      <a:pt x="3809" y="6265"/>
                    </a:lnTo>
                    <a:cubicBezTo>
                      <a:pt x="3810" y="6264"/>
                      <a:pt x="3810" y="6263"/>
                      <a:pt x="3811" y="6261"/>
                    </a:cubicBezTo>
                    <a:cubicBezTo>
                      <a:pt x="3812" y="6258"/>
                      <a:pt x="3814" y="6257"/>
                      <a:pt x="3814" y="6254"/>
                    </a:cubicBezTo>
                    <a:cubicBezTo>
                      <a:pt x="3819" y="6249"/>
                      <a:pt x="3824" y="6244"/>
                      <a:pt x="3829" y="6238"/>
                    </a:cubicBezTo>
                    <a:cubicBezTo>
                      <a:pt x="3840" y="6228"/>
                      <a:pt x="3851" y="6219"/>
                      <a:pt x="3862" y="6210"/>
                    </a:cubicBezTo>
                    <a:cubicBezTo>
                      <a:pt x="3883" y="6190"/>
                      <a:pt x="3903" y="6169"/>
                      <a:pt x="3921" y="6146"/>
                    </a:cubicBezTo>
                    <a:cubicBezTo>
                      <a:pt x="3961" y="6107"/>
                      <a:pt x="3996" y="6060"/>
                      <a:pt x="4038" y="6024"/>
                    </a:cubicBezTo>
                    <a:cubicBezTo>
                      <a:pt x="4042" y="6020"/>
                      <a:pt x="4037" y="6014"/>
                      <a:pt x="4032" y="6016"/>
                    </a:cubicBezTo>
                    <a:cubicBezTo>
                      <a:pt x="3987" y="6039"/>
                      <a:pt x="3948" y="6082"/>
                      <a:pt x="3914" y="6119"/>
                    </a:cubicBezTo>
                    <a:cubicBezTo>
                      <a:pt x="3875" y="6162"/>
                      <a:pt x="3835" y="6201"/>
                      <a:pt x="3793" y="6241"/>
                    </a:cubicBezTo>
                    <a:cubicBezTo>
                      <a:pt x="3792" y="6242"/>
                      <a:pt x="3791" y="6242"/>
                      <a:pt x="3790" y="6243"/>
                    </a:cubicBezTo>
                    <a:cubicBezTo>
                      <a:pt x="3788" y="6244"/>
                      <a:pt x="3786" y="6245"/>
                      <a:pt x="3785" y="6247"/>
                    </a:cubicBezTo>
                    <a:cubicBezTo>
                      <a:pt x="3784" y="6248"/>
                      <a:pt x="3785" y="6248"/>
                      <a:pt x="3785" y="6248"/>
                    </a:cubicBezTo>
                    <a:lnTo>
                      <a:pt x="3753" y="6223"/>
                    </a:lnTo>
                    <a:cubicBezTo>
                      <a:pt x="3763" y="6209"/>
                      <a:pt x="3774" y="6196"/>
                      <a:pt x="3787" y="6184"/>
                    </a:cubicBezTo>
                    <a:cubicBezTo>
                      <a:pt x="3811" y="6161"/>
                      <a:pt x="3832" y="6134"/>
                      <a:pt x="3855" y="6111"/>
                    </a:cubicBezTo>
                    <a:cubicBezTo>
                      <a:pt x="3881" y="6084"/>
                      <a:pt x="3905" y="6055"/>
                      <a:pt x="3932" y="6028"/>
                    </a:cubicBezTo>
                    <a:cubicBezTo>
                      <a:pt x="3937" y="6023"/>
                      <a:pt x="3929" y="6017"/>
                      <a:pt x="3924" y="6021"/>
                    </a:cubicBezTo>
                    <a:cubicBezTo>
                      <a:pt x="3891" y="6050"/>
                      <a:pt x="3861" y="6079"/>
                      <a:pt x="3830" y="6109"/>
                    </a:cubicBezTo>
                    <a:cubicBezTo>
                      <a:pt x="3808" y="6131"/>
                      <a:pt x="3789" y="6155"/>
                      <a:pt x="3766" y="6175"/>
                    </a:cubicBezTo>
                    <a:cubicBezTo>
                      <a:pt x="3754" y="6185"/>
                      <a:pt x="3743" y="6197"/>
                      <a:pt x="3735" y="6210"/>
                    </a:cubicBezTo>
                    <a:lnTo>
                      <a:pt x="3721" y="6200"/>
                    </a:lnTo>
                    <a:lnTo>
                      <a:pt x="3721" y="6199"/>
                    </a:lnTo>
                    <a:cubicBezTo>
                      <a:pt x="3722" y="6198"/>
                      <a:pt x="3722" y="6197"/>
                      <a:pt x="3722" y="6195"/>
                    </a:cubicBezTo>
                    <a:cubicBezTo>
                      <a:pt x="3723" y="6187"/>
                      <a:pt x="3736" y="6177"/>
                      <a:pt x="3742" y="6170"/>
                    </a:cubicBezTo>
                    <a:cubicBezTo>
                      <a:pt x="3751" y="6158"/>
                      <a:pt x="3757" y="6143"/>
                      <a:pt x="3767" y="6132"/>
                    </a:cubicBezTo>
                    <a:cubicBezTo>
                      <a:pt x="3771" y="6127"/>
                      <a:pt x="3764" y="6120"/>
                      <a:pt x="3759" y="6124"/>
                    </a:cubicBezTo>
                    <a:cubicBezTo>
                      <a:pt x="3746" y="6135"/>
                      <a:pt x="3734" y="6148"/>
                      <a:pt x="3722" y="6161"/>
                    </a:cubicBezTo>
                    <a:cubicBezTo>
                      <a:pt x="3715" y="6167"/>
                      <a:pt x="3709" y="6174"/>
                      <a:pt x="3704" y="6182"/>
                    </a:cubicBezTo>
                    <a:cubicBezTo>
                      <a:pt x="3703" y="6183"/>
                      <a:pt x="3703" y="6184"/>
                      <a:pt x="3702" y="6186"/>
                    </a:cubicBezTo>
                    <a:lnTo>
                      <a:pt x="3671" y="6164"/>
                    </a:lnTo>
                    <a:cubicBezTo>
                      <a:pt x="3709" y="6139"/>
                      <a:pt x="3734" y="6096"/>
                      <a:pt x="3763" y="6062"/>
                    </a:cubicBezTo>
                    <a:cubicBezTo>
                      <a:pt x="3785" y="6037"/>
                      <a:pt x="3811" y="6015"/>
                      <a:pt x="3834" y="5992"/>
                    </a:cubicBezTo>
                    <a:cubicBezTo>
                      <a:pt x="3885" y="5940"/>
                      <a:pt x="3933" y="5884"/>
                      <a:pt x="3980" y="5830"/>
                    </a:cubicBezTo>
                    <a:cubicBezTo>
                      <a:pt x="3984" y="5824"/>
                      <a:pt x="3977" y="5818"/>
                      <a:pt x="3972" y="5823"/>
                    </a:cubicBezTo>
                    <a:cubicBezTo>
                      <a:pt x="3862" y="5926"/>
                      <a:pt x="3763" y="6039"/>
                      <a:pt x="3658" y="6145"/>
                    </a:cubicBezTo>
                    <a:cubicBezTo>
                      <a:pt x="3657" y="6145"/>
                      <a:pt x="3657" y="6146"/>
                      <a:pt x="3656" y="6147"/>
                    </a:cubicBezTo>
                    <a:cubicBezTo>
                      <a:pt x="3655" y="6148"/>
                      <a:pt x="3655" y="6150"/>
                      <a:pt x="3655" y="6151"/>
                    </a:cubicBezTo>
                    <a:lnTo>
                      <a:pt x="3633" y="6136"/>
                    </a:lnTo>
                    <a:lnTo>
                      <a:pt x="3634" y="6136"/>
                    </a:lnTo>
                    <a:cubicBezTo>
                      <a:pt x="3659" y="6134"/>
                      <a:pt x="3686" y="6083"/>
                      <a:pt x="3699" y="6067"/>
                    </a:cubicBezTo>
                    <a:cubicBezTo>
                      <a:pt x="3707" y="6057"/>
                      <a:pt x="3717" y="6050"/>
                      <a:pt x="3726" y="6041"/>
                    </a:cubicBezTo>
                    <a:cubicBezTo>
                      <a:pt x="3736" y="6028"/>
                      <a:pt x="3747" y="6017"/>
                      <a:pt x="3760" y="6008"/>
                    </a:cubicBezTo>
                    <a:cubicBezTo>
                      <a:pt x="3761" y="6007"/>
                      <a:pt x="3761" y="6006"/>
                      <a:pt x="3762" y="6005"/>
                    </a:cubicBezTo>
                    <a:cubicBezTo>
                      <a:pt x="3763" y="6004"/>
                      <a:pt x="3763" y="6003"/>
                      <a:pt x="3763" y="6002"/>
                    </a:cubicBezTo>
                    <a:cubicBezTo>
                      <a:pt x="3763" y="6001"/>
                      <a:pt x="3763" y="6000"/>
                      <a:pt x="3762" y="5999"/>
                    </a:cubicBezTo>
                    <a:cubicBezTo>
                      <a:pt x="3761" y="5998"/>
                      <a:pt x="3761" y="5997"/>
                      <a:pt x="3760" y="5997"/>
                    </a:cubicBezTo>
                    <a:cubicBezTo>
                      <a:pt x="3759" y="5996"/>
                      <a:pt x="3758" y="5996"/>
                      <a:pt x="3757" y="5996"/>
                    </a:cubicBezTo>
                    <a:cubicBezTo>
                      <a:pt x="3756" y="5996"/>
                      <a:pt x="3755" y="5996"/>
                      <a:pt x="3754" y="5997"/>
                    </a:cubicBezTo>
                    <a:cubicBezTo>
                      <a:pt x="3731" y="6011"/>
                      <a:pt x="3710" y="6028"/>
                      <a:pt x="3691" y="6047"/>
                    </a:cubicBezTo>
                    <a:cubicBezTo>
                      <a:pt x="3679" y="6059"/>
                      <a:pt x="3668" y="6072"/>
                      <a:pt x="3658" y="6085"/>
                    </a:cubicBezTo>
                    <a:cubicBezTo>
                      <a:pt x="3651" y="6094"/>
                      <a:pt x="3639" y="6110"/>
                      <a:pt x="3627" y="6112"/>
                    </a:cubicBezTo>
                    <a:cubicBezTo>
                      <a:pt x="3615" y="6113"/>
                      <a:pt x="3616" y="6119"/>
                      <a:pt x="3618" y="6124"/>
                    </a:cubicBezTo>
                    <a:lnTo>
                      <a:pt x="3600" y="6112"/>
                    </a:lnTo>
                    <a:cubicBezTo>
                      <a:pt x="3638" y="6050"/>
                      <a:pt x="3688" y="5996"/>
                      <a:pt x="3747" y="5954"/>
                    </a:cubicBezTo>
                    <a:cubicBezTo>
                      <a:pt x="3789" y="5924"/>
                      <a:pt x="3819" y="5873"/>
                      <a:pt x="3856" y="5837"/>
                    </a:cubicBezTo>
                    <a:cubicBezTo>
                      <a:pt x="3857" y="5836"/>
                      <a:pt x="3856" y="5834"/>
                      <a:pt x="3854" y="5835"/>
                    </a:cubicBezTo>
                    <a:cubicBezTo>
                      <a:pt x="3809" y="5873"/>
                      <a:pt x="3764" y="5912"/>
                      <a:pt x="3719" y="5950"/>
                    </a:cubicBezTo>
                    <a:cubicBezTo>
                      <a:pt x="3668" y="5995"/>
                      <a:pt x="3612" y="6037"/>
                      <a:pt x="3577" y="6096"/>
                    </a:cubicBezTo>
                    <a:lnTo>
                      <a:pt x="3554" y="6080"/>
                    </a:lnTo>
                    <a:lnTo>
                      <a:pt x="3555" y="6079"/>
                    </a:lnTo>
                    <a:cubicBezTo>
                      <a:pt x="3557" y="6078"/>
                      <a:pt x="3559" y="6076"/>
                      <a:pt x="3561" y="6075"/>
                    </a:cubicBezTo>
                    <a:cubicBezTo>
                      <a:pt x="3597" y="6041"/>
                      <a:pt x="3630" y="6006"/>
                      <a:pt x="3662" y="5968"/>
                    </a:cubicBezTo>
                    <a:cubicBezTo>
                      <a:pt x="3727" y="5892"/>
                      <a:pt x="3810" y="5831"/>
                      <a:pt x="3860" y="5742"/>
                    </a:cubicBezTo>
                    <a:cubicBezTo>
                      <a:pt x="3860" y="5741"/>
                      <a:pt x="3859" y="5740"/>
                      <a:pt x="3858" y="5740"/>
                    </a:cubicBezTo>
                    <a:cubicBezTo>
                      <a:pt x="3836" y="5756"/>
                      <a:pt x="3816" y="5774"/>
                      <a:pt x="3799" y="5795"/>
                    </a:cubicBezTo>
                    <a:cubicBezTo>
                      <a:pt x="3766" y="5832"/>
                      <a:pt x="3727" y="5863"/>
                      <a:pt x="3692" y="5897"/>
                    </a:cubicBezTo>
                    <a:cubicBezTo>
                      <a:pt x="3668" y="5922"/>
                      <a:pt x="3645" y="5948"/>
                      <a:pt x="3620" y="5972"/>
                    </a:cubicBezTo>
                    <a:cubicBezTo>
                      <a:pt x="3605" y="5987"/>
                      <a:pt x="3590" y="6000"/>
                      <a:pt x="3576" y="6015"/>
                    </a:cubicBezTo>
                    <a:cubicBezTo>
                      <a:pt x="3566" y="6026"/>
                      <a:pt x="3547" y="6049"/>
                      <a:pt x="3539" y="6033"/>
                    </a:cubicBezTo>
                    <a:cubicBezTo>
                      <a:pt x="3538" y="6033"/>
                      <a:pt x="3538" y="6033"/>
                      <a:pt x="3538" y="6033"/>
                    </a:cubicBezTo>
                    <a:cubicBezTo>
                      <a:pt x="3537" y="6030"/>
                      <a:pt x="3535" y="6028"/>
                      <a:pt x="3532" y="6027"/>
                    </a:cubicBezTo>
                    <a:cubicBezTo>
                      <a:pt x="3540" y="6016"/>
                      <a:pt x="3547" y="6007"/>
                      <a:pt x="3554" y="5997"/>
                    </a:cubicBezTo>
                    <a:cubicBezTo>
                      <a:pt x="3578" y="5969"/>
                      <a:pt x="3599" y="5939"/>
                      <a:pt x="3617" y="5908"/>
                    </a:cubicBezTo>
                    <a:cubicBezTo>
                      <a:pt x="3642" y="5869"/>
                      <a:pt x="3669" y="5832"/>
                      <a:pt x="3699" y="5796"/>
                    </a:cubicBezTo>
                    <a:cubicBezTo>
                      <a:pt x="3731" y="5757"/>
                      <a:pt x="3774" y="5728"/>
                      <a:pt x="3811" y="5694"/>
                    </a:cubicBezTo>
                    <a:cubicBezTo>
                      <a:pt x="3839" y="5668"/>
                      <a:pt x="3859" y="5629"/>
                      <a:pt x="3880" y="5597"/>
                    </a:cubicBezTo>
                    <a:cubicBezTo>
                      <a:pt x="3882" y="5594"/>
                      <a:pt x="3884" y="5591"/>
                      <a:pt x="3886" y="5588"/>
                    </a:cubicBezTo>
                    <a:cubicBezTo>
                      <a:pt x="3899" y="5565"/>
                      <a:pt x="3908" y="5539"/>
                      <a:pt x="3912" y="5513"/>
                    </a:cubicBezTo>
                    <a:cubicBezTo>
                      <a:pt x="3912" y="5513"/>
                      <a:pt x="3913" y="5514"/>
                      <a:pt x="3914" y="5515"/>
                    </a:cubicBezTo>
                    <a:cubicBezTo>
                      <a:pt x="3916" y="5516"/>
                      <a:pt x="3917" y="5516"/>
                      <a:pt x="3919" y="5516"/>
                    </a:cubicBezTo>
                    <a:cubicBezTo>
                      <a:pt x="3920" y="5516"/>
                      <a:pt x="3922" y="5516"/>
                      <a:pt x="3924" y="5515"/>
                    </a:cubicBezTo>
                    <a:cubicBezTo>
                      <a:pt x="3925" y="5514"/>
                      <a:pt x="3927" y="5513"/>
                      <a:pt x="3928" y="5511"/>
                    </a:cubicBezTo>
                    <a:lnTo>
                      <a:pt x="3928" y="5510"/>
                    </a:lnTo>
                    <a:cubicBezTo>
                      <a:pt x="3952" y="5467"/>
                      <a:pt x="4019" y="5446"/>
                      <a:pt x="4060" y="5423"/>
                    </a:cubicBezTo>
                    <a:cubicBezTo>
                      <a:pt x="4114" y="5392"/>
                      <a:pt x="4169" y="5361"/>
                      <a:pt x="4223" y="5331"/>
                    </a:cubicBezTo>
                    <a:cubicBezTo>
                      <a:pt x="4323" y="5280"/>
                      <a:pt x="4427" y="5238"/>
                      <a:pt x="4535" y="5207"/>
                    </a:cubicBezTo>
                    <a:cubicBezTo>
                      <a:pt x="4593" y="5190"/>
                      <a:pt x="4653" y="5175"/>
                      <a:pt x="4712" y="5161"/>
                    </a:cubicBezTo>
                    <a:cubicBezTo>
                      <a:pt x="4742" y="5154"/>
                      <a:pt x="4773" y="5149"/>
                      <a:pt x="4802" y="5141"/>
                    </a:cubicBezTo>
                    <a:cubicBezTo>
                      <a:pt x="4825" y="5133"/>
                      <a:pt x="4848" y="5127"/>
                      <a:pt x="4872" y="5124"/>
                    </a:cubicBezTo>
                    <a:cubicBezTo>
                      <a:pt x="4863" y="5136"/>
                      <a:pt x="4854" y="5149"/>
                      <a:pt x="4845" y="5162"/>
                    </a:cubicBezTo>
                    <a:cubicBezTo>
                      <a:pt x="4816" y="5205"/>
                      <a:pt x="4775" y="5237"/>
                      <a:pt x="4747" y="5280"/>
                    </a:cubicBezTo>
                    <a:cubicBezTo>
                      <a:pt x="4719" y="5322"/>
                      <a:pt x="4684" y="5360"/>
                      <a:pt x="4654" y="5402"/>
                    </a:cubicBezTo>
                    <a:cubicBezTo>
                      <a:pt x="4629" y="5437"/>
                      <a:pt x="4607" y="5478"/>
                      <a:pt x="4579" y="5511"/>
                    </a:cubicBezTo>
                    <a:cubicBezTo>
                      <a:pt x="4578" y="5513"/>
                      <a:pt x="4581" y="5515"/>
                      <a:pt x="4582" y="5513"/>
                    </a:cubicBezTo>
                    <a:cubicBezTo>
                      <a:pt x="4613" y="5482"/>
                      <a:pt x="4636" y="5443"/>
                      <a:pt x="4666" y="5413"/>
                    </a:cubicBezTo>
                    <a:cubicBezTo>
                      <a:pt x="4692" y="5386"/>
                      <a:pt x="4717" y="5358"/>
                      <a:pt x="4740" y="5329"/>
                    </a:cubicBezTo>
                    <a:cubicBezTo>
                      <a:pt x="4775" y="5286"/>
                      <a:pt x="4803" y="5237"/>
                      <a:pt x="4844" y="5200"/>
                    </a:cubicBezTo>
                    <a:cubicBezTo>
                      <a:pt x="4862" y="5184"/>
                      <a:pt x="4874" y="5164"/>
                      <a:pt x="4891" y="5147"/>
                    </a:cubicBezTo>
                    <a:cubicBezTo>
                      <a:pt x="4900" y="5139"/>
                      <a:pt x="4908" y="5130"/>
                      <a:pt x="4916" y="5120"/>
                    </a:cubicBezTo>
                    <a:cubicBezTo>
                      <a:pt x="4932" y="5116"/>
                      <a:pt x="4949" y="5110"/>
                      <a:pt x="4963" y="5107"/>
                    </a:cubicBezTo>
                    <a:lnTo>
                      <a:pt x="4969" y="5106"/>
                    </a:lnTo>
                    <a:cubicBezTo>
                      <a:pt x="4960" y="5122"/>
                      <a:pt x="4948" y="5137"/>
                      <a:pt x="4935" y="5150"/>
                    </a:cubicBezTo>
                    <a:cubicBezTo>
                      <a:pt x="4926" y="5160"/>
                      <a:pt x="4918" y="5171"/>
                      <a:pt x="4912" y="5182"/>
                    </a:cubicBezTo>
                    <a:cubicBezTo>
                      <a:pt x="4911" y="5183"/>
                      <a:pt x="4911" y="5184"/>
                      <a:pt x="4910" y="5185"/>
                    </a:cubicBezTo>
                    <a:cubicBezTo>
                      <a:pt x="4897" y="5204"/>
                      <a:pt x="4888" y="5225"/>
                      <a:pt x="4874" y="5241"/>
                    </a:cubicBezTo>
                    <a:cubicBezTo>
                      <a:pt x="4871" y="5245"/>
                      <a:pt x="4875" y="5250"/>
                      <a:pt x="4878" y="5247"/>
                    </a:cubicBezTo>
                    <a:cubicBezTo>
                      <a:pt x="4903" y="5222"/>
                      <a:pt x="4920" y="5188"/>
                      <a:pt x="4946" y="5165"/>
                    </a:cubicBezTo>
                    <a:cubicBezTo>
                      <a:pt x="4967" y="5147"/>
                      <a:pt x="4982" y="5120"/>
                      <a:pt x="5002" y="5101"/>
                    </a:cubicBezTo>
                    <a:lnTo>
                      <a:pt x="5047" y="5094"/>
                    </a:lnTo>
                    <a:lnTo>
                      <a:pt x="5065" y="5091"/>
                    </a:lnTo>
                    <a:lnTo>
                      <a:pt x="5061" y="5095"/>
                    </a:lnTo>
                    <a:cubicBezTo>
                      <a:pt x="5039" y="5121"/>
                      <a:pt x="5024" y="5152"/>
                      <a:pt x="5002" y="5177"/>
                    </a:cubicBezTo>
                    <a:cubicBezTo>
                      <a:pt x="5000" y="5180"/>
                      <a:pt x="5004" y="5186"/>
                      <a:pt x="5007" y="5183"/>
                    </a:cubicBezTo>
                    <a:cubicBezTo>
                      <a:pt x="5029" y="5165"/>
                      <a:pt x="5045" y="5144"/>
                      <a:pt x="5065" y="5124"/>
                    </a:cubicBezTo>
                    <a:cubicBezTo>
                      <a:pt x="5078" y="5111"/>
                      <a:pt x="5089" y="5097"/>
                      <a:pt x="5102" y="5085"/>
                    </a:cubicBezTo>
                    <a:cubicBezTo>
                      <a:pt x="5142" y="5075"/>
                      <a:pt x="5183" y="5070"/>
                      <a:pt x="5224" y="5070"/>
                    </a:cubicBezTo>
                    <a:cubicBezTo>
                      <a:pt x="5225" y="5070"/>
                      <a:pt x="5226" y="5070"/>
                      <a:pt x="5227" y="5070"/>
                    </a:cubicBezTo>
                    <a:cubicBezTo>
                      <a:pt x="5271" y="5072"/>
                      <a:pt x="5314" y="5063"/>
                      <a:pt x="5358" y="5063"/>
                    </a:cubicBezTo>
                    <a:cubicBezTo>
                      <a:pt x="5415" y="5063"/>
                      <a:pt x="5469" y="5054"/>
                      <a:pt x="5526" y="5055"/>
                    </a:cubicBezTo>
                    <a:cubicBezTo>
                      <a:pt x="5646" y="5058"/>
                      <a:pt x="5766" y="5055"/>
                      <a:pt x="5886" y="5055"/>
                    </a:cubicBezTo>
                    <a:lnTo>
                      <a:pt x="6255" y="5055"/>
                    </a:lnTo>
                    <a:cubicBezTo>
                      <a:pt x="6315" y="5056"/>
                      <a:pt x="6373" y="5062"/>
                      <a:pt x="6431" y="5075"/>
                    </a:cubicBezTo>
                    <a:cubicBezTo>
                      <a:pt x="6452" y="5081"/>
                      <a:pt x="6473" y="5086"/>
                      <a:pt x="6494" y="5088"/>
                    </a:cubicBezTo>
                    <a:cubicBezTo>
                      <a:pt x="6495" y="5088"/>
                      <a:pt x="6496" y="5089"/>
                      <a:pt x="6496" y="5089"/>
                    </a:cubicBezTo>
                    <a:moveTo>
                      <a:pt x="5056" y="5575"/>
                    </a:moveTo>
                    <a:lnTo>
                      <a:pt x="5042" y="5577"/>
                    </a:lnTo>
                    <a:lnTo>
                      <a:pt x="5055" y="5573"/>
                    </a:lnTo>
                    <a:lnTo>
                      <a:pt x="5056" y="5575"/>
                    </a:lnTo>
                    <a:moveTo>
                      <a:pt x="4653" y="6246"/>
                    </a:moveTo>
                    <a:cubicBezTo>
                      <a:pt x="4646" y="6241"/>
                      <a:pt x="4640" y="6234"/>
                      <a:pt x="4634" y="6229"/>
                    </a:cubicBezTo>
                    <a:cubicBezTo>
                      <a:pt x="4637" y="6222"/>
                      <a:pt x="4640" y="6215"/>
                      <a:pt x="4643" y="6207"/>
                    </a:cubicBezTo>
                    <a:lnTo>
                      <a:pt x="4646" y="6207"/>
                    </a:lnTo>
                    <a:cubicBezTo>
                      <a:pt x="4648" y="6210"/>
                      <a:pt x="4650" y="6213"/>
                      <a:pt x="4652" y="6216"/>
                    </a:cubicBezTo>
                    <a:cubicBezTo>
                      <a:pt x="4657" y="6223"/>
                      <a:pt x="4667" y="6233"/>
                      <a:pt x="4677" y="6229"/>
                    </a:cubicBezTo>
                    <a:lnTo>
                      <a:pt x="4678" y="6229"/>
                    </a:lnTo>
                    <a:cubicBezTo>
                      <a:pt x="4679" y="6228"/>
                      <a:pt x="4679" y="6227"/>
                      <a:pt x="4680" y="6226"/>
                    </a:cubicBezTo>
                    <a:cubicBezTo>
                      <a:pt x="4680" y="6225"/>
                      <a:pt x="4681" y="6224"/>
                      <a:pt x="4681" y="6223"/>
                    </a:cubicBezTo>
                    <a:cubicBezTo>
                      <a:pt x="4681" y="6222"/>
                      <a:pt x="4681" y="6221"/>
                      <a:pt x="4681" y="6221"/>
                    </a:cubicBezTo>
                    <a:cubicBezTo>
                      <a:pt x="4679" y="6218"/>
                      <a:pt x="4677" y="6215"/>
                      <a:pt x="4675" y="6213"/>
                    </a:cubicBezTo>
                    <a:cubicBezTo>
                      <a:pt x="4681" y="6216"/>
                      <a:pt x="4688" y="6220"/>
                      <a:pt x="4694" y="6223"/>
                    </a:cubicBezTo>
                    <a:cubicBezTo>
                      <a:pt x="4699" y="6226"/>
                      <a:pt x="4704" y="6230"/>
                      <a:pt x="4709" y="6233"/>
                    </a:cubicBezTo>
                    <a:cubicBezTo>
                      <a:pt x="4719" y="6240"/>
                      <a:pt x="4728" y="6254"/>
                      <a:pt x="4741" y="6252"/>
                    </a:cubicBezTo>
                    <a:cubicBezTo>
                      <a:pt x="4742" y="6252"/>
                      <a:pt x="4742" y="6252"/>
                      <a:pt x="4742" y="6252"/>
                    </a:cubicBezTo>
                    <a:cubicBezTo>
                      <a:pt x="4743" y="6252"/>
                      <a:pt x="4743" y="6251"/>
                      <a:pt x="4744" y="6250"/>
                    </a:cubicBezTo>
                    <a:cubicBezTo>
                      <a:pt x="4744" y="6249"/>
                      <a:pt x="4745" y="6249"/>
                      <a:pt x="4745" y="6248"/>
                    </a:cubicBezTo>
                    <a:cubicBezTo>
                      <a:pt x="4745" y="6247"/>
                      <a:pt x="4745" y="6246"/>
                      <a:pt x="4744" y="6245"/>
                    </a:cubicBezTo>
                    <a:cubicBezTo>
                      <a:pt x="4744" y="6245"/>
                      <a:pt x="4743" y="6245"/>
                      <a:pt x="4742" y="6244"/>
                    </a:cubicBezTo>
                    <a:cubicBezTo>
                      <a:pt x="4741" y="6243"/>
                      <a:pt x="4742" y="6243"/>
                      <a:pt x="4742" y="6243"/>
                    </a:cubicBezTo>
                    <a:cubicBezTo>
                      <a:pt x="4735" y="6240"/>
                      <a:pt x="4732" y="6227"/>
                      <a:pt x="4727" y="6221"/>
                    </a:cubicBezTo>
                    <a:cubicBezTo>
                      <a:pt x="4718" y="6214"/>
                      <a:pt x="4709" y="6208"/>
                      <a:pt x="4700" y="6202"/>
                    </a:cubicBezTo>
                    <a:cubicBezTo>
                      <a:pt x="4693" y="6198"/>
                      <a:pt x="4686" y="6194"/>
                      <a:pt x="4678" y="6191"/>
                    </a:cubicBezTo>
                    <a:cubicBezTo>
                      <a:pt x="4676" y="6190"/>
                      <a:pt x="4675" y="6190"/>
                      <a:pt x="4673" y="6190"/>
                    </a:cubicBezTo>
                    <a:cubicBezTo>
                      <a:pt x="4671" y="6190"/>
                      <a:pt x="4669" y="6190"/>
                      <a:pt x="4667" y="6192"/>
                    </a:cubicBezTo>
                    <a:cubicBezTo>
                      <a:pt x="4665" y="6193"/>
                      <a:pt x="4664" y="6194"/>
                      <a:pt x="4663" y="6196"/>
                    </a:cubicBezTo>
                    <a:lnTo>
                      <a:pt x="4662" y="6196"/>
                    </a:lnTo>
                    <a:cubicBezTo>
                      <a:pt x="4663" y="6195"/>
                      <a:pt x="4663" y="6194"/>
                      <a:pt x="4663" y="6194"/>
                    </a:cubicBezTo>
                    <a:cubicBezTo>
                      <a:pt x="4663" y="6191"/>
                      <a:pt x="4662" y="6188"/>
                      <a:pt x="4661" y="6186"/>
                    </a:cubicBezTo>
                    <a:cubicBezTo>
                      <a:pt x="4660" y="6184"/>
                      <a:pt x="4658" y="6183"/>
                      <a:pt x="4657" y="6182"/>
                    </a:cubicBezTo>
                    <a:cubicBezTo>
                      <a:pt x="4665" y="6167"/>
                      <a:pt x="4673" y="6152"/>
                      <a:pt x="4682" y="6137"/>
                    </a:cubicBezTo>
                    <a:cubicBezTo>
                      <a:pt x="4683" y="6140"/>
                      <a:pt x="4684" y="6142"/>
                      <a:pt x="4685" y="6144"/>
                    </a:cubicBezTo>
                    <a:cubicBezTo>
                      <a:pt x="4688" y="6149"/>
                      <a:pt x="4691" y="6153"/>
                      <a:pt x="4695" y="6157"/>
                    </a:cubicBezTo>
                    <a:cubicBezTo>
                      <a:pt x="4698" y="6161"/>
                      <a:pt x="4703" y="6165"/>
                      <a:pt x="4707" y="6169"/>
                    </a:cubicBezTo>
                    <a:cubicBezTo>
                      <a:pt x="4709" y="6171"/>
                      <a:pt x="4710" y="6172"/>
                      <a:pt x="4713" y="6174"/>
                    </a:cubicBezTo>
                    <a:cubicBezTo>
                      <a:pt x="4716" y="6176"/>
                      <a:pt x="4719" y="6176"/>
                      <a:pt x="4723" y="6176"/>
                    </a:cubicBezTo>
                    <a:lnTo>
                      <a:pt x="4724" y="6176"/>
                    </a:lnTo>
                    <a:cubicBezTo>
                      <a:pt x="4725" y="6176"/>
                      <a:pt x="4725" y="6177"/>
                      <a:pt x="4726" y="6176"/>
                    </a:cubicBezTo>
                    <a:cubicBezTo>
                      <a:pt x="4727" y="6175"/>
                      <a:pt x="4727" y="6174"/>
                      <a:pt x="4728" y="6173"/>
                    </a:cubicBezTo>
                    <a:cubicBezTo>
                      <a:pt x="4728" y="6173"/>
                      <a:pt x="4729" y="6171"/>
                      <a:pt x="4729" y="6170"/>
                    </a:cubicBezTo>
                    <a:cubicBezTo>
                      <a:pt x="4729" y="6170"/>
                      <a:pt x="4728" y="6169"/>
                      <a:pt x="4728" y="6168"/>
                    </a:cubicBezTo>
                    <a:cubicBezTo>
                      <a:pt x="4725" y="6164"/>
                      <a:pt x="4724" y="6159"/>
                      <a:pt x="4721" y="6155"/>
                    </a:cubicBezTo>
                    <a:cubicBezTo>
                      <a:pt x="4719" y="6152"/>
                      <a:pt x="4716" y="6149"/>
                      <a:pt x="4713" y="6147"/>
                    </a:cubicBezTo>
                    <a:cubicBezTo>
                      <a:pt x="4705" y="6140"/>
                      <a:pt x="4698" y="6131"/>
                      <a:pt x="4692" y="6122"/>
                    </a:cubicBezTo>
                    <a:lnTo>
                      <a:pt x="4699" y="6110"/>
                    </a:lnTo>
                    <a:cubicBezTo>
                      <a:pt x="4705" y="6118"/>
                      <a:pt x="4703" y="6128"/>
                      <a:pt x="4709" y="6137"/>
                    </a:cubicBezTo>
                    <a:cubicBezTo>
                      <a:pt x="4714" y="6145"/>
                      <a:pt x="4720" y="6152"/>
                      <a:pt x="4724" y="6159"/>
                    </a:cubicBezTo>
                    <a:cubicBezTo>
                      <a:pt x="4726" y="6164"/>
                      <a:pt x="4734" y="6164"/>
                      <a:pt x="4735" y="6159"/>
                    </a:cubicBezTo>
                    <a:cubicBezTo>
                      <a:pt x="4735" y="6158"/>
                      <a:pt x="4735" y="6156"/>
                      <a:pt x="4735" y="6154"/>
                    </a:cubicBezTo>
                    <a:cubicBezTo>
                      <a:pt x="4735" y="6148"/>
                      <a:pt x="4734" y="6142"/>
                      <a:pt x="4731" y="6138"/>
                    </a:cubicBezTo>
                    <a:cubicBezTo>
                      <a:pt x="4730" y="6136"/>
                      <a:pt x="4730" y="6135"/>
                      <a:pt x="4729" y="6134"/>
                    </a:cubicBezTo>
                    <a:cubicBezTo>
                      <a:pt x="4728" y="6132"/>
                      <a:pt x="4726" y="6130"/>
                      <a:pt x="4725" y="6129"/>
                    </a:cubicBezTo>
                    <a:cubicBezTo>
                      <a:pt x="4723" y="6125"/>
                      <a:pt x="4722" y="6122"/>
                      <a:pt x="4720" y="6118"/>
                    </a:cubicBezTo>
                    <a:cubicBezTo>
                      <a:pt x="4719" y="6115"/>
                      <a:pt x="4718" y="6111"/>
                      <a:pt x="4716" y="6108"/>
                    </a:cubicBezTo>
                    <a:cubicBezTo>
                      <a:pt x="4715" y="6106"/>
                      <a:pt x="4713" y="6103"/>
                      <a:pt x="4711" y="6101"/>
                    </a:cubicBezTo>
                    <a:cubicBezTo>
                      <a:pt x="4710" y="6101"/>
                      <a:pt x="4710" y="6100"/>
                      <a:pt x="4709" y="6100"/>
                    </a:cubicBezTo>
                    <a:cubicBezTo>
                      <a:pt x="4708" y="6099"/>
                      <a:pt x="4707" y="6099"/>
                      <a:pt x="4706" y="6099"/>
                    </a:cubicBezTo>
                    <a:lnTo>
                      <a:pt x="4709" y="6094"/>
                    </a:lnTo>
                    <a:cubicBezTo>
                      <a:pt x="4710" y="6094"/>
                      <a:pt x="4711" y="6094"/>
                      <a:pt x="4712" y="6094"/>
                    </a:cubicBezTo>
                    <a:cubicBezTo>
                      <a:pt x="4713" y="6094"/>
                      <a:pt x="4714" y="6094"/>
                      <a:pt x="4714" y="6094"/>
                    </a:cubicBezTo>
                    <a:cubicBezTo>
                      <a:pt x="4744" y="6133"/>
                      <a:pt x="4776" y="6169"/>
                      <a:pt x="4809" y="6205"/>
                    </a:cubicBezTo>
                    <a:cubicBezTo>
                      <a:pt x="4841" y="6240"/>
                      <a:pt x="4867" y="6284"/>
                      <a:pt x="4900" y="6321"/>
                    </a:cubicBezTo>
                    <a:lnTo>
                      <a:pt x="4920" y="6338"/>
                    </a:lnTo>
                    <a:cubicBezTo>
                      <a:pt x="4928" y="6346"/>
                      <a:pt x="4927" y="6357"/>
                      <a:pt x="4933" y="6365"/>
                    </a:cubicBezTo>
                    <a:cubicBezTo>
                      <a:pt x="4951" y="6387"/>
                      <a:pt x="4972" y="6404"/>
                      <a:pt x="4990" y="6427"/>
                    </a:cubicBezTo>
                    <a:cubicBezTo>
                      <a:pt x="5007" y="6449"/>
                      <a:pt x="5025" y="6469"/>
                      <a:pt x="5041" y="6490"/>
                    </a:cubicBezTo>
                    <a:cubicBezTo>
                      <a:pt x="5055" y="6508"/>
                      <a:pt x="5084" y="6524"/>
                      <a:pt x="5083" y="6549"/>
                    </a:cubicBezTo>
                    <a:cubicBezTo>
                      <a:pt x="5083" y="6550"/>
                      <a:pt x="5083" y="6550"/>
                      <a:pt x="5083" y="6550"/>
                    </a:cubicBezTo>
                    <a:cubicBezTo>
                      <a:pt x="5083" y="6552"/>
                      <a:pt x="5084" y="6555"/>
                      <a:pt x="5085" y="6557"/>
                    </a:cubicBezTo>
                    <a:cubicBezTo>
                      <a:pt x="5085" y="6558"/>
                      <a:pt x="5086" y="6559"/>
                      <a:pt x="5087" y="6559"/>
                    </a:cubicBezTo>
                    <a:cubicBezTo>
                      <a:pt x="5086" y="6559"/>
                      <a:pt x="5086" y="6560"/>
                      <a:pt x="5085" y="6560"/>
                    </a:cubicBezTo>
                    <a:cubicBezTo>
                      <a:pt x="5072" y="6568"/>
                      <a:pt x="5060" y="6577"/>
                      <a:pt x="5049" y="6588"/>
                    </a:cubicBezTo>
                    <a:cubicBezTo>
                      <a:pt x="5044" y="6593"/>
                      <a:pt x="5039" y="6599"/>
                      <a:pt x="5035" y="6605"/>
                    </a:cubicBezTo>
                    <a:cubicBezTo>
                      <a:pt x="5034" y="6605"/>
                      <a:pt x="5034" y="6605"/>
                      <a:pt x="5033" y="6604"/>
                    </a:cubicBezTo>
                    <a:cubicBezTo>
                      <a:pt x="5032" y="6603"/>
                      <a:pt x="5032" y="6604"/>
                      <a:pt x="5031" y="6603"/>
                    </a:cubicBezTo>
                    <a:cubicBezTo>
                      <a:pt x="4995" y="6592"/>
                      <a:pt x="4952" y="6544"/>
                      <a:pt x="4924" y="6518"/>
                    </a:cubicBezTo>
                    <a:cubicBezTo>
                      <a:pt x="4896" y="6491"/>
                      <a:pt x="4864" y="6464"/>
                      <a:pt x="4834" y="6437"/>
                    </a:cubicBezTo>
                    <a:cubicBezTo>
                      <a:pt x="4803" y="6410"/>
                      <a:pt x="4768" y="6382"/>
                      <a:pt x="4736" y="6353"/>
                    </a:cubicBezTo>
                    <a:cubicBezTo>
                      <a:pt x="4701" y="6321"/>
                      <a:pt x="4658" y="6299"/>
                      <a:pt x="4619" y="6272"/>
                    </a:cubicBezTo>
                    <a:lnTo>
                      <a:pt x="4626" y="6252"/>
                    </a:lnTo>
                    <a:cubicBezTo>
                      <a:pt x="4630" y="6257"/>
                      <a:pt x="4635" y="6261"/>
                      <a:pt x="4639" y="6264"/>
                    </a:cubicBezTo>
                    <a:cubicBezTo>
                      <a:pt x="4642" y="6267"/>
                      <a:pt x="4645" y="6269"/>
                      <a:pt x="4648" y="6271"/>
                    </a:cubicBezTo>
                    <a:cubicBezTo>
                      <a:pt x="4652" y="6273"/>
                      <a:pt x="4656" y="6275"/>
                      <a:pt x="4661" y="6276"/>
                    </a:cubicBezTo>
                    <a:cubicBezTo>
                      <a:pt x="4663" y="6276"/>
                      <a:pt x="4664" y="6275"/>
                      <a:pt x="4665" y="6275"/>
                    </a:cubicBezTo>
                    <a:cubicBezTo>
                      <a:pt x="4666" y="6274"/>
                      <a:pt x="4666" y="6273"/>
                      <a:pt x="4667" y="6272"/>
                    </a:cubicBezTo>
                    <a:cubicBezTo>
                      <a:pt x="4667" y="6271"/>
                      <a:pt x="4668" y="6270"/>
                      <a:pt x="4668" y="6269"/>
                    </a:cubicBezTo>
                    <a:cubicBezTo>
                      <a:pt x="4668" y="6268"/>
                      <a:pt x="4668" y="6268"/>
                      <a:pt x="4668" y="6267"/>
                    </a:cubicBezTo>
                    <a:cubicBezTo>
                      <a:pt x="4668" y="6264"/>
                      <a:pt x="4666" y="6261"/>
                      <a:pt x="4665" y="6259"/>
                    </a:cubicBezTo>
                    <a:cubicBezTo>
                      <a:pt x="4662" y="6254"/>
                      <a:pt x="4658" y="6250"/>
                      <a:pt x="4653" y="6247"/>
                    </a:cubicBezTo>
                    <a:lnTo>
                      <a:pt x="4653" y="6246"/>
                    </a:lnTo>
                    <a:moveTo>
                      <a:pt x="5089" y="5924"/>
                    </a:moveTo>
                    <a:cubicBezTo>
                      <a:pt x="5085" y="5904"/>
                      <a:pt x="5082" y="5886"/>
                      <a:pt x="5079" y="5867"/>
                    </a:cubicBezTo>
                    <a:lnTo>
                      <a:pt x="5094" y="5867"/>
                    </a:lnTo>
                    <a:cubicBezTo>
                      <a:pt x="5094" y="5873"/>
                      <a:pt x="5093" y="5880"/>
                      <a:pt x="5093" y="5886"/>
                    </a:cubicBezTo>
                    <a:cubicBezTo>
                      <a:pt x="5093" y="5924"/>
                      <a:pt x="5100" y="5960"/>
                      <a:pt x="5114" y="5995"/>
                    </a:cubicBezTo>
                    <a:cubicBezTo>
                      <a:pt x="5114" y="5996"/>
                      <a:pt x="5115" y="5996"/>
                      <a:pt x="5116" y="5997"/>
                    </a:cubicBezTo>
                    <a:cubicBezTo>
                      <a:pt x="5117" y="5998"/>
                      <a:pt x="5118" y="5998"/>
                      <a:pt x="5119" y="5998"/>
                    </a:cubicBezTo>
                    <a:cubicBezTo>
                      <a:pt x="5120" y="5998"/>
                      <a:pt x="5121" y="5997"/>
                      <a:pt x="5122" y="5997"/>
                    </a:cubicBezTo>
                    <a:cubicBezTo>
                      <a:pt x="5123" y="5996"/>
                      <a:pt x="5123" y="5996"/>
                      <a:pt x="5124" y="5995"/>
                    </a:cubicBezTo>
                    <a:cubicBezTo>
                      <a:pt x="5124" y="5994"/>
                      <a:pt x="5125" y="5994"/>
                      <a:pt x="5125" y="5993"/>
                    </a:cubicBezTo>
                    <a:cubicBezTo>
                      <a:pt x="5128" y="5951"/>
                      <a:pt x="5115" y="5909"/>
                      <a:pt x="5112" y="5868"/>
                    </a:cubicBezTo>
                    <a:lnTo>
                      <a:pt x="5137" y="5868"/>
                    </a:lnTo>
                    <a:cubicBezTo>
                      <a:pt x="5135" y="5878"/>
                      <a:pt x="5135" y="5888"/>
                      <a:pt x="5135" y="5898"/>
                    </a:cubicBezTo>
                    <a:cubicBezTo>
                      <a:pt x="5135" y="5915"/>
                      <a:pt x="5136" y="5931"/>
                      <a:pt x="5140" y="5947"/>
                    </a:cubicBezTo>
                    <a:cubicBezTo>
                      <a:pt x="5140" y="5948"/>
                      <a:pt x="5140" y="5948"/>
                      <a:pt x="5140" y="5948"/>
                    </a:cubicBezTo>
                    <a:cubicBezTo>
                      <a:pt x="5141" y="5949"/>
                      <a:pt x="5142" y="5950"/>
                      <a:pt x="5143" y="5951"/>
                    </a:cubicBezTo>
                    <a:cubicBezTo>
                      <a:pt x="5144" y="5951"/>
                      <a:pt x="5145" y="5951"/>
                      <a:pt x="5146" y="5951"/>
                    </a:cubicBezTo>
                    <a:cubicBezTo>
                      <a:pt x="5147" y="5951"/>
                      <a:pt x="5148" y="5951"/>
                      <a:pt x="5150" y="5951"/>
                    </a:cubicBezTo>
                    <a:cubicBezTo>
                      <a:pt x="5151" y="5950"/>
                      <a:pt x="5151" y="5949"/>
                      <a:pt x="5152" y="5948"/>
                    </a:cubicBezTo>
                    <a:lnTo>
                      <a:pt x="5152" y="5947"/>
                    </a:lnTo>
                    <a:cubicBezTo>
                      <a:pt x="5156" y="5931"/>
                      <a:pt x="5158" y="5915"/>
                      <a:pt x="5158" y="5899"/>
                    </a:cubicBezTo>
                    <a:cubicBezTo>
                      <a:pt x="5158" y="5889"/>
                      <a:pt x="5157" y="5879"/>
                      <a:pt x="5156" y="5869"/>
                    </a:cubicBezTo>
                    <a:lnTo>
                      <a:pt x="5172" y="5869"/>
                    </a:lnTo>
                    <a:cubicBezTo>
                      <a:pt x="5165" y="5924"/>
                      <a:pt x="5181" y="5983"/>
                      <a:pt x="5194" y="6035"/>
                    </a:cubicBezTo>
                    <a:cubicBezTo>
                      <a:pt x="5214" y="6103"/>
                      <a:pt x="5227" y="6172"/>
                      <a:pt x="5234" y="6241"/>
                    </a:cubicBezTo>
                    <a:cubicBezTo>
                      <a:pt x="5239" y="6300"/>
                      <a:pt x="5253" y="6358"/>
                      <a:pt x="5260" y="6417"/>
                    </a:cubicBezTo>
                    <a:cubicBezTo>
                      <a:pt x="5263" y="6444"/>
                      <a:pt x="5271" y="6470"/>
                      <a:pt x="5274" y="6498"/>
                    </a:cubicBezTo>
                    <a:cubicBezTo>
                      <a:pt x="5276" y="6518"/>
                      <a:pt x="5283" y="6538"/>
                      <a:pt x="5286" y="6559"/>
                    </a:cubicBezTo>
                    <a:cubicBezTo>
                      <a:pt x="5266" y="6550"/>
                      <a:pt x="5245" y="6545"/>
                      <a:pt x="5224" y="6542"/>
                    </a:cubicBezTo>
                    <a:cubicBezTo>
                      <a:pt x="5205" y="6539"/>
                      <a:pt x="5187" y="6537"/>
                      <a:pt x="5169" y="6537"/>
                    </a:cubicBezTo>
                    <a:cubicBezTo>
                      <a:pt x="5165" y="6537"/>
                      <a:pt x="5162" y="6537"/>
                      <a:pt x="5159" y="6537"/>
                    </a:cubicBezTo>
                    <a:cubicBezTo>
                      <a:pt x="5159" y="6536"/>
                      <a:pt x="5159" y="6534"/>
                      <a:pt x="5159" y="6533"/>
                    </a:cubicBezTo>
                    <a:cubicBezTo>
                      <a:pt x="5159" y="6531"/>
                      <a:pt x="5159" y="6530"/>
                      <a:pt x="5159" y="6529"/>
                    </a:cubicBezTo>
                    <a:lnTo>
                      <a:pt x="5156" y="6516"/>
                    </a:lnTo>
                    <a:cubicBezTo>
                      <a:pt x="5156" y="6515"/>
                      <a:pt x="5156" y="6514"/>
                      <a:pt x="5155" y="6513"/>
                    </a:cubicBezTo>
                    <a:cubicBezTo>
                      <a:pt x="5154" y="6511"/>
                      <a:pt x="5153" y="6510"/>
                      <a:pt x="5152" y="6509"/>
                    </a:cubicBezTo>
                    <a:cubicBezTo>
                      <a:pt x="5150" y="6508"/>
                      <a:pt x="5149" y="6508"/>
                      <a:pt x="5147" y="6508"/>
                    </a:cubicBezTo>
                    <a:cubicBezTo>
                      <a:pt x="5142" y="6466"/>
                      <a:pt x="5139" y="6425"/>
                      <a:pt x="5139" y="6383"/>
                    </a:cubicBezTo>
                    <a:cubicBezTo>
                      <a:pt x="5139" y="6381"/>
                      <a:pt x="5139" y="6379"/>
                      <a:pt x="5139" y="6377"/>
                    </a:cubicBezTo>
                    <a:cubicBezTo>
                      <a:pt x="5139" y="6309"/>
                      <a:pt x="5120" y="6241"/>
                      <a:pt x="5107" y="6175"/>
                    </a:cubicBezTo>
                    <a:cubicBezTo>
                      <a:pt x="5099" y="6131"/>
                      <a:pt x="5086" y="6087"/>
                      <a:pt x="5077" y="6043"/>
                    </a:cubicBezTo>
                    <a:cubicBezTo>
                      <a:pt x="5065" y="5984"/>
                      <a:pt x="5060" y="5924"/>
                      <a:pt x="5050" y="5865"/>
                    </a:cubicBezTo>
                    <a:lnTo>
                      <a:pt x="5059" y="5865"/>
                    </a:lnTo>
                    <a:cubicBezTo>
                      <a:pt x="5060" y="5902"/>
                      <a:pt x="5066" y="5939"/>
                      <a:pt x="5079" y="5974"/>
                    </a:cubicBezTo>
                    <a:cubicBezTo>
                      <a:pt x="5080" y="5975"/>
                      <a:pt x="5081" y="5976"/>
                      <a:pt x="5082" y="5977"/>
                    </a:cubicBezTo>
                    <a:cubicBezTo>
                      <a:pt x="5083" y="5978"/>
                      <a:pt x="5084" y="5978"/>
                      <a:pt x="5085" y="5978"/>
                    </a:cubicBezTo>
                    <a:cubicBezTo>
                      <a:pt x="5086" y="5978"/>
                      <a:pt x="5087" y="5978"/>
                      <a:pt x="5088" y="5977"/>
                    </a:cubicBezTo>
                    <a:cubicBezTo>
                      <a:pt x="5089" y="5976"/>
                      <a:pt x="5090" y="5975"/>
                      <a:pt x="5091" y="5974"/>
                    </a:cubicBezTo>
                    <a:cubicBezTo>
                      <a:pt x="5092" y="5967"/>
                      <a:pt x="5093" y="5961"/>
                      <a:pt x="5093" y="5954"/>
                    </a:cubicBezTo>
                    <a:cubicBezTo>
                      <a:pt x="5093" y="5944"/>
                      <a:pt x="5092" y="5934"/>
                      <a:pt x="5089" y="5925"/>
                    </a:cubicBezTo>
                    <a:lnTo>
                      <a:pt x="5089" y="5924"/>
                    </a:lnTo>
                    <a:moveTo>
                      <a:pt x="5553" y="6292"/>
                    </a:moveTo>
                    <a:cubicBezTo>
                      <a:pt x="5558" y="6275"/>
                      <a:pt x="5565" y="6259"/>
                      <a:pt x="5574" y="6243"/>
                    </a:cubicBezTo>
                    <a:cubicBezTo>
                      <a:pt x="5579" y="6235"/>
                      <a:pt x="5585" y="6227"/>
                      <a:pt x="5590" y="6219"/>
                    </a:cubicBezTo>
                    <a:cubicBezTo>
                      <a:pt x="5601" y="6206"/>
                      <a:pt x="5611" y="6191"/>
                      <a:pt x="5619" y="6177"/>
                    </a:cubicBezTo>
                    <a:cubicBezTo>
                      <a:pt x="5620" y="6176"/>
                      <a:pt x="5620" y="6175"/>
                      <a:pt x="5621" y="6174"/>
                    </a:cubicBezTo>
                    <a:lnTo>
                      <a:pt x="5622" y="6174"/>
                    </a:lnTo>
                    <a:cubicBezTo>
                      <a:pt x="5624" y="6174"/>
                      <a:pt x="5625" y="6174"/>
                      <a:pt x="5626" y="6173"/>
                    </a:cubicBezTo>
                    <a:cubicBezTo>
                      <a:pt x="5627" y="6172"/>
                      <a:pt x="5627" y="6173"/>
                      <a:pt x="5627" y="6172"/>
                    </a:cubicBezTo>
                    <a:cubicBezTo>
                      <a:pt x="5631" y="6169"/>
                      <a:pt x="5634" y="6165"/>
                      <a:pt x="5637" y="6160"/>
                    </a:cubicBezTo>
                    <a:cubicBezTo>
                      <a:pt x="5639" y="6156"/>
                      <a:pt x="5641" y="6152"/>
                      <a:pt x="5642" y="6147"/>
                    </a:cubicBezTo>
                    <a:lnTo>
                      <a:pt x="5645" y="6150"/>
                    </a:lnTo>
                    <a:cubicBezTo>
                      <a:pt x="5643" y="6151"/>
                      <a:pt x="5642" y="6152"/>
                      <a:pt x="5642" y="6154"/>
                    </a:cubicBezTo>
                    <a:cubicBezTo>
                      <a:pt x="5641" y="6155"/>
                      <a:pt x="5640" y="6157"/>
                      <a:pt x="5640" y="6158"/>
                    </a:cubicBezTo>
                    <a:cubicBezTo>
                      <a:pt x="5637" y="6187"/>
                      <a:pt x="5612" y="6208"/>
                      <a:pt x="5599" y="6232"/>
                    </a:cubicBezTo>
                    <a:cubicBezTo>
                      <a:pt x="5581" y="6263"/>
                      <a:pt x="5572" y="6301"/>
                      <a:pt x="5550" y="6330"/>
                    </a:cubicBezTo>
                    <a:cubicBezTo>
                      <a:pt x="5547" y="6334"/>
                      <a:pt x="5553" y="6339"/>
                      <a:pt x="5557" y="6335"/>
                    </a:cubicBezTo>
                    <a:cubicBezTo>
                      <a:pt x="5581" y="6309"/>
                      <a:pt x="5595" y="6272"/>
                      <a:pt x="5614" y="6242"/>
                    </a:cubicBezTo>
                    <a:cubicBezTo>
                      <a:pt x="5630" y="6218"/>
                      <a:pt x="5654" y="6199"/>
                      <a:pt x="5662" y="6173"/>
                    </a:cubicBezTo>
                    <a:cubicBezTo>
                      <a:pt x="5665" y="6178"/>
                      <a:pt x="5668" y="6184"/>
                      <a:pt x="5671" y="6189"/>
                    </a:cubicBezTo>
                    <a:cubicBezTo>
                      <a:pt x="5664" y="6197"/>
                      <a:pt x="5658" y="6205"/>
                      <a:pt x="5653" y="6215"/>
                    </a:cubicBezTo>
                    <a:cubicBezTo>
                      <a:pt x="5648" y="6223"/>
                      <a:pt x="5644" y="6232"/>
                      <a:pt x="5641" y="6241"/>
                    </a:cubicBezTo>
                    <a:cubicBezTo>
                      <a:pt x="5618" y="6294"/>
                      <a:pt x="5593" y="6345"/>
                      <a:pt x="5564" y="6395"/>
                    </a:cubicBezTo>
                    <a:cubicBezTo>
                      <a:pt x="5556" y="6409"/>
                      <a:pt x="5547" y="6424"/>
                      <a:pt x="5538" y="6438"/>
                    </a:cubicBezTo>
                    <a:cubicBezTo>
                      <a:pt x="5509" y="6490"/>
                      <a:pt x="5478" y="6540"/>
                      <a:pt x="5449" y="6593"/>
                    </a:cubicBezTo>
                    <a:cubicBezTo>
                      <a:pt x="5437" y="6615"/>
                      <a:pt x="5410" y="6643"/>
                      <a:pt x="5414" y="6670"/>
                    </a:cubicBezTo>
                    <a:cubicBezTo>
                      <a:pt x="5407" y="6659"/>
                      <a:pt x="5398" y="6647"/>
                      <a:pt x="5389" y="6637"/>
                    </a:cubicBezTo>
                    <a:cubicBezTo>
                      <a:pt x="5381" y="6628"/>
                      <a:pt x="5373" y="6619"/>
                      <a:pt x="5365" y="6612"/>
                    </a:cubicBezTo>
                    <a:cubicBezTo>
                      <a:pt x="5408" y="6540"/>
                      <a:pt x="5439" y="6459"/>
                      <a:pt x="5479" y="6385"/>
                    </a:cubicBezTo>
                    <a:cubicBezTo>
                      <a:pt x="5505" y="6337"/>
                      <a:pt x="5532" y="6289"/>
                      <a:pt x="5558" y="6240"/>
                    </a:cubicBezTo>
                    <a:cubicBezTo>
                      <a:pt x="5565" y="6222"/>
                      <a:pt x="5574" y="6205"/>
                      <a:pt x="5584" y="6188"/>
                    </a:cubicBezTo>
                    <a:cubicBezTo>
                      <a:pt x="5588" y="6180"/>
                      <a:pt x="5592" y="6173"/>
                      <a:pt x="5597" y="6166"/>
                    </a:cubicBezTo>
                    <a:cubicBezTo>
                      <a:pt x="5606" y="6151"/>
                      <a:pt x="5612" y="6134"/>
                      <a:pt x="5615" y="6117"/>
                    </a:cubicBezTo>
                    <a:lnTo>
                      <a:pt x="5625" y="6127"/>
                    </a:lnTo>
                    <a:lnTo>
                      <a:pt x="5622" y="6136"/>
                    </a:lnTo>
                    <a:cubicBezTo>
                      <a:pt x="5621" y="6140"/>
                      <a:pt x="5620" y="6143"/>
                      <a:pt x="5620" y="6147"/>
                    </a:cubicBezTo>
                    <a:cubicBezTo>
                      <a:pt x="5602" y="6168"/>
                      <a:pt x="5591" y="6194"/>
                      <a:pt x="5574" y="6216"/>
                    </a:cubicBezTo>
                    <a:cubicBezTo>
                      <a:pt x="5574" y="6216"/>
                      <a:pt x="5573" y="6217"/>
                      <a:pt x="5573" y="6218"/>
                    </a:cubicBezTo>
                    <a:cubicBezTo>
                      <a:pt x="5560" y="6240"/>
                      <a:pt x="5552" y="6265"/>
                      <a:pt x="5548" y="6290"/>
                    </a:cubicBezTo>
                    <a:cubicBezTo>
                      <a:pt x="5548" y="6291"/>
                      <a:pt x="5548" y="6291"/>
                      <a:pt x="5548" y="6291"/>
                    </a:cubicBezTo>
                    <a:cubicBezTo>
                      <a:pt x="5548" y="6292"/>
                      <a:pt x="5547" y="6292"/>
                      <a:pt x="5548" y="6293"/>
                    </a:cubicBezTo>
                    <a:cubicBezTo>
                      <a:pt x="5549" y="6294"/>
                      <a:pt x="5548" y="6293"/>
                      <a:pt x="5549" y="6294"/>
                    </a:cubicBezTo>
                    <a:cubicBezTo>
                      <a:pt x="5550" y="6295"/>
                      <a:pt x="5550" y="6294"/>
                      <a:pt x="5551" y="6294"/>
                    </a:cubicBezTo>
                    <a:lnTo>
                      <a:pt x="5552" y="6294"/>
                    </a:lnTo>
                    <a:cubicBezTo>
                      <a:pt x="5552" y="6293"/>
                      <a:pt x="5553" y="6293"/>
                      <a:pt x="5553" y="6293"/>
                    </a:cubicBezTo>
                    <a:lnTo>
                      <a:pt x="5553" y="6292"/>
                    </a:lnTo>
                    <a:moveTo>
                      <a:pt x="5937" y="6903"/>
                    </a:moveTo>
                    <a:cubicBezTo>
                      <a:pt x="5937" y="6916"/>
                      <a:pt x="5937" y="6935"/>
                      <a:pt x="5948" y="6943"/>
                    </a:cubicBezTo>
                    <a:cubicBezTo>
                      <a:pt x="5949" y="6943"/>
                      <a:pt x="5949" y="6943"/>
                      <a:pt x="5949" y="6943"/>
                    </a:cubicBezTo>
                    <a:cubicBezTo>
                      <a:pt x="5949" y="6943"/>
                      <a:pt x="5951" y="6944"/>
                      <a:pt x="5952" y="6944"/>
                    </a:cubicBezTo>
                    <a:cubicBezTo>
                      <a:pt x="5953" y="6944"/>
                      <a:pt x="5954" y="6943"/>
                      <a:pt x="5954" y="6943"/>
                    </a:cubicBezTo>
                    <a:cubicBezTo>
                      <a:pt x="5955" y="6943"/>
                      <a:pt x="5955" y="6943"/>
                      <a:pt x="5955" y="6943"/>
                    </a:cubicBezTo>
                    <a:lnTo>
                      <a:pt x="5956" y="6941"/>
                    </a:lnTo>
                    <a:cubicBezTo>
                      <a:pt x="5957" y="6942"/>
                      <a:pt x="5958" y="6942"/>
                      <a:pt x="5959" y="6942"/>
                    </a:cubicBezTo>
                    <a:cubicBezTo>
                      <a:pt x="5960" y="6942"/>
                      <a:pt x="5961" y="6942"/>
                      <a:pt x="5962" y="6941"/>
                    </a:cubicBezTo>
                    <a:cubicBezTo>
                      <a:pt x="5962" y="6944"/>
                      <a:pt x="5962" y="6946"/>
                      <a:pt x="5962" y="6949"/>
                    </a:cubicBezTo>
                    <a:cubicBezTo>
                      <a:pt x="5960" y="6949"/>
                      <a:pt x="5959" y="6949"/>
                      <a:pt x="5957" y="6949"/>
                    </a:cubicBezTo>
                    <a:cubicBezTo>
                      <a:pt x="5950" y="6949"/>
                      <a:pt x="5943" y="6948"/>
                      <a:pt x="5936" y="6947"/>
                    </a:cubicBezTo>
                    <a:cubicBezTo>
                      <a:pt x="5936" y="6946"/>
                      <a:pt x="5936" y="6945"/>
                      <a:pt x="5936" y="6943"/>
                    </a:cubicBezTo>
                    <a:cubicBezTo>
                      <a:pt x="5936" y="6940"/>
                      <a:pt x="5936" y="6936"/>
                      <a:pt x="5935" y="6932"/>
                    </a:cubicBezTo>
                    <a:cubicBezTo>
                      <a:pt x="5933" y="6923"/>
                      <a:pt x="5932" y="6913"/>
                      <a:pt x="5930" y="6903"/>
                    </a:cubicBezTo>
                    <a:cubicBezTo>
                      <a:pt x="5926" y="6884"/>
                      <a:pt x="5923" y="6864"/>
                      <a:pt x="5921" y="6844"/>
                    </a:cubicBezTo>
                    <a:cubicBezTo>
                      <a:pt x="5921" y="6843"/>
                      <a:pt x="5921" y="6842"/>
                      <a:pt x="5920" y="6840"/>
                    </a:cubicBezTo>
                    <a:cubicBezTo>
                      <a:pt x="5919" y="6839"/>
                      <a:pt x="5919" y="6838"/>
                      <a:pt x="5918" y="6838"/>
                    </a:cubicBezTo>
                    <a:cubicBezTo>
                      <a:pt x="5916" y="6837"/>
                      <a:pt x="5915" y="6837"/>
                      <a:pt x="5914" y="6837"/>
                    </a:cubicBezTo>
                    <a:cubicBezTo>
                      <a:pt x="5912" y="6837"/>
                      <a:pt x="5911" y="6837"/>
                      <a:pt x="5910" y="6838"/>
                    </a:cubicBezTo>
                    <a:cubicBezTo>
                      <a:pt x="5909" y="6838"/>
                      <a:pt x="5908" y="6839"/>
                      <a:pt x="5907" y="6840"/>
                    </a:cubicBezTo>
                    <a:cubicBezTo>
                      <a:pt x="5906" y="6842"/>
                      <a:pt x="5906" y="6843"/>
                      <a:pt x="5906" y="6844"/>
                    </a:cubicBezTo>
                    <a:cubicBezTo>
                      <a:pt x="5905" y="6852"/>
                      <a:pt x="5905" y="6859"/>
                      <a:pt x="5905" y="6866"/>
                    </a:cubicBezTo>
                    <a:cubicBezTo>
                      <a:pt x="5905" y="6893"/>
                      <a:pt x="5910" y="6920"/>
                      <a:pt x="5919" y="6945"/>
                    </a:cubicBezTo>
                    <a:cubicBezTo>
                      <a:pt x="5913" y="6945"/>
                      <a:pt x="5907" y="6945"/>
                      <a:pt x="5901" y="6946"/>
                    </a:cubicBezTo>
                    <a:cubicBezTo>
                      <a:pt x="5899" y="6935"/>
                      <a:pt x="5895" y="6923"/>
                      <a:pt x="5893" y="6915"/>
                    </a:cubicBezTo>
                    <a:cubicBezTo>
                      <a:pt x="5888" y="6887"/>
                      <a:pt x="5885" y="6859"/>
                      <a:pt x="5884" y="6831"/>
                    </a:cubicBezTo>
                    <a:cubicBezTo>
                      <a:pt x="5884" y="6830"/>
                      <a:pt x="5883" y="6829"/>
                      <a:pt x="5883" y="6828"/>
                    </a:cubicBezTo>
                    <a:cubicBezTo>
                      <a:pt x="5882" y="6827"/>
                      <a:pt x="5881" y="6825"/>
                      <a:pt x="5880" y="6825"/>
                    </a:cubicBezTo>
                    <a:cubicBezTo>
                      <a:pt x="5879" y="6824"/>
                      <a:pt x="5877" y="6824"/>
                      <a:pt x="5876" y="6824"/>
                    </a:cubicBezTo>
                    <a:cubicBezTo>
                      <a:pt x="5874" y="6824"/>
                      <a:pt x="5874" y="6824"/>
                      <a:pt x="5873" y="6825"/>
                    </a:cubicBezTo>
                    <a:cubicBezTo>
                      <a:pt x="5872" y="6825"/>
                      <a:pt x="5870" y="6827"/>
                      <a:pt x="5870" y="6828"/>
                    </a:cubicBezTo>
                    <a:cubicBezTo>
                      <a:pt x="5869" y="6829"/>
                      <a:pt x="5869" y="6830"/>
                      <a:pt x="5869" y="6831"/>
                    </a:cubicBezTo>
                    <a:cubicBezTo>
                      <a:pt x="5869" y="6836"/>
                      <a:pt x="5869" y="6842"/>
                      <a:pt x="5869" y="6847"/>
                    </a:cubicBezTo>
                    <a:cubicBezTo>
                      <a:pt x="5869" y="6865"/>
                      <a:pt x="5870" y="6882"/>
                      <a:pt x="5871" y="6900"/>
                    </a:cubicBezTo>
                    <a:cubicBezTo>
                      <a:pt x="5872" y="6916"/>
                      <a:pt x="5874" y="6932"/>
                      <a:pt x="5878" y="6948"/>
                    </a:cubicBezTo>
                    <a:lnTo>
                      <a:pt x="5860" y="6948"/>
                    </a:lnTo>
                    <a:cubicBezTo>
                      <a:pt x="5855" y="6926"/>
                      <a:pt x="5851" y="6904"/>
                      <a:pt x="5850" y="6882"/>
                    </a:cubicBezTo>
                    <a:cubicBezTo>
                      <a:pt x="5847" y="6869"/>
                      <a:pt x="5852" y="6857"/>
                      <a:pt x="5843" y="6847"/>
                    </a:cubicBezTo>
                    <a:cubicBezTo>
                      <a:pt x="5839" y="6844"/>
                      <a:pt x="5832" y="6847"/>
                      <a:pt x="5835" y="6853"/>
                    </a:cubicBezTo>
                    <a:cubicBezTo>
                      <a:pt x="5840" y="6861"/>
                      <a:pt x="5835" y="6868"/>
                      <a:pt x="5836" y="6876"/>
                    </a:cubicBezTo>
                    <a:cubicBezTo>
                      <a:pt x="5836" y="6891"/>
                      <a:pt x="5838" y="6907"/>
                      <a:pt x="5839" y="6922"/>
                    </a:cubicBezTo>
                    <a:cubicBezTo>
                      <a:pt x="5839" y="6931"/>
                      <a:pt x="5840" y="6940"/>
                      <a:pt x="5842" y="6949"/>
                    </a:cubicBezTo>
                    <a:lnTo>
                      <a:pt x="5828" y="6949"/>
                    </a:lnTo>
                    <a:cubicBezTo>
                      <a:pt x="5828" y="6948"/>
                      <a:pt x="5828" y="6948"/>
                      <a:pt x="5828" y="6947"/>
                    </a:cubicBezTo>
                    <a:cubicBezTo>
                      <a:pt x="5828" y="6941"/>
                      <a:pt x="5827" y="6934"/>
                      <a:pt x="5826" y="6928"/>
                    </a:cubicBezTo>
                    <a:cubicBezTo>
                      <a:pt x="5822" y="6910"/>
                      <a:pt x="5819" y="6892"/>
                      <a:pt x="5817" y="6874"/>
                    </a:cubicBezTo>
                    <a:cubicBezTo>
                      <a:pt x="5817" y="6867"/>
                      <a:pt x="5807" y="6868"/>
                      <a:pt x="5807" y="6875"/>
                    </a:cubicBezTo>
                    <a:cubicBezTo>
                      <a:pt x="5807" y="6889"/>
                      <a:pt x="5809" y="6903"/>
                      <a:pt x="5811" y="6917"/>
                    </a:cubicBezTo>
                    <a:cubicBezTo>
                      <a:pt x="5812" y="6927"/>
                      <a:pt x="5812" y="6939"/>
                      <a:pt x="5815" y="6949"/>
                    </a:cubicBezTo>
                    <a:lnTo>
                      <a:pt x="5796" y="6949"/>
                    </a:lnTo>
                    <a:cubicBezTo>
                      <a:pt x="5796" y="6947"/>
                      <a:pt x="5796" y="6945"/>
                      <a:pt x="5796" y="6943"/>
                    </a:cubicBezTo>
                    <a:cubicBezTo>
                      <a:pt x="5795" y="6933"/>
                      <a:pt x="5793" y="6923"/>
                      <a:pt x="5791" y="6913"/>
                    </a:cubicBezTo>
                    <a:cubicBezTo>
                      <a:pt x="5789" y="6898"/>
                      <a:pt x="5785" y="6884"/>
                      <a:pt x="5784" y="6870"/>
                    </a:cubicBezTo>
                    <a:cubicBezTo>
                      <a:pt x="5784" y="6869"/>
                      <a:pt x="5783" y="6868"/>
                      <a:pt x="5783" y="6867"/>
                    </a:cubicBezTo>
                    <a:cubicBezTo>
                      <a:pt x="5782" y="6866"/>
                      <a:pt x="5782" y="6864"/>
                      <a:pt x="5781" y="6864"/>
                    </a:cubicBezTo>
                    <a:cubicBezTo>
                      <a:pt x="5780" y="6863"/>
                      <a:pt x="5778" y="6864"/>
                      <a:pt x="5777" y="6864"/>
                    </a:cubicBezTo>
                    <a:cubicBezTo>
                      <a:pt x="5775" y="6864"/>
                      <a:pt x="5775" y="6863"/>
                      <a:pt x="5774" y="6864"/>
                    </a:cubicBezTo>
                    <a:cubicBezTo>
                      <a:pt x="5773" y="6864"/>
                      <a:pt x="5773" y="6866"/>
                      <a:pt x="5772" y="6867"/>
                    </a:cubicBezTo>
                    <a:cubicBezTo>
                      <a:pt x="5771" y="6868"/>
                      <a:pt x="5771" y="6869"/>
                      <a:pt x="5771" y="6870"/>
                    </a:cubicBezTo>
                    <a:cubicBezTo>
                      <a:pt x="5772" y="6890"/>
                      <a:pt x="5774" y="6909"/>
                      <a:pt x="5778" y="6929"/>
                    </a:cubicBezTo>
                    <a:cubicBezTo>
                      <a:pt x="5779" y="6937"/>
                      <a:pt x="5780" y="6944"/>
                      <a:pt x="5781" y="6950"/>
                    </a:cubicBezTo>
                    <a:cubicBezTo>
                      <a:pt x="5775" y="6950"/>
                      <a:pt x="5769" y="6950"/>
                      <a:pt x="5762" y="6952"/>
                    </a:cubicBezTo>
                    <a:cubicBezTo>
                      <a:pt x="5760" y="6935"/>
                      <a:pt x="5758" y="6918"/>
                      <a:pt x="5754" y="6901"/>
                    </a:cubicBezTo>
                    <a:cubicBezTo>
                      <a:pt x="5753" y="6893"/>
                      <a:pt x="5752" y="6884"/>
                      <a:pt x="5749" y="6876"/>
                    </a:cubicBezTo>
                    <a:cubicBezTo>
                      <a:pt x="5747" y="6868"/>
                      <a:pt x="5749" y="6862"/>
                      <a:pt x="5743" y="6856"/>
                    </a:cubicBezTo>
                    <a:cubicBezTo>
                      <a:pt x="5736" y="6849"/>
                      <a:pt x="5732" y="6858"/>
                      <a:pt x="5735" y="6863"/>
                    </a:cubicBezTo>
                    <a:cubicBezTo>
                      <a:pt x="5737" y="6872"/>
                      <a:pt x="5738" y="6882"/>
                      <a:pt x="5738" y="6891"/>
                    </a:cubicBezTo>
                    <a:cubicBezTo>
                      <a:pt x="5738" y="6894"/>
                      <a:pt x="5738" y="6897"/>
                      <a:pt x="5738" y="6900"/>
                    </a:cubicBezTo>
                    <a:cubicBezTo>
                      <a:pt x="5738" y="6903"/>
                      <a:pt x="5737" y="6906"/>
                      <a:pt x="5737" y="6909"/>
                    </a:cubicBezTo>
                    <a:cubicBezTo>
                      <a:pt x="5737" y="6915"/>
                      <a:pt x="5738" y="6922"/>
                      <a:pt x="5739" y="6928"/>
                    </a:cubicBezTo>
                    <a:cubicBezTo>
                      <a:pt x="5740" y="6937"/>
                      <a:pt x="5743" y="6946"/>
                      <a:pt x="5744" y="6955"/>
                    </a:cubicBezTo>
                    <a:lnTo>
                      <a:pt x="5722" y="6959"/>
                    </a:lnTo>
                    <a:cubicBezTo>
                      <a:pt x="5715" y="6923"/>
                      <a:pt x="5710" y="6887"/>
                      <a:pt x="5707" y="6850"/>
                    </a:cubicBezTo>
                    <a:cubicBezTo>
                      <a:pt x="5707" y="6849"/>
                      <a:pt x="5706" y="6848"/>
                      <a:pt x="5706" y="6848"/>
                    </a:cubicBezTo>
                    <a:cubicBezTo>
                      <a:pt x="5706" y="6847"/>
                      <a:pt x="5705" y="6846"/>
                      <a:pt x="5704" y="6846"/>
                    </a:cubicBezTo>
                    <a:cubicBezTo>
                      <a:pt x="5703" y="6845"/>
                      <a:pt x="5703" y="6845"/>
                      <a:pt x="5702" y="6845"/>
                    </a:cubicBezTo>
                    <a:cubicBezTo>
                      <a:pt x="5701" y="6845"/>
                      <a:pt x="5700" y="6845"/>
                      <a:pt x="5699" y="6846"/>
                    </a:cubicBezTo>
                    <a:cubicBezTo>
                      <a:pt x="5699" y="6846"/>
                      <a:pt x="5698" y="6847"/>
                      <a:pt x="5697" y="6848"/>
                    </a:cubicBezTo>
                    <a:cubicBezTo>
                      <a:pt x="5697" y="6848"/>
                      <a:pt x="5697" y="6849"/>
                      <a:pt x="5697" y="6850"/>
                    </a:cubicBezTo>
                    <a:cubicBezTo>
                      <a:pt x="5695" y="6862"/>
                      <a:pt x="5694" y="6875"/>
                      <a:pt x="5694" y="6888"/>
                    </a:cubicBezTo>
                    <a:cubicBezTo>
                      <a:pt x="5694" y="6902"/>
                      <a:pt x="5695" y="6917"/>
                      <a:pt x="5698" y="6931"/>
                    </a:cubicBezTo>
                    <a:cubicBezTo>
                      <a:pt x="5699" y="6942"/>
                      <a:pt x="5700" y="6952"/>
                      <a:pt x="5702" y="6962"/>
                    </a:cubicBezTo>
                    <a:cubicBezTo>
                      <a:pt x="5695" y="6963"/>
                      <a:pt x="5688" y="6965"/>
                      <a:pt x="5682" y="6965"/>
                    </a:cubicBezTo>
                    <a:cubicBezTo>
                      <a:pt x="5680" y="6958"/>
                      <a:pt x="5678" y="6951"/>
                      <a:pt x="5676" y="6944"/>
                    </a:cubicBezTo>
                    <a:cubicBezTo>
                      <a:pt x="5676" y="6939"/>
                      <a:pt x="5676" y="6934"/>
                      <a:pt x="5676" y="6929"/>
                    </a:cubicBezTo>
                    <a:cubicBezTo>
                      <a:pt x="5676" y="6924"/>
                      <a:pt x="5676" y="6919"/>
                      <a:pt x="5676" y="6914"/>
                    </a:cubicBezTo>
                    <a:cubicBezTo>
                      <a:pt x="5676" y="6904"/>
                      <a:pt x="5661" y="6905"/>
                      <a:pt x="5661" y="6915"/>
                    </a:cubicBezTo>
                    <a:cubicBezTo>
                      <a:pt x="5661" y="6925"/>
                      <a:pt x="5661" y="6934"/>
                      <a:pt x="5661" y="6943"/>
                    </a:cubicBezTo>
                    <a:cubicBezTo>
                      <a:pt x="5662" y="6951"/>
                      <a:pt x="5663" y="6959"/>
                      <a:pt x="5666" y="6967"/>
                    </a:cubicBezTo>
                    <a:lnTo>
                      <a:pt x="5663" y="6967"/>
                    </a:lnTo>
                    <a:lnTo>
                      <a:pt x="5649" y="6967"/>
                    </a:lnTo>
                    <a:lnTo>
                      <a:pt x="5649" y="6966"/>
                    </a:lnTo>
                    <a:cubicBezTo>
                      <a:pt x="5645" y="6959"/>
                      <a:pt x="5643" y="6951"/>
                      <a:pt x="5643" y="6943"/>
                    </a:cubicBezTo>
                    <a:cubicBezTo>
                      <a:pt x="5643" y="6942"/>
                      <a:pt x="5643" y="6942"/>
                      <a:pt x="5643" y="6941"/>
                    </a:cubicBezTo>
                    <a:cubicBezTo>
                      <a:pt x="5643" y="6924"/>
                      <a:pt x="5637" y="6907"/>
                      <a:pt x="5636" y="6890"/>
                    </a:cubicBezTo>
                    <a:cubicBezTo>
                      <a:pt x="5636" y="6884"/>
                      <a:pt x="5627" y="6885"/>
                      <a:pt x="5627" y="6890"/>
                    </a:cubicBezTo>
                    <a:cubicBezTo>
                      <a:pt x="5626" y="6909"/>
                      <a:pt x="5627" y="6927"/>
                      <a:pt x="5627" y="6946"/>
                    </a:cubicBezTo>
                    <a:lnTo>
                      <a:pt x="5627" y="6947"/>
                    </a:lnTo>
                    <a:cubicBezTo>
                      <a:pt x="5627" y="6953"/>
                      <a:pt x="5628" y="6960"/>
                      <a:pt x="5630" y="6966"/>
                    </a:cubicBezTo>
                    <a:lnTo>
                      <a:pt x="5611" y="6966"/>
                    </a:lnTo>
                    <a:cubicBezTo>
                      <a:pt x="5611" y="6946"/>
                      <a:pt x="5604" y="6927"/>
                      <a:pt x="5605" y="6906"/>
                    </a:cubicBezTo>
                    <a:cubicBezTo>
                      <a:pt x="5605" y="6885"/>
                      <a:pt x="5603" y="6867"/>
                      <a:pt x="5602" y="6847"/>
                    </a:cubicBezTo>
                    <a:cubicBezTo>
                      <a:pt x="5602" y="6842"/>
                      <a:pt x="5594" y="6842"/>
                      <a:pt x="5594" y="6847"/>
                    </a:cubicBezTo>
                    <a:cubicBezTo>
                      <a:pt x="5592" y="6886"/>
                      <a:pt x="5584" y="6928"/>
                      <a:pt x="5598" y="6965"/>
                    </a:cubicBezTo>
                    <a:lnTo>
                      <a:pt x="5581" y="6965"/>
                    </a:lnTo>
                    <a:cubicBezTo>
                      <a:pt x="5579" y="6960"/>
                      <a:pt x="5578" y="6956"/>
                      <a:pt x="5577" y="6951"/>
                    </a:cubicBezTo>
                    <a:cubicBezTo>
                      <a:pt x="5575" y="6937"/>
                      <a:pt x="5574" y="6922"/>
                      <a:pt x="5574" y="6908"/>
                    </a:cubicBezTo>
                    <a:cubicBezTo>
                      <a:pt x="5574" y="6905"/>
                      <a:pt x="5574" y="6903"/>
                      <a:pt x="5574" y="6901"/>
                    </a:cubicBezTo>
                    <a:cubicBezTo>
                      <a:pt x="5574" y="6900"/>
                      <a:pt x="5573" y="6899"/>
                      <a:pt x="5573" y="6898"/>
                    </a:cubicBezTo>
                    <a:cubicBezTo>
                      <a:pt x="5572" y="6897"/>
                      <a:pt x="5572" y="6895"/>
                      <a:pt x="5571" y="6895"/>
                    </a:cubicBezTo>
                    <a:cubicBezTo>
                      <a:pt x="5570" y="6894"/>
                      <a:pt x="5568" y="6895"/>
                      <a:pt x="5567" y="6895"/>
                    </a:cubicBezTo>
                    <a:cubicBezTo>
                      <a:pt x="5565" y="6895"/>
                      <a:pt x="5565" y="6894"/>
                      <a:pt x="5564" y="6895"/>
                    </a:cubicBezTo>
                    <a:cubicBezTo>
                      <a:pt x="5563" y="6895"/>
                      <a:pt x="5563" y="6897"/>
                      <a:pt x="5562" y="6898"/>
                    </a:cubicBezTo>
                    <a:cubicBezTo>
                      <a:pt x="5561" y="6899"/>
                      <a:pt x="5561" y="6900"/>
                      <a:pt x="5561" y="6901"/>
                    </a:cubicBezTo>
                    <a:cubicBezTo>
                      <a:pt x="5561" y="6915"/>
                      <a:pt x="5560" y="6930"/>
                      <a:pt x="5560" y="6944"/>
                    </a:cubicBezTo>
                    <a:cubicBezTo>
                      <a:pt x="5560" y="6951"/>
                      <a:pt x="5561" y="6958"/>
                      <a:pt x="5563" y="6965"/>
                    </a:cubicBezTo>
                    <a:lnTo>
                      <a:pt x="5555" y="6965"/>
                    </a:lnTo>
                    <a:cubicBezTo>
                      <a:pt x="5551" y="6945"/>
                      <a:pt x="5548" y="6924"/>
                      <a:pt x="5548" y="6904"/>
                    </a:cubicBezTo>
                    <a:cubicBezTo>
                      <a:pt x="5544" y="6883"/>
                      <a:pt x="5538" y="6862"/>
                      <a:pt x="5531" y="6841"/>
                    </a:cubicBezTo>
                    <a:cubicBezTo>
                      <a:pt x="5530" y="6836"/>
                      <a:pt x="5522" y="6837"/>
                      <a:pt x="5522" y="6841"/>
                    </a:cubicBezTo>
                    <a:cubicBezTo>
                      <a:pt x="5522" y="6851"/>
                      <a:pt x="5524" y="6849"/>
                      <a:pt x="5527" y="6861"/>
                    </a:cubicBezTo>
                    <a:cubicBezTo>
                      <a:pt x="5530" y="6880"/>
                      <a:pt x="5532" y="6898"/>
                      <a:pt x="5534" y="6917"/>
                    </a:cubicBezTo>
                    <a:cubicBezTo>
                      <a:pt x="5534" y="6933"/>
                      <a:pt x="5536" y="6949"/>
                      <a:pt x="5538" y="6965"/>
                    </a:cubicBezTo>
                    <a:lnTo>
                      <a:pt x="5533" y="6965"/>
                    </a:lnTo>
                    <a:cubicBezTo>
                      <a:pt x="5531" y="6920"/>
                      <a:pt x="5519" y="6875"/>
                      <a:pt x="5500" y="6834"/>
                    </a:cubicBezTo>
                    <a:cubicBezTo>
                      <a:pt x="5493" y="6821"/>
                      <a:pt x="5487" y="6808"/>
                      <a:pt x="5480" y="6795"/>
                    </a:cubicBezTo>
                    <a:cubicBezTo>
                      <a:pt x="5550" y="6793"/>
                      <a:pt x="5621" y="6784"/>
                      <a:pt x="5689" y="6768"/>
                    </a:cubicBezTo>
                    <a:lnTo>
                      <a:pt x="5768" y="6752"/>
                    </a:lnTo>
                    <a:cubicBezTo>
                      <a:pt x="5807" y="6743"/>
                      <a:pt x="5846" y="6738"/>
                      <a:pt x="5886" y="6738"/>
                    </a:cubicBezTo>
                    <a:cubicBezTo>
                      <a:pt x="5889" y="6738"/>
                      <a:pt x="5892" y="6738"/>
                      <a:pt x="5896" y="6738"/>
                    </a:cubicBezTo>
                    <a:cubicBezTo>
                      <a:pt x="5900" y="6739"/>
                      <a:pt x="5904" y="6739"/>
                      <a:pt x="5908" y="6739"/>
                    </a:cubicBezTo>
                    <a:cubicBezTo>
                      <a:pt x="5915" y="6739"/>
                      <a:pt x="5921" y="6738"/>
                      <a:pt x="5928" y="6737"/>
                    </a:cubicBezTo>
                    <a:cubicBezTo>
                      <a:pt x="5943" y="6792"/>
                      <a:pt x="5953" y="6848"/>
                      <a:pt x="5959" y="6905"/>
                    </a:cubicBezTo>
                    <a:cubicBezTo>
                      <a:pt x="5959" y="6904"/>
                      <a:pt x="5959" y="6902"/>
                      <a:pt x="5959" y="6901"/>
                    </a:cubicBezTo>
                    <a:cubicBezTo>
                      <a:pt x="5959" y="6900"/>
                      <a:pt x="5959" y="6898"/>
                      <a:pt x="5959" y="6897"/>
                    </a:cubicBezTo>
                    <a:cubicBezTo>
                      <a:pt x="5958" y="6879"/>
                      <a:pt x="5955" y="6861"/>
                      <a:pt x="5952" y="6844"/>
                    </a:cubicBezTo>
                    <a:cubicBezTo>
                      <a:pt x="5951" y="6835"/>
                      <a:pt x="5938" y="6837"/>
                      <a:pt x="5937" y="6845"/>
                    </a:cubicBezTo>
                    <a:cubicBezTo>
                      <a:pt x="5935" y="6869"/>
                      <a:pt x="5937" y="6886"/>
                      <a:pt x="5937" y="6903"/>
                    </a:cubicBezTo>
                    <a:moveTo>
                      <a:pt x="5904" y="7615"/>
                    </a:moveTo>
                    <a:cubicBezTo>
                      <a:pt x="5894" y="7624"/>
                      <a:pt x="5891" y="7639"/>
                      <a:pt x="5884" y="7650"/>
                    </a:cubicBezTo>
                    <a:cubicBezTo>
                      <a:pt x="5880" y="7655"/>
                      <a:pt x="5872" y="7660"/>
                      <a:pt x="5871" y="7667"/>
                    </a:cubicBezTo>
                    <a:cubicBezTo>
                      <a:pt x="5870" y="7670"/>
                      <a:pt x="5870" y="7672"/>
                      <a:pt x="5868" y="7675"/>
                    </a:cubicBezTo>
                    <a:cubicBezTo>
                      <a:pt x="5865" y="7671"/>
                      <a:pt x="5861" y="7667"/>
                      <a:pt x="5858" y="7663"/>
                    </a:cubicBezTo>
                    <a:cubicBezTo>
                      <a:pt x="5865" y="7655"/>
                      <a:pt x="5871" y="7647"/>
                      <a:pt x="5877" y="7638"/>
                    </a:cubicBezTo>
                    <a:cubicBezTo>
                      <a:pt x="5878" y="7637"/>
                      <a:pt x="5879" y="7635"/>
                      <a:pt x="5880" y="7634"/>
                    </a:cubicBezTo>
                    <a:cubicBezTo>
                      <a:pt x="5889" y="7618"/>
                      <a:pt x="5898" y="7604"/>
                      <a:pt x="5909" y="7590"/>
                    </a:cubicBezTo>
                    <a:cubicBezTo>
                      <a:pt x="5915" y="7583"/>
                      <a:pt x="5904" y="7573"/>
                      <a:pt x="5897" y="7578"/>
                    </a:cubicBezTo>
                    <a:cubicBezTo>
                      <a:pt x="5880" y="7594"/>
                      <a:pt x="5865" y="7612"/>
                      <a:pt x="5853" y="7633"/>
                    </a:cubicBezTo>
                    <a:cubicBezTo>
                      <a:pt x="5850" y="7637"/>
                      <a:pt x="5845" y="7642"/>
                      <a:pt x="5842" y="7648"/>
                    </a:cubicBezTo>
                    <a:lnTo>
                      <a:pt x="5837" y="7643"/>
                    </a:lnTo>
                    <a:cubicBezTo>
                      <a:pt x="5839" y="7641"/>
                      <a:pt x="5840" y="7639"/>
                      <a:pt x="5842" y="7637"/>
                    </a:cubicBezTo>
                    <a:cubicBezTo>
                      <a:pt x="5843" y="7635"/>
                      <a:pt x="5843" y="7633"/>
                      <a:pt x="5844" y="7631"/>
                    </a:cubicBezTo>
                    <a:cubicBezTo>
                      <a:pt x="5845" y="7628"/>
                      <a:pt x="5847" y="7625"/>
                      <a:pt x="5849" y="7623"/>
                    </a:cubicBezTo>
                    <a:cubicBezTo>
                      <a:pt x="5852" y="7617"/>
                      <a:pt x="5855" y="7613"/>
                      <a:pt x="5859" y="7608"/>
                    </a:cubicBezTo>
                    <a:cubicBezTo>
                      <a:pt x="5871" y="7591"/>
                      <a:pt x="5878" y="7572"/>
                      <a:pt x="5893" y="7555"/>
                    </a:cubicBezTo>
                    <a:cubicBezTo>
                      <a:pt x="5898" y="7550"/>
                      <a:pt x="5890" y="7541"/>
                      <a:pt x="5884" y="7547"/>
                    </a:cubicBezTo>
                    <a:cubicBezTo>
                      <a:pt x="5872" y="7556"/>
                      <a:pt x="5862" y="7568"/>
                      <a:pt x="5854" y="7582"/>
                    </a:cubicBezTo>
                    <a:cubicBezTo>
                      <a:pt x="5853" y="7584"/>
                      <a:pt x="5852" y="7586"/>
                      <a:pt x="5851" y="7588"/>
                    </a:cubicBezTo>
                    <a:cubicBezTo>
                      <a:pt x="5850" y="7589"/>
                      <a:pt x="5850" y="7590"/>
                      <a:pt x="5849" y="7591"/>
                    </a:cubicBezTo>
                    <a:cubicBezTo>
                      <a:pt x="5845" y="7598"/>
                      <a:pt x="5839" y="7606"/>
                      <a:pt x="5833" y="7612"/>
                    </a:cubicBezTo>
                    <a:cubicBezTo>
                      <a:pt x="5833" y="7613"/>
                      <a:pt x="5832" y="7614"/>
                      <a:pt x="5832" y="7614"/>
                    </a:cubicBezTo>
                    <a:cubicBezTo>
                      <a:pt x="5828" y="7620"/>
                      <a:pt x="5826" y="7626"/>
                      <a:pt x="5824" y="7632"/>
                    </a:cubicBezTo>
                    <a:cubicBezTo>
                      <a:pt x="5818" y="7626"/>
                      <a:pt x="5812" y="7620"/>
                      <a:pt x="5807" y="7614"/>
                    </a:cubicBezTo>
                    <a:cubicBezTo>
                      <a:pt x="5814" y="7608"/>
                      <a:pt x="5819" y="7601"/>
                      <a:pt x="5824" y="7593"/>
                    </a:cubicBezTo>
                    <a:cubicBezTo>
                      <a:pt x="5824" y="7592"/>
                      <a:pt x="5825" y="7592"/>
                      <a:pt x="5825" y="7591"/>
                    </a:cubicBezTo>
                    <a:cubicBezTo>
                      <a:pt x="5827" y="7588"/>
                      <a:pt x="5829" y="7584"/>
                      <a:pt x="5831" y="7581"/>
                    </a:cubicBezTo>
                    <a:cubicBezTo>
                      <a:pt x="5839" y="7567"/>
                      <a:pt x="5848" y="7553"/>
                      <a:pt x="5858" y="7539"/>
                    </a:cubicBezTo>
                    <a:cubicBezTo>
                      <a:pt x="5861" y="7535"/>
                      <a:pt x="5855" y="7530"/>
                      <a:pt x="5852" y="7533"/>
                    </a:cubicBezTo>
                    <a:cubicBezTo>
                      <a:pt x="5837" y="7547"/>
                      <a:pt x="5825" y="7562"/>
                      <a:pt x="5815" y="7579"/>
                    </a:cubicBezTo>
                    <a:cubicBezTo>
                      <a:pt x="5814" y="7581"/>
                      <a:pt x="5813" y="7582"/>
                      <a:pt x="5812" y="7584"/>
                    </a:cubicBezTo>
                    <a:cubicBezTo>
                      <a:pt x="5809" y="7589"/>
                      <a:pt x="5802" y="7596"/>
                      <a:pt x="5798" y="7603"/>
                    </a:cubicBezTo>
                    <a:lnTo>
                      <a:pt x="5796" y="7600"/>
                    </a:lnTo>
                    <a:cubicBezTo>
                      <a:pt x="5791" y="7593"/>
                      <a:pt x="5786" y="7586"/>
                      <a:pt x="5780" y="7580"/>
                    </a:cubicBezTo>
                    <a:cubicBezTo>
                      <a:pt x="5783" y="7577"/>
                      <a:pt x="5786" y="7574"/>
                      <a:pt x="5789" y="7571"/>
                    </a:cubicBezTo>
                    <a:cubicBezTo>
                      <a:pt x="5794" y="7563"/>
                      <a:pt x="5798" y="7554"/>
                      <a:pt x="5804" y="7546"/>
                    </a:cubicBezTo>
                    <a:cubicBezTo>
                      <a:pt x="5814" y="7530"/>
                      <a:pt x="5826" y="7514"/>
                      <a:pt x="5838" y="7499"/>
                    </a:cubicBezTo>
                    <a:cubicBezTo>
                      <a:pt x="5841" y="7495"/>
                      <a:pt x="5835" y="7490"/>
                      <a:pt x="5831" y="7494"/>
                    </a:cubicBezTo>
                    <a:cubicBezTo>
                      <a:pt x="5816" y="7509"/>
                      <a:pt x="5801" y="7526"/>
                      <a:pt x="5788" y="7543"/>
                    </a:cubicBezTo>
                    <a:cubicBezTo>
                      <a:pt x="5783" y="7549"/>
                      <a:pt x="5779" y="7555"/>
                      <a:pt x="5776" y="7561"/>
                    </a:cubicBezTo>
                    <a:cubicBezTo>
                      <a:pt x="5774" y="7564"/>
                      <a:pt x="5773" y="7567"/>
                      <a:pt x="5771" y="7570"/>
                    </a:cubicBezTo>
                    <a:cubicBezTo>
                      <a:pt x="5766" y="7564"/>
                      <a:pt x="5761" y="7558"/>
                      <a:pt x="5755" y="7552"/>
                    </a:cubicBezTo>
                    <a:cubicBezTo>
                      <a:pt x="5756" y="7552"/>
                      <a:pt x="5757" y="7553"/>
                      <a:pt x="5757" y="7553"/>
                    </a:cubicBezTo>
                    <a:cubicBezTo>
                      <a:pt x="5758" y="7553"/>
                      <a:pt x="5759" y="7552"/>
                      <a:pt x="5760" y="7552"/>
                    </a:cubicBezTo>
                    <a:cubicBezTo>
                      <a:pt x="5770" y="7546"/>
                      <a:pt x="5775" y="7528"/>
                      <a:pt x="5782" y="7518"/>
                    </a:cubicBezTo>
                    <a:cubicBezTo>
                      <a:pt x="5785" y="7512"/>
                      <a:pt x="5790" y="7506"/>
                      <a:pt x="5793" y="7500"/>
                    </a:cubicBezTo>
                    <a:cubicBezTo>
                      <a:pt x="5795" y="7495"/>
                      <a:pt x="5796" y="7491"/>
                      <a:pt x="5799" y="7487"/>
                    </a:cubicBezTo>
                    <a:cubicBezTo>
                      <a:pt x="5801" y="7483"/>
                      <a:pt x="5805" y="7478"/>
                      <a:pt x="5808" y="7474"/>
                    </a:cubicBezTo>
                    <a:cubicBezTo>
                      <a:pt x="5809" y="7474"/>
                      <a:pt x="5809" y="7473"/>
                      <a:pt x="5809" y="7473"/>
                    </a:cubicBezTo>
                    <a:cubicBezTo>
                      <a:pt x="5810" y="7472"/>
                      <a:pt x="5810" y="7471"/>
                      <a:pt x="5810" y="7470"/>
                    </a:cubicBezTo>
                    <a:cubicBezTo>
                      <a:pt x="5810" y="7469"/>
                      <a:pt x="5809" y="7468"/>
                      <a:pt x="5809" y="7467"/>
                    </a:cubicBezTo>
                    <a:cubicBezTo>
                      <a:pt x="5808" y="7466"/>
                      <a:pt x="5808" y="7464"/>
                      <a:pt x="5807" y="7464"/>
                    </a:cubicBezTo>
                    <a:cubicBezTo>
                      <a:pt x="5806" y="7463"/>
                      <a:pt x="5805" y="7464"/>
                      <a:pt x="5804" y="7464"/>
                    </a:cubicBezTo>
                    <a:cubicBezTo>
                      <a:pt x="5803" y="7464"/>
                      <a:pt x="5802" y="7463"/>
                      <a:pt x="5801" y="7464"/>
                    </a:cubicBezTo>
                    <a:cubicBezTo>
                      <a:pt x="5800" y="7465"/>
                      <a:pt x="5800" y="7465"/>
                      <a:pt x="5800" y="7465"/>
                    </a:cubicBezTo>
                    <a:cubicBezTo>
                      <a:pt x="5788" y="7478"/>
                      <a:pt x="5778" y="7491"/>
                      <a:pt x="5769" y="7506"/>
                    </a:cubicBezTo>
                    <a:cubicBezTo>
                      <a:pt x="5769" y="7507"/>
                      <a:pt x="5768" y="7508"/>
                      <a:pt x="5768" y="7508"/>
                    </a:cubicBezTo>
                    <a:cubicBezTo>
                      <a:pt x="5762" y="7517"/>
                      <a:pt x="5746" y="7537"/>
                      <a:pt x="5751" y="7549"/>
                    </a:cubicBezTo>
                    <a:lnTo>
                      <a:pt x="5729" y="7526"/>
                    </a:lnTo>
                    <a:cubicBezTo>
                      <a:pt x="5730" y="7526"/>
                      <a:pt x="5731" y="7525"/>
                      <a:pt x="5731" y="7524"/>
                    </a:cubicBezTo>
                    <a:cubicBezTo>
                      <a:pt x="5731" y="7524"/>
                      <a:pt x="5732" y="7524"/>
                      <a:pt x="5732" y="7523"/>
                    </a:cubicBezTo>
                    <a:cubicBezTo>
                      <a:pt x="5740" y="7505"/>
                      <a:pt x="5749" y="7490"/>
                      <a:pt x="5758" y="7473"/>
                    </a:cubicBezTo>
                    <a:cubicBezTo>
                      <a:pt x="5763" y="7463"/>
                      <a:pt x="5770" y="7454"/>
                      <a:pt x="5774" y="7444"/>
                    </a:cubicBezTo>
                    <a:cubicBezTo>
                      <a:pt x="5776" y="7440"/>
                      <a:pt x="5769" y="7436"/>
                      <a:pt x="5767" y="7440"/>
                    </a:cubicBezTo>
                    <a:cubicBezTo>
                      <a:pt x="5758" y="7453"/>
                      <a:pt x="5748" y="7464"/>
                      <a:pt x="5738" y="7475"/>
                    </a:cubicBezTo>
                    <a:cubicBezTo>
                      <a:pt x="5734" y="7479"/>
                      <a:pt x="5731" y="7484"/>
                      <a:pt x="5729" y="7488"/>
                    </a:cubicBezTo>
                    <a:cubicBezTo>
                      <a:pt x="5724" y="7497"/>
                      <a:pt x="5721" y="7506"/>
                      <a:pt x="5719" y="7516"/>
                    </a:cubicBezTo>
                    <a:cubicBezTo>
                      <a:pt x="5709" y="7506"/>
                      <a:pt x="5700" y="7495"/>
                      <a:pt x="5692" y="7484"/>
                    </a:cubicBezTo>
                    <a:cubicBezTo>
                      <a:pt x="5693" y="7484"/>
                      <a:pt x="5693" y="7484"/>
                      <a:pt x="5694" y="7483"/>
                    </a:cubicBezTo>
                    <a:cubicBezTo>
                      <a:pt x="5695" y="7482"/>
                      <a:pt x="5696" y="7482"/>
                      <a:pt x="5696" y="7482"/>
                    </a:cubicBezTo>
                    <a:cubicBezTo>
                      <a:pt x="5701" y="7473"/>
                      <a:pt x="5706" y="7464"/>
                      <a:pt x="5711" y="7456"/>
                    </a:cubicBezTo>
                    <a:cubicBezTo>
                      <a:pt x="5713" y="7448"/>
                      <a:pt x="5717" y="7440"/>
                      <a:pt x="5721" y="7433"/>
                    </a:cubicBezTo>
                    <a:cubicBezTo>
                      <a:pt x="5722" y="7430"/>
                      <a:pt x="5724" y="7428"/>
                      <a:pt x="5726" y="7425"/>
                    </a:cubicBezTo>
                    <a:cubicBezTo>
                      <a:pt x="5729" y="7422"/>
                      <a:pt x="5724" y="7416"/>
                      <a:pt x="5721" y="7419"/>
                    </a:cubicBezTo>
                    <a:cubicBezTo>
                      <a:pt x="5713" y="7427"/>
                      <a:pt x="5707" y="7435"/>
                      <a:pt x="5702" y="7445"/>
                    </a:cubicBezTo>
                    <a:cubicBezTo>
                      <a:pt x="5700" y="7448"/>
                      <a:pt x="5698" y="7451"/>
                      <a:pt x="5696" y="7455"/>
                    </a:cubicBezTo>
                    <a:cubicBezTo>
                      <a:pt x="5692" y="7460"/>
                      <a:pt x="5686" y="7469"/>
                      <a:pt x="5686" y="7476"/>
                    </a:cubicBezTo>
                    <a:cubicBezTo>
                      <a:pt x="5684" y="7473"/>
                      <a:pt x="5682" y="7471"/>
                      <a:pt x="5681" y="7468"/>
                    </a:cubicBezTo>
                    <a:cubicBezTo>
                      <a:pt x="5675" y="7460"/>
                      <a:pt x="5670" y="7452"/>
                      <a:pt x="5664" y="7444"/>
                    </a:cubicBezTo>
                    <a:cubicBezTo>
                      <a:pt x="5667" y="7438"/>
                      <a:pt x="5671" y="7431"/>
                      <a:pt x="5675" y="7426"/>
                    </a:cubicBezTo>
                    <a:cubicBezTo>
                      <a:pt x="5680" y="7420"/>
                      <a:pt x="5685" y="7413"/>
                      <a:pt x="5688" y="7406"/>
                    </a:cubicBezTo>
                    <a:cubicBezTo>
                      <a:pt x="5689" y="7406"/>
                      <a:pt x="5689" y="7406"/>
                      <a:pt x="5689" y="7406"/>
                    </a:cubicBezTo>
                    <a:cubicBezTo>
                      <a:pt x="5690" y="7401"/>
                      <a:pt x="5693" y="7396"/>
                      <a:pt x="5695" y="7392"/>
                    </a:cubicBezTo>
                    <a:cubicBezTo>
                      <a:pt x="5697" y="7389"/>
                      <a:pt x="5699" y="7386"/>
                      <a:pt x="5701" y="7383"/>
                    </a:cubicBezTo>
                    <a:cubicBezTo>
                      <a:pt x="5706" y="7377"/>
                      <a:pt x="5698" y="7369"/>
                      <a:pt x="5692" y="7374"/>
                    </a:cubicBezTo>
                    <a:cubicBezTo>
                      <a:pt x="5680" y="7386"/>
                      <a:pt x="5669" y="7399"/>
                      <a:pt x="5659" y="7413"/>
                    </a:cubicBezTo>
                    <a:cubicBezTo>
                      <a:pt x="5656" y="7417"/>
                      <a:pt x="5652" y="7422"/>
                      <a:pt x="5649" y="7426"/>
                    </a:cubicBezTo>
                    <a:cubicBezTo>
                      <a:pt x="5643" y="7420"/>
                      <a:pt x="5638" y="7413"/>
                      <a:pt x="5631" y="7407"/>
                    </a:cubicBezTo>
                    <a:cubicBezTo>
                      <a:pt x="5635" y="7398"/>
                      <a:pt x="5639" y="7390"/>
                      <a:pt x="5643" y="7382"/>
                    </a:cubicBezTo>
                    <a:cubicBezTo>
                      <a:pt x="5644" y="7382"/>
                      <a:pt x="5644" y="7381"/>
                      <a:pt x="5645" y="7380"/>
                    </a:cubicBezTo>
                    <a:cubicBezTo>
                      <a:pt x="5647" y="7373"/>
                      <a:pt x="5650" y="7367"/>
                      <a:pt x="5654" y="7360"/>
                    </a:cubicBezTo>
                    <a:cubicBezTo>
                      <a:pt x="5657" y="7355"/>
                      <a:pt x="5660" y="7350"/>
                      <a:pt x="5664" y="7345"/>
                    </a:cubicBezTo>
                    <a:cubicBezTo>
                      <a:pt x="5668" y="7342"/>
                      <a:pt x="5663" y="7337"/>
                      <a:pt x="5660" y="7339"/>
                    </a:cubicBezTo>
                    <a:cubicBezTo>
                      <a:pt x="5650" y="7348"/>
                      <a:pt x="5641" y="7358"/>
                      <a:pt x="5634" y="7370"/>
                    </a:cubicBezTo>
                    <a:cubicBezTo>
                      <a:pt x="5634" y="7371"/>
                      <a:pt x="5633" y="7372"/>
                      <a:pt x="5633" y="7373"/>
                    </a:cubicBezTo>
                    <a:cubicBezTo>
                      <a:pt x="5630" y="7377"/>
                      <a:pt x="5627" y="7381"/>
                      <a:pt x="5625" y="7385"/>
                    </a:cubicBezTo>
                    <a:cubicBezTo>
                      <a:pt x="5623" y="7388"/>
                      <a:pt x="5621" y="7391"/>
                      <a:pt x="5620" y="7394"/>
                    </a:cubicBezTo>
                    <a:lnTo>
                      <a:pt x="5596" y="7370"/>
                    </a:lnTo>
                    <a:cubicBezTo>
                      <a:pt x="5601" y="7365"/>
                      <a:pt x="5605" y="7360"/>
                      <a:pt x="5609" y="7354"/>
                    </a:cubicBezTo>
                    <a:cubicBezTo>
                      <a:pt x="5611" y="7350"/>
                      <a:pt x="5613" y="7345"/>
                      <a:pt x="5615" y="7340"/>
                    </a:cubicBezTo>
                    <a:cubicBezTo>
                      <a:pt x="5618" y="7330"/>
                      <a:pt x="5622" y="7321"/>
                      <a:pt x="5627" y="7312"/>
                    </a:cubicBezTo>
                    <a:cubicBezTo>
                      <a:pt x="5629" y="7308"/>
                      <a:pt x="5632" y="7304"/>
                      <a:pt x="5635" y="7300"/>
                    </a:cubicBezTo>
                    <a:cubicBezTo>
                      <a:pt x="5638" y="7297"/>
                      <a:pt x="5633" y="7291"/>
                      <a:pt x="5629" y="7294"/>
                    </a:cubicBezTo>
                    <a:cubicBezTo>
                      <a:pt x="5621" y="7301"/>
                      <a:pt x="5614" y="7310"/>
                      <a:pt x="5609" y="7319"/>
                    </a:cubicBezTo>
                    <a:cubicBezTo>
                      <a:pt x="5608" y="7321"/>
                      <a:pt x="5607" y="7323"/>
                      <a:pt x="5606" y="7326"/>
                    </a:cubicBezTo>
                    <a:cubicBezTo>
                      <a:pt x="5601" y="7335"/>
                      <a:pt x="5589" y="7349"/>
                      <a:pt x="5589" y="7362"/>
                    </a:cubicBezTo>
                    <a:lnTo>
                      <a:pt x="5564" y="7336"/>
                    </a:lnTo>
                    <a:cubicBezTo>
                      <a:pt x="5544" y="7316"/>
                      <a:pt x="5529" y="7294"/>
                      <a:pt x="5511" y="7274"/>
                    </a:cubicBezTo>
                    <a:cubicBezTo>
                      <a:pt x="5514" y="7271"/>
                      <a:pt x="5515" y="7266"/>
                      <a:pt x="5517" y="7263"/>
                    </a:cubicBezTo>
                    <a:cubicBezTo>
                      <a:pt x="5519" y="7260"/>
                      <a:pt x="5521" y="7257"/>
                      <a:pt x="5524" y="7254"/>
                    </a:cubicBezTo>
                    <a:cubicBezTo>
                      <a:pt x="5526" y="7255"/>
                      <a:pt x="5528" y="7255"/>
                      <a:pt x="5530" y="7255"/>
                    </a:cubicBezTo>
                    <a:lnTo>
                      <a:pt x="5532" y="7255"/>
                    </a:lnTo>
                    <a:cubicBezTo>
                      <a:pt x="5532" y="7256"/>
                      <a:pt x="5532" y="7256"/>
                      <a:pt x="5532" y="7256"/>
                    </a:cubicBezTo>
                    <a:lnTo>
                      <a:pt x="5532" y="7257"/>
                    </a:lnTo>
                    <a:cubicBezTo>
                      <a:pt x="5535" y="7262"/>
                      <a:pt x="5539" y="7268"/>
                      <a:pt x="5538" y="7274"/>
                    </a:cubicBezTo>
                    <a:cubicBezTo>
                      <a:pt x="5537" y="7276"/>
                      <a:pt x="5537" y="7279"/>
                      <a:pt x="5537" y="7282"/>
                    </a:cubicBezTo>
                    <a:cubicBezTo>
                      <a:pt x="5537" y="7283"/>
                      <a:pt x="5537" y="7285"/>
                      <a:pt x="5537" y="7286"/>
                    </a:cubicBezTo>
                    <a:cubicBezTo>
                      <a:pt x="5537" y="7286"/>
                      <a:pt x="5537" y="7287"/>
                      <a:pt x="5538" y="7287"/>
                    </a:cubicBezTo>
                    <a:lnTo>
                      <a:pt x="5539" y="7287"/>
                    </a:lnTo>
                    <a:cubicBezTo>
                      <a:pt x="5540" y="7287"/>
                      <a:pt x="5540" y="7287"/>
                      <a:pt x="5541" y="7287"/>
                    </a:cubicBezTo>
                    <a:lnTo>
                      <a:pt x="5542" y="7286"/>
                    </a:lnTo>
                    <a:cubicBezTo>
                      <a:pt x="5543" y="7285"/>
                      <a:pt x="5544" y="7283"/>
                      <a:pt x="5545" y="7282"/>
                    </a:cubicBezTo>
                    <a:cubicBezTo>
                      <a:pt x="5547" y="7278"/>
                      <a:pt x="5548" y="7274"/>
                      <a:pt x="5548" y="7270"/>
                    </a:cubicBezTo>
                    <a:cubicBezTo>
                      <a:pt x="5548" y="7265"/>
                      <a:pt x="5546" y="7259"/>
                      <a:pt x="5543" y="7254"/>
                    </a:cubicBezTo>
                    <a:cubicBezTo>
                      <a:pt x="5542" y="7253"/>
                      <a:pt x="5542" y="7252"/>
                      <a:pt x="5541" y="7251"/>
                    </a:cubicBezTo>
                    <a:lnTo>
                      <a:pt x="5541" y="7250"/>
                    </a:lnTo>
                    <a:cubicBezTo>
                      <a:pt x="5542" y="7249"/>
                      <a:pt x="5542" y="7248"/>
                      <a:pt x="5543" y="7247"/>
                    </a:cubicBezTo>
                    <a:cubicBezTo>
                      <a:pt x="5544" y="7245"/>
                      <a:pt x="5545" y="7241"/>
                      <a:pt x="5545" y="7239"/>
                    </a:cubicBezTo>
                    <a:cubicBezTo>
                      <a:pt x="5545" y="7236"/>
                      <a:pt x="5544" y="7234"/>
                      <a:pt x="5543" y="7232"/>
                    </a:cubicBezTo>
                    <a:cubicBezTo>
                      <a:pt x="5542" y="7229"/>
                      <a:pt x="5540" y="7227"/>
                      <a:pt x="5537" y="7226"/>
                    </a:cubicBezTo>
                    <a:cubicBezTo>
                      <a:pt x="5535" y="7225"/>
                      <a:pt x="5532" y="7224"/>
                      <a:pt x="5530" y="7224"/>
                    </a:cubicBezTo>
                    <a:cubicBezTo>
                      <a:pt x="5527" y="7224"/>
                      <a:pt x="5525" y="7224"/>
                      <a:pt x="5523" y="7226"/>
                    </a:cubicBezTo>
                    <a:cubicBezTo>
                      <a:pt x="5520" y="7227"/>
                      <a:pt x="5518" y="7229"/>
                      <a:pt x="5517" y="7231"/>
                    </a:cubicBezTo>
                    <a:cubicBezTo>
                      <a:pt x="5515" y="7233"/>
                      <a:pt x="5515" y="7236"/>
                      <a:pt x="5515" y="7239"/>
                    </a:cubicBezTo>
                    <a:cubicBezTo>
                      <a:pt x="5515" y="7241"/>
                      <a:pt x="5516" y="7243"/>
                      <a:pt x="5517" y="7245"/>
                    </a:cubicBezTo>
                    <a:cubicBezTo>
                      <a:pt x="5514" y="7248"/>
                      <a:pt x="5512" y="7250"/>
                      <a:pt x="5510" y="7253"/>
                    </a:cubicBezTo>
                    <a:cubicBezTo>
                      <a:pt x="5508" y="7255"/>
                      <a:pt x="5506" y="7257"/>
                      <a:pt x="5505" y="7260"/>
                    </a:cubicBezTo>
                    <a:cubicBezTo>
                      <a:pt x="5504" y="7261"/>
                      <a:pt x="5504" y="7262"/>
                      <a:pt x="5503" y="7263"/>
                    </a:cubicBezTo>
                    <a:cubicBezTo>
                      <a:pt x="5499" y="7258"/>
                      <a:pt x="5494" y="7253"/>
                      <a:pt x="5489" y="7248"/>
                    </a:cubicBezTo>
                    <a:cubicBezTo>
                      <a:pt x="5497" y="7239"/>
                      <a:pt x="5504" y="7228"/>
                      <a:pt x="5511" y="7217"/>
                    </a:cubicBezTo>
                    <a:cubicBezTo>
                      <a:pt x="5512" y="7215"/>
                      <a:pt x="5513" y="7213"/>
                      <a:pt x="5514" y="7211"/>
                    </a:cubicBezTo>
                    <a:cubicBezTo>
                      <a:pt x="5514" y="7211"/>
                      <a:pt x="5515" y="7211"/>
                      <a:pt x="5515" y="7210"/>
                    </a:cubicBezTo>
                    <a:cubicBezTo>
                      <a:pt x="5515" y="7209"/>
                      <a:pt x="5516" y="7206"/>
                      <a:pt x="5516" y="7205"/>
                    </a:cubicBezTo>
                    <a:cubicBezTo>
                      <a:pt x="5516" y="7203"/>
                      <a:pt x="5515" y="7202"/>
                      <a:pt x="5515" y="7201"/>
                    </a:cubicBezTo>
                    <a:cubicBezTo>
                      <a:pt x="5514" y="7199"/>
                      <a:pt x="5512" y="7198"/>
                      <a:pt x="5511" y="7197"/>
                    </a:cubicBezTo>
                    <a:cubicBezTo>
                      <a:pt x="5509" y="7196"/>
                      <a:pt x="5508" y="7196"/>
                      <a:pt x="5506" y="7196"/>
                    </a:cubicBezTo>
                    <a:cubicBezTo>
                      <a:pt x="5504" y="7196"/>
                      <a:pt x="5503" y="7196"/>
                      <a:pt x="5501" y="7197"/>
                    </a:cubicBezTo>
                    <a:cubicBezTo>
                      <a:pt x="5500" y="7198"/>
                      <a:pt x="5499" y="7199"/>
                      <a:pt x="5498" y="7200"/>
                    </a:cubicBezTo>
                    <a:cubicBezTo>
                      <a:pt x="5492" y="7209"/>
                      <a:pt x="5486" y="7217"/>
                      <a:pt x="5480" y="7226"/>
                    </a:cubicBezTo>
                    <a:cubicBezTo>
                      <a:pt x="5478" y="7228"/>
                      <a:pt x="5476" y="7231"/>
                      <a:pt x="5474" y="7234"/>
                    </a:cubicBezTo>
                    <a:cubicBezTo>
                      <a:pt x="5471" y="7231"/>
                      <a:pt x="5468" y="7228"/>
                      <a:pt x="5465" y="7226"/>
                    </a:cubicBezTo>
                    <a:cubicBezTo>
                      <a:pt x="5474" y="7215"/>
                      <a:pt x="5481" y="7203"/>
                      <a:pt x="5488" y="7191"/>
                    </a:cubicBezTo>
                    <a:cubicBezTo>
                      <a:pt x="5495" y="7179"/>
                      <a:pt x="5501" y="7167"/>
                      <a:pt x="5506" y="7155"/>
                    </a:cubicBezTo>
                    <a:cubicBezTo>
                      <a:pt x="5508" y="7178"/>
                      <a:pt x="5531" y="7192"/>
                      <a:pt x="5547" y="7207"/>
                    </a:cubicBezTo>
                    <a:cubicBezTo>
                      <a:pt x="5569" y="7228"/>
                      <a:pt x="5585" y="7250"/>
                      <a:pt x="5609" y="7271"/>
                    </a:cubicBezTo>
                    <a:cubicBezTo>
                      <a:pt x="5633" y="7291"/>
                      <a:pt x="5657" y="7305"/>
                      <a:pt x="5678" y="7326"/>
                    </a:cubicBezTo>
                    <a:cubicBezTo>
                      <a:pt x="5766" y="7414"/>
                      <a:pt x="5862" y="7494"/>
                      <a:pt x="5953" y="7579"/>
                    </a:cubicBezTo>
                    <a:cubicBezTo>
                      <a:pt x="5947" y="7599"/>
                      <a:pt x="5944" y="7621"/>
                      <a:pt x="5938" y="7640"/>
                    </a:cubicBezTo>
                    <a:cubicBezTo>
                      <a:pt x="5937" y="7639"/>
                      <a:pt x="5936" y="7639"/>
                      <a:pt x="5935" y="7638"/>
                    </a:cubicBezTo>
                    <a:cubicBezTo>
                      <a:pt x="5934" y="7637"/>
                      <a:pt x="5931" y="7637"/>
                      <a:pt x="5930" y="7637"/>
                    </a:cubicBezTo>
                    <a:cubicBezTo>
                      <a:pt x="5928" y="7637"/>
                      <a:pt x="5927" y="7637"/>
                      <a:pt x="5926" y="7638"/>
                    </a:cubicBezTo>
                    <a:cubicBezTo>
                      <a:pt x="5925" y="7638"/>
                      <a:pt x="5925" y="7638"/>
                      <a:pt x="5925" y="7638"/>
                    </a:cubicBezTo>
                    <a:cubicBezTo>
                      <a:pt x="5915" y="7647"/>
                      <a:pt x="5906" y="7658"/>
                      <a:pt x="5900" y="7669"/>
                    </a:cubicBezTo>
                    <a:cubicBezTo>
                      <a:pt x="5899" y="7670"/>
                      <a:pt x="5899" y="7671"/>
                      <a:pt x="5899" y="7672"/>
                    </a:cubicBezTo>
                    <a:lnTo>
                      <a:pt x="5893" y="7679"/>
                    </a:lnTo>
                    <a:lnTo>
                      <a:pt x="5893" y="7678"/>
                    </a:lnTo>
                    <a:cubicBezTo>
                      <a:pt x="5893" y="7677"/>
                      <a:pt x="5893" y="7677"/>
                      <a:pt x="5893" y="7676"/>
                    </a:cubicBezTo>
                    <a:cubicBezTo>
                      <a:pt x="5893" y="7670"/>
                      <a:pt x="5905" y="7660"/>
                      <a:pt x="5908" y="7655"/>
                    </a:cubicBezTo>
                    <a:cubicBezTo>
                      <a:pt x="5911" y="7649"/>
                      <a:pt x="5914" y="7635"/>
                      <a:pt x="5920" y="7629"/>
                    </a:cubicBezTo>
                    <a:cubicBezTo>
                      <a:pt x="5927" y="7620"/>
                      <a:pt x="5913" y="7606"/>
                      <a:pt x="5903" y="7615"/>
                    </a:cubicBezTo>
                    <a:lnTo>
                      <a:pt x="5904" y="7615"/>
                    </a:lnTo>
                    <a:moveTo>
                      <a:pt x="5461" y="7417"/>
                    </a:moveTo>
                    <a:cubicBezTo>
                      <a:pt x="5481" y="7497"/>
                      <a:pt x="5504" y="7577"/>
                      <a:pt x="5524" y="7657"/>
                    </a:cubicBezTo>
                    <a:cubicBezTo>
                      <a:pt x="5554" y="7775"/>
                      <a:pt x="5595" y="7888"/>
                      <a:pt x="5625" y="8005"/>
                    </a:cubicBezTo>
                    <a:cubicBezTo>
                      <a:pt x="5608" y="8010"/>
                      <a:pt x="5590" y="8013"/>
                      <a:pt x="5572" y="8014"/>
                    </a:cubicBezTo>
                    <a:cubicBezTo>
                      <a:pt x="5568" y="8015"/>
                      <a:pt x="5564" y="8015"/>
                      <a:pt x="5560" y="8017"/>
                    </a:cubicBezTo>
                    <a:cubicBezTo>
                      <a:pt x="5560" y="8016"/>
                      <a:pt x="5561" y="8016"/>
                      <a:pt x="5561" y="8015"/>
                    </a:cubicBezTo>
                    <a:cubicBezTo>
                      <a:pt x="5561" y="8014"/>
                      <a:pt x="5560" y="8013"/>
                      <a:pt x="5560" y="8012"/>
                    </a:cubicBezTo>
                    <a:lnTo>
                      <a:pt x="5559" y="8012"/>
                    </a:lnTo>
                    <a:cubicBezTo>
                      <a:pt x="5558" y="8010"/>
                      <a:pt x="5556" y="8009"/>
                      <a:pt x="5554" y="8008"/>
                    </a:cubicBezTo>
                    <a:cubicBezTo>
                      <a:pt x="5546" y="8003"/>
                      <a:pt x="5537" y="8001"/>
                      <a:pt x="5528" y="8001"/>
                    </a:cubicBezTo>
                    <a:cubicBezTo>
                      <a:pt x="5525" y="8001"/>
                      <a:pt x="5522" y="8002"/>
                      <a:pt x="5518" y="8002"/>
                    </a:cubicBezTo>
                    <a:cubicBezTo>
                      <a:pt x="5503" y="8002"/>
                      <a:pt x="5489" y="8004"/>
                      <a:pt x="5473" y="8005"/>
                    </a:cubicBezTo>
                    <a:lnTo>
                      <a:pt x="5471" y="8005"/>
                    </a:lnTo>
                    <a:cubicBezTo>
                      <a:pt x="5471" y="8000"/>
                      <a:pt x="5470" y="7994"/>
                      <a:pt x="5469" y="7989"/>
                    </a:cubicBezTo>
                    <a:cubicBezTo>
                      <a:pt x="5491" y="7990"/>
                      <a:pt x="5512" y="7992"/>
                      <a:pt x="5533" y="7992"/>
                    </a:cubicBezTo>
                    <a:cubicBezTo>
                      <a:pt x="5547" y="7992"/>
                      <a:pt x="5560" y="7992"/>
                      <a:pt x="5569" y="7981"/>
                    </a:cubicBezTo>
                    <a:cubicBezTo>
                      <a:pt x="5570" y="7980"/>
                      <a:pt x="5570" y="7979"/>
                      <a:pt x="5570" y="7978"/>
                    </a:cubicBezTo>
                    <a:cubicBezTo>
                      <a:pt x="5570" y="7977"/>
                      <a:pt x="5569" y="7976"/>
                      <a:pt x="5569" y="7975"/>
                    </a:cubicBezTo>
                    <a:cubicBezTo>
                      <a:pt x="5568" y="7974"/>
                      <a:pt x="5569" y="7974"/>
                      <a:pt x="5569" y="7974"/>
                    </a:cubicBezTo>
                    <a:cubicBezTo>
                      <a:pt x="5561" y="7964"/>
                      <a:pt x="5549" y="7964"/>
                      <a:pt x="5537" y="7963"/>
                    </a:cubicBezTo>
                    <a:cubicBezTo>
                      <a:pt x="5535" y="7963"/>
                      <a:pt x="5534" y="7963"/>
                      <a:pt x="5532" y="7963"/>
                    </a:cubicBezTo>
                    <a:cubicBezTo>
                      <a:pt x="5511" y="7963"/>
                      <a:pt x="5490" y="7965"/>
                      <a:pt x="5470" y="7967"/>
                    </a:cubicBezTo>
                    <a:cubicBezTo>
                      <a:pt x="5468" y="7967"/>
                      <a:pt x="5466" y="7967"/>
                      <a:pt x="5465" y="7968"/>
                    </a:cubicBezTo>
                    <a:cubicBezTo>
                      <a:pt x="5463" y="7963"/>
                      <a:pt x="5461" y="7957"/>
                      <a:pt x="5460" y="7951"/>
                    </a:cubicBezTo>
                    <a:lnTo>
                      <a:pt x="5461" y="7951"/>
                    </a:lnTo>
                    <a:cubicBezTo>
                      <a:pt x="5481" y="7951"/>
                      <a:pt x="5502" y="7949"/>
                      <a:pt x="5521" y="7945"/>
                    </a:cubicBezTo>
                    <a:cubicBezTo>
                      <a:pt x="5535" y="7942"/>
                      <a:pt x="5558" y="7936"/>
                      <a:pt x="5559" y="7919"/>
                    </a:cubicBezTo>
                    <a:cubicBezTo>
                      <a:pt x="5559" y="7917"/>
                      <a:pt x="5557" y="7915"/>
                      <a:pt x="5557" y="7914"/>
                    </a:cubicBezTo>
                    <a:cubicBezTo>
                      <a:pt x="5556" y="7912"/>
                      <a:pt x="5555" y="7912"/>
                      <a:pt x="5554" y="7911"/>
                    </a:cubicBezTo>
                    <a:cubicBezTo>
                      <a:pt x="5552" y="7910"/>
                      <a:pt x="5551" y="7910"/>
                      <a:pt x="5550" y="7910"/>
                    </a:cubicBezTo>
                    <a:cubicBezTo>
                      <a:pt x="5549" y="7910"/>
                      <a:pt x="5548" y="7910"/>
                      <a:pt x="5548" y="7910"/>
                    </a:cubicBezTo>
                    <a:cubicBezTo>
                      <a:pt x="5547" y="7910"/>
                      <a:pt x="5541" y="7914"/>
                      <a:pt x="5542" y="7914"/>
                    </a:cubicBezTo>
                    <a:cubicBezTo>
                      <a:pt x="5540" y="7912"/>
                      <a:pt x="5533" y="7914"/>
                      <a:pt x="5528" y="7915"/>
                    </a:cubicBezTo>
                    <a:cubicBezTo>
                      <a:pt x="5504" y="7920"/>
                      <a:pt x="5481" y="7927"/>
                      <a:pt x="5457" y="7930"/>
                    </a:cubicBezTo>
                    <a:cubicBezTo>
                      <a:pt x="5456" y="7922"/>
                      <a:pt x="5455" y="7915"/>
                      <a:pt x="5455" y="7908"/>
                    </a:cubicBezTo>
                    <a:cubicBezTo>
                      <a:pt x="5456" y="7909"/>
                      <a:pt x="5457" y="7909"/>
                      <a:pt x="5459" y="7909"/>
                    </a:cubicBezTo>
                    <a:lnTo>
                      <a:pt x="5460" y="7909"/>
                    </a:lnTo>
                    <a:cubicBezTo>
                      <a:pt x="5476" y="7906"/>
                      <a:pt x="5493" y="7902"/>
                      <a:pt x="5509" y="7897"/>
                    </a:cubicBezTo>
                    <a:cubicBezTo>
                      <a:pt x="5515" y="7896"/>
                      <a:pt x="5522" y="7895"/>
                      <a:pt x="5528" y="7891"/>
                    </a:cubicBezTo>
                    <a:cubicBezTo>
                      <a:pt x="5533" y="7888"/>
                      <a:pt x="5538" y="7884"/>
                      <a:pt x="5541" y="7879"/>
                    </a:cubicBezTo>
                    <a:cubicBezTo>
                      <a:pt x="5542" y="7878"/>
                      <a:pt x="5542" y="7877"/>
                      <a:pt x="5542" y="7876"/>
                    </a:cubicBezTo>
                    <a:cubicBezTo>
                      <a:pt x="5542" y="7874"/>
                      <a:pt x="5542" y="7873"/>
                      <a:pt x="5541" y="7872"/>
                    </a:cubicBezTo>
                    <a:cubicBezTo>
                      <a:pt x="5540" y="7871"/>
                      <a:pt x="5539" y="7870"/>
                      <a:pt x="5538" y="7869"/>
                    </a:cubicBezTo>
                    <a:cubicBezTo>
                      <a:pt x="5528" y="7861"/>
                      <a:pt x="5511" y="7869"/>
                      <a:pt x="5499" y="7872"/>
                    </a:cubicBezTo>
                    <a:cubicBezTo>
                      <a:pt x="5484" y="7876"/>
                      <a:pt x="5471" y="7885"/>
                      <a:pt x="5457" y="7890"/>
                    </a:cubicBezTo>
                    <a:cubicBezTo>
                      <a:pt x="5456" y="7890"/>
                      <a:pt x="5456" y="7889"/>
                      <a:pt x="5455" y="7890"/>
                    </a:cubicBezTo>
                    <a:cubicBezTo>
                      <a:pt x="5454" y="7890"/>
                      <a:pt x="5453" y="7892"/>
                      <a:pt x="5452" y="7893"/>
                    </a:cubicBezTo>
                    <a:cubicBezTo>
                      <a:pt x="5452" y="7887"/>
                      <a:pt x="5452" y="7881"/>
                      <a:pt x="5450" y="7874"/>
                    </a:cubicBezTo>
                    <a:cubicBezTo>
                      <a:pt x="5466" y="7873"/>
                      <a:pt x="5482" y="7869"/>
                      <a:pt x="5497" y="7864"/>
                    </a:cubicBezTo>
                    <a:cubicBezTo>
                      <a:pt x="5506" y="7861"/>
                      <a:pt x="5526" y="7850"/>
                      <a:pt x="5516" y="7837"/>
                    </a:cubicBezTo>
                    <a:cubicBezTo>
                      <a:pt x="5516" y="7836"/>
                      <a:pt x="5515" y="7835"/>
                      <a:pt x="5514" y="7835"/>
                    </a:cubicBezTo>
                    <a:cubicBezTo>
                      <a:pt x="5513" y="7834"/>
                      <a:pt x="5511" y="7834"/>
                      <a:pt x="5510" y="7834"/>
                    </a:cubicBezTo>
                    <a:cubicBezTo>
                      <a:pt x="5509" y="7834"/>
                      <a:pt x="5508" y="7834"/>
                      <a:pt x="5507" y="7834"/>
                    </a:cubicBezTo>
                    <a:cubicBezTo>
                      <a:pt x="5496" y="7837"/>
                      <a:pt x="5484" y="7841"/>
                      <a:pt x="5473" y="7844"/>
                    </a:cubicBezTo>
                    <a:cubicBezTo>
                      <a:pt x="5461" y="7847"/>
                      <a:pt x="5456" y="7850"/>
                      <a:pt x="5447" y="7852"/>
                    </a:cubicBezTo>
                    <a:cubicBezTo>
                      <a:pt x="5445" y="7843"/>
                      <a:pt x="5443" y="7834"/>
                      <a:pt x="5441" y="7825"/>
                    </a:cubicBezTo>
                    <a:cubicBezTo>
                      <a:pt x="5453" y="7824"/>
                      <a:pt x="5465" y="7823"/>
                      <a:pt x="5477" y="7820"/>
                    </a:cubicBezTo>
                    <a:cubicBezTo>
                      <a:pt x="5489" y="7817"/>
                      <a:pt x="5503" y="7814"/>
                      <a:pt x="5504" y="7800"/>
                    </a:cubicBezTo>
                    <a:cubicBezTo>
                      <a:pt x="5504" y="7798"/>
                      <a:pt x="5501" y="7792"/>
                      <a:pt x="5498" y="7793"/>
                    </a:cubicBezTo>
                    <a:cubicBezTo>
                      <a:pt x="5491" y="7795"/>
                      <a:pt x="5479" y="7793"/>
                      <a:pt x="5471" y="7795"/>
                    </a:cubicBezTo>
                    <a:cubicBezTo>
                      <a:pt x="5467" y="7796"/>
                      <a:pt x="5463" y="7797"/>
                      <a:pt x="5460" y="7799"/>
                    </a:cubicBezTo>
                    <a:cubicBezTo>
                      <a:pt x="5453" y="7802"/>
                      <a:pt x="5446" y="7803"/>
                      <a:pt x="5438" y="7803"/>
                    </a:cubicBezTo>
                    <a:lnTo>
                      <a:pt x="5437" y="7803"/>
                    </a:lnTo>
                    <a:lnTo>
                      <a:pt x="5435" y="7793"/>
                    </a:lnTo>
                    <a:cubicBezTo>
                      <a:pt x="5448" y="7792"/>
                      <a:pt x="5461" y="7789"/>
                      <a:pt x="5474" y="7786"/>
                    </a:cubicBezTo>
                    <a:cubicBezTo>
                      <a:pt x="5486" y="7784"/>
                      <a:pt x="5504" y="7777"/>
                      <a:pt x="5503" y="7763"/>
                    </a:cubicBezTo>
                    <a:cubicBezTo>
                      <a:pt x="5502" y="7762"/>
                      <a:pt x="5502" y="7761"/>
                      <a:pt x="5502" y="7760"/>
                    </a:cubicBezTo>
                    <a:cubicBezTo>
                      <a:pt x="5501" y="7759"/>
                      <a:pt x="5500" y="7757"/>
                      <a:pt x="5499" y="7757"/>
                    </a:cubicBezTo>
                    <a:cubicBezTo>
                      <a:pt x="5498" y="7756"/>
                      <a:pt x="5497" y="7757"/>
                      <a:pt x="5496" y="7757"/>
                    </a:cubicBezTo>
                    <a:cubicBezTo>
                      <a:pt x="5495" y="7757"/>
                      <a:pt x="5494" y="7757"/>
                      <a:pt x="5493" y="7757"/>
                    </a:cubicBezTo>
                    <a:lnTo>
                      <a:pt x="5493" y="7758"/>
                    </a:lnTo>
                    <a:cubicBezTo>
                      <a:pt x="5486" y="7763"/>
                      <a:pt x="5470" y="7762"/>
                      <a:pt x="5461" y="7764"/>
                    </a:cubicBezTo>
                    <a:cubicBezTo>
                      <a:pt x="5456" y="7765"/>
                      <a:pt x="5451" y="7767"/>
                      <a:pt x="5446" y="7769"/>
                    </a:cubicBezTo>
                    <a:cubicBezTo>
                      <a:pt x="5441" y="7771"/>
                      <a:pt x="5435" y="7773"/>
                      <a:pt x="5429" y="7774"/>
                    </a:cubicBezTo>
                    <a:cubicBezTo>
                      <a:pt x="5426" y="7762"/>
                      <a:pt x="5424" y="7750"/>
                      <a:pt x="5420" y="7738"/>
                    </a:cubicBezTo>
                    <a:cubicBezTo>
                      <a:pt x="5443" y="7740"/>
                      <a:pt x="5471" y="7744"/>
                      <a:pt x="5490" y="7730"/>
                    </a:cubicBezTo>
                    <a:cubicBezTo>
                      <a:pt x="5495" y="7727"/>
                      <a:pt x="5490" y="7721"/>
                      <a:pt x="5486" y="7720"/>
                    </a:cubicBezTo>
                    <a:cubicBezTo>
                      <a:pt x="5475" y="7718"/>
                      <a:pt x="5463" y="7718"/>
                      <a:pt x="5451" y="7718"/>
                    </a:cubicBezTo>
                    <a:cubicBezTo>
                      <a:pt x="5439" y="7718"/>
                      <a:pt x="5428" y="7718"/>
                      <a:pt x="5416" y="7720"/>
                    </a:cubicBezTo>
                    <a:lnTo>
                      <a:pt x="5411" y="7703"/>
                    </a:lnTo>
                    <a:cubicBezTo>
                      <a:pt x="5405" y="7678"/>
                      <a:pt x="5400" y="7653"/>
                      <a:pt x="5395" y="7628"/>
                    </a:cubicBezTo>
                    <a:cubicBezTo>
                      <a:pt x="5395" y="7629"/>
                      <a:pt x="5395" y="7629"/>
                      <a:pt x="5395" y="7629"/>
                    </a:cubicBezTo>
                    <a:cubicBezTo>
                      <a:pt x="5396" y="7629"/>
                      <a:pt x="5398" y="7630"/>
                      <a:pt x="5399" y="7630"/>
                    </a:cubicBezTo>
                    <a:cubicBezTo>
                      <a:pt x="5418" y="7633"/>
                      <a:pt x="5453" y="7636"/>
                      <a:pt x="5461" y="7612"/>
                    </a:cubicBezTo>
                    <a:cubicBezTo>
                      <a:pt x="5463" y="7605"/>
                      <a:pt x="5457" y="7604"/>
                      <a:pt x="5452" y="7605"/>
                    </a:cubicBezTo>
                    <a:cubicBezTo>
                      <a:pt x="5435" y="7607"/>
                      <a:pt x="5418" y="7609"/>
                      <a:pt x="5401" y="7610"/>
                    </a:cubicBezTo>
                    <a:cubicBezTo>
                      <a:pt x="5399" y="7610"/>
                      <a:pt x="5398" y="7610"/>
                      <a:pt x="5396" y="7611"/>
                    </a:cubicBezTo>
                    <a:cubicBezTo>
                      <a:pt x="5394" y="7611"/>
                      <a:pt x="5394" y="7613"/>
                      <a:pt x="5393" y="7615"/>
                    </a:cubicBezTo>
                    <a:cubicBezTo>
                      <a:pt x="5392" y="7616"/>
                      <a:pt x="5392" y="7616"/>
                      <a:pt x="5392" y="7616"/>
                    </a:cubicBezTo>
                    <a:cubicBezTo>
                      <a:pt x="5390" y="7609"/>
                      <a:pt x="5389" y="7602"/>
                      <a:pt x="5387" y="7594"/>
                    </a:cubicBezTo>
                    <a:cubicBezTo>
                      <a:pt x="5388" y="7594"/>
                      <a:pt x="5389" y="7594"/>
                      <a:pt x="5390" y="7594"/>
                    </a:cubicBezTo>
                    <a:cubicBezTo>
                      <a:pt x="5414" y="7594"/>
                      <a:pt x="5437" y="7588"/>
                      <a:pt x="5458" y="7577"/>
                    </a:cubicBezTo>
                    <a:cubicBezTo>
                      <a:pt x="5458" y="7576"/>
                      <a:pt x="5458" y="7576"/>
                      <a:pt x="5459" y="7575"/>
                    </a:cubicBezTo>
                    <a:cubicBezTo>
                      <a:pt x="5459" y="7574"/>
                      <a:pt x="5460" y="7574"/>
                      <a:pt x="5460" y="7573"/>
                    </a:cubicBezTo>
                    <a:cubicBezTo>
                      <a:pt x="5460" y="7572"/>
                      <a:pt x="5460" y="7571"/>
                      <a:pt x="5459" y="7570"/>
                    </a:cubicBezTo>
                    <a:lnTo>
                      <a:pt x="5458" y="7569"/>
                    </a:lnTo>
                    <a:cubicBezTo>
                      <a:pt x="5457" y="7568"/>
                      <a:pt x="5456" y="7568"/>
                      <a:pt x="5455" y="7568"/>
                    </a:cubicBezTo>
                    <a:lnTo>
                      <a:pt x="5454" y="7568"/>
                    </a:lnTo>
                    <a:cubicBezTo>
                      <a:pt x="5430" y="7568"/>
                      <a:pt x="5407" y="7571"/>
                      <a:pt x="5384" y="7577"/>
                    </a:cubicBezTo>
                    <a:cubicBezTo>
                      <a:pt x="5381" y="7565"/>
                      <a:pt x="5378" y="7554"/>
                      <a:pt x="5375" y="7542"/>
                    </a:cubicBezTo>
                    <a:cubicBezTo>
                      <a:pt x="5382" y="7543"/>
                      <a:pt x="5388" y="7543"/>
                      <a:pt x="5395" y="7543"/>
                    </a:cubicBezTo>
                    <a:cubicBezTo>
                      <a:pt x="5401" y="7543"/>
                      <a:pt x="5408" y="7543"/>
                      <a:pt x="5414" y="7542"/>
                    </a:cubicBezTo>
                    <a:cubicBezTo>
                      <a:pt x="5430" y="7540"/>
                      <a:pt x="5445" y="7535"/>
                      <a:pt x="5459" y="7529"/>
                    </a:cubicBezTo>
                    <a:cubicBezTo>
                      <a:pt x="5463" y="7526"/>
                      <a:pt x="5464" y="7517"/>
                      <a:pt x="5457" y="7516"/>
                    </a:cubicBezTo>
                    <a:cubicBezTo>
                      <a:pt x="5452" y="7515"/>
                      <a:pt x="5446" y="7514"/>
                      <a:pt x="5441" y="7514"/>
                    </a:cubicBezTo>
                    <a:cubicBezTo>
                      <a:pt x="5433" y="7514"/>
                      <a:pt x="5425" y="7515"/>
                      <a:pt x="5418" y="7517"/>
                    </a:cubicBezTo>
                    <a:cubicBezTo>
                      <a:pt x="5403" y="7521"/>
                      <a:pt x="5388" y="7523"/>
                      <a:pt x="5372" y="7524"/>
                    </a:cubicBezTo>
                    <a:lnTo>
                      <a:pt x="5370" y="7524"/>
                    </a:lnTo>
                    <a:cubicBezTo>
                      <a:pt x="5368" y="7518"/>
                      <a:pt x="5367" y="7512"/>
                      <a:pt x="5365" y="7507"/>
                    </a:cubicBezTo>
                    <a:lnTo>
                      <a:pt x="5362" y="7496"/>
                    </a:lnTo>
                    <a:cubicBezTo>
                      <a:pt x="5363" y="7497"/>
                      <a:pt x="5364" y="7497"/>
                      <a:pt x="5366" y="7497"/>
                    </a:cubicBezTo>
                    <a:cubicBezTo>
                      <a:pt x="5381" y="7499"/>
                      <a:pt x="5410" y="7505"/>
                      <a:pt x="5420" y="7488"/>
                    </a:cubicBezTo>
                    <a:cubicBezTo>
                      <a:pt x="5421" y="7487"/>
                      <a:pt x="5421" y="7485"/>
                      <a:pt x="5421" y="7484"/>
                    </a:cubicBezTo>
                    <a:cubicBezTo>
                      <a:pt x="5421" y="7482"/>
                      <a:pt x="5421" y="7482"/>
                      <a:pt x="5420" y="7481"/>
                    </a:cubicBezTo>
                    <a:cubicBezTo>
                      <a:pt x="5414" y="7473"/>
                      <a:pt x="5403" y="7474"/>
                      <a:pt x="5394" y="7476"/>
                    </a:cubicBezTo>
                    <a:cubicBezTo>
                      <a:pt x="5385" y="7478"/>
                      <a:pt x="5375" y="7479"/>
                      <a:pt x="5366" y="7479"/>
                    </a:cubicBezTo>
                    <a:cubicBezTo>
                      <a:pt x="5365" y="7479"/>
                      <a:pt x="5364" y="7480"/>
                      <a:pt x="5363" y="7480"/>
                    </a:cubicBezTo>
                    <a:cubicBezTo>
                      <a:pt x="5361" y="7481"/>
                      <a:pt x="5360" y="7482"/>
                      <a:pt x="5360" y="7483"/>
                    </a:cubicBezTo>
                    <a:cubicBezTo>
                      <a:pt x="5359" y="7484"/>
                      <a:pt x="5359" y="7484"/>
                      <a:pt x="5359" y="7485"/>
                    </a:cubicBezTo>
                    <a:cubicBezTo>
                      <a:pt x="5353" y="7467"/>
                      <a:pt x="5347" y="7450"/>
                      <a:pt x="5341" y="7432"/>
                    </a:cubicBezTo>
                    <a:cubicBezTo>
                      <a:pt x="5350" y="7432"/>
                      <a:pt x="5360" y="7431"/>
                      <a:pt x="5369" y="7430"/>
                    </a:cubicBezTo>
                    <a:cubicBezTo>
                      <a:pt x="5386" y="7426"/>
                      <a:pt x="5403" y="7421"/>
                      <a:pt x="5420" y="7415"/>
                    </a:cubicBezTo>
                    <a:cubicBezTo>
                      <a:pt x="5426" y="7414"/>
                      <a:pt x="5424" y="7406"/>
                      <a:pt x="5419" y="7405"/>
                    </a:cubicBezTo>
                    <a:cubicBezTo>
                      <a:pt x="5414" y="7404"/>
                      <a:pt x="5409" y="7404"/>
                      <a:pt x="5404" y="7404"/>
                    </a:cubicBezTo>
                    <a:cubicBezTo>
                      <a:pt x="5396" y="7404"/>
                      <a:pt x="5388" y="7405"/>
                      <a:pt x="5380" y="7407"/>
                    </a:cubicBezTo>
                    <a:cubicBezTo>
                      <a:pt x="5365" y="7410"/>
                      <a:pt x="5350" y="7412"/>
                      <a:pt x="5335" y="7414"/>
                    </a:cubicBezTo>
                    <a:cubicBezTo>
                      <a:pt x="5333" y="7407"/>
                      <a:pt x="5331" y="7400"/>
                      <a:pt x="5328" y="7394"/>
                    </a:cubicBezTo>
                    <a:cubicBezTo>
                      <a:pt x="5330" y="7394"/>
                      <a:pt x="5331" y="7394"/>
                      <a:pt x="5332" y="7394"/>
                    </a:cubicBezTo>
                    <a:cubicBezTo>
                      <a:pt x="5333" y="7394"/>
                      <a:pt x="5334" y="7394"/>
                      <a:pt x="5336" y="7394"/>
                    </a:cubicBezTo>
                    <a:cubicBezTo>
                      <a:pt x="5338" y="7395"/>
                      <a:pt x="5340" y="7395"/>
                      <a:pt x="5342" y="7395"/>
                    </a:cubicBezTo>
                    <a:cubicBezTo>
                      <a:pt x="5347" y="7395"/>
                      <a:pt x="5352" y="7394"/>
                      <a:pt x="5356" y="7391"/>
                    </a:cubicBezTo>
                    <a:cubicBezTo>
                      <a:pt x="5357" y="7391"/>
                      <a:pt x="5357" y="7391"/>
                      <a:pt x="5357" y="7390"/>
                    </a:cubicBezTo>
                    <a:cubicBezTo>
                      <a:pt x="5358" y="7390"/>
                      <a:pt x="5358" y="7389"/>
                      <a:pt x="5359" y="7388"/>
                    </a:cubicBezTo>
                    <a:cubicBezTo>
                      <a:pt x="5359" y="7387"/>
                      <a:pt x="5360" y="7386"/>
                      <a:pt x="5360" y="7385"/>
                    </a:cubicBezTo>
                    <a:cubicBezTo>
                      <a:pt x="5360" y="7384"/>
                      <a:pt x="5359" y="7383"/>
                      <a:pt x="5359" y="7382"/>
                    </a:cubicBezTo>
                    <a:cubicBezTo>
                      <a:pt x="5358" y="7381"/>
                      <a:pt x="5358" y="7380"/>
                      <a:pt x="5357" y="7380"/>
                    </a:cubicBezTo>
                    <a:cubicBezTo>
                      <a:pt x="5356" y="7379"/>
                      <a:pt x="5355" y="7378"/>
                      <a:pt x="5354" y="7378"/>
                    </a:cubicBezTo>
                    <a:cubicBezTo>
                      <a:pt x="5349" y="7375"/>
                      <a:pt x="5343" y="7373"/>
                      <a:pt x="5337" y="7373"/>
                    </a:cubicBezTo>
                    <a:cubicBezTo>
                      <a:pt x="5336" y="7373"/>
                      <a:pt x="5334" y="7373"/>
                      <a:pt x="5333" y="7373"/>
                    </a:cubicBezTo>
                    <a:cubicBezTo>
                      <a:pt x="5329" y="7374"/>
                      <a:pt x="5326" y="7374"/>
                      <a:pt x="5322" y="7376"/>
                    </a:cubicBezTo>
                    <a:cubicBezTo>
                      <a:pt x="5317" y="7358"/>
                      <a:pt x="5313" y="7340"/>
                      <a:pt x="5310" y="7322"/>
                    </a:cubicBezTo>
                    <a:cubicBezTo>
                      <a:pt x="5311" y="7322"/>
                      <a:pt x="5311" y="7322"/>
                      <a:pt x="5312" y="7322"/>
                    </a:cubicBezTo>
                    <a:cubicBezTo>
                      <a:pt x="5322" y="7322"/>
                      <a:pt x="5332" y="7321"/>
                      <a:pt x="5343" y="7320"/>
                    </a:cubicBezTo>
                    <a:cubicBezTo>
                      <a:pt x="5358" y="7318"/>
                      <a:pt x="5373" y="7320"/>
                      <a:pt x="5386" y="7309"/>
                    </a:cubicBezTo>
                    <a:cubicBezTo>
                      <a:pt x="5386" y="7308"/>
                      <a:pt x="5387" y="7308"/>
                      <a:pt x="5387" y="7308"/>
                    </a:cubicBezTo>
                    <a:cubicBezTo>
                      <a:pt x="5387" y="7306"/>
                      <a:pt x="5388" y="7305"/>
                      <a:pt x="5388" y="7304"/>
                    </a:cubicBezTo>
                    <a:cubicBezTo>
                      <a:pt x="5388" y="7302"/>
                      <a:pt x="5387" y="7301"/>
                      <a:pt x="5387" y="7300"/>
                    </a:cubicBezTo>
                    <a:cubicBezTo>
                      <a:pt x="5386" y="7299"/>
                      <a:pt x="5385" y="7297"/>
                      <a:pt x="5384" y="7297"/>
                    </a:cubicBezTo>
                    <a:cubicBezTo>
                      <a:pt x="5383" y="7296"/>
                      <a:pt x="5383" y="7297"/>
                      <a:pt x="5382" y="7296"/>
                    </a:cubicBezTo>
                    <a:cubicBezTo>
                      <a:pt x="5374" y="7295"/>
                      <a:pt x="5366" y="7294"/>
                      <a:pt x="5358" y="7294"/>
                    </a:cubicBezTo>
                    <a:cubicBezTo>
                      <a:pt x="5354" y="7294"/>
                      <a:pt x="5351" y="7294"/>
                      <a:pt x="5347" y="7294"/>
                    </a:cubicBezTo>
                    <a:cubicBezTo>
                      <a:pt x="5334" y="7295"/>
                      <a:pt x="5321" y="7296"/>
                      <a:pt x="5308" y="7298"/>
                    </a:cubicBezTo>
                    <a:cubicBezTo>
                      <a:pt x="5308" y="7291"/>
                      <a:pt x="5306" y="7284"/>
                      <a:pt x="5306" y="7276"/>
                    </a:cubicBezTo>
                    <a:cubicBezTo>
                      <a:pt x="5355" y="7281"/>
                      <a:pt x="5412" y="7278"/>
                      <a:pt x="5447" y="7244"/>
                    </a:cubicBezTo>
                    <a:lnTo>
                      <a:pt x="5457" y="7257"/>
                    </a:lnTo>
                    <a:lnTo>
                      <a:pt x="5456" y="7258"/>
                    </a:lnTo>
                    <a:cubicBezTo>
                      <a:pt x="5456" y="7259"/>
                      <a:pt x="5456" y="7260"/>
                      <a:pt x="5456" y="7260"/>
                    </a:cubicBezTo>
                    <a:cubicBezTo>
                      <a:pt x="5456" y="7261"/>
                      <a:pt x="5456" y="7261"/>
                      <a:pt x="5456" y="7261"/>
                    </a:cubicBezTo>
                    <a:cubicBezTo>
                      <a:pt x="5474" y="7323"/>
                      <a:pt x="5501" y="7381"/>
                      <a:pt x="5518" y="7444"/>
                    </a:cubicBezTo>
                    <a:cubicBezTo>
                      <a:pt x="5533" y="7499"/>
                      <a:pt x="5552" y="7553"/>
                      <a:pt x="5569" y="7607"/>
                    </a:cubicBezTo>
                    <a:cubicBezTo>
                      <a:pt x="5584" y="7651"/>
                      <a:pt x="5599" y="7694"/>
                      <a:pt x="5611" y="7740"/>
                    </a:cubicBezTo>
                    <a:cubicBezTo>
                      <a:pt x="5631" y="7813"/>
                      <a:pt x="5666" y="7881"/>
                      <a:pt x="5680" y="7955"/>
                    </a:cubicBezTo>
                    <a:cubicBezTo>
                      <a:pt x="5680" y="7957"/>
                      <a:pt x="5681" y="7959"/>
                      <a:pt x="5682" y="7961"/>
                    </a:cubicBezTo>
                    <a:cubicBezTo>
                      <a:pt x="5683" y="7963"/>
                      <a:pt x="5685" y="7964"/>
                      <a:pt x="5687" y="7966"/>
                    </a:cubicBezTo>
                    <a:cubicBezTo>
                      <a:pt x="5678" y="7976"/>
                      <a:pt x="5668" y="7984"/>
                      <a:pt x="5657" y="7991"/>
                    </a:cubicBezTo>
                    <a:cubicBezTo>
                      <a:pt x="5630" y="7887"/>
                      <a:pt x="5591" y="7787"/>
                      <a:pt x="5563" y="7682"/>
                    </a:cubicBezTo>
                    <a:cubicBezTo>
                      <a:pt x="5525" y="7543"/>
                      <a:pt x="5480" y="7404"/>
                      <a:pt x="5452" y="7263"/>
                    </a:cubicBezTo>
                    <a:cubicBezTo>
                      <a:pt x="5452" y="7262"/>
                      <a:pt x="5452" y="7262"/>
                      <a:pt x="5452" y="7262"/>
                    </a:cubicBezTo>
                    <a:lnTo>
                      <a:pt x="5452" y="7261"/>
                    </a:lnTo>
                    <a:cubicBezTo>
                      <a:pt x="5450" y="7257"/>
                      <a:pt x="5442" y="7254"/>
                      <a:pt x="5440" y="7261"/>
                    </a:cubicBezTo>
                    <a:cubicBezTo>
                      <a:pt x="5427" y="7313"/>
                      <a:pt x="5449" y="7365"/>
                      <a:pt x="5461" y="7417"/>
                    </a:cubicBezTo>
                    <a:moveTo>
                      <a:pt x="5510" y="8029"/>
                    </a:moveTo>
                    <a:lnTo>
                      <a:pt x="5494" y="8029"/>
                    </a:lnTo>
                    <a:cubicBezTo>
                      <a:pt x="5492" y="8029"/>
                      <a:pt x="5490" y="8029"/>
                      <a:pt x="5489" y="8030"/>
                    </a:cubicBezTo>
                    <a:cubicBezTo>
                      <a:pt x="5487" y="8031"/>
                      <a:pt x="5486" y="8032"/>
                      <a:pt x="5485" y="8034"/>
                    </a:cubicBezTo>
                    <a:cubicBezTo>
                      <a:pt x="5484" y="8035"/>
                      <a:pt x="5484" y="8036"/>
                      <a:pt x="5484" y="8038"/>
                    </a:cubicBezTo>
                    <a:lnTo>
                      <a:pt x="5479" y="8038"/>
                    </a:lnTo>
                    <a:lnTo>
                      <a:pt x="5479" y="8031"/>
                    </a:lnTo>
                    <a:cubicBezTo>
                      <a:pt x="5479" y="8029"/>
                      <a:pt x="5478" y="8028"/>
                      <a:pt x="5477" y="8026"/>
                    </a:cubicBezTo>
                    <a:lnTo>
                      <a:pt x="5477" y="8025"/>
                    </a:lnTo>
                    <a:lnTo>
                      <a:pt x="5510" y="8029"/>
                    </a:lnTo>
                    <a:moveTo>
                      <a:pt x="4751" y="7105"/>
                    </a:moveTo>
                    <a:cubicBezTo>
                      <a:pt x="4735" y="7032"/>
                      <a:pt x="4737" y="6961"/>
                      <a:pt x="4697" y="6895"/>
                    </a:cubicBezTo>
                    <a:cubicBezTo>
                      <a:pt x="4686" y="6876"/>
                      <a:pt x="4670" y="6860"/>
                      <a:pt x="4651" y="6848"/>
                    </a:cubicBezTo>
                    <a:cubicBezTo>
                      <a:pt x="4653" y="6849"/>
                      <a:pt x="4656" y="6849"/>
                      <a:pt x="4659" y="6849"/>
                    </a:cubicBezTo>
                    <a:cubicBezTo>
                      <a:pt x="4661" y="6849"/>
                      <a:pt x="4664" y="6849"/>
                      <a:pt x="4667" y="6848"/>
                    </a:cubicBezTo>
                    <a:cubicBezTo>
                      <a:pt x="4688" y="6842"/>
                      <a:pt x="4754" y="6827"/>
                      <a:pt x="4770" y="6843"/>
                    </a:cubicBezTo>
                    <a:cubicBezTo>
                      <a:pt x="4799" y="6872"/>
                      <a:pt x="4826" y="6904"/>
                      <a:pt x="4848" y="6939"/>
                    </a:cubicBezTo>
                    <a:cubicBezTo>
                      <a:pt x="4868" y="6970"/>
                      <a:pt x="4869" y="7010"/>
                      <a:pt x="4886" y="7041"/>
                    </a:cubicBezTo>
                    <a:cubicBezTo>
                      <a:pt x="4904" y="7076"/>
                      <a:pt x="4900" y="7117"/>
                      <a:pt x="4905" y="7156"/>
                    </a:cubicBezTo>
                    <a:cubicBezTo>
                      <a:pt x="4909" y="7194"/>
                      <a:pt x="4920" y="7232"/>
                      <a:pt x="4871" y="7246"/>
                    </a:cubicBezTo>
                    <a:cubicBezTo>
                      <a:pt x="4837" y="7256"/>
                      <a:pt x="4803" y="7264"/>
                      <a:pt x="4770" y="7275"/>
                    </a:cubicBezTo>
                    <a:cubicBezTo>
                      <a:pt x="4754" y="7281"/>
                      <a:pt x="4739" y="7288"/>
                      <a:pt x="4725" y="7295"/>
                    </a:cubicBezTo>
                    <a:cubicBezTo>
                      <a:pt x="4744" y="7252"/>
                      <a:pt x="4755" y="7206"/>
                      <a:pt x="4755" y="7158"/>
                    </a:cubicBezTo>
                    <a:cubicBezTo>
                      <a:pt x="4755" y="7141"/>
                      <a:pt x="4753" y="7123"/>
                      <a:pt x="4750" y="7105"/>
                    </a:cubicBezTo>
                    <a:lnTo>
                      <a:pt x="4751" y="7105"/>
                    </a:lnTo>
                    <a:moveTo>
                      <a:pt x="4637" y="6728"/>
                    </a:moveTo>
                    <a:cubicBezTo>
                      <a:pt x="4630" y="6763"/>
                      <a:pt x="4625" y="6798"/>
                      <a:pt x="4623" y="6833"/>
                    </a:cubicBezTo>
                    <a:lnTo>
                      <a:pt x="4611" y="6836"/>
                    </a:lnTo>
                    <a:cubicBezTo>
                      <a:pt x="4609" y="6836"/>
                      <a:pt x="4608" y="6836"/>
                      <a:pt x="4607" y="6836"/>
                    </a:cubicBezTo>
                    <a:cubicBezTo>
                      <a:pt x="4595" y="6836"/>
                      <a:pt x="4584" y="6838"/>
                      <a:pt x="4573" y="6843"/>
                    </a:cubicBezTo>
                    <a:cubicBezTo>
                      <a:pt x="4573" y="6840"/>
                      <a:pt x="4573" y="6837"/>
                      <a:pt x="4567" y="6835"/>
                    </a:cubicBezTo>
                    <a:cubicBezTo>
                      <a:pt x="4575" y="6834"/>
                      <a:pt x="4573" y="6840"/>
                      <a:pt x="4574" y="6824"/>
                    </a:cubicBezTo>
                    <a:cubicBezTo>
                      <a:pt x="4573" y="6819"/>
                      <a:pt x="4573" y="6814"/>
                      <a:pt x="4573" y="6809"/>
                    </a:cubicBezTo>
                    <a:cubicBezTo>
                      <a:pt x="4573" y="6793"/>
                      <a:pt x="4574" y="6777"/>
                      <a:pt x="4576" y="6761"/>
                    </a:cubicBezTo>
                    <a:cubicBezTo>
                      <a:pt x="4577" y="6748"/>
                      <a:pt x="4582" y="6736"/>
                      <a:pt x="4582" y="6722"/>
                    </a:cubicBezTo>
                    <a:cubicBezTo>
                      <a:pt x="4582" y="6721"/>
                      <a:pt x="4582" y="6719"/>
                      <a:pt x="4581" y="6718"/>
                    </a:cubicBezTo>
                    <a:cubicBezTo>
                      <a:pt x="4580" y="6717"/>
                      <a:pt x="4579" y="6715"/>
                      <a:pt x="4578" y="6715"/>
                    </a:cubicBezTo>
                    <a:cubicBezTo>
                      <a:pt x="4577" y="6714"/>
                      <a:pt x="4575" y="6714"/>
                      <a:pt x="4574" y="6714"/>
                    </a:cubicBezTo>
                    <a:cubicBezTo>
                      <a:pt x="4572" y="6714"/>
                      <a:pt x="4570" y="6714"/>
                      <a:pt x="4569" y="6715"/>
                    </a:cubicBezTo>
                    <a:cubicBezTo>
                      <a:pt x="4567" y="6715"/>
                      <a:pt x="4567" y="6717"/>
                      <a:pt x="4566" y="6718"/>
                    </a:cubicBezTo>
                    <a:cubicBezTo>
                      <a:pt x="4566" y="6718"/>
                      <a:pt x="4565" y="6719"/>
                      <a:pt x="4565" y="6720"/>
                    </a:cubicBezTo>
                    <a:cubicBezTo>
                      <a:pt x="4561" y="6735"/>
                      <a:pt x="4557" y="6750"/>
                      <a:pt x="4555" y="6765"/>
                    </a:cubicBezTo>
                    <a:cubicBezTo>
                      <a:pt x="4555" y="6734"/>
                      <a:pt x="4553" y="6702"/>
                      <a:pt x="4552" y="6671"/>
                    </a:cubicBezTo>
                    <a:cubicBezTo>
                      <a:pt x="4553" y="6671"/>
                      <a:pt x="4553" y="6671"/>
                      <a:pt x="4554" y="6671"/>
                    </a:cubicBezTo>
                    <a:cubicBezTo>
                      <a:pt x="4560" y="6671"/>
                      <a:pt x="4565" y="6670"/>
                      <a:pt x="4570" y="6667"/>
                    </a:cubicBezTo>
                    <a:lnTo>
                      <a:pt x="4571" y="6666"/>
                    </a:lnTo>
                    <a:cubicBezTo>
                      <a:pt x="4596" y="6680"/>
                      <a:pt x="4624" y="6688"/>
                      <a:pt x="4653" y="6689"/>
                    </a:cubicBezTo>
                    <a:cubicBezTo>
                      <a:pt x="4689" y="6689"/>
                      <a:pt x="4725" y="6713"/>
                      <a:pt x="4762" y="6713"/>
                    </a:cubicBezTo>
                    <a:cubicBezTo>
                      <a:pt x="4773" y="6717"/>
                      <a:pt x="4783" y="6720"/>
                      <a:pt x="4794" y="6725"/>
                    </a:cubicBezTo>
                    <a:cubicBezTo>
                      <a:pt x="4815" y="6729"/>
                      <a:pt x="4835" y="6734"/>
                      <a:pt x="4855" y="6741"/>
                    </a:cubicBezTo>
                    <a:cubicBezTo>
                      <a:pt x="4891" y="6750"/>
                      <a:pt x="4926" y="6761"/>
                      <a:pt x="4960" y="6774"/>
                    </a:cubicBezTo>
                    <a:lnTo>
                      <a:pt x="4959" y="6774"/>
                    </a:lnTo>
                    <a:cubicBezTo>
                      <a:pt x="4941" y="6774"/>
                      <a:pt x="4924" y="6779"/>
                      <a:pt x="4909" y="6787"/>
                    </a:cubicBezTo>
                    <a:cubicBezTo>
                      <a:pt x="4909" y="6788"/>
                      <a:pt x="4909" y="6788"/>
                      <a:pt x="4909" y="6788"/>
                    </a:cubicBezTo>
                    <a:cubicBezTo>
                      <a:pt x="4903" y="6786"/>
                      <a:pt x="4897" y="6784"/>
                      <a:pt x="4891" y="6782"/>
                    </a:cubicBezTo>
                    <a:cubicBezTo>
                      <a:pt x="4883" y="6780"/>
                      <a:pt x="4874" y="6779"/>
                      <a:pt x="4865" y="6779"/>
                    </a:cubicBezTo>
                    <a:cubicBezTo>
                      <a:pt x="4854" y="6779"/>
                      <a:pt x="4843" y="6781"/>
                      <a:pt x="4832" y="6784"/>
                    </a:cubicBezTo>
                    <a:cubicBezTo>
                      <a:pt x="4832" y="6782"/>
                      <a:pt x="4832" y="6781"/>
                      <a:pt x="4832" y="6779"/>
                    </a:cubicBezTo>
                    <a:cubicBezTo>
                      <a:pt x="4834" y="6778"/>
                      <a:pt x="4836" y="6777"/>
                      <a:pt x="4837" y="6775"/>
                    </a:cubicBezTo>
                    <a:cubicBezTo>
                      <a:pt x="4837" y="6774"/>
                      <a:pt x="4837" y="6774"/>
                      <a:pt x="4837" y="6774"/>
                    </a:cubicBezTo>
                    <a:lnTo>
                      <a:pt x="4857" y="6776"/>
                    </a:lnTo>
                    <a:cubicBezTo>
                      <a:pt x="4861" y="6776"/>
                      <a:pt x="4862" y="6771"/>
                      <a:pt x="4858" y="6770"/>
                    </a:cubicBezTo>
                    <a:cubicBezTo>
                      <a:pt x="4852" y="6767"/>
                      <a:pt x="4845" y="6766"/>
                      <a:pt x="4839" y="6765"/>
                    </a:cubicBezTo>
                    <a:cubicBezTo>
                      <a:pt x="4838" y="6763"/>
                      <a:pt x="4838" y="6760"/>
                      <a:pt x="4837" y="6758"/>
                    </a:cubicBezTo>
                    <a:cubicBezTo>
                      <a:pt x="4835" y="6756"/>
                      <a:pt x="4833" y="6754"/>
                      <a:pt x="4831" y="6753"/>
                    </a:cubicBezTo>
                    <a:cubicBezTo>
                      <a:pt x="4828" y="6752"/>
                      <a:pt x="4827" y="6751"/>
                      <a:pt x="4824" y="6751"/>
                    </a:cubicBezTo>
                    <a:cubicBezTo>
                      <a:pt x="4823" y="6751"/>
                      <a:pt x="4821" y="6750"/>
                      <a:pt x="4820" y="6750"/>
                    </a:cubicBezTo>
                    <a:cubicBezTo>
                      <a:pt x="4817" y="6750"/>
                      <a:pt x="4814" y="6750"/>
                      <a:pt x="4812" y="6752"/>
                    </a:cubicBezTo>
                    <a:cubicBezTo>
                      <a:pt x="4809" y="6753"/>
                      <a:pt x="4808" y="6756"/>
                      <a:pt x="4807" y="6758"/>
                    </a:cubicBezTo>
                    <a:cubicBezTo>
                      <a:pt x="4806" y="6760"/>
                      <a:pt x="4805" y="6763"/>
                      <a:pt x="4805" y="6766"/>
                    </a:cubicBezTo>
                    <a:cubicBezTo>
                      <a:pt x="4805" y="6768"/>
                      <a:pt x="4806" y="6771"/>
                      <a:pt x="4807" y="6773"/>
                    </a:cubicBezTo>
                    <a:cubicBezTo>
                      <a:pt x="4808" y="6775"/>
                      <a:pt x="4809" y="6778"/>
                      <a:pt x="4812" y="6779"/>
                    </a:cubicBezTo>
                    <a:cubicBezTo>
                      <a:pt x="4814" y="6780"/>
                      <a:pt x="4815" y="6780"/>
                      <a:pt x="4816" y="6780"/>
                    </a:cubicBezTo>
                    <a:cubicBezTo>
                      <a:pt x="4816" y="6784"/>
                      <a:pt x="4816" y="6788"/>
                      <a:pt x="4816" y="6792"/>
                    </a:cubicBezTo>
                    <a:cubicBezTo>
                      <a:pt x="4815" y="6792"/>
                      <a:pt x="4815" y="6793"/>
                      <a:pt x="4814" y="6793"/>
                    </a:cubicBezTo>
                    <a:cubicBezTo>
                      <a:pt x="4806" y="6798"/>
                      <a:pt x="4799" y="6804"/>
                      <a:pt x="4794" y="6812"/>
                    </a:cubicBezTo>
                    <a:cubicBezTo>
                      <a:pt x="4794" y="6806"/>
                      <a:pt x="4794" y="6800"/>
                      <a:pt x="4794" y="6795"/>
                    </a:cubicBezTo>
                    <a:cubicBezTo>
                      <a:pt x="4794" y="6783"/>
                      <a:pt x="4792" y="6771"/>
                      <a:pt x="4789" y="6760"/>
                    </a:cubicBezTo>
                    <a:cubicBezTo>
                      <a:pt x="4787" y="6755"/>
                      <a:pt x="4780" y="6756"/>
                      <a:pt x="4779" y="6760"/>
                    </a:cubicBezTo>
                    <a:cubicBezTo>
                      <a:pt x="4775" y="6773"/>
                      <a:pt x="4773" y="6786"/>
                      <a:pt x="4773" y="6800"/>
                    </a:cubicBezTo>
                    <a:cubicBezTo>
                      <a:pt x="4773" y="6806"/>
                      <a:pt x="4774" y="6813"/>
                      <a:pt x="4775" y="6819"/>
                    </a:cubicBezTo>
                    <a:cubicBezTo>
                      <a:pt x="4768" y="6816"/>
                      <a:pt x="4762" y="6815"/>
                      <a:pt x="4755" y="6814"/>
                    </a:cubicBezTo>
                    <a:cubicBezTo>
                      <a:pt x="4754" y="6810"/>
                      <a:pt x="4752" y="6805"/>
                      <a:pt x="4751" y="6800"/>
                    </a:cubicBezTo>
                    <a:cubicBezTo>
                      <a:pt x="4747" y="6788"/>
                      <a:pt x="4748" y="6775"/>
                      <a:pt x="4745" y="6763"/>
                    </a:cubicBezTo>
                    <a:cubicBezTo>
                      <a:pt x="4743" y="6758"/>
                      <a:pt x="4736" y="6760"/>
                      <a:pt x="4735" y="6763"/>
                    </a:cubicBezTo>
                    <a:cubicBezTo>
                      <a:pt x="4732" y="6772"/>
                      <a:pt x="4731" y="6780"/>
                      <a:pt x="4731" y="6789"/>
                    </a:cubicBezTo>
                    <a:cubicBezTo>
                      <a:pt x="4731" y="6798"/>
                      <a:pt x="4732" y="6806"/>
                      <a:pt x="4735" y="6815"/>
                    </a:cubicBezTo>
                    <a:cubicBezTo>
                      <a:pt x="4729" y="6815"/>
                      <a:pt x="4724" y="6817"/>
                      <a:pt x="4719" y="6818"/>
                    </a:cubicBezTo>
                    <a:cubicBezTo>
                      <a:pt x="4719" y="6812"/>
                      <a:pt x="4719" y="6807"/>
                      <a:pt x="4719" y="6802"/>
                    </a:cubicBezTo>
                    <a:cubicBezTo>
                      <a:pt x="4719" y="6786"/>
                      <a:pt x="4717" y="6770"/>
                      <a:pt x="4716" y="6754"/>
                    </a:cubicBezTo>
                    <a:cubicBezTo>
                      <a:pt x="4716" y="6748"/>
                      <a:pt x="4706" y="6747"/>
                      <a:pt x="4705" y="6754"/>
                    </a:cubicBezTo>
                    <a:cubicBezTo>
                      <a:pt x="4704" y="6768"/>
                      <a:pt x="4702" y="6782"/>
                      <a:pt x="4702" y="6797"/>
                    </a:cubicBezTo>
                    <a:cubicBezTo>
                      <a:pt x="4701" y="6801"/>
                      <a:pt x="4701" y="6805"/>
                      <a:pt x="4701" y="6809"/>
                    </a:cubicBezTo>
                    <a:cubicBezTo>
                      <a:pt x="4701" y="6814"/>
                      <a:pt x="4701" y="6818"/>
                      <a:pt x="4702" y="6822"/>
                    </a:cubicBezTo>
                    <a:lnTo>
                      <a:pt x="4682" y="6826"/>
                    </a:lnTo>
                    <a:cubicBezTo>
                      <a:pt x="4682" y="6824"/>
                      <a:pt x="4681" y="6821"/>
                      <a:pt x="4680" y="6819"/>
                    </a:cubicBezTo>
                    <a:cubicBezTo>
                      <a:pt x="4679" y="6813"/>
                      <a:pt x="4679" y="6806"/>
                      <a:pt x="4679" y="6800"/>
                    </a:cubicBezTo>
                    <a:cubicBezTo>
                      <a:pt x="4679" y="6790"/>
                      <a:pt x="4680" y="6779"/>
                      <a:pt x="4683" y="6769"/>
                    </a:cubicBezTo>
                    <a:cubicBezTo>
                      <a:pt x="4684" y="6764"/>
                      <a:pt x="4676" y="6760"/>
                      <a:pt x="4673" y="6765"/>
                    </a:cubicBezTo>
                    <a:cubicBezTo>
                      <a:pt x="4672" y="6766"/>
                      <a:pt x="4672" y="6768"/>
                      <a:pt x="4671" y="6769"/>
                    </a:cubicBezTo>
                    <a:cubicBezTo>
                      <a:pt x="4664" y="6781"/>
                      <a:pt x="4660" y="6794"/>
                      <a:pt x="4659" y="6808"/>
                    </a:cubicBezTo>
                    <a:cubicBezTo>
                      <a:pt x="4659" y="6810"/>
                      <a:pt x="4659" y="6812"/>
                      <a:pt x="4659" y="6813"/>
                    </a:cubicBezTo>
                    <a:cubicBezTo>
                      <a:pt x="4659" y="6819"/>
                      <a:pt x="4660" y="6824"/>
                      <a:pt x="4661" y="6829"/>
                    </a:cubicBezTo>
                    <a:lnTo>
                      <a:pt x="4643" y="6832"/>
                    </a:lnTo>
                    <a:cubicBezTo>
                      <a:pt x="4644" y="6798"/>
                      <a:pt x="4647" y="6765"/>
                      <a:pt x="4648" y="6731"/>
                    </a:cubicBezTo>
                    <a:cubicBezTo>
                      <a:pt x="4646" y="6725"/>
                      <a:pt x="4638" y="6723"/>
                      <a:pt x="4637" y="6729"/>
                    </a:cubicBezTo>
                    <a:lnTo>
                      <a:pt x="4637" y="6728"/>
                    </a:lnTo>
                    <a:moveTo>
                      <a:pt x="4680" y="6476"/>
                    </a:moveTo>
                    <a:cubicBezTo>
                      <a:pt x="4691" y="6444"/>
                      <a:pt x="4696" y="6396"/>
                      <a:pt x="4717" y="6366"/>
                    </a:cubicBezTo>
                    <a:cubicBezTo>
                      <a:pt x="4742" y="6390"/>
                      <a:pt x="4767" y="6414"/>
                      <a:pt x="4794" y="6435"/>
                    </a:cubicBezTo>
                    <a:cubicBezTo>
                      <a:pt x="4837" y="6468"/>
                      <a:pt x="4873" y="6511"/>
                      <a:pt x="4915" y="6544"/>
                    </a:cubicBezTo>
                    <a:cubicBezTo>
                      <a:pt x="4948" y="6569"/>
                      <a:pt x="4980" y="6614"/>
                      <a:pt x="5019" y="6627"/>
                    </a:cubicBezTo>
                    <a:lnTo>
                      <a:pt x="5020" y="6627"/>
                    </a:lnTo>
                    <a:cubicBezTo>
                      <a:pt x="5003" y="6661"/>
                      <a:pt x="4993" y="6698"/>
                      <a:pt x="4991" y="6737"/>
                    </a:cubicBezTo>
                    <a:cubicBezTo>
                      <a:pt x="4961" y="6728"/>
                      <a:pt x="4933" y="6708"/>
                      <a:pt x="4904" y="6700"/>
                    </a:cubicBezTo>
                    <a:cubicBezTo>
                      <a:pt x="4874" y="6691"/>
                      <a:pt x="4845" y="6680"/>
                      <a:pt x="4814" y="6671"/>
                    </a:cubicBezTo>
                    <a:cubicBezTo>
                      <a:pt x="4760" y="6656"/>
                      <a:pt x="4712" y="6622"/>
                      <a:pt x="4661" y="6598"/>
                    </a:cubicBezTo>
                    <a:cubicBezTo>
                      <a:pt x="4661" y="6597"/>
                      <a:pt x="4661" y="6597"/>
                      <a:pt x="4661" y="6596"/>
                    </a:cubicBezTo>
                    <a:cubicBezTo>
                      <a:pt x="4661" y="6595"/>
                      <a:pt x="4661" y="6594"/>
                      <a:pt x="4661" y="6593"/>
                    </a:cubicBezTo>
                    <a:cubicBezTo>
                      <a:pt x="4661" y="6553"/>
                      <a:pt x="4668" y="6514"/>
                      <a:pt x="4680" y="6476"/>
                    </a:cubicBezTo>
                    <a:moveTo>
                      <a:pt x="5111" y="7787"/>
                    </a:moveTo>
                    <a:cubicBezTo>
                      <a:pt x="5098" y="7790"/>
                      <a:pt x="5084" y="7793"/>
                      <a:pt x="5070" y="7796"/>
                    </a:cubicBezTo>
                    <a:cubicBezTo>
                      <a:pt x="5053" y="7799"/>
                      <a:pt x="5038" y="7806"/>
                      <a:pt x="5021" y="7810"/>
                    </a:cubicBezTo>
                    <a:cubicBezTo>
                      <a:pt x="5036" y="7774"/>
                      <a:pt x="5049" y="7737"/>
                      <a:pt x="5065" y="7702"/>
                    </a:cubicBezTo>
                    <a:cubicBezTo>
                      <a:pt x="5087" y="7658"/>
                      <a:pt x="5103" y="7607"/>
                      <a:pt x="5121" y="7561"/>
                    </a:cubicBezTo>
                    <a:cubicBezTo>
                      <a:pt x="5142" y="7507"/>
                      <a:pt x="5168" y="7454"/>
                      <a:pt x="5186" y="7399"/>
                    </a:cubicBezTo>
                    <a:cubicBezTo>
                      <a:pt x="5201" y="7356"/>
                      <a:pt x="5229" y="7315"/>
                      <a:pt x="5239" y="7270"/>
                    </a:cubicBezTo>
                    <a:cubicBezTo>
                      <a:pt x="5240" y="7269"/>
                      <a:pt x="5240" y="7269"/>
                      <a:pt x="5240" y="7268"/>
                    </a:cubicBezTo>
                    <a:cubicBezTo>
                      <a:pt x="5240" y="7267"/>
                      <a:pt x="5240" y="7266"/>
                      <a:pt x="5239" y="7266"/>
                    </a:cubicBezTo>
                    <a:lnTo>
                      <a:pt x="5256" y="7269"/>
                    </a:lnTo>
                    <a:cubicBezTo>
                      <a:pt x="5237" y="7298"/>
                      <a:pt x="5234" y="7341"/>
                      <a:pt x="5224" y="7374"/>
                    </a:cubicBezTo>
                    <a:cubicBezTo>
                      <a:pt x="5211" y="7423"/>
                      <a:pt x="5205" y="7472"/>
                      <a:pt x="5192" y="7521"/>
                    </a:cubicBezTo>
                    <a:cubicBezTo>
                      <a:pt x="5179" y="7569"/>
                      <a:pt x="5162" y="7619"/>
                      <a:pt x="5147" y="7669"/>
                    </a:cubicBezTo>
                    <a:cubicBezTo>
                      <a:pt x="5138" y="7706"/>
                      <a:pt x="5126" y="7742"/>
                      <a:pt x="5112" y="7778"/>
                    </a:cubicBezTo>
                    <a:cubicBezTo>
                      <a:pt x="5111" y="7779"/>
                      <a:pt x="5110" y="7781"/>
                      <a:pt x="5110" y="7783"/>
                    </a:cubicBezTo>
                    <a:cubicBezTo>
                      <a:pt x="5110" y="7785"/>
                      <a:pt x="5111" y="7786"/>
                      <a:pt x="5111" y="7787"/>
                    </a:cubicBezTo>
                    <a:moveTo>
                      <a:pt x="5203" y="7228"/>
                    </a:moveTo>
                    <a:cubicBezTo>
                      <a:pt x="5203" y="7228"/>
                      <a:pt x="5203" y="7227"/>
                      <a:pt x="5203" y="7226"/>
                    </a:cubicBezTo>
                    <a:cubicBezTo>
                      <a:pt x="5203" y="7226"/>
                      <a:pt x="5203" y="7225"/>
                      <a:pt x="5203" y="7224"/>
                    </a:cubicBezTo>
                    <a:lnTo>
                      <a:pt x="5203" y="7223"/>
                    </a:lnTo>
                    <a:cubicBezTo>
                      <a:pt x="5218" y="7221"/>
                      <a:pt x="5233" y="7218"/>
                      <a:pt x="5251" y="7217"/>
                    </a:cubicBezTo>
                    <a:cubicBezTo>
                      <a:pt x="5285" y="7215"/>
                      <a:pt x="5325" y="7180"/>
                      <a:pt x="5344" y="7156"/>
                    </a:cubicBezTo>
                    <a:cubicBezTo>
                      <a:pt x="5373" y="7119"/>
                      <a:pt x="5373" y="7071"/>
                      <a:pt x="5365" y="7028"/>
                    </a:cubicBezTo>
                    <a:cubicBezTo>
                      <a:pt x="5356" y="6977"/>
                      <a:pt x="5359" y="6925"/>
                      <a:pt x="5348" y="6874"/>
                    </a:cubicBezTo>
                    <a:cubicBezTo>
                      <a:pt x="5340" y="6833"/>
                      <a:pt x="5312" y="6776"/>
                      <a:pt x="5275" y="6754"/>
                    </a:cubicBezTo>
                    <a:cubicBezTo>
                      <a:pt x="5238" y="6732"/>
                      <a:pt x="5196" y="6684"/>
                      <a:pt x="5149" y="6692"/>
                    </a:cubicBezTo>
                    <a:cubicBezTo>
                      <a:pt x="5126" y="6694"/>
                      <a:pt x="5105" y="6701"/>
                      <a:pt x="5085" y="6712"/>
                    </a:cubicBezTo>
                    <a:cubicBezTo>
                      <a:pt x="5075" y="6718"/>
                      <a:pt x="5065" y="6725"/>
                      <a:pt x="5057" y="6733"/>
                    </a:cubicBezTo>
                    <a:lnTo>
                      <a:pt x="5051" y="6733"/>
                    </a:lnTo>
                    <a:cubicBezTo>
                      <a:pt x="5045" y="6735"/>
                      <a:pt x="5040" y="6738"/>
                      <a:pt x="5034" y="6741"/>
                    </a:cubicBezTo>
                    <a:cubicBezTo>
                      <a:pt x="5028" y="6744"/>
                      <a:pt x="5023" y="6748"/>
                      <a:pt x="5018" y="6753"/>
                    </a:cubicBezTo>
                    <a:cubicBezTo>
                      <a:pt x="5018" y="6751"/>
                      <a:pt x="5018" y="6750"/>
                      <a:pt x="5018" y="6748"/>
                    </a:cubicBezTo>
                    <a:cubicBezTo>
                      <a:pt x="5018" y="6707"/>
                      <a:pt x="5029" y="6666"/>
                      <a:pt x="5049" y="6631"/>
                    </a:cubicBezTo>
                    <a:cubicBezTo>
                      <a:pt x="5057" y="6617"/>
                      <a:pt x="5067" y="6604"/>
                      <a:pt x="5077" y="6592"/>
                    </a:cubicBezTo>
                    <a:cubicBezTo>
                      <a:pt x="5125" y="6543"/>
                      <a:pt x="5233" y="6550"/>
                      <a:pt x="5289" y="6582"/>
                    </a:cubicBezTo>
                    <a:cubicBezTo>
                      <a:pt x="5290" y="6583"/>
                      <a:pt x="5291" y="6583"/>
                      <a:pt x="5291" y="6584"/>
                    </a:cubicBezTo>
                    <a:cubicBezTo>
                      <a:pt x="5343" y="6614"/>
                      <a:pt x="5387" y="6656"/>
                      <a:pt x="5418" y="6707"/>
                    </a:cubicBezTo>
                    <a:cubicBezTo>
                      <a:pt x="5447" y="6755"/>
                      <a:pt x="5465" y="6810"/>
                      <a:pt x="5491" y="6861"/>
                    </a:cubicBezTo>
                    <a:cubicBezTo>
                      <a:pt x="5516" y="6911"/>
                      <a:pt x="5512" y="6979"/>
                      <a:pt x="5512" y="7034"/>
                    </a:cubicBezTo>
                    <a:cubicBezTo>
                      <a:pt x="5509" y="7083"/>
                      <a:pt x="5495" y="7132"/>
                      <a:pt x="5471" y="7174"/>
                    </a:cubicBezTo>
                    <a:cubicBezTo>
                      <a:pt x="5461" y="7191"/>
                      <a:pt x="5450" y="7207"/>
                      <a:pt x="5437" y="7221"/>
                    </a:cubicBezTo>
                    <a:cubicBezTo>
                      <a:pt x="5401" y="7267"/>
                      <a:pt x="5315" y="7253"/>
                      <a:pt x="5266" y="7247"/>
                    </a:cubicBezTo>
                    <a:cubicBezTo>
                      <a:pt x="5244" y="7245"/>
                      <a:pt x="5222" y="7239"/>
                      <a:pt x="5202" y="7228"/>
                    </a:cubicBezTo>
                    <a:lnTo>
                      <a:pt x="5203" y="7228"/>
                    </a:lnTo>
                    <a:moveTo>
                      <a:pt x="5097" y="7282"/>
                    </a:moveTo>
                    <a:cubicBezTo>
                      <a:pt x="5070" y="7325"/>
                      <a:pt x="5041" y="7368"/>
                      <a:pt x="5018" y="7413"/>
                    </a:cubicBezTo>
                    <a:cubicBezTo>
                      <a:pt x="4995" y="7458"/>
                      <a:pt x="4969" y="7504"/>
                      <a:pt x="4949" y="7552"/>
                    </a:cubicBezTo>
                    <a:cubicBezTo>
                      <a:pt x="4922" y="7528"/>
                      <a:pt x="4900" y="7500"/>
                      <a:pt x="4882" y="7469"/>
                    </a:cubicBezTo>
                    <a:cubicBezTo>
                      <a:pt x="4878" y="7462"/>
                      <a:pt x="4874" y="7454"/>
                      <a:pt x="4870" y="7447"/>
                    </a:cubicBezTo>
                    <a:cubicBezTo>
                      <a:pt x="4852" y="7413"/>
                      <a:pt x="4820" y="7380"/>
                      <a:pt x="4819" y="7340"/>
                    </a:cubicBezTo>
                    <a:cubicBezTo>
                      <a:pt x="4818" y="7323"/>
                      <a:pt x="4816" y="7306"/>
                      <a:pt x="4812" y="7289"/>
                    </a:cubicBezTo>
                    <a:cubicBezTo>
                      <a:pt x="4845" y="7283"/>
                      <a:pt x="4876" y="7272"/>
                      <a:pt x="4906" y="7258"/>
                    </a:cubicBezTo>
                    <a:cubicBezTo>
                      <a:pt x="4914" y="7251"/>
                      <a:pt x="4922" y="7244"/>
                      <a:pt x="4927" y="7234"/>
                    </a:cubicBezTo>
                    <a:cubicBezTo>
                      <a:pt x="4931" y="7227"/>
                      <a:pt x="4934" y="7219"/>
                      <a:pt x="4936" y="7210"/>
                    </a:cubicBezTo>
                    <a:cubicBezTo>
                      <a:pt x="4960" y="7206"/>
                      <a:pt x="4995" y="7214"/>
                      <a:pt x="5014" y="7199"/>
                    </a:cubicBezTo>
                    <a:cubicBezTo>
                      <a:pt x="5025" y="7191"/>
                      <a:pt x="5035" y="7182"/>
                      <a:pt x="5044" y="7171"/>
                    </a:cubicBezTo>
                    <a:cubicBezTo>
                      <a:pt x="5045" y="7171"/>
                      <a:pt x="5045" y="7171"/>
                      <a:pt x="5046" y="7171"/>
                    </a:cubicBezTo>
                    <a:cubicBezTo>
                      <a:pt x="5046" y="7171"/>
                      <a:pt x="5047" y="7171"/>
                      <a:pt x="5048" y="7171"/>
                    </a:cubicBezTo>
                    <a:cubicBezTo>
                      <a:pt x="5068" y="7168"/>
                      <a:pt x="5087" y="7161"/>
                      <a:pt x="5105" y="7151"/>
                    </a:cubicBezTo>
                    <a:cubicBezTo>
                      <a:pt x="5106" y="7150"/>
                      <a:pt x="5108" y="7149"/>
                      <a:pt x="5109" y="7148"/>
                    </a:cubicBezTo>
                    <a:cubicBezTo>
                      <a:pt x="5110" y="7160"/>
                      <a:pt x="5113" y="7171"/>
                      <a:pt x="5120" y="7182"/>
                    </a:cubicBezTo>
                    <a:cubicBezTo>
                      <a:pt x="5125" y="7191"/>
                      <a:pt x="5133" y="7200"/>
                      <a:pt x="5142" y="7207"/>
                    </a:cubicBezTo>
                    <a:cubicBezTo>
                      <a:pt x="5120" y="7225"/>
                      <a:pt x="5111" y="7258"/>
                      <a:pt x="5096" y="7282"/>
                    </a:cubicBezTo>
                    <a:lnTo>
                      <a:pt x="5097" y="7282"/>
                    </a:lnTo>
                    <a:moveTo>
                      <a:pt x="5105" y="7320"/>
                    </a:moveTo>
                    <a:lnTo>
                      <a:pt x="5105" y="7320"/>
                    </a:lnTo>
                    <a:moveTo>
                      <a:pt x="5126" y="6901"/>
                    </a:moveTo>
                    <a:cubicBezTo>
                      <a:pt x="5123" y="6894"/>
                      <a:pt x="5119" y="6887"/>
                      <a:pt x="5115" y="6880"/>
                    </a:cubicBezTo>
                    <a:cubicBezTo>
                      <a:pt x="5107" y="6866"/>
                      <a:pt x="5097" y="6852"/>
                      <a:pt x="5087" y="6839"/>
                    </a:cubicBezTo>
                    <a:cubicBezTo>
                      <a:pt x="5072" y="6821"/>
                      <a:pt x="5066" y="6798"/>
                      <a:pt x="5049" y="6780"/>
                    </a:cubicBezTo>
                    <a:cubicBezTo>
                      <a:pt x="5048" y="6780"/>
                      <a:pt x="5047" y="6779"/>
                      <a:pt x="5046" y="6778"/>
                    </a:cubicBezTo>
                    <a:cubicBezTo>
                      <a:pt x="5037" y="6773"/>
                      <a:pt x="5027" y="6771"/>
                      <a:pt x="5017" y="6771"/>
                    </a:cubicBezTo>
                    <a:cubicBezTo>
                      <a:pt x="5013" y="6771"/>
                      <a:pt x="5010" y="6771"/>
                      <a:pt x="5006" y="6772"/>
                    </a:cubicBezTo>
                    <a:cubicBezTo>
                      <a:pt x="5006" y="6771"/>
                      <a:pt x="5006" y="6771"/>
                      <a:pt x="5006" y="6770"/>
                    </a:cubicBezTo>
                    <a:lnTo>
                      <a:pt x="5006" y="6769"/>
                    </a:lnTo>
                    <a:cubicBezTo>
                      <a:pt x="5008" y="6769"/>
                      <a:pt x="5009" y="6769"/>
                      <a:pt x="5011" y="6768"/>
                    </a:cubicBezTo>
                    <a:cubicBezTo>
                      <a:pt x="5043" y="6780"/>
                      <a:pt x="5091" y="6722"/>
                      <a:pt x="5118" y="6768"/>
                    </a:cubicBezTo>
                    <a:cubicBezTo>
                      <a:pt x="5118" y="6769"/>
                      <a:pt x="5119" y="6771"/>
                      <a:pt x="5119" y="6772"/>
                    </a:cubicBezTo>
                    <a:cubicBezTo>
                      <a:pt x="5123" y="6777"/>
                      <a:pt x="5127" y="6782"/>
                      <a:pt x="5133" y="6785"/>
                    </a:cubicBezTo>
                    <a:cubicBezTo>
                      <a:pt x="5135" y="6786"/>
                      <a:pt x="5137" y="6787"/>
                      <a:pt x="5139" y="6788"/>
                    </a:cubicBezTo>
                    <a:cubicBezTo>
                      <a:pt x="5158" y="6792"/>
                      <a:pt x="5190" y="6825"/>
                      <a:pt x="5200" y="6840"/>
                    </a:cubicBezTo>
                    <a:cubicBezTo>
                      <a:pt x="5201" y="6842"/>
                      <a:pt x="5202" y="6844"/>
                      <a:pt x="5203" y="6845"/>
                    </a:cubicBezTo>
                    <a:cubicBezTo>
                      <a:pt x="5237" y="6905"/>
                      <a:pt x="5255" y="6972"/>
                      <a:pt x="5257" y="7040"/>
                    </a:cubicBezTo>
                    <a:cubicBezTo>
                      <a:pt x="5260" y="7103"/>
                      <a:pt x="5199" y="7106"/>
                      <a:pt x="5148" y="7109"/>
                    </a:cubicBezTo>
                    <a:cubicBezTo>
                      <a:pt x="5150" y="7106"/>
                      <a:pt x="5151" y="7104"/>
                      <a:pt x="5152" y="7102"/>
                    </a:cubicBezTo>
                    <a:cubicBezTo>
                      <a:pt x="5181" y="7047"/>
                      <a:pt x="5147" y="6953"/>
                      <a:pt x="5125" y="6901"/>
                    </a:cubicBezTo>
                    <a:lnTo>
                      <a:pt x="5126" y="6901"/>
                    </a:lnTo>
                    <a:moveTo>
                      <a:pt x="5019" y="6792"/>
                    </a:moveTo>
                    <a:cubicBezTo>
                      <a:pt x="5045" y="6792"/>
                      <a:pt x="5067" y="6859"/>
                      <a:pt x="5081" y="6877"/>
                    </a:cubicBezTo>
                    <a:cubicBezTo>
                      <a:pt x="5088" y="6885"/>
                      <a:pt x="5094" y="6894"/>
                      <a:pt x="5100" y="6904"/>
                    </a:cubicBezTo>
                    <a:cubicBezTo>
                      <a:pt x="5117" y="6935"/>
                      <a:pt x="5128" y="6968"/>
                      <a:pt x="5132" y="7004"/>
                    </a:cubicBezTo>
                    <a:cubicBezTo>
                      <a:pt x="5140" y="7050"/>
                      <a:pt x="5134" y="7088"/>
                      <a:pt x="5109" y="7113"/>
                    </a:cubicBezTo>
                    <a:cubicBezTo>
                      <a:pt x="5108" y="7113"/>
                      <a:pt x="5108" y="7114"/>
                      <a:pt x="5107" y="7114"/>
                    </a:cubicBezTo>
                    <a:cubicBezTo>
                      <a:pt x="5105" y="7115"/>
                      <a:pt x="5103" y="7116"/>
                      <a:pt x="5103" y="7117"/>
                    </a:cubicBezTo>
                    <a:cubicBezTo>
                      <a:pt x="5102" y="7118"/>
                      <a:pt x="5103" y="7119"/>
                      <a:pt x="5103" y="7119"/>
                    </a:cubicBezTo>
                    <a:cubicBezTo>
                      <a:pt x="5098" y="7123"/>
                      <a:pt x="5093" y="7126"/>
                      <a:pt x="5088" y="7129"/>
                    </a:cubicBezTo>
                    <a:cubicBezTo>
                      <a:pt x="5080" y="7134"/>
                      <a:pt x="5071" y="7138"/>
                      <a:pt x="5061" y="7140"/>
                    </a:cubicBezTo>
                    <a:cubicBezTo>
                      <a:pt x="5062" y="7138"/>
                      <a:pt x="5063" y="7136"/>
                      <a:pt x="5063" y="7133"/>
                    </a:cubicBezTo>
                    <a:cubicBezTo>
                      <a:pt x="5065" y="7123"/>
                      <a:pt x="5066" y="7112"/>
                      <a:pt x="5066" y="7101"/>
                    </a:cubicBezTo>
                    <a:cubicBezTo>
                      <a:pt x="5066" y="7078"/>
                      <a:pt x="5062" y="7055"/>
                      <a:pt x="5055" y="7034"/>
                    </a:cubicBezTo>
                    <a:cubicBezTo>
                      <a:pt x="5045" y="6997"/>
                      <a:pt x="5046" y="6961"/>
                      <a:pt x="5035" y="6925"/>
                    </a:cubicBezTo>
                    <a:cubicBezTo>
                      <a:pt x="5030" y="6910"/>
                      <a:pt x="5024" y="6896"/>
                      <a:pt x="5016" y="6883"/>
                    </a:cubicBezTo>
                    <a:cubicBezTo>
                      <a:pt x="4996" y="6848"/>
                      <a:pt x="4968" y="6820"/>
                      <a:pt x="4934" y="6800"/>
                    </a:cubicBezTo>
                    <a:cubicBezTo>
                      <a:pt x="4932" y="6799"/>
                      <a:pt x="4931" y="6799"/>
                      <a:pt x="4930" y="6798"/>
                    </a:cubicBezTo>
                    <a:cubicBezTo>
                      <a:pt x="4951" y="6794"/>
                      <a:pt x="4973" y="6791"/>
                      <a:pt x="4995" y="6791"/>
                    </a:cubicBezTo>
                    <a:cubicBezTo>
                      <a:pt x="5003" y="6791"/>
                      <a:pt x="5010" y="6792"/>
                      <a:pt x="5018" y="6792"/>
                    </a:cubicBezTo>
                    <a:lnTo>
                      <a:pt x="5019" y="6792"/>
                    </a:lnTo>
                    <a:moveTo>
                      <a:pt x="4958" y="6847"/>
                    </a:moveTo>
                    <a:cubicBezTo>
                      <a:pt x="4973" y="6860"/>
                      <a:pt x="4985" y="6876"/>
                      <a:pt x="4995" y="6893"/>
                    </a:cubicBezTo>
                    <a:cubicBezTo>
                      <a:pt x="5010" y="6918"/>
                      <a:pt x="5018" y="6947"/>
                      <a:pt x="5020" y="6976"/>
                    </a:cubicBezTo>
                    <a:cubicBezTo>
                      <a:pt x="5021" y="7019"/>
                      <a:pt x="5039" y="7057"/>
                      <a:pt x="5042" y="7099"/>
                    </a:cubicBezTo>
                    <a:cubicBezTo>
                      <a:pt x="5048" y="7171"/>
                      <a:pt x="4985" y="7170"/>
                      <a:pt x="4937" y="7184"/>
                    </a:cubicBezTo>
                    <a:cubicBezTo>
                      <a:pt x="4935" y="7172"/>
                      <a:pt x="4932" y="7161"/>
                      <a:pt x="4930" y="7151"/>
                    </a:cubicBezTo>
                    <a:cubicBezTo>
                      <a:pt x="4924" y="7122"/>
                      <a:pt x="4925" y="7090"/>
                      <a:pt x="4922" y="7060"/>
                    </a:cubicBezTo>
                    <a:cubicBezTo>
                      <a:pt x="4917" y="7021"/>
                      <a:pt x="4894" y="6979"/>
                      <a:pt x="4878" y="6944"/>
                    </a:cubicBezTo>
                    <a:cubicBezTo>
                      <a:pt x="4860" y="6902"/>
                      <a:pt x="4827" y="6873"/>
                      <a:pt x="4798" y="6839"/>
                    </a:cubicBezTo>
                    <a:cubicBezTo>
                      <a:pt x="4799" y="6839"/>
                      <a:pt x="4799" y="6839"/>
                      <a:pt x="4799" y="6839"/>
                    </a:cubicBezTo>
                    <a:cubicBezTo>
                      <a:pt x="4800" y="6838"/>
                      <a:pt x="4801" y="6837"/>
                      <a:pt x="4802" y="6836"/>
                    </a:cubicBezTo>
                    <a:cubicBezTo>
                      <a:pt x="4802" y="6835"/>
                      <a:pt x="4803" y="6835"/>
                      <a:pt x="4803" y="6834"/>
                    </a:cubicBezTo>
                    <a:cubicBezTo>
                      <a:pt x="4804" y="6831"/>
                      <a:pt x="4805" y="6827"/>
                      <a:pt x="4807" y="6824"/>
                    </a:cubicBezTo>
                    <a:cubicBezTo>
                      <a:pt x="4811" y="6817"/>
                      <a:pt x="4817" y="6811"/>
                      <a:pt x="4824" y="6807"/>
                    </a:cubicBezTo>
                    <a:lnTo>
                      <a:pt x="4825" y="6807"/>
                    </a:lnTo>
                    <a:cubicBezTo>
                      <a:pt x="4827" y="6807"/>
                      <a:pt x="4828" y="6806"/>
                      <a:pt x="4830" y="6805"/>
                    </a:cubicBezTo>
                    <a:cubicBezTo>
                      <a:pt x="4831" y="6805"/>
                      <a:pt x="4832" y="6804"/>
                      <a:pt x="4833" y="6802"/>
                    </a:cubicBezTo>
                    <a:cubicBezTo>
                      <a:pt x="4872" y="6788"/>
                      <a:pt x="4934" y="6824"/>
                      <a:pt x="4957" y="6847"/>
                    </a:cubicBezTo>
                    <a:lnTo>
                      <a:pt x="4958" y="6847"/>
                    </a:lnTo>
                    <a:moveTo>
                      <a:pt x="5135" y="7139"/>
                    </a:moveTo>
                    <a:cubicBezTo>
                      <a:pt x="5141" y="7140"/>
                      <a:pt x="5147" y="7140"/>
                      <a:pt x="5154" y="7140"/>
                    </a:cubicBezTo>
                    <a:cubicBezTo>
                      <a:pt x="5185" y="7140"/>
                      <a:pt x="5215" y="7132"/>
                      <a:pt x="5242" y="7117"/>
                    </a:cubicBezTo>
                    <a:cubicBezTo>
                      <a:pt x="5252" y="7111"/>
                      <a:pt x="5261" y="7104"/>
                      <a:pt x="5270" y="7097"/>
                    </a:cubicBezTo>
                    <a:cubicBezTo>
                      <a:pt x="5290" y="7080"/>
                      <a:pt x="5285" y="7051"/>
                      <a:pt x="5283" y="7029"/>
                    </a:cubicBezTo>
                    <a:cubicBezTo>
                      <a:pt x="5282" y="6994"/>
                      <a:pt x="5275" y="6959"/>
                      <a:pt x="5264" y="6925"/>
                    </a:cubicBezTo>
                    <a:cubicBezTo>
                      <a:pt x="5253" y="6890"/>
                      <a:pt x="5238" y="6841"/>
                      <a:pt x="5211" y="6813"/>
                    </a:cubicBezTo>
                    <a:cubicBezTo>
                      <a:pt x="5199" y="6800"/>
                      <a:pt x="5182" y="6792"/>
                      <a:pt x="5170" y="6778"/>
                    </a:cubicBezTo>
                    <a:cubicBezTo>
                      <a:pt x="5163" y="6770"/>
                      <a:pt x="5141" y="6763"/>
                      <a:pt x="5136" y="6757"/>
                    </a:cubicBezTo>
                    <a:cubicBezTo>
                      <a:pt x="5136" y="6756"/>
                      <a:pt x="5136" y="6755"/>
                      <a:pt x="5135" y="6754"/>
                    </a:cubicBezTo>
                    <a:cubicBezTo>
                      <a:pt x="5131" y="6747"/>
                      <a:pt x="5125" y="6741"/>
                      <a:pt x="5118" y="6737"/>
                    </a:cubicBezTo>
                    <a:cubicBezTo>
                      <a:pt x="5111" y="6733"/>
                      <a:pt x="5103" y="6731"/>
                      <a:pt x="5095" y="6731"/>
                    </a:cubicBezTo>
                    <a:cubicBezTo>
                      <a:pt x="5094" y="6731"/>
                      <a:pt x="5093" y="6731"/>
                      <a:pt x="5091" y="6731"/>
                    </a:cubicBezTo>
                    <a:lnTo>
                      <a:pt x="5080" y="6731"/>
                    </a:lnTo>
                    <a:cubicBezTo>
                      <a:pt x="5082" y="6730"/>
                      <a:pt x="5084" y="6728"/>
                      <a:pt x="5087" y="6727"/>
                    </a:cubicBezTo>
                    <a:cubicBezTo>
                      <a:pt x="5093" y="6723"/>
                      <a:pt x="5101" y="6721"/>
                      <a:pt x="5108" y="6719"/>
                    </a:cubicBezTo>
                    <a:cubicBezTo>
                      <a:pt x="5119" y="6716"/>
                      <a:pt x="5129" y="6715"/>
                      <a:pt x="5140" y="6715"/>
                    </a:cubicBezTo>
                    <a:cubicBezTo>
                      <a:pt x="5161" y="6715"/>
                      <a:pt x="5183" y="6720"/>
                      <a:pt x="5201" y="6731"/>
                    </a:cubicBezTo>
                    <a:cubicBezTo>
                      <a:pt x="5205" y="6733"/>
                      <a:pt x="5209" y="6736"/>
                      <a:pt x="5213" y="6738"/>
                    </a:cubicBezTo>
                    <a:cubicBezTo>
                      <a:pt x="5237" y="6754"/>
                      <a:pt x="5260" y="6772"/>
                      <a:pt x="5282" y="6791"/>
                    </a:cubicBezTo>
                    <a:cubicBezTo>
                      <a:pt x="5309" y="6819"/>
                      <a:pt x="5324" y="6874"/>
                      <a:pt x="5329" y="6911"/>
                    </a:cubicBezTo>
                    <a:cubicBezTo>
                      <a:pt x="5333" y="6942"/>
                      <a:pt x="5332" y="6972"/>
                      <a:pt x="5337" y="7003"/>
                    </a:cubicBezTo>
                    <a:cubicBezTo>
                      <a:pt x="5341" y="7020"/>
                      <a:pt x="5343" y="7038"/>
                      <a:pt x="5343" y="7055"/>
                    </a:cubicBezTo>
                    <a:cubicBezTo>
                      <a:pt x="5343" y="7077"/>
                      <a:pt x="5340" y="7098"/>
                      <a:pt x="5334" y="7118"/>
                    </a:cubicBezTo>
                    <a:cubicBezTo>
                      <a:pt x="5308" y="7191"/>
                      <a:pt x="5149" y="7238"/>
                      <a:pt x="5134" y="7139"/>
                    </a:cubicBezTo>
                    <a:lnTo>
                      <a:pt x="5135" y="7139"/>
                    </a:lnTo>
                    <a:moveTo>
                      <a:pt x="4806" y="6693"/>
                    </a:moveTo>
                    <a:cubicBezTo>
                      <a:pt x="4833" y="6703"/>
                      <a:pt x="4860" y="6712"/>
                      <a:pt x="4888" y="6720"/>
                    </a:cubicBezTo>
                    <a:cubicBezTo>
                      <a:pt x="4893" y="6721"/>
                      <a:pt x="4898" y="6723"/>
                      <a:pt x="4902" y="6725"/>
                    </a:cubicBezTo>
                    <a:cubicBezTo>
                      <a:pt x="4884" y="6720"/>
                      <a:pt x="4866" y="6716"/>
                      <a:pt x="4849" y="6711"/>
                    </a:cubicBezTo>
                    <a:cubicBezTo>
                      <a:pt x="4831" y="6706"/>
                      <a:pt x="4800" y="6707"/>
                      <a:pt x="4785" y="6696"/>
                    </a:cubicBezTo>
                    <a:cubicBezTo>
                      <a:pt x="4778" y="6690"/>
                      <a:pt x="4767" y="6692"/>
                      <a:pt x="4758" y="6690"/>
                    </a:cubicBezTo>
                    <a:cubicBezTo>
                      <a:pt x="4733" y="6687"/>
                      <a:pt x="4708" y="6681"/>
                      <a:pt x="4684" y="6673"/>
                    </a:cubicBezTo>
                    <a:cubicBezTo>
                      <a:pt x="4659" y="6664"/>
                      <a:pt x="4634" y="6669"/>
                      <a:pt x="4609" y="6661"/>
                    </a:cubicBezTo>
                    <a:cubicBezTo>
                      <a:pt x="4597" y="6657"/>
                      <a:pt x="4585" y="6653"/>
                      <a:pt x="4572" y="6650"/>
                    </a:cubicBezTo>
                    <a:cubicBezTo>
                      <a:pt x="4572" y="6650"/>
                      <a:pt x="4571" y="6649"/>
                      <a:pt x="4570" y="6649"/>
                    </a:cubicBezTo>
                    <a:cubicBezTo>
                      <a:pt x="4565" y="6646"/>
                      <a:pt x="4560" y="6645"/>
                      <a:pt x="4555" y="6645"/>
                    </a:cubicBezTo>
                    <a:cubicBezTo>
                      <a:pt x="4554" y="6645"/>
                      <a:pt x="4553" y="6645"/>
                      <a:pt x="4553" y="6645"/>
                    </a:cubicBezTo>
                    <a:lnTo>
                      <a:pt x="4553" y="6643"/>
                    </a:lnTo>
                    <a:cubicBezTo>
                      <a:pt x="4553" y="6643"/>
                      <a:pt x="4554" y="6643"/>
                      <a:pt x="4555" y="6643"/>
                    </a:cubicBezTo>
                    <a:cubicBezTo>
                      <a:pt x="4555" y="6643"/>
                      <a:pt x="4556" y="6643"/>
                      <a:pt x="4557" y="6643"/>
                    </a:cubicBezTo>
                    <a:cubicBezTo>
                      <a:pt x="4561" y="6641"/>
                      <a:pt x="4565" y="6639"/>
                      <a:pt x="4569" y="6636"/>
                    </a:cubicBezTo>
                    <a:cubicBezTo>
                      <a:pt x="4570" y="6635"/>
                      <a:pt x="4572" y="6634"/>
                      <a:pt x="4574" y="6633"/>
                    </a:cubicBezTo>
                    <a:cubicBezTo>
                      <a:pt x="4584" y="6629"/>
                      <a:pt x="4594" y="6623"/>
                      <a:pt x="4604" y="6618"/>
                    </a:cubicBezTo>
                    <a:cubicBezTo>
                      <a:pt x="4612" y="6614"/>
                      <a:pt x="4620" y="6611"/>
                      <a:pt x="4628" y="6608"/>
                    </a:cubicBezTo>
                    <a:cubicBezTo>
                      <a:pt x="4630" y="6607"/>
                      <a:pt x="4632" y="6606"/>
                      <a:pt x="4634" y="6605"/>
                    </a:cubicBezTo>
                    <a:cubicBezTo>
                      <a:pt x="4635" y="6606"/>
                      <a:pt x="4636" y="6607"/>
                      <a:pt x="4637" y="6608"/>
                    </a:cubicBezTo>
                    <a:cubicBezTo>
                      <a:pt x="4638" y="6608"/>
                      <a:pt x="4638" y="6609"/>
                      <a:pt x="4639" y="6609"/>
                    </a:cubicBezTo>
                    <a:cubicBezTo>
                      <a:pt x="4685" y="6647"/>
                      <a:pt x="4750" y="6670"/>
                      <a:pt x="4805" y="6693"/>
                    </a:cubicBezTo>
                    <a:lnTo>
                      <a:pt x="4806" y="6693"/>
                    </a:lnTo>
                    <a:moveTo>
                      <a:pt x="4554" y="6828"/>
                    </a:moveTo>
                    <a:cubicBezTo>
                      <a:pt x="4554" y="6834"/>
                      <a:pt x="4554" y="6839"/>
                      <a:pt x="4555" y="6845"/>
                    </a:cubicBezTo>
                    <a:cubicBezTo>
                      <a:pt x="4555" y="6846"/>
                      <a:pt x="4556" y="6848"/>
                      <a:pt x="4556" y="6850"/>
                    </a:cubicBezTo>
                    <a:cubicBezTo>
                      <a:pt x="4557" y="6850"/>
                      <a:pt x="4557" y="6850"/>
                      <a:pt x="4557" y="6850"/>
                    </a:cubicBezTo>
                    <a:lnTo>
                      <a:pt x="4554" y="6851"/>
                    </a:lnTo>
                    <a:lnTo>
                      <a:pt x="4551" y="6854"/>
                    </a:lnTo>
                    <a:cubicBezTo>
                      <a:pt x="4552" y="6845"/>
                      <a:pt x="4552" y="6837"/>
                      <a:pt x="4553" y="6828"/>
                    </a:cubicBezTo>
                    <a:lnTo>
                      <a:pt x="4554" y="6828"/>
                    </a:lnTo>
                    <a:moveTo>
                      <a:pt x="4751" y="7309"/>
                    </a:moveTo>
                    <a:cubicBezTo>
                      <a:pt x="4766" y="7303"/>
                      <a:pt x="4782" y="7297"/>
                      <a:pt x="4798" y="7293"/>
                    </a:cubicBezTo>
                    <a:cubicBezTo>
                      <a:pt x="4789" y="7352"/>
                      <a:pt x="4809" y="7400"/>
                      <a:pt x="4840" y="7452"/>
                    </a:cubicBezTo>
                    <a:cubicBezTo>
                      <a:pt x="4855" y="7479"/>
                      <a:pt x="4867" y="7511"/>
                      <a:pt x="4890" y="7532"/>
                    </a:cubicBezTo>
                    <a:cubicBezTo>
                      <a:pt x="4905" y="7546"/>
                      <a:pt x="4918" y="7572"/>
                      <a:pt x="4938" y="7579"/>
                    </a:cubicBezTo>
                    <a:cubicBezTo>
                      <a:pt x="4931" y="7594"/>
                      <a:pt x="4901" y="7649"/>
                      <a:pt x="4884" y="7683"/>
                    </a:cubicBezTo>
                    <a:cubicBezTo>
                      <a:pt x="4877" y="7674"/>
                      <a:pt x="4871" y="7665"/>
                      <a:pt x="4864" y="7656"/>
                    </a:cubicBezTo>
                    <a:cubicBezTo>
                      <a:pt x="4844" y="7630"/>
                      <a:pt x="4825" y="7602"/>
                      <a:pt x="4808" y="7572"/>
                    </a:cubicBezTo>
                    <a:cubicBezTo>
                      <a:pt x="4790" y="7542"/>
                      <a:pt x="4775" y="7510"/>
                      <a:pt x="4762" y="7477"/>
                    </a:cubicBezTo>
                    <a:cubicBezTo>
                      <a:pt x="4748" y="7447"/>
                      <a:pt x="4725" y="7413"/>
                      <a:pt x="4721" y="7379"/>
                    </a:cubicBezTo>
                    <a:cubicBezTo>
                      <a:pt x="4720" y="7370"/>
                      <a:pt x="4717" y="7361"/>
                      <a:pt x="4713" y="7354"/>
                    </a:cubicBezTo>
                    <a:cubicBezTo>
                      <a:pt x="4708" y="7346"/>
                      <a:pt x="4703" y="7340"/>
                      <a:pt x="4696" y="7335"/>
                    </a:cubicBezTo>
                    <a:lnTo>
                      <a:pt x="4699" y="7333"/>
                    </a:lnTo>
                    <a:cubicBezTo>
                      <a:pt x="4714" y="7326"/>
                      <a:pt x="4731" y="7317"/>
                      <a:pt x="4749" y="7309"/>
                    </a:cubicBezTo>
                    <a:lnTo>
                      <a:pt x="4751" y="7309"/>
                    </a:lnTo>
                    <a:moveTo>
                      <a:pt x="4901" y="7688"/>
                    </a:moveTo>
                    <a:lnTo>
                      <a:pt x="4901" y="7689"/>
                    </a:lnTo>
                    <a:cubicBezTo>
                      <a:pt x="4902" y="7692"/>
                      <a:pt x="4904" y="7695"/>
                      <a:pt x="4905" y="7697"/>
                    </a:cubicBezTo>
                    <a:cubicBezTo>
                      <a:pt x="4914" y="7712"/>
                      <a:pt x="4923" y="7726"/>
                      <a:pt x="4934" y="7740"/>
                    </a:cubicBezTo>
                    <a:cubicBezTo>
                      <a:pt x="4942" y="7751"/>
                      <a:pt x="4954" y="7767"/>
                      <a:pt x="4969" y="7767"/>
                    </a:cubicBezTo>
                    <a:cubicBezTo>
                      <a:pt x="4970" y="7767"/>
                      <a:pt x="4972" y="7766"/>
                      <a:pt x="4973" y="7766"/>
                    </a:cubicBezTo>
                    <a:cubicBezTo>
                      <a:pt x="4974" y="7765"/>
                      <a:pt x="4975" y="7763"/>
                      <a:pt x="4976" y="7762"/>
                    </a:cubicBezTo>
                    <a:cubicBezTo>
                      <a:pt x="4977" y="7760"/>
                      <a:pt x="4977" y="7759"/>
                      <a:pt x="4977" y="7758"/>
                    </a:cubicBezTo>
                    <a:lnTo>
                      <a:pt x="4977" y="7757"/>
                    </a:lnTo>
                    <a:cubicBezTo>
                      <a:pt x="4976" y="7737"/>
                      <a:pt x="4960" y="7723"/>
                      <a:pt x="4949" y="7709"/>
                    </a:cubicBezTo>
                    <a:cubicBezTo>
                      <a:pt x="4941" y="7700"/>
                      <a:pt x="4933" y="7692"/>
                      <a:pt x="4925" y="7684"/>
                    </a:cubicBezTo>
                    <a:cubicBezTo>
                      <a:pt x="4920" y="7679"/>
                      <a:pt x="4916" y="7674"/>
                      <a:pt x="4908" y="7675"/>
                    </a:cubicBezTo>
                    <a:lnTo>
                      <a:pt x="4919" y="7658"/>
                    </a:lnTo>
                    <a:cubicBezTo>
                      <a:pt x="4924" y="7665"/>
                      <a:pt x="4929" y="7672"/>
                      <a:pt x="4934" y="7680"/>
                    </a:cubicBezTo>
                    <a:cubicBezTo>
                      <a:pt x="4939" y="7687"/>
                      <a:pt x="4952" y="7699"/>
                      <a:pt x="4964" y="7698"/>
                    </a:cubicBezTo>
                    <a:cubicBezTo>
                      <a:pt x="4965" y="7698"/>
                      <a:pt x="4967" y="7698"/>
                      <a:pt x="4968" y="7697"/>
                    </a:cubicBezTo>
                    <a:cubicBezTo>
                      <a:pt x="4969" y="7696"/>
                      <a:pt x="4970" y="7695"/>
                      <a:pt x="4971" y="7694"/>
                    </a:cubicBezTo>
                    <a:cubicBezTo>
                      <a:pt x="4972" y="7692"/>
                      <a:pt x="4972" y="7690"/>
                      <a:pt x="4972" y="7689"/>
                    </a:cubicBezTo>
                    <a:cubicBezTo>
                      <a:pt x="4972" y="7687"/>
                      <a:pt x="4972" y="7686"/>
                      <a:pt x="4971" y="7685"/>
                    </a:cubicBezTo>
                    <a:lnTo>
                      <a:pt x="4971" y="7684"/>
                    </a:lnTo>
                    <a:cubicBezTo>
                      <a:pt x="4968" y="7681"/>
                      <a:pt x="4965" y="7677"/>
                      <a:pt x="4961" y="7674"/>
                    </a:cubicBezTo>
                    <a:cubicBezTo>
                      <a:pt x="4956" y="7670"/>
                      <a:pt x="4951" y="7665"/>
                      <a:pt x="4947" y="7660"/>
                    </a:cubicBezTo>
                    <a:cubicBezTo>
                      <a:pt x="4942" y="7654"/>
                      <a:pt x="4937" y="7647"/>
                      <a:pt x="4932" y="7642"/>
                    </a:cubicBezTo>
                    <a:lnTo>
                      <a:pt x="4930" y="7642"/>
                    </a:lnTo>
                    <a:lnTo>
                      <a:pt x="4943" y="7622"/>
                    </a:lnTo>
                    <a:cubicBezTo>
                      <a:pt x="4945" y="7625"/>
                      <a:pt x="4947" y="7628"/>
                      <a:pt x="4949" y="7631"/>
                    </a:cubicBezTo>
                    <a:cubicBezTo>
                      <a:pt x="4951" y="7634"/>
                      <a:pt x="4954" y="7636"/>
                      <a:pt x="4956" y="7639"/>
                    </a:cubicBezTo>
                    <a:cubicBezTo>
                      <a:pt x="4959" y="7642"/>
                      <a:pt x="4962" y="7643"/>
                      <a:pt x="4965" y="7646"/>
                    </a:cubicBezTo>
                    <a:cubicBezTo>
                      <a:pt x="4965" y="7646"/>
                      <a:pt x="4966" y="7647"/>
                      <a:pt x="4967" y="7647"/>
                    </a:cubicBezTo>
                    <a:cubicBezTo>
                      <a:pt x="4969" y="7648"/>
                      <a:pt x="4970" y="7649"/>
                      <a:pt x="4972" y="7649"/>
                    </a:cubicBezTo>
                    <a:cubicBezTo>
                      <a:pt x="4974" y="7649"/>
                      <a:pt x="4975" y="7647"/>
                      <a:pt x="4977" y="7647"/>
                    </a:cubicBezTo>
                    <a:cubicBezTo>
                      <a:pt x="4978" y="7646"/>
                      <a:pt x="4980" y="7645"/>
                      <a:pt x="4981" y="7644"/>
                    </a:cubicBezTo>
                    <a:cubicBezTo>
                      <a:pt x="4981" y="7642"/>
                      <a:pt x="4982" y="7641"/>
                      <a:pt x="4982" y="7639"/>
                    </a:cubicBezTo>
                    <a:cubicBezTo>
                      <a:pt x="4982" y="7638"/>
                      <a:pt x="4982" y="7637"/>
                      <a:pt x="4982" y="7636"/>
                    </a:cubicBezTo>
                    <a:cubicBezTo>
                      <a:pt x="4981" y="7636"/>
                      <a:pt x="4981" y="7636"/>
                      <a:pt x="4981" y="7636"/>
                    </a:cubicBezTo>
                    <a:cubicBezTo>
                      <a:pt x="4980" y="7633"/>
                      <a:pt x="4978" y="7631"/>
                      <a:pt x="4976" y="7629"/>
                    </a:cubicBezTo>
                    <a:cubicBezTo>
                      <a:pt x="4979" y="7629"/>
                      <a:pt x="4980" y="7628"/>
                      <a:pt x="4977" y="7626"/>
                    </a:cubicBezTo>
                    <a:lnTo>
                      <a:pt x="4974" y="7624"/>
                    </a:lnTo>
                    <a:cubicBezTo>
                      <a:pt x="4972" y="7622"/>
                      <a:pt x="4971" y="7620"/>
                      <a:pt x="4969" y="7619"/>
                    </a:cubicBezTo>
                    <a:cubicBezTo>
                      <a:pt x="4966" y="7615"/>
                      <a:pt x="4963" y="7612"/>
                      <a:pt x="4961" y="7608"/>
                    </a:cubicBezTo>
                    <a:cubicBezTo>
                      <a:pt x="4960" y="7606"/>
                      <a:pt x="4959" y="7604"/>
                      <a:pt x="4958" y="7601"/>
                    </a:cubicBezTo>
                    <a:lnTo>
                      <a:pt x="4957" y="7600"/>
                    </a:lnTo>
                    <a:cubicBezTo>
                      <a:pt x="4957" y="7599"/>
                      <a:pt x="4957" y="7599"/>
                      <a:pt x="4956" y="7599"/>
                    </a:cubicBezTo>
                    <a:lnTo>
                      <a:pt x="4959" y="7594"/>
                    </a:lnTo>
                    <a:cubicBezTo>
                      <a:pt x="4965" y="7603"/>
                      <a:pt x="4973" y="7611"/>
                      <a:pt x="4983" y="7617"/>
                    </a:cubicBezTo>
                    <a:cubicBezTo>
                      <a:pt x="4985" y="7618"/>
                      <a:pt x="4987" y="7619"/>
                      <a:pt x="4990" y="7620"/>
                    </a:cubicBezTo>
                    <a:cubicBezTo>
                      <a:pt x="4991" y="7620"/>
                      <a:pt x="4991" y="7621"/>
                      <a:pt x="4992" y="7621"/>
                    </a:cubicBezTo>
                    <a:cubicBezTo>
                      <a:pt x="4993" y="7621"/>
                      <a:pt x="4995" y="7620"/>
                      <a:pt x="4996" y="7620"/>
                    </a:cubicBezTo>
                    <a:cubicBezTo>
                      <a:pt x="4997" y="7619"/>
                      <a:pt x="4998" y="7618"/>
                      <a:pt x="4998" y="7617"/>
                    </a:cubicBezTo>
                    <a:cubicBezTo>
                      <a:pt x="4998" y="7617"/>
                      <a:pt x="4998" y="7616"/>
                      <a:pt x="4999" y="7616"/>
                    </a:cubicBezTo>
                    <a:cubicBezTo>
                      <a:pt x="5003" y="7605"/>
                      <a:pt x="4992" y="7596"/>
                      <a:pt x="4985" y="7588"/>
                    </a:cubicBezTo>
                    <a:cubicBezTo>
                      <a:pt x="4981" y="7584"/>
                      <a:pt x="4978" y="7580"/>
                      <a:pt x="4975" y="7575"/>
                    </a:cubicBezTo>
                    <a:cubicBezTo>
                      <a:pt x="4974" y="7573"/>
                      <a:pt x="4972" y="7571"/>
                      <a:pt x="4971" y="7570"/>
                    </a:cubicBezTo>
                    <a:lnTo>
                      <a:pt x="4974" y="7565"/>
                    </a:lnTo>
                    <a:cubicBezTo>
                      <a:pt x="4976" y="7567"/>
                      <a:pt x="4977" y="7569"/>
                      <a:pt x="4979" y="7571"/>
                    </a:cubicBezTo>
                    <a:cubicBezTo>
                      <a:pt x="4986" y="7578"/>
                      <a:pt x="4997" y="7588"/>
                      <a:pt x="5007" y="7586"/>
                    </a:cubicBezTo>
                    <a:cubicBezTo>
                      <a:pt x="5008" y="7586"/>
                      <a:pt x="5008" y="7585"/>
                      <a:pt x="5009" y="7585"/>
                    </a:cubicBezTo>
                    <a:cubicBezTo>
                      <a:pt x="5010" y="7585"/>
                      <a:pt x="5011" y="7584"/>
                      <a:pt x="5011" y="7583"/>
                    </a:cubicBezTo>
                    <a:cubicBezTo>
                      <a:pt x="5011" y="7582"/>
                      <a:pt x="5012" y="7582"/>
                      <a:pt x="5012" y="7581"/>
                    </a:cubicBezTo>
                    <a:cubicBezTo>
                      <a:pt x="5016" y="7564"/>
                      <a:pt x="4990" y="7555"/>
                      <a:pt x="4985" y="7541"/>
                    </a:cubicBezTo>
                    <a:lnTo>
                      <a:pt x="4991" y="7529"/>
                    </a:lnTo>
                    <a:cubicBezTo>
                      <a:pt x="4993" y="7534"/>
                      <a:pt x="4996" y="7539"/>
                      <a:pt x="4999" y="7544"/>
                    </a:cubicBezTo>
                    <a:cubicBezTo>
                      <a:pt x="5006" y="7554"/>
                      <a:pt x="5015" y="7565"/>
                      <a:pt x="5029" y="7560"/>
                    </a:cubicBezTo>
                    <a:cubicBezTo>
                      <a:pt x="5030" y="7559"/>
                      <a:pt x="5031" y="7557"/>
                      <a:pt x="5032" y="7556"/>
                    </a:cubicBezTo>
                    <a:cubicBezTo>
                      <a:pt x="5033" y="7554"/>
                      <a:pt x="5033" y="7554"/>
                      <a:pt x="5033" y="7552"/>
                    </a:cubicBezTo>
                    <a:cubicBezTo>
                      <a:pt x="5033" y="7551"/>
                      <a:pt x="5033" y="7550"/>
                      <a:pt x="5032" y="7548"/>
                    </a:cubicBezTo>
                    <a:cubicBezTo>
                      <a:pt x="5028" y="7540"/>
                      <a:pt x="5022" y="7533"/>
                      <a:pt x="5018" y="7525"/>
                    </a:cubicBezTo>
                    <a:cubicBezTo>
                      <a:pt x="5013" y="7517"/>
                      <a:pt x="5008" y="7514"/>
                      <a:pt x="5007" y="7508"/>
                    </a:cubicBezTo>
                    <a:cubicBezTo>
                      <a:pt x="5006" y="7507"/>
                      <a:pt x="5005" y="7505"/>
                      <a:pt x="5005" y="7504"/>
                    </a:cubicBezTo>
                    <a:cubicBezTo>
                      <a:pt x="5004" y="7503"/>
                      <a:pt x="5004" y="7502"/>
                      <a:pt x="5004" y="7502"/>
                    </a:cubicBezTo>
                    <a:lnTo>
                      <a:pt x="5009" y="7489"/>
                    </a:lnTo>
                    <a:cubicBezTo>
                      <a:pt x="5011" y="7493"/>
                      <a:pt x="5012" y="7497"/>
                      <a:pt x="5015" y="7501"/>
                    </a:cubicBezTo>
                    <a:cubicBezTo>
                      <a:pt x="5018" y="7506"/>
                      <a:pt x="5022" y="7511"/>
                      <a:pt x="5026" y="7517"/>
                    </a:cubicBezTo>
                    <a:cubicBezTo>
                      <a:pt x="5033" y="7525"/>
                      <a:pt x="5045" y="7533"/>
                      <a:pt x="5056" y="7527"/>
                    </a:cubicBezTo>
                    <a:cubicBezTo>
                      <a:pt x="5057" y="7526"/>
                      <a:pt x="5057" y="7526"/>
                      <a:pt x="5058" y="7525"/>
                    </a:cubicBezTo>
                    <a:cubicBezTo>
                      <a:pt x="5058" y="7524"/>
                      <a:pt x="5059" y="7523"/>
                      <a:pt x="5059" y="7522"/>
                    </a:cubicBezTo>
                    <a:cubicBezTo>
                      <a:pt x="5059" y="7521"/>
                      <a:pt x="5059" y="7521"/>
                      <a:pt x="5059" y="7520"/>
                    </a:cubicBezTo>
                    <a:cubicBezTo>
                      <a:pt x="5058" y="7519"/>
                      <a:pt x="5058" y="7518"/>
                      <a:pt x="5057" y="7517"/>
                    </a:cubicBezTo>
                    <a:cubicBezTo>
                      <a:pt x="5053" y="7510"/>
                      <a:pt x="5048" y="7504"/>
                      <a:pt x="5043" y="7497"/>
                    </a:cubicBezTo>
                    <a:cubicBezTo>
                      <a:pt x="5038" y="7490"/>
                      <a:pt x="5034" y="7482"/>
                      <a:pt x="5030" y="7474"/>
                    </a:cubicBezTo>
                    <a:cubicBezTo>
                      <a:pt x="5029" y="7472"/>
                      <a:pt x="5027" y="7471"/>
                      <a:pt x="5026" y="7470"/>
                    </a:cubicBezTo>
                    <a:cubicBezTo>
                      <a:pt x="5024" y="7469"/>
                      <a:pt x="5022" y="7468"/>
                      <a:pt x="5020" y="7468"/>
                    </a:cubicBezTo>
                    <a:cubicBezTo>
                      <a:pt x="5022" y="7464"/>
                      <a:pt x="5025" y="7459"/>
                      <a:pt x="5027" y="7455"/>
                    </a:cubicBezTo>
                    <a:lnTo>
                      <a:pt x="5031" y="7448"/>
                    </a:lnTo>
                    <a:cubicBezTo>
                      <a:pt x="5031" y="7449"/>
                      <a:pt x="5032" y="7450"/>
                      <a:pt x="5033" y="7451"/>
                    </a:cubicBezTo>
                    <a:cubicBezTo>
                      <a:pt x="5035" y="7456"/>
                      <a:pt x="5038" y="7461"/>
                      <a:pt x="5040" y="7466"/>
                    </a:cubicBezTo>
                    <a:cubicBezTo>
                      <a:pt x="5045" y="7473"/>
                      <a:pt x="5051" y="7479"/>
                      <a:pt x="5058" y="7485"/>
                    </a:cubicBezTo>
                    <a:cubicBezTo>
                      <a:pt x="5059" y="7486"/>
                      <a:pt x="5060" y="7487"/>
                      <a:pt x="5061" y="7488"/>
                    </a:cubicBezTo>
                    <a:cubicBezTo>
                      <a:pt x="5063" y="7489"/>
                      <a:pt x="5064" y="7489"/>
                      <a:pt x="5066" y="7489"/>
                    </a:cubicBezTo>
                    <a:cubicBezTo>
                      <a:pt x="5067" y="7489"/>
                      <a:pt x="5070" y="7489"/>
                      <a:pt x="5072" y="7488"/>
                    </a:cubicBezTo>
                    <a:cubicBezTo>
                      <a:pt x="5074" y="7487"/>
                      <a:pt x="5075" y="7485"/>
                      <a:pt x="5076" y="7484"/>
                    </a:cubicBezTo>
                    <a:cubicBezTo>
                      <a:pt x="5077" y="7482"/>
                      <a:pt x="5078" y="7480"/>
                      <a:pt x="5078" y="7478"/>
                    </a:cubicBezTo>
                    <a:cubicBezTo>
                      <a:pt x="5078" y="7466"/>
                      <a:pt x="5071" y="7461"/>
                      <a:pt x="5065" y="7453"/>
                    </a:cubicBezTo>
                    <a:cubicBezTo>
                      <a:pt x="5059" y="7445"/>
                      <a:pt x="5057" y="7435"/>
                      <a:pt x="5050" y="7427"/>
                    </a:cubicBezTo>
                    <a:cubicBezTo>
                      <a:pt x="5049" y="7426"/>
                      <a:pt x="5048" y="7425"/>
                      <a:pt x="5046" y="7424"/>
                    </a:cubicBezTo>
                    <a:lnTo>
                      <a:pt x="5045" y="7423"/>
                    </a:lnTo>
                    <a:lnTo>
                      <a:pt x="5048" y="7418"/>
                    </a:lnTo>
                    <a:cubicBezTo>
                      <a:pt x="5048" y="7420"/>
                      <a:pt x="5049" y="7422"/>
                      <a:pt x="5050" y="7423"/>
                    </a:cubicBezTo>
                    <a:cubicBezTo>
                      <a:pt x="5052" y="7427"/>
                      <a:pt x="5055" y="7430"/>
                      <a:pt x="5057" y="7433"/>
                    </a:cubicBezTo>
                    <a:cubicBezTo>
                      <a:pt x="5060" y="7437"/>
                      <a:pt x="5064" y="7439"/>
                      <a:pt x="5066" y="7443"/>
                    </a:cubicBezTo>
                    <a:cubicBezTo>
                      <a:pt x="5072" y="7451"/>
                      <a:pt x="5076" y="7457"/>
                      <a:pt x="5086" y="7457"/>
                    </a:cubicBezTo>
                    <a:lnTo>
                      <a:pt x="5087" y="7457"/>
                    </a:lnTo>
                    <a:cubicBezTo>
                      <a:pt x="5088" y="7457"/>
                      <a:pt x="5090" y="7456"/>
                      <a:pt x="5091" y="7456"/>
                    </a:cubicBezTo>
                    <a:cubicBezTo>
                      <a:pt x="5092" y="7455"/>
                      <a:pt x="5093" y="7454"/>
                      <a:pt x="5094" y="7453"/>
                    </a:cubicBezTo>
                    <a:cubicBezTo>
                      <a:pt x="5095" y="7451"/>
                      <a:pt x="5095" y="7451"/>
                      <a:pt x="5095" y="7449"/>
                    </a:cubicBezTo>
                    <a:cubicBezTo>
                      <a:pt x="5095" y="7442"/>
                      <a:pt x="5093" y="7435"/>
                      <a:pt x="5089" y="7428"/>
                    </a:cubicBezTo>
                    <a:cubicBezTo>
                      <a:pt x="5088" y="7426"/>
                      <a:pt x="5086" y="7423"/>
                      <a:pt x="5084" y="7421"/>
                    </a:cubicBezTo>
                    <a:cubicBezTo>
                      <a:pt x="5081" y="7418"/>
                      <a:pt x="5078" y="7415"/>
                      <a:pt x="5075" y="7412"/>
                    </a:cubicBezTo>
                    <a:cubicBezTo>
                      <a:pt x="5074" y="7411"/>
                      <a:pt x="5073" y="7410"/>
                      <a:pt x="5072" y="7408"/>
                    </a:cubicBezTo>
                    <a:cubicBezTo>
                      <a:pt x="5072" y="7408"/>
                      <a:pt x="5071" y="7407"/>
                      <a:pt x="5071" y="7406"/>
                    </a:cubicBezTo>
                    <a:cubicBezTo>
                      <a:pt x="5069" y="7403"/>
                      <a:pt x="5065" y="7398"/>
                      <a:pt x="5064" y="7396"/>
                    </a:cubicBezTo>
                    <a:cubicBezTo>
                      <a:pt x="5064" y="7395"/>
                      <a:pt x="5064" y="7395"/>
                      <a:pt x="5063" y="7394"/>
                    </a:cubicBezTo>
                    <a:cubicBezTo>
                      <a:pt x="5063" y="7394"/>
                      <a:pt x="5063" y="7393"/>
                      <a:pt x="5062" y="7392"/>
                    </a:cubicBezTo>
                    <a:lnTo>
                      <a:pt x="5071" y="7377"/>
                    </a:lnTo>
                    <a:cubicBezTo>
                      <a:pt x="5073" y="7381"/>
                      <a:pt x="5076" y="7386"/>
                      <a:pt x="5077" y="7388"/>
                    </a:cubicBezTo>
                    <a:cubicBezTo>
                      <a:pt x="5078" y="7390"/>
                      <a:pt x="5082" y="7394"/>
                      <a:pt x="5084" y="7397"/>
                    </a:cubicBezTo>
                    <a:cubicBezTo>
                      <a:pt x="5086" y="7399"/>
                      <a:pt x="5091" y="7408"/>
                      <a:pt x="5095" y="7413"/>
                    </a:cubicBezTo>
                    <a:cubicBezTo>
                      <a:pt x="5105" y="7423"/>
                      <a:pt x="5122" y="7421"/>
                      <a:pt x="5117" y="7405"/>
                    </a:cubicBezTo>
                    <a:cubicBezTo>
                      <a:pt x="5115" y="7398"/>
                      <a:pt x="5112" y="7392"/>
                      <a:pt x="5109" y="7387"/>
                    </a:cubicBezTo>
                    <a:cubicBezTo>
                      <a:pt x="5105" y="7380"/>
                      <a:pt x="5100" y="7374"/>
                      <a:pt x="5095" y="7368"/>
                    </a:cubicBezTo>
                    <a:cubicBezTo>
                      <a:pt x="5091" y="7364"/>
                      <a:pt x="5089" y="7358"/>
                      <a:pt x="5083" y="7357"/>
                    </a:cubicBezTo>
                    <a:lnTo>
                      <a:pt x="5092" y="7342"/>
                    </a:lnTo>
                    <a:lnTo>
                      <a:pt x="5097" y="7334"/>
                    </a:lnTo>
                    <a:cubicBezTo>
                      <a:pt x="5099" y="7340"/>
                      <a:pt x="5101" y="7346"/>
                      <a:pt x="5104" y="7352"/>
                    </a:cubicBezTo>
                    <a:cubicBezTo>
                      <a:pt x="5108" y="7359"/>
                      <a:pt x="5114" y="7366"/>
                      <a:pt x="5121" y="7371"/>
                    </a:cubicBezTo>
                    <a:lnTo>
                      <a:pt x="5122" y="7372"/>
                    </a:lnTo>
                    <a:cubicBezTo>
                      <a:pt x="5124" y="7373"/>
                      <a:pt x="5126" y="7373"/>
                      <a:pt x="5128" y="7373"/>
                    </a:cubicBezTo>
                    <a:cubicBezTo>
                      <a:pt x="5130" y="7373"/>
                      <a:pt x="5132" y="7373"/>
                      <a:pt x="5134" y="7372"/>
                    </a:cubicBezTo>
                    <a:lnTo>
                      <a:pt x="5135" y="7371"/>
                    </a:lnTo>
                    <a:cubicBezTo>
                      <a:pt x="5145" y="7361"/>
                      <a:pt x="5137" y="7353"/>
                      <a:pt x="5131" y="7346"/>
                    </a:cubicBezTo>
                    <a:cubicBezTo>
                      <a:pt x="5128" y="7343"/>
                      <a:pt x="5125" y="7339"/>
                      <a:pt x="5123" y="7336"/>
                    </a:cubicBezTo>
                    <a:lnTo>
                      <a:pt x="5125" y="7335"/>
                    </a:lnTo>
                    <a:lnTo>
                      <a:pt x="5127" y="7335"/>
                    </a:lnTo>
                    <a:lnTo>
                      <a:pt x="5129" y="7335"/>
                    </a:lnTo>
                    <a:cubicBezTo>
                      <a:pt x="5133" y="7336"/>
                      <a:pt x="5135" y="7337"/>
                      <a:pt x="5139" y="7337"/>
                    </a:cubicBezTo>
                    <a:cubicBezTo>
                      <a:pt x="5142" y="7337"/>
                      <a:pt x="5146" y="7336"/>
                      <a:pt x="5149" y="7335"/>
                    </a:cubicBezTo>
                    <a:lnTo>
                      <a:pt x="5150" y="7335"/>
                    </a:lnTo>
                    <a:cubicBezTo>
                      <a:pt x="5151" y="7334"/>
                      <a:pt x="5153" y="7332"/>
                      <a:pt x="5154" y="7331"/>
                    </a:cubicBezTo>
                    <a:cubicBezTo>
                      <a:pt x="5155" y="7329"/>
                      <a:pt x="5155" y="7327"/>
                      <a:pt x="5155" y="7325"/>
                    </a:cubicBezTo>
                    <a:cubicBezTo>
                      <a:pt x="5155" y="7323"/>
                      <a:pt x="5155" y="7321"/>
                      <a:pt x="5154" y="7320"/>
                    </a:cubicBezTo>
                    <a:cubicBezTo>
                      <a:pt x="5153" y="7318"/>
                      <a:pt x="5151" y="7316"/>
                      <a:pt x="5150" y="7316"/>
                    </a:cubicBezTo>
                    <a:cubicBezTo>
                      <a:pt x="5149" y="7315"/>
                      <a:pt x="5149" y="7315"/>
                      <a:pt x="5149" y="7315"/>
                    </a:cubicBezTo>
                    <a:cubicBezTo>
                      <a:pt x="5148" y="7315"/>
                      <a:pt x="5148" y="7314"/>
                      <a:pt x="5147" y="7314"/>
                    </a:cubicBezTo>
                    <a:cubicBezTo>
                      <a:pt x="5141" y="7311"/>
                      <a:pt x="5135" y="7309"/>
                      <a:pt x="5128" y="7309"/>
                    </a:cubicBezTo>
                    <a:cubicBezTo>
                      <a:pt x="5122" y="7309"/>
                      <a:pt x="5115" y="7311"/>
                      <a:pt x="5110" y="7314"/>
                    </a:cubicBezTo>
                    <a:cubicBezTo>
                      <a:pt x="5104" y="7317"/>
                      <a:pt x="5110" y="7314"/>
                      <a:pt x="5109" y="7315"/>
                    </a:cubicBezTo>
                    <a:cubicBezTo>
                      <a:pt x="5116" y="7304"/>
                      <a:pt x="5123" y="7292"/>
                      <a:pt x="5131" y="7281"/>
                    </a:cubicBezTo>
                    <a:cubicBezTo>
                      <a:pt x="5142" y="7262"/>
                      <a:pt x="5146" y="7242"/>
                      <a:pt x="5163" y="7228"/>
                    </a:cubicBezTo>
                    <a:cubicBezTo>
                      <a:pt x="5163" y="7233"/>
                      <a:pt x="5164" y="7238"/>
                      <a:pt x="5165" y="7243"/>
                    </a:cubicBezTo>
                    <a:cubicBezTo>
                      <a:pt x="5165" y="7244"/>
                      <a:pt x="5165" y="7246"/>
                      <a:pt x="5166" y="7247"/>
                    </a:cubicBezTo>
                    <a:cubicBezTo>
                      <a:pt x="5167" y="7248"/>
                      <a:pt x="5167" y="7248"/>
                      <a:pt x="5168" y="7249"/>
                    </a:cubicBezTo>
                    <a:cubicBezTo>
                      <a:pt x="5168" y="7250"/>
                      <a:pt x="5168" y="7251"/>
                      <a:pt x="5168" y="7252"/>
                    </a:cubicBezTo>
                    <a:cubicBezTo>
                      <a:pt x="5162" y="7256"/>
                      <a:pt x="5157" y="7260"/>
                      <a:pt x="5152" y="7265"/>
                    </a:cubicBezTo>
                    <a:cubicBezTo>
                      <a:pt x="5151" y="7265"/>
                      <a:pt x="5149" y="7265"/>
                      <a:pt x="5148" y="7266"/>
                    </a:cubicBezTo>
                    <a:cubicBezTo>
                      <a:pt x="5146" y="7267"/>
                      <a:pt x="5145" y="7268"/>
                      <a:pt x="5144" y="7270"/>
                    </a:cubicBezTo>
                    <a:cubicBezTo>
                      <a:pt x="5143" y="7271"/>
                      <a:pt x="5143" y="7272"/>
                      <a:pt x="5143" y="7273"/>
                    </a:cubicBezTo>
                    <a:cubicBezTo>
                      <a:pt x="5142" y="7275"/>
                      <a:pt x="5142" y="7277"/>
                      <a:pt x="5142" y="7279"/>
                    </a:cubicBezTo>
                    <a:cubicBezTo>
                      <a:pt x="5142" y="7282"/>
                      <a:pt x="5143" y="7286"/>
                      <a:pt x="5145" y="7289"/>
                    </a:cubicBezTo>
                    <a:cubicBezTo>
                      <a:pt x="5145" y="7289"/>
                      <a:pt x="5145" y="7290"/>
                      <a:pt x="5146" y="7291"/>
                    </a:cubicBezTo>
                    <a:cubicBezTo>
                      <a:pt x="5147" y="7292"/>
                      <a:pt x="5148" y="7293"/>
                      <a:pt x="5149" y="7294"/>
                    </a:cubicBezTo>
                    <a:cubicBezTo>
                      <a:pt x="5152" y="7295"/>
                      <a:pt x="5154" y="7296"/>
                      <a:pt x="5157" y="7296"/>
                    </a:cubicBezTo>
                    <a:cubicBezTo>
                      <a:pt x="5158" y="7296"/>
                      <a:pt x="5159" y="7296"/>
                      <a:pt x="5160" y="7295"/>
                    </a:cubicBezTo>
                    <a:cubicBezTo>
                      <a:pt x="5162" y="7295"/>
                      <a:pt x="5163" y="7295"/>
                      <a:pt x="5164" y="7294"/>
                    </a:cubicBezTo>
                    <a:cubicBezTo>
                      <a:pt x="5166" y="7293"/>
                      <a:pt x="5167" y="7291"/>
                      <a:pt x="5169" y="7290"/>
                    </a:cubicBezTo>
                    <a:cubicBezTo>
                      <a:pt x="5170" y="7289"/>
                      <a:pt x="5169" y="7288"/>
                      <a:pt x="5169" y="7287"/>
                    </a:cubicBezTo>
                    <a:cubicBezTo>
                      <a:pt x="5171" y="7285"/>
                      <a:pt x="5171" y="7282"/>
                      <a:pt x="5171" y="7279"/>
                    </a:cubicBezTo>
                    <a:cubicBezTo>
                      <a:pt x="5171" y="7278"/>
                      <a:pt x="5171" y="7277"/>
                      <a:pt x="5171" y="7276"/>
                    </a:cubicBezTo>
                    <a:cubicBezTo>
                      <a:pt x="5174" y="7275"/>
                      <a:pt x="5179" y="7272"/>
                      <a:pt x="5177" y="7272"/>
                    </a:cubicBezTo>
                    <a:cubicBezTo>
                      <a:pt x="5178" y="7272"/>
                      <a:pt x="5180" y="7272"/>
                      <a:pt x="5181" y="7272"/>
                    </a:cubicBezTo>
                    <a:cubicBezTo>
                      <a:pt x="5184" y="7272"/>
                      <a:pt x="5186" y="7272"/>
                      <a:pt x="5188" y="7271"/>
                    </a:cubicBezTo>
                    <a:cubicBezTo>
                      <a:pt x="5190" y="7269"/>
                      <a:pt x="5192" y="7268"/>
                      <a:pt x="5193" y="7266"/>
                    </a:cubicBezTo>
                    <a:cubicBezTo>
                      <a:pt x="5193" y="7265"/>
                      <a:pt x="5194" y="7264"/>
                      <a:pt x="5194" y="7264"/>
                    </a:cubicBezTo>
                    <a:cubicBezTo>
                      <a:pt x="5195" y="7259"/>
                      <a:pt x="5196" y="7254"/>
                      <a:pt x="5196" y="7248"/>
                    </a:cubicBezTo>
                    <a:lnTo>
                      <a:pt x="5196" y="7247"/>
                    </a:lnTo>
                    <a:cubicBezTo>
                      <a:pt x="5199" y="7249"/>
                      <a:pt x="5202" y="7251"/>
                      <a:pt x="5205" y="7253"/>
                    </a:cubicBezTo>
                    <a:cubicBezTo>
                      <a:pt x="5208" y="7255"/>
                      <a:pt x="5212" y="7257"/>
                      <a:pt x="5216" y="7259"/>
                    </a:cubicBezTo>
                    <a:cubicBezTo>
                      <a:pt x="5214" y="7260"/>
                      <a:pt x="5213" y="7261"/>
                      <a:pt x="5213" y="7262"/>
                    </a:cubicBezTo>
                    <a:cubicBezTo>
                      <a:pt x="5166" y="7346"/>
                      <a:pt x="5136" y="7439"/>
                      <a:pt x="5100" y="7530"/>
                    </a:cubicBezTo>
                    <a:cubicBezTo>
                      <a:pt x="5079" y="7584"/>
                      <a:pt x="5061" y="7638"/>
                      <a:pt x="5043" y="7694"/>
                    </a:cubicBezTo>
                    <a:cubicBezTo>
                      <a:pt x="5030" y="7735"/>
                      <a:pt x="5013" y="7772"/>
                      <a:pt x="5002" y="7813"/>
                    </a:cubicBezTo>
                    <a:cubicBezTo>
                      <a:pt x="5001" y="7813"/>
                      <a:pt x="5001" y="7813"/>
                      <a:pt x="5000" y="7814"/>
                    </a:cubicBezTo>
                    <a:cubicBezTo>
                      <a:pt x="4999" y="7815"/>
                      <a:pt x="4997" y="7816"/>
                      <a:pt x="4996" y="7817"/>
                    </a:cubicBezTo>
                    <a:cubicBezTo>
                      <a:pt x="4992" y="7812"/>
                      <a:pt x="4988" y="7808"/>
                      <a:pt x="4984" y="7803"/>
                    </a:cubicBezTo>
                    <a:cubicBezTo>
                      <a:pt x="4964" y="7777"/>
                      <a:pt x="4937" y="7756"/>
                      <a:pt x="4917" y="7730"/>
                    </a:cubicBezTo>
                    <a:cubicBezTo>
                      <a:pt x="4909" y="7720"/>
                      <a:pt x="4901" y="7709"/>
                      <a:pt x="4894" y="7699"/>
                    </a:cubicBezTo>
                    <a:lnTo>
                      <a:pt x="4901" y="7688"/>
                    </a:lnTo>
                    <a:moveTo>
                      <a:pt x="5032" y="7831"/>
                    </a:moveTo>
                    <a:cubicBezTo>
                      <a:pt x="5043" y="7828"/>
                      <a:pt x="5054" y="7825"/>
                      <a:pt x="5065" y="7820"/>
                    </a:cubicBezTo>
                    <a:cubicBezTo>
                      <a:pt x="5087" y="7815"/>
                      <a:pt x="5109" y="7810"/>
                      <a:pt x="5131" y="7806"/>
                    </a:cubicBezTo>
                    <a:cubicBezTo>
                      <a:pt x="5132" y="7806"/>
                      <a:pt x="5133" y="7805"/>
                      <a:pt x="5134" y="7805"/>
                    </a:cubicBezTo>
                    <a:cubicBezTo>
                      <a:pt x="5135" y="7804"/>
                      <a:pt x="5137" y="7803"/>
                      <a:pt x="5138" y="7801"/>
                    </a:cubicBezTo>
                    <a:cubicBezTo>
                      <a:pt x="5138" y="7799"/>
                      <a:pt x="5139" y="7798"/>
                      <a:pt x="5139" y="7796"/>
                    </a:cubicBezTo>
                    <a:cubicBezTo>
                      <a:pt x="5139" y="7794"/>
                      <a:pt x="5138" y="7792"/>
                      <a:pt x="5138" y="7791"/>
                    </a:cubicBezTo>
                    <a:cubicBezTo>
                      <a:pt x="5137" y="7790"/>
                      <a:pt x="5137" y="7790"/>
                      <a:pt x="5137" y="7790"/>
                    </a:cubicBezTo>
                    <a:cubicBezTo>
                      <a:pt x="5171" y="7722"/>
                      <a:pt x="5189" y="7636"/>
                      <a:pt x="5207" y="7562"/>
                    </a:cubicBezTo>
                    <a:cubicBezTo>
                      <a:pt x="5219" y="7511"/>
                      <a:pt x="5232" y="7460"/>
                      <a:pt x="5243" y="7409"/>
                    </a:cubicBezTo>
                    <a:cubicBezTo>
                      <a:pt x="5248" y="7391"/>
                      <a:pt x="5251" y="7373"/>
                      <a:pt x="5254" y="7355"/>
                    </a:cubicBezTo>
                    <a:cubicBezTo>
                      <a:pt x="5255" y="7344"/>
                      <a:pt x="5265" y="7283"/>
                      <a:pt x="5271" y="7278"/>
                    </a:cubicBezTo>
                    <a:cubicBezTo>
                      <a:pt x="5272" y="7277"/>
                      <a:pt x="5273" y="7277"/>
                      <a:pt x="5273" y="7276"/>
                    </a:cubicBezTo>
                    <a:cubicBezTo>
                      <a:pt x="5273" y="7275"/>
                      <a:pt x="5274" y="7274"/>
                      <a:pt x="5274" y="7273"/>
                    </a:cubicBezTo>
                    <a:cubicBezTo>
                      <a:pt x="5274" y="7272"/>
                      <a:pt x="5274" y="7272"/>
                      <a:pt x="5274" y="7271"/>
                    </a:cubicBezTo>
                    <a:lnTo>
                      <a:pt x="5278" y="7271"/>
                    </a:lnTo>
                    <a:lnTo>
                      <a:pt x="5288" y="7273"/>
                    </a:lnTo>
                    <a:lnTo>
                      <a:pt x="5288" y="7274"/>
                    </a:lnTo>
                    <a:cubicBezTo>
                      <a:pt x="5288" y="7276"/>
                      <a:pt x="5288" y="7279"/>
                      <a:pt x="5288" y="7282"/>
                    </a:cubicBezTo>
                    <a:cubicBezTo>
                      <a:pt x="5288" y="7318"/>
                      <a:pt x="5294" y="7354"/>
                      <a:pt x="5306" y="7388"/>
                    </a:cubicBezTo>
                    <a:cubicBezTo>
                      <a:pt x="5306" y="7389"/>
                      <a:pt x="5306" y="7390"/>
                      <a:pt x="5307" y="7392"/>
                    </a:cubicBezTo>
                    <a:cubicBezTo>
                      <a:pt x="5310" y="7402"/>
                      <a:pt x="5313" y="7413"/>
                      <a:pt x="5317" y="7424"/>
                    </a:cubicBezTo>
                    <a:cubicBezTo>
                      <a:pt x="5317" y="7425"/>
                      <a:pt x="5317" y="7427"/>
                      <a:pt x="5318" y="7429"/>
                    </a:cubicBezTo>
                    <a:cubicBezTo>
                      <a:pt x="5318" y="7429"/>
                      <a:pt x="5319" y="7429"/>
                      <a:pt x="5319" y="7430"/>
                    </a:cubicBezTo>
                    <a:cubicBezTo>
                      <a:pt x="5323" y="7442"/>
                      <a:pt x="5327" y="7455"/>
                      <a:pt x="5331" y="7469"/>
                    </a:cubicBezTo>
                    <a:cubicBezTo>
                      <a:pt x="5351" y="7543"/>
                      <a:pt x="5365" y="7617"/>
                      <a:pt x="5383" y="7692"/>
                    </a:cubicBezTo>
                    <a:cubicBezTo>
                      <a:pt x="5402" y="7764"/>
                      <a:pt x="5416" y="7838"/>
                      <a:pt x="5426" y="7913"/>
                    </a:cubicBezTo>
                    <a:cubicBezTo>
                      <a:pt x="5428" y="7934"/>
                      <a:pt x="5429" y="7959"/>
                      <a:pt x="5433" y="7983"/>
                    </a:cubicBezTo>
                    <a:cubicBezTo>
                      <a:pt x="5384" y="7963"/>
                      <a:pt x="5342" y="7930"/>
                      <a:pt x="5297" y="7904"/>
                    </a:cubicBezTo>
                    <a:cubicBezTo>
                      <a:pt x="5269" y="7886"/>
                      <a:pt x="5243" y="7865"/>
                      <a:pt x="5219" y="7842"/>
                    </a:cubicBezTo>
                    <a:cubicBezTo>
                      <a:pt x="5196" y="7822"/>
                      <a:pt x="5168" y="7809"/>
                      <a:pt x="5148" y="7783"/>
                    </a:cubicBezTo>
                    <a:cubicBezTo>
                      <a:pt x="5147" y="7782"/>
                      <a:pt x="5147" y="7782"/>
                      <a:pt x="5146" y="7782"/>
                    </a:cubicBezTo>
                    <a:cubicBezTo>
                      <a:pt x="5145" y="7781"/>
                      <a:pt x="5144" y="7781"/>
                      <a:pt x="5143" y="7781"/>
                    </a:cubicBezTo>
                    <a:cubicBezTo>
                      <a:pt x="5142" y="7781"/>
                      <a:pt x="5142" y="7781"/>
                      <a:pt x="5141" y="7782"/>
                    </a:cubicBezTo>
                    <a:cubicBezTo>
                      <a:pt x="5140" y="7782"/>
                      <a:pt x="5139" y="7783"/>
                      <a:pt x="5139" y="7784"/>
                    </a:cubicBezTo>
                    <a:lnTo>
                      <a:pt x="5138" y="7784"/>
                    </a:lnTo>
                    <a:cubicBezTo>
                      <a:pt x="5124" y="7823"/>
                      <a:pt x="5225" y="7885"/>
                      <a:pt x="5250" y="7907"/>
                    </a:cubicBezTo>
                    <a:cubicBezTo>
                      <a:pt x="5277" y="7932"/>
                      <a:pt x="5307" y="7954"/>
                      <a:pt x="5339" y="7973"/>
                    </a:cubicBezTo>
                    <a:cubicBezTo>
                      <a:pt x="5370" y="7991"/>
                      <a:pt x="5403" y="8006"/>
                      <a:pt x="5438" y="8017"/>
                    </a:cubicBezTo>
                    <a:lnTo>
                      <a:pt x="5439" y="8017"/>
                    </a:lnTo>
                    <a:cubicBezTo>
                      <a:pt x="5441" y="8025"/>
                      <a:pt x="5444" y="8034"/>
                      <a:pt x="5447" y="8043"/>
                    </a:cubicBezTo>
                    <a:cubicBezTo>
                      <a:pt x="5432" y="8044"/>
                      <a:pt x="5417" y="8045"/>
                      <a:pt x="5402" y="8045"/>
                    </a:cubicBezTo>
                    <a:cubicBezTo>
                      <a:pt x="5371" y="8045"/>
                      <a:pt x="5341" y="8042"/>
                      <a:pt x="5311" y="8037"/>
                    </a:cubicBezTo>
                    <a:cubicBezTo>
                      <a:pt x="5247" y="8026"/>
                      <a:pt x="5190" y="7980"/>
                      <a:pt x="5140" y="7941"/>
                    </a:cubicBezTo>
                    <a:cubicBezTo>
                      <a:pt x="5094" y="7908"/>
                      <a:pt x="5051" y="7872"/>
                      <a:pt x="5011" y="7833"/>
                    </a:cubicBezTo>
                    <a:cubicBezTo>
                      <a:pt x="5017" y="7832"/>
                      <a:pt x="5024" y="7832"/>
                      <a:pt x="5030" y="7831"/>
                    </a:cubicBezTo>
                    <a:lnTo>
                      <a:pt x="5032" y="7831"/>
                    </a:lnTo>
                    <a:moveTo>
                      <a:pt x="5662" y="7786"/>
                    </a:moveTo>
                    <a:cubicBezTo>
                      <a:pt x="5649" y="7757"/>
                      <a:pt x="5638" y="7727"/>
                      <a:pt x="5630" y="7696"/>
                    </a:cubicBezTo>
                    <a:cubicBezTo>
                      <a:pt x="5627" y="7675"/>
                      <a:pt x="5620" y="7656"/>
                      <a:pt x="5610" y="7637"/>
                    </a:cubicBezTo>
                    <a:cubicBezTo>
                      <a:pt x="5574" y="7580"/>
                      <a:pt x="5558" y="7498"/>
                      <a:pt x="5538" y="7435"/>
                    </a:cubicBezTo>
                    <a:cubicBezTo>
                      <a:pt x="5520" y="7381"/>
                      <a:pt x="5498" y="7328"/>
                      <a:pt x="5471" y="7278"/>
                    </a:cubicBezTo>
                    <a:cubicBezTo>
                      <a:pt x="5496" y="7308"/>
                      <a:pt x="5521" y="7337"/>
                      <a:pt x="5547" y="7364"/>
                    </a:cubicBezTo>
                    <a:cubicBezTo>
                      <a:pt x="5591" y="7411"/>
                      <a:pt x="5628" y="7463"/>
                      <a:pt x="5671" y="7511"/>
                    </a:cubicBezTo>
                    <a:cubicBezTo>
                      <a:pt x="5713" y="7559"/>
                      <a:pt x="5749" y="7615"/>
                      <a:pt x="5797" y="7658"/>
                    </a:cubicBezTo>
                    <a:cubicBezTo>
                      <a:pt x="5822" y="7679"/>
                      <a:pt x="5843" y="7703"/>
                      <a:pt x="5859" y="7731"/>
                    </a:cubicBezTo>
                    <a:cubicBezTo>
                      <a:pt x="5860" y="7732"/>
                      <a:pt x="5860" y="7733"/>
                      <a:pt x="5861" y="7735"/>
                    </a:cubicBezTo>
                    <a:cubicBezTo>
                      <a:pt x="5864" y="7740"/>
                      <a:pt x="5868" y="7745"/>
                      <a:pt x="5872" y="7751"/>
                    </a:cubicBezTo>
                    <a:cubicBezTo>
                      <a:pt x="5870" y="7754"/>
                      <a:pt x="5868" y="7758"/>
                      <a:pt x="5866" y="7761"/>
                    </a:cubicBezTo>
                    <a:cubicBezTo>
                      <a:pt x="5846" y="7795"/>
                      <a:pt x="5822" y="7825"/>
                      <a:pt x="5793" y="7850"/>
                    </a:cubicBezTo>
                    <a:cubicBezTo>
                      <a:pt x="5767" y="7874"/>
                      <a:pt x="5744" y="7900"/>
                      <a:pt x="5720" y="7926"/>
                    </a:cubicBezTo>
                    <a:lnTo>
                      <a:pt x="5710" y="7938"/>
                    </a:lnTo>
                    <a:cubicBezTo>
                      <a:pt x="5697" y="7886"/>
                      <a:pt x="5681" y="7835"/>
                      <a:pt x="5662" y="7786"/>
                    </a:cubicBezTo>
                    <a:moveTo>
                      <a:pt x="5703" y="7314"/>
                    </a:moveTo>
                    <a:cubicBezTo>
                      <a:pt x="5672" y="7284"/>
                      <a:pt x="5638" y="7257"/>
                      <a:pt x="5603" y="7232"/>
                    </a:cubicBezTo>
                    <a:cubicBezTo>
                      <a:pt x="5583" y="7219"/>
                      <a:pt x="5573" y="7198"/>
                      <a:pt x="5556" y="7182"/>
                    </a:cubicBezTo>
                    <a:cubicBezTo>
                      <a:pt x="5542" y="7172"/>
                      <a:pt x="5530" y="7159"/>
                      <a:pt x="5522" y="7144"/>
                    </a:cubicBezTo>
                    <a:lnTo>
                      <a:pt x="5521" y="7143"/>
                    </a:lnTo>
                    <a:lnTo>
                      <a:pt x="5521" y="7142"/>
                    </a:lnTo>
                    <a:cubicBezTo>
                      <a:pt x="5520" y="7141"/>
                      <a:pt x="5519" y="7140"/>
                      <a:pt x="5518" y="7139"/>
                    </a:cubicBezTo>
                    <a:cubicBezTo>
                      <a:pt x="5516" y="7138"/>
                      <a:pt x="5515" y="7138"/>
                      <a:pt x="5513" y="7138"/>
                    </a:cubicBezTo>
                    <a:cubicBezTo>
                      <a:pt x="5512" y="7138"/>
                      <a:pt x="5511" y="7138"/>
                      <a:pt x="5510" y="7138"/>
                    </a:cubicBezTo>
                    <a:lnTo>
                      <a:pt x="5512" y="7133"/>
                    </a:lnTo>
                    <a:lnTo>
                      <a:pt x="5513" y="7134"/>
                    </a:lnTo>
                    <a:cubicBezTo>
                      <a:pt x="5613" y="7171"/>
                      <a:pt x="5713" y="7244"/>
                      <a:pt x="5789" y="7317"/>
                    </a:cubicBezTo>
                    <a:cubicBezTo>
                      <a:pt x="5821" y="7347"/>
                      <a:pt x="5859" y="7372"/>
                      <a:pt x="5890" y="7404"/>
                    </a:cubicBezTo>
                    <a:cubicBezTo>
                      <a:pt x="5909" y="7422"/>
                      <a:pt x="5928" y="7442"/>
                      <a:pt x="5945" y="7462"/>
                    </a:cubicBezTo>
                    <a:cubicBezTo>
                      <a:pt x="5947" y="7465"/>
                      <a:pt x="5949" y="7468"/>
                      <a:pt x="5953" y="7470"/>
                    </a:cubicBezTo>
                    <a:cubicBezTo>
                      <a:pt x="5956" y="7472"/>
                      <a:pt x="5960" y="7473"/>
                      <a:pt x="5964" y="7473"/>
                    </a:cubicBezTo>
                    <a:cubicBezTo>
                      <a:pt x="5967" y="7473"/>
                      <a:pt x="5969" y="7472"/>
                      <a:pt x="5971" y="7472"/>
                    </a:cubicBezTo>
                    <a:cubicBezTo>
                      <a:pt x="5972" y="7471"/>
                      <a:pt x="5973" y="7471"/>
                      <a:pt x="5974" y="7471"/>
                    </a:cubicBezTo>
                    <a:cubicBezTo>
                      <a:pt x="5976" y="7469"/>
                      <a:pt x="5978" y="7468"/>
                      <a:pt x="5979" y="7466"/>
                    </a:cubicBezTo>
                    <a:cubicBezTo>
                      <a:pt x="5980" y="7464"/>
                      <a:pt x="5980" y="7462"/>
                      <a:pt x="5980" y="7460"/>
                    </a:cubicBezTo>
                    <a:cubicBezTo>
                      <a:pt x="5980" y="7457"/>
                      <a:pt x="5980" y="7455"/>
                      <a:pt x="5979" y="7453"/>
                    </a:cubicBezTo>
                    <a:cubicBezTo>
                      <a:pt x="5978" y="7451"/>
                      <a:pt x="5976" y="7450"/>
                      <a:pt x="5974" y="7449"/>
                    </a:cubicBezTo>
                    <a:cubicBezTo>
                      <a:pt x="5961" y="7442"/>
                      <a:pt x="5948" y="7421"/>
                      <a:pt x="5938" y="7411"/>
                    </a:cubicBezTo>
                    <a:cubicBezTo>
                      <a:pt x="5918" y="7391"/>
                      <a:pt x="5897" y="7373"/>
                      <a:pt x="5874" y="7356"/>
                    </a:cubicBezTo>
                    <a:cubicBezTo>
                      <a:pt x="5834" y="7327"/>
                      <a:pt x="5801" y="7290"/>
                      <a:pt x="5764" y="7259"/>
                    </a:cubicBezTo>
                    <a:cubicBezTo>
                      <a:pt x="5731" y="7234"/>
                      <a:pt x="5696" y="7211"/>
                      <a:pt x="5660" y="7190"/>
                    </a:cubicBezTo>
                    <a:cubicBezTo>
                      <a:pt x="5653" y="7186"/>
                      <a:pt x="5647" y="7182"/>
                      <a:pt x="5640" y="7179"/>
                    </a:cubicBezTo>
                    <a:cubicBezTo>
                      <a:pt x="5606" y="7158"/>
                      <a:pt x="5557" y="7118"/>
                      <a:pt x="5516" y="7120"/>
                    </a:cubicBezTo>
                    <a:cubicBezTo>
                      <a:pt x="5520" y="7108"/>
                      <a:pt x="5523" y="7096"/>
                      <a:pt x="5525" y="7084"/>
                    </a:cubicBezTo>
                    <a:cubicBezTo>
                      <a:pt x="5526" y="7084"/>
                      <a:pt x="5526" y="7083"/>
                      <a:pt x="5527" y="7084"/>
                    </a:cubicBezTo>
                    <a:cubicBezTo>
                      <a:pt x="5528" y="7084"/>
                      <a:pt x="5529" y="7086"/>
                      <a:pt x="5530" y="7086"/>
                    </a:cubicBezTo>
                    <a:cubicBezTo>
                      <a:pt x="5532" y="7086"/>
                      <a:pt x="5535" y="7086"/>
                      <a:pt x="5537" y="7086"/>
                    </a:cubicBezTo>
                    <a:cubicBezTo>
                      <a:pt x="5548" y="7086"/>
                      <a:pt x="5559" y="7083"/>
                      <a:pt x="5568" y="7078"/>
                    </a:cubicBezTo>
                    <a:cubicBezTo>
                      <a:pt x="5578" y="7072"/>
                      <a:pt x="5585" y="7065"/>
                      <a:pt x="5591" y="7055"/>
                    </a:cubicBezTo>
                    <a:lnTo>
                      <a:pt x="5591" y="7054"/>
                    </a:lnTo>
                    <a:cubicBezTo>
                      <a:pt x="5591" y="7054"/>
                      <a:pt x="5591" y="7056"/>
                      <a:pt x="5593" y="7056"/>
                    </a:cubicBezTo>
                    <a:cubicBezTo>
                      <a:pt x="5608" y="7063"/>
                      <a:pt x="5624" y="7051"/>
                      <a:pt x="5639" y="7046"/>
                    </a:cubicBezTo>
                    <a:cubicBezTo>
                      <a:pt x="5659" y="7043"/>
                      <a:pt x="5679" y="7038"/>
                      <a:pt x="5698" y="7032"/>
                    </a:cubicBezTo>
                    <a:cubicBezTo>
                      <a:pt x="5702" y="7031"/>
                      <a:pt x="5704" y="7029"/>
                      <a:pt x="5707" y="7028"/>
                    </a:cubicBezTo>
                    <a:cubicBezTo>
                      <a:pt x="5713" y="7024"/>
                      <a:pt x="5719" y="7019"/>
                      <a:pt x="5723" y="7013"/>
                    </a:cubicBezTo>
                    <a:cubicBezTo>
                      <a:pt x="5727" y="7006"/>
                      <a:pt x="5729" y="6999"/>
                      <a:pt x="5729" y="6992"/>
                    </a:cubicBezTo>
                    <a:cubicBezTo>
                      <a:pt x="5729" y="6990"/>
                      <a:pt x="5728" y="6989"/>
                      <a:pt x="5728" y="6987"/>
                    </a:cubicBezTo>
                    <a:cubicBezTo>
                      <a:pt x="5766" y="6984"/>
                      <a:pt x="5803" y="6982"/>
                      <a:pt x="5841" y="6982"/>
                    </a:cubicBezTo>
                    <a:lnTo>
                      <a:pt x="5853" y="6982"/>
                    </a:lnTo>
                    <a:cubicBezTo>
                      <a:pt x="5851" y="6991"/>
                      <a:pt x="5850" y="6999"/>
                      <a:pt x="5850" y="7008"/>
                    </a:cubicBezTo>
                    <a:cubicBezTo>
                      <a:pt x="5852" y="7016"/>
                      <a:pt x="5851" y="7018"/>
                      <a:pt x="5846" y="7015"/>
                    </a:cubicBezTo>
                    <a:cubicBezTo>
                      <a:pt x="5845" y="7015"/>
                      <a:pt x="5844" y="7015"/>
                      <a:pt x="5842" y="7015"/>
                    </a:cubicBezTo>
                    <a:cubicBezTo>
                      <a:pt x="5837" y="7015"/>
                      <a:pt x="5831" y="7015"/>
                      <a:pt x="5825" y="7016"/>
                    </a:cubicBezTo>
                    <a:cubicBezTo>
                      <a:pt x="5799" y="7020"/>
                      <a:pt x="5778" y="7006"/>
                      <a:pt x="5752" y="7006"/>
                    </a:cubicBezTo>
                    <a:cubicBezTo>
                      <a:pt x="5732" y="7006"/>
                      <a:pt x="5698" y="7020"/>
                      <a:pt x="5702" y="7022"/>
                    </a:cubicBezTo>
                    <a:cubicBezTo>
                      <a:pt x="5733" y="7034"/>
                      <a:pt x="5766" y="7042"/>
                      <a:pt x="5798" y="7047"/>
                    </a:cubicBezTo>
                    <a:cubicBezTo>
                      <a:pt x="5800" y="7047"/>
                      <a:pt x="5801" y="7047"/>
                      <a:pt x="5803" y="7047"/>
                    </a:cubicBezTo>
                    <a:cubicBezTo>
                      <a:pt x="5820" y="7047"/>
                      <a:pt x="5837" y="7045"/>
                      <a:pt x="5854" y="7042"/>
                    </a:cubicBezTo>
                    <a:cubicBezTo>
                      <a:pt x="5884" y="7040"/>
                      <a:pt x="5878" y="7003"/>
                      <a:pt x="5873" y="6981"/>
                    </a:cubicBezTo>
                    <a:cubicBezTo>
                      <a:pt x="5895" y="6978"/>
                      <a:pt x="5917" y="6976"/>
                      <a:pt x="5939" y="6976"/>
                    </a:cubicBezTo>
                    <a:cubicBezTo>
                      <a:pt x="5944" y="6976"/>
                      <a:pt x="5950" y="6976"/>
                      <a:pt x="5955" y="6976"/>
                    </a:cubicBezTo>
                    <a:lnTo>
                      <a:pt x="5963" y="6976"/>
                    </a:lnTo>
                    <a:cubicBezTo>
                      <a:pt x="5968" y="7021"/>
                      <a:pt x="5974" y="7065"/>
                      <a:pt x="5983" y="7108"/>
                    </a:cubicBezTo>
                    <a:cubicBezTo>
                      <a:pt x="5999" y="7187"/>
                      <a:pt x="5988" y="7274"/>
                      <a:pt x="5988" y="7354"/>
                    </a:cubicBezTo>
                    <a:cubicBezTo>
                      <a:pt x="5988" y="7357"/>
                      <a:pt x="5988" y="7361"/>
                      <a:pt x="5988" y="7364"/>
                    </a:cubicBezTo>
                    <a:cubicBezTo>
                      <a:pt x="5988" y="7425"/>
                      <a:pt x="5979" y="7485"/>
                      <a:pt x="5962" y="7543"/>
                    </a:cubicBezTo>
                    <a:cubicBezTo>
                      <a:pt x="5878" y="7466"/>
                      <a:pt x="5787" y="7393"/>
                      <a:pt x="5704" y="7314"/>
                    </a:cubicBezTo>
                    <a:lnTo>
                      <a:pt x="5703" y="7314"/>
                    </a:lnTo>
                    <a:moveTo>
                      <a:pt x="5529" y="7058"/>
                    </a:moveTo>
                    <a:cubicBezTo>
                      <a:pt x="5531" y="7038"/>
                      <a:pt x="5533" y="7018"/>
                      <a:pt x="5533" y="6998"/>
                    </a:cubicBezTo>
                    <a:cubicBezTo>
                      <a:pt x="5533" y="6995"/>
                      <a:pt x="5533" y="6992"/>
                      <a:pt x="5533" y="6990"/>
                    </a:cubicBezTo>
                    <a:lnTo>
                      <a:pt x="5548" y="6991"/>
                    </a:lnTo>
                    <a:lnTo>
                      <a:pt x="5551" y="6991"/>
                    </a:lnTo>
                    <a:lnTo>
                      <a:pt x="5569" y="6992"/>
                    </a:lnTo>
                    <a:cubicBezTo>
                      <a:pt x="5569" y="6992"/>
                      <a:pt x="5569" y="6993"/>
                      <a:pt x="5570" y="6993"/>
                    </a:cubicBezTo>
                    <a:cubicBezTo>
                      <a:pt x="5571" y="6993"/>
                      <a:pt x="5572" y="6994"/>
                      <a:pt x="5574" y="6994"/>
                    </a:cubicBezTo>
                    <a:cubicBezTo>
                      <a:pt x="5575" y="6994"/>
                      <a:pt x="5577" y="6993"/>
                      <a:pt x="5578" y="6993"/>
                    </a:cubicBezTo>
                    <a:cubicBezTo>
                      <a:pt x="5578" y="6993"/>
                      <a:pt x="5578" y="6992"/>
                      <a:pt x="5579" y="6992"/>
                    </a:cubicBezTo>
                    <a:lnTo>
                      <a:pt x="5591" y="6992"/>
                    </a:lnTo>
                    <a:cubicBezTo>
                      <a:pt x="5584" y="7020"/>
                      <a:pt x="5569" y="7063"/>
                      <a:pt x="5534" y="7057"/>
                    </a:cubicBezTo>
                    <a:cubicBezTo>
                      <a:pt x="5532" y="7058"/>
                      <a:pt x="5531" y="7058"/>
                      <a:pt x="5529" y="7059"/>
                    </a:cubicBezTo>
                    <a:lnTo>
                      <a:pt x="5529" y="7058"/>
                    </a:lnTo>
                    <a:moveTo>
                      <a:pt x="5610" y="6993"/>
                    </a:moveTo>
                    <a:cubicBezTo>
                      <a:pt x="5642" y="6993"/>
                      <a:pt x="5673" y="6991"/>
                      <a:pt x="5704" y="6989"/>
                    </a:cubicBezTo>
                    <a:cubicBezTo>
                      <a:pt x="5704" y="6992"/>
                      <a:pt x="5703" y="6995"/>
                      <a:pt x="5701" y="6998"/>
                    </a:cubicBezTo>
                    <a:cubicBezTo>
                      <a:pt x="5699" y="7001"/>
                      <a:pt x="5697" y="7004"/>
                      <a:pt x="5694" y="7007"/>
                    </a:cubicBezTo>
                    <a:cubicBezTo>
                      <a:pt x="5680" y="7013"/>
                      <a:pt x="5665" y="7017"/>
                      <a:pt x="5649" y="7019"/>
                    </a:cubicBezTo>
                    <a:cubicBezTo>
                      <a:pt x="5633" y="7021"/>
                      <a:pt x="5618" y="7026"/>
                      <a:pt x="5604" y="7034"/>
                    </a:cubicBezTo>
                    <a:cubicBezTo>
                      <a:pt x="5603" y="7035"/>
                      <a:pt x="5601" y="7036"/>
                      <a:pt x="5600" y="7037"/>
                    </a:cubicBezTo>
                    <a:cubicBezTo>
                      <a:pt x="5602" y="7032"/>
                      <a:pt x="5603" y="7028"/>
                      <a:pt x="5605" y="7024"/>
                    </a:cubicBezTo>
                    <a:cubicBezTo>
                      <a:pt x="5609" y="7016"/>
                      <a:pt x="5611" y="7007"/>
                      <a:pt x="5611" y="6997"/>
                    </a:cubicBezTo>
                    <a:cubicBezTo>
                      <a:pt x="5611" y="6996"/>
                      <a:pt x="5611" y="6995"/>
                      <a:pt x="5611" y="6994"/>
                    </a:cubicBezTo>
                    <a:lnTo>
                      <a:pt x="5610" y="6993"/>
                    </a:lnTo>
                    <a:moveTo>
                      <a:pt x="5675" y="6692"/>
                    </a:moveTo>
                    <a:cubicBezTo>
                      <a:pt x="5673" y="6687"/>
                      <a:pt x="5669" y="6678"/>
                      <a:pt x="5665" y="6669"/>
                    </a:cubicBezTo>
                    <a:cubicBezTo>
                      <a:pt x="5673" y="6671"/>
                      <a:pt x="5681" y="6672"/>
                      <a:pt x="5690" y="6672"/>
                    </a:cubicBezTo>
                    <a:cubicBezTo>
                      <a:pt x="5698" y="6672"/>
                      <a:pt x="5707" y="6671"/>
                      <a:pt x="5715" y="6669"/>
                    </a:cubicBezTo>
                    <a:cubicBezTo>
                      <a:pt x="5743" y="6665"/>
                      <a:pt x="5772" y="6655"/>
                      <a:pt x="5800" y="6648"/>
                    </a:cubicBezTo>
                    <a:cubicBezTo>
                      <a:pt x="5808" y="6671"/>
                      <a:pt x="5811" y="6704"/>
                      <a:pt x="5825" y="6724"/>
                    </a:cubicBezTo>
                    <a:cubicBezTo>
                      <a:pt x="5799" y="6728"/>
                      <a:pt x="5773" y="6731"/>
                      <a:pt x="5746" y="6736"/>
                    </a:cubicBezTo>
                    <a:lnTo>
                      <a:pt x="5694" y="6748"/>
                    </a:lnTo>
                    <a:cubicBezTo>
                      <a:pt x="5690" y="6729"/>
                      <a:pt x="5684" y="6710"/>
                      <a:pt x="5676" y="6692"/>
                    </a:cubicBezTo>
                    <a:lnTo>
                      <a:pt x="5675" y="6692"/>
                    </a:lnTo>
                    <a:moveTo>
                      <a:pt x="5868" y="6717"/>
                    </a:moveTo>
                    <a:lnTo>
                      <a:pt x="5857" y="6719"/>
                    </a:lnTo>
                    <a:cubicBezTo>
                      <a:pt x="5842" y="6693"/>
                      <a:pt x="5836" y="6663"/>
                      <a:pt x="5821" y="6637"/>
                    </a:cubicBezTo>
                    <a:cubicBezTo>
                      <a:pt x="5825" y="6634"/>
                      <a:pt x="5829" y="6630"/>
                      <a:pt x="5834" y="6628"/>
                    </a:cubicBezTo>
                    <a:cubicBezTo>
                      <a:pt x="5840" y="6624"/>
                      <a:pt x="5847" y="6622"/>
                      <a:pt x="5854" y="6620"/>
                    </a:cubicBezTo>
                    <a:cubicBezTo>
                      <a:pt x="5864" y="6616"/>
                      <a:pt x="5874" y="6613"/>
                      <a:pt x="5884" y="6610"/>
                    </a:cubicBezTo>
                    <a:lnTo>
                      <a:pt x="5893" y="6608"/>
                    </a:lnTo>
                    <a:cubicBezTo>
                      <a:pt x="5904" y="6637"/>
                      <a:pt x="5912" y="6668"/>
                      <a:pt x="5918" y="6698"/>
                    </a:cubicBezTo>
                    <a:cubicBezTo>
                      <a:pt x="5918" y="6704"/>
                      <a:pt x="5920" y="6709"/>
                      <a:pt x="5921" y="6714"/>
                    </a:cubicBezTo>
                    <a:cubicBezTo>
                      <a:pt x="5917" y="6721"/>
                      <a:pt x="5878" y="6716"/>
                      <a:pt x="5870" y="6718"/>
                    </a:cubicBezTo>
                    <a:lnTo>
                      <a:pt x="5868" y="6717"/>
                    </a:lnTo>
                    <a:moveTo>
                      <a:pt x="5829" y="6600"/>
                    </a:moveTo>
                    <a:cubicBezTo>
                      <a:pt x="5826" y="6600"/>
                      <a:pt x="5823" y="6601"/>
                      <a:pt x="5820" y="6603"/>
                    </a:cubicBezTo>
                    <a:cubicBezTo>
                      <a:pt x="5815" y="6605"/>
                      <a:pt x="5810" y="6611"/>
                      <a:pt x="5807" y="6617"/>
                    </a:cubicBezTo>
                    <a:cubicBezTo>
                      <a:pt x="5805" y="6619"/>
                      <a:pt x="5804" y="6622"/>
                      <a:pt x="5803" y="6625"/>
                    </a:cubicBezTo>
                    <a:cubicBezTo>
                      <a:pt x="5775" y="6633"/>
                      <a:pt x="5744" y="6634"/>
                      <a:pt x="5716" y="6645"/>
                    </a:cubicBezTo>
                    <a:cubicBezTo>
                      <a:pt x="5696" y="6652"/>
                      <a:pt x="5677" y="6649"/>
                      <a:pt x="5658" y="6658"/>
                    </a:cubicBezTo>
                    <a:cubicBezTo>
                      <a:pt x="5656" y="6654"/>
                      <a:pt x="5652" y="6651"/>
                      <a:pt x="5648" y="6648"/>
                    </a:cubicBezTo>
                    <a:cubicBezTo>
                      <a:pt x="5647" y="6647"/>
                      <a:pt x="5645" y="6647"/>
                      <a:pt x="5644" y="6646"/>
                    </a:cubicBezTo>
                    <a:cubicBezTo>
                      <a:pt x="5635" y="6645"/>
                      <a:pt x="5626" y="6644"/>
                      <a:pt x="5617" y="6644"/>
                    </a:cubicBezTo>
                    <a:cubicBezTo>
                      <a:pt x="5601" y="6644"/>
                      <a:pt x="5584" y="6646"/>
                      <a:pt x="5568" y="6651"/>
                    </a:cubicBezTo>
                    <a:cubicBezTo>
                      <a:pt x="5543" y="6657"/>
                      <a:pt x="5516" y="6654"/>
                      <a:pt x="5495" y="6671"/>
                    </a:cubicBezTo>
                    <a:cubicBezTo>
                      <a:pt x="5490" y="6674"/>
                      <a:pt x="5495" y="6681"/>
                      <a:pt x="5498" y="6681"/>
                    </a:cubicBezTo>
                    <a:cubicBezTo>
                      <a:pt x="5540" y="6685"/>
                      <a:pt x="5579" y="6665"/>
                      <a:pt x="5620" y="6666"/>
                    </a:cubicBezTo>
                    <a:cubicBezTo>
                      <a:pt x="5653" y="6666"/>
                      <a:pt x="5661" y="6719"/>
                      <a:pt x="5672" y="6752"/>
                    </a:cubicBezTo>
                    <a:cubicBezTo>
                      <a:pt x="5643" y="6758"/>
                      <a:pt x="5613" y="6764"/>
                      <a:pt x="5584" y="6769"/>
                    </a:cubicBezTo>
                    <a:cubicBezTo>
                      <a:pt x="5581" y="6754"/>
                      <a:pt x="5570" y="6740"/>
                      <a:pt x="5567" y="6725"/>
                    </a:cubicBezTo>
                    <a:cubicBezTo>
                      <a:pt x="5566" y="6722"/>
                      <a:pt x="5565" y="6719"/>
                      <a:pt x="5563" y="6716"/>
                    </a:cubicBezTo>
                    <a:cubicBezTo>
                      <a:pt x="5559" y="6708"/>
                      <a:pt x="5553" y="6702"/>
                      <a:pt x="5545" y="6698"/>
                    </a:cubicBezTo>
                    <a:cubicBezTo>
                      <a:pt x="5523" y="6686"/>
                      <a:pt x="5499" y="6680"/>
                      <a:pt x="5475" y="6680"/>
                    </a:cubicBezTo>
                    <a:cubicBezTo>
                      <a:pt x="5462" y="6680"/>
                      <a:pt x="5449" y="6681"/>
                      <a:pt x="5437" y="6685"/>
                    </a:cubicBezTo>
                    <a:cubicBezTo>
                      <a:pt x="5433" y="6686"/>
                      <a:pt x="5431" y="6692"/>
                      <a:pt x="5437" y="6693"/>
                    </a:cubicBezTo>
                    <a:cubicBezTo>
                      <a:pt x="5449" y="6695"/>
                      <a:pt x="5461" y="6697"/>
                      <a:pt x="5474" y="6697"/>
                    </a:cubicBezTo>
                    <a:cubicBezTo>
                      <a:pt x="5477" y="6697"/>
                      <a:pt x="5480" y="6697"/>
                      <a:pt x="5484" y="6696"/>
                    </a:cubicBezTo>
                    <a:cubicBezTo>
                      <a:pt x="5501" y="6697"/>
                      <a:pt x="5518" y="6701"/>
                      <a:pt x="5534" y="6709"/>
                    </a:cubicBezTo>
                    <a:cubicBezTo>
                      <a:pt x="5550" y="6716"/>
                      <a:pt x="5559" y="6752"/>
                      <a:pt x="5562" y="6773"/>
                    </a:cubicBezTo>
                    <a:cubicBezTo>
                      <a:pt x="5536" y="6777"/>
                      <a:pt x="5509" y="6779"/>
                      <a:pt x="5483" y="6780"/>
                    </a:cubicBezTo>
                    <a:cubicBezTo>
                      <a:pt x="5481" y="6780"/>
                      <a:pt x="5479" y="6781"/>
                      <a:pt x="5478" y="6782"/>
                    </a:cubicBezTo>
                    <a:cubicBezTo>
                      <a:pt x="5476" y="6783"/>
                      <a:pt x="5475" y="6784"/>
                      <a:pt x="5474" y="6785"/>
                    </a:cubicBezTo>
                    <a:cubicBezTo>
                      <a:pt x="5460" y="6752"/>
                      <a:pt x="5444" y="6719"/>
                      <a:pt x="5425" y="6687"/>
                    </a:cubicBezTo>
                    <a:lnTo>
                      <a:pt x="5427" y="6687"/>
                    </a:lnTo>
                    <a:lnTo>
                      <a:pt x="5431" y="6682"/>
                    </a:lnTo>
                    <a:cubicBezTo>
                      <a:pt x="5432" y="6682"/>
                      <a:pt x="5433" y="6682"/>
                      <a:pt x="5434" y="6682"/>
                    </a:cubicBezTo>
                    <a:cubicBezTo>
                      <a:pt x="5435" y="6681"/>
                      <a:pt x="5435" y="6680"/>
                      <a:pt x="5436" y="6679"/>
                    </a:cubicBezTo>
                    <a:cubicBezTo>
                      <a:pt x="5436" y="6678"/>
                      <a:pt x="5437" y="6678"/>
                      <a:pt x="5437" y="6677"/>
                    </a:cubicBezTo>
                    <a:cubicBezTo>
                      <a:pt x="5462" y="6651"/>
                      <a:pt x="5484" y="6621"/>
                      <a:pt x="5507" y="6593"/>
                    </a:cubicBezTo>
                    <a:cubicBezTo>
                      <a:pt x="5534" y="6564"/>
                      <a:pt x="5560" y="6534"/>
                      <a:pt x="5583" y="6502"/>
                    </a:cubicBezTo>
                    <a:cubicBezTo>
                      <a:pt x="5603" y="6472"/>
                      <a:pt x="5626" y="6443"/>
                      <a:pt x="5651" y="6417"/>
                    </a:cubicBezTo>
                    <a:cubicBezTo>
                      <a:pt x="5677" y="6387"/>
                      <a:pt x="5705" y="6338"/>
                      <a:pt x="5742" y="6317"/>
                    </a:cubicBezTo>
                    <a:lnTo>
                      <a:pt x="5757" y="6343"/>
                    </a:lnTo>
                    <a:cubicBezTo>
                      <a:pt x="5789" y="6400"/>
                      <a:pt x="5828" y="6454"/>
                      <a:pt x="5855" y="6513"/>
                    </a:cubicBezTo>
                    <a:cubicBezTo>
                      <a:pt x="5866" y="6536"/>
                      <a:pt x="5875" y="6558"/>
                      <a:pt x="5885" y="6581"/>
                    </a:cubicBezTo>
                    <a:cubicBezTo>
                      <a:pt x="5866" y="6585"/>
                      <a:pt x="5848" y="6591"/>
                      <a:pt x="5830" y="6599"/>
                    </a:cubicBezTo>
                    <a:lnTo>
                      <a:pt x="5829" y="6600"/>
                    </a:lnTo>
                    <a:moveTo>
                      <a:pt x="5682" y="6340"/>
                    </a:moveTo>
                    <a:cubicBezTo>
                      <a:pt x="5645" y="6379"/>
                      <a:pt x="5619" y="6438"/>
                      <a:pt x="5576" y="6473"/>
                    </a:cubicBezTo>
                    <a:cubicBezTo>
                      <a:pt x="5547" y="6502"/>
                      <a:pt x="5522" y="6534"/>
                      <a:pt x="5500" y="6569"/>
                    </a:cubicBezTo>
                    <a:cubicBezTo>
                      <a:pt x="5488" y="6585"/>
                      <a:pt x="5475" y="6601"/>
                      <a:pt x="5461" y="6615"/>
                    </a:cubicBezTo>
                    <a:cubicBezTo>
                      <a:pt x="5466" y="6608"/>
                      <a:pt x="5470" y="6601"/>
                      <a:pt x="5474" y="6593"/>
                    </a:cubicBezTo>
                    <a:cubicBezTo>
                      <a:pt x="5501" y="6546"/>
                      <a:pt x="5528" y="6499"/>
                      <a:pt x="5557" y="6453"/>
                    </a:cubicBezTo>
                    <a:cubicBezTo>
                      <a:pt x="5586" y="6406"/>
                      <a:pt x="5611" y="6351"/>
                      <a:pt x="5640" y="6302"/>
                    </a:cubicBezTo>
                    <a:cubicBezTo>
                      <a:pt x="5655" y="6277"/>
                      <a:pt x="5663" y="6239"/>
                      <a:pt x="5682" y="6215"/>
                    </a:cubicBezTo>
                    <a:cubicBezTo>
                      <a:pt x="5687" y="6226"/>
                      <a:pt x="5693" y="6238"/>
                      <a:pt x="5699" y="6249"/>
                    </a:cubicBezTo>
                    <a:cubicBezTo>
                      <a:pt x="5701" y="6251"/>
                      <a:pt x="5702" y="6254"/>
                      <a:pt x="5704" y="6256"/>
                    </a:cubicBezTo>
                    <a:cubicBezTo>
                      <a:pt x="5712" y="6269"/>
                      <a:pt x="5720" y="6283"/>
                      <a:pt x="5728" y="6296"/>
                    </a:cubicBezTo>
                    <a:cubicBezTo>
                      <a:pt x="5712" y="6308"/>
                      <a:pt x="5697" y="6323"/>
                      <a:pt x="5684" y="6340"/>
                    </a:cubicBezTo>
                    <a:lnTo>
                      <a:pt x="5682" y="6340"/>
                    </a:lnTo>
                    <a:moveTo>
                      <a:pt x="5588" y="6117"/>
                    </a:moveTo>
                    <a:cubicBezTo>
                      <a:pt x="5580" y="6139"/>
                      <a:pt x="5571" y="6159"/>
                      <a:pt x="5560" y="6178"/>
                    </a:cubicBezTo>
                    <a:cubicBezTo>
                      <a:pt x="5559" y="6180"/>
                      <a:pt x="5558" y="6181"/>
                      <a:pt x="5557" y="6182"/>
                    </a:cubicBezTo>
                    <a:cubicBezTo>
                      <a:pt x="5538" y="6226"/>
                      <a:pt x="5517" y="6267"/>
                      <a:pt x="5494" y="6308"/>
                    </a:cubicBezTo>
                    <a:cubicBezTo>
                      <a:pt x="5493" y="6310"/>
                      <a:pt x="5492" y="6312"/>
                      <a:pt x="5491" y="6314"/>
                    </a:cubicBezTo>
                    <a:cubicBezTo>
                      <a:pt x="5438" y="6406"/>
                      <a:pt x="5391" y="6502"/>
                      <a:pt x="5349" y="6600"/>
                    </a:cubicBezTo>
                    <a:cubicBezTo>
                      <a:pt x="5339" y="6591"/>
                      <a:pt x="5328" y="6583"/>
                      <a:pt x="5316" y="6576"/>
                    </a:cubicBezTo>
                    <a:cubicBezTo>
                      <a:pt x="5316" y="6575"/>
                      <a:pt x="5316" y="6575"/>
                      <a:pt x="5316" y="6574"/>
                    </a:cubicBezTo>
                    <a:lnTo>
                      <a:pt x="5316" y="6573"/>
                    </a:lnTo>
                    <a:cubicBezTo>
                      <a:pt x="5316" y="6558"/>
                      <a:pt x="5312" y="6543"/>
                      <a:pt x="5307" y="6529"/>
                    </a:cubicBezTo>
                    <a:cubicBezTo>
                      <a:pt x="5300" y="6504"/>
                      <a:pt x="5300" y="6480"/>
                      <a:pt x="5292" y="6455"/>
                    </a:cubicBezTo>
                    <a:cubicBezTo>
                      <a:pt x="5285" y="6428"/>
                      <a:pt x="5282" y="6400"/>
                      <a:pt x="5282" y="6372"/>
                    </a:cubicBezTo>
                    <a:cubicBezTo>
                      <a:pt x="5282" y="6370"/>
                      <a:pt x="5282" y="6368"/>
                      <a:pt x="5282" y="6367"/>
                    </a:cubicBezTo>
                    <a:cubicBezTo>
                      <a:pt x="5282" y="6339"/>
                      <a:pt x="5270" y="6309"/>
                      <a:pt x="5265" y="6281"/>
                    </a:cubicBezTo>
                    <a:cubicBezTo>
                      <a:pt x="5255" y="6215"/>
                      <a:pt x="5246" y="6151"/>
                      <a:pt x="5233" y="6086"/>
                    </a:cubicBezTo>
                    <a:cubicBezTo>
                      <a:pt x="5226" y="6055"/>
                      <a:pt x="5216" y="6025"/>
                      <a:pt x="5208" y="5994"/>
                    </a:cubicBezTo>
                    <a:cubicBezTo>
                      <a:pt x="5203" y="5973"/>
                      <a:pt x="5199" y="5952"/>
                      <a:pt x="5196" y="5931"/>
                    </a:cubicBezTo>
                    <a:cubicBezTo>
                      <a:pt x="5199" y="5932"/>
                      <a:pt x="5202" y="5932"/>
                      <a:pt x="5204" y="5932"/>
                    </a:cubicBezTo>
                    <a:cubicBezTo>
                      <a:pt x="5215" y="5932"/>
                      <a:pt x="5225" y="5931"/>
                      <a:pt x="5235" y="5930"/>
                    </a:cubicBezTo>
                    <a:cubicBezTo>
                      <a:pt x="5276" y="5931"/>
                      <a:pt x="5315" y="5940"/>
                      <a:pt x="5352" y="5956"/>
                    </a:cubicBezTo>
                    <a:cubicBezTo>
                      <a:pt x="5385" y="5973"/>
                      <a:pt x="5420" y="5986"/>
                      <a:pt x="5456" y="5993"/>
                    </a:cubicBezTo>
                    <a:cubicBezTo>
                      <a:pt x="5466" y="5994"/>
                      <a:pt x="5471" y="5999"/>
                      <a:pt x="5478" y="6000"/>
                    </a:cubicBezTo>
                    <a:cubicBezTo>
                      <a:pt x="5487" y="6009"/>
                      <a:pt x="5495" y="6018"/>
                      <a:pt x="5502" y="6028"/>
                    </a:cubicBezTo>
                    <a:cubicBezTo>
                      <a:pt x="5513" y="6042"/>
                      <a:pt x="5527" y="6054"/>
                      <a:pt x="5542" y="6063"/>
                    </a:cubicBezTo>
                    <a:cubicBezTo>
                      <a:pt x="5545" y="6064"/>
                      <a:pt x="5547" y="6066"/>
                      <a:pt x="5550" y="6067"/>
                    </a:cubicBezTo>
                    <a:cubicBezTo>
                      <a:pt x="5566" y="6076"/>
                      <a:pt x="5580" y="6087"/>
                      <a:pt x="5594" y="6100"/>
                    </a:cubicBezTo>
                    <a:cubicBezTo>
                      <a:pt x="5592" y="6106"/>
                      <a:pt x="5590" y="6111"/>
                      <a:pt x="5589" y="6117"/>
                    </a:cubicBezTo>
                    <a:lnTo>
                      <a:pt x="5588" y="6117"/>
                    </a:lnTo>
                    <a:moveTo>
                      <a:pt x="5265" y="5906"/>
                    </a:moveTo>
                    <a:cubicBezTo>
                      <a:pt x="5251" y="5904"/>
                      <a:pt x="5238" y="5902"/>
                      <a:pt x="5224" y="5902"/>
                    </a:cubicBezTo>
                    <a:lnTo>
                      <a:pt x="5216" y="5903"/>
                    </a:lnTo>
                    <a:lnTo>
                      <a:pt x="5213" y="5903"/>
                    </a:lnTo>
                    <a:lnTo>
                      <a:pt x="5204" y="5902"/>
                    </a:lnTo>
                    <a:cubicBezTo>
                      <a:pt x="5204" y="5901"/>
                      <a:pt x="5203" y="5901"/>
                      <a:pt x="5203" y="5901"/>
                    </a:cubicBezTo>
                    <a:cubicBezTo>
                      <a:pt x="5201" y="5901"/>
                      <a:pt x="5200" y="5901"/>
                      <a:pt x="5199" y="5902"/>
                    </a:cubicBezTo>
                    <a:cubicBezTo>
                      <a:pt x="5198" y="5903"/>
                      <a:pt x="5198" y="5903"/>
                      <a:pt x="5197" y="5904"/>
                    </a:cubicBezTo>
                    <a:lnTo>
                      <a:pt x="5193" y="5904"/>
                    </a:lnTo>
                    <a:cubicBezTo>
                      <a:pt x="5192" y="5893"/>
                      <a:pt x="5190" y="5882"/>
                      <a:pt x="5187" y="5871"/>
                    </a:cubicBezTo>
                    <a:cubicBezTo>
                      <a:pt x="5201" y="5872"/>
                      <a:pt x="5214" y="5874"/>
                      <a:pt x="5227" y="5876"/>
                    </a:cubicBezTo>
                    <a:cubicBezTo>
                      <a:pt x="5262" y="5885"/>
                      <a:pt x="5295" y="5899"/>
                      <a:pt x="5327" y="5917"/>
                    </a:cubicBezTo>
                    <a:cubicBezTo>
                      <a:pt x="5327" y="5918"/>
                      <a:pt x="5328" y="5918"/>
                      <a:pt x="5328" y="5918"/>
                    </a:cubicBezTo>
                    <a:cubicBezTo>
                      <a:pt x="5309" y="5913"/>
                      <a:pt x="5288" y="5910"/>
                      <a:pt x="5266" y="5906"/>
                    </a:cubicBezTo>
                    <a:lnTo>
                      <a:pt x="5265" y="5906"/>
                    </a:lnTo>
                    <a:moveTo>
                      <a:pt x="5055" y="6033"/>
                    </a:moveTo>
                    <a:cubicBezTo>
                      <a:pt x="5067" y="6092"/>
                      <a:pt x="5081" y="6153"/>
                      <a:pt x="5089" y="6213"/>
                    </a:cubicBezTo>
                    <a:cubicBezTo>
                      <a:pt x="5095" y="6256"/>
                      <a:pt x="5105" y="6298"/>
                      <a:pt x="5110" y="6340"/>
                    </a:cubicBezTo>
                    <a:cubicBezTo>
                      <a:pt x="5114" y="6376"/>
                      <a:pt x="5110" y="6411"/>
                      <a:pt x="5117" y="6447"/>
                    </a:cubicBezTo>
                    <a:cubicBezTo>
                      <a:pt x="5123" y="6475"/>
                      <a:pt x="5105" y="6521"/>
                      <a:pt x="5131" y="6542"/>
                    </a:cubicBezTo>
                    <a:cubicBezTo>
                      <a:pt x="5126" y="6543"/>
                      <a:pt x="5121" y="6544"/>
                      <a:pt x="5115" y="6546"/>
                    </a:cubicBezTo>
                    <a:cubicBezTo>
                      <a:pt x="5115" y="6542"/>
                      <a:pt x="5115" y="6539"/>
                      <a:pt x="5114" y="6536"/>
                    </a:cubicBezTo>
                    <a:cubicBezTo>
                      <a:pt x="5115" y="6534"/>
                      <a:pt x="5115" y="6533"/>
                      <a:pt x="5115" y="6532"/>
                    </a:cubicBezTo>
                    <a:cubicBezTo>
                      <a:pt x="5115" y="6530"/>
                      <a:pt x="5115" y="6529"/>
                      <a:pt x="5114" y="6528"/>
                    </a:cubicBezTo>
                    <a:cubicBezTo>
                      <a:pt x="5095" y="6447"/>
                      <a:pt x="5033" y="6370"/>
                      <a:pt x="4995" y="6298"/>
                    </a:cubicBezTo>
                    <a:cubicBezTo>
                      <a:pt x="4950" y="6209"/>
                      <a:pt x="4872" y="6143"/>
                      <a:pt x="4835" y="6049"/>
                    </a:cubicBezTo>
                    <a:cubicBezTo>
                      <a:pt x="4836" y="6049"/>
                      <a:pt x="4837" y="6049"/>
                      <a:pt x="4839" y="6048"/>
                    </a:cubicBezTo>
                    <a:lnTo>
                      <a:pt x="4840" y="6048"/>
                    </a:lnTo>
                    <a:cubicBezTo>
                      <a:pt x="4866" y="6027"/>
                      <a:pt x="4888" y="6000"/>
                      <a:pt x="4914" y="5979"/>
                    </a:cubicBezTo>
                    <a:cubicBezTo>
                      <a:pt x="4918" y="5977"/>
                      <a:pt x="4921" y="5974"/>
                      <a:pt x="4925" y="5972"/>
                    </a:cubicBezTo>
                    <a:cubicBezTo>
                      <a:pt x="4938" y="5965"/>
                      <a:pt x="4952" y="5959"/>
                      <a:pt x="4967" y="5955"/>
                    </a:cubicBezTo>
                    <a:cubicBezTo>
                      <a:pt x="4990" y="5947"/>
                      <a:pt x="5014" y="5941"/>
                      <a:pt x="5038" y="5936"/>
                    </a:cubicBezTo>
                    <a:cubicBezTo>
                      <a:pt x="5042" y="5969"/>
                      <a:pt x="5050" y="6002"/>
                      <a:pt x="5055" y="6033"/>
                    </a:cubicBezTo>
                    <a:moveTo>
                      <a:pt x="4954" y="6279"/>
                    </a:moveTo>
                    <a:cubicBezTo>
                      <a:pt x="4977" y="6315"/>
                      <a:pt x="4996" y="6354"/>
                      <a:pt x="5016" y="6391"/>
                    </a:cubicBezTo>
                    <a:cubicBezTo>
                      <a:pt x="5025" y="6408"/>
                      <a:pt x="5035" y="6427"/>
                      <a:pt x="5047" y="6446"/>
                    </a:cubicBezTo>
                    <a:cubicBezTo>
                      <a:pt x="5030" y="6426"/>
                      <a:pt x="5014" y="6406"/>
                      <a:pt x="4997" y="6387"/>
                    </a:cubicBezTo>
                    <a:cubicBezTo>
                      <a:pt x="4981" y="6372"/>
                      <a:pt x="4967" y="6355"/>
                      <a:pt x="4954" y="6337"/>
                    </a:cubicBezTo>
                    <a:cubicBezTo>
                      <a:pt x="4942" y="6316"/>
                      <a:pt x="4920" y="6303"/>
                      <a:pt x="4905" y="6284"/>
                    </a:cubicBezTo>
                    <a:cubicBezTo>
                      <a:pt x="4881" y="6250"/>
                      <a:pt x="4854" y="6219"/>
                      <a:pt x="4825" y="6189"/>
                    </a:cubicBezTo>
                    <a:cubicBezTo>
                      <a:pt x="4802" y="6166"/>
                      <a:pt x="4784" y="6139"/>
                      <a:pt x="4761" y="6116"/>
                    </a:cubicBezTo>
                    <a:cubicBezTo>
                      <a:pt x="4750" y="6105"/>
                      <a:pt x="4738" y="6096"/>
                      <a:pt x="4727" y="6085"/>
                    </a:cubicBezTo>
                    <a:cubicBezTo>
                      <a:pt x="4730" y="6083"/>
                      <a:pt x="4733" y="6081"/>
                      <a:pt x="4736" y="6079"/>
                    </a:cubicBezTo>
                    <a:cubicBezTo>
                      <a:pt x="4747" y="6073"/>
                      <a:pt x="4759" y="6068"/>
                      <a:pt x="4771" y="6066"/>
                    </a:cubicBezTo>
                    <a:cubicBezTo>
                      <a:pt x="4786" y="6061"/>
                      <a:pt x="4801" y="6055"/>
                      <a:pt x="4816" y="6050"/>
                    </a:cubicBezTo>
                    <a:cubicBezTo>
                      <a:pt x="4833" y="6131"/>
                      <a:pt x="4909" y="6212"/>
                      <a:pt x="4954" y="6279"/>
                    </a:cubicBezTo>
                    <a:moveTo>
                      <a:pt x="4686" y="6338"/>
                    </a:moveTo>
                    <a:lnTo>
                      <a:pt x="4706" y="6358"/>
                    </a:lnTo>
                    <a:cubicBezTo>
                      <a:pt x="4682" y="6374"/>
                      <a:pt x="4667" y="6432"/>
                      <a:pt x="4661" y="6451"/>
                    </a:cubicBezTo>
                    <a:cubicBezTo>
                      <a:pt x="4646" y="6495"/>
                      <a:pt x="4636" y="6540"/>
                      <a:pt x="4629" y="6586"/>
                    </a:cubicBezTo>
                    <a:lnTo>
                      <a:pt x="4628" y="6586"/>
                    </a:lnTo>
                    <a:lnTo>
                      <a:pt x="4626" y="6585"/>
                    </a:lnTo>
                    <a:cubicBezTo>
                      <a:pt x="4622" y="6584"/>
                      <a:pt x="4619" y="6587"/>
                      <a:pt x="4618" y="6591"/>
                    </a:cubicBezTo>
                    <a:cubicBezTo>
                      <a:pt x="4615" y="6592"/>
                      <a:pt x="4612" y="6593"/>
                      <a:pt x="4610" y="6594"/>
                    </a:cubicBezTo>
                    <a:cubicBezTo>
                      <a:pt x="4601" y="6597"/>
                      <a:pt x="4593" y="6602"/>
                      <a:pt x="4585" y="6606"/>
                    </a:cubicBezTo>
                    <a:cubicBezTo>
                      <a:pt x="4578" y="6608"/>
                      <a:pt x="4571" y="6611"/>
                      <a:pt x="4565" y="6615"/>
                    </a:cubicBezTo>
                    <a:cubicBezTo>
                      <a:pt x="4560" y="6618"/>
                      <a:pt x="4555" y="6622"/>
                      <a:pt x="4550" y="6626"/>
                    </a:cubicBezTo>
                    <a:cubicBezTo>
                      <a:pt x="4550" y="6615"/>
                      <a:pt x="4550" y="6604"/>
                      <a:pt x="4550" y="6593"/>
                    </a:cubicBezTo>
                    <a:cubicBezTo>
                      <a:pt x="4550" y="6586"/>
                      <a:pt x="4549" y="6579"/>
                      <a:pt x="4549" y="6572"/>
                    </a:cubicBezTo>
                    <a:cubicBezTo>
                      <a:pt x="4549" y="6482"/>
                      <a:pt x="4568" y="6392"/>
                      <a:pt x="4605" y="6310"/>
                    </a:cubicBezTo>
                    <a:cubicBezTo>
                      <a:pt x="4608" y="6302"/>
                      <a:pt x="4611" y="6295"/>
                      <a:pt x="4614" y="6287"/>
                    </a:cubicBezTo>
                    <a:cubicBezTo>
                      <a:pt x="4636" y="6305"/>
                      <a:pt x="4663" y="6318"/>
                      <a:pt x="4685" y="6338"/>
                    </a:cubicBezTo>
                    <a:lnTo>
                      <a:pt x="4686" y="6338"/>
                    </a:lnTo>
                    <a:moveTo>
                      <a:pt x="4563" y="6873"/>
                    </a:moveTo>
                    <a:cubicBezTo>
                      <a:pt x="4588" y="6861"/>
                      <a:pt x="4628" y="6851"/>
                      <a:pt x="4648" y="6878"/>
                    </a:cubicBezTo>
                    <a:cubicBezTo>
                      <a:pt x="4660" y="6892"/>
                      <a:pt x="4670" y="6907"/>
                      <a:pt x="4679" y="6922"/>
                    </a:cubicBezTo>
                    <a:cubicBezTo>
                      <a:pt x="4687" y="6936"/>
                      <a:pt x="4694" y="6949"/>
                      <a:pt x="4699" y="6963"/>
                    </a:cubicBezTo>
                    <a:cubicBezTo>
                      <a:pt x="4712" y="6999"/>
                      <a:pt x="4719" y="7036"/>
                      <a:pt x="4721" y="7074"/>
                    </a:cubicBezTo>
                    <a:cubicBezTo>
                      <a:pt x="4717" y="7130"/>
                      <a:pt x="4738" y="7179"/>
                      <a:pt x="4717" y="7235"/>
                    </a:cubicBezTo>
                    <a:cubicBezTo>
                      <a:pt x="4709" y="7257"/>
                      <a:pt x="4703" y="7279"/>
                      <a:pt x="4693" y="7301"/>
                    </a:cubicBezTo>
                    <a:cubicBezTo>
                      <a:pt x="4682" y="7322"/>
                      <a:pt x="4622" y="7318"/>
                      <a:pt x="4613" y="7310"/>
                    </a:cubicBezTo>
                    <a:cubicBezTo>
                      <a:pt x="4613" y="7309"/>
                      <a:pt x="4612" y="7308"/>
                      <a:pt x="4611" y="7308"/>
                    </a:cubicBezTo>
                    <a:cubicBezTo>
                      <a:pt x="4610" y="7307"/>
                      <a:pt x="4608" y="7307"/>
                      <a:pt x="4607" y="7307"/>
                    </a:cubicBezTo>
                    <a:cubicBezTo>
                      <a:pt x="4610" y="7291"/>
                      <a:pt x="4612" y="7275"/>
                      <a:pt x="4612" y="7259"/>
                    </a:cubicBezTo>
                    <a:cubicBezTo>
                      <a:pt x="4613" y="7230"/>
                      <a:pt x="4617" y="7202"/>
                      <a:pt x="4625" y="7175"/>
                    </a:cubicBezTo>
                    <a:cubicBezTo>
                      <a:pt x="4629" y="7150"/>
                      <a:pt x="4632" y="7125"/>
                      <a:pt x="4633" y="7100"/>
                    </a:cubicBezTo>
                    <a:cubicBezTo>
                      <a:pt x="4637" y="7063"/>
                      <a:pt x="4651" y="7013"/>
                      <a:pt x="4635" y="6978"/>
                    </a:cubicBezTo>
                    <a:cubicBezTo>
                      <a:pt x="4632" y="6972"/>
                      <a:pt x="4629" y="6966"/>
                      <a:pt x="4626" y="6960"/>
                    </a:cubicBezTo>
                    <a:cubicBezTo>
                      <a:pt x="4606" y="6926"/>
                      <a:pt x="4580" y="6897"/>
                      <a:pt x="4548" y="6874"/>
                    </a:cubicBezTo>
                    <a:cubicBezTo>
                      <a:pt x="4548" y="6873"/>
                      <a:pt x="4548" y="6874"/>
                      <a:pt x="4549" y="6873"/>
                    </a:cubicBezTo>
                    <a:cubicBezTo>
                      <a:pt x="4550" y="6872"/>
                      <a:pt x="4549" y="6872"/>
                      <a:pt x="4549" y="6871"/>
                    </a:cubicBezTo>
                    <a:cubicBezTo>
                      <a:pt x="4550" y="6872"/>
                      <a:pt x="4550" y="6872"/>
                      <a:pt x="4551" y="6872"/>
                    </a:cubicBezTo>
                    <a:cubicBezTo>
                      <a:pt x="4553" y="6873"/>
                      <a:pt x="4555" y="6874"/>
                      <a:pt x="4557" y="6874"/>
                    </a:cubicBezTo>
                    <a:cubicBezTo>
                      <a:pt x="4559" y="6874"/>
                      <a:pt x="4560" y="6874"/>
                      <a:pt x="4562" y="6873"/>
                    </a:cubicBezTo>
                    <a:lnTo>
                      <a:pt x="4563" y="6873"/>
                    </a:lnTo>
                    <a:moveTo>
                      <a:pt x="4563" y="6927"/>
                    </a:moveTo>
                    <a:cubicBezTo>
                      <a:pt x="4574" y="6937"/>
                      <a:pt x="4584" y="6949"/>
                      <a:pt x="4591" y="6962"/>
                    </a:cubicBezTo>
                    <a:cubicBezTo>
                      <a:pt x="4596" y="6971"/>
                      <a:pt x="4600" y="6980"/>
                      <a:pt x="4603" y="6990"/>
                    </a:cubicBezTo>
                    <a:cubicBezTo>
                      <a:pt x="4572" y="7002"/>
                      <a:pt x="4538" y="7009"/>
                      <a:pt x="4504" y="7011"/>
                    </a:cubicBezTo>
                    <a:cubicBezTo>
                      <a:pt x="4468" y="6965"/>
                      <a:pt x="4410" y="6934"/>
                      <a:pt x="4374" y="6888"/>
                    </a:cubicBezTo>
                    <a:cubicBezTo>
                      <a:pt x="4347" y="6855"/>
                      <a:pt x="4310" y="6830"/>
                      <a:pt x="4283" y="6796"/>
                    </a:cubicBezTo>
                    <a:cubicBezTo>
                      <a:pt x="4264" y="6776"/>
                      <a:pt x="4242" y="6759"/>
                      <a:pt x="4219" y="6744"/>
                    </a:cubicBezTo>
                    <a:cubicBezTo>
                      <a:pt x="4218" y="6742"/>
                      <a:pt x="4217" y="6741"/>
                      <a:pt x="4216" y="6739"/>
                    </a:cubicBezTo>
                    <a:cubicBezTo>
                      <a:pt x="4214" y="6734"/>
                      <a:pt x="4210" y="6730"/>
                      <a:pt x="4206" y="6727"/>
                    </a:cubicBezTo>
                    <a:cubicBezTo>
                      <a:pt x="4206" y="6726"/>
                      <a:pt x="4205" y="6726"/>
                      <a:pt x="4204" y="6725"/>
                    </a:cubicBezTo>
                    <a:cubicBezTo>
                      <a:pt x="4202" y="6724"/>
                      <a:pt x="4199" y="6723"/>
                      <a:pt x="4197" y="6723"/>
                    </a:cubicBezTo>
                    <a:cubicBezTo>
                      <a:pt x="4194" y="6723"/>
                      <a:pt x="4193" y="6724"/>
                      <a:pt x="4191" y="6725"/>
                    </a:cubicBezTo>
                    <a:cubicBezTo>
                      <a:pt x="4190" y="6726"/>
                      <a:pt x="4189" y="6726"/>
                      <a:pt x="4188" y="6727"/>
                    </a:cubicBezTo>
                    <a:cubicBezTo>
                      <a:pt x="4182" y="6722"/>
                      <a:pt x="4177" y="6716"/>
                      <a:pt x="4171" y="6711"/>
                    </a:cubicBezTo>
                    <a:cubicBezTo>
                      <a:pt x="4143" y="6686"/>
                      <a:pt x="4116" y="6663"/>
                      <a:pt x="4090" y="6637"/>
                    </a:cubicBezTo>
                    <a:cubicBezTo>
                      <a:pt x="4055" y="6603"/>
                      <a:pt x="4016" y="6576"/>
                      <a:pt x="3980" y="6543"/>
                    </a:cubicBezTo>
                    <a:cubicBezTo>
                      <a:pt x="3948" y="6513"/>
                      <a:pt x="3914" y="6485"/>
                      <a:pt x="3879" y="6458"/>
                    </a:cubicBezTo>
                    <a:cubicBezTo>
                      <a:pt x="3849" y="6437"/>
                      <a:pt x="3824" y="6412"/>
                      <a:pt x="3794" y="6391"/>
                    </a:cubicBezTo>
                    <a:cubicBezTo>
                      <a:pt x="3631" y="6277"/>
                      <a:pt x="3471" y="6159"/>
                      <a:pt x="3310" y="6043"/>
                    </a:cubicBezTo>
                    <a:cubicBezTo>
                      <a:pt x="3229" y="5984"/>
                      <a:pt x="3148" y="5927"/>
                      <a:pt x="3061" y="5877"/>
                    </a:cubicBezTo>
                    <a:cubicBezTo>
                      <a:pt x="3057" y="5874"/>
                      <a:pt x="3053" y="5872"/>
                      <a:pt x="3049" y="5869"/>
                    </a:cubicBezTo>
                    <a:cubicBezTo>
                      <a:pt x="2956" y="5816"/>
                      <a:pt x="2867" y="5756"/>
                      <a:pt x="2781" y="5691"/>
                    </a:cubicBezTo>
                    <a:cubicBezTo>
                      <a:pt x="2696" y="5625"/>
                      <a:pt x="2609" y="5563"/>
                      <a:pt x="2530" y="5489"/>
                    </a:cubicBezTo>
                    <a:cubicBezTo>
                      <a:pt x="2491" y="5453"/>
                      <a:pt x="2450" y="5420"/>
                      <a:pt x="2406" y="5390"/>
                    </a:cubicBezTo>
                    <a:cubicBezTo>
                      <a:pt x="2379" y="5371"/>
                      <a:pt x="2356" y="5346"/>
                      <a:pt x="2329" y="5326"/>
                    </a:cubicBezTo>
                    <a:cubicBezTo>
                      <a:pt x="2314" y="5315"/>
                      <a:pt x="2285" y="5301"/>
                      <a:pt x="2284" y="5279"/>
                    </a:cubicBezTo>
                    <a:cubicBezTo>
                      <a:pt x="2284" y="5277"/>
                      <a:pt x="2284" y="5277"/>
                      <a:pt x="2283" y="5275"/>
                    </a:cubicBezTo>
                    <a:cubicBezTo>
                      <a:pt x="2282" y="5273"/>
                      <a:pt x="2281" y="5272"/>
                      <a:pt x="2280" y="5272"/>
                    </a:cubicBezTo>
                    <a:cubicBezTo>
                      <a:pt x="2279" y="5271"/>
                      <a:pt x="2278" y="5271"/>
                      <a:pt x="2277" y="5271"/>
                    </a:cubicBezTo>
                    <a:cubicBezTo>
                      <a:pt x="2282" y="5237"/>
                      <a:pt x="2287" y="5204"/>
                      <a:pt x="2294" y="5170"/>
                    </a:cubicBezTo>
                    <a:cubicBezTo>
                      <a:pt x="2312" y="5200"/>
                      <a:pt x="2345" y="5223"/>
                      <a:pt x="2371" y="5246"/>
                    </a:cubicBezTo>
                    <a:cubicBezTo>
                      <a:pt x="2404" y="5275"/>
                      <a:pt x="2437" y="5303"/>
                      <a:pt x="2471" y="5329"/>
                    </a:cubicBezTo>
                    <a:cubicBezTo>
                      <a:pt x="2480" y="5336"/>
                      <a:pt x="2488" y="5343"/>
                      <a:pt x="2496" y="5349"/>
                    </a:cubicBezTo>
                    <a:cubicBezTo>
                      <a:pt x="2497" y="5349"/>
                      <a:pt x="2497" y="5349"/>
                      <a:pt x="2497" y="5349"/>
                    </a:cubicBezTo>
                    <a:cubicBezTo>
                      <a:pt x="2498" y="5351"/>
                      <a:pt x="2499" y="5351"/>
                      <a:pt x="2501" y="5353"/>
                    </a:cubicBezTo>
                    <a:cubicBezTo>
                      <a:pt x="2502" y="5354"/>
                      <a:pt x="2502" y="5354"/>
                      <a:pt x="2503" y="5354"/>
                    </a:cubicBezTo>
                    <a:cubicBezTo>
                      <a:pt x="2535" y="5380"/>
                      <a:pt x="2566" y="5406"/>
                      <a:pt x="2597" y="5433"/>
                    </a:cubicBezTo>
                    <a:cubicBezTo>
                      <a:pt x="2598" y="5435"/>
                      <a:pt x="2599" y="5436"/>
                      <a:pt x="2601" y="5437"/>
                    </a:cubicBezTo>
                    <a:cubicBezTo>
                      <a:pt x="2602" y="5438"/>
                      <a:pt x="2602" y="5438"/>
                      <a:pt x="2603" y="5438"/>
                    </a:cubicBezTo>
                    <a:cubicBezTo>
                      <a:pt x="2635" y="5467"/>
                      <a:pt x="2668" y="5495"/>
                      <a:pt x="2701" y="5523"/>
                    </a:cubicBezTo>
                    <a:cubicBezTo>
                      <a:pt x="2746" y="5560"/>
                      <a:pt x="2789" y="5600"/>
                      <a:pt x="2836" y="5634"/>
                    </a:cubicBezTo>
                    <a:cubicBezTo>
                      <a:pt x="2883" y="5668"/>
                      <a:pt x="2931" y="5712"/>
                      <a:pt x="2983" y="5747"/>
                    </a:cubicBezTo>
                    <a:cubicBezTo>
                      <a:pt x="3073" y="5806"/>
                      <a:pt x="3168" y="5858"/>
                      <a:pt x="3258" y="5918"/>
                    </a:cubicBezTo>
                    <a:cubicBezTo>
                      <a:pt x="3303" y="5949"/>
                      <a:pt x="3352" y="5973"/>
                      <a:pt x="3395" y="6008"/>
                    </a:cubicBezTo>
                    <a:cubicBezTo>
                      <a:pt x="3426" y="6030"/>
                      <a:pt x="3458" y="6052"/>
                      <a:pt x="3492" y="6071"/>
                    </a:cubicBezTo>
                    <a:cubicBezTo>
                      <a:pt x="3525" y="6091"/>
                      <a:pt x="3492" y="6073"/>
                      <a:pt x="3492" y="6074"/>
                    </a:cubicBezTo>
                    <a:cubicBezTo>
                      <a:pt x="3492" y="6075"/>
                      <a:pt x="3492" y="6076"/>
                      <a:pt x="3493" y="6077"/>
                    </a:cubicBezTo>
                    <a:cubicBezTo>
                      <a:pt x="3494" y="6079"/>
                      <a:pt x="3496" y="6081"/>
                      <a:pt x="3498" y="6083"/>
                    </a:cubicBezTo>
                    <a:cubicBezTo>
                      <a:pt x="3500" y="6084"/>
                      <a:pt x="3503" y="6085"/>
                      <a:pt x="3506" y="6085"/>
                    </a:cubicBezTo>
                    <a:cubicBezTo>
                      <a:pt x="3507" y="6085"/>
                      <a:pt x="3509" y="6084"/>
                      <a:pt x="3510" y="6084"/>
                    </a:cubicBezTo>
                    <a:cubicBezTo>
                      <a:pt x="3518" y="6089"/>
                      <a:pt x="3526" y="6094"/>
                      <a:pt x="3534" y="6100"/>
                    </a:cubicBezTo>
                    <a:cubicBezTo>
                      <a:pt x="3576" y="6132"/>
                      <a:pt x="3620" y="6161"/>
                      <a:pt x="3662" y="6194"/>
                    </a:cubicBezTo>
                    <a:cubicBezTo>
                      <a:pt x="3703" y="6227"/>
                      <a:pt x="3750" y="6252"/>
                      <a:pt x="3790" y="6286"/>
                    </a:cubicBezTo>
                    <a:cubicBezTo>
                      <a:pt x="3815" y="6308"/>
                      <a:pt x="3842" y="6326"/>
                      <a:pt x="3864" y="6350"/>
                    </a:cubicBezTo>
                    <a:cubicBezTo>
                      <a:pt x="3876" y="6365"/>
                      <a:pt x="3890" y="6378"/>
                      <a:pt x="3906" y="6389"/>
                    </a:cubicBezTo>
                    <a:cubicBezTo>
                      <a:pt x="3956" y="6418"/>
                      <a:pt x="4001" y="6456"/>
                      <a:pt x="4051" y="6488"/>
                    </a:cubicBezTo>
                    <a:cubicBezTo>
                      <a:pt x="4052" y="6489"/>
                      <a:pt x="4054" y="6491"/>
                      <a:pt x="4056" y="6492"/>
                    </a:cubicBezTo>
                    <a:cubicBezTo>
                      <a:pt x="4057" y="6493"/>
                      <a:pt x="4059" y="6494"/>
                      <a:pt x="4060" y="6494"/>
                    </a:cubicBezTo>
                    <a:cubicBezTo>
                      <a:pt x="4099" y="6518"/>
                      <a:pt x="4132" y="6547"/>
                      <a:pt x="4169" y="6573"/>
                    </a:cubicBezTo>
                    <a:cubicBezTo>
                      <a:pt x="4192" y="6588"/>
                      <a:pt x="4214" y="6605"/>
                      <a:pt x="4234" y="6622"/>
                    </a:cubicBezTo>
                    <a:cubicBezTo>
                      <a:pt x="4256" y="6640"/>
                      <a:pt x="4276" y="6660"/>
                      <a:pt x="4293" y="6682"/>
                    </a:cubicBezTo>
                    <a:lnTo>
                      <a:pt x="4284" y="6684"/>
                    </a:lnTo>
                    <a:lnTo>
                      <a:pt x="4312" y="6705"/>
                    </a:lnTo>
                    <a:lnTo>
                      <a:pt x="4317" y="6708"/>
                    </a:lnTo>
                    <a:cubicBezTo>
                      <a:pt x="4331" y="6724"/>
                      <a:pt x="4348" y="6738"/>
                      <a:pt x="4362" y="6754"/>
                    </a:cubicBezTo>
                    <a:cubicBezTo>
                      <a:pt x="4391" y="6786"/>
                      <a:pt x="4427" y="6809"/>
                      <a:pt x="4458" y="6838"/>
                    </a:cubicBezTo>
                    <a:cubicBezTo>
                      <a:pt x="4488" y="6867"/>
                      <a:pt x="4529" y="6895"/>
                      <a:pt x="4563" y="6927"/>
                    </a:cubicBezTo>
                    <a:moveTo>
                      <a:pt x="3804" y="5457"/>
                    </a:moveTo>
                    <a:cubicBezTo>
                      <a:pt x="3797" y="5439"/>
                      <a:pt x="3798" y="5420"/>
                      <a:pt x="3790" y="5402"/>
                    </a:cubicBezTo>
                    <a:cubicBezTo>
                      <a:pt x="3787" y="5395"/>
                      <a:pt x="3783" y="5388"/>
                      <a:pt x="3779" y="5381"/>
                    </a:cubicBezTo>
                    <a:cubicBezTo>
                      <a:pt x="3773" y="5370"/>
                      <a:pt x="3766" y="5360"/>
                      <a:pt x="3759" y="5351"/>
                    </a:cubicBezTo>
                    <a:cubicBezTo>
                      <a:pt x="3698" y="5270"/>
                      <a:pt x="3598" y="5227"/>
                      <a:pt x="3532" y="5153"/>
                    </a:cubicBezTo>
                    <a:cubicBezTo>
                      <a:pt x="3466" y="5079"/>
                      <a:pt x="3371" y="5042"/>
                      <a:pt x="3293" y="4987"/>
                    </a:cubicBezTo>
                    <a:cubicBezTo>
                      <a:pt x="3211" y="4929"/>
                      <a:pt x="3125" y="4877"/>
                      <a:pt x="3038" y="4824"/>
                    </a:cubicBezTo>
                    <a:cubicBezTo>
                      <a:pt x="2931" y="4760"/>
                      <a:pt x="2816" y="4711"/>
                      <a:pt x="2705" y="4654"/>
                    </a:cubicBezTo>
                    <a:cubicBezTo>
                      <a:pt x="2652" y="4627"/>
                      <a:pt x="2599" y="4601"/>
                      <a:pt x="2545" y="4576"/>
                    </a:cubicBezTo>
                    <a:cubicBezTo>
                      <a:pt x="2497" y="4553"/>
                      <a:pt x="2456" y="4518"/>
                      <a:pt x="2409" y="4494"/>
                    </a:cubicBezTo>
                    <a:cubicBezTo>
                      <a:pt x="2411" y="4484"/>
                      <a:pt x="2413" y="4474"/>
                      <a:pt x="2415" y="4464"/>
                    </a:cubicBezTo>
                    <a:cubicBezTo>
                      <a:pt x="2418" y="4447"/>
                      <a:pt x="2421" y="4429"/>
                      <a:pt x="2424" y="4411"/>
                    </a:cubicBezTo>
                    <a:cubicBezTo>
                      <a:pt x="2430" y="4414"/>
                      <a:pt x="2437" y="4418"/>
                      <a:pt x="2443" y="4421"/>
                    </a:cubicBezTo>
                    <a:cubicBezTo>
                      <a:pt x="2452" y="4427"/>
                      <a:pt x="2462" y="4433"/>
                      <a:pt x="2471" y="4439"/>
                    </a:cubicBezTo>
                    <a:cubicBezTo>
                      <a:pt x="2491" y="4450"/>
                      <a:pt x="2512" y="4459"/>
                      <a:pt x="2533" y="4467"/>
                    </a:cubicBezTo>
                    <a:cubicBezTo>
                      <a:pt x="2556" y="4477"/>
                      <a:pt x="2578" y="4489"/>
                      <a:pt x="2600" y="4502"/>
                    </a:cubicBezTo>
                    <a:cubicBezTo>
                      <a:pt x="2612" y="4509"/>
                      <a:pt x="2624" y="4516"/>
                      <a:pt x="2636" y="4523"/>
                    </a:cubicBezTo>
                    <a:cubicBezTo>
                      <a:pt x="2701" y="4565"/>
                      <a:pt x="2764" y="4607"/>
                      <a:pt x="2827" y="4651"/>
                    </a:cubicBezTo>
                    <a:cubicBezTo>
                      <a:pt x="2846" y="4663"/>
                      <a:pt x="2865" y="4675"/>
                      <a:pt x="2885" y="4686"/>
                    </a:cubicBezTo>
                    <a:cubicBezTo>
                      <a:pt x="2930" y="4712"/>
                      <a:pt x="2976" y="4735"/>
                      <a:pt x="3024" y="4754"/>
                    </a:cubicBezTo>
                    <a:cubicBezTo>
                      <a:pt x="3088" y="4782"/>
                      <a:pt x="3148" y="4810"/>
                      <a:pt x="3210" y="4842"/>
                    </a:cubicBezTo>
                    <a:cubicBezTo>
                      <a:pt x="3262" y="4869"/>
                      <a:pt x="3315" y="4891"/>
                      <a:pt x="3366" y="4921"/>
                    </a:cubicBezTo>
                    <a:cubicBezTo>
                      <a:pt x="3439" y="4965"/>
                      <a:pt x="3509" y="5014"/>
                      <a:pt x="3576" y="5066"/>
                    </a:cubicBezTo>
                    <a:cubicBezTo>
                      <a:pt x="3630" y="5104"/>
                      <a:pt x="3679" y="5148"/>
                      <a:pt x="3724" y="5196"/>
                    </a:cubicBezTo>
                    <a:cubicBezTo>
                      <a:pt x="3751" y="5227"/>
                      <a:pt x="3779" y="5258"/>
                      <a:pt x="3807" y="5289"/>
                    </a:cubicBezTo>
                    <a:cubicBezTo>
                      <a:pt x="3818" y="5303"/>
                      <a:pt x="3828" y="5317"/>
                      <a:pt x="3837" y="5332"/>
                    </a:cubicBezTo>
                    <a:cubicBezTo>
                      <a:pt x="3840" y="5338"/>
                      <a:pt x="3843" y="5343"/>
                      <a:pt x="3845" y="5348"/>
                    </a:cubicBezTo>
                    <a:cubicBezTo>
                      <a:pt x="3854" y="5362"/>
                      <a:pt x="3868" y="5372"/>
                      <a:pt x="3872" y="5389"/>
                    </a:cubicBezTo>
                    <a:cubicBezTo>
                      <a:pt x="3872" y="5391"/>
                      <a:pt x="3873" y="5392"/>
                      <a:pt x="3873" y="5393"/>
                    </a:cubicBezTo>
                    <a:cubicBezTo>
                      <a:pt x="3874" y="5395"/>
                      <a:pt x="3876" y="5396"/>
                      <a:pt x="3878" y="5397"/>
                    </a:cubicBezTo>
                    <a:cubicBezTo>
                      <a:pt x="3880" y="5404"/>
                      <a:pt x="3882" y="5412"/>
                      <a:pt x="3883" y="5419"/>
                    </a:cubicBezTo>
                    <a:cubicBezTo>
                      <a:pt x="3885" y="5434"/>
                      <a:pt x="3886" y="5448"/>
                      <a:pt x="3886" y="5463"/>
                    </a:cubicBezTo>
                    <a:cubicBezTo>
                      <a:pt x="3886" y="5496"/>
                      <a:pt x="3881" y="5528"/>
                      <a:pt x="3869" y="5559"/>
                    </a:cubicBezTo>
                    <a:cubicBezTo>
                      <a:pt x="3844" y="5622"/>
                      <a:pt x="3791" y="5679"/>
                      <a:pt x="3739" y="5723"/>
                    </a:cubicBezTo>
                    <a:cubicBezTo>
                      <a:pt x="3684" y="5769"/>
                      <a:pt x="3637" y="5825"/>
                      <a:pt x="3601" y="5887"/>
                    </a:cubicBezTo>
                    <a:cubicBezTo>
                      <a:pt x="3599" y="5891"/>
                      <a:pt x="3596" y="5896"/>
                      <a:pt x="3594" y="5900"/>
                    </a:cubicBezTo>
                    <a:cubicBezTo>
                      <a:pt x="3574" y="5934"/>
                      <a:pt x="3552" y="5966"/>
                      <a:pt x="3528" y="5997"/>
                    </a:cubicBezTo>
                    <a:lnTo>
                      <a:pt x="3524" y="6002"/>
                    </a:lnTo>
                    <a:cubicBezTo>
                      <a:pt x="3526" y="5972"/>
                      <a:pt x="3530" y="5943"/>
                      <a:pt x="3532" y="5913"/>
                    </a:cubicBezTo>
                    <a:cubicBezTo>
                      <a:pt x="3534" y="5881"/>
                      <a:pt x="3538" y="5849"/>
                      <a:pt x="3544" y="5818"/>
                    </a:cubicBezTo>
                    <a:cubicBezTo>
                      <a:pt x="3552" y="5787"/>
                      <a:pt x="3580" y="5763"/>
                      <a:pt x="3601" y="5740"/>
                    </a:cubicBezTo>
                    <a:cubicBezTo>
                      <a:pt x="3635" y="5704"/>
                      <a:pt x="3670" y="5666"/>
                      <a:pt x="3702" y="5628"/>
                    </a:cubicBezTo>
                    <a:cubicBezTo>
                      <a:pt x="3720" y="5604"/>
                      <a:pt x="3743" y="5584"/>
                      <a:pt x="3769" y="5568"/>
                    </a:cubicBezTo>
                    <a:cubicBezTo>
                      <a:pt x="3773" y="5566"/>
                      <a:pt x="3776" y="5564"/>
                      <a:pt x="3780" y="5562"/>
                    </a:cubicBezTo>
                    <a:cubicBezTo>
                      <a:pt x="3790" y="5557"/>
                      <a:pt x="3798" y="5549"/>
                      <a:pt x="3805" y="5541"/>
                    </a:cubicBezTo>
                    <a:cubicBezTo>
                      <a:pt x="3822" y="5513"/>
                      <a:pt x="3813" y="5485"/>
                      <a:pt x="3803" y="5457"/>
                    </a:cubicBezTo>
                    <a:lnTo>
                      <a:pt x="3804" y="5457"/>
                    </a:lnTo>
                    <a:moveTo>
                      <a:pt x="2535" y="4600"/>
                    </a:moveTo>
                    <a:cubicBezTo>
                      <a:pt x="2591" y="4631"/>
                      <a:pt x="2652" y="4659"/>
                      <a:pt x="2710" y="4689"/>
                    </a:cubicBezTo>
                    <a:cubicBezTo>
                      <a:pt x="2752" y="4711"/>
                      <a:pt x="2797" y="4729"/>
                      <a:pt x="2838" y="4753"/>
                    </a:cubicBezTo>
                    <a:cubicBezTo>
                      <a:pt x="2861" y="4766"/>
                      <a:pt x="2885" y="4773"/>
                      <a:pt x="2908" y="4787"/>
                    </a:cubicBezTo>
                    <a:cubicBezTo>
                      <a:pt x="2930" y="4801"/>
                      <a:pt x="2948" y="4812"/>
                      <a:pt x="2967" y="4822"/>
                    </a:cubicBezTo>
                    <a:cubicBezTo>
                      <a:pt x="3061" y="4868"/>
                      <a:pt x="3140" y="4937"/>
                      <a:pt x="3230" y="4985"/>
                    </a:cubicBezTo>
                    <a:cubicBezTo>
                      <a:pt x="3277" y="5010"/>
                      <a:pt x="3318" y="5044"/>
                      <a:pt x="3364" y="5071"/>
                    </a:cubicBezTo>
                    <a:cubicBezTo>
                      <a:pt x="3367" y="5073"/>
                      <a:pt x="3369" y="5074"/>
                      <a:pt x="3372" y="5075"/>
                    </a:cubicBezTo>
                    <a:cubicBezTo>
                      <a:pt x="3416" y="5101"/>
                      <a:pt x="3458" y="5131"/>
                      <a:pt x="3497" y="5164"/>
                    </a:cubicBezTo>
                    <a:cubicBezTo>
                      <a:pt x="3533" y="5196"/>
                      <a:pt x="3569" y="5227"/>
                      <a:pt x="3606" y="5259"/>
                    </a:cubicBezTo>
                    <a:cubicBezTo>
                      <a:pt x="3651" y="5293"/>
                      <a:pt x="3693" y="5331"/>
                      <a:pt x="3731" y="5372"/>
                    </a:cubicBezTo>
                    <a:cubicBezTo>
                      <a:pt x="3737" y="5380"/>
                      <a:pt x="3742" y="5388"/>
                      <a:pt x="3747" y="5396"/>
                    </a:cubicBezTo>
                    <a:cubicBezTo>
                      <a:pt x="3767" y="5431"/>
                      <a:pt x="3778" y="5470"/>
                      <a:pt x="3780" y="5510"/>
                    </a:cubicBezTo>
                    <a:cubicBezTo>
                      <a:pt x="3781" y="5530"/>
                      <a:pt x="3739" y="5545"/>
                      <a:pt x="3724" y="5552"/>
                    </a:cubicBezTo>
                    <a:cubicBezTo>
                      <a:pt x="3710" y="5562"/>
                      <a:pt x="3698" y="5575"/>
                      <a:pt x="3689" y="5590"/>
                    </a:cubicBezTo>
                    <a:cubicBezTo>
                      <a:pt x="3689" y="5591"/>
                      <a:pt x="3688" y="5592"/>
                      <a:pt x="3688" y="5592"/>
                    </a:cubicBezTo>
                    <a:cubicBezTo>
                      <a:pt x="3634" y="5666"/>
                      <a:pt x="3548" y="5721"/>
                      <a:pt x="3513" y="5809"/>
                    </a:cubicBezTo>
                    <a:cubicBezTo>
                      <a:pt x="3496" y="5852"/>
                      <a:pt x="3505" y="5903"/>
                      <a:pt x="3495" y="5948"/>
                    </a:cubicBezTo>
                    <a:cubicBezTo>
                      <a:pt x="3489" y="5973"/>
                      <a:pt x="3495" y="6001"/>
                      <a:pt x="3489" y="6028"/>
                    </a:cubicBezTo>
                    <a:cubicBezTo>
                      <a:pt x="3489" y="6031"/>
                      <a:pt x="3489" y="6034"/>
                      <a:pt x="3488" y="6037"/>
                    </a:cubicBezTo>
                    <a:lnTo>
                      <a:pt x="3373" y="5958"/>
                    </a:lnTo>
                    <a:cubicBezTo>
                      <a:pt x="3337" y="5933"/>
                      <a:pt x="3299" y="5909"/>
                      <a:pt x="3261" y="5886"/>
                    </a:cubicBezTo>
                    <a:cubicBezTo>
                      <a:pt x="3261" y="5885"/>
                      <a:pt x="3261" y="5884"/>
                      <a:pt x="3261" y="5883"/>
                    </a:cubicBezTo>
                    <a:cubicBezTo>
                      <a:pt x="3261" y="5882"/>
                      <a:pt x="3261" y="5881"/>
                      <a:pt x="3261" y="5880"/>
                    </a:cubicBezTo>
                    <a:cubicBezTo>
                      <a:pt x="3243" y="5847"/>
                      <a:pt x="3253" y="5795"/>
                      <a:pt x="3248" y="5758"/>
                    </a:cubicBezTo>
                    <a:cubicBezTo>
                      <a:pt x="3243" y="5717"/>
                      <a:pt x="3241" y="5676"/>
                      <a:pt x="3241" y="5634"/>
                    </a:cubicBezTo>
                    <a:cubicBezTo>
                      <a:pt x="3241" y="5628"/>
                      <a:pt x="3231" y="5628"/>
                      <a:pt x="3231" y="5634"/>
                    </a:cubicBezTo>
                    <a:cubicBezTo>
                      <a:pt x="3230" y="5686"/>
                      <a:pt x="3233" y="5738"/>
                      <a:pt x="3235" y="5789"/>
                    </a:cubicBezTo>
                    <a:cubicBezTo>
                      <a:pt x="3234" y="5797"/>
                      <a:pt x="3234" y="5806"/>
                      <a:pt x="3234" y="5814"/>
                    </a:cubicBezTo>
                    <a:cubicBezTo>
                      <a:pt x="3234" y="5833"/>
                      <a:pt x="3235" y="5853"/>
                      <a:pt x="3238" y="5872"/>
                    </a:cubicBezTo>
                    <a:lnTo>
                      <a:pt x="3208" y="5854"/>
                    </a:lnTo>
                    <a:cubicBezTo>
                      <a:pt x="3208" y="5842"/>
                      <a:pt x="3206" y="5831"/>
                      <a:pt x="3205" y="5819"/>
                    </a:cubicBezTo>
                    <a:cubicBezTo>
                      <a:pt x="3205" y="5799"/>
                      <a:pt x="3199" y="5779"/>
                      <a:pt x="3197" y="5760"/>
                    </a:cubicBezTo>
                    <a:cubicBezTo>
                      <a:pt x="3197" y="5754"/>
                      <a:pt x="3188" y="5753"/>
                      <a:pt x="3187" y="5760"/>
                    </a:cubicBezTo>
                    <a:cubicBezTo>
                      <a:pt x="3185" y="5773"/>
                      <a:pt x="3185" y="5787"/>
                      <a:pt x="3185" y="5801"/>
                    </a:cubicBezTo>
                    <a:cubicBezTo>
                      <a:pt x="3185" y="5815"/>
                      <a:pt x="3185" y="5828"/>
                      <a:pt x="3187" y="5842"/>
                    </a:cubicBezTo>
                    <a:lnTo>
                      <a:pt x="3172" y="5833"/>
                    </a:lnTo>
                    <a:cubicBezTo>
                      <a:pt x="3169" y="5800"/>
                      <a:pt x="3170" y="5767"/>
                      <a:pt x="3167" y="5734"/>
                    </a:cubicBezTo>
                    <a:cubicBezTo>
                      <a:pt x="3160" y="5673"/>
                      <a:pt x="3154" y="5611"/>
                      <a:pt x="3152" y="5550"/>
                    </a:cubicBezTo>
                    <a:cubicBezTo>
                      <a:pt x="3152" y="5545"/>
                      <a:pt x="3144" y="5545"/>
                      <a:pt x="3144" y="5550"/>
                    </a:cubicBezTo>
                    <a:cubicBezTo>
                      <a:pt x="3141" y="5595"/>
                      <a:pt x="3133" y="5647"/>
                      <a:pt x="3142" y="5692"/>
                    </a:cubicBezTo>
                    <a:cubicBezTo>
                      <a:pt x="3147" y="5733"/>
                      <a:pt x="3149" y="5774"/>
                      <a:pt x="3149" y="5816"/>
                    </a:cubicBezTo>
                    <a:cubicBezTo>
                      <a:pt x="3149" y="5817"/>
                      <a:pt x="3149" y="5818"/>
                      <a:pt x="3149" y="5819"/>
                    </a:cubicBezTo>
                    <a:lnTo>
                      <a:pt x="3119" y="5800"/>
                    </a:lnTo>
                    <a:lnTo>
                      <a:pt x="3116" y="5799"/>
                    </a:lnTo>
                    <a:cubicBezTo>
                      <a:pt x="3116" y="5795"/>
                      <a:pt x="3117" y="5792"/>
                      <a:pt x="3117" y="5789"/>
                    </a:cubicBezTo>
                    <a:cubicBezTo>
                      <a:pt x="3117" y="5781"/>
                      <a:pt x="3116" y="5772"/>
                      <a:pt x="3114" y="5764"/>
                    </a:cubicBezTo>
                    <a:cubicBezTo>
                      <a:pt x="3112" y="5744"/>
                      <a:pt x="3108" y="5727"/>
                      <a:pt x="3105" y="5708"/>
                    </a:cubicBezTo>
                    <a:cubicBezTo>
                      <a:pt x="3105" y="5703"/>
                      <a:pt x="3096" y="5705"/>
                      <a:pt x="3095" y="5710"/>
                    </a:cubicBezTo>
                    <a:cubicBezTo>
                      <a:pt x="3094" y="5722"/>
                      <a:pt x="3094" y="5735"/>
                      <a:pt x="3094" y="5747"/>
                    </a:cubicBezTo>
                    <a:cubicBezTo>
                      <a:pt x="3094" y="5753"/>
                      <a:pt x="3094" y="5759"/>
                      <a:pt x="3094" y="5764"/>
                    </a:cubicBezTo>
                    <a:cubicBezTo>
                      <a:pt x="3094" y="5771"/>
                      <a:pt x="3094" y="5778"/>
                      <a:pt x="3094" y="5786"/>
                    </a:cubicBezTo>
                    <a:cubicBezTo>
                      <a:pt x="3065" y="5768"/>
                      <a:pt x="3035" y="5750"/>
                      <a:pt x="3006" y="5732"/>
                    </a:cubicBezTo>
                    <a:cubicBezTo>
                      <a:pt x="3007" y="5732"/>
                      <a:pt x="3008" y="5731"/>
                      <a:pt x="3008" y="5730"/>
                    </a:cubicBezTo>
                    <a:cubicBezTo>
                      <a:pt x="3009" y="5729"/>
                      <a:pt x="3009" y="5728"/>
                      <a:pt x="3009" y="5727"/>
                    </a:cubicBezTo>
                    <a:cubicBezTo>
                      <a:pt x="3009" y="5726"/>
                      <a:pt x="3009" y="5726"/>
                      <a:pt x="3009" y="5726"/>
                    </a:cubicBezTo>
                    <a:cubicBezTo>
                      <a:pt x="3000" y="5640"/>
                      <a:pt x="2982" y="5554"/>
                      <a:pt x="2976" y="5468"/>
                    </a:cubicBezTo>
                    <a:cubicBezTo>
                      <a:pt x="2976" y="5461"/>
                      <a:pt x="2965" y="5462"/>
                      <a:pt x="2965" y="5468"/>
                    </a:cubicBezTo>
                    <a:cubicBezTo>
                      <a:pt x="2965" y="5518"/>
                      <a:pt x="2974" y="5566"/>
                      <a:pt x="2976" y="5617"/>
                    </a:cubicBezTo>
                    <a:cubicBezTo>
                      <a:pt x="2977" y="5653"/>
                      <a:pt x="2982" y="5688"/>
                      <a:pt x="2992" y="5723"/>
                    </a:cubicBezTo>
                    <a:lnTo>
                      <a:pt x="2980" y="5715"/>
                    </a:lnTo>
                    <a:cubicBezTo>
                      <a:pt x="2973" y="5710"/>
                      <a:pt x="2965" y="5705"/>
                      <a:pt x="2958" y="5700"/>
                    </a:cubicBezTo>
                    <a:cubicBezTo>
                      <a:pt x="2958" y="5699"/>
                      <a:pt x="2958" y="5700"/>
                      <a:pt x="2959" y="5699"/>
                    </a:cubicBezTo>
                    <a:cubicBezTo>
                      <a:pt x="2960" y="5698"/>
                      <a:pt x="2959" y="5697"/>
                      <a:pt x="2959" y="5697"/>
                    </a:cubicBezTo>
                    <a:cubicBezTo>
                      <a:pt x="2960" y="5693"/>
                      <a:pt x="2960" y="5689"/>
                      <a:pt x="2960" y="5685"/>
                    </a:cubicBezTo>
                    <a:cubicBezTo>
                      <a:pt x="2960" y="5672"/>
                      <a:pt x="2958" y="5660"/>
                      <a:pt x="2955" y="5648"/>
                    </a:cubicBezTo>
                    <a:cubicBezTo>
                      <a:pt x="2952" y="5635"/>
                      <a:pt x="2950" y="5619"/>
                      <a:pt x="2948" y="5605"/>
                    </a:cubicBezTo>
                    <a:cubicBezTo>
                      <a:pt x="2947" y="5594"/>
                      <a:pt x="2942" y="5588"/>
                      <a:pt x="2941" y="5576"/>
                    </a:cubicBezTo>
                    <a:cubicBezTo>
                      <a:pt x="2941" y="5575"/>
                      <a:pt x="2942" y="5574"/>
                      <a:pt x="2941" y="5573"/>
                    </a:cubicBezTo>
                    <a:cubicBezTo>
                      <a:pt x="2940" y="5572"/>
                      <a:pt x="2940" y="5572"/>
                      <a:pt x="2939" y="5572"/>
                    </a:cubicBezTo>
                    <a:cubicBezTo>
                      <a:pt x="2938" y="5571"/>
                      <a:pt x="2937" y="5571"/>
                      <a:pt x="2936" y="5571"/>
                    </a:cubicBezTo>
                    <a:cubicBezTo>
                      <a:pt x="2935" y="5571"/>
                      <a:pt x="2934" y="5571"/>
                      <a:pt x="2933" y="5572"/>
                    </a:cubicBezTo>
                    <a:lnTo>
                      <a:pt x="2932" y="5573"/>
                    </a:lnTo>
                    <a:cubicBezTo>
                      <a:pt x="2931" y="5574"/>
                      <a:pt x="2931" y="5575"/>
                      <a:pt x="2931" y="5576"/>
                    </a:cubicBezTo>
                    <a:cubicBezTo>
                      <a:pt x="2930" y="5582"/>
                      <a:pt x="2930" y="5587"/>
                      <a:pt x="2930" y="5593"/>
                    </a:cubicBezTo>
                    <a:cubicBezTo>
                      <a:pt x="2930" y="5607"/>
                      <a:pt x="2931" y="5621"/>
                      <a:pt x="2934" y="5635"/>
                    </a:cubicBezTo>
                    <a:cubicBezTo>
                      <a:pt x="2934" y="5653"/>
                      <a:pt x="2937" y="5671"/>
                      <a:pt x="2942" y="5689"/>
                    </a:cubicBezTo>
                    <a:cubicBezTo>
                      <a:pt x="2932" y="5681"/>
                      <a:pt x="2922" y="5674"/>
                      <a:pt x="2913" y="5666"/>
                    </a:cubicBezTo>
                    <a:cubicBezTo>
                      <a:pt x="2915" y="5665"/>
                      <a:pt x="2916" y="5665"/>
                      <a:pt x="2917" y="5663"/>
                    </a:cubicBezTo>
                    <a:cubicBezTo>
                      <a:pt x="2918" y="5661"/>
                      <a:pt x="2918" y="5659"/>
                      <a:pt x="2918" y="5658"/>
                    </a:cubicBezTo>
                    <a:cubicBezTo>
                      <a:pt x="2918" y="5656"/>
                      <a:pt x="2917" y="5655"/>
                      <a:pt x="2917" y="5654"/>
                    </a:cubicBezTo>
                    <a:cubicBezTo>
                      <a:pt x="2916" y="5652"/>
                      <a:pt x="2915" y="5651"/>
                      <a:pt x="2913" y="5650"/>
                    </a:cubicBezTo>
                    <a:cubicBezTo>
                      <a:pt x="2908" y="5648"/>
                      <a:pt x="2900" y="5560"/>
                      <a:pt x="2899" y="5550"/>
                    </a:cubicBezTo>
                    <a:cubicBezTo>
                      <a:pt x="2894" y="5511"/>
                      <a:pt x="2893" y="5472"/>
                      <a:pt x="2891" y="5433"/>
                    </a:cubicBezTo>
                    <a:cubicBezTo>
                      <a:pt x="2891" y="5427"/>
                      <a:pt x="2880" y="5428"/>
                      <a:pt x="2880" y="5433"/>
                    </a:cubicBezTo>
                    <a:cubicBezTo>
                      <a:pt x="2878" y="5452"/>
                      <a:pt x="2878" y="5471"/>
                      <a:pt x="2878" y="5490"/>
                    </a:cubicBezTo>
                    <a:cubicBezTo>
                      <a:pt x="2878" y="5544"/>
                      <a:pt x="2883" y="5598"/>
                      <a:pt x="2895" y="5651"/>
                    </a:cubicBezTo>
                    <a:lnTo>
                      <a:pt x="2859" y="5620"/>
                    </a:lnTo>
                    <a:cubicBezTo>
                      <a:pt x="2859" y="5614"/>
                      <a:pt x="2856" y="5609"/>
                      <a:pt x="2855" y="5602"/>
                    </a:cubicBezTo>
                    <a:cubicBezTo>
                      <a:pt x="2855" y="5602"/>
                      <a:pt x="2855" y="5601"/>
                      <a:pt x="2854" y="5600"/>
                    </a:cubicBezTo>
                    <a:cubicBezTo>
                      <a:pt x="2854" y="5600"/>
                      <a:pt x="2853" y="5600"/>
                      <a:pt x="2852" y="5599"/>
                    </a:cubicBezTo>
                    <a:cubicBezTo>
                      <a:pt x="2851" y="5598"/>
                      <a:pt x="2851" y="5598"/>
                      <a:pt x="2851" y="5598"/>
                    </a:cubicBezTo>
                    <a:cubicBezTo>
                      <a:pt x="2851" y="5596"/>
                      <a:pt x="2851" y="5594"/>
                      <a:pt x="2851" y="5592"/>
                    </a:cubicBezTo>
                    <a:cubicBezTo>
                      <a:pt x="2851" y="5590"/>
                      <a:pt x="2851" y="5589"/>
                      <a:pt x="2851" y="5587"/>
                    </a:cubicBezTo>
                    <a:cubicBezTo>
                      <a:pt x="2848" y="5570"/>
                      <a:pt x="2846" y="5552"/>
                      <a:pt x="2845" y="5535"/>
                    </a:cubicBezTo>
                    <a:cubicBezTo>
                      <a:pt x="2844" y="5513"/>
                      <a:pt x="2841" y="5491"/>
                      <a:pt x="2835" y="5469"/>
                    </a:cubicBezTo>
                    <a:cubicBezTo>
                      <a:pt x="2821" y="5387"/>
                      <a:pt x="2832" y="5299"/>
                      <a:pt x="2825" y="5216"/>
                    </a:cubicBezTo>
                    <a:cubicBezTo>
                      <a:pt x="2825" y="5215"/>
                      <a:pt x="2825" y="5214"/>
                      <a:pt x="2824" y="5213"/>
                    </a:cubicBezTo>
                    <a:cubicBezTo>
                      <a:pt x="2824" y="5213"/>
                      <a:pt x="2823" y="5213"/>
                      <a:pt x="2822" y="5212"/>
                    </a:cubicBezTo>
                    <a:cubicBezTo>
                      <a:pt x="2821" y="5211"/>
                      <a:pt x="2821" y="5211"/>
                      <a:pt x="2820" y="5211"/>
                    </a:cubicBezTo>
                    <a:cubicBezTo>
                      <a:pt x="2819" y="5211"/>
                      <a:pt x="2818" y="5211"/>
                      <a:pt x="2817" y="5212"/>
                    </a:cubicBezTo>
                    <a:lnTo>
                      <a:pt x="2816" y="5213"/>
                    </a:lnTo>
                    <a:cubicBezTo>
                      <a:pt x="2815" y="5214"/>
                      <a:pt x="2815" y="5215"/>
                      <a:pt x="2815" y="5216"/>
                    </a:cubicBezTo>
                    <a:cubicBezTo>
                      <a:pt x="2805" y="5345"/>
                      <a:pt x="2819" y="5467"/>
                      <a:pt x="2826" y="5593"/>
                    </a:cubicBezTo>
                    <a:lnTo>
                      <a:pt x="2825" y="5592"/>
                    </a:lnTo>
                    <a:lnTo>
                      <a:pt x="2805" y="5578"/>
                    </a:lnTo>
                    <a:cubicBezTo>
                      <a:pt x="2806" y="5577"/>
                      <a:pt x="2806" y="5576"/>
                      <a:pt x="2806" y="5575"/>
                    </a:cubicBezTo>
                    <a:cubicBezTo>
                      <a:pt x="2806" y="5574"/>
                      <a:pt x="2806" y="5573"/>
                      <a:pt x="2805" y="5572"/>
                    </a:cubicBezTo>
                    <a:cubicBezTo>
                      <a:pt x="2799" y="5551"/>
                      <a:pt x="2796" y="5529"/>
                      <a:pt x="2796" y="5507"/>
                    </a:cubicBezTo>
                    <a:cubicBezTo>
                      <a:pt x="2796" y="5505"/>
                      <a:pt x="2796" y="5503"/>
                      <a:pt x="2796" y="5500"/>
                    </a:cubicBezTo>
                    <a:cubicBezTo>
                      <a:pt x="2795" y="5494"/>
                      <a:pt x="2793" y="5487"/>
                      <a:pt x="2791" y="5481"/>
                    </a:cubicBezTo>
                    <a:cubicBezTo>
                      <a:pt x="2788" y="5467"/>
                      <a:pt x="2789" y="5453"/>
                      <a:pt x="2787" y="5439"/>
                    </a:cubicBezTo>
                    <a:cubicBezTo>
                      <a:pt x="2787" y="5434"/>
                      <a:pt x="2778" y="5432"/>
                      <a:pt x="2777" y="5438"/>
                    </a:cubicBezTo>
                    <a:cubicBezTo>
                      <a:pt x="2775" y="5465"/>
                      <a:pt x="2773" y="5491"/>
                      <a:pt x="2773" y="5517"/>
                    </a:cubicBezTo>
                    <a:cubicBezTo>
                      <a:pt x="2773" y="5522"/>
                      <a:pt x="2773" y="5526"/>
                      <a:pt x="2774" y="5531"/>
                    </a:cubicBezTo>
                    <a:cubicBezTo>
                      <a:pt x="2774" y="5538"/>
                      <a:pt x="2774" y="5546"/>
                      <a:pt x="2775" y="5553"/>
                    </a:cubicBezTo>
                    <a:lnTo>
                      <a:pt x="2749" y="5532"/>
                    </a:lnTo>
                    <a:cubicBezTo>
                      <a:pt x="2749" y="5529"/>
                      <a:pt x="2749" y="5527"/>
                      <a:pt x="2749" y="5525"/>
                    </a:cubicBezTo>
                    <a:cubicBezTo>
                      <a:pt x="2749" y="5504"/>
                      <a:pt x="2746" y="5482"/>
                      <a:pt x="2740" y="5462"/>
                    </a:cubicBezTo>
                    <a:cubicBezTo>
                      <a:pt x="2739" y="5453"/>
                      <a:pt x="2739" y="5444"/>
                      <a:pt x="2739" y="5435"/>
                    </a:cubicBezTo>
                    <a:cubicBezTo>
                      <a:pt x="2739" y="5432"/>
                      <a:pt x="2739" y="5429"/>
                      <a:pt x="2739" y="5426"/>
                    </a:cubicBezTo>
                    <a:cubicBezTo>
                      <a:pt x="2739" y="5415"/>
                      <a:pt x="2733" y="5406"/>
                      <a:pt x="2733" y="5395"/>
                    </a:cubicBezTo>
                    <a:lnTo>
                      <a:pt x="2732" y="5394"/>
                    </a:lnTo>
                    <a:cubicBezTo>
                      <a:pt x="2732" y="5393"/>
                      <a:pt x="2731" y="5393"/>
                      <a:pt x="2730" y="5392"/>
                    </a:cubicBezTo>
                    <a:cubicBezTo>
                      <a:pt x="2730" y="5392"/>
                      <a:pt x="2729" y="5392"/>
                      <a:pt x="2728" y="5392"/>
                    </a:cubicBezTo>
                    <a:cubicBezTo>
                      <a:pt x="2727" y="5392"/>
                      <a:pt x="2726" y="5392"/>
                      <a:pt x="2726" y="5392"/>
                    </a:cubicBezTo>
                    <a:cubicBezTo>
                      <a:pt x="2725" y="5393"/>
                      <a:pt x="2724" y="5393"/>
                      <a:pt x="2724" y="5394"/>
                    </a:cubicBezTo>
                    <a:lnTo>
                      <a:pt x="2723" y="5395"/>
                    </a:lnTo>
                    <a:cubicBezTo>
                      <a:pt x="2722" y="5409"/>
                      <a:pt x="2721" y="5423"/>
                      <a:pt x="2721" y="5436"/>
                    </a:cubicBezTo>
                    <a:cubicBezTo>
                      <a:pt x="2721" y="5446"/>
                      <a:pt x="2721" y="5455"/>
                      <a:pt x="2722" y="5465"/>
                    </a:cubicBezTo>
                    <a:cubicBezTo>
                      <a:pt x="2723" y="5482"/>
                      <a:pt x="2727" y="5497"/>
                      <a:pt x="2728" y="5514"/>
                    </a:cubicBezTo>
                    <a:lnTo>
                      <a:pt x="2705" y="5494"/>
                    </a:lnTo>
                    <a:cubicBezTo>
                      <a:pt x="2706" y="5489"/>
                      <a:pt x="2706" y="5484"/>
                      <a:pt x="2706" y="5479"/>
                    </a:cubicBezTo>
                    <a:cubicBezTo>
                      <a:pt x="2706" y="5470"/>
                      <a:pt x="2705" y="5460"/>
                      <a:pt x="2702" y="5451"/>
                    </a:cubicBezTo>
                    <a:cubicBezTo>
                      <a:pt x="2696" y="5420"/>
                      <a:pt x="2693" y="5389"/>
                      <a:pt x="2693" y="5357"/>
                    </a:cubicBezTo>
                    <a:cubicBezTo>
                      <a:pt x="2692" y="5308"/>
                      <a:pt x="2687" y="5259"/>
                      <a:pt x="2680" y="5210"/>
                    </a:cubicBezTo>
                    <a:cubicBezTo>
                      <a:pt x="2679" y="5203"/>
                      <a:pt x="2667" y="5205"/>
                      <a:pt x="2668" y="5212"/>
                    </a:cubicBezTo>
                    <a:cubicBezTo>
                      <a:pt x="2672" y="5262"/>
                      <a:pt x="2676" y="5317"/>
                      <a:pt x="2675" y="5369"/>
                    </a:cubicBezTo>
                    <a:cubicBezTo>
                      <a:pt x="2675" y="5397"/>
                      <a:pt x="2680" y="5426"/>
                      <a:pt x="2681" y="5454"/>
                    </a:cubicBezTo>
                    <a:cubicBezTo>
                      <a:pt x="2681" y="5461"/>
                      <a:pt x="2682" y="5469"/>
                      <a:pt x="2682" y="5476"/>
                    </a:cubicBezTo>
                    <a:lnTo>
                      <a:pt x="2661" y="5458"/>
                    </a:lnTo>
                    <a:cubicBezTo>
                      <a:pt x="2661" y="5457"/>
                      <a:pt x="2661" y="5455"/>
                      <a:pt x="2661" y="5454"/>
                    </a:cubicBezTo>
                    <a:cubicBezTo>
                      <a:pt x="2661" y="5453"/>
                      <a:pt x="2661" y="5452"/>
                      <a:pt x="2661" y="5451"/>
                    </a:cubicBezTo>
                    <a:cubicBezTo>
                      <a:pt x="2657" y="5436"/>
                      <a:pt x="2661" y="5418"/>
                      <a:pt x="2655" y="5404"/>
                    </a:cubicBezTo>
                    <a:cubicBezTo>
                      <a:pt x="2652" y="5395"/>
                      <a:pt x="2653" y="5386"/>
                      <a:pt x="2650" y="5378"/>
                    </a:cubicBezTo>
                    <a:cubicBezTo>
                      <a:pt x="2647" y="5368"/>
                      <a:pt x="2645" y="5357"/>
                      <a:pt x="2644" y="5347"/>
                    </a:cubicBezTo>
                    <a:cubicBezTo>
                      <a:pt x="2644" y="5341"/>
                      <a:pt x="2635" y="5343"/>
                      <a:pt x="2634" y="5347"/>
                    </a:cubicBezTo>
                    <a:cubicBezTo>
                      <a:pt x="2633" y="5360"/>
                      <a:pt x="2632" y="5373"/>
                      <a:pt x="2632" y="5386"/>
                    </a:cubicBezTo>
                    <a:cubicBezTo>
                      <a:pt x="2632" y="5403"/>
                      <a:pt x="2633" y="5420"/>
                      <a:pt x="2636" y="5436"/>
                    </a:cubicBezTo>
                    <a:lnTo>
                      <a:pt x="2622" y="5425"/>
                    </a:lnTo>
                    <a:cubicBezTo>
                      <a:pt x="2620" y="5385"/>
                      <a:pt x="2614" y="5346"/>
                      <a:pt x="2613" y="5307"/>
                    </a:cubicBezTo>
                    <a:cubicBezTo>
                      <a:pt x="2612" y="5267"/>
                      <a:pt x="2613" y="5224"/>
                      <a:pt x="2612" y="5184"/>
                    </a:cubicBezTo>
                    <a:cubicBezTo>
                      <a:pt x="2612" y="5175"/>
                      <a:pt x="2599" y="5176"/>
                      <a:pt x="2599" y="5184"/>
                    </a:cubicBezTo>
                    <a:cubicBezTo>
                      <a:pt x="2594" y="5236"/>
                      <a:pt x="2591" y="5288"/>
                      <a:pt x="2591" y="5340"/>
                    </a:cubicBezTo>
                    <a:cubicBezTo>
                      <a:pt x="2591" y="5359"/>
                      <a:pt x="2592" y="5379"/>
                      <a:pt x="2592" y="5399"/>
                    </a:cubicBezTo>
                    <a:lnTo>
                      <a:pt x="2571" y="5381"/>
                    </a:lnTo>
                    <a:lnTo>
                      <a:pt x="2573" y="5380"/>
                    </a:lnTo>
                    <a:cubicBezTo>
                      <a:pt x="2574" y="5379"/>
                      <a:pt x="2574" y="5378"/>
                      <a:pt x="2575" y="5377"/>
                    </a:cubicBezTo>
                    <a:cubicBezTo>
                      <a:pt x="2576" y="5375"/>
                      <a:pt x="2577" y="5373"/>
                      <a:pt x="2577" y="5371"/>
                    </a:cubicBezTo>
                    <a:cubicBezTo>
                      <a:pt x="2577" y="5368"/>
                      <a:pt x="2576" y="5366"/>
                      <a:pt x="2575" y="5364"/>
                    </a:cubicBezTo>
                    <a:cubicBezTo>
                      <a:pt x="2574" y="5363"/>
                      <a:pt x="2574" y="5362"/>
                      <a:pt x="2573" y="5362"/>
                    </a:cubicBezTo>
                    <a:cubicBezTo>
                      <a:pt x="2569" y="5332"/>
                      <a:pt x="2575" y="5301"/>
                      <a:pt x="2569" y="5272"/>
                    </a:cubicBezTo>
                    <a:cubicBezTo>
                      <a:pt x="2564" y="5244"/>
                      <a:pt x="2561" y="5215"/>
                      <a:pt x="2559" y="5186"/>
                    </a:cubicBezTo>
                    <a:lnTo>
                      <a:pt x="2559" y="5185"/>
                    </a:lnTo>
                    <a:cubicBezTo>
                      <a:pt x="2558" y="5185"/>
                      <a:pt x="2558" y="5185"/>
                      <a:pt x="2558" y="5185"/>
                    </a:cubicBezTo>
                    <a:cubicBezTo>
                      <a:pt x="2557" y="5185"/>
                      <a:pt x="2557" y="5185"/>
                      <a:pt x="2557" y="5185"/>
                    </a:cubicBezTo>
                    <a:lnTo>
                      <a:pt x="2556" y="5186"/>
                    </a:lnTo>
                    <a:cubicBezTo>
                      <a:pt x="2554" y="5209"/>
                      <a:pt x="2552" y="5233"/>
                      <a:pt x="2552" y="5256"/>
                    </a:cubicBezTo>
                    <a:cubicBezTo>
                      <a:pt x="2552" y="5262"/>
                      <a:pt x="2552" y="5268"/>
                      <a:pt x="2553" y="5274"/>
                    </a:cubicBezTo>
                    <a:cubicBezTo>
                      <a:pt x="2554" y="5303"/>
                      <a:pt x="2547" y="5333"/>
                      <a:pt x="2548" y="5362"/>
                    </a:cubicBezTo>
                    <a:lnTo>
                      <a:pt x="2519" y="5336"/>
                    </a:lnTo>
                    <a:cubicBezTo>
                      <a:pt x="2535" y="5267"/>
                      <a:pt x="2516" y="5195"/>
                      <a:pt x="2515" y="5125"/>
                    </a:cubicBezTo>
                    <a:cubicBezTo>
                      <a:pt x="2515" y="5072"/>
                      <a:pt x="2515" y="5019"/>
                      <a:pt x="2515" y="4966"/>
                    </a:cubicBezTo>
                    <a:cubicBezTo>
                      <a:pt x="2515" y="4946"/>
                      <a:pt x="2518" y="4927"/>
                      <a:pt x="2518" y="4906"/>
                    </a:cubicBezTo>
                    <a:cubicBezTo>
                      <a:pt x="2518" y="4880"/>
                      <a:pt x="2510" y="4847"/>
                      <a:pt x="2518" y="4821"/>
                    </a:cubicBezTo>
                    <a:cubicBezTo>
                      <a:pt x="2520" y="4816"/>
                      <a:pt x="2512" y="4812"/>
                      <a:pt x="2510" y="4817"/>
                    </a:cubicBezTo>
                    <a:cubicBezTo>
                      <a:pt x="2494" y="4851"/>
                      <a:pt x="2508" y="4896"/>
                      <a:pt x="2501" y="4933"/>
                    </a:cubicBezTo>
                    <a:cubicBezTo>
                      <a:pt x="2491" y="4980"/>
                      <a:pt x="2500" y="5038"/>
                      <a:pt x="2500" y="5086"/>
                    </a:cubicBezTo>
                    <a:cubicBezTo>
                      <a:pt x="2500" y="5130"/>
                      <a:pt x="2502" y="5173"/>
                      <a:pt x="2499" y="5217"/>
                    </a:cubicBezTo>
                    <a:cubicBezTo>
                      <a:pt x="2497" y="5240"/>
                      <a:pt x="2503" y="5264"/>
                      <a:pt x="2502" y="5288"/>
                    </a:cubicBezTo>
                    <a:cubicBezTo>
                      <a:pt x="2501" y="5298"/>
                      <a:pt x="2500" y="5308"/>
                      <a:pt x="2498" y="5318"/>
                    </a:cubicBezTo>
                    <a:lnTo>
                      <a:pt x="2487" y="5309"/>
                    </a:lnTo>
                    <a:cubicBezTo>
                      <a:pt x="2486" y="5280"/>
                      <a:pt x="2491" y="5248"/>
                      <a:pt x="2481" y="5220"/>
                    </a:cubicBezTo>
                    <a:cubicBezTo>
                      <a:pt x="2472" y="5188"/>
                      <a:pt x="2465" y="5155"/>
                      <a:pt x="2463" y="5122"/>
                    </a:cubicBezTo>
                    <a:lnTo>
                      <a:pt x="2462" y="5121"/>
                    </a:lnTo>
                    <a:cubicBezTo>
                      <a:pt x="2461" y="5120"/>
                      <a:pt x="2462" y="5120"/>
                      <a:pt x="2461" y="5120"/>
                    </a:cubicBezTo>
                    <a:lnTo>
                      <a:pt x="2460" y="5119"/>
                    </a:lnTo>
                    <a:lnTo>
                      <a:pt x="2459" y="5120"/>
                    </a:lnTo>
                    <a:cubicBezTo>
                      <a:pt x="2458" y="5120"/>
                      <a:pt x="2459" y="5120"/>
                      <a:pt x="2458" y="5121"/>
                    </a:cubicBezTo>
                    <a:cubicBezTo>
                      <a:pt x="2457" y="5122"/>
                      <a:pt x="2457" y="5122"/>
                      <a:pt x="2457" y="5122"/>
                    </a:cubicBezTo>
                    <a:cubicBezTo>
                      <a:pt x="2462" y="5180"/>
                      <a:pt x="2464" y="5237"/>
                      <a:pt x="2466" y="5294"/>
                    </a:cubicBezTo>
                    <a:lnTo>
                      <a:pt x="2464" y="5293"/>
                    </a:lnTo>
                    <a:cubicBezTo>
                      <a:pt x="2459" y="5290"/>
                      <a:pt x="2454" y="5286"/>
                      <a:pt x="2449" y="5282"/>
                    </a:cubicBezTo>
                    <a:cubicBezTo>
                      <a:pt x="2457" y="5244"/>
                      <a:pt x="2435" y="5204"/>
                      <a:pt x="2436" y="5164"/>
                    </a:cubicBezTo>
                    <a:cubicBezTo>
                      <a:pt x="2436" y="5133"/>
                      <a:pt x="2424" y="5102"/>
                      <a:pt x="2423" y="5071"/>
                    </a:cubicBezTo>
                    <a:cubicBezTo>
                      <a:pt x="2422" y="5070"/>
                      <a:pt x="2422" y="5070"/>
                      <a:pt x="2422" y="5070"/>
                    </a:cubicBezTo>
                    <a:cubicBezTo>
                      <a:pt x="2422" y="5069"/>
                      <a:pt x="2421" y="5069"/>
                      <a:pt x="2421" y="5069"/>
                    </a:cubicBezTo>
                    <a:cubicBezTo>
                      <a:pt x="2420" y="5068"/>
                      <a:pt x="2420" y="5068"/>
                      <a:pt x="2419" y="5068"/>
                    </a:cubicBezTo>
                    <a:cubicBezTo>
                      <a:pt x="2419" y="5068"/>
                      <a:pt x="2418" y="5068"/>
                      <a:pt x="2417" y="5069"/>
                    </a:cubicBezTo>
                    <a:cubicBezTo>
                      <a:pt x="2417" y="5069"/>
                      <a:pt x="2416" y="5069"/>
                      <a:pt x="2416" y="5070"/>
                    </a:cubicBezTo>
                    <a:lnTo>
                      <a:pt x="2416" y="5071"/>
                    </a:lnTo>
                    <a:cubicBezTo>
                      <a:pt x="2414" y="5102"/>
                      <a:pt x="2423" y="5133"/>
                      <a:pt x="2422" y="5163"/>
                    </a:cubicBezTo>
                    <a:cubicBezTo>
                      <a:pt x="2422" y="5190"/>
                      <a:pt x="2426" y="5217"/>
                      <a:pt x="2425" y="5243"/>
                    </a:cubicBezTo>
                    <a:cubicBezTo>
                      <a:pt x="2425" y="5247"/>
                      <a:pt x="2425" y="5250"/>
                      <a:pt x="2425" y="5253"/>
                    </a:cubicBezTo>
                    <a:cubicBezTo>
                      <a:pt x="2425" y="5257"/>
                      <a:pt x="2425" y="5260"/>
                      <a:pt x="2425" y="5263"/>
                    </a:cubicBezTo>
                    <a:cubicBezTo>
                      <a:pt x="2405" y="5247"/>
                      <a:pt x="2387" y="5228"/>
                      <a:pt x="2373" y="5215"/>
                    </a:cubicBezTo>
                    <a:cubicBezTo>
                      <a:pt x="2351" y="5193"/>
                      <a:pt x="2321" y="5175"/>
                      <a:pt x="2304" y="5149"/>
                    </a:cubicBezTo>
                    <a:cubicBezTo>
                      <a:pt x="2304" y="5148"/>
                      <a:pt x="2303" y="5147"/>
                      <a:pt x="2302" y="5146"/>
                    </a:cubicBezTo>
                    <a:cubicBezTo>
                      <a:pt x="2301" y="5145"/>
                      <a:pt x="2300" y="5145"/>
                      <a:pt x="2298" y="5145"/>
                    </a:cubicBezTo>
                    <a:cubicBezTo>
                      <a:pt x="2304" y="5118"/>
                      <a:pt x="2309" y="5091"/>
                      <a:pt x="2314" y="5064"/>
                    </a:cubicBezTo>
                    <a:cubicBezTo>
                      <a:pt x="2327" y="4996"/>
                      <a:pt x="2355" y="4923"/>
                      <a:pt x="2351" y="4854"/>
                    </a:cubicBezTo>
                    <a:cubicBezTo>
                      <a:pt x="2350" y="4821"/>
                      <a:pt x="2366" y="4779"/>
                      <a:pt x="2373" y="4746"/>
                    </a:cubicBezTo>
                    <a:cubicBezTo>
                      <a:pt x="2381" y="4715"/>
                      <a:pt x="2385" y="4684"/>
                      <a:pt x="2387" y="4652"/>
                    </a:cubicBezTo>
                    <a:cubicBezTo>
                      <a:pt x="2388" y="4606"/>
                      <a:pt x="2394" y="4559"/>
                      <a:pt x="2405" y="4514"/>
                    </a:cubicBezTo>
                    <a:cubicBezTo>
                      <a:pt x="2448" y="4543"/>
                      <a:pt x="2490" y="4574"/>
                      <a:pt x="2535" y="4600"/>
                    </a:cubicBezTo>
                    <a:moveTo>
                      <a:pt x="2845" y="5601"/>
                    </a:moveTo>
                    <a:lnTo>
                      <a:pt x="2845" y="5602"/>
                    </a:lnTo>
                    <a:cubicBezTo>
                      <a:pt x="2845" y="5603"/>
                      <a:pt x="2845" y="5605"/>
                      <a:pt x="2845" y="5606"/>
                    </a:cubicBezTo>
                    <a:cubicBezTo>
                      <a:pt x="2844" y="5606"/>
                      <a:pt x="2842" y="5605"/>
                      <a:pt x="2841" y="5605"/>
                    </a:cubicBezTo>
                    <a:lnTo>
                      <a:pt x="2835" y="5601"/>
                    </a:lnTo>
                    <a:cubicBezTo>
                      <a:pt x="2838" y="5597"/>
                      <a:pt x="2842" y="5599"/>
                      <a:pt x="2845" y="5601"/>
                    </a:cubicBezTo>
                    <a:moveTo>
                      <a:pt x="4371" y="6643"/>
                    </a:moveTo>
                    <a:cubicBezTo>
                      <a:pt x="4368" y="6647"/>
                      <a:pt x="4363" y="6649"/>
                      <a:pt x="4360" y="6653"/>
                    </a:cubicBezTo>
                    <a:cubicBezTo>
                      <a:pt x="4356" y="6657"/>
                      <a:pt x="4353" y="6662"/>
                      <a:pt x="4350" y="6666"/>
                    </a:cubicBezTo>
                    <a:cubicBezTo>
                      <a:pt x="4345" y="6671"/>
                      <a:pt x="4341" y="6677"/>
                      <a:pt x="4337" y="6683"/>
                    </a:cubicBezTo>
                    <a:cubicBezTo>
                      <a:pt x="4336" y="6685"/>
                      <a:pt x="4334" y="6688"/>
                      <a:pt x="4333" y="6691"/>
                    </a:cubicBezTo>
                    <a:lnTo>
                      <a:pt x="4324" y="6684"/>
                    </a:lnTo>
                    <a:cubicBezTo>
                      <a:pt x="4324" y="6680"/>
                      <a:pt x="4322" y="6677"/>
                      <a:pt x="4321" y="6673"/>
                    </a:cubicBezTo>
                    <a:lnTo>
                      <a:pt x="4322" y="6673"/>
                    </a:lnTo>
                    <a:cubicBezTo>
                      <a:pt x="4336" y="6666"/>
                      <a:pt x="4337" y="6659"/>
                      <a:pt x="4346" y="6647"/>
                    </a:cubicBezTo>
                    <a:cubicBezTo>
                      <a:pt x="4355" y="6635"/>
                      <a:pt x="4366" y="6625"/>
                      <a:pt x="4374" y="6614"/>
                    </a:cubicBezTo>
                    <a:lnTo>
                      <a:pt x="4380" y="6607"/>
                    </a:lnTo>
                    <a:cubicBezTo>
                      <a:pt x="4380" y="6618"/>
                      <a:pt x="4378" y="6628"/>
                      <a:pt x="4378" y="6639"/>
                    </a:cubicBezTo>
                    <a:cubicBezTo>
                      <a:pt x="4377" y="6639"/>
                      <a:pt x="4375" y="6639"/>
                      <a:pt x="4374" y="6640"/>
                    </a:cubicBezTo>
                    <a:cubicBezTo>
                      <a:pt x="4373" y="6641"/>
                      <a:pt x="4372" y="6642"/>
                      <a:pt x="4371" y="6643"/>
                    </a:cubicBezTo>
                    <a:moveTo>
                      <a:pt x="4376" y="6687"/>
                    </a:moveTo>
                    <a:lnTo>
                      <a:pt x="4374" y="6687"/>
                    </a:lnTo>
                    <a:lnTo>
                      <a:pt x="4376" y="6685"/>
                    </a:lnTo>
                    <a:lnTo>
                      <a:pt x="4376" y="6683"/>
                    </a:lnTo>
                    <a:cubicBezTo>
                      <a:pt x="4376" y="6683"/>
                      <a:pt x="4376" y="6685"/>
                      <a:pt x="4376" y="6686"/>
                    </a:cubicBezTo>
                    <a:lnTo>
                      <a:pt x="4376" y="6687"/>
                    </a:lnTo>
                    <a:moveTo>
                      <a:pt x="4384" y="6560"/>
                    </a:moveTo>
                    <a:cubicBezTo>
                      <a:pt x="4374" y="6572"/>
                      <a:pt x="4364" y="6584"/>
                      <a:pt x="4355" y="6597"/>
                    </a:cubicBezTo>
                    <a:cubicBezTo>
                      <a:pt x="4348" y="6607"/>
                      <a:pt x="4339" y="6616"/>
                      <a:pt x="4331" y="6625"/>
                    </a:cubicBezTo>
                    <a:cubicBezTo>
                      <a:pt x="4322" y="6633"/>
                      <a:pt x="4319" y="6643"/>
                      <a:pt x="4312" y="6650"/>
                    </a:cubicBezTo>
                    <a:cubicBezTo>
                      <a:pt x="4312" y="6651"/>
                      <a:pt x="4311" y="6652"/>
                      <a:pt x="4311" y="6652"/>
                    </a:cubicBezTo>
                    <a:cubicBezTo>
                      <a:pt x="4310" y="6654"/>
                      <a:pt x="4309" y="6656"/>
                      <a:pt x="4309" y="6658"/>
                    </a:cubicBezTo>
                    <a:lnTo>
                      <a:pt x="4309" y="6659"/>
                    </a:lnTo>
                    <a:cubicBezTo>
                      <a:pt x="4302" y="6651"/>
                      <a:pt x="4294" y="6645"/>
                      <a:pt x="4287" y="6639"/>
                    </a:cubicBezTo>
                    <a:lnTo>
                      <a:pt x="4282" y="6634"/>
                    </a:lnTo>
                    <a:cubicBezTo>
                      <a:pt x="4283" y="6633"/>
                      <a:pt x="4284" y="6633"/>
                      <a:pt x="4285" y="6632"/>
                    </a:cubicBezTo>
                    <a:cubicBezTo>
                      <a:pt x="4302" y="6610"/>
                      <a:pt x="4321" y="6588"/>
                      <a:pt x="4340" y="6568"/>
                    </a:cubicBezTo>
                    <a:cubicBezTo>
                      <a:pt x="4359" y="6547"/>
                      <a:pt x="4377" y="6525"/>
                      <a:pt x="4393" y="6502"/>
                    </a:cubicBezTo>
                    <a:cubicBezTo>
                      <a:pt x="4392" y="6512"/>
                      <a:pt x="4390" y="6523"/>
                      <a:pt x="4388" y="6533"/>
                    </a:cubicBezTo>
                    <a:cubicBezTo>
                      <a:pt x="4386" y="6543"/>
                      <a:pt x="4386" y="6550"/>
                      <a:pt x="4384" y="6560"/>
                    </a:cubicBezTo>
                    <a:moveTo>
                      <a:pt x="4323" y="6547"/>
                    </a:moveTo>
                    <a:cubicBezTo>
                      <a:pt x="4301" y="6568"/>
                      <a:pt x="4282" y="6591"/>
                      <a:pt x="4264" y="6615"/>
                    </a:cubicBezTo>
                    <a:lnTo>
                      <a:pt x="4251" y="6601"/>
                    </a:lnTo>
                    <a:cubicBezTo>
                      <a:pt x="4290" y="6552"/>
                      <a:pt x="4333" y="6505"/>
                      <a:pt x="4368" y="6453"/>
                    </a:cubicBezTo>
                    <a:cubicBezTo>
                      <a:pt x="4377" y="6441"/>
                      <a:pt x="4394" y="6423"/>
                      <a:pt x="4408" y="6404"/>
                    </a:cubicBezTo>
                    <a:cubicBezTo>
                      <a:pt x="4405" y="6424"/>
                      <a:pt x="4402" y="6445"/>
                      <a:pt x="4399" y="6466"/>
                    </a:cubicBezTo>
                    <a:cubicBezTo>
                      <a:pt x="4372" y="6491"/>
                      <a:pt x="4346" y="6518"/>
                      <a:pt x="4323" y="6547"/>
                    </a:cubicBezTo>
                    <a:moveTo>
                      <a:pt x="6473" y="5054"/>
                    </a:moveTo>
                    <a:lnTo>
                      <a:pt x="6467" y="5053"/>
                    </a:lnTo>
                    <a:cubicBezTo>
                      <a:pt x="6402" y="5038"/>
                      <a:pt x="6336" y="5029"/>
                      <a:pt x="6270" y="5026"/>
                    </a:cubicBezTo>
                    <a:cubicBezTo>
                      <a:pt x="6108" y="5026"/>
                      <a:pt x="5945" y="5026"/>
                      <a:pt x="5783" y="5026"/>
                    </a:cubicBezTo>
                    <a:cubicBezTo>
                      <a:pt x="5561" y="5026"/>
                      <a:pt x="5335" y="5025"/>
                      <a:pt x="5114" y="5051"/>
                    </a:cubicBezTo>
                    <a:cubicBezTo>
                      <a:pt x="5112" y="5051"/>
                      <a:pt x="5110" y="5050"/>
                      <a:pt x="5108" y="5050"/>
                    </a:cubicBezTo>
                    <a:cubicBezTo>
                      <a:pt x="5104" y="5050"/>
                      <a:pt x="5101" y="5051"/>
                      <a:pt x="5097" y="5053"/>
                    </a:cubicBezTo>
                    <a:cubicBezTo>
                      <a:pt x="4989" y="5066"/>
                      <a:pt x="4882" y="5088"/>
                      <a:pt x="4777" y="5118"/>
                    </a:cubicBezTo>
                    <a:cubicBezTo>
                      <a:pt x="4694" y="5143"/>
                      <a:pt x="4607" y="5158"/>
                      <a:pt x="4524" y="5183"/>
                    </a:cubicBezTo>
                    <a:cubicBezTo>
                      <a:pt x="4438" y="5209"/>
                      <a:pt x="4354" y="5241"/>
                      <a:pt x="4273" y="5279"/>
                    </a:cubicBezTo>
                    <a:cubicBezTo>
                      <a:pt x="4200" y="5314"/>
                      <a:pt x="4134" y="5358"/>
                      <a:pt x="4063" y="5395"/>
                    </a:cubicBezTo>
                    <a:cubicBezTo>
                      <a:pt x="4014" y="5421"/>
                      <a:pt x="3945" y="5444"/>
                      <a:pt x="3914" y="5492"/>
                    </a:cubicBezTo>
                    <a:lnTo>
                      <a:pt x="3912" y="5492"/>
                    </a:lnTo>
                    <a:cubicBezTo>
                      <a:pt x="3914" y="5479"/>
                      <a:pt x="3914" y="5466"/>
                      <a:pt x="3914" y="5453"/>
                    </a:cubicBezTo>
                    <a:cubicBezTo>
                      <a:pt x="3914" y="5424"/>
                      <a:pt x="3911" y="5395"/>
                      <a:pt x="3904" y="5366"/>
                    </a:cubicBezTo>
                    <a:cubicBezTo>
                      <a:pt x="3923" y="5349"/>
                      <a:pt x="3944" y="5334"/>
                      <a:pt x="3967" y="5321"/>
                    </a:cubicBezTo>
                    <a:cubicBezTo>
                      <a:pt x="3973" y="5318"/>
                      <a:pt x="3978" y="5314"/>
                      <a:pt x="3984" y="5311"/>
                    </a:cubicBezTo>
                    <a:cubicBezTo>
                      <a:pt x="3986" y="5312"/>
                      <a:pt x="3987" y="5312"/>
                      <a:pt x="3988" y="5312"/>
                    </a:cubicBezTo>
                    <a:cubicBezTo>
                      <a:pt x="3990" y="5312"/>
                      <a:pt x="3993" y="5311"/>
                      <a:pt x="3995" y="5310"/>
                    </a:cubicBezTo>
                    <a:cubicBezTo>
                      <a:pt x="3997" y="5309"/>
                      <a:pt x="3999" y="5307"/>
                      <a:pt x="4000" y="5305"/>
                    </a:cubicBezTo>
                    <a:cubicBezTo>
                      <a:pt x="4000" y="5304"/>
                      <a:pt x="4000" y="5304"/>
                      <a:pt x="4001" y="5303"/>
                    </a:cubicBezTo>
                    <a:cubicBezTo>
                      <a:pt x="4027" y="5291"/>
                      <a:pt x="4054" y="5279"/>
                      <a:pt x="4082" y="5270"/>
                    </a:cubicBezTo>
                    <a:cubicBezTo>
                      <a:pt x="4105" y="5261"/>
                      <a:pt x="4127" y="5251"/>
                      <a:pt x="4148" y="5239"/>
                    </a:cubicBezTo>
                    <a:cubicBezTo>
                      <a:pt x="4155" y="5244"/>
                      <a:pt x="4167" y="5239"/>
                      <a:pt x="4165" y="5230"/>
                    </a:cubicBezTo>
                    <a:cubicBezTo>
                      <a:pt x="4178" y="5224"/>
                      <a:pt x="4190" y="5219"/>
                      <a:pt x="4203" y="5215"/>
                    </a:cubicBezTo>
                    <a:lnTo>
                      <a:pt x="4203" y="5216"/>
                    </a:lnTo>
                    <a:cubicBezTo>
                      <a:pt x="4204" y="5216"/>
                      <a:pt x="4204" y="5217"/>
                      <a:pt x="4205" y="5217"/>
                    </a:cubicBezTo>
                    <a:cubicBezTo>
                      <a:pt x="4206" y="5218"/>
                      <a:pt x="4206" y="5218"/>
                      <a:pt x="4208" y="5218"/>
                    </a:cubicBezTo>
                    <a:cubicBezTo>
                      <a:pt x="4209" y="5218"/>
                      <a:pt x="4211" y="5218"/>
                      <a:pt x="4212" y="5217"/>
                    </a:cubicBezTo>
                    <a:cubicBezTo>
                      <a:pt x="4212" y="5217"/>
                      <a:pt x="4213" y="5216"/>
                      <a:pt x="4214" y="5216"/>
                    </a:cubicBezTo>
                    <a:cubicBezTo>
                      <a:pt x="4215" y="5214"/>
                      <a:pt x="4216" y="5213"/>
                      <a:pt x="4217" y="5211"/>
                    </a:cubicBezTo>
                    <a:cubicBezTo>
                      <a:pt x="4217" y="5210"/>
                      <a:pt x="4218" y="5209"/>
                      <a:pt x="4218" y="5208"/>
                    </a:cubicBezTo>
                    <a:cubicBezTo>
                      <a:pt x="4233" y="5203"/>
                      <a:pt x="4249" y="5198"/>
                      <a:pt x="4263" y="5192"/>
                    </a:cubicBezTo>
                    <a:cubicBezTo>
                      <a:pt x="4291" y="5180"/>
                      <a:pt x="4317" y="5183"/>
                      <a:pt x="4344" y="5167"/>
                    </a:cubicBezTo>
                    <a:cubicBezTo>
                      <a:pt x="4370" y="5151"/>
                      <a:pt x="4415" y="5145"/>
                      <a:pt x="4446" y="5134"/>
                    </a:cubicBezTo>
                    <a:cubicBezTo>
                      <a:pt x="4498" y="5114"/>
                      <a:pt x="4549" y="5094"/>
                      <a:pt x="4601" y="5077"/>
                    </a:cubicBezTo>
                    <a:cubicBezTo>
                      <a:pt x="4602" y="5078"/>
                      <a:pt x="4603" y="5079"/>
                      <a:pt x="4605" y="5080"/>
                    </a:cubicBezTo>
                    <a:cubicBezTo>
                      <a:pt x="4606" y="5081"/>
                      <a:pt x="4607" y="5082"/>
                      <a:pt x="4609" y="5082"/>
                    </a:cubicBezTo>
                    <a:cubicBezTo>
                      <a:pt x="4610" y="5082"/>
                      <a:pt x="4612" y="5081"/>
                      <a:pt x="4614" y="5080"/>
                    </a:cubicBezTo>
                    <a:cubicBezTo>
                      <a:pt x="4615" y="5079"/>
                      <a:pt x="4617" y="5078"/>
                      <a:pt x="4618" y="5077"/>
                    </a:cubicBezTo>
                    <a:cubicBezTo>
                      <a:pt x="4618" y="5076"/>
                      <a:pt x="4619" y="5074"/>
                      <a:pt x="4619" y="5073"/>
                    </a:cubicBezTo>
                    <a:cubicBezTo>
                      <a:pt x="4619" y="5071"/>
                      <a:pt x="4619" y="5071"/>
                      <a:pt x="4619" y="5071"/>
                    </a:cubicBezTo>
                    <a:cubicBezTo>
                      <a:pt x="4636" y="5065"/>
                      <a:pt x="4654" y="5059"/>
                      <a:pt x="4672" y="5054"/>
                    </a:cubicBezTo>
                    <a:cubicBezTo>
                      <a:pt x="4702" y="5046"/>
                      <a:pt x="4731" y="5034"/>
                      <a:pt x="4761" y="5026"/>
                    </a:cubicBezTo>
                    <a:cubicBezTo>
                      <a:pt x="4781" y="5020"/>
                      <a:pt x="4801" y="5016"/>
                      <a:pt x="4822" y="5013"/>
                    </a:cubicBezTo>
                    <a:cubicBezTo>
                      <a:pt x="4884" y="5003"/>
                      <a:pt x="4946" y="4982"/>
                      <a:pt x="5008" y="4970"/>
                    </a:cubicBezTo>
                    <a:cubicBezTo>
                      <a:pt x="5076" y="4957"/>
                      <a:pt x="5145" y="4946"/>
                      <a:pt x="5213" y="4937"/>
                    </a:cubicBezTo>
                    <a:cubicBezTo>
                      <a:pt x="5233" y="4936"/>
                      <a:pt x="5252" y="4935"/>
                      <a:pt x="5272" y="4935"/>
                    </a:cubicBezTo>
                    <a:cubicBezTo>
                      <a:pt x="5291" y="4935"/>
                      <a:pt x="5310" y="4936"/>
                      <a:pt x="5330" y="4937"/>
                    </a:cubicBezTo>
                    <a:lnTo>
                      <a:pt x="5559" y="4937"/>
                    </a:lnTo>
                    <a:cubicBezTo>
                      <a:pt x="5560" y="4944"/>
                      <a:pt x="5561" y="4950"/>
                      <a:pt x="5563" y="4957"/>
                    </a:cubicBezTo>
                    <a:cubicBezTo>
                      <a:pt x="5567" y="4972"/>
                      <a:pt x="5588" y="4965"/>
                      <a:pt x="5584" y="4953"/>
                    </a:cubicBezTo>
                    <a:cubicBezTo>
                      <a:pt x="5584" y="4948"/>
                      <a:pt x="5584" y="4942"/>
                      <a:pt x="5584" y="4936"/>
                    </a:cubicBezTo>
                    <a:lnTo>
                      <a:pt x="5710" y="4936"/>
                    </a:lnTo>
                    <a:cubicBezTo>
                      <a:pt x="5745" y="4936"/>
                      <a:pt x="5781" y="4936"/>
                      <a:pt x="5816" y="4935"/>
                    </a:cubicBezTo>
                    <a:cubicBezTo>
                      <a:pt x="5855" y="4933"/>
                      <a:pt x="5896" y="4943"/>
                      <a:pt x="5936" y="4945"/>
                    </a:cubicBezTo>
                    <a:cubicBezTo>
                      <a:pt x="5970" y="4946"/>
                      <a:pt x="6005" y="4943"/>
                      <a:pt x="6040" y="4942"/>
                    </a:cubicBezTo>
                    <a:lnTo>
                      <a:pt x="6044" y="4942"/>
                    </a:lnTo>
                    <a:cubicBezTo>
                      <a:pt x="6045" y="4946"/>
                      <a:pt x="6047" y="4950"/>
                      <a:pt x="6049" y="4954"/>
                    </a:cubicBezTo>
                    <a:lnTo>
                      <a:pt x="6049" y="4955"/>
                    </a:lnTo>
                    <a:cubicBezTo>
                      <a:pt x="6049" y="4955"/>
                      <a:pt x="6050" y="4956"/>
                      <a:pt x="6051" y="4957"/>
                    </a:cubicBezTo>
                    <a:cubicBezTo>
                      <a:pt x="6052" y="4958"/>
                      <a:pt x="6053" y="4957"/>
                      <a:pt x="6053" y="4957"/>
                    </a:cubicBezTo>
                    <a:cubicBezTo>
                      <a:pt x="6054" y="4957"/>
                      <a:pt x="6055" y="4958"/>
                      <a:pt x="6056" y="4957"/>
                    </a:cubicBezTo>
                    <a:cubicBezTo>
                      <a:pt x="6057" y="4956"/>
                      <a:pt x="6058" y="4955"/>
                      <a:pt x="6058" y="4955"/>
                    </a:cubicBezTo>
                    <a:cubicBezTo>
                      <a:pt x="6058" y="4954"/>
                      <a:pt x="6058" y="4954"/>
                      <a:pt x="6058" y="4954"/>
                    </a:cubicBezTo>
                    <a:cubicBezTo>
                      <a:pt x="6060" y="4951"/>
                      <a:pt x="6062" y="4947"/>
                      <a:pt x="6063" y="4942"/>
                    </a:cubicBezTo>
                    <a:cubicBezTo>
                      <a:pt x="6085" y="4944"/>
                      <a:pt x="6107" y="4947"/>
                      <a:pt x="6129" y="4949"/>
                    </a:cubicBezTo>
                    <a:lnTo>
                      <a:pt x="6130" y="4949"/>
                    </a:lnTo>
                    <a:cubicBezTo>
                      <a:pt x="6132" y="4951"/>
                      <a:pt x="6135" y="4952"/>
                      <a:pt x="6137" y="4953"/>
                    </a:cubicBezTo>
                    <a:cubicBezTo>
                      <a:pt x="6139" y="4953"/>
                      <a:pt x="6141" y="4954"/>
                      <a:pt x="6143" y="4954"/>
                    </a:cubicBezTo>
                    <a:cubicBezTo>
                      <a:pt x="6145" y="4954"/>
                      <a:pt x="6148" y="4953"/>
                      <a:pt x="6150" y="4952"/>
                    </a:cubicBezTo>
                    <a:cubicBezTo>
                      <a:pt x="6151" y="4951"/>
                      <a:pt x="6151" y="4951"/>
                      <a:pt x="6152" y="4950"/>
                    </a:cubicBezTo>
                    <a:cubicBezTo>
                      <a:pt x="6176" y="4952"/>
                      <a:pt x="6201" y="4956"/>
                      <a:pt x="6226" y="4958"/>
                    </a:cubicBezTo>
                    <a:cubicBezTo>
                      <a:pt x="6237" y="4960"/>
                      <a:pt x="6248" y="4962"/>
                      <a:pt x="6260" y="4962"/>
                    </a:cubicBezTo>
                    <a:cubicBezTo>
                      <a:pt x="6281" y="4963"/>
                      <a:pt x="6302" y="4967"/>
                      <a:pt x="6322" y="4974"/>
                    </a:cubicBezTo>
                    <a:cubicBezTo>
                      <a:pt x="6354" y="4982"/>
                      <a:pt x="6385" y="4994"/>
                      <a:pt x="6414" y="5010"/>
                    </a:cubicBezTo>
                    <a:cubicBezTo>
                      <a:pt x="6417" y="5012"/>
                      <a:pt x="6420" y="5014"/>
                      <a:pt x="6423" y="5016"/>
                    </a:cubicBezTo>
                    <a:cubicBezTo>
                      <a:pt x="6440" y="5026"/>
                      <a:pt x="6456" y="5037"/>
                      <a:pt x="6472" y="5050"/>
                    </a:cubicBezTo>
                    <a:cubicBezTo>
                      <a:pt x="6472" y="5050"/>
                      <a:pt x="6472" y="5052"/>
                      <a:pt x="6473" y="5054"/>
                    </a:cubicBezTo>
                    <a:moveTo>
                      <a:pt x="3943" y="5300"/>
                    </a:moveTo>
                    <a:cubicBezTo>
                      <a:pt x="3944" y="5300"/>
                      <a:pt x="3945" y="5301"/>
                      <a:pt x="3945" y="5302"/>
                    </a:cubicBezTo>
                    <a:lnTo>
                      <a:pt x="3944" y="5302"/>
                    </a:lnTo>
                    <a:cubicBezTo>
                      <a:pt x="3943" y="5302"/>
                      <a:pt x="3943" y="5301"/>
                      <a:pt x="3943" y="5300"/>
                    </a:cubicBezTo>
                    <a:moveTo>
                      <a:pt x="5617" y="4621"/>
                    </a:moveTo>
                    <a:cubicBezTo>
                      <a:pt x="5631" y="4631"/>
                      <a:pt x="5645" y="4640"/>
                      <a:pt x="5659" y="4649"/>
                    </a:cubicBezTo>
                    <a:cubicBezTo>
                      <a:pt x="5659" y="4650"/>
                      <a:pt x="5659" y="4651"/>
                      <a:pt x="5659" y="4652"/>
                    </a:cubicBezTo>
                    <a:cubicBezTo>
                      <a:pt x="5659" y="4665"/>
                      <a:pt x="5658" y="4679"/>
                      <a:pt x="5655" y="4692"/>
                    </a:cubicBezTo>
                    <a:cubicBezTo>
                      <a:pt x="5653" y="4720"/>
                      <a:pt x="5650" y="4748"/>
                      <a:pt x="5647" y="4776"/>
                    </a:cubicBezTo>
                    <a:cubicBezTo>
                      <a:pt x="5643" y="4819"/>
                      <a:pt x="5634" y="4868"/>
                      <a:pt x="5642" y="4911"/>
                    </a:cubicBezTo>
                    <a:lnTo>
                      <a:pt x="5588" y="4911"/>
                    </a:lnTo>
                    <a:cubicBezTo>
                      <a:pt x="5591" y="4869"/>
                      <a:pt x="5596" y="4827"/>
                      <a:pt x="5601" y="4785"/>
                    </a:cubicBezTo>
                    <a:cubicBezTo>
                      <a:pt x="5605" y="4748"/>
                      <a:pt x="5607" y="4712"/>
                      <a:pt x="5611" y="4675"/>
                    </a:cubicBezTo>
                    <a:cubicBezTo>
                      <a:pt x="5613" y="4658"/>
                      <a:pt x="5614" y="4641"/>
                      <a:pt x="5615" y="4625"/>
                    </a:cubicBezTo>
                    <a:cubicBezTo>
                      <a:pt x="5616" y="4625"/>
                      <a:pt x="5617" y="4623"/>
                      <a:pt x="5617" y="4622"/>
                    </a:cubicBezTo>
                    <a:lnTo>
                      <a:pt x="5617" y="4621"/>
                    </a:lnTo>
                    <a:moveTo>
                      <a:pt x="5664" y="4862"/>
                    </a:moveTo>
                    <a:cubicBezTo>
                      <a:pt x="5664" y="4822"/>
                      <a:pt x="5669" y="4783"/>
                      <a:pt x="5672" y="4742"/>
                    </a:cubicBezTo>
                    <a:cubicBezTo>
                      <a:pt x="5676" y="4720"/>
                      <a:pt x="5677" y="4697"/>
                      <a:pt x="5677" y="4674"/>
                    </a:cubicBezTo>
                    <a:cubicBezTo>
                      <a:pt x="5677" y="4670"/>
                      <a:pt x="5677" y="4666"/>
                      <a:pt x="5677" y="4661"/>
                    </a:cubicBezTo>
                    <a:cubicBezTo>
                      <a:pt x="5692" y="4671"/>
                      <a:pt x="5706" y="4681"/>
                      <a:pt x="5720" y="4692"/>
                    </a:cubicBezTo>
                    <a:cubicBezTo>
                      <a:pt x="5716" y="4734"/>
                      <a:pt x="5709" y="4777"/>
                      <a:pt x="5704" y="4819"/>
                    </a:cubicBezTo>
                    <a:cubicBezTo>
                      <a:pt x="5701" y="4846"/>
                      <a:pt x="5692" y="4885"/>
                      <a:pt x="5703" y="4912"/>
                    </a:cubicBezTo>
                    <a:lnTo>
                      <a:pt x="5663" y="4912"/>
                    </a:lnTo>
                    <a:cubicBezTo>
                      <a:pt x="5664" y="4903"/>
                      <a:pt x="5664" y="4894"/>
                      <a:pt x="5664" y="4884"/>
                    </a:cubicBezTo>
                    <a:cubicBezTo>
                      <a:pt x="5664" y="4877"/>
                      <a:pt x="5664" y="4869"/>
                      <a:pt x="5664" y="4862"/>
                    </a:cubicBezTo>
                    <a:moveTo>
                      <a:pt x="5768" y="4897"/>
                    </a:moveTo>
                    <a:lnTo>
                      <a:pt x="5769" y="4898"/>
                    </a:lnTo>
                    <a:cubicBezTo>
                      <a:pt x="5769" y="4899"/>
                      <a:pt x="5770" y="4899"/>
                      <a:pt x="5771" y="4900"/>
                    </a:cubicBezTo>
                    <a:cubicBezTo>
                      <a:pt x="5772" y="4901"/>
                      <a:pt x="5773" y="4901"/>
                      <a:pt x="5775" y="4901"/>
                    </a:cubicBezTo>
                    <a:cubicBezTo>
                      <a:pt x="5776" y="4901"/>
                      <a:pt x="5777" y="4901"/>
                      <a:pt x="5778" y="4900"/>
                    </a:cubicBezTo>
                    <a:cubicBezTo>
                      <a:pt x="5779" y="4899"/>
                      <a:pt x="5780" y="4899"/>
                      <a:pt x="5781" y="4898"/>
                    </a:cubicBezTo>
                    <a:cubicBezTo>
                      <a:pt x="5781" y="4897"/>
                      <a:pt x="5781" y="4897"/>
                      <a:pt x="5781" y="4897"/>
                    </a:cubicBezTo>
                    <a:cubicBezTo>
                      <a:pt x="5788" y="4872"/>
                      <a:pt x="5792" y="4846"/>
                      <a:pt x="5792" y="4820"/>
                    </a:cubicBezTo>
                    <a:cubicBezTo>
                      <a:pt x="5794" y="4799"/>
                      <a:pt x="5795" y="4778"/>
                      <a:pt x="5795" y="4758"/>
                    </a:cubicBezTo>
                    <a:cubicBezTo>
                      <a:pt x="5795" y="4752"/>
                      <a:pt x="5795" y="4747"/>
                      <a:pt x="5795" y="4741"/>
                    </a:cubicBezTo>
                    <a:lnTo>
                      <a:pt x="5834" y="4764"/>
                    </a:lnTo>
                    <a:cubicBezTo>
                      <a:pt x="5833" y="4764"/>
                      <a:pt x="5833" y="4764"/>
                      <a:pt x="5832" y="4764"/>
                    </a:cubicBezTo>
                    <a:cubicBezTo>
                      <a:pt x="5831" y="4765"/>
                      <a:pt x="5830" y="4766"/>
                      <a:pt x="5829" y="4768"/>
                    </a:cubicBezTo>
                    <a:cubicBezTo>
                      <a:pt x="5828" y="4769"/>
                      <a:pt x="5828" y="4770"/>
                      <a:pt x="5828" y="4772"/>
                    </a:cubicBezTo>
                    <a:cubicBezTo>
                      <a:pt x="5826" y="4798"/>
                      <a:pt x="5824" y="4824"/>
                      <a:pt x="5823" y="4850"/>
                    </a:cubicBezTo>
                    <a:cubicBezTo>
                      <a:pt x="5821" y="4859"/>
                      <a:pt x="5821" y="4868"/>
                      <a:pt x="5821" y="4877"/>
                    </a:cubicBezTo>
                    <a:cubicBezTo>
                      <a:pt x="5821" y="4889"/>
                      <a:pt x="5822" y="4900"/>
                      <a:pt x="5824" y="4911"/>
                    </a:cubicBezTo>
                    <a:cubicBezTo>
                      <a:pt x="5810" y="4911"/>
                      <a:pt x="5797" y="4910"/>
                      <a:pt x="5783" y="4911"/>
                    </a:cubicBezTo>
                    <a:cubicBezTo>
                      <a:pt x="5762" y="4911"/>
                      <a:pt x="5741" y="4911"/>
                      <a:pt x="5719" y="4911"/>
                    </a:cubicBezTo>
                    <a:cubicBezTo>
                      <a:pt x="5731" y="4889"/>
                      <a:pt x="5727" y="4861"/>
                      <a:pt x="5730" y="4837"/>
                    </a:cubicBezTo>
                    <a:cubicBezTo>
                      <a:pt x="5734" y="4793"/>
                      <a:pt x="5739" y="4749"/>
                      <a:pt x="5740" y="4705"/>
                    </a:cubicBezTo>
                    <a:lnTo>
                      <a:pt x="5747" y="4710"/>
                    </a:lnTo>
                    <a:cubicBezTo>
                      <a:pt x="5757" y="4716"/>
                      <a:pt x="5767" y="4723"/>
                      <a:pt x="5776" y="4729"/>
                    </a:cubicBezTo>
                    <a:cubicBezTo>
                      <a:pt x="5769" y="4781"/>
                      <a:pt x="5751" y="4847"/>
                      <a:pt x="5768" y="4897"/>
                    </a:cubicBezTo>
                    <a:moveTo>
                      <a:pt x="5845" y="4854"/>
                    </a:moveTo>
                    <a:cubicBezTo>
                      <a:pt x="5845" y="4826"/>
                      <a:pt x="5845" y="4799"/>
                      <a:pt x="5844" y="4772"/>
                    </a:cubicBezTo>
                    <a:cubicBezTo>
                      <a:pt x="5844" y="4771"/>
                      <a:pt x="5844" y="4771"/>
                      <a:pt x="5844" y="4771"/>
                    </a:cubicBezTo>
                    <a:lnTo>
                      <a:pt x="5844" y="4770"/>
                    </a:lnTo>
                    <a:cubicBezTo>
                      <a:pt x="5857" y="4778"/>
                      <a:pt x="5869" y="4785"/>
                      <a:pt x="5881" y="4793"/>
                    </a:cubicBezTo>
                    <a:cubicBezTo>
                      <a:pt x="5881" y="4794"/>
                      <a:pt x="5881" y="4794"/>
                      <a:pt x="5881" y="4794"/>
                    </a:cubicBezTo>
                    <a:cubicBezTo>
                      <a:pt x="5881" y="4795"/>
                      <a:pt x="5881" y="4795"/>
                      <a:pt x="5881" y="4795"/>
                    </a:cubicBezTo>
                    <a:cubicBezTo>
                      <a:pt x="5879" y="4830"/>
                      <a:pt x="5872" y="4874"/>
                      <a:pt x="5884" y="4907"/>
                    </a:cubicBezTo>
                    <a:cubicBezTo>
                      <a:pt x="5885" y="4907"/>
                      <a:pt x="5885" y="4907"/>
                      <a:pt x="5885" y="4907"/>
                    </a:cubicBezTo>
                    <a:cubicBezTo>
                      <a:pt x="5885" y="4908"/>
                      <a:pt x="5886" y="4909"/>
                      <a:pt x="5887" y="4910"/>
                    </a:cubicBezTo>
                    <a:cubicBezTo>
                      <a:pt x="5888" y="4911"/>
                      <a:pt x="5889" y="4911"/>
                      <a:pt x="5891" y="4911"/>
                    </a:cubicBezTo>
                    <a:cubicBezTo>
                      <a:pt x="5892" y="4911"/>
                      <a:pt x="5893" y="4911"/>
                      <a:pt x="5894" y="4910"/>
                    </a:cubicBezTo>
                    <a:cubicBezTo>
                      <a:pt x="5895" y="4909"/>
                      <a:pt x="5895" y="4908"/>
                      <a:pt x="5896" y="4907"/>
                    </a:cubicBezTo>
                    <a:cubicBezTo>
                      <a:pt x="5897" y="4906"/>
                      <a:pt x="5897" y="4907"/>
                      <a:pt x="5897" y="4907"/>
                    </a:cubicBezTo>
                    <a:cubicBezTo>
                      <a:pt x="5908" y="4878"/>
                      <a:pt x="5904" y="4839"/>
                      <a:pt x="5901" y="4807"/>
                    </a:cubicBezTo>
                    <a:lnTo>
                      <a:pt x="5904" y="4809"/>
                    </a:lnTo>
                    <a:cubicBezTo>
                      <a:pt x="5913" y="4816"/>
                      <a:pt x="5922" y="4822"/>
                      <a:pt x="5931" y="4829"/>
                    </a:cubicBezTo>
                    <a:cubicBezTo>
                      <a:pt x="5929" y="4858"/>
                      <a:pt x="5925" y="4892"/>
                      <a:pt x="5936" y="4918"/>
                    </a:cubicBezTo>
                    <a:cubicBezTo>
                      <a:pt x="5936" y="4918"/>
                      <a:pt x="5936" y="4917"/>
                      <a:pt x="5937" y="4918"/>
                    </a:cubicBezTo>
                    <a:cubicBezTo>
                      <a:pt x="5938" y="4919"/>
                      <a:pt x="5938" y="4919"/>
                      <a:pt x="5938" y="4920"/>
                    </a:cubicBezTo>
                    <a:cubicBezTo>
                      <a:pt x="5906" y="4919"/>
                      <a:pt x="5874" y="4915"/>
                      <a:pt x="5842" y="4913"/>
                    </a:cubicBezTo>
                    <a:cubicBezTo>
                      <a:pt x="5845" y="4899"/>
                      <a:pt x="5846" y="4885"/>
                      <a:pt x="5846" y="4871"/>
                    </a:cubicBezTo>
                    <a:cubicBezTo>
                      <a:pt x="5846" y="4865"/>
                      <a:pt x="5846" y="4859"/>
                      <a:pt x="5845" y="4853"/>
                    </a:cubicBezTo>
                    <a:lnTo>
                      <a:pt x="5845" y="4854"/>
                    </a:lnTo>
                    <a:moveTo>
                      <a:pt x="5953" y="4845"/>
                    </a:moveTo>
                    <a:cubicBezTo>
                      <a:pt x="5966" y="4853"/>
                      <a:pt x="5979" y="4861"/>
                      <a:pt x="5992" y="4869"/>
                    </a:cubicBezTo>
                    <a:cubicBezTo>
                      <a:pt x="5991" y="4877"/>
                      <a:pt x="5990" y="4886"/>
                      <a:pt x="5990" y="4894"/>
                    </a:cubicBezTo>
                    <a:cubicBezTo>
                      <a:pt x="5990" y="4903"/>
                      <a:pt x="5991" y="4911"/>
                      <a:pt x="5992" y="4920"/>
                    </a:cubicBezTo>
                    <a:lnTo>
                      <a:pt x="5972" y="4920"/>
                    </a:lnTo>
                    <a:cubicBezTo>
                      <a:pt x="5963" y="4920"/>
                      <a:pt x="5953" y="4920"/>
                      <a:pt x="5943" y="4920"/>
                    </a:cubicBezTo>
                    <a:lnTo>
                      <a:pt x="5944" y="4920"/>
                    </a:lnTo>
                    <a:cubicBezTo>
                      <a:pt x="5945" y="4919"/>
                      <a:pt x="5945" y="4918"/>
                      <a:pt x="5946" y="4918"/>
                    </a:cubicBezTo>
                    <a:lnTo>
                      <a:pt x="5946" y="4917"/>
                    </a:lnTo>
                    <a:cubicBezTo>
                      <a:pt x="5951" y="4901"/>
                      <a:pt x="5954" y="4884"/>
                      <a:pt x="5954" y="4866"/>
                    </a:cubicBezTo>
                    <a:cubicBezTo>
                      <a:pt x="5954" y="4859"/>
                      <a:pt x="5954" y="4852"/>
                      <a:pt x="5953" y="4845"/>
                    </a:cubicBezTo>
                    <a:moveTo>
                      <a:pt x="6013" y="4881"/>
                    </a:moveTo>
                    <a:cubicBezTo>
                      <a:pt x="6022" y="4885"/>
                      <a:pt x="6030" y="4890"/>
                      <a:pt x="6039" y="4894"/>
                    </a:cubicBezTo>
                    <a:lnTo>
                      <a:pt x="6046" y="4898"/>
                    </a:lnTo>
                    <a:cubicBezTo>
                      <a:pt x="6046" y="4905"/>
                      <a:pt x="6045" y="4913"/>
                      <a:pt x="6045" y="4920"/>
                    </a:cubicBezTo>
                    <a:lnTo>
                      <a:pt x="6012" y="4920"/>
                    </a:lnTo>
                    <a:cubicBezTo>
                      <a:pt x="6013" y="4912"/>
                      <a:pt x="6014" y="4904"/>
                      <a:pt x="6014" y="4896"/>
                    </a:cubicBezTo>
                    <a:cubicBezTo>
                      <a:pt x="6014" y="4891"/>
                      <a:pt x="6014" y="4886"/>
                      <a:pt x="6013" y="4881"/>
                    </a:cubicBezTo>
                    <a:moveTo>
                      <a:pt x="6067" y="4910"/>
                    </a:moveTo>
                    <a:cubicBezTo>
                      <a:pt x="6075" y="4914"/>
                      <a:pt x="6082" y="4919"/>
                      <a:pt x="6090" y="4923"/>
                    </a:cubicBezTo>
                    <a:lnTo>
                      <a:pt x="6067" y="4922"/>
                    </a:lnTo>
                    <a:cubicBezTo>
                      <a:pt x="6067" y="4918"/>
                      <a:pt x="6067" y="4914"/>
                      <a:pt x="6067" y="4910"/>
                    </a:cubicBezTo>
                    <a:moveTo>
                      <a:pt x="5675" y="4421"/>
                    </a:moveTo>
                    <a:cubicBezTo>
                      <a:pt x="5706" y="4436"/>
                      <a:pt x="5736" y="4452"/>
                      <a:pt x="5766" y="4469"/>
                    </a:cubicBezTo>
                    <a:cubicBezTo>
                      <a:pt x="5789" y="4483"/>
                      <a:pt x="5813" y="4497"/>
                      <a:pt x="5836" y="4512"/>
                    </a:cubicBezTo>
                    <a:cubicBezTo>
                      <a:pt x="5885" y="4548"/>
                      <a:pt x="5939" y="4574"/>
                      <a:pt x="5989" y="4608"/>
                    </a:cubicBezTo>
                    <a:cubicBezTo>
                      <a:pt x="6038" y="4641"/>
                      <a:pt x="6085" y="4678"/>
                      <a:pt x="6130" y="4717"/>
                    </a:cubicBezTo>
                    <a:cubicBezTo>
                      <a:pt x="6169" y="4751"/>
                      <a:pt x="6214" y="4778"/>
                      <a:pt x="6254" y="4811"/>
                    </a:cubicBezTo>
                    <a:cubicBezTo>
                      <a:pt x="6294" y="4844"/>
                      <a:pt x="6332" y="4889"/>
                      <a:pt x="6375" y="4926"/>
                    </a:cubicBezTo>
                    <a:cubicBezTo>
                      <a:pt x="6402" y="4948"/>
                      <a:pt x="6426" y="4974"/>
                      <a:pt x="6448" y="5003"/>
                    </a:cubicBezTo>
                    <a:lnTo>
                      <a:pt x="6436" y="4996"/>
                    </a:lnTo>
                    <a:cubicBezTo>
                      <a:pt x="6392" y="4972"/>
                      <a:pt x="6344" y="4953"/>
                      <a:pt x="6295" y="4939"/>
                    </a:cubicBezTo>
                    <a:cubicBezTo>
                      <a:pt x="6271" y="4936"/>
                      <a:pt x="6246" y="4934"/>
                      <a:pt x="6221" y="4934"/>
                    </a:cubicBezTo>
                    <a:cubicBezTo>
                      <a:pt x="6220" y="4934"/>
                      <a:pt x="6218" y="4934"/>
                      <a:pt x="6217" y="4934"/>
                    </a:cubicBezTo>
                    <a:lnTo>
                      <a:pt x="6156" y="4928"/>
                    </a:lnTo>
                    <a:cubicBezTo>
                      <a:pt x="6155" y="4926"/>
                      <a:pt x="6153" y="4925"/>
                      <a:pt x="6151" y="4924"/>
                    </a:cubicBezTo>
                    <a:cubicBezTo>
                      <a:pt x="6150" y="4923"/>
                      <a:pt x="6149" y="4922"/>
                      <a:pt x="6147" y="4922"/>
                    </a:cubicBezTo>
                    <a:cubicBezTo>
                      <a:pt x="6139" y="4919"/>
                      <a:pt x="6129" y="4904"/>
                      <a:pt x="6120" y="4899"/>
                    </a:cubicBezTo>
                    <a:cubicBezTo>
                      <a:pt x="6099" y="4886"/>
                      <a:pt x="6076" y="4874"/>
                      <a:pt x="6054" y="4863"/>
                    </a:cubicBezTo>
                    <a:cubicBezTo>
                      <a:pt x="6042" y="4856"/>
                      <a:pt x="6030" y="4850"/>
                      <a:pt x="6019" y="4843"/>
                    </a:cubicBezTo>
                    <a:cubicBezTo>
                      <a:pt x="5981" y="4822"/>
                      <a:pt x="5945" y="4798"/>
                      <a:pt x="5910" y="4772"/>
                    </a:cubicBezTo>
                    <a:cubicBezTo>
                      <a:pt x="5863" y="4740"/>
                      <a:pt x="5812" y="4714"/>
                      <a:pt x="5764" y="4682"/>
                    </a:cubicBezTo>
                    <a:cubicBezTo>
                      <a:pt x="5712" y="4645"/>
                      <a:pt x="5660" y="4609"/>
                      <a:pt x="5606" y="4575"/>
                    </a:cubicBezTo>
                    <a:cubicBezTo>
                      <a:pt x="5537" y="4532"/>
                      <a:pt x="5472" y="4486"/>
                      <a:pt x="5401" y="4449"/>
                    </a:cubicBezTo>
                    <a:cubicBezTo>
                      <a:pt x="5423" y="4433"/>
                      <a:pt x="5444" y="4418"/>
                      <a:pt x="5465" y="4401"/>
                    </a:cubicBezTo>
                    <a:cubicBezTo>
                      <a:pt x="5489" y="4381"/>
                      <a:pt x="5518" y="4369"/>
                      <a:pt x="5544" y="4351"/>
                    </a:cubicBezTo>
                    <a:cubicBezTo>
                      <a:pt x="5588" y="4373"/>
                      <a:pt x="5631" y="4396"/>
                      <a:pt x="5675" y="4421"/>
                    </a:cubicBezTo>
                    <a:moveTo>
                      <a:pt x="3817" y="3939"/>
                    </a:moveTo>
                    <a:cubicBezTo>
                      <a:pt x="3843" y="3939"/>
                      <a:pt x="3869" y="3934"/>
                      <a:pt x="3893" y="3924"/>
                    </a:cubicBezTo>
                    <a:cubicBezTo>
                      <a:pt x="3954" y="3903"/>
                      <a:pt x="4031" y="3913"/>
                      <a:pt x="4095" y="3914"/>
                    </a:cubicBezTo>
                    <a:cubicBezTo>
                      <a:pt x="4251" y="3916"/>
                      <a:pt x="4406" y="3940"/>
                      <a:pt x="4556" y="3984"/>
                    </a:cubicBezTo>
                    <a:cubicBezTo>
                      <a:pt x="4574" y="3990"/>
                      <a:pt x="4593" y="3994"/>
                      <a:pt x="4611" y="3996"/>
                    </a:cubicBezTo>
                    <a:cubicBezTo>
                      <a:pt x="4650" y="4000"/>
                      <a:pt x="4686" y="4012"/>
                      <a:pt x="4720" y="4030"/>
                    </a:cubicBezTo>
                    <a:cubicBezTo>
                      <a:pt x="4784" y="4059"/>
                      <a:pt x="4849" y="4083"/>
                      <a:pt x="4915" y="4104"/>
                    </a:cubicBezTo>
                    <a:cubicBezTo>
                      <a:pt x="4976" y="4121"/>
                      <a:pt x="5040" y="4134"/>
                      <a:pt x="5100" y="4154"/>
                    </a:cubicBezTo>
                    <a:cubicBezTo>
                      <a:pt x="5170" y="4179"/>
                      <a:pt x="5236" y="4216"/>
                      <a:pt x="5305" y="4245"/>
                    </a:cubicBezTo>
                    <a:cubicBezTo>
                      <a:pt x="5366" y="4270"/>
                      <a:pt x="5430" y="4291"/>
                      <a:pt x="5488" y="4322"/>
                    </a:cubicBezTo>
                    <a:lnTo>
                      <a:pt x="5526" y="4341"/>
                    </a:lnTo>
                    <a:cubicBezTo>
                      <a:pt x="5512" y="4349"/>
                      <a:pt x="5498" y="4356"/>
                      <a:pt x="5484" y="4364"/>
                    </a:cubicBezTo>
                    <a:cubicBezTo>
                      <a:pt x="5446" y="4386"/>
                      <a:pt x="5410" y="4410"/>
                      <a:pt x="5376" y="4436"/>
                    </a:cubicBezTo>
                    <a:cubicBezTo>
                      <a:pt x="5369" y="4432"/>
                      <a:pt x="5361" y="4429"/>
                      <a:pt x="5354" y="4426"/>
                    </a:cubicBezTo>
                    <a:cubicBezTo>
                      <a:pt x="5234" y="4374"/>
                      <a:pt x="5117" y="4314"/>
                      <a:pt x="5000" y="4256"/>
                    </a:cubicBezTo>
                    <a:cubicBezTo>
                      <a:pt x="4926" y="4219"/>
                      <a:pt x="4849" y="4192"/>
                      <a:pt x="4772" y="4162"/>
                    </a:cubicBezTo>
                    <a:cubicBezTo>
                      <a:pt x="4772" y="4161"/>
                      <a:pt x="4772" y="4160"/>
                      <a:pt x="4772" y="4158"/>
                    </a:cubicBezTo>
                    <a:cubicBezTo>
                      <a:pt x="4772" y="4151"/>
                      <a:pt x="4761" y="4149"/>
                      <a:pt x="4760" y="4156"/>
                    </a:cubicBezTo>
                    <a:cubicBezTo>
                      <a:pt x="4738" y="4148"/>
                      <a:pt x="4716" y="4139"/>
                      <a:pt x="4695" y="4129"/>
                    </a:cubicBezTo>
                    <a:cubicBezTo>
                      <a:pt x="4643" y="4106"/>
                      <a:pt x="4587" y="4086"/>
                      <a:pt x="4534" y="4065"/>
                    </a:cubicBezTo>
                    <a:cubicBezTo>
                      <a:pt x="4526" y="4062"/>
                      <a:pt x="4517" y="4059"/>
                      <a:pt x="4509" y="4056"/>
                    </a:cubicBezTo>
                    <a:cubicBezTo>
                      <a:pt x="4509" y="4055"/>
                      <a:pt x="4508" y="4054"/>
                      <a:pt x="4508" y="4053"/>
                    </a:cubicBezTo>
                    <a:cubicBezTo>
                      <a:pt x="4506" y="4050"/>
                      <a:pt x="4504" y="4048"/>
                      <a:pt x="4501" y="4046"/>
                    </a:cubicBezTo>
                    <a:cubicBezTo>
                      <a:pt x="4498" y="4044"/>
                      <a:pt x="4495" y="4043"/>
                      <a:pt x="4492" y="4043"/>
                    </a:cubicBezTo>
                    <a:lnTo>
                      <a:pt x="4491" y="4044"/>
                    </a:lnTo>
                    <a:cubicBezTo>
                      <a:pt x="4490" y="4044"/>
                      <a:pt x="4489" y="4044"/>
                      <a:pt x="4487" y="4045"/>
                    </a:cubicBezTo>
                    <a:cubicBezTo>
                      <a:pt x="4486" y="4045"/>
                      <a:pt x="4485" y="4046"/>
                      <a:pt x="4485" y="4047"/>
                    </a:cubicBezTo>
                    <a:lnTo>
                      <a:pt x="4452" y="4037"/>
                    </a:lnTo>
                    <a:cubicBezTo>
                      <a:pt x="4445" y="4034"/>
                      <a:pt x="4438" y="4032"/>
                      <a:pt x="4432" y="4029"/>
                    </a:cubicBezTo>
                    <a:cubicBezTo>
                      <a:pt x="4431" y="4027"/>
                      <a:pt x="4430" y="4027"/>
                      <a:pt x="4429" y="4026"/>
                    </a:cubicBezTo>
                    <a:cubicBezTo>
                      <a:pt x="4428" y="4026"/>
                      <a:pt x="4426" y="4025"/>
                      <a:pt x="4425" y="4025"/>
                    </a:cubicBezTo>
                    <a:cubicBezTo>
                      <a:pt x="4424" y="4025"/>
                      <a:pt x="4424" y="4025"/>
                      <a:pt x="4423" y="4025"/>
                    </a:cubicBezTo>
                    <a:cubicBezTo>
                      <a:pt x="4402" y="4014"/>
                      <a:pt x="4381" y="4004"/>
                      <a:pt x="4359" y="3995"/>
                    </a:cubicBezTo>
                    <a:cubicBezTo>
                      <a:pt x="4268" y="3961"/>
                      <a:pt x="4171" y="3943"/>
                      <a:pt x="4074" y="3941"/>
                    </a:cubicBezTo>
                    <a:lnTo>
                      <a:pt x="4039" y="3941"/>
                    </a:lnTo>
                    <a:cubicBezTo>
                      <a:pt x="4038" y="3941"/>
                      <a:pt x="4038" y="3941"/>
                      <a:pt x="4037" y="3941"/>
                    </a:cubicBezTo>
                    <a:cubicBezTo>
                      <a:pt x="4036" y="3941"/>
                      <a:pt x="4036" y="3941"/>
                      <a:pt x="4035" y="3941"/>
                    </a:cubicBezTo>
                    <a:cubicBezTo>
                      <a:pt x="3983" y="3941"/>
                      <a:pt x="3931" y="3941"/>
                      <a:pt x="3879" y="3941"/>
                    </a:cubicBezTo>
                    <a:cubicBezTo>
                      <a:pt x="3847" y="3941"/>
                      <a:pt x="3815" y="3941"/>
                      <a:pt x="3782" y="3942"/>
                    </a:cubicBezTo>
                    <a:lnTo>
                      <a:pt x="3781" y="3942"/>
                    </a:lnTo>
                    <a:cubicBezTo>
                      <a:pt x="3790" y="3940"/>
                      <a:pt x="3799" y="3938"/>
                      <a:pt x="3809" y="3938"/>
                    </a:cubicBezTo>
                    <a:cubicBezTo>
                      <a:pt x="3811" y="3938"/>
                      <a:pt x="3814" y="3939"/>
                      <a:pt x="3817" y="3939"/>
                    </a:cubicBezTo>
                    <a:moveTo>
                      <a:pt x="3756" y="3959"/>
                    </a:moveTo>
                    <a:cubicBezTo>
                      <a:pt x="3757" y="3958"/>
                      <a:pt x="3757" y="3958"/>
                      <a:pt x="3757" y="3957"/>
                    </a:cubicBezTo>
                    <a:lnTo>
                      <a:pt x="3767" y="3960"/>
                    </a:lnTo>
                    <a:cubicBezTo>
                      <a:pt x="3767" y="3979"/>
                      <a:pt x="3770" y="3998"/>
                      <a:pt x="3776" y="4016"/>
                    </a:cubicBezTo>
                    <a:cubicBezTo>
                      <a:pt x="3782" y="4042"/>
                      <a:pt x="3792" y="4066"/>
                      <a:pt x="3805" y="4090"/>
                    </a:cubicBezTo>
                    <a:cubicBezTo>
                      <a:pt x="3805" y="4090"/>
                      <a:pt x="3806" y="4091"/>
                      <a:pt x="3807" y="4091"/>
                    </a:cubicBezTo>
                    <a:cubicBezTo>
                      <a:pt x="3808" y="4092"/>
                      <a:pt x="3809" y="4092"/>
                      <a:pt x="3810" y="4092"/>
                    </a:cubicBezTo>
                    <a:cubicBezTo>
                      <a:pt x="3811" y="4092"/>
                      <a:pt x="3812" y="4092"/>
                      <a:pt x="3813" y="4091"/>
                    </a:cubicBezTo>
                    <a:cubicBezTo>
                      <a:pt x="3814" y="4091"/>
                      <a:pt x="3814" y="4090"/>
                      <a:pt x="3815" y="4089"/>
                    </a:cubicBezTo>
                    <a:cubicBezTo>
                      <a:pt x="3816" y="4088"/>
                      <a:pt x="3816" y="4087"/>
                      <a:pt x="3816" y="4086"/>
                    </a:cubicBezTo>
                    <a:cubicBezTo>
                      <a:pt x="3816" y="4066"/>
                      <a:pt x="3811" y="4046"/>
                      <a:pt x="3803" y="4027"/>
                    </a:cubicBezTo>
                    <a:cubicBezTo>
                      <a:pt x="3796" y="4006"/>
                      <a:pt x="3790" y="3985"/>
                      <a:pt x="3786" y="3963"/>
                    </a:cubicBezTo>
                    <a:cubicBezTo>
                      <a:pt x="3798" y="3965"/>
                      <a:pt x="3810" y="3966"/>
                      <a:pt x="3822" y="3966"/>
                    </a:cubicBezTo>
                    <a:lnTo>
                      <a:pt x="3834" y="3966"/>
                    </a:lnTo>
                    <a:cubicBezTo>
                      <a:pt x="3836" y="3978"/>
                      <a:pt x="3838" y="3990"/>
                      <a:pt x="3840" y="4001"/>
                    </a:cubicBezTo>
                    <a:cubicBezTo>
                      <a:pt x="3844" y="4018"/>
                      <a:pt x="3852" y="4031"/>
                      <a:pt x="3856" y="4047"/>
                    </a:cubicBezTo>
                    <a:cubicBezTo>
                      <a:pt x="3857" y="4047"/>
                      <a:pt x="3857" y="4047"/>
                      <a:pt x="3857" y="4048"/>
                    </a:cubicBezTo>
                    <a:cubicBezTo>
                      <a:pt x="3857" y="4048"/>
                      <a:pt x="3858" y="4048"/>
                      <a:pt x="3859" y="4049"/>
                    </a:cubicBezTo>
                    <a:cubicBezTo>
                      <a:pt x="3860" y="4050"/>
                      <a:pt x="3860" y="4050"/>
                      <a:pt x="3861" y="4050"/>
                    </a:cubicBezTo>
                    <a:cubicBezTo>
                      <a:pt x="3862" y="4050"/>
                      <a:pt x="3862" y="4050"/>
                      <a:pt x="3863" y="4049"/>
                    </a:cubicBezTo>
                    <a:cubicBezTo>
                      <a:pt x="3864" y="4048"/>
                      <a:pt x="3865" y="4048"/>
                      <a:pt x="3865" y="4048"/>
                    </a:cubicBezTo>
                    <a:cubicBezTo>
                      <a:pt x="3865" y="4047"/>
                      <a:pt x="3865" y="4047"/>
                      <a:pt x="3866" y="4047"/>
                    </a:cubicBezTo>
                    <a:cubicBezTo>
                      <a:pt x="3866" y="4042"/>
                      <a:pt x="3867" y="4037"/>
                      <a:pt x="3867" y="4032"/>
                    </a:cubicBezTo>
                    <a:cubicBezTo>
                      <a:pt x="3867" y="4020"/>
                      <a:pt x="3864" y="4008"/>
                      <a:pt x="3860" y="3996"/>
                    </a:cubicBezTo>
                    <a:cubicBezTo>
                      <a:pt x="3857" y="3986"/>
                      <a:pt x="3854" y="3976"/>
                      <a:pt x="3851" y="3966"/>
                    </a:cubicBezTo>
                    <a:lnTo>
                      <a:pt x="3890" y="3966"/>
                    </a:lnTo>
                    <a:cubicBezTo>
                      <a:pt x="3892" y="3973"/>
                      <a:pt x="3892" y="3982"/>
                      <a:pt x="3893" y="3987"/>
                    </a:cubicBezTo>
                    <a:cubicBezTo>
                      <a:pt x="3896" y="4003"/>
                      <a:pt x="3900" y="4019"/>
                      <a:pt x="3908" y="4034"/>
                    </a:cubicBezTo>
                    <a:cubicBezTo>
                      <a:pt x="3908" y="4035"/>
                      <a:pt x="3909" y="4036"/>
                      <a:pt x="3910" y="4036"/>
                    </a:cubicBezTo>
                    <a:cubicBezTo>
                      <a:pt x="3911" y="4037"/>
                      <a:pt x="3912" y="4037"/>
                      <a:pt x="3913" y="4037"/>
                    </a:cubicBezTo>
                    <a:cubicBezTo>
                      <a:pt x="3914" y="4037"/>
                      <a:pt x="3914" y="4037"/>
                      <a:pt x="3915" y="4037"/>
                    </a:cubicBezTo>
                    <a:lnTo>
                      <a:pt x="3918" y="4037"/>
                    </a:lnTo>
                    <a:cubicBezTo>
                      <a:pt x="3919" y="4036"/>
                      <a:pt x="3920" y="4035"/>
                      <a:pt x="3920" y="4035"/>
                    </a:cubicBezTo>
                    <a:cubicBezTo>
                      <a:pt x="3921" y="4034"/>
                      <a:pt x="3921" y="4033"/>
                      <a:pt x="3921" y="4032"/>
                    </a:cubicBezTo>
                    <a:cubicBezTo>
                      <a:pt x="3921" y="4031"/>
                      <a:pt x="3921" y="4031"/>
                      <a:pt x="3920" y="4030"/>
                    </a:cubicBezTo>
                    <a:cubicBezTo>
                      <a:pt x="3919" y="4029"/>
                      <a:pt x="3919" y="4028"/>
                      <a:pt x="3918" y="4028"/>
                    </a:cubicBezTo>
                    <a:lnTo>
                      <a:pt x="3918" y="4027"/>
                    </a:lnTo>
                    <a:cubicBezTo>
                      <a:pt x="3917" y="4016"/>
                      <a:pt x="3916" y="4005"/>
                      <a:pt x="3914" y="3994"/>
                    </a:cubicBezTo>
                    <a:cubicBezTo>
                      <a:pt x="3913" y="3986"/>
                      <a:pt x="3910" y="3978"/>
                      <a:pt x="3908" y="3970"/>
                    </a:cubicBezTo>
                    <a:lnTo>
                      <a:pt x="3907" y="3966"/>
                    </a:lnTo>
                    <a:lnTo>
                      <a:pt x="3941" y="3966"/>
                    </a:lnTo>
                    <a:cubicBezTo>
                      <a:pt x="3942" y="3987"/>
                      <a:pt x="3947" y="4007"/>
                      <a:pt x="3954" y="4027"/>
                    </a:cubicBezTo>
                    <a:lnTo>
                      <a:pt x="3955" y="4027"/>
                    </a:lnTo>
                    <a:cubicBezTo>
                      <a:pt x="3955" y="4028"/>
                      <a:pt x="3956" y="4028"/>
                      <a:pt x="3957" y="4029"/>
                    </a:cubicBezTo>
                    <a:cubicBezTo>
                      <a:pt x="3958" y="4030"/>
                      <a:pt x="3958" y="4030"/>
                      <a:pt x="3959" y="4030"/>
                    </a:cubicBezTo>
                    <a:cubicBezTo>
                      <a:pt x="3960" y="4030"/>
                      <a:pt x="3961" y="4030"/>
                      <a:pt x="3962" y="4029"/>
                    </a:cubicBezTo>
                    <a:cubicBezTo>
                      <a:pt x="3963" y="4029"/>
                      <a:pt x="3963" y="4028"/>
                      <a:pt x="3964" y="4027"/>
                    </a:cubicBezTo>
                    <a:cubicBezTo>
                      <a:pt x="3965" y="4023"/>
                      <a:pt x="3966" y="4019"/>
                      <a:pt x="3966" y="4015"/>
                    </a:cubicBezTo>
                    <a:cubicBezTo>
                      <a:pt x="3966" y="4012"/>
                      <a:pt x="3965" y="4008"/>
                      <a:pt x="3964" y="4004"/>
                    </a:cubicBezTo>
                    <a:cubicBezTo>
                      <a:pt x="3961" y="3991"/>
                      <a:pt x="3958" y="3979"/>
                      <a:pt x="3955" y="3966"/>
                    </a:cubicBezTo>
                    <a:lnTo>
                      <a:pt x="3981" y="3966"/>
                    </a:lnTo>
                    <a:cubicBezTo>
                      <a:pt x="3981" y="3969"/>
                      <a:pt x="3980" y="3972"/>
                      <a:pt x="3980" y="3975"/>
                    </a:cubicBezTo>
                    <a:cubicBezTo>
                      <a:pt x="3980" y="4032"/>
                      <a:pt x="3989" y="4089"/>
                      <a:pt x="4005" y="4143"/>
                    </a:cubicBezTo>
                    <a:cubicBezTo>
                      <a:pt x="4005" y="4143"/>
                      <a:pt x="4006" y="4143"/>
                      <a:pt x="4006" y="4144"/>
                    </a:cubicBezTo>
                    <a:cubicBezTo>
                      <a:pt x="4006" y="4145"/>
                      <a:pt x="4007" y="4147"/>
                      <a:pt x="4009" y="4147"/>
                    </a:cubicBezTo>
                    <a:cubicBezTo>
                      <a:pt x="4010" y="4148"/>
                      <a:pt x="4011" y="4148"/>
                      <a:pt x="4013" y="4148"/>
                    </a:cubicBezTo>
                    <a:cubicBezTo>
                      <a:pt x="4014" y="4148"/>
                      <a:pt x="4016" y="4148"/>
                      <a:pt x="4017" y="4147"/>
                    </a:cubicBezTo>
                    <a:cubicBezTo>
                      <a:pt x="4018" y="4147"/>
                      <a:pt x="4019" y="4145"/>
                      <a:pt x="4020" y="4144"/>
                    </a:cubicBezTo>
                    <a:cubicBezTo>
                      <a:pt x="4020" y="4143"/>
                      <a:pt x="4020" y="4143"/>
                      <a:pt x="4020" y="4143"/>
                    </a:cubicBezTo>
                    <a:cubicBezTo>
                      <a:pt x="4022" y="4134"/>
                      <a:pt x="4023" y="4125"/>
                      <a:pt x="4023" y="4116"/>
                    </a:cubicBezTo>
                    <a:cubicBezTo>
                      <a:pt x="4023" y="4100"/>
                      <a:pt x="4020" y="4084"/>
                      <a:pt x="4016" y="4069"/>
                    </a:cubicBezTo>
                    <a:cubicBezTo>
                      <a:pt x="4010" y="4035"/>
                      <a:pt x="4005" y="4001"/>
                      <a:pt x="3999" y="3966"/>
                    </a:cubicBezTo>
                    <a:lnTo>
                      <a:pt x="4030" y="3966"/>
                    </a:lnTo>
                    <a:cubicBezTo>
                      <a:pt x="4030" y="3985"/>
                      <a:pt x="4032" y="4004"/>
                      <a:pt x="4033" y="4022"/>
                    </a:cubicBezTo>
                    <a:cubicBezTo>
                      <a:pt x="4035" y="4051"/>
                      <a:pt x="4039" y="4079"/>
                      <a:pt x="4046" y="4107"/>
                    </a:cubicBezTo>
                    <a:lnTo>
                      <a:pt x="4046" y="4108"/>
                    </a:lnTo>
                    <a:cubicBezTo>
                      <a:pt x="4047" y="4109"/>
                      <a:pt x="4048" y="4110"/>
                      <a:pt x="4048" y="4110"/>
                    </a:cubicBezTo>
                    <a:cubicBezTo>
                      <a:pt x="4049" y="4111"/>
                      <a:pt x="4050" y="4111"/>
                      <a:pt x="4051" y="4111"/>
                    </a:cubicBezTo>
                    <a:cubicBezTo>
                      <a:pt x="4052" y="4111"/>
                      <a:pt x="4053" y="4111"/>
                      <a:pt x="4054" y="4110"/>
                    </a:cubicBezTo>
                    <a:cubicBezTo>
                      <a:pt x="4055" y="4110"/>
                      <a:pt x="4056" y="4109"/>
                      <a:pt x="4057" y="4108"/>
                    </a:cubicBezTo>
                    <a:lnTo>
                      <a:pt x="4057" y="4107"/>
                    </a:lnTo>
                    <a:cubicBezTo>
                      <a:pt x="4061" y="4094"/>
                      <a:pt x="4062" y="4080"/>
                      <a:pt x="4062" y="4067"/>
                    </a:cubicBezTo>
                    <a:cubicBezTo>
                      <a:pt x="4062" y="4057"/>
                      <a:pt x="4061" y="4048"/>
                      <a:pt x="4060" y="4039"/>
                    </a:cubicBezTo>
                    <a:cubicBezTo>
                      <a:pt x="4056" y="4014"/>
                      <a:pt x="4054" y="3990"/>
                      <a:pt x="4049" y="3966"/>
                    </a:cubicBezTo>
                    <a:lnTo>
                      <a:pt x="4083" y="3966"/>
                    </a:lnTo>
                    <a:cubicBezTo>
                      <a:pt x="4085" y="4002"/>
                      <a:pt x="4084" y="4044"/>
                      <a:pt x="4099" y="4077"/>
                    </a:cubicBezTo>
                    <a:cubicBezTo>
                      <a:pt x="4101" y="4083"/>
                      <a:pt x="4110" y="4085"/>
                      <a:pt x="4113" y="4078"/>
                    </a:cubicBezTo>
                    <a:cubicBezTo>
                      <a:pt x="4115" y="4069"/>
                      <a:pt x="4117" y="4059"/>
                      <a:pt x="4117" y="4049"/>
                    </a:cubicBezTo>
                    <a:cubicBezTo>
                      <a:pt x="4117" y="4040"/>
                      <a:pt x="4115" y="4030"/>
                      <a:pt x="4113" y="4020"/>
                    </a:cubicBezTo>
                    <a:cubicBezTo>
                      <a:pt x="4110" y="4001"/>
                      <a:pt x="4109" y="3984"/>
                      <a:pt x="4104" y="3966"/>
                    </a:cubicBezTo>
                    <a:cubicBezTo>
                      <a:pt x="4115" y="3966"/>
                      <a:pt x="4125" y="3966"/>
                      <a:pt x="4136" y="3967"/>
                    </a:cubicBezTo>
                    <a:cubicBezTo>
                      <a:pt x="4136" y="3986"/>
                      <a:pt x="4138" y="4005"/>
                      <a:pt x="4141" y="4023"/>
                    </a:cubicBezTo>
                    <a:cubicBezTo>
                      <a:pt x="4142" y="4046"/>
                      <a:pt x="4145" y="4068"/>
                      <a:pt x="4150" y="4090"/>
                    </a:cubicBezTo>
                    <a:cubicBezTo>
                      <a:pt x="4150" y="4091"/>
                      <a:pt x="4150" y="4091"/>
                      <a:pt x="4151" y="4092"/>
                    </a:cubicBezTo>
                    <a:cubicBezTo>
                      <a:pt x="4151" y="4093"/>
                      <a:pt x="4151" y="4095"/>
                      <a:pt x="4153" y="4095"/>
                    </a:cubicBezTo>
                    <a:cubicBezTo>
                      <a:pt x="4155" y="4096"/>
                      <a:pt x="4155" y="4096"/>
                      <a:pt x="4157" y="4096"/>
                    </a:cubicBezTo>
                    <a:cubicBezTo>
                      <a:pt x="4158" y="4096"/>
                      <a:pt x="4160" y="4096"/>
                      <a:pt x="4161" y="4095"/>
                    </a:cubicBezTo>
                    <a:cubicBezTo>
                      <a:pt x="4162" y="4095"/>
                      <a:pt x="4163" y="4093"/>
                      <a:pt x="4164" y="4092"/>
                    </a:cubicBezTo>
                    <a:cubicBezTo>
                      <a:pt x="4164" y="4091"/>
                      <a:pt x="4164" y="4091"/>
                      <a:pt x="4165" y="4090"/>
                    </a:cubicBezTo>
                    <a:cubicBezTo>
                      <a:pt x="4178" y="4051"/>
                      <a:pt x="4162" y="4009"/>
                      <a:pt x="4154" y="3969"/>
                    </a:cubicBezTo>
                    <a:cubicBezTo>
                      <a:pt x="4169" y="3972"/>
                      <a:pt x="4183" y="3977"/>
                      <a:pt x="4197" y="3982"/>
                    </a:cubicBezTo>
                    <a:cubicBezTo>
                      <a:pt x="4195" y="4034"/>
                      <a:pt x="4190" y="4094"/>
                      <a:pt x="4203" y="4145"/>
                    </a:cubicBezTo>
                    <a:cubicBezTo>
                      <a:pt x="4205" y="4152"/>
                      <a:pt x="4217" y="4154"/>
                      <a:pt x="4219" y="4146"/>
                    </a:cubicBezTo>
                    <a:cubicBezTo>
                      <a:pt x="4232" y="4095"/>
                      <a:pt x="4219" y="4037"/>
                      <a:pt x="4214" y="3985"/>
                    </a:cubicBezTo>
                    <a:lnTo>
                      <a:pt x="4216" y="3985"/>
                    </a:lnTo>
                    <a:cubicBezTo>
                      <a:pt x="4231" y="3986"/>
                      <a:pt x="4245" y="3988"/>
                      <a:pt x="4259" y="3991"/>
                    </a:cubicBezTo>
                    <a:cubicBezTo>
                      <a:pt x="4284" y="4067"/>
                      <a:pt x="4278" y="4154"/>
                      <a:pt x="4287" y="4232"/>
                    </a:cubicBezTo>
                    <a:cubicBezTo>
                      <a:pt x="4287" y="4239"/>
                      <a:pt x="4298" y="4238"/>
                      <a:pt x="4299" y="4232"/>
                    </a:cubicBezTo>
                    <a:cubicBezTo>
                      <a:pt x="4300" y="4214"/>
                      <a:pt x="4301" y="4196"/>
                      <a:pt x="4301" y="4177"/>
                    </a:cubicBezTo>
                    <a:cubicBezTo>
                      <a:pt x="4301" y="4146"/>
                      <a:pt x="4299" y="4114"/>
                      <a:pt x="4295" y="4083"/>
                    </a:cubicBezTo>
                    <a:cubicBezTo>
                      <a:pt x="4293" y="4053"/>
                      <a:pt x="4288" y="4024"/>
                      <a:pt x="4278" y="3997"/>
                    </a:cubicBezTo>
                    <a:cubicBezTo>
                      <a:pt x="4290" y="4000"/>
                      <a:pt x="4302" y="4003"/>
                      <a:pt x="4313" y="4007"/>
                    </a:cubicBezTo>
                    <a:cubicBezTo>
                      <a:pt x="4319" y="4030"/>
                      <a:pt x="4322" y="4053"/>
                      <a:pt x="4323" y="4076"/>
                    </a:cubicBezTo>
                    <a:cubicBezTo>
                      <a:pt x="4327" y="4100"/>
                      <a:pt x="4330" y="4125"/>
                      <a:pt x="4335" y="4148"/>
                    </a:cubicBezTo>
                    <a:cubicBezTo>
                      <a:pt x="4336" y="4154"/>
                      <a:pt x="4344" y="4152"/>
                      <a:pt x="4345" y="4148"/>
                    </a:cubicBezTo>
                    <a:cubicBezTo>
                      <a:pt x="4346" y="4137"/>
                      <a:pt x="4347" y="4126"/>
                      <a:pt x="4347" y="4115"/>
                    </a:cubicBezTo>
                    <a:cubicBezTo>
                      <a:pt x="4347" y="4081"/>
                      <a:pt x="4341" y="4046"/>
                      <a:pt x="4330" y="4013"/>
                    </a:cubicBezTo>
                    <a:lnTo>
                      <a:pt x="4364" y="4026"/>
                    </a:lnTo>
                    <a:cubicBezTo>
                      <a:pt x="4364" y="4032"/>
                      <a:pt x="4364" y="4042"/>
                      <a:pt x="4364" y="4045"/>
                    </a:cubicBezTo>
                    <a:cubicBezTo>
                      <a:pt x="4364" y="4058"/>
                      <a:pt x="4367" y="4070"/>
                      <a:pt x="4368" y="4083"/>
                    </a:cubicBezTo>
                    <a:cubicBezTo>
                      <a:pt x="4368" y="4108"/>
                      <a:pt x="4372" y="4132"/>
                      <a:pt x="4381" y="4155"/>
                    </a:cubicBezTo>
                    <a:cubicBezTo>
                      <a:pt x="4384" y="4163"/>
                      <a:pt x="4394" y="4158"/>
                      <a:pt x="4395" y="4152"/>
                    </a:cubicBezTo>
                    <a:cubicBezTo>
                      <a:pt x="4395" y="4143"/>
                      <a:pt x="4396" y="4135"/>
                      <a:pt x="4396" y="4126"/>
                    </a:cubicBezTo>
                    <a:cubicBezTo>
                      <a:pt x="4396" y="4095"/>
                      <a:pt x="4391" y="4065"/>
                      <a:pt x="4383" y="4035"/>
                    </a:cubicBezTo>
                    <a:cubicBezTo>
                      <a:pt x="4395" y="4041"/>
                      <a:pt x="4407" y="4047"/>
                      <a:pt x="4418" y="4053"/>
                    </a:cubicBezTo>
                    <a:cubicBezTo>
                      <a:pt x="4437" y="4122"/>
                      <a:pt x="4422" y="4200"/>
                      <a:pt x="4437" y="4269"/>
                    </a:cubicBezTo>
                    <a:cubicBezTo>
                      <a:pt x="4437" y="4270"/>
                      <a:pt x="4437" y="4271"/>
                      <a:pt x="4437" y="4271"/>
                    </a:cubicBezTo>
                    <a:cubicBezTo>
                      <a:pt x="4438" y="4273"/>
                      <a:pt x="4439" y="4273"/>
                      <a:pt x="4441" y="4274"/>
                    </a:cubicBezTo>
                    <a:cubicBezTo>
                      <a:pt x="4443" y="4275"/>
                      <a:pt x="4443" y="4276"/>
                      <a:pt x="4445" y="4276"/>
                    </a:cubicBezTo>
                    <a:cubicBezTo>
                      <a:pt x="4447" y="4276"/>
                      <a:pt x="4447" y="4275"/>
                      <a:pt x="4449" y="4274"/>
                    </a:cubicBezTo>
                    <a:cubicBezTo>
                      <a:pt x="4451" y="4273"/>
                      <a:pt x="4452" y="4273"/>
                      <a:pt x="4453" y="4271"/>
                    </a:cubicBezTo>
                    <a:cubicBezTo>
                      <a:pt x="4453" y="4271"/>
                      <a:pt x="4453" y="4270"/>
                      <a:pt x="4453" y="4269"/>
                    </a:cubicBezTo>
                    <a:cubicBezTo>
                      <a:pt x="4457" y="4246"/>
                      <a:pt x="4458" y="4223"/>
                      <a:pt x="4458" y="4200"/>
                    </a:cubicBezTo>
                    <a:cubicBezTo>
                      <a:pt x="4458" y="4177"/>
                      <a:pt x="4457" y="4153"/>
                      <a:pt x="4453" y="4130"/>
                    </a:cubicBezTo>
                    <a:cubicBezTo>
                      <a:pt x="4452" y="4108"/>
                      <a:pt x="4449" y="4086"/>
                      <a:pt x="4445" y="4064"/>
                    </a:cubicBezTo>
                    <a:lnTo>
                      <a:pt x="4493" y="4080"/>
                    </a:lnTo>
                    <a:cubicBezTo>
                      <a:pt x="4493" y="4091"/>
                      <a:pt x="4493" y="4103"/>
                      <a:pt x="4494" y="4108"/>
                    </a:cubicBezTo>
                    <a:cubicBezTo>
                      <a:pt x="4494" y="4140"/>
                      <a:pt x="4497" y="4172"/>
                      <a:pt x="4502" y="4204"/>
                    </a:cubicBezTo>
                    <a:cubicBezTo>
                      <a:pt x="4504" y="4211"/>
                      <a:pt x="4515" y="4214"/>
                      <a:pt x="4518" y="4205"/>
                    </a:cubicBezTo>
                    <a:cubicBezTo>
                      <a:pt x="4521" y="4186"/>
                      <a:pt x="4523" y="4167"/>
                      <a:pt x="4523" y="4147"/>
                    </a:cubicBezTo>
                    <a:cubicBezTo>
                      <a:pt x="4523" y="4128"/>
                      <a:pt x="4521" y="4109"/>
                      <a:pt x="4518" y="4090"/>
                    </a:cubicBezTo>
                    <a:lnTo>
                      <a:pt x="4518" y="4087"/>
                    </a:lnTo>
                    <a:lnTo>
                      <a:pt x="4555" y="4101"/>
                    </a:lnTo>
                    <a:cubicBezTo>
                      <a:pt x="4555" y="4108"/>
                      <a:pt x="4554" y="4116"/>
                      <a:pt x="4554" y="4123"/>
                    </a:cubicBezTo>
                    <a:cubicBezTo>
                      <a:pt x="4554" y="4131"/>
                      <a:pt x="4555" y="4138"/>
                      <a:pt x="4555" y="4146"/>
                    </a:cubicBezTo>
                    <a:cubicBezTo>
                      <a:pt x="4559" y="4179"/>
                      <a:pt x="4555" y="4208"/>
                      <a:pt x="4565" y="4241"/>
                    </a:cubicBezTo>
                    <a:cubicBezTo>
                      <a:pt x="4566" y="4242"/>
                      <a:pt x="4567" y="4243"/>
                      <a:pt x="4568" y="4244"/>
                    </a:cubicBezTo>
                    <a:cubicBezTo>
                      <a:pt x="4569" y="4245"/>
                      <a:pt x="4570" y="4244"/>
                      <a:pt x="4571" y="4244"/>
                    </a:cubicBezTo>
                    <a:cubicBezTo>
                      <a:pt x="4572" y="4244"/>
                      <a:pt x="4573" y="4245"/>
                      <a:pt x="4574" y="4244"/>
                    </a:cubicBezTo>
                    <a:cubicBezTo>
                      <a:pt x="4575" y="4243"/>
                      <a:pt x="4576" y="4242"/>
                      <a:pt x="4577" y="4241"/>
                    </a:cubicBezTo>
                    <a:cubicBezTo>
                      <a:pt x="4577" y="4241"/>
                      <a:pt x="4577" y="4240"/>
                      <a:pt x="4577" y="4239"/>
                    </a:cubicBezTo>
                    <a:cubicBezTo>
                      <a:pt x="4581" y="4220"/>
                      <a:pt x="4583" y="4200"/>
                      <a:pt x="4583" y="4180"/>
                    </a:cubicBezTo>
                    <a:cubicBezTo>
                      <a:pt x="4583" y="4156"/>
                      <a:pt x="4580" y="4132"/>
                      <a:pt x="4575" y="4109"/>
                    </a:cubicBezTo>
                    <a:lnTo>
                      <a:pt x="4612" y="4124"/>
                    </a:lnTo>
                    <a:cubicBezTo>
                      <a:pt x="4612" y="4124"/>
                      <a:pt x="4612" y="4125"/>
                      <a:pt x="4612" y="4126"/>
                    </a:cubicBezTo>
                    <a:cubicBezTo>
                      <a:pt x="4612" y="4127"/>
                      <a:pt x="4612" y="4128"/>
                      <a:pt x="4612" y="4129"/>
                    </a:cubicBezTo>
                    <a:cubicBezTo>
                      <a:pt x="4626" y="4218"/>
                      <a:pt x="4614" y="4308"/>
                      <a:pt x="4626" y="4396"/>
                    </a:cubicBezTo>
                    <a:cubicBezTo>
                      <a:pt x="4627" y="4405"/>
                      <a:pt x="4639" y="4402"/>
                      <a:pt x="4640" y="4395"/>
                    </a:cubicBezTo>
                    <a:cubicBezTo>
                      <a:pt x="4646" y="4357"/>
                      <a:pt x="4650" y="4319"/>
                      <a:pt x="4650" y="4281"/>
                    </a:cubicBezTo>
                    <a:cubicBezTo>
                      <a:pt x="4650" y="4231"/>
                      <a:pt x="4644" y="4181"/>
                      <a:pt x="4633" y="4132"/>
                    </a:cubicBezTo>
                    <a:lnTo>
                      <a:pt x="4680" y="4152"/>
                    </a:lnTo>
                    <a:cubicBezTo>
                      <a:pt x="4684" y="4222"/>
                      <a:pt x="4669" y="4297"/>
                      <a:pt x="4685" y="4366"/>
                    </a:cubicBezTo>
                    <a:cubicBezTo>
                      <a:pt x="4686" y="4367"/>
                      <a:pt x="4685" y="4367"/>
                      <a:pt x="4686" y="4368"/>
                    </a:cubicBezTo>
                    <a:cubicBezTo>
                      <a:pt x="4687" y="4369"/>
                      <a:pt x="4687" y="4370"/>
                      <a:pt x="4689" y="4371"/>
                    </a:cubicBezTo>
                    <a:cubicBezTo>
                      <a:pt x="4690" y="4372"/>
                      <a:pt x="4692" y="4372"/>
                      <a:pt x="4694" y="4372"/>
                    </a:cubicBezTo>
                    <a:cubicBezTo>
                      <a:pt x="4695" y="4372"/>
                      <a:pt x="4697" y="4372"/>
                      <a:pt x="4698" y="4371"/>
                    </a:cubicBezTo>
                    <a:cubicBezTo>
                      <a:pt x="4699" y="4370"/>
                      <a:pt x="4700" y="4369"/>
                      <a:pt x="4701" y="4368"/>
                    </a:cubicBezTo>
                    <a:cubicBezTo>
                      <a:pt x="4702" y="4367"/>
                      <a:pt x="4702" y="4367"/>
                      <a:pt x="4702" y="4366"/>
                    </a:cubicBezTo>
                    <a:cubicBezTo>
                      <a:pt x="4707" y="4338"/>
                      <a:pt x="4709" y="4309"/>
                      <a:pt x="4709" y="4281"/>
                    </a:cubicBezTo>
                    <a:cubicBezTo>
                      <a:pt x="4709" y="4267"/>
                      <a:pt x="4709" y="4253"/>
                      <a:pt x="4707" y="4239"/>
                    </a:cubicBezTo>
                    <a:cubicBezTo>
                      <a:pt x="4708" y="4232"/>
                      <a:pt x="4708" y="4226"/>
                      <a:pt x="4708" y="4219"/>
                    </a:cubicBezTo>
                    <a:cubicBezTo>
                      <a:pt x="4708" y="4200"/>
                      <a:pt x="4706" y="4180"/>
                      <a:pt x="4703" y="4161"/>
                    </a:cubicBezTo>
                    <a:lnTo>
                      <a:pt x="4740" y="4177"/>
                    </a:lnTo>
                    <a:cubicBezTo>
                      <a:pt x="4740" y="4184"/>
                      <a:pt x="4741" y="4192"/>
                      <a:pt x="4742" y="4199"/>
                    </a:cubicBezTo>
                    <a:cubicBezTo>
                      <a:pt x="4741" y="4203"/>
                      <a:pt x="4741" y="4207"/>
                      <a:pt x="4741" y="4210"/>
                    </a:cubicBezTo>
                    <a:cubicBezTo>
                      <a:pt x="4741" y="4219"/>
                      <a:pt x="4742" y="4227"/>
                      <a:pt x="4745" y="4235"/>
                    </a:cubicBezTo>
                    <a:cubicBezTo>
                      <a:pt x="4746" y="4236"/>
                      <a:pt x="4747" y="4237"/>
                      <a:pt x="4748" y="4237"/>
                    </a:cubicBezTo>
                    <a:cubicBezTo>
                      <a:pt x="4749" y="4238"/>
                      <a:pt x="4750" y="4238"/>
                      <a:pt x="4751" y="4238"/>
                    </a:cubicBezTo>
                    <a:cubicBezTo>
                      <a:pt x="4752" y="4238"/>
                      <a:pt x="4752" y="4238"/>
                      <a:pt x="4753" y="4238"/>
                    </a:cubicBezTo>
                    <a:cubicBezTo>
                      <a:pt x="4751" y="4263"/>
                      <a:pt x="4750" y="4289"/>
                      <a:pt x="4750" y="4314"/>
                    </a:cubicBezTo>
                    <a:cubicBezTo>
                      <a:pt x="4750" y="4359"/>
                      <a:pt x="4753" y="4404"/>
                      <a:pt x="4759" y="4449"/>
                    </a:cubicBezTo>
                    <a:cubicBezTo>
                      <a:pt x="4759" y="4456"/>
                      <a:pt x="4771" y="4457"/>
                      <a:pt x="4772" y="4449"/>
                    </a:cubicBezTo>
                    <a:cubicBezTo>
                      <a:pt x="4783" y="4364"/>
                      <a:pt x="4776" y="4276"/>
                      <a:pt x="4775" y="4191"/>
                    </a:cubicBezTo>
                    <a:lnTo>
                      <a:pt x="4805" y="4202"/>
                    </a:lnTo>
                    <a:cubicBezTo>
                      <a:pt x="4803" y="4235"/>
                      <a:pt x="4805" y="4269"/>
                      <a:pt x="4805" y="4302"/>
                    </a:cubicBezTo>
                    <a:lnTo>
                      <a:pt x="4805" y="4303"/>
                    </a:lnTo>
                    <a:cubicBezTo>
                      <a:pt x="4805" y="4303"/>
                      <a:pt x="4805" y="4304"/>
                      <a:pt x="4806" y="4305"/>
                    </a:cubicBezTo>
                    <a:cubicBezTo>
                      <a:pt x="4806" y="4306"/>
                      <a:pt x="4806" y="4306"/>
                      <a:pt x="4807" y="4307"/>
                    </a:cubicBezTo>
                    <a:cubicBezTo>
                      <a:pt x="4808" y="4308"/>
                      <a:pt x="4809" y="4307"/>
                      <a:pt x="4810" y="4307"/>
                    </a:cubicBezTo>
                    <a:cubicBezTo>
                      <a:pt x="4811" y="4307"/>
                      <a:pt x="4812" y="4307"/>
                      <a:pt x="4812" y="4307"/>
                    </a:cubicBezTo>
                    <a:cubicBezTo>
                      <a:pt x="4813" y="4306"/>
                      <a:pt x="4814" y="4306"/>
                      <a:pt x="4814" y="4305"/>
                    </a:cubicBezTo>
                    <a:cubicBezTo>
                      <a:pt x="4814" y="4304"/>
                      <a:pt x="4815" y="4304"/>
                      <a:pt x="4815" y="4303"/>
                    </a:cubicBezTo>
                    <a:cubicBezTo>
                      <a:pt x="4821" y="4283"/>
                      <a:pt x="4824" y="4262"/>
                      <a:pt x="4824" y="4240"/>
                    </a:cubicBezTo>
                    <a:cubicBezTo>
                      <a:pt x="4824" y="4230"/>
                      <a:pt x="4823" y="4219"/>
                      <a:pt x="4822" y="4209"/>
                    </a:cubicBezTo>
                    <a:lnTo>
                      <a:pt x="4867" y="4226"/>
                    </a:lnTo>
                    <a:cubicBezTo>
                      <a:pt x="4866" y="4226"/>
                      <a:pt x="4865" y="4226"/>
                      <a:pt x="4864" y="4226"/>
                    </a:cubicBezTo>
                    <a:cubicBezTo>
                      <a:pt x="4863" y="4226"/>
                      <a:pt x="4861" y="4226"/>
                      <a:pt x="4860" y="4227"/>
                    </a:cubicBezTo>
                    <a:cubicBezTo>
                      <a:pt x="4859" y="4228"/>
                      <a:pt x="4858" y="4229"/>
                      <a:pt x="4857" y="4230"/>
                    </a:cubicBezTo>
                    <a:cubicBezTo>
                      <a:pt x="4856" y="4231"/>
                      <a:pt x="4856" y="4232"/>
                      <a:pt x="4856" y="4234"/>
                    </a:cubicBezTo>
                    <a:cubicBezTo>
                      <a:pt x="4856" y="4260"/>
                      <a:pt x="4856" y="4286"/>
                      <a:pt x="4856" y="4312"/>
                    </a:cubicBezTo>
                    <a:cubicBezTo>
                      <a:pt x="4856" y="4313"/>
                      <a:pt x="4855" y="4314"/>
                      <a:pt x="4856" y="4315"/>
                    </a:cubicBezTo>
                    <a:cubicBezTo>
                      <a:pt x="4857" y="4316"/>
                      <a:pt x="4857" y="4316"/>
                      <a:pt x="4858" y="4317"/>
                    </a:cubicBezTo>
                    <a:cubicBezTo>
                      <a:pt x="4859" y="4318"/>
                      <a:pt x="4860" y="4317"/>
                      <a:pt x="4861" y="4317"/>
                    </a:cubicBezTo>
                    <a:cubicBezTo>
                      <a:pt x="4862" y="4317"/>
                      <a:pt x="4863" y="4317"/>
                      <a:pt x="4863" y="4317"/>
                    </a:cubicBezTo>
                    <a:cubicBezTo>
                      <a:pt x="4864" y="4316"/>
                      <a:pt x="4865" y="4315"/>
                      <a:pt x="4865" y="4315"/>
                    </a:cubicBezTo>
                    <a:lnTo>
                      <a:pt x="4865" y="4314"/>
                    </a:lnTo>
                    <a:cubicBezTo>
                      <a:pt x="4871" y="4296"/>
                      <a:pt x="4874" y="4277"/>
                      <a:pt x="4874" y="4257"/>
                    </a:cubicBezTo>
                    <a:cubicBezTo>
                      <a:pt x="4874" y="4250"/>
                      <a:pt x="4874" y="4242"/>
                      <a:pt x="4873" y="4234"/>
                    </a:cubicBezTo>
                    <a:cubicBezTo>
                      <a:pt x="4873" y="4233"/>
                      <a:pt x="4872" y="4231"/>
                      <a:pt x="4872" y="4230"/>
                    </a:cubicBezTo>
                    <a:cubicBezTo>
                      <a:pt x="4871" y="4229"/>
                      <a:pt x="4870" y="4228"/>
                      <a:pt x="4869" y="4227"/>
                    </a:cubicBezTo>
                    <a:lnTo>
                      <a:pt x="4868" y="4227"/>
                    </a:lnTo>
                    <a:cubicBezTo>
                      <a:pt x="4915" y="4246"/>
                      <a:pt x="4962" y="4265"/>
                      <a:pt x="5008" y="4288"/>
                    </a:cubicBezTo>
                    <a:cubicBezTo>
                      <a:pt x="5108" y="4340"/>
                      <a:pt x="5209" y="4392"/>
                      <a:pt x="5311" y="4439"/>
                    </a:cubicBezTo>
                    <a:cubicBezTo>
                      <a:pt x="5328" y="4446"/>
                      <a:pt x="5345" y="4454"/>
                      <a:pt x="5362" y="4463"/>
                    </a:cubicBezTo>
                    <a:cubicBezTo>
                      <a:pt x="5361" y="4488"/>
                      <a:pt x="5359" y="4513"/>
                      <a:pt x="5355" y="4538"/>
                    </a:cubicBezTo>
                    <a:cubicBezTo>
                      <a:pt x="5351" y="4572"/>
                      <a:pt x="5336" y="4613"/>
                      <a:pt x="5342" y="4646"/>
                    </a:cubicBezTo>
                    <a:cubicBezTo>
                      <a:pt x="5342" y="4647"/>
                      <a:pt x="5343" y="4647"/>
                      <a:pt x="5343" y="4647"/>
                    </a:cubicBezTo>
                    <a:cubicBezTo>
                      <a:pt x="5344" y="4649"/>
                      <a:pt x="5344" y="4649"/>
                      <a:pt x="5346" y="4650"/>
                    </a:cubicBezTo>
                    <a:cubicBezTo>
                      <a:pt x="5347" y="4651"/>
                      <a:pt x="5348" y="4651"/>
                      <a:pt x="5349" y="4651"/>
                    </a:cubicBezTo>
                    <a:cubicBezTo>
                      <a:pt x="5350" y="4651"/>
                      <a:pt x="5352" y="4651"/>
                      <a:pt x="5353" y="4650"/>
                    </a:cubicBezTo>
                    <a:cubicBezTo>
                      <a:pt x="5354" y="4649"/>
                      <a:pt x="5355" y="4649"/>
                      <a:pt x="5356" y="4647"/>
                    </a:cubicBezTo>
                    <a:lnTo>
                      <a:pt x="5356" y="4646"/>
                    </a:lnTo>
                    <a:cubicBezTo>
                      <a:pt x="5365" y="4615"/>
                      <a:pt x="5371" y="4584"/>
                      <a:pt x="5376" y="4553"/>
                    </a:cubicBezTo>
                    <a:cubicBezTo>
                      <a:pt x="5377" y="4526"/>
                      <a:pt x="5380" y="4500"/>
                      <a:pt x="5384" y="4474"/>
                    </a:cubicBezTo>
                    <a:lnTo>
                      <a:pt x="5409" y="4487"/>
                    </a:lnTo>
                    <a:cubicBezTo>
                      <a:pt x="5397" y="4543"/>
                      <a:pt x="5389" y="4600"/>
                      <a:pt x="5386" y="4657"/>
                    </a:cubicBezTo>
                    <a:cubicBezTo>
                      <a:pt x="5386" y="4658"/>
                      <a:pt x="5386" y="4660"/>
                      <a:pt x="5387" y="4661"/>
                    </a:cubicBezTo>
                    <a:cubicBezTo>
                      <a:pt x="5387" y="4662"/>
                      <a:pt x="5389" y="4663"/>
                      <a:pt x="5391" y="4664"/>
                    </a:cubicBezTo>
                    <a:cubicBezTo>
                      <a:pt x="5392" y="4665"/>
                      <a:pt x="5393" y="4665"/>
                      <a:pt x="5395" y="4665"/>
                    </a:cubicBezTo>
                    <a:cubicBezTo>
                      <a:pt x="5396" y="4665"/>
                      <a:pt x="5398" y="4665"/>
                      <a:pt x="5399" y="4664"/>
                    </a:cubicBezTo>
                    <a:cubicBezTo>
                      <a:pt x="5400" y="4664"/>
                      <a:pt x="5401" y="4663"/>
                      <a:pt x="5402" y="4662"/>
                    </a:cubicBezTo>
                    <a:cubicBezTo>
                      <a:pt x="5419" y="4634"/>
                      <a:pt x="5419" y="4601"/>
                      <a:pt x="5421" y="4569"/>
                    </a:cubicBezTo>
                    <a:cubicBezTo>
                      <a:pt x="5423" y="4547"/>
                      <a:pt x="5428" y="4525"/>
                      <a:pt x="5429" y="4504"/>
                    </a:cubicBezTo>
                    <a:lnTo>
                      <a:pt x="5449" y="4516"/>
                    </a:lnTo>
                    <a:cubicBezTo>
                      <a:pt x="5441" y="4614"/>
                      <a:pt x="5431" y="4720"/>
                      <a:pt x="5445" y="4819"/>
                    </a:cubicBezTo>
                    <a:cubicBezTo>
                      <a:pt x="5447" y="4827"/>
                      <a:pt x="5459" y="4825"/>
                      <a:pt x="5460" y="4817"/>
                    </a:cubicBezTo>
                    <a:cubicBezTo>
                      <a:pt x="5465" y="4767"/>
                      <a:pt x="5468" y="4717"/>
                      <a:pt x="5468" y="4667"/>
                    </a:cubicBezTo>
                    <a:cubicBezTo>
                      <a:pt x="5468" y="4622"/>
                      <a:pt x="5473" y="4574"/>
                      <a:pt x="5470" y="4530"/>
                    </a:cubicBezTo>
                    <a:lnTo>
                      <a:pt x="5498" y="4547"/>
                    </a:lnTo>
                    <a:cubicBezTo>
                      <a:pt x="5493" y="4598"/>
                      <a:pt x="5487" y="4658"/>
                      <a:pt x="5500" y="4708"/>
                    </a:cubicBezTo>
                    <a:cubicBezTo>
                      <a:pt x="5500" y="4708"/>
                      <a:pt x="5499" y="4709"/>
                      <a:pt x="5500" y="4710"/>
                    </a:cubicBezTo>
                    <a:cubicBezTo>
                      <a:pt x="5500" y="4711"/>
                      <a:pt x="5502" y="4711"/>
                      <a:pt x="5503" y="4712"/>
                    </a:cubicBezTo>
                    <a:cubicBezTo>
                      <a:pt x="5504" y="4713"/>
                      <a:pt x="5506" y="4713"/>
                      <a:pt x="5507" y="4713"/>
                    </a:cubicBezTo>
                    <a:cubicBezTo>
                      <a:pt x="5508" y="4713"/>
                      <a:pt x="5509" y="4713"/>
                      <a:pt x="5511" y="4712"/>
                    </a:cubicBezTo>
                    <a:cubicBezTo>
                      <a:pt x="5512" y="4711"/>
                      <a:pt x="5512" y="4711"/>
                      <a:pt x="5513" y="4710"/>
                    </a:cubicBezTo>
                    <a:cubicBezTo>
                      <a:pt x="5513" y="4709"/>
                      <a:pt x="5514" y="4708"/>
                      <a:pt x="5514" y="4708"/>
                    </a:cubicBezTo>
                    <a:cubicBezTo>
                      <a:pt x="5519" y="4681"/>
                      <a:pt x="5522" y="4653"/>
                      <a:pt x="5522" y="4626"/>
                    </a:cubicBezTo>
                    <a:cubicBezTo>
                      <a:pt x="5522" y="4603"/>
                      <a:pt x="5520" y="4581"/>
                      <a:pt x="5517" y="4559"/>
                    </a:cubicBezTo>
                    <a:lnTo>
                      <a:pt x="5548" y="4579"/>
                    </a:lnTo>
                    <a:cubicBezTo>
                      <a:pt x="5547" y="4581"/>
                      <a:pt x="5547" y="4582"/>
                      <a:pt x="5547" y="4583"/>
                    </a:cubicBezTo>
                    <a:cubicBezTo>
                      <a:pt x="5547" y="4585"/>
                      <a:pt x="5547" y="4586"/>
                      <a:pt x="5548" y="4587"/>
                    </a:cubicBezTo>
                    <a:lnTo>
                      <a:pt x="5548" y="4588"/>
                    </a:lnTo>
                    <a:cubicBezTo>
                      <a:pt x="5554" y="4596"/>
                      <a:pt x="5548" y="4614"/>
                      <a:pt x="5548" y="4623"/>
                    </a:cubicBezTo>
                    <a:cubicBezTo>
                      <a:pt x="5548" y="4629"/>
                      <a:pt x="5548" y="4635"/>
                      <a:pt x="5548" y="4641"/>
                    </a:cubicBezTo>
                    <a:cubicBezTo>
                      <a:pt x="5548" y="4659"/>
                      <a:pt x="5549" y="4678"/>
                      <a:pt x="5550" y="4696"/>
                    </a:cubicBezTo>
                    <a:cubicBezTo>
                      <a:pt x="5550" y="4696"/>
                      <a:pt x="5551" y="4697"/>
                      <a:pt x="5551" y="4698"/>
                    </a:cubicBezTo>
                    <a:cubicBezTo>
                      <a:pt x="5551" y="4699"/>
                      <a:pt x="5552" y="4699"/>
                      <a:pt x="5553" y="4700"/>
                    </a:cubicBezTo>
                    <a:cubicBezTo>
                      <a:pt x="5554" y="4701"/>
                      <a:pt x="5555" y="4700"/>
                      <a:pt x="5555" y="4700"/>
                    </a:cubicBezTo>
                    <a:cubicBezTo>
                      <a:pt x="5556" y="4700"/>
                      <a:pt x="5557" y="4701"/>
                      <a:pt x="5558" y="4700"/>
                    </a:cubicBezTo>
                    <a:cubicBezTo>
                      <a:pt x="5559" y="4699"/>
                      <a:pt x="5559" y="4699"/>
                      <a:pt x="5560" y="4698"/>
                    </a:cubicBezTo>
                    <a:cubicBezTo>
                      <a:pt x="5567" y="4676"/>
                      <a:pt x="5570" y="4653"/>
                      <a:pt x="5570" y="4629"/>
                    </a:cubicBezTo>
                    <a:cubicBezTo>
                      <a:pt x="5570" y="4624"/>
                      <a:pt x="5570" y="4618"/>
                      <a:pt x="5570" y="4613"/>
                    </a:cubicBezTo>
                    <a:cubicBezTo>
                      <a:pt x="5570" y="4611"/>
                      <a:pt x="5570" y="4609"/>
                      <a:pt x="5570" y="4607"/>
                    </a:cubicBezTo>
                    <a:cubicBezTo>
                      <a:pt x="5570" y="4602"/>
                      <a:pt x="5569" y="4596"/>
                      <a:pt x="5568" y="4591"/>
                    </a:cubicBezTo>
                    <a:lnTo>
                      <a:pt x="5602" y="4613"/>
                    </a:lnTo>
                    <a:lnTo>
                      <a:pt x="5605" y="4615"/>
                    </a:lnTo>
                    <a:cubicBezTo>
                      <a:pt x="5600" y="4627"/>
                      <a:pt x="5597" y="4640"/>
                      <a:pt x="5596" y="4654"/>
                    </a:cubicBezTo>
                    <a:cubicBezTo>
                      <a:pt x="5589" y="4692"/>
                      <a:pt x="5584" y="4729"/>
                      <a:pt x="5580" y="4768"/>
                    </a:cubicBezTo>
                    <a:cubicBezTo>
                      <a:pt x="5575" y="4812"/>
                      <a:pt x="5561" y="4865"/>
                      <a:pt x="5560" y="4913"/>
                    </a:cubicBezTo>
                    <a:lnTo>
                      <a:pt x="5327" y="4913"/>
                    </a:lnTo>
                    <a:cubicBezTo>
                      <a:pt x="5335" y="4837"/>
                      <a:pt x="5350" y="4762"/>
                      <a:pt x="5352" y="4685"/>
                    </a:cubicBezTo>
                    <a:cubicBezTo>
                      <a:pt x="5352" y="4681"/>
                      <a:pt x="5345" y="4681"/>
                      <a:pt x="5344" y="4685"/>
                    </a:cubicBezTo>
                    <a:cubicBezTo>
                      <a:pt x="5334" y="4719"/>
                      <a:pt x="5331" y="4754"/>
                      <a:pt x="5321" y="4788"/>
                    </a:cubicBezTo>
                    <a:cubicBezTo>
                      <a:pt x="5310" y="4828"/>
                      <a:pt x="5303" y="4870"/>
                      <a:pt x="5302" y="4912"/>
                    </a:cubicBezTo>
                    <a:cubicBezTo>
                      <a:pt x="5300" y="4954"/>
                      <a:pt x="5302" y="4912"/>
                      <a:pt x="5302" y="4913"/>
                    </a:cubicBezTo>
                    <a:lnTo>
                      <a:pt x="5259" y="4913"/>
                    </a:lnTo>
                    <a:cubicBezTo>
                      <a:pt x="5262" y="4887"/>
                      <a:pt x="5259" y="4861"/>
                      <a:pt x="5260" y="4835"/>
                    </a:cubicBezTo>
                    <a:cubicBezTo>
                      <a:pt x="5261" y="4808"/>
                      <a:pt x="5265" y="4788"/>
                      <a:pt x="5266" y="4764"/>
                    </a:cubicBezTo>
                    <a:cubicBezTo>
                      <a:pt x="5265" y="4763"/>
                      <a:pt x="5265" y="4762"/>
                      <a:pt x="5265" y="4761"/>
                    </a:cubicBezTo>
                    <a:cubicBezTo>
                      <a:pt x="5264" y="4760"/>
                      <a:pt x="5262" y="4759"/>
                      <a:pt x="5261" y="4758"/>
                    </a:cubicBezTo>
                    <a:cubicBezTo>
                      <a:pt x="5259" y="4757"/>
                      <a:pt x="5258" y="4757"/>
                      <a:pt x="5257" y="4757"/>
                    </a:cubicBezTo>
                    <a:cubicBezTo>
                      <a:pt x="5255" y="4757"/>
                      <a:pt x="5254" y="4757"/>
                      <a:pt x="5253" y="4758"/>
                    </a:cubicBezTo>
                    <a:cubicBezTo>
                      <a:pt x="5251" y="4759"/>
                      <a:pt x="5250" y="4760"/>
                      <a:pt x="5250" y="4761"/>
                    </a:cubicBezTo>
                    <a:cubicBezTo>
                      <a:pt x="5249" y="4762"/>
                      <a:pt x="5249" y="4763"/>
                      <a:pt x="5249" y="4764"/>
                    </a:cubicBezTo>
                    <a:cubicBezTo>
                      <a:pt x="5246" y="4813"/>
                      <a:pt x="5235" y="4863"/>
                      <a:pt x="5242" y="4913"/>
                    </a:cubicBezTo>
                    <a:lnTo>
                      <a:pt x="5235" y="4913"/>
                    </a:lnTo>
                    <a:cubicBezTo>
                      <a:pt x="5234" y="4913"/>
                      <a:pt x="5233" y="4913"/>
                      <a:pt x="5232" y="4913"/>
                    </a:cubicBezTo>
                    <a:cubicBezTo>
                      <a:pt x="5226" y="4913"/>
                      <a:pt x="5220" y="4913"/>
                      <a:pt x="5214" y="4914"/>
                    </a:cubicBezTo>
                    <a:cubicBezTo>
                      <a:pt x="5217" y="4852"/>
                      <a:pt x="5220" y="4788"/>
                      <a:pt x="5219" y="4727"/>
                    </a:cubicBezTo>
                    <a:cubicBezTo>
                      <a:pt x="5219" y="4718"/>
                      <a:pt x="5207" y="4719"/>
                      <a:pt x="5207" y="4727"/>
                    </a:cubicBezTo>
                    <a:cubicBezTo>
                      <a:pt x="5198" y="4790"/>
                      <a:pt x="5193" y="4853"/>
                      <a:pt x="5192" y="4916"/>
                    </a:cubicBezTo>
                    <a:cubicBezTo>
                      <a:pt x="5181" y="4918"/>
                      <a:pt x="5169" y="4920"/>
                      <a:pt x="5157" y="4920"/>
                    </a:cubicBezTo>
                    <a:lnTo>
                      <a:pt x="5156" y="4920"/>
                    </a:lnTo>
                    <a:cubicBezTo>
                      <a:pt x="5156" y="4915"/>
                      <a:pt x="5156" y="4910"/>
                      <a:pt x="5156" y="4905"/>
                    </a:cubicBezTo>
                    <a:cubicBezTo>
                      <a:pt x="5156" y="4891"/>
                      <a:pt x="5155" y="4877"/>
                      <a:pt x="5154" y="4864"/>
                    </a:cubicBezTo>
                    <a:cubicBezTo>
                      <a:pt x="5154" y="4827"/>
                      <a:pt x="5160" y="4790"/>
                      <a:pt x="5158" y="4753"/>
                    </a:cubicBezTo>
                    <a:cubicBezTo>
                      <a:pt x="5158" y="4747"/>
                      <a:pt x="5146" y="4747"/>
                      <a:pt x="5146" y="4753"/>
                    </a:cubicBezTo>
                    <a:cubicBezTo>
                      <a:pt x="5146" y="4792"/>
                      <a:pt x="5139" y="4830"/>
                      <a:pt x="5135" y="4869"/>
                    </a:cubicBezTo>
                    <a:cubicBezTo>
                      <a:pt x="5134" y="4876"/>
                      <a:pt x="5133" y="4884"/>
                      <a:pt x="5133" y="4891"/>
                    </a:cubicBezTo>
                    <a:cubicBezTo>
                      <a:pt x="5133" y="4901"/>
                      <a:pt x="5135" y="4911"/>
                      <a:pt x="5137" y="4921"/>
                    </a:cubicBezTo>
                    <a:cubicBezTo>
                      <a:pt x="5125" y="4921"/>
                      <a:pt x="5114" y="4923"/>
                      <a:pt x="5102" y="4925"/>
                    </a:cubicBezTo>
                    <a:cubicBezTo>
                      <a:pt x="5102" y="4921"/>
                      <a:pt x="5102" y="4917"/>
                      <a:pt x="5102" y="4914"/>
                    </a:cubicBezTo>
                    <a:cubicBezTo>
                      <a:pt x="5102" y="4896"/>
                      <a:pt x="5100" y="4879"/>
                      <a:pt x="5099" y="4862"/>
                    </a:cubicBezTo>
                    <a:cubicBezTo>
                      <a:pt x="5099" y="4854"/>
                      <a:pt x="5085" y="4852"/>
                      <a:pt x="5084" y="4861"/>
                    </a:cubicBezTo>
                    <a:cubicBezTo>
                      <a:pt x="5082" y="4878"/>
                      <a:pt x="5081" y="4895"/>
                      <a:pt x="5080" y="4912"/>
                    </a:cubicBezTo>
                    <a:cubicBezTo>
                      <a:pt x="5080" y="4918"/>
                      <a:pt x="5080" y="4923"/>
                      <a:pt x="5079" y="4929"/>
                    </a:cubicBezTo>
                    <a:lnTo>
                      <a:pt x="5061" y="4932"/>
                    </a:lnTo>
                    <a:lnTo>
                      <a:pt x="5059" y="4929"/>
                    </a:lnTo>
                    <a:cubicBezTo>
                      <a:pt x="5056" y="4908"/>
                      <a:pt x="5055" y="4887"/>
                      <a:pt x="5055" y="4866"/>
                    </a:cubicBezTo>
                    <a:cubicBezTo>
                      <a:pt x="5055" y="4860"/>
                      <a:pt x="5055" y="4854"/>
                      <a:pt x="5055" y="4848"/>
                    </a:cubicBezTo>
                    <a:cubicBezTo>
                      <a:pt x="5055" y="4805"/>
                      <a:pt x="5045" y="4755"/>
                      <a:pt x="5055" y="4713"/>
                    </a:cubicBezTo>
                    <a:cubicBezTo>
                      <a:pt x="5056" y="4708"/>
                      <a:pt x="5048" y="4706"/>
                      <a:pt x="5047" y="4711"/>
                    </a:cubicBezTo>
                    <a:cubicBezTo>
                      <a:pt x="5033" y="4754"/>
                      <a:pt x="5041" y="4803"/>
                      <a:pt x="5039" y="4847"/>
                    </a:cubicBezTo>
                    <a:cubicBezTo>
                      <a:pt x="5038" y="4859"/>
                      <a:pt x="5038" y="4871"/>
                      <a:pt x="5038" y="4882"/>
                    </a:cubicBezTo>
                    <a:cubicBezTo>
                      <a:pt x="5038" y="4901"/>
                      <a:pt x="5039" y="4919"/>
                      <a:pt x="5041" y="4937"/>
                    </a:cubicBezTo>
                    <a:lnTo>
                      <a:pt x="4997" y="4947"/>
                    </a:lnTo>
                    <a:cubicBezTo>
                      <a:pt x="4997" y="4941"/>
                      <a:pt x="4998" y="4935"/>
                      <a:pt x="4998" y="4929"/>
                    </a:cubicBezTo>
                    <a:cubicBezTo>
                      <a:pt x="4998" y="4923"/>
                      <a:pt x="4997" y="4917"/>
                      <a:pt x="4997" y="4911"/>
                    </a:cubicBezTo>
                    <a:cubicBezTo>
                      <a:pt x="4995" y="4888"/>
                      <a:pt x="4994" y="4864"/>
                      <a:pt x="4993" y="4841"/>
                    </a:cubicBezTo>
                    <a:cubicBezTo>
                      <a:pt x="4993" y="4835"/>
                      <a:pt x="4983" y="4834"/>
                      <a:pt x="4982" y="4841"/>
                    </a:cubicBezTo>
                    <a:cubicBezTo>
                      <a:pt x="4981" y="4862"/>
                      <a:pt x="4980" y="4883"/>
                      <a:pt x="4979" y="4904"/>
                    </a:cubicBezTo>
                    <a:cubicBezTo>
                      <a:pt x="4978" y="4912"/>
                      <a:pt x="4977" y="4920"/>
                      <a:pt x="4977" y="4928"/>
                    </a:cubicBezTo>
                    <a:cubicBezTo>
                      <a:pt x="4977" y="4936"/>
                      <a:pt x="4978" y="4944"/>
                      <a:pt x="4979" y="4951"/>
                    </a:cubicBezTo>
                    <a:lnTo>
                      <a:pt x="4976" y="4951"/>
                    </a:lnTo>
                    <a:cubicBezTo>
                      <a:pt x="4957" y="4955"/>
                      <a:pt x="4938" y="4959"/>
                      <a:pt x="4919" y="4963"/>
                    </a:cubicBezTo>
                    <a:cubicBezTo>
                      <a:pt x="4919" y="4881"/>
                      <a:pt x="4913" y="4798"/>
                      <a:pt x="4911" y="4716"/>
                    </a:cubicBezTo>
                    <a:cubicBezTo>
                      <a:pt x="4911" y="4711"/>
                      <a:pt x="4902" y="4710"/>
                      <a:pt x="4902" y="4716"/>
                    </a:cubicBezTo>
                    <a:cubicBezTo>
                      <a:pt x="4899" y="4800"/>
                      <a:pt x="4900" y="4884"/>
                      <a:pt x="4900" y="4968"/>
                    </a:cubicBezTo>
                    <a:lnTo>
                      <a:pt x="4892" y="4970"/>
                    </a:lnTo>
                    <a:cubicBezTo>
                      <a:pt x="4886" y="4971"/>
                      <a:pt x="4878" y="4972"/>
                      <a:pt x="4868" y="4974"/>
                    </a:cubicBezTo>
                    <a:cubicBezTo>
                      <a:pt x="4868" y="4934"/>
                      <a:pt x="4863" y="4892"/>
                      <a:pt x="4861" y="4852"/>
                    </a:cubicBezTo>
                    <a:cubicBezTo>
                      <a:pt x="4861" y="4846"/>
                      <a:pt x="4851" y="4846"/>
                      <a:pt x="4850" y="4852"/>
                    </a:cubicBezTo>
                    <a:cubicBezTo>
                      <a:pt x="4847" y="4879"/>
                      <a:pt x="4845" y="4906"/>
                      <a:pt x="4845" y="4934"/>
                    </a:cubicBezTo>
                    <a:cubicBezTo>
                      <a:pt x="4845" y="4948"/>
                      <a:pt x="4845" y="4963"/>
                      <a:pt x="4846" y="4978"/>
                    </a:cubicBezTo>
                    <a:cubicBezTo>
                      <a:pt x="4839" y="4979"/>
                      <a:pt x="4831" y="4981"/>
                      <a:pt x="4824" y="4985"/>
                    </a:cubicBezTo>
                    <a:cubicBezTo>
                      <a:pt x="4824" y="4986"/>
                      <a:pt x="4824" y="4986"/>
                      <a:pt x="4823" y="4986"/>
                    </a:cubicBezTo>
                    <a:cubicBezTo>
                      <a:pt x="4817" y="4991"/>
                      <a:pt x="4792" y="4989"/>
                      <a:pt x="4782" y="4993"/>
                    </a:cubicBezTo>
                    <a:cubicBezTo>
                      <a:pt x="4755" y="5002"/>
                      <a:pt x="4727" y="5010"/>
                      <a:pt x="4700" y="5020"/>
                    </a:cubicBezTo>
                    <a:lnTo>
                      <a:pt x="4679" y="5027"/>
                    </a:lnTo>
                    <a:cubicBezTo>
                      <a:pt x="4681" y="4945"/>
                      <a:pt x="4665" y="4863"/>
                      <a:pt x="4661" y="4782"/>
                    </a:cubicBezTo>
                    <a:cubicBezTo>
                      <a:pt x="4660" y="4781"/>
                      <a:pt x="4660" y="4780"/>
                      <a:pt x="4660" y="4779"/>
                    </a:cubicBezTo>
                    <a:cubicBezTo>
                      <a:pt x="4659" y="4777"/>
                      <a:pt x="4657" y="4777"/>
                      <a:pt x="4656" y="4776"/>
                    </a:cubicBezTo>
                    <a:cubicBezTo>
                      <a:pt x="4654" y="4775"/>
                      <a:pt x="4653" y="4774"/>
                      <a:pt x="4652" y="4774"/>
                    </a:cubicBezTo>
                    <a:cubicBezTo>
                      <a:pt x="4650" y="4774"/>
                      <a:pt x="4649" y="4775"/>
                      <a:pt x="4648" y="4776"/>
                    </a:cubicBezTo>
                    <a:cubicBezTo>
                      <a:pt x="4646" y="4777"/>
                      <a:pt x="4646" y="4777"/>
                      <a:pt x="4645" y="4779"/>
                    </a:cubicBezTo>
                    <a:cubicBezTo>
                      <a:pt x="4644" y="4780"/>
                      <a:pt x="4644" y="4781"/>
                      <a:pt x="4644" y="4782"/>
                    </a:cubicBezTo>
                    <a:cubicBezTo>
                      <a:pt x="4643" y="4794"/>
                      <a:pt x="4643" y="4807"/>
                      <a:pt x="4643" y="4819"/>
                    </a:cubicBezTo>
                    <a:cubicBezTo>
                      <a:pt x="4643" y="4891"/>
                      <a:pt x="4648" y="4963"/>
                      <a:pt x="4658" y="5035"/>
                    </a:cubicBezTo>
                    <a:lnTo>
                      <a:pt x="4625" y="5045"/>
                    </a:lnTo>
                    <a:cubicBezTo>
                      <a:pt x="4625" y="4954"/>
                      <a:pt x="4614" y="4863"/>
                      <a:pt x="4612" y="4770"/>
                    </a:cubicBezTo>
                    <a:cubicBezTo>
                      <a:pt x="4612" y="4760"/>
                      <a:pt x="4597" y="4762"/>
                      <a:pt x="4597" y="4772"/>
                    </a:cubicBezTo>
                    <a:cubicBezTo>
                      <a:pt x="4595" y="4864"/>
                      <a:pt x="4599" y="4959"/>
                      <a:pt x="4604" y="5052"/>
                    </a:cubicBezTo>
                    <a:lnTo>
                      <a:pt x="4590" y="5056"/>
                    </a:lnTo>
                    <a:cubicBezTo>
                      <a:pt x="4590" y="5054"/>
                      <a:pt x="4590" y="5052"/>
                      <a:pt x="4590" y="5050"/>
                    </a:cubicBezTo>
                    <a:cubicBezTo>
                      <a:pt x="4590" y="5048"/>
                      <a:pt x="4590" y="5045"/>
                      <a:pt x="4590" y="5043"/>
                    </a:cubicBezTo>
                    <a:cubicBezTo>
                      <a:pt x="4590" y="5029"/>
                      <a:pt x="4590" y="5015"/>
                      <a:pt x="4588" y="5001"/>
                    </a:cubicBezTo>
                    <a:cubicBezTo>
                      <a:pt x="4588" y="4991"/>
                      <a:pt x="4573" y="4992"/>
                      <a:pt x="4573" y="5002"/>
                    </a:cubicBezTo>
                    <a:cubicBezTo>
                      <a:pt x="4572" y="5011"/>
                      <a:pt x="4573" y="5027"/>
                      <a:pt x="4572" y="5040"/>
                    </a:cubicBezTo>
                    <a:cubicBezTo>
                      <a:pt x="4571" y="5042"/>
                      <a:pt x="4571" y="5045"/>
                      <a:pt x="4571" y="5047"/>
                    </a:cubicBezTo>
                    <a:cubicBezTo>
                      <a:pt x="4571" y="5052"/>
                      <a:pt x="4572" y="5057"/>
                      <a:pt x="4573" y="5061"/>
                    </a:cubicBezTo>
                    <a:lnTo>
                      <a:pt x="4522" y="5078"/>
                    </a:lnTo>
                    <a:cubicBezTo>
                      <a:pt x="4512" y="5081"/>
                      <a:pt x="4502" y="5085"/>
                      <a:pt x="4492" y="5089"/>
                    </a:cubicBezTo>
                    <a:cubicBezTo>
                      <a:pt x="4496" y="5058"/>
                      <a:pt x="4497" y="5027"/>
                      <a:pt x="4497" y="4997"/>
                    </a:cubicBezTo>
                    <a:cubicBezTo>
                      <a:pt x="4497" y="4976"/>
                      <a:pt x="4496" y="4955"/>
                      <a:pt x="4495" y="4934"/>
                    </a:cubicBezTo>
                    <a:cubicBezTo>
                      <a:pt x="4495" y="4884"/>
                      <a:pt x="4492" y="4835"/>
                      <a:pt x="4488" y="4787"/>
                    </a:cubicBezTo>
                    <a:cubicBezTo>
                      <a:pt x="4488" y="4780"/>
                      <a:pt x="4476" y="4781"/>
                      <a:pt x="4476" y="4787"/>
                    </a:cubicBezTo>
                    <a:cubicBezTo>
                      <a:pt x="4478" y="4885"/>
                      <a:pt x="4461" y="4996"/>
                      <a:pt x="4480" y="5093"/>
                    </a:cubicBezTo>
                    <a:lnTo>
                      <a:pt x="4445" y="5108"/>
                    </a:lnTo>
                    <a:cubicBezTo>
                      <a:pt x="4467" y="5009"/>
                      <a:pt x="4438" y="4903"/>
                      <a:pt x="4436" y="4804"/>
                    </a:cubicBezTo>
                    <a:cubicBezTo>
                      <a:pt x="4436" y="4803"/>
                      <a:pt x="4436" y="4803"/>
                      <a:pt x="4435" y="4802"/>
                    </a:cubicBezTo>
                    <a:cubicBezTo>
                      <a:pt x="4434" y="4801"/>
                      <a:pt x="4434" y="4800"/>
                      <a:pt x="4434" y="4800"/>
                    </a:cubicBezTo>
                    <a:cubicBezTo>
                      <a:pt x="4433" y="4799"/>
                      <a:pt x="4432" y="4799"/>
                      <a:pt x="4431" y="4799"/>
                    </a:cubicBezTo>
                    <a:cubicBezTo>
                      <a:pt x="4430" y="4799"/>
                      <a:pt x="4430" y="4799"/>
                      <a:pt x="4429" y="4800"/>
                    </a:cubicBezTo>
                    <a:cubicBezTo>
                      <a:pt x="4428" y="4801"/>
                      <a:pt x="4427" y="4801"/>
                      <a:pt x="4427" y="4802"/>
                    </a:cubicBezTo>
                    <a:cubicBezTo>
                      <a:pt x="4427" y="4802"/>
                      <a:pt x="4426" y="4803"/>
                      <a:pt x="4426" y="4804"/>
                    </a:cubicBezTo>
                    <a:cubicBezTo>
                      <a:pt x="4426" y="4850"/>
                      <a:pt x="4429" y="4894"/>
                      <a:pt x="4431" y="4940"/>
                    </a:cubicBezTo>
                    <a:cubicBezTo>
                      <a:pt x="4434" y="4995"/>
                      <a:pt x="4426" y="5056"/>
                      <a:pt x="4438" y="5110"/>
                    </a:cubicBezTo>
                    <a:cubicBezTo>
                      <a:pt x="4428" y="5114"/>
                      <a:pt x="4418" y="5117"/>
                      <a:pt x="4409" y="5120"/>
                    </a:cubicBezTo>
                    <a:cubicBezTo>
                      <a:pt x="4411" y="5110"/>
                      <a:pt x="4412" y="5100"/>
                      <a:pt x="4412" y="5090"/>
                    </a:cubicBezTo>
                    <a:cubicBezTo>
                      <a:pt x="4412" y="5083"/>
                      <a:pt x="4412" y="5077"/>
                      <a:pt x="4411" y="5070"/>
                    </a:cubicBezTo>
                    <a:cubicBezTo>
                      <a:pt x="4411" y="5032"/>
                      <a:pt x="4408" y="4994"/>
                      <a:pt x="4406" y="4956"/>
                    </a:cubicBezTo>
                    <a:cubicBezTo>
                      <a:pt x="4406" y="4950"/>
                      <a:pt x="4396" y="4950"/>
                      <a:pt x="4395" y="4956"/>
                    </a:cubicBezTo>
                    <a:cubicBezTo>
                      <a:pt x="4392" y="5012"/>
                      <a:pt x="4395" y="5070"/>
                      <a:pt x="4390" y="5125"/>
                    </a:cubicBezTo>
                    <a:lnTo>
                      <a:pt x="4390" y="5126"/>
                    </a:lnTo>
                    <a:cubicBezTo>
                      <a:pt x="4380" y="5129"/>
                      <a:pt x="4370" y="5132"/>
                      <a:pt x="4360" y="5135"/>
                    </a:cubicBezTo>
                    <a:cubicBezTo>
                      <a:pt x="4360" y="5009"/>
                      <a:pt x="4356" y="4883"/>
                      <a:pt x="4354" y="4757"/>
                    </a:cubicBezTo>
                    <a:cubicBezTo>
                      <a:pt x="4354" y="4756"/>
                      <a:pt x="4353" y="4755"/>
                      <a:pt x="4353" y="4755"/>
                    </a:cubicBezTo>
                    <a:cubicBezTo>
                      <a:pt x="4353" y="4754"/>
                      <a:pt x="4353" y="4754"/>
                      <a:pt x="4352" y="4753"/>
                    </a:cubicBezTo>
                    <a:cubicBezTo>
                      <a:pt x="4351" y="4752"/>
                      <a:pt x="4350" y="4753"/>
                      <a:pt x="4350" y="4753"/>
                    </a:cubicBezTo>
                    <a:cubicBezTo>
                      <a:pt x="4349" y="4753"/>
                      <a:pt x="4348" y="4753"/>
                      <a:pt x="4348" y="4753"/>
                    </a:cubicBezTo>
                    <a:cubicBezTo>
                      <a:pt x="4347" y="4754"/>
                      <a:pt x="4348" y="4754"/>
                      <a:pt x="4347" y="4755"/>
                    </a:cubicBezTo>
                    <a:cubicBezTo>
                      <a:pt x="4346" y="4756"/>
                      <a:pt x="4346" y="4756"/>
                      <a:pt x="4346" y="4757"/>
                    </a:cubicBezTo>
                    <a:cubicBezTo>
                      <a:pt x="4344" y="4885"/>
                      <a:pt x="4340" y="5012"/>
                      <a:pt x="4339" y="5141"/>
                    </a:cubicBezTo>
                    <a:lnTo>
                      <a:pt x="4339" y="5142"/>
                    </a:lnTo>
                    <a:lnTo>
                      <a:pt x="4339" y="5143"/>
                    </a:lnTo>
                    <a:lnTo>
                      <a:pt x="4336" y="5144"/>
                    </a:lnTo>
                    <a:cubicBezTo>
                      <a:pt x="4329" y="5147"/>
                      <a:pt x="4322" y="5149"/>
                      <a:pt x="4315" y="5152"/>
                    </a:cubicBezTo>
                    <a:cubicBezTo>
                      <a:pt x="4320" y="5100"/>
                      <a:pt x="4322" y="5049"/>
                      <a:pt x="4322" y="4997"/>
                    </a:cubicBezTo>
                    <a:cubicBezTo>
                      <a:pt x="4322" y="4983"/>
                      <a:pt x="4322" y="4970"/>
                      <a:pt x="4322" y="4956"/>
                    </a:cubicBezTo>
                    <a:cubicBezTo>
                      <a:pt x="4322" y="4953"/>
                      <a:pt x="4316" y="4953"/>
                      <a:pt x="4316" y="4956"/>
                    </a:cubicBezTo>
                    <a:cubicBezTo>
                      <a:pt x="4316" y="5021"/>
                      <a:pt x="4301" y="5087"/>
                      <a:pt x="4296" y="5152"/>
                    </a:cubicBezTo>
                    <a:cubicBezTo>
                      <a:pt x="4296" y="5154"/>
                      <a:pt x="4296" y="5155"/>
                      <a:pt x="4297" y="5157"/>
                    </a:cubicBezTo>
                    <a:lnTo>
                      <a:pt x="4298" y="5158"/>
                    </a:lnTo>
                    <a:cubicBezTo>
                      <a:pt x="4288" y="5161"/>
                      <a:pt x="4277" y="5164"/>
                      <a:pt x="4266" y="5168"/>
                    </a:cubicBezTo>
                    <a:cubicBezTo>
                      <a:pt x="4267" y="5167"/>
                      <a:pt x="4267" y="5166"/>
                      <a:pt x="4268" y="5165"/>
                    </a:cubicBezTo>
                    <a:cubicBezTo>
                      <a:pt x="4269" y="5164"/>
                      <a:pt x="4269" y="5162"/>
                      <a:pt x="4269" y="5160"/>
                    </a:cubicBezTo>
                    <a:cubicBezTo>
                      <a:pt x="4269" y="5081"/>
                      <a:pt x="4271" y="5001"/>
                      <a:pt x="4269" y="4922"/>
                    </a:cubicBezTo>
                    <a:cubicBezTo>
                      <a:pt x="4268" y="4863"/>
                      <a:pt x="4257" y="4804"/>
                      <a:pt x="4257" y="4745"/>
                    </a:cubicBezTo>
                    <a:cubicBezTo>
                      <a:pt x="4257" y="4739"/>
                      <a:pt x="4247" y="4739"/>
                      <a:pt x="4247" y="4745"/>
                    </a:cubicBezTo>
                    <a:cubicBezTo>
                      <a:pt x="4244" y="4798"/>
                      <a:pt x="4252" y="4851"/>
                      <a:pt x="4254" y="4904"/>
                    </a:cubicBezTo>
                    <a:cubicBezTo>
                      <a:pt x="4258" y="4988"/>
                      <a:pt x="4248" y="5074"/>
                      <a:pt x="4247" y="5159"/>
                    </a:cubicBezTo>
                    <a:lnTo>
                      <a:pt x="4247" y="5160"/>
                    </a:lnTo>
                    <a:cubicBezTo>
                      <a:pt x="4247" y="5161"/>
                      <a:pt x="4247" y="5163"/>
                      <a:pt x="4248" y="5165"/>
                    </a:cubicBezTo>
                    <a:cubicBezTo>
                      <a:pt x="4248" y="5167"/>
                      <a:pt x="4251" y="5167"/>
                      <a:pt x="4252" y="5168"/>
                    </a:cubicBezTo>
                    <a:cubicBezTo>
                      <a:pt x="4253" y="5169"/>
                      <a:pt x="4255" y="5169"/>
                      <a:pt x="4256" y="5170"/>
                    </a:cubicBezTo>
                    <a:lnTo>
                      <a:pt x="4227" y="5178"/>
                    </a:lnTo>
                    <a:lnTo>
                      <a:pt x="4227" y="5177"/>
                    </a:lnTo>
                    <a:cubicBezTo>
                      <a:pt x="4227" y="5152"/>
                      <a:pt x="4225" y="5127"/>
                      <a:pt x="4224" y="5101"/>
                    </a:cubicBezTo>
                    <a:cubicBezTo>
                      <a:pt x="4224" y="5100"/>
                      <a:pt x="4224" y="5099"/>
                      <a:pt x="4223" y="5097"/>
                    </a:cubicBezTo>
                    <a:cubicBezTo>
                      <a:pt x="4222" y="5095"/>
                      <a:pt x="4220" y="5094"/>
                      <a:pt x="4219" y="5093"/>
                    </a:cubicBezTo>
                    <a:cubicBezTo>
                      <a:pt x="4217" y="5092"/>
                      <a:pt x="4216" y="5092"/>
                      <a:pt x="4214" y="5092"/>
                    </a:cubicBezTo>
                    <a:cubicBezTo>
                      <a:pt x="4212" y="5092"/>
                      <a:pt x="4210" y="5092"/>
                      <a:pt x="4209" y="5093"/>
                    </a:cubicBezTo>
                    <a:cubicBezTo>
                      <a:pt x="4207" y="5094"/>
                      <a:pt x="4206" y="5095"/>
                      <a:pt x="4206" y="5097"/>
                    </a:cubicBezTo>
                    <a:cubicBezTo>
                      <a:pt x="4205" y="5099"/>
                      <a:pt x="4204" y="5100"/>
                      <a:pt x="4204" y="5101"/>
                    </a:cubicBezTo>
                    <a:cubicBezTo>
                      <a:pt x="4203" y="5125"/>
                      <a:pt x="4202" y="5148"/>
                      <a:pt x="4201" y="5171"/>
                    </a:cubicBezTo>
                    <a:cubicBezTo>
                      <a:pt x="4201" y="5177"/>
                      <a:pt x="4201" y="5182"/>
                      <a:pt x="4201" y="5187"/>
                    </a:cubicBezTo>
                    <a:cubicBezTo>
                      <a:pt x="4196" y="5189"/>
                      <a:pt x="4190" y="5191"/>
                      <a:pt x="4185" y="5193"/>
                    </a:cubicBezTo>
                    <a:lnTo>
                      <a:pt x="4171" y="5199"/>
                    </a:lnTo>
                    <a:cubicBezTo>
                      <a:pt x="4171" y="5193"/>
                      <a:pt x="4171" y="5186"/>
                      <a:pt x="4171" y="5180"/>
                    </a:cubicBezTo>
                    <a:cubicBezTo>
                      <a:pt x="4171" y="5063"/>
                      <a:pt x="4160" y="4946"/>
                      <a:pt x="4136" y="4832"/>
                    </a:cubicBezTo>
                    <a:cubicBezTo>
                      <a:pt x="4135" y="4824"/>
                      <a:pt x="4122" y="4827"/>
                      <a:pt x="4123" y="4834"/>
                    </a:cubicBezTo>
                    <a:cubicBezTo>
                      <a:pt x="4140" y="4958"/>
                      <a:pt x="4149" y="5083"/>
                      <a:pt x="4150" y="5208"/>
                    </a:cubicBezTo>
                    <a:lnTo>
                      <a:pt x="4116" y="5223"/>
                    </a:lnTo>
                    <a:cubicBezTo>
                      <a:pt x="4116" y="5184"/>
                      <a:pt x="4112" y="5147"/>
                      <a:pt x="4111" y="5108"/>
                    </a:cubicBezTo>
                    <a:cubicBezTo>
                      <a:pt x="4110" y="5036"/>
                      <a:pt x="4105" y="4965"/>
                      <a:pt x="4097" y="4894"/>
                    </a:cubicBezTo>
                    <a:cubicBezTo>
                      <a:pt x="4097" y="4888"/>
                      <a:pt x="4088" y="4889"/>
                      <a:pt x="4088" y="4895"/>
                    </a:cubicBezTo>
                    <a:cubicBezTo>
                      <a:pt x="4097" y="5007"/>
                      <a:pt x="4090" y="5120"/>
                      <a:pt x="4097" y="5232"/>
                    </a:cubicBezTo>
                    <a:lnTo>
                      <a:pt x="4065" y="5247"/>
                    </a:lnTo>
                    <a:cubicBezTo>
                      <a:pt x="4065" y="5133"/>
                      <a:pt x="4058" y="5019"/>
                      <a:pt x="4053" y="4904"/>
                    </a:cubicBezTo>
                    <a:cubicBezTo>
                      <a:pt x="4053" y="4900"/>
                      <a:pt x="4045" y="4899"/>
                      <a:pt x="4044" y="4904"/>
                    </a:cubicBezTo>
                    <a:cubicBezTo>
                      <a:pt x="4039" y="5019"/>
                      <a:pt x="4046" y="5133"/>
                      <a:pt x="4046" y="5247"/>
                    </a:cubicBezTo>
                    <a:cubicBezTo>
                      <a:pt x="4045" y="5248"/>
                      <a:pt x="4045" y="5249"/>
                      <a:pt x="4045" y="5250"/>
                    </a:cubicBezTo>
                    <a:cubicBezTo>
                      <a:pt x="4045" y="5251"/>
                      <a:pt x="4045" y="5253"/>
                      <a:pt x="4046" y="5254"/>
                    </a:cubicBezTo>
                    <a:lnTo>
                      <a:pt x="4047" y="5254"/>
                    </a:lnTo>
                    <a:cubicBezTo>
                      <a:pt x="4047" y="5255"/>
                      <a:pt x="4047" y="5254"/>
                      <a:pt x="4048" y="5256"/>
                    </a:cubicBezTo>
                    <a:lnTo>
                      <a:pt x="4028" y="5265"/>
                    </a:lnTo>
                    <a:cubicBezTo>
                      <a:pt x="4029" y="5253"/>
                      <a:pt x="4030" y="5241"/>
                      <a:pt x="4030" y="5228"/>
                    </a:cubicBezTo>
                    <a:cubicBezTo>
                      <a:pt x="4030" y="5196"/>
                      <a:pt x="4026" y="5164"/>
                      <a:pt x="4019" y="5133"/>
                    </a:cubicBezTo>
                    <a:cubicBezTo>
                      <a:pt x="4011" y="5101"/>
                      <a:pt x="4023" y="5054"/>
                      <a:pt x="4004" y="5027"/>
                    </a:cubicBezTo>
                    <a:cubicBezTo>
                      <a:pt x="3990" y="5007"/>
                      <a:pt x="3990" y="4956"/>
                      <a:pt x="3988" y="4932"/>
                    </a:cubicBezTo>
                    <a:cubicBezTo>
                      <a:pt x="3986" y="4916"/>
                      <a:pt x="3982" y="4900"/>
                      <a:pt x="3976" y="4884"/>
                    </a:cubicBezTo>
                    <a:cubicBezTo>
                      <a:pt x="3964" y="4810"/>
                      <a:pt x="3945" y="4736"/>
                      <a:pt x="3938" y="4662"/>
                    </a:cubicBezTo>
                    <a:cubicBezTo>
                      <a:pt x="3936" y="4646"/>
                      <a:pt x="3933" y="4630"/>
                      <a:pt x="3927" y="4614"/>
                    </a:cubicBezTo>
                    <a:cubicBezTo>
                      <a:pt x="3918" y="4587"/>
                      <a:pt x="3917" y="4559"/>
                      <a:pt x="3910" y="4531"/>
                    </a:cubicBezTo>
                    <a:cubicBezTo>
                      <a:pt x="3895" y="4467"/>
                      <a:pt x="3880" y="4403"/>
                      <a:pt x="3864" y="4339"/>
                    </a:cubicBezTo>
                    <a:cubicBezTo>
                      <a:pt x="3849" y="4282"/>
                      <a:pt x="3837" y="4225"/>
                      <a:pt x="3821" y="4168"/>
                    </a:cubicBezTo>
                    <a:cubicBezTo>
                      <a:pt x="3801" y="4102"/>
                      <a:pt x="3760" y="4052"/>
                      <a:pt x="3753" y="3982"/>
                    </a:cubicBezTo>
                    <a:cubicBezTo>
                      <a:pt x="3753" y="3981"/>
                      <a:pt x="3753" y="3981"/>
                      <a:pt x="3752" y="3980"/>
                    </a:cubicBezTo>
                    <a:cubicBezTo>
                      <a:pt x="3751" y="3979"/>
                      <a:pt x="3751" y="3978"/>
                      <a:pt x="3750" y="3977"/>
                    </a:cubicBezTo>
                    <a:lnTo>
                      <a:pt x="3749" y="3977"/>
                    </a:lnTo>
                    <a:cubicBezTo>
                      <a:pt x="3749" y="3977"/>
                      <a:pt x="3749" y="3976"/>
                      <a:pt x="3750" y="3976"/>
                    </a:cubicBezTo>
                    <a:cubicBezTo>
                      <a:pt x="3752" y="3975"/>
                      <a:pt x="3754" y="3973"/>
                      <a:pt x="3755" y="3971"/>
                    </a:cubicBezTo>
                    <a:cubicBezTo>
                      <a:pt x="3756" y="3969"/>
                      <a:pt x="3757" y="3967"/>
                      <a:pt x="3757" y="3964"/>
                    </a:cubicBezTo>
                    <a:cubicBezTo>
                      <a:pt x="3757" y="3962"/>
                      <a:pt x="3757" y="3961"/>
                      <a:pt x="3756" y="3959"/>
                    </a:cubicBezTo>
                    <a:moveTo>
                      <a:pt x="3730" y="3949"/>
                    </a:moveTo>
                    <a:cubicBezTo>
                      <a:pt x="3730" y="3949"/>
                      <a:pt x="3729" y="3949"/>
                      <a:pt x="3729" y="3950"/>
                    </a:cubicBezTo>
                    <a:cubicBezTo>
                      <a:pt x="3729" y="3950"/>
                      <a:pt x="3729" y="3951"/>
                      <a:pt x="3728" y="3952"/>
                    </a:cubicBezTo>
                    <a:lnTo>
                      <a:pt x="3724" y="3947"/>
                    </a:lnTo>
                    <a:lnTo>
                      <a:pt x="3730" y="3949"/>
                    </a:lnTo>
                    <a:moveTo>
                      <a:pt x="3677" y="3981"/>
                    </a:moveTo>
                    <a:cubicBezTo>
                      <a:pt x="3687" y="4001"/>
                      <a:pt x="3689" y="4023"/>
                      <a:pt x="3699" y="4043"/>
                    </a:cubicBezTo>
                    <a:cubicBezTo>
                      <a:pt x="3729" y="4102"/>
                      <a:pt x="3724" y="4175"/>
                      <a:pt x="3755" y="4234"/>
                    </a:cubicBezTo>
                    <a:cubicBezTo>
                      <a:pt x="3757" y="4239"/>
                      <a:pt x="3765" y="4236"/>
                      <a:pt x="3763" y="4231"/>
                    </a:cubicBezTo>
                    <a:cubicBezTo>
                      <a:pt x="3758" y="4216"/>
                      <a:pt x="3761" y="4195"/>
                      <a:pt x="3757" y="4179"/>
                    </a:cubicBezTo>
                    <a:cubicBezTo>
                      <a:pt x="3751" y="4150"/>
                      <a:pt x="3746" y="4120"/>
                      <a:pt x="3740" y="4091"/>
                    </a:cubicBezTo>
                    <a:cubicBezTo>
                      <a:pt x="3733" y="4057"/>
                      <a:pt x="3715" y="4024"/>
                      <a:pt x="3711" y="3990"/>
                    </a:cubicBezTo>
                    <a:cubicBezTo>
                      <a:pt x="3709" y="3975"/>
                      <a:pt x="3706" y="3959"/>
                      <a:pt x="3701" y="3944"/>
                    </a:cubicBezTo>
                    <a:cubicBezTo>
                      <a:pt x="3703" y="3944"/>
                      <a:pt x="3704" y="3944"/>
                      <a:pt x="3706" y="3943"/>
                    </a:cubicBezTo>
                    <a:cubicBezTo>
                      <a:pt x="3713" y="3947"/>
                      <a:pt x="3720" y="3951"/>
                      <a:pt x="3727" y="3956"/>
                    </a:cubicBezTo>
                    <a:cubicBezTo>
                      <a:pt x="3726" y="3958"/>
                      <a:pt x="3726" y="3959"/>
                      <a:pt x="3726" y="3961"/>
                    </a:cubicBezTo>
                    <a:cubicBezTo>
                      <a:pt x="3726" y="3964"/>
                      <a:pt x="3726" y="3966"/>
                      <a:pt x="3728" y="3969"/>
                    </a:cubicBezTo>
                    <a:cubicBezTo>
                      <a:pt x="3729" y="3972"/>
                      <a:pt x="3731" y="3973"/>
                      <a:pt x="3734" y="3974"/>
                    </a:cubicBezTo>
                    <a:cubicBezTo>
                      <a:pt x="3735" y="3975"/>
                      <a:pt x="3737" y="3976"/>
                      <a:pt x="3739" y="3976"/>
                    </a:cubicBezTo>
                    <a:cubicBezTo>
                      <a:pt x="3738" y="3976"/>
                      <a:pt x="3738" y="3976"/>
                      <a:pt x="3737" y="3976"/>
                    </a:cubicBezTo>
                    <a:cubicBezTo>
                      <a:pt x="3736" y="3977"/>
                      <a:pt x="3736" y="3977"/>
                      <a:pt x="3735" y="3978"/>
                    </a:cubicBezTo>
                    <a:cubicBezTo>
                      <a:pt x="3734" y="3979"/>
                      <a:pt x="3735" y="3980"/>
                      <a:pt x="3735" y="3980"/>
                    </a:cubicBezTo>
                    <a:cubicBezTo>
                      <a:pt x="3733" y="3990"/>
                      <a:pt x="3732" y="3999"/>
                      <a:pt x="3732" y="4008"/>
                    </a:cubicBezTo>
                    <a:cubicBezTo>
                      <a:pt x="3732" y="4032"/>
                      <a:pt x="3738" y="4056"/>
                      <a:pt x="3750" y="4077"/>
                    </a:cubicBezTo>
                    <a:cubicBezTo>
                      <a:pt x="3751" y="4078"/>
                      <a:pt x="3752" y="4079"/>
                      <a:pt x="3752" y="4081"/>
                    </a:cubicBezTo>
                    <a:cubicBezTo>
                      <a:pt x="3782" y="4141"/>
                      <a:pt x="3804" y="4206"/>
                      <a:pt x="3816" y="4272"/>
                    </a:cubicBezTo>
                    <a:cubicBezTo>
                      <a:pt x="3844" y="4397"/>
                      <a:pt x="3869" y="4525"/>
                      <a:pt x="3901" y="4649"/>
                    </a:cubicBezTo>
                    <a:cubicBezTo>
                      <a:pt x="3912" y="4693"/>
                      <a:pt x="3908" y="4741"/>
                      <a:pt x="3920" y="4786"/>
                    </a:cubicBezTo>
                    <a:cubicBezTo>
                      <a:pt x="3924" y="4800"/>
                      <a:pt x="3927" y="4814"/>
                      <a:pt x="3929" y="4828"/>
                    </a:cubicBezTo>
                    <a:cubicBezTo>
                      <a:pt x="3930" y="4841"/>
                      <a:pt x="3931" y="4854"/>
                      <a:pt x="3932" y="4866"/>
                    </a:cubicBezTo>
                    <a:cubicBezTo>
                      <a:pt x="3938" y="4924"/>
                      <a:pt x="3929" y="4988"/>
                      <a:pt x="3941" y="5044"/>
                    </a:cubicBezTo>
                    <a:cubicBezTo>
                      <a:pt x="3948" y="5074"/>
                      <a:pt x="3940" y="5113"/>
                      <a:pt x="3940" y="5143"/>
                    </a:cubicBezTo>
                    <a:cubicBezTo>
                      <a:pt x="3940" y="5182"/>
                      <a:pt x="3938" y="5219"/>
                      <a:pt x="3935" y="5257"/>
                    </a:cubicBezTo>
                    <a:cubicBezTo>
                      <a:pt x="3935" y="5256"/>
                      <a:pt x="3935" y="5254"/>
                      <a:pt x="3934" y="5253"/>
                    </a:cubicBezTo>
                    <a:cubicBezTo>
                      <a:pt x="3933" y="5251"/>
                      <a:pt x="3933" y="5252"/>
                      <a:pt x="3932" y="5251"/>
                    </a:cubicBezTo>
                    <a:cubicBezTo>
                      <a:pt x="3932" y="5237"/>
                      <a:pt x="3929" y="5221"/>
                      <a:pt x="3928" y="5203"/>
                    </a:cubicBezTo>
                    <a:cubicBezTo>
                      <a:pt x="3927" y="5178"/>
                      <a:pt x="3925" y="5153"/>
                      <a:pt x="3921" y="5128"/>
                    </a:cubicBezTo>
                    <a:cubicBezTo>
                      <a:pt x="3906" y="5069"/>
                      <a:pt x="3921" y="5006"/>
                      <a:pt x="3909" y="4947"/>
                    </a:cubicBezTo>
                    <a:cubicBezTo>
                      <a:pt x="3902" y="4905"/>
                      <a:pt x="3895" y="4863"/>
                      <a:pt x="3888" y="4821"/>
                    </a:cubicBezTo>
                    <a:cubicBezTo>
                      <a:pt x="3887" y="4798"/>
                      <a:pt x="3883" y="4774"/>
                      <a:pt x="3877" y="4752"/>
                    </a:cubicBezTo>
                    <a:cubicBezTo>
                      <a:pt x="3864" y="4722"/>
                      <a:pt x="3854" y="4691"/>
                      <a:pt x="3848" y="4660"/>
                    </a:cubicBezTo>
                    <a:cubicBezTo>
                      <a:pt x="3848" y="4659"/>
                      <a:pt x="3848" y="4659"/>
                      <a:pt x="3847" y="4659"/>
                    </a:cubicBezTo>
                    <a:lnTo>
                      <a:pt x="3847" y="4658"/>
                    </a:lnTo>
                    <a:lnTo>
                      <a:pt x="3846" y="4658"/>
                    </a:lnTo>
                    <a:cubicBezTo>
                      <a:pt x="3846" y="4658"/>
                      <a:pt x="3846" y="4657"/>
                      <a:pt x="3845" y="4658"/>
                    </a:cubicBezTo>
                    <a:cubicBezTo>
                      <a:pt x="3844" y="4659"/>
                      <a:pt x="3845" y="4659"/>
                      <a:pt x="3845" y="4659"/>
                    </a:cubicBezTo>
                    <a:lnTo>
                      <a:pt x="3845" y="4660"/>
                    </a:lnTo>
                    <a:cubicBezTo>
                      <a:pt x="3847" y="4695"/>
                      <a:pt x="3853" y="4731"/>
                      <a:pt x="3863" y="4765"/>
                    </a:cubicBezTo>
                    <a:cubicBezTo>
                      <a:pt x="3874" y="4814"/>
                      <a:pt x="3872" y="4866"/>
                      <a:pt x="3884" y="4914"/>
                    </a:cubicBezTo>
                    <a:cubicBezTo>
                      <a:pt x="3899" y="4974"/>
                      <a:pt x="3886" y="5039"/>
                      <a:pt x="3890" y="5101"/>
                    </a:cubicBezTo>
                    <a:lnTo>
                      <a:pt x="3885" y="5074"/>
                    </a:lnTo>
                    <a:cubicBezTo>
                      <a:pt x="3874" y="5009"/>
                      <a:pt x="3869" y="4923"/>
                      <a:pt x="3838" y="4865"/>
                    </a:cubicBezTo>
                    <a:cubicBezTo>
                      <a:pt x="3837" y="4865"/>
                      <a:pt x="3837" y="4864"/>
                      <a:pt x="3837" y="4864"/>
                    </a:cubicBezTo>
                    <a:cubicBezTo>
                      <a:pt x="3836" y="4864"/>
                      <a:pt x="3836" y="4864"/>
                      <a:pt x="3836" y="4864"/>
                    </a:cubicBezTo>
                    <a:cubicBezTo>
                      <a:pt x="3835" y="4864"/>
                      <a:pt x="3835" y="4864"/>
                      <a:pt x="3834" y="4864"/>
                    </a:cubicBezTo>
                    <a:lnTo>
                      <a:pt x="3834" y="4865"/>
                    </a:lnTo>
                    <a:cubicBezTo>
                      <a:pt x="3833" y="4866"/>
                      <a:pt x="3833" y="4866"/>
                      <a:pt x="3833" y="4866"/>
                    </a:cubicBezTo>
                    <a:cubicBezTo>
                      <a:pt x="3833" y="4867"/>
                      <a:pt x="3833" y="4867"/>
                      <a:pt x="3833" y="4867"/>
                    </a:cubicBezTo>
                    <a:cubicBezTo>
                      <a:pt x="3845" y="4900"/>
                      <a:pt x="3842" y="4943"/>
                      <a:pt x="3848" y="4977"/>
                    </a:cubicBezTo>
                    <a:cubicBezTo>
                      <a:pt x="3856" y="5024"/>
                      <a:pt x="3862" y="5071"/>
                      <a:pt x="3864" y="5118"/>
                    </a:cubicBezTo>
                    <a:cubicBezTo>
                      <a:pt x="3865" y="5159"/>
                      <a:pt x="3872" y="5199"/>
                      <a:pt x="3871" y="5240"/>
                    </a:cubicBezTo>
                    <a:cubicBezTo>
                      <a:pt x="3870" y="5252"/>
                      <a:pt x="3869" y="5265"/>
                      <a:pt x="3869" y="5278"/>
                    </a:cubicBezTo>
                    <a:cubicBezTo>
                      <a:pt x="3869" y="5295"/>
                      <a:pt x="3870" y="5313"/>
                      <a:pt x="3873" y="5330"/>
                    </a:cubicBezTo>
                    <a:cubicBezTo>
                      <a:pt x="3872" y="5330"/>
                      <a:pt x="3872" y="5330"/>
                      <a:pt x="3871" y="5330"/>
                    </a:cubicBezTo>
                    <a:lnTo>
                      <a:pt x="3870" y="5330"/>
                    </a:lnTo>
                    <a:cubicBezTo>
                      <a:pt x="3859" y="5316"/>
                      <a:pt x="3850" y="5302"/>
                      <a:pt x="3841" y="5288"/>
                    </a:cubicBezTo>
                    <a:cubicBezTo>
                      <a:pt x="3842" y="5288"/>
                      <a:pt x="3843" y="5287"/>
                      <a:pt x="3844" y="5286"/>
                    </a:cubicBezTo>
                    <a:cubicBezTo>
                      <a:pt x="3845" y="5283"/>
                      <a:pt x="3846" y="5279"/>
                      <a:pt x="3846" y="5276"/>
                    </a:cubicBezTo>
                    <a:cubicBezTo>
                      <a:pt x="3846" y="5274"/>
                      <a:pt x="3846" y="5273"/>
                      <a:pt x="3845" y="5271"/>
                    </a:cubicBezTo>
                    <a:cubicBezTo>
                      <a:pt x="3845" y="5267"/>
                      <a:pt x="3844" y="5263"/>
                      <a:pt x="3842" y="5259"/>
                    </a:cubicBezTo>
                    <a:cubicBezTo>
                      <a:pt x="3842" y="5258"/>
                      <a:pt x="3842" y="5258"/>
                      <a:pt x="3842" y="5257"/>
                    </a:cubicBezTo>
                    <a:cubicBezTo>
                      <a:pt x="3842" y="5256"/>
                      <a:pt x="3842" y="5256"/>
                      <a:pt x="3842" y="5255"/>
                    </a:cubicBezTo>
                    <a:cubicBezTo>
                      <a:pt x="3831" y="5227"/>
                      <a:pt x="3844" y="5181"/>
                      <a:pt x="3837" y="5151"/>
                    </a:cubicBezTo>
                    <a:cubicBezTo>
                      <a:pt x="3827" y="5107"/>
                      <a:pt x="3829" y="5060"/>
                      <a:pt x="3817" y="5016"/>
                    </a:cubicBezTo>
                    <a:cubicBezTo>
                      <a:pt x="3805" y="4972"/>
                      <a:pt x="3804" y="4924"/>
                      <a:pt x="3794" y="4880"/>
                    </a:cubicBezTo>
                    <a:cubicBezTo>
                      <a:pt x="3783" y="4830"/>
                      <a:pt x="3773" y="4781"/>
                      <a:pt x="3763" y="4731"/>
                    </a:cubicBezTo>
                    <a:cubicBezTo>
                      <a:pt x="3762" y="4731"/>
                      <a:pt x="3762" y="4730"/>
                      <a:pt x="3762" y="4730"/>
                    </a:cubicBezTo>
                    <a:cubicBezTo>
                      <a:pt x="3762" y="4730"/>
                      <a:pt x="3762" y="4729"/>
                      <a:pt x="3761" y="4729"/>
                    </a:cubicBezTo>
                    <a:lnTo>
                      <a:pt x="3760" y="4729"/>
                    </a:lnTo>
                    <a:cubicBezTo>
                      <a:pt x="3759" y="4729"/>
                      <a:pt x="3759" y="4729"/>
                      <a:pt x="3758" y="4729"/>
                    </a:cubicBezTo>
                    <a:lnTo>
                      <a:pt x="3757" y="4730"/>
                    </a:lnTo>
                    <a:lnTo>
                      <a:pt x="3757" y="4731"/>
                    </a:lnTo>
                    <a:cubicBezTo>
                      <a:pt x="3759" y="4781"/>
                      <a:pt x="3764" y="4831"/>
                      <a:pt x="3773" y="4881"/>
                    </a:cubicBezTo>
                    <a:cubicBezTo>
                      <a:pt x="3782" y="4938"/>
                      <a:pt x="3779" y="4999"/>
                      <a:pt x="3793" y="5055"/>
                    </a:cubicBezTo>
                    <a:cubicBezTo>
                      <a:pt x="3804" y="5100"/>
                      <a:pt x="3797" y="5149"/>
                      <a:pt x="3807" y="5195"/>
                    </a:cubicBezTo>
                    <a:cubicBezTo>
                      <a:pt x="3807" y="5200"/>
                      <a:pt x="3807" y="5205"/>
                      <a:pt x="3807" y="5210"/>
                    </a:cubicBezTo>
                    <a:cubicBezTo>
                      <a:pt x="3807" y="5220"/>
                      <a:pt x="3806" y="5229"/>
                      <a:pt x="3805" y="5239"/>
                    </a:cubicBezTo>
                    <a:cubicBezTo>
                      <a:pt x="3795" y="5228"/>
                      <a:pt x="3786" y="5216"/>
                      <a:pt x="3774" y="5205"/>
                    </a:cubicBezTo>
                    <a:cubicBezTo>
                      <a:pt x="3776" y="5204"/>
                      <a:pt x="3778" y="5202"/>
                      <a:pt x="3779" y="5200"/>
                    </a:cubicBezTo>
                    <a:cubicBezTo>
                      <a:pt x="3780" y="5198"/>
                      <a:pt x="3781" y="5196"/>
                      <a:pt x="3781" y="5194"/>
                    </a:cubicBezTo>
                    <a:cubicBezTo>
                      <a:pt x="3781" y="5193"/>
                      <a:pt x="3781" y="5192"/>
                      <a:pt x="3781" y="5192"/>
                    </a:cubicBezTo>
                    <a:cubicBezTo>
                      <a:pt x="3773" y="5135"/>
                      <a:pt x="3761" y="5078"/>
                      <a:pt x="3753" y="5021"/>
                    </a:cubicBezTo>
                    <a:cubicBezTo>
                      <a:pt x="3745" y="4964"/>
                      <a:pt x="3727" y="4909"/>
                      <a:pt x="3720" y="4853"/>
                    </a:cubicBezTo>
                    <a:cubicBezTo>
                      <a:pt x="3720" y="4852"/>
                      <a:pt x="3720" y="4851"/>
                      <a:pt x="3720" y="4851"/>
                    </a:cubicBezTo>
                    <a:cubicBezTo>
                      <a:pt x="3719" y="4850"/>
                      <a:pt x="3719" y="4850"/>
                      <a:pt x="3718" y="4849"/>
                    </a:cubicBezTo>
                    <a:cubicBezTo>
                      <a:pt x="3718" y="4849"/>
                      <a:pt x="3717" y="4849"/>
                      <a:pt x="3716" y="4849"/>
                    </a:cubicBezTo>
                    <a:cubicBezTo>
                      <a:pt x="3715" y="4849"/>
                      <a:pt x="3715" y="4848"/>
                      <a:pt x="3714" y="4849"/>
                    </a:cubicBezTo>
                    <a:cubicBezTo>
                      <a:pt x="3713" y="4850"/>
                      <a:pt x="3714" y="4850"/>
                      <a:pt x="3713" y="4851"/>
                    </a:cubicBezTo>
                    <a:cubicBezTo>
                      <a:pt x="3712" y="4852"/>
                      <a:pt x="3712" y="4852"/>
                      <a:pt x="3712" y="4853"/>
                    </a:cubicBezTo>
                    <a:cubicBezTo>
                      <a:pt x="3705" y="4915"/>
                      <a:pt x="3724" y="4974"/>
                      <a:pt x="3727" y="5036"/>
                    </a:cubicBezTo>
                    <a:cubicBezTo>
                      <a:pt x="3729" y="5080"/>
                      <a:pt x="3734" y="5125"/>
                      <a:pt x="3742" y="5168"/>
                    </a:cubicBezTo>
                    <a:lnTo>
                      <a:pt x="3722" y="5147"/>
                    </a:lnTo>
                    <a:cubicBezTo>
                      <a:pt x="3708" y="5132"/>
                      <a:pt x="3692" y="5119"/>
                      <a:pt x="3675" y="5108"/>
                    </a:cubicBezTo>
                    <a:cubicBezTo>
                      <a:pt x="3676" y="5107"/>
                      <a:pt x="3676" y="5107"/>
                      <a:pt x="3677" y="5106"/>
                    </a:cubicBezTo>
                    <a:cubicBezTo>
                      <a:pt x="3679" y="5103"/>
                      <a:pt x="3679" y="5100"/>
                      <a:pt x="3679" y="5097"/>
                    </a:cubicBezTo>
                    <a:cubicBezTo>
                      <a:pt x="3679" y="5096"/>
                      <a:pt x="3679" y="5096"/>
                      <a:pt x="3679" y="5096"/>
                    </a:cubicBezTo>
                    <a:lnTo>
                      <a:pt x="3679" y="5094"/>
                    </a:lnTo>
                    <a:cubicBezTo>
                      <a:pt x="3679" y="5093"/>
                      <a:pt x="3679" y="5092"/>
                      <a:pt x="3679" y="5092"/>
                    </a:cubicBezTo>
                    <a:cubicBezTo>
                      <a:pt x="3679" y="5091"/>
                      <a:pt x="3679" y="5090"/>
                      <a:pt x="3679" y="5089"/>
                    </a:cubicBezTo>
                    <a:cubicBezTo>
                      <a:pt x="3671" y="4987"/>
                      <a:pt x="3655" y="4886"/>
                      <a:pt x="3632" y="4787"/>
                    </a:cubicBezTo>
                    <a:cubicBezTo>
                      <a:pt x="3618" y="4730"/>
                      <a:pt x="3605" y="4672"/>
                      <a:pt x="3596" y="4614"/>
                    </a:cubicBezTo>
                    <a:cubicBezTo>
                      <a:pt x="3591" y="4585"/>
                      <a:pt x="3579" y="4559"/>
                      <a:pt x="3573" y="4531"/>
                    </a:cubicBezTo>
                    <a:lnTo>
                      <a:pt x="3572" y="4530"/>
                    </a:lnTo>
                    <a:cubicBezTo>
                      <a:pt x="3572" y="4530"/>
                      <a:pt x="3572" y="4529"/>
                      <a:pt x="3571" y="4529"/>
                    </a:cubicBezTo>
                    <a:lnTo>
                      <a:pt x="3570" y="4529"/>
                    </a:lnTo>
                    <a:lnTo>
                      <a:pt x="3569" y="4529"/>
                    </a:lnTo>
                    <a:lnTo>
                      <a:pt x="3568" y="4530"/>
                    </a:lnTo>
                    <a:lnTo>
                      <a:pt x="3568" y="4531"/>
                    </a:lnTo>
                    <a:cubicBezTo>
                      <a:pt x="3573" y="4606"/>
                      <a:pt x="3584" y="4680"/>
                      <a:pt x="3599" y="4753"/>
                    </a:cubicBezTo>
                    <a:cubicBezTo>
                      <a:pt x="3613" y="4815"/>
                      <a:pt x="3623" y="4879"/>
                      <a:pt x="3629" y="4943"/>
                    </a:cubicBezTo>
                    <a:cubicBezTo>
                      <a:pt x="3632" y="4987"/>
                      <a:pt x="3636" y="5033"/>
                      <a:pt x="3641" y="5077"/>
                    </a:cubicBezTo>
                    <a:cubicBezTo>
                      <a:pt x="3635" y="5072"/>
                      <a:pt x="3630" y="5065"/>
                      <a:pt x="3625" y="5059"/>
                    </a:cubicBezTo>
                    <a:cubicBezTo>
                      <a:pt x="3621" y="5055"/>
                      <a:pt x="3617" y="5052"/>
                      <a:pt x="3613" y="5049"/>
                    </a:cubicBezTo>
                    <a:cubicBezTo>
                      <a:pt x="3611" y="5048"/>
                      <a:pt x="3609" y="5047"/>
                      <a:pt x="3608" y="5046"/>
                    </a:cubicBezTo>
                    <a:lnTo>
                      <a:pt x="3606" y="5045"/>
                    </a:lnTo>
                    <a:cubicBezTo>
                      <a:pt x="3606" y="5045"/>
                      <a:pt x="3607" y="5044"/>
                      <a:pt x="3607" y="5043"/>
                    </a:cubicBezTo>
                    <a:cubicBezTo>
                      <a:pt x="3608" y="5041"/>
                      <a:pt x="3609" y="5038"/>
                      <a:pt x="3609" y="5036"/>
                    </a:cubicBezTo>
                    <a:cubicBezTo>
                      <a:pt x="3609" y="5033"/>
                      <a:pt x="3608" y="5031"/>
                      <a:pt x="3607" y="5029"/>
                    </a:cubicBezTo>
                    <a:cubicBezTo>
                      <a:pt x="3607" y="5028"/>
                      <a:pt x="3606" y="5028"/>
                      <a:pt x="3606" y="5027"/>
                    </a:cubicBezTo>
                    <a:cubicBezTo>
                      <a:pt x="3602" y="5012"/>
                      <a:pt x="3600" y="4995"/>
                      <a:pt x="3600" y="4979"/>
                    </a:cubicBezTo>
                    <a:cubicBezTo>
                      <a:pt x="3600" y="4976"/>
                      <a:pt x="3600" y="4973"/>
                      <a:pt x="3600" y="4971"/>
                    </a:cubicBezTo>
                    <a:cubicBezTo>
                      <a:pt x="3600" y="4942"/>
                      <a:pt x="3586" y="4912"/>
                      <a:pt x="3583" y="4882"/>
                    </a:cubicBezTo>
                    <a:cubicBezTo>
                      <a:pt x="3576" y="4834"/>
                      <a:pt x="3567" y="4787"/>
                      <a:pt x="3554" y="4740"/>
                    </a:cubicBezTo>
                    <a:cubicBezTo>
                      <a:pt x="3542" y="4684"/>
                      <a:pt x="3526" y="4630"/>
                      <a:pt x="3513" y="4575"/>
                    </a:cubicBezTo>
                    <a:cubicBezTo>
                      <a:pt x="3495" y="4502"/>
                      <a:pt x="3485" y="4428"/>
                      <a:pt x="3463" y="4357"/>
                    </a:cubicBezTo>
                    <a:cubicBezTo>
                      <a:pt x="3461" y="4351"/>
                      <a:pt x="3452" y="4353"/>
                      <a:pt x="3454" y="4359"/>
                    </a:cubicBezTo>
                    <a:cubicBezTo>
                      <a:pt x="3472" y="4431"/>
                      <a:pt x="3483" y="4505"/>
                      <a:pt x="3493" y="4578"/>
                    </a:cubicBezTo>
                    <a:cubicBezTo>
                      <a:pt x="3503" y="4637"/>
                      <a:pt x="3524" y="4699"/>
                      <a:pt x="3524" y="4760"/>
                    </a:cubicBezTo>
                    <a:cubicBezTo>
                      <a:pt x="3524" y="4796"/>
                      <a:pt x="3540" y="4835"/>
                      <a:pt x="3544" y="4872"/>
                    </a:cubicBezTo>
                    <a:cubicBezTo>
                      <a:pt x="3548" y="4908"/>
                      <a:pt x="3554" y="4940"/>
                      <a:pt x="3560" y="4974"/>
                    </a:cubicBezTo>
                    <a:cubicBezTo>
                      <a:pt x="3561" y="4983"/>
                      <a:pt x="3562" y="4992"/>
                      <a:pt x="3562" y="5001"/>
                    </a:cubicBezTo>
                    <a:cubicBezTo>
                      <a:pt x="3562" y="5005"/>
                      <a:pt x="3562" y="5008"/>
                      <a:pt x="3561" y="5011"/>
                    </a:cubicBezTo>
                    <a:lnTo>
                      <a:pt x="3558" y="5008"/>
                    </a:lnTo>
                    <a:cubicBezTo>
                      <a:pt x="3541" y="4993"/>
                      <a:pt x="3524" y="4980"/>
                      <a:pt x="3506" y="4968"/>
                    </a:cubicBezTo>
                    <a:cubicBezTo>
                      <a:pt x="3498" y="4903"/>
                      <a:pt x="3486" y="4841"/>
                      <a:pt x="3476" y="4776"/>
                    </a:cubicBezTo>
                    <a:cubicBezTo>
                      <a:pt x="3461" y="4685"/>
                      <a:pt x="3449" y="4592"/>
                      <a:pt x="3428" y="4503"/>
                    </a:cubicBezTo>
                    <a:cubicBezTo>
                      <a:pt x="3428" y="4501"/>
                      <a:pt x="3424" y="4501"/>
                      <a:pt x="3425" y="4503"/>
                    </a:cubicBezTo>
                    <a:cubicBezTo>
                      <a:pt x="3430" y="4538"/>
                      <a:pt x="3432" y="4574"/>
                      <a:pt x="3432" y="4610"/>
                    </a:cubicBezTo>
                    <a:cubicBezTo>
                      <a:pt x="3432" y="4613"/>
                      <a:pt x="3432" y="4617"/>
                      <a:pt x="3432" y="4621"/>
                    </a:cubicBezTo>
                    <a:cubicBezTo>
                      <a:pt x="3435" y="4674"/>
                      <a:pt x="3442" y="4726"/>
                      <a:pt x="3452" y="4778"/>
                    </a:cubicBezTo>
                    <a:cubicBezTo>
                      <a:pt x="3459" y="4833"/>
                      <a:pt x="3463" y="4890"/>
                      <a:pt x="3471" y="4945"/>
                    </a:cubicBezTo>
                    <a:lnTo>
                      <a:pt x="3453" y="4933"/>
                    </a:lnTo>
                    <a:lnTo>
                      <a:pt x="3453" y="4932"/>
                    </a:lnTo>
                    <a:lnTo>
                      <a:pt x="3453" y="4931"/>
                    </a:lnTo>
                    <a:cubicBezTo>
                      <a:pt x="3438" y="4874"/>
                      <a:pt x="3440" y="4812"/>
                      <a:pt x="3422" y="4755"/>
                    </a:cubicBezTo>
                    <a:cubicBezTo>
                      <a:pt x="3396" y="4669"/>
                      <a:pt x="3396" y="4575"/>
                      <a:pt x="3376" y="4487"/>
                    </a:cubicBezTo>
                    <a:cubicBezTo>
                      <a:pt x="3374" y="4481"/>
                      <a:pt x="3364" y="4481"/>
                      <a:pt x="3364" y="4487"/>
                    </a:cubicBezTo>
                    <a:cubicBezTo>
                      <a:pt x="3367" y="4570"/>
                      <a:pt x="3377" y="4653"/>
                      <a:pt x="3396" y="4734"/>
                    </a:cubicBezTo>
                    <a:cubicBezTo>
                      <a:pt x="3404" y="4774"/>
                      <a:pt x="3411" y="4815"/>
                      <a:pt x="3415" y="4856"/>
                    </a:cubicBezTo>
                    <a:cubicBezTo>
                      <a:pt x="3417" y="4871"/>
                      <a:pt x="3416" y="4892"/>
                      <a:pt x="3420" y="4911"/>
                    </a:cubicBezTo>
                    <a:cubicBezTo>
                      <a:pt x="3405" y="4901"/>
                      <a:pt x="3390" y="4892"/>
                      <a:pt x="3375" y="4883"/>
                    </a:cubicBezTo>
                    <a:cubicBezTo>
                      <a:pt x="3376" y="4883"/>
                      <a:pt x="3376" y="4882"/>
                      <a:pt x="3377" y="4881"/>
                    </a:cubicBezTo>
                    <a:cubicBezTo>
                      <a:pt x="3378" y="4879"/>
                      <a:pt x="3378" y="4877"/>
                      <a:pt x="3378" y="4875"/>
                    </a:cubicBezTo>
                    <a:cubicBezTo>
                      <a:pt x="3378" y="4873"/>
                      <a:pt x="3378" y="4871"/>
                      <a:pt x="3377" y="4869"/>
                    </a:cubicBezTo>
                    <a:cubicBezTo>
                      <a:pt x="3350" y="4801"/>
                      <a:pt x="3366" y="4715"/>
                      <a:pt x="3338" y="4646"/>
                    </a:cubicBezTo>
                    <a:cubicBezTo>
                      <a:pt x="3322" y="4607"/>
                      <a:pt x="3323" y="4562"/>
                      <a:pt x="3308" y="4523"/>
                    </a:cubicBezTo>
                    <a:cubicBezTo>
                      <a:pt x="3306" y="4516"/>
                      <a:pt x="3296" y="4520"/>
                      <a:pt x="3298" y="4527"/>
                    </a:cubicBezTo>
                    <a:cubicBezTo>
                      <a:pt x="3304" y="4549"/>
                      <a:pt x="3302" y="4576"/>
                      <a:pt x="3307" y="4599"/>
                    </a:cubicBezTo>
                    <a:cubicBezTo>
                      <a:pt x="3313" y="4630"/>
                      <a:pt x="3316" y="4662"/>
                      <a:pt x="3321" y="4693"/>
                    </a:cubicBezTo>
                    <a:cubicBezTo>
                      <a:pt x="3327" y="4729"/>
                      <a:pt x="3327" y="4772"/>
                      <a:pt x="3336" y="4806"/>
                    </a:cubicBezTo>
                    <a:cubicBezTo>
                      <a:pt x="3342" y="4826"/>
                      <a:pt x="3340" y="4848"/>
                      <a:pt x="3346" y="4868"/>
                    </a:cubicBezTo>
                    <a:cubicBezTo>
                      <a:pt x="3325" y="4857"/>
                      <a:pt x="3304" y="4846"/>
                      <a:pt x="3282" y="4836"/>
                    </a:cubicBezTo>
                    <a:cubicBezTo>
                      <a:pt x="3284" y="4835"/>
                      <a:pt x="3285" y="4834"/>
                      <a:pt x="3286" y="4833"/>
                    </a:cubicBezTo>
                    <a:cubicBezTo>
                      <a:pt x="3287" y="4831"/>
                      <a:pt x="3287" y="4829"/>
                      <a:pt x="3287" y="4826"/>
                    </a:cubicBezTo>
                    <a:cubicBezTo>
                      <a:pt x="3287" y="4825"/>
                      <a:pt x="3287" y="4824"/>
                      <a:pt x="3287" y="4823"/>
                    </a:cubicBezTo>
                    <a:cubicBezTo>
                      <a:pt x="3277" y="4672"/>
                      <a:pt x="3254" y="4521"/>
                      <a:pt x="3217" y="4374"/>
                    </a:cubicBezTo>
                    <a:cubicBezTo>
                      <a:pt x="3215" y="4368"/>
                      <a:pt x="3206" y="4371"/>
                      <a:pt x="3206" y="4376"/>
                    </a:cubicBezTo>
                    <a:cubicBezTo>
                      <a:pt x="3210" y="4441"/>
                      <a:pt x="3224" y="4505"/>
                      <a:pt x="3230" y="4569"/>
                    </a:cubicBezTo>
                    <a:cubicBezTo>
                      <a:pt x="3240" y="4655"/>
                      <a:pt x="3250" y="4740"/>
                      <a:pt x="3258" y="4825"/>
                    </a:cubicBezTo>
                    <a:lnTo>
                      <a:pt x="3238" y="4816"/>
                    </a:lnTo>
                    <a:cubicBezTo>
                      <a:pt x="3239" y="4815"/>
                      <a:pt x="3240" y="4814"/>
                      <a:pt x="3241" y="4813"/>
                    </a:cubicBezTo>
                    <a:cubicBezTo>
                      <a:pt x="3242" y="4810"/>
                      <a:pt x="3243" y="4808"/>
                      <a:pt x="3243" y="4805"/>
                    </a:cubicBezTo>
                    <a:cubicBezTo>
                      <a:pt x="3243" y="4804"/>
                      <a:pt x="3243" y="4803"/>
                      <a:pt x="3243" y="4802"/>
                    </a:cubicBezTo>
                    <a:cubicBezTo>
                      <a:pt x="3233" y="4736"/>
                      <a:pt x="3213" y="4671"/>
                      <a:pt x="3204" y="4606"/>
                    </a:cubicBezTo>
                    <a:cubicBezTo>
                      <a:pt x="3195" y="4559"/>
                      <a:pt x="3182" y="4513"/>
                      <a:pt x="3164" y="4468"/>
                    </a:cubicBezTo>
                    <a:cubicBezTo>
                      <a:pt x="3152" y="4434"/>
                      <a:pt x="3147" y="4398"/>
                      <a:pt x="3134" y="4365"/>
                    </a:cubicBezTo>
                    <a:cubicBezTo>
                      <a:pt x="3133" y="4364"/>
                      <a:pt x="3133" y="4364"/>
                      <a:pt x="3133" y="4364"/>
                    </a:cubicBezTo>
                    <a:cubicBezTo>
                      <a:pt x="3133" y="4363"/>
                      <a:pt x="3133" y="4363"/>
                      <a:pt x="3132" y="4362"/>
                    </a:cubicBezTo>
                    <a:cubicBezTo>
                      <a:pt x="3131" y="4361"/>
                      <a:pt x="3130" y="4362"/>
                      <a:pt x="3130" y="4362"/>
                    </a:cubicBezTo>
                    <a:cubicBezTo>
                      <a:pt x="3129" y="4362"/>
                      <a:pt x="3128" y="4362"/>
                      <a:pt x="3128" y="4362"/>
                    </a:cubicBezTo>
                    <a:cubicBezTo>
                      <a:pt x="3127" y="4363"/>
                      <a:pt x="3127" y="4363"/>
                      <a:pt x="3126" y="4364"/>
                    </a:cubicBezTo>
                    <a:cubicBezTo>
                      <a:pt x="3126" y="4364"/>
                      <a:pt x="3126" y="4365"/>
                      <a:pt x="3126" y="4366"/>
                    </a:cubicBezTo>
                    <a:lnTo>
                      <a:pt x="3126" y="4367"/>
                    </a:lnTo>
                    <a:cubicBezTo>
                      <a:pt x="3146" y="4442"/>
                      <a:pt x="3162" y="4518"/>
                      <a:pt x="3175" y="4594"/>
                    </a:cubicBezTo>
                    <a:cubicBezTo>
                      <a:pt x="3188" y="4662"/>
                      <a:pt x="3191" y="4737"/>
                      <a:pt x="3212" y="4803"/>
                    </a:cubicBezTo>
                    <a:cubicBezTo>
                      <a:pt x="3201" y="4798"/>
                      <a:pt x="3189" y="4792"/>
                      <a:pt x="3178" y="4785"/>
                    </a:cubicBezTo>
                    <a:cubicBezTo>
                      <a:pt x="3173" y="4783"/>
                      <a:pt x="3169" y="4781"/>
                      <a:pt x="3165" y="4779"/>
                    </a:cubicBezTo>
                    <a:cubicBezTo>
                      <a:pt x="3162" y="4747"/>
                      <a:pt x="3155" y="4715"/>
                      <a:pt x="3145" y="4685"/>
                    </a:cubicBezTo>
                    <a:cubicBezTo>
                      <a:pt x="3138" y="4653"/>
                      <a:pt x="3132" y="4621"/>
                      <a:pt x="3128" y="4588"/>
                    </a:cubicBezTo>
                    <a:cubicBezTo>
                      <a:pt x="3128" y="4582"/>
                      <a:pt x="3116" y="4583"/>
                      <a:pt x="3116" y="4590"/>
                    </a:cubicBezTo>
                    <a:cubicBezTo>
                      <a:pt x="3121" y="4650"/>
                      <a:pt x="3129" y="4707"/>
                      <a:pt x="3138" y="4766"/>
                    </a:cubicBezTo>
                    <a:lnTo>
                      <a:pt x="3119" y="4758"/>
                    </a:lnTo>
                    <a:lnTo>
                      <a:pt x="3119" y="4757"/>
                    </a:lnTo>
                    <a:cubicBezTo>
                      <a:pt x="3119" y="4755"/>
                      <a:pt x="3118" y="4753"/>
                      <a:pt x="3117" y="4752"/>
                    </a:cubicBezTo>
                    <a:cubicBezTo>
                      <a:pt x="3111" y="4732"/>
                      <a:pt x="3113" y="4708"/>
                      <a:pt x="3107" y="4688"/>
                    </a:cubicBezTo>
                    <a:cubicBezTo>
                      <a:pt x="3094" y="4640"/>
                      <a:pt x="3084" y="4591"/>
                      <a:pt x="3079" y="4541"/>
                    </a:cubicBezTo>
                    <a:cubicBezTo>
                      <a:pt x="3079" y="4537"/>
                      <a:pt x="3072" y="4538"/>
                      <a:pt x="3072" y="4541"/>
                    </a:cubicBezTo>
                    <a:cubicBezTo>
                      <a:pt x="3072" y="4553"/>
                      <a:pt x="3071" y="4566"/>
                      <a:pt x="3071" y="4578"/>
                    </a:cubicBezTo>
                    <a:cubicBezTo>
                      <a:pt x="3071" y="4607"/>
                      <a:pt x="3073" y="4636"/>
                      <a:pt x="3077" y="4664"/>
                    </a:cubicBezTo>
                    <a:cubicBezTo>
                      <a:pt x="3082" y="4687"/>
                      <a:pt x="3080" y="4720"/>
                      <a:pt x="3087" y="4745"/>
                    </a:cubicBezTo>
                    <a:lnTo>
                      <a:pt x="3058" y="4734"/>
                    </a:lnTo>
                    <a:cubicBezTo>
                      <a:pt x="3060" y="4733"/>
                      <a:pt x="3062" y="4731"/>
                      <a:pt x="3063" y="4729"/>
                    </a:cubicBezTo>
                    <a:lnTo>
                      <a:pt x="3064" y="4728"/>
                    </a:lnTo>
                    <a:cubicBezTo>
                      <a:pt x="3065" y="4723"/>
                      <a:pt x="3066" y="4718"/>
                      <a:pt x="3066" y="4713"/>
                    </a:cubicBezTo>
                    <a:cubicBezTo>
                      <a:pt x="3066" y="4711"/>
                      <a:pt x="3066" y="4710"/>
                      <a:pt x="3066" y="4709"/>
                    </a:cubicBezTo>
                    <a:cubicBezTo>
                      <a:pt x="3066" y="4668"/>
                      <a:pt x="3051" y="4617"/>
                      <a:pt x="3044" y="4576"/>
                    </a:cubicBezTo>
                    <a:cubicBezTo>
                      <a:pt x="3037" y="4535"/>
                      <a:pt x="3042" y="4473"/>
                      <a:pt x="3019" y="4436"/>
                    </a:cubicBezTo>
                    <a:cubicBezTo>
                      <a:pt x="3018" y="4436"/>
                      <a:pt x="3018" y="4435"/>
                      <a:pt x="3017" y="4435"/>
                    </a:cubicBezTo>
                    <a:cubicBezTo>
                      <a:pt x="3016" y="4435"/>
                      <a:pt x="3015" y="4434"/>
                      <a:pt x="3014" y="4434"/>
                    </a:cubicBezTo>
                    <a:cubicBezTo>
                      <a:pt x="3013" y="4434"/>
                      <a:pt x="3012" y="4435"/>
                      <a:pt x="3012" y="4435"/>
                    </a:cubicBezTo>
                    <a:cubicBezTo>
                      <a:pt x="3011" y="4435"/>
                      <a:pt x="3011" y="4436"/>
                      <a:pt x="3010" y="4437"/>
                    </a:cubicBezTo>
                    <a:cubicBezTo>
                      <a:pt x="3009" y="4438"/>
                      <a:pt x="3009" y="4439"/>
                      <a:pt x="3009" y="4440"/>
                    </a:cubicBezTo>
                    <a:lnTo>
                      <a:pt x="3009" y="4441"/>
                    </a:lnTo>
                    <a:cubicBezTo>
                      <a:pt x="3013" y="4459"/>
                      <a:pt x="3015" y="4476"/>
                      <a:pt x="3015" y="4494"/>
                    </a:cubicBezTo>
                    <a:cubicBezTo>
                      <a:pt x="3015" y="4498"/>
                      <a:pt x="3014" y="4503"/>
                      <a:pt x="3014" y="4507"/>
                    </a:cubicBezTo>
                    <a:cubicBezTo>
                      <a:pt x="3012" y="4539"/>
                      <a:pt x="3024" y="4570"/>
                      <a:pt x="3023" y="4602"/>
                    </a:cubicBezTo>
                    <a:cubicBezTo>
                      <a:pt x="3022" y="4608"/>
                      <a:pt x="3022" y="4613"/>
                      <a:pt x="3022" y="4619"/>
                    </a:cubicBezTo>
                    <a:cubicBezTo>
                      <a:pt x="3022" y="4656"/>
                      <a:pt x="3028" y="4692"/>
                      <a:pt x="3039" y="4727"/>
                    </a:cubicBezTo>
                    <a:lnTo>
                      <a:pt x="3023" y="4720"/>
                    </a:lnTo>
                    <a:cubicBezTo>
                      <a:pt x="3023" y="4663"/>
                      <a:pt x="3004" y="4608"/>
                      <a:pt x="2991" y="4554"/>
                    </a:cubicBezTo>
                    <a:cubicBezTo>
                      <a:pt x="2990" y="4549"/>
                      <a:pt x="2983" y="4551"/>
                      <a:pt x="2983" y="4555"/>
                    </a:cubicBezTo>
                    <a:cubicBezTo>
                      <a:pt x="2984" y="4607"/>
                      <a:pt x="2995" y="4658"/>
                      <a:pt x="2997" y="4709"/>
                    </a:cubicBezTo>
                    <a:lnTo>
                      <a:pt x="2978" y="4701"/>
                    </a:lnTo>
                    <a:cubicBezTo>
                      <a:pt x="2978" y="4700"/>
                      <a:pt x="2978" y="4699"/>
                      <a:pt x="2978" y="4699"/>
                    </a:cubicBezTo>
                    <a:cubicBezTo>
                      <a:pt x="2978" y="4698"/>
                      <a:pt x="2978" y="4697"/>
                      <a:pt x="2978" y="4696"/>
                    </a:cubicBezTo>
                    <a:cubicBezTo>
                      <a:pt x="2971" y="4621"/>
                      <a:pt x="2936" y="4552"/>
                      <a:pt x="2928" y="4477"/>
                    </a:cubicBezTo>
                    <a:cubicBezTo>
                      <a:pt x="2928" y="4477"/>
                      <a:pt x="2929" y="4476"/>
                      <a:pt x="2928" y="4475"/>
                    </a:cubicBezTo>
                    <a:cubicBezTo>
                      <a:pt x="2927" y="4474"/>
                      <a:pt x="2927" y="4474"/>
                      <a:pt x="2926" y="4474"/>
                    </a:cubicBezTo>
                    <a:lnTo>
                      <a:pt x="2922" y="4474"/>
                    </a:lnTo>
                    <a:cubicBezTo>
                      <a:pt x="2918" y="4474"/>
                      <a:pt x="2917" y="4479"/>
                      <a:pt x="2921" y="4480"/>
                    </a:cubicBezTo>
                    <a:cubicBezTo>
                      <a:pt x="2925" y="4481"/>
                      <a:pt x="2928" y="4563"/>
                      <a:pt x="2929" y="4568"/>
                    </a:cubicBezTo>
                    <a:cubicBezTo>
                      <a:pt x="2935" y="4607"/>
                      <a:pt x="2943" y="4646"/>
                      <a:pt x="2946" y="4687"/>
                    </a:cubicBezTo>
                    <a:lnTo>
                      <a:pt x="2922" y="4675"/>
                    </a:lnTo>
                    <a:cubicBezTo>
                      <a:pt x="2923" y="4673"/>
                      <a:pt x="2923" y="4672"/>
                      <a:pt x="2923" y="4670"/>
                    </a:cubicBezTo>
                    <a:cubicBezTo>
                      <a:pt x="2923" y="4668"/>
                      <a:pt x="2923" y="4667"/>
                      <a:pt x="2922" y="4665"/>
                    </a:cubicBezTo>
                    <a:cubicBezTo>
                      <a:pt x="2904" y="4606"/>
                      <a:pt x="2912" y="4542"/>
                      <a:pt x="2899" y="4482"/>
                    </a:cubicBezTo>
                    <a:cubicBezTo>
                      <a:pt x="2886" y="4430"/>
                      <a:pt x="2879" y="4376"/>
                      <a:pt x="2869" y="4324"/>
                    </a:cubicBezTo>
                    <a:cubicBezTo>
                      <a:pt x="2867" y="4317"/>
                      <a:pt x="2858" y="4318"/>
                      <a:pt x="2858" y="4324"/>
                    </a:cubicBezTo>
                    <a:cubicBezTo>
                      <a:pt x="2861" y="4373"/>
                      <a:pt x="2867" y="4422"/>
                      <a:pt x="2875" y="4470"/>
                    </a:cubicBezTo>
                    <a:cubicBezTo>
                      <a:pt x="2882" y="4505"/>
                      <a:pt x="2879" y="4543"/>
                      <a:pt x="2886" y="4577"/>
                    </a:cubicBezTo>
                    <a:cubicBezTo>
                      <a:pt x="2892" y="4603"/>
                      <a:pt x="2886" y="4633"/>
                      <a:pt x="2894" y="4659"/>
                    </a:cubicBezTo>
                    <a:lnTo>
                      <a:pt x="2881" y="4651"/>
                    </a:lnTo>
                    <a:cubicBezTo>
                      <a:pt x="2882" y="4651"/>
                      <a:pt x="2882" y="4650"/>
                      <a:pt x="2883" y="4649"/>
                    </a:cubicBezTo>
                    <a:cubicBezTo>
                      <a:pt x="2884" y="4647"/>
                      <a:pt x="2884" y="4645"/>
                      <a:pt x="2884" y="4642"/>
                    </a:cubicBezTo>
                    <a:cubicBezTo>
                      <a:pt x="2884" y="4641"/>
                      <a:pt x="2884" y="4639"/>
                      <a:pt x="2883" y="4638"/>
                    </a:cubicBezTo>
                    <a:cubicBezTo>
                      <a:pt x="2879" y="4592"/>
                      <a:pt x="2868" y="4546"/>
                      <a:pt x="2865" y="4500"/>
                    </a:cubicBezTo>
                    <a:cubicBezTo>
                      <a:pt x="2861" y="4441"/>
                      <a:pt x="2831" y="4388"/>
                      <a:pt x="2824" y="4331"/>
                    </a:cubicBezTo>
                    <a:lnTo>
                      <a:pt x="2824" y="4330"/>
                    </a:lnTo>
                    <a:cubicBezTo>
                      <a:pt x="2823" y="4329"/>
                      <a:pt x="2823" y="4329"/>
                      <a:pt x="2823" y="4329"/>
                    </a:cubicBezTo>
                    <a:cubicBezTo>
                      <a:pt x="2823" y="4329"/>
                      <a:pt x="2822" y="4329"/>
                      <a:pt x="2822" y="4330"/>
                    </a:cubicBezTo>
                    <a:cubicBezTo>
                      <a:pt x="2821" y="4330"/>
                      <a:pt x="2821" y="4331"/>
                      <a:pt x="2821" y="4331"/>
                    </a:cubicBezTo>
                    <a:cubicBezTo>
                      <a:pt x="2822" y="4383"/>
                      <a:pt x="2835" y="4438"/>
                      <a:pt x="2841" y="4491"/>
                    </a:cubicBezTo>
                    <a:cubicBezTo>
                      <a:pt x="2845" y="4537"/>
                      <a:pt x="2850" y="4586"/>
                      <a:pt x="2852" y="4633"/>
                    </a:cubicBezTo>
                    <a:lnTo>
                      <a:pt x="2842" y="4626"/>
                    </a:lnTo>
                    <a:lnTo>
                      <a:pt x="2825" y="4614"/>
                    </a:lnTo>
                    <a:lnTo>
                      <a:pt x="2825" y="4613"/>
                    </a:lnTo>
                    <a:lnTo>
                      <a:pt x="2825" y="4612"/>
                    </a:lnTo>
                    <a:cubicBezTo>
                      <a:pt x="2821" y="4583"/>
                      <a:pt x="2820" y="4554"/>
                      <a:pt x="2813" y="4525"/>
                    </a:cubicBezTo>
                    <a:cubicBezTo>
                      <a:pt x="2806" y="4496"/>
                      <a:pt x="2808" y="4464"/>
                      <a:pt x="2796" y="4439"/>
                    </a:cubicBezTo>
                    <a:cubicBezTo>
                      <a:pt x="2767" y="4377"/>
                      <a:pt x="2769" y="4300"/>
                      <a:pt x="2744" y="4237"/>
                    </a:cubicBezTo>
                    <a:cubicBezTo>
                      <a:pt x="2743" y="4237"/>
                      <a:pt x="2743" y="4236"/>
                      <a:pt x="2742" y="4235"/>
                    </a:cubicBezTo>
                    <a:cubicBezTo>
                      <a:pt x="2741" y="4235"/>
                      <a:pt x="2740" y="4235"/>
                      <a:pt x="2739" y="4235"/>
                    </a:cubicBezTo>
                    <a:cubicBezTo>
                      <a:pt x="2738" y="4235"/>
                      <a:pt x="2737" y="4234"/>
                      <a:pt x="2736" y="4235"/>
                    </a:cubicBezTo>
                    <a:cubicBezTo>
                      <a:pt x="2735" y="4236"/>
                      <a:pt x="2735" y="4236"/>
                      <a:pt x="2734" y="4237"/>
                    </a:cubicBezTo>
                    <a:cubicBezTo>
                      <a:pt x="2733" y="4238"/>
                      <a:pt x="2734" y="4239"/>
                      <a:pt x="2734" y="4240"/>
                    </a:cubicBezTo>
                    <a:lnTo>
                      <a:pt x="2734" y="4241"/>
                    </a:lnTo>
                    <a:cubicBezTo>
                      <a:pt x="2745" y="4272"/>
                      <a:pt x="2747" y="4309"/>
                      <a:pt x="2756" y="4341"/>
                    </a:cubicBezTo>
                    <a:cubicBezTo>
                      <a:pt x="2765" y="4373"/>
                      <a:pt x="2762" y="4406"/>
                      <a:pt x="2772" y="4435"/>
                    </a:cubicBezTo>
                    <a:cubicBezTo>
                      <a:pt x="2790" y="4482"/>
                      <a:pt x="2789" y="4541"/>
                      <a:pt x="2792" y="4592"/>
                    </a:cubicBezTo>
                    <a:lnTo>
                      <a:pt x="2770" y="4577"/>
                    </a:lnTo>
                    <a:cubicBezTo>
                      <a:pt x="2770" y="4576"/>
                      <a:pt x="2770" y="4576"/>
                      <a:pt x="2770" y="4574"/>
                    </a:cubicBezTo>
                    <a:cubicBezTo>
                      <a:pt x="2770" y="4573"/>
                      <a:pt x="2770" y="4571"/>
                      <a:pt x="2770" y="4570"/>
                    </a:cubicBezTo>
                    <a:cubicBezTo>
                      <a:pt x="2749" y="4519"/>
                      <a:pt x="2745" y="4462"/>
                      <a:pt x="2732" y="4410"/>
                    </a:cubicBezTo>
                    <a:cubicBezTo>
                      <a:pt x="2722" y="4369"/>
                      <a:pt x="2716" y="4315"/>
                      <a:pt x="2693" y="4278"/>
                    </a:cubicBezTo>
                    <a:cubicBezTo>
                      <a:pt x="2691" y="4274"/>
                      <a:pt x="2685" y="4278"/>
                      <a:pt x="2687" y="4281"/>
                    </a:cubicBezTo>
                    <a:cubicBezTo>
                      <a:pt x="2693" y="4295"/>
                      <a:pt x="2696" y="4310"/>
                      <a:pt x="2696" y="4325"/>
                    </a:cubicBezTo>
                    <a:cubicBezTo>
                      <a:pt x="2696" y="4327"/>
                      <a:pt x="2696" y="4330"/>
                      <a:pt x="2696" y="4333"/>
                    </a:cubicBezTo>
                    <a:cubicBezTo>
                      <a:pt x="2693" y="4356"/>
                      <a:pt x="2707" y="4390"/>
                      <a:pt x="2713" y="4413"/>
                    </a:cubicBezTo>
                    <a:cubicBezTo>
                      <a:pt x="2725" y="4457"/>
                      <a:pt x="2722" y="4511"/>
                      <a:pt x="2736" y="4556"/>
                    </a:cubicBezTo>
                    <a:lnTo>
                      <a:pt x="2720" y="4545"/>
                    </a:lnTo>
                    <a:cubicBezTo>
                      <a:pt x="2721" y="4544"/>
                      <a:pt x="2722" y="4543"/>
                      <a:pt x="2722" y="4542"/>
                    </a:cubicBezTo>
                    <a:cubicBezTo>
                      <a:pt x="2723" y="4540"/>
                      <a:pt x="2724" y="4538"/>
                      <a:pt x="2724" y="4536"/>
                    </a:cubicBezTo>
                    <a:cubicBezTo>
                      <a:pt x="2724" y="4534"/>
                      <a:pt x="2723" y="4532"/>
                      <a:pt x="2722" y="4530"/>
                    </a:cubicBezTo>
                    <a:cubicBezTo>
                      <a:pt x="2713" y="4504"/>
                      <a:pt x="2713" y="4474"/>
                      <a:pt x="2703" y="4449"/>
                    </a:cubicBezTo>
                    <a:cubicBezTo>
                      <a:pt x="2690" y="4415"/>
                      <a:pt x="2690" y="4373"/>
                      <a:pt x="2668" y="4343"/>
                    </a:cubicBezTo>
                    <a:cubicBezTo>
                      <a:pt x="2668" y="4342"/>
                      <a:pt x="2667" y="4342"/>
                      <a:pt x="2667" y="4342"/>
                    </a:cubicBezTo>
                    <a:cubicBezTo>
                      <a:pt x="2666" y="4342"/>
                      <a:pt x="2666" y="4341"/>
                      <a:pt x="2665" y="4341"/>
                    </a:cubicBezTo>
                    <a:cubicBezTo>
                      <a:pt x="2665" y="4341"/>
                      <a:pt x="2665" y="4342"/>
                      <a:pt x="2664" y="4342"/>
                    </a:cubicBezTo>
                    <a:cubicBezTo>
                      <a:pt x="2664" y="4342"/>
                      <a:pt x="2663" y="4342"/>
                      <a:pt x="2663" y="4343"/>
                    </a:cubicBezTo>
                    <a:lnTo>
                      <a:pt x="2663" y="4344"/>
                    </a:lnTo>
                    <a:cubicBezTo>
                      <a:pt x="2663" y="4345"/>
                      <a:pt x="2663" y="4345"/>
                      <a:pt x="2663" y="4346"/>
                    </a:cubicBezTo>
                    <a:cubicBezTo>
                      <a:pt x="2668" y="4355"/>
                      <a:pt x="2664" y="4367"/>
                      <a:pt x="2666" y="4377"/>
                    </a:cubicBezTo>
                    <a:cubicBezTo>
                      <a:pt x="2670" y="4399"/>
                      <a:pt x="2675" y="4421"/>
                      <a:pt x="2679" y="4443"/>
                    </a:cubicBezTo>
                    <a:cubicBezTo>
                      <a:pt x="2682" y="4472"/>
                      <a:pt x="2686" y="4500"/>
                      <a:pt x="2693" y="4529"/>
                    </a:cubicBezTo>
                    <a:lnTo>
                      <a:pt x="2659" y="4507"/>
                    </a:lnTo>
                    <a:cubicBezTo>
                      <a:pt x="2659" y="4506"/>
                      <a:pt x="2659" y="4504"/>
                      <a:pt x="2659" y="4503"/>
                    </a:cubicBezTo>
                    <a:cubicBezTo>
                      <a:pt x="2659" y="4501"/>
                      <a:pt x="2659" y="4500"/>
                      <a:pt x="2658" y="4498"/>
                    </a:cubicBezTo>
                    <a:cubicBezTo>
                      <a:pt x="2657" y="4497"/>
                      <a:pt x="2656" y="4495"/>
                      <a:pt x="2654" y="4494"/>
                    </a:cubicBezTo>
                    <a:cubicBezTo>
                      <a:pt x="2654" y="4494"/>
                      <a:pt x="2653" y="4494"/>
                      <a:pt x="2652" y="4493"/>
                    </a:cubicBezTo>
                    <a:cubicBezTo>
                      <a:pt x="2654" y="4493"/>
                      <a:pt x="2630" y="4395"/>
                      <a:pt x="2627" y="4383"/>
                    </a:cubicBezTo>
                    <a:cubicBezTo>
                      <a:pt x="2618" y="4342"/>
                      <a:pt x="2603" y="4302"/>
                      <a:pt x="2583" y="4265"/>
                    </a:cubicBezTo>
                    <a:cubicBezTo>
                      <a:pt x="2581" y="4262"/>
                      <a:pt x="2577" y="4265"/>
                      <a:pt x="2578" y="4267"/>
                    </a:cubicBezTo>
                    <a:cubicBezTo>
                      <a:pt x="2600" y="4341"/>
                      <a:pt x="2617" y="4416"/>
                      <a:pt x="2632" y="4491"/>
                    </a:cubicBezTo>
                    <a:cubicBezTo>
                      <a:pt x="2617" y="4482"/>
                      <a:pt x="2601" y="4473"/>
                      <a:pt x="2585" y="4465"/>
                    </a:cubicBezTo>
                    <a:cubicBezTo>
                      <a:pt x="2583" y="4407"/>
                      <a:pt x="2553" y="4357"/>
                      <a:pt x="2537" y="4304"/>
                    </a:cubicBezTo>
                    <a:cubicBezTo>
                      <a:pt x="2537" y="4303"/>
                      <a:pt x="2536" y="4303"/>
                      <a:pt x="2536" y="4303"/>
                    </a:cubicBezTo>
                    <a:cubicBezTo>
                      <a:pt x="2536" y="4302"/>
                      <a:pt x="2535" y="4302"/>
                      <a:pt x="2535" y="4302"/>
                    </a:cubicBezTo>
                    <a:cubicBezTo>
                      <a:pt x="2534" y="4301"/>
                      <a:pt x="2534" y="4301"/>
                      <a:pt x="2533" y="4301"/>
                    </a:cubicBezTo>
                    <a:cubicBezTo>
                      <a:pt x="2532" y="4301"/>
                      <a:pt x="2532" y="4301"/>
                      <a:pt x="2531" y="4302"/>
                    </a:cubicBezTo>
                    <a:cubicBezTo>
                      <a:pt x="2531" y="4302"/>
                      <a:pt x="2530" y="4302"/>
                      <a:pt x="2530" y="4303"/>
                    </a:cubicBezTo>
                    <a:cubicBezTo>
                      <a:pt x="2530" y="4304"/>
                      <a:pt x="2529" y="4304"/>
                      <a:pt x="2529" y="4305"/>
                    </a:cubicBezTo>
                    <a:cubicBezTo>
                      <a:pt x="2528" y="4356"/>
                      <a:pt x="2554" y="4403"/>
                      <a:pt x="2560" y="4453"/>
                    </a:cubicBezTo>
                    <a:cubicBezTo>
                      <a:pt x="2548" y="4448"/>
                      <a:pt x="2536" y="4442"/>
                      <a:pt x="2524" y="4437"/>
                    </a:cubicBezTo>
                    <a:cubicBezTo>
                      <a:pt x="2515" y="4433"/>
                      <a:pt x="2505" y="4427"/>
                      <a:pt x="2496" y="4422"/>
                    </a:cubicBezTo>
                    <a:lnTo>
                      <a:pt x="2496" y="4421"/>
                    </a:lnTo>
                    <a:cubicBezTo>
                      <a:pt x="2496" y="4420"/>
                      <a:pt x="2496" y="4420"/>
                      <a:pt x="2496" y="4419"/>
                    </a:cubicBezTo>
                    <a:cubicBezTo>
                      <a:pt x="2492" y="4398"/>
                      <a:pt x="2486" y="4377"/>
                      <a:pt x="2478" y="4357"/>
                    </a:cubicBezTo>
                    <a:cubicBezTo>
                      <a:pt x="2474" y="4341"/>
                      <a:pt x="2468" y="4325"/>
                      <a:pt x="2461" y="4310"/>
                    </a:cubicBezTo>
                    <a:lnTo>
                      <a:pt x="2460" y="4309"/>
                    </a:lnTo>
                    <a:cubicBezTo>
                      <a:pt x="2460" y="4309"/>
                      <a:pt x="2459" y="4309"/>
                      <a:pt x="2458" y="4309"/>
                    </a:cubicBezTo>
                    <a:lnTo>
                      <a:pt x="2457" y="4309"/>
                    </a:lnTo>
                    <a:cubicBezTo>
                      <a:pt x="2456" y="4309"/>
                      <a:pt x="2456" y="4310"/>
                      <a:pt x="2456" y="4310"/>
                    </a:cubicBezTo>
                    <a:cubicBezTo>
                      <a:pt x="2455" y="4311"/>
                      <a:pt x="2455" y="4311"/>
                      <a:pt x="2454" y="4312"/>
                    </a:cubicBezTo>
                    <a:cubicBezTo>
                      <a:pt x="2449" y="4319"/>
                      <a:pt x="2448" y="4327"/>
                      <a:pt x="2448" y="4335"/>
                    </a:cubicBezTo>
                    <a:cubicBezTo>
                      <a:pt x="2448" y="4343"/>
                      <a:pt x="2450" y="4351"/>
                      <a:pt x="2454" y="4358"/>
                    </a:cubicBezTo>
                    <a:cubicBezTo>
                      <a:pt x="2457" y="4368"/>
                      <a:pt x="2462" y="4377"/>
                      <a:pt x="2466" y="4387"/>
                    </a:cubicBezTo>
                    <a:cubicBezTo>
                      <a:pt x="2469" y="4395"/>
                      <a:pt x="2471" y="4403"/>
                      <a:pt x="2472" y="4411"/>
                    </a:cubicBezTo>
                    <a:cubicBezTo>
                      <a:pt x="2457" y="4403"/>
                      <a:pt x="2442" y="4397"/>
                      <a:pt x="2426" y="4393"/>
                    </a:cubicBezTo>
                    <a:cubicBezTo>
                      <a:pt x="2432" y="4349"/>
                      <a:pt x="2441" y="4306"/>
                      <a:pt x="2453" y="4264"/>
                    </a:cubicBezTo>
                    <a:cubicBezTo>
                      <a:pt x="2472" y="4197"/>
                      <a:pt x="2486" y="4129"/>
                      <a:pt x="2496" y="4060"/>
                    </a:cubicBezTo>
                    <a:cubicBezTo>
                      <a:pt x="2505" y="4008"/>
                      <a:pt x="2516" y="3956"/>
                      <a:pt x="2523" y="3903"/>
                    </a:cubicBezTo>
                    <a:lnTo>
                      <a:pt x="2523" y="3904"/>
                    </a:lnTo>
                    <a:cubicBezTo>
                      <a:pt x="2525" y="3911"/>
                      <a:pt x="2526" y="3918"/>
                      <a:pt x="2527" y="3924"/>
                    </a:cubicBezTo>
                    <a:lnTo>
                      <a:pt x="2528" y="3925"/>
                    </a:lnTo>
                    <a:cubicBezTo>
                      <a:pt x="2529" y="3926"/>
                      <a:pt x="2529" y="3927"/>
                      <a:pt x="2530" y="3927"/>
                    </a:cubicBezTo>
                    <a:cubicBezTo>
                      <a:pt x="2531" y="3928"/>
                      <a:pt x="2532" y="3928"/>
                      <a:pt x="2533" y="3928"/>
                    </a:cubicBezTo>
                    <a:cubicBezTo>
                      <a:pt x="2534" y="3928"/>
                      <a:pt x="2535" y="3928"/>
                      <a:pt x="2536" y="3927"/>
                    </a:cubicBezTo>
                    <a:cubicBezTo>
                      <a:pt x="2537" y="3927"/>
                      <a:pt x="2537" y="3926"/>
                      <a:pt x="2538" y="3925"/>
                    </a:cubicBezTo>
                    <a:cubicBezTo>
                      <a:pt x="2539" y="3924"/>
                      <a:pt x="2539" y="3924"/>
                      <a:pt x="2539" y="3924"/>
                    </a:cubicBezTo>
                    <a:cubicBezTo>
                      <a:pt x="2541" y="3917"/>
                      <a:pt x="2543" y="3912"/>
                      <a:pt x="2544" y="3906"/>
                    </a:cubicBezTo>
                    <a:cubicBezTo>
                      <a:pt x="2546" y="3896"/>
                      <a:pt x="2541" y="3889"/>
                      <a:pt x="2539" y="3879"/>
                    </a:cubicBezTo>
                    <a:cubicBezTo>
                      <a:pt x="2539" y="3878"/>
                      <a:pt x="2539" y="3876"/>
                      <a:pt x="2538" y="3875"/>
                    </a:cubicBezTo>
                    <a:cubicBezTo>
                      <a:pt x="2537" y="3873"/>
                      <a:pt x="2535" y="3872"/>
                      <a:pt x="2534" y="3871"/>
                    </a:cubicBezTo>
                    <a:lnTo>
                      <a:pt x="2535" y="3870"/>
                    </a:lnTo>
                    <a:cubicBezTo>
                      <a:pt x="2537" y="3864"/>
                      <a:pt x="2551" y="3860"/>
                      <a:pt x="2569" y="3857"/>
                    </a:cubicBezTo>
                    <a:cubicBezTo>
                      <a:pt x="2570" y="3858"/>
                      <a:pt x="2570" y="3859"/>
                      <a:pt x="2571" y="3860"/>
                    </a:cubicBezTo>
                    <a:cubicBezTo>
                      <a:pt x="2571" y="3860"/>
                      <a:pt x="2571" y="3861"/>
                      <a:pt x="2572" y="3861"/>
                    </a:cubicBezTo>
                    <a:cubicBezTo>
                      <a:pt x="2573" y="3864"/>
                      <a:pt x="2574" y="3867"/>
                      <a:pt x="2575" y="3871"/>
                    </a:cubicBezTo>
                    <a:cubicBezTo>
                      <a:pt x="2576" y="3871"/>
                      <a:pt x="2576" y="3871"/>
                      <a:pt x="2576" y="3872"/>
                    </a:cubicBezTo>
                    <a:cubicBezTo>
                      <a:pt x="2580" y="3878"/>
                      <a:pt x="2585" y="3884"/>
                      <a:pt x="2592" y="3888"/>
                    </a:cubicBezTo>
                    <a:cubicBezTo>
                      <a:pt x="2593" y="3889"/>
                      <a:pt x="2593" y="3889"/>
                      <a:pt x="2594" y="3889"/>
                    </a:cubicBezTo>
                    <a:cubicBezTo>
                      <a:pt x="2595" y="3890"/>
                      <a:pt x="2597" y="3890"/>
                      <a:pt x="2598" y="3890"/>
                    </a:cubicBezTo>
                    <a:cubicBezTo>
                      <a:pt x="2599" y="3890"/>
                      <a:pt x="2600" y="3890"/>
                      <a:pt x="2601" y="3889"/>
                    </a:cubicBezTo>
                    <a:cubicBezTo>
                      <a:pt x="2602" y="3889"/>
                      <a:pt x="2603" y="3888"/>
                      <a:pt x="2604" y="3887"/>
                    </a:cubicBezTo>
                    <a:cubicBezTo>
                      <a:pt x="2605" y="3886"/>
                      <a:pt x="2605" y="3884"/>
                      <a:pt x="2605" y="3883"/>
                    </a:cubicBezTo>
                    <a:cubicBezTo>
                      <a:pt x="2605" y="3882"/>
                      <a:pt x="2604" y="3882"/>
                      <a:pt x="2604" y="3881"/>
                    </a:cubicBezTo>
                    <a:cubicBezTo>
                      <a:pt x="2601" y="3872"/>
                      <a:pt x="2600" y="3862"/>
                      <a:pt x="2596" y="3854"/>
                    </a:cubicBezTo>
                    <a:cubicBezTo>
                      <a:pt x="2607" y="3854"/>
                      <a:pt x="2617" y="3852"/>
                      <a:pt x="2628" y="3851"/>
                    </a:cubicBezTo>
                    <a:cubicBezTo>
                      <a:pt x="2632" y="3859"/>
                      <a:pt x="2636" y="3867"/>
                      <a:pt x="2639" y="3875"/>
                    </a:cubicBezTo>
                    <a:cubicBezTo>
                      <a:pt x="2644" y="3885"/>
                      <a:pt x="2648" y="3896"/>
                      <a:pt x="2651" y="3907"/>
                    </a:cubicBezTo>
                    <a:cubicBezTo>
                      <a:pt x="2651" y="3913"/>
                      <a:pt x="2660" y="3914"/>
                      <a:pt x="2660" y="3908"/>
                    </a:cubicBezTo>
                    <a:cubicBezTo>
                      <a:pt x="2661" y="3904"/>
                      <a:pt x="2662" y="3899"/>
                      <a:pt x="2662" y="3894"/>
                    </a:cubicBezTo>
                    <a:cubicBezTo>
                      <a:pt x="2662" y="3889"/>
                      <a:pt x="2661" y="3884"/>
                      <a:pt x="2660" y="3880"/>
                    </a:cubicBezTo>
                    <a:cubicBezTo>
                      <a:pt x="2658" y="3870"/>
                      <a:pt x="2658" y="3864"/>
                      <a:pt x="2655" y="3854"/>
                    </a:cubicBezTo>
                    <a:cubicBezTo>
                      <a:pt x="2655" y="3853"/>
                      <a:pt x="2654" y="3852"/>
                      <a:pt x="2654" y="3850"/>
                    </a:cubicBezTo>
                    <a:lnTo>
                      <a:pt x="2674" y="3850"/>
                    </a:lnTo>
                    <a:lnTo>
                      <a:pt x="2694" y="3849"/>
                    </a:lnTo>
                    <a:cubicBezTo>
                      <a:pt x="2696" y="3851"/>
                      <a:pt x="2697" y="3854"/>
                      <a:pt x="2699" y="3856"/>
                    </a:cubicBezTo>
                    <a:cubicBezTo>
                      <a:pt x="2706" y="3868"/>
                      <a:pt x="2711" y="3881"/>
                      <a:pt x="2716" y="3895"/>
                    </a:cubicBezTo>
                    <a:cubicBezTo>
                      <a:pt x="2716" y="3896"/>
                      <a:pt x="2716" y="3896"/>
                      <a:pt x="2717" y="3897"/>
                    </a:cubicBezTo>
                    <a:cubicBezTo>
                      <a:pt x="2718" y="3898"/>
                      <a:pt x="2718" y="3899"/>
                      <a:pt x="2718" y="3899"/>
                    </a:cubicBezTo>
                    <a:cubicBezTo>
                      <a:pt x="2719" y="3900"/>
                      <a:pt x="2720" y="3900"/>
                      <a:pt x="2721" y="3900"/>
                    </a:cubicBezTo>
                    <a:cubicBezTo>
                      <a:pt x="2722" y="3900"/>
                      <a:pt x="2723" y="3900"/>
                      <a:pt x="2724" y="3899"/>
                    </a:cubicBezTo>
                    <a:cubicBezTo>
                      <a:pt x="2724" y="3899"/>
                      <a:pt x="2724" y="3898"/>
                      <a:pt x="2725" y="3897"/>
                    </a:cubicBezTo>
                    <a:cubicBezTo>
                      <a:pt x="2726" y="3896"/>
                      <a:pt x="2726" y="3896"/>
                      <a:pt x="2726" y="3895"/>
                    </a:cubicBezTo>
                    <a:cubicBezTo>
                      <a:pt x="2726" y="3892"/>
                      <a:pt x="2726" y="3890"/>
                      <a:pt x="2726" y="3888"/>
                    </a:cubicBezTo>
                    <a:cubicBezTo>
                      <a:pt x="2726" y="3883"/>
                      <a:pt x="2726" y="3877"/>
                      <a:pt x="2725" y="3872"/>
                    </a:cubicBezTo>
                    <a:cubicBezTo>
                      <a:pt x="2724" y="3867"/>
                      <a:pt x="2723" y="3862"/>
                      <a:pt x="2722" y="3856"/>
                    </a:cubicBezTo>
                    <a:cubicBezTo>
                      <a:pt x="2721" y="3853"/>
                      <a:pt x="2720" y="3850"/>
                      <a:pt x="2719" y="3847"/>
                    </a:cubicBezTo>
                    <a:lnTo>
                      <a:pt x="2745" y="3844"/>
                    </a:lnTo>
                    <a:cubicBezTo>
                      <a:pt x="2751" y="3863"/>
                      <a:pt x="2758" y="3882"/>
                      <a:pt x="2767" y="3900"/>
                    </a:cubicBezTo>
                    <a:cubicBezTo>
                      <a:pt x="2775" y="3921"/>
                      <a:pt x="2767" y="3942"/>
                      <a:pt x="2787" y="3959"/>
                    </a:cubicBezTo>
                    <a:cubicBezTo>
                      <a:pt x="2789" y="3961"/>
                      <a:pt x="2793" y="3958"/>
                      <a:pt x="2792" y="3955"/>
                    </a:cubicBezTo>
                    <a:cubicBezTo>
                      <a:pt x="2789" y="3944"/>
                      <a:pt x="2788" y="3932"/>
                      <a:pt x="2788" y="3920"/>
                    </a:cubicBezTo>
                    <a:cubicBezTo>
                      <a:pt x="2788" y="3916"/>
                      <a:pt x="2788" y="3911"/>
                      <a:pt x="2788" y="3906"/>
                    </a:cubicBezTo>
                    <a:cubicBezTo>
                      <a:pt x="2788" y="3884"/>
                      <a:pt x="2775" y="3863"/>
                      <a:pt x="2773" y="3842"/>
                    </a:cubicBezTo>
                    <a:cubicBezTo>
                      <a:pt x="2790" y="3840"/>
                      <a:pt x="2807" y="3839"/>
                      <a:pt x="2824" y="3839"/>
                    </a:cubicBezTo>
                    <a:lnTo>
                      <a:pt x="2859" y="3839"/>
                    </a:lnTo>
                    <a:cubicBezTo>
                      <a:pt x="2861" y="3865"/>
                      <a:pt x="2879" y="3887"/>
                      <a:pt x="2885" y="3912"/>
                    </a:cubicBezTo>
                    <a:cubicBezTo>
                      <a:pt x="2895" y="3946"/>
                      <a:pt x="2915" y="3983"/>
                      <a:pt x="2919" y="4018"/>
                    </a:cubicBezTo>
                    <a:cubicBezTo>
                      <a:pt x="2919" y="4019"/>
                      <a:pt x="2919" y="4020"/>
                      <a:pt x="2920" y="4021"/>
                    </a:cubicBezTo>
                    <a:cubicBezTo>
                      <a:pt x="2921" y="4022"/>
                      <a:pt x="2921" y="4023"/>
                      <a:pt x="2922" y="4023"/>
                    </a:cubicBezTo>
                    <a:cubicBezTo>
                      <a:pt x="2923" y="4024"/>
                      <a:pt x="2924" y="4023"/>
                      <a:pt x="2925" y="4023"/>
                    </a:cubicBezTo>
                    <a:cubicBezTo>
                      <a:pt x="2925" y="4023"/>
                      <a:pt x="2926" y="4024"/>
                      <a:pt x="2927" y="4023"/>
                    </a:cubicBezTo>
                    <a:cubicBezTo>
                      <a:pt x="2928" y="4023"/>
                      <a:pt x="2929" y="4021"/>
                      <a:pt x="2929" y="4021"/>
                    </a:cubicBezTo>
                    <a:cubicBezTo>
                      <a:pt x="2929" y="4020"/>
                      <a:pt x="2930" y="4019"/>
                      <a:pt x="2930" y="4018"/>
                    </a:cubicBezTo>
                    <a:cubicBezTo>
                      <a:pt x="2928" y="3986"/>
                      <a:pt x="2924" y="3954"/>
                      <a:pt x="2915" y="3923"/>
                    </a:cubicBezTo>
                    <a:cubicBezTo>
                      <a:pt x="2904" y="3896"/>
                      <a:pt x="2896" y="3868"/>
                      <a:pt x="2890" y="3839"/>
                    </a:cubicBezTo>
                    <a:lnTo>
                      <a:pt x="2958" y="3837"/>
                    </a:lnTo>
                    <a:cubicBezTo>
                      <a:pt x="2959" y="3845"/>
                      <a:pt x="2962" y="3853"/>
                      <a:pt x="2966" y="3861"/>
                    </a:cubicBezTo>
                    <a:cubicBezTo>
                      <a:pt x="2967" y="3862"/>
                      <a:pt x="2967" y="3863"/>
                      <a:pt x="2968" y="3864"/>
                    </a:cubicBezTo>
                    <a:cubicBezTo>
                      <a:pt x="2972" y="3872"/>
                      <a:pt x="2973" y="3881"/>
                      <a:pt x="2977" y="3889"/>
                    </a:cubicBezTo>
                    <a:cubicBezTo>
                      <a:pt x="2980" y="3894"/>
                      <a:pt x="2984" y="3899"/>
                      <a:pt x="2986" y="3904"/>
                    </a:cubicBezTo>
                    <a:cubicBezTo>
                      <a:pt x="2987" y="3905"/>
                      <a:pt x="2987" y="3905"/>
                      <a:pt x="2988" y="3905"/>
                    </a:cubicBezTo>
                    <a:lnTo>
                      <a:pt x="2989" y="3906"/>
                    </a:lnTo>
                    <a:cubicBezTo>
                      <a:pt x="2990" y="3906"/>
                      <a:pt x="2990" y="3905"/>
                      <a:pt x="2991" y="3905"/>
                    </a:cubicBezTo>
                    <a:cubicBezTo>
                      <a:pt x="2991" y="3905"/>
                      <a:pt x="2992" y="3905"/>
                      <a:pt x="2992" y="3904"/>
                    </a:cubicBezTo>
                    <a:cubicBezTo>
                      <a:pt x="2992" y="3904"/>
                      <a:pt x="2992" y="3903"/>
                      <a:pt x="2992" y="3902"/>
                    </a:cubicBezTo>
                    <a:cubicBezTo>
                      <a:pt x="2989" y="3885"/>
                      <a:pt x="2987" y="3868"/>
                      <a:pt x="2987" y="3851"/>
                    </a:cubicBezTo>
                    <a:cubicBezTo>
                      <a:pt x="2987" y="3846"/>
                      <a:pt x="2987" y="3841"/>
                      <a:pt x="2987" y="3836"/>
                    </a:cubicBezTo>
                    <a:lnTo>
                      <a:pt x="3044" y="3834"/>
                    </a:lnTo>
                    <a:cubicBezTo>
                      <a:pt x="3044" y="3835"/>
                      <a:pt x="3044" y="3836"/>
                      <a:pt x="3044" y="3837"/>
                    </a:cubicBezTo>
                    <a:cubicBezTo>
                      <a:pt x="3044" y="3845"/>
                      <a:pt x="3046" y="3852"/>
                      <a:pt x="3050" y="3859"/>
                    </a:cubicBezTo>
                    <a:cubicBezTo>
                      <a:pt x="3051" y="3861"/>
                      <a:pt x="3052" y="3863"/>
                      <a:pt x="3054" y="3865"/>
                    </a:cubicBezTo>
                    <a:cubicBezTo>
                      <a:pt x="3057" y="3869"/>
                      <a:pt x="3059" y="3872"/>
                      <a:pt x="3062" y="3876"/>
                    </a:cubicBezTo>
                    <a:cubicBezTo>
                      <a:pt x="3067" y="3885"/>
                      <a:pt x="3070" y="3894"/>
                      <a:pt x="3072" y="3903"/>
                    </a:cubicBezTo>
                    <a:cubicBezTo>
                      <a:pt x="3074" y="3915"/>
                      <a:pt x="3080" y="3927"/>
                      <a:pt x="3083" y="3939"/>
                    </a:cubicBezTo>
                    <a:cubicBezTo>
                      <a:pt x="3084" y="3945"/>
                      <a:pt x="3093" y="3942"/>
                      <a:pt x="3093" y="3937"/>
                    </a:cubicBezTo>
                    <a:cubicBezTo>
                      <a:pt x="3091" y="3925"/>
                      <a:pt x="3090" y="3913"/>
                      <a:pt x="3089" y="3902"/>
                    </a:cubicBezTo>
                    <a:cubicBezTo>
                      <a:pt x="3089" y="3891"/>
                      <a:pt x="3082" y="3877"/>
                      <a:pt x="3085" y="3867"/>
                    </a:cubicBezTo>
                    <a:cubicBezTo>
                      <a:pt x="3087" y="3858"/>
                      <a:pt x="3080" y="3849"/>
                      <a:pt x="3078" y="3839"/>
                    </a:cubicBezTo>
                    <a:cubicBezTo>
                      <a:pt x="3078" y="3837"/>
                      <a:pt x="3078" y="3836"/>
                      <a:pt x="3078" y="3834"/>
                    </a:cubicBezTo>
                    <a:lnTo>
                      <a:pt x="3119" y="3834"/>
                    </a:lnTo>
                    <a:lnTo>
                      <a:pt x="3125" y="3834"/>
                    </a:lnTo>
                    <a:cubicBezTo>
                      <a:pt x="3125" y="3835"/>
                      <a:pt x="3125" y="3837"/>
                      <a:pt x="3125" y="3838"/>
                    </a:cubicBezTo>
                    <a:cubicBezTo>
                      <a:pt x="3125" y="3842"/>
                      <a:pt x="3126" y="3847"/>
                      <a:pt x="3128" y="3851"/>
                    </a:cubicBezTo>
                    <a:cubicBezTo>
                      <a:pt x="3129" y="3852"/>
                      <a:pt x="3130" y="3854"/>
                      <a:pt x="3132" y="3855"/>
                    </a:cubicBezTo>
                    <a:cubicBezTo>
                      <a:pt x="3132" y="3856"/>
                      <a:pt x="3133" y="3857"/>
                      <a:pt x="3133" y="3858"/>
                    </a:cubicBezTo>
                    <a:cubicBezTo>
                      <a:pt x="3135" y="3861"/>
                      <a:pt x="3137" y="3863"/>
                      <a:pt x="3139" y="3866"/>
                    </a:cubicBezTo>
                    <a:cubicBezTo>
                      <a:pt x="3140" y="3866"/>
                      <a:pt x="3140" y="3867"/>
                      <a:pt x="3141" y="3867"/>
                    </a:cubicBezTo>
                    <a:cubicBezTo>
                      <a:pt x="3142" y="3868"/>
                      <a:pt x="3143" y="3868"/>
                      <a:pt x="3145" y="3868"/>
                    </a:cubicBezTo>
                    <a:cubicBezTo>
                      <a:pt x="3146" y="3868"/>
                      <a:pt x="3148" y="3868"/>
                      <a:pt x="3150" y="3867"/>
                    </a:cubicBezTo>
                    <a:cubicBezTo>
                      <a:pt x="3151" y="3866"/>
                      <a:pt x="3152" y="3865"/>
                      <a:pt x="3153" y="3864"/>
                    </a:cubicBezTo>
                    <a:cubicBezTo>
                      <a:pt x="3154" y="3863"/>
                      <a:pt x="3154" y="3861"/>
                      <a:pt x="3154" y="3860"/>
                    </a:cubicBezTo>
                    <a:cubicBezTo>
                      <a:pt x="3154" y="3855"/>
                      <a:pt x="3154" y="3850"/>
                      <a:pt x="3154" y="3844"/>
                    </a:cubicBezTo>
                    <a:cubicBezTo>
                      <a:pt x="3154" y="3843"/>
                      <a:pt x="3153" y="3842"/>
                      <a:pt x="3153" y="3842"/>
                    </a:cubicBezTo>
                    <a:cubicBezTo>
                      <a:pt x="3153" y="3841"/>
                      <a:pt x="3152" y="3841"/>
                      <a:pt x="3152" y="3840"/>
                    </a:cubicBezTo>
                    <a:lnTo>
                      <a:pt x="3152" y="3831"/>
                    </a:lnTo>
                    <a:lnTo>
                      <a:pt x="3152" y="3830"/>
                    </a:lnTo>
                    <a:lnTo>
                      <a:pt x="3152" y="3829"/>
                    </a:lnTo>
                    <a:lnTo>
                      <a:pt x="3173" y="3829"/>
                    </a:lnTo>
                    <a:lnTo>
                      <a:pt x="3173" y="3831"/>
                    </a:lnTo>
                    <a:cubicBezTo>
                      <a:pt x="3177" y="3843"/>
                      <a:pt x="3185" y="3852"/>
                      <a:pt x="3188" y="3864"/>
                    </a:cubicBezTo>
                    <a:cubicBezTo>
                      <a:pt x="3189" y="3865"/>
                      <a:pt x="3190" y="3867"/>
                      <a:pt x="3191" y="3867"/>
                    </a:cubicBezTo>
                    <a:cubicBezTo>
                      <a:pt x="3192" y="3868"/>
                      <a:pt x="3193" y="3868"/>
                      <a:pt x="3194" y="3868"/>
                    </a:cubicBezTo>
                    <a:cubicBezTo>
                      <a:pt x="3195" y="3868"/>
                      <a:pt x="3196" y="3868"/>
                      <a:pt x="3197" y="3867"/>
                    </a:cubicBezTo>
                    <a:cubicBezTo>
                      <a:pt x="3198" y="3867"/>
                      <a:pt x="3199" y="3865"/>
                      <a:pt x="3200" y="3864"/>
                    </a:cubicBezTo>
                    <a:cubicBezTo>
                      <a:pt x="3202" y="3859"/>
                      <a:pt x="3203" y="3854"/>
                      <a:pt x="3204" y="3849"/>
                    </a:cubicBezTo>
                    <a:cubicBezTo>
                      <a:pt x="3205" y="3843"/>
                      <a:pt x="3200" y="3839"/>
                      <a:pt x="3199" y="3833"/>
                    </a:cubicBezTo>
                    <a:cubicBezTo>
                      <a:pt x="3199" y="3831"/>
                      <a:pt x="3199" y="3830"/>
                      <a:pt x="3199" y="3829"/>
                    </a:cubicBezTo>
                    <a:lnTo>
                      <a:pt x="3224" y="3829"/>
                    </a:lnTo>
                    <a:lnTo>
                      <a:pt x="3226" y="3834"/>
                    </a:lnTo>
                    <a:cubicBezTo>
                      <a:pt x="3234" y="3851"/>
                      <a:pt x="3251" y="3866"/>
                      <a:pt x="3254" y="3885"/>
                    </a:cubicBezTo>
                    <a:cubicBezTo>
                      <a:pt x="3254" y="3887"/>
                      <a:pt x="3258" y="3886"/>
                      <a:pt x="3258" y="3885"/>
                    </a:cubicBezTo>
                    <a:cubicBezTo>
                      <a:pt x="3259" y="3879"/>
                      <a:pt x="3259" y="3873"/>
                      <a:pt x="3259" y="3867"/>
                    </a:cubicBezTo>
                    <a:cubicBezTo>
                      <a:pt x="3259" y="3861"/>
                      <a:pt x="3259" y="3855"/>
                      <a:pt x="3258" y="3849"/>
                    </a:cubicBezTo>
                    <a:cubicBezTo>
                      <a:pt x="3257" y="3843"/>
                      <a:pt x="3255" y="3836"/>
                      <a:pt x="3253" y="3830"/>
                    </a:cubicBezTo>
                    <a:lnTo>
                      <a:pt x="3285" y="3832"/>
                    </a:lnTo>
                    <a:cubicBezTo>
                      <a:pt x="3285" y="3832"/>
                      <a:pt x="3285" y="3834"/>
                      <a:pt x="3285" y="3835"/>
                    </a:cubicBezTo>
                    <a:cubicBezTo>
                      <a:pt x="3286" y="3840"/>
                      <a:pt x="3288" y="3844"/>
                      <a:pt x="3290" y="3849"/>
                    </a:cubicBezTo>
                    <a:cubicBezTo>
                      <a:pt x="3294" y="3857"/>
                      <a:pt x="3298" y="3866"/>
                      <a:pt x="3301" y="3876"/>
                    </a:cubicBezTo>
                    <a:lnTo>
                      <a:pt x="3301" y="3877"/>
                    </a:lnTo>
                    <a:cubicBezTo>
                      <a:pt x="3302" y="3878"/>
                      <a:pt x="3303" y="3879"/>
                      <a:pt x="3304" y="3879"/>
                    </a:cubicBezTo>
                    <a:cubicBezTo>
                      <a:pt x="3305" y="3880"/>
                      <a:pt x="3306" y="3880"/>
                      <a:pt x="3307" y="3880"/>
                    </a:cubicBezTo>
                    <a:cubicBezTo>
                      <a:pt x="3308" y="3880"/>
                      <a:pt x="3309" y="3880"/>
                      <a:pt x="3310" y="3879"/>
                    </a:cubicBezTo>
                    <a:cubicBezTo>
                      <a:pt x="3311" y="3879"/>
                      <a:pt x="3311" y="3878"/>
                      <a:pt x="3312" y="3877"/>
                    </a:cubicBezTo>
                    <a:cubicBezTo>
                      <a:pt x="3313" y="3876"/>
                      <a:pt x="3313" y="3876"/>
                      <a:pt x="3313" y="3876"/>
                    </a:cubicBezTo>
                    <a:cubicBezTo>
                      <a:pt x="3315" y="3870"/>
                      <a:pt x="3315" y="3864"/>
                      <a:pt x="3315" y="3859"/>
                    </a:cubicBezTo>
                    <a:cubicBezTo>
                      <a:pt x="3315" y="3854"/>
                      <a:pt x="3315" y="3850"/>
                      <a:pt x="3314" y="3846"/>
                    </a:cubicBezTo>
                    <a:cubicBezTo>
                      <a:pt x="3313" y="3842"/>
                      <a:pt x="3312" y="3839"/>
                      <a:pt x="3310" y="3836"/>
                    </a:cubicBezTo>
                    <a:lnTo>
                      <a:pt x="3327" y="3838"/>
                    </a:lnTo>
                    <a:cubicBezTo>
                      <a:pt x="3333" y="3852"/>
                      <a:pt x="3337" y="3867"/>
                      <a:pt x="3341" y="3881"/>
                    </a:cubicBezTo>
                    <a:cubicBezTo>
                      <a:pt x="3345" y="3906"/>
                      <a:pt x="3352" y="3930"/>
                      <a:pt x="3364" y="3951"/>
                    </a:cubicBezTo>
                    <a:cubicBezTo>
                      <a:pt x="3364" y="3952"/>
                      <a:pt x="3364" y="3952"/>
                      <a:pt x="3364" y="3952"/>
                    </a:cubicBezTo>
                    <a:lnTo>
                      <a:pt x="3365" y="3953"/>
                    </a:lnTo>
                    <a:cubicBezTo>
                      <a:pt x="3366" y="3954"/>
                      <a:pt x="3367" y="3954"/>
                      <a:pt x="3368" y="3954"/>
                    </a:cubicBezTo>
                    <a:cubicBezTo>
                      <a:pt x="3369" y="3954"/>
                      <a:pt x="3369" y="3954"/>
                      <a:pt x="3370" y="3953"/>
                    </a:cubicBezTo>
                    <a:cubicBezTo>
                      <a:pt x="3371" y="3953"/>
                      <a:pt x="3371" y="3953"/>
                      <a:pt x="3372" y="3952"/>
                    </a:cubicBezTo>
                    <a:cubicBezTo>
                      <a:pt x="3373" y="3951"/>
                      <a:pt x="3372" y="3951"/>
                      <a:pt x="3372" y="3951"/>
                    </a:cubicBezTo>
                    <a:cubicBezTo>
                      <a:pt x="3379" y="3928"/>
                      <a:pt x="3368" y="3902"/>
                      <a:pt x="3367" y="3879"/>
                    </a:cubicBezTo>
                    <a:cubicBezTo>
                      <a:pt x="3366" y="3867"/>
                      <a:pt x="3363" y="3855"/>
                      <a:pt x="3359" y="3843"/>
                    </a:cubicBezTo>
                    <a:cubicBezTo>
                      <a:pt x="3370" y="3846"/>
                      <a:pt x="3381" y="3848"/>
                      <a:pt x="3392" y="3851"/>
                    </a:cubicBezTo>
                    <a:cubicBezTo>
                      <a:pt x="3414" y="3894"/>
                      <a:pt x="3432" y="3940"/>
                      <a:pt x="3443" y="3987"/>
                    </a:cubicBezTo>
                    <a:cubicBezTo>
                      <a:pt x="3449" y="4012"/>
                      <a:pt x="3450" y="4054"/>
                      <a:pt x="3471" y="4072"/>
                    </a:cubicBezTo>
                    <a:cubicBezTo>
                      <a:pt x="3471" y="4073"/>
                      <a:pt x="3471" y="4073"/>
                      <a:pt x="3472" y="4074"/>
                    </a:cubicBezTo>
                    <a:cubicBezTo>
                      <a:pt x="3473" y="4075"/>
                      <a:pt x="3475" y="4075"/>
                      <a:pt x="3476" y="4075"/>
                    </a:cubicBezTo>
                    <a:cubicBezTo>
                      <a:pt x="3477" y="4075"/>
                      <a:pt x="3477" y="4075"/>
                      <a:pt x="3479" y="4074"/>
                    </a:cubicBezTo>
                    <a:cubicBezTo>
                      <a:pt x="3480" y="4074"/>
                      <a:pt x="3481" y="4072"/>
                      <a:pt x="3482" y="4071"/>
                    </a:cubicBezTo>
                    <a:cubicBezTo>
                      <a:pt x="3483" y="4070"/>
                      <a:pt x="3483" y="4069"/>
                      <a:pt x="3483" y="4068"/>
                    </a:cubicBezTo>
                    <a:cubicBezTo>
                      <a:pt x="3483" y="4067"/>
                      <a:pt x="3483" y="4067"/>
                      <a:pt x="3483" y="4067"/>
                    </a:cubicBezTo>
                    <a:cubicBezTo>
                      <a:pt x="3469" y="3999"/>
                      <a:pt x="3460" y="3920"/>
                      <a:pt x="3424" y="3858"/>
                    </a:cubicBezTo>
                    <a:cubicBezTo>
                      <a:pt x="3435" y="3861"/>
                      <a:pt x="3447" y="3863"/>
                      <a:pt x="3459" y="3865"/>
                    </a:cubicBezTo>
                    <a:cubicBezTo>
                      <a:pt x="3459" y="3865"/>
                      <a:pt x="3455" y="3874"/>
                      <a:pt x="3457" y="3874"/>
                    </a:cubicBezTo>
                    <a:cubicBezTo>
                      <a:pt x="3459" y="3874"/>
                      <a:pt x="3467" y="3905"/>
                      <a:pt x="3468" y="3909"/>
                    </a:cubicBezTo>
                    <a:cubicBezTo>
                      <a:pt x="3471" y="3919"/>
                      <a:pt x="3479" y="3930"/>
                      <a:pt x="3491" y="3928"/>
                    </a:cubicBezTo>
                    <a:cubicBezTo>
                      <a:pt x="3492" y="3928"/>
                      <a:pt x="3492" y="3929"/>
                      <a:pt x="3493" y="3928"/>
                    </a:cubicBezTo>
                    <a:cubicBezTo>
                      <a:pt x="3494" y="3927"/>
                      <a:pt x="3494" y="3926"/>
                      <a:pt x="3495" y="3925"/>
                    </a:cubicBezTo>
                    <a:cubicBezTo>
                      <a:pt x="3495" y="3924"/>
                      <a:pt x="3496" y="3923"/>
                      <a:pt x="3496" y="3922"/>
                    </a:cubicBezTo>
                    <a:cubicBezTo>
                      <a:pt x="3496" y="3921"/>
                      <a:pt x="3496" y="3920"/>
                      <a:pt x="3496" y="3919"/>
                    </a:cubicBezTo>
                    <a:cubicBezTo>
                      <a:pt x="3493" y="3911"/>
                      <a:pt x="3492" y="3899"/>
                      <a:pt x="3490" y="3890"/>
                    </a:cubicBezTo>
                    <a:cubicBezTo>
                      <a:pt x="3488" y="3886"/>
                      <a:pt x="3486" y="3882"/>
                      <a:pt x="3484" y="3878"/>
                    </a:cubicBezTo>
                    <a:cubicBezTo>
                      <a:pt x="3482" y="3875"/>
                      <a:pt x="3481" y="3873"/>
                      <a:pt x="3479" y="3870"/>
                    </a:cubicBezTo>
                    <a:lnTo>
                      <a:pt x="3509" y="3875"/>
                    </a:lnTo>
                    <a:cubicBezTo>
                      <a:pt x="3508" y="3876"/>
                      <a:pt x="3507" y="3879"/>
                      <a:pt x="3507" y="3880"/>
                    </a:cubicBezTo>
                    <a:cubicBezTo>
                      <a:pt x="3507" y="3882"/>
                      <a:pt x="3508" y="3883"/>
                      <a:pt x="3509" y="3885"/>
                    </a:cubicBezTo>
                    <a:cubicBezTo>
                      <a:pt x="3511" y="3894"/>
                      <a:pt x="3513" y="3903"/>
                      <a:pt x="3515" y="3913"/>
                    </a:cubicBezTo>
                    <a:cubicBezTo>
                      <a:pt x="3517" y="3922"/>
                      <a:pt x="3523" y="3937"/>
                      <a:pt x="3534" y="3938"/>
                    </a:cubicBezTo>
                    <a:cubicBezTo>
                      <a:pt x="3535" y="3938"/>
                      <a:pt x="3535" y="3938"/>
                      <a:pt x="3536" y="3938"/>
                    </a:cubicBezTo>
                    <a:cubicBezTo>
                      <a:pt x="3537" y="3938"/>
                      <a:pt x="3538" y="3938"/>
                      <a:pt x="3540" y="3937"/>
                    </a:cubicBezTo>
                    <a:cubicBezTo>
                      <a:pt x="3541" y="3937"/>
                      <a:pt x="3541" y="3936"/>
                      <a:pt x="3542" y="3934"/>
                    </a:cubicBezTo>
                    <a:cubicBezTo>
                      <a:pt x="3542" y="3933"/>
                      <a:pt x="3543" y="3932"/>
                      <a:pt x="3543" y="3931"/>
                    </a:cubicBezTo>
                    <a:cubicBezTo>
                      <a:pt x="3542" y="3919"/>
                      <a:pt x="3539" y="3908"/>
                      <a:pt x="3536" y="3897"/>
                    </a:cubicBezTo>
                    <a:cubicBezTo>
                      <a:pt x="3535" y="3891"/>
                      <a:pt x="3534" y="3885"/>
                      <a:pt x="3531" y="3879"/>
                    </a:cubicBezTo>
                    <a:lnTo>
                      <a:pt x="3540" y="3881"/>
                    </a:lnTo>
                    <a:cubicBezTo>
                      <a:pt x="3550" y="3884"/>
                      <a:pt x="3560" y="3887"/>
                      <a:pt x="3570" y="3890"/>
                    </a:cubicBezTo>
                    <a:cubicBezTo>
                      <a:pt x="3581" y="3952"/>
                      <a:pt x="3613" y="4008"/>
                      <a:pt x="3633" y="4069"/>
                    </a:cubicBezTo>
                    <a:cubicBezTo>
                      <a:pt x="3635" y="4075"/>
                      <a:pt x="3643" y="4071"/>
                      <a:pt x="3643" y="4066"/>
                    </a:cubicBezTo>
                    <a:cubicBezTo>
                      <a:pt x="3643" y="4007"/>
                      <a:pt x="3609" y="3951"/>
                      <a:pt x="3588" y="3896"/>
                    </a:cubicBezTo>
                    <a:lnTo>
                      <a:pt x="3612" y="3904"/>
                    </a:lnTo>
                    <a:cubicBezTo>
                      <a:pt x="3622" y="3907"/>
                      <a:pt x="3637" y="3911"/>
                      <a:pt x="3652" y="3917"/>
                    </a:cubicBezTo>
                    <a:cubicBezTo>
                      <a:pt x="3650" y="3939"/>
                      <a:pt x="3667" y="3960"/>
                      <a:pt x="3677" y="3981"/>
                    </a:cubicBezTo>
                    <a:moveTo>
                      <a:pt x="2634" y="3740"/>
                    </a:moveTo>
                    <a:cubicBezTo>
                      <a:pt x="2657" y="3740"/>
                      <a:pt x="2681" y="3740"/>
                      <a:pt x="2705" y="3738"/>
                    </a:cubicBezTo>
                    <a:cubicBezTo>
                      <a:pt x="2757" y="3737"/>
                      <a:pt x="2803" y="3752"/>
                      <a:pt x="2856" y="3758"/>
                    </a:cubicBezTo>
                    <a:cubicBezTo>
                      <a:pt x="2952" y="3768"/>
                      <a:pt x="3054" y="3758"/>
                      <a:pt x="3152" y="3758"/>
                    </a:cubicBezTo>
                    <a:cubicBezTo>
                      <a:pt x="3155" y="3758"/>
                      <a:pt x="3158" y="3758"/>
                      <a:pt x="3162" y="3758"/>
                    </a:cubicBezTo>
                    <a:cubicBezTo>
                      <a:pt x="3254" y="3758"/>
                      <a:pt x="3346" y="3770"/>
                      <a:pt x="3435" y="3794"/>
                    </a:cubicBezTo>
                    <a:cubicBezTo>
                      <a:pt x="3490" y="3810"/>
                      <a:pt x="3540" y="3841"/>
                      <a:pt x="3594" y="3859"/>
                    </a:cubicBezTo>
                    <a:cubicBezTo>
                      <a:pt x="3601" y="3862"/>
                      <a:pt x="3607" y="3865"/>
                      <a:pt x="3613" y="3868"/>
                    </a:cubicBezTo>
                    <a:cubicBezTo>
                      <a:pt x="3621" y="3873"/>
                      <a:pt x="3630" y="3879"/>
                      <a:pt x="3637" y="3887"/>
                    </a:cubicBezTo>
                    <a:lnTo>
                      <a:pt x="3619" y="3880"/>
                    </a:lnTo>
                    <a:cubicBezTo>
                      <a:pt x="3567" y="3862"/>
                      <a:pt x="3514" y="3849"/>
                      <a:pt x="3460" y="3841"/>
                    </a:cubicBezTo>
                    <a:cubicBezTo>
                      <a:pt x="3422" y="3835"/>
                      <a:pt x="3385" y="3828"/>
                      <a:pt x="3348" y="3821"/>
                    </a:cubicBezTo>
                    <a:cubicBezTo>
                      <a:pt x="3347" y="3821"/>
                      <a:pt x="3346" y="3820"/>
                      <a:pt x="3345" y="3819"/>
                    </a:cubicBezTo>
                    <a:cubicBezTo>
                      <a:pt x="3343" y="3818"/>
                      <a:pt x="3340" y="3817"/>
                      <a:pt x="3338" y="3817"/>
                    </a:cubicBezTo>
                    <a:cubicBezTo>
                      <a:pt x="3336" y="3817"/>
                      <a:pt x="3333" y="3818"/>
                      <a:pt x="3332" y="3819"/>
                    </a:cubicBezTo>
                    <a:lnTo>
                      <a:pt x="3300" y="3814"/>
                    </a:lnTo>
                    <a:cubicBezTo>
                      <a:pt x="3300" y="3813"/>
                      <a:pt x="3299" y="3813"/>
                      <a:pt x="3298" y="3812"/>
                    </a:cubicBezTo>
                    <a:cubicBezTo>
                      <a:pt x="3297" y="3811"/>
                      <a:pt x="3294" y="3811"/>
                      <a:pt x="3292" y="3811"/>
                    </a:cubicBezTo>
                    <a:cubicBezTo>
                      <a:pt x="3291" y="3811"/>
                      <a:pt x="3289" y="3811"/>
                      <a:pt x="3287" y="3812"/>
                    </a:cubicBezTo>
                    <a:cubicBezTo>
                      <a:pt x="3271" y="3809"/>
                      <a:pt x="3254" y="3808"/>
                      <a:pt x="3238" y="3806"/>
                    </a:cubicBezTo>
                    <a:cubicBezTo>
                      <a:pt x="3237" y="3806"/>
                      <a:pt x="3235" y="3806"/>
                      <a:pt x="3234" y="3806"/>
                    </a:cubicBezTo>
                    <a:cubicBezTo>
                      <a:pt x="3233" y="3806"/>
                      <a:pt x="3231" y="3806"/>
                      <a:pt x="3230" y="3806"/>
                    </a:cubicBezTo>
                    <a:cubicBezTo>
                      <a:pt x="3217" y="3805"/>
                      <a:pt x="3204" y="3805"/>
                      <a:pt x="3190" y="3805"/>
                    </a:cubicBezTo>
                    <a:cubicBezTo>
                      <a:pt x="3189" y="3805"/>
                      <a:pt x="3189" y="3804"/>
                      <a:pt x="3189" y="3804"/>
                    </a:cubicBezTo>
                    <a:cubicBezTo>
                      <a:pt x="3188" y="3802"/>
                      <a:pt x="3187" y="3801"/>
                      <a:pt x="3185" y="3799"/>
                    </a:cubicBezTo>
                    <a:lnTo>
                      <a:pt x="3184" y="3798"/>
                    </a:lnTo>
                    <a:cubicBezTo>
                      <a:pt x="3182" y="3797"/>
                      <a:pt x="3181" y="3797"/>
                      <a:pt x="3179" y="3797"/>
                    </a:cubicBezTo>
                    <a:cubicBezTo>
                      <a:pt x="3177" y="3797"/>
                      <a:pt x="3175" y="3797"/>
                      <a:pt x="3173" y="3798"/>
                    </a:cubicBezTo>
                    <a:cubicBezTo>
                      <a:pt x="3172" y="3799"/>
                      <a:pt x="3171" y="3800"/>
                      <a:pt x="3170" y="3801"/>
                    </a:cubicBezTo>
                    <a:cubicBezTo>
                      <a:pt x="3170" y="3802"/>
                      <a:pt x="3169" y="3804"/>
                      <a:pt x="3169" y="3805"/>
                    </a:cubicBezTo>
                    <a:cubicBezTo>
                      <a:pt x="3134" y="3805"/>
                      <a:pt x="3100" y="3807"/>
                      <a:pt x="3065" y="3808"/>
                    </a:cubicBezTo>
                    <a:cubicBezTo>
                      <a:pt x="3064" y="3807"/>
                      <a:pt x="3062" y="3806"/>
                      <a:pt x="3060" y="3806"/>
                    </a:cubicBezTo>
                    <a:cubicBezTo>
                      <a:pt x="3058" y="3806"/>
                      <a:pt x="3056" y="3807"/>
                      <a:pt x="3054" y="3808"/>
                    </a:cubicBezTo>
                    <a:cubicBezTo>
                      <a:pt x="2984" y="3811"/>
                      <a:pt x="2915" y="3813"/>
                      <a:pt x="2845" y="3813"/>
                    </a:cubicBezTo>
                    <a:cubicBezTo>
                      <a:pt x="2839" y="3813"/>
                      <a:pt x="2834" y="3813"/>
                      <a:pt x="2828" y="3813"/>
                    </a:cubicBezTo>
                    <a:cubicBezTo>
                      <a:pt x="2728" y="3813"/>
                      <a:pt x="2629" y="3826"/>
                      <a:pt x="2533" y="3851"/>
                    </a:cubicBezTo>
                    <a:cubicBezTo>
                      <a:pt x="2539" y="3827"/>
                      <a:pt x="2548" y="3803"/>
                      <a:pt x="2556" y="3781"/>
                    </a:cubicBezTo>
                    <a:cubicBezTo>
                      <a:pt x="2561" y="3766"/>
                      <a:pt x="2565" y="3750"/>
                      <a:pt x="2566" y="3734"/>
                    </a:cubicBezTo>
                    <a:cubicBezTo>
                      <a:pt x="2589" y="3733"/>
                      <a:pt x="2611" y="3739"/>
                      <a:pt x="2634" y="3740"/>
                    </a:cubicBezTo>
                    <a:moveTo>
                      <a:pt x="3029" y="53"/>
                    </a:moveTo>
                    <a:lnTo>
                      <a:pt x="3029" y="54"/>
                    </a:lnTo>
                    <a:cubicBezTo>
                      <a:pt x="3029" y="55"/>
                      <a:pt x="3030" y="55"/>
                      <a:pt x="3030" y="55"/>
                    </a:cubicBezTo>
                    <a:cubicBezTo>
                      <a:pt x="3028" y="56"/>
                      <a:pt x="3026" y="57"/>
                      <a:pt x="3024" y="58"/>
                    </a:cubicBezTo>
                    <a:cubicBezTo>
                      <a:pt x="3023" y="59"/>
                      <a:pt x="3021" y="60"/>
                      <a:pt x="3020" y="61"/>
                    </a:cubicBezTo>
                    <a:cubicBezTo>
                      <a:pt x="3023" y="58"/>
                      <a:pt x="3026" y="56"/>
                      <a:pt x="3029" y="53"/>
                    </a:cubicBezTo>
                    <a:moveTo>
                      <a:pt x="2877" y="748"/>
                    </a:moveTo>
                    <a:cubicBezTo>
                      <a:pt x="2889" y="748"/>
                      <a:pt x="2900" y="750"/>
                      <a:pt x="2912" y="751"/>
                    </a:cubicBezTo>
                    <a:lnTo>
                      <a:pt x="2897" y="753"/>
                    </a:lnTo>
                    <a:cubicBezTo>
                      <a:pt x="2891" y="754"/>
                      <a:pt x="2884" y="755"/>
                      <a:pt x="2878" y="757"/>
                    </a:cubicBezTo>
                    <a:cubicBezTo>
                      <a:pt x="2877" y="754"/>
                      <a:pt x="2878" y="751"/>
                      <a:pt x="2878" y="748"/>
                    </a:cubicBezTo>
                    <a:lnTo>
                      <a:pt x="2877" y="748"/>
                    </a:lnTo>
                    <a:moveTo>
                      <a:pt x="2299" y="3906"/>
                    </a:moveTo>
                    <a:lnTo>
                      <a:pt x="2301" y="3906"/>
                    </a:lnTo>
                    <a:cubicBezTo>
                      <a:pt x="2305" y="3904"/>
                      <a:pt x="2310" y="3903"/>
                      <a:pt x="2314" y="3903"/>
                    </a:cubicBezTo>
                    <a:cubicBezTo>
                      <a:pt x="2315" y="3903"/>
                      <a:pt x="2315" y="3903"/>
                      <a:pt x="2315" y="3904"/>
                    </a:cubicBezTo>
                    <a:cubicBezTo>
                      <a:pt x="2318" y="3904"/>
                      <a:pt x="2321" y="3904"/>
                      <a:pt x="2323" y="3904"/>
                    </a:cubicBezTo>
                    <a:cubicBezTo>
                      <a:pt x="2326" y="3904"/>
                      <a:pt x="2329" y="3904"/>
                      <a:pt x="2332" y="3904"/>
                    </a:cubicBezTo>
                    <a:cubicBezTo>
                      <a:pt x="2340" y="3903"/>
                      <a:pt x="2349" y="3900"/>
                      <a:pt x="2356" y="3896"/>
                    </a:cubicBezTo>
                    <a:cubicBezTo>
                      <a:pt x="2359" y="3894"/>
                      <a:pt x="2362" y="3892"/>
                      <a:pt x="2365" y="3890"/>
                    </a:cubicBezTo>
                    <a:cubicBezTo>
                      <a:pt x="2365" y="3889"/>
                      <a:pt x="2366" y="3889"/>
                      <a:pt x="2366" y="3889"/>
                    </a:cubicBezTo>
                    <a:cubicBezTo>
                      <a:pt x="2367" y="3888"/>
                      <a:pt x="2367" y="3888"/>
                      <a:pt x="2367" y="3886"/>
                    </a:cubicBezTo>
                    <a:cubicBezTo>
                      <a:pt x="2367" y="3885"/>
                      <a:pt x="2367" y="3883"/>
                      <a:pt x="2366" y="3882"/>
                    </a:cubicBezTo>
                    <a:cubicBezTo>
                      <a:pt x="2366" y="3882"/>
                      <a:pt x="2365" y="3882"/>
                      <a:pt x="2365" y="3881"/>
                    </a:cubicBezTo>
                    <a:cubicBezTo>
                      <a:pt x="2364" y="3880"/>
                      <a:pt x="2362" y="3879"/>
                      <a:pt x="2361" y="3878"/>
                    </a:cubicBezTo>
                    <a:cubicBezTo>
                      <a:pt x="2357" y="3876"/>
                      <a:pt x="2353" y="3875"/>
                      <a:pt x="2349" y="3875"/>
                    </a:cubicBezTo>
                    <a:cubicBezTo>
                      <a:pt x="2346" y="3875"/>
                      <a:pt x="2342" y="3876"/>
                      <a:pt x="2339" y="3877"/>
                    </a:cubicBezTo>
                    <a:cubicBezTo>
                      <a:pt x="2332" y="3879"/>
                      <a:pt x="2325" y="3881"/>
                      <a:pt x="2318" y="3881"/>
                    </a:cubicBezTo>
                    <a:cubicBezTo>
                      <a:pt x="2313" y="3881"/>
                      <a:pt x="2308" y="3882"/>
                      <a:pt x="2303" y="3884"/>
                    </a:cubicBezTo>
                    <a:cubicBezTo>
                      <a:pt x="2305" y="3875"/>
                      <a:pt x="2307" y="3866"/>
                      <a:pt x="2309" y="3857"/>
                    </a:cubicBezTo>
                    <a:lnTo>
                      <a:pt x="2310" y="3857"/>
                    </a:lnTo>
                    <a:cubicBezTo>
                      <a:pt x="2311" y="3858"/>
                      <a:pt x="2312" y="3858"/>
                      <a:pt x="2313" y="3858"/>
                    </a:cubicBezTo>
                    <a:cubicBezTo>
                      <a:pt x="2315" y="3858"/>
                      <a:pt x="2316" y="3858"/>
                      <a:pt x="2317" y="3857"/>
                    </a:cubicBezTo>
                    <a:cubicBezTo>
                      <a:pt x="2318" y="3857"/>
                      <a:pt x="2319" y="3856"/>
                      <a:pt x="2319" y="3855"/>
                    </a:cubicBezTo>
                    <a:cubicBezTo>
                      <a:pt x="2320" y="3854"/>
                      <a:pt x="2320" y="3853"/>
                      <a:pt x="2320" y="3852"/>
                    </a:cubicBezTo>
                    <a:cubicBezTo>
                      <a:pt x="2320" y="3849"/>
                      <a:pt x="2344" y="3849"/>
                      <a:pt x="2347" y="3849"/>
                    </a:cubicBezTo>
                    <a:cubicBezTo>
                      <a:pt x="2357" y="3849"/>
                      <a:pt x="2368" y="3851"/>
                      <a:pt x="2379" y="3851"/>
                    </a:cubicBezTo>
                    <a:cubicBezTo>
                      <a:pt x="2379" y="3851"/>
                      <a:pt x="2380" y="3852"/>
                      <a:pt x="2381" y="3851"/>
                    </a:cubicBezTo>
                    <a:cubicBezTo>
                      <a:pt x="2382" y="3850"/>
                      <a:pt x="2383" y="3849"/>
                      <a:pt x="2384" y="3848"/>
                    </a:cubicBezTo>
                    <a:cubicBezTo>
                      <a:pt x="2385" y="3847"/>
                      <a:pt x="2384" y="3846"/>
                      <a:pt x="2384" y="3845"/>
                    </a:cubicBezTo>
                    <a:lnTo>
                      <a:pt x="2384" y="3844"/>
                    </a:lnTo>
                    <a:cubicBezTo>
                      <a:pt x="2379" y="3819"/>
                      <a:pt x="2333" y="3821"/>
                      <a:pt x="2314" y="3834"/>
                    </a:cubicBezTo>
                    <a:cubicBezTo>
                      <a:pt x="2315" y="3828"/>
                      <a:pt x="2317" y="3821"/>
                      <a:pt x="2318" y="3815"/>
                    </a:cubicBezTo>
                    <a:lnTo>
                      <a:pt x="2319" y="3815"/>
                    </a:lnTo>
                    <a:cubicBezTo>
                      <a:pt x="2321" y="3815"/>
                      <a:pt x="2324" y="3814"/>
                      <a:pt x="2326" y="3813"/>
                    </a:cubicBezTo>
                    <a:lnTo>
                      <a:pt x="2327" y="3813"/>
                    </a:lnTo>
                    <a:cubicBezTo>
                      <a:pt x="2328" y="3810"/>
                      <a:pt x="2329" y="3810"/>
                      <a:pt x="2328" y="3813"/>
                    </a:cubicBezTo>
                    <a:cubicBezTo>
                      <a:pt x="2330" y="3813"/>
                      <a:pt x="2332" y="3813"/>
                      <a:pt x="2333" y="3813"/>
                    </a:cubicBezTo>
                    <a:cubicBezTo>
                      <a:pt x="2335" y="3813"/>
                      <a:pt x="2335" y="3813"/>
                      <a:pt x="2337" y="3813"/>
                    </a:cubicBezTo>
                    <a:cubicBezTo>
                      <a:pt x="2338" y="3813"/>
                      <a:pt x="2338" y="3813"/>
                      <a:pt x="2339" y="3813"/>
                    </a:cubicBezTo>
                    <a:cubicBezTo>
                      <a:pt x="2345" y="3813"/>
                      <a:pt x="2350" y="3811"/>
                      <a:pt x="2355" y="3808"/>
                    </a:cubicBezTo>
                    <a:cubicBezTo>
                      <a:pt x="2357" y="3807"/>
                      <a:pt x="2359" y="3806"/>
                      <a:pt x="2361" y="3804"/>
                    </a:cubicBezTo>
                    <a:cubicBezTo>
                      <a:pt x="2362" y="3804"/>
                      <a:pt x="2362" y="3803"/>
                      <a:pt x="2363" y="3802"/>
                    </a:cubicBezTo>
                    <a:cubicBezTo>
                      <a:pt x="2363" y="3801"/>
                      <a:pt x="2364" y="3800"/>
                      <a:pt x="2364" y="3798"/>
                    </a:cubicBezTo>
                    <a:cubicBezTo>
                      <a:pt x="2364" y="3797"/>
                      <a:pt x="2364" y="3797"/>
                      <a:pt x="2363" y="3796"/>
                    </a:cubicBezTo>
                    <a:cubicBezTo>
                      <a:pt x="2363" y="3795"/>
                      <a:pt x="2364" y="3795"/>
                      <a:pt x="2363" y="3794"/>
                    </a:cubicBezTo>
                    <a:cubicBezTo>
                      <a:pt x="2362" y="3793"/>
                      <a:pt x="2362" y="3793"/>
                      <a:pt x="2362" y="3793"/>
                    </a:cubicBezTo>
                    <a:lnTo>
                      <a:pt x="2360" y="3792"/>
                    </a:lnTo>
                    <a:lnTo>
                      <a:pt x="2359" y="3792"/>
                    </a:lnTo>
                    <a:lnTo>
                      <a:pt x="2358" y="3792"/>
                    </a:lnTo>
                    <a:cubicBezTo>
                      <a:pt x="2353" y="3790"/>
                      <a:pt x="2347" y="3793"/>
                      <a:pt x="2342" y="3793"/>
                    </a:cubicBezTo>
                    <a:cubicBezTo>
                      <a:pt x="2339" y="3793"/>
                      <a:pt x="2338" y="3793"/>
                      <a:pt x="2335" y="3793"/>
                    </a:cubicBezTo>
                    <a:cubicBezTo>
                      <a:pt x="2333" y="3793"/>
                      <a:pt x="2330" y="3793"/>
                      <a:pt x="2327" y="3793"/>
                    </a:cubicBezTo>
                    <a:lnTo>
                      <a:pt x="2322" y="3794"/>
                    </a:lnTo>
                    <a:cubicBezTo>
                      <a:pt x="2323" y="3787"/>
                      <a:pt x="2324" y="3779"/>
                      <a:pt x="2324" y="3771"/>
                    </a:cubicBezTo>
                    <a:cubicBezTo>
                      <a:pt x="2324" y="3768"/>
                      <a:pt x="2324" y="3764"/>
                      <a:pt x="2323" y="3761"/>
                    </a:cubicBezTo>
                    <a:cubicBezTo>
                      <a:pt x="2323" y="3758"/>
                      <a:pt x="2323" y="3761"/>
                      <a:pt x="2323" y="3760"/>
                    </a:cubicBezTo>
                    <a:cubicBezTo>
                      <a:pt x="2332" y="3759"/>
                      <a:pt x="2342" y="3758"/>
                      <a:pt x="2351" y="3758"/>
                    </a:cubicBezTo>
                    <a:cubicBezTo>
                      <a:pt x="2353" y="3758"/>
                      <a:pt x="2356" y="3758"/>
                      <a:pt x="2358" y="3758"/>
                    </a:cubicBezTo>
                    <a:cubicBezTo>
                      <a:pt x="2367" y="3758"/>
                      <a:pt x="2375" y="3756"/>
                      <a:pt x="2383" y="3752"/>
                    </a:cubicBezTo>
                    <a:cubicBezTo>
                      <a:pt x="2384" y="3751"/>
                      <a:pt x="2385" y="3751"/>
                      <a:pt x="2386" y="3749"/>
                    </a:cubicBezTo>
                    <a:cubicBezTo>
                      <a:pt x="2386" y="3748"/>
                      <a:pt x="2387" y="3747"/>
                      <a:pt x="2387" y="3746"/>
                    </a:cubicBezTo>
                    <a:cubicBezTo>
                      <a:pt x="2387" y="3745"/>
                      <a:pt x="2386" y="3743"/>
                      <a:pt x="2386" y="3742"/>
                    </a:cubicBezTo>
                    <a:cubicBezTo>
                      <a:pt x="2385" y="3741"/>
                      <a:pt x="2384" y="3740"/>
                      <a:pt x="2383" y="3740"/>
                    </a:cubicBezTo>
                    <a:cubicBezTo>
                      <a:pt x="2373" y="3734"/>
                      <a:pt x="2361" y="3731"/>
                      <a:pt x="2350" y="3731"/>
                    </a:cubicBezTo>
                    <a:cubicBezTo>
                      <a:pt x="2341" y="3731"/>
                      <a:pt x="2332" y="3733"/>
                      <a:pt x="2324" y="3736"/>
                    </a:cubicBezTo>
                    <a:cubicBezTo>
                      <a:pt x="2324" y="3728"/>
                      <a:pt x="2326" y="3720"/>
                      <a:pt x="2327" y="3711"/>
                    </a:cubicBezTo>
                    <a:cubicBezTo>
                      <a:pt x="2343" y="3707"/>
                      <a:pt x="2358" y="3701"/>
                      <a:pt x="2372" y="3695"/>
                    </a:cubicBezTo>
                    <a:cubicBezTo>
                      <a:pt x="2373" y="3694"/>
                      <a:pt x="2374" y="3693"/>
                      <a:pt x="2375" y="3692"/>
                    </a:cubicBezTo>
                    <a:cubicBezTo>
                      <a:pt x="2375" y="3691"/>
                      <a:pt x="2375" y="3690"/>
                      <a:pt x="2375" y="3688"/>
                    </a:cubicBezTo>
                    <a:cubicBezTo>
                      <a:pt x="2375" y="3687"/>
                      <a:pt x="2375" y="3686"/>
                      <a:pt x="2375" y="3685"/>
                    </a:cubicBezTo>
                    <a:cubicBezTo>
                      <a:pt x="2374" y="3684"/>
                      <a:pt x="2373" y="3683"/>
                      <a:pt x="2372" y="3682"/>
                    </a:cubicBezTo>
                    <a:cubicBezTo>
                      <a:pt x="2368" y="3680"/>
                      <a:pt x="2364" y="3680"/>
                      <a:pt x="2359" y="3680"/>
                    </a:cubicBezTo>
                    <a:cubicBezTo>
                      <a:pt x="2355" y="3680"/>
                      <a:pt x="2351" y="3680"/>
                      <a:pt x="2346" y="3682"/>
                    </a:cubicBezTo>
                    <a:cubicBezTo>
                      <a:pt x="2341" y="3683"/>
                      <a:pt x="2336" y="3685"/>
                      <a:pt x="2331" y="3687"/>
                    </a:cubicBezTo>
                    <a:cubicBezTo>
                      <a:pt x="2332" y="3682"/>
                      <a:pt x="2333" y="3678"/>
                      <a:pt x="2334" y="3674"/>
                    </a:cubicBezTo>
                    <a:cubicBezTo>
                      <a:pt x="2337" y="3665"/>
                      <a:pt x="2339" y="3655"/>
                      <a:pt x="2340" y="3646"/>
                    </a:cubicBezTo>
                    <a:cubicBezTo>
                      <a:pt x="2344" y="3644"/>
                      <a:pt x="2349" y="3643"/>
                      <a:pt x="2354" y="3643"/>
                    </a:cubicBezTo>
                    <a:cubicBezTo>
                      <a:pt x="2356" y="3643"/>
                      <a:pt x="2357" y="3643"/>
                      <a:pt x="2359" y="3643"/>
                    </a:cubicBezTo>
                    <a:cubicBezTo>
                      <a:pt x="2367" y="3643"/>
                      <a:pt x="2374" y="3641"/>
                      <a:pt x="2382" y="3640"/>
                    </a:cubicBezTo>
                    <a:cubicBezTo>
                      <a:pt x="2392" y="3638"/>
                      <a:pt x="2401" y="3638"/>
                      <a:pt x="2405" y="3627"/>
                    </a:cubicBezTo>
                    <a:cubicBezTo>
                      <a:pt x="2406" y="3623"/>
                      <a:pt x="2406" y="3618"/>
                      <a:pt x="2400" y="3618"/>
                    </a:cubicBezTo>
                    <a:cubicBezTo>
                      <a:pt x="2395" y="3618"/>
                      <a:pt x="2387" y="3616"/>
                      <a:pt x="2380" y="3616"/>
                    </a:cubicBezTo>
                    <a:cubicBezTo>
                      <a:pt x="2373" y="3616"/>
                      <a:pt x="2367" y="3617"/>
                      <a:pt x="2360" y="3619"/>
                    </a:cubicBezTo>
                    <a:cubicBezTo>
                      <a:pt x="2354" y="3620"/>
                      <a:pt x="2348" y="3621"/>
                      <a:pt x="2342" y="3623"/>
                    </a:cubicBezTo>
                    <a:cubicBezTo>
                      <a:pt x="2343" y="3611"/>
                      <a:pt x="2344" y="3598"/>
                      <a:pt x="2346" y="3587"/>
                    </a:cubicBezTo>
                    <a:cubicBezTo>
                      <a:pt x="2356" y="3585"/>
                      <a:pt x="2366" y="3583"/>
                      <a:pt x="2374" y="3581"/>
                    </a:cubicBezTo>
                    <a:cubicBezTo>
                      <a:pt x="2386" y="3580"/>
                      <a:pt x="2397" y="3577"/>
                      <a:pt x="2407" y="3571"/>
                    </a:cubicBezTo>
                    <a:cubicBezTo>
                      <a:pt x="2408" y="3570"/>
                      <a:pt x="2409" y="3570"/>
                      <a:pt x="2410" y="3569"/>
                    </a:cubicBezTo>
                    <a:cubicBezTo>
                      <a:pt x="2411" y="3568"/>
                      <a:pt x="2411" y="3568"/>
                      <a:pt x="2412" y="3567"/>
                    </a:cubicBezTo>
                    <a:cubicBezTo>
                      <a:pt x="2412" y="3566"/>
                      <a:pt x="2413" y="3566"/>
                      <a:pt x="2413" y="3564"/>
                    </a:cubicBezTo>
                    <a:cubicBezTo>
                      <a:pt x="2413" y="3563"/>
                      <a:pt x="2412" y="3561"/>
                      <a:pt x="2412" y="3560"/>
                    </a:cubicBezTo>
                    <a:cubicBezTo>
                      <a:pt x="2411" y="3559"/>
                      <a:pt x="2411" y="3559"/>
                      <a:pt x="2410" y="3558"/>
                    </a:cubicBezTo>
                    <a:cubicBezTo>
                      <a:pt x="2409" y="3558"/>
                      <a:pt x="2409" y="3558"/>
                      <a:pt x="2408" y="3557"/>
                    </a:cubicBezTo>
                    <a:cubicBezTo>
                      <a:pt x="2402" y="3554"/>
                      <a:pt x="2395" y="3551"/>
                      <a:pt x="2388" y="3551"/>
                    </a:cubicBezTo>
                    <a:cubicBezTo>
                      <a:pt x="2384" y="3551"/>
                      <a:pt x="2381" y="3552"/>
                      <a:pt x="2377" y="3553"/>
                    </a:cubicBezTo>
                    <a:cubicBezTo>
                      <a:pt x="2371" y="3554"/>
                      <a:pt x="2364" y="3555"/>
                      <a:pt x="2357" y="3557"/>
                    </a:cubicBezTo>
                    <a:lnTo>
                      <a:pt x="2352" y="3559"/>
                    </a:lnTo>
                    <a:cubicBezTo>
                      <a:pt x="2354" y="3550"/>
                      <a:pt x="2355" y="3541"/>
                      <a:pt x="2357" y="3532"/>
                    </a:cubicBezTo>
                    <a:cubicBezTo>
                      <a:pt x="2359" y="3532"/>
                      <a:pt x="2360" y="3531"/>
                      <a:pt x="2362" y="3530"/>
                    </a:cubicBezTo>
                    <a:cubicBezTo>
                      <a:pt x="2365" y="3528"/>
                      <a:pt x="2375" y="3530"/>
                      <a:pt x="2379" y="3530"/>
                    </a:cubicBezTo>
                    <a:cubicBezTo>
                      <a:pt x="2394" y="3529"/>
                      <a:pt x="2409" y="3525"/>
                      <a:pt x="2423" y="3518"/>
                    </a:cubicBezTo>
                    <a:cubicBezTo>
                      <a:pt x="2427" y="3516"/>
                      <a:pt x="2426" y="3509"/>
                      <a:pt x="2422" y="3507"/>
                    </a:cubicBezTo>
                    <a:cubicBezTo>
                      <a:pt x="2415" y="3504"/>
                      <a:pt x="2408" y="3503"/>
                      <a:pt x="2402" y="3503"/>
                    </a:cubicBezTo>
                    <a:cubicBezTo>
                      <a:pt x="2396" y="3503"/>
                      <a:pt x="2391" y="3504"/>
                      <a:pt x="2385" y="3506"/>
                    </a:cubicBezTo>
                    <a:cubicBezTo>
                      <a:pt x="2378" y="3507"/>
                      <a:pt x="2371" y="3508"/>
                      <a:pt x="2363" y="3509"/>
                    </a:cubicBezTo>
                    <a:lnTo>
                      <a:pt x="2360" y="3509"/>
                    </a:lnTo>
                    <a:cubicBezTo>
                      <a:pt x="2360" y="3501"/>
                      <a:pt x="2362" y="3493"/>
                      <a:pt x="2362" y="3486"/>
                    </a:cubicBezTo>
                    <a:cubicBezTo>
                      <a:pt x="2379" y="3486"/>
                      <a:pt x="2395" y="3481"/>
                      <a:pt x="2410" y="3473"/>
                    </a:cubicBezTo>
                    <a:cubicBezTo>
                      <a:pt x="2411" y="3472"/>
                      <a:pt x="2413" y="3471"/>
                      <a:pt x="2415" y="3470"/>
                    </a:cubicBezTo>
                    <a:cubicBezTo>
                      <a:pt x="2415" y="3469"/>
                      <a:pt x="2415" y="3469"/>
                      <a:pt x="2415" y="3469"/>
                    </a:cubicBezTo>
                    <a:cubicBezTo>
                      <a:pt x="2416" y="3467"/>
                      <a:pt x="2416" y="3467"/>
                      <a:pt x="2416" y="3465"/>
                    </a:cubicBezTo>
                    <a:cubicBezTo>
                      <a:pt x="2416" y="3464"/>
                      <a:pt x="2416" y="3462"/>
                      <a:pt x="2415" y="3461"/>
                    </a:cubicBezTo>
                    <a:cubicBezTo>
                      <a:pt x="2414" y="3460"/>
                      <a:pt x="2414" y="3459"/>
                      <a:pt x="2413" y="3458"/>
                    </a:cubicBezTo>
                    <a:cubicBezTo>
                      <a:pt x="2412" y="3458"/>
                      <a:pt x="2412" y="3458"/>
                      <a:pt x="2412" y="3458"/>
                    </a:cubicBezTo>
                    <a:cubicBezTo>
                      <a:pt x="2407" y="3456"/>
                      <a:pt x="2401" y="3456"/>
                      <a:pt x="2395" y="3456"/>
                    </a:cubicBezTo>
                    <a:cubicBezTo>
                      <a:pt x="2390" y="3456"/>
                      <a:pt x="2384" y="3456"/>
                      <a:pt x="2379" y="3458"/>
                    </a:cubicBezTo>
                    <a:lnTo>
                      <a:pt x="2364" y="3460"/>
                    </a:lnTo>
                    <a:cubicBezTo>
                      <a:pt x="2366" y="3447"/>
                      <a:pt x="2367" y="3435"/>
                      <a:pt x="2369" y="3421"/>
                    </a:cubicBezTo>
                    <a:cubicBezTo>
                      <a:pt x="2374" y="3420"/>
                      <a:pt x="2380" y="3420"/>
                      <a:pt x="2386" y="3419"/>
                    </a:cubicBezTo>
                    <a:cubicBezTo>
                      <a:pt x="2388" y="3420"/>
                      <a:pt x="2390" y="3420"/>
                      <a:pt x="2393" y="3420"/>
                    </a:cubicBezTo>
                    <a:cubicBezTo>
                      <a:pt x="2408" y="3420"/>
                      <a:pt x="2424" y="3416"/>
                      <a:pt x="2439" y="3410"/>
                    </a:cubicBezTo>
                    <a:cubicBezTo>
                      <a:pt x="2443" y="3408"/>
                      <a:pt x="2445" y="3400"/>
                      <a:pt x="2439" y="3398"/>
                    </a:cubicBezTo>
                    <a:cubicBezTo>
                      <a:pt x="2429" y="3394"/>
                      <a:pt x="2419" y="3392"/>
                      <a:pt x="2408" y="3392"/>
                    </a:cubicBezTo>
                    <a:cubicBezTo>
                      <a:pt x="2403" y="3392"/>
                      <a:pt x="2397" y="3393"/>
                      <a:pt x="2391" y="3394"/>
                    </a:cubicBezTo>
                    <a:cubicBezTo>
                      <a:pt x="2385" y="3395"/>
                      <a:pt x="2379" y="3395"/>
                      <a:pt x="2373" y="3397"/>
                    </a:cubicBezTo>
                    <a:cubicBezTo>
                      <a:pt x="2373" y="3393"/>
                      <a:pt x="2374" y="3390"/>
                      <a:pt x="2375" y="3386"/>
                    </a:cubicBezTo>
                    <a:cubicBezTo>
                      <a:pt x="2376" y="3383"/>
                      <a:pt x="2377" y="3377"/>
                      <a:pt x="2379" y="3372"/>
                    </a:cubicBezTo>
                    <a:cubicBezTo>
                      <a:pt x="2399" y="3367"/>
                      <a:pt x="2421" y="3370"/>
                      <a:pt x="2441" y="3361"/>
                    </a:cubicBezTo>
                    <a:cubicBezTo>
                      <a:pt x="2441" y="3361"/>
                      <a:pt x="2441" y="3362"/>
                      <a:pt x="2442" y="3361"/>
                    </a:cubicBezTo>
                    <a:cubicBezTo>
                      <a:pt x="2443" y="3360"/>
                      <a:pt x="2443" y="3360"/>
                      <a:pt x="2444" y="3359"/>
                    </a:cubicBezTo>
                    <a:cubicBezTo>
                      <a:pt x="2445" y="3358"/>
                      <a:pt x="2444" y="3357"/>
                      <a:pt x="2444" y="3356"/>
                    </a:cubicBezTo>
                    <a:cubicBezTo>
                      <a:pt x="2444" y="3355"/>
                      <a:pt x="2445" y="3354"/>
                      <a:pt x="2444" y="3353"/>
                    </a:cubicBezTo>
                    <a:cubicBezTo>
                      <a:pt x="2443" y="3352"/>
                      <a:pt x="2442" y="3351"/>
                      <a:pt x="2442" y="3351"/>
                    </a:cubicBezTo>
                    <a:cubicBezTo>
                      <a:pt x="2441" y="3351"/>
                      <a:pt x="2441" y="3351"/>
                      <a:pt x="2441" y="3351"/>
                    </a:cubicBezTo>
                    <a:cubicBezTo>
                      <a:pt x="2430" y="3346"/>
                      <a:pt x="2419" y="3344"/>
                      <a:pt x="2408" y="3344"/>
                    </a:cubicBezTo>
                    <a:cubicBezTo>
                      <a:pt x="2400" y="3344"/>
                      <a:pt x="2393" y="3345"/>
                      <a:pt x="2386" y="3347"/>
                    </a:cubicBezTo>
                    <a:cubicBezTo>
                      <a:pt x="2388" y="3339"/>
                      <a:pt x="2391" y="3332"/>
                      <a:pt x="2393" y="3324"/>
                    </a:cubicBezTo>
                    <a:cubicBezTo>
                      <a:pt x="2393" y="3324"/>
                      <a:pt x="2393" y="3325"/>
                      <a:pt x="2394" y="3324"/>
                    </a:cubicBezTo>
                    <a:cubicBezTo>
                      <a:pt x="2395" y="3323"/>
                      <a:pt x="2397" y="3322"/>
                      <a:pt x="2398" y="3320"/>
                    </a:cubicBezTo>
                    <a:cubicBezTo>
                      <a:pt x="2400" y="3318"/>
                      <a:pt x="2407" y="3320"/>
                      <a:pt x="2410" y="3320"/>
                    </a:cubicBezTo>
                    <a:cubicBezTo>
                      <a:pt x="2416" y="3319"/>
                      <a:pt x="2422" y="3318"/>
                      <a:pt x="2428" y="3318"/>
                    </a:cubicBezTo>
                    <a:cubicBezTo>
                      <a:pt x="2429" y="3318"/>
                      <a:pt x="2430" y="3318"/>
                      <a:pt x="2431" y="3318"/>
                    </a:cubicBezTo>
                    <a:cubicBezTo>
                      <a:pt x="2434" y="3319"/>
                      <a:pt x="2438" y="3319"/>
                      <a:pt x="2441" y="3319"/>
                    </a:cubicBezTo>
                    <a:cubicBezTo>
                      <a:pt x="2451" y="3319"/>
                      <a:pt x="2461" y="3317"/>
                      <a:pt x="2470" y="3313"/>
                    </a:cubicBezTo>
                    <a:cubicBezTo>
                      <a:pt x="2471" y="3312"/>
                      <a:pt x="2472" y="3311"/>
                      <a:pt x="2473" y="3310"/>
                    </a:cubicBezTo>
                    <a:cubicBezTo>
                      <a:pt x="2474" y="3309"/>
                      <a:pt x="2474" y="3308"/>
                      <a:pt x="2474" y="3306"/>
                    </a:cubicBezTo>
                    <a:cubicBezTo>
                      <a:pt x="2474" y="3305"/>
                      <a:pt x="2474" y="3304"/>
                      <a:pt x="2473" y="3303"/>
                    </a:cubicBezTo>
                    <a:cubicBezTo>
                      <a:pt x="2472" y="3302"/>
                      <a:pt x="2471" y="3301"/>
                      <a:pt x="2470" y="3300"/>
                    </a:cubicBezTo>
                    <a:cubicBezTo>
                      <a:pt x="2459" y="3296"/>
                      <a:pt x="2448" y="3293"/>
                      <a:pt x="2436" y="3293"/>
                    </a:cubicBezTo>
                    <a:cubicBezTo>
                      <a:pt x="2428" y="3293"/>
                      <a:pt x="2420" y="3294"/>
                      <a:pt x="2412" y="3296"/>
                    </a:cubicBezTo>
                    <a:cubicBezTo>
                      <a:pt x="2408" y="3296"/>
                      <a:pt x="2403" y="3298"/>
                      <a:pt x="2398" y="3299"/>
                    </a:cubicBezTo>
                    <a:cubicBezTo>
                      <a:pt x="2400" y="3288"/>
                      <a:pt x="2403" y="3278"/>
                      <a:pt x="2405" y="3267"/>
                    </a:cubicBezTo>
                    <a:cubicBezTo>
                      <a:pt x="2414" y="3264"/>
                      <a:pt x="2424" y="3262"/>
                      <a:pt x="2434" y="3262"/>
                    </a:cubicBezTo>
                    <a:cubicBezTo>
                      <a:pt x="2435" y="3262"/>
                      <a:pt x="2435" y="3262"/>
                      <a:pt x="2436" y="3262"/>
                    </a:cubicBezTo>
                    <a:cubicBezTo>
                      <a:pt x="2451" y="3262"/>
                      <a:pt x="2465" y="3258"/>
                      <a:pt x="2478" y="3251"/>
                    </a:cubicBezTo>
                    <a:cubicBezTo>
                      <a:pt x="2479" y="3250"/>
                      <a:pt x="2479" y="3250"/>
                      <a:pt x="2480" y="3249"/>
                    </a:cubicBezTo>
                    <a:cubicBezTo>
                      <a:pt x="2481" y="3248"/>
                      <a:pt x="2481" y="3246"/>
                      <a:pt x="2481" y="3245"/>
                    </a:cubicBezTo>
                    <a:cubicBezTo>
                      <a:pt x="2481" y="3244"/>
                      <a:pt x="2480" y="3243"/>
                      <a:pt x="2480" y="3242"/>
                    </a:cubicBezTo>
                    <a:cubicBezTo>
                      <a:pt x="2479" y="3241"/>
                      <a:pt x="2479" y="3240"/>
                      <a:pt x="2478" y="3240"/>
                    </a:cubicBezTo>
                    <a:cubicBezTo>
                      <a:pt x="2468" y="3235"/>
                      <a:pt x="2458" y="3232"/>
                      <a:pt x="2447" y="3232"/>
                    </a:cubicBezTo>
                    <a:cubicBezTo>
                      <a:pt x="2440" y="3232"/>
                      <a:pt x="2434" y="3233"/>
                      <a:pt x="2428" y="3235"/>
                    </a:cubicBezTo>
                    <a:cubicBezTo>
                      <a:pt x="2422" y="3235"/>
                      <a:pt x="2417" y="3236"/>
                      <a:pt x="2412" y="3238"/>
                    </a:cubicBezTo>
                    <a:cubicBezTo>
                      <a:pt x="2415" y="3226"/>
                      <a:pt x="2417" y="3214"/>
                      <a:pt x="2420" y="3202"/>
                    </a:cubicBezTo>
                    <a:cubicBezTo>
                      <a:pt x="2426" y="3202"/>
                      <a:pt x="2432" y="3201"/>
                      <a:pt x="2438" y="3200"/>
                    </a:cubicBezTo>
                    <a:cubicBezTo>
                      <a:pt x="2448" y="3197"/>
                      <a:pt x="2461" y="3198"/>
                      <a:pt x="2466" y="3188"/>
                    </a:cubicBezTo>
                    <a:cubicBezTo>
                      <a:pt x="2467" y="3187"/>
                      <a:pt x="2467" y="3186"/>
                      <a:pt x="2467" y="3184"/>
                    </a:cubicBezTo>
                    <a:cubicBezTo>
                      <a:pt x="2467" y="3183"/>
                      <a:pt x="2467" y="3182"/>
                      <a:pt x="2466" y="3181"/>
                    </a:cubicBezTo>
                    <a:cubicBezTo>
                      <a:pt x="2457" y="3170"/>
                      <a:pt x="2446" y="3172"/>
                      <a:pt x="2434" y="3175"/>
                    </a:cubicBezTo>
                    <a:lnTo>
                      <a:pt x="2425" y="3177"/>
                    </a:lnTo>
                    <a:cubicBezTo>
                      <a:pt x="2426" y="3171"/>
                      <a:pt x="2427" y="3165"/>
                      <a:pt x="2428" y="3159"/>
                    </a:cubicBezTo>
                    <a:lnTo>
                      <a:pt x="2441" y="3156"/>
                    </a:lnTo>
                    <a:cubicBezTo>
                      <a:pt x="2453" y="3152"/>
                      <a:pt x="2465" y="3149"/>
                      <a:pt x="2477" y="3147"/>
                    </a:cubicBezTo>
                    <a:cubicBezTo>
                      <a:pt x="2496" y="3145"/>
                      <a:pt x="2514" y="3141"/>
                      <a:pt x="2531" y="3134"/>
                    </a:cubicBezTo>
                    <a:lnTo>
                      <a:pt x="2532" y="3134"/>
                    </a:lnTo>
                    <a:cubicBezTo>
                      <a:pt x="2533" y="3133"/>
                      <a:pt x="2534" y="3132"/>
                      <a:pt x="2535" y="3131"/>
                    </a:cubicBezTo>
                    <a:cubicBezTo>
                      <a:pt x="2536" y="3130"/>
                      <a:pt x="2536" y="3129"/>
                      <a:pt x="2536" y="3127"/>
                    </a:cubicBezTo>
                    <a:cubicBezTo>
                      <a:pt x="2536" y="3126"/>
                      <a:pt x="2536" y="3125"/>
                      <a:pt x="2535" y="3123"/>
                    </a:cubicBezTo>
                    <a:cubicBezTo>
                      <a:pt x="2534" y="3122"/>
                      <a:pt x="2533" y="3121"/>
                      <a:pt x="2532" y="3120"/>
                    </a:cubicBezTo>
                    <a:cubicBezTo>
                      <a:pt x="2531" y="3119"/>
                      <a:pt x="2531" y="3119"/>
                      <a:pt x="2531" y="3119"/>
                    </a:cubicBezTo>
                    <a:cubicBezTo>
                      <a:pt x="2504" y="3106"/>
                      <a:pt x="2466" y="3117"/>
                      <a:pt x="2439" y="3127"/>
                    </a:cubicBezTo>
                    <a:lnTo>
                      <a:pt x="2435" y="3129"/>
                    </a:lnTo>
                    <a:lnTo>
                      <a:pt x="2442" y="3090"/>
                    </a:lnTo>
                    <a:lnTo>
                      <a:pt x="2453" y="3090"/>
                    </a:lnTo>
                    <a:cubicBezTo>
                      <a:pt x="2473" y="3089"/>
                      <a:pt x="2493" y="3084"/>
                      <a:pt x="2512" y="3076"/>
                    </a:cubicBezTo>
                    <a:cubicBezTo>
                      <a:pt x="2513" y="3075"/>
                      <a:pt x="2513" y="3074"/>
                      <a:pt x="2514" y="3073"/>
                    </a:cubicBezTo>
                    <a:cubicBezTo>
                      <a:pt x="2515" y="3072"/>
                      <a:pt x="2515" y="3071"/>
                      <a:pt x="2515" y="3069"/>
                    </a:cubicBezTo>
                    <a:cubicBezTo>
                      <a:pt x="2515" y="3068"/>
                      <a:pt x="2515" y="3067"/>
                      <a:pt x="2514" y="3065"/>
                    </a:cubicBezTo>
                    <a:cubicBezTo>
                      <a:pt x="2513" y="3064"/>
                      <a:pt x="2512" y="3063"/>
                      <a:pt x="2511" y="3063"/>
                    </a:cubicBezTo>
                    <a:lnTo>
                      <a:pt x="2511" y="3062"/>
                    </a:lnTo>
                    <a:cubicBezTo>
                      <a:pt x="2501" y="3059"/>
                      <a:pt x="2490" y="3057"/>
                      <a:pt x="2479" y="3057"/>
                    </a:cubicBezTo>
                    <a:cubicBezTo>
                      <a:pt x="2468" y="3057"/>
                      <a:pt x="2457" y="3059"/>
                      <a:pt x="2447" y="3062"/>
                    </a:cubicBezTo>
                    <a:cubicBezTo>
                      <a:pt x="2448" y="3054"/>
                      <a:pt x="2449" y="3046"/>
                      <a:pt x="2451" y="3038"/>
                    </a:cubicBezTo>
                    <a:lnTo>
                      <a:pt x="2455" y="3038"/>
                    </a:lnTo>
                    <a:cubicBezTo>
                      <a:pt x="2464" y="3037"/>
                      <a:pt x="2473" y="3035"/>
                      <a:pt x="2482" y="3034"/>
                    </a:cubicBezTo>
                    <a:cubicBezTo>
                      <a:pt x="2483" y="3034"/>
                      <a:pt x="2483" y="3034"/>
                      <a:pt x="2484" y="3034"/>
                    </a:cubicBezTo>
                    <a:cubicBezTo>
                      <a:pt x="2497" y="3034"/>
                      <a:pt x="2510" y="3031"/>
                      <a:pt x="2522" y="3025"/>
                    </a:cubicBezTo>
                    <a:cubicBezTo>
                      <a:pt x="2523" y="3024"/>
                      <a:pt x="2523" y="3024"/>
                      <a:pt x="2524" y="3022"/>
                    </a:cubicBezTo>
                    <a:cubicBezTo>
                      <a:pt x="2524" y="3021"/>
                      <a:pt x="2525" y="3020"/>
                      <a:pt x="2525" y="3019"/>
                    </a:cubicBezTo>
                    <a:cubicBezTo>
                      <a:pt x="2525" y="3018"/>
                      <a:pt x="2525" y="3016"/>
                      <a:pt x="2524" y="3015"/>
                    </a:cubicBezTo>
                    <a:cubicBezTo>
                      <a:pt x="2524" y="3014"/>
                      <a:pt x="2523" y="3013"/>
                      <a:pt x="2522" y="3013"/>
                    </a:cubicBezTo>
                    <a:cubicBezTo>
                      <a:pt x="2512" y="3009"/>
                      <a:pt x="2502" y="3007"/>
                      <a:pt x="2492" y="3007"/>
                    </a:cubicBezTo>
                    <a:cubicBezTo>
                      <a:pt x="2485" y="3007"/>
                      <a:pt x="2479" y="3008"/>
                      <a:pt x="2473" y="3009"/>
                    </a:cubicBezTo>
                    <a:cubicBezTo>
                      <a:pt x="2467" y="3010"/>
                      <a:pt x="2461" y="3011"/>
                      <a:pt x="2455" y="3012"/>
                    </a:cubicBezTo>
                    <a:cubicBezTo>
                      <a:pt x="2457" y="3003"/>
                      <a:pt x="2458" y="2994"/>
                      <a:pt x="2459" y="2986"/>
                    </a:cubicBezTo>
                    <a:cubicBezTo>
                      <a:pt x="2488" y="2987"/>
                      <a:pt x="2530" y="2987"/>
                      <a:pt x="2554" y="2971"/>
                    </a:cubicBezTo>
                    <a:cubicBezTo>
                      <a:pt x="2555" y="2970"/>
                      <a:pt x="2555" y="2969"/>
                      <a:pt x="2556" y="2968"/>
                    </a:cubicBezTo>
                    <a:cubicBezTo>
                      <a:pt x="2556" y="2967"/>
                      <a:pt x="2557" y="2966"/>
                      <a:pt x="2557" y="2964"/>
                    </a:cubicBezTo>
                    <a:cubicBezTo>
                      <a:pt x="2557" y="2963"/>
                      <a:pt x="2556" y="2961"/>
                      <a:pt x="2556" y="2960"/>
                    </a:cubicBezTo>
                    <a:cubicBezTo>
                      <a:pt x="2555" y="2959"/>
                      <a:pt x="2555" y="2958"/>
                      <a:pt x="2554" y="2958"/>
                    </a:cubicBezTo>
                    <a:cubicBezTo>
                      <a:pt x="2547" y="2954"/>
                      <a:pt x="2539" y="2953"/>
                      <a:pt x="2531" y="2953"/>
                    </a:cubicBezTo>
                    <a:cubicBezTo>
                      <a:pt x="2526" y="2953"/>
                      <a:pt x="2520" y="2954"/>
                      <a:pt x="2514" y="2956"/>
                    </a:cubicBezTo>
                    <a:cubicBezTo>
                      <a:pt x="2498" y="2959"/>
                      <a:pt x="2480" y="2961"/>
                      <a:pt x="2463" y="2963"/>
                    </a:cubicBezTo>
                    <a:cubicBezTo>
                      <a:pt x="2463" y="2956"/>
                      <a:pt x="2465" y="2949"/>
                      <a:pt x="2466" y="2942"/>
                    </a:cubicBezTo>
                    <a:cubicBezTo>
                      <a:pt x="2477" y="2931"/>
                      <a:pt x="2507" y="2937"/>
                      <a:pt x="2521" y="2937"/>
                    </a:cubicBezTo>
                    <a:cubicBezTo>
                      <a:pt x="2523" y="2937"/>
                      <a:pt x="2524" y="2938"/>
                      <a:pt x="2526" y="2938"/>
                    </a:cubicBezTo>
                    <a:cubicBezTo>
                      <a:pt x="2531" y="2938"/>
                      <a:pt x="2537" y="2936"/>
                      <a:pt x="2542" y="2933"/>
                    </a:cubicBezTo>
                    <a:cubicBezTo>
                      <a:pt x="2544" y="2932"/>
                      <a:pt x="2546" y="2930"/>
                      <a:pt x="2548" y="2928"/>
                    </a:cubicBezTo>
                    <a:cubicBezTo>
                      <a:pt x="2549" y="2928"/>
                      <a:pt x="2549" y="2928"/>
                      <a:pt x="2549" y="2927"/>
                    </a:cubicBezTo>
                    <a:cubicBezTo>
                      <a:pt x="2549" y="2926"/>
                      <a:pt x="2550" y="2925"/>
                      <a:pt x="2550" y="2924"/>
                    </a:cubicBezTo>
                    <a:cubicBezTo>
                      <a:pt x="2550" y="2923"/>
                      <a:pt x="2549" y="2922"/>
                      <a:pt x="2549" y="2921"/>
                    </a:cubicBezTo>
                    <a:cubicBezTo>
                      <a:pt x="2549" y="2920"/>
                      <a:pt x="2549" y="2920"/>
                      <a:pt x="2548" y="2920"/>
                    </a:cubicBezTo>
                    <a:cubicBezTo>
                      <a:pt x="2536" y="2905"/>
                      <a:pt x="2509" y="2911"/>
                      <a:pt x="2492" y="2911"/>
                    </a:cubicBezTo>
                    <a:cubicBezTo>
                      <a:pt x="2491" y="2911"/>
                      <a:pt x="2490" y="2911"/>
                      <a:pt x="2489" y="2911"/>
                    </a:cubicBezTo>
                    <a:cubicBezTo>
                      <a:pt x="2483" y="2911"/>
                      <a:pt x="2477" y="2911"/>
                      <a:pt x="2471" y="2913"/>
                    </a:cubicBezTo>
                    <a:cubicBezTo>
                      <a:pt x="2473" y="2902"/>
                      <a:pt x="2475" y="2891"/>
                      <a:pt x="2477" y="2881"/>
                    </a:cubicBezTo>
                    <a:cubicBezTo>
                      <a:pt x="2507" y="2865"/>
                      <a:pt x="2542" y="2885"/>
                      <a:pt x="2574" y="2885"/>
                    </a:cubicBezTo>
                    <a:cubicBezTo>
                      <a:pt x="2575" y="2885"/>
                      <a:pt x="2576" y="2885"/>
                      <a:pt x="2578" y="2884"/>
                    </a:cubicBezTo>
                    <a:cubicBezTo>
                      <a:pt x="2579" y="2883"/>
                      <a:pt x="2580" y="2882"/>
                      <a:pt x="2581" y="2881"/>
                    </a:cubicBezTo>
                    <a:cubicBezTo>
                      <a:pt x="2582" y="2880"/>
                      <a:pt x="2582" y="2878"/>
                      <a:pt x="2582" y="2877"/>
                    </a:cubicBezTo>
                    <a:cubicBezTo>
                      <a:pt x="2582" y="2876"/>
                      <a:pt x="2582" y="2875"/>
                      <a:pt x="2582" y="2874"/>
                    </a:cubicBezTo>
                    <a:cubicBezTo>
                      <a:pt x="2575" y="2854"/>
                      <a:pt x="2549" y="2851"/>
                      <a:pt x="2531" y="2849"/>
                    </a:cubicBezTo>
                    <a:cubicBezTo>
                      <a:pt x="2527" y="2849"/>
                      <a:pt x="2523" y="2849"/>
                      <a:pt x="2520" y="2849"/>
                    </a:cubicBezTo>
                    <a:cubicBezTo>
                      <a:pt x="2506" y="2849"/>
                      <a:pt x="2493" y="2852"/>
                      <a:pt x="2481" y="2857"/>
                    </a:cubicBezTo>
                    <a:cubicBezTo>
                      <a:pt x="2484" y="2844"/>
                      <a:pt x="2487" y="2831"/>
                      <a:pt x="2490" y="2817"/>
                    </a:cubicBezTo>
                    <a:cubicBezTo>
                      <a:pt x="2501" y="2814"/>
                      <a:pt x="2513" y="2813"/>
                      <a:pt x="2525" y="2813"/>
                    </a:cubicBezTo>
                    <a:cubicBezTo>
                      <a:pt x="2531" y="2813"/>
                      <a:pt x="2537" y="2813"/>
                      <a:pt x="2543" y="2814"/>
                    </a:cubicBezTo>
                    <a:cubicBezTo>
                      <a:pt x="2556" y="2814"/>
                      <a:pt x="2570" y="2811"/>
                      <a:pt x="2584" y="2811"/>
                    </a:cubicBezTo>
                    <a:cubicBezTo>
                      <a:pt x="2589" y="2811"/>
                      <a:pt x="2591" y="2805"/>
                      <a:pt x="2589" y="2801"/>
                    </a:cubicBezTo>
                    <a:cubicBezTo>
                      <a:pt x="2579" y="2784"/>
                      <a:pt x="2552" y="2789"/>
                      <a:pt x="2536" y="2789"/>
                    </a:cubicBezTo>
                    <a:cubicBezTo>
                      <a:pt x="2534" y="2789"/>
                      <a:pt x="2533" y="2789"/>
                      <a:pt x="2531" y="2789"/>
                    </a:cubicBezTo>
                    <a:cubicBezTo>
                      <a:pt x="2520" y="2789"/>
                      <a:pt x="2508" y="2790"/>
                      <a:pt x="2496" y="2793"/>
                    </a:cubicBezTo>
                    <a:cubicBezTo>
                      <a:pt x="2498" y="2788"/>
                      <a:pt x="2499" y="2782"/>
                      <a:pt x="2500" y="2777"/>
                    </a:cubicBezTo>
                    <a:cubicBezTo>
                      <a:pt x="2501" y="2772"/>
                      <a:pt x="2502" y="2768"/>
                      <a:pt x="2503" y="2764"/>
                    </a:cubicBezTo>
                    <a:cubicBezTo>
                      <a:pt x="2519" y="2756"/>
                      <a:pt x="2545" y="2764"/>
                      <a:pt x="2562" y="2764"/>
                    </a:cubicBezTo>
                    <a:cubicBezTo>
                      <a:pt x="2580" y="2764"/>
                      <a:pt x="2595" y="2769"/>
                      <a:pt x="2611" y="2770"/>
                    </a:cubicBezTo>
                    <a:cubicBezTo>
                      <a:pt x="2613" y="2770"/>
                      <a:pt x="2614" y="2769"/>
                      <a:pt x="2616" y="2768"/>
                    </a:cubicBezTo>
                    <a:cubicBezTo>
                      <a:pt x="2618" y="2768"/>
                      <a:pt x="2618" y="2767"/>
                      <a:pt x="2619" y="2765"/>
                    </a:cubicBezTo>
                    <a:cubicBezTo>
                      <a:pt x="2620" y="2764"/>
                      <a:pt x="2620" y="2762"/>
                      <a:pt x="2620" y="2761"/>
                    </a:cubicBezTo>
                    <a:cubicBezTo>
                      <a:pt x="2620" y="2760"/>
                      <a:pt x="2620" y="2760"/>
                      <a:pt x="2620" y="2759"/>
                    </a:cubicBezTo>
                    <a:cubicBezTo>
                      <a:pt x="2615" y="2737"/>
                      <a:pt x="2580" y="2737"/>
                      <a:pt x="2564" y="2737"/>
                    </a:cubicBezTo>
                    <a:cubicBezTo>
                      <a:pt x="2560" y="2737"/>
                      <a:pt x="2556" y="2737"/>
                      <a:pt x="2552" y="2737"/>
                    </a:cubicBezTo>
                    <a:cubicBezTo>
                      <a:pt x="2537" y="2737"/>
                      <a:pt x="2523" y="2738"/>
                      <a:pt x="2508" y="2742"/>
                    </a:cubicBezTo>
                    <a:cubicBezTo>
                      <a:pt x="2510" y="2731"/>
                      <a:pt x="2511" y="2720"/>
                      <a:pt x="2513" y="2709"/>
                    </a:cubicBezTo>
                    <a:cubicBezTo>
                      <a:pt x="2542" y="2698"/>
                      <a:pt x="2577" y="2713"/>
                      <a:pt x="2605" y="2700"/>
                    </a:cubicBezTo>
                    <a:cubicBezTo>
                      <a:pt x="2606" y="2699"/>
                      <a:pt x="2607" y="2698"/>
                      <a:pt x="2608" y="2697"/>
                    </a:cubicBezTo>
                    <a:cubicBezTo>
                      <a:pt x="2609" y="2696"/>
                      <a:pt x="2609" y="2695"/>
                      <a:pt x="2609" y="2693"/>
                    </a:cubicBezTo>
                    <a:cubicBezTo>
                      <a:pt x="2609" y="2692"/>
                      <a:pt x="2609" y="2692"/>
                      <a:pt x="2608" y="2690"/>
                    </a:cubicBezTo>
                    <a:cubicBezTo>
                      <a:pt x="2607" y="2689"/>
                      <a:pt x="2606" y="2688"/>
                      <a:pt x="2605" y="2687"/>
                    </a:cubicBezTo>
                    <a:cubicBezTo>
                      <a:pt x="2591" y="2682"/>
                      <a:pt x="2577" y="2679"/>
                      <a:pt x="2562" y="2679"/>
                    </a:cubicBezTo>
                    <a:cubicBezTo>
                      <a:pt x="2547" y="2679"/>
                      <a:pt x="2531" y="2682"/>
                      <a:pt x="2517" y="2688"/>
                    </a:cubicBezTo>
                    <a:cubicBezTo>
                      <a:pt x="2518" y="2682"/>
                      <a:pt x="2519" y="2676"/>
                      <a:pt x="2520" y="2670"/>
                    </a:cubicBezTo>
                    <a:cubicBezTo>
                      <a:pt x="2521" y="2662"/>
                      <a:pt x="2523" y="2655"/>
                      <a:pt x="2526" y="2648"/>
                    </a:cubicBezTo>
                    <a:cubicBezTo>
                      <a:pt x="2527" y="2647"/>
                      <a:pt x="2529" y="2647"/>
                      <a:pt x="2530" y="2646"/>
                    </a:cubicBezTo>
                    <a:cubicBezTo>
                      <a:pt x="2532" y="2645"/>
                      <a:pt x="2533" y="2644"/>
                      <a:pt x="2534" y="2642"/>
                    </a:cubicBezTo>
                    <a:cubicBezTo>
                      <a:pt x="2535" y="2641"/>
                      <a:pt x="2535" y="2640"/>
                      <a:pt x="2535" y="2639"/>
                    </a:cubicBezTo>
                    <a:cubicBezTo>
                      <a:pt x="2537" y="2632"/>
                      <a:pt x="2569" y="2631"/>
                      <a:pt x="2577" y="2629"/>
                    </a:cubicBezTo>
                    <a:cubicBezTo>
                      <a:pt x="2603" y="2624"/>
                      <a:pt x="2632" y="2628"/>
                      <a:pt x="2659" y="2620"/>
                    </a:cubicBezTo>
                    <a:lnTo>
                      <a:pt x="2660" y="2620"/>
                    </a:lnTo>
                    <a:cubicBezTo>
                      <a:pt x="2662" y="2619"/>
                      <a:pt x="2662" y="2618"/>
                      <a:pt x="2663" y="2616"/>
                    </a:cubicBezTo>
                    <a:cubicBezTo>
                      <a:pt x="2664" y="2615"/>
                      <a:pt x="2665" y="2614"/>
                      <a:pt x="2665" y="2612"/>
                    </a:cubicBezTo>
                    <a:cubicBezTo>
                      <a:pt x="2665" y="2611"/>
                      <a:pt x="2664" y="2609"/>
                      <a:pt x="2663" y="2607"/>
                    </a:cubicBezTo>
                    <a:cubicBezTo>
                      <a:pt x="2662" y="2606"/>
                      <a:pt x="2662" y="2605"/>
                      <a:pt x="2660" y="2604"/>
                    </a:cubicBezTo>
                    <a:cubicBezTo>
                      <a:pt x="2632" y="2586"/>
                      <a:pt x="2592" y="2594"/>
                      <a:pt x="2562" y="2602"/>
                    </a:cubicBezTo>
                    <a:cubicBezTo>
                      <a:pt x="2554" y="2603"/>
                      <a:pt x="2546" y="2605"/>
                      <a:pt x="2539" y="2607"/>
                    </a:cubicBezTo>
                    <a:cubicBezTo>
                      <a:pt x="2541" y="2600"/>
                      <a:pt x="2543" y="2592"/>
                      <a:pt x="2543" y="2584"/>
                    </a:cubicBezTo>
                    <a:cubicBezTo>
                      <a:pt x="2543" y="2583"/>
                      <a:pt x="2543" y="2581"/>
                      <a:pt x="2543" y="2580"/>
                    </a:cubicBezTo>
                    <a:cubicBezTo>
                      <a:pt x="2552" y="2580"/>
                      <a:pt x="2561" y="2582"/>
                      <a:pt x="2570" y="2584"/>
                    </a:cubicBezTo>
                    <a:cubicBezTo>
                      <a:pt x="2582" y="2585"/>
                      <a:pt x="2594" y="2590"/>
                      <a:pt x="2606" y="2592"/>
                    </a:cubicBezTo>
                    <a:cubicBezTo>
                      <a:pt x="2607" y="2592"/>
                      <a:pt x="2607" y="2592"/>
                      <a:pt x="2608" y="2592"/>
                    </a:cubicBezTo>
                    <a:cubicBezTo>
                      <a:pt x="2609" y="2592"/>
                      <a:pt x="2611" y="2592"/>
                      <a:pt x="2612" y="2591"/>
                    </a:cubicBezTo>
                    <a:cubicBezTo>
                      <a:pt x="2613" y="2591"/>
                      <a:pt x="2614" y="2590"/>
                      <a:pt x="2615" y="2588"/>
                    </a:cubicBezTo>
                    <a:cubicBezTo>
                      <a:pt x="2616" y="2587"/>
                      <a:pt x="2616" y="2586"/>
                      <a:pt x="2616" y="2585"/>
                    </a:cubicBezTo>
                    <a:cubicBezTo>
                      <a:pt x="2616" y="2584"/>
                      <a:pt x="2615" y="2583"/>
                      <a:pt x="2615" y="2582"/>
                    </a:cubicBezTo>
                    <a:cubicBezTo>
                      <a:pt x="2611" y="2565"/>
                      <a:pt x="2587" y="2561"/>
                      <a:pt x="2572" y="2559"/>
                    </a:cubicBezTo>
                    <a:cubicBezTo>
                      <a:pt x="2567" y="2559"/>
                      <a:pt x="2564" y="2559"/>
                      <a:pt x="2559" y="2559"/>
                    </a:cubicBezTo>
                    <a:cubicBezTo>
                      <a:pt x="2555" y="2559"/>
                      <a:pt x="2550" y="2559"/>
                      <a:pt x="2545" y="2559"/>
                    </a:cubicBezTo>
                    <a:cubicBezTo>
                      <a:pt x="2545" y="2553"/>
                      <a:pt x="2547" y="2546"/>
                      <a:pt x="2548" y="2540"/>
                    </a:cubicBezTo>
                    <a:cubicBezTo>
                      <a:pt x="2549" y="2540"/>
                      <a:pt x="2550" y="2540"/>
                      <a:pt x="2550" y="2540"/>
                    </a:cubicBezTo>
                    <a:cubicBezTo>
                      <a:pt x="2553" y="2540"/>
                      <a:pt x="2555" y="2539"/>
                      <a:pt x="2557" y="2538"/>
                    </a:cubicBezTo>
                    <a:cubicBezTo>
                      <a:pt x="2559" y="2537"/>
                      <a:pt x="2560" y="2535"/>
                      <a:pt x="2561" y="2534"/>
                    </a:cubicBezTo>
                    <a:cubicBezTo>
                      <a:pt x="2562" y="2533"/>
                      <a:pt x="2562" y="2532"/>
                      <a:pt x="2562" y="2531"/>
                    </a:cubicBezTo>
                    <a:cubicBezTo>
                      <a:pt x="2563" y="2530"/>
                      <a:pt x="2593" y="2529"/>
                      <a:pt x="2597" y="2529"/>
                    </a:cubicBezTo>
                    <a:cubicBezTo>
                      <a:pt x="2601" y="2529"/>
                      <a:pt x="2605" y="2530"/>
                      <a:pt x="2608" y="2530"/>
                    </a:cubicBezTo>
                    <a:cubicBezTo>
                      <a:pt x="2624" y="2530"/>
                      <a:pt x="2639" y="2526"/>
                      <a:pt x="2653" y="2521"/>
                    </a:cubicBezTo>
                    <a:cubicBezTo>
                      <a:pt x="2654" y="2520"/>
                      <a:pt x="2655" y="2519"/>
                      <a:pt x="2655" y="2518"/>
                    </a:cubicBezTo>
                    <a:cubicBezTo>
                      <a:pt x="2656" y="2517"/>
                      <a:pt x="2656" y="2515"/>
                      <a:pt x="2656" y="2514"/>
                    </a:cubicBezTo>
                    <a:cubicBezTo>
                      <a:pt x="2656" y="2513"/>
                      <a:pt x="2656" y="2511"/>
                      <a:pt x="2655" y="2510"/>
                    </a:cubicBezTo>
                    <a:cubicBezTo>
                      <a:pt x="2655" y="2509"/>
                      <a:pt x="2654" y="2508"/>
                      <a:pt x="2653" y="2508"/>
                    </a:cubicBezTo>
                    <a:cubicBezTo>
                      <a:pt x="2638" y="2500"/>
                      <a:pt x="2623" y="2496"/>
                      <a:pt x="2607" y="2496"/>
                    </a:cubicBezTo>
                    <a:cubicBezTo>
                      <a:pt x="2599" y="2496"/>
                      <a:pt x="2592" y="2497"/>
                      <a:pt x="2585" y="2499"/>
                    </a:cubicBezTo>
                    <a:cubicBezTo>
                      <a:pt x="2574" y="2500"/>
                      <a:pt x="2564" y="2503"/>
                      <a:pt x="2554" y="2507"/>
                    </a:cubicBezTo>
                    <a:cubicBezTo>
                      <a:pt x="2555" y="2501"/>
                      <a:pt x="2556" y="2495"/>
                      <a:pt x="2557" y="2489"/>
                    </a:cubicBezTo>
                    <a:cubicBezTo>
                      <a:pt x="2561" y="2489"/>
                      <a:pt x="2568" y="2489"/>
                      <a:pt x="2570" y="2489"/>
                    </a:cubicBezTo>
                    <a:cubicBezTo>
                      <a:pt x="2577" y="2489"/>
                      <a:pt x="2583" y="2487"/>
                      <a:pt x="2589" y="2486"/>
                    </a:cubicBezTo>
                    <a:cubicBezTo>
                      <a:pt x="2602" y="2486"/>
                      <a:pt x="2615" y="2483"/>
                      <a:pt x="2626" y="2476"/>
                    </a:cubicBezTo>
                    <a:cubicBezTo>
                      <a:pt x="2627" y="2475"/>
                      <a:pt x="2628" y="2475"/>
                      <a:pt x="2630" y="2474"/>
                    </a:cubicBezTo>
                    <a:cubicBezTo>
                      <a:pt x="2631" y="2473"/>
                      <a:pt x="2631" y="2472"/>
                      <a:pt x="2632" y="2471"/>
                    </a:cubicBezTo>
                    <a:cubicBezTo>
                      <a:pt x="2633" y="2470"/>
                      <a:pt x="2633" y="2469"/>
                      <a:pt x="2633" y="2467"/>
                    </a:cubicBezTo>
                    <a:cubicBezTo>
                      <a:pt x="2633" y="2466"/>
                      <a:pt x="2633" y="2464"/>
                      <a:pt x="2632" y="2463"/>
                    </a:cubicBezTo>
                    <a:cubicBezTo>
                      <a:pt x="2631" y="2462"/>
                      <a:pt x="2631" y="2461"/>
                      <a:pt x="2630" y="2461"/>
                    </a:cubicBezTo>
                    <a:cubicBezTo>
                      <a:pt x="2630" y="2460"/>
                      <a:pt x="2629" y="2460"/>
                      <a:pt x="2629" y="2460"/>
                    </a:cubicBezTo>
                    <a:cubicBezTo>
                      <a:pt x="2622" y="2456"/>
                      <a:pt x="2614" y="2454"/>
                      <a:pt x="2605" y="2454"/>
                    </a:cubicBezTo>
                    <a:cubicBezTo>
                      <a:pt x="2600" y="2454"/>
                      <a:pt x="2595" y="2455"/>
                      <a:pt x="2590" y="2456"/>
                    </a:cubicBezTo>
                    <a:cubicBezTo>
                      <a:pt x="2581" y="2458"/>
                      <a:pt x="2572" y="2460"/>
                      <a:pt x="2562" y="2463"/>
                    </a:cubicBezTo>
                    <a:cubicBezTo>
                      <a:pt x="2564" y="2456"/>
                      <a:pt x="2565" y="2450"/>
                      <a:pt x="2567" y="2443"/>
                    </a:cubicBezTo>
                    <a:cubicBezTo>
                      <a:pt x="2580" y="2443"/>
                      <a:pt x="2593" y="2444"/>
                      <a:pt x="2606" y="2444"/>
                    </a:cubicBezTo>
                    <a:cubicBezTo>
                      <a:pt x="2635" y="2444"/>
                      <a:pt x="2663" y="2442"/>
                      <a:pt x="2691" y="2440"/>
                    </a:cubicBezTo>
                    <a:cubicBezTo>
                      <a:pt x="2696" y="2440"/>
                      <a:pt x="2699" y="2430"/>
                      <a:pt x="2693" y="2427"/>
                    </a:cubicBezTo>
                    <a:cubicBezTo>
                      <a:pt x="2659" y="2407"/>
                      <a:pt x="2611" y="2414"/>
                      <a:pt x="2572" y="2420"/>
                    </a:cubicBezTo>
                    <a:lnTo>
                      <a:pt x="2579" y="2392"/>
                    </a:lnTo>
                    <a:cubicBezTo>
                      <a:pt x="2579" y="2394"/>
                      <a:pt x="2579" y="2396"/>
                      <a:pt x="2580" y="2397"/>
                    </a:cubicBezTo>
                    <a:cubicBezTo>
                      <a:pt x="2581" y="2399"/>
                      <a:pt x="2581" y="2399"/>
                      <a:pt x="2583" y="2400"/>
                    </a:cubicBezTo>
                    <a:cubicBezTo>
                      <a:pt x="2585" y="2401"/>
                      <a:pt x="2586" y="2401"/>
                      <a:pt x="2588" y="2401"/>
                    </a:cubicBezTo>
                    <a:lnTo>
                      <a:pt x="2589" y="2401"/>
                    </a:lnTo>
                    <a:cubicBezTo>
                      <a:pt x="2600" y="2400"/>
                      <a:pt x="2611" y="2399"/>
                      <a:pt x="2622" y="2399"/>
                    </a:cubicBezTo>
                    <a:cubicBezTo>
                      <a:pt x="2627" y="2399"/>
                      <a:pt x="2632" y="2400"/>
                      <a:pt x="2637" y="2400"/>
                    </a:cubicBezTo>
                    <a:cubicBezTo>
                      <a:pt x="2641" y="2400"/>
                      <a:pt x="2645" y="2401"/>
                      <a:pt x="2650" y="2401"/>
                    </a:cubicBezTo>
                    <a:cubicBezTo>
                      <a:pt x="2659" y="2401"/>
                      <a:pt x="2667" y="2400"/>
                      <a:pt x="2676" y="2397"/>
                    </a:cubicBezTo>
                    <a:cubicBezTo>
                      <a:pt x="2681" y="2396"/>
                      <a:pt x="2683" y="2388"/>
                      <a:pt x="2676" y="2386"/>
                    </a:cubicBezTo>
                    <a:cubicBezTo>
                      <a:pt x="2659" y="2381"/>
                      <a:pt x="2641" y="2378"/>
                      <a:pt x="2623" y="2378"/>
                    </a:cubicBezTo>
                    <a:cubicBezTo>
                      <a:pt x="2610" y="2378"/>
                      <a:pt x="2597" y="2380"/>
                      <a:pt x="2585" y="2383"/>
                    </a:cubicBezTo>
                    <a:cubicBezTo>
                      <a:pt x="2584" y="2383"/>
                      <a:pt x="2582" y="2383"/>
                      <a:pt x="2581" y="2384"/>
                    </a:cubicBezTo>
                    <a:cubicBezTo>
                      <a:pt x="2580" y="2385"/>
                      <a:pt x="2579" y="2386"/>
                      <a:pt x="2578" y="2387"/>
                    </a:cubicBezTo>
                    <a:lnTo>
                      <a:pt x="2583" y="2368"/>
                    </a:lnTo>
                    <a:cubicBezTo>
                      <a:pt x="2585" y="2361"/>
                      <a:pt x="2586" y="2354"/>
                      <a:pt x="2588" y="2347"/>
                    </a:cubicBezTo>
                    <a:cubicBezTo>
                      <a:pt x="2594" y="2346"/>
                      <a:pt x="2600" y="2346"/>
                      <a:pt x="2605" y="2346"/>
                    </a:cubicBezTo>
                    <a:cubicBezTo>
                      <a:pt x="2611" y="2346"/>
                      <a:pt x="2616" y="2346"/>
                      <a:pt x="2622" y="2347"/>
                    </a:cubicBezTo>
                    <a:cubicBezTo>
                      <a:pt x="2626" y="2347"/>
                      <a:pt x="2631" y="2348"/>
                      <a:pt x="2635" y="2348"/>
                    </a:cubicBezTo>
                    <a:cubicBezTo>
                      <a:pt x="2642" y="2348"/>
                      <a:pt x="2649" y="2347"/>
                      <a:pt x="2656" y="2345"/>
                    </a:cubicBezTo>
                    <a:cubicBezTo>
                      <a:pt x="2657" y="2345"/>
                      <a:pt x="2657" y="2346"/>
                      <a:pt x="2658" y="2345"/>
                    </a:cubicBezTo>
                    <a:cubicBezTo>
                      <a:pt x="2659" y="2345"/>
                      <a:pt x="2660" y="2343"/>
                      <a:pt x="2661" y="2341"/>
                    </a:cubicBezTo>
                    <a:cubicBezTo>
                      <a:pt x="2662" y="2340"/>
                      <a:pt x="2662" y="2339"/>
                      <a:pt x="2662" y="2337"/>
                    </a:cubicBezTo>
                    <a:cubicBezTo>
                      <a:pt x="2662" y="2336"/>
                      <a:pt x="2662" y="2334"/>
                      <a:pt x="2661" y="2332"/>
                    </a:cubicBezTo>
                    <a:cubicBezTo>
                      <a:pt x="2661" y="2332"/>
                      <a:pt x="2660" y="2331"/>
                      <a:pt x="2659" y="2330"/>
                    </a:cubicBezTo>
                    <a:cubicBezTo>
                      <a:pt x="2657" y="2329"/>
                      <a:pt x="2655" y="2327"/>
                      <a:pt x="2653" y="2326"/>
                    </a:cubicBezTo>
                    <a:cubicBezTo>
                      <a:pt x="2645" y="2322"/>
                      <a:pt x="2637" y="2319"/>
                      <a:pt x="2628" y="2319"/>
                    </a:cubicBezTo>
                    <a:cubicBezTo>
                      <a:pt x="2625" y="2319"/>
                      <a:pt x="2622" y="2320"/>
                      <a:pt x="2619" y="2320"/>
                    </a:cubicBezTo>
                    <a:cubicBezTo>
                      <a:pt x="2614" y="2320"/>
                      <a:pt x="2610" y="2320"/>
                      <a:pt x="2606" y="2320"/>
                    </a:cubicBezTo>
                    <a:cubicBezTo>
                      <a:pt x="2602" y="2320"/>
                      <a:pt x="2598" y="2320"/>
                      <a:pt x="2594" y="2320"/>
                    </a:cubicBezTo>
                    <a:lnTo>
                      <a:pt x="2600" y="2296"/>
                    </a:lnTo>
                    <a:cubicBezTo>
                      <a:pt x="2607" y="2291"/>
                      <a:pt x="2635" y="2296"/>
                      <a:pt x="2642" y="2296"/>
                    </a:cubicBezTo>
                    <a:cubicBezTo>
                      <a:pt x="2646" y="2296"/>
                      <a:pt x="2651" y="2296"/>
                      <a:pt x="2655" y="2296"/>
                    </a:cubicBezTo>
                    <a:cubicBezTo>
                      <a:pt x="2673" y="2296"/>
                      <a:pt x="2690" y="2293"/>
                      <a:pt x="2707" y="2288"/>
                    </a:cubicBezTo>
                    <a:cubicBezTo>
                      <a:pt x="2707" y="2287"/>
                      <a:pt x="2708" y="2287"/>
                      <a:pt x="2708" y="2287"/>
                    </a:cubicBezTo>
                    <a:cubicBezTo>
                      <a:pt x="2709" y="2287"/>
                      <a:pt x="2709" y="2286"/>
                      <a:pt x="2710" y="2285"/>
                    </a:cubicBezTo>
                    <a:cubicBezTo>
                      <a:pt x="2711" y="2284"/>
                      <a:pt x="2711" y="2282"/>
                      <a:pt x="2711" y="2281"/>
                    </a:cubicBezTo>
                    <a:cubicBezTo>
                      <a:pt x="2711" y="2280"/>
                      <a:pt x="2711" y="2279"/>
                      <a:pt x="2710" y="2278"/>
                    </a:cubicBezTo>
                    <a:cubicBezTo>
                      <a:pt x="2709" y="2277"/>
                      <a:pt x="2709" y="2276"/>
                      <a:pt x="2708" y="2275"/>
                    </a:cubicBezTo>
                    <a:lnTo>
                      <a:pt x="2707" y="2275"/>
                    </a:lnTo>
                    <a:cubicBezTo>
                      <a:pt x="2686" y="2269"/>
                      <a:pt x="2664" y="2266"/>
                      <a:pt x="2642" y="2266"/>
                    </a:cubicBezTo>
                    <a:cubicBezTo>
                      <a:pt x="2636" y="2266"/>
                      <a:pt x="2629" y="2266"/>
                      <a:pt x="2623" y="2267"/>
                    </a:cubicBezTo>
                    <a:cubicBezTo>
                      <a:pt x="2622" y="2267"/>
                      <a:pt x="2622" y="2267"/>
                      <a:pt x="2622" y="2267"/>
                    </a:cubicBezTo>
                    <a:cubicBezTo>
                      <a:pt x="2617" y="2267"/>
                      <a:pt x="2611" y="2267"/>
                      <a:pt x="2606" y="2268"/>
                    </a:cubicBezTo>
                    <a:cubicBezTo>
                      <a:pt x="2608" y="2259"/>
                      <a:pt x="2610" y="2251"/>
                      <a:pt x="2612" y="2242"/>
                    </a:cubicBezTo>
                    <a:cubicBezTo>
                      <a:pt x="2623" y="2242"/>
                      <a:pt x="2635" y="2244"/>
                      <a:pt x="2636" y="2244"/>
                    </a:cubicBezTo>
                    <a:cubicBezTo>
                      <a:pt x="2650" y="2246"/>
                      <a:pt x="2670" y="2250"/>
                      <a:pt x="2680" y="2240"/>
                    </a:cubicBezTo>
                    <a:cubicBezTo>
                      <a:pt x="2680" y="2239"/>
                      <a:pt x="2681" y="2239"/>
                      <a:pt x="2681" y="2238"/>
                    </a:cubicBezTo>
                    <a:cubicBezTo>
                      <a:pt x="2682" y="2237"/>
                      <a:pt x="2682" y="2236"/>
                      <a:pt x="2682" y="2234"/>
                    </a:cubicBezTo>
                    <a:cubicBezTo>
                      <a:pt x="2682" y="2233"/>
                      <a:pt x="2682" y="2231"/>
                      <a:pt x="2681" y="2230"/>
                    </a:cubicBezTo>
                    <a:cubicBezTo>
                      <a:pt x="2681" y="2229"/>
                      <a:pt x="2680" y="2228"/>
                      <a:pt x="2680" y="2228"/>
                    </a:cubicBezTo>
                    <a:cubicBezTo>
                      <a:pt x="2677" y="2226"/>
                      <a:pt x="2674" y="2225"/>
                      <a:pt x="2671" y="2223"/>
                    </a:cubicBezTo>
                    <a:cubicBezTo>
                      <a:pt x="2658" y="2216"/>
                      <a:pt x="2643" y="2211"/>
                      <a:pt x="2628" y="2211"/>
                    </a:cubicBezTo>
                    <a:cubicBezTo>
                      <a:pt x="2625" y="2211"/>
                      <a:pt x="2621" y="2211"/>
                      <a:pt x="2618" y="2211"/>
                    </a:cubicBezTo>
                    <a:cubicBezTo>
                      <a:pt x="2620" y="2203"/>
                      <a:pt x="2622" y="2194"/>
                      <a:pt x="2624" y="2185"/>
                    </a:cubicBezTo>
                    <a:cubicBezTo>
                      <a:pt x="2636" y="2184"/>
                      <a:pt x="2648" y="2183"/>
                      <a:pt x="2660" y="2183"/>
                    </a:cubicBezTo>
                    <a:cubicBezTo>
                      <a:pt x="2664" y="2183"/>
                      <a:pt x="2669" y="2184"/>
                      <a:pt x="2674" y="2184"/>
                    </a:cubicBezTo>
                    <a:cubicBezTo>
                      <a:pt x="2693" y="2184"/>
                      <a:pt x="2720" y="2187"/>
                      <a:pt x="2737" y="2175"/>
                    </a:cubicBezTo>
                    <a:cubicBezTo>
                      <a:pt x="2744" y="2171"/>
                      <a:pt x="2737" y="2165"/>
                      <a:pt x="2734" y="2161"/>
                    </a:cubicBezTo>
                    <a:cubicBezTo>
                      <a:pt x="2728" y="2153"/>
                      <a:pt x="2703" y="2154"/>
                      <a:pt x="2695" y="2154"/>
                    </a:cubicBezTo>
                    <a:cubicBezTo>
                      <a:pt x="2690" y="2154"/>
                      <a:pt x="2686" y="2154"/>
                      <a:pt x="2681" y="2154"/>
                    </a:cubicBezTo>
                    <a:cubicBezTo>
                      <a:pt x="2668" y="2154"/>
                      <a:pt x="2655" y="2154"/>
                      <a:pt x="2642" y="2156"/>
                    </a:cubicBezTo>
                    <a:cubicBezTo>
                      <a:pt x="2638" y="2156"/>
                      <a:pt x="2633" y="2157"/>
                      <a:pt x="2629" y="2158"/>
                    </a:cubicBezTo>
                    <a:cubicBezTo>
                      <a:pt x="2631" y="2151"/>
                      <a:pt x="2632" y="2144"/>
                      <a:pt x="2633" y="2137"/>
                    </a:cubicBezTo>
                    <a:cubicBezTo>
                      <a:pt x="2641" y="2138"/>
                      <a:pt x="2649" y="2139"/>
                      <a:pt x="2657" y="2140"/>
                    </a:cubicBezTo>
                    <a:cubicBezTo>
                      <a:pt x="2659" y="2140"/>
                      <a:pt x="2661" y="2140"/>
                      <a:pt x="2663" y="2140"/>
                    </a:cubicBezTo>
                    <a:cubicBezTo>
                      <a:pt x="2676" y="2140"/>
                      <a:pt x="2688" y="2138"/>
                      <a:pt x="2700" y="2133"/>
                    </a:cubicBezTo>
                    <a:cubicBezTo>
                      <a:pt x="2700" y="2132"/>
                      <a:pt x="2700" y="2132"/>
                      <a:pt x="2700" y="2132"/>
                    </a:cubicBezTo>
                    <a:cubicBezTo>
                      <a:pt x="2702" y="2131"/>
                      <a:pt x="2702" y="2130"/>
                      <a:pt x="2703" y="2129"/>
                    </a:cubicBezTo>
                    <a:cubicBezTo>
                      <a:pt x="2704" y="2128"/>
                      <a:pt x="2704" y="2127"/>
                      <a:pt x="2704" y="2125"/>
                    </a:cubicBezTo>
                    <a:cubicBezTo>
                      <a:pt x="2704" y="2124"/>
                      <a:pt x="2704" y="2122"/>
                      <a:pt x="2703" y="2121"/>
                    </a:cubicBezTo>
                    <a:cubicBezTo>
                      <a:pt x="2702" y="2120"/>
                      <a:pt x="2702" y="2119"/>
                      <a:pt x="2700" y="2118"/>
                    </a:cubicBezTo>
                    <a:cubicBezTo>
                      <a:pt x="2688" y="2113"/>
                      <a:pt x="2676" y="2110"/>
                      <a:pt x="2664" y="2110"/>
                    </a:cubicBezTo>
                    <a:cubicBezTo>
                      <a:pt x="2660" y="2110"/>
                      <a:pt x="2656" y="2110"/>
                      <a:pt x="2651" y="2110"/>
                    </a:cubicBezTo>
                    <a:cubicBezTo>
                      <a:pt x="2647" y="2110"/>
                      <a:pt x="2642" y="2110"/>
                      <a:pt x="2637" y="2110"/>
                    </a:cubicBezTo>
                    <a:cubicBezTo>
                      <a:pt x="2639" y="2100"/>
                      <a:pt x="2641" y="2089"/>
                      <a:pt x="2643" y="2079"/>
                    </a:cubicBezTo>
                    <a:lnTo>
                      <a:pt x="2654" y="2079"/>
                    </a:lnTo>
                    <a:cubicBezTo>
                      <a:pt x="2659" y="2078"/>
                      <a:pt x="2664" y="2078"/>
                      <a:pt x="2669" y="2078"/>
                    </a:cubicBezTo>
                    <a:cubicBezTo>
                      <a:pt x="2674" y="2078"/>
                      <a:pt x="2679" y="2078"/>
                      <a:pt x="2683" y="2079"/>
                    </a:cubicBezTo>
                    <a:cubicBezTo>
                      <a:pt x="2689" y="2079"/>
                      <a:pt x="2695" y="2080"/>
                      <a:pt x="2701" y="2080"/>
                    </a:cubicBezTo>
                    <a:cubicBezTo>
                      <a:pt x="2718" y="2080"/>
                      <a:pt x="2735" y="2077"/>
                      <a:pt x="2752" y="2072"/>
                    </a:cubicBezTo>
                    <a:cubicBezTo>
                      <a:pt x="2759" y="2068"/>
                      <a:pt x="2756" y="2059"/>
                      <a:pt x="2750" y="2056"/>
                    </a:cubicBezTo>
                    <a:cubicBezTo>
                      <a:pt x="2736" y="2052"/>
                      <a:pt x="2721" y="2049"/>
                      <a:pt x="2706" y="2049"/>
                    </a:cubicBezTo>
                    <a:cubicBezTo>
                      <a:pt x="2703" y="2049"/>
                      <a:pt x="2699" y="2049"/>
                      <a:pt x="2695" y="2050"/>
                    </a:cubicBezTo>
                    <a:cubicBezTo>
                      <a:pt x="2691" y="2049"/>
                      <a:pt x="2687" y="2049"/>
                      <a:pt x="2683" y="2049"/>
                    </a:cubicBezTo>
                    <a:cubicBezTo>
                      <a:pt x="2671" y="2049"/>
                      <a:pt x="2660" y="2050"/>
                      <a:pt x="2648" y="2051"/>
                    </a:cubicBezTo>
                    <a:cubicBezTo>
                      <a:pt x="2648" y="2048"/>
                      <a:pt x="2648" y="2045"/>
                      <a:pt x="2650" y="2042"/>
                    </a:cubicBezTo>
                    <a:cubicBezTo>
                      <a:pt x="2654" y="2043"/>
                      <a:pt x="2659" y="2043"/>
                      <a:pt x="2664" y="2043"/>
                    </a:cubicBezTo>
                    <a:cubicBezTo>
                      <a:pt x="2675" y="2043"/>
                      <a:pt x="2686" y="2041"/>
                      <a:pt x="2696" y="2038"/>
                    </a:cubicBezTo>
                    <a:cubicBezTo>
                      <a:pt x="2697" y="2038"/>
                      <a:pt x="2697" y="2037"/>
                      <a:pt x="2697" y="2037"/>
                    </a:cubicBezTo>
                    <a:cubicBezTo>
                      <a:pt x="2698" y="2037"/>
                      <a:pt x="2699" y="2036"/>
                      <a:pt x="2700" y="2034"/>
                    </a:cubicBezTo>
                    <a:cubicBezTo>
                      <a:pt x="2701" y="2033"/>
                      <a:pt x="2701" y="2032"/>
                      <a:pt x="2701" y="2030"/>
                    </a:cubicBezTo>
                    <a:cubicBezTo>
                      <a:pt x="2701" y="2029"/>
                      <a:pt x="2701" y="2027"/>
                      <a:pt x="2700" y="2026"/>
                    </a:cubicBezTo>
                    <a:cubicBezTo>
                      <a:pt x="2699" y="2025"/>
                      <a:pt x="2698" y="2024"/>
                      <a:pt x="2697" y="2023"/>
                    </a:cubicBezTo>
                    <a:lnTo>
                      <a:pt x="2696" y="2023"/>
                    </a:lnTo>
                    <a:cubicBezTo>
                      <a:pt x="2691" y="2020"/>
                      <a:pt x="2686" y="2019"/>
                      <a:pt x="2681" y="2018"/>
                    </a:cubicBezTo>
                    <a:cubicBezTo>
                      <a:pt x="2674" y="2018"/>
                      <a:pt x="2668" y="2018"/>
                      <a:pt x="2661" y="2018"/>
                    </a:cubicBezTo>
                    <a:lnTo>
                      <a:pt x="2653" y="2018"/>
                    </a:lnTo>
                    <a:cubicBezTo>
                      <a:pt x="2655" y="2007"/>
                      <a:pt x="2657" y="1995"/>
                      <a:pt x="2659" y="1984"/>
                    </a:cubicBezTo>
                    <a:cubicBezTo>
                      <a:pt x="2670" y="1984"/>
                      <a:pt x="2682" y="1985"/>
                      <a:pt x="2694" y="1984"/>
                    </a:cubicBezTo>
                    <a:cubicBezTo>
                      <a:pt x="2701" y="1984"/>
                      <a:pt x="2708" y="1985"/>
                      <a:pt x="2715" y="1985"/>
                    </a:cubicBezTo>
                    <a:cubicBezTo>
                      <a:pt x="2722" y="1985"/>
                      <a:pt x="2729" y="1984"/>
                      <a:pt x="2736" y="1984"/>
                    </a:cubicBezTo>
                    <a:cubicBezTo>
                      <a:pt x="2741" y="1984"/>
                      <a:pt x="2741" y="1976"/>
                      <a:pt x="2737" y="1973"/>
                    </a:cubicBezTo>
                    <a:cubicBezTo>
                      <a:pt x="2737" y="1973"/>
                      <a:pt x="2737" y="1974"/>
                      <a:pt x="2736" y="1973"/>
                    </a:cubicBezTo>
                    <a:cubicBezTo>
                      <a:pt x="2720" y="1964"/>
                      <a:pt x="2700" y="1958"/>
                      <a:pt x="2681" y="1958"/>
                    </a:cubicBezTo>
                    <a:cubicBezTo>
                      <a:pt x="2675" y="1958"/>
                      <a:pt x="2668" y="1958"/>
                      <a:pt x="2662" y="1959"/>
                    </a:cubicBezTo>
                    <a:lnTo>
                      <a:pt x="2662" y="1957"/>
                    </a:lnTo>
                    <a:cubicBezTo>
                      <a:pt x="2662" y="1952"/>
                      <a:pt x="2664" y="1946"/>
                      <a:pt x="2664" y="1940"/>
                    </a:cubicBezTo>
                    <a:cubicBezTo>
                      <a:pt x="2669" y="1941"/>
                      <a:pt x="2674" y="1941"/>
                      <a:pt x="2678" y="1941"/>
                    </a:cubicBezTo>
                    <a:cubicBezTo>
                      <a:pt x="2694" y="1941"/>
                      <a:pt x="2710" y="1938"/>
                      <a:pt x="2726" y="1933"/>
                    </a:cubicBezTo>
                    <a:cubicBezTo>
                      <a:pt x="2730" y="1931"/>
                      <a:pt x="2732" y="1923"/>
                      <a:pt x="2726" y="1921"/>
                    </a:cubicBezTo>
                    <a:cubicBezTo>
                      <a:pt x="2712" y="1916"/>
                      <a:pt x="2697" y="1913"/>
                      <a:pt x="2683" y="1913"/>
                    </a:cubicBezTo>
                    <a:lnTo>
                      <a:pt x="2682" y="1913"/>
                    </a:lnTo>
                    <a:lnTo>
                      <a:pt x="2668" y="1913"/>
                    </a:lnTo>
                    <a:cubicBezTo>
                      <a:pt x="2669" y="1907"/>
                      <a:pt x="2670" y="1900"/>
                      <a:pt x="2672" y="1894"/>
                    </a:cubicBezTo>
                    <a:cubicBezTo>
                      <a:pt x="2683" y="1893"/>
                      <a:pt x="2693" y="1892"/>
                      <a:pt x="2704" y="1891"/>
                    </a:cubicBezTo>
                    <a:cubicBezTo>
                      <a:pt x="2705" y="1891"/>
                      <a:pt x="2706" y="1891"/>
                      <a:pt x="2708" y="1891"/>
                    </a:cubicBezTo>
                    <a:cubicBezTo>
                      <a:pt x="2724" y="1891"/>
                      <a:pt x="2740" y="1887"/>
                      <a:pt x="2755" y="1881"/>
                    </a:cubicBezTo>
                    <a:cubicBezTo>
                      <a:pt x="2761" y="1876"/>
                      <a:pt x="2757" y="1868"/>
                      <a:pt x="2751" y="1866"/>
                    </a:cubicBezTo>
                    <a:cubicBezTo>
                      <a:pt x="2744" y="1865"/>
                      <a:pt x="2737" y="1865"/>
                      <a:pt x="2730" y="1865"/>
                    </a:cubicBezTo>
                    <a:cubicBezTo>
                      <a:pt x="2712" y="1865"/>
                      <a:pt x="2693" y="1868"/>
                      <a:pt x="2676" y="1873"/>
                    </a:cubicBezTo>
                    <a:cubicBezTo>
                      <a:pt x="2680" y="1849"/>
                      <a:pt x="2685" y="1825"/>
                      <a:pt x="2689" y="1801"/>
                    </a:cubicBezTo>
                    <a:lnTo>
                      <a:pt x="2690" y="1801"/>
                    </a:lnTo>
                    <a:cubicBezTo>
                      <a:pt x="2691" y="1801"/>
                      <a:pt x="2692" y="1801"/>
                      <a:pt x="2693" y="1800"/>
                    </a:cubicBezTo>
                    <a:cubicBezTo>
                      <a:pt x="2704" y="1800"/>
                      <a:pt x="2712" y="1802"/>
                      <a:pt x="2724" y="1802"/>
                    </a:cubicBezTo>
                    <a:cubicBezTo>
                      <a:pt x="2735" y="1802"/>
                      <a:pt x="2744" y="1800"/>
                      <a:pt x="2745" y="1789"/>
                    </a:cubicBezTo>
                    <a:cubicBezTo>
                      <a:pt x="2745" y="1771"/>
                      <a:pt x="2711" y="1772"/>
                      <a:pt x="2693" y="1777"/>
                    </a:cubicBezTo>
                    <a:cubicBezTo>
                      <a:pt x="2695" y="1771"/>
                      <a:pt x="2696" y="1764"/>
                      <a:pt x="2697" y="1758"/>
                    </a:cubicBezTo>
                    <a:lnTo>
                      <a:pt x="2699" y="1758"/>
                    </a:lnTo>
                    <a:cubicBezTo>
                      <a:pt x="2701" y="1758"/>
                      <a:pt x="2703" y="1758"/>
                      <a:pt x="2705" y="1758"/>
                    </a:cubicBezTo>
                    <a:cubicBezTo>
                      <a:pt x="2712" y="1758"/>
                      <a:pt x="2719" y="1758"/>
                      <a:pt x="2727" y="1757"/>
                    </a:cubicBezTo>
                    <a:cubicBezTo>
                      <a:pt x="2727" y="1757"/>
                      <a:pt x="2728" y="1757"/>
                      <a:pt x="2729" y="1757"/>
                    </a:cubicBezTo>
                    <a:cubicBezTo>
                      <a:pt x="2744" y="1757"/>
                      <a:pt x="2759" y="1755"/>
                      <a:pt x="2774" y="1750"/>
                    </a:cubicBezTo>
                    <a:cubicBezTo>
                      <a:pt x="2776" y="1749"/>
                      <a:pt x="2776" y="1748"/>
                      <a:pt x="2777" y="1747"/>
                    </a:cubicBezTo>
                    <a:cubicBezTo>
                      <a:pt x="2778" y="1746"/>
                      <a:pt x="2778" y="1745"/>
                      <a:pt x="2778" y="1743"/>
                    </a:cubicBezTo>
                    <a:cubicBezTo>
                      <a:pt x="2778" y="1742"/>
                      <a:pt x="2778" y="1740"/>
                      <a:pt x="2777" y="1739"/>
                    </a:cubicBezTo>
                    <a:cubicBezTo>
                      <a:pt x="2776" y="1738"/>
                      <a:pt x="2776" y="1736"/>
                      <a:pt x="2774" y="1736"/>
                    </a:cubicBezTo>
                    <a:lnTo>
                      <a:pt x="2774" y="1735"/>
                    </a:lnTo>
                    <a:cubicBezTo>
                      <a:pt x="2764" y="1731"/>
                      <a:pt x="2754" y="1729"/>
                      <a:pt x="2744" y="1729"/>
                    </a:cubicBezTo>
                    <a:cubicBezTo>
                      <a:pt x="2742" y="1729"/>
                      <a:pt x="2740" y="1729"/>
                      <a:pt x="2738" y="1729"/>
                    </a:cubicBezTo>
                    <a:cubicBezTo>
                      <a:pt x="2726" y="1729"/>
                      <a:pt x="2714" y="1731"/>
                      <a:pt x="2702" y="1733"/>
                    </a:cubicBezTo>
                    <a:cubicBezTo>
                      <a:pt x="2704" y="1721"/>
                      <a:pt x="2706" y="1708"/>
                      <a:pt x="2709" y="1696"/>
                    </a:cubicBezTo>
                    <a:cubicBezTo>
                      <a:pt x="2713" y="1695"/>
                      <a:pt x="2716" y="1695"/>
                      <a:pt x="2720" y="1695"/>
                    </a:cubicBezTo>
                    <a:cubicBezTo>
                      <a:pt x="2726" y="1695"/>
                      <a:pt x="2732" y="1695"/>
                      <a:pt x="2738" y="1695"/>
                    </a:cubicBezTo>
                    <a:cubicBezTo>
                      <a:pt x="2742" y="1696"/>
                      <a:pt x="2745" y="1696"/>
                      <a:pt x="2749" y="1696"/>
                    </a:cubicBezTo>
                    <a:cubicBezTo>
                      <a:pt x="2759" y="1696"/>
                      <a:pt x="2770" y="1693"/>
                      <a:pt x="2779" y="1688"/>
                    </a:cubicBezTo>
                    <a:cubicBezTo>
                      <a:pt x="2780" y="1688"/>
                      <a:pt x="2781" y="1687"/>
                      <a:pt x="2781" y="1686"/>
                    </a:cubicBezTo>
                    <a:cubicBezTo>
                      <a:pt x="2782" y="1684"/>
                      <a:pt x="2783" y="1683"/>
                      <a:pt x="2783" y="1681"/>
                    </a:cubicBezTo>
                    <a:cubicBezTo>
                      <a:pt x="2783" y="1680"/>
                      <a:pt x="2782" y="1678"/>
                      <a:pt x="2781" y="1677"/>
                    </a:cubicBezTo>
                    <a:cubicBezTo>
                      <a:pt x="2781" y="1676"/>
                      <a:pt x="2780" y="1675"/>
                      <a:pt x="2779" y="1674"/>
                    </a:cubicBezTo>
                    <a:cubicBezTo>
                      <a:pt x="2768" y="1669"/>
                      <a:pt x="2756" y="1666"/>
                      <a:pt x="2744" y="1666"/>
                    </a:cubicBezTo>
                    <a:cubicBezTo>
                      <a:pt x="2740" y="1666"/>
                      <a:pt x="2735" y="1666"/>
                      <a:pt x="2730" y="1667"/>
                    </a:cubicBezTo>
                    <a:cubicBezTo>
                      <a:pt x="2725" y="1667"/>
                      <a:pt x="2720" y="1667"/>
                      <a:pt x="2715" y="1667"/>
                    </a:cubicBezTo>
                    <a:lnTo>
                      <a:pt x="2720" y="1646"/>
                    </a:lnTo>
                    <a:cubicBezTo>
                      <a:pt x="2748" y="1646"/>
                      <a:pt x="2782" y="1657"/>
                      <a:pt x="2804" y="1636"/>
                    </a:cubicBezTo>
                    <a:cubicBezTo>
                      <a:pt x="2804" y="1635"/>
                      <a:pt x="2805" y="1635"/>
                      <a:pt x="2805" y="1635"/>
                    </a:cubicBezTo>
                    <a:cubicBezTo>
                      <a:pt x="2806" y="1633"/>
                      <a:pt x="2806" y="1632"/>
                      <a:pt x="2806" y="1630"/>
                    </a:cubicBezTo>
                    <a:cubicBezTo>
                      <a:pt x="2806" y="1628"/>
                      <a:pt x="2806" y="1627"/>
                      <a:pt x="2805" y="1625"/>
                    </a:cubicBezTo>
                    <a:cubicBezTo>
                      <a:pt x="2804" y="1624"/>
                      <a:pt x="2803" y="1623"/>
                      <a:pt x="2802" y="1622"/>
                    </a:cubicBezTo>
                    <a:cubicBezTo>
                      <a:pt x="2801" y="1622"/>
                      <a:pt x="2801" y="1622"/>
                      <a:pt x="2801" y="1622"/>
                    </a:cubicBezTo>
                    <a:cubicBezTo>
                      <a:pt x="2790" y="1619"/>
                      <a:pt x="2779" y="1617"/>
                      <a:pt x="2768" y="1617"/>
                    </a:cubicBezTo>
                    <a:cubicBezTo>
                      <a:pt x="2763" y="1617"/>
                      <a:pt x="2757" y="1618"/>
                      <a:pt x="2752" y="1618"/>
                    </a:cubicBezTo>
                    <a:cubicBezTo>
                      <a:pt x="2743" y="1618"/>
                      <a:pt x="2735" y="1618"/>
                      <a:pt x="2727" y="1618"/>
                    </a:cubicBezTo>
                    <a:lnTo>
                      <a:pt x="2735" y="1590"/>
                    </a:lnTo>
                    <a:cubicBezTo>
                      <a:pt x="2736" y="1590"/>
                      <a:pt x="2737" y="1590"/>
                      <a:pt x="2738" y="1590"/>
                    </a:cubicBezTo>
                    <a:cubicBezTo>
                      <a:pt x="2745" y="1590"/>
                      <a:pt x="2752" y="1590"/>
                      <a:pt x="2760" y="1591"/>
                    </a:cubicBezTo>
                    <a:cubicBezTo>
                      <a:pt x="2761" y="1591"/>
                      <a:pt x="2761" y="1591"/>
                      <a:pt x="2762" y="1591"/>
                    </a:cubicBezTo>
                    <a:cubicBezTo>
                      <a:pt x="2776" y="1591"/>
                      <a:pt x="2790" y="1588"/>
                      <a:pt x="2802" y="1582"/>
                    </a:cubicBezTo>
                    <a:cubicBezTo>
                      <a:pt x="2803" y="1581"/>
                      <a:pt x="2804" y="1580"/>
                      <a:pt x="2804" y="1579"/>
                    </a:cubicBezTo>
                    <a:cubicBezTo>
                      <a:pt x="2805" y="1578"/>
                      <a:pt x="2806" y="1577"/>
                      <a:pt x="2806" y="1575"/>
                    </a:cubicBezTo>
                    <a:cubicBezTo>
                      <a:pt x="2806" y="1574"/>
                      <a:pt x="2805" y="1573"/>
                      <a:pt x="2804" y="1571"/>
                    </a:cubicBezTo>
                    <a:cubicBezTo>
                      <a:pt x="2804" y="1570"/>
                      <a:pt x="2803" y="1570"/>
                      <a:pt x="2802" y="1569"/>
                    </a:cubicBezTo>
                    <a:cubicBezTo>
                      <a:pt x="2793" y="1565"/>
                      <a:pt x="2784" y="1563"/>
                      <a:pt x="2774" y="1563"/>
                    </a:cubicBezTo>
                    <a:cubicBezTo>
                      <a:pt x="2768" y="1563"/>
                      <a:pt x="2761" y="1564"/>
                      <a:pt x="2755" y="1566"/>
                    </a:cubicBezTo>
                    <a:cubicBezTo>
                      <a:pt x="2753" y="1566"/>
                      <a:pt x="2750" y="1566"/>
                      <a:pt x="2748" y="1566"/>
                    </a:cubicBezTo>
                    <a:cubicBezTo>
                      <a:pt x="2746" y="1566"/>
                      <a:pt x="2744" y="1566"/>
                      <a:pt x="2741" y="1566"/>
                    </a:cubicBezTo>
                    <a:cubicBezTo>
                      <a:pt x="2743" y="1558"/>
                      <a:pt x="2745" y="1550"/>
                      <a:pt x="2747" y="1542"/>
                    </a:cubicBezTo>
                    <a:lnTo>
                      <a:pt x="2758" y="1542"/>
                    </a:lnTo>
                    <a:cubicBezTo>
                      <a:pt x="2768" y="1542"/>
                      <a:pt x="2778" y="1542"/>
                      <a:pt x="2783" y="1534"/>
                    </a:cubicBezTo>
                    <a:cubicBezTo>
                      <a:pt x="2784" y="1533"/>
                      <a:pt x="2784" y="1532"/>
                      <a:pt x="2784" y="1530"/>
                    </a:cubicBezTo>
                    <a:cubicBezTo>
                      <a:pt x="2784" y="1529"/>
                      <a:pt x="2784" y="1528"/>
                      <a:pt x="2783" y="1527"/>
                    </a:cubicBezTo>
                    <a:cubicBezTo>
                      <a:pt x="2778" y="1519"/>
                      <a:pt x="2770" y="1519"/>
                      <a:pt x="2761" y="1519"/>
                    </a:cubicBezTo>
                    <a:lnTo>
                      <a:pt x="2752" y="1519"/>
                    </a:lnTo>
                    <a:lnTo>
                      <a:pt x="2758" y="1493"/>
                    </a:lnTo>
                    <a:cubicBezTo>
                      <a:pt x="2765" y="1493"/>
                      <a:pt x="2774" y="1493"/>
                      <a:pt x="2778" y="1492"/>
                    </a:cubicBezTo>
                    <a:cubicBezTo>
                      <a:pt x="2794" y="1490"/>
                      <a:pt x="2810" y="1495"/>
                      <a:pt x="2825" y="1486"/>
                    </a:cubicBezTo>
                    <a:cubicBezTo>
                      <a:pt x="2830" y="1484"/>
                      <a:pt x="2833" y="1476"/>
                      <a:pt x="2827" y="1472"/>
                    </a:cubicBezTo>
                    <a:cubicBezTo>
                      <a:pt x="2816" y="1467"/>
                      <a:pt x="2804" y="1465"/>
                      <a:pt x="2791" y="1465"/>
                    </a:cubicBezTo>
                    <a:cubicBezTo>
                      <a:pt x="2788" y="1465"/>
                      <a:pt x="2784" y="1465"/>
                      <a:pt x="2780" y="1465"/>
                    </a:cubicBezTo>
                    <a:cubicBezTo>
                      <a:pt x="2775" y="1466"/>
                      <a:pt x="2770" y="1467"/>
                      <a:pt x="2765" y="1468"/>
                    </a:cubicBezTo>
                    <a:lnTo>
                      <a:pt x="2771" y="1442"/>
                    </a:lnTo>
                    <a:cubicBezTo>
                      <a:pt x="2790" y="1436"/>
                      <a:pt x="2822" y="1451"/>
                      <a:pt x="2838" y="1434"/>
                    </a:cubicBezTo>
                    <a:cubicBezTo>
                      <a:pt x="2839" y="1434"/>
                      <a:pt x="2839" y="1433"/>
                      <a:pt x="2840" y="1432"/>
                    </a:cubicBezTo>
                    <a:cubicBezTo>
                      <a:pt x="2840" y="1431"/>
                      <a:pt x="2841" y="1430"/>
                      <a:pt x="2841" y="1428"/>
                    </a:cubicBezTo>
                    <a:cubicBezTo>
                      <a:pt x="2841" y="1427"/>
                      <a:pt x="2840" y="1425"/>
                      <a:pt x="2840" y="1424"/>
                    </a:cubicBezTo>
                    <a:cubicBezTo>
                      <a:pt x="2839" y="1423"/>
                      <a:pt x="2839" y="1423"/>
                      <a:pt x="2838" y="1422"/>
                    </a:cubicBezTo>
                    <a:cubicBezTo>
                      <a:pt x="2831" y="1414"/>
                      <a:pt x="2799" y="1411"/>
                      <a:pt x="2776" y="1416"/>
                    </a:cubicBezTo>
                    <a:cubicBezTo>
                      <a:pt x="2779" y="1402"/>
                      <a:pt x="2783" y="1387"/>
                      <a:pt x="2786" y="1373"/>
                    </a:cubicBezTo>
                    <a:cubicBezTo>
                      <a:pt x="2793" y="1373"/>
                      <a:pt x="2800" y="1373"/>
                      <a:pt x="2807" y="1374"/>
                    </a:cubicBezTo>
                    <a:cubicBezTo>
                      <a:pt x="2817" y="1374"/>
                      <a:pt x="2832" y="1374"/>
                      <a:pt x="2836" y="1362"/>
                    </a:cubicBezTo>
                    <a:cubicBezTo>
                      <a:pt x="2837" y="1361"/>
                      <a:pt x="2837" y="1360"/>
                      <a:pt x="2837" y="1358"/>
                    </a:cubicBezTo>
                    <a:cubicBezTo>
                      <a:pt x="2837" y="1356"/>
                      <a:pt x="2837" y="1355"/>
                      <a:pt x="2836" y="1353"/>
                    </a:cubicBezTo>
                    <a:cubicBezTo>
                      <a:pt x="2835" y="1352"/>
                      <a:pt x="2833" y="1350"/>
                      <a:pt x="2832" y="1349"/>
                    </a:cubicBezTo>
                    <a:cubicBezTo>
                      <a:pt x="2831" y="1348"/>
                      <a:pt x="2829" y="1348"/>
                      <a:pt x="2828" y="1348"/>
                    </a:cubicBezTo>
                    <a:cubicBezTo>
                      <a:pt x="2823" y="1347"/>
                      <a:pt x="2818" y="1347"/>
                      <a:pt x="2814" y="1347"/>
                    </a:cubicBezTo>
                    <a:cubicBezTo>
                      <a:pt x="2809" y="1347"/>
                      <a:pt x="2805" y="1347"/>
                      <a:pt x="2800" y="1348"/>
                    </a:cubicBezTo>
                    <a:cubicBezTo>
                      <a:pt x="2797" y="1348"/>
                      <a:pt x="2794" y="1348"/>
                      <a:pt x="2791" y="1348"/>
                    </a:cubicBezTo>
                    <a:cubicBezTo>
                      <a:pt x="2792" y="1342"/>
                      <a:pt x="2793" y="1336"/>
                      <a:pt x="2795" y="1329"/>
                    </a:cubicBezTo>
                    <a:cubicBezTo>
                      <a:pt x="2799" y="1330"/>
                      <a:pt x="2803" y="1330"/>
                      <a:pt x="2807" y="1330"/>
                    </a:cubicBezTo>
                    <a:cubicBezTo>
                      <a:pt x="2823" y="1330"/>
                      <a:pt x="2839" y="1328"/>
                      <a:pt x="2854" y="1323"/>
                    </a:cubicBezTo>
                    <a:cubicBezTo>
                      <a:pt x="2854" y="1323"/>
                      <a:pt x="2853" y="1323"/>
                      <a:pt x="2854" y="1322"/>
                    </a:cubicBezTo>
                    <a:cubicBezTo>
                      <a:pt x="2855" y="1322"/>
                      <a:pt x="2856" y="1321"/>
                      <a:pt x="2857" y="1320"/>
                    </a:cubicBezTo>
                    <a:cubicBezTo>
                      <a:pt x="2858" y="1319"/>
                      <a:pt x="2857" y="1319"/>
                      <a:pt x="2857" y="1317"/>
                    </a:cubicBezTo>
                    <a:cubicBezTo>
                      <a:pt x="2857" y="1316"/>
                      <a:pt x="2858" y="1314"/>
                      <a:pt x="2857" y="1313"/>
                    </a:cubicBezTo>
                    <a:cubicBezTo>
                      <a:pt x="2856" y="1312"/>
                      <a:pt x="2855" y="1311"/>
                      <a:pt x="2854" y="1311"/>
                    </a:cubicBezTo>
                    <a:cubicBezTo>
                      <a:pt x="2842" y="1306"/>
                      <a:pt x="2830" y="1304"/>
                      <a:pt x="2818" y="1304"/>
                    </a:cubicBezTo>
                    <a:cubicBezTo>
                      <a:pt x="2811" y="1304"/>
                      <a:pt x="2804" y="1304"/>
                      <a:pt x="2798" y="1306"/>
                    </a:cubicBezTo>
                    <a:cubicBezTo>
                      <a:pt x="2800" y="1294"/>
                      <a:pt x="2802" y="1283"/>
                      <a:pt x="2804" y="1272"/>
                    </a:cubicBezTo>
                    <a:cubicBezTo>
                      <a:pt x="2806" y="1272"/>
                      <a:pt x="2808" y="1272"/>
                      <a:pt x="2811" y="1272"/>
                    </a:cubicBezTo>
                    <a:cubicBezTo>
                      <a:pt x="2817" y="1272"/>
                      <a:pt x="2824" y="1272"/>
                      <a:pt x="2830" y="1274"/>
                    </a:cubicBezTo>
                    <a:cubicBezTo>
                      <a:pt x="2833" y="1274"/>
                      <a:pt x="2837" y="1275"/>
                      <a:pt x="2841" y="1275"/>
                    </a:cubicBezTo>
                    <a:cubicBezTo>
                      <a:pt x="2851" y="1275"/>
                      <a:pt x="2860" y="1272"/>
                      <a:pt x="2869" y="1267"/>
                    </a:cubicBezTo>
                    <a:cubicBezTo>
                      <a:pt x="2870" y="1267"/>
                      <a:pt x="2871" y="1266"/>
                      <a:pt x="2871" y="1265"/>
                    </a:cubicBezTo>
                    <a:cubicBezTo>
                      <a:pt x="2872" y="1264"/>
                      <a:pt x="2872" y="1263"/>
                      <a:pt x="2872" y="1262"/>
                    </a:cubicBezTo>
                    <a:cubicBezTo>
                      <a:pt x="2872" y="1261"/>
                      <a:pt x="2872" y="1259"/>
                      <a:pt x="2871" y="1258"/>
                    </a:cubicBezTo>
                    <a:cubicBezTo>
                      <a:pt x="2871" y="1258"/>
                      <a:pt x="2870" y="1257"/>
                      <a:pt x="2869" y="1256"/>
                    </a:cubicBezTo>
                    <a:cubicBezTo>
                      <a:pt x="2859" y="1252"/>
                      <a:pt x="2847" y="1250"/>
                      <a:pt x="2836" y="1250"/>
                    </a:cubicBezTo>
                    <a:cubicBezTo>
                      <a:pt x="2832" y="1250"/>
                      <a:pt x="2827" y="1250"/>
                      <a:pt x="2823" y="1251"/>
                    </a:cubicBezTo>
                    <a:cubicBezTo>
                      <a:pt x="2821" y="1250"/>
                      <a:pt x="2818" y="1250"/>
                      <a:pt x="2816" y="1250"/>
                    </a:cubicBezTo>
                    <a:cubicBezTo>
                      <a:pt x="2813" y="1250"/>
                      <a:pt x="2811" y="1250"/>
                      <a:pt x="2809" y="1251"/>
                    </a:cubicBezTo>
                    <a:cubicBezTo>
                      <a:pt x="2809" y="1245"/>
                      <a:pt x="2810" y="1240"/>
                      <a:pt x="2811" y="1234"/>
                    </a:cubicBezTo>
                    <a:cubicBezTo>
                      <a:pt x="2812" y="1234"/>
                      <a:pt x="2813" y="1235"/>
                      <a:pt x="2814" y="1234"/>
                    </a:cubicBezTo>
                    <a:cubicBezTo>
                      <a:pt x="2815" y="1234"/>
                      <a:pt x="2815" y="1233"/>
                      <a:pt x="2815" y="1232"/>
                    </a:cubicBezTo>
                    <a:lnTo>
                      <a:pt x="2821" y="1232"/>
                    </a:lnTo>
                    <a:cubicBezTo>
                      <a:pt x="2827" y="1231"/>
                      <a:pt x="2833" y="1231"/>
                      <a:pt x="2840" y="1231"/>
                    </a:cubicBezTo>
                    <a:cubicBezTo>
                      <a:pt x="2841" y="1231"/>
                      <a:pt x="2841" y="1231"/>
                      <a:pt x="2842" y="1231"/>
                    </a:cubicBezTo>
                    <a:cubicBezTo>
                      <a:pt x="2844" y="1231"/>
                      <a:pt x="2846" y="1231"/>
                      <a:pt x="2847" y="1231"/>
                    </a:cubicBezTo>
                    <a:cubicBezTo>
                      <a:pt x="2857" y="1231"/>
                      <a:pt x="2867" y="1229"/>
                      <a:pt x="2876" y="1224"/>
                    </a:cubicBezTo>
                    <a:cubicBezTo>
                      <a:pt x="2877" y="1224"/>
                      <a:pt x="2878" y="1223"/>
                      <a:pt x="2879" y="1222"/>
                    </a:cubicBezTo>
                    <a:cubicBezTo>
                      <a:pt x="2880" y="1220"/>
                      <a:pt x="2880" y="1220"/>
                      <a:pt x="2880" y="1218"/>
                    </a:cubicBezTo>
                    <a:cubicBezTo>
                      <a:pt x="2880" y="1217"/>
                      <a:pt x="2880" y="1215"/>
                      <a:pt x="2879" y="1214"/>
                    </a:cubicBezTo>
                    <a:cubicBezTo>
                      <a:pt x="2878" y="1213"/>
                      <a:pt x="2877" y="1212"/>
                      <a:pt x="2876" y="1211"/>
                    </a:cubicBezTo>
                    <a:cubicBezTo>
                      <a:pt x="2866" y="1206"/>
                      <a:pt x="2854" y="1203"/>
                      <a:pt x="2842" y="1203"/>
                    </a:cubicBezTo>
                    <a:cubicBezTo>
                      <a:pt x="2833" y="1203"/>
                      <a:pt x="2824" y="1205"/>
                      <a:pt x="2816" y="1208"/>
                    </a:cubicBezTo>
                    <a:cubicBezTo>
                      <a:pt x="2817" y="1199"/>
                      <a:pt x="2818" y="1191"/>
                      <a:pt x="2819" y="1183"/>
                    </a:cubicBezTo>
                    <a:cubicBezTo>
                      <a:pt x="2820" y="1182"/>
                      <a:pt x="2821" y="1182"/>
                      <a:pt x="2822" y="1181"/>
                    </a:cubicBezTo>
                    <a:cubicBezTo>
                      <a:pt x="2823" y="1181"/>
                      <a:pt x="2823" y="1181"/>
                      <a:pt x="2824" y="1180"/>
                    </a:cubicBezTo>
                    <a:cubicBezTo>
                      <a:pt x="2824" y="1181"/>
                      <a:pt x="2825" y="1181"/>
                      <a:pt x="2826" y="1181"/>
                    </a:cubicBezTo>
                    <a:cubicBezTo>
                      <a:pt x="2826" y="1181"/>
                      <a:pt x="2827" y="1181"/>
                      <a:pt x="2828" y="1180"/>
                    </a:cubicBezTo>
                    <a:lnTo>
                      <a:pt x="2835" y="1180"/>
                    </a:lnTo>
                    <a:cubicBezTo>
                      <a:pt x="2838" y="1181"/>
                      <a:pt x="2841" y="1181"/>
                      <a:pt x="2844" y="1181"/>
                    </a:cubicBezTo>
                    <a:cubicBezTo>
                      <a:pt x="2846" y="1181"/>
                      <a:pt x="2849" y="1181"/>
                      <a:pt x="2852" y="1180"/>
                    </a:cubicBezTo>
                    <a:cubicBezTo>
                      <a:pt x="2866" y="1179"/>
                      <a:pt x="2879" y="1175"/>
                      <a:pt x="2891" y="1168"/>
                    </a:cubicBezTo>
                    <a:cubicBezTo>
                      <a:pt x="2893" y="1167"/>
                      <a:pt x="2895" y="1166"/>
                      <a:pt x="2897" y="1165"/>
                    </a:cubicBezTo>
                    <a:cubicBezTo>
                      <a:pt x="2898" y="1164"/>
                      <a:pt x="2898" y="1164"/>
                      <a:pt x="2899" y="1163"/>
                    </a:cubicBezTo>
                    <a:cubicBezTo>
                      <a:pt x="2899" y="1162"/>
                      <a:pt x="2900" y="1162"/>
                      <a:pt x="2900" y="1160"/>
                    </a:cubicBezTo>
                    <a:cubicBezTo>
                      <a:pt x="2900" y="1159"/>
                      <a:pt x="2900" y="1157"/>
                      <a:pt x="2899" y="1156"/>
                    </a:cubicBezTo>
                    <a:cubicBezTo>
                      <a:pt x="2898" y="1155"/>
                      <a:pt x="2897" y="1155"/>
                      <a:pt x="2896" y="1154"/>
                    </a:cubicBezTo>
                    <a:cubicBezTo>
                      <a:pt x="2895" y="1154"/>
                      <a:pt x="2895" y="1153"/>
                      <a:pt x="2894" y="1153"/>
                    </a:cubicBezTo>
                    <a:cubicBezTo>
                      <a:pt x="2885" y="1150"/>
                      <a:pt x="2876" y="1149"/>
                      <a:pt x="2866" y="1149"/>
                    </a:cubicBezTo>
                    <a:cubicBezTo>
                      <a:pt x="2863" y="1149"/>
                      <a:pt x="2860" y="1149"/>
                      <a:pt x="2856" y="1150"/>
                    </a:cubicBezTo>
                    <a:cubicBezTo>
                      <a:pt x="2845" y="1151"/>
                      <a:pt x="2834" y="1150"/>
                      <a:pt x="2822" y="1151"/>
                    </a:cubicBezTo>
                    <a:cubicBezTo>
                      <a:pt x="2822" y="1144"/>
                      <a:pt x="2824" y="1136"/>
                      <a:pt x="2825" y="1128"/>
                    </a:cubicBezTo>
                    <a:lnTo>
                      <a:pt x="2833" y="1128"/>
                    </a:lnTo>
                    <a:cubicBezTo>
                      <a:pt x="2840" y="1128"/>
                      <a:pt x="2847" y="1128"/>
                      <a:pt x="2855" y="1127"/>
                    </a:cubicBezTo>
                    <a:cubicBezTo>
                      <a:pt x="2870" y="1127"/>
                      <a:pt x="2884" y="1123"/>
                      <a:pt x="2898" y="1116"/>
                    </a:cubicBezTo>
                    <a:cubicBezTo>
                      <a:pt x="2898" y="1115"/>
                      <a:pt x="2899" y="1114"/>
                      <a:pt x="2900" y="1113"/>
                    </a:cubicBezTo>
                    <a:cubicBezTo>
                      <a:pt x="2900" y="1112"/>
                      <a:pt x="2901" y="1111"/>
                      <a:pt x="2901" y="1109"/>
                    </a:cubicBezTo>
                    <a:cubicBezTo>
                      <a:pt x="2901" y="1108"/>
                      <a:pt x="2901" y="1107"/>
                      <a:pt x="2900" y="1105"/>
                    </a:cubicBezTo>
                    <a:cubicBezTo>
                      <a:pt x="2900" y="1104"/>
                      <a:pt x="2898" y="1104"/>
                      <a:pt x="2898" y="1103"/>
                    </a:cubicBezTo>
                    <a:cubicBezTo>
                      <a:pt x="2897" y="1103"/>
                      <a:pt x="2897" y="1103"/>
                      <a:pt x="2896" y="1102"/>
                    </a:cubicBezTo>
                    <a:cubicBezTo>
                      <a:pt x="2889" y="1098"/>
                      <a:pt x="2880" y="1096"/>
                      <a:pt x="2871" y="1096"/>
                    </a:cubicBezTo>
                    <a:cubicBezTo>
                      <a:pt x="2867" y="1096"/>
                      <a:pt x="2864" y="1096"/>
                      <a:pt x="2860" y="1097"/>
                    </a:cubicBezTo>
                    <a:cubicBezTo>
                      <a:pt x="2850" y="1098"/>
                      <a:pt x="2840" y="1099"/>
                      <a:pt x="2829" y="1100"/>
                    </a:cubicBezTo>
                    <a:cubicBezTo>
                      <a:pt x="2831" y="1092"/>
                      <a:pt x="2834" y="1084"/>
                      <a:pt x="2836" y="1076"/>
                    </a:cubicBezTo>
                    <a:cubicBezTo>
                      <a:pt x="2843" y="1074"/>
                      <a:pt x="2849" y="1073"/>
                      <a:pt x="2856" y="1073"/>
                    </a:cubicBezTo>
                    <a:cubicBezTo>
                      <a:pt x="2861" y="1073"/>
                      <a:pt x="2866" y="1074"/>
                      <a:pt x="2870" y="1075"/>
                    </a:cubicBezTo>
                    <a:cubicBezTo>
                      <a:pt x="2874" y="1075"/>
                      <a:pt x="2878" y="1076"/>
                      <a:pt x="2883" y="1076"/>
                    </a:cubicBezTo>
                    <a:cubicBezTo>
                      <a:pt x="2894" y="1076"/>
                      <a:pt x="2904" y="1073"/>
                      <a:pt x="2914" y="1069"/>
                    </a:cubicBezTo>
                    <a:cubicBezTo>
                      <a:pt x="2915" y="1068"/>
                      <a:pt x="2916" y="1068"/>
                      <a:pt x="2917" y="1066"/>
                    </a:cubicBezTo>
                    <a:cubicBezTo>
                      <a:pt x="2917" y="1065"/>
                      <a:pt x="2919" y="1063"/>
                      <a:pt x="2919" y="1061"/>
                    </a:cubicBezTo>
                    <a:cubicBezTo>
                      <a:pt x="2919" y="1060"/>
                      <a:pt x="2918" y="1058"/>
                      <a:pt x="2917" y="1057"/>
                    </a:cubicBezTo>
                    <a:cubicBezTo>
                      <a:pt x="2916" y="1056"/>
                      <a:pt x="2915" y="1055"/>
                      <a:pt x="2914" y="1054"/>
                    </a:cubicBezTo>
                    <a:cubicBezTo>
                      <a:pt x="2902" y="1049"/>
                      <a:pt x="2890" y="1047"/>
                      <a:pt x="2878" y="1047"/>
                    </a:cubicBezTo>
                    <a:cubicBezTo>
                      <a:pt x="2871" y="1047"/>
                      <a:pt x="2865" y="1048"/>
                      <a:pt x="2859" y="1049"/>
                    </a:cubicBezTo>
                    <a:cubicBezTo>
                      <a:pt x="2854" y="1049"/>
                      <a:pt x="2848" y="1049"/>
                      <a:pt x="2843" y="1050"/>
                    </a:cubicBezTo>
                    <a:cubicBezTo>
                      <a:pt x="2844" y="1044"/>
                      <a:pt x="2844" y="1038"/>
                      <a:pt x="2844" y="1031"/>
                    </a:cubicBezTo>
                    <a:cubicBezTo>
                      <a:pt x="2844" y="1029"/>
                      <a:pt x="2844" y="1028"/>
                      <a:pt x="2844" y="1026"/>
                    </a:cubicBezTo>
                    <a:cubicBezTo>
                      <a:pt x="2844" y="1023"/>
                      <a:pt x="2844" y="1020"/>
                      <a:pt x="2844" y="1017"/>
                    </a:cubicBezTo>
                    <a:cubicBezTo>
                      <a:pt x="2848" y="1016"/>
                      <a:pt x="2851" y="1015"/>
                      <a:pt x="2855" y="1015"/>
                    </a:cubicBezTo>
                    <a:cubicBezTo>
                      <a:pt x="2860" y="1015"/>
                      <a:pt x="2866" y="1015"/>
                      <a:pt x="2872" y="1015"/>
                    </a:cubicBezTo>
                    <a:cubicBezTo>
                      <a:pt x="2874" y="1015"/>
                      <a:pt x="2877" y="1016"/>
                      <a:pt x="2879" y="1016"/>
                    </a:cubicBezTo>
                    <a:cubicBezTo>
                      <a:pt x="2889" y="1016"/>
                      <a:pt x="2898" y="1013"/>
                      <a:pt x="2907" y="1009"/>
                    </a:cubicBezTo>
                    <a:cubicBezTo>
                      <a:pt x="2908" y="1008"/>
                      <a:pt x="2909" y="1007"/>
                      <a:pt x="2910" y="1006"/>
                    </a:cubicBezTo>
                    <a:cubicBezTo>
                      <a:pt x="2911" y="1005"/>
                      <a:pt x="2911" y="1003"/>
                      <a:pt x="2911" y="1001"/>
                    </a:cubicBezTo>
                    <a:cubicBezTo>
                      <a:pt x="2911" y="1000"/>
                      <a:pt x="2911" y="998"/>
                      <a:pt x="2910" y="997"/>
                    </a:cubicBezTo>
                    <a:cubicBezTo>
                      <a:pt x="2909" y="996"/>
                      <a:pt x="2909" y="995"/>
                      <a:pt x="2908" y="995"/>
                    </a:cubicBezTo>
                    <a:cubicBezTo>
                      <a:pt x="2896" y="990"/>
                      <a:pt x="2884" y="987"/>
                      <a:pt x="2871" y="987"/>
                    </a:cubicBezTo>
                    <a:cubicBezTo>
                      <a:pt x="2862" y="987"/>
                      <a:pt x="2854" y="988"/>
                      <a:pt x="2846" y="990"/>
                    </a:cubicBezTo>
                    <a:cubicBezTo>
                      <a:pt x="2847" y="979"/>
                      <a:pt x="2850" y="967"/>
                      <a:pt x="2852" y="956"/>
                    </a:cubicBezTo>
                    <a:cubicBezTo>
                      <a:pt x="2864" y="956"/>
                      <a:pt x="2876" y="953"/>
                      <a:pt x="2888" y="953"/>
                    </a:cubicBezTo>
                    <a:cubicBezTo>
                      <a:pt x="2889" y="953"/>
                      <a:pt x="2891" y="953"/>
                      <a:pt x="2892" y="953"/>
                    </a:cubicBezTo>
                    <a:cubicBezTo>
                      <a:pt x="2903" y="953"/>
                      <a:pt x="2913" y="951"/>
                      <a:pt x="2923" y="947"/>
                    </a:cubicBezTo>
                    <a:cubicBezTo>
                      <a:pt x="2924" y="946"/>
                      <a:pt x="2925" y="946"/>
                      <a:pt x="2926" y="944"/>
                    </a:cubicBezTo>
                    <a:cubicBezTo>
                      <a:pt x="2926" y="943"/>
                      <a:pt x="2927" y="942"/>
                      <a:pt x="2927" y="940"/>
                    </a:cubicBezTo>
                    <a:cubicBezTo>
                      <a:pt x="2927" y="939"/>
                      <a:pt x="2926" y="938"/>
                      <a:pt x="2926" y="937"/>
                    </a:cubicBezTo>
                    <a:cubicBezTo>
                      <a:pt x="2925" y="936"/>
                      <a:pt x="2924" y="935"/>
                      <a:pt x="2923" y="934"/>
                    </a:cubicBezTo>
                    <a:cubicBezTo>
                      <a:pt x="2910" y="929"/>
                      <a:pt x="2897" y="926"/>
                      <a:pt x="2883" y="926"/>
                    </a:cubicBezTo>
                    <a:cubicBezTo>
                      <a:pt x="2874" y="926"/>
                      <a:pt x="2864" y="927"/>
                      <a:pt x="2855" y="930"/>
                    </a:cubicBezTo>
                    <a:cubicBezTo>
                      <a:pt x="2857" y="918"/>
                      <a:pt x="2859" y="906"/>
                      <a:pt x="2861" y="894"/>
                    </a:cubicBezTo>
                    <a:lnTo>
                      <a:pt x="2874" y="894"/>
                    </a:lnTo>
                    <a:cubicBezTo>
                      <a:pt x="2885" y="893"/>
                      <a:pt x="2897" y="891"/>
                      <a:pt x="2908" y="886"/>
                    </a:cubicBezTo>
                    <a:cubicBezTo>
                      <a:pt x="2909" y="886"/>
                      <a:pt x="2910" y="885"/>
                      <a:pt x="2911" y="884"/>
                    </a:cubicBezTo>
                    <a:cubicBezTo>
                      <a:pt x="2912" y="883"/>
                      <a:pt x="2912" y="881"/>
                      <a:pt x="2912" y="880"/>
                    </a:cubicBezTo>
                    <a:cubicBezTo>
                      <a:pt x="2912" y="879"/>
                      <a:pt x="2911" y="878"/>
                      <a:pt x="2911" y="877"/>
                    </a:cubicBezTo>
                    <a:cubicBezTo>
                      <a:pt x="2910" y="876"/>
                      <a:pt x="2910" y="875"/>
                      <a:pt x="2909" y="875"/>
                    </a:cubicBezTo>
                    <a:cubicBezTo>
                      <a:pt x="2898" y="869"/>
                      <a:pt x="2887" y="866"/>
                      <a:pt x="2875" y="866"/>
                    </a:cubicBezTo>
                    <a:cubicBezTo>
                      <a:pt x="2872" y="866"/>
                      <a:pt x="2869" y="866"/>
                      <a:pt x="2866" y="866"/>
                    </a:cubicBezTo>
                    <a:cubicBezTo>
                      <a:pt x="2867" y="857"/>
                      <a:pt x="2868" y="849"/>
                      <a:pt x="2870" y="840"/>
                    </a:cubicBezTo>
                    <a:cubicBezTo>
                      <a:pt x="2878" y="841"/>
                      <a:pt x="2886" y="841"/>
                      <a:pt x="2894" y="841"/>
                    </a:cubicBezTo>
                    <a:cubicBezTo>
                      <a:pt x="2897" y="841"/>
                      <a:pt x="2899" y="841"/>
                      <a:pt x="2902" y="841"/>
                    </a:cubicBezTo>
                    <a:cubicBezTo>
                      <a:pt x="2903" y="841"/>
                      <a:pt x="2904" y="841"/>
                      <a:pt x="2905" y="841"/>
                    </a:cubicBezTo>
                    <a:cubicBezTo>
                      <a:pt x="2912" y="841"/>
                      <a:pt x="2918" y="839"/>
                      <a:pt x="2924" y="836"/>
                    </a:cubicBezTo>
                    <a:cubicBezTo>
                      <a:pt x="2928" y="834"/>
                      <a:pt x="2931" y="831"/>
                      <a:pt x="2934" y="828"/>
                    </a:cubicBezTo>
                    <a:cubicBezTo>
                      <a:pt x="2935" y="826"/>
                      <a:pt x="2935" y="825"/>
                      <a:pt x="2935" y="823"/>
                    </a:cubicBezTo>
                    <a:cubicBezTo>
                      <a:pt x="2935" y="822"/>
                      <a:pt x="2935" y="819"/>
                      <a:pt x="2934" y="818"/>
                    </a:cubicBezTo>
                    <a:cubicBezTo>
                      <a:pt x="2933" y="817"/>
                      <a:pt x="2932" y="815"/>
                      <a:pt x="2930" y="814"/>
                    </a:cubicBezTo>
                    <a:lnTo>
                      <a:pt x="2929" y="814"/>
                    </a:lnTo>
                    <a:cubicBezTo>
                      <a:pt x="2923" y="812"/>
                      <a:pt x="2916" y="811"/>
                      <a:pt x="2908" y="811"/>
                    </a:cubicBezTo>
                    <a:cubicBezTo>
                      <a:pt x="2905" y="811"/>
                      <a:pt x="2902" y="811"/>
                      <a:pt x="2899" y="811"/>
                    </a:cubicBezTo>
                    <a:cubicBezTo>
                      <a:pt x="2895" y="811"/>
                      <a:pt x="2890" y="811"/>
                      <a:pt x="2886" y="811"/>
                    </a:cubicBezTo>
                    <a:cubicBezTo>
                      <a:pt x="2882" y="811"/>
                      <a:pt x="2877" y="811"/>
                      <a:pt x="2873" y="811"/>
                    </a:cubicBezTo>
                    <a:cubicBezTo>
                      <a:pt x="2873" y="802"/>
                      <a:pt x="2875" y="792"/>
                      <a:pt x="2875" y="783"/>
                    </a:cubicBezTo>
                    <a:lnTo>
                      <a:pt x="2877" y="783"/>
                    </a:lnTo>
                    <a:cubicBezTo>
                      <a:pt x="2882" y="778"/>
                      <a:pt x="2899" y="780"/>
                      <a:pt x="2906" y="779"/>
                    </a:cubicBezTo>
                    <a:cubicBezTo>
                      <a:pt x="2920" y="778"/>
                      <a:pt x="2938" y="783"/>
                      <a:pt x="2949" y="772"/>
                    </a:cubicBezTo>
                    <a:cubicBezTo>
                      <a:pt x="2949" y="771"/>
                      <a:pt x="2950" y="770"/>
                      <a:pt x="2950" y="770"/>
                    </a:cubicBezTo>
                    <a:cubicBezTo>
                      <a:pt x="2951" y="769"/>
                      <a:pt x="2951" y="768"/>
                      <a:pt x="2951" y="766"/>
                    </a:cubicBezTo>
                    <a:cubicBezTo>
                      <a:pt x="2951" y="765"/>
                      <a:pt x="2951" y="762"/>
                      <a:pt x="2950" y="761"/>
                    </a:cubicBezTo>
                    <a:cubicBezTo>
                      <a:pt x="2950" y="761"/>
                      <a:pt x="2949" y="760"/>
                      <a:pt x="2949" y="759"/>
                    </a:cubicBezTo>
                    <a:cubicBezTo>
                      <a:pt x="2947" y="758"/>
                      <a:pt x="2945" y="756"/>
                      <a:pt x="2943" y="755"/>
                    </a:cubicBezTo>
                    <a:cubicBezTo>
                      <a:pt x="2940" y="753"/>
                      <a:pt x="2936" y="752"/>
                      <a:pt x="2932" y="751"/>
                    </a:cubicBezTo>
                    <a:cubicBezTo>
                      <a:pt x="2945" y="751"/>
                      <a:pt x="2958" y="747"/>
                      <a:pt x="2970" y="741"/>
                    </a:cubicBezTo>
                    <a:cubicBezTo>
                      <a:pt x="2971" y="741"/>
                      <a:pt x="2971" y="741"/>
                      <a:pt x="2972" y="739"/>
                    </a:cubicBezTo>
                    <a:cubicBezTo>
                      <a:pt x="2972" y="738"/>
                      <a:pt x="2973" y="736"/>
                      <a:pt x="2973" y="735"/>
                    </a:cubicBezTo>
                    <a:cubicBezTo>
                      <a:pt x="2973" y="734"/>
                      <a:pt x="2972" y="733"/>
                      <a:pt x="2972" y="731"/>
                    </a:cubicBezTo>
                    <a:cubicBezTo>
                      <a:pt x="2971" y="730"/>
                      <a:pt x="2971" y="730"/>
                      <a:pt x="2970" y="729"/>
                    </a:cubicBezTo>
                    <a:cubicBezTo>
                      <a:pt x="2969" y="729"/>
                      <a:pt x="2968" y="728"/>
                      <a:pt x="2967" y="728"/>
                    </a:cubicBezTo>
                    <a:cubicBezTo>
                      <a:pt x="2952" y="726"/>
                      <a:pt x="2937" y="726"/>
                      <a:pt x="2922" y="726"/>
                    </a:cubicBezTo>
                    <a:cubicBezTo>
                      <a:pt x="2907" y="726"/>
                      <a:pt x="2892" y="726"/>
                      <a:pt x="2877" y="728"/>
                    </a:cubicBezTo>
                    <a:cubicBezTo>
                      <a:pt x="2879" y="711"/>
                      <a:pt x="2881" y="695"/>
                      <a:pt x="2884" y="678"/>
                    </a:cubicBezTo>
                    <a:cubicBezTo>
                      <a:pt x="2885" y="678"/>
                      <a:pt x="2885" y="678"/>
                      <a:pt x="2885" y="678"/>
                    </a:cubicBezTo>
                    <a:cubicBezTo>
                      <a:pt x="2885" y="678"/>
                      <a:pt x="2886" y="677"/>
                      <a:pt x="2887" y="677"/>
                    </a:cubicBezTo>
                    <a:cubicBezTo>
                      <a:pt x="2892" y="671"/>
                      <a:pt x="2911" y="674"/>
                      <a:pt x="2919" y="673"/>
                    </a:cubicBezTo>
                    <a:cubicBezTo>
                      <a:pt x="2920" y="673"/>
                      <a:pt x="2921" y="673"/>
                      <a:pt x="2921" y="673"/>
                    </a:cubicBezTo>
                    <a:cubicBezTo>
                      <a:pt x="2934" y="673"/>
                      <a:pt x="2946" y="670"/>
                      <a:pt x="2957" y="665"/>
                    </a:cubicBezTo>
                    <a:cubicBezTo>
                      <a:pt x="2961" y="662"/>
                      <a:pt x="2964" y="655"/>
                      <a:pt x="2959" y="651"/>
                    </a:cubicBezTo>
                    <a:cubicBezTo>
                      <a:pt x="2942" y="639"/>
                      <a:pt x="2923" y="646"/>
                      <a:pt x="2904" y="648"/>
                    </a:cubicBezTo>
                    <a:cubicBezTo>
                      <a:pt x="2900" y="648"/>
                      <a:pt x="2895" y="649"/>
                      <a:pt x="2890" y="650"/>
                    </a:cubicBezTo>
                    <a:cubicBezTo>
                      <a:pt x="2894" y="636"/>
                      <a:pt x="2897" y="621"/>
                      <a:pt x="2900" y="606"/>
                    </a:cubicBezTo>
                    <a:cubicBezTo>
                      <a:pt x="2914" y="598"/>
                      <a:pt x="2931" y="606"/>
                      <a:pt x="2946" y="600"/>
                    </a:cubicBezTo>
                    <a:cubicBezTo>
                      <a:pt x="2947" y="599"/>
                      <a:pt x="2947" y="600"/>
                      <a:pt x="2948" y="599"/>
                    </a:cubicBezTo>
                    <a:cubicBezTo>
                      <a:pt x="2949" y="599"/>
                      <a:pt x="2950" y="597"/>
                      <a:pt x="2951" y="595"/>
                    </a:cubicBezTo>
                    <a:cubicBezTo>
                      <a:pt x="2952" y="593"/>
                      <a:pt x="2953" y="592"/>
                      <a:pt x="2953" y="590"/>
                    </a:cubicBezTo>
                    <a:cubicBezTo>
                      <a:pt x="2953" y="588"/>
                      <a:pt x="2952" y="587"/>
                      <a:pt x="2951" y="585"/>
                    </a:cubicBezTo>
                    <a:cubicBezTo>
                      <a:pt x="2951" y="584"/>
                      <a:pt x="2951" y="584"/>
                      <a:pt x="2951" y="584"/>
                    </a:cubicBezTo>
                    <a:lnTo>
                      <a:pt x="2949" y="582"/>
                    </a:lnTo>
                    <a:cubicBezTo>
                      <a:pt x="2949" y="582"/>
                      <a:pt x="2949" y="581"/>
                      <a:pt x="2948" y="581"/>
                    </a:cubicBezTo>
                    <a:cubicBezTo>
                      <a:pt x="2945" y="579"/>
                      <a:pt x="2941" y="578"/>
                      <a:pt x="2937" y="578"/>
                    </a:cubicBezTo>
                    <a:cubicBezTo>
                      <a:pt x="2935" y="577"/>
                      <a:pt x="2932" y="577"/>
                      <a:pt x="2930" y="577"/>
                    </a:cubicBezTo>
                    <a:cubicBezTo>
                      <a:pt x="2927" y="577"/>
                      <a:pt x="2924" y="577"/>
                      <a:pt x="2922" y="578"/>
                    </a:cubicBezTo>
                    <a:cubicBezTo>
                      <a:pt x="2916" y="578"/>
                      <a:pt x="2911" y="578"/>
                      <a:pt x="2905" y="580"/>
                    </a:cubicBezTo>
                    <a:lnTo>
                      <a:pt x="2907" y="574"/>
                    </a:lnTo>
                    <a:cubicBezTo>
                      <a:pt x="2908" y="566"/>
                      <a:pt x="2910" y="557"/>
                      <a:pt x="2912" y="549"/>
                    </a:cubicBezTo>
                    <a:cubicBezTo>
                      <a:pt x="2921" y="540"/>
                      <a:pt x="2943" y="544"/>
                      <a:pt x="2955" y="544"/>
                    </a:cubicBezTo>
                    <a:cubicBezTo>
                      <a:pt x="2957" y="545"/>
                      <a:pt x="2959" y="545"/>
                      <a:pt x="2961" y="545"/>
                    </a:cubicBezTo>
                    <a:cubicBezTo>
                      <a:pt x="2970" y="545"/>
                      <a:pt x="2978" y="543"/>
                      <a:pt x="2985" y="538"/>
                    </a:cubicBezTo>
                    <a:cubicBezTo>
                      <a:pt x="2986" y="538"/>
                      <a:pt x="2987" y="537"/>
                      <a:pt x="2988" y="536"/>
                    </a:cubicBezTo>
                    <a:cubicBezTo>
                      <a:pt x="2989" y="536"/>
                      <a:pt x="2989" y="535"/>
                      <a:pt x="2990" y="534"/>
                    </a:cubicBezTo>
                    <a:cubicBezTo>
                      <a:pt x="2991" y="533"/>
                      <a:pt x="2991" y="532"/>
                      <a:pt x="2991" y="530"/>
                    </a:cubicBezTo>
                    <a:cubicBezTo>
                      <a:pt x="2991" y="529"/>
                      <a:pt x="2991" y="527"/>
                      <a:pt x="2990" y="526"/>
                    </a:cubicBezTo>
                    <a:cubicBezTo>
                      <a:pt x="2989" y="525"/>
                      <a:pt x="2989" y="524"/>
                      <a:pt x="2988" y="523"/>
                    </a:cubicBezTo>
                    <a:cubicBezTo>
                      <a:pt x="2975" y="512"/>
                      <a:pt x="2954" y="516"/>
                      <a:pt x="2938" y="516"/>
                    </a:cubicBezTo>
                    <a:cubicBezTo>
                      <a:pt x="2931" y="516"/>
                      <a:pt x="2924" y="517"/>
                      <a:pt x="2918" y="520"/>
                    </a:cubicBezTo>
                    <a:cubicBezTo>
                      <a:pt x="2921" y="505"/>
                      <a:pt x="2924" y="491"/>
                      <a:pt x="2926" y="476"/>
                    </a:cubicBezTo>
                    <a:cubicBezTo>
                      <a:pt x="2930" y="477"/>
                      <a:pt x="2934" y="477"/>
                      <a:pt x="2939" y="477"/>
                    </a:cubicBezTo>
                    <a:cubicBezTo>
                      <a:pt x="2943" y="477"/>
                      <a:pt x="2947" y="477"/>
                      <a:pt x="2951" y="476"/>
                    </a:cubicBezTo>
                    <a:cubicBezTo>
                      <a:pt x="2963" y="476"/>
                      <a:pt x="2974" y="482"/>
                      <a:pt x="2982" y="468"/>
                    </a:cubicBezTo>
                    <a:cubicBezTo>
                      <a:pt x="2982" y="467"/>
                      <a:pt x="2982" y="466"/>
                      <a:pt x="2982" y="465"/>
                    </a:cubicBezTo>
                    <a:cubicBezTo>
                      <a:pt x="2982" y="463"/>
                      <a:pt x="2982" y="462"/>
                      <a:pt x="2981" y="460"/>
                    </a:cubicBezTo>
                    <a:cubicBezTo>
                      <a:pt x="2981" y="460"/>
                      <a:pt x="2981" y="459"/>
                      <a:pt x="2980" y="459"/>
                    </a:cubicBezTo>
                    <a:cubicBezTo>
                      <a:pt x="2977" y="456"/>
                      <a:pt x="2974" y="454"/>
                      <a:pt x="2970" y="451"/>
                    </a:cubicBezTo>
                    <a:cubicBezTo>
                      <a:pt x="2964" y="448"/>
                      <a:pt x="2958" y="446"/>
                      <a:pt x="2952" y="445"/>
                    </a:cubicBezTo>
                    <a:cubicBezTo>
                      <a:pt x="2948" y="445"/>
                      <a:pt x="2945" y="445"/>
                      <a:pt x="2942" y="445"/>
                    </a:cubicBezTo>
                    <a:cubicBezTo>
                      <a:pt x="2939" y="445"/>
                      <a:pt x="2935" y="445"/>
                      <a:pt x="2932" y="445"/>
                    </a:cubicBezTo>
                    <a:cubicBezTo>
                      <a:pt x="2934" y="435"/>
                      <a:pt x="2936" y="424"/>
                      <a:pt x="2937" y="414"/>
                    </a:cubicBezTo>
                    <a:cubicBezTo>
                      <a:pt x="2941" y="410"/>
                      <a:pt x="2959" y="415"/>
                      <a:pt x="2964" y="415"/>
                    </a:cubicBezTo>
                    <a:cubicBezTo>
                      <a:pt x="2968" y="416"/>
                      <a:pt x="2971" y="416"/>
                      <a:pt x="2975" y="416"/>
                    </a:cubicBezTo>
                    <a:cubicBezTo>
                      <a:pt x="2989" y="416"/>
                      <a:pt x="3004" y="413"/>
                      <a:pt x="3017" y="407"/>
                    </a:cubicBezTo>
                    <a:cubicBezTo>
                      <a:pt x="3018" y="407"/>
                      <a:pt x="3019" y="406"/>
                      <a:pt x="3020" y="404"/>
                    </a:cubicBezTo>
                    <a:cubicBezTo>
                      <a:pt x="3021" y="403"/>
                      <a:pt x="3021" y="402"/>
                      <a:pt x="3021" y="400"/>
                    </a:cubicBezTo>
                    <a:cubicBezTo>
                      <a:pt x="3021" y="399"/>
                      <a:pt x="3021" y="397"/>
                      <a:pt x="3020" y="396"/>
                    </a:cubicBezTo>
                    <a:cubicBezTo>
                      <a:pt x="3019" y="395"/>
                      <a:pt x="3018" y="394"/>
                      <a:pt x="3017" y="393"/>
                    </a:cubicBezTo>
                    <a:cubicBezTo>
                      <a:pt x="3001" y="387"/>
                      <a:pt x="2985" y="384"/>
                      <a:pt x="2968" y="384"/>
                    </a:cubicBezTo>
                    <a:cubicBezTo>
                      <a:pt x="2965" y="384"/>
                      <a:pt x="2961" y="384"/>
                      <a:pt x="2958" y="385"/>
                    </a:cubicBezTo>
                    <a:cubicBezTo>
                      <a:pt x="2955" y="384"/>
                      <a:pt x="2951" y="384"/>
                      <a:pt x="2948" y="384"/>
                    </a:cubicBezTo>
                    <a:cubicBezTo>
                      <a:pt x="2945" y="384"/>
                      <a:pt x="2942" y="384"/>
                      <a:pt x="2938" y="385"/>
                    </a:cubicBezTo>
                    <a:cubicBezTo>
                      <a:pt x="2938" y="379"/>
                      <a:pt x="2939" y="374"/>
                      <a:pt x="2940" y="368"/>
                    </a:cubicBezTo>
                    <a:cubicBezTo>
                      <a:pt x="2940" y="363"/>
                      <a:pt x="2941" y="358"/>
                      <a:pt x="2941" y="354"/>
                    </a:cubicBezTo>
                    <a:cubicBezTo>
                      <a:pt x="2942" y="354"/>
                      <a:pt x="2944" y="354"/>
                      <a:pt x="2945" y="354"/>
                    </a:cubicBezTo>
                    <a:cubicBezTo>
                      <a:pt x="2947" y="354"/>
                      <a:pt x="2949" y="355"/>
                      <a:pt x="2951" y="353"/>
                    </a:cubicBezTo>
                    <a:cubicBezTo>
                      <a:pt x="2952" y="353"/>
                      <a:pt x="2952" y="352"/>
                      <a:pt x="2952" y="352"/>
                    </a:cubicBezTo>
                    <a:cubicBezTo>
                      <a:pt x="2978" y="350"/>
                      <a:pt x="3009" y="355"/>
                      <a:pt x="3031" y="338"/>
                    </a:cubicBezTo>
                    <a:cubicBezTo>
                      <a:pt x="3031" y="338"/>
                      <a:pt x="3032" y="337"/>
                      <a:pt x="3032" y="336"/>
                    </a:cubicBezTo>
                    <a:cubicBezTo>
                      <a:pt x="3033" y="335"/>
                      <a:pt x="3033" y="334"/>
                      <a:pt x="3033" y="332"/>
                    </a:cubicBezTo>
                    <a:cubicBezTo>
                      <a:pt x="3033" y="331"/>
                      <a:pt x="3033" y="329"/>
                      <a:pt x="3032" y="328"/>
                    </a:cubicBezTo>
                    <a:cubicBezTo>
                      <a:pt x="3031" y="327"/>
                      <a:pt x="3031" y="326"/>
                      <a:pt x="3029" y="325"/>
                    </a:cubicBezTo>
                    <a:cubicBezTo>
                      <a:pt x="3028" y="325"/>
                      <a:pt x="3028" y="324"/>
                      <a:pt x="3028" y="324"/>
                    </a:cubicBezTo>
                    <a:cubicBezTo>
                      <a:pt x="3014" y="321"/>
                      <a:pt x="3001" y="320"/>
                      <a:pt x="2987" y="320"/>
                    </a:cubicBezTo>
                    <a:cubicBezTo>
                      <a:pt x="2985" y="320"/>
                      <a:pt x="2983" y="320"/>
                      <a:pt x="2981" y="320"/>
                    </a:cubicBezTo>
                    <a:cubicBezTo>
                      <a:pt x="2974" y="320"/>
                      <a:pt x="2966" y="321"/>
                      <a:pt x="2959" y="324"/>
                    </a:cubicBezTo>
                    <a:cubicBezTo>
                      <a:pt x="2954" y="325"/>
                      <a:pt x="2949" y="325"/>
                      <a:pt x="2944" y="326"/>
                    </a:cubicBezTo>
                    <a:cubicBezTo>
                      <a:pt x="2946" y="311"/>
                      <a:pt x="2949" y="296"/>
                      <a:pt x="2951" y="281"/>
                    </a:cubicBezTo>
                    <a:lnTo>
                      <a:pt x="2954" y="280"/>
                    </a:lnTo>
                    <a:cubicBezTo>
                      <a:pt x="2960" y="277"/>
                      <a:pt x="2975" y="282"/>
                      <a:pt x="2982" y="282"/>
                    </a:cubicBezTo>
                    <a:cubicBezTo>
                      <a:pt x="2988" y="283"/>
                      <a:pt x="2993" y="283"/>
                      <a:pt x="2999" y="283"/>
                    </a:cubicBezTo>
                    <a:cubicBezTo>
                      <a:pt x="3014" y="283"/>
                      <a:pt x="3029" y="280"/>
                      <a:pt x="3044" y="275"/>
                    </a:cubicBezTo>
                    <a:cubicBezTo>
                      <a:pt x="3045" y="274"/>
                      <a:pt x="3046" y="273"/>
                      <a:pt x="3047" y="272"/>
                    </a:cubicBezTo>
                    <a:cubicBezTo>
                      <a:pt x="3048" y="270"/>
                      <a:pt x="3048" y="269"/>
                      <a:pt x="3048" y="267"/>
                    </a:cubicBezTo>
                    <a:cubicBezTo>
                      <a:pt x="3048" y="266"/>
                      <a:pt x="3048" y="264"/>
                      <a:pt x="3047" y="263"/>
                    </a:cubicBezTo>
                    <a:cubicBezTo>
                      <a:pt x="3046" y="261"/>
                      <a:pt x="3045" y="260"/>
                      <a:pt x="3044" y="259"/>
                    </a:cubicBezTo>
                    <a:cubicBezTo>
                      <a:pt x="3028" y="255"/>
                      <a:pt x="3012" y="252"/>
                      <a:pt x="2995" y="252"/>
                    </a:cubicBezTo>
                    <a:cubicBezTo>
                      <a:pt x="2990" y="252"/>
                      <a:pt x="2985" y="252"/>
                      <a:pt x="2980" y="253"/>
                    </a:cubicBezTo>
                    <a:cubicBezTo>
                      <a:pt x="2976" y="252"/>
                      <a:pt x="2971" y="252"/>
                      <a:pt x="2968" y="252"/>
                    </a:cubicBezTo>
                    <a:cubicBezTo>
                      <a:pt x="2964" y="252"/>
                      <a:pt x="2961" y="252"/>
                      <a:pt x="2957" y="253"/>
                    </a:cubicBezTo>
                    <a:cubicBezTo>
                      <a:pt x="2959" y="240"/>
                      <a:pt x="2961" y="227"/>
                      <a:pt x="2963" y="213"/>
                    </a:cubicBezTo>
                    <a:cubicBezTo>
                      <a:pt x="2998" y="216"/>
                      <a:pt x="3036" y="222"/>
                      <a:pt x="3067" y="205"/>
                    </a:cubicBezTo>
                    <a:cubicBezTo>
                      <a:pt x="3069" y="204"/>
                      <a:pt x="3070" y="203"/>
                      <a:pt x="3070" y="202"/>
                    </a:cubicBezTo>
                    <a:cubicBezTo>
                      <a:pt x="3071" y="201"/>
                      <a:pt x="3071" y="200"/>
                      <a:pt x="3071" y="198"/>
                    </a:cubicBezTo>
                    <a:cubicBezTo>
                      <a:pt x="3071" y="197"/>
                      <a:pt x="3071" y="196"/>
                      <a:pt x="3070" y="194"/>
                    </a:cubicBezTo>
                    <a:cubicBezTo>
                      <a:pt x="3070" y="193"/>
                      <a:pt x="3069" y="192"/>
                      <a:pt x="3067" y="192"/>
                    </a:cubicBezTo>
                    <a:cubicBezTo>
                      <a:pt x="3056" y="189"/>
                      <a:pt x="3045" y="187"/>
                      <a:pt x="3033" y="187"/>
                    </a:cubicBezTo>
                    <a:cubicBezTo>
                      <a:pt x="3028" y="187"/>
                      <a:pt x="3023" y="187"/>
                      <a:pt x="3018" y="188"/>
                    </a:cubicBezTo>
                    <a:cubicBezTo>
                      <a:pt x="3001" y="188"/>
                      <a:pt x="2984" y="188"/>
                      <a:pt x="2968" y="190"/>
                    </a:cubicBezTo>
                    <a:cubicBezTo>
                      <a:pt x="2970" y="175"/>
                      <a:pt x="2973" y="160"/>
                      <a:pt x="2977" y="145"/>
                    </a:cubicBezTo>
                    <a:cubicBezTo>
                      <a:pt x="2978" y="145"/>
                      <a:pt x="2979" y="146"/>
                      <a:pt x="2980" y="146"/>
                    </a:cubicBezTo>
                    <a:cubicBezTo>
                      <a:pt x="2981" y="146"/>
                      <a:pt x="2982" y="146"/>
                      <a:pt x="2983" y="145"/>
                    </a:cubicBezTo>
                    <a:cubicBezTo>
                      <a:pt x="2984" y="145"/>
                      <a:pt x="2984" y="144"/>
                      <a:pt x="2984" y="144"/>
                    </a:cubicBezTo>
                    <a:cubicBezTo>
                      <a:pt x="2990" y="138"/>
                      <a:pt x="3015" y="144"/>
                      <a:pt x="3024" y="144"/>
                    </a:cubicBezTo>
                    <a:cubicBezTo>
                      <a:pt x="3029" y="144"/>
                      <a:pt x="3033" y="145"/>
                      <a:pt x="3038" y="145"/>
                    </a:cubicBezTo>
                    <a:cubicBezTo>
                      <a:pt x="3053" y="145"/>
                      <a:pt x="3068" y="142"/>
                      <a:pt x="3083" y="138"/>
                    </a:cubicBezTo>
                    <a:cubicBezTo>
                      <a:pt x="3088" y="136"/>
                      <a:pt x="3091" y="127"/>
                      <a:pt x="3084" y="124"/>
                    </a:cubicBezTo>
                    <a:cubicBezTo>
                      <a:pt x="3059" y="113"/>
                      <a:pt x="3030" y="118"/>
                      <a:pt x="3004" y="117"/>
                    </a:cubicBezTo>
                    <a:cubicBezTo>
                      <a:pt x="3003" y="117"/>
                      <a:pt x="3002" y="117"/>
                      <a:pt x="3001" y="117"/>
                    </a:cubicBezTo>
                    <a:cubicBezTo>
                      <a:pt x="2995" y="117"/>
                      <a:pt x="2990" y="118"/>
                      <a:pt x="2985" y="119"/>
                    </a:cubicBezTo>
                    <a:cubicBezTo>
                      <a:pt x="2990" y="105"/>
                      <a:pt x="2997" y="91"/>
                      <a:pt x="3004" y="78"/>
                    </a:cubicBezTo>
                    <a:lnTo>
                      <a:pt x="3005" y="77"/>
                    </a:lnTo>
                    <a:cubicBezTo>
                      <a:pt x="3005" y="84"/>
                      <a:pt x="3016" y="91"/>
                      <a:pt x="3022" y="85"/>
                    </a:cubicBezTo>
                    <a:cubicBezTo>
                      <a:pt x="3024" y="84"/>
                      <a:pt x="3025" y="83"/>
                      <a:pt x="3027" y="82"/>
                    </a:cubicBezTo>
                    <a:cubicBezTo>
                      <a:pt x="3042" y="73"/>
                      <a:pt x="3060" y="68"/>
                      <a:pt x="3079" y="68"/>
                    </a:cubicBezTo>
                    <a:cubicBezTo>
                      <a:pt x="3080" y="68"/>
                      <a:pt x="3081" y="67"/>
                      <a:pt x="3083" y="66"/>
                    </a:cubicBezTo>
                    <a:cubicBezTo>
                      <a:pt x="3084" y="65"/>
                      <a:pt x="3086" y="65"/>
                      <a:pt x="3087" y="63"/>
                    </a:cubicBezTo>
                    <a:cubicBezTo>
                      <a:pt x="3087" y="62"/>
                      <a:pt x="3088" y="60"/>
                      <a:pt x="3088" y="59"/>
                    </a:cubicBezTo>
                    <a:cubicBezTo>
                      <a:pt x="3088" y="58"/>
                      <a:pt x="3088" y="57"/>
                      <a:pt x="3088" y="57"/>
                    </a:cubicBezTo>
                    <a:cubicBezTo>
                      <a:pt x="3088" y="55"/>
                      <a:pt x="3088" y="53"/>
                      <a:pt x="3087" y="52"/>
                    </a:cubicBezTo>
                    <a:cubicBezTo>
                      <a:pt x="3087" y="51"/>
                      <a:pt x="3087" y="51"/>
                      <a:pt x="3087" y="51"/>
                    </a:cubicBezTo>
                    <a:cubicBezTo>
                      <a:pt x="3086" y="51"/>
                      <a:pt x="3086" y="50"/>
                      <a:pt x="3085" y="49"/>
                    </a:cubicBezTo>
                    <a:cubicBezTo>
                      <a:pt x="3084" y="48"/>
                      <a:pt x="3082" y="47"/>
                      <a:pt x="3081" y="46"/>
                    </a:cubicBezTo>
                    <a:cubicBezTo>
                      <a:pt x="3076" y="44"/>
                      <a:pt x="3071" y="42"/>
                      <a:pt x="3066" y="42"/>
                    </a:cubicBezTo>
                    <a:cubicBezTo>
                      <a:pt x="3062" y="42"/>
                      <a:pt x="3058" y="43"/>
                      <a:pt x="3054" y="45"/>
                    </a:cubicBezTo>
                    <a:cubicBezTo>
                      <a:pt x="3051" y="46"/>
                      <a:pt x="3054" y="45"/>
                      <a:pt x="3054" y="43"/>
                    </a:cubicBezTo>
                    <a:cubicBezTo>
                      <a:pt x="3051" y="12"/>
                      <a:pt x="3118" y="72"/>
                      <a:pt x="3115" y="68"/>
                    </a:cubicBezTo>
                    <a:cubicBezTo>
                      <a:pt x="3135" y="96"/>
                      <a:pt x="3143" y="164"/>
                      <a:pt x="3142" y="193"/>
                    </a:cubicBezTo>
                    <a:cubicBezTo>
                      <a:pt x="3140" y="257"/>
                      <a:pt x="3140" y="322"/>
                      <a:pt x="3136" y="386"/>
                    </a:cubicBezTo>
                    <a:cubicBezTo>
                      <a:pt x="3131" y="444"/>
                      <a:pt x="3120" y="502"/>
                      <a:pt x="3101" y="558"/>
                    </a:cubicBezTo>
                    <a:cubicBezTo>
                      <a:pt x="3082" y="622"/>
                      <a:pt x="3070" y="689"/>
                      <a:pt x="3065" y="756"/>
                    </a:cubicBezTo>
                    <a:cubicBezTo>
                      <a:pt x="3054" y="881"/>
                      <a:pt x="3000" y="998"/>
                      <a:pt x="2993" y="1124"/>
                    </a:cubicBezTo>
                    <a:cubicBezTo>
                      <a:pt x="2990" y="1197"/>
                      <a:pt x="2982" y="1270"/>
                      <a:pt x="2968" y="1342"/>
                    </a:cubicBezTo>
                    <a:cubicBezTo>
                      <a:pt x="2954" y="1411"/>
                      <a:pt x="2931" y="1482"/>
                      <a:pt x="2929" y="1553"/>
                    </a:cubicBezTo>
                    <a:cubicBezTo>
                      <a:pt x="2925" y="1630"/>
                      <a:pt x="2916" y="1706"/>
                      <a:pt x="2902" y="1782"/>
                    </a:cubicBezTo>
                    <a:cubicBezTo>
                      <a:pt x="2894" y="1813"/>
                      <a:pt x="2889" y="1845"/>
                      <a:pt x="2887" y="1877"/>
                    </a:cubicBezTo>
                    <a:cubicBezTo>
                      <a:pt x="2887" y="1885"/>
                      <a:pt x="2887" y="1892"/>
                      <a:pt x="2887" y="1900"/>
                    </a:cubicBezTo>
                    <a:cubicBezTo>
                      <a:pt x="2887" y="1935"/>
                      <a:pt x="2884" y="1970"/>
                      <a:pt x="2879" y="2005"/>
                    </a:cubicBezTo>
                    <a:cubicBezTo>
                      <a:pt x="2868" y="2062"/>
                      <a:pt x="2849" y="2118"/>
                      <a:pt x="2842" y="2176"/>
                    </a:cubicBezTo>
                    <a:cubicBezTo>
                      <a:pt x="2833" y="2248"/>
                      <a:pt x="2805" y="2318"/>
                      <a:pt x="2798" y="2390"/>
                    </a:cubicBezTo>
                    <a:cubicBezTo>
                      <a:pt x="2794" y="2425"/>
                      <a:pt x="2785" y="2459"/>
                      <a:pt x="2773" y="2493"/>
                    </a:cubicBezTo>
                    <a:cubicBezTo>
                      <a:pt x="2763" y="2523"/>
                      <a:pt x="2760" y="2555"/>
                      <a:pt x="2752" y="2586"/>
                    </a:cubicBezTo>
                    <a:cubicBezTo>
                      <a:pt x="2735" y="2656"/>
                      <a:pt x="2711" y="2724"/>
                      <a:pt x="2696" y="2793"/>
                    </a:cubicBezTo>
                    <a:cubicBezTo>
                      <a:pt x="2683" y="2853"/>
                      <a:pt x="2686" y="2917"/>
                      <a:pt x="2668" y="2976"/>
                    </a:cubicBezTo>
                    <a:cubicBezTo>
                      <a:pt x="2661" y="3001"/>
                      <a:pt x="2668" y="3029"/>
                      <a:pt x="2661" y="3055"/>
                    </a:cubicBezTo>
                    <a:cubicBezTo>
                      <a:pt x="2653" y="3093"/>
                      <a:pt x="2647" y="3131"/>
                      <a:pt x="2644" y="3169"/>
                    </a:cubicBezTo>
                    <a:cubicBezTo>
                      <a:pt x="2638" y="3232"/>
                      <a:pt x="2628" y="3295"/>
                      <a:pt x="2615" y="3357"/>
                    </a:cubicBezTo>
                    <a:cubicBezTo>
                      <a:pt x="2607" y="3389"/>
                      <a:pt x="2602" y="3422"/>
                      <a:pt x="2599" y="3455"/>
                    </a:cubicBezTo>
                    <a:cubicBezTo>
                      <a:pt x="2595" y="3490"/>
                      <a:pt x="2577" y="3525"/>
                      <a:pt x="2568" y="3560"/>
                    </a:cubicBezTo>
                    <a:cubicBezTo>
                      <a:pt x="2556" y="3608"/>
                      <a:pt x="2547" y="3658"/>
                      <a:pt x="2541" y="3708"/>
                    </a:cubicBezTo>
                    <a:lnTo>
                      <a:pt x="2540" y="3708"/>
                    </a:lnTo>
                    <a:cubicBezTo>
                      <a:pt x="2539" y="3711"/>
                      <a:pt x="2538" y="3713"/>
                      <a:pt x="2538" y="3716"/>
                    </a:cubicBezTo>
                    <a:cubicBezTo>
                      <a:pt x="2538" y="3717"/>
                      <a:pt x="2539" y="3719"/>
                      <a:pt x="2539" y="3720"/>
                    </a:cubicBezTo>
                    <a:cubicBezTo>
                      <a:pt x="2538" y="3728"/>
                      <a:pt x="2537" y="3736"/>
                      <a:pt x="2536" y="3744"/>
                    </a:cubicBezTo>
                    <a:cubicBezTo>
                      <a:pt x="2528" y="3780"/>
                      <a:pt x="2517" y="3814"/>
                      <a:pt x="2503" y="3847"/>
                    </a:cubicBezTo>
                    <a:cubicBezTo>
                      <a:pt x="2491" y="3881"/>
                      <a:pt x="2490" y="3921"/>
                      <a:pt x="2481" y="3957"/>
                    </a:cubicBezTo>
                    <a:cubicBezTo>
                      <a:pt x="2466" y="4017"/>
                      <a:pt x="2462" y="4083"/>
                      <a:pt x="2450" y="4144"/>
                    </a:cubicBezTo>
                    <a:cubicBezTo>
                      <a:pt x="2437" y="4209"/>
                      <a:pt x="2415" y="4273"/>
                      <a:pt x="2408" y="4338"/>
                    </a:cubicBezTo>
                    <a:cubicBezTo>
                      <a:pt x="2402" y="4404"/>
                      <a:pt x="2379" y="4474"/>
                      <a:pt x="2370" y="4542"/>
                    </a:cubicBezTo>
                    <a:cubicBezTo>
                      <a:pt x="2362" y="4610"/>
                      <a:pt x="2356" y="4675"/>
                      <a:pt x="2343" y="4740"/>
                    </a:cubicBezTo>
                    <a:cubicBezTo>
                      <a:pt x="2336" y="4772"/>
                      <a:pt x="2329" y="4803"/>
                      <a:pt x="2322" y="4835"/>
                    </a:cubicBezTo>
                    <a:cubicBezTo>
                      <a:pt x="2314" y="4870"/>
                      <a:pt x="2317" y="4906"/>
                      <a:pt x="2307" y="4942"/>
                    </a:cubicBezTo>
                    <a:cubicBezTo>
                      <a:pt x="2289" y="5014"/>
                      <a:pt x="2275" y="5088"/>
                      <a:pt x="2265" y="5162"/>
                    </a:cubicBezTo>
                    <a:cubicBezTo>
                      <a:pt x="2254" y="5227"/>
                      <a:pt x="2246" y="5291"/>
                      <a:pt x="2236" y="5356"/>
                    </a:cubicBezTo>
                    <a:cubicBezTo>
                      <a:pt x="2230" y="5414"/>
                      <a:pt x="2219" y="5471"/>
                      <a:pt x="2203" y="5527"/>
                    </a:cubicBezTo>
                    <a:cubicBezTo>
                      <a:pt x="2179" y="5596"/>
                      <a:pt x="2179" y="5675"/>
                      <a:pt x="2163" y="5746"/>
                    </a:cubicBezTo>
                    <a:cubicBezTo>
                      <a:pt x="2149" y="5809"/>
                      <a:pt x="2141" y="5873"/>
                      <a:pt x="2140" y="5937"/>
                    </a:cubicBezTo>
                    <a:cubicBezTo>
                      <a:pt x="2142" y="6001"/>
                      <a:pt x="2124" y="6066"/>
                      <a:pt x="2121" y="6130"/>
                    </a:cubicBezTo>
                    <a:cubicBezTo>
                      <a:pt x="2116" y="6197"/>
                      <a:pt x="2105" y="6263"/>
                      <a:pt x="2087" y="6328"/>
                    </a:cubicBezTo>
                    <a:cubicBezTo>
                      <a:pt x="2075" y="6364"/>
                      <a:pt x="2066" y="6402"/>
                      <a:pt x="2059" y="6439"/>
                    </a:cubicBezTo>
                    <a:cubicBezTo>
                      <a:pt x="2055" y="6436"/>
                      <a:pt x="2050" y="6433"/>
                      <a:pt x="2045" y="6430"/>
                    </a:cubicBezTo>
                    <a:cubicBezTo>
                      <a:pt x="2013" y="6412"/>
                      <a:pt x="1977" y="6401"/>
                      <a:pt x="1940" y="6400"/>
                    </a:cubicBezTo>
                    <a:cubicBezTo>
                      <a:pt x="1911" y="6402"/>
                      <a:pt x="1858" y="6397"/>
                      <a:pt x="1811" y="6403"/>
                    </a:cubicBezTo>
                    <a:cubicBezTo>
                      <a:pt x="1813" y="6394"/>
                      <a:pt x="1815" y="6385"/>
                      <a:pt x="1817" y="6376"/>
                    </a:cubicBezTo>
                    <a:cubicBezTo>
                      <a:pt x="1826" y="6374"/>
                      <a:pt x="1834" y="6372"/>
                      <a:pt x="1842" y="6370"/>
                    </a:cubicBezTo>
                    <a:cubicBezTo>
                      <a:pt x="1855" y="6367"/>
                      <a:pt x="1867" y="6370"/>
                      <a:pt x="1878" y="6362"/>
                    </a:cubicBezTo>
                    <a:cubicBezTo>
                      <a:pt x="1878" y="6362"/>
                      <a:pt x="1879" y="6361"/>
                      <a:pt x="1880" y="6360"/>
                    </a:cubicBezTo>
                    <a:cubicBezTo>
                      <a:pt x="1881" y="6358"/>
                      <a:pt x="1881" y="6356"/>
                      <a:pt x="1881" y="6354"/>
                    </a:cubicBezTo>
                    <a:cubicBezTo>
                      <a:pt x="1881" y="6354"/>
                      <a:pt x="1881" y="6353"/>
                      <a:pt x="1881" y="6352"/>
                    </a:cubicBezTo>
                    <a:cubicBezTo>
                      <a:pt x="1876" y="6339"/>
                      <a:pt x="1856" y="6342"/>
                      <a:pt x="1845" y="6343"/>
                    </a:cubicBezTo>
                    <a:cubicBezTo>
                      <a:pt x="1838" y="6343"/>
                      <a:pt x="1831" y="6345"/>
                      <a:pt x="1825" y="6349"/>
                    </a:cubicBezTo>
                    <a:cubicBezTo>
                      <a:pt x="1827" y="6343"/>
                      <a:pt x="1829" y="6337"/>
                      <a:pt x="1831" y="6333"/>
                    </a:cubicBezTo>
                    <a:cubicBezTo>
                      <a:pt x="1834" y="6325"/>
                      <a:pt x="1836" y="6318"/>
                      <a:pt x="1837" y="6310"/>
                    </a:cubicBezTo>
                    <a:cubicBezTo>
                      <a:pt x="1843" y="6311"/>
                      <a:pt x="1848" y="6311"/>
                      <a:pt x="1854" y="6311"/>
                    </a:cubicBezTo>
                    <a:cubicBezTo>
                      <a:pt x="1869" y="6311"/>
                      <a:pt x="1883" y="6310"/>
                      <a:pt x="1898" y="6308"/>
                    </a:cubicBezTo>
                    <a:cubicBezTo>
                      <a:pt x="1903" y="6308"/>
                      <a:pt x="1909" y="6309"/>
                      <a:pt x="1915" y="6309"/>
                    </a:cubicBezTo>
                    <a:cubicBezTo>
                      <a:pt x="1936" y="6309"/>
                      <a:pt x="1956" y="6306"/>
                      <a:pt x="1976" y="6300"/>
                    </a:cubicBezTo>
                    <a:cubicBezTo>
                      <a:pt x="1977" y="6300"/>
                      <a:pt x="1977" y="6300"/>
                      <a:pt x="1978" y="6300"/>
                    </a:cubicBezTo>
                    <a:cubicBezTo>
                      <a:pt x="1979" y="6299"/>
                      <a:pt x="1979" y="6299"/>
                      <a:pt x="1980" y="6298"/>
                    </a:cubicBezTo>
                    <a:cubicBezTo>
                      <a:pt x="1981" y="6297"/>
                      <a:pt x="1981" y="6296"/>
                      <a:pt x="1981" y="6295"/>
                    </a:cubicBezTo>
                    <a:cubicBezTo>
                      <a:pt x="1981" y="6293"/>
                      <a:pt x="1981" y="6292"/>
                      <a:pt x="1980" y="6292"/>
                    </a:cubicBezTo>
                    <a:cubicBezTo>
                      <a:pt x="1979" y="6291"/>
                      <a:pt x="1979" y="6290"/>
                      <a:pt x="1978" y="6289"/>
                    </a:cubicBezTo>
                    <a:cubicBezTo>
                      <a:pt x="1977" y="6288"/>
                      <a:pt x="1977" y="6289"/>
                      <a:pt x="1976" y="6289"/>
                    </a:cubicBezTo>
                    <a:cubicBezTo>
                      <a:pt x="1955" y="6282"/>
                      <a:pt x="1933" y="6279"/>
                      <a:pt x="1910" y="6279"/>
                    </a:cubicBezTo>
                    <a:cubicBezTo>
                      <a:pt x="1887" y="6279"/>
                      <a:pt x="1863" y="6283"/>
                      <a:pt x="1840" y="6290"/>
                    </a:cubicBezTo>
                    <a:cubicBezTo>
                      <a:pt x="1840" y="6280"/>
                      <a:pt x="1842" y="6270"/>
                      <a:pt x="1844" y="6260"/>
                    </a:cubicBezTo>
                    <a:cubicBezTo>
                      <a:pt x="1877" y="6253"/>
                      <a:pt x="1912" y="6263"/>
                      <a:pt x="1946" y="6256"/>
                    </a:cubicBezTo>
                    <a:lnTo>
                      <a:pt x="1947" y="6256"/>
                    </a:lnTo>
                    <a:cubicBezTo>
                      <a:pt x="1948" y="6255"/>
                      <a:pt x="1949" y="6255"/>
                      <a:pt x="1949" y="6254"/>
                    </a:cubicBezTo>
                    <a:cubicBezTo>
                      <a:pt x="1950" y="6253"/>
                      <a:pt x="1950" y="6251"/>
                      <a:pt x="1950" y="6250"/>
                    </a:cubicBezTo>
                    <a:cubicBezTo>
                      <a:pt x="1950" y="6248"/>
                      <a:pt x="1950" y="6248"/>
                      <a:pt x="1949" y="6247"/>
                    </a:cubicBezTo>
                    <a:cubicBezTo>
                      <a:pt x="1949" y="6246"/>
                      <a:pt x="1948" y="6246"/>
                      <a:pt x="1947" y="6245"/>
                    </a:cubicBezTo>
                    <a:cubicBezTo>
                      <a:pt x="1929" y="6237"/>
                      <a:pt x="1910" y="6233"/>
                      <a:pt x="1890" y="6233"/>
                    </a:cubicBezTo>
                    <a:cubicBezTo>
                      <a:pt x="1876" y="6233"/>
                      <a:pt x="1861" y="6236"/>
                      <a:pt x="1847" y="6240"/>
                    </a:cubicBezTo>
                    <a:lnTo>
                      <a:pt x="1851" y="6217"/>
                    </a:lnTo>
                    <a:cubicBezTo>
                      <a:pt x="1884" y="6212"/>
                      <a:pt x="1922" y="6223"/>
                      <a:pt x="1956" y="6212"/>
                    </a:cubicBezTo>
                    <a:lnTo>
                      <a:pt x="1957" y="6212"/>
                    </a:lnTo>
                    <a:cubicBezTo>
                      <a:pt x="1958" y="6211"/>
                      <a:pt x="1958" y="6209"/>
                      <a:pt x="1959" y="6209"/>
                    </a:cubicBezTo>
                    <a:cubicBezTo>
                      <a:pt x="1960" y="6208"/>
                      <a:pt x="1960" y="6207"/>
                      <a:pt x="1960" y="6206"/>
                    </a:cubicBezTo>
                    <a:cubicBezTo>
                      <a:pt x="1960" y="6205"/>
                      <a:pt x="1960" y="6204"/>
                      <a:pt x="1959" y="6203"/>
                    </a:cubicBezTo>
                    <a:cubicBezTo>
                      <a:pt x="1958" y="6202"/>
                      <a:pt x="1958" y="6202"/>
                      <a:pt x="1957" y="6201"/>
                    </a:cubicBezTo>
                    <a:cubicBezTo>
                      <a:pt x="1956" y="6200"/>
                      <a:pt x="1956" y="6201"/>
                      <a:pt x="1956" y="6201"/>
                    </a:cubicBezTo>
                    <a:cubicBezTo>
                      <a:pt x="1936" y="6196"/>
                      <a:pt x="1915" y="6194"/>
                      <a:pt x="1895" y="6194"/>
                    </a:cubicBezTo>
                    <a:cubicBezTo>
                      <a:pt x="1883" y="6194"/>
                      <a:pt x="1871" y="6195"/>
                      <a:pt x="1859" y="6196"/>
                    </a:cubicBezTo>
                    <a:lnTo>
                      <a:pt x="1854" y="6196"/>
                    </a:lnTo>
                    <a:lnTo>
                      <a:pt x="1859" y="6162"/>
                    </a:lnTo>
                    <a:cubicBezTo>
                      <a:pt x="1865" y="6161"/>
                      <a:pt x="1870" y="6161"/>
                      <a:pt x="1875" y="6161"/>
                    </a:cubicBezTo>
                    <a:cubicBezTo>
                      <a:pt x="1881" y="6161"/>
                      <a:pt x="1886" y="6161"/>
                      <a:pt x="1892" y="6162"/>
                    </a:cubicBezTo>
                    <a:cubicBezTo>
                      <a:pt x="1896" y="6163"/>
                      <a:pt x="1901" y="6163"/>
                      <a:pt x="1905" y="6163"/>
                    </a:cubicBezTo>
                    <a:cubicBezTo>
                      <a:pt x="1915" y="6163"/>
                      <a:pt x="1926" y="6161"/>
                      <a:pt x="1936" y="6158"/>
                    </a:cubicBezTo>
                    <a:lnTo>
                      <a:pt x="1937" y="6158"/>
                    </a:lnTo>
                    <a:cubicBezTo>
                      <a:pt x="1938" y="6157"/>
                      <a:pt x="1939" y="6156"/>
                      <a:pt x="1939" y="6155"/>
                    </a:cubicBezTo>
                    <a:cubicBezTo>
                      <a:pt x="1940" y="6154"/>
                      <a:pt x="1940" y="6153"/>
                      <a:pt x="1940" y="6152"/>
                    </a:cubicBezTo>
                    <a:cubicBezTo>
                      <a:pt x="1940" y="6151"/>
                      <a:pt x="1940" y="6149"/>
                      <a:pt x="1939" y="6148"/>
                    </a:cubicBezTo>
                    <a:cubicBezTo>
                      <a:pt x="1939" y="6147"/>
                      <a:pt x="1938" y="6147"/>
                      <a:pt x="1937" y="6146"/>
                    </a:cubicBezTo>
                    <a:cubicBezTo>
                      <a:pt x="1936" y="6145"/>
                      <a:pt x="1936" y="6146"/>
                      <a:pt x="1936" y="6146"/>
                    </a:cubicBezTo>
                    <a:cubicBezTo>
                      <a:pt x="1925" y="6142"/>
                      <a:pt x="1913" y="6140"/>
                      <a:pt x="1901" y="6140"/>
                    </a:cubicBezTo>
                    <a:cubicBezTo>
                      <a:pt x="1896" y="6140"/>
                      <a:pt x="1891" y="6141"/>
                      <a:pt x="1886" y="6141"/>
                    </a:cubicBezTo>
                    <a:lnTo>
                      <a:pt x="1885" y="6141"/>
                    </a:lnTo>
                    <a:cubicBezTo>
                      <a:pt x="1878" y="6141"/>
                      <a:pt x="1870" y="6142"/>
                      <a:pt x="1862" y="6144"/>
                    </a:cubicBezTo>
                    <a:cubicBezTo>
                      <a:pt x="1862" y="6139"/>
                      <a:pt x="1864" y="6134"/>
                      <a:pt x="1864" y="6129"/>
                    </a:cubicBezTo>
                    <a:cubicBezTo>
                      <a:pt x="1878" y="6127"/>
                      <a:pt x="1891" y="6123"/>
                      <a:pt x="1904" y="6122"/>
                    </a:cubicBezTo>
                    <a:cubicBezTo>
                      <a:pt x="1923" y="6120"/>
                      <a:pt x="1943" y="6125"/>
                      <a:pt x="1961" y="6117"/>
                    </a:cubicBezTo>
                    <a:cubicBezTo>
                      <a:pt x="1962" y="6117"/>
                      <a:pt x="1962" y="6117"/>
                      <a:pt x="1962" y="6117"/>
                    </a:cubicBezTo>
                    <a:cubicBezTo>
                      <a:pt x="1963" y="6116"/>
                      <a:pt x="1965" y="6115"/>
                      <a:pt x="1965" y="6114"/>
                    </a:cubicBezTo>
                    <a:cubicBezTo>
                      <a:pt x="1966" y="6113"/>
                      <a:pt x="1965" y="6112"/>
                      <a:pt x="1965" y="6111"/>
                    </a:cubicBezTo>
                    <a:cubicBezTo>
                      <a:pt x="1965" y="6110"/>
                      <a:pt x="1965" y="6109"/>
                      <a:pt x="1965" y="6108"/>
                    </a:cubicBezTo>
                    <a:cubicBezTo>
                      <a:pt x="1964" y="6107"/>
                      <a:pt x="1963" y="6106"/>
                      <a:pt x="1962" y="6105"/>
                    </a:cubicBezTo>
                    <a:cubicBezTo>
                      <a:pt x="1949" y="6100"/>
                      <a:pt x="1934" y="6097"/>
                      <a:pt x="1919" y="6097"/>
                    </a:cubicBezTo>
                    <a:cubicBezTo>
                      <a:pt x="1901" y="6097"/>
                      <a:pt x="1883" y="6102"/>
                      <a:pt x="1867" y="6109"/>
                    </a:cubicBezTo>
                    <a:cubicBezTo>
                      <a:pt x="1869" y="6096"/>
                      <a:pt x="1872" y="6084"/>
                      <a:pt x="1874" y="6070"/>
                    </a:cubicBezTo>
                    <a:cubicBezTo>
                      <a:pt x="1894" y="6068"/>
                      <a:pt x="1913" y="6063"/>
                      <a:pt x="1932" y="6061"/>
                    </a:cubicBezTo>
                    <a:cubicBezTo>
                      <a:pt x="1957" y="6059"/>
                      <a:pt x="1982" y="6056"/>
                      <a:pt x="2006" y="6050"/>
                    </a:cubicBezTo>
                    <a:lnTo>
                      <a:pt x="2007" y="6049"/>
                    </a:lnTo>
                    <a:cubicBezTo>
                      <a:pt x="2008" y="6049"/>
                      <a:pt x="2009" y="6047"/>
                      <a:pt x="2010" y="6046"/>
                    </a:cubicBezTo>
                    <a:cubicBezTo>
                      <a:pt x="2011" y="6044"/>
                      <a:pt x="2011" y="6044"/>
                      <a:pt x="2011" y="6043"/>
                    </a:cubicBezTo>
                    <a:cubicBezTo>
                      <a:pt x="2011" y="6041"/>
                      <a:pt x="2011" y="6040"/>
                      <a:pt x="2010" y="6039"/>
                    </a:cubicBezTo>
                    <a:cubicBezTo>
                      <a:pt x="2009" y="6037"/>
                      <a:pt x="2008" y="6036"/>
                      <a:pt x="2007" y="6036"/>
                    </a:cubicBezTo>
                    <a:lnTo>
                      <a:pt x="2006" y="6035"/>
                    </a:lnTo>
                    <a:cubicBezTo>
                      <a:pt x="1993" y="6032"/>
                      <a:pt x="1980" y="6030"/>
                      <a:pt x="1967" y="6030"/>
                    </a:cubicBezTo>
                    <a:cubicBezTo>
                      <a:pt x="1954" y="6030"/>
                      <a:pt x="1940" y="6032"/>
                      <a:pt x="1927" y="6035"/>
                    </a:cubicBezTo>
                    <a:cubicBezTo>
                      <a:pt x="1911" y="6037"/>
                      <a:pt x="1895" y="6040"/>
                      <a:pt x="1879" y="6045"/>
                    </a:cubicBezTo>
                    <a:cubicBezTo>
                      <a:pt x="1879" y="6043"/>
                      <a:pt x="1879" y="6040"/>
                      <a:pt x="1881" y="6038"/>
                    </a:cubicBezTo>
                    <a:cubicBezTo>
                      <a:pt x="1882" y="6031"/>
                      <a:pt x="1884" y="6025"/>
                      <a:pt x="1885" y="6018"/>
                    </a:cubicBezTo>
                    <a:cubicBezTo>
                      <a:pt x="1886" y="6018"/>
                      <a:pt x="1887" y="6018"/>
                      <a:pt x="1887" y="6018"/>
                    </a:cubicBezTo>
                    <a:cubicBezTo>
                      <a:pt x="1888" y="6017"/>
                      <a:pt x="1889" y="6016"/>
                      <a:pt x="1889" y="6016"/>
                    </a:cubicBezTo>
                    <a:cubicBezTo>
                      <a:pt x="1890" y="6015"/>
                      <a:pt x="1890" y="6014"/>
                      <a:pt x="1890" y="6013"/>
                    </a:cubicBezTo>
                    <a:cubicBezTo>
                      <a:pt x="1890" y="6012"/>
                      <a:pt x="1890" y="6011"/>
                      <a:pt x="1889" y="6010"/>
                    </a:cubicBezTo>
                    <a:cubicBezTo>
                      <a:pt x="1894" y="6018"/>
                      <a:pt x="1939" y="6005"/>
                      <a:pt x="1948" y="6004"/>
                    </a:cubicBezTo>
                    <a:cubicBezTo>
                      <a:pt x="1974" y="6004"/>
                      <a:pt x="1999" y="6001"/>
                      <a:pt x="2024" y="5995"/>
                    </a:cubicBezTo>
                    <a:lnTo>
                      <a:pt x="2025" y="5995"/>
                    </a:lnTo>
                    <a:cubicBezTo>
                      <a:pt x="2026" y="5994"/>
                      <a:pt x="2026" y="5993"/>
                      <a:pt x="2027" y="5992"/>
                    </a:cubicBezTo>
                    <a:cubicBezTo>
                      <a:pt x="2028" y="5991"/>
                      <a:pt x="2028" y="5990"/>
                      <a:pt x="2028" y="5989"/>
                    </a:cubicBezTo>
                    <a:cubicBezTo>
                      <a:pt x="2028" y="5988"/>
                      <a:pt x="2028" y="5986"/>
                      <a:pt x="2027" y="5985"/>
                    </a:cubicBezTo>
                    <a:cubicBezTo>
                      <a:pt x="2026" y="5983"/>
                      <a:pt x="2026" y="5984"/>
                      <a:pt x="2025" y="5983"/>
                    </a:cubicBezTo>
                    <a:cubicBezTo>
                      <a:pt x="2024" y="5982"/>
                      <a:pt x="2024" y="5983"/>
                      <a:pt x="2024" y="5983"/>
                    </a:cubicBezTo>
                    <a:cubicBezTo>
                      <a:pt x="2008" y="5979"/>
                      <a:pt x="1991" y="5977"/>
                      <a:pt x="1975" y="5977"/>
                    </a:cubicBezTo>
                    <a:cubicBezTo>
                      <a:pt x="1955" y="5977"/>
                      <a:pt x="1936" y="5979"/>
                      <a:pt x="1917" y="5985"/>
                    </a:cubicBezTo>
                    <a:cubicBezTo>
                      <a:pt x="1911" y="5986"/>
                      <a:pt x="1901" y="5987"/>
                      <a:pt x="1893" y="5990"/>
                    </a:cubicBezTo>
                    <a:cubicBezTo>
                      <a:pt x="1896" y="5978"/>
                      <a:pt x="1899" y="5965"/>
                      <a:pt x="1901" y="5953"/>
                    </a:cubicBezTo>
                    <a:cubicBezTo>
                      <a:pt x="1914" y="5951"/>
                      <a:pt x="1928" y="5951"/>
                      <a:pt x="1941" y="5951"/>
                    </a:cubicBezTo>
                    <a:cubicBezTo>
                      <a:pt x="1944" y="5951"/>
                      <a:pt x="1948" y="5951"/>
                      <a:pt x="1951" y="5951"/>
                    </a:cubicBezTo>
                    <a:cubicBezTo>
                      <a:pt x="1956" y="5952"/>
                      <a:pt x="1960" y="5952"/>
                      <a:pt x="1965" y="5952"/>
                    </a:cubicBezTo>
                    <a:cubicBezTo>
                      <a:pt x="1974" y="5952"/>
                      <a:pt x="1982" y="5950"/>
                      <a:pt x="1991" y="5947"/>
                    </a:cubicBezTo>
                    <a:cubicBezTo>
                      <a:pt x="1992" y="5946"/>
                      <a:pt x="1992" y="5946"/>
                      <a:pt x="1993" y="5945"/>
                    </a:cubicBezTo>
                    <a:cubicBezTo>
                      <a:pt x="1993" y="5944"/>
                      <a:pt x="1994" y="5943"/>
                      <a:pt x="1994" y="5942"/>
                    </a:cubicBezTo>
                    <a:cubicBezTo>
                      <a:pt x="1994" y="5940"/>
                      <a:pt x="1993" y="5939"/>
                      <a:pt x="1993" y="5938"/>
                    </a:cubicBezTo>
                    <a:cubicBezTo>
                      <a:pt x="1992" y="5937"/>
                      <a:pt x="1992" y="5937"/>
                      <a:pt x="1991" y="5936"/>
                    </a:cubicBezTo>
                    <a:cubicBezTo>
                      <a:pt x="1975" y="5929"/>
                      <a:pt x="1959" y="5926"/>
                      <a:pt x="1942" y="5926"/>
                    </a:cubicBezTo>
                    <a:cubicBezTo>
                      <a:pt x="1937" y="5926"/>
                      <a:pt x="1932" y="5926"/>
                      <a:pt x="1927" y="5927"/>
                    </a:cubicBezTo>
                    <a:cubicBezTo>
                      <a:pt x="1926" y="5926"/>
                      <a:pt x="1925" y="5926"/>
                      <a:pt x="1923" y="5926"/>
                    </a:cubicBezTo>
                    <a:cubicBezTo>
                      <a:pt x="1919" y="5926"/>
                      <a:pt x="1914" y="5927"/>
                      <a:pt x="1910" y="5928"/>
                    </a:cubicBezTo>
                    <a:cubicBezTo>
                      <a:pt x="1909" y="5928"/>
                      <a:pt x="1910" y="5928"/>
                      <a:pt x="1909" y="5929"/>
                    </a:cubicBezTo>
                    <a:cubicBezTo>
                      <a:pt x="1908" y="5930"/>
                      <a:pt x="1907" y="5930"/>
                      <a:pt x="1906" y="5930"/>
                    </a:cubicBezTo>
                    <a:cubicBezTo>
                      <a:pt x="1908" y="5924"/>
                      <a:pt x="1909" y="5917"/>
                      <a:pt x="1911" y="5911"/>
                    </a:cubicBezTo>
                    <a:lnTo>
                      <a:pt x="1913" y="5910"/>
                    </a:lnTo>
                    <a:cubicBezTo>
                      <a:pt x="1922" y="5907"/>
                      <a:pt x="1932" y="5906"/>
                      <a:pt x="1941" y="5906"/>
                    </a:cubicBezTo>
                    <a:cubicBezTo>
                      <a:pt x="1943" y="5906"/>
                      <a:pt x="1944" y="5906"/>
                      <a:pt x="1946" y="5906"/>
                    </a:cubicBezTo>
                    <a:cubicBezTo>
                      <a:pt x="1949" y="5906"/>
                      <a:pt x="1952" y="5906"/>
                      <a:pt x="1955" y="5906"/>
                    </a:cubicBezTo>
                    <a:cubicBezTo>
                      <a:pt x="1975" y="5906"/>
                      <a:pt x="1995" y="5903"/>
                      <a:pt x="2014" y="5897"/>
                    </a:cubicBezTo>
                    <a:lnTo>
                      <a:pt x="2015" y="5897"/>
                    </a:lnTo>
                    <a:cubicBezTo>
                      <a:pt x="2016" y="5896"/>
                      <a:pt x="2017" y="5895"/>
                      <a:pt x="2017" y="5894"/>
                    </a:cubicBezTo>
                    <a:cubicBezTo>
                      <a:pt x="2018" y="5893"/>
                      <a:pt x="2018" y="5892"/>
                      <a:pt x="2018" y="5891"/>
                    </a:cubicBezTo>
                    <a:cubicBezTo>
                      <a:pt x="2018" y="5890"/>
                      <a:pt x="2018" y="5888"/>
                      <a:pt x="2017" y="5887"/>
                    </a:cubicBezTo>
                    <a:cubicBezTo>
                      <a:pt x="2017" y="5885"/>
                      <a:pt x="2016" y="5886"/>
                      <a:pt x="2015" y="5885"/>
                    </a:cubicBezTo>
                    <a:lnTo>
                      <a:pt x="2014" y="5885"/>
                    </a:lnTo>
                    <a:cubicBezTo>
                      <a:pt x="2001" y="5882"/>
                      <a:pt x="1988" y="5880"/>
                      <a:pt x="1975" y="5880"/>
                    </a:cubicBezTo>
                    <a:cubicBezTo>
                      <a:pt x="1966" y="5880"/>
                      <a:pt x="1957" y="5881"/>
                      <a:pt x="1948" y="5882"/>
                    </a:cubicBezTo>
                    <a:cubicBezTo>
                      <a:pt x="1938" y="5882"/>
                      <a:pt x="1928" y="5885"/>
                      <a:pt x="1919" y="5887"/>
                    </a:cubicBezTo>
                    <a:lnTo>
                      <a:pt x="1916" y="5887"/>
                    </a:lnTo>
                    <a:cubicBezTo>
                      <a:pt x="1917" y="5878"/>
                      <a:pt x="1919" y="5868"/>
                      <a:pt x="1921" y="5859"/>
                    </a:cubicBezTo>
                    <a:cubicBezTo>
                      <a:pt x="1938" y="5856"/>
                      <a:pt x="1954" y="5854"/>
                      <a:pt x="1970" y="5853"/>
                    </a:cubicBezTo>
                    <a:cubicBezTo>
                      <a:pt x="1971" y="5853"/>
                      <a:pt x="1971" y="5853"/>
                      <a:pt x="1971" y="5853"/>
                    </a:cubicBezTo>
                    <a:cubicBezTo>
                      <a:pt x="1992" y="5853"/>
                      <a:pt x="2013" y="5850"/>
                      <a:pt x="2033" y="5845"/>
                    </a:cubicBezTo>
                    <a:cubicBezTo>
                      <a:pt x="2034" y="5845"/>
                      <a:pt x="2034" y="5845"/>
                      <a:pt x="2035" y="5845"/>
                    </a:cubicBezTo>
                    <a:cubicBezTo>
                      <a:pt x="2036" y="5844"/>
                      <a:pt x="2037" y="5843"/>
                      <a:pt x="2037" y="5842"/>
                    </a:cubicBezTo>
                    <a:cubicBezTo>
                      <a:pt x="2038" y="5841"/>
                      <a:pt x="2038" y="5840"/>
                      <a:pt x="2038" y="5839"/>
                    </a:cubicBezTo>
                    <a:cubicBezTo>
                      <a:pt x="2038" y="5838"/>
                      <a:pt x="2038" y="5837"/>
                      <a:pt x="2037" y="5836"/>
                    </a:cubicBezTo>
                    <a:cubicBezTo>
                      <a:pt x="2037" y="5835"/>
                      <a:pt x="2036" y="5835"/>
                      <a:pt x="2035" y="5834"/>
                    </a:cubicBezTo>
                    <a:cubicBezTo>
                      <a:pt x="2034" y="5833"/>
                      <a:pt x="2034" y="5834"/>
                      <a:pt x="2033" y="5834"/>
                    </a:cubicBezTo>
                    <a:cubicBezTo>
                      <a:pt x="2017" y="5829"/>
                      <a:pt x="2001" y="5826"/>
                      <a:pt x="1984" y="5826"/>
                    </a:cubicBezTo>
                    <a:cubicBezTo>
                      <a:pt x="1964" y="5826"/>
                      <a:pt x="1944" y="5830"/>
                      <a:pt x="1925" y="5837"/>
                    </a:cubicBezTo>
                    <a:cubicBezTo>
                      <a:pt x="1928" y="5824"/>
                      <a:pt x="1930" y="5811"/>
                      <a:pt x="1933" y="5799"/>
                    </a:cubicBezTo>
                    <a:cubicBezTo>
                      <a:pt x="1933" y="5800"/>
                      <a:pt x="1934" y="5802"/>
                      <a:pt x="1934" y="5803"/>
                    </a:cubicBezTo>
                    <a:cubicBezTo>
                      <a:pt x="1935" y="5804"/>
                      <a:pt x="1935" y="5804"/>
                      <a:pt x="1936" y="5805"/>
                    </a:cubicBezTo>
                    <a:cubicBezTo>
                      <a:pt x="1937" y="5805"/>
                      <a:pt x="1939" y="5806"/>
                      <a:pt x="1940" y="5806"/>
                    </a:cubicBezTo>
                    <a:lnTo>
                      <a:pt x="1941" y="5806"/>
                    </a:lnTo>
                    <a:cubicBezTo>
                      <a:pt x="1980" y="5800"/>
                      <a:pt x="2022" y="5800"/>
                      <a:pt x="2060" y="5791"/>
                    </a:cubicBezTo>
                    <a:cubicBezTo>
                      <a:pt x="2061" y="5791"/>
                      <a:pt x="2061" y="5791"/>
                      <a:pt x="2062" y="5790"/>
                    </a:cubicBezTo>
                    <a:cubicBezTo>
                      <a:pt x="2063" y="5789"/>
                      <a:pt x="2064" y="5789"/>
                      <a:pt x="2064" y="5788"/>
                    </a:cubicBezTo>
                    <a:cubicBezTo>
                      <a:pt x="2065" y="5787"/>
                      <a:pt x="2065" y="5786"/>
                      <a:pt x="2065" y="5785"/>
                    </a:cubicBezTo>
                    <a:cubicBezTo>
                      <a:pt x="2065" y="5784"/>
                      <a:pt x="2065" y="5783"/>
                      <a:pt x="2064" y="5782"/>
                    </a:cubicBezTo>
                    <a:cubicBezTo>
                      <a:pt x="2064" y="5781"/>
                      <a:pt x="2063" y="5780"/>
                      <a:pt x="2062" y="5780"/>
                    </a:cubicBezTo>
                    <a:cubicBezTo>
                      <a:pt x="2061" y="5780"/>
                      <a:pt x="2061" y="5779"/>
                      <a:pt x="2060" y="5779"/>
                    </a:cubicBezTo>
                    <a:cubicBezTo>
                      <a:pt x="2021" y="5770"/>
                      <a:pt x="1976" y="5783"/>
                      <a:pt x="1938" y="5791"/>
                    </a:cubicBezTo>
                    <a:cubicBezTo>
                      <a:pt x="1937" y="5792"/>
                      <a:pt x="1936" y="5792"/>
                      <a:pt x="1936" y="5792"/>
                    </a:cubicBezTo>
                    <a:cubicBezTo>
                      <a:pt x="1935" y="5793"/>
                      <a:pt x="1934" y="5793"/>
                      <a:pt x="1934" y="5794"/>
                    </a:cubicBezTo>
                    <a:cubicBezTo>
                      <a:pt x="1933" y="5794"/>
                      <a:pt x="1933" y="5794"/>
                      <a:pt x="1933" y="5795"/>
                    </a:cubicBezTo>
                    <a:cubicBezTo>
                      <a:pt x="1936" y="5783"/>
                      <a:pt x="1938" y="5772"/>
                      <a:pt x="1940" y="5761"/>
                    </a:cubicBezTo>
                    <a:cubicBezTo>
                      <a:pt x="1942" y="5761"/>
                      <a:pt x="1945" y="5760"/>
                      <a:pt x="1947" y="5759"/>
                    </a:cubicBezTo>
                    <a:cubicBezTo>
                      <a:pt x="1953" y="5759"/>
                      <a:pt x="1958" y="5759"/>
                      <a:pt x="1964" y="5757"/>
                    </a:cubicBezTo>
                    <a:cubicBezTo>
                      <a:pt x="1970" y="5755"/>
                      <a:pt x="1981" y="5753"/>
                      <a:pt x="1989" y="5751"/>
                    </a:cubicBezTo>
                    <a:cubicBezTo>
                      <a:pt x="1993" y="5750"/>
                      <a:pt x="1997" y="5748"/>
                      <a:pt x="2001" y="5746"/>
                    </a:cubicBezTo>
                    <a:cubicBezTo>
                      <a:pt x="2006" y="5743"/>
                      <a:pt x="2010" y="5739"/>
                      <a:pt x="2014" y="5734"/>
                    </a:cubicBezTo>
                    <a:cubicBezTo>
                      <a:pt x="2014" y="5733"/>
                      <a:pt x="2014" y="5732"/>
                      <a:pt x="2014" y="5731"/>
                    </a:cubicBezTo>
                    <a:cubicBezTo>
                      <a:pt x="2014" y="5730"/>
                      <a:pt x="2014" y="5729"/>
                      <a:pt x="2013" y="5728"/>
                    </a:cubicBezTo>
                    <a:cubicBezTo>
                      <a:pt x="2013" y="5727"/>
                      <a:pt x="2012" y="5725"/>
                      <a:pt x="2011" y="5725"/>
                    </a:cubicBezTo>
                    <a:cubicBezTo>
                      <a:pt x="2010" y="5724"/>
                      <a:pt x="2009" y="5724"/>
                      <a:pt x="2008" y="5724"/>
                    </a:cubicBezTo>
                    <a:cubicBezTo>
                      <a:pt x="2007" y="5724"/>
                      <a:pt x="2006" y="5725"/>
                      <a:pt x="2006" y="5725"/>
                    </a:cubicBezTo>
                    <a:cubicBezTo>
                      <a:pt x="2003" y="5725"/>
                      <a:pt x="2001" y="5725"/>
                      <a:pt x="1998" y="5725"/>
                    </a:cubicBezTo>
                    <a:cubicBezTo>
                      <a:pt x="1996" y="5725"/>
                      <a:pt x="1992" y="5725"/>
                      <a:pt x="1990" y="5725"/>
                    </a:cubicBezTo>
                    <a:cubicBezTo>
                      <a:pt x="1980" y="5725"/>
                      <a:pt x="1971" y="5726"/>
                      <a:pt x="1962" y="5729"/>
                    </a:cubicBezTo>
                    <a:cubicBezTo>
                      <a:pt x="1956" y="5730"/>
                      <a:pt x="1950" y="5731"/>
                      <a:pt x="1945" y="5732"/>
                    </a:cubicBezTo>
                    <a:cubicBezTo>
                      <a:pt x="1948" y="5714"/>
                      <a:pt x="1951" y="5696"/>
                      <a:pt x="1954" y="5679"/>
                    </a:cubicBezTo>
                    <a:cubicBezTo>
                      <a:pt x="1967" y="5679"/>
                      <a:pt x="1980" y="5679"/>
                      <a:pt x="1993" y="5679"/>
                    </a:cubicBezTo>
                    <a:cubicBezTo>
                      <a:pt x="1997" y="5679"/>
                      <a:pt x="2000" y="5679"/>
                      <a:pt x="2003" y="5679"/>
                    </a:cubicBezTo>
                    <a:cubicBezTo>
                      <a:pt x="2016" y="5679"/>
                      <a:pt x="2029" y="5677"/>
                      <a:pt x="2041" y="5672"/>
                    </a:cubicBezTo>
                    <a:cubicBezTo>
                      <a:pt x="2042" y="5672"/>
                      <a:pt x="2042" y="5672"/>
                      <a:pt x="2042" y="5672"/>
                    </a:cubicBezTo>
                    <a:cubicBezTo>
                      <a:pt x="2043" y="5671"/>
                      <a:pt x="2044" y="5670"/>
                      <a:pt x="2044" y="5669"/>
                    </a:cubicBezTo>
                    <a:cubicBezTo>
                      <a:pt x="2045" y="5668"/>
                      <a:pt x="2045" y="5667"/>
                      <a:pt x="2045" y="5666"/>
                    </a:cubicBezTo>
                    <a:cubicBezTo>
                      <a:pt x="2045" y="5665"/>
                      <a:pt x="2045" y="5664"/>
                      <a:pt x="2044" y="5663"/>
                    </a:cubicBezTo>
                    <a:cubicBezTo>
                      <a:pt x="2044" y="5662"/>
                      <a:pt x="2043" y="5661"/>
                      <a:pt x="2042" y="5660"/>
                    </a:cubicBezTo>
                    <a:lnTo>
                      <a:pt x="2041" y="5660"/>
                    </a:lnTo>
                    <a:cubicBezTo>
                      <a:pt x="2027" y="5655"/>
                      <a:pt x="2011" y="5652"/>
                      <a:pt x="1996" y="5652"/>
                    </a:cubicBezTo>
                    <a:cubicBezTo>
                      <a:pt x="1983" y="5652"/>
                      <a:pt x="1970" y="5654"/>
                      <a:pt x="1958" y="5658"/>
                    </a:cubicBezTo>
                    <a:lnTo>
                      <a:pt x="1961" y="5637"/>
                    </a:lnTo>
                    <a:cubicBezTo>
                      <a:pt x="1973" y="5637"/>
                      <a:pt x="1985" y="5636"/>
                      <a:pt x="1997" y="5636"/>
                    </a:cubicBezTo>
                    <a:cubicBezTo>
                      <a:pt x="2000" y="5636"/>
                      <a:pt x="2003" y="5636"/>
                      <a:pt x="2006" y="5636"/>
                    </a:cubicBezTo>
                    <a:cubicBezTo>
                      <a:pt x="2017" y="5636"/>
                      <a:pt x="2029" y="5633"/>
                      <a:pt x="2039" y="5628"/>
                    </a:cubicBezTo>
                    <a:cubicBezTo>
                      <a:pt x="2040" y="5628"/>
                      <a:pt x="2041" y="5627"/>
                      <a:pt x="2042" y="5626"/>
                    </a:cubicBezTo>
                    <a:cubicBezTo>
                      <a:pt x="2043" y="5624"/>
                      <a:pt x="2043" y="5623"/>
                      <a:pt x="2043" y="5622"/>
                    </a:cubicBezTo>
                    <a:cubicBezTo>
                      <a:pt x="2043" y="5620"/>
                      <a:pt x="2043" y="5619"/>
                      <a:pt x="2042" y="5618"/>
                    </a:cubicBezTo>
                    <a:cubicBezTo>
                      <a:pt x="2041" y="5617"/>
                      <a:pt x="2040" y="5616"/>
                      <a:pt x="2039" y="5615"/>
                    </a:cubicBezTo>
                    <a:cubicBezTo>
                      <a:pt x="2029" y="5610"/>
                      <a:pt x="2018" y="5607"/>
                      <a:pt x="2006" y="5607"/>
                    </a:cubicBezTo>
                    <a:cubicBezTo>
                      <a:pt x="2003" y="5607"/>
                      <a:pt x="2000" y="5608"/>
                      <a:pt x="1997" y="5608"/>
                    </a:cubicBezTo>
                    <a:cubicBezTo>
                      <a:pt x="1996" y="5608"/>
                      <a:pt x="1996" y="5608"/>
                      <a:pt x="1995" y="5608"/>
                    </a:cubicBezTo>
                    <a:cubicBezTo>
                      <a:pt x="1986" y="5608"/>
                      <a:pt x="1976" y="5609"/>
                      <a:pt x="1966" y="5611"/>
                    </a:cubicBezTo>
                    <a:lnTo>
                      <a:pt x="1972" y="5578"/>
                    </a:lnTo>
                    <a:lnTo>
                      <a:pt x="1980" y="5579"/>
                    </a:lnTo>
                    <a:cubicBezTo>
                      <a:pt x="1984" y="5580"/>
                      <a:pt x="1987" y="5580"/>
                      <a:pt x="1991" y="5580"/>
                    </a:cubicBezTo>
                    <a:cubicBezTo>
                      <a:pt x="1997" y="5580"/>
                      <a:pt x="2003" y="5579"/>
                      <a:pt x="2008" y="5578"/>
                    </a:cubicBezTo>
                    <a:cubicBezTo>
                      <a:pt x="2026" y="5576"/>
                      <a:pt x="2050" y="5578"/>
                      <a:pt x="2062" y="5563"/>
                    </a:cubicBezTo>
                    <a:cubicBezTo>
                      <a:pt x="2062" y="5562"/>
                      <a:pt x="2062" y="5562"/>
                      <a:pt x="2063" y="5561"/>
                    </a:cubicBezTo>
                    <a:cubicBezTo>
                      <a:pt x="2063" y="5560"/>
                      <a:pt x="2064" y="5558"/>
                      <a:pt x="2064" y="5557"/>
                    </a:cubicBezTo>
                    <a:cubicBezTo>
                      <a:pt x="2064" y="5555"/>
                      <a:pt x="2064" y="5555"/>
                      <a:pt x="2063" y="5554"/>
                    </a:cubicBezTo>
                    <a:cubicBezTo>
                      <a:pt x="2063" y="5552"/>
                      <a:pt x="2061" y="5552"/>
                      <a:pt x="2060" y="5551"/>
                    </a:cubicBezTo>
                    <a:cubicBezTo>
                      <a:pt x="2059" y="5550"/>
                      <a:pt x="2057" y="5550"/>
                      <a:pt x="2056" y="5550"/>
                    </a:cubicBezTo>
                    <a:cubicBezTo>
                      <a:pt x="2055" y="5550"/>
                      <a:pt x="2054" y="5550"/>
                      <a:pt x="2054" y="5550"/>
                    </a:cubicBezTo>
                    <a:cubicBezTo>
                      <a:pt x="2043" y="5551"/>
                      <a:pt x="2032" y="5552"/>
                      <a:pt x="2021" y="5552"/>
                    </a:cubicBezTo>
                    <a:cubicBezTo>
                      <a:pt x="2018" y="5552"/>
                      <a:pt x="2015" y="5552"/>
                      <a:pt x="2012" y="5552"/>
                    </a:cubicBezTo>
                    <a:cubicBezTo>
                      <a:pt x="2002" y="5552"/>
                      <a:pt x="1992" y="5555"/>
                      <a:pt x="1983" y="5555"/>
                    </a:cubicBezTo>
                    <a:lnTo>
                      <a:pt x="1976" y="5555"/>
                    </a:lnTo>
                    <a:lnTo>
                      <a:pt x="1982" y="5520"/>
                    </a:lnTo>
                    <a:cubicBezTo>
                      <a:pt x="1994" y="5515"/>
                      <a:pt x="2007" y="5513"/>
                      <a:pt x="2021" y="5513"/>
                    </a:cubicBezTo>
                    <a:cubicBezTo>
                      <a:pt x="2024" y="5513"/>
                      <a:pt x="2026" y="5513"/>
                      <a:pt x="2029" y="5513"/>
                    </a:cubicBezTo>
                    <a:cubicBezTo>
                      <a:pt x="2040" y="5513"/>
                      <a:pt x="2051" y="5512"/>
                      <a:pt x="2062" y="5508"/>
                    </a:cubicBezTo>
                    <a:cubicBezTo>
                      <a:pt x="2062" y="5508"/>
                      <a:pt x="2062" y="5509"/>
                      <a:pt x="2063" y="5508"/>
                    </a:cubicBezTo>
                    <a:cubicBezTo>
                      <a:pt x="2064" y="5507"/>
                      <a:pt x="2065" y="5507"/>
                      <a:pt x="2065" y="5506"/>
                    </a:cubicBezTo>
                    <a:cubicBezTo>
                      <a:pt x="2066" y="5505"/>
                      <a:pt x="2065" y="5504"/>
                      <a:pt x="2065" y="5503"/>
                    </a:cubicBezTo>
                    <a:cubicBezTo>
                      <a:pt x="2065" y="5502"/>
                      <a:pt x="2066" y="5501"/>
                      <a:pt x="2065" y="5500"/>
                    </a:cubicBezTo>
                    <a:cubicBezTo>
                      <a:pt x="2065" y="5499"/>
                      <a:pt x="2064" y="5499"/>
                      <a:pt x="2063" y="5498"/>
                    </a:cubicBezTo>
                    <a:cubicBezTo>
                      <a:pt x="2062" y="5497"/>
                      <a:pt x="2062" y="5498"/>
                      <a:pt x="2062" y="5498"/>
                    </a:cubicBezTo>
                    <a:cubicBezTo>
                      <a:pt x="2050" y="5493"/>
                      <a:pt x="2038" y="5490"/>
                      <a:pt x="2026" y="5490"/>
                    </a:cubicBezTo>
                    <a:cubicBezTo>
                      <a:pt x="2012" y="5490"/>
                      <a:pt x="1998" y="5494"/>
                      <a:pt x="1985" y="5500"/>
                    </a:cubicBezTo>
                    <a:lnTo>
                      <a:pt x="1988" y="5483"/>
                    </a:lnTo>
                    <a:cubicBezTo>
                      <a:pt x="1997" y="5481"/>
                      <a:pt x="2005" y="5479"/>
                      <a:pt x="2014" y="5477"/>
                    </a:cubicBezTo>
                    <a:cubicBezTo>
                      <a:pt x="2029" y="5473"/>
                      <a:pt x="2044" y="5477"/>
                      <a:pt x="2058" y="5469"/>
                    </a:cubicBezTo>
                    <a:cubicBezTo>
                      <a:pt x="2058" y="5468"/>
                      <a:pt x="2059" y="5467"/>
                      <a:pt x="2060" y="5466"/>
                    </a:cubicBezTo>
                    <a:cubicBezTo>
                      <a:pt x="2060" y="5465"/>
                      <a:pt x="2061" y="5463"/>
                      <a:pt x="2061" y="5462"/>
                    </a:cubicBezTo>
                    <a:cubicBezTo>
                      <a:pt x="2061" y="5460"/>
                      <a:pt x="2060" y="5460"/>
                      <a:pt x="2060" y="5459"/>
                    </a:cubicBezTo>
                    <a:cubicBezTo>
                      <a:pt x="2059" y="5458"/>
                      <a:pt x="2058" y="5457"/>
                      <a:pt x="2058" y="5456"/>
                    </a:cubicBezTo>
                    <a:cubicBezTo>
                      <a:pt x="2048" y="5452"/>
                      <a:pt x="2038" y="5449"/>
                      <a:pt x="2028" y="5449"/>
                    </a:cubicBezTo>
                    <a:cubicBezTo>
                      <a:pt x="2019" y="5449"/>
                      <a:pt x="2009" y="5451"/>
                      <a:pt x="2001" y="5455"/>
                    </a:cubicBezTo>
                    <a:lnTo>
                      <a:pt x="1992" y="5458"/>
                    </a:lnTo>
                    <a:lnTo>
                      <a:pt x="1997" y="5422"/>
                    </a:lnTo>
                    <a:cubicBezTo>
                      <a:pt x="2022" y="5414"/>
                      <a:pt x="2052" y="5419"/>
                      <a:pt x="2076" y="5410"/>
                    </a:cubicBezTo>
                    <a:cubicBezTo>
                      <a:pt x="2076" y="5410"/>
                      <a:pt x="2076" y="5409"/>
                      <a:pt x="2077" y="5409"/>
                    </a:cubicBezTo>
                    <a:cubicBezTo>
                      <a:pt x="2078" y="5409"/>
                      <a:pt x="2078" y="5408"/>
                      <a:pt x="2079" y="5407"/>
                    </a:cubicBezTo>
                    <a:cubicBezTo>
                      <a:pt x="2080" y="5406"/>
                      <a:pt x="2080" y="5405"/>
                      <a:pt x="2080" y="5404"/>
                    </a:cubicBezTo>
                    <a:cubicBezTo>
                      <a:pt x="2080" y="5403"/>
                      <a:pt x="2079" y="5402"/>
                      <a:pt x="2079" y="5402"/>
                    </a:cubicBezTo>
                    <a:cubicBezTo>
                      <a:pt x="2078" y="5401"/>
                      <a:pt x="2078" y="5400"/>
                      <a:pt x="2077" y="5399"/>
                    </a:cubicBezTo>
                    <a:cubicBezTo>
                      <a:pt x="2076" y="5399"/>
                      <a:pt x="2076" y="5399"/>
                      <a:pt x="2076" y="5399"/>
                    </a:cubicBezTo>
                    <a:cubicBezTo>
                      <a:pt x="2064" y="5395"/>
                      <a:pt x="2052" y="5393"/>
                      <a:pt x="2039" y="5393"/>
                    </a:cubicBezTo>
                    <a:cubicBezTo>
                      <a:pt x="2027" y="5393"/>
                      <a:pt x="2014" y="5395"/>
                      <a:pt x="2002" y="5399"/>
                    </a:cubicBezTo>
                    <a:lnTo>
                      <a:pt x="2006" y="5378"/>
                    </a:lnTo>
                    <a:cubicBezTo>
                      <a:pt x="2007" y="5378"/>
                      <a:pt x="2007" y="5378"/>
                      <a:pt x="2008" y="5378"/>
                    </a:cubicBezTo>
                    <a:lnTo>
                      <a:pt x="2009" y="5378"/>
                    </a:lnTo>
                    <a:cubicBezTo>
                      <a:pt x="2022" y="5372"/>
                      <a:pt x="2034" y="5369"/>
                      <a:pt x="2048" y="5366"/>
                    </a:cubicBezTo>
                    <a:cubicBezTo>
                      <a:pt x="2062" y="5366"/>
                      <a:pt x="2076" y="5363"/>
                      <a:pt x="2089" y="5357"/>
                    </a:cubicBezTo>
                    <a:cubicBezTo>
                      <a:pt x="2089" y="5356"/>
                      <a:pt x="2090" y="5356"/>
                      <a:pt x="2091" y="5355"/>
                    </a:cubicBezTo>
                    <a:cubicBezTo>
                      <a:pt x="2092" y="5354"/>
                      <a:pt x="2091" y="5352"/>
                      <a:pt x="2091" y="5351"/>
                    </a:cubicBezTo>
                    <a:cubicBezTo>
                      <a:pt x="2091" y="5350"/>
                      <a:pt x="2091" y="5349"/>
                      <a:pt x="2091" y="5348"/>
                    </a:cubicBezTo>
                    <a:cubicBezTo>
                      <a:pt x="2090" y="5347"/>
                      <a:pt x="2089" y="5346"/>
                      <a:pt x="2089" y="5346"/>
                    </a:cubicBezTo>
                    <a:cubicBezTo>
                      <a:pt x="2068" y="5332"/>
                      <a:pt x="2034" y="5344"/>
                      <a:pt x="2010" y="5355"/>
                    </a:cubicBezTo>
                    <a:lnTo>
                      <a:pt x="2015" y="5325"/>
                    </a:lnTo>
                    <a:lnTo>
                      <a:pt x="2037" y="5323"/>
                    </a:lnTo>
                    <a:cubicBezTo>
                      <a:pt x="2040" y="5323"/>
                      <a:pt x="2042" y="5323"/>
                      <a:pt x="2045" y="5323"/>
                    </a:cubicBezTo>
                    <a:cubicBezTo>
                      <a:pt x="2056" y="5323"/>
                      <a:pt x="2066" y="5320"/>
                      <a:pt x="2075" y="5315"/>
                    </a:cubicBezTo>
                    <a:cubicBezTo>
                      <a:pt x="2077" y="5314"/>
                      <a:pt x="2078" y="5313"/>
                      <a:pt x="2079" y="5312"/>
                    </a:cubicBezTo>
                    <a:cubicBezTo>
                      <a:pt x="2080" y="5312"/>
                      <a:pt x="2080" y="5312"/>
                      <a:pt x="2081" y="5311"/>
                    </a:cubicBezTo>
                    <a:cubicBezTo>
                      <a:pt x="2082" y="5310"/>
                      <a:pt x="2081" y="5308"/>
                      <a:pt x="2081" y="5307"/>
                    </a:cubicBezTo>
                    <a:cubicBezTo>
                      <a:pt x="2081" y="5305"/>
                      <a:pt x="2082" y="5306"/>
                      <a:pt x="2081" y="5304"/>
                    </a:cubicBezTo>
                    <a:cubicBezTo>
                      <a:pt x="2081" y="5302"/>
                      <a:pt x="2079" y="5302"/>
                      <a:pt x="2078" y="5301"/>
                    </a:cubicBezTo>
                    <a:cubicBezTo>
                      <a:pt x="2077" y="5301"/>
                      <a:pt x="2077" y="5300"/>
                      <a:pt x="2076" y="5300"/>
                    </a:cubicBezTo>
                    <a:cubicBezTo>
                      <a:pt x="2068" y="5298"/>
                      <a:pt x="2059" y="5297"/>
                      <a:pt x="2050" y="5297"/>
                    </a:cubicBezTo>
                    <a:cubicBezTo>
                      <a:pt x="2040" y="5297"/>
                      <a:pt x="2029" y="5299"/>
                      <a:pt x="2019" y="5301"/>
                    </a:cubicBezTo>
                    <a:lnTo>
                      <a:pt x="2023" y="5279"/>
                    </a:lnTo>
                    <a:cubicBezTo>
                      <a:pt x="2023" y="5278"/>
                      <a:pt x="2024" y="5278"/>
                      <a:pt x="2024" y="5277"/>
                    </a:cubicBezTo>
                    <a:cubicBezTo>
                      <a:pt x="2024" y="5276"/>
                      <a:pt x="2023" y="5276"/>
                      <a:pt x="2023" y="5275"/>
                    </a:cubicBezTo>
                    <a:lnTo>
                      <a:pt x="2024" y="5266"/>
                    </a:lnTo>
                    <a:lnTo>
                      <a:pt x="2029" y="5261"/>
                    </a:lnTo>
                    <a:cubicBezTo>
                      <a:pt x="2032" y="5259"/>
                      <a:pt x="2035" y="5257"/>
                      <a:pt x="2037" y="5255"/>
                    </a:cubicBezTo>
                    <a:cubicBezTo>
                      <a:pt x="2040" y="5253"/>
                      <a:pt x="2043" y="5252"/>
                      <a:pt x="2047" y="5251"/>
                    </a:cubicBezTo>
                    <a:cubicBezTo>
                      <a:pt x="2065" y="5245"/>
                      <a:pt x="2084" y="5253"/>
                      <a:pt x="2102" y="5246"/>
                    </a:cubicBezTo>
                    <a:cubicBezTo>
                      <a:pt x="2102" y="5246"/>
                      <a:pt x="2102" y="5247"/>
                      <a:pt x="2103" y="5246"/>
                    </a:cubicBezTo>
                    <a:cubicBezTo>
                      <a:pt x="2104" y="5245"/>
                      <a:pt x="2103" y="5245"/>
                      <a:pt x="2104" y="5244"/>
                    </a:cubicBezTo>
                    <a:cubicBezTo>
                      <a:pt x="2105" y="5243"/>
                      <a:pt x="2105" y="5242"/>
                      <a:pt x="2105" y="5241"/>
                    </a:cubicBezTo>
                    <a:cubicBezTo>
                      <a:pt x="2105" y="5240"/>
                      <a:pt x="2105" y="5240"/>
                      <a:pt x="2104" y="5239"/>
                    </a:cubicBezTo>
                    <a:cubicBezTo>
                      <a:pt x="2103" y="5238"/>
                      <a:pt x="2103" y="5237"/>
                      <a:pt x="2103" y="5237"/>
                    </a:cubicBezTo>
                    <a:cubicBezTo>
                      <a:pt x="2102" y="5237"/>
                      <a:pt x="2102" y="5236"/>
                      <a:pt x="2102" y="5236"/>
                    </a:cubicBezTo>
                    <a:cubicBezTo>
                      <a:pt x="2092" y="5232"/>
                      <a:pt x="2081" y="5230"/>
                      <a:pt x="2069" y="5230"/>
                    </a:cubicBezTo>
                    <a:cubicBezTo>
                      <a:pt x="2055" y="5230"/>
                      <a:pt x="2041" y="5234"/>
                      <a:pt x="2028" y="5240"/>
                    </a:cubicBezTo>
                    <a:lnTo>
                      <a:pt x="2033" y="5212"/>
                    </a:lnTo>
                    <a:cubicBezTo>
                      <a:pt x="2043" y="5199"/>
                      <a:pt x="2071" y="5194"/>
                      <a:pt x="2083" y="5190"/>
                    </a:cubicBezTo>
                    <a:cubicBezTo>
                      <a:pt x="2102" y="5183"/>
                      <a:pt x="2126" y="5184"/>
                      <a:pt x="2145" y="5174"/>
                    </a:cubicBezTo>
                    <a:cubicBezTo>
                      <a:pt x="2146" y="5173"/>
                      <a:pt x="2147" y="5172"/>
                      <a:pt x="2148" y="5171"/>
                    </a:cubicBezTo>
                    <a:cubicBezTo>
                      <a:pt x="2149" y="5170"/>
                      <a:pt x="2149" y="5168"/>
                      <a:pt x="2149" y="5167"/>
                    </a:cubicBezTo>
                    <a:cubicBezTo>
                      <a:pt x="2149" y="5165"/>
                      <a:pt x="2149" y="5164"/>
                      <a:pt x="2148" y="5162"/>
                    </a:cubicBezTo>
                    <a:cubicBezTo>
                      <a:pt x="2147" y="5160"/>
                      <a:pt x="2146" y="5160"/>
                      <a:pt x="2145" y="5159"/>
                    </a:cubicBezTo>
                    <a:cubicBezTo>
                      <a:pt x="2114" y="5143"/>
                      <a:pt x="2079" y="5163"/>
                      <a:pt x="2050" y="5173"/>
                    </a:cubicBezTo>
                    <a:cubicBezTo>
                      <a:pt x="2046" y="5174"/>
                      <a:pt x="2042" y="5176"/>
                      <a:pt x="2039" y="5178"/>
                    </a:cubicBezTo>
                    <a:lnTo>
                      <a:pt x="2046" y="5138"/>
                    </a:lnTo>
                    <a:cubicBezTo>
                      <a:pt x="2047" y="5137"/>
                      <a:pt x="2049" y="5136"/>
                      <a:pt x="2050" y="5135"/>
                    </a:cubicBezTo>
                    <a:cubicBezTo>
                      <a:pt x="2081" y="5129"/>
                      <a:pt x="2114" y="5135"/>
                      <a:pt x="2143" y="5121"/>
                    </a:cubicBezTo>
                    <a:cubicBezTo>
                      <a:pt x="2144" y="5120"/>
                      <a:pt x="2145" y="5119"/>
                      <a:pt x="2146" y="5118"/>
                    </a:cubicBezTo>
                    <a:cubicBezTo>
                      <a:pt x="2147" y="5117"/>
                      <a:pt x="2147" y="5116"/>
                      <a:pt x="2147" y="5115"/>
                    </a:cubicBezTo>
                    <a:cubicBezTo>
                      <a:pt x="2147" y="5114"/>
                      <a:pt x="2147" y="5112"/>
                      <a:pt x="2146" y="5111"/>
                    </a:cubicBezTo>
                    <a:cubicBezTo>
                      <a:pt x="2145" y="5110"/>
                      <a:pt x="2144" y="5110"/>
                      <a:pt x="2143" y="5109"/>
                    </a:cubicBezTo>
                    <a:cubicBezTo>
                      <a:pt x="2129" y="5104"/>
                      <a:pt x="2114" y="5101"/>
                      <a:pt x="2100" y="5101"/>
                    </a:cubicBezTo>
                    <a:cubicBezTo>
                      <a:pt x="2083" y="5101"/>
                      <a:pt x="2066" y="5105"/>
                      <a:pt x="2051" y="5111"/>
                    </a:cubicBezTo>
                    <a:lnTo>
                      <a:pt x="2053" y="5097"/>
                    </a:lnTo>
                    <a:cubicBezTo>
                      <a:pt x="2066" y="5091"/>
                      <a:pt x="2079" y="5088"/>
                      <a:pt x="2093" y="5087"/>
                    </a:cubicBezTo>
                    <a:cubicBezTo>
                      <a:pt x="2107" y="5086"/>
                      <a:pt x="2122" y="5083"/>
                      <a:pt x="2135" y="5076"/>
                    </a:cubicBezTo>
                    <a:cubicBezTo>
                      <a:pt x="2136" y="5075"/>
                      <a:pt x="2137" y="5075"/>
                      <a:pt x="2137" y="5074"/>
                    </a:cubicBezTo>
                    <a:cubicBezTo>
                      <a:pt x="2138" y="5073"/>
                      <a:pt x="2138" y="5071"/>
                      <a:pt x="2138" y="5070"/>
                    </a:cubicBezTo>
                    <a:cubicBezTo>
                      <a:pt x="2138" y="5068"/>
                      <a:pt x="2138" y="5068"/>
                      <a:pt x="2137" y="5067"/>
                    </a:cubicBezTo>
                    <a:cubicBezTo>
                      <a:pt x="2137" y="5066"/>
                      <a:pt x="2136" y="5065"/>
                      <a:pt x="2135" y="5065"/>
                    </a:cubicBezTo>
                    <a:cubicBezTo>
                      <a:pt x="2126" y="5061"/>
                      <a:pt x="2117" y="5059"/>
                      <a:pt x="2107" y="5059"/>
                    </a:cubicBezTo>
                    <a:cubicBezTo>
                      <a:pt x="2098" y="5059"/>
                      <a:pt x="2090" y="5060"/>
                      <a:pt x="2082" y="5064"/>
                    </a:cubicBezTo>
                    <a:cubicBezTo>
                      <a:pt x="2074" y="5065"/>
                      <a:pt x="2067" y="5068"/>
                      <a:pt x="2060" y="5070"/>
                    </a:cubicBezTo>
                    <a:lnTo>
                      <a:pt x="2066" y="5040"/>
                    </a:lnTo>
                    <a:cubicBezTo>
                      <a:pt x="2076" y="5038"/>
                      <a:pt x="2085" y="5037"/>
                      <a:pt x="2095" y="5037"/>
                    </a:cubicBezTo>
                    <a:cubicBezTo>
                      <a:pt x="2099" y="5037"/>
                      <a:pt x="2103" y="5037"/>
                      <a:pt x="2107" y="5037"/>
                    </a:cubicBezTo>
                    <a:cubicBezTo>
                      <a:pt x="2116" y="5037"/>
                      <a:pt x="2126" y="5036"/>
                      <a:pt x="2135" y="5033"/>
                    </a:cubicBezTo>
                    <a:lnTo>
                      <a:pt x="2135" y="5032"/>
                    </a:lnTo>
                    <a:cubicBezTo>
                      <a:pt x="2136" y="5032"/>
                      <a:pt x="2137" y="5031"/>
                      <a:pt x="2138" y="5030"/>
                    </a:cubicBezTo>
                    <a:cubicBezTo>
                      <a:pt x="2139" y="5029"/>
                      <a:pt x="2139" y="5027"/>
                      <a:pt x="2139" y="5026"/>
                    </a:cubicBezTo>
                    <a:cubicBezTo>
                      <a:pt x="2139" y="5024"/>
                      <a:pt x="2139" y="5024"/>
                      <a:pt x="2138" y="5023"/>
                    </a:cubicBezTo>
                    <a:cubicBezTo>
                      <a:pt x="2137" y="5022"/>
                      <a:pt x="2136" y="5021"/>
                      <a:pt x="2135" y="5020"/>
                    </a:cubicBezTo>
                    <a:cubicBezTo>
                      <a:pt x="2124" y="5016"/>
                      <a:pt x="2113" y="5014"/>
                      <a:pt x="2102" y="5014"/>
                    </a:cubicBezTo>
                    <a:cubicBezTo>
                      <a:pt x="2091" y="5014"/>
                      <a:pt x="2080" y="5016"/>
                      <a:pt x="2070" y="5020"/>
                    </a:cubicBezTo>
                    <a:lnTo>
                      <a:pt x="2073" y="5008"/>
                    </a:lnTo>
                    <a:cubicBezTo>
                      <a:pt x="2073" y="5008"/>
                      <a:pt x="2074" y="5008"/>
                      <a:pt x="2075" y="5007"/>
                    </a:cubicBezTo>
                    <a:cubicBezTo>
                      <a:pt x="2077" y="5005"/>
                      <a:pt x="2079" y="5003"/>
                      <a:pt x="2081" y="5001"/>
                    </a:cubicBezTo>
                    <a:cubicBezTo>
                      <a:pt x="2093" y="4999"/>
                      <a:pt x="2104" y="4998"/>
                      <a:pt x="2116" y="4995"/>
                    </a:cubicBezTo>
                    <a:cubicBezTo>
                      <a:pt x="2136" y="4993"/>
                      <a:pt x="2156" y="4989"/>
                      <a:pt x="2175" y="4982"/>
                    </a:cubicBezTo>
                    <a:cubicBezTo>
                      <a:pt x="2175" y="4981"/>
                      <a:pt x="2175" y="4981"/>
                      <a:pt x="2176" y="4981"/>
                    </a:cubicBezTo>
                    <a:cubicBezTo>
                      <a:pt x="2177" y="4981"/>
                      <a:pt x="2177" y="4980"/>
                      <a:pt x="2178" y="4979"/>
                    </a:cubicBezTo>
                    <a:cubicBezTo>
                      <a:pt x="2179" y="4978"/>
                      <a:pt x="2179" y="4976"/>
                      <a:pt x="2179" y="4975"/>
                    </a:cubicBezTo>
                    <a:cubicBezTo>
                      <a:pt x="2179" y="4973"/>
                      <a:pt x="2179" y="4973"/>
                      <a:pt x="2178" y="4972"/>
                    </a:cubicBezTo>
                    <a:cubicBezTo>
                      <a:pt x="2177" y="4971"/>
                      <a:pt x="2177" y="4970"/>
                      <a:pt x="2176" y="4970"/>
                    </a:cubicBezTo>
                    <a:cubicBezTo>
                      <a:pt x="2175" y="4969"/>
                      <a:pt x="2175" y="4969"/>
                      <a:pt x="2175" y="4969"/>
                    </a:cubicBezTo>
                    <a:cubicBezTo>
                      <a:pt x="2147" y="4955"/>
                      <a:pt x="2109" y="4969"/>
                      <a:pt x="2078" y="4980"/>
                    </a:cubicBezTo>
                    <a:cubicBezTo>
                      <a:pt x="2080" y="4967"/>
                      <a:pt x="2083" y="4953"/>
                      <a:pt x="2086" y="4940"/>
                    </a:cubicBezTo>
                    <a:lnTo>
                      <a:pt x="2087" y="4940"/>
                    </a:lnTo>
                    <a:cubicBezTo>
                      <a:pt x="2088" y="4939"/>
                      <a:pt x="2089" y="4938"/>
                      <a:pt x="2090" y="4937"/>
                    </a:cubicBezTo>
                    <a:lnTo>
                      <a:pt x="2090" y="4936"/>
                    </a:lnTo>
                    <a:cubicBezTo>
                      <a:pt x="2091" y="4936"/>
                      <a:pt x="2113" y="4926"/>
                      <a:pt x="2114" y="4926"/>
                    </a:cubicBezTo>
                    <a:cubicBezTo>
                      <a:pt x="2127" y="4920"/>
                      <a:pt x="2140" y="4915"/>
                      <a:pt x="2154" y="4911"/>
                    </a:cubicBezTo>
                    <a:cubicBezTo>
                      <a:pt x="2176" y="4904"/>
                      <a:pt x="2200" y="4908"/>
                      <a:pt x="2222" y="4900"/>
                    </a:cubicBezTo>
                    <a:cubicBezTo>
                      <a:pt x="2223" y="4899"/>
                      <a:pt x="2224" y="4899"/>
                      <a:pt x="2225" y="4898"/>
                    </a:cubicBezTo>
                    <a:cubicBezTo>
                      <a:pt x="2226" y="4897"/>
                      <a:pt x="2226" y="4895"/>
                      <a:pt x="2226" y="4894"/>
                    </a:cubicBezTo>
                    <a:cubicBezTo>
                      <a:pt x="2226" y="4893"/>
                      <a:pt x="2226" y="4892"/>
                      <a:pt x="2225" y="4891"/>
                    </a:cubicBezTo>
                    <a:cubicBezTo>
                      <a:pt x="2224" y="4890"/>
                      <a:pt x="2223" y="4889"/>
                      <a:pt x="2222" y="4888"/>
                    </a:cubicBezTo>
                    <a:cubicBezTo>
                      <a:pt x="2209" y="4884"/>
                      <a:pt x="2195" y="4882"/>
                      <a:pt x="2182" y="4882"/>
                    </a:cubicBezTo>
                    <a:cubicBezTo>
                      <a:pt x="2161" y="4882"/>
                      <a:pt x="2140" y="4887"/>
                      <a:pt x="2121" y="4897"/>
                    </a:cubicBezTo>
                    <a:cubicBezTo>
                      <a:pt x="2113" y="4901"/>
                      <a:pt x="2101" y="4905"/>
                      <a:pt x="2091" y="4912"/>
                    </a:cubicBezTo>
                    <a:lnTo>
                      <a:pt x="2096" y="4889"/>
                    </a:lnTo>
                    <a:cubicBezTo>
                      <a:pt x="2098" y="4883"/>
                      <a:pt x="2119" y="4882"/>
                      <a:pt x="2124" y="4881"/>
                    </a:cubicBezTo>
                    <a:cubicBezTo>
                      <a:pt x="2139" y="4877"/>
                      <a:pt x="2154" y="4874"/>
                      <a:pt x="2169" y="4871"/>
                    </a:cubicBezTo>
                    <a:cubicBezTo>
                      <a:pt x="2184" y="4868"/>
                      <a:pt x="2202" y="4871"/>
                      <a:pt x="2212" y="4855"/>
                    </a:cubicBezTo>
                    <a:cubicBezTo>
                      <a:pt x="2215" y="4850"/>
                      <a:pt x="2212" y="4841"/>
                      <a:pt x="2204" y="4842"/>
                    </a:cubicBezTo>
                    <a:cubicBezTo>
                      <a:pt x="2192" y="4844"/>
                      <a:pt x="2179" y="4845"/>
                      <a:pt x="2167" y="4845"/>
                    </a:cubicBezTo>
                    <a:cubicBezTo>
                      <a:pt x="2166" y="4845"/>
                      <a:pt x="2165" y="4845"/>
                      <a:pt x="2164" y="4845"/>
                    </a:cubicBezTo>
                    <a:cubicBezTo>
                      <a:pt x="2148" y="4847"/>
                      <a:pt x="2132" y="4851"/>
                      <a:pt x="2116" y="4856"/>
                    </a:cubicBezTo>
                    <a:lnTo>
                      <a:pt x="2102" y="4860"/>
                    </a:lnTo>
                    <a:lnTo>
                      <a:pt x="2104" y="4851"/>
                    </a:lnTo>
                    <a:cubicBezTo>
                      <a:pt x="2106" y="4845"/>
                      <a:pt x="2107" y="4839"/>
                      <a:pt x="2108" y="4833"/>
                    </a:cubicBezTo>
                    <a:cubicBezTo>
                      <a:pt x="2139" y="4832"/>
                      <a:pt x="2171" y="4827"/>
                      <a:pt x="2201" y="4819"/>
                    </a:cubicBezTo>
                    <a:lnTo>
                      <a:pt x="2202" y="4819"/>
                    </a:lnTo>
                    <a:cubicBezTo>
                      <a:pt x="2203" y="4818"/>
                      <a:pt x="2203" y="4817"/>
                      <a:pt x="2204" y="4816"/>
                    </a:cubicBezTo>
                    <a:cubicBezTo>
                      <a:pt x="2205" y="4815"/>
                      <a:pt x="2205" y="4814"/>
                      <a:pt x="2205" y="4813"/>
                    </a:cubicBezTo>
                    <a:cubicBezTo>
                      <a:pt x="2205" y="4812"/>
                      <a:pt x="2205" y="4810"/>
                      <a:pt x="2204" y="4809"/>
                    </a:cubicBezTo>
                    <a:cubicBezTo>
                      <a:pt x="2203" y="4808"/>
                      <a:pt x="2203" y="4808"/>
                      <a:pt x="2202" y="4807"/>
                    </a:cubicBezTo>
                    <a:lnTo>
                      <a:pt x="2201" y="4807"/>
                    </a:lnTo>
                    <a:cubicBezTo>
                      <a:pt x="2191" y="4804"/>
                      <a:pt x="2181" y="4803"/>
                      <a:pt x="2171" y="4803"/>
                    </a:cubicBezTo>
                    <a:cubicBezTo>
                      <a:pt x="2163" y="4803"/>
                      <a:pt x="2154" y="4804"/>
                      <a:pt x="2146" y="4805"/>
                    </a:cubicBezTo>
                    <a:cubicBezTo>
                      <a:pt x="2135" y="4807"/>
                      <a:pt x="2124" y="4808"/>
                      <a:pt x="2113" y="4810"/>
                    </a:cubicBezTo>
                    <a:cubicBezTo>
                      <a:pt x="2115" y="4799"/>
                      <a:pt x="2117" y="4788"/>
                      <a:pt x="2120" y="4777"/>
                    </a:cubicBezTo>
                    <a:lnTo>
                      <a:pt x="2122" y="4777"/>
                    </a:lnTo>
                    <a:cubicBezTo>
                      <a:pt x="2136" y="4771"/>
                      <a:pt x="2150" y="4767"/>
                      <a:pt x="2164" y="4764"/>
                    </a:cubicBezTo>
                    <a:cubicBezTo>
                      <a:pt x="2176" y="4763"/>
                      <a:pt x="2188" y="4760"/>
                      <a:pt x="2199" y="4754"/>
                    </a:cubicBezTo>
                    <a:cubicBezTo>
                      <a:pt x="2200" y="4754"/>
                      <a:pt x="2200" y="4753"/>
                      <a:pt x="2201" y="4752"/>
                    </a:cubicBezTo>
                    <a:cubicBezTo>
                      <a:pt x="2202" y="4751"/>
                      <a:pt x="2202" y="4750"/>
                      <a:pt x="2202" y="4749"/>
                    </a:cubicBezTo>
                    <a:cubicBezTo>
                      <a:pt x="2202" y="4748"/>
                      <a:pt x="2202" y="4747"/>
                      <a:pt x="2201" y="4746"/>
                    </a:cubicBezTo>
                    <a:cubicBezTo>
                      <a:pt x="2200" y="4745"/>
                      <a:pt x="2200" y="4744"/>
                      <a:pt x="2199" y="4743"/>
                    </a:cubicBezTo>
                    <a:cubicBezTo>
                      <a:pt x="2177" y="4731"/>
                      <a:pt x="2148" y="4740"/>
                      <a:pt x="2125" y="4750"/>
                    </a:cubicBezTo>
                    <a:cubicBezTo>
                      <a:pt x="2128" y="4736"/>
                      <a:pt x="2130" y="4723"/>
                      <a:pt x="2133" y="4709"/>
                    </a:cubicBezTo>
                    <a:cubicBezTo>
                      <a:pt x="2153" y="4701"/>
                      <a:pt x="2179" y="4704"/>
                      <a:pt x="2197" y="4689"/>
                    </a:cubicBezTo>
                    <a:cubicBezTo>
                      <a:pt x="2198" y="4689"/>
                      <a:pt x="2198" y="4688"/>
                      <a:pt x="2198" y="4687"/>
                    </a:cubicBezTo>
                    <a:cubicBezTo>
                      <a:pt x="2199" y="4686"/>
                      <a:pt x="2199" y="4685"/>
                      <a:pt x="2199" y="4684"/>
                    </a:cubicBezTo>
                    <a:cubicBezTo>
                      <a:pt x="2199" y="4683"/>
                      <a:pt x="2199" y="4681"/>
                      <a:pt x="2198" y="4680"/>
                    </a:cubicBezTo>
                    <a:cubicBezTo>
                      <a:pt x="2197" y="4679"/>
                      <a:pt x="2197" y="4678"/>
                      <a:pt x="2196" y="4678"/>
                    </a:cubicBezTo>
                    <a:lnTo>
                      <a:pt x="2195" y="4677"/>
                    </a:lnTo>
                    <a:cubicBezTo>
                      <a:pt x="2189" y="4676"/>
                      <a:pt x="2184" y="4676"/>
                      <a:pt x="2179" y="4676"/>
                    </a:cubicBezTo>
                    <a:cubicBezTo>
                      <a:pt x="2165" y="4676"/>
                      <a:pt x="2151" y="4679"/>
                      <a:pt x="2138" y="4684"/>
                    </a:cubicBezTo>
                    <a:lnTo>
                      <a:pt x="2143" y="4654"/>
                    </a:lnTo>
                    <a:cubicBezTo>
                      <a:pt x="2154" y="4652"/>
                      <a:pt x="2164" y="4651"/>
                      <a:pt x="2174" y="4649"/>
                    </a:cubicBezTo>
                    <a:cubicBezTo>
                      <a:pt x="2185" y="4648"/>
                      <a:pt x="2203" y="4651"/>
                      <a:pt x="2207" y="4634"/>
                    </a:cubicBezTo>
                    <a:cubicBezTo>
                      <a:pt x="2208" y="4634"/>
                      <a:pt x="2208" y="4633"/>
                      <a:pt x="2208" y="4633"/>
                    </a:cubicBezTo>
                    <a:cubicBezTo>
                      <a:pt x="2208" y="4631"/>
                      <a:pt x="2208" y="4630"/>
                      <a:pt x="2207" y="4629"/>
                    </a:cubicBezTo>
                    <a:cubicBezTo>
                      <a:pt x="2206" y="4628"/>
                      <a:pt x="2205" y="4627"/>
                      <a:pt x="2204" y="4626"/>
                    </a:cubicBezTo>
                    <a:cubicBezTo>
                      <a:pt x="2203" y="4626"/>
                      <a:pt x="2202" y="4625"/>
                      <a:pt x="2201" y="4625"/>
                    </a:cubicBezTo>
                    <a:cubicBezTo>
                      <a:pt x="2195" y="4625"/>
                      <a:pt x="2189" y="4624"/>
                      <a:pt x="2183" y="4624"/>
                    </a:cubicBezTo>
                    <a:cubicBezTo>
                      <a:pt x="2171" y="4624"/>
                      <a:pt x="2160" y="4626"/>
                      <a:pt x="2148" y="4628"/>
                    </a:cubicBezTo>
                    <a:lnTo>
                      <a:pt x="2148" y="4627"/>
                    </a:lnTo>
                    <a:cubicBezTo>
                      <a:pt x="2148" y="4622"/>
                      <a:pt x="2150" y="4617"/>
                      <a:pt x="2151" y="4613"/>
                    </a:cubicBezTo>
                    <a:cubicBezTo>
                      <a:pt x="2160" y="4611"/>
                      <a:pt x="2169" y="4610"/>
                      <a:pt x="2179" y="4610"/>
                    </a:cubicBezTo>
                    <a:cubicBezTo>
                      <a:pt x="2193" y="4608"/>
                      <a:pt x="2208" y="4604"/>
                      <a:pt x="2221" y="4598"/>
                    </a:cubicBezTo>
                    <a:cubicBezTo>
                      <a:pt x="2222" y="4597"/>
                      <a:pt x="2223" y="4596"/>
                      <a:pt x="2223" y="4596"/>
                    </a:cubicBezTo>
                    <a:cubicBezTo>
                      <a:pt x="2224" y="4595"/>
                      <a:pt x="2224" y="4593"/>
                      <a:pt x="2224" y="4592"/>
                    </a:cubicBezTo>
                    <a:cubicBezTo>
                      <a:pt x="2224" y="4591"/>
                      <a:pt x="2224" y="4590"/>
                      <a:pt x="2223" y="4589"/>
                    </a:cubicBezTo>
                    <a:cubicBezTo>
                      <a:pt x="2223" y="4588"/>
                      <a:pt x="2222" y="4588"/>
                      <a:pt x="2221" y="4587"/>
                    </a:cubicBezTo>
                    <a:cubicBezTo>
                      <a:pt x="2209" y="4583"/>
                      <a:pt x="2197" y="4582"/>
                      <a:pt x="2185" y="4582"/>
                    </a:cubicBezTo>
                    <a:cubicBezTo>
                      <a:pt x="2175" y="4582"/>
                      <a:pt x="2164" y="4583"/>
                      <a:pt x="2154" y="4586"/>
                    </a:cubicBezTo>
                    <a:cubicBezTo>
                      <a:pt x="2156" y="4578"/>
                      <a:pt x="2157" y="4570"/>
                      <a:pt x="2159" y="4562"/>
                    </a:cubicBezTo>
                    <a:cubicBezTo>
                      <a:pt x="2159" y="4562"/>
                      <a:pt x="2160" y="4562"/>
                      <a:pt x="2161" y="4562"/>
                    </a:cubicBezTo>
                    <a:cubicBezTo>
                      <a:pt x="2170" y="4562"/>
                      <a:pt x="2178" y="4561"/>
                      <a:pt x="2187" y="4560"/>
                    </a:cubicBezTo>
                    <a:cubicBezTo>
                      <a:pt x="2207" y="4558"/>
                      <a:pt x="2227" y="4553"/>
                      <a:pt x="2246" y="4543"/>
                    </a:cubicBezTo>
                    <a:cubicBezTo>
                      <a:pt x="2246" y="4543"/>
                      <a:pt x="2247" y="4542"/>
                      <a:pt x="2248" y="4541"/>
                    </a:cubicBezTo>
                    <a:cubicBezTo>
                      <a:pt x="2248" y="4540"/>
                      <a:pt x="2248" y="4539"/>
                      <a:pt x="2248" y="4538"/>
                    </a:cubicBezTo>
                    <a:cubicBezTo>
                      <a:pt x="2248" y="4537"/>
                      <a:pt x="2249" y="4536"/>
                      <a:pt x="2248" y="4535"/>
                    </a:cubicBezTo>
                    <a:cubicBezTo>
                      <a:pt x="2247" y="4534"/>
                      <a:pt x="2246" y="4534"/>
                      <a:pt x="2245" y="4533"/>
                    </a:cubicBezTo>
                    <a:cubicBezTo>
                      <a:pt x="2244" y="4532"/>
                      <a:pt x="2244" y="4532"/>
                      <a:pt x="2244" y="4532"/>
                    </a:cubicBezTo>
                    <a:cubicBezTo>
                      <a:pt x="2236" y="4531"/>
                      <a:pt x="2229" y="4531"/>
                      <a:pt x="2221" y="4531"/>
                    </a:cubicBezTo>
                    <a:cubicBezTo>
                      <a:pt x="2202" y="4531"/>
                      <a:pt x="2183" y="4533"/>
                      <a:pt x="2165" y="4538"/>
                    </a:cubicBezTo>
                    <a:lnTo>
                      <a:pt x="2171" y="4510"/>
                    </a:lnTo>
                    <a:cubicBezTo>
                      <a:pt x="2172" y="4511"/>
                      <a:pt x="2172" y="4511"/>
                      <a:pt x="2173" y="4511"/>
                    </a:cubicBezTo>
                    <a:cubicBezTo>
                      <a:pt x="2174" y="4511"/>
                      <a:pt x="2175" y="4511"/>
                      <a:pt x="2176" y="4510"/>
                    </a:cubicBezTo>
                    <a:cubicBezTo>
                      <a:pt x="2187" y="4506"/>
                      <a:pt x="2198" y="4503"/>
                      <a:pt x="2210" y="4501"/>
                    </a:cubicBezTo>
                    <a:cubicBezTo>
                      <a:pt x="2222" y="4500"/>
                      <a:pt x="2235" y="4497"/>
                      <a:pt x="2246" y="4494"/>
                    </a:cubicBezTo>
                    <a:cubicBezTo>
                      <a:pt x="2247" y="4493"/>
                      <a:pt x="2248" y="4492"/>
                      <a:pt x="2249" y="4491"/>
                    </a:cubicBezTo>
                    <a:cubicBezTo>
                      <a:pt x="2249" y="4490"/>
                      <a:pt x="2249" y="4489"/>
                      <a:pt x="2249" y="4488"/>
                    </a:cubicBezTo>
                    <a:cubicBezTo>
                      <a:pt x="2249" y="4487"/>
                      <a:pt x="2249" y="4486"/>
                      <a:pt x="2249" y="4485"/>
                    </a:cubicBezTo>
                    <a:cubicBezTo>
                      <a:pt x="2248" y="4484"/>
                      <a:pt x="2247" y="4483"/>
                      <a:pt x="2246" y="4483"/>
                    </a:cubicBezTo>
                    <a:cubicBezTo>
                      <a:pt x="2237" y="4480"/>
                      <a:pt x="2228" y="4478"/>
                      <a:pt x="2218" y="4478"/>
                    </a:cubicBezTo>
                    <a:cubicBezTo>
                      <a:pt x="2203" y="4478"/>
                      <a:pt x="2188" y="4482"/>
                      <a:pt x="2175" y="4489"/>
                    </a:cubicBezTo>
                    <a:cubicBezTo>
                      <a:pt x="2177" y="4480"/>
                      <a:pt x="2179" y="4470"/>
                      <a:pt x="2181" y="4461"/>
                    </a:cubicBezTo>
                    <a:cubicBezTo>
                      <a:pt x="2181" y="4461"/>
                      <a:pt x="2182" y="4461"/>
                      <a:pt x="2183" y="4461"/>
                    </a:cubicBezTo>
                    <a:lnTo>
                      <a:pt x="2184" y="4461"/>
                    </a:lnTo>
                    <a:lnTo>
                      <a:pt x="2193" y="4461"/>
                    </a:lnTo>
                    <a:lnTo>
                      <a:pt x="2194" y="4461"/>
                    </a:lnTo>
                    <a:cubicBezTo>
                      <a:pt x="2198" y="4461"/>
                      <a:pt x="2202" y="4460"/>
                      <a:pt x="2205" y="4460"/>
                    </a:cubicBezTo>
                    <a:cubicBezTo>
                      <a:pt x="2212" y="4459"/>
                      <a:pt x="2219" y="4458"/>
                      <a:pt x="2226" y="4458"/>
                    </a:cubicBezTo>
                    <a:cubicBezTo>
                      <a:pt x="2228" y="4458"/>
                      <a:pt x="2230" y="4458"/>
                      <a:pt x="2232" y="4458"/>
                    </a:cubicBezTo>
                    <a:cubicBezTo>
                      <a:pt x="2240" y="4457"/>
                      <a:pt x="2247" y="4455"/>
                      <a:pt x="2254" y="4451"/>
                    </a:cubicBezTo>
                    <a:cubicBezTo>
                      <a:pt x="2255" y="4450"/>
                      <a:pt x="2257" y="4449"/>
                      <a:pt x="2258" y="4448"/>
                    </a:cubicBezTo>
                    <a:cubicBezTo>
                      <a:pt x="2259" y="4447"/>
                      <a:pt x="2260" y="4446"/>
                      <a:pt x="2260" y="4445"/>
                    </a:cubicBezTo>
                    <a:cubicBezTo>
                      <a:pt x="2261" y="4444"/>
                      <a:pt x="2261" y="4444"/>
                      <a:pt x="2261" y="4442"/>
                    </a:cubicBezTo>
                    <a:cubicBezTo>
                      <a:pt x="2261" y="4441"/>
                      <a:pt x="2261" y="4440"/>
                      <a:pt x="2260" y="4438"/>
                    </a:cubicBezTo>
                    <a:cubicBezTo>
                      <a:pt x="2259" y="4436"/>
                      <a:pt x="2259" y="4435"/>
                      <a:pt x="2258" y="4435"/>
                    </a:cubicBezTo>
                    <a:cubicBezTo>
                      <a:pt x="2257" y="4435"/>
                      <a:pt x="2257" y="4434"/>
                      <a:pt x="2257" y="4434"/>
                    </a:cubicBezTo>
                    <a:cubicBezTo>
                      <a:pt x="2240" y="4426"/>
                      <a:pt x="2214" y="4433"/>
                      <a:pt x="2196" y="4436"/>
                    </a:cubicBezTo>
                    <a:lnTo>
                      <a:pt x="2186" y="4438"/>
                    </a:lnTo>
                    <a:cubicBezTo>
                      <a:pt x="2187" y="4429"/>
                      <a:pt x="2189" y="4420"/>
                      <a:pt x="2190" y="4411"/>
                    </a:cubicBezTo>
                    <a:cubicBezTo>
                      <a:pt x="2214" y="4408"/>
                      <a:pt x="2242" y="4409"/>
                      <a:pt x="2262" y="4396"/>
                    </a:cubicBezTo>
                    <a:cubicBezTo>
                      <a:pt x="2262" y="4395"/>
                      <a:pt x="2263" y="4395"/>
                      <a:pt x="2263" y="4394"/>
                    </a:cubicBezTo>
                    <a:cubicBezTo>
                      <a:pt x="2264" y="4393"/>
                      <a:pt x="2264" y="4393"/>
                      <a:pt x="2264" y="4391"/>
                    </a:cubicBezTo>
                    <a:cubicBezTo>
                      <a:pt x="2264" y="4390"/>
                      <a:pt x="2264" y="4388"/>
                      <a:pt x="2263" y="4387"/>
                    </a:cubicBezTo>
                    <a:cubicBezTo>
                      <a:pt x="2263" y="4386"/>
                      <a:pt x="2262" y="4386"/>
                      <a:pt x="2262" y="4385"/>
                    </a:cubicBezTo>
                    <a:cubicBezTo>
                      <a:pt x="2252" y="4381"/>
                      <a:pt x="2243" y="4379"/>
                      <a:pt x="2233" y="4379"/>
                    </a:cubicBezTo>
                    <a:cubicBezTo>
                      <a:pt x="2226" y="4379"/>
                      <a:pt x="2220" y="4380"/>
                      <a:pt x="2213" y="4382"/>
                    </a:cubicBezTo>
                    <a:cubicBezTo>
                      <a:pt x="2207" y="4382"/>
                      <a:pt x="2201" y="4384"/>
                      <a:pt x="2195" y="4385"/>
                    </a:cubicBezTo>
                    <a:cubicBezTo>
                      <a:pt x="2196" y="4378"/>
                      <a:pt x="2197" y="4370"/>
                      <a:pt x="2198" y="4363"/>
                    </a:cubicBezTo>
                    <a:cubicBezTo>
                      <a:pt x="2198" y="4360"/>
                      <a:pt x="2199" y="4356"/>
                      <a:pt x="2200" y="4352"/>
                    </a:cubicBezTo>
                    <a:cubicBezTo>
                      <a:pt x="2207" y="4351"/>
                      <a:pt x="2214" y="4351"/>
                      <a:pt x="2221" y="4351"/>
                    </a:cubicBezTo>
                    <a:cubicBezTo>
                      <a:pt x="2228" y="4351"/>
                      <a:pt x="2235" y="4351"/>
                      <a:pt x="2242" y="4352"/>
                    </a:cubicBezTo>
                    <a:cubicBezTo>
                      <a:pt x="2253" y="4352"/>
                      <a:pt x="2267" y="4355"/>
                      <a:pt x="2275" y="4348"/>
                    </a:cubicBezTo>
                    <a:cubicBezTo>
                      <a:pt x="2276" y="4348"/>
                      <a:pt x="2276" y="4347"/>
                      <a:pt x="2277" y="4346"/>
                    </a:cubicBezTo>
                    <a:cubicBezTo>
                      <a:pt x="2277" y="4345"/>
                      <a:pt x="2278" y="4344"/>
                      <a:pt x="2278" y="4343"/>
                    </a:cubicBezTo>
                    <a:cubicBezTo>
                      <a:pt x="2278" y="4342"/>
                      <a:pt x="2277" y="4341"/>
                      <a:pt x="2277" y="4340"/>
                    </a:cubicBezTo>
                    <a:cubicBezTo>
                      <a:pt x="2276" y="4339"/>
                      <a:pt x="2276" y="4338"/>
                      <a:pt x="2275" y="4338"/>
                    </a:cubicBezTo>
                    <a:cubicBezTo>
                      <a:pt x="2274" y="4337"/>
                      <a:pt x="2272" y="4336"/>
                      <a:pt x="2270" y="4335"/>
                    </a:cubicBezTo>
                    <a:cubicBezTo>
                      <a:pt x="2260" y="4329"/>
                      <a:pt x="2249" y="4326"/>
                      <a:pt x="2237" y="4326"/>
                    </a:cubicBezTo>
                    <a:cubicBezTo>
                      <a:pt x="2233" y="4326"/>
                      <a:pt x="2228" y="4326"/>
                      <a:pt x="2224" y="4327"/>
                    </a:cubicBezTo>
                    <a:cubicBezTo>
                      <a:pt x="2217" y="4328"/>
                      <a:pt x="2211" y="4328"/>
                      <a:pt x="2204" y="4330"/>
                    </a:cubicBezTo>
                    <a:cubicBezTo>
                      <a:pt x="2204" y="4324"/>
                      <a:pt x="2206" y="4319"/>
                      <a:pt x="2207" y="4314"/>
                    </a:cubicBezTo>
                    <a:lnTo>
                      <a:pt x="2208" y="4313"/>
                    </a:lnTo>
                    <a:cubicBezTo>
                      <a:pt x="2222" y="4310"/>
                      <a:pt x="2236" y="4308"/>
                      <a:pt x="2250" y="4308"/>
                    </a:cubicBezTo>
                    <a:cubicBezTo>
                      <a:pt x="2253" y="4308"/>
                      <a:pt x="2255" y="4308"/>
                      <a:pt x="2258" y="4308"/>
                    </a:cubicBezTo>
                    <a:cubicBezTo>
                      <a:pt x="2269" y="4308"/>
                      <a:pt x="2280" y="4306"/>
                      <a:pt x="2289" y="4301"/>
                    </a:cubicBezTo>
                    <a:cubicBezTo>
                      <a:pt x="2290" y="4300"/>
                      <a:pt x="2291" y="4300"/>
                      <a:pt x="2291" y="4299"/>
                    </a:cubicBezTo>
                    <a:cubicBezTo>
                      <a:pt x="2292" y="4298"/>
                      <a:pt x="2292" y="4297"/>
                      <a:pt x="2292" y="4296"/>
                    </a:cubicBezTo>
                    <a:cubicBezTo>
                      <a:pt x="2292" y="4295"/>
                      <a:pt x="2292" y="4293"/>
                      <a:pt x="2291" y="4292"/>
                    </a:cubicBezTo>
                    <a:cubicBezTo>
                      <a:pt x="2291" y="4292"/>
                      <a:pt x="2290" y="4291"/>
                      <a:pt x="2289" y="4290"/>
                    </a:cubicBezTo>
                    <a:cubicBezTo>
                      <a:pt x="2277" y="4284"/>
                      <a:pt x="2263" y="4280"/>
                      <a:pt x="2248" y="4280"/>
                    </a:cubicBezTo>
                    <a:cubicBezTo>
                      <a:pt x="2236" y="4280"/>
                      <a:pt x="2224" y="4283"/>
                      <a:pt x="2212" y="4288"/>
                    </a:cubicBezTo>
                    <a:cubicBezTo>
                      <a:pt x="2214" y="4279"/>
                      <a:pt x="2216" y="4269"/>
                      <a:pt x="2218" y="4260"/>
                    </a:cubicBezTo>
                    <a:lnTo>
                      <a:pt x="2248" y="4257"/>
                    </a:lnTo>
                    <a:cubicBezTo>
                      <a:pt x="2264" y="4255"/>
                      <a:pt x="2285" y="4261"/>
                      <a:pt x="2299" y="4250"/>
                    </a:cubicBezTo>
                    <a:cubicBezTo>
                      <a:pt x="2299" y="4249"/>
                      <a:pt x="2300" y="4249"/>
                      <a:pt x="2300" y="4248"/>
                    </a:cubicBezTo>
                    <a:cubicBezTo>
                      <a:pt x="2301" y="4247"/>
                      <a:pt x="2301" y="4246"/>
                      <a:pt x="2301" y="4245"/>
                    </a:cubicBezTo>
                    <a:cubicBezTo>
                      <a:pt x="2301" y="4244"/>
                      <a:pt x="2301" y="4243"/>
                      <a:pt x="2300" y="4242"/>
                    </a:cubicBezTo>
                    <a:cubicBezTo>
                      <a:pt x="2300" y="4241"/>
                      <a:pt x="2299" y="4240"/>
                      <a:pt x="2299" y="4240"/>
                    </a:cubicBezTo>
                    <a:cubicBezTo>
                      <a:pt x="2282" y="4226"/>
                      <a:pt x="2254" y="4231"/>
                      <a:pt x="2234" y="4234"/>
                    </a:cubicBezTo>
                    <a:cubicBezTo>
                      <a:pt x="2230" y="4235"/>
                      <a:pt x="2226" y="4236"/>
                      <a:pt x="2222" y="4237"/>
                    </a:cubicBezTo>
                    <a:lnTo>
                      <a:pt x="2229" y="4206"/>
                    </a:lnTo>
                    <a:cubicBezTo>
                      <a:pt x="2230" y="4206"/>
                      <a:pt x="2231" y="4205"/>
                      <a:pt x="2231" y="4205"/>
                    </a:cubicBezTo>
                    <a:cubicBezTo>
                      <a:pt x="2232" y="4205"/>
                      <a:pt x="2232" y="4205"/>
                      <a:pt x="2232" y="4205"/>
                    </a:cubicBezTo>
                    <a:cubicBezTo>
                      <a:pt x="2239" y="4200"/>
                      <a:pt x="2244" y="4202"/>
                      <a:pt x="2252" y="4201"/>
                    </a:cubicBezTo>
                    <a:cubicBezTo>
                      <a:pt x="2261" y="4201"/>
                      <a:pt x="2263" y="4199"/>
                      <a:pt x="2270" y="4198"/>
                    </a:cubicBezTo>
                    <a:cubicBezTo>
                      <a:pt x="2272" y="4198"/>
                      <a:pt x="2275" y="4199"/>
                      <a:pt x="2278" y="4199"/>
                    </a:cubicBezTo>
                    <a:cubicBezTo>
                      <a:pt x="2286" y="4199"/>
                      <a:pt x="2295" y="4197"/>
                      <a:pt x="2303" y="4194"/>
                    </a:cubicBezTo>
                    <a:cubicBezTo>
                      <a:pt x="2304" y="4193"/>
                      <a:pt x="2305" y="4192"/>
                      <a:pt x="2305" y="4191"/>
                    </a:cubicBezTo>
                    <a:cubicBezTo>
                      <a:pt x="2306" y="4190"/>
                      <a:pt x="2306" y="4188"/>
                      <a:pt x="2306" y="4187"/>
                    </a:cubicBezTo>
                    <a:cubicBezTo>
                      <a:pt x="2306" y="4186"/>
                      <a:pt x="2306" y="4184"/>
                      <a:pt x="2305" y="4183"/>
                    </a:cubicBezTo>
                    <a:cubicBezTo>
                      <a:pt x="2305" y="4182"/>
                      <a:pt x="2304" y="4181"/>
                      <a:pt x="2303" y="4181"/>
                    </a:cubicBezTo>
                    <a:cubicBezTo>
                      <a:pt x="2294" y="4176"/>
                      <a:pt x="2284" y="4174"/>
                      <a:pt x="2275" y="4174"/>
                    </a:cubicBezTo>
                    <a:cubicBezTo>
                      <a:pt x="2268" y="4174"/>
                      <a:pt x="2262" y="4175"/>
                      <a:pt x="2256" y="4177"/>
                    </a:cubicBezTo>
                    <a:cubicBezTo>
                      <a:pt x="2250" y="4178"/>
                      <a:pt x="2242" y="4178"/>
                      <a:pt x="2236" y="4180"/>
                    </a:cubicBezTo>
                    <a:lnTo>
                      <a:pt x="2240" y="4159"/>
                    </a:lnTo>
                    <a:cubicBezTo>
                      <a:pt x="2254" y="4157"/>
                      <a:pt x="2266" y="4155"/>
                      <a:pt x="2280" y="4154"/>
                    </a:cubicBezTo>
                    <a:cubicBezTo>
                      <a:pt x="2296" y="4154"/>
                      <a:pt x="2311" y="4150"/>
                      <a:pt x="2326" y="4145"/>
                    </a:cubicBezTo>
                    <a:cubicBezTo>
                      <a:pt x="2327" y="4144"/>
                      <a:pt x="2328" y="4143"/>
                      <a:pt x="2328" y="4143"/>
                    </a:cubicBezTo>
                    <a:cubicBezTo>
                      <a:pt x="2329" y="4142"/>
                      <a:pt x="2329" y="4142"/>
                      <a:pt x="2329" y="4140"/>
                    </a:cubicBezTo>
                    <a:cubicBezTo>
                      <a:pt x="2329" y="4139"/>
                      <a:pt x="2329" y="4138"/>
                      <a:pt x="2328" y="4137"/>
                    </a:cubicBezTo>
                    <a:cubicBezTo>
                      <a:pt x="2327" y="4136"/>
                      <a:pt x="2327" y="4135"/>
                      <a:pt x="2326" y="4134"/>
                    </a:cubicBezTo>
                    <a:cubicBezTo>
                      <a:pt x="2318" y="4131"/>
                      <a:pt x="2309" y="4129"/>
                      <a:pt x="2300" y="4129"/>
                    </a:cubicBezTo>
                    <a:cubicBezTo>
                      <a:pt x="2294" y="4129"/>
                      <a:pt x="2288" y="4130"/>
                      <a:pt x="2282" y="4131"/>
                    </a:cubicBezTo>
                    <a:cubicBezTo>
                      <a:pt x="2276" y="4132"/>
                      <a:pt x="2269" y="4133"/>
                      <a:pt x="2263" y="4133"/>
                    </a:cubicBezTo>
                    <a:cubicBezTo>
                      <a:pt x="2257" y="4134"/>
                      <a:pt x="2251" y="4136"/>
                      <a:pt x="2246" y="4138"/>
                    </a:cubicBezTo>
                    <a:cubicBezTo>
                      <a:pt x="2247" y="4130"/>
                      <a:pt x="2249" y="4123"/>
                      <a:pt x="2251" y="4115"/>
                    </a:cubicBezTo>
                    <a:cubicBezTo>
                      <a:pt x="2256" y="4114"/>
                      <a:pt x="2261" y="4114"/>
                      <a:pt x="2266" y="4113"/>
                    </a:cubicBezTo>
                    <a:cubicBezTo>
                      <a:pt x="2274" y="4112"/>
                      <a:pt x="2282" y="4110"/>
                      <a:pt x="2289" y="4110"/>
                    </a:cubicBezTo>
                    <a:cubicBezTo>
                      <a:pt x="2291" y="4110"/>
                      <a:pt x="2293" y="4110"/>
                      <a:pt x="2295" y="4110"/>
                    </a:cubicBezTo>
                    <a:cubicBezTo>
                      <a:pt x="2304" y="4110"/>
                      <a:pt x="2314" y="4108"/>
                      <a:pt x="2322" y="4104"/>
                    </a:cubicBezTo>
                    <a:cubicBezTo>
                      <a:pt x="2325" y="4102"/>
                      <a:pt x="2327" y="4097"/>
                      <a:pt x="2323" y="4095"/>
                    </a:cubicBezTo>
                    <a:cubicBezTo>
                      <a:pt x="2323" y="4095"/>
                      <a:pt x="2323" y="4094"/>
                      <a:pt x="2322" y="4094"/>
                    </a:cubicBezTo>
                    <a:cubicBezTo>
                      <a:pt x="2314" y="4089"/>
                      <a:pt x="2305" y="4087"/>
                      <a:pt x="2295" y="4087"/>
                    </a:cubicBezTo>
                    <a:cubicBezTo>
                      <a:pt x="2293" y="4087"/>
                      <a:pt x="2291" y="4087"/>
                      <a:pt x="2289" y="4087"/>
                    </a:cubicBezTo>
                    <a:cubicBezTo>
                      <a:pt x="2281" y="4088"/>
                      <a:pt x="2273" y="4090"/>
                      <a:pt x="2266" y="4093"/>
                    </a:cubicBezTo>
                    <a:cubicBezTo>
                      <a:pt x="2263" y="4094"/>
                      <a:pt x="2260" y="4095"/>
                      <a:pt x="2257" y="4096"/>
                    </a:cubicBezTo>
                    <a:cubicBezTo>
                      <a:pt x="2259" y="4088"/>
                      <a:pt x="2261" y="4080"/>
                      <a:pt x="2263" y="4073"/>
                    </a:cubicBezTo>
                    <a:cubicBezTo>
                      <a:pt x="2270" y="4069"/>
                      <a:pt x="2271" y="4071"/>
                      <a:pt x="2280" y="4069"/>
                    </a:cubicBezTo>
                    <a:cubicBezTo>
                      <a:pt x="2285" y="4067"/>
                      <a:pt x="2290" y="4064"/>
                      <a:pt x="2294" y="4061"/>
                    </a:cubicBezTo>
                    <a:cubicBezTo>
                      <a:pt x="2295" y="4061"/>
                      <a:pt x="2296" y="4060"/>
                      <a:pt x="2297" y="4060"/>
                    </a:cubicBezTo>
                    <a:cubicBezTo>
                      <a:pt x="2314" y="4053"/>
                      <a:pt x="2332" y="4060"/>
                      <a:pt x="2348" y="4051"/>
                    </a:cubicBezTo>
                    <a:cubicBezTo>
                      <a:pt x="2349" y="4051"/>
                      <a:pt x="2350" y="4050"/>
                      <a:pt x="2351" y="4048"/>
                    </a:cubicBezTo>
                    <a:cubicBezTo>
                      <a:pt x="2352" y="4047"/>
                      <a:pt x="2352" y="4047"/>
                      <a:pt x="2352" y="4045"/>
                    </a:cubicBezTo>
                    <a:cubicBezTo>
                      <a:pt x="2352" y="4044"/>
                      <a:pt x="2352" y="4042"/>
                      <a:pt x="2351" y="4041"/>
                    </a:cubicBezTo>
                    <a:cubicBezTo>
                      <a:pt x="2350" y="4040"/>
                      <a:pt x="2349" y="4039"/>
                      <a:pt x="2348" y="4038"/>
                    </a:cubicBezTo>
                    <a:cubicBezTo>
                      <a:pt x="2339" y="4034"/>
                      <a:pt x="2329" y="4032"/>
                      <a:pt x="2319" y="4032"/>
                    </a:cubicBezTo>
                    <a:cubicBezTo>
                      <a:pt x="2309" y="4032"/>
                      <a:pt x="2299" y="4034"/>
                      <a:pt x="2289" y="4038"/>
                    </a:cubicBezTo>
                    <a:cubicBezTo>
                      <a:pt x="2282" y="4040"/>
                      <a:pt x="2277" y="4044"/>
                      <a:pt x="2271" y="4047"/>
                    </a:cubicBezTo>
                    <a:cubicBezTo>
                      <a:pt x="2274" y="4036"/>
                      <a:pt x="2277" y="4026"/>
                      <a:pt x="2280" y="4015"/>
                    </a:cubicBezTo>
                    <a:cubicBezTo>
                      <a:pt x="2281" y="4015"/>
                      <a:pt x="2282" y="4015"/>
                      <a:pt x="2283" y="4015"/>
                    </a:cubicBezTo>
                    <a:cubicBezTo>
                      <a:pt x="2283" y="4015"/>
                      <a:pt x="2284" y="4015"/>
                      <a:pt x="2285" y="4015"/>
                    </a:cubicBezTo>
                    <a:cubicBezTo>
                      <a:pt x="2292" y="4014"/>
                      <a:pt x="2299" y="4013"/>
                      <a:pt x="2306" y="4012"/>
                    </a:cubicBezTo>
                    <a:cubicBezTo>
                      <a:pt x="2309" y="4013"/>
                      <a:pt x="2311" y="4013"/>
                      <a:pt x="2314" y="4013"/>
                    </a:cubicBezTo>
                    <a:cubicBezTo>
                      <a:pt x="2324" y="4013"/>
                      <a:pt x="2333" y="4011"/>
                      <a:pt x="2341" y="4007"/>
                    </a:cubicBezTo>
                    <a:cubicBezTo>
                      <a:pt x="2342" y="4007"/>
                      <a:pt x="2343" y="4006"/>
                      <a:pt x="2344" y="4005"/>
                    </a:cubicBezTo>
                    <a:cubicBezTo>
                      <a:pt x="2345" y="4004"/>
                      <a:pt x="2345" y="4003"/>
                      <a:pt x="2345" y="4001"/>
                    </a:cubicBezTo>
                    <a:cubicBezTo>
                      <a:pt x="2345" y="4000"/>
                      <a:pt x="2345" y="3998"/>
                      <a:pt x="2344" y="3997"/>
                    </a:cubicBezTo>
                    <a:cubicBezTo>
                      <a:pt x="2343" y="3996"/>
                      <a:pt x="2342" y="3995"/>
                      <a:pt x="2341" y="3994"/>
                    </a:cubicBezTo>
                    <a:cubicBezTo>
                      <a:pt x="2333" y="3990"/>
                      <a:pt x="2323" y="3988"/>
                      <a:pt x="2314" y="3988"/>
                    </a:cubicBezTo>
                    <a:cubicBezTo>
                      <a:pt x="2310" y="3988"/>
                      <a:pt x="2307" y="3989"/>
                      <a:pt x="2304" y="3989"/>
                    </a:cubicBezTo>
                    <a:cubicBezTo>
                      <a:pt x="2298" y="3990"/>
                      <a:pt x="2292" y="3991"/>
                      <a:pt x="2286" y="3993"/>
                    </a:cubicBezTo>
                    <a:cubicBezTo>
                      <a:pt x="2288" y="3985"/>
                      <a:pt x="2290" y="3978"/>
                      <a:pt x="2292" y="3971"/>
                    </a:cubicBezTo>
                    <a:cubicBezTo>
                      <a:pt x="2293" y="3970"/>
                      <a:pt x="2294" y="3970"/>
                      <a:pt x="2295" y="3969"/>
                    </a:cubicBezTo>
                    <a:cubicBezTo>
                      <a:pt x="2296" y="3969"/>
                      <a:pt x="2296" y="3969"/>
                      <a:pt x="2296" y="3969"/>
                    </a:cubicBezTo>
                    <a:cubicBezTo>
                      <a:pt x="2300" y="3965"/>
                      <a:pt x="2304" y="3967"/>
                      <a:pt x="2309" y="3964"/>
                    </a:cubicBezTo>
                    <a:cubicBezTo>
                      <a:pt x="2314" y="3962"/>
                      <a:pt x="2317" y="3957"/>
                      <a:pt x="2322" y="3956"/>
                    </a:cubicBezTo>
                    <a:cubicBezTo>
                      <a:pt x="2336" y="3950"/>
                      <a:pt x="2353" y="3952"/>
                      <a:pt x="2364" y="3938"/>
                    </a:cubicBezTo>
                    <a:lnTo>
                      <a:pt x="2365" y="3937"/>
                    </a:lnTo>
                    <a:cubicBezTo>
                      <a:pt x="2366" y="3936"/>
                      <a:pt x="2366" y="3935"/>
                      <a:pt x="2366" y="3933"/>
                    </a:cubicBezTo>
                    <a:cubicBezTo>
                      <a:pt x="2366" y="3932"/>
                      <a:pt x="2366" y="3930"/>
                      <a:pt x="2365" y="3929"/>
                    </a:cubicBezTo>
                    <a:cubicBezTo>
                      <a:pt x="2364" y="3928"/>
                      <a:pt x="2363" y="3927"/>
                      <a:pt x="2362" y="3926"/>
                    </a:cubicBezTo>
                    <a:lnTo>
                      <a:pt x="2361" y="3926"/>
                    </a:lnTo>
                    <a:cubicBezTo>
                      <a:pt x="2357" y="3924"/>
                      <a:pt x="2352" y="3923"/>
                      <a:pt x="2347" y="3923"/>
                    </a:cubicBezTo>
                    <a:cubicBezTo>
                      <a:pt x="2343" y="3923"/>
                      <a:pt x="2339" y="3924"/>
                      <a:pt x="2335" y="3925"/>
                    </a:cubicBezTo>
                    <a:cubicBezTo>
                      <a:pt x="2327" y="3925"/>
                      <a:pt x="2318" y="3927"/>
                      <a:pt x="2310" y="3930"/>
                    </a:cubicBezTo>
                    <a:cubicBezTo>
                      <a:pt x="2310" y="3931"/>
                      <a:pt x="2309" y="3931"/>
                      <a:pt x="2309" y="3931"/>
                    </a:cubicBezTo>
                    <a:cubicBezTo>
                      <a:pt x="2306" y="3933"/>
                      <a:pt x="2303" y="3935"/>
                      <a:pt x="2301" y="3937"/>
                    </a:cubicBezTo>
                    <a:lnTo>
                      <a:pt x="2298" y="3939"/>
                    </a:lnTo>
                    <a:cubicBezTo>
                      <a:pt x="2298" y="3934"/>
                      <a:pt x="2301" y="3929"/>
                      <a:pt x="2301" y="3923"/>
                    </a:cubicBezTo>
                    <a:cubicBezTo>
                      <a:pt x="2302" y="3918"/>
                      <a:pt x="2298" y="3910"/>
                      <a:pt x="2299" y="3906"/>
                    </a:cubicBezTo>
                    <a:moveTo>
                      <a:pt x="1931" y="5578"/>
                    </a:moveTo>
                    <a:cubicBezTo>
                      <a:pt x="1930" y="5572"/>
                      <a:pt x="1928" y="5566"/>
                      <a:pt x="1926" y="5560"/>
                    </a:cubicBezTo>
                    <a:cubicBezTo>
                      <a:pt x="1930" y="5563"/>
                      <a:pt x="1933" y="5565"/>
                      <a:pt x="1937" y="5568"/>
                    </a:cubicBezTo>
                    <a:cubicBezTo>
                      <a:pt x="1938" y="5569"/>
                      <a:pt x="1939" y="5569"/>
                      <a:pt x="1940" y="5570"/>
                    </a:cubicBezTo>
                    <a:cubicBezTo>
                      <a:pt x="1941" y="5571"/>
                      <a:pt x="1941" y="5571"/>
                      <a:pt x="1941" y="5571"/>
                    </a:cubicBezTo>
                    <a:lnTo>
                      <a:pt x="1939" y="5578"/>
                    </a:lnTo>
                    <a:cubicBezTo>
                      <a:pt x="1932" y="5608"/>
                      <a:pt x="1934" y="5643"/>
                      <a:pt x="1924" y="5672"/>
                    </a:cubicBezTo>
                    <a:cubicBezTo>
                      <a:pt x="1920" y="5686"/>
                      <a:pt x="1918" y="5700"/>
                      <a:pt x="1917" y="5714"/>
                    </a:cubicBezTo>
                    <a:cubicBezTo>
                      <a:pt x="1913" y="5685"/>
                      <a:pt x="1910" y="5657"/>
                      <a:pt x="1903" y="5628"/>
                    </a:cubicBezTo>
                    <a:cubicBezTo>
                      <a:pt x="1894" y="5595"/>
                      <a:pt x="1885" y="5557"/>
                      <a:pt x="1879" y="5521"/>
                    </a:cubicBezTo>
                    <a:cubicBezTo>
                      <a:pt x="1888" y="5527"/>
                      <a:pt x="1896" y="5533"/>
                      <a:pt x="1905" y="5540"/>
                    </a:cubicBezTo>
                    <a:cubicBezTo>
                      <a:pt x="1906" y="5553"/>
                      <a:pt x="1908" y="5565"/>
                      <a:pt x="1911" y="5577"/>
                    </a:cubicBezTo>
                    <a:cubicBezTo>
                      <a:pt x="1912" y="5590"/>
                      <a:pt x="1915" y="5603"/>
                      <a:pt x="1919" y="5616"/>
                    </a:cubicBezTo>
                    <a:cubicBezTo>
                      <a:pt x="1920" y="5621"/>
                      <a:pt x="1927" y="5620"/>
                      <a:pt x="1929" y="5616"/>
                    </a:cubicBezTo>
                    <a:cubicBezTo>
                      <a:pt x="1930" y="5609"/>
                      <a:pt x="1931" y="5601"/>
                      <a:pt x="1931" y="5593"/>
                    </a:cubicBezTo>
                    <a:cubicBezTo>
                      <a:pt x="1931" y="5588"/>
                      <a:pt x="1931" y="5583"/>
                      <a:pt x="1930" y="5578"/>
                    </a:cubicBezTo>
                    <a:lnTo>
                      <a:pt x="1931" y="5578"/>
                    </a:lnTo>
                    <a:moveTo>
                      <a:pt x="1721" y="4082"/>
                    </a:moveTo>
                    <a:cubicBezTo>
                      <a:pt x="1739" y="4091"/>
                      <a:pt x="1757" y="4101"/>
                      <a:pt x="1774" y="4111"/>
                    </a:cubicBezTo>
                    <a:cubicBezTo>
                      <a:pt x="1789" y="4120"/>
                      <a:pt x="1804" y="4128"/>
                      <a:pt x="1818" y="4138"/>
                    </a:cubicBezTo>
                    <a:cubicBezTo>
                      <a:pt x="1834" y="4148"/>
                      <a:pt x="1850" y="4157"/>
                      <a:pt x="1867" y="4166"/>
                    </a:cubicBezTo>
                    <a:cubicBezTo>
                      <a:pt x="1867" y="4167"/>
                      <a:pt x="1868" y="4166"/>
                      <a:pt x="1869" y="4167"/>
                    </a:cubicBezTo>
                    <a:cubicBezTo>
                      <a:pt x="1870" y="4168"/>
                      <a:pt x="1870" y="4168"/>
                      <a:pt x="1871" y="4168"/>
                    </a:cubicBezTo>
                    <a:cubicBezTo>
                      <a:pt x="1904" y="4185"/>
                      <a:pt x="1938" y="4200"/>
                      <a:pt x="1972" y="4216"/>
                    </a:cubicBezTo>
                    <a:cubicBezTo>
                      <a:pt x="1952" y="4219"/>
                      <a:pt x="1932" y="4225"/>
                      <a:pt x="1913" y="4234"/>
                    </a:cubicBezTo>
                    <a:cubicBezTo>
                      <a:pt x="1902" y="4240"/>
                      <a:pt x="1890" y="4245"/>
                      <a:pt x="1879" y="4252"/>
                    </a:cubicBezTo>
                    <a:cubicBezTo>
                      <a:pt x="1868" y="4259"/>
                      <a:pt x="1848" y="4258"/>
                      <a:pt x="1837" y="4267"/>
                    </a:cubicBezTo>
                    <a:cubicBezTo>
                      <a:pt x="1836" y="4268"/>
                      <a:pt x="1835" y="4269"/>
                      <a:pt x="1833" y="4270"/>
                    </a:cubicBezTo>
                    <a:cubicBezTo>
                      <a:pt x="1795" y="4253"/>
                      <a:pt x="1757" y="4231"/>
                      <a:pt x="1722" y="4211"/>
                    </a:cubicBezTo>
                    <a:cubicBezTo>
                      <a:pt x="1653" y="4174"/>
                      <a:pt x="1583" y="4147"/>
                      <a:pt x="1516" y="4107"/>
                    </a:cubicBezTo>
                    <a:cubicBezTo>
                      <a:pt x="1515" y="4106"/>
                      <a:pt x="1513" y="4105"/>
                      <a:pt x="1512" y="4104"/>
                    </a:cubicBezTo>
                    <a:cubicBezTo>
                      <a:pt x="1501" y="4098"/>
                      <a:pt x="1490" y="4092"/>
                      <a:pt x="1479" y="4087"/>
                    </a:cubicBezTo>
                    <a:cubicBezTo>
                      <a:pt x="1519" y="4087"/>
                      <a:pt x="1560" y="4083"/>
                      <a:pt x="1600" y="4082"/>
                    </a:cubicBezTo>
                    <a:cubicBezTo>
                      <a:pt x="1641" y="4081"/>
                      <a:pt x="1682" y="4063"/>
                      <a:pt x="1720" y="4082"/>
                    </a:cubicBezTo>
                    <a:lnTo>
                      <a:pt x="1721" y="4082"/>
                    </a:lnTo>
                    <a:moveTo>
                      <a:pt x="1713" y="4054"/>
                    </a:moveTo>
                    <a:cubicBezTo>
                      <a:pt x="1728" y="4050"/>
                      <a:pt x="1742" y="4045"/>
                      <a:pt x="1756" y="4040"/>
                    </a:cubicBezTo>
                    <a:cubicBezTo>
                      <a:pt x="1756" y="4041"/>
                      <a:pt x="1756" y="4043"/>
                      <a:pt x="1756" y="4044"/>
                    </a:cubicBezTo>
                    <a:cubicBezTo>
                      <a:pt x="1756" y="4046"/>
                      <a:pt x="1756" y="4048"/>
                      <a:pt x="1756" y="4049"/>
                    </a:cubicBezTo>
                    <a:cubicBezTo>
                      <a:pt x="1759" y="4058"/>
                      <a:pt x="1763" y="4067"/>
                      <a:pt x="1767" y="4076"/>
                    </a:cubicBezTo>
                    <a:lnTo>
                      <a:pt x="1769" y="4083"/>
                    </a:lnTo>
                    <a:lnTo>
                      <a:pt x="1758" y="4077"/>
                    </a:lnTo>
                    <a:cubicBezTo>
                      <a:pt x="1740" y="4069"/>
                      <a:pt x="1728" y="4059"/>
                      <a:pt x="1713" y="4054"/>
                    </a:cubicBezTo>
                    <a:moveTo>
                      <a:pt x="1901" y="4035"/>
                    </a:moveTo>
                    <a:cubicBezTo>
                      <a:pt x="1898" y="4023"/>
                      <a:pt x="1897" y="4010"/>
                      <a:pt x="1894" y="3998"/>
                    </a:cubicBezTo>
                    <a:lnTo>
                      <a:pt x="1915" y="3991"/>
                    </a:lnTo>
                    <a:cubicBezTo>
                      <a:pt x="1918" y="4018"/>
                      <a:pt x="1923" y="4044"/>
                      <a:pt x="1930" y="4070"/>
                    </a:cubicBezTo>
                    <a:cubicBezTo>
                      <a:pt x="1937" y="4107"/>
                      <a:pt x="1947" y="4144"/>
                      <a:pt x="1960" y="4180"/>
                    </a:cubicBezTo>
                    <a:lnTo>
                      <a:pt x="1941" y="4172"/>
                    </a:lnTo>
                    <a:cubicBezTo>
                      <a:pt x="1941" y="4169"/>
                      <a:pt x="1939" y="4165"/>
                      <a:pt x="1938" y="4161"/>
                    </a:cubicBezTo>
                    <a:lnTo>
                      <a:pt x="1936" y="4157"/>
                    </a:lnTo>
                    <a:lnTo>
                      <a:pt x="1934" y="4154"/>
                    </a:lnTo>
                    <a:cubicBezTo>
                      <a:pt x="1931" y="4153"/>
                      <a:pt x="1931" y="4152"/>
                      <a:pt x="1934" y="4152"/>
                    </a:cubicBezTo>
                    <a:cubicBezTo>
                      <a:pt x="1934" y="4143"/>
                      <a:pt x="1926" y="4135"/>
                      <a:pt x="1921" y="4127"/>
                    </a:cubicBezTo>
                    <a:cubicBezTo>
                      <a:pt x="1918" y="4123"/>
                      <a:pt x="1912" y="4126"/>
                      <a:pt x="1911" y="4130"/>
                    </a:cubicBezTo>
                    <a:cubicBezTo>
                      <a:pt x="1909" y="4139"/>
                      <a:pt x="1914" y="4147"/>
                      <a:pt x="1913" y="4155"/>
                    </a:cubicBezTo>
                    <a:cubicBezTo>
                      <a:pt x="1913" y="4156"/>
                      <a:pt x="1913" y="4156"/>
                      <a:pt x="1913" y="4157"/>
                    </a:cubicBezTo>
                    <a:cubicBezTo>
                      <a:pt x="1913" y="4158"/>
                      <a:pt x="1913" y="4159"/>
                      <a:pt x="1913" y="4160"/>
                    </a:cubicBezTo>
                    <a:cubicBezTo>
                      <a:pt x="1900" y="4154"/>
                      <a:pt x="1888" y="4148"/>
                      <a:pt x="1876" y="4142"/>
                    </a:cubicBezTo>
                    <a:cubicBezTo>
                      <a:pt x="1863" y="4099"/>
                      <a:pt x="1855" y="4055"/>
                      <a:pt x="1839" y="4013"/>
                    </a:cubicBezTo>
                    <a:cubicBezTo>
                      <a:pt x="1848" y="4011"/>
                      <a:pt x="1857" y="4009"/>
                      <a:pt x="1865" y="4007"/>
                    </a:cubicBezTo>
                    <a:cubicBezTo>
                      <a:pt x="1868" y="4017"/>
                      <a:pt x="1872" y="4026"/>
                      <a:pt x="1877" y="4036"/>
                    </a:cubicBezTo>
                    <a:cubicBezTo>
                      <a:pt x="1886" y="4053"/>
                      <a:pt x="1893" y="4072"/>
                      <a:pt x="1897" y="4091"/>
                    </a:cubicBezTo>
                    <a:cubicBezTo>
                      <a:pt x="1897" y="4092"/>
                      <a:pt x="1897" y="4093"/>
                      <a:pt x="1897" y="4093"/>
                    </a:cubicBezTo>
                    <a:cubicBezTo>
                      <a:pt x="1898" y="4094"/>
                      <a:pt x="1899" y="4096"/>
                      <a:pt x="1900" y="4096"/>
                    </a:cubicBezTo>
                    <a:cubicBezTo>
                      <a:pt x="1901" y="4097"/>
                      <a:pt x="1902" y="4097"/>
                      <a:pt x="1903" y="4097"/>
                    </a:cubicBezTo>
                    <a:cubicBezTo>
                      <a:pt x="1905" y="4097"/>
                      <a:pt x="1906" y="4097"/>
                      <a:pt x="1907" y="4096"/>
                    </a:cubicBezTo>
                    <a:cubicBezTo>
                      <a:pt x="1908" y="4096"/>
                      <a:pt x="1908" y="4094"/>
                      <a:pt x="1909" y="4093"/>
                    </a:cubicBezTo>
                    <a:cubicBezTo>
                      <a:pt x="1910" y="4092"/>
                      <a:pt x="1910" y="4092"/>
                      <a:pt x="1910" y="4091"/>
                    </a:cubicBezTo>
                    <a:lnTo>
                      <a:pt x="1910" y="4090"/>
                    </a:lnTo>
                    <a:cubicBezTo>
                      <a:pt x="1910" y="4071"/>
                      <a:pt x="1907" y="4053"/>
                      <a:pt x="1901" y="4035"/>
                    </a:cubicBezTo>
                    <a:moveTo>
                      <a:pt x="2149" y="3944"/>
                    </a:moveTo>
                    <a:cubicBezTo>
                      <a:pt x="2148" y="3939"/>
                      <a:pt x="2147" y="3934"/>
                      <a:pt x="2145" y="3929"/>
                    </a:cubicBezTo>
                    <a:lnTo>
                      <a:pt x="2179" y="3923"/>
                    </a:lnTo>
                    <a:cubicBezTo>
                      <a:pt x="2179" y="3927"/>
                      <a:pt x="2181" y="3931"/>
                      <a:pt x="2183" y="3935"/>
                    </a:cubicBezTo>
                    <a:cubicBezTo>
                      <a:pt x="2183" y="3936"/>
                      <a:pt x="2184" y="3936"/>
                      <a:pt x="2185" y="3937"/>
                    </a:cubicBezTo>
                    <a:cubicBezTo>
                      <a:pt x="2185" y="3938"/>
                      <a:pt x="2185" y="3937"/>
                      <a:pt x="2186" y="3938"/>
                    </a:cubicBezTo>
                    <a:cubicBezTo>
                      <a:pt x="2187" y="3939"/>
                      <a:pt x="2187" y="3939"/>
                      <a:pt x="2188" y="3939"/>
                    </a:cubicBezTo>
                    <a:cubicBezTo>
                      <a:pt x="2189" y="3939"/>
                      <a:pt x="2190" y="3939"/>
                      <a:pt x="2191" y="3938"/>
                    </a:cubicBezTo>
                    <a:lnTo>
                      <a:pt x="2192" y="3937"/>
                    </a:lnTo>
                    <a:cubicBezTo>
                      <a:pt x="2192" y="3937"/>
                      <a:pt x="2192" y="3936"/>
                      <a:pt x="2193" y="3935"/>
                    </a:cubicBezTo>
                    <a:cubicBezTo>
                      <a:pt x="2195" y="3933"/>
                      <a:pt x="2195" y="3930"/>
                      <a:pt x="2195" y="3928"/>
                    </a:cubicBezTo>
                    <a:cubicBezTo>
                      <a:pt x="2195" y="3926"/>
                      <a:pt x="2195" y="3925"/>
                      <a:pt x="2194" y="3923"/>
                    </a:cubicBezTo>
                    <a:cubicBezTo>
                      <a:pt x="2194" y="3922"/>
                      <a:pt x="2194" y="3921"/>
                      <a:pt x="2193" y="3919"/>
                    </a:cubicBezTo>
                    <a:cubicBezTo>
                      <a:pt x="2214" y="3911"/>
                      <a:pt x="2235" y="3905"/>
                      <a:pt x="2257" y="3902"/>
                    </a:cubicBezTo>
                    <a:cubicBezTo>
                      <a:pt x="2258" y="3902"/>
                      <a:pt x="2259" y="3902"/>
                      <a:pt x="2260" y="3902"/>
                    </a:cubicBezTo>
                    <a:cubicBezTo>
                      <a:pt x="2266" y="3902"/>
                      <a:pt x="2271" y="3902"/>
                      <a:pt x="2277" y="3901"/>
                    </a:cubicBezTo>
                    <a:cubicBezTo>
                      <a:pt x="2270" y="3940"/>
                      <a:pt x="2262" y="3978"/>
                      <a:pt x="2251" y="4016"/>
                    </a:cubicBezTo>
                    <a:cubicBezTo>
                      <a:pt x="2234" y="4074"/>
                      <a:pt x="2220" y="4132"/>
                      <a:pt x="2206" y="4191"/>
                    </a:cubicBezTo>
                    <a:cubicBezTo>
                      <a:pt x="2201" y="4171"/>
                      <a:pt x="2193" y="4152"/>
                      <a:pt x="2189" y="4132"/>
                    </a:cubicBezTo>
                    <a:cubicBezTo>
                      <a:pt x="2182" y="4100"/>
                      <a:pt x="2170" y="4070"/>
                      <a:pt x="2162" y="4038"/>
                    </a:cubicBezTo>
                    <a:cubicBezTo>
                      <a:pt x="2162" y="4035"/>
                      <a:pt x="2157" y="4037"/>
                      <a:pt x="2157" y="4040"/>
                    </a:cubicBezTo>
                    <a:cubicBezTo>
                      <a:pt x="2160" y="4066"/>
                      <a:pt x="2161" y="4089"/>
                      <a:pt x="2166" y="4115"/>
                    </a:cubicBezTo>
                    <a:cubicBezTo>
                      <a:pt x="2172" y="4153"/>
                      <a:pt x="2173" y="4199"/>
                      <a:pt x="2190" y="4233"/>
                    </a:cubicBezTo>
                    <a:cubicBezTo>
                      <a:pt x="2190" y="4234"/>
                      <a:pt x="2190" y="4234"/>
                      <a:pt x="2190" y="4234"/>
                    </a:cubicBezTo>
                    <a:cubicBezTo>
                      <a:pt x="2191" y="4236"/>
                      <a:pt x="2193" y="4238"/>
                      <a:pt x="2195" y="4239"/>
                    </a:cubicBezTo>
                    <a:cubicBezTo>
                      <a:pt x="2195" y="4239"/>
                      <a:pt x="2196" y="4239"/>
                      <a:pt x="2196" y="4240"/>
                    </a:cubicBezTo>
                    <a:cubicBezTo>
                      <a:pt x="2193" y="4254"/>
                      <a:pt x="2190" y="4269"/>
                      <a:pt x="2186" y="4284"/>
                    </a:cubicBezTo>
                    <a:lnTo>
                      <a:pt x="2182" y="4281"/>
                    </a:lnTo>
                    <a:cubicBezTo>
                      <a:pt x="2182" y="4281"/>
                      <a:pt x="2182" y="4280"/>
                      <a:pt x="2183" y="4280"/>
                    </a:cubicBezTo>
                    <a:cubicBezTo>
                      <a:pt x="2184" y="4278"/>
                      <a:pt x="2184" y="4276"/>
                      <a:pt x="2184" y="4273"/>
                    </a:cubicBezTo>
                    <a:lnTo>
                      <a:pt x="2184" y="4272"/>
                    </a:lnTo>
                    <a:cubicBezTo>
                      <a:pt x="2184" y="4270"/>
                      <a:pt x="2183" y="4268"/>
                      <a:pt x="2182" y="4266"/>
                    </a:cubicBezTo>
                    <a:cubicBezTo>
                      <a:pt x="2181" y="4264"/>
                      <a:pt x="2179" y="4263"/>
                      <a:pt x="2177" y="4261"/>
                    </a:cubicBezTo>
                    <a:cubicBezTo>
                      <a:pt x="2176" y="4260"/>
                      <a:pt x="2176" y="4260"/>
                      <a:pt x="2176" y="4260"/>
                    </a:cubicBezTo>
                    <a:cubicBezTo>
                      <a:pt x="2170" y="4259"/>
                      <a:pt x="2171" y="4258"/>
                      <a:pt x="2179" y="4256"/>
                    </a:cubicBezTo>
                    <a:cubicBezTo>
                      <a:pt x="2178" y="4250"/>
                      <a:pt x="2171" y="4238"/>
                      <a:pt x="2170" y="4233"/>
                    </a:cubicBezTo>
                    <a:cubicBezTo>
                      <a:pt x="2164" y="4212"/>
                      <a:pt x="2153" y="4192"/>
                      <a:pt x="2147" y="4170"/>
                    </a:cubicBezTo>
                    <a:cubicBezTo>
                      <a:pt x="2141" y="4145"/>
                      <a:pt x="2138" y="4109"/>
                      <a:pt x="2121" y="4088"/>
                    </a:cubicBezTo>
                    <a:cubicBezTo>
                      <a:pt x="2121" y="4088"/>
                      <a:pt x="2121" y="4089"/>
                      <a:pt x="2120" y="4088"/>
                    </a:cubicBezTo>
                    <a:cubicBezTo>
                      <a:pt x="2119" y="4087"/>
                      <a:pt x="2120" y="4087"/>
                      <a:pt x="2119" y="4087"/>
                    </a:cubicBezTo>
                    <a:lnTo>
                      <a:pt x="2118" y="4088"/>
                    </a:lnTo>
                    <a:cubicBezTo>
                      <a:pt x="2117" y="4089"/>
                      <a:pt x="2117" y="4088"/>
                      <a:pt x="2117" y="4088"/>
                    </a:cubicBezTo>
                    <a:cubicBezTo>
                      <a:pt x="2117" y="4089"/>
                      <a:pt x="2117" y="4089"/>
                      <a:pt x="2117" y="4090"/>
                    </a:cubicBezTo>
                    <a:lnTo>
                      <a:pt x="2117" y="4091"/>
                    </a:lnTo>
                    <a:cubicBezTo>
                      <a:pt x="2121" y="4101"/>
                      <a:pt x="2123" y="4112"/>
                      <a:pt x="2123" y="4123"/>
                    </a:cubicBezTo>
                    <a:cubicBezTo>
                      <a:pt x="2123" y="4124"/>
                      <a:pt x="2123" y="4125"/>
                      <a:pt x="2123" y="4126"/>
                    </a:cubicBezTo>
                    <a:cubicBezTo>
                      <a:pt x="2124" y="4142"/>
                      <a:pt x="2126" y="4159"/>
                      <a:pt x="2130" y="4175"/>
                    </a:cubicBezTo>
                    <a:cubicBezTo>
                      <a:pt x="2136" y="4205"/>
                      <a:pt x="2149" y="4236"/>
                      <a:pt x="2154" y="4266"/>
                    </a:cubicBezTo>
                    <a:lnTo>
                      <a:pt x="2138" y="4259"/>
                    </a:lnTo>
                    <a:cubicBezTo>
                      <a:pt x="2139" y="4258"/>
                      <a:pt x="2139" y="4256"/>
                      <a:pt x="2139" y="4254"/>
                    </a:cubicBezTo>
                    <a:cubicBezTo>
                      <a:pt x="2139" y="4252"/>
                      <a:pt x="2139" y="4251"/>
                      <a:pt x="2138" y="4249"/>
                    </a:cubicBezTo>
                    <a:cubicBezTo>
                      <a:pt x="2132" y="4233"/>
                      <a:pt x="2127" y="4217"/>
                      <a:pt x="2125" y="4200"/>
                    </a:cubicBezTo>
                    <a:cubicBezTo>
                      <a:pt x="2122" y="4184"/>
                      <a:pt x="2117" y="4169"/>
                      <a:pt x="2111" y="4154"/>
                    </a:cubicBezTo>
                    <a:cubicBezTo>
                      <a:pt x="2106" y="4138"/>
                      <a:pt x="2104" y="4123"/>
                      <a:pt x="2099" y="4106"/>
                    </a:cubicBezTo>
                    <a:cubicBezTo>
                      <a:pt x="2094" y="4090"/>
                      <a:pt x="2082" y="4072"/>
                      <a:pt x="2079" y="4055"/>
                    </a:cubicBezTo>
                    <a:cubicBezTo>
                      <a:pt x="2079" y="4054"/>
                      <a:pt x="2079" y="4054"/>
                      <a:pt x="2079" y="4054"/>
                    </a:cubicBezTo>
                    <a:cubicBezTo>
                      <a:pt x="2078" y="4053"/>
                      <a:pt x="2078" y="4052"/>
                      <a:pt x="2077" y="4052"/>
                    </a:cubicBezTo>
                    <a:cubicBezTo>
                      <a:pt x="2076" y="4052"/>
                      <a:pt x="2076" y="4051"/>
                      <a:pt x="2075" y="4051"/>
                    </a:cubicBezTo>
                    <a:cubicBezTo>
                      <a:pt x="2074" y="4051"/>
                      <a:pt x="2073" y="4052"/>
                      <a:pt x="2073" y="4052"/>
                    </a:cubicBezTo>
                    <a:cubicBezTo>
                      <a:pt x="2072" y="4052"/>
                      <a:pt x="2072" y="4053"/>
                      <a:pt x="2071" y="4054"/>
                    </a:cubicBezTo>
                    <a:cubicBezTo>
                      <a:pt x="2071" y="4054"/>
                      <a:pt x="2071" y="4055"/>
                      <a:pt x="2071" y="4056"/>
                    </a:cubicBezTo>
                    <a:cubicBezTo>
                      <a:pt x="2076" y="4093"/>
                      <a:pt x="2083" y="4131"/>
                      <a:pt x="2092" y="4167"/>
                    </a:cubicBezTo>
                    <a:cubicBezTo>
                      <a:pt x="2095" y="4182"/>
                      <a:pt x="2100" y="4201"/>
                      <a:pt x="2104" y="4216"/>
                    </a:cubicBezTo>
                    <a:cubicBezTo>
                      <a:pt x="2108" y="4226"/>
                      <a:pt x="2109" y="4237"/>
                      <a:pt x="2112" y="4248"/>
                    </a:cubicBezTo>
                    <a:lnTo>
                      <a:pt x="2093" y="4238"/>
                    </a:lnTo>
                    <a:cubicBezTo>
                      <a:pt x="2092" y="4234"/>
                      <a:pt x="2090" y="4230"/>
                      <a:pt x="2089" y="4227"/>
                    </a:cubicBezTo>
                    <a:cubicBezTo>
                      <a:pt x="2089" y="4226"/>
                      <a:pt x="2088" y="4226"/>
                      <a:pt x="2088" y="4226"/>
                    </a:cubicBezTo>
                    <a:cubicBezTo>
                      <a:pt x="2087" y="4224"/>
                      <a:pt x="2086" y="4222"/>
                      <a:pt x="2085" y="4221"/>
                    </a:cubicBezTo>
                    <a:cubicBezTo>
                      <a:pt x="2082" y="4218"/>
                      <a:pt x="2085" y="4216"/>
                      <a:pt x="2083" y="4212"/>
                    </a:cubicBezTo>
                    <a:cubicBezTo>
                      <a:pt x="2073" y="4189"/>
                      <a:pt x="2065" y="4166"/>
                      <a:pt x="2058" y="4143"/>
                    </a:cubicBezTo>
                    <a:cubicBezTo>
                      <a:pt x="2058" y="4139"/>
                      <a:pt x="2052" y="4140"/>
                      <a:pt x="2052" y="4143"/>
                    </a:cubicBezTo>
                    <a:lnTo>
                      <a:pt x="2052" y="4144"/>
                    </a:lnTo>
                    <a:cubicBezTo>
                      <a:pt x="2052" y="4161"/>
                      <a:pt x="2053" y="4178"/>
                      <a:pt x="2056" y="4194"/>
                    </a:cubicBezTo>
                    <a:cubicBezTo>
                      <a:pt x="2057" y="4202"/>
                      <a:pt x="2058" y="4210"/>
                      <a:pt x="2060" y="4218"/>
                    </a:cubicBezTo>
                    <a:cubicBezTo>
                      <a:pt x="2058" y="4217"/>
                      <a:pt x="2056" y="4216"/>
                      <a:pt x="2054" y="4215"/>
                    </a:cubicBezTo>
                    <a:cubicBezTo>
                      <a:pt x="2050" y="4213"/>
                      <a:pt x="2046" y="4211"/>
                      <a:pt x="2042" y="4209"/>
                    </a:cubicBezTo>
                    <a:cubicBezTo>
                      <a:pt x="2042" y="4181"/>
                      <a:pt x="2029" y="4157"/>
                      <a:pt x="2024" y="4130"/>
                    </a:cubicBezTo>
                    <a:cubicBezTo>
                      <a:pt x="2020" y="4108"/>
                      <a:pt x="2005" y="4091"/>
                      <a:pt x="2001" y="4069"/>
                    </a:cubicBezTo>
                    <a:cubicBezTo>
                      <a:pt x="2001" y="4068"/>
                      <a:pt x="2001" y="4068"/>
                      <a:pt x="2000" y="4067"/>
                    </a:cubicBezTo>
                    <a:cubicBezTo>
                      <a:pt x="1999" y="4066"/>
                      <a:pt x="2000" y="4066"/>
                      <a:pt x="1999" y="4065"/>
                    </a:cubicBezTo>
                    <a:cubicBezTo>
                      <a:pt x="1998" y="4065"/>
                      <a:pt x="1998" y="4065"/>
                      <a:pt x="1997" y="4065"/>
                    </a:cubicBezTo>
                    <a:cubicBezTo>
                      <a:pt x="1996" y="4065"/>
                      <a:pt x="1996" y="4064"/>
                      <a:pt x="1995" y="4065"/>
                    </a:cubicBezTo>
                    <a:cubicBezTo>
                      <a:pt x="1994" y="4066"/>
                      <a:pt x="1994" y="4066"/>
                      <a:pt x="1994" y="4067"/>
                    </a:cubicBezTo>
                    <a:cubicBezTo>
                      <a:pt x="1994" y="4067"/>
                      <a:pt x="1993" y="4068"/>
                      <a:pt x="1993" y="4069"/>
                    </a:cubicBezTo>
                    <a:cubicBezTo>
                      <a:pt x="1992" y="4112"/>
                      <a:pt x="2007" y="4155"/>
                      <a:pt x="2012" y="4197"/>
                    </a:cubicBezTo>
                    <a:cubicBezTo>
                      <a:pt x="2001" y="4194"/>
                      <a:pt x="1990" y="4190"/>
                      <a:pt x="1980" y="4186"/>
                    </a:cubicBezTo>
                    <a:lnTo>
                      <a:pt x="1981" y="4186"/>
                    </a:lnTo>
                    <a:cubicBezTo>
                      <a:pt x="1982" y="4185"/>
                      <a:pt x="1983" y="4184"/>
                      <a:pt x="1984" y="4182"/>
                    </a:cubicBezTo>
                    <a:cubicBezTo>
                      <a:pt x="1985" y="4181"/>
                      <a:pt x="1985" y="4179"/>
                      <a:pt x="1985" y="4178"/>
                    </a:cubicBezTo>
                    <a:cubicBezTo>
                      <a:pt x="1985" y="4176"/>
                      <a:pt x="1985" y="4175"/>
                      <a:pt x="1984" y="4174"/>
                    </a:cubicBezTo>
                    <a:cubicBezTo>
                      <a:pt x="1959" y="4114"/>
                      <a:pt x="1949" y="4048"/>
                      <a:pt x="1930" y="3986"/>
                    </a:cubicBezTo>
                    <a:cubicBezTo>
                      <a:pt x="1953" y="3979"/>
                      <a:pt x="1976" y="3971"/>
                      <a:pt x="2000" y="3964"/>
                    </a:cubicBezTo>
                    <a:cubicBezTo>
                      <a:pt x="2039" y="3952"/>
                      <a:pt x="2081" y="3942"/>
                      <a:pt x="2123" y="3933"/>
                    </a:cubicBezTo>
                    <a:cubicBezTo>
                      <a:pt x="2123" y="3939"/>
                      <a:pt x="2125" y="3945"/>
                      <a:pt x="2126" y="3950"/>
                    </a:cubicBezTo>
                    <a:cubicBezTo>
                      <a:pt x="2127" y="3958"/>
                      <a:pt x="2129" y="3965"/>
                      <a:pt x="2133" y="3972"/>
                    </a:cubicBezTo>
                    <a:cubicBezTo>
                      <a:pt x="2135" y="3974"/>
                      <a:pt x="2136" y="3976"/>
                      <a:pt x="2137" y="3978"/>
                    </a:cubicBezTo>
                    <a:cubicBezTo>
                      <a:pt x="2138" y="3979"/>
                      <a:pt x="2138" y="3980"/>
                      <a:pt x="2139" y="3980"/>
                    </a:cubicBezTo>
                    <a:cubicBezTo>
                      <a:pt x="2141" y="3981"/>
                      <a:pt x="2142" y="3981"/>
                      <a:pt x="2143" y="3981"/>
                    </a:cubicBezTo>
                    <a:cubicBezTo>
                      <a:pt x="2144" y="3981"/>
                      <a:pt x="2145" y="3981"/>
                      <a:pt x="2147" y="3980"/>
                    </a:cubicBezTo>
                    <a:cubicBezTo>
                      <a:pt x="2148" y="3980"/>
                      <a:pt x="2148" y="3979"/>
                      <a:pt x="2148" y="3978"/>
                    </a:cubicBezTo>
                    <a:cubicBezTo>
                      <a:pt x="2151" y="3973"/>
                      <a:pt x="2153" y="3967"/>
                      <a:pt x="2153" y="3961"/>
                    </a:cubicBezTo>
                    <a:cubicBezTo>
                      <a:pt x="2153" y="3955"/>
                      <a:pt x="2151" y="3949"/>
                      <a:pt x="2149" y="3944"/>
                    </a:cubicBezTo>
                    <a:moveTo>
                      <a:pt x="1851" y="4128"/>
                    </a:moveTo>
                    <a:lnTo>
                      <a:pt x="1835" y="4119"/>
                    </a:lnTo>
                    <a:cubicBezTo>
                      <a:pt x="1832" y="4100"/>
                      <a:pt x="1825" y="4081"/>
                      <a:pt x="1817" y="4064"/>
                    </a:cubicBezTo>
                    <a:cubicBezTo>
                      <a:pt x="1812" y="4050"/>
                      <a:pt x="1809" y="4036"/>
                      <a:pt x="1804" y="4023"/>
                    </a:cubicBezTo>
                    <a:cubicBezTo>
                      <a:pt x="1810" y="4021"/>
                      <a:pt x="1815" y="4019"/>
                      <a:pt x="1821" y="4018"/>
                    </a:cubicBezTo>
                    <a:lnTo>
                      <a:pt x="1829" y="4016"/>
                    </a:lnTo>
                    <a:cubicBezTo>
                      <a:pt x="1838" y="4052"/>
                      <a:pt x="1841" y="4091"/>
                      <a:pt x="1851" y="4128"/>
                    </a:cubicBezTo>
                    <a:moveTo>
                      <a:pt x="1820" y="4110"/>
                    </a:moveTo>
                    <a:lnTo>
                      <a:pt x="1802" y="4099"/>
                    </a:lnTo>
                    <a:cubicBezTo>
                      <a:pt x="1797" y="4090"/>
                      <a:pt x="1793" y="4080"/>
                      <a:pt x="1789" y="4070"/>
                    </a:cubicBezTo>
                    <a:cubicBezTo>
                      <a:pt x="1788" y="4064"/>
                      <a:pt x="1786" y="4059"/>
                      <a:pt x="1783" y="4054"/>
                    </a:cubicBezTo>
                    <a:cubicBezTo>
                      <a:pt x="1780" y="4047"/>
                      <a:pt x="1778" y="4039"/>
                      <a:pt x="1778" y="4032"/>
                    </a:cubicBezTo>
                    <a:lnTo>
                      <a:pt x="1793" y="4026"/>
                    </a:lnTo>
                    <a:cubicBezTo>
                      <a:pt x="1796" y="4037"/>
                      <a:pt x="1799" y="4048"/>
                      <a:pt x="1802" y="4059"/>
                    </a:cubicBezTo>
                    <a:cubicBezTo>
                      <a:pt x="1809" y="4076"/>
                      <a:pt x="1815" y="4093"/>
                      <a:pt x="1820" y="4110"/>
                    </a:cubicBezTo>
                    <a:moveTo>
                      <a:pt x="1885" y="4279"/>
                    </a:moveTo>
                    <a:cubicBezTo>
                      <a:pt x="1916" y="4261"/>
                      <a:pt x="1962" y="4251"/>
                      <a:pt x="1985" y="4222"/>
                    </a:cubicBezTo>
                    <a:lnTo>
                      <a:pt x="2005" y="4231"/>
                    </a:lnTo>
                    <a:cubicBezTo>
                      <a:pt x="2030" y="4242"/>
                      <a:pt x="2055" y="4254"/>
                      <a:pt x="2080" y="4266"/>
                    </a:cubicBezTo>
                    <a:cubicBezTo>
                      <a:pt x="2095" y="4273"/>
                      <a:pt x="2110" y="4281"/>
                      <a:pt x="2125" y="4288"/>
                    </a:cubicBezTo>
                    <a:cubicBezTo>
                      <a:pt x="2140" y="4296"/>
                      <a:pt x="2167" y="4301"/>
                      <a:pt x="2176" y="4314"/>
                    </a:cubicBezTo>
                    <a:cubicBezTo>
                      <a:pt x="2177" y="4316"/>
                      <a:pt x="2178" y="4317"/>
                      <a:pt x="2180" y="4319"/>
                    </a:cubicBezTo>
                    <a:cubicBezTo>
                      <a:pt x="2175" y="4343"/>
                      <a:pt x="2171" y="4368"/>
                      <a:pt x="2166" y="4393"/>
                    </a:cubicBezTo>
                    <a:lnTo>
                      <a:pt x="2165" y="4394"/>
                    </a:lnTo>
                    <a:cubicBezTo>
                      <a:pt x="2164" y="4396"/>
                      <a:pt x="2164" y="4398"/>
                      <a:pt x="2164" y="4400"/>
                    </a:cubicBezTo>
                    <a:cubicBezTo>
                      <a:pt x="2164" y="4401"/>
                      <a:pt x="2164" y="4402"/>
                      <a:pt x="2164" y="4403"/>
                    </a:cubicBezTo>
                    <a:cubicBezTo>
                      <a:pt x="2135" y="4371"/>
                      <a:pt x="2059" y="4358"/>
                      <a:pt x="2029" y="4350"/>
                    </a:cubicBezTo>
                    <a:cubicBezTo>
                      <a:pt x="1981" y="4338"/>
                      <a:pt x="1930" y="4311"/>
                      <a:pt x="1884" y="4291"/>
                    </a:cubicBezTo>
                    <a:lnTo>
                      <a:pt x="1871" y="4286"/>
                    </a:lnTo>
                    <a:cubicBezTo>
                      <a:pt x="1875" y="4284"/>
                      <a:pt x="1880" y="4282"/>
                      <a:pt x="1885" y="4279"/>
                    </a:cubicBezTo>
                    <a:moveTo>
                      <a:pt x="2258" y="3772"/>
                    </a:moveTo>
                    <a:cubicBezTo>
                      <a:pt x="2260" y="3772"/>
                      <a:pt x="2262" y="3772"/>
                      <a:pt x="2263" y="3772"/>
                    </a:cubicBezTo>
                    <a:cubicBezTo>
                      <a:pt x="2265" y="3772"/>
                      <a:pt x="2265" y="3772"/>
                      <a:pt x="2267" y="3772"/>
                    </a:cubicBezTo>
                    <a:cubicBezTo>
                      <a:pt x="2276" y="3771"/>
                      <a:pt x="2286" y="3770"/>
                      <a:pt x="2295" y="3768"/>
                    </a:cubicBezTo>
                    <a:cubicBezTo>
                      <a:pt x="2292" y="3799"/>
                      <a:pt x="2288" y="3829"/>
                      <a:pt x="2283" y="3860"/>
                    </a:cubicBezTo>
                    <a:cubicBezTo>
                      <a:pt x="2281" y="3855"/>
                      <a:pt x="2278" y="3850"/>
                      <a:pt x="2275" y="3845"/>
                    </a:cubicBezTo>
                    <a:cubicBezTo>
                      <a:pt x="2270" y="3836"/>
                      <a:pt x="2264" y="3827"/>
                      <a:pt x="2257" y="3818"/>
                    </a:cubicBezTo>
                    <a:cubicBezTo>
                      <a:pt x="2245" y="3802"/>
                      <a:pt x="2230" y="3789"/>
                      <a:pt x="2212" y="3779"/>
                    </a:cubicBezTo>
                    <a:cubicBezTo>
                      <a:pt x="2228" y="3779"/>
                      <a:pt x="2244" y="3777"/>
                      <a:pt x="2259" y="3772"/>
                    </a:cubicBezTo>
                    <a:lnTo>
                      <a:pt x="2258" y="3772"/>
                    </a:lnTo>
                    <a:moveTo>
                      <a:pt x="1403" y="4047"/>
                    </a:moveTo>
                    <a:cubicBezTo>
                      <a:pt x="1410" y="4042"/>
                      <a:pt x="1417" y="4038"/>
                      <a:pt x="1425" y="4033"/>
                    </a:cubicBezTo>
                    <a:cubicBezTo>
                      <a:pt x="1439" y="4026"/>
                      <a:pt x="1453" y="4019"/>
                      <a:pt x="1468" y="4013"/>
                    </a:cubicBezTo>
                    <a:cubicBezTo>
                      <a:pt x="1504" y="3999"/>
                      <a:pt x="1540" y="3984"/>
                      <a:pt x="1576" y="3971"/>
                    </a:cubicBezTo>
                    <a:cubicBezTo>
                      <a:pt x="1659" y="3939"/>
                      <a:pt x="1735" y="3892"/>
                      <a:pt x="1823" y="3877"/>
                    </a:cubicBezTo>
                    <a:cubicBezTo>
                      <a:pt x="1905" y="3862"/>
                      <a:pt x="1984" y="3829"/>
                      <a:pt x="2065" y="3811"/>
                    </a:cubicBezTo>
                    <a:cubicBezTo>
                      <a:pt x="2103" y="3803"/>
                      <a:pt x="2140" y="3794"/>
                      <a:pt x="2178" y="3785"/>
                    </a:cubicBezTo>
                    <a:cubicBezTo>
                      <a:pt x="2186" y="3795"/>
                      <a:pt x="2196" y="3805"/>
                      <a:pt x="2207" y="3812"/>
                    </a:cubicBezTo>
                    <a:cubicBezTo>
                      <a:pt x="2219" y="3822"/>
                      <a:pt x="2230" y="3834"/>
                      <a:pt x="2238" y="3847"/>
                    </a:cubicBezTo>
                    <a:cubicBezTo>
                      <a:pt x="2243" y="3855"/>
                      <a:pt x="2248" y="3865"/>
                      <a:pt x="2254" y="3873"/>
                    </a:cubicBezTo>
                    <a:cubicBezTo>
                      <a:pt x="2238" y="3876"/>
                      <a:pt x="2219" y="3877"/>
                      <a:pt x="2211" y="3878"/>
                    </a:cubicBezTo>
                    <a:cubicBezTo>
                      <a:pt x="2189" y="3882"/>
                      <a:pt x="2167" y="3893"/>
                      <a:pt x="2144" y="3898"/>
                    </a:cubicBezTo>
                    <a:cubicBezTo>
                      <a:pt x="2079" y="3911"/>
                      <a:pt x="2015" y="3929"/>
                      <a:pt x="1952" y="3950"/>
                    </a:cubicBezTo>
                    <a:cubicBezTo>
                      <a:pt x="1929" y="3958"/>
                      <a:pt x="1906" y="3965"/>
                      <a:pt x="1883" y="3972"/>
                    </a:cubicBezTo>
                    <a:cubicBezTo>
                      <a:pt x="1882" y="3971"/>
                      <a:pt x="1882" y="3971"/>
                      <a:pt x="1881" y="3970"/>
                    </a:cubicBezTo>
                    <a:cubicBezTo>
                      <a:pt x="1879" y="3968"/>
                      <a:pt x="1878" y="3969"/>
                      <a:pt x="1876" y="3969"/>
                    </a:cubicBezTo>
                    <a:cubicBezTo>
                      <a:pt x="1875" y="3969"/>
                      <a:pt x="1872" y="3969"/>
                      <a:pt x="1870" y="3970"/>
                    </a:cubicBezTo>
                    <a:cubicBezTo>
                      <a:pt x="1869" y="3971"/>
                      <a:pt x="1867" y="3973"/>
                      <a:pt x="1866" y="3974"/>
                    </a:cubicBezTo>
                    <a:cubicBezTo>
                      <a:pt x="1866" y="3975"/>
                      <a:pt x="1866" y="3975"/>
                      <a:pt x="1866" y="3975"/>
                    </a:cubicBezTo>
                    <a:lnTo>
                      <a:pt x="1866" y="3977"/>
                    </a:lnTo>
                    <a:cubicBezTo>
                      <a:pt x="1838" y="3986"/>
                      <a:pt x="1809" y="3994"/>
                      <a:pt x="1781" y="4002"/>
                    </a:cubicBezTo>
                    <a:cubicBezTo>
                      <a:pt x="1753" y="4010"/>
                      <a:pt x="1699" y="4023"/>
                      <a:pt x="1681" y="4051"/>
                    </a:cubicBezTo>
                    <a:lnTo>
                      <a:pt x="1680" y="4051"/>
                    </a:lnTo>
                    <a:cubicBezTo>
                      <a:pt x="1642" y="4052"/>
                      <a:pt x="1605" y="4057"/>
                      <a:pt x="1568" y="4065"/>
                    </a:cubicBezTo>
                    <a:cubicBezTo>
                      <a:pt x="1524" y="4077"/>
                      <a:pt x="1476" y="4065"/>
                      <a:pt x="1430" y="4072"/>
                    </a:cubicBezTo>
                    <a:lnTo>
                      <a:pt x="1420" y="4071"/>
                    </a:lnTo>
                    <a:cubicBezTo>
                      <a:pt x="1419" y="4071"/>
                      <a:pt x="1418" y="4071"/>
                      <a:pt x="1416" y="4071"/>
                    </a:cubicBezTo>
                    <a:cubicBezTo>
                      <a:pt x="1408" y="4071"/>
                      <a:pt x="1400" y="4073"/>
                      <a:pt x="1393" y="4077"/>
                    </a:cubicBezTo>
                    <a:cubicBezTo>
                      <a:pt x="1390" y="4079"/>
                      <a:pt x="1388" y="4080"/>
                      <a:pt x="1385" y="4082"/>
                    </a:cubicBezTo>
                    <a:cubicBezTo>
                      <a:pt x="1393" y="4071"/>
                      <a:pt x="1384" y="4061"/>
                      <a:pt x="1403" y="4047"/>
                    </a:cubicBezTo>
                    <a:moveTo>
                      <a:pt x="1336" y="4185"/>
                    </a:moveTo>
                    <a:cubicBezTo>
                      <a:pt x="1337" y="4168"/>
                      <a:pt x="1342" y="4152"/>
                      <a:pt x="1350" y="4138"/>
                    </a:cubicBezTo>
                    <a:cubicBezTo>
                      <a:pt x="1352" y="4134"/>
                      <a:pt x="1355" y="4130"/>
                      <a:pt x="1358" y="4126"/>
                    </a:cubicBezTo>
                    <a:cubicBezTo>
                      <a:pt x="1365" y="4125"/>
                      <a:pt x="1372" y="4124"/>
                      <a:pt x="1378" y="4120"/>
                    </a:cubicBezTo>
                    <a:cubicBezTo>
                      <a:pt x="1380" y="4119"/>
                      <a:pt x="1382" y="4117"/>
                      <a:pt x="1384" y="4115"/>
                    </a:cubicBezTo>
                    <a:cubicBezTo>
                      <a:pt x="1419" y="4082"/>
                      <a:pt x="1453" y="4108"/>
                      <a:pt x="1490" y="4126"/>
                    </a:cubicBezTo>
                    <a:cubicBezTo>
                      <a:pt x="1510" y="4134"/>
                      <a:pt x="1530" y="4144"/>
                      <a:pt x="1549" y="4155"/>
                    </a:cubicBezTo>
                    <a:cubicBezTo>
                      <a:pt x="1568" y="4166"/>
                      <a:pt x="1587" y="4178"/>
                      <a:pt x="1604" y="4192"/>
                    </a:cubicBezTo>
                    <a:cubicBezTo>
                      <a:pt x="1605" y="4192"/>
                      <a:pt x="1605" y="4193"/>
                      <a:pt x="1606" y="4193"/>
                    </a:cubicBezTo>
                    <a:cubicBezTo>
                      <a:pt x="1617" y="4199"/>
                      <a:pt x="1629" y="4203"/>
                      <a:pt x="1641" y="4205"/>
                    </a:cubicBezTo>
                    <a:cubicBezTo>
                      <a:pt x="1652" y="4209"/>
                      <a:pt x="1664" y="4213"/>
                      <a:pt x="1674" y="4220"/>
                    </a:cubicBezTo>
                    <a:cubicBezTo>
                      <a:pt x="1678" y="4222"/>
                      <a:pt x="1681" y="4225"/>
                      <a:pt x="1685" y="4228"/>
                    </a:cubicBezTo>
                    <a:cubicBezTo>
                      <a:pt x="1732" y="4251"/>
                      <a:pt x="1778" y="4276"/>
                      <a:pt x="1826" y="4298"/>
                    </a:cubicBezTo>
                    <a:cubicBezTo>
                      <a:pt x="1826" y="4307"/>
                      <a:pt x="1827" y="4316"/>
                      <a:pt x="1830" y="4324"/>
                    </a:cubicBezTo>
                    <a:cubicBezTo>
                      <a:pt x="1834" y="4355"/>
                      <a:pt x="1841" y="4385"/>
                      <a:pt x="1852" y="4414"/>
                    </a:cubicBezTo>
                    <a:cubicBezTo>
                      <a:pt x="1853" y="4416"/>
                      <a:pt x="1854" y="4417"/>
                      <a:pt x="1855" y="4417"/>
                    </a:cubicBezTo>
                    <a:cubicBezTo>
                      <a:pt x="1856" y="4418"/>
                      <a:pt x="1858" y="4418"/>
                      <a:pt x="1859" y="4418"/>
                    </a:cubicBezTo>
                    <a:cubicBezTo>
                      <a:pt x="1861" y="4418"/>
                      <a:pt x="1863" y="4418"/>
                      <a:pt x="1864" y="4417"/>
                    </a:cubicBezTo>
                    <a:cubicBezTo>
                      <a:pt x="1866" y="4416"/>
                      <a:pt x="1866" y="4415"/>
                      <a:pt x="1867" y="4414"/>
                    </a:cubicBezTo>
                    <a:cubicBezTo>
                      <a:pt x="1867" y="4413"/>
                      <a:pt x="1868" y="4413"/>
                      <a:pt x="1868" y="4412"/>
                    </a:cubicBezTo>
                    <a:cubicBezTo>
                      <a:pt x="1874" y="4386"/>
                      <a:pt x="1860" y="4358"/>
                      <a:pt x="1858" y="4332"/>
                    </a:cubicBezTo>
                    <a:cubicBezTo>
                      <a:pt x="1858" y="4329"/>
                      <a:pt x="1854" y="4319"/>
                      <a:pt x="1853" y="4311"/>
                    </a:cubicBezTo>
                    <a:cubicBezTo>
                      <a:pt x="1877" y="4322"/>
                      <a:pt x="1902" y="4332"/>
                      <a:pt x="1928" y="4341"/>
                    </a:cubicBezTo>
                    <a:cubicBezTo>
                      <a:pt x="1969" y="4356"/>
                      <a:pt x="2005" y="4376"/>
                      <a:pt x="2048" y="4387"/>
                    </a:cubicBezTo>
                    <a:cubicBezTo>
                      <a:pt x="2060" y="4391"/>
                      <a:pt x="2146" y="4414"/>
                      <a:pt x="2146" y="4430"/>
                    </a:cubicBezTo>
                    <a:cubicBezTo>
                      <a:pt x="2146" y="4433"/>
                      <a:pt x="2147" y="4435"/>
                      <a:pt x="2148" y="4437"/>
                    </a:cubicBezTo>
                    <a:cubicBezTo>
                      <a:pt x="2149" y="4440"/>
                      <a:pt x="2151" y="4442"/>
                      <a:pt x="2154" y="4443"/>
                    </a:cubicBezTo>
                    <a:cubicBezTo>
                      <a:pt x="2155" y="4443"/>
                      <a:pt x="2156" y="4444"/>
                      <a:pt x="2157" y="4444"/>
                    </a:cubicBezTo>
                    <a:cubicBezTo>
                      <a:pt x="2145" y="4510"/>
                      <a:pt x="2133" y="4575"/>
                      <a:pt x="2121" y="4641"/>
                    </a:cubicBezTo>
                    <a:cubicBezTo>
                      <a:pt x="2120" y="4641"/>
                      <a:pt x="2119" y="4642"/>
                      <a:pt x="2119" y="4643"/>
                    </a:cubicBezTo>
                    <a:cubicBezTo>
                      <a:pt x="2118" y="4644"/>
                      <a:pt x="2118" y="4646"/>
                      <a:pt x="2118" y="4647"/>
                    </a:cubicBezTo>
                    <a:cubicBezTo>
                      <a:pt x="2118" y="4649"/>
                      <a:pt x="2118" y="4650"/>
                      <a:pt x="2119" y="4651"/>
                    </a:cubicBezTo>
                    <a:cubicBezTo>
                      <a:pt x="2116" y="4667"/>
                      <a:pt x="2112" y="4684"/>
                      <a:pt x="2109" y="4700"/>
                    </a:cubicBezTo>
                    <a:cubicBezTo>
                      <a:pt x="2108" y="4701"/>
                      <a:pt x="2107" y="4702"/>
                      <a:pt x="2107" y="4703"/>
                    </a:cubicBezTo>
                    <a:lnTo>
                      <a:pt x="2106" y="4703"/>
                    </a:lnTo>
                    <a:cubicBezTo>
                      <a:pt x="2106" y="4705"/>
                      <a:pt x="2105" y="4706"/>
                      <a:pt x="2105" y="4708"/>
                    </a:cubicBezTo>
                    <a:cubicBezTo>
                      <a:pt x="2105" y="4710"/>
                      <a:pt x="2106" y="4712"/>
                      <a:pt x="2106" y="4713"/>
                    </a:cubicBezTo>
                    <a:cubicBezTo>
                      <a:pt x="2107" y="4713"/>
                      <a:pt x="2107" y="4714"/>
                      <a:pt x="2107" y="4714"/>
                    </a:cubicBezTo>
                    <a:cubicBezTo>
                      <a:pt x="2097" y="4764"/>
                      <a:pt x="2087" y="4814"/>
                      <a:pt x="2075" y="4864"/>
                    </a:cubicBezTo>
                    <a:cubicBezTo>
                      <a:pt x="2067" y="4897"/>
                      <a:pt x="2060" y="4929"/>
                      <a:pt x="2053" y="4961"/>
                    </a:cubicBezTo>
                    <a:lnTo>
                      <a:pt x="2040" y="4950"/>
                    </a:lnTo>
                    <a:cubicBezTo>
                      <a:pt x="2038" y="4944"/>
                      <a:pt x="2037" y="4938"/>
                      <a:pt x="2037" y="4932"/>
                    </a:cubicBezTo>
                    <a:cubicBezTo>
                      <a:pt x="2037" y="4927"/>
                      <a:pt x="2038" y="4923"/>
                      <a:pt x="2039" y="4918"/>
                    </a:cubicBezTo>
                    <a:cubicBezTo>
                      <a:pt x="2039" y="4905"/>
                      <a:pt x="2034" y="4892"/>
                      <a:pt x="2034" y="4879"/>
                    </a:cubicBezTo>
                    <a:cubicBezTo>
                      <a:pt x="2034" y="4843"/>
                      <a:pt x="2029" y="4809"/>
                      <a:pt x="2027" y="4773"/>
                    </a:cubicBezTo>
                    <a:cubicBezTo>
                      <a:pt x="2027" y="4772"/>
                      <a:pt x="2027" y="4771"/>
                      <a:pt x="2027" y="4771"/>
                    </a:cubicBezTo>
                    <a:cubicBezTo>
                      <a:pt x="2026" y="4770"/>
                      <a:pt x="2025" y="4769"/>
                      <a:pt x="2025" y="4769"/>
                    </a:cubicBezTo>
                    <a:cubicBezTo>
                      <a:pt x="2024" y="4768"/>
                      <a:pt x="2023" y="4768"/>
                      <a:pt x="2022" y="4768"/>
                    </a:cubicBezTo>
                    <a:cubicBezTo>
                      <a:pt x="2021" y="4768"/>
                      <a:pt x="2021" y="4768"/>
                      <a:pt x="2020" y="4769"/>
                    </a:cubicBezTo>
                    <a:cubicBezTo>
                      <a:pt x="2019" y="4770"/>
                      <a:pt x="2018" y="4770"/>
                      <a:pt x="2018" y="4771"/>
                    </a:cubicBezTo>
                    <a:cubicBezTo>
                      <a:pt x="2018" y="4771"/>
                      <a:pt x="2017" y="4772"/>
                      <a:pt x="2017" y="4773"/>
                    </a:cubicBezTo>
                    <a:cubicBezTo>
                      <a:pt x="2015" y="4812"/>
                      <a:pt x="2016" y="4852"/>
                      <a:pt x="2016" y="4891"/>
                    </a:cubicBezTo>
                    <a:cubicBezTo>
                      <a:pt x="2016" y="4904"/>
                      <a:pt x="2016" y="4917"/>
                      <a:pt x="2016" y="4930"/>
                    </a:cubicBezTo>
                    <a:lnTo>
                      <a:pt x="1996" y="4914"/>
                    </a:lnTo>
                    <a:cubicBezTo>
                      <a:pt x="1996" y="4895"/>
                      <a:pt x="1994" y="4876"/>
                      <a:pt x="1991" y="4857"/>
                    </a:cubicBezTo>
                    <a:cubicBezTo>
                      <a:pt x="1989" y="4846"/>
                      <a:pt x="1989" y="4835"/>
                      <a:pt x="1989" y="4824"/>
                    </a:cubicBezTo>
                    <a:cubicBezTo>
                      <a:pt x="1989" y="4818"/>
                      <a:pt x="1989" y="4811"/>
                      <a:pt x="1990" y="4804"/>
                    </a:cubicBezTo>
                    <a:cubicBezTo>
                      <a:pt x="1989" y="4795"/>
                      <a:pt x="1988" y="4786"/>
                      <a:pt x="1988" y="4776"/>
                    </a:cubicBezTo>
                    <a:cubicBezTo>
                      <a:pt x="1988" y="4767"/>
                      <a:pt x="1989" y="4758"/>
                      <a:pt x="1990" y="4749"/>
                    </a:cubicBezTo>
                    <a:lnTo>
                      <a:pt x="1990" y="4748"/>
                    </a:lnTo>
                    <a:cubicBezTo>
                      <a:pt x="1990" y="4747"/>
                      <a:pt x="1990" y="4747"/>
                      <a:pt x="1989" y="4746"/>
                    </a:cubicBezTo>
                    <a:cubicBezTo>
                      <a:pt x="1989" y="4745"/>
                      <a:pt x="1989" y="4745"/>
                      <a:pt x="1988" y="4744"/>
                    </a:cubicBezTo>
                    <a:cubicBezTo>
                      <a:pt x="1987" y="4743"/>
                      <a:pt x="1986" y="4744"/>
                      <a:pt x="1986" y="4744"/>
                    </a:cubicBezTo>
                    <a:cubicBezTo>
                      <a:pt x="1985" y="4744"/>
                      <a:pt x="1984" y="4743"/>
                      <a:pt x="1983" y="4744"/>
                    </a:cubicBezTo>
                    <a:cubicBezTo>
                      <a:pt x="1982" y="4745"/>
                      <a:pt x="1982" y="4745"/>
                      <a:pt x="1982" y="4746"/>
                    </a:cubicBezTo>
                    <a:lnTo>
                      <a:pt x="1982" y="4747"/>
                    </a:lnTo>
                    <a:cubicBezTo>
                      <a:pt x="1962" y="4791"/>
                      <a:pt x="1973" y="4849"/>
                      <a:pt x="1978" y="4898"/>
                    </a:cubicBezTo>
                    <a:lnTo>
                      <a:pt x="1969" y="4890"/>
                    </a:lnTo>
                    <a:cubicBezTo>
                      <a:pt x="1961" y="4884"/>
                      <a:pt x="1953" y="4878"/>
                      <a:pt x="1945" y="4873"/>
                    </a:cubicBezTo>
                    <a:cubicBezTo>
                      <a:pt x="1950" y="4834"/>
                      <a:pt x="1937" y="4788"/>
                      <a:pt x="1931" y="4749"/>
                    </a:cubicBezTo>
                    <a:cubicBezTo>
                      <a:pt x="1927" y="4723"/>
                      <a:pt x="1923" y="4696"/>
                      <a:pt x="1920" y="4671"/>
                    </a:cubicBezTo>
                    <a:cubicBezTo>
                      <a:pt x="1919" y="4670"/>
                      <a:pt x="1919" y="4670"/>
                      <a:pt x="1919" y="4669"/>
                    </a:cubicBezTo>
                    <a:cubicBezTo>
                      <a:pt x="1919" y="4669"/>
                      <a:pt x="1918" y="4668"/>
                      <a:pt x="1917" y="4667"/>
                    </a:cubicBezTo>
                    <a:cubicBezTo>
                      <a:pt x="1916" y="4666"/>
                      <a:pt x="1915" y="4667"/>
                      <a:pt x="1914" y="4667"/>
                    </a:cubicBezTo>
                    <a:cubicBezTo>
                      <a:pt x="1913" y="4667"/>
                      <a:pt x="1912" y="4667"/>
                      <a:pt x="1912" y="4667"/>
                    </a:cubicBezTo>
                    <a:cubicBezTo>
                      <a:pt x="1911" y="4668"/>
                      <a:pt x="1910" y="4669"/>
                      <a:pt x="1910" y="4669"/>
                    </a:cubicBezTo>
                    <a:cubicBezTo>
                      <a:pt x="1909" y="4670"/>
                      <a:pt x="1909" y="4671"/>
                      <a:pt x="1909" y="4672"/>
                    </a:cubicBezTo>
                    <a:cubicBezTo>
                      <a:pt x="1911" y="4736"/>
                      <a:pt x="1917" y="4799"/>
                      <a:pt x="1928" y="4862"/>
                    </a:cubicBezTo>
                    <a:lnTo>
                      <a:pt x="1919" y="4856"/>
                    </a:lnTo>
                    <a:cubicBezTo>
                      <a:pt x="1919" y="4848"/>
                      <a:pt x="1918" y="4840"/>
                      <a:pt x="1916" y="4833"/>
                    </a:cubicBezTo>
                    <a:cubicBezTo>
                      <a:pt x="1915" y="4828"/>
                      <a:pt x="1913" y="4823"/>
                      <a:pt x="1911" y="4819"/>
                    </a:cubicBezTo>
                    <a:lnTo>
                      <a:pt x="1910" y="4817"/>
                    </a:lnTo>
                    <a:cubicBezTo>
                      <a:pt x="1895" y="4772"/>
                      <a:pt x="1897" y="4729"/>
                      <a:pt x="1895" y="4681"/>
                    </a:cubicBezTo>
                    <a:cubicBezTo>
                      <a:pt x="1893" y="4644"/>
                      <a:pt x="1887" y="4607"/>
                      <a:pt x="1877" y="4572"/>
                    </a:cubicBezTo>
                    <a:cubicBezTo>
                      <a:pt x="1876" y="4567"/>
                      <a:pt x="1869" y="4569"/>
                      <a:pt x="1869" y="4574"/>
                    </a:cubicBezTo>
                    <a:cubicBezTo>
                      <a:pt x="1872" y="4659"/>
                      <a:pt x="1859" y="4751"/>
                      <a:pt x="1889" y="4832"/>
                    </a:cubicBezTo>
                    <a:cubicBezTo>
                      <a:pt x="1889" y="4833"/>
                      <a:pt x="1890" y="4833"/>
                      <a:pt x="1890" y="4834"/>
                    </a:cubicBezTo>
                    <a:cubicBezTo>
                      <a:pt x="1891" y="4836"/>
                      <a:pt x="1892" y="4837"/>
                      <a:pt x="1894" y="4838"/>
                    </a:cubicBezTo>
                    <a:cubicBezTo>
                      <a:pt x="1894" y="4838"/>
                      <a:pt x="1895" y="4838"/>
                      <a:pt x="1895" y="4839"/>
                    </a:cubicBezTo>
                    <a:cubicBezTo>
                      <a:pt x="1896" y="4839"/>
                      <a:pt x="1895" y="4840"/>
                      <a:pt x="1895" y="4841"/>
                    </a:cubicBezTo>
                    <a:cubicBezTo>
                      <a:pt x="1882" y="4832"/>
                      <a:pt x="1869" y="4824"/>
                      <a:pt x="1856" y="4815"/>
                    </a:cubicBezTo>
                    <a:cubicBezTo>
                      <a:pt x="1855" y="4791"/>
                      <a:pt x="1851" y="4767"/>
                      <a:pt x="1844" y="4744"/>
                    </a:cubicBezTo>
                    <a:cubicBezTo>
                      <a:pt x="1839" y="4715"/>
                      <a:pt x="1833" y="4686"/>
                      <a:pt x="1828" y="4657"/>
                    </a:cubicBezTo>
                    <a:cubicBezTo>
                      <a:pt x="1828" y="4656"/>
                      <a:pt x="1828" y="4655"/>
                      <a:pt x="1827" y="4654"/>
                    </a:cubicBezTo>
                    <a:cubicBezTo>
                      <a:pt x="1827" y="4653"/>
                      <a:pt x="1826" y="4653"/>
                      <a:pt x="1825" y="4652"/>
                    </a:cubicBezTo>
                    <a:cubicBezTo>
                      <a:pt x="1824" y="4651"/>
                      <a:pt x="1824" y="4651"/>
                      <a:pt x="1822" y="4651"/>
                    </a:cubicBezTo>
                    <a:cubicBezTo>
                      <a:pt x="1821" y="4651"/>
                      <a:pt x="1819" y="4651"/>
                      <a:pt x="1818" y="4652"/>
                    </a:cubicBezTo>
                    <a:cubicBezTo>
                      <a:pt x="1817" y="4653"/>
                      <a:pt x="1817" y="4653"/>
                      <a:pt x="1816" y="4654"/>
                    </a:cubicBezTo>
                    <a:cubicBezTo>
                      <a:pt x="1816" y="4655"/>
                      <a:pt x="1815" y="4656"/>
                      <a:pt x="1815" y="4657"/>
                    </a:cubicBezTo>
                    <a:cubicBezTo>
                      <a:pt x="1815" y="4658"/>
                      <a:pt x="1815" y="4658"/>
                      <a:pt x="1815" y="4658"/>
                    </a:cubicBezTo>
                    <a:cubicBezTo>
                      <a:pt x="1816" y="4688"/>
                      <a:pt x="1819" y="4717"/>
                      <a:pt x="1823" y="4746"/>
                    </a:cubicBezTo>
                    <a:cubicBezTo>
                      <a:pt x="1825" y="4763"/>
                      <a:pt x="1827" y="4781"/>
                      <a:pt x="1830" y="4798"/>
                    </a:cubicBezTo>
                    <a:cubicBezTo>
                      <a:pt x="1758" y="4749"/>
                      <a:pt x="1678" y="4710"/>
                      <a:pt x="1614" y="4650"/>
                    </a:cubicBezTo>
                    <a:cubicBezTo>
                      <a:pt x="1598" y="4634"/>
                      <a:pt x="1581" y="4620"/>
                      <a:pt x="1563" y="4607"/>
                    </a:cubicBezTo>
                    <a:cubicBezTo>
                      <a:pt x="1563" y="4606"/>
                      <a:pt x="1563" y="4606"/>
                      <a:pt x="1563" y="4606"/>
                    </a:cubicBezTo>
                    <a:cubicBezTo>
                      <a:pt x="1563" y="4605"/>
                      <a:pt x="1563" y="4605"/>
                      <a:pt x="1563" y="4604"/>
                    </a:cubicBezTo>
                    <a:cubicBezTo>
                      <a:pt x="1563" y="4565"/>
                      <a:pt x="1560" y="4526"/>
                      <a:pt x="1558" y="4486"/>
                    </a:cubicBezTo>
                    <a:cubicBezTo>
                      <a:pt x="1555" y="4460"/>
                      <a:pt x="1551" y="4435"/>
                      <a:pt x="1545" y="4409"/>
                    </a:cubicBezTo>
                    <a:cubicBezTo>
                      <a:pt x="1545" y="4392"/>
                      <a:pt x="1542" y="4374"/>
                      <a:pt x="1536" y="4358"/>
                    </a:cubicBezTo>
                    <a:cubicBezTo>
                      <a:pt x="1533" y="4354"/>
                      <a:pt x="1527" y="4358"/>
                      <a:pt x="1529" y="4361"/>
                    </a:cubicBezTo>
                    <a:cubicBezTo>
                      <a:pt x="1531" y="4368"/>
                      <a:pt x="1532" y="4375"/>
                      <a:pt x="1532" y="4382"/>
                    </a:cubicBezTo>
                    <a:cubicBezTo>
                      <a:pt x="1532" y="4387"/>
                      <a:pt x="1531" y="4392"/>
                      <a:pt x="1530" y="4397"/>
                    </a:cubicBezTo>
                    <a:cubicBezTo>
                      <a:pt x="1531" y="4419"/>
                      <a:pt x="1533" y="4440"/>
                      <a:pt x="1537" y="4462"/>
                    </a:cubicBezTo>
                    <a:cubicBezTo>
                      <a:pt x="1540" y="4500"/>
                      <a:pt x="1542" y="4538"/>
                      <a:pt x="1542" y="4575"/>
                    </a:cubicBezTo>
                    <a:cubicBezTo>
                      <a:pt x="1542" y="4581"/>
                      <a:pt x="1542" y="4586"/>
                      <a:pt x="1542" y="4591"/>
                    </a:cubicBezTo>
                    <a:lnTo>
                      <a:pt x="1531" y="4582"/>
                    </a:lnTo>
                    <a:cubicBezTo>
                      <a:pt x="1531" y="4578"/>
                      <a:pt x="1532" y="4575"/>
                      <a:pt x="1532" y="4571"/>
                    </a:cubicBezTo>
                    <a:cubicBezTo>
                      <a:pt x="1532" y="4565"/>
                      <a:pt x="1530" y="4558"/>
                      <a:pt x="1528" y="4552"/>
                    </a:cubicBezTo>
                    <a:cubicBezTo>
                      <a:pt x="1523" y="4536"/>
                      <a:pt x="1522" y="4518"/>
                      <a:pt x="1518" y="4502"/>
                    </a:cubicBezTo>
                    <a:cubicBezTo>
                      <a:pt x="1518" y="4501"/>
                      <a:pt x="1519" y="4500"/>
                      <a:pt x="1518" y="4499"/>
                    </a:cubicBezTo>
                    <a:cubicBezTo>
                      <a:pt x="1517" y="4498"/>
                      <a:pt x="1516" y="4498"/>
                      <a:pt x="1515" y="4497"/>
                    </a:cubicBezTo>
                    <a:cubicBezTo>
                      <a:pt x="1514" y="4496"/>
                      <a:pt x="1513" y="4496"/>
                      <a:pt x="1512" y="4496"/>
                    </a:cubicBezTo>
                    <a:cubicBezTo>
                      <a:pt x="1511" y="4496"/>
                      <a:pt x="1509" y="4496"/>
                      <a:pt x="1508" y="4497"/>
                    </a:cubicBezTo>
                    <a:cubicBezTo>
                      <a:pt x="1507" y="4498"/>
                      <a:pt x="1507" y="4498"/>
                      <a:pt x="1506" y="4499"/>
                    </a:cubicBezTo>
                    <a:cubicBezTo>
                      <a:pt x="1506" y="4500"/>
                      <a:pt x="1505" y="4501"/>
                      <a:pt x="1505" y="4502"/>
                    </a:cubicBezTo>
                    <a:cubicBezTo>
                      <a:pt x="1504" y="4509"/>
                      <a:pt x="1503" y="4517"/>
                      <a:pt x="1503" y="4524"/>
                    </a:cubicBezTo>
                    <a:cubicBezTo>
                      <a:pt x="1503" y="4532"/>
                      <a:pt x="1504" y="4540"/>
                      <a:pt x="1505" y="4547"/>
                    </a:cubicBezTo>
                    <a:cubicBezTo>
                      <a:pt x="1505" y="4552"/>
                      <a:pt x="1507" y="4558"/>
                      <a:pt x="1508" y="4564"/>
                    </a:cubicBezTo>
                    <a:lnTo>
                      <a:pt x="1488" y="4549"/>
                    </a:lnTo>
                    <a:cubicBezTo>
                      <a:pt x="1485" y="4514"/>
                      <a:pt x="1473" y="4479"/>
                      <a:pt x="1470" y="4444"/>
                    </a:cubicBezTo>
                    <a:lnTo>
                      <a:pt x="1470" y="4443"/>
                    </a:lnTo>
                    <a:cubicBezTo>
                      <a:pt x="1469" y="4442"/>
                      <a:pt x="1469" y="4442"/>
                      <a:pt x="1468" y="4441"/>
                    </a:cubicBezTo>
                    <a:cubicBezTo>
                      <a:pt x="1467" y="4440"/>
                      <a:pt x="1467" y="4441"/>
                      <a:pt x="1466" y="4441"/>
                    </a:cubicBezTo>
                    <a:cubicBezTo>
                      <a:pt x="1465" y="4441"/>
                      <a:pt x="1464" y="4441"/>
                      <a:pt x="1464" y="4441"/>
                    </a:cubicBezTo>
                    <a:cubicBezTo>
                      <a:pt x="1463" y="4442"/>
                      <a:pt x="1463" y="4442"/>
                      <a:pt x="1462" y="4443"/>
                    </a:cubicBezTo>
                    <a:lnTo>
                      <a:pt x="1462" y="4444"/>
                    </a:lnTo>
                    <a:cubicBezTo>
                      <a:pt x="1461" y="4452"/>
                      <a:pt x="1461" y="4461"/>
                      <a:pt x="1461" y="4469"/>
                    </a:cubicBezTo>
                    <a:cubicBezTo>
                      <a:pt x="1461" y="4478"/>
                      <a:pt x="1461" y="4486"/>
                      <a:pt x="1462" y="4495"/>
                    </a:cubicBezTo>
                    <a:cubicBezTo>
                      <a:pt x="1462" y="4506"/>
                      <a:pt x="1464" y="4518"/>
                      <a:pt x="1466" y="4529"/>
                    </a:cubicBezTo>
                    <a:lnTo>
                      <a:pt x="1455" y="4520"/>
                    </a:lnTo>
                    <a:cubicBezTo>
                      <a:pt x="1452" y="4485"/>
                      <a:pt x="1442" y="4451"/>
                      <a:pt x="1441" y="4416"/>
                    </a:cubicBezTo>
                    <a:cubicBezTo>
                      <a:pt x="1439" y="4373"/>
                      <a:pt x="1438" y="4331"/>
                      <a:pt x="1436" y="4288"/>
                    </a:cubicBezTo>
                    <a:cubicBezTo>
                      <a:pt x="1436" y="4285"/>
                      <a:pt x="1430" y="4285"/>
                      <a:pt x="1430" y="4288"/>
                    </a:cubicBezTo>
                    <a:cubicBezTo>
                      <a:pt x="1427" y="4335"/>
                      <a:pt x="1424" y="4382"/>
                      <a:pt x="1425" y="4429"/>
                    </a:cubicBezTo>
                    <a:cubicBezTo>
                      <a:pt x="1426" y="4455"/>
                      <a:pt x="1430" y="4481"/>
                      <a:pt x="1436" y="4506"/>
                    </a:cubicBezTo>
                    <a:lnTo>
                      <a:pt x="1427" y="4500"/>
                    </a:lnTo>
                    <a:cubicBezTo>
                      <a:pt x="1425" y="4482"/>
                      <a:pt x="1417" y="4465"/>
                      <a:pt x="1414" y="4448"/>
                    </a:cubicBezTo>
                    <a:cubicBezTo>
                      <a:pt x="1414" y="4445"/>
                      <a:pt x="1410" y="4446"/>
                      <a:pt x="1410" y="4448"/>
                    </a:cubicBezTo>
                    <a:cubicBezTo>
                      <a:pt x="1410" y="4462"/>
                      <a:pt x="1413" y="4477"/>
                      <a:pt x="1415" y="4491"/>
                    </a:cubicBezTo>
                    <a:lnTo>
                      <a:pt x="1409" y="4487"/>
                    </a:lnTo>
                    <a:cubicBezTo>
                      <a:pt x="1409" y="4462"/>
                      <a:pt x="1401" y="4436"/>
                      <a:pt x="1398" y="4410"/>
                    </a:cubicBezTo>
                    <a:cubicBezTo>
                      <a:pt x="1394" y="4382"/>
                      <a:pt x="1402" y="4355"/>
                      <a:pt x="1396" y="4327"/>
                    </a:cubicBezTo>
                    <a:cubicBezTo>
                      <a:pt x="1394" y="4319"/>
                      <a:pt x="1382" y="4320"/>
                      <a:pt x="1381" y="4328"/>
                    </a:cubicBezTo>
                    <a:cubicBezTo>
                      <a:pt x="1377" y="4346"/>
                      <a:pt x="1375" y="4365"/>
                      <a:pt x="1375" y="4383"/>
                    </a:cubicBezTo>
                    <a:cubicBezTo>
                      <a:pt x="1375" y="4394"/>
                      <a:pt x="1376" y="4404"/>
                      <a:pt x="1377" y="4414"/>
                    </a:cubicBezTo>
                    <a:cubicBezTo>
                      <a:pt x="1380" y="4432"/>
                      <a:pt x="1385" y="4453"/>
                      <a:pt x="1387" y="4473"/>
                    </a:cubicBezTo>
                    <a:lnTo>
                      <a:pt x="1370" y="4462"/>
                    </a:lnTo>
                    <a:cubicBezTo>
                      <a:pt x="1361" y="4456"/>
                      <a:pt x="1352" y="4450"/>
                      <a:pt x="1343" y="4442"/>
                    </a:cubicBezTo>
                    <a:cubicBezTo>
                      <a:pt x="1344" y="4441"/>
                      <a:pt x="1345" y="4439"/>
                      <a:pt x="1345" y="4437"/>
                    </a:cubicBezTo>
                    <a:cubicBezTo>
                      <a:pt x="1345" y="4434"/>
                      <a:pt x="1345" y="4431"/>
                      <a:pt x="1343" y="4429"/>
                    </a:cubicBezTo>
                    <a:cubicBezTo>
                      <a:pt x="1342" y="4428"/>
                      <a:pt x="1342" y="4428"/>
                      <a:pt x="1342" y="4428"/>
                    </a:cubicBezTo>
                    <a:cubicBezTo>
                      <a:pt x="1330" y="4412"/>
                      <a:pt x="1337" y="4369"/>
                      <a:pt x="1337" y="4349"/>
                    </a:cubicBezTo>
                    <a:cubicBezTo>
                      <a:pt x="1336" y="4321"/>
                      <a:pt x="1336" y="4293"/>
                      <a:pt x="1335" y="4265"/>
                    </a:cubicBezTo>
                    <a:cubicBezTo>
                      <a:pt x="1336" y="4238"/>
                      <a:pt x="1335" y="4211"/>
                      <a:pt x="1336" y="4185"/>
                    </a:cubicBezTo>
                    <a:moveTo>
                      <a:pt x="201" y="3674"/>
                    </a:moveTo>
                    <a:cubicBezTo>
                      <a:pt x="260" y="3687"/>
                      <a:pt x="319" y="3727"/>
                      <a:pt x="374" y="3754"/>
                    </a:cubicBezTo>
                    <a:cubicBezTo>
                      <a:pt x="400" y="3768"/>
                      <a:pt x="425" y="3781"/>
                      <a:pt x="451" y="3796"/>
                    </a:cubicBezTo>
                    <a:cubicBezTo>
                      <a:pt x="506" y="3827"/>
                      <a:pt x="559" y="3862"/>
                      <a:pt x="611" y="3898"/>
                    </a:cubicBezTo>
                    <a:cubicBezTo>
                      <a:pt x="690" y="3949"/>
                      <a:pt x="760" y="4007"/>
                      <a:pt x="835" y="4064"/>
                    </a:cubicBezTo>
                    <a:cubicBezTo>
                      <a:pt x="882" y="4102"/>
                      <a:pt x="928" y="4144"/>
                      <a:pt x="971" y="4187"/>
                    </a:cubicBezTo>
                    <a:cubicBezTo>
                      <a:pt x="1011" y="4223"/>
                      <a:pt x="1054" y="4256"/>
                      <a:pt x="1098" y="4288"/>
                    </a:cubicBezTo>
                    <a:cubicBezTo>
                      <a:pt x="1137" y="4316"/>
                      <a:pt x="1176" y="4345"/>
                      <a:pt x="1214" y="4374"/>
                    </a:cubicBezTo>
                    <a:cubicBezTo>
                      <a:pt x="1233" y="4390"/>
                      <a:pt x="1258" y="4400"/>
                      <a:pt x="1278" y="4416"/>
                    </a:cubicBezTo>
                    <a:cubicBezTo>
                      <a:pt x="1299" y="4433"/>
                      <a:pt x="1322" y="4458"/>
                      <a:pt x="1345" y="4475"/>
                    </a:cubicBezTo>
                    <a:cubicBezTo>
                      <a:pt x="1381" y="4502"/>
                      <a:pt x="1420" y="4525"/>
                      <a:pt x="1454" y="4554"/>
                    </a:cubicBezTo>
                    <a:cubicBezTo>
                      <a:pt x="1477" y="4572"/>
                      <a:pt x="1497" y="4593"/>
                      <a:pt x="1518" y="4613"/>
                    </a:cubicBezTo>
                    <a:cubicBezTo>
                      <a:pt x="1536" y="4629"/>
                      <a:pt x="1558" y="4638"/>
                      <a:pt x="1576" y="4654"/>
                    </a:cubicBezTo>
                    <a:cubicBezTo>
                      <a:pt x="1642" y="4715"/>
                      <a:pt x="1714" y="4769"/>
                      <a:pt x="1792" y="4814"/>
                    </a:cubicBezTo>
                    <a:cubicBezTo>
                      <a:pt x="1794" y="4815"/>
                      <a:pt x="1796" y="4816"/>
                      <a:pt x="1798" y="4817"/>
                    </a:cubicBezTo>
                    <a:cubicBezTo>
                      <a:pt x="1888" y="4866"/>
                      <a:pt x="1966" y="4935"/>
                      <a:pt x="2045" y="4999"/>
                    </a:cubicBezTo>
                    <a:cubicBezTo>
                      <a:pt x="2040" y="5023"/>
                      <a:pt x="2035" y="5048"/>
                      <a:pt x="2031" y="5073"/>
                    </a:cubicBezTo>
                    <a:cubicBezTo>
                      <a:pt x="2030" y="5080"/>
                      <a:pt x="2029" y="5087"/>
                      <a:pt x="2028" y="5094"/>
                    </a:cubicBezTo>
                    <a:cubicBezTo>
                      <a:pt x="1997" y="5071"/>
                      <a:pt x="1969" y="5046"/>
                      <a:pt x="1937" y="5025"/>
                    </a:cubicBezTo>
                    <a:cubicBezTo>
                      <a:pt x="1911" y="5009"/>
                      <a:pt x="1887" y="4991"/>
                      <a:pt x="1865" y="4972"/>
                    </a:cubicBezTo>
                    <a:cubicBezTo>
                      <a:pt x="1852" y="4959"/>
                      <a:pt x="1843" y="4943"/>
                      <a:pt x="1826" y="4935"/>
                    </a:cubicBezTo>
                    <a:cubicBezTo>
                      <a:pt x="1815" y="4930"/>
                      <a:pt x="1805" y="4924"/>
                      <a:pt x="1795" y="4918"/>
                    </a:cubicBezTo>
                    <a:cubicBezTo>
                      <a:pt x="1758" y="4897"/>
                      <a:pt x="1724" y="4873"/>
                      <a:pt x="1693" y="4845"/>
                    </a:cubicBezTo>
                    <a:cubicBezTo>
                      <a:pt x="1648" y="4805"/>
                      <a:pt x="1592" y="4782"/>
                      <a:pt x="1548" y="4743"/>
                    </a:cubicBezTo>
                    <a:cubicBezTo>
                      <a:pt x="1469" y="4672"/>
                      <a:pt x="1378" y="4619"/>
                      <a:pt x="1298" y="4550"/>
                    </a:cubicBezTo>
                    <a:cubicBezTo>
                      <a:pt x="1199" y="4465"/>
                      <a:pt x="1104" y="4375"/>
                      <a:pt x="1004" y="4293"/>
                    </a:cubicBezTo>
                    <a:cubicBezTo>
                      <a:pt x="922" y="4225"/>
                      <a:pt x="843" y="4155"/>
                      <a:pt x="758" y="4090"/>
                    </a:cubicBezTo>
                    <a:cubicBezTo>
                      <a:pt x="707" y="4051"/>
                      <a:pt x="658" y="4010"/>
                      <a:pt x="607" y="3972"/>
                    </a:cubicBezTo>
                    <a:cubicBezTo>
                      <a:pt x="564" y="3940"/>
                      <a:pt x="528" y="3897"/>
                      <a:pt x="482" y="3871"/>
                    </a:cubicBezTo>
                    <a:cubicBezTo>
                      <a:pt x="408" y="3831"/>
                      <a:pt x="343" y="3777"/>
                      <a:pt x="273" y="3729"/>
                    </a:cubicBezTo>
                    <a:lnTo>
                      <a:pt x="271" y="3728"/>
                    </a:lnTo>
                    <a:cubicBezTo>
                      <a:pt x="249" y="3712"/>
                      <a:pt x="225" y="3696"/>
                      <a:pt x="201" y="3683"/>
                    </a:cubicBezTo>
                    <a:cubicBezTo>
                      <a:pt x="195" y="3679"/>
                      <a:pt x="189" y="3676"/>
                      <a:pt x="183" y="3674"/>
                    </a:cubicBezTo>
                    <a:cubicBezTo>
                      <a:pt x="187" y="3674"/>
                      <a:pt x="190" y="3673"/>
                      <a:pt x="194" y="3673"/>
                    </a:cubicBezTo>
                    <a:cubicBezTo>
                      <a:pt x="196" y="3673"/>
                      <a:pt x="198" y="3674"/>
                      <a:pt x="201" y="3674"/>
                    </a:cubicBezTo>
                    <a:moveTo>
                      <a:pt x="1439" y="5162"/>
                    </a:moveTo>
                    <a:cubicBezTo>
                      <a:pt x="1393" y="5129"/>
                      <a:pt x="1345" y="5099"/>
                      <a:pt x="1299" y="5064"/>
                    </a:cubicBezTo>
                    <a:cubicBezTo>
                      <a:pt x="1284" y="5052"/>
                      <a:pt x="1268" y="5040"/>
                      <a:pt x="1252" y="5029"/>
                    </a:cubicBezTo>
                    <a:cubicBezTo>
                      <a:pt x="1252" y="5025"/>
                      <a:pt x="1252" y="5021"/>
                      <a:pt x="1251" y="5017"/>
                    </a:cubicBezTo>
                    <a:cubicBezTo>
                      <a:pt x="1248" y="5001"/>
                      <a:pt x="1243" y="4985"/>
                      <a:pt x="1242" y="4969"/>
                    </a:cubicBezTo>
                    <a:cubicBezTo>
                      <a:pt x="1242" y="4959"/>
                      <a:pt x="1227" y="4959"/>
                      <a:pt x="1227" y="4969"/>
                    </a:cubicBezTo>
                    <a:cubicBezTo>
                      <a:pt x="1228" y="4983"/>
                      <a:pt x="1230" y="4997"/>
                      <a:pt x="1232" y="5011"/>
                    </a:cubicBezTo>
                    <a:cubicBezTo>
                      <a:pt x="1232" y="5012"/>
                      <a:pt x="1232" y="5013"/>
                      <a:pt x="1232" y="5015"/>
                    </a:cubicBezTo>
                    <a:lnTo>
                      <a:pt x="1210" y="4998"/>
                    </a:lnTo>
                    <a:cubicBezTo>
                      <a:pt x="1209" y="4993"/>
                      <a:pt x="1208" y="4988"/>
                      <a:pt x="1207" y="4982"/>
                    </a:cubicBezTo>
                    <a:cubicBezTo>
                      <a:pt x="1206" y="4968"/>
                      <a:pt x="1200" y="4956"/>
                      <a:pt x="1199" y="4942"/>
                    </a:cubicBezTo>
                    <a:cubicBezTo>
                      <a:pt x="1199" y="4941"/>
                      <a:pt x="1199" y="4940"/>
                      <a:pt x="1198" y="4939"/>
                    </a:cubicBezTo>
                    <a:cubicBezTo>
                      <a:pt x="1198" y="4938"/>
                      <a:pt x="1197" y="4937"/>
                      <a:pt x="1196" y="4936"/>
                    </a:cubicBezTo>
                    <a:cubicBezTo>
                      <a:pt x="1195" y="4935"/>
                      <a:pt x="1194" y="4936"/>
                      <a:pt x="1193" y="4936"/>
                    </a:cubicBezTo>
                    <a:cubicBezTo>
                      <a:pt x="1192" y="4936"/>
                      <a:pt x="1191" y="4935"/>
                      <a:pt x="1190" y="4936"/>
                    </a:cubicBezTo>
                    <a:cubicBezTo>
                      <a:pt x="1189" y="4937"/>
                      <a:pt x="1189" y="4938"/>
                      <a:pt x="1188" y="4939"/>
                    </a:cubicBezTo>
                    <a:cubicBezTo>
                      <a:pt x="1188" y="4940"/>
                      <a:pt x="1187" y="4941"/>
                      <a:pt x="1187" y="4942"/>
                    </a:cubicBezTo>
                    <a:cubicBezTo>
                      <a:pt x="1187" y="4945"/>
                      <a:pt x="1187" y="4949"/>
                      <a:pt x="1187" y="4953"/>
                    </a:cubicBezTo>
                    <a:cubicBezTo>
                      <a:pt x="1187" y="4963"/>
                      <a:pt x="1187" y="4973"/>
                      <a:pt x="1189" y="4983"/>
                    </a:cubicBezTo>
                    <a:lnTo>
                      <a:pt x="1179" y="4976"/>
                    </a:lnTo>
                    <a:cubicBezTo>
                      <a:pt x="1176" y="4931"/>
                      <a:pt x="1167" y="4885"/>
                      <a:pt x="1163" y="4840"/>
                    </a:cubicBezTo>
                    <a:cubicBezTo>
                      <a:pt x="1163" y="4839"/>
                      <a:pt x="1163" y="4839"/>
                      <a:pt x="1162" y="4838"/>
                    </a:cubicBezTo>
                    <a:cubicBezTo>
                      <a:pt x="1162" y="4837"/>
                      <a:pt x="1162" y="4838"/>
                      <a:pt x="1161" y="4837"/>
                    </a:cubicBezTo>
                    <a:cubicBezTo>
                      <a:pt x="1160" y="4836"/>
                      <a:pt x="1160" y="4836"/>
                      <a:pt x="1159" y="4836"/>
                    </a:cubicBezTo>
                    <a:lnTo>
                      <a:pt x="1158" y="4837"/>
                    </a:lnTo>
                    <a:cubicBezTo>
                      <a:pt x="1157" y="4838"/>
                      <a:pt x="1157" y="4837"/>
                      <a:pt x="1156" y="4838"/>
                    </a:cubicBezTo>
                    <a:cubicBezTo>
                      <a:pt x="1156" y="4839"/>
                      <a:pt x="1156" y="4839"/>
                      <a:pt x="1156" y="4840"/>
                    </a:cubicBezTo>
                    <a:cubicBezTo>
                      <a:pt x="1154" y="4857"/>
                      <a:pt x="1154" y="4875"/>
                      <a:pt x="1154" y="4892"/>
                    </a:cubicBezTo>
                    <a:cubicBezTo>
                      <a:pt x="1154" y="4915"/>
                      <a:pt x="1155" y="4937"/>
                      <a:pt x="1157" y="4960"/>
                    </a:cubicBezTo>
                    <a:lnTo>
                      <a:pt x="1151" y="4955"/>
                    </a:lnTo>
                    <a:cubicBezTo>
                      <a:pt x="1106" y="4921"/>
                      <a:pt x="1070" y="4878"/>
                      <a:pt x="1026" y="4843"/>
                    </a:cubicBezTo>
                    <a:cubicBezTo>
                      <a:pt x="978" y="4805"/>
                      <a:pt x="947" y="4753"/>
                      <a:pt x="904" y="4712"/>
                    </a:cubicBezTo>
                    <a:cubicBezTo>
                      <a:pt x="815" y="4627"/>
                      <a:pt x="756" y="4511"/>
                      <a:pt x="689" y="4410"/>
                    </a:cubicBezTo>
                    <a:cubicBezTo>
                      <a:pt x="620" y="4312"/>
                      <a:pt x="544" y="4218"/>
                      <a:pt x="462" y="4129"/>
                    </a:cubicBezTo>
                    <a:cubicBezTo>
                      <a:pt x="400" y="4054"/>
                      <a:pt x="328" y="3987"/>
                      <a:pt x="249" y="3929"/>
                    </a:cubicBezTo>
                    <a:cubicBezTo>
                      <a:pt x="224" y="3910"/>
                      <a:pt x="197" y="3892"/>
                      <a:pt x="170" y="3876"/>
                    </a:cubicBezTo>
                    <a:cubicBezTo>
                      <a:pt x="146" y="3863"/>
                      <a:pt x="122" y="3850"/>
                      <a:pt x="97" y="3840"/>
                    </a:cubicBezTo>
                    <a:cubicBezTo>
                      <a:pt x="65" y="3828"/>
                      <a:pt x="27" y="3824"/>
                      <a:pt x="19" y="3782"/>
                    </a:cubicBezTo>
                    <a:cubicBezTo>
                      <a:pt x="16" y="3769"/>
                      <a:pt x="29" y="3743"/>
                      <a:pt x="34" y="3719"/>
                    </a:cubicBezTo>
                    <a:cubicBezTo>
                      <a:pt x="52" y="3718"/>
                      <a:pt x="60" y="3705"/>
                      <a:pt x="78" y="3695"/>
                    </a:cubicBezTo>
                    <a:cubicBezTo>
                      <a:pt x="93" y="3687"/>
                      <a:pt x="108" y="3683"/>
                      <a:pt x="124" y="3683"/>
                    </a:cubicBezTo>
                    <a:cubicBezTo>
                      <a:pt x="138" y="3683"/>
                      <a:pt x="151" y="3686"/>
                      <a:pt x="164" y="3692"/>
                    </a:cubicBezTo>
                    <a:cubicBezTo>
                      <a:pt x="165" y="3698"/>
                      <a:pt x="166" y="3705"/>
                      <a:pt x="167" y="3711"/>
                    </a:cubicBezTo>
                    <a:cubicBezTo>
                      <a:pt x="171" y="3725"/>
                      <a:pt x="172" y="3764"/>
                      <a:pt x="195" y="3759"/>
                    </a:cubicBezTo>
                    <a:cubicBezTo>
                      <a:pt x="196" y="3759"/>
                      <a:pt x="197" y="3759"/>
                      <a:pt x="197" y="3759"/>
                    </a:cubicBezTo>
                    <a:cubicBezTo>
                      <a:pt x="198" y="3758"/>
                      <a:pt x="198" y="3757"/>
                      <a:pt x="199" y="3756"/>
                    </a:cubicBezTo>
                    <a:cubicBezTo>
                      <a:pt x="200" y="3755"/>
                      <a:pt x="200" y="3755"/>
                      <a:pt x="200" y="3754"/>
                    </a:cubicBezTo>
                    <a:cubicBezTo>
                      <a:pt x="200" y="3753"/>
                      <a:pt x="200" y="3752"/>
                      <a:pt x="199" y="3751"/>
                    </a:cubicBezTo>
                    <a:lnTo>
                      <a:pt x="199" y="3750"/>
                    </a:lnTo>
                    <a:cubicBezTo>
                      <a:pt x="193" y="3738"/>
                      <a:pt x="190" y="3724"/>
                      <a:pt x="189" y="3711"/>
                    </a:cubicBezTo>
                    <a:cubicBezTo>
                      <a:pt x="189" y="3707"/>
                      <a:pt x="188" y="3704"/>
                      <a:pt x="186" y="3701"/>
                    </a:cubicBezTo>
                    <a:cubicBezTo>
                      <a:pt x="194" y="3704"/>
                      <a:pt x="201" y="3708"/>
                      <a:pt x="208" y="3713"/>
                    </a:cubicBezTo>
                    <a:cubicBezTo>
                      <a:pt x="209" y="3716"/>
                      <a:pt x="210" y="3720"/>
                      <a:pt x="211" y="3724"/>
                    </a:cubicBezTo>
                    <a:cubicBezTo>
                      <a:pt x="214" y="3736"/>
                      <a:pt x="218" y="3748"/>
                      <a:pt x="224" y="3758"/>
                    </a:cubicBezTo>
                    <a:cubicBezTo>
                      <a:pt x="224" y="3759"/>
                      <a:pt x="224" y="3759"/>
                      <a:pt x="224" y="3759"/>
                    </a:cubicBezTo>
                    <a:cubicBezTo>
                      <a:pt x="225" y="3760"/>
                      <a:pt x="225" y="3760"/>
                      <a:pt x="226" y="3760"/>
                    </a:cubicBezTo>
                    <a:cubicBezTo>
                      <a:pt x="227" y="3761"/>
                      <a:pt x="228" y="3761"/>
                      <a:pt x="228" y="3761"/>
                    </a:cubicBezTo>
                    <a:cubicBezTo>
                      <a:pt x="229" y="3761"/>
                      <a:pt x="230" y="3761"/>
                      <a:pt x="231" y="3760"/>
                    </a:cubicBezTo>
                    <a:cubicBezTo>
                      <a:pt x="231" y="3760"/>
                      <a:pt x="232" y="3760"/>
                      <a:pt x="232" y="3759"/>
                    </a:cubicBezTo>
                    <a:cubicBezTo>
                      <a:pt x="233" y="3758"/>
                      <a:pt x="233" y="3757"/>
                      <a:pt x="233" y="3757"/>
                    </a:cubicBezTo>
                    <a:cubicBezTo>
                      <a:pt x="233" y="3755"/>
                      <a:pt x="233" y="3754"/>
                      <a:pt x="233" y="3753"/>
                    </a:cubicBezTo>
                    <a:cubicBezTo>
                      <a:pt x="233" y="3744"/>
                      <a:pt x="232" y="3735"/>
                      <a:pt x="229" y="3726"/>
                    </a:cubicBezTo>
                    <a:cubicBezTo>
                      <a:pt x="240" y="3733"/>
                      <a:pt x="251" y="3741"/>
                      <a:pt x="261" y="3747"/>
                    </a:cubicBezTo>
                    <a:cubicBezTo>
                      <a:pt x="264" y="3762"/>
                      <a:pt x="268" y="3777"/>
                      <a:pt x="275" y="3792"/>
                    </a:cubicBezTo>
                    <a:cubicBezTo>
                      <a:pt x="277" y="3802"/>
                      <a:pt x="282" y="3812"/>
                      <a:pt x="287" y="3821"/>
                    </a:cubicBezTo>
                    <a:cubicBezTo>
                      <a:pt x="290" y="3826"/>
                      <a:pt x="293" y="3831"/>
                      <a:pt x="296" y="3835"/>
                    </a:cubicBezTo>
                    <a:cubicBezTo>
                      <a:pt x="300" y="3839"/>
                      <a:pt x="307" y="3834"/>
                      <a:pt x="305" y="3829"/>
                    </a:cubicBezTo>
                    <a:cubicBezTo>
                      <a:pt x="299" y="3816"/>
                      <a:pt x="302" y="3802"/>
                      <a:pt x="297" y="3789"/>
                    </a:cubicBezTo>
                    <a:cubicBezTo>
                      <a:pt x="294" y="3782"/>
                      <a:pt x="291" y="3774"/>
                      <a:pt x="289" y="3766"/>
                    </a:cubicBezTo>
                    <a:cubicBezTo>
                      <a:pt x="323" y="3792"/>
                      <a:pt x="355" y="3822"/>
                      <a:pt x="391" y="3845"/>
                    </a:cubicBezTo>
                    <a:cubicBezTo>
                      <a:pt x="438" y="3874"/>
                      <a:pt x="488" y="3900"/>
                      <a:pt x="526" y="3940"/>
                    </a:cubicBezTo>
                    <a:cubicBezTo>
                      <a:pt x="533" y="3949"/>
                      <a:pt x="541" y="3958"/>
                      <a:pt x="550" y="3966"/>
                    </a:cubicBezTo>
                    <a:cubicBezTo>
                      <a:pt x="564" y="4028"/>
                      <a:pt x="569" y="4093"/>
                      <a:pt x="591" y="4153"/>
                    </a:cubicBezTo>
                    <a:cubicBezTo>
                      <a:pt x="593" y="4158"/>
                      <a:pt x="601" y="4157"/>
                      <a:pt x="601" y="4151"/>
                    </a:cubicBezTo>
                    <a:cubicBezTo>
                      <a:pt x="596" y="4115"/>
                      <a:pt x="593" y="4080"/>
                      <a:pt x="585" y="4045"/>
                    </a:cubicBezTo>
                    <a:cubicBezTo>
                      <a:pt x="581" y="4025"/>
                      <a:pt x="577" y="4004"/>
                      <a:pt x="572" y="3984"/>
                    </a:cubicBezTo>
                    <a:cubicBezTo>
                      <a:pt x="581" y="3991"/>
                      <a:pt x="591" y="3998"/>
                      <a:pt x="601" y="4006"/>
                    </a:cubicBezTo>
                    <a:cubicBezTo>
                      <a:pt x="602" y="4017"/>
                      <a:pt x="604" y="4028"/>
                      <a:pt x="605" y="4038"/>
                    </a:cubicBezTo>
                    <a:cubicBezTo>
                      <a:pt x="608" y="4056"/>
                      <a:pt x="613" y="4073"/>
                      <a:pt x="617" y="4090"/>
                    </a:cubicBezTo>
                    <a:cubicBezTo>
                      <a:pt x="617" y="4091"/>
                      <a:pt x="617" y="4092"/>
                      <a:pt x="618" y="4093"/>
                    </a:cubicBezTo>
                    <a:cubicBezTo>
                      <a:pt x="619" y="4094"/>
                      <a:pt x="619" y="4095"/>
                      <a:pt x="620" y="4095"/>
                    </a:cubicBezTo>
                    <a:cubicBezTo>
                      <a:pt x="621" y="4096"/>
                      <a:pt x="622" y="4096"/>
                      <a:pt x="623" y="4096"/>
                    </a:cubicBezTo>
                    <a:cubicBezTo>
                      <a:pt x="623" y="4096"/>
                      <a:pt x="624" y="4096"/>
                      <a:pt x="625" y="4095"/>
                    </a:cubicBezTo>
                    <a:cubicBezTo>
                      <a:pt x="626" y="4095"/>
                      <a:pt x="627" y="4094"/>
                      <a:pt x="627" y="4093"/>
                    </a:cubicBezTo>
                    <a:cubicBezTo>
                      <a:pt x="628" y="4092"/>
                      <a:pt x="628" y="4091"/>
                      <a:pt x="628" y="4090"/>
                    </a:cubicBezTo>
                    <a:cubicBezTo>
                      <a:pt x="630" y="4080"/>
                      <a:pt x="631" y="4069"/>
                      <a:pt x="631" y="4058"/>
                    </a:cubicBezTo>
                    <a:cubicBezTo>
                      <a:pt x="631" y="4047"/>
                      <a:pt x="630" y="4036"/>
                      <a:pt x="628" y="4026"/>
                    </a:cubicBezTo>
                    <a:cubicBezTo>
                      <a:pt x="635" y="4031"/>
                      <a:pt x="642" y="4036"/>
                      <a:pt x="649" y="4042"/>
                    </a:cubicBezTo>
                    <a:lnTo>
                      <a:pt x="662" y="4052"/>
                    </a:lnTo>
                    <a:cubicBezTo>
                      <a:pt x="668" y="4075"/>
                      <a:pt x="666" y="4101"/>
                      <a:pt x="671" y="4125"/>
                    </a:cubicBezTo>
                    <a:cubicBezTo>
                      <a:pt x="672" y="4137"/>
                      <a:pt x="675" y="4150"/>
                      <a:pt x="682" y="4161"/>
                    </a:cubicBezTo>
                    <a:cubicBezTo>
                      <a:pt x="684" y="4164"/>
                      <a:pt x="686" y="4168"/>
                      <a:pt x="689" y="4172"/>
                    </a:cubicBezTo>
                    <a:cubicBezTo>
                      <a:pt x="690" y="4172"/>
                      <a:pt x="690" y="4172"/>
                      <a:pt x="690" y="4172"/>
                    </a:cubicBezTo>
                    <a:cubicBezTo>
                      <a:pt x="691" y="4173"/>
                      <a:pt x="692" y="4173"/>
                      <a:pt x="693" y="4173"/>
                    </a:cubicBezTo>
                    <a:cubicBezTo>
                      <a:pt x="694" y="4173"/>
                      <a:pt x="695" y="4173"/>
                      <a:pt x="696" y="4172"/>
                    </a:cubicBezTo>
                    <a:cubicBezTo>
                      <a:pt x="697" y="4172"/>
                      <a:pt x="698" y="4171"/>
                      <a:pt x="698" y="4170"/>
                    </a:cubicBezTo>
                    <a:cubicBezTo>
                      <a:pt x="699" y="4169"/>
                      <a:pt x="699" y="4168"/>
                      <a:pt x="699" y="4167"/>
                    </a:cubicBezTo>
                    <a:cubicBezTo>
                      <a:pt x="699" y="4166"/>
                      <a:pt x="699" y="4166"/>
                      <a:pt x="699" y="4165"/>
                    </a:cubicBezTo>
                    <a:cubicBezTo>
                      <a:pt x="695" y="4148"/>
                      <a:pt x="693" y="4131"/>
                      <a:pt x="693" y="4114"/>
                    </a:cubicBezTo>
                    <a:cubicBezTo>
                      <a:pt x="691" y="4101"/>
                      <a:pt x="690" y="4085"/>
                      <a:pt x="687" y="4071"/>
                    </a:cubicBezTo>
                    <a:lnTo>
                      <a:pt x="726" y="4101"/>
                    </a:lnTo>
                    <a:cubicBezTo>
                      <a:pt x="729" y="4136"/>
                      <a:pt x="742" y="4170"/>
                      <a:pt x="748" y="4204"/>
                    </a:cubicBezTo>
                    <a:cubicBezTo>
                      <a:pt x="753" y="4247"/>
                      <a:pt x="763" y="4289"/>
                      <a:pt x="778" y="4330"/>
                    </a:cubicBezTo>
                    <a:cubicBezTo>
                      <a:pt x="779" y="4330"/>
                      <a:pt x="779" y="4330"/>
                      <a:pt x="779" y="4330"/>
                    </a:cubicBezTo>
                    <a:cubicBezTo>
                      <a:pt x="779" y="4332"/>
                      <a:pt x="781" y="4332"/>
                      <a:pt x="782" y="4333"/>
                    </a:cubicBezTo>
                    <a:cubicBezTo>
                      <a:pt x="784" y="4334"/>
                      <a:pt x="785" y="4334"/>
                      <a:pt x="786" y="4334"/>
                    </a:cubicBezTo>
                    <a:cubicBezTo>
                      <a:pt x="788" y="4334"/>
                      <a:pt x="789" y="4334"/>
                      <a:pt x="790" y="4333"/>
                    </a:cubicBezTo>
                    <a:cubicBezTo>
                      <a:pt x="791" y="4332"/>
                      <a:pt x="793" y="4332"/>
                      <a:pt x="793" y="4330"/>
                    </a:cubicBezTo>
                    <a:cubicBezTo>
                      <a:pt x="794" y="4328"/>
                      <a:pt x="794" y="4328"/>
                      <a:pt x="794" y="4326"/>
                    </a:cubicBezTo>
                    <a:cubicBezTo>
                      <a:pt x="792" y="4288"/>
                      <a:pt x="788" y="4250"/>
                      <a:pt x="780" y="4213"/>
                    </a:cubicBezTo>
                    <a:cubicBezTo>
                      <a:pt x="773" y="4182"/>
                      <a:pt x="762" y="4152"/>
                      <a:pt x="753" y="4123"/>
                    </a:cubicBezTo>
                    <a:cubicBezTo>
                      <a:pt x="770" y="4137"/>
                      <a:pt x="787" y="4151"/>
                      <a:pt x="803" y="4167"/>
                    </a:cubicBezTo>
                    <a:cubicBezTo>
                      <a:pt x="816" y="4179"/>
                      <a:pt x="830" y="4190"/>
                      <a:pt x="846" y="4199"/>
                    </a:cubicBezTo>
                    <a:cubicBezTo>
                      <a:pt x="849" y="4201"/>
                      <a:pt x="853" y="4203"/>
                      <a:pt x="856" y="4205"/>
                    </a:cubicBezTo>
                    <a:cubicBezTo>
                      <a:pt x="873" y="4218"/>
                      <a:pt x="889" y="4232"/>
                      <a:pt x="904" y="4247"/>
                    </a:cubicBezTo>
                    <a:cubicBezTo>
                      <a:pt x="950" y="4282"/>
                      <a:pt x="993" y="4324"/>
                      <a:pt x="1037" y="4363"/>
                    </a:cubicBezTo>
                    <a:lnTo>
                      <a:pt x="1063" y="4386"/>
                    </a:lnTo>
                    <a:cubicBezTo>
                      <a:pt x="1063" y="4397"/>
                      <a:pt x="1064" y="4409"/>
                      <a:pt x="1065" y="4420"/>
                    </a:cubicBezTo>
                    <a:cubicBezTo>
                      <a:pt x="1067" y="4442"/>
                      <a:pt x="1070" y="4464"/>
                      <a:pt x="1075" y="4485"/>
                    </a:cubicBezTo>
                    <a:cubicBezTo>
                      <a:pt x="1075" y="4486"/>
                      <a:pt x="1076" y="4486"/>
                      <a:pt x="1076" y="4487"/>
                    </a:cubicBezTo>
                    <a:cubicBezTo>
                      <a:pt x="1076" y="4488"/>
                      <a:pt x="1077" y="4488"/>
                      <a:pt x="1078" y="4489"/>
                    </a:cubicBezTo>
                    <a:cubicBezTo>
                      <a:pt x="1079" y="4490"/>
                      <a:pt x="1080" y="4490"/>
                      <a:pt x="1081" y="4490"/>
                    </a:cubicBezTo>
                    <a:cubicBezTo>
                      <a:pt x="1082" y="4490"/>
                      <a:pt x="1083" y="4490"/>
                      <a:pt x="1084" y="4489"/>
                    </a:cubicBezTo>
                    <a:cubicBezTo>
                      <a:pt x="1085" y="4488"/>
                      <a:pt x="1086" y="4488"/>
                      <a:pt x="1087" y="4487"/>
                    </a:cubicBezTo>
                    <a:cubicBezTo>
                      <a:pt x="1088" y="4486"/>
                      <a:pt x="1087" y="4486"/>
                      <a:pt x="1087" y="4485"/>
                    </a:cubicBezTo>
                    <a:cubicBezTo>
                      <a:pt x="1089" y="4477"/>
                      <a:pt x="1090" y="4469"/>
                      <a:pt x="1090" y="4460"/>
                    </a:cubicBezTo>
                    <a:cubicBezTo>
                      <a:pt x="1090" y="4452"/>
                      <a:pt x="1089" y="4444"/>
                      <a:pt x="1087" y="4436"/>
                    </a:cubicBezTo>
                    <a:cubicBezTo>
                      <a:pt x="1086" y="4425"/>
                      <a:pt x="1085" y="4415"/>
                      <a:pt x="1083" y="4404"/>
                    </a:cubicBezTo>
                    <a:lnTo>
                      <a:pt x="1120" y="4436"/>
                    </a:lnTo>
                    <a:cubicBezTo>
                      <a:pt x="1119" y="4446"/>
                      <a:pt x="1118" y="4456"/>
                      <a:pt x="1118" y="4467"/>
                    </a:cubicBezTo>
                    <a:cubicBezTo>
                      <a:pt x="1118" y="4483"/>
                      <a:pt x="1120" y="4499"/>
                      <a:pt x="1123" y="4515"/>
                    </a:cubicBezTo>
                    <a:cubicBezTo>
                      <a:pt x="1123" y="4540"/>
                      <a:pt x="1127" y="4565"/>
                      <a:pt x="1136" y="4589"/>
                    </a:cubicBezTo>
                    <a:cubicBezTo>
                      <a:pt x="1137" y="4589"/>
                      <a:pt x="1137" y="4589"/>
                      <a:pt x="1137" y="4589"/>
                    </a:cubicBezTo>
                    <a:cubicBezTo>
                      <a:pt x="1137" y="4591"/>
                      <a:pt x="1138" y="4591"/>
                      <a:pt x="1139" y="4592"/>
                    </a:cubicBezTo>
                    <a:cubicBezTo>
                      <a:pt x="1140" y="4593"/>
                      <a:pt x="1142" y="4593"/>
                      <a:pt x="1143" y="4593"/>
                    </a:cubicBezTo>
                    <a:cubicBezTo>
                      <a:pt x="1144" y="4593"/>
                      <a:pt x="1145" y="4593"/>
                      <a:pt x="1146" y="4592"/>
                    </a:cubicBezTo>
                    <a:cubicBezTo>
                      <a:pt x="1147" y="4591"/>
                      <a:pt x="1148" y="4591"/>
                      <a:pt x="1149" y="4589"/>
                    </a:cubicBezTo>
                    <a:cubicBezTo>
                      <a:pt x="1149" y="4589"/>
                      <a:pt x="1150" y="4588"/>
                      <a:pt x="1150" y="4587"/>
                    </a:cubicBezTo>
                    <a:cubicBezTo>
                      <a:pt x="1151" y="4578"/>
                      <a:pt x="1151" y="4570"/>
                      <a:pt x="1151" y="4562"/>
                    </a:cubicBezTo>
                    <a:cubicBezTo>
                      <a:pt x="1151" y="4545"/>
                      <a:pt x="1149" y="4529"/>
                      <a:pt x="1146" y="4512"/>
                    </a:cubicBezTo>
                    <a:cubicBezTo>
                      <a:pt x="1143" y="4493"/>
                      <a:pt x="1141" y="4472"/>
                      <a:pt x="1136" y="4452"/>
                    </a:cubicBezTo>
                    <a:lnTo>
                      <a:pt x="1163" y="4477"/>
                    </a:lnTo>
                    <a:cubicBezTo>
                      <a:pt x="1164" y="4492"/>
                      <a:pt x="1166" y="4508"/>
                      <a:pt x="1168" y="4523"/>
                    </a:cubicBezTo>
                    <a:cubicBezTo>
                      <a:pt x="1169" y="4541"/>
                      <a:pt x="1172" y="4559"/>
                      <a:pt x="1175" y="4577"/>
                    </a:cubicBezTo>
                    <a:cubicBezTo>
                      <a:pt x="1176" y="4577"/>
                      <a:pt x="1176" y="4578"/>
                      <a:pt x="1176" y="4578"/>
                    </a:cubicBezTo>
                    <a:cubicBezTo>
                      <a:pt x="1176" y="4579"/>
                      <a:pt x="1177" y="4579"/>
                      <a:pt x="1178" y="4580"/>
                    </a:cubicBezTo>
                    <a:cubicBezTo>
                      <a:pt x="1178" y="4580"/>
                      <a:pt x="1179" y="4580"/>
                      <a:pt x="1180" y="4580"/>
                    </a:cubicBezTo>
                    <a:cubicBezTo>
                      <a:pt x="1181" y="4580"/>
                      <a:pt x="1182" y="4580"/>
                      <a:pt x="1182" y="4580"/>
                    </a:cubicBezTo>
                    <a:cubicBezTo>
                      <a:pt x="1183" y="4579"/>
                      <a:pt x="1184" y="4579"/>
                      <a:pt x="1184" y="4578"/>
                    </a:cubicBezTo>
                    <a:lnTo>
                      <a:pt x="1184" y="4577"/>
                    </a:lnTo>
                    <a:cubicBezTo>
                      <a:pt x="1192" y="4546"/>
                      <a:pt x="1183" y="4519"/>
                      <a:pt x="1178" y="4490"/>
                    </a:cubicBezTo>
                    <a:cubicBezTo>
                      <a:pt x="1221" y="4529"/>
                      <a:pt x="1264" y="4569"/>
                      <a:pt x="1309" y="4605"/>
                    </a:cubicBezTo>
                    <a:cubicBezTo>
                      <a:pt x="1329" y="4620"/>
                      <a:pt x="1348" y="4636"/>
                      <a:pt x="1366" y="4652"/>
                    </a:cubicBezTo>
                    <a:cubicBezTo>
                      <a:pt x="1385" y="4672"/>
                      <a:pt x="1412" y="4678"/>
                      <a:pt x="1432" y="4695"/>
                    </a:cubicBezTo>
                    <a:cubicBezTo>
                      <a:pt x="1473" y="4731"/>
                      <a:pt x="1516" y="4765"/>
                      <a:pt x="1561" y="4797"/>
                    </a:cubicBezTo>
                    <a:cubicBezTo>
                      <a:pt x="1607" y="4826"/>
                      <a:pt x="1651" y="4858"/>
                      <a:pt x="1693" y="4892"/>
                    </a:cubicBezTo>
                    <a:cubicBezTo>
                      <a:pt x="1706" y="4904"/>
                      <a:pt x="1719" y="4913"/>
                      <a:pt x="1734" y="4922"/>
                    </a:cubicBezTo>
                    <a:cubicBezTo>
                      <a:pt x="1737" y="4924"/>
                      <a:pt x="1741" y="4926"/>
                      <a:pt x="1745" y="4928"/>
                    </a:cubicBezTo>
                    <a:cubicBezTo>
                      <a:pt x="1761" y="4936"/>
                      <a:pt x="1770" y="4952"/>
                      <a:pt x="1787" y="4958"/>
                    </a:cubicBezTo>
                    <a:cubicBezTo>
                      <a:pt x="1816" y="4969"/>
                      <a:pt x="1827" y="4993"/>
                      <a:pt x="1851" y="5009"/>
                    </a:cubicBezTo>
                    <a:cubicBezTo>
                      <a:pt x="1875" y="5024"/>
                      <a:pt x="1894" y="5039"/>
                      <a:pt x="1916" y="5055"/>
                    </a:cubicBezTo>
                    <a:cubicBezTo>
                      <a:pt x="1950" y="5080"/>
                      <a:pt x="1982" y="5108"/>
                      <a:pt x="2016" y="5132"/>
                    </a:cubicBezTo>
                    <a:cubicBezTo>
                      <a:pt x="2017" y="5133"/>
                      <a:pt x="2018" y="5134"/>
                      <a:pt x="2020" y="5136"/>
                    </a:cubicBezTo>
                    <a:cubicBezTo>
                      <a:pt x="2009" y="5189"/>
                      <a:pt x="1997" y="5242"/>
                      <a:pt x="1988" y="5296"/>
                    </a:cubicBezTo>
                    <a:cubicBezTo>
                      <a:pt x="1983" y="5333"/>
                      <a:pt x="1974" y="5368"/>
                      <a:pt x="1971" y="5405"/>
                    </a:cubicBezTo>
                    <a:cubicBezTo>
                      <a:pt x="1971" y="5410"/>
                      <a:pt x="1970" y="5415"/>
                      <a:pt x="1969" y="5420"/>
                    </a:cubicBezTo>
                    <a:cubicBezTo>
                      <a:pt x="1968" y="5421"/>
                      <a:pt x="1968" y="5422"/>
                      <a:pt x="1968" y="5422"/>
                    </a:cubicBezTo>
                    <a:cubicBezTo>
                      <a:pt x="1968" y="5423"/>
                      <a:pt x="1968" y="5424"/>
                      <a:pt x="1969" y="5424"/>
                    </a:cubicBezTo>
                    <a:cubicBezTo>
                      <a:pt x="1963" y="5442"/>
                      <a:pt x="1959" y="5461"/>
                      <a:pt x="1957" y="5480"/>
                    </a:cubicBezTo>
                    <a:cubicBezTo>
                      <a:pt x="1956" y="5498"/>
                      <a:pt x="1954" y="5515"/>
                      <a:pt x="1950" y="5532"/>
                    </a:cubicBezTo>
                    <a:cubicBezTo>
                      <a:pt x="1916" y="5501"/>
                      <a:pt x="1879" y="5474"/>
                      <a:pt x="1840" y="5449"/>
                    </a:cubicBezTo>
                    <a:cubicBezTo>
                      <a:pt x="1790" y="5417"/>
                      <a:pt x="1734" y="5390"/>
                      <a:pt x="1689" y="5354"/>
                    </a:cubicBezTo>
                    <a:cubicBezTo>
                      <a:pt x="1606" y="5288"/>
                      <a:pt x="1524" y="5222"/>
                      <a:pt x="1439" y="5162"/>
                    </a:cubicBezTo>
                    <a:moveTo>
                      <a:pt x="1749" y="5966"/>
                    </a:moveTo>
                    <a:cubicBezTo>
                      <a:pt x="1744" y="5947"/>
                      <a:pt x="1749" y="5925"/>
                      <a:pt x="1746" y="5906"/>
                    </a:cubicBezTo>
                    <a:cubicBezTo>
                      <a:pt x="1742" y="5880"/>
                      <a:pt x="1740" y="5855"/>
                      <a:pt x="1736" y="5829"/>
                    </a:cubicBezTo>
                    <a:cubicBezTo>
                      <a:pt x="1729" y="5778"/>
                      <a:pt x="1729" y="5731"/>
                      <a:pt x="1715" y="5680"/>
                    </a:cubicBezTo>
                    <a:cubicBezTo>
                      <a:pt x="1703" y="5637"/>
                      <a:pt x="1696" y="5593"/>
                      <a:pt x="1680" y="5551"/>
                    </a:cubicBezTo>
                    <a:cubicBezTo>
                      <a:pt x="1665" y="5509"/>
                      <a:pt x="1646" y="5466"/>
                      <a:pt x="1631" y="5423"/>
                    </a:cubicBezTo>
                    <a:cubicBezTo>
                      <a:pt x="1622" y="5399"/>
                      <a:pt x="1620" y="5363"/>
                      <a:pt x="1609" y="5335"/>
                    </a:cubicBezTo>
                    <a:cubicBezTo>
                      <a:pt x="1619" y="5342"/>
                      <a:pt x="1629" y="5349"/>
                      <a:pt x="1639" y="5358"/>
                    </a:cubicBezTo>
                    <a:cubicBezTo>
                      <a:pt x="1650" y="5366"/>
                      <a:pt x="1657" y="5373"/>
                      <a:pt x="1666" y="5380"/>
                    </a:cubicBezTo>
                    <a:cubicBezTo>
                      <a:pt x="1670" y="5402"/>
                      <a:pt x="1681" y="5421"/>
                      <a:pt x="1687" y="5443"/>
                    </a:cubicBezTo>
                    <a:cubicBezTo>
                      <a:pt x="1698" y="5483"/>
                      <a:pt x="1707" y="5523"/>
                      <a:pt x="1719" y="5562"/>
                    </a:cubicBezTo>
                    <a:cubicBezTo>
                      <a:pt x="1719" y="5563"/>
                      <a:pt x="1719" y="5563"/>
                      <a:pt x="1719" y="5564"/>
                    </a:cubicBezTo>
                    <a:cubicBezTo>
                      <a:pt x="1720" y="5565"/>
                      <a:pt x="1722" y="5566"/>
                      <a:pt x="1723" y="5567"/>
                    </a:cubicBezTo>
                    <a:cubicBezTo>
                      <a:pt x="1725" y="5568"/>
                      <a:pt x="1726" y="5568"/>
                      <a:pt x="1727" y="5568"/>
                    </a:cubicBezTo>
                    <a:cubicBezTo>
                      <a:pt x="1729" y="5568"/>
                      <a:pt x="1731" y="5568"/>
                      <a:pt x="1732" y="5567"/>
                    </a:cubicBezTo>
                    <a:cubicBezTo>
                      <a:pt x="1734" y="5566"/>
                      <a:pt x="1734" y="5565"/>
                      <a:pt x="1735" y="5564"/>
                    </a:cubicBezTo>
                    <a:cubicBezTo>
                      <a:pt x="1736" y="5563"/>
                      <a:pt x="1736" y="5562"/>
                      <a:pt x="1736" y="5560"/>
                    </a:cubicBezTo>
                    <a:cubicBezTo>
                      <a:pt x="1739" y="5525"/>
                      <a:pt x="1727" y="5494"/>
                      <a:pt x="1719" y="5460"/>
                    </a:cubicBezTo>
                    <a:cubicBezTo>
                      <a:pt x="1713" y="5440"/>
                      <a:pt x="1706" y="5420"/>
                      <a:pt x="1696" y="5401"/>
                    </a:cubicBezTo>
                    <a:cubicBezTo>
                      <a:pt x="1715" y="5414"/>
                      <a:pt x="1735" y="5427"/>
                      <a:pt x="1755" y="5439"/>
                    </a:cubicBezTo>
                    <a:cubicBezTo>
                      <a:pt x="1755" y="5443"/>
                      <a:pt x="1755" y="5446"/>
                      <a:pt x="1755" y="5449"/>
                    </a:cubicBezTo>
                    <a:cubicBezTo>
                      <a:pt x="1755" y="5469"/>
                      <a:pt x="1757" y="5490"/>
                      <a:pt x="1762" y="5509"/>
                    </a:cubicBezTo>
                    <a:cubicBezTo>
                      <a:pt x="1766" y="5531"/>
                      <a:pt x="1772" y="5553"/>
                      <a:pt x="1780" y="5573"/>
                    </a:cubicBezTo>
                    <a:cubicBezTo>
                      <a:pt x="1780" y="5574"/>
                      <a:pt x="1780" y="5574"/>
                      <a:pt x="1780" y="5574"/>
                    </a:cubicBezTo>
                    <a:cubicBezTo>
                      <a:pt x="1781" y="5575"/>
                      <a:pt x="1781" y="5576"/>
                      <a:pt x="1782" y="5577"/>
                    </a:cubicBezTo>
                    <a:cubicBezTo>
                      <a:pt x="1783" y="5578"/>
                      <a:pt x="1784" y="5577"/>
                      <a:pt x="1785" y="5577"/>
                    </a:cubicBezTo>
                    <a:cubicBezTo>
                      <a:pt x="1786" y="5577"/>
                      <a:pt x="1787" y="5577"/>
                      <a:pt x="1788" y="5577"/>
                    </a:cubicBezTo>
                    <a:cubicBezTo>
                      <a:pt x="1789" y="5576"/>
                      <a:pt x="1790" y="5575"/>
                      <a:pt x="1791" y="5574"/>
                    </a:cubicBezTo>
                    <a:lnTo>
                      <a:pt x="1791" y="5573"/>
                    </a:lnTo>
                    <a:cubicBezTo>
                      <a:pt x="1793" y="5565"/>
                      <a:pt x="1793" y="5557"/>
                      <a:pt x="1793" y="5549"/>
                    </a:cubicBezTo>
                    <a:cubicBezTo>
                      <a:pt x="1793" y="5538"/>
                      <a:pt x="1792" y="5527"/>
                      <a:pt x="1789" y="5517"/>
                    </a:cubicBezTo>
                    <a:cubicBezTo>
                      <a:pt x="1786" y="5496"/>
                      <a:pt x="1783" y="5474"/>
                      <a:pt x="1778" y="5453"/>
                    </a:cubicBezTo>
                    <a:lnTo>
                      <a:pt x="1809" y="5473"/>
                    </a:lnTo>
                    <a:cubicBezTo>
                      <a:pt x="1829" y="5584"/>
                      <a:pt x="1845" y="5695"/>
                      <a:pt x="1873" y="5804"/>
                    </a:cubicBezTo>
                    <a:cubicBezTo>
                      <a:pt x="1874" y="5805"/>
                      <a:pt x="1874" y="5806"/>
                      <a:pt x="1874" y="5806"/>
                    </a:cubicBezTo>
                    <a:cubicBezTo>
                      <a:pt x="1875" y="5807"/>
                      <a:pt x="1876" y="5808"/>
                      <a:pt x="1877" y="5809"/>
                    </a:cubicBezTo>
                    <a:cubicBezTo>
                      <a:pt x="1878" y="5810"/>
                      <a:pt x="1879" y="5810"/>
                      <a:pt x="1880" y="5810"/>
                    </a:cubicBezTo>
                    <a:cubicBezTo>
                      <a:pt x="1882" y="5810"/>
                      <a:pt x="1883" y="5810"/>
                      <a:pt x="1884" y="5809"/>
                    </a:cubicBezTo>
                    <a:cubicBezTo>
                      <a:pt x="1885" y="5808"/>
                      <a:pt x="1886" y="5807"/>
                      <a:pt x="1887" y="5806"/>
                    </a:cubicBezTo>
                    <a:cubicBezTo>
                      <a:pt x="1887" y="5805"/>
                      <a:pt x="1888" y="5804"/>
                      <a:pt x="1888" y="5803"/>
                    </a:cubicBezTo>
                    <a:cubicBezTo>
                      <a:pt x="1891" y="5741"/>
                      <a:pt x="1869" y="5680"/>
                      <a:pt x="1859" y="5619"/>
                    </a:cubicBezTo>
                    <a:cubicBezTo>
                      <a:pt x="1853" y="5574"/>
                      <a:pt x="1844" y="5530"/>
                      <a:pt x="1831" y="5486"/>
                    </a:cubicBezTo>
                    <a:cubicBezTo>
                      <a:pt x="1840" y="5492"/>
                      <a:pt x="1849" y="5498"/>
                      <a:pt x="1858" y="5504"/>
                    </a:cubicBezTo>
                    <a:cubicBezTo>
                      <a:pt x="1861" y="5553"/>
                      <a:pt x="1868" y="5601"/>
                      <a:pt x="1880" y="5648"/>
                    </a:cubicBezTo>
                    <a:cubicBezTo>
                      <a:pt x="1887" y="5676"/>
                      <a:pt x="1888" y="5713"/>
                      <a:pt x="1910" y="5733"/>
                    </a:cubicBezTo>
                    <a:lnTo>
                      <a:pt x="1911" y="5734"/>
                    </a:lnTo>
                    <a:cubicBezTo>
                      <a:pt x="1912" y="5735"/>
                      <a:pt x="1913" y="5734"/>
                      <a:pt x="1914" y="5734"/>
                    </a:cubicBezTo>
                    <a:cubicBezTo>
                      <a:pt x="1915" y="5734"/>
                      <a:pt x="1916" y="5735"/>
                      <a:pt x="1917" y="5734"/>
                    </a:cubicBezTo>
                    <a:cubicBezTo>
                      <a:pt x="1918" y="5733"/>
                      <a:pt x="1917" y="5733"/>
                      <a:pt x="1917" y="5733"/>
                    </a:cubicBezTo>
                    <a:cubicBezTo>
                      <a:pt x="1917" y="5736"/>
                      <a:pt x="1917" y="5740"/>
                      <a:pt x="1917" y="5742"/>
                    </a:cubicBezTo>
                    <a:cubicBezTo>
                      <a:pt x="1914" y="5777"/>
                      <a:pt x="1908" y="5811"/>
                      <a:pt x="1901" y="5845"/>
                    </a:cubicBezTo>
                    <a:cubicBezTo>
                      <a:pt x="1901" y="5848"/>
                      <a:pt x="1899" y="5851"/>
                      <a:pt x="1899" y="5855"/>
                    </a:cubicBezTo>
                    <a:cubicBezTo>
                      <a:pt x="1885" y="5920"/>
                      <a:pt x="1867" y="5986"/>
                      <a:pt x="1852" y="6051"/>
                    </a:cubicBezTo>
                    <a:cubicBezTo>
                      <a:pt x="1839" y="6106"/>
                      <a:pt x="1832" y="6161"/>
                      <a:pt x="1823" y="6217"/>
                    </a:cubicBezTo>
                    <a:lnTo>
                      <a:pt x="1822" y="6218"/>
                    </a:lnTo>
                    <a:cubicBezTo>
                      <a:pt x="1822" y="6219"/>
                      <a:pt x="1823" y="6219"/>
                      <a:pt x="1823" y="6220"/>
                    </a:cubicBezTo>
                    <a:cubicBezTo>
                      <a:pt x="1821" y="6230"/>
                      <a:pt x="1820" y="6239"/>
                      <a:pt x="1818" y="6251"/>
                    </a:cubicBezTo>
                    <a:cubicBezTo>
                      <a:pt x="1815" y="6278"/>
                      <a:pt x="1810" y="6305"/>
                      <a:pt x="1802" y="6331"/>
                    </a:cubicBezTo>
                    <a:cubicBezTo>
                      <a:pt x="1795" y="6355"/>
                      <a:pt x="1789" y="6380"/>
                      <a:pt x="1786" y="6406"/>
                    </a:cubicBezTo>
                    <a:lnTo>
                      <a:pt x="1785" y="6404"/>
                    </a:lnTo>
                    <a:cubicBezTo>
                      <a:pt x="1785" y="6400"/>
                      <a:pt x="1785" y="6395"/>
                      <a:pt x="1785" y="6391"/>
                    </a:cubicBezTo>
                    <a:cubicBezTo>
                      <a:pt x="1785" y="6381"/>
                      <a:pt x="1785" y="6371"/>
                      <a:pt x="1786" y="6361"/>
                    </a:cubicBezTo>
                    <a:cubicBezTo>
                      <a:pt x="1788" y="6335"/>
                      <a:pt x="1778" y="6310"/>
                      <a:pt x="1779" y="6283"/>
                    </a:cubicBezTo>
                    <a:cubicBezTo>
                      <a:pt x="1780" y="6223"/>
                      <a:pt x="1766" y="6162"/>
                      <a:pt x="1765" y="6101"/>
                    </a:cubicBezTo>
                    <a:cubicBezTo>
                      <a:pt x="1765" y="6056"/>
                      <a:pt x="1759" y="6011"/>
                      <a:pt x="1749" y="5966"/>
                    </a:cubicBezTo>
                    <a:moveTo>
                      <a:pt x="1735" y="6531"/>
                    </a:moveTo>
                    <a:lnTo>
                      <a:pt x="1738" y="6531"/>
                    </a:lnTo>
                    <a:cubicBezTo>
                      <a:pt x="1741" y="6530"/>
                      <a:pt x="1745" y="6530"/>
                      <a:pt x="1749" y="6530"/>
                    </a:cubicBezTo>
                    <a:cubicBezTo>
                      <a:pt x="1753" y="6530"/>
                      <a:pt x="1757" y="6530"/>
                      <a:pt x="1761" y="6531"/>
                    </a:cubicBezTo>
                    <a:cubicBezTo>
                      <a:pt x="1762" y="6531"/>
                      <a:pt x="1764" y="6531"/>
                      <a:pt x="1765" y="6531"/>
                    </a:cubicBezTo>
                    <a:cubicBezTo>
                      <a:pt x="1773" y="6531"/>
                      <a:pt x="1781" y="6529"/>
                      <a:pt x="1788" y="6525"/>
                    </a:cubicBezTo>
                    <a:lnTo>
                      <a:pt x="1788" y="6524"/>
                    </a:lnTo>
                    <a:cubicBezTo>
                      <a:pt x="1788" y="6527"/>
                      <a:pt x="1788" y="6530"/>
                      <a:pt x="1788" y="6534"/>
                    </a:cubicBezTo>
                    <a:cubicBezTo>
                      <a:pt x="1788" y="6537"/>
                      <a:pt x="1788" y="6541"/>
                      <a:pt x="1788" y="6545"/>
                    </a:cubicBezTo>
                    <a:cubicBezTo>
                      <a:pt x="1780" y="6541"/>
                      <a:pt x="1771" y="6539"/>
                      <a:pt x="1762" y="6539"/>
                    </a:cubicBezTo>
                    <a:cubicBezTo>
                      <a:pt x="1751" y="6539"/>
                      <a:pt x="1740" y="6542"/>
                      <a:pt x="1731" y="6547"/>
                    </a:cubicBezTo>
                    <a:lnTo>
                      <a:pt x="1735" y="6531"/>
                    </a:lnTo>
                    <a:moveTo>
                      <a:pt x="1471" y="6814"/>
                    </a:moveTo>
                    <a:lnTo>
                      <a:pt x="1471" y="6815"/>
                    </a:lnTo>
                    <a:cubicBezTo>
                      <a:pt x="1472" y="6815"/>
                      <a:pt x="1473" y="6815"/>
                      <a:pt x="1474" y="6816"/>
                    </a:cubicBezTo>
                    <a:lnTo>
                      <a:pt x="1469" y="6816"/>
                    </a:lnTo>
                    <a:lnTo>
                      <a:pt x="1471" y="6814"/>
                    </a:lnTo>
                    <a:moveTo>
                      <a:pt x="2228" y="7682"/>
                    </a:moveTo>
                    <a:cubicBezTo>
                      <a:pt x="2217" y="7745"/>
                      <a:pt x="2181" y="7803"/>
                      <a:pt x="2160" y="7863"/>
                    </a:cubicBezTo>
                    <a:cubicBezTo>
                      <a:pt x="2152" y="7885"/>
                      <a:pt x="2146" y="7907"/>
                      <a:pt x="2138" y="7928"/>
                    </a:cubicBezTo>
                    <a:cubicBezTo>
                      <a:pt x="2127" y="7953"/>
                      <a:pt x="2106" y="7971"/>
                      <a:pt x="2090" y="7993"/>
                    </a:cubicBezTo>
                    <a:cubicBezTo>
                      <a:pt x="2087" y="7998"/>
                      <a:pt x="2085" y="8003"/>
                      <a:pt x="2082" y="8008"/>
                    </a:cubicBezTo>
                    <a:cubicBezTo>
                      <a:pt x="2073" y="8025"/>
                      <a:pt x="2063" y="8044"/>
                      <a:pt x="2055" y="8062"/>
                    </a:cubicBezTo>
                    <a:lnTo>
                      <a:pt x="2055" y="8064"/>
                    </a:lnTo>
                    <a:cubicBezTo>
                      <a:pt x="2043" y="8080"/>
                      <a:pt x="2031" y="8096"/>
                      <a:pt x="2020" y="8111"/>
                    </a:cubicBezTo>
                    <a:cubicBezTo>
                      <a:pt x="1998" y="8139"/>
                      <a:pt x="1961" y="8151"/>
                      <a:pt x="1944" y="8183"/>
                    </a:cubicBezTo>
                    <a:cubicBezTo>
                      <a:pt x="1932" y="8202"/>
                      <a:pt x="1918" y="8219"/>
                      <a:pt x="1903" y="8235"/>
                    </a:cubicBezTo>
                    <a:cubicBezTo>
                      <a:pt x="1889" y="8255"/>
                      <a:pt x="1875" y="8273"/>
                      <a:pt x="1861" y="8291"/>
                    </a:cubicBezTo>
                    <a:cubicBezTo>
                      <a:pt x="1844" y="8315"/>
                      <a:pt x="1823" y="8336"/>
                      <a:pt x="1798" y="8353"/>
                    </a:cubicBezTo>
                    <a:cubicBezTo>
                      <a:pt x="1793" y="8356"/>
                      <a:pt x="1788" y="8359"/>
                      <a:pt x="1783" y="8362"/>
                    </a:cubicBezTo>
                    <a:cubicBezTo>
                      <a:pt x="1770" y="8370"/>
                      <a:pt x="1756" y="8377"/>
                      <a:pt x="1741" y="8383"/>
                    </a:cubicBezTo>
                    <a:cubicBezTo>
                      <a:pt x="1743" y="8375"/>
                      <a:pt x="1745" y="8368"/>
                      <a:pt x="1749" y="8362"/>
                    </a:cubicBezTo>
                    <a:cubicBezTo>
                      <a:pt x="1750" y="8361"/>
                      <a:pt x="1751" y="8359"/>
                      <a:pt x="1752" y="8358"/>
                    </a:cubicBezTo>
                    <a:lnTo>
                      <a:pt x="1757" y="8361"/>
                    </a:lnTo>
                    <a:cubicBezTo>
                      <a:pt x="1757" y="8362"/>
                      <a:pt x="1758" y="8362"/>
                      <a:pt x="1758" y="8362"/>
                    </a:cubicBezTo>
                    <a:cubicBezTo>
                      <a:pt x="1762" y="8364"/>
                      <a:pt x="1767" y="8366"/>
                      <a:pt x="1771" y="8366"/>
                    </a:cubicBezTo>
                    <a:cubicBezTo>
                      <a:pt x="1772" y="8366"/>
                      <a:pt x="1773" y="8366"/>
                      <a:pt x="1774" y="8366"/>
                    </a:cubicBezTo>
                    <a:cubicBezTo>
                      <a:pt x="1788" y="8363"/>
                      <a:pt x="1775" y="8346"/>
                      <a:pt x="1767" y="8341"/>
                    </a:cubicBezTo>
                    <a:lnTo>
                      <a:pt x="1765" y="8340"/>
                    </a:lnTo>
                    <a:cubicBezTo>
                      <a:pt x="1772" y="8333"/>
                      <a:pt x="1778" y="8326"/>
                      <a:pt x="1785" y="8321"/>
                    </a:cubicBezTo>
                    <a:lnTo>
                      <a:pt x="1791" y="8321"/>
                    </a:lnTo>
                    <a:cubicBezTo>
                      <a:pt x="1795" y="8321"/>
                      <a:pt x="1798" y="8322"/>
                      <a:pt x="1801" y="8323"/>
                    </a:cubicBezTo>
                    <a:cubicBezTo>
                      <a:pt x="1802" y="8323"/>
                      <a:pt x="1803" y="8323"/>
                      <a:pt x="1804" y="8323"/>
                    </a:cubicBezTo>
                    <a:cubicBezTo>
                      <a:pt x="1807" y="8323"/>
                      <a:pt x="1810" y="8322"/>
                      <a:pt x="1812" y="8321"/>
                    </a:cubicBezTo>
                    <a:lnTo>
                      <a:pt x="1813" y="8320"/>
                    </a:lnTo>
                    <a:cubicBezTo>
                      <a:pt x="1814" y="8320"/>
                      <a:pt x="1815" y="8319"/>
                      <a:pt x="1815" y="8318"/>
                    </a:cubicBezTo>
                    <a:cubicBezTo>
                      <a:pt x="1816" y="8317"/>
                      <a:pt x="1816" y="8316"/>
                      <a:pt x="1816" y="8314"/>
                    </a:cubicBezTo>
                    <a:lnTo>
                      <a:pt x="1816" y="8313"/>
                    </a:lnTo>
                    <a:cubicBezTo>
                      <a:pt x="1816" y="8312"/>
                      <a:pt x="1815" y="8310"/>
                      <a:pt x="1814" y="8309"/>
                    </a:cubicBezTo>
                    <a:cubicBezTo>
                      <a:pt x="1812" y="8306"/>
                      <a:pt x="1810" y="8303"/>
                      <a:pt x="1807" y="8301"/>
                    </a:cubicBezTo>
                    <a:cubicBezTo>
                      <a:pt x="1805" y="8300"/>
                      <a:pt x="1803" y="8300"/>
                      <a:pt x="1802" y="8299"/>
                    </a:cubicBezTo>
                    <a:lnTo>
                      <a:pt x="1811" y="8287"/>
                    </a:lnTo>
                    <a:lnTo>
                      <a:pt x="1826" y="8287"/>
                    </a:lnTo>
                    <a:cubicBezTo>
                      <a:pt x="1833" y="8287"/>
                      <a:pt x="1840" y="8287"/>
                      <a:pt x="1844" y="8281"/>
                    </a:cubicBezTo>
                    <a:lnTo>
                      <a:pt x="1845" y="8281"/>
                    </a:lnTo>
                    <a:cubicBezTo>
                      <a:pt x="1845" y="8280"/>
                      <a:pt x="1845" y="8279"/>
                      <a:pt x="1845" y="8278"/>
                    </a:cubicBezTo>
                    <a:cubicBezTo>
                      <a:pt x="1845" y="8277"/>
                      <a:pt x="1845" y="8276"/>
                      <a:pt x="1845" y="8275"/>
                    </a:cubicBezTo>
                    <a:lnTo>
                      <a:pt x="1844" y="8274"/>
                    </a:lnTo>
                    <a:cubicBezTo>
                      <a:pt x="1843" y="8273"/>
                      <a:pt x="1841" y="8272"/>
                      <a:pt x="1840" y="8271"/>
                    </a:cubicBezTo>
                    <a:cubicBezTo>
                      <a:pt x="1837" y="8269"/>
                      <a:pt x="1833" y="8268"/>
                      <a:pt x="1830" y="8268"/>
                    </a:cubicBezTo>
                    <a:cubicBezTo>
                      <a:pt x="1829" y="8268"/>
                      <a:pt x="1828" y="8268"/>
                      <a:pt x="1827" y="8268"/>
                    </a:cubicBezTo>
                    <a:lnTo>
                      <a:pt x="1826" y="8268"/>
                    </a:lnTo>
                    <a:lnTo>
                      <a:pt x="1846" y="8240"/>
                    </a:lnTo>
                    <a:cubicBezTo>
                      <a:pt x="1852" y="8238"/>
                      <a:pt x="1859" y="8237"/>
                      <a:pt x="1865" y="8237"/>
                    </a:cubicBezTo>
                    <a:cubicBezTo>
                      <a:pt x="1867" y="8237"/>
                      <a:pt x="1868" y="8238"/>
                      <a:pt x="1869" y="8238"/>
                    </a:cubicBezTo>
                    <a:cubicBezTo>
                      <a:pt x="1875" y="8238"/>
                      <a:pt x="1881" y="8236"/>
                      <a:pt x="1886" y="8233"/>
                    </a:cubicBezTo>
                    <a:cubicBezTo>
                      <a:pt x="1888" y="8232"/>
                      <a:pt x="1891" y="8230"/>
                      <a:pt x="1893" y="8228"/>
                    </a:cubicBezTo>
                    <a:cubicBezTo>
                      <a:pt x="1893" y="8227"/>
                      <a:pt x="1893" y="8227"/>
                      <a:pt x="1893" y="8227"/>
                    </a:cubicBezTo>
                    <a:cubicBezTo>
                      <a:pt x="1894" y="8226"/>
                      <a:pt x="1894" y="8225"/>
                      <a:pt x="1894" y="8224"/>
                    </a:cubicBezTo>
                    <a:cubicBezTo>
                      <a:pt x="1894" y="8222"/>
                      <a:pt x="1894" y="8221"/>
                      <a:pt x="1893" y="8220"/>
                    </a:cubicBezTo>
                    <a:cubicBezTo>
                      <a:pt x="1886" y="8211"/>
                      <a:pt x="1872" y="8215"/>
                      <a:pt x="1862" y="8216"/>
                    </a:cubicBezTo>
                    <a:cubicBezTo>
                      <a:pt x="1869" y="8205"/>
                      <a:pt x="1877" y="8196"/>
                      <a:pt x="1884" y="8185"/>
                    </a:cubicBezTo>
                    <a:cubicBezTo>
                      <a:pt x="1887" y="8184"/>
                      <a:pt x="1891" y="8183"/>
                      <a:pt x="1895" y="8183"/>
                    </a:cubicBezTo>
                    <a:cubicBezTo>
                      <a:pt x="1908" y="8182"/>
                      <a:pt x="1923" y="8187"/>
                      <a:pt x="1933" y="8177"/>
                    </a:cubicBezTo>
                    <a:cubicBezTo>
                      <a:pt x="1933" y="8176"/>
                      <a:pt x="1934" y="8176"/>
                      <a:pt x="1934" y="8176"/>
                    </a:cubicBezTo>
                    <a:cubicBezTo>
                      <a:pt x="1935" y="8175"/>
                      <a:pt x="1935" y="8173"/>
                      <a:pt x="1935" y="8172"/>
                    </a:cubicBezTo>
                    <a:cubicBezTo>
                      <a:pt x="1935" y="8171"/>
                      <a:pt x="1935" y="8170"/>
                      <a:pt x="1934" y="8169"/>
                    </a:cubicBezTo>
                    <a:lnTo>
                      <a:pt x="1933" y="8168"/>
                    </a:lnTo>
                    <a:cubicBezTo>
                      <a:pt x="1926" y="8159"/>
                      <a:pt x="1911" y="8160"/>
                      <a:pt x="1900" y="8160"/>
                    </a:cubicBezTo>
                    <a:cubicBezTo>
                      <a:pt x="1906" y="8151"/>
                      <a:pt x="1911" y="8143"/>
                      <a:pt x="1916" y="8134"/>
                    </a:cubicBezTo>
                    <a:cubicBezTo>
                      <a:pt x="1918" y="8134"/>
                      <a:pt x="1919" y="8133"/>
                      <a:pt x="1920" y="8133"/>
                    </a:cubicBezTo>
                    <a:cubicBezTo>
                      <a:pt x="1921" y="8132"/>
                      <a:pt x="1922" y="8131"/>
                      <a:pt x="1923" y="8129"/>
                    </a:cubicBezTo>
                    <a:cubicBezTo>
                      <a:pt x="1924" y="8128"/>
                      <a:pt x="1924" y="8127"/>
                      <a:pt x="1924" y="8126"/>
                    </a:cubicBezTo>
                    <a:cubicBezTo>
                      <a:pt x="1924" y="8128"/>
                      <a:pt x="1927" y="8126"/>
                      <a:pt x="1927" y="8126"/>
                    </a:cubicBezTo>
                    <a:cubicBezTo>
                      <a:pt x="1930" y="8126"/>
                      <a:pt x="1933" y="8125"/>
                      <a:pt x="1936" y="8125"/>
                    </a:cubicBezTo>
                    <a:cubicBezTo>
                      <a:pt x="1937" y="8125"/>
                      <a:pt x="1937" y="8125"/>
                      <a:pt x="1938" y="8125"/>
                    </a:cubicBezTo>
                    <a:cubicBezTo>
                      <a:pt x="1944" y="8125"/>
                      <a:pt x="1950" y="8125"/>
                      <a:pt x="1956" y="8124"/>
                    </a:cubicBezTo>
                    <a:cubicBezTo>
                      <a:pt x="1964" y="8123"/>
                      <a:pt x="1967" y="8107"/>
                      <a:pt x="1956" y="8105"/>
                    </a:cubicBezTo>
                    <a:cubicBezTo>
                      <a:pt x="1953" y="8104"/>
                      <a:pt x="1950" y="8103"/>
                      <a:pt x="1947" y="8103"/>
                    </a:cubicBezTo>
                    <a:lnTo>
                      <a:pt x="1937" y="8103"/>
                    </a:lnTo>
                    <a:lnTo>
                      <a:pt x="1934" y="8103"/>
                    </a:lnTo>
                    <a:cubicBezTo>
                      <a:pt x="1942" y="8090"/>
                      <a:pt x="1950" y="8077"/>
                      <a:pt x="1958" y="8063"/>
                    </a:cubicBezTo>
                    <a:cubicBezTo>
                      <a:pt x="1965" y="8060"/>
                      <a:pt x="1972" y="8059"/>
                      <a:pt x="1979" y="8057"/>
                    </a:cubicBezTo>
                    <a:cubicBezTo>
                      <a:pt x="1989" y="8057"/>
                      <a:pt x="1998" y="8055"/>
                      <a:pt x="2007" y="8051"/>
                    </a:cubicBezTo>
                    <a:cubicBezTo>
                      <a:pt x="2008" y="8050"/>
                      <a:pt x="2008" y="8050"/>
                      <a:pt x="2009" y="8049"/>
                    </a:cubicBezTo>
                    <a:cubicBezTo>
                      <a:pt x="2010" y="8048"/>
                      <a:pt x="2010" y="8046"/>
                      <a:pt x="2010" y="8045"/>
                    </a:cubicBezTo>
                    <a:cubicBezTo>
                      <a:pt x="2010" y="8043"/>
                      <a:pt x="2009" y="8043"/>
                      <a:pt x="2009" y="8042"/>
                    </a:cubicBezTo>
                    <a:cubicBezTo>
                      <a:pt x="2008" y="8041"/>
                      <a:pt x="2008" y="8041"/>
                      <a:pt x="2007" y="8040"/>
                    </a:cubicBezTo>
                    <a:cubicBezTo>
                      <a:pt x="2000" y="8036"/>
                      <a:pt x="1992" y="8034"/>
                      <a:pt x="1984" y="8034"/>
                    </a:cubicBezTo>
                    <a:cubicBezTo>
                      <a:pt x="1980" y="8034"/>
                      <a:pt x="1976" y="8035"/>
                      <a:pt x="1973" y="8035"/>
                    </a:cubicBezTo>
                    <a:lnTo>
                      <a:pt x="1979" y="8023"/>
                    </a:lnTo>
                    <a:cubicBezTo>
                      <a:pt x="1995" y="8018"/>
                      <a:pt x="2008" y="8026"/>
                      <a:pt x="2022" y="8030"/>
                    </a:cubicBezTo>
                    <a:cubicBezTo>
                      <a:pt x="2023" y="8030"/>
                      <a:pt x="2024" y="8030"/>
                      <a:pt x="2024" y="8030"/>
                    </a:cubicBezTo>
                    <a:cubicBezTo>
                      <a:pt x="2026" y="8030"/>
                      <a:pt x="2028" y="8030"/>
                      <a:pt x="2029" y="8029"/>
                    </a:cubicBezTo>
                    <a:cubicBezTo>
                      <a:pt x="2031" y="8028"/>
                      <a:pt x="2032" y="8026"/>
                      <a:pt x="2033" y="8025"/>
                    </a:cubicBezTo>
                    <a:cubicBezTo>
                      <a:pt x="2034" y="8023"/>
                      <a:pt x="2034" y="8022"/>
                      <a:pt x="2034" y="8021"/>
                    </a:cubicBezTo>
                    <a:lnTo>
                      <a:pt x="2034" y="8020"/>
                    </a:lnTo>
                    <a:lnTo>
                      <a:pt x="2034" y="8022"/>
                    </a:lnTo>
                    <a:cubicBezTo>
                      <a:pt x="2034" y="8021"/>
                      <a:pt x="2034" y="8020"/>
                      <a:pt x="2034" y="8019"/>
                    </a:cubicBezTo>
                    <a:cubicBezTo>
                      <a:pt x="2034" y="8018"/>
                      <a:pt x="2034" y="8017"/>
                      <a:pt x="2034" y="8016"/>
                    </a:cubicBezTo>
                    <a:cubicBezTo>
                      <a:pt x="2034" y="8015"/>
                      <a:pt x="2033" y="8014"/>
                      <a:pt x="2033" y="8014"/>
                    </a:cubicBezTo>
                    <a:cubicBezTo>
                      <a:pt x="2032" y="8012"/>
                      <a:pt x="2031" y="8011"/>
                      <a:pt x="2030" y="8010"/>
                    </a:cubicBezTo>
                    <a:cubicBezTo>
                      <a:pt x="2028" y="8008"/>
                      <a:pt x="2026" y="8006"/>
                      <a:pt x="2023" y="8005"/>
                    </a:cubicBezTo>
                    <a:cubicBezTo>
                      <a:pt x="2020" y="8003"/>
                      <a:pt x="2017" y="8002"/>
                      <a:pt x="2013" y="8001"/>
                    </a:cubicBezTo>
                    <a:cubicBezTo>
                      <a:pt x="2010" y="8000"/>
                      <a:pt x="2006" y="8000"/>
                      <a:pt x="2002" y="8000"/>
                    </a:cubicBezTo>
                    <a:cubicBezTo>
                      <a:pt x="1999" y="8000"/>
                      <a:pt x="1995" y="8000"/>
                      <a:pt x="1991" y="8001"/>
                    </a:cubicBezTo>
                    <a:cubicBezTo>
                      <a:pt x="1995" y="7994"/>
                      <a:pt x="1998" y="7986"/>
                      <a:pt x="2002" y="7979"/>
                    </a:cubicBezTo>
                    <a:cubicBezTo>
                      <a:pt x="2007" y="7978"/>
                      <a:pt x="2012" y="7977"/>
                      <a:pt x="2018" y="7976"/>
                    </a:cubicBezTo>
                    <a:cubicBezTo>
                      <a:pt x="2036" y="7973"/>
                      <a:pt x="2055" y="7968"/>
                      <a:pt x="2072" y="7959"/>
                    </a:cubicBezTo>
                    <a:cubicBezTo>
                      <a:pt x="2073" y="7958"/>
                      <a:pt x="2074" y="7957"/>
                      <a:pt x="2075" y="7956"/>
                    </a:cubicBezTo>
                    <a:cubicBezTo>
                      <a:pt x="2076" y="7954"/>
                      <a:pt x="2077" y="7952"/>
                      <a:pt x="2077" y="7951"/>
                    </a:cubicBezTo>
                    <a:cubicBezTo>
                      <a:pt x="2077" y="7949"/>
                      <a:pt x="2076" y="7947"/>
                      <a:pt x="2075" y="7946"/>
                    </a:cubicBezTo>
                    <a:cubicBezTo>
                      <a:pt x="2075" y="7945"/>
                      <a:pt x="2074" y="7944"/>
                      <a:pt x="2074" y="7944"/>
                    </a:cubicBezTo>
                    <a:cubicBezTo>
                      <a:pt x="2062" y="7933"/>
                      <a:pt x="2035" y="7941"/>
                      <a:pt x="2018" y="7946"/>
                    </a:cubicBezTo>
                    <a:lnTo>
                      <a:pt x="2036" y="7907"/>
                    </a:lnTo>
                    <a:cubicBezTo>
                      <a:pt x="2041" y="7906"/>
                      <a:pt x="2047" y="7904"/>
                      <a:pt x="2052" y="7902"/>
                    </a:cubicBezTo>
                    <a:cubicBezTo>
                      <a:pt x="2065" y="7897"/>
                      <a:pt x="2079" y="7902"/>
                      <a:pt x="2090" y="7891"/>
                    </a:cubicBezTo>
                    <a:lnTo>
                      <a:pt x="2091" y="7890"/>
                    </a:lnTo>
                    <a:cubicBezTo>
                      <a:pt x="2092" y="7889"/>
                      <a:pt x="2092" y="7887"/>
                      <a:pt x="2092" y="7886"/>
                    </a:cubicBezTo>
                    <a:cubicBezTo>
                      <a:pt x="2092" y="7885"/>
                      <a:pt x="2092" y="7883"/>
                      <a:pt x="2091" y="7882"/>
                    </a:cubicBezTo>
                    <a:cubicBezTo>
                      <a:pt x="2091" y="7881"/>
                      <a:pt x="2090" y="7881"/>
                      <a:pt x="2090" y="7880"/>
                    </a:cubicBezTo>
                    <a:cubicBezTo>
                      <a:pt x="2089" y="7880"/>
                      <a:pt x="2087" y="7879"/>
                      <a:pt x="2086" y="7878"/>
                    </a:cubicBezTo>
                    <a:cubicBezTo>
                      <a:pt x="2080" y="7874"/>
                      <a:pt x="2073" y="7873"/>
                      <a:pt x="2066" y="7873"/>
                    </a:cubicBezTo>
                    <a:cubicBezTo>
                      <a:pt x="2061" y="7873"/>
                      <a:pt x="2056" y="7874"/>
                      <a:pt x="2051" y="7876"/>
                    </a:cubicBezTo>
                    <a:lnTo>
                      <a:pt x="2059" y="7858"/>
                    </a:lnTo>
                    <a:lnTo>
                      <a:pt x="2066" y="7842"/>
                    </a:lnTo>
                    <a:cubicBezTo>
                      <a:pt x="2074" y="7840"/>
                      <a:pt x="2081" y="7838"/>
                      <a:pt x="2089" y="7837"/>
                    </a:cubicBezTo>
                    <a:cubicBezTo>
                      <a:pt x="2102" y="7837"/>
                      <a:pt x="2115" y="7834"/>
                      <a:pt x="2126" y="7828"/>
                    </a:cubicBezTo>
                    <a:cubicBezTo>
                      <a:pt x="2127" y="7828"/>
                      <a:pt x="2128" y="7827"/>
                      <a:pt x="2128" y="7826"/>
                    </a:cubicBezTo>
                    <a:cubicBezTo>
                      <a:pt x="2129" y="7825"/>
                      <a:pt x="2129" y="7823"/>
                      <a:pt x="2129" y="7822"/>
                    </a:cubicBezTo>
                    <a:cubicBezTo>
                      <a:pt x="2129" y="7821"/>
                      <a:pt x="2129" y="7819"/>
                      <a:pt x="2128" y="7818"/>
                    </a:cubicBezTo>
                    <a:cubicBezTo>
                      <a:pt x="2128" y="7817"/>
                      <a:pt x="2127" y="7817"/>
                      <a:pt x="2126" y="7816"/>
                    </a:cubicBezTo>
                    <a:cubicBezTo>
                      <a:pt x="2118" y="7811"/>
                      <a:pt x="2108" y="7809"/>
                      <a:pt x="2099" y="7809"/>
                    </a:cubicBezTo>
                    <a:cubicBezTo>
                      <a:pt x="2092" y="7809"/>
                      <a:pt x="2085" y="7810"/>
                      <a:pt x="2078" y="7813"/>
                    </a:cubicBezTo>
                    <a:cubicBezTo>
                      <a:pt x="2082" y="7803"/>
                      <a:pt x="2086" y="7793"/>
                      <a:pt x="2090" y="7784"/>
                    </a:cubicBezTo>
                    <a:cubicBezTo>
                      <a:pt x="2092" y="7783"/>
                      <a:pt x="2093" y="7781"/>
                      <a:pt x="2096" y="7780"/>
                    </a:cubicBezTo>
                    <a:cubicBezTo>
                      <a:pt x="2104" y="7775"/>
                      <a:pt x="2115" y="7772"/>
                      <a:pt x="2125" y="7772"/>
                    </a:cubicBezTo>
                    <a:cubicBezTo>
                      <a:pt x="2126" y="7772"/>
                      <a:pt x="2128" y="7772"/>
                      <a:pt x="2129" y="7772"/>
                    </a:cubicBezTo>
                    <a:cubicBezTo>
                      <a:pt x="2139" y="7772"/>
                      <a:pt x="2151" y="7775"/>
                      <a:pt x="2152" y="7763"/>
                    </a:cubicBezTo>
                    <a:cubicBezTo>
                      <a:pt x="2154" y="7750"/>
                      <a:pt x="2133" y="7747"/>
                      <a:pt x="2124" y="7747"/>
                    </a:cubicBezTo>
                    <a:lnTo>
                      <a:pt x="2123" y="7747"/>
                    </a:lnTo>
                    <a:cubicBezTo>
                      <a:pt x="2117" y="7747"/>
                      <a:pt x="2110" y="7748"/>
                      <a:pt x="2103" y="7750"/>
                    </a:cubicBezTo>
                    <a:lnTo>
                      <a:pt x="2102" y="7750"/>
                    </a:lnTo>
                    <a:cubicBezTo>
                      <a:pt x="2106" y="7735"/>
                      <a:pt x="2110" y="7719"/>
                      <a:pt x="2113" y="7704"/>
                    </a:cubicBezTo>
                    <a:lnTo>
                      <a:pt x="2118" y="7703"/>
                    </a:lnTo>
                    <a:cubicBezTo>
                      <a:pt x="2133" y="7699"/>
                      <a:pt x="2153" y="7705"/>
                      <a:pt x="2164" y="7693"/>
                    </a:cubicBezTo>
                    <a:cubicBezTo>
                      <a:pt x="2164" y="7692"/>
                      <a:pt x="2164" y="7692"/>
                      <a:pt x="2164" y="7692"/>
                    </a:cubicBezTo>
                    <a:cubicBezTo>
                      <a:pt x="2165" y="7691"/>
                      <a:pt x="2165" y="7690"/>
                      <a:pt x="2165" y="7689"/>
                    </a:cubicBezTo>
                    <a:cubicBezTo>
                      <a:pt x="2165" y="7688"/>
                      <a:pt x="2165" y="7686"/>
                      <a:pt x="2164" y="7685"/>
                    </a:cubicBezTo>
                    <a:cubicBezTo>
                      <a:pt x="2154" y="7672"/>
                      <a:pt x="2133" y="7674"/>
                      <a:pt x="2116" y="7679"/>
                    </a:cubicBezTo>
                    <a:cubicBezTo>
                      <a:pt x="2116" y="7678"/>
                      <a:pt x="2116" y="7676"/>
                      <a:pt x="2116" y="7675"/>
                    </a:cubicBezTo>
                    <a:cubicBezTo>
                      <a:pt x="2117" y="7663"/>
                      <a:pt x="2120" y="7650"/>
                      <a:pt x="2123" y="7638"/>
                    </a:cubicBezTo>
                    <a:cubicBezTo>
                      <a:pt x="2132" y="7635"/>
                      <a:pt x="2143" y="7633"/>
                      <a:pt x="2150" y="7630"/>
                    </a:cubicBezTo>
                    <a:cubicBezTo>
                      <a:pt x="2163" y="7626"/>
                      <a:pt x="2183" y="7624"/>
                      <a:pt x="2186" y="7608"/>
                    </a:cubicBezTo>
                    <a:lnTo>
                      <a:pt x="2186" y="7607"/>
                    </a:lnTo>
                    <a:cubicBezTo>
                      <a:pt x="2186" y="7606"/>
                      <a:pt x="2186" y="7605"/>
                      <a:pt x="2185" y="7604"/>
                    </a:cubicBezTo>
                    <a:cubicBezTo>
                      <a:pt x="2184" y="7603"/>
                      <a:pt x="2183" y="7601"/>
                      <a:pt x="2182" y="7601"/>
                    </a:cubicBezTo>
                    <a:cubicBezTo>
                      <a:pt x="2181" y="7600"/>
                      <a:pt x="2180" y="7600"/>
                      <a:pt x="2179" y="7600"/>
                    </a:cubicBezTo>
                    <a:cubicBezTo>
                      <a:pt x="2163" y="7602"/>
                      <a:pt x="2146" y="7605"/>
                      <a:pt x="2131" y="7611"/>
                    </a:cubicBezTo>
                    <a:cubicBezTo>
                      <a:pt x="2133" y="7604"/>
                      <a:pt x="2135" y="7596"/>
                      <a:pt x="2136" y="7589"/>
                    </a:cubicBezTo>
                    <a:cubicBezTo>
                      <a:pt x="2137" y="7584"/>
                      <a:pt x="2138" y="7580"/>
                      <a:pt x="2138" y="7575"/>
                    </a:cubicBezTo>
                    <a:cubicBezTo>
                      <a:pt x="2153" y="7563"/>
                      <a:pt x="2185" y="7569"/>
                      <a:pt x="2197" y="7554"/>
                    </a:cubicBezTo>
                    <a:cubicBezTo>
                      <a:pt x="2197" y="7554"/>
                      <a:pt x="2198" y="7554"/>
                      <a:pt x="2198" y="7553"/>
                    </a:cubicBezTo>
                    <a:cubicBezTo>
                      <a:pt x="2198" y="7552"/>
                      <a:pt x="2199" y="7551"/>
                      <a:pt x="2199" y="7550"/>
                    </a:cubicBezTo>
                    <a:cubicBezTo>
                      <a:pt x="2199" y="7549"/>
                      <a:pt x="2198" y="7548"/>
                      <a:pt x="2198" y="7547"/>
                    </a:cubicBezTo>
                    <a:cubicBezTo>
                      <a:pt x="2198" y="7547"/>
                      <a:pt x="2197" y="7547"/>
                      <a:pt x="2197" y="7546"/>
                    </a:cubicBezTo>
                    <a:cubicBezTo>
                      <a:pt x="2184" y="7530"/>
                      <a:pt x="2156" y="7539"/>
                      <a:pt x="2138" y="7545"/>
                    </a:cubicBezTo>
                    <a:lnTo>
                      <a:pt x="2137" y="7545"/>
                    </a:lnTo>
                    <a:cubicBezTo>
                      <a:pt x="2137" y="7536"/>
                      <a:pt x="2136" y="7527"/>
                      <a:pt x="2136" y="7519"/>
                    </a:cubicBezTo>
                    <a:cubicBezTo>
                      <a:pt x="2142" y="7516"/>
                      <a:pt x="2148" y="7513"/>
                      <a:pt x="2155" y="7510"/>
                    </a:cubicBezTo>
                    <a:cubicBezTo>
                      <a:pt x="2173" y="7503"/>
                      <a:pt x="2194" y="7505"/>
                      <a:pt x="2212" y="7495"/>
                    </a:cubicBezTo>
                    <a:cubicBezTo>
                      <a:pt x="2213" y="7494"/>
                      <a:pt x="2214" y="7493"/>
                      <a:pt x="2214" y="7492"/>
                    </a:cubicBezTo>
                    <a:cubicBezTo>
                      <a:pt x="2215" y="7491"/>
                      <a:pt x="2215" y="7489"/>
                      <a:pt x="2215" y="7488"/>
                    </a:cubicBezTo>
                    <a:cubicBezTo>
                      <a:pt x="2215" y="7487"/>
                      <a:pt x="2215" y="7486"/>
                      <a:pt x="2214" y="7484"/>
                    </a:cubicBezTo>
                    <a:cubicBezTo>
                      <a:pt x="2214" y="7483"/>
                      <a:pt x="2213" y="7482"/>
                      <a:pt x="2212" y="7482"/>
                    </a:cubicBezTo>
                    <a:cubicBezTo>
                      <a:pt x="2189" y="7467"/>
                      <a:pt x="2159" y="7477"/>
                      <a:pt x="2135" y="7491"/>
                    </a:cubicBezTo>
                    <a:cubicBezTo>
                      <a:pt x="2135" y="7480"/>
                      <a:pt x="2135" y="7468"/>
                      <a:pt x="2133" y="7456"/>
                    </a:cubicBezTo>
                    <a:cubicBezTo>
                      <a:pt x="2139" y="7453"/>
                      <a:pt x="2145" y="7450"/>
                      <a:pt x="2150" y="7448"/>
                    </a:cubicBezTo>
                    <a:cubicBezTo>
                      <a:pt x="2158" y="7444"/>
                      <a:pt x="2165" y="7442"/>
                      <a:pt x="2173" y="7441"/>
                    </a:cubicBezTo>
                    <a:cubicBezTo>
                      <a:pt x="2181" y="7440"/>
                      <a:pt x="2189" y="7437"/>
                      <a:pt x="2196" y="7433"/>
                    </a:cubicBezTo>
                    <a:cubicBezTo>
                      <a:pt x="2200" y="7431"/>
                      <a:pt x="2203" y="7428"/>
                      <a:pt x="2206" y="7425"/>
                    </a:cubicBezTo>
                    <a:cubicBezTo>
                      <a:pt x="2207" y="7425"/>
                      <a:pt x="2207" y="7425"/>
                      <a:pt x="2208" y="7424"/>
                    </a:cubicBezTo>
                    <a:cubicBezTo>
                      <a:pt x="2209" y="7423"/>
                      <a:pt x="2209" y="7421"/>
                      <a:pt x="2209" y="7420"/>
                    </a:cubicBezTo>
                    <a:cubicBezTo>
                      <a:pt x="2209" y="7418"/>
                      <a:pt x="2209" y="7418"/>
                      <a:pt x="2208" y="7416"/>
                    </a:cubicBezTo>
                    <a:cubicBezTo>
                      <a:pt x="2208" y="7415"/>
                      <a:pt x="2207" y="7416"/>
                      <a:pt x="2206" y="7415"/>
                    </a:cubicBezTo>
                    <a:cubicBezTo>
                      <a:pt x="2195" y="7401"/>
                      <a:pt x="2169" y="7415"/>
                      <a:pt x="2155" y="7419"/>
                    </a:cubicBezTo>
                    <a:cubicBezTo>
                      <a:pt x="2147" y="7421"/>
                      <a:pt x="2140" y="7424"/>
                      <a:pt x="2133" y="7428"/>
                    </a:cubicBezTo>
                    <a:cubicBezTo>
                      <a:pt x="2132" y="7429"/>
                      <a:pt x="2132" y="7429"/>
                      <a:pt x="2131" y="7429"/>
                    </a:cubicBezTo>
                    <a:cubicBezTo>
                      <a:pt x="2131" y="7423"/>
                      <a:pt x="2130" y="7417"/>
                      <a:pt x="2129" y="7410"/>
                    </a:cubicBezTo>
                    <a:cubicBezTo>
                      <a:pt x="2140" y="7404"/>
                      <a:pt x="2152" y="7398"/>
                      <a:pt x="2164" y="7394"/>
                    </a:cubicBezTo>
                    <a:cubicBezTo>
                      <a:pt x="2177" y="7389"/>
                      <a:pt x="2195" y="7387"/>
                      <a:pt x="2201" y="7372"/>
                    </a:cubicBezTo>
                    <a:cubicBezTo>
                      <a:pt x="2202" y="7371"/>
                      <a:pt x="2202" y="7370"/>
                      <a:pt x="2202" y="7369"/>
                    </a:cubicBezTo>
                    <a:cubicBezTo>
                      <a:pt x="2202" y="7367"/>
                      <a:pt x="2202" y="7366"/>
                      <a:pt x="2201" y="7365"/>
                    </a:cubicBezTo>
                    <a:cubicBezTo>
                      <a:pt x="2200" y="7364"/>
                      <a:pt x="2199" y="7363"/>
                      <a:pt x="2198" y="7362"/>
                    </a:cubicBezTo>
                    <a:cubicBezTo>
                      <a:pt x="2197" y="7361"/>
                      <a:pt x="2197" y="7361"/>
                      <a:pt x="2196" y="7361"/>
                    </a:cubicBezTo>
                    <a:cubicBezTo>
                      <a:pt x="2193" y="7361"/>
                      <a:pt x="2191" y="7361"/>
                      <a:pt x="2188" y="7361"/>
                    </a:cubicBezTo>
                    <a:cubicBezTo>
                      <a:pt x="2174" y="7361"/>
                      <a:pt x="2161" y="7364"/>
                      <a:pt x="2148" y="7371"/>
                    </a:cubicBezTo>
                    <a:cubicBezTo>
                      <a:pt x="2143" y="7373"/>
                      <a:pt x="2139" y="7375"/>
                      <a:pt x="2134" y="7378"/>
                    </a:cubicBezTo>
                    <a:cubicBezTo>
                      <a:pt x="2131" y="7379"/>
                      <a:pt x="2129" y="7381"/>
                      <a:pt x="2127" y="7383"/>
                    </a:cubicBezTo>
                    <a:cubicBezTo>
                      <a:pt x="2127" y="7376"/>
                      <a:pt x="2125" y="7368"/>
                      <a:pt x="2124" y="7361"/>
                    </a:cubicBezTo>
                    <a:cubicBezTo>
                      <a:pt x="2128" y="7359"/>
                      <a:pt x="2132" y="7358"/>
                      <a:pt x="2136" y="7357"/>
                    </a:cubicBezTo>
                    <a:cubicBezTo>
                      <a:pt x="2144" y="7354"/>
                      <a:pt x="2152" y="7350"/>
                      <a:pt x="2160" y="7348"/>
                    </a:cubicBezTo>
                    <a:cubicBezTo>
                      <a:pt x="2168" y="7346"/>
                      <a:pt x="2174" y="7343"/>
                      <a:pt x="2181" y="7340"/>
                    </a:cubicBezTo>
                    <a:cubicBezTo>
                      <a:pt x="2189" y="7335"/>
                      <a:pt x="2197" y="7328"/>
                      <a:pt x="2203" y="7321"/>
                    </a:cubicBezTo>
                    <a:cubicBezTo>
                      <a:pt x="2203" y="7320"/>
                      <a:pt x="2204" y="7319"/>
                      <a:pt x="2204" y="7318"/>
                    </a:cubicBezTo>
                    <a:cubicBezTo>
                      <a:pt x="2204" y="7317"/>
                      <a:pt x="2204" y="7316"/>
                      <a:pt x="2203" y="7315"/>
                    </a:cubicBezTo>
                    <a:cubicBezTo>
                      <a:pt x="2202" y="7314"/>
                      <a:pt x="2202" y="7313"/>
                      <a:pt x="2201" y="7313"/>
                    </a:cubicBezTo>
                    <a:cubicBezTo>
                      <a:pt x="2200" y="7312"/>
                      <a:pt x="2199" y="7312"/>
                      <a:pt x="2198" y="7312"/>
                    </a:cubicBezTo>
                    <a:cubicBezTo>
                      <a:pt x="2197" y="7312"/>
                      <a:pt x="2196" y="7312"/>
                      <a:pt x="2195" y="7312"/>
                    </a:cubicBezTo>
                    <a:cubicBezTo>
                      <a:pt x="2186" y="7316"/>
                      <a:pt x="2177" y="7316"/>
                      <a:pt x="2168" y="7320"/>
                    </a:cubicBezTo>
                    <a:cubicBezTo>
                      <a:pt x="2159" y="7323"/>
                      <a:pt x="2150" y="7326"/>
                      <a:pt x="2141" y="7330"/>
                    </a:cubicBezTo>
                    <a:cubicBezTo>
                      <a:pt x="2135" y="7332"/>
                      <a:pt x="2128" y="7334"/>
                      <a:pt x="2122" y="7337"/>
                    </a:cubicBezTo>
                    <a:cubicBezTo>
                      <a:pt x="2122" y="7333"/>
                      <a:pt x="2122" y="7328"/>
                      <a:pt x="2120" y="7323"/>
                    </a:cubicBezTo>
                    <a:cubicBezTo>
                      <a:pt x="2119" y="7318"/>
                      <a:pt x="2120" y="7318"/>
                      <a:pt x="2120" y="7316"/>
                    </a:cubicBezTo>
                    <a:cubicBezTo>
                      <a:pt x="2127" y="7314"/>
                      <a:pt x="2135" y="7312"/>
                      <a:pt x="2142" y="7311"/>
                    </a:cubicBezTo>
                    <a:cubicBezTo>
                      <a:pt x="2147" y="7310"/>
                      <a:pt x="2151" y="7308"/>
                      <a:pt x="2155" y="7306"/>
                    </a:cubicBezTo>
                    <a:cubicBezTo>
                      <a:pt x="2160" y="7303"/>
                      <a:pt x="2163" y="7300"/>
                      <a:pt x="2167" y="7296"/>
                    </a:cubicBezTo>
                    <a:cubicBezTo>
                      <a:pt x="2168" y="7295"/>
                      <a:pt x="2168" y="7292"/>
                      <a:pt x="2168" y="7290"/>
                    </a:cubicBezTo>
                    <a:cubicBezTo>
                      <a:pt x="2168" y="7288"/>
                      <a:pt x="2167" y="7286"/>
                      <a:pt x="2166" y="7284"/>
                    </a:cubicBezTo>
                    <a:cubicBezTo>
                      <a:pt x="2166" y="7283"/>
                      <a:pt x="2165" y="7283"/>
                      <a:pt x="2165" y="7282"/>
                    </a:cubicBezTo>
                    <a:cubicBezTo>
                      <a:pt x="2163" y="7281"/>
                      <a:pt x="2152" y="7276"/>
                      <a:pt x="2151" y="7280"/>
                    </a:cubicBezTo>
                    <a:cubicBezTo>
                      <a:pt x="2151" y="7275"/>
                      <a:pt x="2132" y="7282"/>
                      <a:pt x="2117" y="7287"/>
                    </a:cubicBezTo>
                    <a:cubicBezTo>
                      <a:pt x="2116" y="7279"/>
                      <a:pt x="2114" y="7272"/>
                      <a:pt x="2112" y="7264"/>
                    </a:cubicBezTo>
                    <a:cubicBezTo>
                      <a:pt x="2113" y="7264"/>
                      <a:pt x="2114" y="7264"/>
                      <a:pt x="2115" y="7264"/>
                    </a:cubicBezTo>
                    <a:cubicBezTo>
                      <a:pt x="2123" y="7264"/>
                      <a:pt x="2131" y="7262"/>
                      <a:pt x="2138" y="7258"/>
                    </a:cubicBezTo>
                    <a:cubicBezTo>
                      <a:pt x="2141" y="7256"/>
                      <a:pt x="2143" y="7254"/>
                      <a:pt x="2146" y="7252"/>
                    </a:cubicBezTo>
                    <a:lnTo>
                      <a:pt x="2147" y="7251"/>
                    </a:lnTo>
                    <a:cubicBezTo>
                      <a:pt x="2147" y="7250"/>
                      <a:pt x="2148" y="7249"/>
                      <a:pt x="2148" y="7248"/>
                    </a:cubicBezTo>
                    <a:cubicBezTo>
                      <a:pt x="2148" y="7247"/>
                      <a:pt x="2147" y="7245"/>
                      <a:pt x="2147" y="7245"/>
                    </a:cubicBezTo>
                    <a:cubicBezTo>
                      <a:pt x="2147" y="7244"/>
                      <a:pt x="2146" y="7244"/>
                      <a:pt x="2146" y="7243"/>
                    </a:cubicBezTo>
                    <a:cubicBezTo>
                      <a:pt x="2145" y="7242"/>
                      <a:pt x="2144" y="7242"/>
                      <a:pt x="2143" y="7241"/>
                    </a:cubicBezTo>
                    <a:cubicBezTo>
                      <a:pt x="2139" y="7239"/>
                      <a:pt x="2135" y="7238"/>
                      <a:pt x="2131" y="7238"/>
                    </a:cubicBezTo>
                    <a:cubicBezTo>
                      <a:pt x="2122" y="7238"/>
                      <a:pt x="2112" y="7238"/>
                      <a:pt x="2104" y="7238"/>
                    </a:cubicBezTo>
                    <a:cubicBezTo>
                      <a:pt x="2101" y="7232"/>
                      <a:pt x="2099" y="7226"/>
                      <a:pt x="2096" y="7220"/>
                    </a:cubicBezTo>
                    <a:cubicBezTo>
                      <a:pt x="2101" y="7218"/>
                      <a:pt x="2106" y="7217"/>
                      <a:pt x="2109" y="7216"/>
                    </a:cubicBezTo>
                    <a:cubicBezTo>
                      <a:pt x="2122" y="7211"/>
                      <a:pt x="2141" y="7216"/>
                      <a:pt x="2150" y="7204"/>
                    </a:cubicBezTo>
                    <a:lnTo>
                      <a:pt x="2150" y="7203"/>
                    </a:lnTo>
                    <a:cubicBezTo>
                      <a:pt x="2151" y="7202"/>
                      <a:pt x="2151" y="7201"/>
                      <a:pt x="2151" y="7200"/>
                    </a:cubicBezTo>
                    <a:cubicBezTo>
                      <a:pt x="2151" y="7199"/>
                      <a:pt x="2151" y="7198"/>
                      <a:pt x="2150" y="7197"/>
                    </a:cubicBezTo>
                    <a:lnTo>
                      <a:pt x="2150" y="7196"/>
                    </a:lnTo>
                    <a:cubicBezTo>
                      <a:pt x="2138" y="7180"/>
                      <a:pt x="2105" y="7184"/>
                      <a:pt x="2083" y="7198"/>
                    </a:cubicBezTo>
                    <a:lnTo>
                      <a:pt x="2077" y="7188"/>
                    </a:lnTo>
                    <a:cubicBezTo>
                      <a:pt x="2082" y="7186"/>
                      <a:pt x="2088" y="7185"/>
                      <a:pt x="2093" y="7184"/>
                    </a:cubicBezTo>
                    <a:cubicBezTo>
                      <a:pt x="2108" y="7182"/>
                      <a:pt x="2122" y="7184"/>
                      <a:pt x="2135" y="7174"/>
                    </a:cubicBezTo>
                    <a:lnTo>
                      <a:pt x="2136" y="7173"/>
                    </a:lnTo>
                    <a:cubicBezTo>
                      <a:pt x="2137" y="7172"/>
                      <a:pt x="2137" y="7170"/>
                      <a:pt x="2137" y="7169"/>
                    </a:cubicBezTo>
                    <a:cubicBezTo>
                      <a:pt x="2137" y="7168"/>
                      <a:pt x="2137" y="7167"/>
                      <a:pt x="2136" y="7166"/>
                    </a:cubicBezTo>
                    <a:cubicBezTo>
                      <a:pt x="2136" y="7165"/>
                      <a:pt x="2135" y="7165"/>
                      <a:pt x="2135" y="7164"/>
                    </a:cubicBezTo>
                    <a:cubicBezTo>
                      <a:pt x="2116" y="7149"/>
                      <a:pt x="2085" y="7154"/>
                      <a:pt x="2062" y="7168"/>
                    </a:cubicBezTo>
                    <a:cubicBezTo>
                      <a:pt x="2059" y="7163"/>
                      <a:pt x="2055" y="7158"/>
                      <a:pt x="2050" y="7153"/>
                    </a:cubicBezTo>
                    <a:cubicBezTo>
                      <a:pt x="2056" y="7150"/>
                      <a:pt x="2062" y="7148"/>
                      <a:pt x="2069" y="7147"/>
                    </a:cubicBezTo>
                    <a:cubicBezTo>
                      <a:pt x="2081" y="7145"/>
                      <a:pt x="2095" y="7147"/>
                      <a:pt x="2105" y="7137"/>
                    </a:cubicBezTo>
                    <a:cubicBezTo>
                      <a:pt x="2105" y="7136"/>
                      <a:pt x="2106" y="7136"/>
                      <a:pt x="2106" y="7135"/>
                    </a:cubicBezTo>
                    <a:cubicBezTo>
                      <a:pt x="2107" y="7134"/>
                      <a:pt x="2107" y="7133"/>
                      <a:pt x="2107" y="7132"/>
                    </a:cubicBezTo>
                    <a:cubicBezTo>
                      <a:pt x="2107" y="7130"/>
                      <a:pt x="2107" y="7129"/>
                      <a:pt x="2106" y="7128"/>
                    </a:cubicBezTo>
                    <a:cubicBezTo>
                      <a:pt x="2106" y="7127"/>
                      <a:pt x="2105" y="7127"/>
                      <a:pt x="2105" y="7126"/>
                    </a:cubicBezTo>
                    <a:cubicBezTo>
                      <a:pt x="2104" y="7125"/>
                      <a:pt x="2102" y="7124"/>
                      <a:pt x="2100" y="7123"/>
                    </a:cubicBezTo>
                    <a:cubicBezTo>
                      <a:pt x="2097" y="7121"/>
                      <a:pt x="2093" y="7120"/>
                      <a:pt x="2089" y="7120"/>
                    </a:cubicBezTo>
                    <a:cubicBezTo>
                      <a:pt x="2089" y="7119"/>
                      <a:pt x="2089" y="7119"/>
                      <a:pt x="2089" y="7118"/>
                    </a:cubicBezTo>
                    <a:lnTo>
                      <a:pt x="2089" y="7117"/>
                    </a:lnTo>
                    <a:cubicBezTo>
                      <a:pt x="2079" y="7104"/>
                      <a:pt x="2054" y="7108"/>
                      <a:pt x="2039" y="7110"/>
                    </a:cubicBezTo>
                    <a:cubicBezTo>
                      <a:pt x="2032" y="7112"/>
                      <a:pt x="2024" y="7115"/>
                      <a:pt x="2018" y="7119"/>
                    </a:cubicBezTo>
                    <a:lnTo>
                      <a:pt x="2015" y="7117"/>
                    </a:lnTo>
                    <a:cubicBezTo>
                      <a:pt x="2015" y="7117"/>
                      <a:pt x="2015" y="7116"/>
                      <a:pt x="2015" y="7115"/>
                    </a:cubicBezTo>
                    <a:cubicBezTo>
                      <a:pt x="2014" y="7113"/>
                      <a:pt x="2012" y="7111"/>
                      <a:pt x="2010" y="7110"/>
                    </a:cubicBezTo>
                    <a:cubicBezTo>
                      <a:pt x="2008" y="7108"/>
                      <a:pt x="2006" y="7108"/>
                      <a:pt x="2003" y="7108"/>
                    </a:cubicBezTo>
                    <a:cubicBezTo>
                      <a:pt x="2003" y="7108"/>
                      <a:pt x="2002" y="7108"/>
                      <a:pt x="2001" y="7108"/>
                    </a:cubicBezTo>
                    <a:cubicBezTo>
                      <a:pt x="1997" y="7106"/>
                      <a:pt x="1992" y="7104"/>
                      <a:pt x="1987" y="7104"/>
                    </a:cubicBezTo>
                    <a:cubicBezTo>
                      <a:pt x="1983" y="7104"/>
                      <a:pt x="1979" y="7105"/>
                      <a:pt x="1975" y="7107"/>
                    </a:cubicBezTo>
                    <a:cubicBezTo>
                      <a:pt x="1924" y="7135"/>
                      <a:pt x="1948" y="7184"/>
                      <a:pt x="1938" y="7233"/>
                    </a:cubicBezTo>
                    <a:cubicBezTo>
                      <a:pt x="1931" y="7263"/>
                      <a:pt x="1938" y="7293"/>
                      <a:pt x="1933" y="7323"/>
                    </a:cubicBezTo>
                    <a:cubicBezTo>
                      <a:pt x="1926" y="7362"/>
                      <a:pt x="1927" y="7402"/>
                      <a:pt x="1919" y="7441"/>
                    </a:cubicBezTo>
                    <a:cubicBezTo>
                      <a:pt x="1905" y="7509"/>
                      <a:pt x="1863" y="7573"/>
                      <a:pt x="1831" y="7634"/>
                    </a:cubicBezTo>
                    <a:cubicBezTo>
                      <a:pt x="1814" y="7666"/>
                      <a:pt x="1799" y="7699"/>
                      <a:pt x="1781" y="7732"/>
                    </a:cubicBezTo>
                    <a:cubicBezTo>
                      <a:pt x="1761" y="7768"/>
                      <a:pt x="1734" y="7799"/>
                      <a:pt x="1713" y="7835"/>
                    </a:cubicBezTo>
                    <a:cubicBezTo>
                      <a:pt x="1638" y="7969"/>
                      <a:pt x="1556" y="8110"/>
                      <a:pt x="1442" y="8216"/>
                    </a:cubicBezTo>
                    <a:cubicBezTo>
                      <a:pt x="1397" y="8260"/>
                      <a:pt x="1350" y="8301"/>
                      <a:pt x="1300" y="8339"/>
                    </a:cubicBezTo>
                    <a:cubicBezTo>
                      <a:pt x="1245" y="8376"/>
                      <a:pt x="1308" y="8319"/>
                      <a:pt x="1320" y="8308"/>
                    </a:cubicBezTo>
                    <a:cubicBezTo>
                      <a:pt x="1321" y="8307"/>
                      <a:pt x="1322" y="8306"/>
                      <a:pt x="1323" y="8304"/>
                    </a:cubicBezTo>
                    <a:lnTo>
                      <a:pt x="1342" y="8299"/>
                    </a:lnTo>
                    <a:cubicBezTo>
                      <a:pt x="1348" y="8298"/>
                      <a:pt x="1357" y="8294"/>
                      <a:pt x="1358" y="8287"/>
                    </a:cubicBezTo>
                    <a:cubicBezTo>
                      <a:pt x="1358" y="8286"/>
                      <a:pt x="1358" y="8286"/>
                      <a:pt x="1358" y="8285"/>
                    </a:cubicBezTo>
                    <a:cubicBezTo>
                      <a:pt x="1358" y="8284"/>
                      <a:pt x="1358" y="8283"/>
                      <a:pt x="1357" y="8282"/>
                    </a:cubicBezTo>
                    <a:cubicBezTo>
                      <a:pt x="1357" y="8281"/>
                      <a:pt x="1356" y="8280"/>
                      <a:pt x="1355" y="8280"/>
                    </a:cubicBezTo>
                    <a:cubicBezTo>
                      <a:pt x="1352" y="8278"/>
                      <a:pt x="1349" y="8278"/>
                      <a:pt x="1346" y="8278"/>
                    </a:cubicBezTo>
                    <a:lnTo>
                      <a:pt x="1345" y="8278"/>
                    </a:lnTo>
                    <a:lnTo>
                      <a:pt x="1351" y="8268"/>
                    </a:lnTo>
                    <a:lnTo>
                      <a:pt x="1358" y="8268"/>
                    </a:lnTo>
                    <a:cubicBezTo>
                      <a:pt x="1360" y="8268"/>
                      <a:pt x="1362" y="8268"/>
                      <a:pt x="1364" y="8268"/>
                    </a:cubicBezTo>
                    <a:cubicBezTo>
                      <a:pt x="1369" y="8268"/>
                      <a:pt x="1375" y="8267"/>
                      <a:pt x="1380" y="8264"/>
                    </a:cubicBezTo>
                    <a:cubicBezTo>
                      <a:pt x="1381" y="8263"/>
                      <a:pt x="1382" y="8263"/>
                      <a:pt x="1383" y="8262"/>
                    </a:cubicBezTo>
                    <a:lnTo>
                      <a:pt x="1384" y="8261"/>
                    </a:lnTo>
                    <a:cubicBezTo>
                      <a:pt x="1384" y="8260"/>
                      <a:pt x="1385" y="8259"/>
                      <a:pt x="1385" y="8258"/>
                    </a:cubicBezTo>
                    <a:cubicBezTo>
                      <a:pt x="1385" y="8257"/>
                      <a:pt x="1384" y="8256"/>
                      <a:pt x="1384" y="8255"/>
                    </a:cubicBezTo>
                    <a:cubicBezTo>
                      <a:pt x="1384" y="8254"/>
                      <a:pt x="1383" y="8254"/>
                      <a:pt x="1383" y="8254"/>
                    </a:cubicBezTo>
                    <a:cubicBezTo>
                      <a:pt x="1382" y="8253"/>
                      <a:pt x="1380" y="8252"/>
                      <a:pt x="1379" y="8251"/>
                    </a:cubicBezTo>
                    <a:cubicBezTo>
                      <a:pt x="1375" y="8248"/>
                      <a:pt x="1371" y="8247"/>
                      <a:pt x="1366" y="8247"/>
                    </a:cubicBezTo>
                    <a:cubicBezTo>
                      <a:pt x="1365" y="8247"/>
                      <a:pt x="1365" y="8247"/>
                      <a:pt x="1365" y="8247"/>
                    </a:cubicBezTo>
                    <a:cubicBezTo>
                      <a:pt x="1366" y="8245"/>
                      <a:pt x="1368" y="8243"/>
                      <a:pt x="1369" y="8240"/>
                    </a:cubicBezTo>
                    <a:cubicBezTo>
                      <a:pt x="1376" y="8232"/>
                      <a:pt x="1382" y="8224"/>
                      <a:pt x="1388" y="8215"/>
                    </a:cubicBezTo>
                    <a:lnTo>
                      <a:pt x="1390" y="8215"/>
                    </a:lnTo>
                    <a:cubicBezTo>
                      <a:pt x="1395" y="8215"/>
                      <a:pt x="1400" y="8214"/>
                      <a:pt x="1405" y="8211"/>
                    </a:cubicBezTo>
                    <a:cubicBezTo>
                      <a:pt x="1406" y="8210"/>
                      <a:pt x="1408" y="8209"/>
                      <a:pt x="1410" y="8207"/>
                    </a:cubicBezTo>
                    <a:lnTo>
                      <a:pt x="1411" y="8206"/>
                    </a:lnTo>
                    <a:cubicBezTo>
                      <a:pt x="1412" y="8205"/>
                      <a:pt x="1411" y="8205"/>
                      <a:pt x="1411" y="8204"/>
                    </a:cubicBezTo>
                    <a:cubicBezTo>
                      <a:pt x="1411" y="8203"/>
                      <a:pt x="1412" y="8201"/>
                      <a:pt x="1411" y="8201"/>
                    </a:cubicBezTo>
                    <a:cubicBezTo>
                      <a:pt x="1410" y="8200"/>
                      <a:pt x="1410" y="8200"/>
                      <a:pt x="1410" y="8200"/>
                    </a:cubicBezTo>
                    <a:cubicBezTo>
                      <a:pt x="1409" y="8199"/>
                      <a:pt x="1407" y="8198"/>
                      <a:pt x="1406" y="8197"/>
                    </a:cubicBezTo>
                    <a:cubicBezTo>
                      <a:pt x="1404" y="8196"/>
                      <a:pt x="1403" y="8196"/>
                      <a:pt x="1401" y="8195"/>
                    </a:cubicBezTo>
                    <a:cubicBezTo>
                      <a:pt x="1407" y="8186"/>
                      <a:pt x="1412" y="8177"/>
                      <a:pt x="1418" y="8167"/>
                    </a:cubicBezTo>
                    <a:cubicBezTo>
                      <a:pt x="1432" y="8166"/>
                      <a:pt x="1445" y="8162"/>
                      <a:pt x="1457" y="8156"/>
                    </a:cubicBezTo>
                    <a:cubicBezTo>
                      <a:pt x="1460" y="8154"/>
                      <a:pt x="1459" y="8150"/>
                      <a:pt x="1456" y="8149"/>
                    </a:cubicBezTo>
                    <a:cubicBezTo>
                      <a:pt x="1451" y="8147"/>
                      <a:pt x="1445" y="8145"/>
                      <a:pt x="1440" y="8145"/>
                    </a:cubicBezTo>
                    <a:cubicBezTo>
                      <a:pt x="1436" y="8145"/>
                      <a:pt x="1433" y="8146"/>
                      <a:pt x="1430" y="8147"/>
                    </a:cubicBezTo>
                    <a:lnTo>
                      <a:pt x="1443" y="8123"/>
                    </a:lnTo>
                    <a:lnTo>
                      <a:pt x="1470" y="8118"/>
                    </a:lnTo>
                    <a:cubicBezTo>
                      <a:pt x="1477" y="8117"/>
                      <a:pt x="1484" y="8115"/>
                      <a:pt x="1491" y="8112"/>
                    </a:cubicBezTo>
                    <a:cubicBezTo>
                      <a:pt x="1495" y="8109"/>
                      <a:pt x="1499" y="8106"/>
                      <a:pt x="1502" y="8102"/>
                    </a:cubicBezTo>
                    <a:cubicBezTo>
                      <a:pt x="1504" y="8100"/>
                      <a:pt x="1504" y="8096"/>
                      <a:pt x="1501" y="8095"/>
                    </a:cubicBezTo>
                    <a:cubicBezTo>
                      <a:pt x="1497" y="8094"/>
                      <a:pt x="1493" y="8093"/>
                      <a:pt x="1489" y="8093"/>
                    </a:cubicBezTo>
                    <a:cubicBezTo>
                      <a:pt x="1483" y="8093"/>
                      <a:pt x="1477" y="8094"/>
                      <a:pt x="1472" y="8096"/>
                    </a:cubicBezTo>
                    <a:cubicBezTo>
                      <a:pt x="1466" y="8096"/>
                      <a:pt x="1461" y="8098"/>
                      <a:pt x="1456" y="8100"/>
                    </a:cubicBezTo>
                    <a:lnTo>
                      <a:pt x="1466" y="8083"/>
                    </a:lnTo>
                    <a:lnTo>
                      <a:pt x="1467" y="8081"/>
                    </a:lnTo>
                    <a:cubicBezTo>
                      <a:pt x="1468" y="8081"/>
                      <a:pt x="1467" y="8080"/>
                      <a:pt x="1468" y="8080"/>
                    </a:cubicBezTo>
                    <a:cubicBezTo>
                      <a:pt x="1469" y="8079"/>
                      <a:pt x="1470" y="8079"/>
                      <a:pt x="1471" y="8078"/>
                    </a:cubicBezTo>
                    <a:cubicBezTo>
                      <a:pt x="1475" y="8069"/>
                      <a:pt x="1497" y="8075"/>
                      <a:pt x="1506" y="8076"/>
                    </a:cubicBezTo>
                    <a:cubicBezTo>
                      <a:pt x="1519" y="8077"/>
                      <a:pt x="1531" y="8080"/>
                      <a:pt x="1539" y="8069"/>
                    </a:cubicBezTo>
                    <a:cubicBezTo>
                      <a:pt x="1540" y="8068"/>
                      <a:pt x="1540" y="8066"/>
                      <a:pt x="1540" y="8065"/>
                    </a:cubicBezTo>
                    <a:cubicBezTo>
                      <a:pt x="1540" y="8063"/>
                      <a:pt x="1540" y="8063"/>
                      <a:pt x="1539" y="8062"/>
                    </a:cubicBezTo>
                    <a:cubicBezTo>
                      <a:pt x="1532" y="8052"/>
                      <a:pt x="1506" y="8047"/>
                      <a:pt x="1485" y="8049"/>
                    </a:cubicBezTo>
                    <a:cubicBezTo>
                      <a:pt x="1492" y="8037"/>
                      <a:pt x="1499" y="8025"/>
                      <a:pt x="1507" y="8013"/>
                    </a:cubicBezTo>
                    <a:cubicBezTo>
                      <a:pt x="1511" y="8013"/>
                      <a:pt x="1515" y="8013"/>
                      <a:pt x="1519" y="8013"/>
                    </a:cubicBezTo>
                    <a:cubicBezTo>
                      <a:pt x="1523" y="8013"/>
                      <a:pt x="1528" y="8013"/>
                      <a:pt x="1532" y="8013"/>
                    </a:cubicBezTo>
                    <a:cubicBezTo>
                      <a:pt x="1545" y="8013"/>
                      <a:pt x="1561" y="8017"/>
                      <a:pt x="1571" y="8006"/>
                    </a:cubicBezTo>
                    <a:lnTo>
                      <a:pt x="1572" y="8005"/>
                    </a:lnTo>
                    <a:cubicBezTo>
                      <a:pt x="1573" y="8004"/>
                      <a:pt x="1573" y="8003"/>
                      <a:pt x="1573" y="8002"/>
                    </a:cubicBezTo>
                    <a:cubicBezTo>
                      <a:pt x="1573" y="8000"/>
                      <a:pt x="1573" y="7999"/>
                      <a:pt x="1572" y="7998"/>
                    </a:cubicBezTo>
                    <a:cubicBezTo>
                      <a:pt x="1571" y="7997"/>
                      <a:pt x="1571" y="7997"/>
                      <a:pt x="1571" y="7997"/>
                    </a:cubicBezTo>
                    <a:cubicBezTo>
                      <a:pt x="1570" y="7996"/>
                      <a:pt x="1569" y="7996"/>
                      <a:pt x="1568" y="7995"/>
                    </a:cubicBezTo>
                    <a:cubicBezTo>
                      <a:pt x="1558" y="7989"/>
                      <a:pt x="1545" y="7986"/>
                      <a:pt x="1533" y="7986"/>
                    </a:cubicBezTo>
                    <a:cubicBezTo>
                      <a:pt x="1530" y="7986"/>
                      <a:pt x="1526" y="7986"/>
                      <a:pt x="1523" y="7986"/>
                    </a:cubicBezTo>
                    <a:lnTo>
                      <a:pt x="1527" y="7980"/>
                    </a:lnTo>
                    <a:cubicBezTo>
                      <a:pt x="1533" y="7972"/>
                      <a:pt x="1539" y="7964"/>
                      <a:pt x="1544" y="7956"/>
                    </a:cubicBezTo>
                    <a:lnTo>
                      <a:pt x="1549" y="7954"/>
                    </a:lnTo>
                    <a:cubicBezTo>
                      <a:pt x="1556" y="7954"/>
                      <a:pt x="1562" y="7953"/>
                      <a:pt x="1568" y="7953"/>
                    </a:cubicBezTo>
                    <a:cubicBezTo>
                      <a:pt x="1575" y="7953"/>
                      <a:pt x="1581" y="7954"/>
                      <a:pt x="1587" y="7954"/>
                    </a:cubicBezTo>
                    <a:cubicBezTo>
                      <a:pt x="1588" y="7954"/>
                      <a:pt x="1589" y="7954"/>
                      <a:pt x="1590" y="7954"/>
                    </a:cubicBezTo>
                    <a:cubicBezTo>
                      <a:pt x="1591" y="7953"/>
                      <a:pt x="1592" y="7952"/>
                      <a:pt x="1592" y="7951"/>
                    </a:cubicBezTo>
                    <a:cubicBezTo>
                      <a:pt x="1593" y="7950"/>
                      <a:pt x="1593" y="7949"/>
                      <a:pt x="1593" y="7947"/>
                    </a:cubicBezTo>
                    <a:lnTo>
                      <a:pt x="1593" y="7946"/>
                    </a:lnTo>
                    <a:cubicBezTo>
                      <a:pt x="1591" y="7932"/>
                      <a:pt x="1579" y="7926"/>
                      <a:pt x="1564" y="7926"/>
                    </a:cubicBezTo>
                    <a:cubicBezTo>
                      <a:pt x="1566" y="7923"/>
                      <a:pt x="1568" y="7919"/>
                      <a:pt x="1570" y="7915"/>
                    </a:cubicBezTo>
                    <a:lnTo>
                      <a:pt x="1575" y="7907"/>
                    </a:lnTo>
                    <a:cubicBezTo>
                      <a:pt x="1579" y="7905"/>
                      <a:pt x="1583" y="7904"/>
                      <a:pt x="1587" y="7904"/>
                    </a:cubicBezTo>
                    <a:lnTo>
                      <a:pt x="1588" y="7904"/>
                    </a:lnTo>
                    <a:lnTo>
                      <a:pt x="1614" y="7905"/>
                    </a:lnTo>
                    <a:cubicBezTo>
                      <a:pt x="1625" y="7905"/>
                      <a:pt x="1634" y="7914"/>
                      <a:pt x="1646" y="7910"/>
                    </a:cubicBezTo>
                    <a:cubicBezTo>
                      <a:pt x="1646" y="7910"/>
                      <a:pt x="1646" y="7909"/>
                      <a:pt x="1647" y="7909"/>
                    </a:cubicBezTo>
                    <a:cubicBezTo>
                      <a:pt x="1648" y="7909"/>
                      <a:pt x="1649" y="7908"/>
                      <a:pt x="1649" y="7907"/>
                    </a:cubicBezTo>
                    <a:cubicBezTo>
                      <a:pt x="1650" y="7906"/>
                      <a:pt x="1650" y="7905"/>
                      <a:pt x="1650" y="7904"/>
                    </a:cubicBezTo>
                    <a:cubicBezTo>
                      <a:pt x="1650" y="7903"/>
                      <a:pt x="1650" y="7902"/>
                      <a:pt x="1649" y="7901"/>
                    </a:cubicBezTo>
                    <a:cubicBezTo>
                      <a:pt x="1649" y="7900"/>
                      <a:pt x="1648" y="7900"/>
                      <a:pt x="1648" y="7899"/>
                    </a:cubicBezTo>
                    <a:cubicBezTo>
                      <a:pt x="1642" y="7894"/>
                      <a:pt x="1637" y="7885"/>
                      <a:pt x="1628" y="7883"/>
                    </a:cubicBezTo>
                    <a:cubicBezTo>
                      <a:pt x="1624" y="7882"/>
                      <a:pt x="1620" y="7882"/>
                      <a:pt x="1616" y="7882"/>
                    </a:cubicBezTo>
                    <a:cubicBezTo>
                      <a:pt x="1612" y="7882"/>
                      <a:pt x="1608" y="7882"/>
                      <a:pt x="1604" y="7883"/>
                    </a:cubicBezTo>
                    <a:cubicBezTo>
                      <a:pt x="1597" y="7883"/>
                      <a:pt x="1592" y="7883"/>
                      <a:pt x="1587" y="7884"/>
                    </a:cubicBezTo>
                    <a:lnTo>
                      <a:pt x="1597" y="7865"/>
                    </a:lnTo>
                    <a:lnTo>
                      <a:pt x="1604" y="7863"/>
                    </a:lnTo>
                    <a:cubicBezTo>
                      <a:pt x="1607" y="7863"/>
                      <a:pt x="1611" y="7862"/>
                      <a:pt x="1614" y="7862"/>
                    </a:cubicBezTo>
                    <a:cubicBezTo>
                      <a:pt x="1617" y="7862"/>
                      <a:pt x="1620" y="7863"/>
                      <a:pt x="1624" y="7863"/>
                    </a:cubicBezTo>
                    <a:cubicBezTo>
                      <a:pt x="1627" y="7864"/>
                      <a:pt x="1630" y="7864"/>
                      <a:pt x="1634" y="7864"/>
                    </a:cubicBezTo>
                    <a:cubicBezTo>
                      <a:pt x="1643" y="7864"/>
                      <a:pt x="1653" y="7861"/>
                      <a:pt x="1661" y="7857"/>
                    </a:cubicBezTo>
                    <a:cubicBezTo>
                      <a:pt x="1662" y="7856"/>
                      <a:pt x="1662" y="7856"/>
                      <a:pt x="1663" y="7855"/>
                    </a:cubicBezTo>
                    <a:lnTo>
                      <a:pt x="1664" y="7854"/>
                    </a:lnTo>
                    <a:cubicBezTo>
                      <a:pt x="1665" y="7853"/>
                      <a:pt x="1665" y="7851"/>
                      <a:pt x="1665" y="7850"/>
                    </a:cubicBezTo>
                    <a:cubicBezTo>
                      <a:pt x="1665" y="7848"/>
                      <a:pt x="1665" y="7848"/>
                      <a:pt x="1664" y="7847"/>
                    </a:cubicBezTo>
                    <a:cubicBezTo>
                      <a:pt x="1664" y="7846"/>
                      <a:pt x="1663" y="7846"/>
                      <a:pt x="1663" y="7845"/>
                    </a:cubicBezTo>
                    <a:cubicBezTo>
                      <a:pt x="1663" y="7845"/>
                      <a:pt x="1662" y="7845"/>
                      <a:pt x="1662" y="7844"/>
                    </a:cubicBezTo>
                    <a:cubicBezTo>
                      <a:pt x="1652" y="7839"/>
                      <a:pt x="1642" y="7836"/>
                      <a:pt x="1632" y="7836"/>
                    </a:cubicBezTo>
                    <a:cubicBezTo>
                      <a:pt x="1628" y="7836"/>
                      <a:pt x="1625" y="7837"/>
                      <a:pt x="1621" y="7837"/>
                    </a:cubicBezTo>
                    <a:lnTo>
                      <a:pt x="1611" y="7837"/>
                    </a:lnTo>
                    <a:lnTo>
                      <a:pt x="1628" y="7807"/>
                    </a:lnTo>
                    <a:cubicBezTo>
                      <a:pt x="1644" y="7803"/>
                      <a:pt x="1659" y="7801"/>
                      <a:pt x="1675" y="7799"/>
                    </a:cubicBezTo>
                    <a:cubicBezTo>
                      <a:pt x="1688" y="7799"/>
                      <a:pt x="1709" y="7799"/>
                      <a:pt x="1708" y="7782"/>
                    </a:cubicBezTo>
                    <a:cubicBezTo>
                      <a:pt x="1708" y="7780"/>
                      <a:pt x="1708" y="7779"/>
                      <a:pt x="1707" y="7778"/>
                    </a:cubicBezTo>
                    <a:cubicBezTo>
                      <a:pt x="1706" y="7777"/>
                      <a:pt x="1705" y="7775"/>
                      <a:pt x="1704" y="7775"/>
                    </a:cubicBezTo>
                    <a:cubicBezTo>
                      <a:pt x="1703" y="7774"/>
                      <a:pt x="1702" y="7775"/>
                      <a:pt x="1702" y="7775"/>
                    </a:cubicBezTo>
                    <a:cubicBezTo>
                      <a:pt x="1695" y="7773"/>
                      <a:pt x="1687" y="7773"/>
                      <a:pt x="1680" y="7773"/>
                    </a:cubicBezTo>
                    <a:cubicBezTo>
                      <a:pt x="1668" y="7773"/>
                      <a:pt x="1656" y="7774"/>
                      <a:pt x="1645" y="7778"/>
                    </a:cubicBezTo>
                    <a:cubicBezTo>
                      <a:pt x="1649" y="7770"/>
                      <a:pt x="1654" y="7762"/>
                      <a:pt x="1658" y="7754"/>
                    </a:cubicBezTo>
                    <a:cubicBezTo>
                      <a:pt x="1659" y="7752"/>
                      <a:pt x="1660" y="7749"/>
                      <a:pt x="1661" y="7747"/>
                    </a:cubicBezTo>
                    <a:cubicBezTo>
                      <a:pt x="1666" y="7747"/>
                      <a:pt x="1671" y="7746"/>
                      <a:pt x="1676" y="7746"/>
                    </a:cubicBezTo>
                    <a:cubicBezTo>
                      <a:pt x="1681" y="7746"/>
                      <a:pt x="1686" y="7747"/>
                      <a:pt x="1691" y="7747"/>
                    </a:cubicBezTo>
                    <a:cubicBezTo>
                      <a:pt x="1702" y="7747"/>
                      <a:pt x="1718" y="7750"/>
                      <a:pt x="1726" y="7740"/>
                    </a:cubicBezTo>
                    <a:lnTo>
                      <a:pt x="1726" y="7739"/>
                    </a:lnTo>
                    <a:cubicBezTo>
                      <a:pt x="1727" y="7738"/>
                      <a:pt x="1727" y="7736"/>
                      <a:pt x="1727" y="7735"/>
                    </a:cubicBezTo>
                    <a:cubicBezTo>
                      <a:pt x="1727" y="7733"/>
                      <a:pt x="1727" y="7733"/>
                      <a:pt x="1726" y="7731"/>
                    </a:cubicBezTo>
                    <a:cubicBezTo>
                      <a:pt x="1725" y="7731"/>
                      <a:pt x="1721" y="7726"/>
                      <a:pt x="1720" y="7726"/>
                    </a:cubicBezTo>
                    <a:cubicBezTo>
                      <a:pt x="1714" y="7722"/>
                      <a:pt x="1708" y="7721"/>
                      <a:pt x="1701" y="7721"/>
                    </a:cubicBezTo>
                    <a:cubicBezTo>
                      <a:pt x="1700" y="7721"/>
                      <a:pt x="1699" y="7721"/>
                      <a:pt x="1699" y="7721"/>
                    </a:cubicBezTo>
                    <a:cubicBezTo>
                      <a:pt x="1694" y="7720"/>
                      <a:pt x="1690" y="7720"/>
                      <a:pt x="1686" y="7720"/>
                    </a:cubicBezTo>
                    <a:cubicBezTo>
                      <a:pt x="1682" y="7720"/>
                      <a:pt x="1677" y="7720"/>
                      <a:pt x="1673" y="7721"/>
                    </a:cubicBezTo>
                    <a:cubicBezTo>
                      <a:pt x="1677" y="7713"/>
                      <a:pt x="1680" y="7705"/>
                      <a:pt x="1683" y="7696"/>
                    </a:cubicBezTo>
                    <a:cubicBezTo>
                      <a:pt x="1695" y="7692"/>
                      <a:pt x="1707" y="7689"/>
                      <a:pt x="1720" y="7687"/>
                    </a:cubicBezTo>
                    <a:cubicBezTo>
                      <a:pt x="1731" y="7684"/>
                      <a:pt x="1742" y="7687"/>
                      <a:pt x="1752" y="7679"/>
                    </a:cubicBezTo>
                    <a:cubicBezTo>
                      <a:pt x="1752" y="7678"/>
                      <a:pt x="1753" y="7677"/>
                      <a:pt x="1753" y="7677"/>
                    </a:cubicBezTo>
                    <a:cubicBezTo>
                      <a:pt x="1754" y="7676"/>
                      <a:pt x="1754" y="7674"/>
                      <a:pt x="1754" y="7673"/>
                    </a:cubicBezTo>
                    <a:cubicBezTo>
                      <a:pt x="1754" y="7672"/>
                      <a:pt x="1754" y="7671"/>
                      <a:pt x="1753" y="7670"/>
                    </a:cubicBezTo>
                    <a:cubicBezTo>
                      <a:pt x="1753" y="7669"/>
                      <a:pt x="1752" y="7668"/>
                      <a:pt x="1752" y="7668"/>
                    </a:cubicBezTo>
                    <a:cubicBezTo>
                      <a:pt x="1740" y="7658"/>
                      <a:pt x="1722" y="7664"/>
                      <a:pt x="1710" y="7668"/>
                    </a:cubicBezTo>
                    <a:cubicBezTo>
                      <a:pt x="1704" y="7669"/>
                      <a:pt x="1699" y="7671"/>
                      <a:pt x="1693" y="7673"/>
                    </a:cubicBezTo>
                    <a:cubicBezTo>
                      <a:pt x="1697" y="7663"/>
                      <a:pt x="1700" y="7654"/>
                      <a:pt x="1704" y="7644"/>
                    </a:cubicBezTo>
                    <a:cubicBezTo>
                      <a:pt x="1722" y="7629"/>
                      <a:pt x="1751" y="7638"/>
                      <a:pt x="1771" y="7630"/>
                    </a:cubicBezTo>
                    <a:cubicBezTo>
                      <a:pt x="1779" y="7627"/>
                      <a:pt x="1784" y="7614"/>
                      <a:pt x="1774" y="7609"/>
                    </a:cubicBezTo>
                    <a:cubicBezTo>
                      <a:pt x="1771" y="7608"/>
                      <a:pt x="1769" y="7607"/>
                      <a:pt x="1767" y="7606"/>
                    </a:cubicBezTo>
                    <a:cubicBezTo>
                      <a:pt x="1763" y="7606"/>
                      <a:pt x="1759" y="7605"/>
                      <a:pt x="1755" y="7605"/>
                    </a:cubicBezTo>
                    <a:cubicBezTo>
                      <a:pt x="1748" y="7605"/>
                      <a:pt x="1742" y="7606"/>
                      <a:pt x="1736" y="7608"/>
                    </a:cubicBezTo>
                    <a:cubicBezTo>
                      <a:pt x="1728" y="7610"/>
                      <a:pt x="1721" y="7612"/>
                      <a:pt x="1713" y="7615"/>
                    </a:cubicBezTo>
                    <a:lnTo>
                      <a:pt x="1723" y="7587"/>
                    </a:lnTo>
                    <a:cubicBezTo>
                      <a:pt x="1729" y="7587"/>
                      <a:pt x="1738" y="7585"/>
                      <a:pt x="1743" y="7585"/>
                    </a:cubicBezTo>
                    <a:cubicBezTo>
                      <a:pt x="1758" y="7584"/>
                      <a:pt x="1774" y="7578"/>
                      <a:pt x="1787" y="7571"/>
                    </a:cubicBezTo>
                    <a:cubicBezTo>
                      <a:pt x="1790" y="7569"/>
                      <a:pt x="1792" y="7568"/>
                      <a:pt x="1795" y="7566"/>
                    </a:cubicBezTo>
                    <a:cubicBezTo>
                      <a:pt x="1796" y="7566"/>
                      <a:pt x="1796" y="7565"/>
                      <a:pt x="1797" y="7564"/>
                    </a:cubicBezTo>
                    <a:cubicBezTo>
                      <a:pt x="1798" y="7563"/>
                      <a:pt x="1797" y="7562"/>
                      <a:pt x="1797" y="7561"/>
                    </a:cubicBezTo>
                    <a:cubicBezTo>
                      <a:pt x="1797" y="7560"/>
                      <a:pt x="1798" y="7559"/>
                      <a:pt x="1797" y="7558"/>
                    </a:cubicBezTo>
                    <a:cubicBezTo>
                      <a:pt x="1797" y="7557"/>
                      <a:pt x="1795" y="7557"/>
                      <a:pt x="1794" y="7556"/>
                    </a:cubicBezTo>
                    <a:cubicBezTo>
                      <a:pt x="1793" y="7555"/>
                      <a:pt x="1793" y="7555"/>
                      <a:pt x="1792" y="7555"/>
                    </a:cubicBezTo>
                    <a:cubicBezTo>
                      <a:pt x="1786" y="7554"/>
                      <a:pt x="1779" y="7553"/>
                      <a:pt x="1772" y="7553"/>
                    </a:cubicBezTo>
                    <a:cubicBezTo>
                      <a:pt x="1759" y="7553"/>
                      <a:pt x="1746" y="7555"/>
                      <a:pt x="1733" y="7559"/>
                    </a:cubicBezTo>
                    <a:cubicBezTo>
                      <a:pt x="1737" y="7550"/>
                      <a:pt x="1740" y="7541"/>
                      <a:pt x="1743" y="7532"/>
                    </a:cubicBezTo>
                    <a:cubicBezTo>
                      <a:pt x="1747" y="7531"/>
                      <a:pt x="1752" y="7530"/>
                      <a:pt x="1756" y="7529"/>
                    </a:cubicBezTo>
                    <a:cubicBezTo>
                      <a:pt x="1765" y="7526"/>
                      <a:pt x="1774" y="7524"/>
                      <a:pt x="1783" y="7521"/>
                    </a:cubicBezTo>
                    <a:cubicBezTo>
                      <a:pt x="1792" y="7518"/>
                      <a:pt x="1810" y="7516"/>
                      <a:pt x="1812" y="7501"/>
                    </a:cubicBezTo>
                    <a:cubicBezTo>
                      <a:pt x="1812" y="7501"/>
                      <a:pt x="1813" y="7501"/>
                      <a:pt x="1813" y="7500"/>
                    </a:cubicBezTo>
                    <a:cubicBezTo>
                      <a:pt x="1813" y="7499"/>
                      <a:pt x="1812" y="7497"/>
                      <a:pt x="1811" y="7496"/>
                    </a:cubicBezTo>
                    <a:cubicBezTo>
                      <a:pt x="1811" y="7495"/>
                      <a:pt x="1810" y="7494"/>
                      <a:pt x="1808" y="7493"/>
                    </a:cubicBezTo>
                    <a:cubicBezTo>
                      <a:pt x="1807" y="7493"/>
                      <a:pt x="1806" y="7492"/>
                      <a:pt x="1805" y="7492"/>
                    </a:cubicBezTo>
                    <a:cubicBezTo>
                      <a:pt x="1803" y="7492"/>
                      <a:pt x="1802" y="7492"/>
                      <a:pt x="1800" y="7492"/>
                    </a:cubicBezTo>
                    <a:cubicBezTo>
                      <a:pt x="1783" y="7492"/>
                      <a:pt x="1767" y="7496"/>
                      <a:pt x="1752" y="7503"/>
                    </a:cubicBezTo>
                    <a:cubicBezTo>
                      <a:pt x="1754" y="7496"/>
                      <a:pt x="1756" y="7490"/>
                      <a:pt x="1758" y="7484"/>
                    </a:cubicBezTo>
                    <a:lnTo>
                      <a:pt x="1761" y="7482"/>
                    </a:lnTo>
                    <a:cubicBezTo>
                      <a:pt x="1765" y="7481"/>
                      <a:pt x="1768" y="7480"/>
                      <a:pt x="1772" y="7479"/>
                    </a:cubicBezTo>
                    <a:cubicBezTo>
                      <a:pt x="1773" y="7479"/>
                      <a:pt x="1773" y="7479"/>
                      <a:pt x="1774" y="7479"/>
                    </a:cubicBezTo>
                    <a:cubicBezTo>
                      <a:pt x="1784" y="7479"/>
                      <a:pt x="1794" y="7477"/>
                      <a:pt x="1803" y="7472"/>
                    </a:cubicBezTo>
                    <a:cubicBezTo>
                      <a:pt x="1804" y="7471"/>
                      <a:pt x="1805" y="7470"/>
                      <a:pt x="1807" y="7469"/>
                    </a:cubicBezTo>
                    <a:cubicBezTo>
                      <a:pt x="1807" y="7469"/>
                      <a:pt x="1808" y="7468"/>
                      <a:pt x="1808" y="7467"/>
                    </a:cubicBezTo>
                    <a:cubicBezTo>
                      <a:pt x="1809" y="7466"/>
                      <a:pt x="1809" y="7465"/>
                      <a:pt x="1809" y="7464"/>
                    </a:cubicBezTo>
                    <a:cubicBezTo>
                      <a:pt x="1809" y="7462"/>
                      <a:pt x="1809" y="7461"/>
                      <a:pt x="1808" y="7460"/>
                    </a:cubicBezTo>
                    <a:cubicBezTo>
                      <a:pt x="1808" y="7459"/>
                      <a:pt x="1807" y="7459"/>
                      <a:pt x="1807" y="7458"/>
                    </a:cubicBezTo>
                    <a:cubicBezTo>
                      <a:pt x="1806" y="7458"/>
                      <a:pt x="1806" y="7458"/>
                      <a:pt x="1805" y="7457"/>
                    </a:cubicBezTo>
                    <a:cubicBezTo>
                      <a:pt x="1798" y="7453"/>
                      <a:pt x="1790" y="7451"/>
                      <a:pt x="1782" y="7451"/>
                    </a:cubicBezTo>
                    <a:cubicBezTo>
                      <a:pt x="1777" y="7451"/>
                      <a:pt x="1772" y="7452"/>
                      <a:pt x="1767" y="7454"/>
                    </a:cubicBezTo>
                    <a:cubicBezTo>
                      <a:pt x="1770" y="7445"/>
                      <a:pt x="1772" y="7437"/>
                      <a:pt x="1774" y="7428"/>
                    </a:cubicBezTo>
                    <a:cubicBezTo>
                      <a:pt x="1787" y="7422"/>
                      <a:pt x="1800" y="7417"/>
                      <a:pt x="1814" y="7414"/>
                    </a:cubicBezTo>
                    <a:cubicBezTo>
                      <a:pt x="1828" y="7409"/>
                      <a:pt x="1844" y="7409"/>
                      <a:pt x="1853" y="7398"/>
                    </a:cubicBezTo>
                    <a:lnTo>
                      <a:pt x="1854" y="7397"/>
                    </a:lnTo>
                    <a:cubicBezTo>
                      <a:pt x="1855" y="7396"/>
                      <a:pt x="1855" y="7394"/>
                      <a:pt x="1855" y="7393"/>
                    </a:cubicBezTo>
                    <a:cubicBezTo>
                      <a:pt x="1855" y="7391"/>
                      <a:pt x="1855" y="7389"/>
                      <a:pt x="1854" y="7388"/>
                    </a:cubicBezTo>
                    <a:cubicBezTo>
                      <a:pt x="1853" y="7387"/>
                      <a:pt x="1852" y="7386"/>
                      <a:pt x="1851" y="7385"/>
                    </a:cubicBezTo>
                    <a:cubicBezTo>
                      <a:pt x="1838" y="7372"/>
                      <a:pt x="1813" y="7380"/>
                      <a:pt x="1798" y="7386"/>
                    </a:cubicBezTo>
                    <a:lnTo>
                      <a:pt x="1782" y="7394"/>
                    </a:lnTo>
                    <a:cubicBezTo>
                      <a:pt x="1783" y="7389"/>
                      <a:pt x="1784" y="7385"/>
                      <a:pt x="1785" y="7380"/>
                    </a:cubicBezTo>
                    <a:cubicBezTo>
                      <a:pt x="1789" y="7378"/>
                      <a:pt x="1793" y="7377"/>
                      <a:pt x="1798" y="7375"/>
                    </a:cubicBezTo>
                    <a:cubicBezTo>
                      <a:pt x="1802" y="7375"/>
                      <a:pt x="1807" y="7375"/>
                      <a:pt x="1811" y="7375"/>
                    </a:cubicBezTo>
                    <a:cubicBezTo>
                      <a:pt x="1816" y="7375"/>
                      <a:pt x="1821" y="7375"/>
                      <a:pt x="1825" y="7375"/>
                    </a:cubicBezTo>
                    <a:cubicBezTo>
                      <a:pt x="1833" y="7375"/>
                      <a:pt x="1857" y="7372"/>
                      <a:pt x="1850" y="7358"/>
                    </a:cubicBezTo>
                    <a:cubicBezTo>
                      <a:pt x="1843" y="7344"/>
                      <a:pt x="1823" y="7347"/>
                      <a:pt x="1810" y="7348"/>
                    </a:cubicBezTo>
                    <a:cubicBezTo>
                      <a:pt x="1804" y="7349"/>
                      <a:pt x="1797" y="7351"/>
                      <a:pt x="1791" y="7353"/>
                    </a:cubicBezTo>
                    <a:cubicBezTo>
                      <a:pt x="1792" y="7346"/>
                      <a:pt x="1793" y="7339"/>
                      <a:pt x="1794" y="7332"/>
                    </a:cubicBezTo>
                    <a:cubicBezTo>
                      <a:pt x="1795" y="7331"/>
                      <a:pt x="1796" y="7330"/>
                      <a:pt x="1797" y="7330"/>
                    </a:cubicBezTo>
                    <a:cubicBezTo>
                      <a:pt x="1798" y="7329"/>
                      <a:pt x="1799" y="7330"/>
                      <a:pt x="1799" y="7329"/>
                    </a:cubicBezTo>
                    <a:cubicBezTo>
                      <a:pt x="1802" y="7327"/>
                      <a:pt x="1805" y="7325"/>
                      <a:pt x="1808" y="7323"/>
                    </a:cubicBezTo>
                    <a:cubicBezTo>
                      <a:pt x="1821" y="7316"/>
                      <a:pt x="1836" y="7312"/>
                      <a:pt x="1851" y="7312"/>
                    </a:cubicBezTo>
                    <a:cubicBezTo>
                      <a:pt x="1852" y="7312"/>
                      <a:pt x="1853" y="7312"/>
                      <a:pt x="1854" y="7312"/>
                    </a:cubicBezTo>
                    <a:cubicBezTo>
                      <a:pt x="1864" y="7312"/>
                      <a:pt x="1878" y="7312"/>
                      <a:pt x="1881" y="7300"/>
                    </a:cubicBezTo>
                    <a:cubicBezTo>
                      <a:pt x="1884" y="7288"/>
                      <a:pt x="1872" y="7284"/>
                      <a:pt x="1857" y="7284"/>
                    </a:cubicBezTo>
                    <a:lnTo>
                      <a:pt x="1858" y="7284"/>
                    </a:lnTo>
                    <a:cubicBezTo>
                      <a:pt x="1860" y="7283"/>
                      <a:pt x="1862" y="7281"/>
                      <a:pt x="1863" y="7279"/>
                    </a:cubicBezTo>
                    <a:cubicBezTo>
                      <a:pt x="1865" y="7277"/>
                      <a:pt x="1864" y="7274"/>
                      <a:pt x="1864" y="7272"/>
                    </a:cubicBezTo>
                    <a:cubicBezTo>
                      <a:pt x="1864" y="7269"/>
                      <a:pt x="1865" y="7268"/>
                      <a:pt x="1863" y="7266"/>
                    </a:cubicBezTo>
                    <a:cubicBezTo>
                      <a:pt x="1862" y="7264"/>
                      <a:pt x="1860" y="7262"/>
                      <a:pt x="1858" y="7261"/>
                    </a:cubicBezTo>
                    <a:lnTo>
                      <a:pt x="1857" y="7261"/>
                    </a:lnTo>
                    <a:cubicBezTo>
                      <a:pt x="1849" y="7257"/>
                      <a:pt x="1839" y="7255"/>
                      <a:pt x="1830" y="7255"/>
                    </a:cubicBezTo>
                    <a:cubicBezTo>
                      <a:pt x="1819" y="7255"/>
                      <a:pt x="1809" y="7257"/>
                      <a:pt x="1799" y="7262"/>
                    </a:cubicBezTo>
                    <a:cubicBezTo>
                      <a:pt x="1799" y="7255"/>
                      <a:pt x="1799" y="7248"/>
                      <a:pt x="1799" y="7242"/>
                    </a:cubicBezTo>
                    <a:cubicBezTo>
                      <a:pt x="1823" y="7238"/>
                      <a:pt x="1851" y="7251"/>
                      <a:pt x="1872" y="7236"/>
                    </a:cubicBezTo>
                    <a:cubicBezTo>
                      <a:pt x="1873" y="7236"/>
                      <a:pt x="1874" y="7235"/>
                      <a:pt x="1874" y="7234"/>
                    </a:cubicBezTo>
                    <a:cubicBezTo>
                      <a:pt x="1875" y="7233"/>
                      <a:pt x="1875" y="7231"/>
                      <a:pt x="1875" y="7230"/>
                    </a:cubicBezTo>
                    <a:cubicBezTo>
                      <a:pt x="1875" y="7229"/>
                      <a:pt x="1875" y="7227"/>
                      <a:pt x="1874" y="7226"/>
                    </a:cubicBezTo>
                    <a:cubicBezTo>
                      <a:pt x="1874" y="7225"/>
                      <a:pt x="1873" y="7225"/>
                      <a:pt x="1872" y="7224"/>
                    </a:cubicBezTo>
                    <a:cubicBezTo>
                      <a:pt x="1862" y="7219"/>
                      <a:pt x="1851" y="7216"/>
                      <a:pt x="1839" y="7216"/>
                    </a:cubicBezTo>
                    <a:cubicBezTo>
                      <a:pt x="1835" y="7216"/>
                      <a:pt x="1830" y="7216"/>
                      <a:pt x="1826" y="7217"/>
                    </a:cubicBezTo>
                    <a:lnTo>
                      <a:pt x="1825" y="7217"/>
                    </a:lnTo>
                    <a:cubicBezTo>
                      <a:pt x="1816" y="7217"/>
                      <a:pt x="1807" y="7218"/>
                      <a:pt x="1799" y="7220"/>
                    </a:cubicBezTo>
                    <a:cubicBezTo>
                      <a:pt x="1799" y="7211"/>
                      <a:pt x="1799" y="7202"/>
                      <a:pt x="1799" y="7192"/>
                    </a:cubicBezTo>
                    <a:cubicBezTo>
                      <a:pt x="1805" y="7191"/>
                      <a:pt x="1812" y="7190"/>
                      <a:pt x="1819" y="7190"/>
                    </a:cubicBezTo>
                    <a:cubicBezTo>
                      <a:pt x="1821" y="7190"/>
                      <a:pt x="1824" y="7190"/>
                      <a:pt x="1826" y="7190"/>
                    </a:cubicBezTo>
                    <a:cubicBezTo>
                      <a:pt x="1827" y="7190"/>
                      <a:pt x="1828" y="7190"/>
                      <a:pt x="1829" y="7190"/>
                    </a:cubicBezTo>
                    <a:cubicBezTo>
                      <a:pt x="1838" y="7190"/>
                      <a:pt x="1847" y="7189"/>
                      <a:pt x="1856" y="7187"/>
                    </a:cubicBezTo>
                    <a:cubicBezTo>
                      <a:pt x="1859" y="7187"/>
                      <a:pt x="1860" y="7182"/>
                      <a:pt x="1858" y="7179"/>
                    </a:cubicBezTo>
                    <a:cubicBezTo>
                      <a:pt x="1849" y="7164"/>
                      <a:pt x="1831" y="7167"/>
                      <a:pt x="1816" y="7167"/>
                    </a:cubicBezTo>
                    <a:cubicBezTo>
                      <a:pt x="1810" y="7167"/>
                      <a:pt x="1804" y="7168"/>
                      <a:pt x="1799" y="7170"/>
                    </a:cubicBezTo>
                    <a:cubicBezTo>
                      <a:pt x="1799" y="7162"/>
                      <a:pt x="1799" y="7154"/>
                      <a:pt x="1799" y="7146"/>
                    </a:cubicBezTo>
                    <a:lnTo>
                      <a:pt x="1805" y="7146"/>
                    </a:lnTo>
                    <a:cubicBezTo>
                      <a:pt x="1817" y="7146"/>
                      <a:pt x="1829" y="7148"/>
                      <a:pt x="1842" y="7148"/>
                    </a:cubicBezTo>
                    <a:cubicBezTo>
                      <a:pt x="1843" y="7148"/>
                      <a:pt x="1844" y="7147"/>
                      <a:pt x="1845" y="7147"/>
                    </a:cubicBezTo>
                    <a:cubicBezTo>
                      <a:pt x="1846" y="7146"/>
                      <a:pt x="1847" y="7146"/>
                      <a:pt x="1848" y="7145"/>
                    </a:cubicBezTo>
                    <a:cubicBezTo>
                      <a:pt x="1849" y="7143"/>
                      <a:pt x="1849" y="7142"/>
                      <a:pt x="1849" y="7141"/>
                    </a:cubicBezTo>
                    <a:cubicBezTo>
                      <a:pt x="1849" y="7140"/>
                      <a:pt x="1849" y="7139"/>
                      <a:pt x="1849" y="7138"/>
                    </a:cubicBezTo>
                    <a:cubicBezTo>
                      <a:pt x="1840" y="7119"/>
                      <a:pt x="1823" y="7121"/>
                      <a:pt x="1805" y="7122"/>
                    </a:cubicBezTo>
                    <a:lnTo>
                      <a:pt x="1797" y="7122"/>
                    </a:lnTo>
                    <a:cubicBezTo>
                      <a:pt x="1795" y="7116"/>
                      <a:pt x="1794" y="7109"/>
                      <a:pt x="1792" y="7103"/>
                    </a:cubicBezTo>
                    <a:cubicBezTo>
                      <a:pt x="1793" y="7103"/>
                      <a:pt x="1795" y="7103"/>
                      <a:pt x="1796" y="7103"/>
                    </a:cubicBezTo>
                    <a:cubicBezTo>
                      <a:pt x="1806" y="7103"/>
                      <a:pt x="1817" y="7104"/>
                      <a:pt x="1827" y="7106"/>
                    </a:cubicBezTo>
                    <a:cubicBezTo>
                      <a:pt x="1838" y="7107"/>
                      <a:pt x="1866" y="7106"/>
                      <a:pt x="1849" y="7088"/>
                    </a:cubicBezTo>
                    <a:cubicBezTo>
                      <a:pt x="1840" y="7079"/>
                      <a:pt x="1819" y="7080"/>
                      <a:pt x="1808" y="7080"/>
                    </a:cubicBezTo>
                    <a:cubicBezTo>
                      <a:pt x="1806" y="7080"/>
                      <a:pt x="1804" y="7080"/>
                      <a:pt x="1803" y="7080"/>
                    </a:cubicBezTo>
                    <a:cubicBezTo>
                      <a:pt x="1797" y="7080"/>
                      <a:pt x="1791" y="7080"/>
                      <a:pt x="1785" y="7082"/>
                    </a:cubicBezTo>
                    <a:cubicBezTo>
                      <a:pt x="1783" y="7076"/>
                      <a:pt x="1780" y="7070"/>
                      <a:pt x="1777" y="7065"/>
                    </a:cubicBezTo>
                    <a:cubicBezTo>
                      <a:pt x="1782" y="7066"/>
                      <a:pt x="1787" y="7066"/>
                      <a:pt x="1792" y="7066"/>
                    </a:cubicBezTo>
                    <a:cubicBezTo>
                      <a:pt x="1803" y="7066"/>
                      <a:pt x="1815" y="7064"/>
                      <a:pt x="1825" y="7059"/>
                    </a:cubicBezTo>
                    <a:cubicBezTo>
                      <a:pt x="1826" y="7058"/>
                      <a:pt x="1827" y="7057"/>
                      <a:pt x="1828" y="7056"/>
                    </a:cubicBezTo>
                    <a:cubicBezTo>
                      <a:pt x="1829" y="7055"/>
                      <a:pt x="1829" y="7053"/>
                      <a:pt x="1829" y="7052"/>
                    </a:cubicBezTo>
                    <a:cubicBezTo>
                      <a:pt x="1829" y="7050"/>
                      <a:pt x="1828" y="7050"/>
                      <a:pt x="1828" y="7049"/>
                    </a:cubicBezTo>
                    <a:cubicBezTo>
                      <a:pt x="1827" y="7047"/>
                      <a:pt x="1826" y="7047"/>
                      <a:pt x="1825" y="7046"/>
                    </a:cubicBezTo>
                    <a:cubicBezTo>
                      <a:pt x="1813" y="7041"/>
                      <a:pt x="1800" y="7039"/>
                      <a:pt x="1787" y="7039"/>
                    </a:cubicBezTo>
                    <a:cubicBezTo>
                      <a:pt x="1779" y="7039"/>
                      <a:pt x="1771" y="7040"/>
                      <a:pt x="1763" y="7042"/>
                    </a:cubicBezTo>
                    <a:cubicBezTo>
                      <a:pt x="1759" y="7037"/>
                      <a:pt x="1754" y="7033"/>
                      <a:pt x="1749" y="7030"/>
                    </a:cubicBezTo>
                    <a:cubicBezTo>
                      <a:pt x="1747" y="7029"/>
                      <a:pt x="1745" y="7028"/>
                      <a:pt x="1743" y="7027"/>
                    </a:cubicBezTo>
                    <a:cubicBezTo>
                      <a:pt x="1711" y="7015"/>
                      <a:pt x="1673" y="7013"/>
                      <a:pt x="1651" y="7043"/>
                    </a:cubicBezTo>
                    <a:cubicBezTo>
                      <a:pt x="1618" y="7088"/>
                      <a:pt x="1624" y="7167"/>
                      <a:pt x="1613" y="7218"/>
                    </a:cubicBezTo>
                    <a:cubicBezTo>
                      <a:pt x="1606" y="7249"/>
                      <a:pt x="1603" y="7281"/>
                      <a:pt x="1597" y="7312"/>
                    </a:cubicBezTo>
                    <a:cubicBezTo>
                      <a:pt x="1589" y="7340"/>
                      <a:pt x="1580" y="7366"/>
                      <a:pt x="1568" y="7392"/>
                    </a:cubicBezTo>
                    <a:cubicBezTo>
                      <a:pt x="1526" y="7504"/>
                      <a:pt x="1475" y="7613"/>
                      <a:pt x="1415" y="7717"/>
                    </a:cubicBezTo>
                    <a:cubicBezTo>
                      <a:pt x="1411" y="7725"/>
                      <a:pt x="1406" y="7733"/>
                      <a:pt x="1401" y="7741"/>
                    </a:cubicBezTo>
                    <a:cubicBezTo>
                      <a:pt x="1367" y="7799"/>
                      <a:pt x="1337" y="7861"/>
                      <a:pt x="1300" y="7917"/>
                    </a:cubicBezTo>
                    <a:cubicBezTo>
                      <a:pt x="1263" y="7972"/>
                      <a:pt x="1222" y="8018"/>
                      <a:pt x="1182" y="8069"/>
                    </a:cubicBezTo>
                    <a:cubicBezTo>
                      <a:pt x="1174" y="8080"/>
                      <a:pt x="1161" y="8082"/>
                      <a:pt x="1151" y="8092"/>
                    </a:cubicBezTo>
                    <a:cubicBezTo>
                      <a:pt x="1140" y="8103"/>
                      <a:pt x="1130" y="8115"/>
                      <a:pt x="1121" y="8128"/>
                    </a:cubicBezTo>
                    <a:cubicBezTo>
                      <a:pt x="1096" y="8158"/>
                      <a:pt x="1068" y="8185"/>
                      <a:pt x="1038" y="8209"/>
                    </a:cubicBezTo>
                    <a:cubicBezTo>
                      <a:pt x="1012" y="8231"/>
                      <a:pt x="979" y="8241"/>
                      <a:pt x="953" y="8262"/>
                    </a:cubicBezTo>
                    <a:cubicBezTo>
                      <a:pt x="937" y="8276"/>
                      <a:pt x="896" y="8305"/>
                      <a:pt x="866" y="8307"/>
                    </a:cubicBezTo>
                    <a:cubicBezTo>
                      <a:pt x="870" y="8303"/>
                      <a:pt x="874" y="8299"/>
                      <a:pt x="877" y="8295"/>
                    </a:cubicBezTo>
                    <a:cubicBezTo>
                      <a:pt x="881" y="8294"/>
                      <a:pt x="884" y="8293"/>
                      <a:pt x="888" y="8293"/>
                    </a:cubicBezTo>
                    <a:cubicBezTo>
                      <a:pt x="895" y="8293"/>
                      <a:pt x="901" y="8292"/>
                      <a:pt x="908" y="8291"/>
                    </a:cubicBezTo>
                    <a:cubicBezTo>
                      <a:pt x="908" y="8290"/>
                      <a:pt x="909" y="8290"/>
                      <a:pt x="910" y="8290"/>
                    </a:cubicBezTo>
                    <a:cubicBezTo>
                      <a:pt x="911" y="8289"/>
                      <a:pt x="913" y="8287"/>
                      <a:pt x="913" y="8286"/>
                    </a:cubicBezTo>
                    <a:cubicBezTo>
                      <a:pt x="914" y="8284"/>
                      <a:pt x="915" y="8283"/>
                      <a:pt x="915" y="8281"/>
                    </a:cubicBezTo>
                    <a:cubicBezTo>
                      <a:pt x="915" y="8279"/>
                      <a:pt x="914" y="8278"/>
                      <a:pt x="913" y="8276"/>
                    </a:cubicBezTo>
                    <a:cubicBezTo>
                      <a:pt x="913" y="8275"/>
                      <a:pt x="912" y="8274"/>
                      <a:pt x="911" y="8274"/>
                    </a:cubicBezTo>
                    <a:cubicBezTo>
                      <a:pt x="911" y="8273"/>
                      <a:pt x="911" y="8274"/>
                      <a:pt x="911" y="8274"/>
                    </a:cubicBezTo>
                    <a:lnTo>
                      <a:pt x="910" y="8274"/>
                    </a:lnTo>
                    <a:lnTo>
                      <a:pt x="909" y="8274"/>
                    </a:lnTo>
                    <a:lnTo>
                      <a:pt x="905" y="8273"/>
                    </a:lnTo>
                    <a:lnTo>
                      <a:pt x="900" y="8273"/>
                    </a:lnTo>
                    <a:lnTo>
                      <a:pt x="915" y="8254"/>
                    </a:lnTo>
                    <a:lnTo>
                      <a:pt x="927" y="8252"/>
                    </a:lnTo>
                    <a:cubicBezTo>
                      <a:pt x="937" y="8251"/>
                      <a:pt x="946" y="8252"/>
                      <a:pt x="955" y="8244"/>
                    </a:cubicBezTo>
                    <a:cubicBezTo>
                      <a:pt x="955" y="8243"/>
                      <a:pt x="955" y="8243"/>
                      <a:pt x="956" y="8243"/>
                    </a:cubicBezTo>
                    <a:cubicBezTo>
                      <a:pt x="957" y="8242"/>
                      <a:pt x="956" y="8240"/>
                      <a:pt x="956" y="8239"/>
                    </a:cubicBezTo>
                    <a:cubicBezTo>
                      <a:pt x="956" y="8238"/>
                      <a:pt x="957" y="8236"/>
                      <a:pt x="956" y="8236"/>
                    </a:cubicBezTo>
                    <a:cubicBezTo>
                      <a:pt x="955" y="8235"/>
                      <a:pt x="955" y="8235"/>
                      <a:pt x="955" y="8235"/>
                    </a:cubicBezTo>
                    <a:cubicBezTo>
                      <a:pt x="953" y="8234"/>
                      <a:pt x="952" y="8233"/>
                      <a:pt x="951" y="8232"/>
                    </a:cubicBezTo>
                    <a:cubicBezTo>
                      <a:pt x="947" y="8229"/>
                      <a:pt x="943" y="8229"/>
                      <a:pt x="938" y="8229"/>
                    </a:cubicBezTo>
                    <a:cubicBezTo>
                      <a:pt x="937" y="8229"/>
                      <a:pt x="935" y="8229"/>
                      <a:pt x="934" y="8229"/>
                    </a:cubicBezTo>
                    <a:cubicBezTo>
                      <a:pt x="942" y="8218"/>
                      <a:pt x="950" y="8208"/>
                      <a:pt x="959" y="8197"/>
                    </a:cubicBezTo>
                    <a:cubicBezTo>
                      <a:pt x="960" y="8197"/>
                      <a:pt x="961" y="8197"/>
                      <a:pt x="961" y="8197"/>
                    </a:cubicBezTo>
                    <a:cubicBezTo>
                      <a:pt x="967" y="8197"/>
                      <a:pt x="973" y="8196"/>
                      <a:pt x="978" y="8193"/>
                    </a:cubicBezTo>
                    <a:cubicBezTo>
                      <a:pt x="979" y="8192"/>
                      <a:pt x="981" y="8191"/>
                      <a:pt x="983" y="8189"/>
                    </a:cubicBezTo>
                    <a:cubicBezTo>
                      <a:pt x="984" y="8188"/>
                      <a:pt x="984" y="8186"/>
                      <a:pt x="984" y="8185"/>
                    </a:cubicBezTo>
                    <a:cubicBezTo>
                      <a:pt x="984" y="8183"/>
                      <a:pt x="984" y="8183"/>
                      <a:pt x="983" y="8182"/>
                    </a:cubicBezTo>
                    <a:lnTo>
                      <a:pt x="983" y="8181"/>
                    </a:lnTo>
                    <a:cubicBezTo>
                      <a:pt x="981" y="8180"/>
                      <a:pt x="980" y="8179"/>
                      <a:pt x="978" y="8178"/>
                    </a:cubicBezTo>
                    <a:cubicBezTo>
                      <a:pt x="977" y="8177"/>
                      <a:pt x="977" y="8177"/>
                      <a:pt x="976" y="8177"/>
                    </a:cubicBezTo>
                    <a:lnTo>
                      <a:pt x="982" y="8170"/>
                    </a:lnTo>
                    <a:cubicBezTo>
                      <a:pt x="989" y="8168"/>
                      <a:pt x="995" y="8166"/>
                      <a:pt x="1002" y="8164"/>
                    </a:cubicBezTo>
                    <a:cubicBezTo>
                      <a:pt x="1012" y="8161"/>
                      <a:pt x="1023" y="8162"/>
                      <a:pt x="1025" y="8149"/>
                    </a:cubicBezTo>
                    <a:lnTo>
                      <a:pt x="1025" y="8148"/>
                    </a:lnTo>
                    <a:cubicBezTo>
                      <a:pt x="1025" y="8147"/>
                      <a:pt x="1025" y="8146"/>
                      <a:pt x="1024" y="8145"/>
                    </a:cubicBezTo>
                    <a:cubicBezTo>
                      <a:pt x="1024" y="8144"/>
                      <a:pt x="1022" y="8142"/>
                      <a:pt x="1021" y="8142"/>
                    </a:cubicBezTo>
                    <a:cubicBezTo>
                      <a:pt x="1020" y="8141"/>
                      <a:pt x="1019" y="8141"/>
                      <a:pt x="1018" y="8141"/>
                    </a:cubicBezTo>
                    <a:lnTo>
                      <a:pt x="1008" y="8141"/>
                    </a:lnTo>
                    <a:lnTo>
                      <a:pt x="1023" y="8124"/>
                    </a:lnTo>
                    <a:cubicBezTo>
                      <a:pt x="1033" y="8121"/>
                      <a:pt x="1044" y="8118"/>
                      <a:pt x="1054" y="8118"/>
                    </a:cubicBezTo>
                    <a:cubicBezTo>
                      <a:pt x="1055" y="8118"/>
                      <a:pt x="1056" y="8118"/>
                      <a:pt x="1057" y="8118"/>
                    </a:cubicBezTo>
                    <a:cubicBezTo>
                      <a:pt x="1064" y="8118"/>
                      <a:pt x="1070" y="8116"/>
                      <a:pt x="1075" y="8113"/>
                    </a:cubicBezTo>
                    <a:cubicBezTo>
                      <a:pt x="1079" y="8111"/>
                      <a:pt x="1083" y="8107"/>
                      <a:pt x="1086" y="8104"/>
                    </a:cubicBezTo>
                    <a:cubicBezTo>
                      <a:pt x="1086" y="8103"/>
                      <a:pt x="1087" y="8102"/>
                      <a:pt x="1087" y="8101"/>
                    </a:cubicBezTo>
                    <a:cubicBezTo>
                      <a:pt x="1087" y="8099"/>
                      <a:pt x="1087" y="8098"/>
                      <a:pt x="1086" y="8097"/>
                    </a:cubicBezTo>
                    <a:cubicBezTo>
                      <a:pt x="1085" y="8096"/>
                      <a:pt x="1085" y="8096"/>
                      <a:pt x="1085" y="8096"/>
                    </a:cubicBezTo>
                    <a:cubicBezTo>
                      <a:pt x="1077" y="8085"/>
                      <a:pt x="1065" y="8092"/>
                      <a:pt x="1054" y="8092"/>
                    </a:cubicBezTo>
                    <a:lnTo>
                      <a:pt x="1051" y="8092"/>
                    </a:lnTo>
                    <a:lnTo>
                      <a:pt x="1062" y="8079"/>
                    </a:lnTo>
                    <a:cubicBezTo>
                      <a:pt x="1070" y="8077"/>
                      <a:pt x="1078" y="8077"/>
                      <a:pt x="1086" y="8076"/>
                    </a:cubicBezTo>
                    <a:cubicBezTo>
                      <a:pt x="1100" y="8075"/>
                      <a:pt x="1114" y="8071"/>
                      <a:pt x="1128" y="8065"/>
                    </a:cubicBezTo>
                    <a:cubicBezTo>
                      <a:pt x="1130" y="8064"/>
                      <a:pt x="1131" y="8063"/>
                      <a:pt x="1132" y="8061"/>
                    </a:cubicBezTo>
                    <a:cubicBezTo>
                      <a:pt x="1133" y="8059"/>
                      <a:pt x="1133" y="8058"/>
                      <a:pt x="1134" y="8056"/>
                    </a:cubicBezTo>
                    <a:lnTo>
                      <a:pt x="1134" y="8054"/>
                    </a:lnTo>
                    <a:lnTo>
                      <a:pt x="1134" y="8053"/>
                    </a:lnTo>
                    <a:cubicBezTo>
                      <a:pt x="1134" y="8051"/>
                      <a:pt x="1134" y="8050"/>
                      <a:pt x="1133" y="8049"/>
                    </a:cubicBezTo>
                    <a:cubicBezTo>
                      <a:pt x="1133" y="8048"/>
                      <a:pt x="1131" y="8046"/>
                      <a:pt x="1130" y="8046"/>
                    </a:cubicBezTo>
                    <a:cubicBezTo>
                      <a:pt x="1129" y="8045"/>
                      <a:pt x="1128" y="8045"/>
                      <a:pt x="1127" y="8045"/>
                    </a:cubicBezTo>
                    <a:cubicBezTo>
                      <a:pt x="1124" y="8044"/>
                      <a:pt x="1121" y="8044"/>
                      <a:pt x="1118" y="8044"/>
                    </a:cubicBezTo>
                    <a:cubicBezTo>
                      <a:pt x="1115" y="8044"/>
                      <a:pt x="1112" y="8044"/>
                      <a:pt x="1109" y="8045"/>
                    </a:cubicBezTo>
                    <a:cubicBezTo>
                      <a:pt x="1101" y="8047"/>
                      <a:pt x="1094" y="8049"/>
                      <a:pt x="1087" y="8050"/>
                    </a:cubicBezTo>
                    <a:lnTo>
                      <a:pt x="1086" y="8050"/>
                    </a:lnTo>
                    <a:cubicBezTo>
                      <a:pt x="1090" y="8044"/>
                      <a:pt x="1094" y="8039"/>
                      <a:pt x="1098" y="8033"/>
                    </a:cubicBezTo>
                    <a:cubicBezTo>
                      <a:pt x="1110" y="8030"/>
                      <a:pt x="1121" y="8027"/>
                      <a:pt x="1133" y="8025"/>
                    </a:cubicBezTo>
                    <a:cubicBezTo>
                      <a:pt x="1145" y="8023"/>
                      <a:pt x="1153" y="8015"/>
                      <a:pt x="1165" y="8012"/>
                    </a:cubicBezTo>
                    <a:cubicBezTo>
                      <a:pt x="1169" y="8012"/>
                      <a:pt x="1172" y="8010"/>
                      <a:pt x="1176" y="8008"/>
                    </a:cubicBezTo>
                    <a:cubicBezTo>
                      <a:pt x="1179" y="8006"/>
                      <a:pt x="1182" y="8004"/>
                      <a:pt x="1184" y="8001"/>
                    </a:cubicBezTo>
                    <a:cubicBezTo>
                      <a:pt x="1189" y="7995"/>
                      <a:pt x="1184" y="7984"/>
                      <a:pt x="1176" y="7987"/>
                    </a:cubicBezTo>
                    <a:cubicBezTo>
                      <a:pt x="1169" y="7989"/>
                      <a:pt x="1163" y="7990"/>
                      <a:pt x="1156" y="7991"/>
                    </a:cubicBezTo>
                    <a:cubicBezTo>
                      <a:pt x="1146" y="7994"/>
                      <a:pt x="1136" y="7998"/>
                      <a:pt x="1126" y="8003"/>
                    </a:cubicBezTo>
                    <a:lnTo>
                      <a:pt x="1116" y="8006"/>
                    </a:lnTo>
                    <a:cubicBezTo>
                      <a:pt x="1123" y="7996"/>
                      <a:pt x="1129" y="7986"/>
                      <a:pt x="1136" y="7977"/>
                    </a:cubicBezTo>
                    <a:cubicBezTo>
                      <a:pt x="1144" y="7977"/>
                      <a:pt x="1151" y="7979"/>
                      <a:pt x="1159" y="7979"/>
                    </a:cubicBezTo>
                    <a:cubicBezTo>
                      <a:pt x="1172" y="7979"/>
                      <a:pt x="1184" y="7984"/>
                      <a:pt x="1196" y="7976"/>
                    </a:cubicBezTo>
                    <a:cubicBezTo>
                      <a:pt x="1197" y="7975"/>
                      <a:pt x="1198" y="7974"/>
                      <a:pt x="1198" y="7973"/>
                    </a:cubicBezTo>
                    <a:cubicBezTo>
                      <a:pt x="1199" y="7972"/>
                      <a:pt x="1200" y="7970"/>
                      <a:pt x="1200" y="7969"/>
                    </a:cubicBezTo>
                    <a:cubicBezTo>
                      <a:pt x="1200" y="7967"/>
                      <a:pt x="1199" y="7966"/>
                      <a:pt x="1198" y="7964"/>
                    </a:cubicBezTo>
                    <a:cubicBezTo>
                      <a:pt x="1198" y="7963"/>
                      <a:pt x="1197" y="7962"/>
                      <a:pt x="1196" y="7961"/>
                    </a:cubicBezTo>
                    <a:cubicBezTo>
                      <a:pt x="1194" y="7960"/>
                      <a:pt x="1193" y="7959"/>
                      <a:pt x="1191" y="7958"/>
                    </a:cubicBezTo>
                    <a:cubicBezTo>
                      <a:pt x="1182" y="7953"/>
                      <a:pt x="1173" y="7951"/>
                      <a:pt x="1163" y="7951"/>
                    </a:cubicBezTo>
                    <a:cubicBezTo>
                      <a:pt x="1161" y="7951"/>
                      <a:pt x="1159" y="7951"/>
                      <a:pt x="1158" y="7951"/>
                    </a:cubicBezTo>
                    <a:lnTo>
                      <a:pt x="1157" y="7951"/>
                    </a:lnTo>
                    <a:cubicBezTo>
                      <a:pt x="1167" y="7938"/>
                      <a:pt x="1176" y="7926"/>
                      <a:pt x="1187" y="7913"/>
                    </a:cubicBezTo>
                    <a:cubicBezTo>
                      <a:pt x="1192" y="7912"/>
                      <a:pt x="1197" y="7911"/>
                      <a:pt x="1202" y="7911"/>
                    </a:cubicBezTo>
                    <a:cubicBezTo>
                      <a:pt x="1203" y="7911"/>
                      <a:pt x="1205" y="7911"/>
                      <a:pt x="1207" y="7911"/>
                    </a:cubicBezTo>
                    <a:cubicBezTo>
                      <a:pt x="1222" y="7911"/>
                      <a:pt x="1236" y="7908"/>
                      <a:pt x="1250" y="7901"/>
                    </a:cubicBezTo>
                    <a:cubicBezTo>
                      <a:pt x="1250" y="7900"/>
                      <a:pt x="1252" y="7900"/>
                      <a:pt x="1252" y="7899"/>
                    </a:cubicBezTo>
                    <a:cubicBezTo>
                      <a:pt x="1253" y="7897"/>
                      <a:pt x="1253" y="7895"/>
                      <a:pt x="1253" y="7894"/>
                    </a:cubicBezTo>
                    <a:cubicBezTo>
                      <a:pt x="1253" y="7892"/>
                      <a:pt x="1253" y="7892"/>
                      <a:pt x="1252" y="7890"/>
                    </a:cubicBezTo>
                    <a:cubicBezTo>
                      <a:pt x="1252" y="7888"/>
                      <a:pt x="1250" y="7889"/>
                      <a:pt x="1250" y="7888"/>
                    </a:cubicBezTo>
                    <a:cubicBezTo>
                      <a:pt x="1249" y="7888"/>
                      <a:pt x="1249" y="7887"/>
                      <a:pt x="1248" y="7887"/>
                    </a:cubicBezTo>
                    <a:cubicBezTo>
                      <a:pt x="1238" y="7881"/>
                      <a:pt x="1227" y="7878"/>
                      <a:pt x="1216" y="7878"/>
                    </a:cubicBezTo>
                    <a:cubicBezTo>
                      <a:pt x="1214" y="7878"/>
                      <a:pt x="1212" y="7879"/>
                      <a:pt x="1210" y="7879"/>
                    </a:cubicBezTo>
                    <a:cubicBezTo>
                      <a:pt x="1212" y="7876"/>
                      <a:pt x="1214" y="7874"/>
                      <a:pt x="1215" y="7872"/>
                    </a:cubicBezTo>
                    <a:lnTo>
                      <a:pt x="1227" y="7854"/>
                    </a:lnTo>
                    <a:lnTo>
                      <a:pt x="1242" y="7854"/>
                    </a:lnTo>
                    <a:cubicBezTo>
                      <a:pt x="1256" y="7854"/>
                      <a:pt x="1270" y="7859"/>
                      <a:pt x="1281" y="7849"/>
                    </a:cubicBezTo>
                    <a:cubicBezTo>
                      <a:pt x="1282" y="7849"/>
                      <a:pt x="1282" y="7849"/>
                      <a:pt x="1283" y="7848"/>
                    </a:cubicBezTo>
                    <a:cubicBezTo>
                      <a:pt x="1284" y="7847"/>
                      <a:pt x="1284" y="7845"/>
                      <a:pt x="1284" y="7844"/>
                    </a:cubicBezTo>
                    <a:cubicBezTo>
                      <a:pt x="1284" y="7843"/>
                      <a:pt x="1284" y="7841"/>
                      <a:pt x="1283" y="7840"/>
                    </a:cubicBezTo>
                    <a:cubicBezTo>
                      <a:pt x="1282" y="7839"/>
                      <a:pt x="1282" y="7839"/>
                      <a:pt x="1281" y="7839"/>
                    </a:cubicBezTo>
                    <a:cubicBezTo>
                      <a:pt x="1281" y="7838"/>
                      <a:pt x="1280" y="7838"/>
                      <a:pt x="1280" y="7838"/>
                    </a:cubicBezTo>
                    <a:cubicBezTo>
                      <a:pt x="1271" y="7833"/>
                      <a:pt x="1262" y="7830"/>
                      <a:pt x="1252" y="7830"/>
                    </a:cubicBezTo>
                    <a:cubicBezTo>
                      <a:pt x="1249" y="7830"/>
                      <a:pt x="1245" y="7831"/>
                      <a:pt x="1242" y="7831"/>
                    </a:cubicBezTo>
                    <a:lnTo>
                      <a:pt x="1268" y="7792"/>
                    </a:lnTo>
                    <a:cubicBezTo>
                      <a:pt x="1276" y="7794"/>
                      <a:pt x="1284" y="7795"/>
                      <a:pt x="1292" y="7795"/>
                    </a:cubicBezTo>
                    <a:cubicBezTo>
                      <a:pt x="1305" y="7795"/>
                      <a:pt x="1318" y="7792"/>
                      <a:pt x="1330" y="7787"/>
                    </a:cubicBezTo>
                    <a:cubicBezTo>
                      <a:pt x="1331" y="7787"/>
                      <a:pt x="1332" y="7786"/>
                      <a:pt x="1332" y="7785"/>
                    </a:cubicBezTo>
                    <a:cubicBezTo>
                      <a:pt x="1333" y="7784"/>
                      <a:pt x="1333" y="7783"/>
                      <a:pt x="1333" y="7782"/>
                    </a:cubicBezTo>
                    <a:cubicBezTo>
                      <a:pt x="1333" y="7781"/>
                      <a:pt x="1333" y="7780"/>
                      <a:pt x="1332" y="7779"/>
                    </a:cubicBezTo>
                    <a:cubicBezTo>
                      <a:pt x="1332" y="7778"/>
                      <a:pt x="1331" y="7777"/>
                      <a:pt x="1330" y="7777"/>
                    </a:cubicBezTo>
                    <a:cubicBezTo>
                      <a:pt x="1323" y="7773"/>
                      <a:pt x="1314" y="7771"/>
                      <a:pt x="1306" y="7771"/>
                    </a:cubicBezTo>
                    <a:cubicBezTo>
                      <a:pt x="1303" y="7771"/>
                      <a:pt x="1301" y="7771"/>
                      <a:pt x="1299" y="7771"/>
                    </a:cubicBezTo>
                    <a:lnTo>
                      <a:pt x="1281" y="7771"/>
                    </a:lnTo>
                    <a:cubicBezTo>
                      <a:pt x="1287" y="7763"/>
                      <a:pt x="1292" y="7754"/>
                      <a:pt x="1298" y="7745"/>
                    </a:cubicBezTo>
                    <a:cubicBezTo>
                      <a:pt x="1300" y="7745"/>
                      <a:pt x="1302" y="7745"/>
                      <a:pt x="1304" y="7745"/>
                    </a:cubicBezTo>
                    <a:cubicBezTo>
                      <a:pt x="1314" y="7745"/>
                      <a:pt x="1323" y="7746"/>
                      <a:pt x="1332" y="7749"/>
                    </a:cubicBezTo>
                    <a:cubicBezTo>
                      <a:pt x="1333" y="7749"/>
                      <a:pt x="1333" y="7750"/>
                      <a:pt x="1333" y="7750"/>
                    </a:cubicBezTo>
                    <a:cubicBezTo>
                      <a:pt x="1336" y="7751"/>
                      <a:pt x="1340" y="7752"/>
                      <a:pt x="1343" y="7752"/>
                    </a:cubicBezTo>
                    <a:cubicBezTo>
                      <a:pt x="1347" y="7752"/>
                      <a:pt x="1350" y="7751"/>
                      <a:pt x="1353" y="7750"/>
                    </a:cubicBezTo>
                    <a:cubicBezTo>
                      <a:pt x="1355" y="7749"/>
                      <a:pt x="1357" y="7747"/>
                      <a:pt x="1358" y="7745"/>
                    </a:cubicBezTo>
                    <a:lnTo>
                      <a:pt x="1359" y="7744"/>
                    </a:lnTo>
                    <a:cubicBezTo>
                      <a:pt x="1360" y="7743"/>
                      <a:pt x="1360" y="7741"/>
                      <a:pt x="1360" y="7740"/>
                    </a:cubicBezTo>
                    <a:cubicBezTo>
                      <a:pt x="1360" y="7738"/>
                      <a:pt x="1360" y="7737"/>
                      <a:pt x="1359" y="7736"/>
                    </a:cubicBezTo>
                    <a:cubicBezTo>
                      <a:pt x="1358" y="7735"/>
                      <a:pt x="1358" y="7735"/>
                      <a:pt x="1358" y="7735"/>
                    </a:cubicBezTo>
                    <a:cubicBezTo>
                      <a:pt x="1355" y="7732"/>
                      <a:pt x="1352" y="7729"/>
                      <a:pt x="1348" y="7727"/>
                    </a:cubicBezTo>
                    <a:cubicBezTo>
                      <a:pt x="1340" y="7722"/>
                      <a:pt x="1331" y="7720"/>
                      <a:pt x="1322" y="7720"/>
                    </a:cubicBezTo>
                    <a:cubicBezTo>
                      <a:pt x="1319" y="7720"/>
                      <a:pt x="1316" y="7721"/>
                      <a:pt x="1313" y="7721"/>
                    </a:cubicBezTo>
                    <a:cubicBezTo>
                      <a:pt x="1316" y="7716"/>
                      <a:pt x="1319" y="7710"/>
                      <a:pt x="1322" y="7705"/>
                    </a:cubicBezTo>
                    <a:cubicBezTo>
                      <a:pt x="1330" y="7702"/>
                      <a:pt x="1339" y="7701"/>
                      <a:pt x="1347" y="7701"/>
                    </a:cubicBezTo>
                    <a:cubicBezTo>
                      <a:pt x="1348" y="7701"/>
                      <a:pt x="1348" y="7701"/>
                      <a:pt x="1349" y="7701"/>
                    </a:cubicBezTo>
                    <a:cubicBezTo>
                      <a:pt x="1358" y="7701"/>
                      <a:pt x="1367" y="7699"/>
                      <a:pt x="1375" y="7695"/>
                    </a:cubicBezTo>
                    <a:cubicBezTo>
                      <a:pt x="1376" y="7694"/>
                      <a:pt x="1377" y="7694"/>
                      <a:pt x="1377" y="7693"/>
                    </a:cubicBezTo>
                    <a:cubicBezTo>
                      <a:pt x="1378" y="7692"/>
                      <a:pt x="1378" y="7691"/>
                      <a:pt x="1378" y="7690"/>
                    </a:cubicBezTo>
                    <a:cubicBezTo>
                      <a:pt x="1378" y="7689"/>
                      <a:pt x="1378" y="7688"/>
                      <a:pt x="1377" y="7687"/>
                    </a:cubicBezTo>
                    <a:cubicBezTo>
                      <a:pt x="1377" y="7686"/>
                      <a:pt x="1376" y="7685"/>
                      <a:pt x="1375" y="7685"/>
                    </a:cubicBezTo>
                    <a:cubicBezTo>
                      <a:pt x="1368" y="7682"/>
                      <a:pt x="1361" y="7680"/>
                      <a:pt x="1353" y="7680"/>
                    </a:cubicBezTo>
                    <a:cubicBezTo>
                      <a:pt x="1347" y="7680"/>
                      <a:pt x="1340" y="7681"/>
                      <a:pt x="1334" y="7683"/>
                    </a:cubicBezTo>
                    <a:lnTo>
                      <a:pt x="1350" y="7653"/>
                    </a:lnTo>
                    <a:cubicBezTo>
                      <a:pt x="1370" y="7648"/>
                      <a:pt x="1392" y="7650"/>
                      <a:pt x="1408" y="7637"/>
                    </a:cubicBezTo>
                    <a:lnTo>
                      <a:pt x="1409" y="7636"/>
                    </a:lnTo>
                    <a:cubicBezTo>
                      <a:pt x="1410" y="7635"/>
                      <a:pt x="1410" y="7633"/>
                      <a:pt x="1410" y="7632"/>
                    </a:cubicBezTo>
                    <a:cubicBezTo>
                      <a:pt x="1410" y="7630"/>
                      <a:pt x="1410" y="7630"/>
                      <a:pt x="1409" y="7629"/>
                    </a:cubicBezTo>
                    <a:cubicBezTo>
                      <a:pt x="1408" y="7628"/>
                      <a:pt x="1408" y="7628"/>
                      <a:pt x="1408" y="7627"/>
                    </a:cubicBezTo>
                    <a:cubicBezTo>
                      <a:pt x="1397" y="7617"/>
                      <a:pt x="1378" y="7624"/>
                      <a:pt x="1366" y="7627"/>
                    </a:cubicBezTo>
                    <a:lnTo>
                      <a:pt x="1361" y="7629"/>
                    </a:lnTo>
                    <a:lnTo>
                      <a:pt x="1375" y="7600"/>
                    </a:lnTo>
                    <a:cubicBezTo>
                      <a:pt x="1381" y="7599"/>
                      <a:pt x="1387" y="7597"/>
                      <a:pt x="1393" y="7597"/>
                    </a:cubicBezTo>
                    <a:cubicBezTo>
                      <a:pt x="1395" y="7597"/>
                      <a:pt x="1398" y="7597"/>
                      <a:pt x="1400" y="7597"/>
                    </a:cubicBezTo>
                    <a:cubicBezTo>
                      <a:pt x="1408" y="7597"/>
                      <a:pt x="1417" y="7595"/>
                      <a:pt x="1425" y="7592"/>
                    </a:cubicBezTo>
                    <a:cubicBezTo>
                      <a:pt x="1426" y="7592"/>
                      <a:pt x="1426" y="7591"/>
                      <a:pt x="1427" y="7590"/>
                    </a:cubicBezTo>
                    <a:cubicBezTo>
                      <a:pt x="1427" y="7590"/>
                      <a:pt x="1428" y="7589"/>
                      <a:pt x="1428" y="7588"/>
                    </a:cubicBezTo>
                    <a:cubicBezTo>
                      <a:pt x="1428" y="7587"/>
                      <a:pt x="1428" y="7586"/>
                      <a:pt x="1427" y="7585"/>
                    </a:cubicBezTo>
                    <a:cubicBezTo>
                      <a:pt x="1426" y="7584"/>
                      <a:pt x="1426" y="7583"/>
                      <a:pt x="1425" y="7583"/>
                    </a:cubicBezTo>
                    <a:cubicBezTo>
                      <a:pt x="1416" y="7579"/>
                      <a:pt x="1406" y="7576"/>
                      <a:pt x="1396" y="7576"/>
                    </a:cubicBezTo>
                    <a:cubicBezTo>
                      <a:pt x="1393" y="7576"/>
                      <a:pt x="1389" y="7577"/>
                      <a:pt x="1386" y="7577"/>
                    </a:cubicBezTo>
                    <a:cubicBezTo>
                      <a:pt x="1390" y="7568"/>
                      <a:pt x="1394" y="7558"/>
                      <a:pt x="1399" y="7549"/>
                    </a:cubicBezTo>
                    <a:cubicBezTo>
                      <a:pt x="1406" y="7547"/>
                      <a:pt x="1414" y="7545"/>
                      <a:pt x="1422" y="7545"/>
                    </a:cubicBezTo>
                    <a:cubicBezTo>
                      <a:pt x="1434" y="7545"/>
                      <a:pt x="1446" y="7542"/>
                      <a:pt x="1458" y="7538"/>
                    </a:cubicBezTo>
                    <a:cubicBezTo>
                      <a:pt x="1459" y="7537"/>
                      <a:pt x="1461" y="7537"/>
                      <a:pt x="1461" y="7536"/>
                    </a:cubicBezTo>
                    <a:cubicBezTo>
                      <a:pt x="1462" y="7535"/>
                      <a:pt x="1461" y="7534"/>
                      <a:pt x="1461" y="7533"/>
                    </a:cubicBezTo>
                    <a:cubicBezTo>
                      <a:pt x="1461" y="7532"/>
                      <a:pt x="1462" y="7531"/>
                      <a:pt x="1461" y="7530"/>
                    </a:cubicBezTo>
                    <a:cubicBezTo>
                      <a:pt x="1461" y="7529"/>
                      <a:pt x="1459" y="7529"/>
                      <a:pt x="1458" y="7528"/>
                    </a:cubicBezTo>
                    <a:cubicBezTo>
                      <a:pt x="1447" y="7523"/>
                      <a:pt x="1436" y="7521"/>
                      <a:pt x="1424" y="7521"/>
                    </a:cubicBezTo>
                    <a:cubicBezTo>
                      <a:pt x="1420" y="7521"/>
                      <a:pt x="1415" y="7521"/>
                      <a:pt x="1411" y="7522"/>
                    </a:cubicBezTo>
                    <a:cubicBezTo>
                      <a:pt x="1415" y="7514"/>
                      <a:pt x="1418" y="7506"/>
                      <a:pt x="1421" y="7498"/>
                    </a:cubicBezTo>
                    <a:cubicBezTo>
                      <a:pt x="1423" y="7497"/>
                      <a:pt x="1425" y="7496"/>
                      <a:pt x="1427" y="7495"/>
                    </a:cubicBezTo>
                    <a:cubicBezTo>
                      <a:pt x="1432" y="7491"/>
                      <a:pt x="1438" y="7489"/>
                      <a:pt x="1444" y="7487"/>
                    </a:cubicBezTo>
                    <a:cubicBezTo>
                      <a:pt x="1456" y="7486"/>
                      <a:pt x="1469" y="7482"/>
                      <a:pt x="1480" y="7476"/>
                    </a:cubicBezTo>
                    <a:cubicBezTo>
                      <a:pt x="1481" y="7476"/>
                      <a:pt x="1481" y="7475"/>
                      <a:pt x="1481" y="7475"/>
                    </a:cubicBezTo>
                    <a:cubicBezTo>
                      <a:pt x="1482" y="7474"/>
                      <a:pt x="1482" y="7473"/>
                      <a:pt x="1482" y="7472"/>
                    </a:cubicBezTo>
                    <a:cubicBezTo>
                      <a:pt x="1482" y="7471"/>
                      <a:pt x="1482" y="7470"/>
                      <a:pt x="1481" y="7469"/>
                    </a:cubicBezTo>
                    <a:cubicBezTo>
                      <a:pt x="1481" y="7468"/>
                      <a:pt x="1481" y="7468"/>
                      <a:pt x="1480" y="7467"/>
                    </a:cubicBezTo>
                    <a:cubicBezTo>
                      <a:pt x="1473" y="7464"/>
                      <a:pt x="1465" y="7462"/>
                      <a:pt x="1457" y="7462"/>
                    </a:cubicBezTo>
                    <a:cubicBezTo>
                      <a:pt x="1449" y="7462"/>
                      <a:pt x="1441" y="7464"/>
                      <a:pt x="1434" y="7467"/>
                    </a:cubicBezTo>
                    <a:cubicBezTo>
                      <a:pt x="1437" y="7459"/>
                      <a:pt x="1441" y="7451"/>
                      <a:pt x="1444" y="7442"/>
                    </a:cubicBezTo>
                    <a:cubicBezTo>
                      <a:pt x="1448" y="7439"/>
                      <a:pt x="1451" y="7436"/>
                      <a:pt x="1456" y="7434"/>
                    </a:cubicBezTo>
                    <a:cubicBezTo>
                      <a:pt x="1460" y="7432"/>
                      <a:pt x="1464" y="7429"/>
                      <a:pt x="1469" y="7428"/>
                    </a:cubicBezTo>
                    <a:cubicBezTo>
                      <a:pt x="1475" y="7424"/>
                      <a:pt x="1481" y="7419"/>
                      <a:pt x="1487" y="7416"/>
                    </a:cubicBezTo>
                    <a:cubicBezTo>
                      <a:pt x="1493" y="7412"/>
                      <a:pt x="1501" y="7412"/>
                      <a:pt x="1507" y="7405"/>
                    </a:cubicBezTo>
                    <a:cubicBezTo>
                      <a:pt x="1507" y="7404"/>
                      <a:pt x="1508" y="7402"/>
                      <a:pt x="1508" y="7401"/>
                    </a:cubicBezTo>
                    <a:cubicBezTo>
                      <a:pt x="1508" y="7399"/>
                      <a:pt x="1507" y="7399"/>
                      <a:pt x="1507" y="7398"/>
                    </a:cubicBezTo>
                    <a:cubicBezTo>
                      <a:pt x="1499" y="7387"/>
                      <a:pt x="1487" y="7389"/>
                      <a:pt x="1475" y="7394"/>
                    </a:cubicBezTo>
                    <a:cubicBezTo>
                      <a:pt x="1480" y="7385"/>
                      <a:pt x="1483" y="7376"/>
                      <a:pt x="1486" y="7367"/>
                    </a:cubicBezTo>
                    <a:cubicBezTo>
                      <a:pt x="1488" y="7365"/>
                      <a:pt x="1491" y="7363"/>
                      <a:pt x="1494" y="7362"/>
                    </a:cubicBezTo>
                    <a:cubicBezTo>
                      <a:pt x="1496" y="7361"/>
                      <a:pt x="1498" y="7359"/>
                      <a:pt x="1500" y="7358"/>
                    </a:cubicBezTo>
                    <a:cubicBezTo>
                      <a:pt x="1506" y="7357"/>
                      <a:pt x="1511" y="7354"/>
                      <a:pt x="1515" y="7352"/>
                    </a:cubicBezTo>
                    <a:cubicBezTo>
                      <a:pt x="1523" y="7347"/>
                      <a:pt x="1531" y="7341"/>
                      <a:pt x="1537" y="7334"/>
                    </a:cubicBezTo>
                    <a:lnTo>
                      <a:pt x="1537" y="7333"/>
                    </a:lnTo>
                    <a:cubicBezTo>
                      <a:pt x="1538" y="7332"/>
                      <a:pt x="1538" y="7331"/>
                      <a:pt x="1538" y="7330"/>
                    </a:cubicBezTo>
                    <a:cubicBezTo>
                      <a:pt x="1538" y="7329"/>
                      <a:pt x="1538" y="7327"/>
                      <a:pt x="1537" y="7326"/>
                    </a:cubicBezTo>
                    <a:cubicBezTo>
                      <a:pt x="1536" y="7325"/>
                      <a:pt x="1536" y="7324"/>
                      <a:pt x="1535" y="7324"/>
                    </a:cubicBezTo>
                    <a:cubicBezTo>
                      <a:pt x="1522" y="7317"/>
                      <a:pt x="1507" y="7326"/>
                      <a:pt x="1494" y="7333"/>
                    </a:cubicBezTo>
                    <a:cubicBezTo>
                      <a:pt x="1496" y="7325"/>
                      <a:pt x="1497" y="7316"/>
                      <a:pt x="1498" y="7308"/>
                    </a:cubicBezTo>
                    <a:cubicBezTo>
                      <a:pt x="1505" y="7307"/>
                      <a:pt x="1511" y="7305"/>
                      <a:pt x="1517" y="7302"/>
                    </a:cubicBezTo>
                    <a:cubicBezTo>
                      <a:pt x="1519" y="7301"/>
                      <a:pt x="1521" y="7299"/>
                      <a:pt x="1522" y="7298"/>
                    </a:cubicBezTo>
                    <a:cubicBezTo>
                      <a:pt x="1523" y="7297"/>
                      <a:pt x="1523" y="7297"/>
                      <a:pt x="1524" y="7296"/>
                    </a:cubicBezTo>
                    <a:cubicBezTo>
                      <a:pt x="1525" y="7295"/>
                      <a:pt x="1525" y="7294"/>
                      <a:pt x="1525" y="7293"/>
                    </a:cubicBezTo>
                    <a:cubicBezTo>
                      <a:pt x="1525" y="7292"/>
                      <a:pt x="1525" y="7290"/>
                      <a:pt x="1524" y="7289"/>
                    </a:cubicBezTo>
                    <a:cubicBezTo>
                      <a:pt x="1523" y="7288"/>
                      <a:pt x="1523" y="7288"/>
                      <a:pt x="1522" y="7288"/>
                    </a:cubicBezTo>
                    <a:cubicBezTo>
                      <a:pt x="1521" y="7287"/>
                      <a:pt x="1520" y="7286"/>
                      <a:pt x="1519" y="7285"/>
                    </a:cubicBezTo>
                    <a:cubicBezTo>
                      <a:pt x="1515" y="7283"/>
                      <a:pt x="1510" y="7281"/>
                      <a:pt x="1505" y="7281"/>
                    </a:cubicBezTo>
                    <a:cubicBezTo>
                      <a:pt x="1504" y="7281"/>
                      <a:pt x="1503" y="7282"/>
                      <a:pt x="1501" y="7282"/>
                    </a:cubicBezTo>
                    <a:cubicBezTo>
                      <a:pt x="1503" y="7270"/>
                      <a:pt x="1504" y="7259"/>
                      <a:pt x="1505" y="7249"/>
                    </a:cubicBezTo>
                    <a:cubicBezTo>
                      <a:pt x="1515" y="7246"/>
                      <a:pt x="1525" y="7242"/>
                      <a:pt x="1534" y="7237"/>
                    </a:cubicBezTo>
                    <a:cubicBezTo>
                      <a:pt x="1537" y="7235"/>
                      <a:pt x="1541" y="7233"/>
                      <a:pt x="1544" y="7230"/>
                    </a:cubicBezTo>
                    <a:cubicBezTo>
                      <a:pt x="1545" y="7230"/>
                      <a:pt x="1545" y="7229"/>
                      <a:pt x="1546" y="7228"/>
                    </a:cubicBezTo>
                    <a:cubicBezTo>
                      <a:pt x="1547" y="7227"/>
                      <a:pt x="1547" y="7226"/>
                      <a:pt x="1547" y="7225"/>
                    </a:cubicBezTo>
                    <a:cubicBezTo>
                      <a:pt x="1547" y="7224"/>
                      <a:pt x="1547" y="7223"/>
                      <a:pt x="1546" y="7222"/>
                    </a:cubicBezTo>
                    <a:cubicBezTo>
                      <a:pt x="1546" y="7221"/>
                      <a:pt x="1544" y="7220"/>
                      <a:pt x="1543" y="7219"/>
                    </a:cubicBezTo>
                    <a:cubicBezTo>
                      <a:pt x="1539" y="7217"/>
                      <a:pt x="1535" y="7217"/>
                      <a:pt x="1531" y="7217"/>
                    </a:cubicBezTo>
                    <a:cubicBezTo>
                      <a:pt x="1528" y="7217"/>
                      <a:pt x="1524" y="7217"/>
                      <a:pt x="1520" y="7219"/>
                    </a:cubicBezTo>
                    <a:lnTo>
                      <a:pt x="1507" y="7223"/>
                    </a:lnTo>
                    <a:lnTo>
                      <a:pt x="1507" y="7221"/>
                    </a:lnTo>
                    <a:cubicBezTo>
                      <a:pt x="1507" y="7216"/>
                      <a:pt x="1508" y="7211"/>
                      <a:pt x="1508" y="7206"/>
                    </a:cubicBezTo>
                    <a:cubicBezTo>
                      <a:pt x="1514" y="7204"/>
                      <a:pt x="1521" y="7204"/>
                      <a:pt x="1526" y="7202"/>
                    </a:cubicBezTo>
                    <a:cubicBezTo>
                      <a:pt x="1540" y="7199"/>
                      <a:pt x="1554" y="7194"/>
                      <a:pt x="1566" y="7188"/>
                    </a:cubicBezTo>
                    <a:cubicBezTo>
                      <a:pt x="1570" y="7185"/>
                      <a:pt x="1569" y="7180"/>
                      <a:pt x="1566" y="7178"/>
                    </a:cubicBezTo>
                    <a:cubicBezTo>
                      <a:pt x="1557" y="7175"/>
                      <a:pt x="1549" y="7174"/>
                      <a:pt x="1540" y="7174"/>
                    </a:cubicBezTo>
                    <a:cubicBezTo>
                      <a:pt x="1529" y="7174"/>
                      <a:pt x="1518" y="7176"/>
                      <a:pt x="1509" y="7181"/>
                    </a:cubicBezTo>
                    <a:cubicBezTo>
                      <a:pt x="1509" y="7174"/>
                      <a:pt x="1509" y="7168"/>
                      <a:pt x="1508" y="7161"/>
                    </a:cubicBezTo>
                    <a:cubicBezTo>
                      <a:pt x="1523" y="7150"/>
                      <a:pt x="1548" y="7154"/>
                      <a:pt x="1562" y="7142"/>
                    </a:cubicBezTo>
                    <a:cubicBezTo>
                      <a:pt x="1562" y="7141"/>
                      <a:pt x="1562" y="7141"/>
                      <a:pt x="1563" y="7140"/>
                    </a:cubicBezTo>
                    <a:cubicBezTo>
                      <a:pt x="1564" y="7139"/>
                      <a:pt x="1564" y="7137"/>
                      <a:pt x="1564" y="7136"/>
                    </a:cubicBezTo>
                    <a:cubicBezTo>
                      <a:pt x="1564" y="7134"/>
                      <a:pt x="1564" y="7134"/>
                      <a:pt x="1563" y="7133"/>
                    </a:cubicBezTo>
                    <a:cubicBezTo>
                      <a:pt x="1562" y="7132"/>
                      <a:pt x="1562" y="7132"/>
                      <a:pt x="1562" y="7131"/>
                    </a:cubicBezTo>
                    <a:cubicBezTo>
                      <a:pt x="1546" y="7117"/>
                      <a:pt x="1522" y="7127"/>
                      <a:pt x="1506" y="7135"/>
                    </a:cubicBezTo>
                    <a:lnTo>
                      <a:pt x="1504" y="7135"/>
                    </a:lnTo>
                    <a:cubicBezTo>
                      <a:pt x="1504" y="7133"/>
                      <a:pt x="1504" y="7131"/>
                      <a:pt x="1504" y="7129"/>
                    </a:cubicBezTo>
                    <a:cubicBezTo>
                      <a:pt x="1504" y="7127"/>
                      <a:pt x="1504" y="7123"/>
                      <a:pt x="1504" y="7120"/>
                    </a:cubicBezTo>
                    <a:cubicBezTo>
                      <a:pt x="1505" y="7118"/>
                      <a:pt x="1507" y="7116"/>
                      <a:pt x="1508" y="7116"/>
                    </a:cubicBezTo>
                    <a:cubicBezTo>
                      <a:pt x="1510" y="7115"/>
                      <a:pt x="1511" y="7115"/>
                      <a:pt x="1513" y="7114"/>
                    </a:cubicBezTo>
                    <a:cubicBezTo>
                      <a:pt x="1521" y="7112"/>
                      <a:pt x="1528" y="7109"/>
                      <a:pt x="1535" y="7106"/>
                    </a:cubicBezTo>
                    <a:cubicBezTo>
                      <a:pt x="1543" y="7103"/>
                      <a:pt x="1551" y="7100"/>
                      <a:pt x="1559" y="7095"/>
                    </a:cubicBezTo>
                    <a:cubicBezTo>
                      <a:pt x="1563" y="7092"/>
                      <a:pt x="1568" y="7089"/>
                      <a:pt x="1572" y="7086"/>
                    </a:cubicBezTo>
                    <a:cubicBezTo>
                      <a:pt x="1573" y="7086"/>
                      <a:pt x="1573" y="7085"/>
                      <a:pt x="1573" y="7085"/>
                    </a:cubicBezTo>
                    <a:cubicBezTo>
                      <a:pt x="1574" y="7084"/>
                      <a:pt x="1574" y="7083"/>
                      <a:pt x="1574" y="7082"/>
                    </a:cubicBezTo>
                    <a:cubicBezTo>
                      <a:pt x="1574" y="7080"/>
                      <a:pt x="1574" y="7079"/>
                      <a:pt x="1573" y="7078"/>
                    </a:cubicBezTo>
                    <a:cubicBezTo>
                      <a:pt x="1573" y="7078"/>
                      <a:pt x="1573" y="7077"/>
                      <a:pt x="1572" y="7077"/>
                    </a:cubicBezTo>
                    <a:cubicBezTo>
                      <a:pt x="1553" y="7062"/>
                      <a:pt x="1530" y="7079"/>
                      <a:pt x="1512" y="7088"/>
                    </a:cubicBezTo>
                    <a:lnTo>
                      <a:pt x="1506" y="7091"/>
                    </a:lnTo>
                    <a:cubicBezTo>
                      <a:pt x="1506" y="7085"/>
                      <a:pt x="1506" y="7080"/>
                      <a:pt x="1506" y="7075"/>
                    </a:cubicBezTo>
                    <a:cubicBezTo>
                      <a:pt x="1509" y="7074"/>
                      <a:pt x="1512" y="7073"/>
                      <a:pt x="1516" y="7072"/>
                    </a:cubicBezTo>
                    <a:cubicBezTo>
                      <a:pt x="1527" y="7070"/>
                      <a:pt x="1539" y="7066"/>
                      <a:pt x="1549" y="7061"/>
                    </a:cubicBezTo>
                    <a:cubicBezTo>
                      <a:pt x="1550" y="7061"/>
                      <a:pt x="1551" y="7060"/>
                      <a:pt x="1552" y="7059"/>
                    </a:cubicBezTo>
                    <a:cubicBezTo>
                      <a:pt x="1553" y="7058"/>
                      <a:pt x="1553" y="7056"/>
                      <a:pt x="1553" y="7055"/>
                    </a:cubicBezTo>
                    <a:cubicBezTo>
                      <a:pt x="1553" y="7054"/>
                      <a:pt x="1553" y="7052"/>
                      <a:pt x="1552" y="7051"/>
                    </a:cubicBezTo>
                    <a:cubicBezTo>
                      <a:pt x="1552" y="7050"/>
                      <a:pt x="1550" y="7048"/>
                      <a:pt x="1549" y="7048"/>
                    </a:cubicBezTo>
                    <a:cubicBezTo>
                      <a:pt x="1548" y="7047"/>
                      <a:pt x="1548" y="7048"/>
                      <a:pt x="1548" y="7048"/>
                    </a:cubicBezTo>
                    <a:cubicBezTo>
                      <a:pt x="1554" y="7051"/>
                      <a:pt x="1548" y="7046"/>
                      <a:pt x="1546" y="7045"/>
                    </a:cubicBezTo>
                    <a:cubicBezTo>
                      <a:pt x="1542" y="7044"/>
                      <a:pt x="1538" y="7043"/>
                      <a:pt x="1534" y="7043"/>
                    </a:cubicBezTo>
                    <a:cubicBezTo>
                      <a:pt x="1533" y="7043"/>
                      <a:pt x="1533" y="7043"/>
                      <a:pt x="1532" y="7043"/>
                    </a:cubicBezTo>
                    <a:cubicBezTo>
                      <a:pt x="1522" y="7043"/>
                      <a:pt x="1512" y="7046"/>
                      <a:pt x="1503" y="7050"/>
                    </a:cubicBezTo>
                    <a:cubicBezTo>
                      <a:pt x="1503" y="7044"/>
                      <a:pt x="1501" y="7038"/>
                      <a:pt x="1500" y="7032"/>
                    </a:cubicBezTo>
                    <a:cubicBezTo>
                      <a:pt x="1520" y="7025"/>
                      <a:pt x="1543" y="7030"/>
                      <a:pt x="1561" y="7016"/>
                    </a:cubicBezTo>
                    <a:cubicBezTo>
                      <a:pt x="1561" y="7015"/>
                      <a:pt x="1561" y="7015"/>
                      <a:pt x="1562" y="7014"/>
                    </a:cubicBezTo>
                    <a:cubicBezTo>
                      <a:pt x="1563" y="7013"/>
                      <a:pt x="1563" y="7011"/>
                      <a:pt x="1563" y="7010"/>
                    </a:cubicBezTo>
                    <a:cubicBezTo>
                      <a:pt x="1563" y="7008"/>
                      <a:pt x="1563" y="7008"/>
                      <a:pt x="1562" y="7007"/>
                    </a:cubicBezTo>
                    <a:cubicBezTo>
                      <a:pt x="1561" y="7006"/>
                      <a:pt x="1561" y="7006"/>
                      <a:pt x="1561" y="7005"/>
                    </a:cubicBezTo>
                    <a:cubicBezTo>
                      <a:pt x="1550" y="6996"/>
                      <a:pt x="1535" y="7001"/>
                      <a:pt x="1522" y="7003"/>
                    </a:cubicBezTo>
                    <a:cubicBezTo>
                      <a:pt x="1514" y="7005"/>
                      <a:pt x="1506" y="7007"/>
                      <a:pt x="1499" y="7012"/>
                    </a:cubicBezTo>
                    <a:cubicBezTo>
                      <a:pt x="1497" y="7013"/>
                      <a:pt x="1495" y="7014"/>
                      <a:pt x="1494" y="7015"/>
                    </a:cubicBezTo>
                    <a:cubicBezTo>
                      <a:pt x="1493" y="7014"/>
                      <a:pt x="1493" y="7013"/>
                      <a:pt x="1492" y="7012"/>
                    </a:cubicBezTo>
                    <a:cubicBezTo>
                      <a:pt x="1490" y="7008"/>
                      <a:pt x="1487" y="7004"/>
                      <a:pt x="1483" y="7001"/>
                    </a:cubicBezTo>
                    <a:cubicBezTo>
                      <a:pt x="1383" y="6919"/>
                      <a:pt x="1307" y="7093"/>
                      <a:pt x="1289" y="7162"/>
                    </a:cubicBezTo>
                    <a:cubicBezTo>
                      <a:pt x="1247" y="7320"/>
                      <a:pt x="1196" y="7471"/>
                      <a:pt x="1102" y="7605"/>
                    </a:cubicBezTo>
                    <a:cubicBezTo>
                      <a:pt x="1063" y="7661"/>
                      <a:pt x="1013" y="7711"/>
                      <a:pt x="976" y="7768"/>
                    </a:cubicBezTo>
                    <a:cubicBezTo>
                      <a:pt x="939" y="7825"/>
                      <a:pt x="878" y="7905"/>
                      <a:pt x="819" y="7940"/>
                    </a:cubicBezTo>
                    <a:cubicBezTo>
                      <a:pt x="798" y="7956"/>
                      <a:pt x="779" y="7973"/>
                      <a:pt x="761" y="7992"/>
                    </a:cubicBezTo>
                    <a:cubicBezTo>
                      <a:pt x="734" y="8016"/>
                      <a:pt x="713" y="8046"/>
                      <a:pt x="683" y="8067"/>
                    </a:cubicBezTo>
                    <a:cubicBezTo>
                      <a:pt x="625" y="8109"/>
                      <a:pt x="565" y="8148"/>
                      <a:pt x="503" y="8185"/>
                    </a:cubicBezTo>
                    <a:cubicBezTo>
                      <a:pt x="491" y="8191"/>
                      <a:pt x="477" y="8196"/>
                      <a:pt x="464" y="8199"/>
                    </a:cubicBezTo>
                    <a:cubicBezTo>
                      <a:pt x="450" y="8203"/>
                      <a:pt x="410" y="8223"/>
                      <a:pt x="425" y="8203"/>
                    </a:cubicBezTo>
                    <a:cubicBezTo>
                      <a:pt x="429" y="8197"/>
                      <a:pt x="434" y="8191"/>
                      <a:pt x="439" y="8186"/>
                    </a:cubicBezTo>
                    <a:cubicBezTo>
                      <a:pt x="442" y="8185"/>
                      <a:pt x="445" y="8184"/>
                      <a:pt x="448" y="8184"/>
                    </a:cubicBezTo>
                    <a:cubicBezTo>
                      <a:pt x="457" y="8182"/>
                      <a:pt x="469" y="8175"/>
                      <a:pt x="459" y="8169"/>
                    </a:cubicBezTo>
                    <a:lnTo>
                      <a:pt x="461" y="8167"/>
                    </a:lnTo>
                    <a:cubicBezTo>
                      <a:pt x="467" y="8167"/>
                      <a:pt x="474" y="8169"/>
                      <a:pt x="477" y="8169"/>
                    </a:cubicBezTo>
                    <a:cubicBezTo>
                      <a:pt x="480" y="8170"/>
                      <a:pt x="483" y="8170"/>
                      <a:pt x="487" y="8170"/>
                    </a:cubicBezTo>
                    <a:cubicBezTo>
                      <a:pt x="496" y="8170"/>
                      <a:pt x="506" y="8167"/>
                      <a:pt x="515" y="8163"/>
                    </a:cubicBezTo>
                    <a:cubicBezTo>
                      <a:pt x="515" y="8162"/>
                      <a:pt x="517" y="8162"/>
                      <a:pt x="517" y="8161"/>
                    </a:cubicBezTo>
                    <a:cubicBezTo>
                      <a:pt x="518" y="8160"/>
                      <a:pt x="517" y="8159"/>
                      <a:pt x="517" y="8158"/>
                    </a:cubicBezTo>
                    <a:cubicBezTo>
                      <a:pt x="517" y="8157"/>
                      <a:pt x="518" y="8156"/>
                      <a:pt x="517" y="8155"/>
                    </a:cubicBezTo>
                    <a:cubicBezTo>
                      <a:pt x="517" y="8154"/>
                      <a:pt x="515" y="8153"/>
                      <a:pt x="515" y="8153"/>
                    </a:cubicBezTo>
                    <a:cubicBezTo>
                      <a:pt x="514" y="8152"/>
                      <a:pt x="514" y="8152"/>
                      <a:pt x="513" y="8152"/>
                    </a:cubicBezTo>
                    <a:cubicBezTo>
                      <a:pt x="506" y="8148"/>
                      <a:pt x="498" y="8146"/>
                      <a:pt x="490" y="8146"/>
                    </a:cubicBezTo>
                    <a:cubicBezTo>
                      <a:pt x="489" y="8146"/>
                      <a:pt x="489" y="8146"/>
                      <a:pt x="488" y="8146"/>
                    </a:cubicBezTo>
                    <a:lnTo>
                      <a:pt x="495" y="8140"/>
                    </a:lnTo>
                    <a:cubicBezTo>
                      <a:pt x="500" y="8141"/>
                      <a:pt x="505" y="8142"/>
                      <a:pt x="510" y="8142"/>
                    </a:cubicBezTo>
                    <a:cubicBezTo>
                      <a:pt x="525" y="8142"/>
                      <a:pt x="539" y="8138"/>
                      <a:pt x="552" y="8131"/>
                    </a:cubicBezTo>
                    <a:lnTo>
                      <a:pt x="553" y="8130"/>
                    </a:lnTo>
                    <a:cubicBezTo>
                      <a:pt x="554" y="8129"/>
                      <a:pt x="554" y="8128"/>
                      <a:pt x="554" y="8127"/>
                    </a:cubicBezTo>
                    <a:cubicBezTo>
                      <a:pt x="554" y="8126"/>
                      <a:pt x="554" y="8125"/>
                      <a:pt x="553" y="8124"/>
                    </a:cubicBezTo>
                    <a:cubicBezTo>
                      <a:pt x="553" y="8123"/>
                      <a:pt x="552" y="8123"/>
                      <a:pt x="551" y="8122"/>
                    </a:cubicBezTo>
                    <a:cubicBezTo>
                      <a:pt x="544" y="8119"/>
                      <a:pt x="537" y="8118"/>
                      <a:pt x="530" y="8118"/>
                    </a:cubicBezTo>
                    <a:cubicBezTo>
                      <a:pt x="527" y="8118"/>
                      <a:pt x="523" y="8118"/>
                      <a:pt x="520" y="8119"/>
                    </a:cubicBezTo>
                    <a:cubicBezTo>
                      <a:pt x="527" y="8112"/>
                      <a:pt x="535" y="8104"/>
                      <a:pt x="543" y="8097"/>
                    </a:cubicBezTo>
                    <a:lnTo>
                      <a:pt x="569" y="8097"/>
                    </a:lnTo>
                    <a:cubicBezTo>
                      <a:pt x="570" y="8097"/>
                      <a:pt x="571" y="8097"/>
                      <a:pt x="572" y="8097"/>
                    </a:cubicBezTo>
                    <a:cubicBezTo>
                      <a:pt x="581" y="8097"/>
                      <a:pt x="591" y="8095"/>
                      <a:pt x="599" y="8090"/>
                    </a:cubicBezTo>
                    <a:cubicBezTo>
                      <a:pt x="600" y="8089"/>
                      <a:pt x="602" y="8088"/>
                      <a:pt x="604" y="8087"/>
                    </a:cubicBezTo>
                    <a:cubicBezTo>
                      <a:pt x="607" y="8084"/>
                      <a:pt x="605" y="8079"/>
                      <a:pt x="603" y="8077"/>
                    </a:cubicBezTo>
                    <a:cubicBezTo>
                      <a:pt x="593" y="8070"/>
                      <a:pt x="580" y="8075"/>
                      <a:pt x="569" y="8075"/>
                    </a:cubicBezTo>
                    <a:lnTo>
                      <a:pt x="563" y="8075"/>
                    </a:lnTo>
                    <a:lnTo>
                      <a:pt x="581" y="8060"/>
                    </a:lnTo>
                    <a:cubicBezTo>
                      <a:pt x="583" y="8059"/>
                      <a:pt x="585" y="8059"/>
                      <a:pt x="588" y="8059"/>
                    </a:cubicBezTo>
                    <a:cubicBezTo>
                      <a:pt x="595" y="8059"/>
                      <a:pt x="603" y="8060"/>
                      <a:pt x="610" y="8061"/>
                    </a:cubicBezTo>
                    <a:cubicBezTo>
                      <a:pt x="615" y="8063"/>
                      <a:pt x="620" y="8063"/>
                      <a:pt x="625" y="8063"/>
                    </a:cubicBezTo>
                    <a:cubicBezTo>
                      <a:pt x="633" y="8063"/>
                      <a:pt x="641" y="8062"/>
                      <a:pt x="648" y="8058"/>
                    </a:cubicBezTo>
                    <a:cubicBezTo>
                      <a:pt x="649" y="8058"/>
                      <a:pt x="649" y="8057"/>
                      <a:pt x="650" y="8056"/>
                    </a:cubicBezTo>
                    <a:cubicBezTo>
                      <a:pt x="651" y="8055"/>
                      <a:pt x="651" y="8054"/>
                      <a:pt x="651" y="8053"/>
                    </a:cubicBezTo>
                    <a:cubicBezTo>
                      <a:pt x="651" y="8051"/>
                      <a:pt x="651" y="8050"/>
                      <a:pt x="650" y="8049"/>
                    </a:cubicBezTo>
                    <a:cubicBezTo>
                      <a:pt x="649" y="8048"/>
                      <a:pt x="649" y="8048"/>
                      <a:pt x="648" y="8047"/>
                    </a:cubicBezTo>
                    <a:cubicBezTo>
                      <a:pt x="647" y="8047"/>
                      <a:pt x="647" y="8046"/>
                      <a:pt x="646" y="8046"/>
                    </a:cubicBezTo>
                    <a:cubicBezTo>
                      <a:pt x="636" y="8040"/>
                      <a:pt x="624" y="8037"/>
                      <a:pt x="612" y="8037"/>
                    </a:cubicBezTo>
                    <a:cubicBezTo>
                      <a:pt x="611" y="8037"/>
                      <a:pt x="610" y="8037"/>
                      <a:pt x="609" y="8037"/>
                    </a:cubicBezTo>
                    <a:lnTo>
                      <a:pt x="625" y="8022"/>
                    </a:lnTo>
                    <a:cubicBezTo>
                      <a:pt x="631" y="8022"/>
                      <a:pt x="636" y="8021"/>
                      <a:pt x="641" y="8020"/>
                    </a:cubicBezTo>
                    <a:cubicBezTo>
                      <a:pt x="651" y="8020"/>
                      <a:pt x="661" y="8022"/>
                      <a:pt x="671" y="8022"/>
                    </a:cubicBezTo>
                    <a:cubicBezTo>
                      <a:pt x="672" y="8022"/>
                      <a:pt x="673" y="8022"/>
                      <a:pt x="674" y="8022"/>
                    </a:cubicBezTo>
                    <a:cubicBezTo>
                      <a:pt x="681" y="8022"/>
                      <a:pt x="688" y="8022"/>
                      <a:pt x="695" y="8023"/>
                    </a:cubicBezTo>
                    <a:cubicBezTo>
                      <a:pt x="696" y="8023"/>
                      <a:pt x="697" y="8024"/>
                      <a:pt x="698" y="8024"/>
                    </a:cubicBezTo>
                    <a:cubicBezTo>
                      <a:pt x="700" y="8024"/>
                      <a:pt x="702" y="8023"/>
                      <a:pt x="705" y="8022"/>
                    </a:cubicBezTo>
                    <a:lnTo>
                      <a:pt x="705" y="8021"/>
                    </a:lnTo>
                    <a:cubicBezTo>
                      <a:pt x="706" y="8021"/>
                      <a:pt x="708" y="8020"/>
                      <a:pt x="708" y="8019"/>
                    </a:cubicBezTo>
                    <a:cubicBezTo>
                      <a:pt x="709" y="8018"/>
                      <a:pt x="709" y="8017"/>
                      <a:pt x="709" y="8015"/>
                    </a:cubicBezTo>
                    <a:cubicBezTo>
                      <a:pt x="709" y="8014"/>
                      <a:pt x="708" y="8014"/>
                      <a:pt x="708" y="8013"/>
                    </a:cubicBezTo>
                    <a:cubicBezTo>
                      <a:pt x="708" y="8012"/>
                      <a:pt x="707" y="8011"/>
                      <a:pt x="707" y="8011"/>
                    </a:cubicBezTo>
                    <a:cubicBezTo>
                      <a:pt x="704" y="8006"/>
                      <a:pt x="701" y="8001"/>
                      <a:pt x="696" y="7999"/>
                    </a:cubicBezTo>
                    <a:cubicBezTo>
                      <a:pt x="692" y="7996"/>
                      <a:pt x="685" y="7995"/>
                      <a:pt x="680" y="7995"/>
                    </a:cubicBezTo>
                    <a:cubicBezTo>
                      <a:pt x="676" y="7995"/>
                      <a:pt x="672" y="7995"/>
                      <a:pt x="668" y="7995"/>
                    </a:cubicBezTo>
                    <a:cubicBezTo>
                      <a:pt x="664" y="7995"/>
                      <a:pt x="661" y="7995"/>
                      <a:pt x="657" y="7995"/>
                    </a:cubicBezTo>
                    <a:lnTo>
                      <a:pt x="679" y="7975"/>
                    </a:lnTo>
                    <a:cubicBezTo>
                      <a:pt x="688" y="7974"/>
                      <a:pt x="697" y="7974"/>
                      <a:pt x="703" y="7974"/>
                    </a:cubicBezTo>
                    <a:cubicBezTo>
                      <a:pt x="711" y="7972"/>
                      <a:pt x="719" y="7970"/>
                      <a:pt x="727" y="7968"/>
                    </a:cubicBezTo>
                    <a:cubicBezTo>
                      <a:pt x="738" y="7964"/>
                      <a:pt x="746" y="7966"/>
                      <a:pt x="750" y="7953"/>
                    </a:cubicBezTo>
                    <a:cubicBezTo>
                      <a:pt x="750" y="7952"/>
                      <a:pt x="750" y="7952"/>
                      <a:pt x="750" y="7951"/>
                    </a:cubicBezTo>
                    <a:cubicBezTo>
                      <a:pt x="750" y="7950"/>
                      <a:pt x="750" y="7948"/>
                      <a:pt x="749" y="7947"/>
                    </a:cubicBezTo>
                    <a:cubicBezTo>
                      <a:pt x="749" y="7945"/>
                      <a:pt x="747" y="7945"/>
                      <a:pt x="746" y="7945"/>
                    </a:cubicBezTo>
                    <a:cubicBezTo>
                      <a:pt x="745" y="7944"/>
                      <a:pt x="744" y="7944"/>
                      <a:pt x="743" y="7944"/>
                    </a:cubicBezTo>
                    <a:cubicBezTo>
                      <a:pt x="739" y="7943"/>
                      <a:pt x="735" y="7943"/>
                      <a:pt x="731" y="7943"/>
                    </a:cubicBezTo>
                    <a:cubicBezTo>
                      <a:pt x="724" y="7943"/>
                      <a:pt x="717" y="7944"/>
                      <a:pt x="710" y="7945"/>
                    </a:cubicBezTo>
                    <a:cubicBezTo>
                      <a:pt x="715" y="7941"/>
                      <a:pt x="719" y="7937"/>
                      <a:pt x="723" y="7933"/>
                    </a:cubicBezTo>
                    <a:lnTo>
                      <a:pt x="728" y="7928"/>
                    </a:lnTo>
                    <a:cubicBezTo>
                      <a:pt x="733" y="7927"/>
                      <a:pt x="738" y="7926"/>
                      <a:pt x="743" y="7926"/>
                    </a:cubicBezTo>
                    <a:cubicBezTo>
                      <a:pt x="744" y="7926"/>
                      <a:pt x="744" y="7926"/>
                      <a:pt x="745" y="7926"/>
                    </a:cubicBezTo>
                    <a:cubicBezTo>
                      <a:pt x="750" y="7927"/>
                      <a:pt x="755" y="7927"/>
                      <a:pt x="759" y="7927"/>
                    </a:cubicBezTo>
                    <a:cubicBezTo>
                      <a:pt x="769" y="7927"/>
                      <a:pt x="778" y="7926"/>
                      <a:pt x="788" y="7924"/>
                    </a:cubicBezTo>
                    <a:cubicBezTo>
                      <a:pt x="788" y="7923"/>
                      <a:pt x="789" y="7923"/>
                      <a:pt x="789" y="7923"/>
                    </a:cubicBezTo>
                    <a:cubicBezTo>
                      <a:pt x="790" y="7922"/>
                      <a:pt x="791" y="7922"/>
                      <a:pt x="791" y="7921"/>
                    </a:cubicBezTo>
                    <a:cubicBezTo>
                      <a:pt x="792" y="7920"/>
                      <a:pt x="792" y="7919"/>
                      <a:pt x="792" y="7918"/>
                    </a:cubicBezTo>
                    <a:cubicBezTo>
                      <a:pt x="792" y="7916"/>
                      <a:pt x="792" y="7915"/>
                      <a:pt x="791" y="7914"/>
                    </a:cubicBezTo>
                    <a:cubicBezTo>
                      <a:pt x="785" y="7900"/>
                      <a:pt x="767" y="7901"/>
                      <a:pt x="753" y="7902"/>
                    </a:cubicBezTo>
                    <a:lnTo>
                      <a:pt x="773" y="7881"/>
                    </a:lnTo>
                    <a:cubicBezTo>
                      <a:pt x="777" y="7880"/>
                      <a:pt x="782" y="7880"/>
                      <a:pt x="786" y="7880"/>
                    </a:cubicBezTo>
                    <a:cubicBezTo>
                      <a:pt x="793" y="7880"/>
                      <a:pt x="799" y="7880"/>
                      <a:pt x="805" y="7881"/>
                    </a:cubicBezTo>
                    <a:cubicBezTo>
                      <a:pt x="807" y="7882"/>
                      <a:pt x="809" y="7882"/>
                      <a:pt x="812" y="7882"/>
                    </a:cubicBezTo>
                    <a:cubicBezTo>
                      <a:pt x="819" y="7882"/>
                      <a:pt x="826" y="7879"/>
                      <a:pt x="832" y="7876"/>
                    </a:cubicBezTo>
                    <a:cubicBezTo>
                      <a:pt x="833" y="7875"/>
                      <a:pt x="834" y="7875"/>
                      <a:pt x="835" y="7874"/>
                    </a:cubicBezTo>
                    <a:cubicBezTo>
                      <a:pt x="836" y="7874"/>
                      <a:pt x="836" y="7874"/>
                      <a:pt x="836" y="7873"/>
                    </a:cubicBezTo>
                    <a:cubicBezTo>
                      <a:pt x="837" y="7872"/>
                      <a:pt x="837" y="7871"/>
                      <a:pt x="837" y="7870"/>
                    </a:cubicBezTo>
                    <a:cubicBezTo>
                      <a:pt x="837" y="7869"/>
                      <a:pt x="837" y="7868"/>
                      <a:pt x="836" y="7867"/>
                    </a:cubicBezTo>
                    <a:cubicBezTo>
                      <a:pt x="836" y="7866"/>
                      <a:pt x="836" y="7866"/>
                      <a:pt x="835" y="7866"/>
                    </a:cubicBezTo>
                    <a:cubicBezTo>
                      <a:pt x="826" y="7861"/>
                      <a:pt x="817" y="7858"/>
                      <a:pt x="807" y="7858"/>
                    </a:cubicBezTo>
                    <a:cubicBezTo>
                      <a:pt x="803" y="7858"/>
                      <a:pt x="799" y="7858"/>
                      <a:pt x="796" y="7859"/>
                    </a:cubicBezTo>
                    <a:lnTo>
                      <a:pt x="792" y="7859"/>
                    </a:lnTo>
                    <a:lnTo>
                      <a:pt x="808" y="7839"/>
                    </a:lnTo>
                    <a:cubicBezTo>
                      <a:pt x="811" y="7837"/>
                      <a:pt x="813" y="7835"/>
                      <a:pt x="816" y="7834"/>
                    </a:cubicBezTo>
                    <a:cubicBezTo>
                      <a:pt x="824" y="7829"/>
                      <a:pt x="832" y="7827"/>
                      <a:pt x="841" y="7827"/>
                    </a:cubicBezTo>
                    <a:cubicBezTo>
                      <a:pt x="849" y="7828"/>
                      <a:pt x="858" y="7829"/>
                      <a:pt x="867" y="7829"/>
                    </a:cubicBezTo>
                    <a:cubicBezTo>
                      <a:pt x="872" y="7829"/>
                      <a:pt x="878" y="7828"/>
                      <a:pt x="884" y="7828"/>
                    </a:cubicBezTo>
                    <a:cubicBezTo>
                      <a:pt x="885" y="7828"/>
                      <a:pt x="884" y="7828"/>
                      <a:pt x="885" y="7827"/>
                    </a:cubicBezTo>
                    <a:cubicBezTo>
                      <a:pt x="886" y="7826"/>
                      <a:pt x="888" y="7826"/>
                      <a:pt x="888" y="7825"/>
                    </a:cubicBezTo>
                    <a:cubicBezTo>
                      <a:pt x="889" y="7824"/>
                      <a:pt x="889" y="7823"/>
                      <a:pt x="889" y="7822"/>
                    </a:cubicBezTo>
                    <a:cubicBezTo>
                      <a:pt x="889" y="7821"/>
                      <a:pt x="888" y="7820"/>
                      <a:pt x="888" y="7819"/>
                    </a:cubicBezTo>
                    <a:cubicBezTo>
                      <a:pt x="880" y="7799"/>
                      <a:pt x="858" y="7801"/>
                      <a:pt x="840" y="7802"/>
                    </a:cubicBezTo>
                    <a:lnTo>
                      <a:pt x="837" y="7802"/>
                    </a:lnTo>
                    <a:lnTo>
                      <a:pt x="843" y="7793"/>
                    </a:lnTo>
                    <a:cubicBezTo>
                      <a:pt x="855" y="7787"/>
                      <a:pt x="868" y="7782"/>
                      <a:pt x="881" y="7778"/>
                    </a:cubicBezTo>
                    <a:cubicBezTo>
                      <a:pt x="898" y="7773"/>
                      <a:pt x="920" y="7774"/>
                      <a:pt x="934" y="7762"/>
                    </a:cubicBezTo>
                    <a:cubicBezTo>
                      <a:pt x="934" y="7762"/>
                      <a:pt x="935" y="7761"/>
                      <a:pt x="935" y="7760"/>
                    </a:cubicBezTo>
                    <a:cubicBezTo>
                      <a:pt x="936" y="7759"/>
                      <a:pt x="936" y="7758"/>
                      <a:pt x="936" y="7757"/>
                    </a:cubicBezTo>
                    <a:cubicBezTo>
                      <a:pt x="936" y="7756"/>
                      <a:pt x="936" y="7754"/>
                      <a:pt x="935" y="7753"/>
                    </a:cubicBezTo>
                    <a:cubicBezTo>
                      <a:pt x="935" y="7753"/>
                      <a:pt x="934" y="7752"/>
                      <a:pt x="934" y="7751"/>
                    </a:cubicBezTo>
                    <a:cubicBezTo>
                      <a:pt x="926" y="7748"/>
                      <a:pt x="918" y="7746"/>
                      <a:pt x="910" y="7746"/>
                    </a:cubicBezTo>
                    <a:cubicBezTo>
                      <a:pt x="902" y="7746"/>
                      <a:pt x="895" y="7747"/>
                      <a:pt x="888" y="7750"/>
                    </a:cubicBezTo>
                    <a:cubicBezTo>
                      <a:pt x="881" y="7752"/>
                      <a:pt x="875" y="7754"/>
                      <a:pt x="869" y="7757"/>
                    </a:cubicBezTo>
                    <a:cubicBezTo>
                      <a:pt x="874" y="7748"/>
                      <a:pt x="880" y="7739"/>
                      <a:pt x="885" y="7729"/>
                    </a:cubicBezTo>
                    <a:cubicBezTo>
                      <a:pt x="885" y="7730"/>
                      <a:pt x="886" y="7730"/>
                      <a:pt x="886" y="7730"/>
                    </a:cubicBezTo>
                    <a:cubicBezTo>
                      <a:pt x="888" y="7731"/>
                      <a:pt x="889" y="7731"/>
                      <a:pt x="890" y="7731"/>
                    </a:cubicBezTo>
                    <a:cubicBezTo>
                      <a:pt x="892" y="7731"/>
                      <a:pt x="893" y="7731"/>
                      <a:pt x="895" y="7730"/>
                    </a:cubicBezTo>
                    <a:lnTo>
                      <a:pt x="896" y="7729"/>
                    </a:lnTo>
                    <a:cubicBezTo>
                      <a:pt x="900" y="7726"/>
                      <a:pt x="904" y="7723"/>
                      <a:pt x="909" y="7720"/>
                    </a:cubicBezTo>
                    <a:cubicBezTo>
                      <a:pt x="917" y="7715"/>
                      <a:pt x="927" y="7712"/>
                      <a:pt x="937" y="7710"/>
                    </a:cubicBezTo>
                    <a:cubicBezTo>
                      <a:pt x="946" y="7709"/>
                      <a:pt x="956" y="7706"/>
                      <a:pt x="964" y="7702"/>
                    </a:cubicBezTo>
                    <a:cubicBezTo>
                      <a:pt x="965" y="7701"/>
                      <a:pt x="966" y="7701"/>
                      <a:pt x="966" y="7700"/>
                    </a:cubicBezTo>
                    <a:cubicBezTo>
                      <a:pt x="967" y="7699"/>
                      <a:pt x="967" y="7698"/>
                      <a:pt x="967" y="7697"/>
                    </a:cubicBezTo>
                    <a:cubicBezTo>
                      <a:pt x="967" y="7696"/>
                      <a:pt x="967" y="7695"/>
                      <a:pt x="966" y="7694"/>
                    </a:cubicBezTo>
                    <a:cubicBezTo>
                      <a:pt x="966" y="7693"/>
                      <a:pt x="965" y="7692"/>
                      <a:pt x="964" y="7692"/>
                    </a:cubicBezTo>
                    <a:lnTo>
                      <a:pt x="964" y="7691"/>
                    </a:lnTo>
                    <a:cubicBezTo>
                      <a:pt x="957" y="7688"/>
                      <a:pt x="950" y="7685"/>
                      <a:pt x="942" y="7685"/>
                    </a:cubicBezTo>
                    <a:cubicBezTo>
                      <a:pt x="935" y="7685"/>
                      <a:pt x="926" y="7688"/>
                      <a:pt x="919" y="7691"/>
                    </a:cubicBezTo>
                    <a:cubicBezTo>
                      <a:pt x="919" y="7692"/>
                      <a:pt x="919" y="7692"/>
                      <a:pt x="919" y="7692"/>
                    </a:cubicBezTo>
                    <a:lnTo>
                      <a:pt x="921" y="7689"/>
                    </a:lnTo>
                    <a:cubicBezTo>
                      <a:pt x="923" y="7687"/>
                      <a:pt x="924" y="7685"/>
                      <a:pt x="926" y="7682"/>
                    </a:cubicBezTo>
                    <a:cubicBezTo>
                      <a:pt x="932" y="7682"/>
                      <a:pt x="940" y="7684"/>
                      <a:pt x="946" y="7684"/>
                    </a:cubicBezTo>
                    <a:cubicBezTo>
                      <a:pt x="953" y="7685"/>
                      <a:pt x="961" y="7686"/>
                      <a:pt x="969" y="7687"/>
                    </a:cubicBezTo>
                    <a:cubicBezTo>
                      <a:pt x="970" y="7687"/>
                      <a:pt x="971" y="7686"/>
                      <a:pt x="972" y="7686"/>
                    </a:cubicBezTo>
                    <a:cubicBezTo>
                      <a:pt x="973" y="7685"/>
                      <a:pt x="974" y="7684"/>
                      <a:pt x="975" y="7683"/>
                    </a:cubicBezTo>
                    <a:cubicBezTo>
                      <a:pt x="976" y="7682"/>
                      <a:pt x="976" y="7680"/>
                      <a:pt x="976" y="7679"/>
                    </a:cubicBezTo>
                    <a:lnTo>
                      <a:pt x="976" y="7678"/>
                    </a:lnTo>
                    <a:cubicBezTo>
                      <a:pt x="976" y="7661"/>
                      <a:pt x="953" y="7660"/>
                      <a:pt x="940" y="7660"/>
                    </a:cubicBezTo>
                    <a:lnTo>
                      <a:pt x="946" y="7649"/>
                    </a:lnTo>
                    <a:cubicBezTo>
                      <a:pt x="947" y="7650"/>
                      <a:pt x="949" y="7650"/>
                      <a:pt x="951" y="7650"/>
                    </a:cubicBezTo>
                    <a:cubicBezTo>
                      <a:pt x="953" y="7650"/>
                      <a:pt x="955" y="7650"/>
                      <a:pt x="957" y="7649"/>
                    </a:cubicBezTo>
                    <a:lnTo>
                      <a:pt x="958" y="7649"/>
                    </a:lnTo>
                    <a:cubicBezTo>
                      <a:pt x="960" y="7648"/>
                      <a:pt x="961" y="7647"/>
                      <a:pt x="961" y="7646"/>
                    </a:cubicBezTo>
                    <a:cubicBezTo>
                      <a:pt x="962" y="7644"/>
                      <a:pt x="962" y="7643"/>
                      <a:pt x="962" y="7642"/>
                    </a:cubicBezTo>
                    <a:lnTo>
                      <a:pt x="962" y="7641"/>
                    </a:lnTo>
                    <a:cubicBezTo>
                      <a:pt x="968" y="7634"/>
                      <a:pt x="987" y="7634"/>
                      <a:pt x="994" y="7633"/>
                    </a:cubicBezTo>
                    <a:cubicBezTo>
                      <a:pt x="1006" y="7632"/>
                      <a:pt x="1021" y="7633"/>
                      <a:pt x="1027" y="7622"/>
                    </a:cubicBezTo>
                    <a:cubicBezTo>
                      <a:pt x="1028" y="7620"/>
                      <a:pt x="1028" y="7618"/>
                      <a:pt x="1028" y="7617"/>
                    </a:cubicBezTo>
                    <a:cubicBezTo>
                      <a:pt x="1028" y="7615"/>
                      <a:pt x="1028" y="7614"/>
                      <a:pt x="1027" y="7613"/>
                    </a:cubicBezTo>
                    <a:cubicBezTo>
                      <a:pt x="1017" y="7595"/>
                      <a:pt x="985" y="7601"/>
                      <a:pt x="968" y="7606"/>
                    </a:cubicBezTo>
                    <a:lnTo>
                      <a:pt x="981" y="7580"/>
                    </a:lnTo>
                    <a:cubicBezTo>
                      <a:pt x="982" y="7580"/>
                      <a:pt x="983" y="7579"/>
                      <a:pt x="983" y="7579"/>
                    </a:cubicBezTo>
                    <a:cubicBezTo>
                      <a:pt x="991" y="7575"/>
                      <a:pt x="999" y="7572"/>
                      <a:pt x="1007" y="7571"/>
                    </a:cubicBezTo>
                    <a:cubicBezTo>
                      <a:pt x="1021" y="7568"/>
                      <a:pt x="1034" y="7571"/>
                      <a:pt x="1046" y="7562"/>
                    </a:cubicBezTo>
                    <a:cubicBezTo>
                      <a:pt x="1047" y="7561"/>
                      <a:pt x="1048" y="7561"/>
                      <a:pt x="1048" y="7560"/>
                    </a:cubicBezTo>
                    <a:cubicBezTo>
                      <a:pt x="1049" y="7559"/>
                      <a:pt x="1049" y="7558"/>
                      <a:pt x="1049" y="7557"/>
                    </a:cubicBezTo>
                    <a:cubicBezTo>
                      <a:pt x="1049" y="7556"/>
                      <a:pt x="1049" y="7555"/>
                      <a:pt x="1048" y="7554"/>
                    </a:cubicBezTo>
                    <a:cubicBezTo>
                      <a:pt x="1048" y="7553"/>
                      <a:pt x="1047" y="7552"/>
                      <a:pt x="1046" y="7552"/>
                    </a:cubicBezTo>
                    <a:cubicBezTo>
                      <a:pt x="1045" y="7551"/>
                      <a:pt x="1044" y="7550"/>
                      <a:pt x="1043" y="7550"/>
                    </a:cubicBezTo>
                    <a:cubicBezTo>
                      <a:pt x="1035" y="7545"/>
                      <a:pt x="1025" y="7542"/>
                      <a:pt x="1015" y="7542"/>
                    </a:cubicBezTo>
                    <a:cubicBezTo>
                      <a:pt x="1009" y="7542"/>
                      <a:pt x="1002" y="7543"/>
                      <a:pt x="996" y="7546"/>
                    </a:cubicBezTo>
                    <a:cubicBezTo>
                      <a:pt x="1000" y="7538"/>
                      <a:pt x="1003" y="7531"/>
                      <a:pt x="1006" y="7524"/>
                    </a:cubicBezTo>
                    <a:cubicBezTo>
                      <a:pt x="1012" y="7521"/>
                      <a:pt x="1019" y="7518"/>
                      <a:pt x="1025" y="7516"/>
                    </a:cubicBezTo>
                    <a:cubicBezTo>
                      <a:pt x="1043" y="7513"/>
                      <a:pt x="1059" y="7507"/>
                      <a:pt x="1074" y="7498"/>
                    </a:cubicBezTo>
                    <a:cubicBezTo>
                      <a:pt x="1075" y="7498"/>
                      <a:pt x="1076" y="7497"/>
                      <a:pt x="1076" y="7496"/>
                    </a:cubicBezTo>
                    <a:cubicBezTo>
                      <a:pt x="1077" y="7495"/>
                      <a:pt x="1077" y="7493"/>
                      <a:pt x="1077" y="7492"/>
                    </a:cubicBezTo>
                    <a:cubicBezTo>
                      <a:pt x="1077" y="7491"/>
                      <a:pt x="1077" y="7489"/>
                      <a:pt x="1076" y="7488"/>
                    </a:cubicBezTo>
                    <a:cubicBezTo>
                      <a:pt x="1076" y="7487"/>
                      <a:pt x="1075" y="7486"/>
                      <a:pt x="1074" y="7485"/>
                    </a:cubicBezTo>
                    <a:cubicBezTo>
                      <a:pt x="1073" y="7485"/>
                      <a:pt x="1073" y="7485"/>
                      <a:pt x="1073" y="7485"/>
                    </a:cubicBezTo>
                    <a:cubicBezTo>
                      <a:pt x="1067" y="7482"/>
                      <a:pt x="1059" y="7481"/>
                      <a:pt x="1052" y="7481"/>
                    </a:cubicBezTo>
                    <a:cubicBezTo>
                      <a:pt x="1043" y="7481"/>
                      <a:pt x="1034" y="7483"/>
                      <a:pt x="1026" y="7487"/>
                    </a:cubicBezTo>
                    <a:lnTo>
                      <a:pt x="1019" y="7490"/>
                    </a:lnTo>
                    <a:lnTo>
                      <a:pt x="1026" y="7472"/>
                    </a:lnTo>
                    <a:cubicBezTo>
                      <a:pt x="1054" y="7457"/>
                      <a:pt x="1087" y="7455"/>
                      <a:pt x="1115" y="7441"/>
                    </a:cubicBezTo>
                    <a:cubicBezTo>
                      <a:pt x="1116" y="7440"/>
                      <a:pt x="1117" y="7439"/>
                      <a:pt x="1117" y="7438"/>
                    </a:cubicBezTo>
                    <a:cubicBezTo>
                      <a:pt x="1118" y="7437"/>
                      <a:pt x="1118" y="7435"/>
                      <a:pt x="1118" y="7434"/>
                    </a:cubicBezTo>
                    <a:cubicBezTo>
                      <a:pt x="1118" y="7432"/>
                      <a:pt x="1118" y="7432"/>
                      <a:pt x="1117" y="7431"/>
                    </a:cubicBezTo>
                    <a:cubicBezTo>
                      <a:pt x="1116" y="7429"/>
                      <a:pt x="1115" y="7428"/>
                      <a:pt x="1114" y="7428"/>
                    </a:cubicBezTo>
                    <a:lnTo>
                      <a:pt x="1114" y="7427"/>
                    </a:lnTo>
                    <a:cubicBezTo>
                      <a:pt x="1105" y="7425"/>
                      <a:pt x="1095" y="7423"/>
                      <a:pt x="1086" y="7423"/>
                    </a:cubicBezTo>
                    <a:cubicBezTo>
                      <a:pt x="1070" y="7423"/>
                      <a:pt x="1054" y="7427"/>
                      <a:pt x="1040" y="7435"/>
                    </a:cubicBezTo>
                    <a:lnTo>
                      <a:pt x="1040" y="7432"/>
                    </a:lnTo>
                    <a:cubicBezTo>
                      <a:pt x="1041" y="7431"/>
                      <a:pt x="1042" y="7430"/>
                      <a:pt x="1043" y="7429"/>
                    </a:cubicBezTo>
                    <a:cubicBezTo>
                      <a:pt x="1044" y="7428"/>
                      <a:pt x="1044" y="7427"/>
                      <a:pt x="1044" y="7426"/>
                    </a:cubicBezTo>
                    <a:cubicBezTo>
                      <a:pt x="1050" y="7388"/>
                      <a:pt x="1114" y="7398"/>
                      <a:pt x="1138" y="7383"/>
                    </a:cubicBezTo>
                    <a:cubicBezTo>
                      <a:pt x="1138" y="7383"/>
                      <a:pt x="1139" y="7382"/>
                      <a:pt x="1140" y="7381"/>
                    </a:cubicBezTo>
                    <a:cubicBezTo>
                      <a:pt x="1141" y="7380"/>
                      <a:pt x="1141" y="7378"/>
                      <a:pt x="1141" y="7377"/>
                    </a:cubicBezTo>
                    <a:cubicBezTo>
                      <a:pt x="1141" y="7375"/>
                      <a:pt x="1141" y="7375"/>
                      <a:pt x="1140" y="7373"/>
                    </a:cubicBezTo>
                    <a:cubicBezTo>
                      <a:pt x="1140" y="7371"/>
                      <a:pt x="1138" y="7372"/>
                      <a:pt x="1138" y="7371"/>
                    </a:cubicBezTo>
                    <a:cubicBezTo>
                      <a:pt x="1126" y="7366"/>
                      <a:pt x="1114" y="7363"/>
                      <a:pt x="1101" y="7363"/>
                    </a:cubicBezTo>
                    <a:cubicBezTo>
                      <a:pt x="1086" y="7363"/>
                      <a:pt x="1072" y="7366"/>
                      <a:pt x="1059" y="7374"/>
                    </a:cubicBezTo>
                    <a:lnTo>
                      <a:pt x="1061" y="7368"/>
                    </a:lnTo>
                    <a:cubicBezTo>
                      <a:pt x="1066" y="7356"/>
                      <a:pt x="1100" y="7345"/>
                      <a:pt x="1111" y="7341"/>
                    </a:cubicBezTo>
                    <a:cubicBezTo>
                      <a:pt x="1125" y="7338"/>
                      <a:pt x="1138" y="7332"/>
                      <a:pt x="1150" y="7326"/>
                    </a:cubicBezTo>
                    <a:cubicBezTo>
                      <a:pt x="1151" y="7325"/>
                      <a:pt x="1152" y="7324"/>
                      <a:pt x="1152" y="7323"/>
                    </a:cubicBezTo>
                    <a:cubicBezTo>
                      <a:pt x="1153" y="7322"/>
                      <a:pt x="1153" y="7320"/>
                      <a:pt x="1153" y="7319"/>
                    </a:cubicBezTo>
                    <a:cubicBezTo>
                      <a:pt x="1153" y="7317"/>
                      <a:pt x="1153" y="7316"/>
                      <a:pt x="1152" y="7315"/>
                    </a:cubicBezTo>
                    <a:cubicBezTo>
                      <a:pt x="1152" y="7314"/>
                      <a:pt x="1151" y="7313"/>
                      <a:pt x="1150" y="7313"/>
                    </a:cubicBezTo>
                    <a:cubicBezTo>
                      <a:pt x="1129" y="7298"/>
                      <a:pt x="1101" y="7314"/>
                      <a:pt x="1080" y="7324"/>
                    </a:cubicBezTo>
                    <a:lnTo>
                      <a:pt x="1075" y="7327"/>
                    </a:lnTo>
                    <a:cubicBezTo>
                      <a:pt x="1078" y="7321"/>
                      <a:pt x="1080" y="7314"/>
                      <a:pt x="1082" y="7307"/>
                    </a:cubicBezTo>
                    <a:cubicBezTo>
                      <a:pt x="1098" y="7299"/>
                      <a:pt x="1115" y="7293"/>
                      <a:pt x="1131" y="7287"/>
                    </a:cubicBezTo>
                    <a:cubicBezTo>
                      <a:pt x="1143" y="7283"/>
                      <a:pt x="1156" y="7284"/>
                      <a:pt x="1159" y="7270"/>
                    </a:cubicBezTo>
                    <a:cubicBezTo>
                      <a:pt x="1160" y="7269"/>
                      <a:pt x="1160" y="7269"/>
                      <a:pt x="1160" y="7268"/>
                    </a:cubicBezTo>
                    <a:cubicBezTo>
                      <a:pt x="1160" y="7267"/>
                      <a:pt x="1160" y="7265"/>
                      <a:pt x="1159" y="7264"/>
                    </a:cubicBezTo>
                    <a:cubicBezTo>
                      <a:pt x="1159" y="7263"/>
                      <a:pt x="1157" y="7261"/>
                      <a:pt x="1156" y="7261"/>
                    </a:cubicBezTo>
                    <a:cubicBezTo>
                      <a:pt x="1155" y="7260"/>
                      <a:pt x="1153" y="7260"/>
                      <a:pt x="1152" y="7260"/>
                    </a:cubicBezTo>
                    <a:cubicBezTo>
                      <a:pt x="1150" y="7260"/>
                      <a:pt x="1148" y="7260"/>
                      <a:pt x="1146" y="7260"/>
                    </a:cubicBezTo>
                    <a:cubicBezTo>
                      <a:pt x="1132" y="7260"/>
                      <a:pt x="1119" y="7263"/>
                      <a:pt x="1107" y="7269"/>
                    </a:cubicBezTo>
                    <a:lnTo>
                      <a:pt x="1095" y="7275"/>
                    </a:lnTo>
                    <a:cubicBezTo>
                      <a:pt x="1098" y="7267"/>
                      <a:pt x="1101" y="7260"/>
                      <a:pt x="1105" y="7252"/>
                    </a:cubicBezTo>
                    <a:cubicBezTo>
                      <a:pt x="1132" y="7235"/>
                      <a:pt x="1164" y="7230"/>
                      <a:pt x="1190" y="7213"/>
                    </a:cubicBezTo>
                    <a:cubicBezTo>
                      <a:pt x="1191" y="7212"/>
                      <a:pt x="1191" y="7212"/>
                      <a:pt x="1192" y="7211"/>
                    </a:cubicBezTo>
                    <a:cubicBezTo>
                      <a:pt x="1193" y="7210"/>
                      <a:pt x="1193" y="7209"/>
                      <a:pt x="1193" y="7208"/>
                    </a:cubicBezTo>
                    <a:cubicBezTo>
                      <a:pt x="1193" y="7206"/>
                      <a:pt x="1193" y="7205"/>
                      <a:pt x="1192" y="7204"/>
                    </a:cubicBezTo>
                    <a:cubicBezTo>
                      <a:pt x="1191" y="7203"/>
                      <a:pt x="1191" y="7203"/>
                      <a:pt x="1190" y="7202"/>
                    </a:cubicBezTo>
                    <a:cubicBezTo>
                      <a:pt x="1171" y="7186"/>
                      <a:pt x="1145" y="7206"/>
                      <a:pt x="1126" y="7212"/>
                    </a:cubicBezTo>
                    <a:cubicBezTo>
                      <a:pt x="1128" y="7207"/>
                      <a:pt x="1130" y="7202"/>
                      <a:pt x="1132" y="7196"/>
                    </a:cubicBezTo>
                    <a:cubicBezTo>
                      <a:pt x="1142" y="7186"/>
                      <a:pt x="1153" y="7178"/>
                      <a:pt x="1166" y="7171"/>
                    </a:cubicBezTo>
                    <a:cubicBezTo>
                      <a:pt x="1167" y="7170"/>
                      <a:pt x="1168" y="7169"/>
                      <a:pt x="1169" y="7169"/>
                    </a:cubicBezTo>
                    <a:cubicBezTo>
                      <a:pt x="1186" y="7160"/>
                      <a:pt x="1208" y="7162"/>
                      <a:pt x="1222" y="7147"/>
                    </a:cubicBezTo>
                    <a:lnTo>
                      <a:pt x="1223" y="7147"/>
                    </a:lnTo>
                    <a:cubicBezTo>
                      <a:pt x="1223" y="7145"/>
                      <a:pt x="1224" y="7144"/>
                      <a:pt x="1224" y="7143"/>
                    </a:cubicBezTo>
                    <a:cubicBezTo>
                      <a:pt x="1224" y="7142"/>
                      <a:pt x="1223" y="7141"/>
                      <a:pt x="1223" y="7140"/>
                    </a:cubicBezTo>
                    <a:lnTo>
                      <a:pt x="1222" y="7139"/>
                    </a:lnTo>
                    <a:cubicBezTo>
                      <a:pt x="1205" y="7122"/>
                      <a:pt x="1177" y="7135"/>
                      <a:pt x="1159" y="7145"/>
                    </a:cubicBezTo>
                    <a:cubicBezTo>
                      <a:pt x="1156" y="7147"/>
                      <a:pt x="1152" y="7149"/>
                      <a:pt x="1149" y="7151"/>
                    </a:cubicBezTo>
                    <a:cubicBezTo>
                      <a:pt x="1151" y="7146"/>
                      <a:pt x="1154" y="7140"/>
                      <a:pt x="1157" y="7134"/>
                    </a:cubicBezTo>
                    <a:cubicBezTo>
                      <a:pt x="1161" y="7131"/>
                      <a:pt x="1165" y="7128"/>
                      <a:pt x="1169" y="7126"/>
                    </a:cubicBezTo>
                    <a:cubicBezTo>
                      <a:pt x="1187" y="7115"/>
                      <a:pt x="1207" y="7108"/>
                      <a:pt x="1228" y="7103"/>
                    </a:cubicBezTo>
                    <a:cubicBezTo>
                      <a:pt x="1241" y="7100"/>
                      <a:pt x="1260" y="7096"/>
                      <a:pt x="1259" y="7078"/>
                    </a:cubicBezTo>
                    <a:cubicBezTo>
                      <a:pt x="1258" y="7077"/>
                      <a:pt x="1259" y="7076"/>
                      <a:pt x="1258" y="7075"/>
                    </a:cubicBezTo>
                    <a:cubicBezTo>
                      <a:pt x="1257" y="7074"/>
                      <a:pt x="1257" y="7073"/>
                      <a:pt x="1255" y="7072"/>
                    </a:cubicBezTo>
                    <a:cubicBezTo>
                      <a:pt x="1254" y="7071"/>
                      <a:pt x="1252" y="7071"/>
                      <a:pt x="1251" y="7071"/>
                    </a:cubicBezTo>
                    <a:cubicBezTo>
                      <a:pt x="1250" y="7071"/>
                      <a:pt x="1249" y="7071"/>
                      <a:pt x="1248" y="7072"/>
                    </a:cubicBezTo>
                    <a:cubicBezTo>
                      <a:pt x="1240" y="7073"/>
                      <a:pt x="1232" y="7074"/>
                      <a:pt x="1224" y="7074"/>
                    </a:cubicBezTo>
                    <a:cubicBezTo>
                      <a:pt x="1223" y="7074"/>
                      <a:pt x="1222" y="7074"/>
                      <a:pt x="1221" y="7074"/>
                    </a:cubicBezTo>
                    <a:cubicBezTo>
                      <a:pt x="1211" y="7076"/>
                      <a:pt x="1202" y="7079"/>
                      <a:pt x="1193" y="7084"/>
                    </a:cubicBezTo>
                    <a:lnTo>
                      <a:pt x="1177" y="7091"/>
                    </a:lnTo>
                    <a:lnTo>
                      <a:pt x="1189" y="7068"/>
                    </a:lnTo>
                    <a:cubicBezTo>
                      <a:pt x="1214" y="7051"/>
                      <a:pt x="1248" y="7046"/>
                      <a:pt x="1274" y="7030"/>
                    </a:cubicBezTo>
                    <a:cubicBezTo>
                      <a:pt x="1275" y="7030"/>
                      <a:pt x="1276" y="7029"/>
                      <a:pt x="1276" y="7028"/>
                    </a:cubicBezTo>
                    <a:cubicBezTo>
                      <a:pt x="1277" y="7027"/>
                      <a:pt x="1277" y="7026"/>
                      <a:pt x="1277" y="7025"/>
                    </a:cubicBezTo>
                    <a:cubicBezTo>
                      <a:pt x="1277" y="7024"/>
                      <a:pt x="1277" y="7023"/>
                      <a:pt x="1276" y="7022"/>
                    </a:cubicBezTo>
                    <a:cubicBezTo>
                      <a:pt x="1276" y="7021"/>
                      <a:pt x="1275" y="7020"/>
                      <a:pt x="1274" y="7020"/>
                    </a:cubicBezTo>
                    <a:cubicBezTo>
                      <a:pt x="1273" y="7019"/>
                      <a:pt x="1272" y="7019"/>
                      <a:pt x="1272" y="7019"/>
                    </a:cubicBezTo>
                    <a:cubicBezTo>
                      <a:pt x="1268" y="7019"/>
                      <a:pt x="1265" y="7018"/>
                      <a:pt x="1261" y="7018"/>
                    </a:cubicBezTo>
                    <a:cubicBezTo>
                      <a:pt x="1243" y="7018"/>
                      <a:pt x="1224" y="7023"/>
                      <a:pt x="1208" y="7031"/>
                    </a:cubicBezTo>
                    <a:cubicBezTo>
                      <a:pt x="1211" y="7026"/>
                      <a:pt x="1214" y="7020"/>
                      <a:pt x="1217" y="7015"/>
                    </a:cubicBezTo>
                    <a:cubicBezTo>
                      <a:pt x="1217" y="7014"/>
                      <a:pt x="1218" y="7014"/>
                      <a:pt x="1218" y="7014"/>
                    </a:cubicBezTo>
                    <a:cubicBezTo>
                      <a:pt x="1233" y="7006"/>
                      <a:pt x="1248" y="6999"/>
                      <a:pt x="1264" y="6995"/>
                    </a:cubicBezTo>
                    <a:cubicBezTo>
                      <a:pt x="1280" y="6990"/>
                      <a:pt x="1295" y="6984"/>
                      <a:pt x="1309" y="6977"/>
                    </a:cubicBezTo>
                    <a:cubicBezTo>
                      <a:pt x="1310" y="6977"/>
                      <a:pt x="1312" y="6976"/>
                      <a:pt x="1312" y="6975"/>
                    </a:cubicBezTo>
                    <a:cubicBezTo>
                      <a:pt x="1313" y="6973"/>
                      <a:pt x="1313" y="6972"/>
                      <a:pt x="1313" y="6971"/>
                    </a:cubicBezTo>
                    <a:cubicBezTo>
                      <a:pt x="1313" y="6969"/>
                      <a:pt x="1313" y="6968"/>
                      <a:pt x="1312" y="6967"/>
                    </a:cubicBezTo>
                    <a:cubicBezTo>
                      <a:pt x="1311" y="6966"/>
                      <a:pt x="1310" y="6965"/>
                      <a:pt x="1309" y="6964"/>
                    </a:cubicBezTo>
                    <a:cubicBezTo>
                      <a:pt x="1291" y="6955"/>
                      <a:pt x="1268" y="6971"/>
                      <a:pt x="1250" y="6977"/>
                    </a:cubicBezTo>
                    <a:lnTo>
                      <a:pt x="1236" y="6983"/>
                    </a:lnTo>
                    <a:cubicBezTo>
                      <a:pt x="1243" y="6973"/>
                      <a:pt x="1249" y="6963"/>
                      <a:pt x="1256" y="6953"/>
                    </a:cubicBezTo>
                    <a:cubicBezTo>
                      <a:pt x="1267" y="6948"/>
                      <a:pt x="1279" y="6946"/>
                      <a:pt x="1290" y="6945"/>
                    </a:cubicBezTo>
                    <a:cubicBezTo>
                      <a:pt x="1303" y="6945"/>
                      <a:pt x="1316" y="6941"/>
                      <a:pt x="1327" y="6935"/>
                    </a:cubicBezTo>
                    <a:cubicBezTo>
                      <a:pt x="1328" y="6935"/>
                      <a:pt x="1329" y="6934"/>
                      <a:pt x="1329" y="6933"/>
                    </a:cubicBezTo>
                    <a:cubicBezTo>
                      <a:pt x="1330" y="6932"/>
                      <a:pt x="1330" y="6931"/>
                      <a:pt x="1330" y="6930"/>
                    </a:cubicBezTo>
                    <a:cubicBezTo>
                      <a:pt x="1330" y="6929"/>
                      <a:pt x="1330" y="6928"/>
                      <a:pt x="1329" y="6927"/>
                    </a:cubicBezTo>
                    <a:cubicBezTo>
                      <a:pt x="1329" y="6927"/>
                      <a:pt x="1328" y="6926"/>
                      <a:pt x="1327" y="6925"/>
                    </a:cubicBezTo>
                    <a:cubicBezTo>
                      <a:pt x="1320" y="6922"/>
                      <a:pt x="1312" y="6920"/>
                      <a:pt x="1305" y="6920"/>
                    </a:cubicBezTo>
                    <a:cubicBezTo>
                      <a:pt x="1303" y="6920"/>
                      <a:pt x="1301" y="6921"/>
                      <a:pt x="1299" y="6921"/>
                    </a:cubicBezTo>
                    <a:cubicBezTo>
                      <a:pt x="1320" y="6910"/>
                      <a:pt x="1342" y="6902"/>
                      <a:pt x="1365" y="6896"/>
                    </a:cubicBezTo>
                    <a:cubicBezTo>
                      <a:pt x="1382" y="6892"/>
                      <a:pt x="1407" y="6885"/>
                      <a:pt x="1415" y="6868"/>
                    </a:cubicBezTo>
                    <a:cubicBezTo>
                      <a:pt x="1418" y="6863"/>
                      <a:pt x="1412" y="6858"/>
                      <a:pt x="1407" y="6860"/>
                    </a:cubicBezTo>
                    <a:cubicBezTo>
                      <a:pt x="1374" y="6867"/>
                      <a:pt x="1342" y="6878"/>
                      <a:pt x="1311" y="6891"/>
                    </a:cubicBezTo>
                    <a:cubicBezTo>
                      <a:pt x="1325" y="6879"/>
                      <a:pt x="1339" y="6869"/>
                      <a:pt x="1355" y="6859"/>
                    </a:cubicBezTo>
                    <a:lnTo>
                      <a:pt x="1356" y="6860"/>
                    </a:lnTo>
                    <a:cubicBezTo>
                      <a:pt x="1357" y="6860"/>
                      <a:pt x="1359" y="6861"/>
                      <a:pt x="1360" y="6861"/>
                    </a:cubicBezTo>
                    <a:cubicBezTo>
                      <a:pt x="1362" y="6861"/>
                      <a:pt x="1364" y="6861"/>
                      <a:pt x="1365" y="6860"/>
                    </a:cubicBezTo>
                    <a:cubicBezTo>
                      <a:pt x="1366" y="6859"/>
                      <a:pt x="1366" y="6859"/>
                      <a:pt x="1366" y="6859"/>
                    </a:cubicBezTo>
                    <a:cubicBezTo>
                      <a:pt x="1383" y="6845"/>
                      <a:pt x="1410" y="6848"/>
                      <a:pt x="1430" y="6845"/>
                    </a:cubicBezTo>
                    <a:cubicBezTo>
                      <a:pt x="1451" y="6842"/>
                      <a:pt x="1469" y="6844"/>
                      <a:pt x="1484" y="6830"/>
                    </a:cubicBezTo>
                    <a:lnTo>
                      <a:pt x="1484" y="6829"/>
                    </a:lnTo>
                    <a:cubicBezTo>
                      <a:pt x="1485" y="6828"/>
                      <a:pt x="1485" y="6826"/>
                      <a:pt x="1485" y="6825"/>
                    </a:cubicBezTo>
                    <a:cubicBezTo>
                      <a:pt x="1485" y="6823"/>
                      <a:pt x="1485" y="6823"/>
                      <a:pt x="1484" y="6822"/>
                    </a:cubicBezTo>
                    <a:lnTo>
                      <a:pt x="1484" y="6821"/>
                    </a:lnTo>
                    <a:cubicBezTo>
                      <a:pt x="1483" y="6820"/>
                      <a:pt x="1482" y="6820"/>
                      <a:pt x="1481" y="6819"/>
                    </a:cubicBezTo>
                    <a:cubicBezTo>
                      <a:pt x="1479" y="6818"/>
                      <a:pt x="1477" y="6817"/>
                      <a:pt x="1475" y="6817"/>
                    </a:cubicBezTo>
                    <a:cubicBezTo>
                      <a:pt x="1477" y="6817"/>
                      <a:pt x="1478" y="6817"/>
                      <a:pt x="1479" y="6817"/>
                    </a:cubicBezTo>
                    <a:cubicBezTo>
                      <a:pt x="1482" y="6817"/>
                      <a:pt x="1485" y="6817"/>
                      <a:pt x="1488" y="6815"/>
                    </a:cubicBezTo>
                    <a:cubicBezTo>
                      <a:pt x="1490" y="6814"/>
                      <a:pt x="1492" y="6812"/>
                      <a:pt x="1494" y="6809"/>
                    </a:cubicBezTo>
                    <a:lnTo>
                      <a:pt x="1494" y="6808"/>
                    </a:lnTo>
                    <a:lnTo>
                      <a:pt x="1494" y="6807"/>
                    </a:lnTo>
                    <a:cubicBezTo>
                      <a:pt x="1500" y="6805"/>
                      <a:pt x="1506" y="6803"/>
                      <a:pt x="1512" y="6803"/>
                    </a:cubicBezTo>
                    <a:cubicBezTo>
                      <a:pt x="1529" y="6800"/>
                      <a:pt x="1545" y="6798"/>
                      <a:pt x="1562" y="6798"/>
                    </a:cubicBezTo>
                    <a:cubicBezTo>
                      <a:pt x="1601" y="6798"/>
                      <a:pt x="1639" y="6806"/>
                      <a:pt x="1675" y="6821"/>
                    </a:cubicBezTo>
                    <a:cubicBezTo>
                      <a:pt x="1676" y="6821"/>
                      <a:pt x="1678" y="6822"/>
                      <a:pt x="1679" y="6822"/>
                    </a:cubicBezTo>
                    <a:cubicBezTo>
                      <a:pt x="1680" y="6822"/>
                      <a:pt x="1681" y="6820"/>
                      <a:pt x="1683" y="6820"/>
                    </a:cubicBezTo>
                    <a:cubicBezTo>
                      <a:pt x="1685" y="6819"/>
                      <a:pt x="1686" y="6818"/>
                      <a:pt x="1687" y="6817"/>
                    </a:cubicBezTo>
                    <a:cubicBezTo>
                      <a:pt x="1688" y="6816"/>
                      <a:pt x="1688" y="6813"/>
                      <a:pt x="1688" y="6812"/>
                    </a:cubicBezTo>
                    <a:cubicBezTo>
                      <a:pt x="1688" y="6810"/>
                      <a:pt x="1688" y="6809"/>
                      <a:pt x="1687" y="6808"/>
                    </a:cubicBezTo>
                    <a:cubicBezTo>
                      <a:pt x="1686" y="6807"/>
                      <a:pt x="1685" y="6806"/>
                      <a:pt x="1683" y="6805"/>
                    </a:cubicBezTo>
                    <a:cubicBezTo>
                      <a:pt x="1682" y="6804"/>
                      <a:pt x="1683" y="6804"/>
                      <a:pt x="1683" y="6804"/>
                    </a:cubicBezTo>
                    <a:cubicBezTo>
                      <a:pt x="1675" y="6801"/>
                      <a:pt x="1668" y="6797"/>
                      <a:pt x="1660" y="6794"/>
                    </a:cubicBezTo>
                    <a:lnTo>
                      <a:pt x="1660" y="6793"/>
                    </a:lnTo>
                    <a:lnTo>
                      <a:pt x="1660" y="6792"/>
                    </a:lnTo>
                    <a:cubicBezTo>
                      <a:pt x="1660" y="6790"/>
                      <a:pt x="1660" y="6788"/>
                      <a:pt x="1660" y="6787"/>
                    </a:cubicBezTo>
                    <a:cubicBezTo>
                      <a:pt x="1663" y="6787"/>
                      <a:pt x="1665" y="6787"/>
                      <a:pt x="1668" y="6787"/>
                    </a:cubicBezTo>
                    <a:cubicBezTo>
                      <a:pt x="1671" y="6787"/>
                      <a:pt x="1673" y="6787"/>
                      <a:pt x="1676" y="6787"/>
                    </a:cubicBezTo>
                    <a:cubicBezTo>
                      <a:pt x="1678" y="6787"/>
                      <a:pt x="1679" y="6787"/>
                      <a:pt x="1681" y="6787"/>
                    </a:cubicBezTo>
                    <a:cubicBezTo>
                      <a:pt x="1687" y="6787"/>
                      <a:pt x="1693" y="6785"/>
                      <a:pt x="1699" y="6782"/>
                    </a:cubicBezTo>
                    <a:cubicBezTo>
                      <a:pt x="1700" y="6781"/>
                      <a:pt x="1702" y="6780"/>
                      <a:pt x="1704" y="6779"/>
                    </a:cubicBezTo>
                    <a:cubicBezTo>
                      <a:pt x="1704" y="6778"/>
                      <a:pt x="1704" y="6778"/>
                      <a:pt x="1704" y="6778"/>
                    </a:cubicBezTo>
                    <a:cubicBezTo>
                      <a:pt x="1705" y="6777"/>
                      <a:pt x="1705" y="6776"/>
                      <a:pt x="1705" y="6775"/>
                    </a:cubicBezTo>
                    <a:cubicBezTo>
                      <a:pt x="1705" y="6773"/>
                      <a:pt x="1705" y="6772"/>
                      <a:pt x="1704" y="6771"/>
                    </a:cubicBezTo>
                    <a:cubicBezTo>
                      <a:pt x="1702" y="6769"/>
                      <a:pt x="1700" y="6768"/>
                      <a:pt x="1698" y="6767"/>
                    </a:cubicBezTo>
                    <a:cubicBezTo>
                      <a:pt x="1693" y="6764"/>
                      <a:pt x="1687" y="6762"/>
                      <a:pt x="1681" y="6762"/>
                    </a:cubicBezTo>
                    <a:cubicBezTo>
                      <a:pt x="1680" y="6762"/>
                      <a:pt x="1679" y="6762"/>
                      <a:pt x="1678" y="6762"/>
                    </a:cubicBezTo>
                    <a:lnTo>
                      <a:pt x="1665" y="6762"/>
                    </a:lnTo>
                    <a:cubicBezTo>
                      <a:pt x="1666" y="6759"/>
                      <a:pt x="1668" y="6755"/>
                      <a:pt x="1670" y="6751"/>
                    </a:cubicBezTo>
                    <a:cubicBezTo>
                      <a:pt x="1674" y="6751"/>
                      <a:pt x="1678" y="6751"/>
                      <a:pt x="1682" y="6751"/>
                    </a:cubicBezTo>
                    <a:cubicBezTo>
                      <a:pt x="1690" y="6751"/>
                      <a:pt x="1697" y="6751"/>
                      <a:pt x="1705" y="6753"/>
                    </a:cubicBezTo>
                    <a:cubicBezTo>
                      <a:pt x="1710" y="6754"/>
                      <a:pt x="1714" y="6754"/>
                      <a:pt x="1719" y="6754"/>
                    </a:cubicBezTo>
                    <a:cubicBezTo>
                      <a:pt x="1733" y="6754"/>
                      <a:pt x="1746" y="6750"/>
                      <a:pt x="1758" y="6744"/>
                    </a:cubicBezTo>
                    <a:cubicBezTo>
                      <a:pt x="1759" y="6743"/>
                      <a:pt x="1759" y="6743"/>
                      <a:pt x="1760" y="6743"/>
                    </a:cubicBezTo>
                    <a:cubicBezTo>
                      <a:pt x="1761" y="6742"/>
                      <a:pt x="1761" y="6742"/>
                      <a:pt x="1762" y="6741"/>
                    </a:cubicBezTo>
                    <a:cubicBezTo>
                      <a:pt x="1763" y="6740"/>
                      <a:pt x="1763" y="6738"/>
                      <a:pt x="1763" y="6737"/>
                    </a:cubicBezTo>
                    <a:cubicBezTo>
                      <a:pt x="1763" y="6736"/>
                      <a:pt x="1763" y="6735"/>
                      <a:pt x="1762" y="6734"/>
                    </a:cubicBezTo>
                    <a:cubicBezTo>
                      <a:pt x="1762" y="6733"/>
                      <a:pt x="1760" y="6732"/>
                      <a:pt x="1759" y="6731"/>
                    </a:cubicBezTo>
                    <a:cubicBezTo>
                      <a:pt x="1759" y="6731"/>
                      <a:pt x="1758" y="6731"/>
                      <a:pt x="1757" y="6731"/>
                    </a:cubicBezTo>
                    <a:cubicBezTo>
                      <a:pt x="1742" y="6729"/>
                      <a:pt x="1727" y="6728"/>
                      <a:pt x="1712" y="6728"/>
                    </a:cubicBezTo>
                    <a:cubicBezTo>
                      <a:pt x="1704" y="6728"/>
                      <a:pt x="1697" y="6728"/>
                      <a:pt x="1690" y="6728"/>
                    </a:cubicBezTo>
                    <a:lnTo>
                      <a:pt x="1681" y="6728"/>
                    </a:lnTo>
                    <a:cubicBezTo>
                      <a:pt x="1684" y="6723"/>
                      <a:pt x="1686" y="6717"/>
                      <a:pt x="1688" y="6712"/>
                    </a:cubicBezTo>
                    <a:cubicBezTo>
                      <a:pt x="1695" y="6712"/>
                      <a:pt x="1705" y="6710"/>
                      <a:pt x="1706" y="6710"/>
                    </a:cubicBezTo>
                    <a:cubicBezTo>
                      <a:pt x="1720" y="6710"/>
                      <a:pt x="1734" y="6706"/>
                      <a:pt x="1747" y="6699"/>
                    </a:cubicBezTo>
                    <a:cubicBezTo>
                      <a:pt x="1747" y="6698"/>
                      <a:pt x="1747" y="6698"/>
                      <a:pt x="1748" y="6698"/>
                    </a:cubicBezTo>
                    <a:cubicBezTo>
                      <a:pt x="1748" y="6698"/>
                      <a:pt x="1749" y="6698"/>
                      <a:pt x="1749" y="6697"/>
                    </a:cubicBezTo>
                    <a:cubicBezTo>
                      <a:pt x="1750" y="6695"/>
                      <a:pt x="1750" y="6694"/>
                      <a:pt x="1750" y="6693"/>
                    </a:cubicBezTo>
                    <a:cubicBezTo>
                      <a:pt x="1750" y="6692"/>
                      <a:pt x="1750" y="6690"/>
                      <a:pt x="1749" y="6689"/>
                    </a:cubicBezTo>
                    <a:cubicBezTo>
                      <a:pt x="1748" y="6688"/>
                      <a:pt x="1747" y="6687"/>
                      <a:pt x="1746" y="6686"/>
                    </a:cubicBezTo>
                    <a:cubicBezTo>
                      <a:pt x="1732" y="6676"/>
                      <a:pt x="1712" y="6684"/>
                      <a:pt x="1695" y="6686"/>
                    </a:cubicBezTo>
                    <a:cubicBezTo>
                      <a:pt x="1698" y="6676"/>
                      <a:pt x="1701" y="6665"/>
                      <a:pt x="1703" y="6655"/>
                    </a:cubicBezTo>
                    <a:cubicBezTo>
                      <a:pt x="1712" y="6653"/>
                      <a:pt x="1721" y="6651"/>
                      <a:pt x="1729" y="6650"/>
                    </a:cubicBezTo>
                    <a:cubicBezTo>
                      <a:pt x="1744" y="6650"/>
                      <a:pt x="1758" y="6648"/>
                      <a:pt x="1772" y="6643"/>
                    </a:cubicBezTo>
                    <a:cubicBezTo>
                      <a:pt x="1773" y="6643"/>
                      <a:pt x="1774" y="6642"/>
                      <a:pt x="1774" y="6641"/>
                    </a:cubicBezTo>
                    <a:cubicBezTo>
                      <a:pt x="1775" y="6640"/>
                      <a:pt x="1775" y="6639"/>
                      <a:pt x="1775" y="6638"/>
                    </a:cubicBezTo>
                    <a:cubicBezTo>
                      <a:pt x="1775" y="6637"/>
                      <a:pt x="1775" y="6636"/>
                      <a:pt x="1774" y="6635"/>
                    </a:cubicBezTo>
                    <a:cubicBezTo>
                      <a:pt x="1774" y="6634"/>
                      <a:pt x="1773" y="6634"/>
                      <a:pt x="1772" y="6633"/>
                    </a:cubicBezTo>
                    <a:cubicBezTo>
                      <a:pt x="1764" y="6630"/>
                      <a:pt x="1755" y="6629"/>
                      <a:pt x="1746" y="6629"/>
                    </a:cubicBezTo>
                    <a:cubicBezTo>
                      <a:pt x="1737" y="6629"/>
                      <a:pt x="1727" y="6630"/>
                      <a:pt x="1719" y="6633"/>
                    </a:cubicBezTo>
                    <a:lnTo>
                      <a:pt x="1708" y="6636"/>
                    </a:lnTo>
                    <a:cubicBezTo>
                      <a:pt x="1711" y="6626"/>
                      <a:pt x="1713" y="6617"/>
                      <a:pt x="1716" y="6606"/>
                    </a:cubicBezTo>
                    <a:lnTo>
                      <a:pt x="1719" y="6606"/>
                    </a:lnTo>
                    <a:cubicBezTo>
                      <a:pt x="1730" y="6603"/>
                      <a:pt x="1741" y="6602"/>
                      <a:pt x="1752" y="6602"/>
                    </a:cubicBezTo>
                    <a:cubicBezTo>
                      <a:pt x="1768" y="6601"/>
                      <a:pt x="1785" y="6598"/>
                      <a:pt x="1799" y="6591"/>
                    </a:cubicBezTo>
                    <a:cubicBezTo>
                      <a:pt x="1800" y="6591"/>
                      <a:pt x="1801" y="6590"/>
                      <a:pt x="1802" y="6589"/>
                    </a:cubicBezTo>
                    <a:cubicBezTo>
                      <a:pt x="1803" y="6588"/>
                      <a:pt x="1802" y="6587"/>
                      <a:pt x="1802" y="6586"/>
                    </a:cubicBezTo>
                    <a:cubicBezTo>
                      <a:pt x="1802" y="6585"/>
                      <a:pt x="1803" y="6584"/>
                      <a:pt x="1802" y="6583"/>
                    </a:cubicBezTo>
                    <a:cubicBezTo>
                      <a:pt x="1801" y="6582"/>
                      <a:pt x="1800" y="6581"/>
                      <a:pt x="1799" y="6581"/>
                    </a:cubicBezTo>
                    <a:cubicBezTo>
                      <a:pt x="1791" y="6578"/>
                      <a:pt x="1782" y="6576"/>
                      <a:pt x="1773" y="6576"/>
                    </a:cubicBezTo>
                    <a:cubicBezTo>
                      <a:pt x="1764" y="6576"/>
                      <a:pt x="1755" y="6578"/>
                      <a:pt x="1747" y="6581"/>
                    </a:cubicBezTo>
                    <a:lnTo>
                      <a:pt x="1725" y="6585"/>
                    </a:lnTo>
                    <a:lnTo>
                      <a:pt x="1721" y="6586"/>
                    </a:lnTo>
                    <a:lnTo>
                      <a:pt x="1724" y="6571"/>
                    </a:lnTo>
                    <a:cubicBezTo>
                      <a:pt x="1733" y="6569"/>
                      <a:pt x="1742" y="6567"/>
                      <a:pt x="1751" y="6566"/>
                    </a:cubicBezTo>
                    <a:cubicBezTo>
                      <a:pt x="1763" y="6565"/>
                      <a:pt x="1776" y="6562"/>
                      <a:pt x="1787" y="6557"/>
                    </a:cubicBezTo>
                    <a:cubicBezTo>
                      <a:pt x="1788" y="6556"/>
                      <a:pt x="1788" y="6556"/>
                      <a:pt x="1788" y="6555"/>
                    </a:cubicBezTo>
                    <a:lnTo>
                      <a:pt x="1789" y="6555"/>
                    </a:lnTo>
                    <a:cubicBezTo>
                      <a:pt x="1789" y="6556"/>
                      <a:pt x="1789" y="6557"/>
                      <a:pt x="1789" y="6558"/>
                    </a:cubicBezTo>
                    <a:cubicBezTo>
                      <a:pt x="1789" y="6560"/>
                      <a:pt x="1790" y="6561"/>
                      <a:pt x="1791" y="6563"/>
                    </a:cubicBezTo>
                    <a:cubicBezTo>
                      <a:pt x="1793" y="6566"/>
                      <a:pt x="1795" y="6568"/>
                      <a:pt x="1798" y="6570"/>
                    </a:cubicBezTo>
                    <a:cubicBezTo>
                      <a:pt x="1800" y="6571"/>
                      <a:pt x="1803" y="6572"/>
                      <a:pt x="1805" y="6573"/>
                    </a:cubicBezTo>
                    <a:cubicBezTo>
                      <a:pt x="1811" y="6575"/>
                      <a:pt x="1818" y="6576"/>
                      <a:pt x="1825" y="6576"/>
                    </a:cubicBezTo>
                    <a:cubicBezTo>
                      <a:pt x="1837" y="6576"/>
                      <a:pt x="1849" y="6572"/>
                      <a:pt x="1859" y="6566"/>
                    </a:cubicBezTo>
                    <a:cubicBezTo>
                      <a:pt x="1861" y="6565"/>
                      <a:pt x="1863" y="6564"/>
                      <a:pt x="1864" y="6563"/>
                    </a:cubicBezTo>
                    <a:cubicBezTo>
                      <a:pt x="1868" y="6560"/>
                      <a:pt x="1871" y="6556"/>
                      <a:pt x="1873" y="6552"/>
                    </a:cubicBezTo>
                    <a:cubicBezTo>
                      <a:pt x="1877" y="6545"/>
                      <a:pt x="1879" y="6538"/>
                      <a:pt x="1879" y="6530"/>
                    </a:cubicBezTo>
                    <a:cubicBezTo>
                      <a:pt x="1879" y="6522"/>
                      <a:pt x="1877" y="6515"/>
                      <a:pt x="1873" y="6508"/>
                    </a:cubicBezTo>
                    <a:cubicBezTo>
                      <a:pt x="1873" y="6507"/>
                      <a:pt x="1872" y="6507"/>
                      <a:pt x="1872" y="6506"/>
                    </a:cubicBezTo>
                    <a:lnTo>
                      <a:pt x="1870" y="6504"/>
                    </a:lnTo>
                    <a:cubicBezTo>
                      <a:pt x="1870" y="6503"/>
                      <a:pt x="1870" y="6501"/>
                      <a:pt x="1870" y="6500"/>
                    </a:cubicBezTo>
                    <a:cubicBezTo>
                      <a:pt x="1870" y="6498"/>
                      <a:pt x="1870" y="6498"/>
                      <a:pt x="1870" y="6496"/>
                    </a:cubicBezTo>
                    <a:cubicBezTo>
                      <a:pt x="1868" y="6471"/>
                      <a:pt x="1839" y="6466"/>
                      <a:pt x="1819" y="6475"/>
                    </a:cubicBezTo>
                    <a:cubicBezTo>
                      <a:pt x="1818" y="6476"/>
                      <a:pt x="1817" y="6476"/>
                      <a:pt x="1816" y="6477"/>
                    </a:cubicBezTo>
                    <a:cubicBezTo>
                      <a:pt x="1807" y="6482"/>
                      <a:pt x="1800" y="6489"/>
                      <a:pt x="1795" y="6498"/>
                    </a:cubicBezTo>
                    <a:cubicBezTo>
                      <a:pt x="1791" y="6504"/>
                      <a:pt x="1789" y="6511"/>
                      <a:pt x="1787" y="6518"/>
                    </a:cubicBezTo>
                    <a:lnTo>
                      <a:pt x="1787" y="6517"/>
                    </a:lnTo>
                    <a:lnTo>
                      <a:pt x="1786" y="6516"/>
                    </a:lnTo>
                    <a:cubicBezTo>
                      <a:pt x="1776" y="6511"/>
                      <a:pt x="1765" y="6509"/>
                      <a:pt x="1755" y="6509"/>
                    </a:cubicBezTo>
                    <a:cubicBezTo>
                      <a:pt x="1750" y="6509"/>
                      <a:pt x="1744" y="6509"/>
                      <a:pt x="1739" y="6510"/>
                    </a:cubicBezTo>
                    <a:lnTo>
                      <a:pt x="1736" y="6510"/>
                    </a:lnTo>
                    <a:lnTo>
                      <a:pt x="1736" y="6508"/>
                    </a:lnTo>
                    <a:cubicBezTo>
                      <a:pt x="1737" y="6502"/>
                      <a:pt x="1738" y="6495"/>
                      <a:pt x="1739" y="6489"/>
                    </a:cubicBezTo>
                    <a:cubicBezTo>
                      <a:pt x="1746" y="6488"/>
                      <a:pt x="1753" y="6487"/>
                      <a:pt x="1760" y="6487"/>
                    </a:cubicBezTo>
                    <a:cubicBezTo>
                      <a:pt x="1766" y="6486"/>
                      <a:pt x="1773" y="6485"/>
                      <a:pt x="1779" y="6485"/>
                    </a:cubicBezTo>
                    <a:cubicBezTo>
                      <a:pt x="1790" y="6485"/>
                      <a:pt x="1802" y="6483"/>
                      <a:pt x="1805" y="6471"/>
                    </a:cubicBezTo>
                    <a:lnTo>
                      <a:pt x="1806" y="6470"/>
                    </a:lnTo>
                    <a:cubicBezTo>
                      <a:pt x="1806" y="6468"/>
                      <a:pt x="1806" y="6467"/>
                      <a:pt x="1805" y="6466"/>
                    </a:cubicBezTo>
                    <a:cubicBezTo>
                      <a:pt x="1805" y="6465"/>
                      <a:pt x="1803" y="6464"/>
                      <a:pt x="1802" y="6463"/>
                    </a:cubicBezTo>
                    <a:cubicBezTo>
                      <a:pt x="1801" y="6462"/>
                      <a:pt x="1799" y="6462"/>
                      <a:pt x="1798" y="6462"/>
                    </a:cubicBezTo>
                    <a:cubicBezTo>
                      <a:pt x="1790" y="6462"/>
                      <a:pt x="1782" y="6461"/>
                      <a:pt x="1774" y="6461"/>
                    </a:cubicBezTo>
                    <a:cubicBezTo>
                      <a:pt x="1766" y="6462"/>
                      <a:pt x="1759" y="6463"/>
                      <a:pt x="1751" y="6465"/>
                    </a:cubicBezTo>
                    <a:lnTo>
                      <a:pt x="1743" y="6466"/>
                    </a:lnTo>
                    <a:cubicBezTo>
                      <a:pt x="1744" y="6465"/>
                      <a:pt x="1744" y="6463"/>
                      <a:pt x="1745" y="6461"/>
                    </a:cubicBezTo>
                    <a:cubicBezTo>
                      <a:pt x="1747" y="6459"/>
                      <a:pt x="1748" y="6457"/>
                      <a:pt x="1750" y="6455"/>
                    </a:cubicBezTo>
                    <a:cubicBezTo>
                      <a:pt x="1750" y="6456"/>
                      <a:pt x="1750" y="6456"/>
                      <a:pt x="1750" y="6456"/>
                    </a:cubicBezTo>
                    <a:cubicBezTo>
                      <a:pt x="1751" y="6456"/>
                      <a:pt x="1753" y="6457"/>
                      <a:pt x="1754" y="6457"/>
                    </a:cubicBezTo>
                    <a:cubicBezTo>
                      <a:pt x="1760" y="6456"/>
                      <a:pt x="1765" y="6454"/>
                      <a:pt x="1769" y="6451"/>
                    </a:cubicBezTo>
                    <a:cubicBezTo>
                      <a:pt x="1771" y="6450"/>
                      <a:pt x="1774" y="6449"/>
                      <a:pt x="1775" y="6447"/>
                    </a:cubicBezTo>
                    <a:cubicBezTo>
                      <a:pt x="1776" y="6447"/>
                      <a:pt x="1776" y="6446"/>
                      <a:pt x="1777" y="6446"/>
                    </a:cubicBezTo>
                    <a:cubicBezTo>
                      <a:pt x="1781" y="6444"/>
                      <a:pt x="1785" y="6442"/>
                      <a:pt x="1790" y="6440"/>
                    </a:cubicBezTo>
                    <a:lnTo>
                      <a:pt x="1793" y="6440"/>
                    </a:lnTo>
                    <a:cubicBezTo>
                      <a:pt x="1794" y="6439"/>
                      <a:pt x="1796" y="6439"/>
                      <a:pt x="1797" y="6438"/>
                    </a:cubicBezTo>
                    <a:cubicBezTo>
                      <a:pt x="1798" y="6437"/>
                      <a:pt x="1799" y="6436"/>
                      <a:pt x="1800" y="6435"/>
                    </a:cubicBezTo>
                    <a:cubicBezTo>
                      <a:pt x="1812" y="6434"/>
                      <a:pt x="1824" y="6433"/>
                      <a:pt x="1836" y="6433"/>
                    </a:cubicBezTo>
                    <a:cubicBezTo>
                      <a:pt x="1842" y="6433"/>
                      <a:pt x="1848" y="6433"/>
                      <a:pt x="1855" y="6434"/>
                    </a:cubicBezTo>
                    <a:cubicBezTo>
                      <a:pt x="1859" y="6434"/>
                      <a:pt x="1864" y="6434"/>
                      <a:pt x="1868" y="6434"/>
                    </a:cubicBezTo>
                    <a:cubicBezTo>
                      <a:pt x="1920" y="6434"/>
                      <a:pt x="1971" y="6442"/>
                      <a:pt x="2020" y="6459"/>
                    </a:cubicBezTo>
                    <a:cubicBezTo>
                      <a:pt x="2088" y="6484"/>
                      <a:pt x="2046" y="6575"/>
                      <a:pt x="2033" y="6627"/>
                    </a:cubicBezTo>
                    <a:cubicBezTo>
                      <a:pt x="2024" y="6676"/>
                      <a:pt x="2010" y="6724"/>
                      <a:pt x="1994" y="6772"/>
                    </a:cubicBezTo>
                    <a:cubicBezTo>
                      <a:pt x="1993" y="6775"/>
                      <a:pt x="1991" y="6778"/>
                      <a:pt x="1990" y="6780"/>
                    </a:cubicBezTo>
                    <a:cubicBezTo>
                      <a:pt x="1988" y="6781"/>
                      <a:pt x="1986" y="6781"/>
                      <a:pt x="1985" y="6782"/>
                    </a:cubicBezTo>
                    <a:cubicBezTo>
                      <a:pt x="1982" y="6783"/>
                      <a:pt x="1979" y="6784"/>
                      <a:pt x="1976" y="6786"/>
                    </a:cubicBezTo>
                    <a:cubicBezTo>
                      <a:pt x="1971" y="6789"/>
                      <a:pt x="1967" y="6792"/>
                      <a:pt x="1962" y="6795"/>
                    </a:cubicBezTo>
                    <a:cubicBezTo>
                      <a:pt x="1961" y="6796"/>
                      <a:pt x="1961" y="6797"/>
                      <a:pt x="1960" y="6798"/>
                    </a:cubicBezTo>
                    <a:cubicBezTo>
                      <a:pt x="1960" y="6799"/>
                      <a:pt x="1959" y="6800"/>
                      <a:pt x="1959" y="6802"/>
                    </a:cubicBezTo>
                    <a:lnTo>
                      <a:pt x="1959" y="6803"/>
                    </a:lnTo>
                    <a:cubicBezTo>
                      <a:pt x="1956" y="6802"/>
                      <a:pt x="1954" y="6801"/>
                      <a:pt x="1951" y="6801"/>
                    </a:cubicBezTo>
                    <a:cubicBezTo>
                      <a:pt x="1949" y="6801"/>
                      <a:pt x="1946" y="6802"/>
                      <a:pt x="1944" y="6803"/>
                    </a:cubicBezTo>
                    <a:cubicBezTo>
                      <a:pt x="1941" y="6804"/>
                      <a:pt x="1939" y="6806"/>
                      <a:pt x="1938" y="6809"/>
                    </a:cubicBezTo>
                    <a:cubicBezTo>
                      <a:pt x="1937" y="6811"/>
                      <a:pt x="1936" y="6813"/>
                      <a:pt x="1936" y="6816"/>
                    </a:cubicBezTo>
                    <a:cubicBezTo>
                      <a:pt x="1936" y="6818"/>
                      <a:pt x="1937" y="6821"/>
                      <a:pt x="1938" y="6824"/>
                    </a:cubicBezTo>
                    <a:cubicBezTo>
                      <a:pt x="1939" y="6826"/>
                      <a:pt x="1941" y="6827"/>
                      <a:pt x="1944" y="6829"/>
                    </a:cubicBezTo>
                    <a:cubicBezTo>
                      <a:pt x="1946" y="6830"/>
                      <a:pt x="1949" y="6831"/>
                      <a:pt x="1951" y="6831"/>
                    </a:cubicBezTo>
                    <a:lnTo>
                      <a:pt x="1952" y="6831"/>
                    </a:lnTo>
                    <a:cubicBezTo>
                      <a:pt x="1954" y="6831"/>
                      <a:pt x="1956" y="6831"/>
                      <a:pt x="1958" y="6830"/>
                    </a:cubicBezTo>
                    <a:cubicBezTo>
                      <a:pt x="1960" y="6829"/>
                      <a:pt x="1961" y="6827"/>
                      <a:pt x="1962" y="6826"/>
                    </a:cubicBezTo>
                    <a:lnTo>
                      <a:pt x="1965" y="6827"/>
                    </a:lnTo>
                    <a:lnTo>
                      <a:pt x="1975" y="6831"/>
                    </a:lnTo>
                    <a:lnTo>
                      <a:pt x="1972" y="6847"/>
                    </a:lnTo>
                    <a:cubicBezTo>
                      <a:pt x="1964" y="6844"/>
                      <a:pt x="1955" y="6842"/>
                      <a:pt x="1947" y="6842"/>
                    </a:cubicBezTo>
                    <a:cubicBezTo>
                      <a:pt x="1940" y="6842"/>
                      <a:pt x="1933" y="6843"/>
                      <a:pt x="1926" y="6845"/>
                    </a:cubicBezTo>
                    <a:cubicBezTo>
                      <a:pt x="1926" y="6846"/>
                      <a:pt x="1925" y="6846"/>
                      <a:pt x="1925" y="6846"/>
                    </a:cubicBezTo>
                    <a:cubicBezTo>
                      <a:pt x="1924" y="6846"/>
                      <a:pt x="1923" y="6847"/>
                      <a:pt x="1923" y="6848"/>
                    </a:cubicBezTo>
                    <a:cubicBezTo>
                      <a:pt x="1923" y="6848"/>
                      <a:pt x="1922" y="6849"/>
                      <a:pt x="1922" y="6850"/>
                    </a:cubicBezTo>
                    <a:cubicBezTo>
                      <a:pt x="1922" y="6851"/>
                      <a:pt x="1923" y="6852"/>
                      <a:pt x="1923" y="6852"/>
                    </a:cubicBezTo>
                    <a:cubicBezTo>
                      <a:pt x="1923" y="6853"/>
                      <a:pt x="1924" y="6854"/>
                      <a:pt x="1925" y="6854"/>
                    </a:cubicBezTo>
                    <a:lnTo>
                      <a:pt x="1926" y="6855"/>
                    </a:lnTo>
                    <a:cubicBezTo>
                      <a:pt x="1937" y="6858"/>
                      <a:pt x="1946" y="6861"/>
                      <a:pt x="1957" y="6864"/>
                    </a:cubicBezTo>
                    <a:cubicBezTo>
                      <a:pt x="1961" y="6865"/>
                      <a:pt x="1965" y="6866"/>
                      <a:pt x="1968" y="6868"/>
                    </a:cubicBezTo>
                    <a:cubicBezTo>
                      <a:pt x="1966" y="6877"/>
                      <a:pt x="1964" y="6888"/>
                      <a:pt x="1961" y="6897"/>
                    </a:cubicBezTo>
                    <a:cubicBezTo>
                      <a:pt x="1951" y="6933"/>
                      <a:pt x="1981" y="6953"/>
                      <a:pt x="2011" y="6964"/>
                    </a:cubicBezTo>
                    <a:cubicBezTo>
                      <a:pt x="2021" y="6968"/>
                      <a:pt x="2030" y="6972"/>
                      <a:pt x="2039" y="6977"/>
                    </a:cubicBezTo>
                    <a:cubicBezTo>
                      <a:pt x="2048" y="6982"/>
                      <a:pt x="2056" y="6988"/>
                      <a:pt x="2064" y="6995"/>
                    </a:cubicBezTo>
                    <a:cubicBezTo>
                      <a:pt x="2076" y="7003"/>
                      <a:pt x="2089" y="7011"/>
                      <a:pt x="2102" y="7019"/>
                    </a:cubicBezTo>
                    <a:cubicBezTo>
                      <a:pt x="2113" y="7025"/>
                      <a:pt x="2124" y="7031"/>
                      <a:pt x="2136" y="7037"/>
                    </a:cubicBezTo>
                    <a:cubicBezTo>
                      <a:pt x="2191" y="7069"/>
                      <a:pt x="2201" y="7143"/>
                      <a:pt x="2216" y="7199"/>
                    </a:cubicBezTo>
                    <a:cubicBezTo>
                      <a:pt x="2232" y="7251"/>
                      <a:pt x="2241" y="7306"/>
                      <a:pt x="2241" y="7361"/>
                    </a:cubicBezTo>
                    <a:cubicBezTo>
                      <a:pt x="2239" y="7413"/>
                      <a:pt x="2242" y="7466"/>
                      <a:pt x="2242" y="7518"/>
                    </a:cubicBezTo>
                    <a:lnTo>
                      <a:pt x="2242" y="7519"/>
                    </a:lnTo>
                    <a:cubicBezTo>
                      <a:pt x="2242" y="7573"/>
                      <a:pt x="2238" y="7628"/>
                      <a:pt x="2228" y="7682"/>
                    </a:cubicBezTo>
                    <a:moveTo>
                      <a:pt x="1797" y="7301"/>
                    </a:moveTo>
                    <a:cubicBezTo>
                      <a:pt x="1797" y="7297"/>
                      <a:pt x="1797" y="7293"/>
                      <a:pt x="1798" y="7288"/>
                    </a:cubicBezTo>
                    <a:cubicBezTo>
                      <a:pt x="1799" y="7288"/>
                      <a:pt x="1799" y="7288"/>
                      <a:pt x="1800" y="7288"/>
                    </a:cubicBezTo>
                    <a:cubicBezTo>
                      <a:pt x="1801" y="7287"/>
                      <a:pt x="1802" y="7286"/>
                      <a:pt x="1803" y="7285"/>
                    </a:cubicBezTo>
                    <a:cubicBezTo>
                      <a:pt x="1804" y="7284"/>
                      <a:pt x="1803" y="7283"/>
                      <a:pt x="1804" y="7282"/>
                    </a:cubicBezTo>
                    <a:cubicBezTo>
                      <a:pt x="1804" y="7287"/>
                      <a:pt x="1806" y="7283"/>
                      <a:pt x="1810" y="7282"/>
                    </a:cubicBezTo>
                    <a:cubicBezTo>
                      <a:pt x="1814" y="7280"/>
                      <a:pt x="1819" y="7282"/>
                      <a:pt x="1823" y="7282"/>
                    </a:cubicBezTo>
                    <a:lnTo>
                      <a:pt x="1845" y="7282"/>
                    </a:lnTo>
                    <a:cubicBezTo>
                      <a:pt x="1839" y="7283"/>
                      <a:pt x="1833" y="7284"/>
                      <a:pt x="1827" y="7286"/>
                    </a:cubicBezTo>
                    <a:cubicBezTo>
                      <a:pt x="1820" y="7288"/>
                      <a:pt x="1813" y="7290"/>
                      <a:pt x="1806" y="7294"/>
                    </a:cubicBezTo>
                    <a:cubicBezTo>
                      <a:pt x="1803" y="7295"/>
                      <a:pt x="1800" y="7298"/>
                      <a:pt x="1797" y="7300"/>
                    </a:cubicBezTo>
                    <a:lnTo>
                      <a:pt x="1797" y="7301"/>
                    </a:lnTo>
                    <a:moveTo>
                      <a:pt x="1985" y="6803"/>
                    </a:moveTo>
                    <a:cubicBezTo>
                      <a:pt x="1983" y="6808"/>
                      <a:pt x="1982" y="6812"/>
                      <a:pt x="1981" y="6817"/>
                    </a:cubicBezTo>
                    <a:lnTo>
                      <a:pt x="1972" y="6815"/>
                    </a:lnTo>
                    <a:lnTo>
                      <a:pt x="1968" y="6815"/>
                    </a:lnTo>
                    <a:cubicBezTo>
                      <a:pt x="1968" y="6813"/>
                      <a:pt x="1968" y="6811"/>
                      <a:pt x="1967" y="6810"/>
                    </a:cubicBezTo>
                    <a:cubicBezTo>
                      <a:pt x="1969" y="6811"/>
                      <a:pt x="1970" y="6811"/>
                      <a:pt x="1972" y="6811"/>
                    </a:cubicBezTo>
                    <a:cubicBezTo>
                      <a:pt x="1974" y="6811"/>
                      <a:pt x="1975" y="6811"/>
                      <a:pt x="1977" y="6810"/>
                    </a:cubicBezTo>
                    <a:lnTo>
                      <a:pt x="1985" y="6803"/>
                    </a:lnTo>
                    <a:moveTo>
                      <a:pt x="2224" y="7116"/>
                    </a:moveTo>
                    <a:lnTo>
                      <a:pt x="2226" y="7116"/>
                    </a:lnTo>
                    <a:cubicBezTo>
                      <a:pt x="2226" y="7117"/>
                      <a:pt x="2226" y="7118"/>
                      <a:pt x="2226" y="7119"/>
                    </a:cubicBezTo>
                    <a:lnTo>
                      <a:pt x="2224" y="7116"/>
                    </a:lnTo>
                    <a:moveTo>
                      <a:pt x="2264" y="7196"/>
                    </a:moveTo>
                    <a:cubicBezTo>
                      <a:pt x="2263" y="7195"/>
                      <a:pt x="2262" y="7195"/>
                      <a:pt x="2261" y="7194"/>
                    </a:cubicBezTo>
                    <a:lnTo>
                      <a:pt x="2261" y="7193"/>
                    </a:lnTo>
                    <a:lnTo>
                      <a:pt x="2261" y="7192"/>
                    </a:lnTo>
                    <a:cubicBezTo>
                      <a:pt x="2266" y="7191"/>
                      <a:pt x="2271" y="7190"/>
                      <a:pt x="2276" y="7190"/>
                    </a:cubicBezTo>
                    <a:cubicBezTo>
                      <a:pt x="2281" y="7190"/>
                      <a:pt x="2286" y="7191"/>
                      <a:pt x="2291" y="7192"/>
                    </a:cubicBezTo>
                    <a:cubicBezTo>
                      <a:pt x="2282" y="7194"/>
                      <a:pt x="2273" y="7195"/>
                      <a:pt x="2264" y="7196"/>
                    </a:cubicBezTo>
                    <a:moveTo>
                      <a:pt x="2287" y="7137"/>
                    </a:moveTo>
                    <a:cubicBezTo>
                      <a:pt x="2287" y="7127"/>
                      <a:pt x="2285" y="7117"/>
                      <a:pt x="2284" y="7107"/>
                    </a:cubicBezTo>
                    <a:cubicBezTo>
                      <a:pt x="2284" y="7105"/>
                      <a:pt x="2284" y="7104"/>
                      <a:pt x="2283" y="7103"/>
                    </a:cubicBezTo>
                    <a:cubicBezTo>
                      <a:pt x="2283" y="7102"/>
                      <a:pt x="2282" y="7101"/>
                      <a:pt x="2281" y="7101"/>
                    </a:cubicBezTo>
                    <a:cubicBezTo>
                      <a:pt x="2277" y="7052"/>
                      <a:pt x="2273" y="7002"/>
                      <a:pt x="2265" y="6955"/>
                    </a:cubicBezTo>
                    <a:cubicBezTo>
                      <a:pt x="2257" y="6907"/>
                      <a:pt x="2260" y="6848"/>
                      <a:pt x="2240" y="6806"/>
                    </a:cubicBezTo>
                    <a:cubicBezTo>
                      <a:pt x="2239" y="6805"/>
                      <a:pt x="2239" y="6804"/>
                      <a:pt x="2238" y="6804"/>
                    </a:cubicBezTo>
                    <a:cubicBezTo>
                      <a:pt x="2237" y="6803"/>
                      <a:pt x="2236" y="6803"/>
                      <a:pt x="2235" y="6803"/>
                    </a:cubicBezTo>
                    <a:cubicBezTo>
                      <a:pt x="2234" y="6803"/>
                      <a:pt x="2233" y="6803"/>
                      <a:pt x="2232" y="6804"/>
                    </a:cubicBezTo>
                    <a:cubicBezTo>
                      <a:pt x="2231" y="6804"/>
                      <a:pt x="2231" y="6805"/>
                      <a:pt x="2230" y="6806"/>
                    </a:cubicBezTo>
                    <a:cubicBezTo>
                      <a:pt x="2229" y="6807"/>
                      <a:pt x="2229" y="6808"/>
                      <a:pt x="2229" y="6809"/>
                    </a:cubicBezTo>
                    <a:lnTo>
                      <a:pt x="2230" y="6810"/>
                    </a:lnTo>
                    <a:cubicBezTo>
                      <a:pt x="2244" y="6850"/>
                      <a:pt x="2232" y="6902"/>
                      <a:pt x="2240" y="6944"/>
                    </a:cubicBezTo>
                    <a:cubicBezTo>
                      <a:pt x="2250" y="7001"/>
                      <a:pt x="2250" y="7061"/>
                      <a:pt x="2255" y="7118"/>
                    </a:cubicBezTo>
                    <a:cubicBezTo>
                      <a:pt x="2255" y="7120"/>
                      <a:pt x="2256" y="7122"/>
                      <a:pt x="2257" y="7123"/>
                    </a:cubicBezTo>
                    <a:cubicBezTo>
                      <a:pt x="2258" y="7125"/>
                      <a:pt x="2259" y="7126"/>
                      <a:pt x="2262" y="7128"/>
                    </a:cubicBezTo>
                    <a:cubicBezTo>
                      <a:pt x="2263" y="7128"/>
                      <a:pt x="2264" y="7130"/>
                      <a:pt x="2265" y="7130"/>
                    </a:cubicBezTo>
                    <a:cubicBezTo>
                      <a:pt x="2265" y="7136"/>
                      <a:pt x="2264" y="7142"/>
                      <a:pt x="2264" y="7148"/>
                    </a:cubicBezTo>
                    <a:cubicBezTo>
                      <a:pt x="2264" y="7149"/>
                      <a:pt x="2264" y="7150"/>
                      <a:pt x="2264" y="7151"/>
                    </a:cubicBezTo>
                    <a:cubicBezTo>
                      <a:pt x="2259" y="7154"/>
                      <a:pt x="2254" y="7156"/>
                      <a:pt x="2248" y="7158"/>
                    </a:cubicBezTo>
                    <a:cubicBezTo>
                      <a:pt x="2249" y="7157"/>
                      <a:pt x="2249" y="7157"/>
                      <a:pt x="2249" y="7156"/>
                    </a:cubicBezTo>
                    <a:cubicBezTo>
                      <a:pt x="2250" y="7154"/>
                      <a:pt x="2251" y="7153"/>
                      <a:pt x="2251" y="7151"/>
                    </a:cubicBezTo>
                    <a:lnTo>
                      <a:pt x="2251" y="7150"/>
                    </a:lnTo>
                    <a:cubicBezTo>
                      <a:pt x="2251" y="7132"/>
                      <a:pt x="2246" y="7114"/>
                      <a:pt x="2244" y="7096"/>
                    </a:cubicBezTo>
                    <a:cubicBezTo>
                      <a:pt x="2244" y="7095"/>
                      <a:pt x="2244" y="7094"/>
                      <a:pt x="2243" y="7093"/>
                    </a:cubicBezTo>
                    <a:cubicBezTo>
                      <a:pt x="2243" y="7092"/>
                      <a:pt x="2243" y="7092"/>
                      <a:pt x="2243" y="7092"/>
                    </a:cubicBezTo>
                    <a:cubicBezTo>
                      <a:pt x="2237" y="7008"/>
                      <a:pt x="2205" y="6926"/>
                      <a:pt x="2198" y="6842"/>
                    </a:cubicBezTo>
                    <a:cubicBezTo>
                      <a:pt x="2198" y="6841"/>
                      <a:pt x="2197" y="6840"/>
                      <a:pt x="2197" y="6839"/>
                    </a:cubicBezTo>
                    <a:cubicBezTo>
                      <a:pt x="2196" y="6838"/>
                      <a:pt x="2195" y="6837"/>
                      <a:pt x="2194" y="6836"/>
                    </a:cubicBezTo>
                    <a:cubicBezTo>
                      <a:pt x="2194" y="6836"/>
                      <a:pt x="2192" y="6835"/>
                      <a:pt x="2191" y="6835"/>
                    </a:cubicBezTo>
                    <a:cubicBezTo>
                      <a:pt x="2190" y="6835"/>
                      <a:pt x="2189" y="6835"/>
                      <a:pt x="2188" y="6836"/>
                    </a:cubicBezTo>
                    <a:cubicBezTo>
                      <a:pt x="2187" y="6836"/>
                      <a:pt x="2186" y="6838"/>
                      <a:pt x="2186" y="6839"/>
                    </a:cubicBezTo>
                    <a:cubicBezTo>
                      <a:pt x="2185" y="6840"/>
                      <a:pt x="2185" y="6841"/>
                      <a:pt x="2185" y="6842"/>
                    </a:cubicBezTo>
                    <a:cubicBezTo>
                      <a:pt x="2185" y="6930"/>
                      <a:pt x="2210" y="7016"/>
                      <a:pt x="2220" y="7102"/>
                    </a:cubicBezTo>
                    <a:cubicBezTo>
                      <a:pt x="2216" y="7090"/>
                      <a:pt x="2210" y="7078"/>
                      <a:pt x="2204" y="7067"/>
                    </a:cubicBezTo>
                    <a:cubicBezTo>
                      <a:pt x="2196" y="7054"/>
                      <a:pt x="2187" y="7042"/>
                      <a:pt x="2177" y="7031"/>
                    </a:cubicBezTo>
                    <a:cubicBezTo>
                      <a:pt x="2169" y="6958"/>
                      <a:pt x="2156" y="6887"/>
                      <a:pt x="2146" y="6814"/>
                    </a:cubicBezTo>
                    <a:cubicBezTo>
                      <a:pt x="2146" y="6813"/>
                      <a:pt x="2145" y="6813"/>
                      <a:pt x="2145" y="6812"/>
                    </a:cubicBezTo>
                    <a:cubicBezTo>
                      <a:pt x="2145" y="6812"/>
                      <a:pt x="2144" y="6810"/>
                      <a:pt x="2143" y="6810"/>
                    </a:cubicBezTo>
                    <a:cubicBezTo>
                      <a:pt x="2142" y="6809"/>
                      <a:pt x="2141" y="6810"/>
                      <a:pt x="2141" y="6810"/>
                    </a:cubicBezTo>
                    <a:cubicBezTo>
                      <a:pt x="2140" y="6810"/>
                      <a:pt x="2139" y="6809"/>
                      <a:pt x="2138" y="6810"/>
                    </a:cubicBezTo>
                    <a:cubicBezTo>
                      <a:pt x="2137" y="6810"/>
                      <a:pt x="2136" y="6812"/>
                      <a:pt x="2136" y="6812"/>
                    </a:cubicBezTo>
                    <a:cubicBezTo>
                      <a:pt x="2136" y="6813"/>
                      <a:pt x="2135" y="6813"/>
                      <a:pt x="2135" y="6814"/>
                    </a:cubicBezTo>
                    <a:cubicBezTo>
                      <a:pt x="2138" y="6880"/>
                      <a:pt x="2147" y="6945"/>
                      <a:pt x="2154" y="7011"/>
                    </a:cubicBezTo>
                    <a:cubicBezTo>
                      <a:pt x="2147" y="7006"/>
                      <a:pt x="2139" y="7001"/>
                      <a:pt x="2132" y="6997"/>
                    </a:cubicBezTo>
                    <a:cubicBezTo>
                      <a:pt x="2141" y="6983"/>
                      <a:pt x="2128" y="6966"/>
                      <a:pt x="2129" y="6949"/>
                    </a:cubicBezTo>
                    <a:cubicBezTo>
                      <a:pt x="2128" y="6939"/>
                      <a:pt x="2126" y="6929"/>
                      <a:pt x="2123" y="6920"/>
                    </a:cubicBezTo>
                    <a:cubicBezTo>
                      <a:pt x="2121" y="6905"/>
                      <a:pt x="2119" y="6890"/>
                      <a:pt x="2118" y="6875"/>
                    </a:cubicBezTo>
                    <a:cubicBezTo>
                      <a:pt x="2118" y="6868"/>
                      <a:pt x="2109" y="6869"/>
                      <a:pt x="2108" y="6875"/>
                    </a:cubicBezTo>
                    <a:cubicBezTo>
                      <a:pt x="2107" y="6882"/>
                      <a:pt x="2107" y="6890"/>
                      <a:pt x="2107" y="6897"/>
                    </a:cubicBezTo>
                    <a:cubicBezTo>
                      <a:pt x="2107" y="6910"/>
                      <a:pt x="2108" y="6924"/>
                      <a:pt x="2111" y="6937"/>
                    </a:cubicBezTo>
                    <a:cubicBezTo>
                      <a:pt x="2111" y="6954"/>
                      <a:pt x="2114" y="6971"/>
                      <a:pt x="2118" y="6989"/>
                    </a:cubicBezTo>
                    <a:cubicBezTo>
                      <a:pt x="2110" y="6984"/>
                      <a:pt x="2102" y="6980"/>
                      <a:pt x="2094" y="6975"/>
                    </a:cubicBezTo>
                    <a:cubicBezTo>
                      <a:pt x="2093" y="6940"/>
                      <a:pt x="2088" y="6905"/>
                      <a:pt x="2085" y="6870"/>
                    </a:cubicBezTo>
                    <a:cubicBezTo>
                      <a:pt x="2085" y="6864"/>
                      <a:pt x="2074" y="6864"/>
                      <a:pt x="2074" y="6870"/>
                    </a:cubicBezTo>
                    <a:cubicBezTo>
                      <a:pt x="2074" y="6877"/>
                      <a:pt x="2073" y="6885"/>
                      <a:pt x="2073" y="6892"/>
                    </a:cubicBezTo>
                    <a:cubicBezTo>
                      <a:pt x="2073" y="6916"/>
                      <a:pt x="2074" y="6939"/>
                      <a:pt x="2077" y="6962"/>
                    </a:cubicBezTo>
                    <a:lnTo>
                      <a:pt x="2072" y="6959"/>
                    </a:lnTo>
                    <a:cubicBezTo>
                      <a:pt x="2064" y="6953"/>
                      <a:pt x="2056" y="6947"/>
                      <a:pt x="2048" y="6943"/>
                    </a:cubicBezTo>
                    <a:cubicBezTo>
                      <a:pt x="2036" y="6936"/>
                      <a:pt x="2024" y="6931"/>
                      <a:pt x="2012" y="6926"/>
                    </a:cubicBezTo>
                    <a:cubicBezTo>
                      <a:pt x="1996" y="6921"/>
                      <a:pt x="1994" y="6899"/>
                      <a:pt x="1999" y="6872"/>
                    </a:cubicBezTo>
                    <a:cubicBezTo>
                      <a:pt x="2000" y="6871"/>
                      <a:pt x="2002" y="6870"/>
                      <a:pt x="2002" y="6868"/>
                    </a:cubicBezTo>
                    <a:cubicBezTo>
                      <a:pt x="2003" y="6866"/>
                      <a:pt x="2004" y="6864"/>
                      <a:pt x="2004" y="6862"/>
                    </a:cubicBezTo>
                    <a:cubicBezTo>
                      <a:pt x="2004" y="6861"/>
                      <a:pt x="2004" y="6861"/>
                      <a:pt x="2004" y="6860"/>
                    </a:cubicBezTo>
                    <a:lnTo>
                      <a:pt x="2004" y="6859"/>
                    </a:lnTo>
                    <a:lnTo>
                      <a:pt x="2004" y="6858"/>
                    </a:lnTo>
                    <a:lnTo>
                      <a:pt x="2004" y="6857"/>
                    </a:lnTo>
                    <a:lnTo>
                      <a:pt x="2004" y="6856"/>
                    </a:lnTo>
                    <a:cubicBezTo>
                      <a:pt x="2014" y="6820"/>
                      <a:pt x="2026" y="6783"/>
                      <a:pt x="2041" y="6748"/>
                    </a:cubicBezTo>
                    <a:cubicBezTo>
                      <a:pt x="2052" y="6718"/>
                      <a:pt x="2054" y="6683"/>
                      <a:pt x="2063" y="6652"/>
                    </a:cubicBezTo>
                    <a:cubicBezTo>
                      <a:pt x="2073" y="6621"/>
                      <a:pt x="2078" y="6587"/>
                      <a:pt x="2088" y="6555"/>
                    </a:cubicBezTo>
                    <a:cubicBezTo>
                      <a:pt x="2097" y="6526"/>
                      <a:pt x="2105" y="6484"/>
                      <a:pt x="2085" y="6457"/>
                    </a:cubicBezTo>
                    <a:cubicBezTo>
                      <a:pt x="2089" y="6421"/>
                      <a:pt x="2098" y="6385"/>
                      <a:pt x="2110" y="6351"/>
                    </a:cubicBezTo>
                    <a:cubicBezTo>
                      <a:pt x="2118" y="6323"/>
                      <a:pt x="2125" y="6295"/>
                      <a:pt x="2130" y="6266"/>
                    </a:cubicBezTo>
                    <a:cubicBezTo>
                      <a:pt x="2144" y="6201"/>
                      <a:pt x="2147" y="6135"/>
                      <a:pt x="2157" y="6070"/>
                    </a:cubicBezTo>
                    <a:cubicBezTo>
                      <a:pt x="2167" y="6009"/>
                      <a:pt x="2162" y="5946"/>
                      <a:pt x="2174" y="5886"/>
                    </a:cubicBezTo>
                    <a:cubicBezTo>
                      <a:pt x="2180" y="5860"/>
                      <a:pt x="2180" y="5831"/>
                      <a:pt x="2184" y="5804"/>
                    </a:cubicBezTo>
                    <a:cubicBezTo>
                      <a:pt x="2187" y="5784"/>
                      <a:pt x="2191" y="5766"/>
                      <a:pt x="2194" y="5748"/>
                    </a:cubicBezTo>
                    <a:cubicBezTo>
                      <a:pt x="2201" y="5754"/>
                      <a:pt x="2207" y="5760"/>
                      <a:pt x="2213" y="5766"/>
                    </a:cubicBezTo>
                    <a:cubicBezTo>
                      <a:pt x="2216" y="5809"/>
                      <a:pt x="2222" y="5852"/>
                      <a:pt x="2230" y="5895"/>
                    </a:cubicBezTo>
                    <a:cubicBezTo>
                      <a:pt x="2237" y="5950"/>
                      <a:pt x="2235" y="6013"/>
                      <a:pt x="2255" y="6065"/>
                    </a:cubicBezTo>
                    <a:cubicBezTo>
                      <a:pt x="2258" y="6072"/>
                      <a:pt x="2269" y="6070"/>
                      <a:pt x="2268" y="6063"/>
                    </a:cubicBezTo>
                    <a:cubicBezTo>
                      <a:pt x="2263" y="6019"/>
                      <a:pt x="2264" y="5973"/>
                      <a:pt x="2259" y="5929"/>
                    </a:cubicBezTo>
                    <a:cubicBezTo>
                      <a:pt x="2254" y="5881"/>
                      <a:pt x="2245" y="5835"/>
                      <a:pt x="2235" y="5788"/>
                    </a:cubicBezTo>
                    <a:cubicBezTo>
                      <a:pt x="2247" y="5800"/>
                      <a:pt x="2260" y="5810"/>
                      <a:pt x="2274" y="5818"/>
                    </a:cubicBezTo>
                    <a:cubicBezTo>
                      <a:pt x="2276" y="5819"/>
                      <a:pt x="2278" y="5821"/>
                      <a:pt x="2281" y="5822"/>
                    </a:cubicBezTo>
                    <a:lnTo>
                      <a:pt x="2288" y="5826"/>
                    </a:lnTo>
                    <a:cubicBezTo>
                      <a:pt x="2289" y="5848"/>
                      <a:pt x="2297" y="5871"/>
                      <a:pt x="2299" y="5894"/>
                    </a:cubicBezTo>
                    <a:cubicBezTo>
                      <a:pt x="2302" y="5928"/>
                      <a:pt x="2306" y="5962"/>
                      <a:pt x="2308" y="5996"/>
                    </a:cubicBezTo>
                    <a:cubicBezTo>
                      <a:pt x="2312" y="6057"/>
                      <a:pt x="2309" y="6123"/>
                      <a:pt x="2330" y="6181"/>
                    </a:cubicBezTo>
                    <a:lnTo>
                      <a:pt x="2330" y="6182"/>
                    </a:lnTo>
                    <a:cubicBezTo>
                      <a:pt x="2331" y="6183"/>
                      <a:pt x="2332" y="6183"/>
                      <a:pt x="2333" y="6184"/>
                    </a:cubicBezTo>
                    <a:cubicBezTo>
                      <a:pt x="2334" y="6185"/>
                      <a:pt x="2335" y="6185"/>
                      <a:pt x="2336" y="6185"/>
                    </a:cubicBezTo>
                    <a:cubicBezTo>
                      <a:pt x="2337" y="6185"/>
                      <a:pt x="2338" y="6185"/>
                      <a:pt x="2339" y="6184"/>
                    </a:cubicBezTo>
                    <a:cubicBezTo>
                      <a:pt x="2340" y="6183"/>
                      <a:pt x="2341" y="6183"/>
                      <a:pt x="2342" y="6182"/>
                    </a:cubicBezTo>
                    <a:cubicBezTo>
                      <a:pt x="2343" y="6181"/>
                      <a:pt x="2343" y="6179"/>
                      <a:pt x="2343" y="6178"/>
                    </a:cubicBezTo>
                    <a:cubicBezTo>
                      <a:pt x="2336" y="6111"/>
                      <a:pt x="2338" y="6043"/>
                      <a:pt x="2333" y="5976"/>
                    </a:cubicBezTo>
                    <a:cubicBezTo>
                      <a:pt x="2328" y="5930"/>
                      <a:pt x="2320" y="5883"/>
                      <a:pt x="2309" y="5837"/>
                    </a:cubicBezTo>
                    <a:cubicBezTo>
                      <a:pt x="2320" y="5843"/>
                      <a:pt x="2330" y="5850"/>
                      <a:pt x="2341" y="5857"/>
                    </a:cubicBezTo>
                    <a:cubicBezTo>
                      <a:pt x="2337" y="5900"/>
                      <a:pt x="2348" y="5943"/>
                      <a:pt x="2351" y="5986"/>
                    </a:cubicBezTo>
                    <a:cubicBezTo>
                      <a:pt x="2353" y="6020"/>
                      <a:pt x="2356" y="6073"/>
                      <a:pt x="2377" y="6100"/>
                    </a:cubicBezTo>
                    <a:cubicBezTo>
                      <a:pt x="2383" y="6107"/>
                      <a:pt x="2393" y="6100"/>
                      <a:pt x="2392" y="6092"/>
                    </a:cubicBezTo>
                    <a:cubicBezTo>
                      <a:pt x="2380" y="6019"/>
                      <a:pt x="2372" y="5944"/>
                      <a:pt x="2361" y="5870"/>
                    </a:cubicBezTo>
                    <a:cubicBezTo>
                      <a:pt x="2370" y="5876"/>
                      <a:pt x="2378" y="5882"/>
                      <a:pt x="2386" y="5889"/>
                    </a:cubicBezTo>
                    <a:cubicBezTo>
                      <a:pt x="2388" y="5924"/>
                      <a:pt x="2393" y="5960"/>
                      <a:pt x="2400" y="5995"/>
                    </a:cubicBezTo>
                    <a:cubicBezTo>
                      <a:pt x="2403" y="6019"/>
                      <a:pt x="2400" y="6050"/>
                      <a:pt x="2420" y="6068"/>
                    </a:cubicBezTo>
                    <a:cubicBezTo>
                      <a:pt x="2424" y="6072"/>
                      <a:pt x="2434" y="6069"/>
                      <a:pt x="2432" y="6061"/>
                    </a:cubicBezTo>
                    <a:cubicBezTo>
                      <a:pt x="2427" y="6034"/>
                      <a:pt x="2423" y="6006"/>
                      <a:pt x="2422" y="5978"/>
                    </a:cubicBezTo>
                    <a:cubicBezTo>
                      <a:pt x="2418" y="5953"/>
                      <a:pt x="2413" y="5929"/>
                      <a:pt x="2406" y="5905"/>
                    </a:cubicBezTo>
                    <a:cubicBezTo>
                      <a:pt x="2411" y="5909"/>
                      <a:pt x="2416" y="5913"/>
                      <a:pt x="2420" y="5918"/>
                    </a:cubicBezTo>
                    <a:cubicBezTo>
                      <a:pt x="2425" y="5922"/>
                      <a:pt x="2431" y="5928"/>
                      <a:pt x="2436" y="5933"/>
                    </a:cubicBezTo>
                    <a:lnTo>
                      <a:pt x="2436" y="5934"/>
                    </a:lnTo>
                    <a:lnTo>
                      <a:pt x="2436" y="5935"/>
                    </a:lnTo>
                    <a:cubicBezTo>
                      <a:pt x="2452" y="6020"/>
                      <a:pt x="2453" y="6108"/>
                      <a:pt x="2471" y="6194"/>
                    </a:cubicBezTo>
                    <a:cubicBezTo>
                      <a:pt x="2471" y="6194"/>
                      <a:pt x="2471" y="6195"/>
                      <a:pt x="2472" y="6196"/>
                    </a:cubicBezTo>
                    <a:cubicBezTo>
                      <a:pt x="2473" y="6197"/>
                      <a:pt x="2474" y="6198"/>
                      <a:pt x="2475" y="6199"/>
                    </a:cubicBezTo>
                    <a:cubicBezTo>
                      <a:pt x="2476" y="6199"/>
                      <a:pt x="2478" y="6200"/>
                      <a:pt x="2479" y="6200"/>
                    </a:cubicBezTo>
                    <a:cubicBezTo>
                      <a:pt x="2481" y="6200"/>
                      <a:pt x="2481" y="6199"/>
                      <a:pt x="2483" y="6199"/>
                    </a:cubicBezTo>
                    <a:cubicBezTo>
                      <a:pt x="2485" y="6198"/>
                      <a:pt x="2486" y="6197"/>
                      <a:pt x="2486" y="6196"/>
                    </a:cubicBezTo>
                    <a:cubicBezTo>
                      <a:pt x="2487" y="6195"/>
                      <a:pt x="2487" y="6194"/>
                      <a:pt x="2487" y="6193"/>
                    </a:cubicBezTo>
                    <a:cubicBezTo>
                      <a:pt x="2489" y="6179"/>
                      <a:pt x="2489" y="6166"/>
                      <a:pt x="2489" y="6153"/>
                    </a:cubicBezTo>
                    <a:cubicBezTo>
                      <a:pt x="2489" y="6127"/>
                      <a:pt x="2487" y="6100"/>
                      <a:pt x="2482" y="6075"/>
                    </a:cubicBezTo>
                    <a:cubicBezTo>
                      <a:pt x="2477" y="6034"/>
                      <a:pt x="2470" y="5995"/>
                      <a:pt x="2460" y="5955"/>
                    </a:cubicBezTo>
                    <a:cubicBezTo>
                      <a:pt x="2472" y="5966"/>
                      <a:pt x="2484" y="5976"/>
                      <a:pt x="2497" y="5986"/>
                    </a:cubicBezTo>
                    <a:cubicBezTo>
                      <a:pt x="2499" y="5994"/>
                      <a:pt x="2501" y="6002"/>
                      <a:pt x="2502" y="6010"/>
                    </a:cubicBezTo>
                    <a:cubicBezTo>
                      <a:pt x="2502" y="6018"/>
                      <a:pt x="2505" y="6027"/>
                      <a:pt x="2509" y="6034"/>
                    </a:cubicBezTo>
                    <a:cubicBezTo>
                      <a:pt x="2510" y="6036"/>
                      <a:pt x="2512" y="6038"/>
                      <a:pt x="2513" y="6040"/>
                    </a:cubicBezTo>
                    <a:cubicBezTo>
                      <a:pt x="2516" y="6044"/>
                      <a:pt x="2523" y="6040"/>
                      <a:pt x="2521" y="6034"/>
                    </a:cubicBezTo>
                    <a:cubicBezTo>
                      <a:pt x="2519" y="6026"/>
                      <a:pt x="2518" y="6018"/>
                      <a:pt x="2518" y="6010"/>
                    </a:cubicBezTo>
                    <a:cubicBezTo>
                      <a:pt x="2518" y="6007"/>
                      <a:pt x="2518" y="6005"/>
                      <a:pt x="2518" y="6002"/>
                    </a:cubicBezTo>
                    <a:lnTo>
                      <a:pt x="2546" y="6023"/>
                    </a:lnTo>
                    <a:cubicBezTo>
                      <a:pt x="2545" y="6034"/>
                      <a:pt x="2545" y="6045"/>
                      <a:pt x="2545" y="6056"/>
                    </a:cubicBezTo>
                    <a:cubicBezTo>
                      <a:pt x="2545" y="6063"/>
                      <a:pt x="2545" y="6070"/>
                      <a:pt x="2545" y="6077"/>
                    </a:cubicBezTo>
                    <a:cubicBezTo>
                      <a:pt x="2546" y="6087"/>
                      <a:pt x="2548" y="6096"/>
                      <a:pt x="2551" y="6105"/>
                    </a:cubicBezTo>
                    <a:cubicBezTo>
                      <a:pt x="2555" y="6123"/>
                      <a:pt x="2553" y="6141"/>
                      <a:pt x="2558" y="6159"/>
                    </a:cubicBezTo>
                    <a:cubicBezTo>
                      <a:pt x="2558" y="6160"/>
                      <a:pt x="2559" y="6160"/>
                      <a:pt x="2559" y="6161"/>
                    </a:cubicBezTo>
                    <a:cubicBezTo>
                      <a:pt x="2559" y="6161"/>
                      <a:pt x="2560" y="6162"/>
                      <a:pt x="2561" y="6163"/>
                    </a:cubicBezTo>
                    <a:cubicBezTo>
                      <a:pt x="2562" y="6163"/>
                      <a:pt x="2563" y="6164"/>
                      <a:pt x="2564" y="6164"/>
                    </a:cubicBezTo>
                    <a:cubicBezTo>
                      <a:pt x="2565" y="6164"/>
                      <a:pt x="2566" y="6163"/>
                      <a:pt x="2567" y="6163"/>
                    </a:cubicBezTo>
                    <a:cubicBezTo>
                      <a:pt x="2568" y="6162"/>
                      <a:pt x="2568" y="6162"/>
                      <a:pt x="2569" y="6161"/>
                    </a:cubicBezTo>
                    <a:cubicBezTo>
                      <a:pt x="2570" y="6160"/>
                      <a:pt x="2569" y="6160"/>
                      <a:pt x="2569" y="6159"/>
                    </a:cubicBezTo>
                    <a:cubicBezTo>
                      <a:pt x="2574" y="6146"/>
                      <a:pt x="2576" y="6132"/>
                      <a:pt x="2576" y="6118"/>
                    </a:cubicBezTo>
                    <a:cubicBezTo>
                      <a:pt x="2576" y="6108"/>
                      <a:pt x="2575" y="6099"/>
                      <a:pt x="2573" y="6089"/>
                    </a:cubicBezTo>
                    <a:cubicBezTo>
                      <a:pt x="2570" y="6073"/>
                      <a:pt x="2569" y="6057"/>
                      <a:pt x="2569" y="6040"/>
                    </a:cubicBezTo>
                    <a:lnTo>
                      <a:pt x="2585" y="6053"/>
                    </a:lnTo>
                    <a:lnTo>
                      <a:pt x="2585" y="6054"/>
                    </a:lnTo>
                    <a:cubicBezTo>
                      <a:pt x="2585" y="6055"/>
                      <a:pt x="2585" y="6056"/>
                      <a:pt x="2586" y="6057"/>
                    </a:cubicBezTo>
                    <a:cubicBezTo>
                      <a:pt x="2586" y="6058"/>
                      <a:pt x="2586" y="6058"/>
                      <a:pt x="2587" y="6059"/>
                    </a:cubicBezTo>
                    <a:lnTo>
                      <a:pt x="2587" y="6060"/>
                    </a:lnTo>
                    <a:cubicBezTo>
                      <a:pt x="2587" y="6060"/>
                      <a:pt x="2587" y="6059"/>
                      <a:pt x="2588" y="6060"/>
                    </a:cubicBezTo>
                    <a:cubicBezTo>
                      <a:pt x="2589" y="6061"/>
                      <a:pt x="2589" y="6061"/>
                      <a:pt x="2590" y="6061"/>
                    </a:cubicBezTo>
                    <a:cubicBezTo>
                      <a:pt x="2572" y="6066"/>
                      <a:pt x="2609" y="6308"/>
                      <a:pt x="2615" y="6332"/>
                    </a:cubicBezTo>
                    <a:cubicBezTo>
                      <a:pt x="2615" y="6333"/>
                      <a:pt x="2615" y="6333"/>
                      <a:pt x="2616" y="6334"/>
                    </a:cubicBezTo>
                    <a:cubicBezTo>
                      <a:pt x="2617" y="6335"/>
                      <a:pt x="2617" y="6335"/>
                      <a:pt x="2618" y="6336"/>
                    </a:cubicBezTo>
                    <a:cubicBezTo>
                      <a:pt x="2619" y="6336"/>
                      <a:pt x="2620" y="6337"/>
                      <a:pt x="2621" y="6337"/>
                    </a:cubicBezTo>
                    <a:cubicBezTo>
                      <a:pt x="2622" y="6337"/>
                      <a:pt x="2623" y="6336"/>
                      <a:pt x="2624" y="6336"/>
                    </a:cubicBezTo>
                    <a:cubicBezTo>
                      <a:pt x="2625" y="6335"/>
                      <a:pt x="2625" y="6335"/>
                      <a:pt x="2626" y="6334"/>
                    </a:cubicBezTo>
                    <a:cubicBezTo>
                      <a:pt x="2627" y="6333"/>
                      <a:pt x="2627" y="6332"/>
                      <a:pt x="2627" y="6331"/>
                    </a:cubicBezTo>
                    <a:cubicBezTo>
                      <a:pt x="2627" y="6324"/>
                      <a:pt x="2627" y="6318"/>
                      <a:pt x="2627" y="6311"/>
                    </a:cubicBezTo>
                    <a:cubicBezTo>
                      <a:pt x="2627" y="6265"/>
                      <a:pt x="2624" y="6219"/>
                      <a:pt x="2620" y="6173"/>
                    </a:cubicBezTo>
                    <a:cubicBezTo>
                      <a:pt x="2619" y="6139"/>
                      <a:pt x="2615" y="6105"/>
                      <a:pt x="2608" y="6072"/>
                    </a:cubicBezTo>
                    <a:lnTo>
                      <a:pt x="2636" y="6097"/>
                    </a:lnTo>
                    <a:cubicBezTo>
                      <a:pt x="2634" y="6114"/>
                      <a:pt x="2632" y="6132"/>
                      <a:pt x="2632" y="6150"/>
                    </a:cubicBezTo>
                    <a:cubicBezTo>
                      <a:pt x="2632" y="6177"/>
                      <a:pt x="2635" y="6203"/>
                      <a:pt x="2642" y="6229"/>
                    </a:cubicBezTo>
                    <a:cubicBezTo>
                      <a:pt x="2642" y="6230"/>
                      <a:pt x="2642" y="6230"/>
                      <a:pt x="2642" y="6230"/>
                    </a:cubicBezTo>
                    <a:cubicBezTo>
                      <a:pt x="2643" y="6231"/>
                      <a:pt x="2644" y="6232"/>
                      <a:pt x="2645" y="6233"/>
                    </a:cubicBezTo>
                    <a:cubicBezTo>
                      <a:pt x="2646" y="6233"/>
                      <a:pt x="2647" y="6233"/>
                      <a:pt x="2648" y="6233"/>
                    </a:cubicBezTo>
                    <a:cubicBezTo>
                      <a:pt x="2649" y="6233"/>
                      <a:pt x="2650" y="6234"/>
                      <a:pt x="2651" y="6233"/>
                    </a:cubicBezTo>
                    <a:cubicBezTo>
                      <a:pt x="2652" y="6232"/>
                      <a:pt x="2652" y="6231"/>
                      <a:pt x="2653" y="6230"/>
                    </a:cubicBezTo>
                    <a:lnTo>
                      <a:pt x="2653" y="6229"/>
                    </a:lnTo>
                    <a:cubicBezTo>
                      <a:pt x="2657" y="6214"/>
                      <a:pt x="2659" y="6198"/>
                      <a:pt x="2659" y="6182"/>
                    </a:cubicBezTo>
                    <a:cubicBezTo>
                      <a:pt x="2659" y="6171"/>
                      <a:pt x="2658" y="6160"/>
                      <a:pt x="2656" y="6149"/>
                    </a:cubicBezTo>
                    <a:cubicBezTo>
                      <a:pt x="2655" y="6138"/>
                      <a:pt x="2656" y="6125"/>
                      <a:pt x="2656" y="6113"/>
                    </a:cubicBezTo>
                    <a:lnTo>
                      <a:pt x="2679" y="6132"/>
                    </a:lnTo>
                    <a:cubicBezTo>
                      <a:pt x="2682" y="6135"/>
                      <a:pt x="2686" y="6139"/>
                      <a:pt x="2690" y="6142"/>
                    </a:cubicBezTo>
                    <a:cubicBezTo>
                      <a:pt x="2691" y="6153"/>
                      <a:pt x="2692" y="6163"/>
                      <a:pt x="2692" y="6174"/>
                    </a:cubicBezTo>
                    <a:cubicBezTo>
                      <a:pt x="2692" y="6196"/>
                      <a:pt x="2697" y="6217"/>
                      <a:pt x="2705" y="6237"/>
                    </a:cubicBezTo>
                    <a:cubicBezTo>
                      <a:pt x="2707" y="6242"/>
                      <a:pt x="2714" y="6239"/>
                      <a:pt x="2714" y="6235"/>
                    </a:cubicBezTo>
                    <a:cubicBezTo>
                      <a:pt x="2714" y="6228"/>
                      <a:pt x="2714" y="6221"/>
                      <a:pt x="2714" y="6214"/>
                    </a:cubicBezTo>
                    <a:cubicBezTo>
                      <a:pt x="2714" y="6200"/>
                      <a:pt x="2714" y="6187"/>
                      <a:pt x="2713" y="6173"/>
                    </a:cubicBezTo>
                    <a:cubicBezTo>
                      <a:pt x="2713" y="6169"/>
                      <a:pt x="2711" y="6165"/>
                      <a:pt x="2711" y="6162"/>
                    </a:cubicBezTo>
                    <a:cubicBezTo>
                      <a:pt x="2713" y="6164"/>
                      <a:pt x="2716" y="6166"/>
                      <a:pt x="2718" y="6168"/>
                    </a:cubicBezTo>
                    <a:cubicBezTo>
                      <a:pt x="2723" y="6172"/>
                      <a:pt x="2728" y="6176"/>
                      <a:pt x="2733" y="6179"/>
                    </a:cubicBezTo>
                    <a:cubicBezTo>
                      <a:pt x="2742" y="6219"/>
                      <a:pt x="2740" y="6267"/>
                      <a:pt x="2744" y="6305"/>
                    </a:cubicBezTo>
                    <a:cubicBezTo>
                      <a:pt x="2750" y="6346"/>
                      <a:pt x="2750" y="6398"/>
                      <a:pt x="2769" y="6435"/>
                    </a:cubicBezTo>
                    <a:cubicBezTo>
                      <a:pt x="2770" y="6435"/>
                      <a:pt x="2770" y="6436"/>
                      <a:pt x="2770" y="6437"/>
                    </a:cubicBezTo>
                    <a:cubicBezTo>
                      <a:pt x="2771" y="6438"/>
                      <a:pt x="2772" y="6439"/>
                      <a:pt x="2773" y="6440"/>
                    </a:cubicBezTo>
                    <a:cubicBezTo>
                      <a:pt x="2774" y="6440"/>
                      <a:pt x="2775" y="6441"/>
                      <a:pt x="2777" y="6441"/>
                    </a:cubicBezTo>
                    <a:cubicBezTo>
                      <a:pt x="2778" y="6441"/>
                      <a:pt x="2780" y="6440"/>
                      <a:pt x="2781" y="6440"/>
                    </a:cubicBezTo>
                    <a:cubicBezTo>
                      <a:pt x="2782" y="6439"/>
                      <a:pt x="2783" y="6438"/>
                      <a:pt x="2784" y="6437"/>
                    </a:cubicBezTo>
                    <a:cubicBezTo>
                      <a:pt x="2785" y="6435"/>
                      <a:pt x="2785" y="6434"/>
                      <a:pt x="2785" y="6433"/>
                    </a:cubicBezTo>
                    <a:cubicBezTo>
                      <a:pt x="2785" y="6432"/>
                      <a:pt x="2785" y="6431"/>
                      <a:pt x="2785" y="6430"/>
                    </a:cubicBezTo>
                    <a:cubicBezTo>
                      <a:pt x="2781" y="6375"/>
                      <a:pt x="2773" y="6321"/>
                      <a:pt x="2765" y="6266"/>
                    </a:cubicBezTo>
                    <a:cubicBezTo>
                      <a:pt x="2763" y="6246"/>
                      <a:pt x="2763" y="6219"/>
                      <a:pt x="2758" y="6194"/>
                    </a:cubicBezTo>
                    <a:cubicBezTo>
                      <a:pt x="2759" y="6194"/>
                      <a:pt x="2760" y="6195"/>
                      <a:pt x="2761" y="6196"/>
                    </a:cubicBezTo>
                    <a:cubicBezTo>
                      <a:pt x="2767" y="6200"/>
                      <a:pt x="2774" y="6204"/>
                      <a:pt x="2780" y="6209"/>
                    </a:cubicBezTo>
                    <a:cubicBezTo>
                      <a:pt x="2784" y="6212"/>
                      <a:pt x="2788" y="6214"/>
                      <a:pt x="2792" y="6217"/>
                    </a:cubicBezTo>
                    <a:cubicBezTo>
                      <a:pt x="2792" y="6250"/>
                      <a:pt x="2795" y="6284"/>
                      <a:pt x="2803" y="6316"/>
                    </a:cubicBezTo>
                    <a:cubicBezTo>
                      <a:pt x="2809" y="6346"/>
                      <a:pt x="2808" y="6381"/>
                      <a:pt x="2824" y="6408"/>
                    </a:cubicBezTo>
                    <a:cubicBezTo>
                      <a:pt x="2825" y="6409"/>
                      <a:pt x="2826" y="6410"/>
                      <a:pt x="2827" y="6411"/>
                    </a:cubicBezTo>
                    <a:cubicBezTo>
                      <a:pt x="2828" y="6411"/>
                      <a:pt x="2830" y="6412"/>
                      <a:pt x="2831" y="6412"/>
                    </a:cubicBezTo>
                    <a:cubicBezTo>
                      <a:pt x="2832" y="6412"/>
                      <a:pt x="2834" y="6411"/>
                      <a:pt x="2835" y="6411"/>
                    </a:cubicBezTo>
                    <a:cubicBezTo>
                      <a:pt x="2836" y="6410"/>
                      <a:pt x="2836" y="6409"/>
                      <a:pt x="2837" y="6408"/>
                    </a:cubicBezTo>
                    <a:cubicBezTo>
                      <a:pt x="2838" y="6407"/>
                      <a:pt x="2838" y="6405"/>
                      <a:pt x="2838" y="6404"/>
                    </a:cubicBezTo>
                    <a:cubicBezTo>
                      <a:pt x="2833" y="6345"/>
                      <a:pt x="2819" y="6288"/>
                      <a:pt x="2810" y="6229"/>
                    </a:cubicBezTo>
                    <a:cubicBezTo>
                      <a:pt x="2821" y="6236"/>
                      <a:pt x="2830" y="6242"/>
                      <a:pt x="2841" y="6248"/>
                    </a:cubicBezTo>
                    <a:cubicBezTo>
                      <a:pt x="2844" y="6254"/>
                      <a:pt x="2846" y="6260"/>
                      <a:pt x="2848" y="6266"/>
                    </a:cubicBezTo>
                    <a:lnTo>
                      <a:pt x="2848" y="6267"/>
                    </a:lnTo>
                    <a:lnTo>
                      <a:pt x="2849" y="6267"/>
                    </a:lnTo>
                    <a:cubicBezTo>
                      <a:pt x="2856" y="6295"/>
                      <a:pt x="2856" y="6326"/>
                      <a:pt x="2861" y="6352"/>
                    </a:cubicBezTo>
                    <a:cubicBezTo>
                      <a:pt x="2866" y="6378"/>
                      <a:pt x="2866" y="6406"/>
                      <a:pt x="2883" y="6423"/>
                    </a:cubicBezTo>
                    <a:cubicBezTo>
                      <a:pt x="2884" y="6423"/>
                      <a:pt x="2884" y="6424"/>
                      <a:pt x="2885" y="6424"/>
                    </a:cubicBezTo>
                    <a:cubicBezTo>
                      <a:pt x="2886" y="6424"/>
                      <a:pt x="2886" y="6425"/>
                      <a:pt x="2888" y="6425"/>
                    </a:cubicBezTo>
                    <a:cubicBezTo>
                      <a:pt x="2889" y="6425"/>
                      <a:pt x="2891" y="6424"/>
                      <a:pt x="2892" y="6424"/>
                    </a:cubicBezTo>
                    <a:cubicBezTo>
                      <a:pt x="2893" y="6423"/>
                      <a:pt x="2894" y="6422"/>
                      <a:pt x="2895" y="6421"/>
                    </a:cubicBezTo>
                    <a:cubicBezTo>
                      <a:pt x="2896" y="6420"/>
                      <a:pt x="2896" y="6418"/>
                      <a:pt x="2896" y="6417"/>
                    </a:cubicBezTo>
                    <a:cubicBezTo>
                      <a:pt x="2896" y="6416"/>
                      <a:pt x="2896" y="6416"/>
                      <a:pt x="2896" y="6415"/>
                    </a:cubicBezTo>
                    <a:cubicBezTo>
                      <a:pt x="2890" y="6380"/>
                      <a:pt x="2890" y="6343"/>
                      <a:pt x="2882" y="6307"/>
                    </a:cubicBezTo>
                    <a:cubicBezTo>
                      <a:pt x="2880" y="6294"/>
                      <a:pt x="2879" y="6280"/>
                      <a:pt x="2876" y="6266"/>
                    </a:cubicBezTo>
                    <a:cubicBezTo>
                      <a:pt x="2887" y="6272"/>
                      <a:pt x="2898" y="6278"/>
                      <a:pt x="2908" y="6284"/>
                    </a:cubicBezTo>
                    <a:lnTo>
                      <a:pt x="2911" y="6286"/>
                    </a:lnTo>
                    <a:lnTo>
                      <a:pt x="2910" y="6287"/>
                    </a:lnTo>
                    <a:cubicBezTo>
                      <a:pt x="2910" y="6288"/>
                      <a:pt x="2909" y="6289"/>
                      <a:pt x="2909" y="6291"/>
                    </a:cubicBezTo>
                    <a:cubicBezTo>
                      <a:pt x="2909" y="6292"/>
                      <a:pt x="2909" y="6295"/>
                      <a:pt x="2910" y="6296"/>
                    </a:cubicBezTo>
                    <a:cubicBezTo>
                      <a:pt x="2911" y="6297"/>
                      <a:pt x="2911" y="6297"/>
                      <a:pt x="2911" y="6297"/>
                    </a:cubicBezTo>
                    <a:cubicBezTo>
                      <a:pt x="2916" y="6309"/>
                      <a:pt x="2919" y="6321"/>
                      <a:pt x="2920" y="6334"/>
                    </a:cubicBezTo>
                    <a:cubicBezTo>
                      <a:pt x="2921" y="6348"/>
                      <a:pt x="2925" y="6361"/>
                      <a:pt x="2932" y="6372"/>
                    </a:cubicBezTo>
                    <a:cubicBezTo>
                      <a:pt x="2933" y="6373"/>
                      <a:pt x="2933" y="6374"/>
                      <a:pt x="2934" y="6375"/>
                    </a:cubicBezTo>
                    <a:cubicBezTo>
                      <a:pt x="2934" y="6376"/>
                      <a:pt x="2935" y="6376"/>
                      <a:pt x="2935" y="6376"/>
                    </a:cubicBezTo>
                    <a:cubicBezTo>
                      <a:pt x="2937" y="6377"/>
                      <a:pt x="2938" y="6378"/>
                      <a:pt x="2940" y="6378"/>
                    </a:cubicBezTo>
                    <a:cubicBezTo>
                      <a:pt x="2941" y="6378"/>
                      <a:pt x="2943" y="6377"/>
                      <a:pt x="2944" y="6376"/>
                    </a:cubicBezTo>
                    <a:cubicBezTo>
                      <a:pt x="2944" y="6376"/>
                      <a:pt x="2945" y="6376"/>
                      <a:pt x="2946" y="6375"/>
                    </a:cubicBezTo>
                    <a:cubicBezTo>
                      <a:pt x="2961" y="6361"/>
                      <a:pt x="2948" y="6330"/>
                      <a:pt x="2944" y="6314"/>
                    </a:cubicBezTo>
                    <a:cubicBezTo>
                      <a:pt x="2944" y="6310"/>
                      <a:pt x="2942" y="6307"/>
                      <a:pt x="2941" y="6303"/>
                    </a:cubicBezTo>
                    <a:cubicBezTo>
                      <a:pt x="2972" y="6324"/>
                      <a:pt x="3000" y="6347"/>
                      <a:pt x="3031" y="6369"/>
                    </a:cubicBezTo>
                    <a:cubicBezTo>
                      <a:pt x="3045" y="6379"/>
                      <a:pt x="3059" y="6388"/>
                      <a:pt x="3074" y="6397"/>
                    </a:cubicBezTo>
                    <a:cubicBezTo>
                      <a:pt x="3084" y="6403"/>
                      <a:pt x="3095" y="6408"/>
                      <a:pt x="3105" y="6413"/>
                    </a:cubicBezTo>
                    <a:lnTo>
                      <a:pt x="3105" y="6414"/>
                    </a:lnTo>
                    <a:cubicBezTo>
                      <a:pt x="3103" y="6415"/>
                      <a:pt x="3101" y="6416"/>
                      <a:pt x="3100" y="6418"/>
                    </a:cubicBezTo>
                    <a:cubicBezTo>
                      <a:pt x="3092" y="6427"/>
                      <a:pt x="3082" y="6435"/>
                      <a:pt x="3072" y="6441"/>
                    </a:cubicBezTo>
                    <a:cubicBezTo>
                      <a:pt x="3067" y="6443"/>
                      <a:pt x="3062" y="6446"/>
                      <a:pt x="3057" y="6448"/>
                    </a:cubicBezTo>
                    <a:cubicBezTo>
                      <a:pt x="3035" y="6461"/>
                      <a:pt x="3020" y="6486"/>
                      <a:pt x="3001" y="6502"/>
                    </a:cubicBezTo>
                    <a:cubicBezTo>
                      <a:pt x="2982" y="6518"/>
                      <a:pt x="2965" y="6527"/>
                      <a:pt x="2947" y="6544"/>
                    </a:cubicBezTo>
                    <a:cubicBezTo>
                      <a:pt x="2927" y="6564"/>
                      <a:pt x="2906" y="6583"/>
                      <a:pt x="2884" y="6601"/>
                    </a:cubicBezTo>
                    <a:lnTo>
                      <a:pt x="2879" y="6605"/>
                    </a:lnTo>
                    <a:cubicBezTo>
                      <a:pt x="2880" y="6604"/>
                      <a:pt x="2880" y="6603"/>
                      <a:pt x="2880" y="6603"/>
                    </a:cubicBezTo>
                    <a:cubicBezTo>
                      <a:pt x="2880" y="6586"/>
                      <a:pt x="2878" y="6569"/>
                      <a:pt x="2876" y="6552"/>
                    </a:cubicBezTo>
                    <a:cubicBezTo>
                      <a:pt x="2876" y="6551"/>
                      <a:pt x="2875" y="6548"/>
                      <a:pt x="2874" y="6547"/>
                    </a:cubicBezTo>
                    <a:cubicBezTo>
                      <a:pt x="2873" y="6545"/>
                      <a:pt x="2873" y="6545"/>
                      <a:pt x="2871" y="6544"/>
                    </a:cubicBezTo>
                    <a:cubicBezTo>
                      <a:pt x="2869" y="6543"/>
                      <a:pt x="2867" y="6543"/>
                      <a:pt x="2866" y="6543"/>
                    </a:cubicBezTo>
                    <a:cubicBezTo>
                      <a:pt x="2864" y="6543"/>
                      <a:pt x="2863" y="6543"/>
                      <a:pt x="2861" y="6544"/>
                    </a:cubicBezTo>
                    <a:cubicBezTo>
                      <a:pt x="2859" y="6545"/>
                      <a:pt x="2858" y="6545"/>
                      <a:pt x="2857" y="6547"/>
                    </a:cubicBezTo>
                    <a:cubicBezTo>
                      <a:pt x="2856" y="6548"/>
                      <a:pt x="2856" y="6551"/>
                      <a:pt x="2856" y="6552"/>
                    </a:cubicBezTo>
                    <a:cubicBezTo>
                      <a:pt x="2856" y="6564"/>
                      <a:pt x="2856" y="6575"/>
                      <a:pt x="2856" y="6586"/>
                    </a:cubicBezTo>
                    <a:cubicBezTo>
                      <a:pt x="2856" y="6588"/>
                      <a:pt x="2856" y="6589"/>
                      <a:pt x="2856" y="6590"/>
                    </a:cubicBezTo>
                    <a:cubicBezTo>
                      <a:pt x="2856" y="6600"/>
                      <a:pt x="2858" y="6609"/>
                      <a:pt x="2862" y="6618"/>
                    </a:cubicBezTo>
                    <a:cubicBezTo>
                      <a:pt x="2848" y="6630"/>
                      <a:pt x="2834" y="6641"/>
                      <a:pt x="2821" y="6653"/>
                    </a:cubicBezTo>
                    <a:cubicBezTo>
                      <a:pt x="2821" y="6651"/>
                      <a:pt x="2820" y="6650"/>
                      <a:pt x="2820" y="6649"/>
                    </a:cubicBezTo>
                    <a:cubicBezTo>
                      <a:pt x="2819" y="6644"/>
                      <a:pt x="2818" y="6638"/>
                      <a:pt x="2818" y="6633"/>
                    </a:cubicBezTo>
                    <a:cubicBezTo>
                      <a:pt x="2818" y="6633"/>
                      <a:pt x="2818" y="6632"/>
                      <a:pt x="2818" y="6631"/>
                    </a:cubicBezTo>
                    <a:cubicBezTo>
                      <a:pt x="2817" y="6628"/>
                      <a:pt x="2816" y="6625"/>
                      <a:pt x="2815" y="6622"/>
                    </a:cubicBezTo>
                    <a:cubicBezTo>
                      <a:pt x="2813" y="6618"/>
                      <a:pt x="2813" y="6613"/>
                      <a:pt x="2813" y="6609"/>
                    </a:cubicBezTo>
                    <a:cubicBezTo>
                      <a:pt x="2813" y="6608"/>
                      <a:pt x="2813" y="6607"/>
                      <a:pt x="2813" y="6606"/>
                    </a:cubicBezTo>
                    <a:cubicBezTo>
                      <a:pt x="2813" y="6604"/>
                      <a:pt x="2812" y="6603"/>
                      <a:pt x="2812" y="6602"/>
                    </a:cubicBezTo>
                    <a:cubicBezTo>
                      <a:pt x="2811" y="6601"/>
                      <a:pt x="2810" y="6600"/>
                      <a:pt x="2808" y="6599"/>
                    </a:cubicBezTo>
                    <a:cubicBezTo>
                      <a:pt x="2806" y="6598"/>
                      <a:pt x="2805" y="6598"/>
                      <a:pt x="2804" y="6598"/>
                    </a:cubicBezTo>
                    <a:cubicBezTo>
                      <a:pt x="2802" y="6598"/>
                      <a:pt x="2800" y="6598"/>
                      <a:pt x="2799" y="6599"/>
                    </a:cubicBezTo>
                    <a:cubicBezTo>
                      <a:pt x="2798" y="6600"/>
                      <a:pt x="2797" y="6601"/>
                      <a:pt x="2796" y="6602"/>
                    </a:cubicBezTo>
                    <a:cubicBezTo>
                      <a:pt x="2795" y="6603"/>
                      <a:pt x="2795" y="6604"/>
                      <a:pt x="2795" y="6606"/>
                    </a:cubicBezTo>
                    <a:cubicBezTo>
                      <a:pt x="2794" y="6609"/>
                      <a:pt x="2794" y="6612"/>
                      <a:pt x="2794" y="6616"/>
                    </a:cubicBezTo>
                    <a:cubicBezTo>
                      <a:pt x="2794" y="6622"/>
                      <a:pt x="2795" y="6628"/>
                      <a:pt x="2796" y="6633"/>
                    </a:cubicBezTo>
                    <a:cubicBezTo>
                      <a:pt x="2796" y="6636"/>
                      <a:pt x="2796" y="6638"/>
                      <a:pt x="2796" y="6641"/>
                    </a:cubicBezTo>
                    <a:cubicBezTo>
                      <a:pt x="2796" y="6643"/>
                      <a:pt x="2796" y="6646"/>
                      <a:pt x="2796" y="6649"/>
                    </a:cubicBezTo>
                    <a:cubicBezTo>
                      <a:pt x="2797" y="6653"/>
                      <a:pt x="2798" y="6658"/>
                      <a:pt x="2800" y="6662"/>
                    </a:cubicBezTo>
                    <a:cubicBezTo>
                      <a:pt x="2801" y="6662"/>
                      <a:pt x="2801" y="6663"/>
                      <a:pt x="2801" y="6664"/>
                    </a:cubicBezTo>
                    <a:cubicBezTo>
                      <a:pt x="2802" y="6665"/>
                      <a:pt x="2804" y="6666"/>
                      <a:pt x="2805" y="6667"/>
                    </a:cubicBezTo>
                    <a:cubicBezTo>
                      <a:pt x="2806" y="6668"/>
                      <a:pt x="2806" y="6668"/>
                      <a:pt x="2806" y="6668"/>
                    </a:cubicBezTo>
                    <a:cubicBezTo>
                      <a:pt x="2794" y="6678"/>
                      <a:pt x="2783" y="6687"/>
                      <a:pt x="2772" y="6699"/>
                    </a:cubicBezTo>
                    <a:cubicBezTo>
                      <a:pt x="2771" y="6692"/>
                      <a:pt x="2771" y="6685"/>
                      <a:pt x="2771" y="6677"/>
                    </a:cubicBezTo>
                    <a:cubicBezTo>
                      <a:pt x="2769" y="6665"/>
                      <a:pt x="2767" y="6653"/>
                      <a:pt x="2764" y="6641"/>
                    </a:cubicBezTo>
                    <a:cubicBezTo>
                      <a:pt x="2764" y="6639"/>
                      <a:pt x="2764" y="6638"/>
                      <a:pt x="2763" y="6637"/>
                    </a:cubicBezTo>
                    <a:cubicBezTo>
                      <a:pt x="2763" y="6636"/>
                      <a:pt x="2763" y="6634"/>
                      <a:pt x="2761" y="6634"/>
                    </a:cubicBezTo>
                    <a:cubicBezTo>
                      <a:pt x="2759" y="6633"/>
                      <a:pt x="2758" y="6633"/>
                      <a:pt x="2757" y="6633"/>
                    </a:cubicBezTo>
                    <a:cubicBezTo>
                      <a:pt x="2755" y="6633"/>
                      <a:pt x="2754" y="6633"/>
                      <a:pt x="2753" y="6634"/>
                    </a:cubicBezTo>
                    <a:cubicBezTo>
                      <a:pt x="2752" y="6634"/>
                      <a:pt x="2751" y="6636"/>
                      <a:pt x="2750" y="6637"/>
                    </a:cubicBezTo>
                    <a:cubicBezTo>
                      <a:pt x="2750" y="6638"/>
                      <a:pt x="2749" y="6639"/>
                      <a:pt x="2749" y="6641"/>
                    </a:cubicBezTo>
                    <a:cubicBezTo>
                      <a:pt x="2749" y="6656"/>
                      <a:pt x="2749" y="6671"/>
                      <a:pt x="2749" y="6686"/>
                    </a:cubicBezTo>
                    <a:cubicBezTo>
                      <a:pt x="2749" y="6689"/>
                      <a:pt x="2749" y="6692"/>
                      <a:pt x="2749" y="6695"/>
                    </a:cubicBezTo>
                    <a:cubicBezTo>
                      <a:pt x="2749" y="6702"/>
                      <a:pt x="2750" y="6709"/>
                      <a:pt x="2753" y="6716"/>
                    </a:cubicBezTo>
                    <a:cubicBezTo>
                      <a:pt x="2748" y="6721"/>
                      <a:pt x="2742" y="6727"/>
                      <a:pt x="2736" y="6732"/>
                    </a:cubicBezTo>
                    <a:cubicBezTo>
                      <a:pt x="2731" y="6665"/>
                      <a:pt x="2706" y="6602"/>
                      <a:pt x="2702" y="6535"/>
                    </a:cubicBezTo>
                    <a:cubicBezTo>
                      <a:pt x="2702" y="6534"/>
                      <a:pt x="2702" y="6534"/>
                      <a:pt x="2701" y="6533"/>
                    </a:cubicBezTo>
                    <a:cubicBezTo>
                      <a:pt x="2701" y="6532"/>
                      <a:pt x="2700" y="6531"/>
                      <a:pt x="2699" y="6531"/>
                    </a:cubicBezTo>
                    <a:cubicBezTo>
                      <a:pt x="2698" y="6530"/>
                      <a:pt x="2697" y="6530"/>
                      <a:pt x="2696" y="6530"/>
                    </a:cubicBezTo>
                    <a:cubicBezTo>
                      <a:pt x="2695" y="6530"/>
                      <a:pt x="2694" y="6530"/>
                      <a:pt x="2693" y="6531"/>
                    </a:cubicBezTo>
                    <a:cubicBezTo>
                      <a:pt x="2692" y="6532"/>
                      <a:pt x="2692" y="6532"/>
                      <a:pt x="2691" y="6533"/>
                    </a:cubicBezTo>
                    <a:cubicBezTo>
                      <a:pt x="2691" y="6534"/>
                      <a:pt x="2691" y="6534"/>
                      <a:pt x="2691" y="6535"/>
                    </a:cubicBezTo>
                    <a:cubicBezTo>
                      <a:pt x="2689" y="6608"/>
                      <a:pt x="2715" y="6676"/>
                      <a:pt x="2717" y="6748"/>
                    </a:cubicBezTo>
                    <a:cubicBezTo>
                      <a:pt x="2700" y="6762"/>
                      <a:pt x="2683" y="6777"/>
                      <a:pt x="2667" y="6792"/>
                    </a:cubicBezTo>
                    <a:cubicBezTo>
                      <a:pt x="2667" y="6790"/>
                      <a:pt x="2667" y="6788"/>
                      <a:pt x="2667" y="6786"/>
                    </a:cubicBezTo>
                    <a:cubicBezTo>
                      <a:pt x="2667" y="6770"/>
                      <a:pt x="2666" y="6754"/>
                      <a:pt x="2663" y="6738"/>
                    </a:cubicBezTo>
                    <a:cubicBezTo>
                      <a:pt x="2663" y="6737"/>
                      <a:pt x="2662" y="6737"/>
                      <a:pt x="2662" y="6736"/>
                    </a:cubicBezTo>
                    <a:cubicBezTo>
                      <a:pt x="2661" y="6734"/>
                      <a:pt x="2662" y="6734"/>
                      <a:pt x="2660" y="6733"/>
                    </a:cubicBezTo>
                    <a:cubicBezTo>
                      <a:pt x="2658" y="6732"/>
                      <a:pt x="2657" y="6732"/>
                      <a:pt x="2656" y="6732"/>
                    </a:cubicBezTo>
                    <a:cubicBezTo>
                      <a:pt x="2655" y="6732"/>
                      <a:pt x="2653" y="6732"/>
                      <a:pt x="2652" y="6733"/>
                    </a:cubicBezTo>
                    <a:cubicBezTo>
                      <a:pt x="2651" y="6734"/>
                      <a:pt x="2651" y="6734"/>
                      <a:pt x="2650" y="6736"/>
                    </a:cubicBezTo>
                    <a:cubicBezTo>
                      <a:pt x="2650" y="6737"/>
                      <a:pt x="2649" y="6737"/>
                      <a:pt x="2649" y="6738"/>
                    </a:cubicBezTo>
                    <a:cubicBezTo>
                      <a:pt x="2647" y="6751"/>
                      <a:pt x="2645" y="6764"/>
                      <a:pt x="2645" y="6777"/>
                    </a:cubicBezTo>
                    <a:cubicBezTo>
                      <a:pt x="2645" y="6787"/>
                      <a:pt x="2641" y="6800"/>
                      <a:pt x="2651" y="6807"/>
                    </a:cubicBezTo>
                    <a:lnTo>
                      <a:pt x="2652" y="6807"/>
                    </a:lnTo>
                    <a:lnTo>
                      <a:pt x="2635" y="6825"/>
                    </a:lnTo>
                    <a:cubicBezTo>
                      <a:pt x="2634" y="6813"/>
                      <a:pt x="2632" y="6800"/>
                      <a:pt x="2629" y="6788"/>
                    </a:cubicBezTo>
                    <a:cubicBezTo>
                      <a:pt x="2626" y="6774"/>
                      <a:pt x="2626" y="6759"/>
                      <a:pt x="2622" y="6745"/>
                    </a:cubicBezTo>
                    <a:cubicBezTo>
                      <a:pt x="2621" y="6738"/>
                      <a:pt x="2610" y="6737"/>
                      <a:pt x="2609" y="6745"/>
                    </a:cubicBezTo>
                    <a:cubicBezTo>
                      <a:pt x="2607" y="6754"/>
                      <a:pt x="2606" y="6763"/>
                      <a:pt x="2606" y="6773"/>
                    </a:cubicBezTo>
                    <a:cubicBezTo>
                      <a:pt x="2606" y="6780"/>
                      <a:pt x="2606" y="6787"/>
                      <a:pt x="2607" y="6793"/>
                    </a:cubicBezTo>
                    <a:cubicBezTo>
                      <a:pt x="2607" y="6795"/>
                      <a:pt x="2607" y="6796"/>
                      <a:pt x="2607" y="6798"/>
                    </a:cubicBezTo>
                    <a:cubicBezTo>
                      <a:pt x="2607" y="6812"/>
                      <a:pt x="2611" y="6826"/>
                      <a:pt x="2618" y="6839"/>
                    </a:cubicBezTo>
                    <a:cubicBezTo>
                      <a:pt x="2619" y="6839"/>
                      <a:pt x="2619" y="6840"/>
                      <a:pt x="2619" y="6840"/>
                    </a:cubicBezTo>
                    <a:lnTo>
                      <a:pt x="2620" y="6840"/>
                    </a:lnTo>
                    <a:lnTo>
                      <a:pt x="2594" y="6867"/>
                    </a:lnTo>
                    <a:cubicBezTo>
                      <a:pt x="2594" y="6861"/>
                      <a:pt x="2592" y="6856"/>
                      <a:pt x="2592" y="6850"/>
                    </a:cubicBezTo>
                    <a:cubicBezTo>
                      <a:pt x="2589" y="6825"/>
                      <a:pt x="2585" y="6800"/>
                      <a:pt x="2582" y="6775"/>
                    </a:cubicBezTo>
                    <a:cubicBezTo>
                      <a:pt x="2581" y="6767"/>
                      <a:pt x="2567" y="6768"/>
                      <a:pt x="2567" y="6776"/>
                    </a:cubicBezTo>
                    <a:cubicBezTo>
                      <a:pt x="2567" y="6796"/>
                      <a:pt x="2570" y="6815"/>
                      <a:pt x="2571" y="6834"/>
                    </a:cubicBezTo>
                    <a:cubicBezTo>
                      <a:pt x="2571" y="6834"/>
                      <a:pt x="2571" y="6835"/>
                      <a:pt x="2571" y="6836"/>
                    </a:cubicBezTo>
                    <a:cubicBezTo>
                      <a:pt x="2571" y="6853"/>
                      <a:pt x="2572" y="6870"/>
                      <a:pt x="2574" y="6887"/>
                    </a:cubicBezTo>
                    <a:lnTo>
                      <a:pt x="2560" y="6902"/>
                    </a:lnTo>
                    <a:cubicBezTo>
                      <a:pt x="2560" y="6894"/>
                      <a:pt x="2556" y="6887"/>
                      <a:pt x="2556" y="6879"/>
                    </a:cubicBezTo>
                    <a:cubicBezTo>
                      <a:pt x="2556" y="6859"/>
                      <a:pt x="2549" y="6840"/>
                      <a:pt x="2547" y="6820"/>
                    </a:cubicBezTo>
                    <a:cubicBezTo>
                      <a:pt x="2546" y="6812"/>
                      <a:pt x="2534" y="6812"/>
                      <a:pt x="2534" y="6820"/>
                    </a:cubicBezTo>
                    <a:cubicBezTo>
                      <a:pt x="2535" y="6840"/>
                      <a:pt x="2538" y="6859"/>
                      <a:pt x="2539" y="6879"/>
                    </a:cubicBezTo>
                    <a:cubicBezTo>
                      <a:pt x="2538" y="6882"/>
                      <a:pt x="2538" y="6885"/>
                      <a:pt x="2538" y="6887"/>
                    </a:cubicBezTo>
                    <a:cubicBezTo>
                      <a:pt x="2538" y="6897"/>
                      <a:pt x="2540" y="6907"/>
                      <a:pt x="2545" y="6915"/>
                    </a:cubicBezTo>
                    <a:lnTo>
                      <a:pt x="2520" y="6940"/>
                    </a:lnTo>
                    <a:cubicBezTo>
                      <a:pt x="2520" y="6932"/>
                      <a:pt x="2517" y="6924"/>
                      <a:pt x="2517" y="6915"/>
                    </a:cubicBezTo>
                    <a:cubicBezTo>
                      <a:pt x="2515" y="6893"/>
                      <a:pt x="2512" y="6872"/>
                      <a:pt x="2506" y="6850"/>
                    </a:cubicBezTo>
                    <a:cubicBezTo>
                      <a:pt x="2506" y="6850"/>
                      <a:pt x="2506" y="6849"/>
                      <a:pt x="2505" y="6848"/>
                    </a:cubicBezTo>
                    <a:cubicBezTo>
                      <a:pt x="2505" y="6847"/>
                      <a:pt x="2504" y="6846"/>
                      <a:pt x="2503" y="6846"/>
                    </a:cubicBezTo>
                    <a:cubicBezTo>
                      <a:pt x="2502" y="6845"/>
                      <a:pt x="2502" y="6845"/>
                      <a:pt x="2500" y="6845"/>
                    </a:cubicBezTo>
                    <a:cubicBezTo>
                      <a:pt x="2499" y="6845"/>
                      <a:pt x="2497" y="6845"/>
                      <a:pt x="2496" y="6846"/>
                    </a:cubicBezTo>
                    <a:cubicBezTo>
                      <a:pt x="2495" y="6846"/>
                      <a:pt x="2494" y="6847"/>
                      <a:pt x="2494" y="6848"/>
                    </a:cubicBezTo>
                    <a:cubicBezTo>
                      <a:pt x="2493" y="6849"/>
                      <a:pt x="2493" y="6850"/>
                      <a:pt x="2493" y="6850"/>
                    </a:cubicBezTo>
                    <a:cubicBezTo>
                      <a:pt x="2488" y="6872"/>
                      <a:pt x="2497" y="6891"/>
                      <a:pt x="2496" y="6913"/>
                    </a:cubicBezTo>
                    <a:cubicBezTo>
                      <a:pt x="2496" y="6916"/>
                      <a:pt x="2496" y="6919"/>
                      <a:pt x="2496" y="6922"/>
                    </a:cubicBezTo>
                    <a:cubicBezTo>
                      <a:pt x="2496" y="6934"/>
                      <a:pt x="2497" y="6946"/>
                      <a:pt x="2501" y="6957"/>
                    </a:cubicBezTo>
                    <a:cubicBezTo>
                      <a:pt x="2493" y="6964"/>
                      <a:pt x="2485" y="6971"/>
                      <a:pt x="2477" y="6977"/>
                    </a:cubicBezTo>
                    <a:cubicBezTo>
                      <a:pt x="2470" y="6910"/>
                      <a:pt x="2473" y="6839"/>
                      <a:pt x="2453" y="6774"/>
                    </a:cubicBezTo>
                    <a:cubicBezTo>
                      <a:pt x="2451" y="6768"/>
                      <a:pt x="2442" y="6771"/>
                      <a:pt x="2444" y="6777"/>
                    </a:cubicBezTo>
                    <a:cubicBezTo>
                      <a:pt x="2458" y="6848"/>
                      <a:pt x="2449" y="6923"/>
                      <a:pt x="2458" y="6994"/>
                    </a:cubicBezTo>
                    <a:lnTo>
                      <a:pt x="2448" y="7003"/>
                    </a:lnTo>
                    <a:lnTo>
                      <a:pt x="2446" y="7004"/>
                    </a:lnTo>
                    <a:cubicBezTo>
                      <a:pt x="2445" y="6990"/>
                      <a:pt x="2444" y="6976"/>
                      <a:pt x="2444" y="6963"/>
                    </a:cubicBezTo>
                    <a:cubicBezTo>
                      <a:pt x="2444" y="6962"/>
                      <a:pt x="2444" y="6962"/>
                      <a:pt x="2444" y="6962"/>
                    </a:cubicBezTo>
                    <a:cubicBezTo>
                      <a:pt x="2444" y="6941"/>
                      <a:pt x="2441" y="6920"/>
                      <a:pt x="2436" y="6899"/>
                    </a:cubicBezTo>
                    <a:cubicBezTo>
                      <a:pt x="2434" y="6895"/>
                      <a:pt x="2428" y="6896"/>
                      <a:pt x="2428" y="6901"/>
                    </a:cubicBezTo>
                    <a:cubicBezTo>
                      <a:pt x="2428" y="6920"/>
                      <a:pt x="2429" y="6941"/>
                      <a:pt x="2427" y="6962"/>
                    </a:cubicBezTo>
                    <a:cubicBezTo>
                      <a:pt x="2426" y="6983"/>
                      <a:pt x="2429" y="7000"/>
                      <a:pt x="2429" y="7020"/>
                    </a:cubicBezTo>
                    <a:lnTo>
                      <a:pt x="2412" y="7037"/>
                    </a:lnTo>
                    <a:cubicBezTo>
                      <a:pt x="2412" y="7032"/>
                      <a:pt x="2412" y="7027"/>
                      <a:pt x="2412" y="7022"/>
                    </a:cubicBezTo>
                    <a:cubicBezTo>
                      <a:pt x="2412" y="7016"/>
                      <a:pt x="2412" y="7011"/>
                      <a:pt x="2412" y="7006"/>
                    </a:cubicBezTo>
                    <a:cubicBezTo>
                      <a:pt x="2412" y="6999"/>
                      <a:pt x="2413" y="6992"/>
                      <a:pt x="2413" y="6984"/>
                    </a:cubicBezTo>
                    <a:cubicBezTo>
                      <a:pt x="2413" y="6971"/>
                      <a:pt x="2412" y="6959"/>
                      <a:pt x="2410" y="6946"/>
                    </a:cubicBezTo>
                    <a:cubicBezTo>
                      <a:pt x="2401" y="6908"/>
                      <a:pt x="2402" y="6868"/>
                      <a:pt x="2388" y="6831"/>
                    </a:cubicBezTo>
                    <a:cubicBezTo>
                      <a:pt x="2388" y="6830"/>
                      <a:pt x="2388" y="6830"/>
                      <a:pt x="2387" y="6829"/>
                    </a:cubicBezTo>
                    <a:cubicBezTo>
                      <a:pt x="2386" y="6828"/>
                      <a:pt x="2385" y="6829"/>
                      <a:pt x="2385" y="6829"/>
                    </a:cubicBezTo>
                    <a:cubicBezTo>
                      <a:pt x="2384" y="6829"/>
                      <a:pt x="2383" y="6829"/>
                      <a:pt x="2383" y="6829"/>
                    </a:cubicBezTo>
                    <a:cubicBezTo>
                      <a:pt x="2382" y="6830"/>
                      <a:pt x="2382" y="6830"/>
                      <a:pt x="2381" y="6831"/>
                    </a:cubicBezTo>
                    <a:cubicBezTo>
                      <a:pt x="2381" y="6831"/>
                      <a:pt x="2381" y="6832"/>
                      <a:pt x="2381" y="6833"/>
                    </a:cubicBezTo>
                    <a:lnTo>
                      <a:pt x="2381" y="6834"/>
                    </a:lnTo>
                    <a:cubicBezTo>
                      <a:pt x="2385" y="6852"/>
                      <a:pt x="2388" y="6871"/>
                      <a:pt x="2389" y="6890"/>
                    </a:cubicBezTo>
                    <a:cubicBezTo>
                      <a:pt x="2388" y="6895"/>
                      <a:pt x="2388" y="6900"/>
                      <a:pt x="2388" y="6906"/>
                    </a:cubicBezTo>
                    <a:cubicBezTo>
                      <a:pt x="2388" y="6917"/>
                      <a:pt x="2389" y="6929"/>
                      <a:pt x="2391" y="6941"/>
                    </a:cubicBezTo>
                    <a:cubicBezTo>
                      <a:pt x="2402" y="6974"/>
                      <a:pt x="2377" y="7021"/>
                      <a:pt x="2396" y="7050"/>
                    </a:cubicBezTo>
                    <a:lnTo>
                      <a:pt x="2397" y="7050"/>
                    </a:lnTo>
                    <a:cubicBezTo>
                      <a:pt x="2385" y="7062"/>
                      <a:pt x="2371" y="7073"/>
                      <a:pt x="2355" y="7082"/>
                    </a:cubicBezTo>
                    <a:cubicBezTo>
                      <a:pt x="2350" y="7085"/>
                      <a:pt x="2344" y="7089"/>
                      <a:pt x="2339" y="7093"/>
                    </a:cubicBezTo>
                    <a:cubicBezTo>
                      <a:pt x="2318" y="7016"/>
                      <a:pt x="2318" y="6932"/>
                      <a:pt x="2297" y="6854"/>
                    </a:cubicBezTo>
                    <a:cubicBezTo>
                      <a:pt x="2295" y="6849"/>
                      <a:pt x="2288" y="6852"/>
                      <a:pt x="2289" y="6856"/>
                    </a:cubicBezTo>
                    <a:cubicBezTo>
                      <a:pt x="2306" y="6939"/>
                      <a:pt x="2297" y="7028"/>
                      <a:pt x="2317" y="7109"/>
                    </a:cubicBezTo>
                    <a:cubicBezTo>
                      <a:pt x="2305" y="7123"/>
                      <a:pt x="2297" y="7130"/>
                      <a:pt x="2287" y="7137"/>
                    </a:cubicBezTo>
                    <a:moveTo>
                      <a:pt x="3796" y="6967"/>
                    </a:moveTo>
                    <a:cubicBezTo>
                      <a:pt x="3792" y="6969"/>
                      <a:pt x="3789" y="6972"/>
                      <a:pt x="3785" y="6975"/>
                    </a:cubicBezTo>
                    <a:cubicBezTo>
                      <a:pt x="3781" y="6978"/>
                      <a:pt x="3777" y="6980"/>
                      <a:pt x="3773" y="6983"/>
                    </a:cubicBezTo>
                    <a:cubicBezTo>
                      <a:pt x="3769" y="6985"/>
                      <a:pt x="3766" y="6987"/>
                      <a:pt x="3762" y="6989"/>
                    </a:cubicBezTo>
                    <a:lnTo>
                      <a:pt x="3759" y="6989"/>
                    </a:lnTo>
                    <a:lnTo>
                      <a:pt x="3754" y="6989"/>
                    </a:lnTo>
                    <a:lnTo>
                      <a:pt x="3763" y="6979"/>
                    </a:lnTo>
                    <a:cubicBezTo>
                      <a:pt x="3769" y="6973"/>
                      <a:pt x="3774" y="6967"/>
                      <a:pt x="3780" y="6960"/>
                    </a:cubicBezTo>
                    <a:cubicBezTo>
                      <a:pt x="3780" y="6959"/>
                      <a:pt x="3780" y="6958"/>
                      <a:pt x="3781" y="6957"/>
                    </a:cubicBezTo>
                    <a:cubicBezTo>
                      <a:pt x="3782" y="6956"/>
                      <a:pt x="3783" y="6953"/>
                      <a:pt x="3783" y="6952"/>
                    </a:cubicBezTo>
                    <a:cubicBezTo>
                      <a:pt x="3783" y="6950"/>
                      <a:pt x="3782" y="6949"/>
                      <a:pt x="3781" y="6948"/>
                    </a:cubicBezTo>
                    <a:cubicBezTo>
                      <a:pt x="3780" y="6946"/>
                      <a:pt x="3779" y="6945"/>
                      <a:pt x="3778" y="6944"/>
                    </a:cubicBezTo>
                    <a:cubicBezTo>
                      <a:pt x="3776" y="6943"/>
                      <a:pt x="3774" y="6943"/>
                      <a:pt x="3773" y="6943"/>
                    </a:cubicBezTo>
                    <a:cubicBezTo>
                      <a:pt x="3771" y="6943"/>
                      <a:pt x="3769" y="6943"/>
                      <a:pt x="3768" y="6944"/>
                    </a:cubicBezTo>
                    <a:cubicBezTo>
                      <a:pt x="3767" y="6944"/>
                      <a:pt x="3766" y="6945"/>
                      <a:pt x="3766" y="6945"/>
                    </a:cubicBezTo>
                    <a:cubicBezTo>
                      <a:pt x="3760" y="6951"/>
                      <a:pt x="3753" y="6955"/>
                      <a:pt x="3746" y="6961"/>
                    </a:cubicBezTo>
                    <a:cubicBezTo>
                      <a:pt x="3739" y="6966"/>
                      <a:pt x="3732" y="6976"/>
                      <a:pt x="3724" y="6979"/>
                    </a:cubicBezTo>
                    <a:cubicBezTo>
                      <a:pt x="3723" y="6979"/>
                      <a:pt x="3723" y="6979"/>
                      <a:pt x="3722" y="6980"/>
                    </a:cubicBezTo>
                    <a:cubicBezTo>
                      <a:pt x="3717" y="6983"/>
                      <a:pt x="3714" y="6986"/>
                      <a:pt x="3711" y="6990"/>
                    </a:cubicBezTo>
                    <a:cubicBezTo>
                      <a:pt x="3710" y="6992"/>
                      <a:pt x="3710" y="6993"/>
                      <a:pt x="3709" y="6995"/>
                    </a:cubicBezTo>
                    <a:lnTo>
                      <a:pt x="3699" y="6997"/>
                    </a:lnTo>
                    <a:cubicBezTo>
                      <a:pt x="3707" y="6991"/>
                      <a:pt x="3714" y="6985"/>
                      <a:pt x="3721" y="6978"/>
                    </a:cubicBezTo>
                    <a:cubicBezTo>
                      <a:pt x="3726" y="6973"/>
                      <a:pt x="3730" y="6968"/>
                      <a:pt x="3734" y="6962"/>
                    </a:cubicBezTo>
                    <a:cubicBezTo>
                      <a:pt x="3737" y="6958"/>
                      <a:pt x="3740" y="6949"/>
                      <a:pt x="3744" y="6947"/>
                    </a:cubicBezTo>
                    <a:cubicBezTo>
                      <a:pt x="3745" y="6947"/>
                      <a:pt x="3744" y="6947"/>
                      <a:pt x="3745" y="6946"/>
                    </a:cubicBezTo>
                    <a:cubicBezTo>
                      <a:pt x="3746" y="6945"/>
                      <a:pt x="3747" y="6944"/>
                      <a:pt x="3748" y="6943"/>
                    </a:cubicBezTo>
                    <a:cubicBezTo>
                      <a:pt x="3749" y="6941"/>
                      <a:pt x="3749" y="6940"/>
                      <a:pt x="3749" y="6939"/>
                    </a:cubicBezTo>
                    <a:cubicBezTo>
                      <a:pt x="3749" y="6937"/>
                      <a:pt x="3749" y="6936"/>
                      <a:pt x="3748" y="6935"/>
                    </a:cubicBezTo>
                    <a:cubicBezTo>
                      <a:pt x="3747" y="6933"/>
                      <a:pt x="3746" y="6932"/>
                      <a:pt x="3745" y="6932"/>
                    </a:cubicBezTo>
                    <a:cubicBezTo>
                      <a:pt x="3744" y="6931"/>
                      <a:pt x="3742" y="6931"/>
                      <a:pt x="3741" y="6931"/>
                    </a:cubicBezTo>
                    <a:lnTo>
                      <a:pt x="3740" y="6931"/>
                    </a:lnTo>
                    <a:cubicBezTo>
                      <a:pt x="3737" y="6932"/>
                      <a:pt x="3733" y="6933"/>
                      <a:pt x="3730" y="6935"/>
                    </a:cubicBezTo>
                    <a:cubicBezTo>
                      <a:pt x="3726" y="6937"/>
                      <a:pt x="3723" y="6940"/>
                      <a:pt x="3721" y="6943"/>
                    </a:cubicBezTo>
                    <a:cubicBezTo>
                      <a:pt x="3711" y="6953"/>
                      <a:pt x="3700" y="6962"/>
                      <a:pt x="3689" y="6970"/>
                    </a:cubicBezTo>
                    <a:cubicBezTo>
                      <a:pt x="3674" y="6980"/>
                      <a:pt x="3660" y="6991"/>
                      <a:pt x="3647" y="7004"/>
                    </a:cubicBezTo>
                    <a:lnTo>
                      <a:pt x="3640" y="7004"/>
                    </a:lnTo>
                    <a:cubicBezTo>
                      <a:pt x="3643" y="7000"/>
                      <a:pt x="3646" y="6996"/>
                      <a:pt x="3650" y="6993"/>
                    </a:cubicBezTo>
                    <a:cubicBezTo>
                      <a:pt x="3662" y="6980"/>
                      <a:pt x="3673" y="6966"/>
                      <a:pt x="3687" y="6954"/>
                    </a:cubicBezTo>
                    <a:cubicBezTo>
                      <a:pt x="3688" y="6953"/>
                      <a:pt x="3688" y="6953"/>
                      <a:pt x="3689" y="6952"/>
                    </a:cubicBezTo>
                    <a:cubicBezTo>
                      <a:pt x="3690" y="6951"/>
                      <a:pt x="3690" y="6949"/>
                      <a:pt x="3690" y="6948"/>
                    </a:cubicBezTo>
                    <a:cubicBezTo>
                      <a:pt x="3690" y="6947"/>
                      <a:pt x="3689" y="6946"/>
                      <a:pt x="3689" y="6945"/>
                    </a:cubicBezTo>
                    <a:cubicBezTo>
                      <a:pt x="3688" y="6944"/>
                      <a:pt x="3687" y="6943"/>
                      <a:pt x="3686" y="6943"/>
                    </a:cubicBezTo>
                    <a:cubicBezTo>
                      <a:pt x="3685" y="6942"/>
                      <a:pt x="3684" y="6942"/>
                      <a:pt x="3683" y="6942"/>
                    </a:cubicBezTo>
                    <a:cubicBezTo>
                      <a:pt x="3682" y="6942"/>
                      <a:pt x="3681" y="6942"/>
                      <a:pt x="3680" y="6943"/>
                    </a:cubicBezTo>
                    <a:lnTo>
                      <a:pt x="3679" y="6943"/>
                    </a:lnTo>
                    <a:cubicBezTo>
                      <a:pt x="3664" y="6954"/>
                      <a:pt x="3650" y="6965"/>
                      <a:pt x="3636" y="6977"/>
                    </a:cubicBezTo>
                    <a:cubicBezTo>
                      <a:pt x="3625" y="6986"/>
                      <a:pt x="3616" y="6997"/>
                      <a:pt x="3605" y="7006"/>
                    </a:cubicBezTo>
                    <a:lnTo>
                      <a:pt x="3602" y="7006"/>
                    </a:lnTo>
                    <a:lnTo>
                      <a:pt x="3587" y="7008"/>
                    </a:lnTo>
                    <a:lnTo>
                      <a:pt x="3594" y="6999"/>
                    </a:lnTo>
                    <a:cubicBezTo>
                      <a:pt x="3605" y="6987"/>
                      <a:pt x="3615" y="6974"/>
                      <a:pt x="3623" y="6960"/>
                    </a:cubicBezTo>
                    <a:cubicBezTo>
                      <a:pt x="3626" y="6955"/>
                      <a:pt x="3628" y="6951"/>
                      <a:pt x="3630" y="6946"/>
                    </a:cubicBezTo>
                    <a:cubicBezTo>
                      <a:pt x="3635" y="6936"/>
                      <a:pt x="3643" y="6925"/>
                      <a:pt x="3641" y="6914"/>
                    </a:cubicBezTo>
                    <a:cubicBezTo>
                      <a:pt x="3641" y="6908"/>
                      <a:pt x="3631" y="6907"/>
                      <a:pt x="3630" y="6914"/>
                    </a:cubicBezTo>
                    <a:cubicBezTo>
                      <a:pt x="3628" y="6918"/>
                      <a:pt x="3626" y="6923"/>
                      <a:pt x="3623" y="6927"/>
                    </a:cubicBezTo>
                    <a:cubicBezTo>
                      <a:pt x="3621" y="6931"/>
                      <a:pt x="3619" y="6934"/>
                      <a:pt x="3617" y="6938"/>
                    </a:cubicBezTo>
                    <a:cubicBezTo>
                      <a:pt x="3609" y="6947"/>
                      <a:pt x="3601" y="6957"/>
                      <a:pt x="3594" y="6968"/>
                    </a:cubicBezTo>
                    <a:cubicBezTo>
                      <a:pt x="3581" y="6987"/>
                      <a:pt x="3564" y="7003"/>
                      <a:pt x="3544" y="7014"/>
                    </a:cubicBezTo>
                    <a:cubicBezTo>
                      <a:pt x="3544" y="7015"/>
                      <a:pt x="3543" y="7015"/>
                      <a:pt x="3543" y="7015"/>
                    </a:cubicBezTo>
                    <a:lnTo>
                      <a:pt x="3539" y="7015"/>
                    </a:lnTo>
                    <a:lnTo>
                      <a:pt x="3515" y="7016"/>
                    </a:lnTo>
                    <a:cubicBezTo>
                      <a:pt x="3530" y="7004"/>
                      <a:pt x="3543" y="6988"/>
                      <a:pt x="3553" y="6971"/>
                    </a:cubicBezTo>
                    <a:cubicBezTo>
                      <a:pt x="3556" y="6966"/>
                      <a:pt x="3558" y="6961"/>
                      <a:pt x="3561" y="6956"/>
                    </a:cubicBezTo>
                    <a:cubicBezTo>
                      <a:pt x="3565" y="6947"/>
                      <a:pt x="3551" y="6938"/>
                      <a:pt x="3545" y="6946"/>
                    </a:cubicBezTo>
                    <a:cubicBezTo>
                      <a:pt x="3533" y="6964"/>
                      <a:pt x="3519" y="6980"/>
                      <a:pt x="3504" y="6995"/>
                    </a:cubicBezTo>
                    <a:cubicBezTo>
                      <a:pt x="3496" y="7002"/>
                      <a:pt x="3484" y="7004"/>
                      <a:pt x="3477" y="7011"/>
                    </a:cubicBezTo>
                    <a:cubicBezTo>
                      <a:pt x="3474" y="7013"/>
                      <a:pt x="3472" y="7015"/>
                      <a:pt x="3469" y="7018"/>
                    </a:cubicBezTo>
                    <a:lnTo>
                      <a:pt x="3451" y="7018"/>
                    </a:lnTo>
                    <a:lnTo>
                      <a:pt x="3455" y="7015"/>
                    </a:lnTo>
                    <a:cubicBezTo>
                      <a:pt x="3469" y="7001"/>
                      <a:pt x="3482" y="6987"/>
                      <a:pt x="3495" y="6972"/>
                    </a:cubicBezTo>
                    <a:cubicBezTo>
                      <a:pt x="3508" y="6957"/>
                      <a:pt x="3514" y="6938"/>
                      <a:pt x="3528" y="6923"/>
                    </a:cubicBezTo>
                    <a:cubicBezTo>
                      <a:pt x="3534" y="6916"/>
                      <a:pt x="3526" y="6906"/>
                      <a:pt x="3519" y="6911"/>
                    </a:cubicBezTo>
                    <a:cubicBezTo>
                      <a:pt x="3500" y="6928"/>
                      <a:pt x="3483" y="6947"/>
                      <a:pt x="3469" y="6968"/>
                    </a:cubicBezTo>
                    <a:cubicBezTo>
                      <a:pt x="3452" y="6986"/>
                      <a:pt x="3433" y="7004"/>
                      <a:pt x="3414" y="7020"/>
                    </a:cubicBezTo>
                    <a:lnTo>
                      <a:pt x="3390" y="7022"/>
                    </a:lnTo>
                    <a:lnTo>
                      <a:pt x="3384" y="7022"/>
                    </a:lnTo>
                    <a:cubicBezTo>
                      <a:pt x="3393" y="7017"/>
                      <a:pt x="3401" y="7012"/>
                      <a:pt x="3409" y="7005"/>
                    </a:cubicBezTo>
                    <a:cubicBezTo>
                      <a:pt x="3427" y="6989"/>
                      <a:pt x="3444" y="6972"/>
                      <a:pt x="3460" y="6953"/>
                    </a:cubicBezTo>
                    <a:cubicBezTo>
                      <a:pt x="3466" y="6945"/>
                      <a:pt x="3457" y="6934"/>
                      <a:pt x="3449" y="6941"/>
                    </a:cubicBezTo>
                    <a:cubicBezTo>
                      <a:pt x="3432" y="6956"/>
                      <a:pt x="3417" y="6972"/>
                      <a:pt x="3400" y="6987"/>
                    </a:cubicBezTo>
                    <a:cubicBezTo>
                      <a:pt x="3383" y="6998"/>
                      <a:pt x="3367" y="7009"/>
                      <a:pt x="3352" y="7022"/>
                    </a:cubicBezTo>
                    <a:lnTo>
                      <a:pt x="3351" y="7022"/>
                    </a:lnTo>
                    <a:cubicBezTo>
                      <a:pt x="3351" y="7023"/>
                      <a:pt x="3351" y="7024"/>
                      <a:pt x="3351" y="7025"/>
                    </a:cubicBezTo>
                    <a:lnTo>
                      <a:pt x="3333" y="7025"/>
                    </a:lnTo>
                    <a:cubicBezTo>
                      <a:pt x="3357" y="7006"/>
                      <a:pt x="3380" y="6986"/>
                      <a:pt x="3402" y="6963"/>
                    </a:cubicBezTo>
                    <a:cubicBezTo>
                      <a:pt x="3408" y="6957"/>
                      <a:pt x="3402" y="6944"/>
                      <a:pt x="3393" y="6949"/>
                    </a:cubicBezTo>
                    <a:cubicBezTo>
                      <a:pt x="3369" y="6964"/>
                      <a:pt x="3349" y="6983"/>
                      <a:pt x="3326" y="6999"/>
                    </a:cubicBezTo>
                    <a:cubicBezTo>
                      <a:pt x="3315" y="7007"/>
                      <a:pt x="3301" y="7014"/>
                      <a:pt x="3288" y="7022"/>
                    </a:cubicBezTo>
                    <a:lnTo>
                      <a:pt x="3290" y="7020"/>
                    </a:lnTo>
                    <a:cubicBezTo>
                      <a:pt x="3309" y="7002"/>
                      <a:pt x="3326" y="6982"/>
                      <a:pt x="3342" y="6961"/>
                    </a:cubicBezTo>
                    <a:cubicBezTo>
                      <a:pt x="3353" y="6945"/>
                      <a:pt x="3366" y="6929"/>
                      <a:pt x="3381" y="6915"/>
                    </a:cubicBezTo>
                    <a:cubicBezTo>
                      <a:pt x="3388" y="6910"/>
                      <a:pt x="3379" y="6899"/>
                      <a:pt x="3373" y="6904"/>
                    </a:cubicBezTo>
                    <a:cubicBezTo>
                      <a:pt x="3343" y="6922"/>
                      <a:pt x="3322" y="6959"/>
                      <a:pt x="3299" y="6984"/>
                    </a:cubicBezTo>
                    <a:cubicBezTo>
                      <a:pt x="3283" y="7001"/>
                      <a:pt x="3266" y="7018"/>
                      <a:pt x="3248" y="7033"/>
                    </a:cubicBezTo>
                    <a:lnTo>
                      <a:pt x="3246" y="7033"/>
                    </a:lnTo>
                    <a:lnTo>
                      <a:pt x="3228" y="7035"/>
                    </a:lnTo>
                    <a:lnTo>
                      <a:pt x="3199" y="7038"/>
                    </a:lnTo>
                    <a:cubicBezTo>
                      <a:pt x="3203" y="7034"/>
                      <a:pt x="3207" y="7030"/>
                      <a:pt x="3211" y="7026"/>
                    </a:cubicBezTo>
                    <a:cubicBezTo>
                      <a:pt x="3222" y="7018"/>
                      <a:pt x="3232" y="7010"/>
                      <a:pt x="3241" y="7000"/>
                    </a:cubicBezTo>
                    <a:cubicBezTo>
                      <a:pt x="3247" y="6993"/>
                      <a:pt x="3239" y="6983"/>
                      <a:pt x="3232" y="6989"/>
                    </a:cubicBezTo>
                    <a:cubicBezTo>
                      <a:pt x="3216" y="7006"/>
                      <a:pt x="3193" y="7014"/>
                      <a:pt x="3177" y="7032"/>
                    </a:cubicBezTo>
                    <a:cubicBezTo>
                      <a:pt x="3173" y="7036"/>
                      <a:pt x="3169" y="7039"/>
                      <a:pt x="3164" y="7042"/>
                    </a:cubicBezTo>
                    <a:lnTo>
                      <a:pt x="3135" y="7047"/>
                    </a:lnTo>
                    <a:cubicBezTo>
                      <a:pt x="3139" y="7043"/>
                      <a:pt x="3143" y="7039"/>
                      <a:pt x="3146" y="7035"/>
                    </a:cubicBezTo>
                    <a:cubicBezTo>
                      <a:pt x="3158" y="7021"/>
                      <a:pt x="3169" y="7005"/>
                      <a:pt x="3182" y="6990"/>
                    </a:cubicBezTo>
                    <a:cubicBezTo>
                      <a:pt x="3191" y="6980"/>
                      <a:pt x="3201" y="6955"/>
                      <a:pt x="3212" y="6947"/>
                    </a:cubicBezTo>
                    <a:cubicBezTo>
                      <a:pt x="3216" y="6944"/>
                      <a:pt x="3212" y="6937"/>
                      <a:pt x="3208" y="6940"/>
                    </a:cubicBezTo>
                    <a:cubicBezTo>
                      <a:pt x="3202" y="6944"/>
                      <a:pt x="3196" y="6949"/>
                      <a:pt x="3193" y="6956"/>
                    </a:cubicBezTo>
                    <a:cubicBezTo>
                      <a:pt x="3192" y="6957"/>
                      <a:pt x="3191" y="6958"/>
                      <a:pt x="3191" y="6959"/>
                    </a:cubicBezTo>
                    <a:cubicBezTo>
                      <a:pt x="3179" y="6973"/>
                      <a:pt x="3167" y="6986"/>
                      <a:pt x="3154" y="6999"/>
                    </a:cubicBezTo>
                    <a:cubicBezTo>
                      <a:pt x="3139" y="7017"/>
                      <a:pt x="3122" y="7034"/>
                      <a:pt x="3104" y="7049"/>
                    </a:cubicBezTo>
                    <a:cubicBezTo>
                      <a:pt x="3087" y="7049"/>
                      <a:pt x="3071" y="7050"/>
                      <a:pt x="3054" y="7051"/>
                    </a:cubicBezTo>
                    <a:cubicBezTo>
                      <a:pt x="3075" y="7031"/>
                      <a:pt x="3094" y="7010"/>
                      <a:pt x="3113" y="6987"/>
                    </a:cubicBezTo>
                    <a:cubicBezTo>
                      <a:pt x="3118" y="6981"/>
                      <a:pt x="3108" y="6973"/>
                      <a:pt x="3102" y="6978"/>
                    </a:cubicBezTo>
                    <a:cubicBezTo>
                      <a:pt x="3084" y="6995"/>
                      <a:pt x="3065" y="7011"/>
                      <a:pt x="3046" y="7027"/>
                    </a:cubicBezTo>
                    <a:cubicBezTo>
                      <a:pt x="3036" y="7035"/>
                      <a:pt x="3026" y="7043"/>
                      <a:pt x="3017" y="7052"/>
                    </a:cubicBezTo>
                    <a:lnTo>
                      <a:pt x="3015" y="7052"/>
                    </a:lnTo>
                    <a:lnTo>
                      <a:pt x="2998" y="7052"/>
                    </a:lnTo>
                    <a:lnTo>
                      <a:pt x="3006" y="7045"/>
                    </a:lnTo>
                    <a:cubicBezTo>
                      <a:pt x="3047" y="7003"/>
                      <a:pt x="3082" y="6957"/>
                      <a:pt x="3120" y="6913"/>
                    </a:cubicBezTo>
                    <a:cubicBezTo>
                      <a:pt x="3127" y="6904"/>
                      <a:pt x="3114" y="6896"/>
                      <a:pt x="3107" y="6903"/>
                    </a:cubicBezTo>
                    <a:cubicBezTo>
                      <a:pt x="3081" y="6931"/>
                      <a:pt x="3051" y="6959"/>
                      <a:pt x="3027" y="6988"/>
                    </a:cubicBezTo>
                    <a:cubicBezTo>
                      <a:pt x="3010" y="7009"/>
                      <a:pt x="2992" y="7029"/>
                      <a:pt x="2972" y="7047"/>
                    </a:cubicBezTo>
                    <a:cubicBezTo>
                      <a:pt x="2969" y="7051"/>
                      <a:pt x="2965" y="7054"/>
                      <a:pt x="2961" y="7056"/>
                    </a:cubicBezTo>
                    <a:cubicBezTo>
                      <a:pt x="2948" y="7058"/>
                      <a:pt x="2935" y="7061"/>
                      <a:pt x="2922" y="7063"/>
                    </a:cubicBezTo>
                    <a:lnTo>
                      <a:pt x="2914" y="7065"/>
                    </a:lnTo>
                    <a:cubicBezTo>
                      <a:pt x="2923" y="7056"/>
                      <a:pt x="2931" y="7045"/>
                      <a:pt x="2939" y="7039"/>
                    </a:cubicBezTo>
                    <a:cubicBezTo>
                      <a:pt x="2975" y="7008"/>
                      <a:pt x="3000" y="6965"/>
                      <a:pt x="3030" y="6929"/>
                    </a:cubicBezTo>
                    <a:cubicBezTo>
                      <a:pt x="3034" y="6923"/>
                      <a:pt x="3026" y="6917"/>
                      <a:pt x="3021" y="6921"/>
                    </a:cubicBezTo>
                    <a:cubicBezTo>
                      <a:pt x="2997" y="6941"/>
                      <a:pt x="2976" y="6963"/>
                      <a:pt x="2957" y="6988"/>
                    </a:cubicBezTo>
                    <a:cubicBezTo>
                      <a:pt x="2945" y="7003"/>
                      <a:pt x="2931" y="7017"/>
                      <a:pt x="2915" y="7029"/>
                    </a:cubicBezTo>
                    <a:cubicBezTo>
                      <a:pt x="2902" y="7041"/>
                      <a:pt x="2892" y="7061"/>
                      <a:pt x="2873" y="7065"/>
                    </a:cubicBezTo>
                    <a:cubicBezTo>
                      <a:pt x="2872" y="7065"/>
                      <a:pt x="2872" y="7065"/>
                      <a:pt x="2871" y="7066"/>
                    </a:cubicBezTo>
                    <a:cubicBezTo>
                      <a:pt x="2870" y="7066"/>
                      <a:pt x="2869" y="7067"/>
                      <a:pt x="2869" y="7068"/>
                    </a:cubicBezTo>
                    <a:cubicBezTo>
                      <a:pt x="2856" y="7068"/>
                      <a:pt x="2843" y="7068"/>
                      <a:pt x="2831" y="7069"/>
                    </a:cubicBezTo>
                    <a:cubicBezTo>
                      <a:pt x="2854" y="7052"/>
                      <a:pt x="2876" y="7032"/>
                      <a:pt x="2895" y="7010"/>
                    </a:cubicBezTo>
                    <a:cubicBezTo>
                      <a:pt x="2914" y="6989"/>
                      <a:pt x="2931" y="6965"/>
                      <a:pt x="2946" y="6940"/>
                    </a:cubicBezTo>
                    <a:cubicBezTo>
                      <a:pt x="2948" y="6938"/>
                      <a:pt x="2944" y="6935"/>
                      <a:pt x="2942" y="6937"/>
                    </a:cubicBezTo>
                    <a:cubicBezTo>
                      <a:pt x="2916" y="6964"/>
                      <a:pt x="2888" y="6990"/>
                      <a:pt x="2860" y="7014"/>
                    </a:cubicBezTo>
                    <a:cubicBezTo>
                      <a:pt x="2844" y="7027"/>
                      <a:pt x="2831" y="7042"/>
                      <a:pt x="2814" y="7054"/>
                    </a:cubicBezTo>
                    <a:cubicBezTo>
                      <a:pt x="2801" y="7063"/>
                      <a:pt x="2786" y="7069"/>
                      <a:pt x="2775" y="7079"/>
                    </a:cubicBezTo>
                    <a:lnTo>
                      <a:pt x="2741" y="7084"/>
                    </a:lnTo>
                    <a:lnTo>
                      <a:pt x="2746" y="7080"/>
                    </a:lnTo>
                    <a:cubicBezTo>
                      <a:pt x="2762" y="7064"/>
                      <a:pt x="2777" y="7048"/>
                      <a:pt x="2793" y="7033"/>
                    </a:cubicBezTo>
                    <a:cubicBezTo>
                      <a:pt x="2809" y="7017"/>
                      <a:pt x="2824" y="6999"/>
                      <a:pt x="2838" y="6981"/>
                    </a:cubicBezTo>
                    <a:cubicBezTo>
                      <a:pt x="2840" y="6979"/>
                      <a:pt x="2836" y="6975"/>
                      <a:pt x="2834" y="6977"/>
                    </a:cubicBezTo>
                    <a:cubicBezTo>
                      <a:pt x="2813" y="6997"/>
                      <a:pt x="2790" y="7015"/>
                      <a:pt x="2767" y="7032"/>
                    </a:cubicBezTo>
                    <a:cubicBezTo>
                      <a:pt x="2743" y="7051"/>
                      <a:pt x="2722" y="7075"/>
                      <a:pt x="2698" y="7093"/>
                    </a:cubicBezTo>
                    <a:cubicBezTo>
                      <a:pt x="2678" y="7098"/>
                      <a:pt x="2659" y="7103"/>
                      <a:pt x="2639" y="7107"/>
                    </a:cubicBezTo>
                    <a:cubicBezTo>
                      <a:pt x="2647" y="7101"/>
                      <a:pt x="2656" y="7094"/>
                      <a:pt x="2663" y="7087"/>
                    </a:cubicBezTo>
                    <a:cubicBezTo>
                      <a:pt x="2672" y="7080"/>
                      <a:pt x="2683" y="7077"/>
                      <a:pt x="2691" y="7068"/>
                    </a:cubicBezTo>
                    <a:cubicBezTo>
                      <a:pt x="2714" y="7041"/>
                      <a:pt x="2741" y="7018"/>
                      <a:pt x="2772" y="7000"/>
                    </a:cubicBezTo>
                    <a:cubicBezTo>
                      <a:pt x="2785" y="6990"/>
                      <a:pt x="2797" y="6979"/>
                      <a:pt x="2808" y="6966"/>
                    </a:cubicBezTo>
                    <a:cubicBezTo>
                      <a:pt x="2830" y="6944"/>
                      <a:pt x="2855" y="6925"/>
                      <a:pt x="2878" y="6903"/>
                    </a:cubicBezTo>
                    <a:cubicBezTo>
                      <a:pt x="2896" y="6884"/>
                      <a:pt x="2914" y="6866"/>
                      <a:pt x="2932" y="6847"/>
                    </a:cubicBezTo>
                    <a:cubicBezTo>
                      <a:pt x="2949" y="6828"/>
                      <a:pt x="2963" y="6796"/>
                      <a:pt x="2989" y="6781"/>
                    </a:cubicBezTo>
                    <a:cubicBezTo>
                      <a:pt x="2994" y="6777"/>
                      <a:pt x="2991" y="6767"/>
                      <a:pt x="2984" y="6770"/>
                    </a:cubicBezTo>
                    <a:cubicBezTo>
                      <a:pt x="2945" y="6783"/>
                      <a:pt x="2925" y="6827"/>
                      <a:pt x="2896" y="6854"/>
                    </a:cubicBezTo>
                    <a:cubicBezTo>
                      <a:pt x="2860" y="6889"/>
                      <a:pt x="2820" y="6921"/>
                      <a:pt x="2784" y="6957"/>
                    </a:cubicBezTo>
                    <a:cubicBezTo>
                      <a:pt x="2731" y="7006"/>
                      <a:pt x="2673" y="7049"/>
                      <a:pt x="2610" y="7085"/>
                    </a:cubicBezTo>
                    <a:cubicBezTo>
                      <a:pt x="2591" y="7096"/>
                      <a:pt x="2571" y="7106"/>
                      <a:pt x="2551" y="7116"/>
                    </a:cubicBezTo>
                    <a:lnTo>
                      <a:pt x="2550" y="7116"/>
                    </a:lnTo>
                    <a:lnTo>
                      <a:pt x="2548" y="7117"/>
                    </a:lnTo>
                    <a:cubicBezTo>
                      <a:pt x="2547" y="7118"/>
                      <a:pt x="2547" y="7118"/>
                      <a:pt x="2546" y="7119"/>
                    </a:cubicBezTo>
                    <a:cubicBezTo>
                      <a:pt x="2535" y="7119"/>
                      <a:pt x="2524" y="7121"/>
                      <a:pt x="2512" y="7122"/>
                    </a:cubicBezTo>
                    <a:cubicBezTo>
                      <a:pt x="2540" y="7104"/>
                      <a:pt x="2567" y="7085"/>
                      <a:pt x="2595" y="7066"/>
                    </a:cubicBezTo>
                    <a:cubicBezTo>
                      <a:pt x="2633" y="7039"/>
                      <a:pt x="2667" y="6996"/>
                      <a:pt x="2701" y="6964"/>
                    </a:cubicBezTo>
                    <a:cubicBezTo>
                      <a:pt x="2740" y="6926"/>
                      <a:pt x="2785" y="6895"/>
                      <a:pt x="2824" y="6857"/>
                    </a:cubicBezTo>
                    <a:cubicBezTo>
                      <a:pt x="2855" y="6828"/>
                      <a:pt x="2897" y="6795"/>
                      <a:pt x="2917" y="6757"/>
                    </a:cubicBezTo>
                    <a:cubicBezTo>
                      <a:pt x="2917" y="6756"/>
                      <a:pt x="2917" y="6755"/>
                      <a:pt x="2917" y="6754"/>
                    </a:cubicBezTo>
                    <a:cubicBezTo>
                      <a:pt x="2917" y="6753"/>
                      <a:pt x="2918" y="6752"/>
                      <a:pt x="2917" y="6751"/>
                    </a:cubicBezTo>
                    <a:cubicBezTo>
                      <a:pt x="2916" y="6750"/>
                      <a:pt x="2915" y="6749"/>
                      <a:pt x="2914" y="6749"/>
                    </a:cubicBezTo>
                    <a:cubicBezTo>
                      <a:pt x="2913" y="6748"/>
                      <a:pt x="2912" y="6748"/>
                      <a:pt x="2911" y="6748"/>
                    </a:cubicBezTo>
                    <a:cubicBezTo>
                      <a:pt x="2910" y="6748"/>
                      <a:pt x="2910" y="6748"/>
                      <a:pt x="2909" y="6748"/>
                    </a:cubicBezTo>
                    <a:cubicBezTo>
                      <a:pt x="2873" y="6764"/>
                      <a:pt x="2845" y="6801"/>
                      <a:pt x="2818" y="6828"/>
                    </a:cubicBezTo>
                    <a:cubicBezTo>
                      <a:pt x="2780" y="6868"/>
                      <a:pt x="2733" y="6899"/>
                      <a:pt x="2693" y="6936"/>
                    </a:cubicBezTo>
                    <a:cubicBezTo>
                      <a:pt x="2653" y="6972"/>
                      <a:pt x="2620" y="7011"/>
                      <a:pt x="2580" y="7044"/>
                    </a:cubicBezTo>
                    <a:cubicBezTo>
                      <a:pt x="2545" y="7074"/>
                      <a:pt x="2508" y="7098"/>
                      <a:pt x="2474" y="7128"/>
                    </a:cubicBezTo>
                    <a:cubicBezTo>
                      <a:pt x="2449" y="7132"/>
                      <a:pt x="2424" y="7138"/>
                      <a:pt x="2399" y="7143"/>
                    </a:cubicBezTo>
                    <a:cubicBezTo>
                      <a:pt x="2406" y="7137"/>
                      <a:pt x="2413" y="7133"/>
                      <a:pt x="2419" y="7129"/>
                    </a:cubicBezTo>
                    <a:cubicBezTo>
                      <a:pt x="2441" y="7116"/>
                      <a:pt x="2462" y="7100"/>
                      <a:pt x="2481" y="7082"/>
                    </a:cubicBezTo>
                    <a:cubicBezTo>
                      <a:pt x="2491" y="7073"/>
                      <a:pt x="2500" y="7064"/>
                      <a:pt x="2509" y="7055"/>
                    </a:cubicBezTo>
                    <a:cubicBezTo>
                      <a:pt x="2516" y="7044"/>
                      <a:pt x="2523" y="7034"/>
                      <a:pt x="2532" y="7024"/>
                    </a:cubicBezTo>
                    <a:cubicBezTo>
                      <a:pt x="2533" y="7024"/>
                      <a:pt x="2533" y="7023"/>
                      <a:pt x="2534" y="7022"/>
                    </a:cubicBezTo>
                    <a:cubicBezTo>
                      <a:pt x="2535" y="7021"/>
                      <a:pt x="2535" y="7020"/>
                      <a:pt x="2535" y="7019"/>
                    </a:cubicBezTo>
                    <a:cubicBezTo>
                      <a:pt x="2535" y="7018"/>
                      <a:pt x="2535" y="7017"/>
                      <a:pt x="2534" y="7016"/>
                    </a:cubicBezTo>
                    <a:cubicBezTo>
                      <a:pt x="2533" y="7015"/>
                      <a:pt x="2533" y="7013"/>
                      <a:pt x="2532" y="7013"/>
                    </a:cubicBezTo>
                    <a:cubicBezTo>
                      <a:pt x="2531" y="7012"/>
                      <a:pt x="2530" y="7013"/>
                      <a:pt x="2529" y="7013"/>
                    </a:cubicBezTo>
                    <a:cubicBezTo>
                      <a:pt x="2528" y="7013"/>
                      <a:pt x="2528" y="7013"/>
                      <a:pt x="2528" y="7013"/>
                    </a:cubicBezTo>
                    <a:cubicBezTo>
                      <a:pt x="2498" y="7011"/>
                      <a:pt x="2461" y="7058"/>
                      <a:pt x="2441" y="7075"/>
                    </a:cubicBezTo>
                    <a:cubicBezTo>
                      <a:pt x="2407" y="7104"/>
                      <a:pt x="2362" y="7123"/>
                      <a:pt x="2330" y="7154"/>
                    </a:cubicBezTo>
                    <a:lnTo>
                      <a:pt x="2308" y="7154"/>
                    </a:lnTo>
                    <a:cubicBezTo>
                      <a:pt x="2320" y="7145"/>
                      <a:pt x="2332" y="7135"/>
                      <a:pt x="2342" y="7128"/>
                    </a:cubicBezTo>
                    <a:cubicBezTo>
                      <a:pt x="2378" y="7102"/>
                      <a:pt x="2420" y="7080"/>
                      <a:pt x="2449" y="7045"/>
                    </a:cubicBezTo>
                    <a:cubicBezTo>
                      <a:pt x="2478" y="7010"/>
                      <a:pt x="2518" y="6992"/>
                      <a:pt x="2546" y="6960"/>
                    </a:cubicBezTo>
                    <a:cubicBezTo>
                      <a:pt x="2576" y="6925"/>
                      <a:pt x="2608" y="6893"/>
                      <a:pt x="2642" y="6863"/>
                    </a:cubicBezTo>
                    <a:cubicBezTo>
                      <a:pt x="2683" y="6828"/>
                      <a:pt x="2719" y="6788"/>
                      <a:pt x="2760" y="6753"/>
                    </a:cubicBezTo>
                    <a:cubicBezTo>
                      <a:pt x="2809" y="6714"/>
                      <a:pt x="2853" y="6668"/>
                      <a:pt x="2903" y="6628"/>
                    </a:cubicBezTo>
                    <a:cubicBezTo>
                      <a:pt x="2943" y="6596"/>
                      <a:pt x="2976" y="6557"/>
                      <a:pt x="3020" y="6530"/>
                    </a:cubicBezTo>
                    <a:cubicBezTo>
                      <a:pt x="3042" y="6516"/>
                      <a:pt x="3054" y="6491"/>
                      <a:pt x="3075" y="6476"/>
                    </a:cubicBezTo>
                    <a:cubicBezTo>
                      <a:pt x="3095" y="6461"/>
                      <a:pt x="3115" y="6456"/>
                      <a:pt x="3126" y="6434"/>
                    </a:cubicBezTo>
                    <a:cubicBezTo>
                      <a:pt x="3127" y="6432"/>
                      <a:pt x="3127" y="6430"/>
                      <a:pt x="3127" y="6428"/>
                    </a:cubicBezTo>
                    <a:cubicBezTo>
                      <a:pt x="3127" y="6427"/>
                      <a:pt x="3127" y="6427"/>
                      <a:pt x="3127" y="6427"/>
                    </a:cubicBezTo>
                    <a:cubicBezTo>
                      <a:pt x="3139" y="6433"/>
                      <a:pt x="3152" y="6439"/>
                      <a:pt x="3163" y="6447"/>
                    </a:cubicBezTo>
                    <a:cubicBezTo>
                      <a:pt x="3101" y="6484"/>
                      <a:pt x="3051" y="6549"/>
                      <a:pt x="3000" y="6600"/>
                    </a:cubicBezTo>
                    <a:cubicBezTo>
                      <a:pt x="2940" y="6660"/>
                      <a:pt x="2870" y="6712"/>
                      <a:pt x="2814" y="6776"/>
                    </a:cubicBezTo>
                    <a:cubicBezTo>
                      <a:pt x="2811" y="6779"/>
                      <a:pt x="2815" y="6783"/>
                      <a:pt x="2818" y="6781"/>
                    </a:cubicBezTo>
                    <a:cubicBezTo>
                      <a:pt x="2874" y="6734"/>
                      <a:pt x="2933" y="6691"/>
                      <a:pt x="2985" y="6640"/>
                    </a:cubicBezTo>
                    <a:cubicBezTo>
                      <a:pt x="3023" y="6600"/>
                      <a:pt x="3063" y="6564"/>
                      <a:pt x="3105" y="6529"/>
                    </a:cubicBezTo>
                    <a:cubicBezTo>
                      <a:pt x="3129" y="6508"/>
                      <a:pt x="3154" y="6488"/>
                      <a:pt x="3181" y="6470"/>
                    </a:cubicBezTo>
                    <a:cubicBezTo>
                      <a:pt x="3183" y="6469"/>
                      <a:pt x="3185" y="6467"/>
                      <a:pt x="3187" y="6464"/>
                    </a:cubicBezTo>
                    <a:cubicBezTo>
                      <a:pt x="3187" y="6464"/>
                      <a:pt x="3188" y="6463"/>
                      <a:pt x="3188" y="6462"/>
                    </a:cubicBezTo>
                    <a:cubicBezTo>
                      <a:pt x="3195" y="6466"/>
                      <a:pt x="3201" y="6471"/>
                      <a:pt x="3208" y="6475"/>
                    </a:cubicBezTo>
                    <a:cubicBezTo>
                      <a:pt x="3198" y="6484"/>
                      <a:pt x="3187" y="6492"/>
                      <a:pt x="3175" y="6499"/>
                    </a:cubicBezTo>
                    <a:cubicBezTo>
                      <a:pt x="3163" y="6508"/>
                      <a:pt x="3152" y="6520"/>
                      <a:pt x="3141" y="6530"/>
                    </a:cubicBezTo>
                    <a:cubicBezTo>
                      <a:pt x="3129" y="6540"/>
                      <a:pt x="3117" y="6554"/>
                      <a:pt x="3105" y="6566"/>
                    </a:cubicBezTo>
                    <a:cubicBezTo>
                      <a:pt x="3099" y="6570"/>
                      <a:pt x="3093" y="6576"/>
                      <a:pt x="3089" y="6583"/>
                    </a:cubicBezTo>
                    <a:cubicBezTo>
                      <a:pt x="3088" y="6586"/>
                      <a:pt x="3086" y="6589"/>
                      <a:pt x="3085" y="6592"/>
                    </a:cubicBezTo>
                    <a:cubicBezTo>
                      <a:pt x="3085" y="6597"/>
                      <a:pt x="3092" y="6598"/>
                      <a:pt x="3094" y="6594"/>
                    </a:cubicBezTo>
                    <a:cubicBezTo>
                      <a:pt x="3097" y="6583"/>
                      <a:pt x="3111" y="6582"/>
                      <a:pt x="3119" y="6577"/>
                    </a:cubicBezTo>
                    <a:cubicBezTo>
                      <a:pt x="3134" y="6567"/>
                      <a:pt x="3146" y="6554"/>
                      <a:pt x="3160" y="6543"/>
                    </a:cubicBezTo>
                    <a:cubicBezTo>
                      <a:pt x="3172" y="6533"/>
                      <a:pt x="3184" y="6525"/>
                      <a:pt x="3197" y="6517"/>
                    </a:cubicBezTo>
                    <a:cubicBezTo>
                      <a:pt x="3199" y="6516"/>
                      <a:pt x="3201" y="6515"/>
                      <a:pt x="3203" y="6514"/>
                    </a:cubicBezTo>
                    <a:cubicBezTo>
                      <a:pt x="3213" y="6508"/>
                      <a:pt x="3222" y="6501"/>
                      <a:pt x="3229" y="6492"/>
                    </a:cubicBezTo>
                    <a:lnTo>
                      <a:pt x="3252" y="6510"/>
                    </a:lnTo>
                    <a:cubicBezTo>
                      <a:pt x="3251" y="6511"/>
                      <a:pt x="3251" y="6511"/>
                      <a:pt x="3250" y="6512"/>
                    </a:cubicBezTo>
                    <a:cubicBezTo>
                      <a:pt x="3244" y="6516"/>
                      <a:pt x="3239" y="6519"/>
                      <a:pt x="3234" y="6525"/>
                    </a:cubicBezTo>
                    <a:cubicBezTo>
                      <a:pt x="3224" y="6536"/>
                      <a:pt x="3212" y="6547"/>
                      <a:pt x="3201" y="6559"/>
                    </a:cubicBezTo>
                    <a:cubicBezTo>
                      <a:pt x="3186" y="6573"/>
                      <a:pt x="3173" y="6590"/>
                      <a:pt x="3161" y="6607"/>
                    </a:cubicBezTo>
                    <a:cubicBezTo>
                      <a:pt x="3159" y="6611"/>
                      <a:pt x="3163" y="6614"/>
                      <a:pt x="3166" y="6612"/>
                    </a:cubicBezTo>
                    <a:cubicBezTo>
                      <a:pt x="3169" y="6611"/>
                      <a:pt x="3170" y="6609"/>
                      <a:pt x="3173" y="6608"/>
                    </a:cubicBezTo>
                    <a:cubicBezTo>
                      <a:pt x="3180" y="6604"/>
                      <a:pt x="3185" y="6600"/>
                      <a:pt x="3190" y="6595"/>
                    </a:cubicBezTo>
                    <a:cubicBezTo>
                      <a:pt x="3197" y="6588"/>
                      <a:pt x="3206" y="6585"/>
                      <a:pt x="3213" y="6577"/>
                    </a:cubicBezTo>
                    <a:cubicBezTo>
                      <a:pt x="3220" y="6569"/>
                      <a:pt x="3230" y="6557"/>
                      <a:pt x="3239" y="6548"/>
                    </a:cubicBezTo>
                    <a:cubicBezTo>
                      <a:pt x="3246" y="6539"/>
                      <a:pt x="3254" y="6531"/>
                      <a:pt x="3263" y="6525"/>
                    </a:cubicBezTo>
                    <a:cubicBezTo>
                      <a:pt x="3264" y="6524"/>
                      <a:pt x="3265" y="6523"/>
                      <a:pt x="3266" y="6522"/>
                    </a:cubicBezTo>
                    <a:lnTo>
                      <a:pt x="3295" y="6545"/>
                    </a:lnTo>
                    <a:cubicBezTo>
                      <a:pt x="3251" y="6579"/>
                      <a:pt x="3210" y="6616"/>
                      <a:pt x="3172" y="6656"/>
                    </a:cubicBezTo>
                    <a:cubicBezTo>
                      <a:pt x="3129" y="6702"/>
                      <a:pt x="3076" y="6740"/>
                      <a:pt x="3045" y="6796"/>
                    </a:cubicBezTo>
                    <a:cubicBezTo>
                      <a:pt x="3042" y="6800"/>
                      <a:pt x="3047" y="6806"/>
                      <a:pt x="3051" y="6803"/>
                    </a:cubicBezTo>
                    <a:cubicBezTo>
                      <a:pt x="3071" y="6786"/>
                      <a:pt x="3090" y="6768"/>
                      <a:pt x="3107" y="6748"/>
                    </a:cubicBezTo>
                    <a:cubicBezTo>
                      <a:pt x="3130" y="6726"/>
                      <a:pt x="3153" y="6704"/>
                      <a:pt x="3176" y="6682"/>
                    </a:cubicBezTo>
                    <a:cubicBezTo>
                      <a:pt x="3204" y="6653"/>
                      <a:pt x="3231" y="6624"/>
                      <a:pt x="3260" y="6597"/>
                    </a:cubicBezTo>
                    <a:cubicBezTo>
                      <a:pt x="3273" y="6584"/>
                      <a:pt x="3293" y="6570"/>
                      <a:pt x="3308" y="6555"/>
                    </a:cubicBezTo>
                    <a:lnTo>
                      <a:pt x="3340" y="6580"/>
                    </a:lnTo>
                    <a:cubicBezTo>
                      <a:pt x="3290" y="6619"/>
                      <a:pt x="3250" y="6674"/>
                      <a:pt x="3205" y="6720"/>
                    </a:cubicBezTo>
                    <a:cubicBezTo>
                      <a:pt x="3147" y="6781"/>
                      <a:pt x="3084" y="6838"/>
                      <a:pt x="3029" y="6902"/>
                    </a:cubicBezTo>
                    <a:cubicBezTo>
                      <a:pt x="3025" y="6906"/>
                      <a:pt x="3031" y="6910"/>
                      <a:pt x="3035" y="6907"/>
                    </a:cubicBezTo>
                    <a:cubicBezTo>
                      <a:pt x="3158" y="6827"/>
                      <a:pt x="3261" y="6703"/>
                      <a:pt x="3354" y="6591"/>
                    </a:cubicBezTo>
                    <a:lnTo>
                      <a:pt x="3354" y="6590"/>
                    </a:lnTo>
                    <a:lnTo>
                      <a:pt x="3382" y="6612"/>
                    </a:lnTo>
                    <a:cubicBezTo>
                      <a:pt x="3362" y="6642"/>
                      <a:pt x="3324" y="6668"/>
                      <a:pt x="3300" y="6692"/>
                    </a:cubicBezTo>
                    <a:cubicBezTo>
                      <a:pt x="3269" y="6721"/>
                      <a:pt x="3241" y="6752"/>
                      <a:pt x="3216" y="6785"/>
                    </a:cubicBezTo>
                    <a:cubicBezTo>
                      <a:pt x="3211" y="6792"/>
                      <a:pt x="3220" y="6798"/>
                      <a:pt x="3226" y="6794"/>
                    </a:cubicBezTo>
                    <a:cubicBezTo>
                      <a:pt x="3266" y="6762"/>
                      <a:pt x="3304" y="6727"/>
                      <a:pt x="3339" y="6690"/>
                    </a:cubicBezTo>
                    <a:cubicBezTo>
                      <a:pt x="3357" y="6672"/>
                      <a:pt x="3387" y="6650"/>
                      <a:pt x="3398" y="6624"/>
                    </a:cubicBezTo>
                    <a:lnTo>
                      <a:pt x="3422" y="6644"/>
                    </a:lnTo>
                    <a:cubicBezTo>
                      <a:pt x="3380" y="6687"/>
                      <a:pt x="3338" y="6730"/>
                      <a:pt x="3296" y="6774"/>
                    </a:cubicBezTo>
                    <a:cubicBezTo>
                      <a:pt x="3254" y="6817"/>
                      <a:pt x="3201" y="6867"/>
                      <a:pt x="3175" y="6919"/>
                    </a:cubicBezTo>
                    <a:cubicBezTo>
                      <a:pt x="3174" y="6920"/>
                      <a:pt x="3174" y="6921"/>
                      <a:pt x="3174" y="6922"/>
                    </a:cubicBezTo>
                    <a:cubicBezTo>
                      <a:pt x="3174" y="6923"/>
                      <a:pt x="3174" y="6924"/>
                      <a:pt x="3175" y="6925"/>
                    </a:cubicBezTo>
                    <a:cubicBezTo>
                      <a:pt x="3176" y="6926"/>
                      <a:pt x="3176" y="6927"/>
                      <a:pt x="3177" y="6928"/>
                    </a:cubicBezTo>
                    <a:cubicBezTo>
                      <a:pt x="3178" y="6928"/>
                      <a:pt x="3180" y="6929"/>
                      <a:pt x="3181" y="6929"/>
                    </a:cubicBezTo>
                    <a:cubicBezTo>
                      <a:pt x="3182" y="6929"/>
                      <a:pt x="3183" y="6929"/>
                      <a:pt x="3184" y="6928"/>
                    </a:cubicBezTo>
                    <a:cubicBezTo>
                      <a:pt x="3185" y="6927"/>
                      <a:pt x="3185" y="6927"/>
                      <a:pt x="3185" y="6927"/>
                    </a:cubicBezTo>
                    <a:cubicBezTo>
                      <a:pt x="3234" y="6882"/>
                      <a:pt x="3281" y="6834"/>
                      <a:pt x="3324" y="6783"/>
                    </a:cubicBezTo>
                    <a:cubicBezTo>
                      <a:pt x="3347" y="6758"/>
                      <a:pt x="3368" y="6733"/>
                      <a:pt x="3390" y="6708"/>
                    </a:cubicBezTo>
                    <a:cubicBezTo>
                      <a:pt x="3405" y="6690"/>
                      <a:pt x="3424" y="6675"/>
                      <a:pt x="3439" y="6658"/>
                    </a:cubicBezTo>
                    <a:cubicBezTo>
                      <a:pt x="3446" y="6663"/>
                      <a:pt x="3454" y="6669"/>
                      <a:pt x="3461" y="6674"/>
                    </a:cubicBezTo>
                    <a:cubicBezTo>
                      <a:pt x="3450" y="6684"/>
                      <a:pt x="3439" y="6695"/>
                      <a:pt x="3430" y="6707"/>
                    </a:cubicBezTo>
                    <a:cubicBezTo>
                      <a:pt x="3402" y="6740"/>
                      <a:pt x="3368" y="6766"/>
                      <a:pt x="3344" y="6803"/>
                    </a:cubicBezTo>
                    <a:cubicBezTo>
                      <a:pt x="3343" y="6804"/>
                      <a:pt x="3343" y="6805"/>
                      <a:pt x="3343" y="6806"/>
                    </a:cubicBezTo>
                    <a:cubicBezTo>
                      <a:pt x="3343" y="6808"/>
                      <a:pt x="3343" y="6809"/>
                      <a:pt x="3344" y="6810"/>
                    </a:cubicBezTo>
                    <a:cubicBezTo>
                      <a:pt x="3345" y="6811"/>
                      <a:pt x="3346" y="6812"/>
                      <a:pt x="3347" y="6813"/>
                    </a:cubicBezTo>
                    <a:cubicBezTo>
                      <a:pt x="3348" y="6813"/>
                      <a:pt x="3349" y="6814"/>
                      <a:pt x="3351" y="6814"/>
                    </a:cubicBezTo>
                    <a:cubicBezTo>
                      <a:pt x="3352" y="6814"/>
                      <a:pt x="3353" y="6813"/>
                      <a:pt x="3354" y="6813"/>
                    </a:cubicBezTo>
                    <a:cubicBezTo>
                      <a:pt x="3381" y="6792"/>
                      <a:pt x="3406" y="6769"/>
                      <a:pt x="3429" y="6744"/>
                    </a:cubicBezTo>
                    <a:cubicBezTo>
                      <a:pt x="3446" y="6728"/>
                      <a:pt x="3462" y="6700"/>
                      <a:pt x="3482" y="6685"/>
                    </a:cubicBezTo>
                    <a:lnTo>
                      <a:pt x="3518" y="6705"/>
                    </a:lnTo>
                    <a:cubicBezTo>
                      <a:pt x="3510" y="6713"/>
                      <a:pt x="3499" y="6722"/>
                      <a:pt x="3494" y="6727"/>
                    </a:cubicBezTo>
                    <a:cubicBezTo>
                      <a:pt x="3474" y="6745"/>
                      <a:pt x="3458" y="6766"/>
                      <a:pt x="3438" y="6786"/>
                    </a:cubicBezTo>
                    <a:cubicBezTo>
                      <a:pt x="3407" y="6813"/>
                      <a:pt x="3380" y="6844"/>
                      <a:pt x="3357" y="6880"/>
                    </a:cubicBezTo>
                    <a:cubicBezTo>
                      <a:pt x="3354" y="6887"/>
                      <a:pt x="3362" y="6893"/>
                      <a:pt x="3368" y="6890"/>
                    </a:cubicBezTo>
                    <a:cubicBezTo>
                      <a:pt x="3404" y="6870"/>
                      <a:pt x="3428" y="6834"/>
                      <a:pt x="3456" y="6806"/>
                    </a:cubicBezTo>
                    <a:cubicBezTo>
                      <a:pt x="3473" y="6788"/>
                      <a:pt x="3487" y="6769"/>
                      <a:pt x="3503" y="6751"/>
                    </a:cubicBezTo>
                    <a:cubicBezTo>
                      <a:pt x="3515" y="6740"/>
                      <a:pt x="3526" y="6728"/>
                      <a:pt x="3535" y="6714"/>
                    </a:cubicBezTo>
                    <a:cubicBezTo>
                      <a:pt x="3544" y="6720"/>
                      <a:pt x="3553" y="6726"/>
                      <a:pt x="3561" y="6732"/>
                    </a:cubicBezTo>
                    <a:cubicBezTo>
                      <a:pt x="3548" y="6745"/>
                      <a:pt x="3536" y="6761"/>
                      <a:pt x="3524" y="6775"/>
                    </a:cubicBezTo>
                    <a:cubicBezTo>
                      <a:pt x="3504" y="6799"/>
                      <a:pt x="3485" y="6823"/>
                      <a:pt x="3468" y="6848"/>
                    </a:cubicBezTo>
                    <a:cubicBezTo>
                      <a:pt x="3464" y="6854"/>
                      <a:pt x="3470" y="6862"/>
                      <a:pt x="3476" y="6858"/>
                    </a:cubicBezTo>
                    <a:cubicBezTo>
                      <a:pt x="3516" y="6826"/>
                      <a:pt x="3551" y="6788"/>
                      <a:pt x="3579" y="6745"/>
                    </a:cubicBezTo>
                    <a:lnTo>
                      <a:pt x="3603" y="6763"/>
                    </a:lnTo>
                    <a:cubicBezTo>
                      <a:pt x="3599" y="6768"/>
                      <a:pt x="3594" y="6773"/>
                      <a:pt x="3589" y="6778"/>
                    </a:cubicBezTo>
                    <a:cubicBezTo>
                      <a:pt x="3582" y="6785"/>
                      <a:pt x="3575" y="6793"/>
                      <a:pt x="3570" y="6802"/>
                    </a:cubicBezTo>
                    <a:cubicBezTo>
                      <a:pt x="3564" y="6812"/>
                      <a:pt x="3555" y="6820"/>
                      <a:pt x="3548" y="6829"/>
                    </a:cubicBezTo>
                    <a:cubicBezTo>
                      <a:pt x="3546" y="6832"/>
                      <a:pt x="3544" y="6835"/>
                      <a:pt x="3542" y="6838"/>
                    </a:cubicBezTo>
                    <a:cubicBezTo>
                      <a:pt x="3537" y="6848"/>
                      <a:pt x="3532" y="6858"/>
                      <a:pt x="3528" y="6868"/>
                    </a:cubicBezTo>
                    <a:cubicBezTo>
                      <a:pt x="3525" y="6875"/>
                      <a:pt x="3534" y="6878"/>
                      <a:pt x="3538" y="6875"/>
                    </a:cubicBezTo>
                    <a:cubicBezTo>
                      <a:pt x="3558" y="6857"/>
                      <a:pt x="3576" y="6838"/>
                      <a:pt x="3591" y="6817"/>
                    </a:cubicBezTo>
                    <a:cubicBezTo>
                      <a:pt x="3597" y="6808"/>
                      <a:pt x="3603" y="6799"/>
                      <a:pt x="3611" y="6792"/>
                    </a:cubicBezTo>
                    <a:cubicBezTo>
                      <a:pt x="3614" y="6788"/>
                      <a:pt x="3617" y="6784"/>
                      <a:pt x="3619" y="6780"/>
                    </a:cubicBezTo>
                    <a:lnTo>
                      <a:pt x="3620" y="6779"/>
                    </a:lnTo>
                    <a:lnTo>
                      <a:pt x="3622" y="6776"/>
                    </a:lnTo>
                    <a:lnTo>
                      <a:pt x="3641" y="6789"/>
                    </a:lnTo>
                    <a:cubicBezTo>
                      <a:pt x="3634" y="6797"/>
                      <a:pt x="3627" y="6805"/>
                      <a:pt x="3620" y="6813"/>
                    </a:cubicBezTo>
                    <a:cubicBezTo>
                      <a:pt x="3607" y="6826"/>
                      <a:pt x="3595" y="6840"/>
                      <a:pt x="3587" y="6855"/>
                    </a:cubicBezTo>
                    <a:cubicBezTo>
                      <a:pt x="3585" y="6858"/>
                      <a:pt x="3584" y="6861"/>
                      <a:pt x="3583" y="6864"/>
                    </a:cubicBezTo>
                    <a:cubicBezTo>
                      <a:pt x="3580" y="6869"/>
                      <a:pt x="3585" y="6877"/>
                      <a:pt x="3591" y="6874"/>
                    </a:cubicBezTo>
                    <a:cubicBezTo>
                      <a:pt x="3609" y="6867"/>
                      <a:pt x="3618" y="6850"/>
                      <a:pt x="3631" y="6835"/>
                    </a:cubicBezTo>
                    <a:cubicBezTo>
                      <a:pt x="3643" y="6820"/>
                      <a:pt x="3650" y="6811"/>
                      <a:pt x="3660" y="6801"/>
                    </a:cubicBezTo>
                    <a:lnTo>
                      <a:pt x="3682" y="6816"/>
                    </a:lnTo>
                    <a:lnTo>
                      <a:pt x="3684" y="6818"/>
                    </a:lnTo>
                    <a:cubicBezTo>
                      <a:pt x="3676" y="6824"/>
                      <a:pt x="3670" y="6833"/>
                      <a:pt x="3662" y="6840"/>
                    </a:cubicBezTo>
                    <a:cubicBezTo>
                      <a:pt x="3645" y="6852"/>
                      <a:pt x="3631" y="6866"/>
                      <a:pt x="3619" y="6883"/>
                    </a:cubicBezTo>
                    <a:cubicBezTo>
                      <a:pt x="3616" y="6890"/>
                      <a:pt x="3623" y="6896"/>
                      <a:pt x="3630" y="6894"/>
                    </a:cubicBezTo>
                    <a:cubicBezTo>
                      <a:pt x="3634" y="6892"/>
                      <a:pt x="3638" y="6889"/>
                      <a:pt x="3642" y="6887"/>
                    </a:cubicBezTo>
                    <a:cubicBezTo>
                      <a:pt x="3653" y="6880"/>
                      <a:pt x="3663" y="6873"/>
                      <a:pt x="3672" y="6864"/>
                    </a:cubicBezTo>
                    <a:cubicBezTo>
                      <a:pt x="3679" y="6859"/>
                      <a:pt x="3685" y="6853"/>
                      <a:pt x="3691" y="6846"/>
                    </a:cubicBezTo>
                    <a:cubicBezTo>
                      <a:pt x="3694" y="6841"/>
                      <a:pt x="3699" y="6836"/>
                      <a:pt x="3704" y="6832"/>
                    </a:cubicBezTo>
                    <a:lnTo>
                      <a:pt x="3720" y="6845"/>
                    </a:lnTo>
                    <a:cubicBezTo>
                      <a:pt x="3715" y="6849"/>
                      <a:pt x="3710" y="6854"/>
                      <a:pt x="3705" y="6859"/>
                    </a:cubicBezTo>
                    <a:cubicBezTo>
                      <a:pt x="3697" y="6868"/>
                      <a:pt x="3689" y="6879"/>
                      <a:pt x="3683" y="6889"/>
                    </a:cubicBezTo>
                    <a:cubicBezTo>
                      <a:pt x="3681" y="6892"/>
                      <a:pt x="3679" y="6896"/>
                      <a:pt x="3678" y="6899"/>
                    </a:cubicBezTo>
                    <a:cubicBezTo>
                      <a:pt x="3675" y="6905"/>
                      <a:pt x="3682" y="6910"/>
                      <a:pt x="3687" y="6907"/>
                    </a:cubicBezTo>
                    <a:cubicBezTo>
                      <a:pt x="3688" y="6907"/>
                      <a:pt x="3688" y="6907"/>
                      <a:pt x="3688" y="6907"/>
                    </a:cubicBezTo>
                    <a:cubicBezTo>
                      <a:pt x="3704" y="6898"/>
                      <a:pt x="3718" y="6885"/>
                      <a:pt x="3728" y="6871"/>
                    </a:cubicBezTo>
                    <a:cubicBezTo>
                      <a:pt x="3731" y="6867"/>
                      <a:pt x="3735" y="6863"/>
                      <a:pt x="3739" y="6860"/>
                    </a:cubicBezTo>
                    <a:lnTo>
                      <a:pt x="3756" y="6874"/>
                    </a:lnTo>
                    <a:cubicBezTo>
                      <a:pt x="3751" y="6880"/>
                      <a:pt x="3744" y="6886"/>
                      <a:pt x="3739" y="6892"/>
                    </a:cubicBezTo>
                    <a:cubicBezTo>
                      <a:pt x="3729" y="6902"/>
                      <a:pt x="3718" y="6911"/>
                      <a:pt x="3721" y="6926"/>
                    </a:cubicBezTo>
                    <a:cubicBezTo>
                      <a:pt x="3722" y="6927"/>
                      <a:pt x="3722" y="6928"/>
                      <a:pt x="3722" y="6928"/>
                    </a:cubicBezTo>
                    <a:cubicBezTo>
                      <a:pt x="3723" y="6929"/>
                      <a:pt x="3724" y="6930"/>
                      <a:pt x="3725" y="6931"/>
                    </a:cubicBezTo>
                    <a:cubicBezTo>
                      <a:pt x="3726" y="6932"/>
                      <a:pt x="3727" y="6932"/>
                      <a:pt x="3729" y="6932"/>
                    </a:cubicBezTo>
                    <a:cubicBezTo>
                      <a:pt x="3730" y="6932"/>
                      <a:pt x="3731" y="6932"/>
                      <a:pt x="3732" y="6931"/>
                    </a:cubicBezTo>
                    <a:cubicBezTo>
                      <a:pt x="3733" y="6930"/>
                      <a:pt x="3734" y="6929"/>
                      <a:pt x="3735" y="6928"/>
                    </a:cubicBezTo>
                    <a:cubicBezTo>
                      <a:pt x="3740" y="6922"/>
                      <a:pt x="3746" y="6916"/>
                      <a:pt x="3753" y="6911"/>
                    </a:cubicBezTo>
                    <a:cubicBezTo>
                      <a:pt x="3758" y="6906"/>
                      <a:pt x="3762" y="6901"/>
                      <a:pt x="3767" y="6896"/>
                    </a:cubicBezTo>
                    <a:cubicBezTo>
                      <a:pt x="3770" y="6894"/>
                      <a:pt x="3773" y="6891"/>
                      <a:pt x="3775" y="6888"/>
                    </a:cubicBezTo>
                    <a:lnTo>
                      <a:pt x="3791" y="6900"/>
                    </a:lnTo>
                    <a:lnTo>
                      <a:pt x="3795" y="6903"/>
                    </a:lnTo>
                    <a:lnTo>
                      <a:pt x="3791" y="6905"/>
                    </a:lnTo>
                    <a:lnTo>
                      <a:pt x="3790" y="6906"/>
                    </a:lnTo>
                    <a:cubicBezTo>
                      <a:pt x="3787" y="6908"/>
                      <a:pt x="3784" y="6910"/>
                      <a:pt x="3781" y="6913"/>
                    </a:cubicBezTo>
                    <a:cubicBezTo>
                      <a:pt x="3780" y="6914"/>
                      <a:pt x="3780" y="6915"/>
                      <a:pt x="3779" y="6916"/>
                    </a:cubicBezTo>
                    <a:cubicBezTo>
                      <a:pt x="3777" y="6919"/>
                      <a:pt x="3776" y="6922"/>
                      <a:pt x="3775" y="6926"/>
                    </a:cubicBezTo>
                    <a:cubicBezTo>
                      <a:pt x="3775" y="6927"/>
                      <a:pt x="3775" y="6927"/>
                      <a:pt x="3775" y="6928"/>
                    </a:cubicBezTo>
                    <a:cubicBezTo>
                      <a:pt x="3775" y="6929"/>
                      <a:pt x="3775" y="6931"/>
                      <a:pt x="3776" y="6932"/>
                    </a:cubicBezTo>
                    <a:cubicBezTo>
                      <a:pt x="3777" y="6933"/>
                      <a:pt x="3778" y="6934"/>
                      <a:pt x="3779" y="6934"/>
                    </a:cubicBezTo>
                    <a:lnTo>
                      <a:pt x="3779" y="6935"/>
                    </a:lnTo>
                    <a:cubicBezTo>
                      <a:pt x="3781" y="6935"/>
                      <a:pt x="3783" y="6936"/>
                      <a:pt x="3785" y="6936"/>
                    </a:cubicBezTo>
                    <a:cubicBezTo>
                      <a:pt x="3787" y="6936"/>
                      <a:pt x="3790" y="6935"/>
                      <a:pt x="3792" y="6934"/>
                    </a:cubicBezTo>
                    <a:cubicBezTo>
                      <a:pt x="3793" y="6933"/>
                      <a:pt x="3795" y="6932"/>
                      <a:pt x="3796" y="6931"/>
                    </a:cubicBezTo>
                    <a:cubicBezTo>
                      <a:pt x="3799" y="6928"/>
                      <a:pt x="3801" y="6926"/>
                      <a:pt x="3804" y="6924"/>
                    </a:cubicBezTo>
                    <a:cubicBezTo>
                      <a:pt x="3806" y="6924"/>
                      <a:pt x="3807" y="6923"/>
                      <a:pt x="3808" y="6923"/>
                    </a:cubicBezTo>
                    <a:cubicBezTo>
                      <a:pt x="3810" y="6921"/>
                      <a:pt x="3812" y="6919"/>
                      <a:pt x="3814" y="6917"/>
                    </a:cubicBezTo>
                    <a:cubicBezTo>
                      <a:pt x="3822" y="6923"/>
                      <a:pt x="3829" y="6930"/>
                      <a:pt x="3836" y="6936"/>
                    </a:cubicBezTo>
                    <a:cubicBezTo>
                      <a:pt x="3833" y="6937"/>
                      <a:pt x="3831" y="6938"/>
                      <a:pt x="3828" y="6940"/>
                    </a:cubicBezTo>
                    <a:cubicBezTo>
                      <a:pt x="3816" y="6946"/>
                      <a:pt x="3805" y="6956"/>
                      <a:pt x="3797" y="6967"/>
                    </a:cubicBezTo>
                    <a:lnTo>
                      <a:pt x="3796" y="6967"/>
                    </a:lnTo>
                    <a:moveTo>
                      <a:pt x="3882" y="6983"/>
                    </a:moveTo>
                    <a:cubicBezTo>
                      <a:pt x="3883" y="6981"/>
                      <a:pt x="3884" y="6980"/>
                      <a:pt x="3884" y="6979"/>
                    </a:cubicBezTo>
                    <a:cubicBezTo>
                      <a:pt x="3884" y="6979"/>
                      <a:pt x="3885" y="6979"/>
                      <a:pt x="3885" y="6978"/>
                    </a:cubicBezTo>
                    <a:lnTo>
                      <a:pt x="3890" y="6982"/>
                    </a:lnTo>
                    <a:lnTo>
                      <a:pt x="3882" y="6983"/>
                    </a:lnTo>
                    <a:moveTo>
                      <a:pt x="4258" y="7261"/>
                    </a:moveTo>
                    <a:cubicBezTo>
                      <a:pt x="4245" y="7260"/>
                      <a:pt x="4231" y="7256"/>
                      <a:pt x="4219" y="7255"/>
                    </a:cubicBezTo>
                    <a:cubicBezTo>
                      <a:pt x="4218" y="7255"/>
                      <a:pt x="4218" y="7255"/>
                      <a:pt x="4217" y="7255"/>
                    </a:cubicBezTo>
                    <a:cubicBezTo>
                      <a:pt x="4201" y="7255"/>
                      <a:pt x="4186" y="7251"/>
                      <a:pt x="4172" y="7243"/>
                    </a:cubicBezTo>
                    <a:cubicBezTo>
                      <a:pt x="4169" y="7241"/>
                      <a:pt x="4165" y="7239"/>
                      <a:pt x="4162" y="7236"/>
                    </a:cubicBezTo>
                    <a:cubicBezTo>
                      <a:pt x="4162" y="7234"/>
                      <a:pt x="4162" y="7231"/>
                      <a:pt x="4162" y="7229"/>
                    </a:cubicBezTo>
                    <a:cubicBezTo>
                      <a:pt x="4162" y="7216"/>
                      <a:pt x="4163" y="7204"/>
                      <a:pt x="4166" y="7192"/>
                    </a:cubicBezTo>
                    <a:cubicBezTo>
                      <a:pt x="4169" y="7167"/>
                      <a:pt x="4171" y="7141"/>
                      <a:pt x="4171" y="7116"/>
                    </a:cubicBezTo>
                    <a:cubicBezTo>
                      <a:pt x="4171" y="7098"/>
                      <a:pt x="4170" y="7080"/>
                      <a:pt x="4168" y="7061"/>
                    </a:cubicBezTo>
                    <a:cubicBezTo>
                      <a:pt x="4166" y="7025"/>
                      <a:pt x="4177" y="6990"/>
                      <a:pt x="4174" y="6954"/>
                    </a:cubicBezTo>
                    <a:cubicBezTo>
                      <a:pt x="4171" y="6925"/>
                      <a:pt x="4200" y="6942"/>
                      <a:pt x="4219" y="6935"/>
                    </a:cubicBezTo>
                    <a:cubicBezTo>
                      <a:pt x="4216" y="6935"/>
                      <a:pt x="4218" y="6935"/>
                      <a:pt x="4221" y="6935"/>
                    </a:cubicBezTo>
                    <a:cubicBezTo>
                      <a:pt x="4238" y="6936"/>
                      <a:pt x="4254" y="6938"/>
                      <a:pt x="4256" y="6938"/>
                    </a:cubicBezTo>
                    <a:cubicBezTo>
                      <a:pt x="4298" y="6938"/>
                      <a:pt x="4303" y="6980"/>
                      <a:pt x="4301" y="7018"/>
                    </a:cubicBezTo>
                    <a:cubicBezTo>
                      <a:pt x="4299" y="7019"/>
                      <a:pt x="4298" y="7020"/>
                      <a:pt x="4297" y="7022"/>
                    </a:cubicBezTo>
                    <a:cubicBezTo>
                      <a:pt x="4296" y="7023"/>
                      <a:pt x="4295" y="7026"/>
                      <a:pt x="4295" y="7028"/>
                    </a:cubicBezTo>
                    <a:cubicBezTo>
                      <a:pt x="4295" y="7030"/>
                      <a:pt x="4296" y="7031"/>
                      <a:pt x="4297" y="7033"/>
                    </a:cubicBezTo>
                    <a:cubicBezTo>
                      <a:pt x="4298" y="7034"/>
                      <a:pt x="4299" y="7036"/>
                      <a:pt x="4301" y="7037"/>
                    </a:cubicBezTo>
                    <a:lnTo>
                      <a:pt x="4301" y="7038"/>
                    </a:lnTo>
                    <a:cubicBezTo>
                      <a:pt x="4301" y="7047"/>
                      <a:pt x="4300" y="7055"/>
                      <a:pt x="4300" y="7062"/>
                    </a:cubicBezTo>
                    <a:cubicBezTo>
                      <a:pt x="4300" y="7101"/>
                      <a:pt x="4298" y="7140"/>
                      <a:pt x="4300" y="7180"/>
                    </a:cubicBezTo>
                    <a:cubicBezTo>
                      <a:pt x="4302" y="7219"/>
                      <a:pt x="4314" y="7265"/>
                      <a:pt x="4259" y="7261"/>
                    </a:cubicBezTo>
                    <a:lnTo>
                      <a:pt x="4258" y="7261"/>
                    </a:lnTo>
                    <a:moveTo>
                      <a:pt x="4433" y="7380"/>
                    </a:moveTo>
                    <a:cubicBezTo>
                      <a:pt x="4379" y="7374"/>
                      <a:pt x="4353" y="7310"/>
                      <a:pt x="4315" y="7275"/>
                    </a:cubicBezTo>
                    <a:cubicBezTo>
                      <a:pt x="4316" y="7274"/>
                      <a:pt x="4317" y="7272"/>
                      <a:pt x="4318" y="7271"/>
                    </a:cubicBezTo>
                    <a:cubicBezTo>
                      <a:pt x="4321" y="7265"/>
                      <a:pt x="4324" y="7259"/>
                      <a:pt x="4325" y="7252"/>
                    </a:cubicBezTo>
                    <a:cubicBezTo>
                      <a:pt x="4327" y="7238"/>
                      <a:pt x="4329" y="7223"/>
                      <a:pt x="4329" y="7208"/>
                    </a:cubicBezTo>
                    <a:cubicBezTo>
                      <a:pt x="4329" y="7200"/>
                      <a:pt x="4328" y="7193"/>
                      <a:pt x="4328" y="7185"/>
                    </a:cubicBezTo>
                    <a:cubicBezTo>
                      <a:pt x="4331" y="7184"/>
                      <a:pt x="4334" y="7182"/>
                      <a:pt x="4337" y="7181"/>
                    </a:cubicBezTo>
                    <a:cubicBezTo>
                      <a:pt x="4353" y="7173"/>
                      <a:pt x="4372" y="7182"/>
                      <a:pt x="4388" y="7171"/>
                    </a:cubicBezTo>
                    <a:cubicBezTo>
                      <a:pt x="4414" y="7151"/>
                      <a:pt x="4414" y="7124"/>
                      <a:pt x="4412" y="7094"/>
                    </a:cubicBezTo>
                    <a:cubicBezTo>
                      <a:pt x="4412" y="7074"/>
                      <a:pt x="4411" y="7055"/>
                      <a:pt x="4412" y="7037"/>
                    </a:cubicBezTo>
                    <a:cubicBezTo>
                      <a:pt x="4413" y="7035"/>
                      <a:pt x="4413" y="7034"/>
                      <a:pt x="4413" y="7032"/>
                    </a:cubicBezTo>
                    <a:cubicBezTo>
                      <a:pt x="4413" y="7028"/>
                      <a:pt x="4411" y="7023"/>
                      <a:pt x="4409" y="7019"/>
                    </a:cubicBezTo>
                    <a:cubicBezTo>
                      <a:pt x="4408" y="7017"/>
                      <a:pt x="4407" y="7015"/>
                      <a:pt x="4405" y="7014"/>
                    </a:cubicBezTo>
                    <a:lnTo>
                      <a:pt x="4404" y="7014"/>
                    </a:lnTo>
                    <a:cubicBezTo>
                      <a:pt x="4399" y="7011"/>
                      <a:pt x="4394" y="7009"/>
                      <a:pt x="4388" y="7009"/>
                    </a:cubicBezTo>
                    <a:cubicBezTo>
                      <a:pt x="4383" y="7009"/>
                      <a:pt x="4378" y="7010"/>
                      <a:pt x="4374" y="7012"/>
                    </a:cubicBezTo>
                    <a:cubicBezTo>
                      <a:pt x="4362" y="7016"/>
                      <a:pt x="4348" y="7018"/>
                      <a:pt x="4335" y="7018"/>
                    </a:cubicBezTo>
                    <a:cubicBezTo>
                      <a:pt x="4332" y="7018"/>
                      <a:pt x="4329" y="7018"/>
                      <a:pt x="4327" y="7018"/>
                    </a:cubicBezTo>
                    <a:cubicBezTo>
                      <a:pt x="4326" y="6999"/>
                      <a:pt x="4325" y="6980"/>
                      <a:pt x="4321" y="6961"/>
                    </a:cubicBezTo>
                    <a:cubicBezTo>
                      <a:pt x="4320" y="6955"/>
                      <a:pt x="4318" y="6949"/>
                      <a:pt x="4315" y="6943"/>
                    </a:cubicBezTo>
                    <a:cubicBezTo>
                      <a:pt x="4310" y="6935"/>
                      <a:pt x="4303" y="6929"/>
                      <a:pt x="4295" y="6924"/>
                    </a:cubicBezTo>
                    <a:cubicBezTo>
                      <a:pt x="4291" y="6922"/>
                      <a:pt x="4287" y="6920"/>
                      <a:pt x="4283" y="6919"/>
                    </a:cubicBezTo>
                    <a:cubicBezTo>
                      <a:pt x="4284" y="6918"/>
                      <a:pt x="4284" y="6918"/>
                      <a:pt x="4285" y="6917"/>
                    </a:cubicBezTo>
                    <a:cubicBezTo>
                      <a:pt x="4286" y="6916"/>
                      <a:pt x="4286" y="6914"/>
                      <a:pt x="4286" y="6913"/>
                    </a:cubicBezTo>
                    <a:cubicBezTo>
                      <a:pt x="4286" y="6911"/>
                      <a:pt x="4286" y="6910"/>
                      <a:pt x="4285" y="6909"/>
                    </a:cubicBezTo>
                    <a:cubicBezTo>
                      <a:pt x="4284" y="6907"/>
                      <a:pt x="4283" y="6906"/>
                      <a:pt x="4282" y="6906"/>
                    </a:cubicBezTo>
                    <a:cubicBezTo>
                      <a:pt x="4281" y="6905"/>
                      <a:pt x="4279" y="6905"/>
                      <a:pt x="4278" y="6905"/>
                    </a:cubicBezTo>
                    <a:cubicBezTo>
                      <a:pt x="4277" y="6905"/>
                      <a:pt x="4277" y="6905"/>
                      <a:pt x="4277" y="6905"/>
                    </a:cubicBezTo>
                    <a:cubicBezTo>
                      <a:pt x="4257" y="6906"/>
                      <a:pt x="4239" y="6908"/>
                      <a:pt x="4220" y="6911"/>
                    </a:cubicBezTo>
                    <a:cubicBezTo>
                      <a:pt x="4200" y="6907"/>
                      <a:pt x="4182" y="6903"/>
                      <a:pt x="4170" y="6916"/>
                    </a:cubicBezTo>
                    <a:lnTo>
                      <a:pt x="4162" y="6916"/>
                    </a:lnTo>
                    <a:cubicBezTo>
                      <a:pt x="4157" y="6916"/>
                      <a:pt x="4154" y="6921"/>
                      <a:pt x="4153" y="6926"/>
                    </a:cubicBezTo>
                    <a:cubicBezTo>
                      <a:pt x="4147" y="6970"/>
                      <a:pt x="4144" y="7015"/>
                      <a:pt x="4144" y="7059"/>
                    </a:cubicBezTo>
                    <a:cubicBezTo>
                      <a:pt x="4144" y="7078"/>
                      <a:pt x="4145" y="7096"/>
                      <a:pt x="4146" y="7115"/>
                    </a:cubicBezTo>
                    <a:cubicBezTo>
                      <a:pt x="4145" y="7125"/>
                      <a:pt x="4144" y="7135"/>
                      <a:pt x="4142" y="7146"/>
                    </a:cubicBezTo>
                    <a:lnTo>
                      <a:pt x="4140" y="7144"/>
                    </a:lnTo>
                    <a:cubicBezTo>
                      <a:pt x="4141" y="7143"/>
                      <a:pt x="4141" y="7143"/>
                      <a:pt x="4141" y="7142"/>
                    </a:cubicBezTo>
                    <a:cubicBezTo>
                      <a:pt x="4141" y="7139"/>
                      <a:pt x="4141" y="7136"/>
                      <a:pt x="4139" y="7134"/>
                    </a:cubicBezTo>
                    <a:cubicBezTo>
                      <a:pt x="4138" y="7133"/>
                      <a:pt x="4138" y="7133"/>
                      <a:pt x="4138" y="7133"/>
                    </a:cubicBezTo>
                    <a:cubicBezTo>
                      <a:pt x="4125" y="7116"/>
                      <a:pt x="4112" y="7098"/>
                      <a:pt x="4091" y="7096"/>
                    </a:cubicBezTo>
                    <a:cubicBezTo>
                      <a:pt x="4092" y="7096"/>
                      <a:pt x="4092" y="7095"/>
                      <a:pt x="4092" y="7094"/>
                    </a:cubicBezTo>
                    <a:cubicBezTo>
                      <a:pt x="4092" y="7091"/>
                      <a:pt x="4090" y="7087"/>
                      <a:pt x="4089" y="7085"/>
                    </a:cubicBezTo>
                    <a:cubicBezTo>
                      <a:pt x="4087" y="7082"/>
                      <a:pt x="4085" y="7080"/>
                      <a:pt x="4083" y="7079"/>
                    </a:cubicBezTo>
                    <a:cubicBezTo>
                      <a:pt x="4080" y="7077"/>
                      <a:pt x="4077" y="7077"/>
                      <a:pt x="4074" y="7077"/>
                    </a:cubicBezTo>
                    <a:cubicBezTo>
                      <a:pt x="4068" y="7077"/>
                      <a:pt x="4058" y="7061"/>
                      <a:pt x="4054" y="7057"/>
                    </a:cubicBezTo>
                    <a:cubicBezTo>
                      <a:pt x="4034" y="7043"/>
                      <a:pt x="4014" y="7028"/>
                      <a:pt x="3996" y="7011"/>
                    </a:cubicBezTo>
                    <a:cubicBezTo>
                      <a:pt x="3979" y="6996"/>
                      <a:pt x="3958" y="6988"/>
                      <a:pt x="3941" y="6972"/>
                    </a:cubicBezTo>
                    <a:cubicBezTo>
                      <a:pt x="3924" y="6955"/>
                      <a:pt x="3900" y="6947"/>
                      <a:pt x="3880" y="6931"/>
                    </a:cubicBezTo>
                    <a:cubicBezTo>
                      <a:pt x="3848" y="6906"/>
                      <a:pt x="3818" y="6879"/>
                      <a:pt x="3785" y="6855"/>
                    </a:cubicBezTo>
                    <a:cubicBezTo>
                      <a:pt x="3747" y="6828"/>
                      <a:pt x="3712" y="6796"/>
                      <a:pt x="3671" y="6772"/>
                    </a:cubicBezTo>
                    <a:cubicBezTo>
                      <a:pt x="3627" y="6745"/>
                      <a:pt x="3589" y="6707"/>
                      <a:pt x="3543" y="6685"/>
                    </a:cubicBezTo>
                    <a:cubicBezTo>
                      <a:pt x="3535" y="6680"/>
                      <a:pt x="3527" y="6676"/>
                      <a:pt x="3519" y="6671"/>
                    </a:cubicBezTo>
                    <a:cubicBezTo>
                      <a:pt x="3497" y="6659"/>
                      <a:pt x="3475" y="6644"/>
                      <a:pt x="3455" y="6628"/>
                    </a:cubicBezTo>
                    <a:lnTo>
                      <a:pt x="3455" y="6627"/>
                    </a:lnTo>
                    <a:cubicBezTo>
                      <a:pt x="3454" y="6626"/>
                      <a:pt x="3453" y="6625"/>
                      <a:pt x="3451" y="6624"/>
                    </a:cubicBezTo>
                    <a:cubicBezTo>
                      <a:pt x="3450" y="6623"/>
                      <a:pt x="3449" y="6623"/>
                      <a:pt x="3447" y="6623"/>
                    </a:cubicBezTo>
                    <a:lnTo>
                      <a:pt x="3417" y="6603"/>
                    </a:lnTo>
                    <a:cubicBezTo>
                      <a:pt x="3334" y="6539"/>
                      <a:pt x="3248" y="6459"/>
                      <a:pt x="3153" y="6413"/>
                    </a:cubicBezTo>
                    <a:cubicBezTo>
                      <a:pt x="3132" y="6404"/>
                      <a:pt x="3113" y="6393"/>
                      <a:pt x="3093" y="6382"/>
                    </a:cubicBezTo>
                    <a:cubicBezTo>
                      <a:pt x="3072" y="6370"/>
                      <a:pt x="3051" y="6357"/>
                      <a:pt x="3031" y="6343"/>
                    </a:cubicBezTo>
                    <a:cubicBezTo>
                      <a:pt x="2996" y="6313"/>
                      <a:pt x="2958" y="6287"/>
                      <a:pt x="2918" y="6264"/>
                    </a:cubicBezTo>
                    <a:cubicBezTo>
                      <a:pt x="2914" y="6261"/>
                      <a:pt x="2909" y="6259"/>
                      <a:pt x="2905" y="6256"/>
                    </a:cubicBezTo>
                    <a:cubicBezTo>
                      <a:pt x="2888" y="6248"/>
                      <a:pt x="2871" y="6238"/>
                      <a:pt x="2854" y="6229"/>
                    </a:cubicBezTo>
                    <a:cubicBezTo>
                      <a:pt x="2789" y="6191"/>
                      <a:pt x="2729" y="6147"/>
                      <a:pt x="2673" y="6097"/>
                    </a:cubicBezTo>
                    <a:cubicBezTo>
                      <a:pt x="2636" y="6065"/>
                      <a:pt x="2599" y="6034"/>
                      <a:pt x="2562" y="6003"/>
                    </a:cubicBezTo>
                    <a:lnTo>
                      <a:pt x="2561" y="6003"/>
                    </a:lnTo>
                    <a:cubicBezTo>
                      <a:pt x="2561" y="6002"/>
                      <a:pt x="2560" y="6002"/>
                      <a:pt x="2559" y="6001"/>
                    </a:cubicBezTo>
                    <a:lnTo>
                      <a:pt x="2558" y="6001"/>
                    </a:lnTo>
                    <a:cubicBezTo>
                      <a:pt x="2508" y="5960"/>
                      <a:pt x="2458" y="5919"/>
                      <a:pt x="2409" y="5875"/>
                    </a:cubicBezTo>
                    <a:cubicBezTo>
                      <a:pt x="2378" y="5847"/>
                      <a:pt x="2336" y="5830"/>
                      <a:pt x="2300" y="5807"/>
                    </a:cubicBezTo>
                    <a:cubicBezTo>
                      <a:pt x="2299" y="5806"/>
                      <a:pt x="2298" y="5805"/>
                      <a:pt x="2298" y="5805"/>
                    </a:cubicBezTo>
                    <a:cubicBezTo>
                      <a:pt x="2297" y="5804"/>
                      <a:pt x="2296" y="5804"/>
                      <a:pt x="2295" y="5804"/>
                    </a:cubicBezTo>
                    <a:cubicBezTo>
                      <a:pt x="2291" y="5801"/>
                      <a:pt x="2287" y="5798"/>
                      <a:pt x="2283" y="5795"/>
                    </a:cubicBezTo>
                    <a:cubicBezTo>
                      <a:pt x="2262" y="5782"/>
                      <a:pt x="2242" y="5768"/>
                      <a:pt x="2224" y="5752"/>
                    </a:cubicBezTo>
                    <a:cubicBezTo>
                      <a:pt x="2216" y="5741"/>
                      <a:pt x="2207" y="5733"/>
                      <a:pt x="2197" y="5725"/>
                    </a:cubicBezTo>
                    <a:cubicBezTo>
                      <a:pt x="2200" y="5709"/>
                      <a:pt x="2203" y="5693"/>
                      <a:pt x="2205" y="5677"/>
                    </a:cubicBezTo>
                    <a:cubicBezTo>
                      <a:pt x="2212" y="5635"/>
                      <a:pt x="2215" y="5592"/>
                      <a:pt x="2225" y="5551"/>
                    </a:cubicBezTo>
                    <a:cubicBezTo>
                      <a:pt x="2230" y="5525"/>
                      <a:pt x="2238" y="5499"/>
                      <a:pt x="2248" y="5475"/>
                    </a:cubicBezTo>
                    <a:cubicBezTo>
                      <a:pt x="2259" y="5458"/>
                      <a:pt x="2256" y="5417"/>
                      <a:pt x="2259" y="5396"/>
                    </a:cubicBezTo>
                    <a:cubicBezTo>
                      <a:pt x="2262" y="5364"/>
                      <a:pt x="2268" y="5332"/>
                      <a:pt x="2273" y="5300"/>
                    </a:cubicBezTo>
                    <a:cubicBezTo>
                      <a:pt x="2279" y="5311"/>
                      <a:pt x="2288" y="5321"/>
                      <a:pt x="2298" y="5328"/>
                    </a:cubicBezTo>
                    <a:cubicBezTo>
                      <a:pt x="2332" y="5359"/>
                      <a:pt x="2368" y="5390"/>
                      <a:pt x="2405" y="5417"/>
                    </a:cubicBezTo>
                    <a:cubicBezTo>
                      <a:pt x="2504" y="5488"/>
                      <a:pt x="2587" y="5577"/>
                      <a:pt x="2683" y="5651"/>
                    </a:cubicBezTo>
                    <a:cubicBezTo>
                      <a:pt x="2772" y="5718"/>
                      <a:pt x="2857" y="5794"/>
                      <a:pt x="2955" y="5847"/>
                    </a:cubicBezTo>
                    <a:cubicBezTo>
                      <a:pt x="3011" y="5878"/>
                      <a:pt x="3068" y="5914"/>
                      <a:pt x="3120" y="5950"/>
                    </a:cubicBezTo>
                    <a:cubicBezTo>
                      <a:pt x="3167" y="5978"/>
                      <a:pt x="3211" y="6010"/>
                      <a:pt x="3253" y="6044"/>
                    </a:cubicBezTo>
                    <a:cubicBezTo>
                      <a:pt x="3285" y="6073"/>
                      <a:pt x="3324" y="6091"/>
                      <a:pt x="3356" y="6120"/>
                    </a:cubicBezTo>
                    <a:cubicBezTo>
                      <a:pt x="3398" y="6156"/>
                      <a:pt x="3442" y="6189"/>
                      <a:pt x="3488" y="6218"/>
                    </a:cubicBezTo>
                    <a:cubicBezTo>
                      <a:pt x="3584" y="6286"/>
                      <a:pt x="3678" y="6356"/>
                      <a:pt x="3775" y="6423"/>
                    </a:cubicBezTo>
                    <a:cubicBezTo>
                      <a:pt x="3791" y="6435"/>
                      <a:pt x="3807" y="6449"/>
                      <a:pt x="3820" y="6464"/>
                    </a:cubicBezTo>
                    <a:cubicBezTo>
                      <a:pt x="3834" y="6481"/>
                      <a:pt x="3860" y="6490"/>
                      <a:pt x="3877" y="6504"/>
                    </a:cubicBezTo>
                    <a:cubicBezTo>
                      <a:pt x="3916" y="6538"/>
                      <a:pt x="3954" y="6574"/>
                      <a:pt x="3997" y="6606"/>
                    </a:cubicBezTo>
                    <a:cubicBezTo>
                      <a:pt x="4044" y="6641"/>
                      <a:pt x="4083" y="6687"/>
                      <a:pt x="4128" y="6725"/>
                    </a:cubicBezTo>
                    <a:cubicBezTo>
                      <a:pt x="4149" y="6743"/>
                      <a:pt x="4173" y="6775"/>
                      <a:pt x="4204" y="6775"/>
                    </a:cubicBezTo>
                    <a:lnTo>
                      <a:pt x="4205" y="6775"/>
                    </a:lnTo>
                    <a:cubicBezTo>
                      <a:pt x="4207" y="6775"/>
                      <a:pt x="4210" y="6774"/>
                      <a:pt x="4212" y="6773"/>
                    </a:cubicBezTo>
                    <a:lnTo>
                      <a:pt x="4213" y="6773"/>
                    </a:lnTo>
                    <a:cubicBezTo>
                      <a:pt x="4231" y="6784"/>
                      <a:pt x="4248" y="6798"/>
                      <a:pt x="4263" y="6813"/>
                    </a:cubicBezTo>
                    <a:cubicBezTo>
                      <a:pt x="4287" y="6843"/>
                      <a:pt x="4315" y="6870"/>
                      <a:pt x="4344" y="6893"/>
                    </a:cubicBezTo>
                    <a:cubicBezTo>
                      <a:pt x="4375" y="6916"/>
                      <a:pt x="4396" y="6950"/>
                      <a:pt x="4427" y="6972"/>
                    </a:cubicBezTo>
                    <a:cubicBezTo>
                      <a:pt x="4439" y="6981"/>
                      <a:pt x="4496" y="7023"/>
                      <a:pt x="4491" y="7036"/>
                    </a:cubicBezTo>
                    <a:cubicBezTo>
                      <a:pt x="4488" y="7048"/>
                      <a:pt x="4487" y="7061"/>
                      <a:pt x="4487" y="7073"/>
                    </a:cubicBezTo>
                    <a:cubicBezTo>
                      <a:pt x="4487" y="7082"/>
                      <a:pt x="4488" y="7091"/>
                      <a:pt x="4489" y="7101"/>
                    </a:cubicBezTo>
                    <a:cubicBezTo>
                      <a:pt x="4490" y="7140"/>
                      <a:pt x="4468" y="7185"/>
                      <a:pt x="4458" y="7223"/>
                    </a:cubicBezTo>
                    <a:cubicBezTo>
                      <a:pt x="4445" y="7274"/>
                      <a:pt x="4437" y="7327"/>
                      <a:pt x="4434" y="7380"/>
                    </a:cubicBezTo>
                    <a:lnTo>
                      <a:pt x="4433" y="7380"/>
                    </a:lnTo>
                    <a:moveTo>
                      <a:pt x="4356" y="7149"/>
                    </a:moveTo>
                    <a:cubicBezTo>
                      <a:pt x="4352" y="7148"/>
                      <a:pt x="4347" y="7148"/>
                      <a:pt x="4344" y="7148"/>
                    </a:cubicBezTo>
                    <a:cubicBezTo>
                      <a:pt x="4340" y="7148"/>
                      <a:pt x="4337" y="7148"/>
                      <a:pt x="4333" y="7149"/>
                    </a:cubicBezTo>
                    <a:lnTo>
                      <a:pt x="4327" y="7151"/>
                    </a:lnTo>
                    <a:cubicBezTo>
                      <a:pt x="4326" y="7151"/>
                      <a:pt x="4326" y="7150"/>
                      <a:pt x="4325" y="7150"/>
                    </a:cubicBezTo>
                    <a:cubicBezTo>
                      <a:pt x="4325" y="7140"/>
                      <a:pt x="4324" y="7131"/>
                      <a:pt x="4324" y="7123"/>
                    </a:cubicBezTo>
                    <a:cubicBezTo>
                      <a:pt x="4324" y="7096"/>
                      <a:pt x="4325" y="7068"/>
                      <a:pt x="4326" y="7040"/>
                    </a:cubicBezTo>
                    <a:cubicBezTo>
                      <a:pt x="4332" y="7041"/>
                      <a:pt x="4338" y="7042"/>
                      <a:pt x="4345" y="7042"/>
                    </a:cubicBezTo>
                    <a:cubicBezTo>
                      <a:pt x="4351" y="7042"/>
                      <a:pt x="4358" y="7041"/>
                      <a:pt x="4364" y="7040"/>
                    </a:cubicBezTo>
                    <a:cubicBezTo>
                      <a:pt x="4373" y="7038"/>
                      <a:pt x="4387" y="7027"/>
                      <a:pt x="4387" y="7042"/>
                    </a:cubicBezTo>
                    <a:cubicBezTo>
                      <a:pt x="4386" y="7056"/>
                      <a:pt x="4387" y="7067"/>
                      <a:pt x="4387" y="7080"/>
                    </a:cubicBezTo>
                    <a:cubicBezTo>
                      <a:pt x="4387" y="7103"/>
                      <a:pt x="4397" y="7151"/>
                      <a:pt x="4356" y="7149"/>
                    </a:cubicBezTo>
                    <a:moveTo>
                      <a:pt x="4460" y="7392"/>
                    </a:moveTo>
                    <a:cubicBezTo>
                      <a:pt x="4468" y="7315"/>
                      <a:pt x="4481" y="7239"/>
                      <a:pt x="4500" y="7164"/>
                    </a:cubicBezTo>
                    <a:cubicBezTo>
                      <a:pt x="4507" y="7140"/>
                      <a:pt x="4511" y="7115"/>
                      <a:pt x="4511" y="7091"/>
                    </a:cubicBezTo>
                    <a:cubicBezTo>
                      <a:pt x="4511" y="7086"/>
                      <a:pt x="4511" y="7082"/>
                      <a:pt x="4511" y="7078"/>
                    </a:cubicBezTo>
                    <a:cubicBezTo>
                      <a:pt x="4511" y="7065"/>
                      <a:pt x="4518" y="7046"/>
                      <a:pt x="4516" y="7033"/>
                    </a:cubicBezTo>
                    <a:cubicBezTo>
                      <a:pt x="4533" y="7033"/>
                      <a:pt x="4549" y="7030"/>
                      <a:pt x="4565" y="7026"/>
                    </a:cubicBezTo>
                    <a:cubicBezTo>
                      <a:pt x="4579" y="7022"/>
                      <a:pt x="4593" y="7019"/>
                      <a:pt x="4607" y="7014"/>
                    </a:cubicBezTo>
                    <a:cubicBezTo>
                      <a:pt x="4608" y="7024"/>
                      <a:pt x="4609" y="7035"/>
                      <a:pt x="4609" y="7045"/>
                    </a:cubicBezTo>
                    <a:cubicBezTo>
                      <a:pt x="4609" y="7048"/>
                      <a:pt x="4609" y="7052"/>
                      <a:pt x="4609" y="7055"/>
                    </a:cubicBezTo>
                    <a:cubicBezTo>
                      <a:pt x="4606" y="7133"/>
                      <a:pt x="4572" y="7212"/>
                      <a:pt x="4574" y="7289"/>
                    </a:cubicBezTo>
                    <a:cubicBezTo>
                      <a:pt x="4574" y="7323"/>
                      <a:pt x="4574" y="7375"/>
                      <a:pt x="4533" y="7375"/>
                    </a:cubicBezTo>
                    <a:cubicBezTo>
                      <a:pt x="4524" y="7374"/>
                      <a:pt x="4483" y="7387"/>
                      <a:pt x="4461" y="7391"/>
                    </a:cubicBezTo>
                    <a:lnTo>
                      <a:pt x="4460" y="7392"/>
                    </a:lnTo>
                    <a:moveTo>
                      <a:pt x="5743" y="8329"/>
                    </a:moveTo>
                    <a:lnTo>
                      <a:pt x="5750" y="8325"/>
                    </a:lnTo>
                    <a:lnTo>
                      <a:pt x="5743" y="8329"/>
                    </a:lnTo>
                    <a:moveTo>
                      <a:pt x="5882" y="8244"/>
                    </a:moveTo>
                    <a:lnTo>
                      <a:pt x="5880" y="8246"/>
                    </a:lnTo>
                    <a:lnTo>
                      <a:pt x="5884" y="8244"/>
                    </a:lnTo>
                    <a:lnTo>
                      <a:pt x="5882" y="8244"/>
                    </a:lnTo>
                    <a:moveTo>
                      <a:pt x="5688" y="8302"/>
                    </a:moveTo>
                    <a:cubicBezTo>
                      <a:pt x="5595" y="8347"/>
                      <a:pt x="5491" y="8379"/>
                      <a:pt x="5386" y="8363"/>
                    </a:cubicBezTo>
                    <a:cubicBezTo>
                      <a:pt x="5369" y="8361"/>
                      <a:pt x="5353" y="8361"/>
                      <a:pt x="5337" y="8361"/>
                    </a:cubicBezTo>
                    <a:cubicBezTo>
                      <a:pt x="5317" y="8361"/>
                      <a:pt x="5297" y="8362"/>
                      <a:pt x="5278" y="8364"/>
                    </a:cubicBezTo>
                    <a:cubicBezTo>
                      <a:pt x="5261" y="8365"/>
                      <a:pt x="5244" y="8360"/>
                      <a:pt x="5227" y="8360"/>
                    </a:cubicBezTo>
                    <a:cubicBezTo>
                      <a:pt x="5214" y="8354"/>
                      <a:pt x="5200" y="8347"/>
                      <a:pt x="5187" y="8339"/>
                    </a:cubicBezTo>
                    <a:cubicBezTo>
                      <a:pt x="5181" y="8336"/>
                      <a:pt x="5175" y="8332"/>
                      <a:pt x="5169" y="8329"/>
                    </a:cubicBezTo>
                    <a:cubicBezTo>
                      <a:pt x="5133" y="8309"/>
                      <a:pt x="5099" y="8286"/>
                      <a:pt x="5067" y="8260"/>
                    </a:cubicBezTo>
                    <a:cubicBezTo>
                      <a:pt x="5039" y="8239"/>
                      <a:pt x="5006" y="8225"/>
                      <a:pt x="4976" y="8205"/>
                    </a:cubicBezTo>
                    <a:cubicBezTo>
                      <a:pt x="4937" y="8178"/>
                      <a:pt x="4900" y="8147"/>
                      <a:pt x="4867" y="8112"/>
                    </a:cubicBezTo>
                    <a:cubicBezTo>
                      <a:pt x="4853" y="8097"/>
                      <a:pt x="4842" y="8078"/>
                      <a:pt x="4828" y="8063"/>
                    </a:cubicBezTo>
                    <a:cubicBezTo>
                      <a:pt x="4814" y="8047"/>
                      <a:pt x="4798" y="8037"/>
                      <a:pt x="4785" y="8023"/>
                    </a:cubicBezTo>
                    <a:cubicBezTo>
                      <a:pt x="4772" y="8009"/>
                      <a:pt x="4763" y="7983"/>
                      <a:pt x="4748" y="7965"/>
                    </a:cubicBezTo>
                    <a:cubicBezTo>
                      <a:pt x="4737" y="7952"/>
                      <a:pt x="4720" y="7943"/>
                      <a:pt x="4709" y="7929"/>
                    </a:cubicBezTo>
                    <a:cubicBezTo>
                      <a:pt x="4681" y="7898"/>
                      <a:pt x="4665" y="7857"/>
                      <a:pt x="4642" y="7822"/>
                    </a:cubicBezTo>
                    <a:cubicBezTo>
                      <a:pt x="4633" y="7809"/>
                      <a:pt x="4625" y="7796"/>
                      <a:pt x="4617" y="7782"/>
                    </a:cubicBezTo>
                    <a:cubicBezTo>
                      <a:pt x="4591" y="7738"/>
                      <a:pt x="4571" y="7691"/>
                      <a:pt x="4556" y="7642"/>
                    </a:cubicBezTo>
                    <a:cubicBezTo>
                      <a:pt x="4534" y="7568"/>
                      <a:pt x="4503" y="7497"/>
                      <a:pt x="4486" y="7423"/>
                    </a:cubicBezTo>
                    <a:cubicBezTo>
                      <a:pt x="4487" y="7422"/>
                      <a:pt x="4487" y="7421"/>
                      <a:pt x="4488" y="7420"/>
                    </a:cubicBezTo>
                    <a:cubicBezTo>
                      <a:pt x="4489" y="7419"/>
                      <a:pt x="4489" y="7417"/>
                      <a:pt x="4489" y="7416"/>
                    </a:cubicBezTo>
                    <a:cubicBezTo>
                      <a:pt x="4489" y="7414"/>
                      <a:pt x="4489" y="7413"/>
                      <a:pt x="4488" y="7412"/>
                    </a:cubicBezTo>
                    <a:lnTo>
                      <a:pt x="4488" y="7411"/>
                    </a:lnTo>
                    <a:lnTo>
                      <a:pt x="4491" y="7410"/>
                    </a:lnTo>
                    <a:cubicBezTo>
                      <a:pt x="4495" y="7410"/>
                      <a:pt x="4499" y="7409"/>
                      <a:pt x="4503" y="7408"/>
                    </a:cubicBezTo>
                    <a:cubicBezTo>
                      <a:pt x="4503" y="7421"/>
                      <a:pt x="4507" y="7434"/>
                      <a:pt x="4513" y="7445"/>
                    </a:cubicBezTo>
                    <a:cubicBezTo>
                      <a:pt x="4514" y="7446"/>
                      <a:pt x="4514" y="7447"/>
                      <a:pt x="4515" y="7447"/>
                    </a:cubicBezTo>
                    <a:cubicBezTo>
                      <a:pt x="4521" y="7459"/>
                      <a:pt x="4524" y="7475"/>
                      <a:pt x="4536" y="7481"/>
                    </a:cubicBezTo>
                    <a:cubicBezTo>
                      <a:pt x="4537" y="7482"/>
                      <a:pt x="4538" y="7482"/>
                      <a:pt x="4539" y="7482"/>
                    </a:cubicBezTo>
                    <a:cubicBezTo>
                      <a:pt x="4540" y="7482"/>
                      <a:pt x="4541" y="7481"/>
                      <a:pt x="4542" y="7481"/>
                    </a:cubicBezTo>
                    <a:cubicBezTo>
                      <a:pt x="4543" y="7480"/>
                      <a:pt x="4543" y="7480"/>
                      <a:pt x="4544" y="7479"/>
                    </a:cubicBezTo>
                    <a:cubicBezTo>
                      <a:pt x="4544" y="7478"/>
                      <a:pt x="4545" y="7477"/>
                      <a:pt x="4545" y="7476"/>
                    </a:cubicBezTo>
                    <a:cubicBezTo>
                      <a:pt x="4545" y="7475"/>
                      <a:pt x="4545" y="7475"/>
                      <a:pt x="4545" y="7474"/>
                    </a:cubicBezTo>
                    <a:cubicBezTo>
                      <a:pt x="4542" y="7464"/>
                      <a:pt x="4542" y="7455"/>
                      <a:pt x="4538" y="7445"/>
                    </a:cubicBezTo>
                    <a:cubicBezTo>
                      <a:pt x="4536" y="7440"/>
                      <a:pt x="4534" y="7435"/>
                      <a:pt x="4531" y="7431"/>
                    </a:cubicBezTo>
                    <a:cubicBezTo>
                      <a:pt x="4531" y="7430"/>
                      <a:pt x="4530" y="7429"/>
                      <a:pt x="4530" y="7428"/>
                    </a:cubicBezTo>
                    <a:cubicBezTo>
                      <a:pt x="4526" y="7421"/>
                      <a:pt x="4524" y="7413"/>
                      <a:pt x="4522" y="7405"/>
                    </a:cubicBezTo>
                    <a:cubicBezTo>
                      <a:pt x="4533" y="7405"/>
                      <a:pt x="4543" y="7403"/>
                      <a:pt x="4554" y="7402"/>
                    </a:cubicBezTo>
                    <a:cubicBezTo>
                      <a:pt x="4553" y="7437"/>
                      <a:pt x="4568" y="7469"/>
                      <a:pt x="4580" y="7502"/>
                    </a:cubicBezTo>
                    <a:cubicBezTo>
                      <a:pt x="4594" y="7542"/>
                      <a:pt x="4611" y="7581"/>
                      <a:pt x="4633" y="7617"/>
                    </a:cubicBezTo>
                    <a:cubicBezTo>
                      <a:pt x="4635" y="7622"/>
                      <a:pt x="4645" y="7621"/>
                      <a:pt x="4643" y="7614"/>
                    </a:cubicBezTo>
                    <a:cubicBezTo>
                      <a:pt x="4623" y="7542"/>
                      <a:pt x="4573" y="7475"/>
                      <a:pt x="4565" y="7401"/>
                    </a:cubicBezTo>
                    <a:cubicBezTo>
                      <a:pt x="4570" y="7399"/>
                      <a:pt x="4575" y="7398"/>
                      <a:pt x="4579" y="7395"/>
                    </a:cubicBezTo>
                    <a:cubicBezTo>
                      <a:pt x="4579" y="7399"/>
                      <a:pt x="4580" y="7403"/>
                      <a:pt x="4581" y="7406"/>
                    </a:cubicBezTo>
                    <a:cubicBezTo>
                      <a:pt x="4588" y="7427"/>
                      <a:pt x="4597" y="7446"/>
                      <a:pt x="4608" y="7465"/>
                    </a:cubicBezTo>
                    <a:cubicBezTo>
                      <a:pt x="4608" y="7466"/>
                      <a:pt x="4609" y="7466"/>
                      <a:pt x="4610" y="7467"/>
                    </a:cubicBezTo>
                    <a:cubicBezTo>
                      <a:pt x="4611" y="7467"/>
                      <a:pt x="4612" y="7468"/>
                      <a:pt x="4613" y="7468"/>
                    </a:cubicBezTo>
                    <a:cubicBezTo>
                      <a:pt x="4614" y="7468"/>
                      <a:pt x="4615" y="7467"/>
                      <a:pt x="4616" y="7467"/>
                    </a:cubicBezTo>
                    <a:cubicBezTo>
                      <a:pt x="4617" y="7466"/>
                      <a:pt x="4618" y="7466"/>
                      <a:pt x="4619" y="7465"/>
                    </a:cubicBezTo>
                    <a:cubicBezTo>
                      <a:pt x="4619" y="7464"/>
                      <a:pt x="4619" y="7464"/>
                      <a:pt x="4619" y="7463"/>
                    </a:cubicBezTo>
                    <a:cubicBezTo>
                      <a:pt x="4619" y="7462"/>
                      <a:pt x="4619" y="7460"/>
                      <a:pt x="4619" y="7459"/>
                    </a:cubicBezTo>
                    <a:cubicBezTo>
                      <a:pt x="4619" y="7449"/>
                      <a:pt x="4617" y="7438"/>
                      <a:pt x="4613" y="7428"/>
                    </a:cubicBezTo>
                    <a:cubicBezTo>
                      <a:pt x="4608" y="7417"/>
                      <a:pt x="4603" y="7406"/>
                      <a:pt x="4599" y="7394"/>
                    </a:cubicBezTo>
                    <a:cubicBezTo>
                      <a:pt x="4599" y="7392"/>
                      <a:pt x="4596" y="7386"/>
                      <a:pt x="4594" y="7380"/>
                    </a:cubicBezTo>
                    <a:cubicBezTo>
                      <a:pt x="4596" y="7376"/>
                      <a:pt x="4598" y="7370"/>
                      <a:pt x="4598" y="7365"/>
                    </a:cubicBezTo>
                    <a:cubicBezTo>
                      <a:pt x="4598" y="7365"/>
                      <a:pt x="4598" y="7364"/>
                      <a:pt x="4598" y="7363"/>
                    </a:cubicBezTo>
                    <a:cubicBezTo>
                      <a:pt x="4598" y="7361"/>
                      <a:pt x="4598" y="7359"/>
                      <a:pt x="4598" y="7357"/>
                    </a:cubicBezTo>
                    <a:cubicBezTo>
                      <a:pt x="4598" y="7350"/>
                      <a:pt x="4598" y="7343"/>
                      <a:pt x="4599" y="7335"/>
                    </a:cubicBezTo>
                    <a:lnTo>
                      <a:pt x="4604" y="7338"/>
                    </a:lnTo>
                    <a:cubicBezTo>
                      <a:pt x="4604" y="7340"/>
                      <a:pt x="4604" y="7342"/>
                      <a:pt x="4604" y="7344"/>
                    </a:cubicBezTo>
                    <a:cubicBezTo>
                      <a:pt x="4604" y="7369"/>
                      <a:pt x="4608" y="7393"/>
                      <a:pt x="4617" y="7416"/>
                    </a:cubicBezTo>
                    <a:cubicBezTo>
                      <a:pt x="4628" y="7449"/>
                      <a:pt x="4634" y="7490"/>
                      <a:pt x="4657" y="7517"/>
                    </a:cubicBezTo>
                    <a:cubicBezTo>
                      <a:pt x="4661" y="7521"/>
                      <a:pt x="4667" y="7517"/>
                      <a:pt x="4665" y="7511"/>
                    </a:cubicBezTo>
                    <a:cubicBezTo>
                      <a:pt x="4655" y="7477"/>
                      <a:pt x="4649" y="7442"/>
                      <a:pt x="4638" y="7409"/>
                    </a:cubicBezTo>
                    <a:cubicBezTo>
                      <a:pt x="4632" y="7389"/>
                      <a:pt x="4627" y="7368"/>
                      <a:pt x="4624" y="7347"/>
                    </a:cubicBezTo>
                    <a:cubicBezTo>
                      <a:pt x="4630" y="7349"/>
                      <a:pt x="4636" y="7349"/>
                      <a:pt x="4643" y="7349"/>
                    </a:cubicBezTo>
                    <a:cubicBezTo>
                      <a:pt x="4645" y="7349"/>
                      <a:pt x="4647" y="7349"/>
                      <a:pt x="4649" y="7349"/>
                    </a:cubicBezTo>
                    <a:cubicBezTo>
                      <a:pt x="4651" y="7390"/>
                      <a:pt x="4661" y="7430"/>
                      <a:pt x="4679" y="7466"/>
                    </a:cubicBezTo>
                    <a:cubicBezTo>
                      <a:pt x="4693" y="7494"/>
                      <a:pt x="4699" y="7530"/>
                      <a:pt x="4712" y="7560"/>
                    </a:cubicBezTo>
                    <a:cubicBezTo>
                      <a:pt x="4718" y="7574"/>
                      <a:pt x="4725" y="7595"/>
                      <a:pt x="4742" y="7600"/>
                    </a:cubicBezTo>
                    <a:cubicBezTo>
                      <a:pt x="4747" y="7601"/>
                      <a:pt x="4749" y="7596"/>
                      <a:pt x="4747" y="7592"/>
                    </a:cubicBezTo>
                    <a:cubicBezTo>
                      <a:pt x="4728" y="7552"/>
                      <a:pt x="4712" y="7509"/>
                      <a:pt x="4701" y="7466"/>
                    </a:cubicBezTo>
                    <a:cubicBezTo>
                      <a:pt x="4689" y="7427"/>
                      <a:pt x="4669" y="7389"/>
                      <a:pt x="4660" y="7348"/>
                    </a:cubicBezTo>
                    <a:cubicBezTo>
                      <a:pt x="4664" y="7347"/>
                      <a:pt x="4667" y="7347"/>
                      <a:pt x="4671" y="7345"/>
                    </a:cubicBezTo>
                    <a:cubicBezTo>
                      <a:pt x="4670" y="7346"/>
                      <a:pt x="4670" y="7347"/>
                      <a:pt x="4670" y="7348"/>
                    </a:cubicBezTo>
                    <a:cubicBezTo>
                      <a:pt x="4670" y="7350"/>
                      <a:pt x="4671" y="7353"/>
                      <a:pt x="4672" y="7355"/>
                    </a:cubicBezTo>
                    <a:cubicBezTo>
                      <a:pt x="4673" y="7357"/>
                      <a:pt x="4675" y="7358"/>
                      <a:pt x="4677" y="7359"/>
                    </a:cubicBezTo>
                    <a:cubicBezTo>
                      <a:pt x="4694" y="7370"/>
                      <a:pt x="4691" y="7404"/>
                      <a:pt x="4700" y="7422"/>
                    </a:cubicBezTo>
                    <a:cubicBezTo>
                      <a:pt x="4716" y="7455"/>
                      <a:pt x="4733" y="7487"/>
                      <a:pt x="4748" y="7520"/>
                    </a:cubicBezTo>
                    <a:cubicBezTo>
                      <a:pt x="4758" y="7541"/>
                      <a:pt x="4768" y="7562"/>
                      <a:pt x="4780" y="7583"/>
                    </a:cubicBezTo>
                    <a:cubicBezTo>
                      <a:pt x="4801" y="7618"/>
                      <a:pt x="4825" y="7652"/>
                      <a:pt x="4851" y="7684"/>
                    </a:cubicBezTo>
                    <a:cubicBezTo>
                      <a:pt x="4858" y="7692"/>
                      <a:pt x="4864" y="7700"/>
                      <a:pt x="4871" y="7708"/>
                    </a:cubicBezTo>
                    <a:cubicBezTo>
                      <a:pt x="4859" y="7706"/>
                      <a:pt x="4857" y="7724"/>
                      <a:pt x="4868" y="7727"/>
                    </a:cubicBezTo>
                    <a:lnTo>
                      <a:pt x="4871" y="7727"/>
                    </a:lnTo>
                    <a:cubicBezTo>
                      <a:pt x="4872" y="7727"/>
                      <a:pt x="4873" y="7727"/>
                      <a:pt x="4874" y="7727"/>
                    </a:cubicBezTo>
                    <a:cubicBezTo>
                      <a:pt x="4875" y="7727"/>
                      <a:pt x="4877" y="7727"/>
                      <a:pt x="4879" y="7726"/>
                    </a:cubicBezTo>
                    <a:cubicBezTo>
                      <a:pt x="4880" y="7725"/>
                      <a:pt x="4881" y="7724"/>
                      <a:pt x="4882" y="7723"/>
                    </a:cubicBezTo>
                    <a:cubicBezTo>
                      <a:pt x="4890" y="7734"/>
                      <a:pt x="4898" y="7745"/>
                      <a:pt x="4906" y="7755"/>
                    </a:cubicBezTo>
                    <a:cubicBezTo>
                      <a:pt x="4927" y="7781"/>
                      <a:pt x="4954" y="7802"/>
                      <a:pt x="4975" y="7828"/>
                    </a:cubicBezTo>
                    <a:cubicBezTo>
                      <a:pt x="4993" y="7850"/>
                      <a:pt x="5018" y="7867"/>
                      <a:pt x="5037" y="7889"/>
                    </a:cubicBezTo>
                    <a:cubicBezTo>
                      <a:pt x="5056" y="7910"/>
                      <a:pt x="5078" y="7928"/>
                      <a:pt x="5102" y="7942"/>
                    </a:cubicBezTo>
                    <a:cubicBezTo>
                      <a:pt x="5103" y="7942"/>
                      <a:pt x="5103" y="7942"/>
                      <a:pt x="5104" y="7942"/>
                    </a:cubicBezTo>
                    <a:cubicBezTo>
                      <a:pt x="5135" y="7962"/>
                      <a:pt x="5164" y="7984"/>
                      <a:pt x="5192" y="8009"/>
                    </a:cubicBezTo>
                    <a:cubicBezTo>
                      <a:pt x="5209" y="8027"/>
                      <a:pt x="5231" y="8026"/>
                      <a:pt x="5251" y="8039"/>
                    </a:cubicBezTo>
                    <a:cubicBezTo>
                      <a:pt x="5252" y="8039"/>
                      <a:pt x="5253" y="8040"/>
                      <a:pt x="5254" y="8041"/>
                    </a:cubicBezTo>
                    <a:cubicBezTo>
                      <a:pt x="5267" y="8048"/>
                      <a:pt x="5280" y="8053"/>
                      <a:pt x="5293" y="8056"/>
                    </a:cubicBezTo>
                    <a:lnTo>
                      <a:pt x="5293" y="8060"/>
                    </a:lnTo>
                    <a:cubicBezTo>
                      <a:pt x="5293" y="8061"/>
                      <a:pt x="5293" y="8061"/>
                      <a:pt x="5294" y="8062"/>
                    </a:cubicBezTo>
                    <a:cubicBezTo>
                      <a:pt x="5295" y="8063"/>
                      <a:pt x="5295" y="8064"/>
                      <a:pt x="5296" y="8064"/>
                    </a:cubicBezTo>
                    <a:lnTo>
                      <a:pt x="5297" y="8065"/>
                    </a:lnTo>
                    <a:cubicBezTo>
                      <a:pt x="5350" y="8083"/>
                      <a:pt x="5406" y="8092"/>
                      <a:pt x="5462" y="8092"/>
                    </a:cubicBezTo>
                    <a:cubicBezTo>
                      <a:pt x="5492" y="8092"/>
                      <a:pt x="5522" y="8089"/>
                      <a:pt x="5551" y="8084"/>
                    </a:cubicBezTo>
                    <a:cubicBezTo>
                      <a:pt x="5584" y="8075"/>
                      <a:pt x="5616" y="8062"/>
                      <a:pt x="5646" y="8045"/>
                    </a:cubicBezTo>
                    <a:cubicBezTo>
                      <a:pt x="5648" y="8045"/>
                      <a:pt x="5649" y="8046"/>
                      <a:pt x="5651" y="8046"/>
                    </a:cubicBezTo>
                    <a:cubicBezTo>
                      <a:pt x="5655" y="8046"/>
                      <a:pt x="5658" y="8044"/>
                      <a:pt x="5660" y="8043"/>
                    </a:cubicBezTo>
                    <a:cubicBezTo>
                      <a:pt x="5662" y="8041"/>
                      <a:pt x="5664" y="8041"/>
                      <a:pt x="5665" y="8039"/>
                    </a:cubicBezTo>
                    <a:lnTo>
                      <a:pt x="5670" y="8034"/>
                    </a:lnTo>
                    <a:lnTo>
                      <a:pt x="5671" y="8033"/>
                    </a:lnTo>
                    <a:cubicBezTo>
                      <a:pt x="5671" y="8032"/>
                      <a:pt x="5672" y="8031"/>
                      <a:pt x="5672" y="8030"/>
                    </a:cubicBezTo>
                    <a:cubicBezTo>
                      <a:pt x="5677" y="8027"/>
                      <a:pt x="5683" y="8025"/>
                      <a:pt x="5688" y="8021"/>
                    </a:cubicBezTo>
                    <a:cubicBezTo>
                      <a:pt x="5726" y="7999"/>
                      <a:pt x="5762" y="7972"/>
                      <a:pt x="5793" y="7940"/>
                    </a:cubicBezTo>
                    <a:cubicBezTo>
                      <a:pt x="5830" y="7899"/>
                      <a:pt x="5862" y="7853"/>
                      <a:pt x="5890" y="7805"/>
                    </a:cubicBezTo>
                    <a:cubicBezTo>
                      <a:pt x="5897" y="7792"/>
                      <a:pt x="5904" y="7781"/>
                      <a:pt x="5911" y="7768"/>
                    </a:cubicBezTo>
                    <a:cubicBezTo>
                      <a:pt x="5912" y="7768"/>
                      <a:pt x="5914" y="7766"/>
                      <a:pt x="5915" y="7766"/>
                    </a:cubicBezTo>
                    <a:cubicBezTo>
                      <a:pt x="5918" y="7764"/>
                      <a:pt x="5920" y="7762"/>
                      <a:pt x="5922" y="7760"/>
                    </a:cubicBezTo>
                    <a:cubicBezTo>
                      <a:pt x="5923" y="7757"/>
                      <a:pt x="5924" y="7754"/>
                      <a:pt x="5924" y="7751"/>
                    </a:cubicBezTo>
                    <a:cubicBezTo>
                      <a:pt x="5924" y="7750"/>
                      <a:pt x="5924" y="7749"/>
                      <a:pt x="5924" y="7748"/>
                    </a:cubicBezTo>
                    <a:lnTo>
                      <a:pt x="5924" y="7745"/>
                    </a:lnTo>
                    <a:lnTo>
                      <a:pt x="5947" y="7702"/>
                    </a:lnTo>
                    <a:cubicBezTo>
                      <a:pt x="5966" y="7667"/>
                      <a:pt x="5981" y="7631"/>
                      <a:pt x="5994" y="7594"/>
                    </a:cubicBezTo>
                    <a:cubicBezTo>
                      <a:pt x="5996" y="7593"/>
                      <a:pt x="5998" y="7591"/>
                      <a:pt x="5999" y="7589"/>
                    </a:cubicBezTo>
                    <a:cubicBezTo>
                      <a:pt x="6000" y="7587"/>
                      <a:pt x="6001" y="7584"/>
                      <a:pt x="6001" y="7581"/>
                    </a:cubicBezTo>
                    <a:cubicBezTo>
                      <a:pt x="6001" y="7579"/>
                      <a:pt x="6001" y="7577"/>
                      <a:pt x="6000" y="7576"/>
                    </a:cubicBezTo>
                    <a:cubicBezTo>
                      <a:pt x="6012" y="7536"/>
                      <a:pt x="6019" y="7495"/>
                      <a:pt x="6019" y="7453"/>
                    </a:cubicBezTo>
                    <a:cubicBezTo>
                      <a:pt x="6019" y="7440"/>
                      <a:pt x="6018" y="7426"/>
                      <a:pt x="6017" y="7413"/>
                    </a:cubicBezTo>
                    <a:cubicBezTo>
                      <a:pt x="6019" y="7372"/>
                      <a:pt x="6017" y="7331"/>
                      <a:pt x="6017" y="7291"/>
                    </a:cubicBezTo>
                    <a:cubicBezTo>
                      <a:pt x="6017" y="7221"/>
                      <a:pt x="6016" y="7153"/>
                      <a:pt x="6010" y="7085"/>
                    </a:cubicBezTo>
                    <a:cubicBezTo>
                      <a:pt x="6007" y="7053"/>
                      <a:pt x="5998" y="7023"/>
                      <a:pt x="5996" y="6992"/>
                    </a:cubicBezTo>
                    <a:cubicBezTo>
                      <a:pt x="5996" y="6980"/>
                      <a:pt x="5995" y="6968"/>
                      <a:pt x="5994" y="6956"/>
                    </a:cubicBezTo>
                    <a:lnTo>
                      <a:pt x="5994" y="6955"/>
                    </a:lnTo>
                    <a:cubicBezTo>
                      <a:pt x="5995" y="6954"/>
                      <a:pt x="5995" y="6953"/>
                      <a:pt x="5995" y="6952"/>
                    </a:cubicBezTo>
                    <a:cubicBezTo>
                      <a:pt x="5995" y="6950"/>
                      <a:pt x="5994" y="6948"/>
                      <a:pt x="5993" y="6946"/>
                    </a:cubicBezTo>
                    <a:cubicBezTo>
                      <a:pt x="5992" y="6928"/>
                      <a:pt x="5990" y="6911"/>
                      <a:pt x="5987" y="6894"/>
                    </a:cubicBezTo>
                    <a:cubicBezTo>
                      <a:pt x="5974" y="6825"/>
                      <a:pt x="5958" y="6757"/>
                      <a:pt x="5946" y="6687"/>
                    </a:cubicBezTo>
                    <a:cubicBezTo>
                      <a:pt x="5931" y="6617"/>
                      <a:pt x="5907" y="6549"/>
                      <a:pt x="5875" y="6485"/>
                    </a:cubicBezTo>
                    <a:cubicBezTo>
                      <a:pt x="5855" y="6442"/>
                      <a:pt x="5826" y="6407"/>
                      <a:pt x="5806" y="6365"/>
                    </a:cubicBezTo>
                    <a:cubicBezTo>
                      <a:pt x="5780" y="6312"/>
                      <a:pt x="5741" y="6265"/>
                      <a:pt x="5715" y="6213"/>
                    </a:cubicBezTo>
                    <a:cubicBezTo>
                      <a:pt x="5711" y="6206"/>
                      <a:pt x="5708" y="6199"/>
                      <a:pt x="5704" y="6193"/>
                    </a:cubicBezTo>
                    <a:cubicBezTo>
                      <a:pt x="5705" y="6192"/>
                      <a:pt x="5705" y="6191"/>
                      <a:pt x="5706" y="6190"/>
                    </a:cubicBezTo>
                    <a:cubicBezTo>
                      <a:pt x="5707" y="6188"/>
                      <a:pt x="5708" y="6186"/>
                      <a:pt x="5708" y="6184"/>
                    </a:cubicBezTo>
                    <a:cubicBezTo>
                      <a:pt x="5708" y="6182"/>
                      <a:pt x="5707" y="6179"/>
                      <a:pt x="5706" y="6178"/>
                    </a:cubicBezTo>
                    <a:cubicBezTo>
                      <a:pt x="5705" y="6176"/>
                      <a:pt x="5704" y="6175"/>
                      <a:pt x="5702" y="6174"/>
                    </a:cubicBezTo>
                    <a:cubicBezTo>
                      <a:pt x="5700" y="6173"/>
                      <a:pt x="5698" y="6173"/>
                      <a:pt x="5696" y="6173"/>
                    </a:cubicBezTo>
                    <a:cubicBezTo>
                      <a:pt x="5695" y="6173"/>
                      <a:pt x="5694" y="6173"/>
                      <a:pt x="5693" y="6173"/>
                    </a:cubicBezTo>
                    <a:cubicBezTo>
                      <a:pt x="5681" y="6154"/>
                      <a:pt x="5669" y="6135"/>
                      <a:pt x="5655" y="6118"/>
                    </a:cubicBezTo>
                    <a:cubicBezTo>
                      <a:pt x="5655" y="6117"/>
                      <a:pt x="5655" y="6115"/>
                      <a:pt x="5655" y="6114"/>
                    </a:cubicBezTo>
                    <a:cubicBezTo>
                      <a:pt x="5655" y="6112"/>
                      <a:pt x="5655" y="6111"/>
                      <a:pt x="5655" y="6110"/>
                    </a:cubicBezTo>
                    <a:cubicBezTo>
                      <a:pt x="5654" y="6109"/>
                      <a:pt x="5654" y="6108"/>
                      <a:pt x="5654" y="6107"/>
                    </a:cubicBezTo>
                    <a:cubicBezTo>
                      <a:pt x="5653" y="6106"/>
                      <a:pt x="5650" y="6104"/>
                      <a:pt x="5649" y="6103"/>
                    </a:cubicBezTo>
                    <a:cubicBezTo>
                      <a:pt x="5647" y="6102"/>
                      <a:pt x="5646" y="6102"/>
                      <a:pt x="5644" y="6102"/>
                    </a:cubicBezTo>
                    <a:cubicBezTo>
                      <a:pt x="5643" y="6102"/>
                      <a:pt x="5642" y="6102"/>
                      <a:pt x="5642" y="6102"/>
                    </a:cubicBezTo>
                    <a:lnTo>
                      <a:pt x="5630" y="6089"/>
                    </a:lnTo>
                    <a:lnTo>
                      <a:pt x="5626" y="6085"/>
                    </a:lnTo>
                    <a:lnTo>
                      <a:pt x="5626" y="6084"/>
                    </a:lnTo>
                    <a:cubicBezTo>
                      <a:pt x="5625" y="6082"/>
                      <a:pt x="5623" y="6080"/>
                      <a:pt x="5621" y="6079"/>
                    </a:cubicBezTo>
                    <a:cubicBezTo>
                      <a:pt x="5620" y="6079"/>
                      <a:pt x="5620" y="6078"/>
                      <a:pt x="5620" y="6078"/>
                    </a:cubicBezTo>
                    <a:cubicBezTo>
                      <a:pt x="5608" y="6066"/>
                      <a:pt x="5595" y="6054"/>
                      <a:pt x="5580" y="6045"/>
                    </a:cubicBezTo>
                    <a:cubicBezTo>
                      <a:pt x="5554" y="6030"/>
                      <a:pt x="5531" y="6010"/>
                      <a:pt x="5513" y="5985"/>
                    </a:cubicBezTo>
                    <a:cubicBezTo>
                      <a:pt x="5484" y="5949"/>
                      <a:pt x="5437" y="5930"/>
                      <a:pt x="5396" y="5908"/>
                    </a:cubicBezTo>
                    <a:cubicBezTo>
                      <a:pt x="5380" y="5899"/>
                      <a:pt x="5360" y="5895"/>
                      <a:pt x="5342" y="5889"/>
                    </a:cubicBezTo>
                    <a:cubicBezTo>
                      <a:pt x="5314" y="5873"/>
                      <a:pt x="5284" y="5860"/>
                      <a:pt x="5253" y="5849"/>
                    </a:cubicBezTo>
                    <a:cubicBezTo>
                      <a:pt x="5196" y="5832"/>
                      <a:pt x="5133" y="5839"/>
                      <a:pt x="5073" y="5840"/>
                    </a:cubicBezTo>
                    <a:cubicBezTo>
                      <a:pt x="5044" y="5840"/>
                      <a:pt x="5016" y="5840"/>
                      <a:pt x="4987" y="5842"/>
                    </a:cubicBezTo>
                    <a:cubicBezTo>
                      <a:pt x="4962" y="5843"/>
                      <a:pt x="4944" y="5856"/>
                      <a:pt x="4919" y="5857"/>
                    </a:cubicBezTo>
                    <a:lnTo>
                      <a:pt x="4919" y="5856"/>
                    </a:lnTo>
                    <a:cubicBezTo>
                      <a:pt x="4918" y="5855"/>
                      <a:pt x="4917" y="5853"/>
                      <a:pt x="4916" y="5853"/>
                    </a:cubicBezTo>
                    <a:cubicBezTo>
                      <a:pt x="4914" y="5852"/>
                      <a:pt x="4912" y="5852"/>
                      <a:pt x="4911" y="5852"/>
                    </a:cubicBezTo>
                    <a:cubicBezTo>
                      <a:pt x="4909" y="5852"/>
                      <a:pt x="4908" y="5852"/>
                      <a:pt x="4907" y="5853"/>
                    </a:cubicBezTo>
                    <a:cubicBezTo>
                      <a:pt x="4906" y="5853"/>
                      <a:pt x="4905" y="5854"/>
                      <a:pt x="4905" y="5855"/>
                    </a:cubicBezTo>
                    <a:lnTo>
                      <a:pt x="4900" y="5860"/>
                    </a:lnTo>
                    <a:cubicBezTo>
                      <a:pt x="4900" y="5861"/>
                      <a:pt x="4900" y="5861"/>
                      <a:pt x="4900" y="5861"/>
                    </a:cubicBezTo>
                    <a:cubicBezTo>
                      <a:pt x="4899" y="5862"/>
                      <a:pt x="4899" y="5863"/>
                      <a:pt x="4899" y="5865"/>
                    </a:cubicBezTo>
                    <a:cubicBezTo>
                      <a:pt x="4899" y="5866"/>
                      <a:pt x="4899" y="5868"/>
                      <a:pt x="4900" y="5869"/>
                    </a:cubicBezTo>
                    <a:cubicBezTo>
                      <a:pt x="4900" y="5870"/>
                      <a:pt x="4902" y="5871"/>
                      <a:pt x="4903" y="5872"/>
                    </a:cubicBezTo>
                    <a:cubicBezTo>
                      <a:pt x="4904" y="5873"/>
                      <a:pt x="4904" y="5873"/>
                      <a:pt x="4904" y="5873"/>
                    </a:cubicBezTo>
                    <a:cubicBezTo>
                      <a:pt x="4940" y="5881"/>
                      <a:pt x="4968" y="5863"/>
                      <a:pt x="5004" y="5863"/>
                    </a:cubicBezTo>
                    <a:cubicBezTo>
                      <a:pt x="5016" y="5863"/>
                      <a:pt x="5029" y="5863"/>
                      <a:pt x="5041" y="5863"/>
                    </a:cubicBezTo>
                    <a:cubicBezTo>
                      <a:pt x="5039" y="5874"/>
                      <a:pt x="5038" y="5885"/>
                      <a:pt x="5038" y="5896"/>
                    </a:cubicBezTo>
                    <a:cubicBezTo>
                      <a:pt x="5038" y="5897"/>
                      <a:pt x="5038" y="5899"/>
                      <a:pt x="5038" y="5900"/>
                    </a:cubicBezTo>
                    <a:cubicBezTo>
                      <a:pt x="4990" y="5902"/>
                      <a:pt x="4943" y="5928"/>
                      <a:pt x="4902" y="5952"/>
                    </a:cubicBezTo>
                    <a:cubicBezTo>
                      <a:pt x="4887" y="5964"/>
                      <a:pt x="4873" y="5977"/>
                      <a:pt x="4862" y="5993"/>
                    </a:cubicBezTo>
                    <a:cubicBezTo>
                      <a:pt x="4852" y="6002"/>
                      <a:pt x="4843" y="6012"/>
                      <a:pt x="4834" y="6022"/>
                    </a:cubicBezTo>
                    <a:lnTo>
                      <a:pt x="4832" y="6022"/>
                    </a:lnTo>
                    <a:cubicBezTo>
                      <a:pt x="4806" y="6020"/>
                      <a:pt x="4778" y="6038"/>
                      <a:pt x="4752" y="6044"/>
                    </a:cubicBezTo>
                    <a:cubicBezTo>
                      <a:pt x="4748" y="6045"/>
                      <a:pt x="4744" y="6047"/>
                      <a:pt x="4740" y="6048"/>
                    </a:cubicBezTo>
                    <a:cubicBezTo>
                      <a:pt x="4757" y="6022"/>
                      <a:pt x="4775" y="5995"/>
                      <a:pt x="4795" y="5971"/>
                    </a:cubicBezTo>
                    <a:cubicBezTo>
                      <a:pt x="4809" y="5950"/>
                      <a:pt x="4827" y="5932"/>
                      <a:pt x="4849" y="5919"/>
                    </a:cubicBezTo>
                    <a:cubicBezTo>
                      <a:pt x="4850" y="5919"/>
                      <a:pt x="4851" y="5918"/>
                      <a:pt x="4851" y="5918"/>
                    </a:cubicBezTo>
                    <a:cubicBezTo>
                      <a:pt x="4866" y="5913"/>
                      <a:pt x="4879" y="5907"/>
                      <a:pt x="4892" y="5900"/>
                    </a:cubicBezTo>
                    <a:cubicBezTo>
                      <a:pt x="4895" y="5900"/>
                      <a:pt x="4897" y="5899"/>
                      <a:pt x="4898" y="5898"/>
                    </a:cubicBezTo>
                    <a:cubicBezTo>
                      <a:pt x="4900" y="5897"/>
                      <a:pt x="4901" y="5896"/>
                      <a:pt x="4903" y="5893"/>
                    </a:cubicBezTo>
                    <a:cubicBezTo>
                      <a:pt x="4903" y="5892"/>
                      <a:pt x="4904" y="5891"/>
                      <a:pt x="4905" y="5890"/>
                    </a:cubicBezTo>
                    <a:lnTo>
                      <a:pt x="4906" y="5884"/>
                    </a:lnTo>
                    <a:cubicBezTo>
                      <a:pt x="4909" y="5871"/>
                      <a:pt x="4892" y="5865"/>
                      <a:pt x="4882" y="5871"/>
                    </a:cubicBezTo>
                    <a:cubicBezTo>
                      <a:pt x="4855" y="5891"/>
                      <a:pt x="4825" y="5893"/>
                      <a:pt x="4800" y="5917"/>
                    </a:cubicBezTo>
                    <a:cubicBezTo>
                      <a:pt x="4764" y="5950"/>
                      <a:pt x="4741" y="5996"/>
                      <a:pt x="4713" y="6035"/>
                    </a:cubicBezTo>
                    <a:cubicBezTo>
                      <a:pt x="4668" y="6098"/>
                      <a:pt x="4616" y="6171"/>
                      <a:pt x="4592" y="6247"/>
                    </a:cubicBezTo>
                    <a:cubicBezTo>
                      <a:pt x="4588" y="6247"/>
                      <a:pt x="4584" y="6252"/>
                      <a:pt x="4587" y="6256"/>
                    </a:cubicBezTo>
                    <a:lnTo>
                      <a:pt x="4589" y="6258"/>
                    </a:lnTo>
                    <a:cubicBezTo>
                      <a:pt x="4589" y="6261"/>
                      <a:pt x="4587" y="6264"/>
                      <a:pt x="4586" y="6267"/>
                    </a:cubicBezTo>
                    <a:cubicBezTo>
                      <a:pt x="4575" y="6313"/>
                      <a:pt x="4550" y="6353"/>
                      <a:pt x="4539" y="6399"/>
                    </a:cubicBezTo>
                    <a:cubicBezTo>
                      <a:pt x="4528" y="6446"/>
                      <a:pt x="4522" y="6494"/>
                      <a:pt x="4522" y="6542"/>
                    </a:cubicBezTo>
                    <a:cubicBezTo>
                      <a:pt x="4523" y="6593"/>
                      <a:pt x="4532" y="6645"/>
                      <a:pt x="4533" y="6695"/>
                    </a:cubicBezTo>
                    <a:cubicBezTo>
                      <a:pt x="4532" y="6708"/>
                      <a:pt x="4532" y="6721"/>
                      <a:pt x="4532" y="6734"/>
                    </a:cubicBezTo>
                    <a:cubicBezTo>
                      <a:pt x="4532" y="6777"/>
                      <a:pt x="4534" y="6819"/>
                      <a:pt x="4538" y="6862"/>
                    </a:cubicBezTo>
                    <a:cubicBezTo>
                      <a:pt x="4488" y="6821"/>
                      <a:pt x="4440" y="6779"/>
                      <a:pt x="4391" y="6737"/>
                    </a:cubicBezTo>
                    <a:cubicBezTo>
                      <a:pt x="4392" y="6737"/>
                      <a:pt x="4393" y="6737"/>
                      <a:pt x="4394" y="6736"/>
                    </a:cubicBezTo>
                    <a:cubicBezTo>
                      <a:pt x="4395" y="6735"/>
                      <a:pt x="4396" y="6734"/>
                      <a:pt x="4397" y="6733"/>
                    </a:cubicBezTo>
                    <a:cubicBezTo>
                      <a:pt x="4397" y="6731"/>
                      <a:pt x="4399" y="6730"/>
                      <a:pt x="4399" y="6728"/>
                    </a:cubicBezTo>
                    <a:cubicBezTo>
                      <a:pt x="4399" y="6671"/>
                      <a:pt x="4403" y="6613"/>
                      <a:pt x="4411" y="6557"/>
                    </a:cubicBezTo>
                    <a:cubicBezTo>
                      <a:pt x="4411" y="6555"/>
                      <a:pt x="4413" y="6554"/>
                      <a:pt x="4413" y="6553"/>
                    </a:cubicBezTo>
                    <a:cubicBezTo>
                      <a:pt x="4413" y="6552"/>
                      <a:pt x="4414" y="6551"/>
                      <a:pt x="4414" y="6551"/>
                    </a:cubicBezTo>
                    <a:cubicBezTo>
                      <a:pt x="4414" y="6550"/>
                      <a:pt x="4413" y="6549"/>
                      <a:pt x="4413" y="6548"/>
                    </a:cubicBezTo>
                    <a:cubicBezTo>
                      <a:pt x="4415" y="6534"/>
                      <a:pt x="4417" y="6520"/>
                      <a:pt x="4420" y="6507"/>
                    </a:cubicBezTo>
                    <a:cubicBezTo>
                      <a:pt x="4429" y="6457"/>
                      <a:pt x="4438" y="6403"/>
                      <a:pt x="4443" y="6353"/>
                    </a:cubicBezTo>
                    <a:cubicBezTo>
                      <a:pt x="4457" y="6203"/>
                      <a:pt x="4553" y="6080"/>
                      <a:pt x="4624" y="5954"/>
                    </a:cubicBezTo>
                    <a:cubicBezTo>
                      <a:pt x="4661" y="5893"/>
                      <a:pt x="4702" y="5835"/>
                      <a:pt x="4748" y="5781"/>
                    </a:cubicBezTo>
                    <a:cubicBezTo>
                      <a:pt x="4768" y="5757"/>
                      <a:pt x="4790" y="5735"/>
                      <a:pt x="4807" y="5710"/>
                    </a:cubicBezTo>
                    <a:cubicBezTo>
                      <a:pt x="4827" y="5682"/>
                      <a:pt x="4864" y="5665"/>
                      <a:pt x="4895" y="5651"/>
                    </a:cubicBezTo>
                    <a:cubicBezTo>
                      <a:pt x="4962" y="5618"/>
                      <a:pt x="5036" y="5602"/>
                      <a:pt x="5110" y="5602"/>
                    </a:cubicBezTo>
                    <a:cubicBezTo>
                      <a:pt x="5114" y="5602"/>
                      <a:pt x="5119" y="5602"/>
                      <a:pt x="5123" y="5602"/>
                    </a:cubicBezTo>
                    <a:cubicBezTo>
                      <a:pt x="5194" y="5606"/>
                      <a:pt x="5261" y="5652"/>
                      <a:pt x="5327" y="5676"/>
                    </a:cubicBezTo>
                    <a:cubicBezTo>
                      <a:pt x="5345" y="5684"/>
                      <a:pt x="5362" y="5692"/>
                      <a:pt x="5379" y="5702"/>
                    </a:cubicBezTo>
                    <a:cubicBezTo>
                      <a:pt x="5395" y="5711"/>
                      <a:pt x="5410" y="5721"/>
                      <a:pt x="5425" y="5732"/>
                    </a:cubicBezTo>
                    <a:cubicBezTo>
                      <a:pt x="5452" y="5750"/>
                      <a:pt x="5479" y="5762"/>
                      <a:pt x="5507" y="5779"/>
                    </a:cubicBezTo>
                    <a:cubicBezTo>
                      <a:pt x="5534" y="5795"/>
                      <a:pt x="5558" y="5812"/>
                      <a:pt x="5585" y="5826"/>
                    </a:cubicBezTo>
                    <a:cubicBezTo>
                      <a:pt x="5611" y="5840"/>
                      <a:pt x="5636" y="5873"/>
                      <a:pt x="5658" y="5896"/>
                    </a:cubicBezTo>
                    <a:cubicBezTo>
                      <a:pt x="5673" y="5915"/>
                      <a:pt x="5690" y="5932"/>
                      <a:pt x="5709" y="5947"/>
                    </a:cubicBezTo>
                    <a:cubicBezTo>
                      <a:pt x="5727" y="5960"/>
                      <a:pt x="5744" y="5974"/>
                      <a:pt x="5761" y="5989"/>
                    </a:cubicBezTo>
                    <a:cubicBezTo>
                      <a:pt x="5806" y="6027"/>
                      <a:pt x="5845" y="6073"/>
                      <a:pt x="5875" y="6125"/>
                    </a:cubicBezTo>
                    <a:cubicBezTo>
                      <a:pt x="5880" y="6134"/>
                      <a:pt x="5886" y="6144"/>
                      <a:pt x="5890" y="6154"/>
                    </a:cubicBezTo>
                    <a:cubicBezTo>
                      <a:pt x="5916" y="6207"/>
                      <a:pt x="5948" y="6258"/>
                      <a:pt x="5979" y="6309"/>
                    </a:cubicBezTo>
                    <a:cubicBezTo>
                      <a:pt x="6013" y="6363"/>
                      <a:pt x="6041" y="6421"/>
                      <a:pt x="6076" y="6474"/>
                    </a:cubicBezTo>
                    <a:cubicBezTo>
                      <a:pt x="6085" y="6488"/>
                      <a:pt x="6094" y="6503"/>
                      <a:pt x="6103" y="6517"/>
                    </a:cubicBezTo>
                    <a:cubicBezTo>
                      <a:pt x="6128" y="6561"/>
                      <a:pt x="6149" y="6607"/>
                      <a:pt x="6165" y="6654"/>
                    </a:cubicBezTo>
                    <a:cubicBezTo>
                      <a:pt x="6171" y="6677"/>
                      <a:pt x="6180" y="6699"/>
                      <a:pt x="6188" y="6721"/>
                    </a:cubicBezTo>
                    <a:cubicBezTo>
                      <a:pt x="6193" y="6743"/>
                      <a:pt x="6196" y="6765"/>
                      <a:pt x="6202" y="6787"/>
                    </a:cubicBezTo>
                    <a:cubicBezTo>
                      <a:pt x="6207" y="6808"/>
                      <a:pt x="6204" y="6830"/>
                      <a:pt x="6210" y="6847"/>
                    </a:cubicBezTo>
                    <a:cubicBezTo>
                      <a:pt x="6218" y="6867"/>
                      <a:pt x="6215" y="6896"/>
                      <a:pt x="6218" y="6918"/>
                    </a:cubicBezTo>
                    <a:cubicBezTo>
                      <a:pt x="6222" y="6948"/>
                      <a:pt x="6223" y="6978"/>
                      <a:pt x="6223" y="7008"/>
                    </a:cubicBezTo>
                    <a:cubicBezTo>
                      <a:pt x="6223" y="7018"/>
                      <a:pt x="6223" y="7027"/>
                      <a:pt x="6223" y="7036"/>
                    </a:cubicBezTo>
                    <a:cubicBezTo>
                      <a:pt x="6223" y="7112"/>
                      <a:pt x="6222" y="7188"/>
                      <a:pt x="6222" y="7264"/>
                    </a:cubicBezTo>
                    <a:cubicBezTo>
                      <a:pt x="6222" y="7400"/>
                      <a:pt x="6189" y="7528"/>
                      <a:pt x="6149" y="7657"/>
                    </a:cubicBezTo>
                    <a:cubicBezTo>
                      <a:pt x="6133" y="7711"/>
                      <a:pt x="6121" y="7769"/>
                      <a:pt x="6101" y="7822"/>
                    </a:cubicBezTo>
                    <a:cubicBezTo>
                      <a:pt x="6089" y="7853"/>
                      <a:pt x="6080" y="7884"/>
                      <a:pt x="6068" y="7914"/>
                    </a:cubicBezTo>
                    <a:cubicBezTo>
                      <a:pt x="6065" y="7921"/>
                      <a:pt x="6062" y="7927"/>
                      <a:pt x="6058" y="7934"/>
                    </a:cubicBezTo>
                    <a:cubicBezTo>
                      <a:pt x="6054" y="7941"/>
                      <a:pt x="6049" y="7948"/>
                      <a:pt x="6044" y="7955"/>
                    </a:cubicBezTo>
                    <a:cubicBezTo>
                      <a:pt x="6043" y="7958"/>
                      <a:pt x="6033" y="7985"/>
                      <a:pt x="6031" y="7986"/>
                    </a:cubicBezTo>
                    <a:cubicBezTo>
                      <a:pt x="6030" y="7987"/>
                      <a:pt x="6027" y="7989"/>
                      <a:pt x="6027" y="7990"/>
                    </a:cubicBezTo>
                    <a:cubicBezTo>
                      <a:pt x="6025" y="7993"/>
                      <a:pt x="6025" y="7996"/>
                      <a:pt x="6025" y="7999"/>
                    </a:cubicBezTo>
                    <a:cubicBezTo>
                      <a:pt x="6025" y="8001"/>
                      <a:pt x="6026" y="8004"/>
                      <a:pt x="6027" y="8006"/>
                    </a:cubicBezTo>
                    <a:cubicBezTo>
                      <a:pt x="6021" y="8016"/>
                      <a:pt x="6015" y="8025"/>
                      <a:pt x="6007" y="8035"/>
                    </a:cubicBezTo>
                    <a:cubicBezTo>
                      <a:pt x="5980" y="8073"/>
                      <a:pt x="5950" y="8107"/>
                      <a:pt x="5919" y="8142"/>
                    </a:cubicBezTo>
                    <a:cubicBezTo>
                      <a:pt x="5860" y="8214"/>
                      <a:pt x="5768" y="8263"/>
                      <a:pt x="5688" y="8302"/>
                    </a:cubicBezTo>
                    <a:moveTo>
                      <a:pt x="6343" y="6442"/>
                    </a:moveTo>
                    <a:cubicBezTo>
                      <a:pt x="6345" y="6451"/>
                      <a:pt x="6346" y="6460"/>
                      <a:pt x="6348" y="6469"/>
                    </a:cubicBezTo>
                    <a:cubicBezTo>
                      <a:pt x="6349" y="6476"/>
                      <a:pt x="6350" y="6484"/>
                      <a:pt x="6350" y="6491"/>
                    </a:cubicBezTo>
                    <a:cubicBezTo>
                      <a:pt x="6350" y="6494"/>
                      <a:pt x="6350" y="6496"/>
                      <a:pt x="6349" y="6498"/>
                    </a:cubicBezTo>
                    <a:cubicBezTo>
                      <a:pt x="6342" y="6479"/>
                      <a:pt x="6334" y="6460"/>
                      <a:pt x="6327" y="6441"/>
                    </a:cubicBezTo>
                    <a:cubicBezTo>
                      <a:pt x="6335" y="6440"/>
                      <a:pt x="6343" y="6439"/>
                      <a:pt x="6344" y="6442"/>
                    </a:cubicBezTo>
                    <a:lnTo>
                      <a:pt x="6343" y="6442"/>
                    </a:lnTo>
                    <a:moveTo>
                      <a:pt x="6088" y="6047"/>
                    </a:moveTo>
                    <a:cubicBezTo>
                      <a:pt x="6125" y="6093"/>
                      <a:pt x="6143" y="6156"/>
                      <a:pt x="6173" y="6207"/>
                    </a:cubicBezTo>
                    <a:cubicBezTo>
                      <a:pt x="6199" y="6252"/>
                      <a:pt x="6233" y="6291"/>
                      <a:pt x="6255" y="6339"/>
                    </a:cubicBezTo>
                    <a:cubicBezTo>
                      <a:pt x="6275" y="6382"/>
                      <a:pt x="6293" y="6426"/>
                      <a:pt x="6307" y="6471"/>
                    </a:cubicBezTo>
                    <a:cubicBezTo>
                      <a:pt x="6339" y="6576"/>
                      <a:pt x="6396" y="6671"/>
                      <a:pt x="6423" y="6779"/>
                    </a:cubicBezTo>
                    <a:cubicBezTo>
                      <a:pt x="6450" y="6897"/>
                      <a:pt x="6463" y="7018"/>
                      <a:pt x="6463" y="7139"/>
                    </a:cubicBezTo>
                    <a:cubicBezTo>
                      <a:pt x="6463" y="7149"/>
                      <a:pt x="6463" y="7158"/>
                      <a:pt x="6463" y="7167"/>
                    </a:cubicBezTo>
                    <a:cubicBezTo>
                      <a:pt x="6463" y="7217"/>
                      <a:pt x="6454" y="7264"/>
                      <a:pt x="6456" y="7314"/>
                    </a:cubicBezTo>
                    <a:cubicBezTo>
                      <a:pt x="6458" y="7335"/>
                      <a:pt x="6459" y="7356"/>
                      <a:pt x="6459" y="7377"/>
                    </a:cubicBezTo>
                    <a:cubicBezTo>
                      <a:pt x="6459" y="7409"/>
                      <a:pt x="6457" y="7441"/>
                      <a:pt x="6453" y="7473"/>
                    </a:cubicBezTo>
                    <a:cubicBezTo>
                      <a:pt x="6448" y="7502"/>
                      <a:pt x="6453" y="7532"/>
                      <a:pt x="6449" y="7562"/>
                    </a:cubicBezTo>
                    <a:cubicBezTo>
                      <a:pt x="6449" y="7563"/>
                      <a:pt x="6449" y="7564"/>
                      <a:pt x="6449" y="7565"/>
                    </a:cubicBezTo>
                    <a:cubicBezTo>
                      <a:pt x="6448" y="7565"/>
                      <a:pt x="6448" y="7566"/>
                      <a:pt x="6448" y="7566"/>
                    </a:cubicBezTo>
                    <a:cubicBezTo>
                      <a:pt x="6395" y="7662"/>
                      <a:pt x="6391" y="7779"/>
                      <a:pt x="6343" y="7877"/>
                    </a:cubicBezTo>
                    <a:cubicBezTo>
                      <a:pt x="6342" y="7879"/>
                      <a:pt x="6341" y="7882"/>
                      <a:pt x="6340" y="7884"/>
                    </a:cubicBezTo>
                    <a:cubicBezTo>
                      <a:pt x="6341" y="7877"/>
                      <a:pt x="6341" y="7869"/>
                      <a:pt x="6341" y="7861"/>
                    </a:cubicBezTo>
                    <a:cubicBezTo>
                      <a:pt x="6341" y="7860"/>
                      <a:pt x="6340" y="7859"/>
                      <a:pt x="6340" y="7858"/>
                    </a:cubicBezTo>
                    <a:cubicBezTo>
                      <a:pt x="6339" y="7856"/>
                      <a:pt x="6338" y="7855"/>
                      <a:pt x="6337" y="7855"/>
                    </a:cubicBezTo>
                    <a:cubicBezTo>
                      <a:pt x="6336" y="7854"/>
                      <a:pt x="6334" y="7854"/>
                      <a:pt x="6333" y="7854"/>
                    </a:cubicBezTo>
                    <a:cubicBezTo>
                      <a:pt x="6331" y="7854"/>
                      <a:pt x="6330" y="7854"/>
                      <a:pt x="6329" y="7855"/>
                    </a:cubicBezTo>
                    <a:cubicBezTo>
                      <a:pt x="6328" y="7855"/>
                      <a:pt x="6327" y="7856"/>
                      <a:pt x="6326" y="7858"/>
                    </a:cubicBezTo>
                    <a:cubicBezTo>
                      <a:pt x="6326" y="7858"/>
                      <a:pt x="6325" y="7859"/>
                      <a:pt x="6325" y="7860"/>
                    </a:cubicBezTo>
                    <a:cubicBezTo>
                      <a:pt x="6316" y="7911"/>
                      <a:pt x="6302" y="7961"/>
                      <a:pt x="6283" y="8009"/>
                    </a:cubicBezTo>
                    <a:cubicBezTo>
                      <a:pt x="6279" y="8016"/>
                      <a:pt x="6276" y="8023"/>
                      <a:pt x="6272" y="8030"/>
                    </a:cubicBezTo>
                    <a:cubicBezTo>
                      <a:pt x="6266" y="8039"/>
                      <a:pt x="6260" y="8048"/>
                      <a:pt x="6254" y="8057"/>
                    </a:cubicBezTo>
                    <a:cubicBezTo>
                      <a:pt x="6251" y="8058"/>
                      <a:pt x="6247" y="8059"/>
                      <a:pt x="6244" y="8061"/>
                    </a:cubicBezTo>
                    <a:cubicBezTo>
                      <a:pt x="6243" y="8061"/>
                      <a:pt x="6242" y="8062"/>
                      <a:pt x="6241" y="8063"/>
                    </a:cubicBezTo>
                    <a:cubicBezTo>
                      <a:pt x="6233" y="8069"/>
                      <a:pt x="6226" y="8077"/>
                      <a:pt x="6220" y="8085"/>
                    </a:cubicBezTo>
                    <a:cubicBezTo>
                      <a:pt x="6244" y="8040"/>
                      <a:pt x="6264" y="7994"/>
                      <a:pt x="6285" y="7948"/>
                    </a:cubicBezTo>
                    <a:cubicBezTo>
                      <a:pt x="6285" y="7948"/>
                      <a:pt x="6285" y="7947"/>
                      <a:pt x="6285" y="7946"/>
                    </a:cubicBezTo>
                    <a:cubicBezTo>
                      <a:pt x="6285" y="7945"/>
                      <a:pt x="6284" y="7944"/>
                      <a:pt x="6284" y="7943"/>
                    </a:cubicBezTo>
                    <a:cubicBezTo>
                      <a:pt x="6283" y="7942"/>
                      <a:pt x="6283" y="7940"/>
                      <a:pt x="6282" y="7940"/>
                    </a:cubicBezTo>
                    <a:cubicBezTo>
                      <a:pt x="6281" y="7939"/>
                      <a:pt x="6280" y="7939"/>
                      <a:pt x="6279" y="7939"/>
                    </a:cubicBezTo>
                    <a:cubicBezTo>
                      <a:pt x="6278" y="7939"/>
                      <a:pt x="6276" y="7940"/>
                      <a:pt x="6275" y="7940"/>
                    </a:cubicBezTo>
                    <a:cubicBezTo>
                      <a:pt x="6275" y="7940"/>
                      <a:pt x="6275" y="7941"/>
                      <a:pt x="6274" y="7941"/>
                    </a:cubicBezTo>
                    <a:cubicBezTo>
                      <a:pt x="6222" y="8004"/>
                      <a:pt x="6189" y="8081"/>
                      <a:pt x="6141" y="8147"/>
                    </a:cubicBezTo>
                    <a:cubicBezTo>
                      <a:pt x="6102" y="8200"/>
                      <a:pt x="6052" y="8236"/>
                      <a:pt x="6004" y="8278"/>
                    </a:cubicBezTo>
                    <a:cubicBezTo>
                      <a:pt x="5991" y="8280"/>
                      <a:pt x="5977" y="8281"/>
                      <a:pt x="5964" y="8281"/>
                    </a:cubicBezTo>
                    <a:cubicBezTo>
                      <a:pt x="6022" y="8244"/>
                      <a:pt x="6074" y="8198"/>
                      <a:pt x="6119" y="8146"/>
                    </a:cubicBezTo>
                    <a:cubicBezTo>
                      <a:pt x="6148" y="8110"/>
                      <a:pt x="6174" y="8072"/>
                      <a:pt x="6197" y="8033"/>
                    </a:cubicBezTo>
                    <a:cubicBezTo>
                      <a:pt x="6222" y="7990"/>
                      <a:pt x="6243" y="7945"/>
                      <a:pt x="6260" y="7899"/>
                    </a:cubicBezTo>
                    <a:lnTo>
                      <a:pt x="6260" y="7898"/>
                    </a:lnTo>
                    <a:lnTo>
                      <a:pt x="6260" y="7897"/>
                    </a:lnTo>
                    <a:lnTo>
                      <a:pt x="6259" y="7896"/>
                    </a:lnTo>
                    <a:cubicBezTo>
                      <a:pt x="6258" y="7896"/>
                      <a:pt x="6258" y="7895"/>
                      <a:pt x="6257" y="7895"/>
                    </a:cubicBezTo>
                    <a:lnTo>
                      <a:pt x="6256" y="7896"/>
                    </a:lnTo>
                    <a:cubicBezTo>
                      <a:pt x="6255" y="7896"/>
                      <a:pt x="6255" y="7896"/>
                      <a:pt x="6255" y="7897"/>
                    </a:cubicBezTo>
                    <a:cubicBezTo>
                      <a:pt x="6247" y="7911"/>
                      <a:pt x="6240" y="7925"/>
                      <a:pt x="6232" y="7939"/>
                    </a:cubicBezTo>
                    <a:cubicBezTo>
                      <a:pt x="6193" y="8005"/>
                      <a:pt x="6148" y="8068"/>
                      <a:pt x="6098" y="8125"/>
                    </a:cubicBezTo>
                    <a:cubicBezTo>
                      <a:pt x="6074" y="8153"/>
                      <a:pt x="6048" y="8177"/>
                      <a:pt x="6019" y="8199"/>
                    </a:cubicBezTo>
                    <a:cubicBezTo>
                      <a:pt x="6041" y="8173"/>
                      <a:pt x="6061" y="8147"/>
                      <a:pt x="6082" y="8120"/>
                    </a:cubicBezTo>
                    <a:cubicBezTo>
                      <a:pt x="6141" y="8048"/>
                      <a:pt x="6196" y="7951"/>
                      <a:pt x="6214" y="7858"/>
                    </a:cubicBezTo>
                    <a:lnTo>
                      <a:pt x="6214" y="7857"/>
                    </a:lnTo>
                    <a:lnTo>
                      <a:pt x="6214" y="7856"/>
                    </a:lnTo>
                    <a:cubicBezTo>
                      <a:pt x="6213" y="7855"/>
                      <a:pt x="6212" y="7856"/>
                      <a:pt x="6212" y="7855"/>
                    </a:cubicBezTo>
                    <a:cubicBezTo>
                      <a:pt x="6211" y="7854"/>
                      <a:pt x="6211" y="7854"/>
                      <a:pt x="6211" y="7854"/>
                    </a:cubicBezTo>
                    <a:cubicBezTo>
                      <a:pt x="6210" y="7854"/>
                      <a:pt x="6210" y="7854"/>
                      <a:pt x="6209" y="7855"/>
                    </a:cubicBezTo>
                    <a:cubicBezTo>
                      <a:pt x="6209" y="7855"/>
                      <a:pt x="6208" y="7855"/>
                      <a:pt x="6208" y="7856"/>
                    </a:cubicBezTo>
                    <a:cubicBezTo>
                      <a:pt x="6192" y="7903"/>
                      <a:pt x="6171" y="7948"/>
                      <a:pt x="6146" y="7991"/>
                    </a:cubicBezTo>
                    <a:cubicBezTo>
                      <a:pt x="6130" y="8019"/>
                      <a:pt x="6112" y="8046"/>
                      <a:pt x="6092" y="8072"/>
                    </a:cubicBezTo>
                    <a:cubicBezTo>
                      <a:pt x="6083" y="8083"/>
                      <a:pt x="6052" y="8123"/>
                      <a:pt x="6019" y="8162"/>
                    </a:cubicBezTo>
                    <a:cubicBezTo>
                      <a:pt x="6057" y="8087"/>
                      <a:pt x="6098" y="8016"/>
                      <a:pt x="6128" y="7938"/>
                    </a:cubicBezTo>
                    <a:cubicBezTo>
                      <a:pt x="6196" y="7759"/>
                      <a:pt x="6254" y="7568"/>
                      <a:pt x="6267" y="7377"/>
                    </a:cubicBezTo>
                    <a:cubicBezTo>
                      <a:pt x="6274" y="7275"/>
                      <a:pt x="6268" y="7172"/>
                      <a:pt x="6268" y="7070"/>
                    </a:cubicBezTo>
                    <a:cubicBezTo>
                      <a:pt x="6268" y="7023"/>
                      <a:pt x="6260" y="6977"/>
                      <a:pt x="6260" y="6930"/>
                    </a:cubicBezTo>
                    <a:cubicBezTo>
                      <a:pt x="6260" y="6926"/>
                      <a:pt x="6260" y="6922"/>
                      <a:pt x="6260" y="6918"/>
                    </a:cubicBezTo>
                    <a:cubicBezTo>
                      <a:pt x="6260" y="6881"/>
                      <a:pt x="6255" y="6844"/>
                      <a:pt x="6244" y="6809"/>
                    </a:cubicBezTo>
                    <a:lnTo>
                      <a:pt x="6244" y="6806"/>
                    </a:lnTo>
                    <a:cubicBezTo>
                      <a:pt x="6237" y="6769"/>
                      <a:pt x="6227" y="6732"/>
                      <a:pt x="6214" y="6697"/>
                    </a:cubicBezTo>
                    <a:cubicBezTo>
                      <a:pt x="6196" y="6616"/>
                      <a:pt x="6167" y="6539"/>
                      <a:pt x="6126" y="6468"/>
                    </a:cubicBezTo>
                    <a:cubicBezTo>
                      <a:pt x="6122" y="6461"/>
                      <a:pt x="6118" y="6455"/>
                      <a:pt x="6114" y="6448"/>
                    </a:cubicBezTo>
                    <a:cubicBezTo>
                      <a:pt x="6105" y="6434"/>
                      <a:pt x="6076" y="6403"/>
                      <a:pt x="6072" y="6384"/>
                    </a:cubicBezTo>
                    <a:cubicBezTo>
                      <a:pt x="6072" y="6382"/>
                      <a:pt x="6069" y="6382"/>
                      <a:pt x="6069" y="6384"/>
                    </a:cubicBezTo>
                    <a:cubicBezTo>
                      <a:pt x="6069" y="6393"/>
                      <a:pt x="6071" y="6403"/>
                      <a:pt x="6076" y="6411"/>
                    </a:cubicBezTo>
                    <a:lnTo>
                      <a:pt x="6076" y="6412"/>
                    </a:lnTo>
                    <a:cubicBezTo>
                      <a:pt x="6014" y="6315"/>
                      <a:pt x="5958" y="6212"/>
                      <a:pt x="5902" y="6112"/>
                    </a:cubicBezTo>
                    <a:cubicBezTo>
                      <a:pt x="5846" y="6012"/>
                      <a:pt x="5755" y="5955"/>
                      <a:pt x="5679" y="5876"/>
                    </a:cubicBezTo>
                    <a:cubicBezTo>
                      <a:pt x="5658" y="5855"/>
                      <a:pt x="5638" y="5832"/>
                      <a:pt x="5615" y="5813"/>
                    </a:cubicBezTo>
                    <a:cubicBezTo>
                      <a:pt x="5600" y="5802"/>
                      <a:pt x="5583" y="5792"/>
                      <a:pt x="5567" y="5782"/>
                    </a:cubicBezTo>
                    <a:cubicBezTo>
                      <a:pt x="5556" y="5776"/>
                      <a:pt x="5546" y="5770"/>
                      <a:pt x="5535" y="5765"/>
                    </a:cubicBezTo>
                    <a:cubicBezTo>
                      <a:pt x="5509" y="5748"/>
                      <a:pt x="5480" y="5737"/>
                      <a:pt x="5454" y="5720"/>
                    </a:cubicBezTo>
                    <a:cubicBezTo>
                      <a:pt x="5431" y="5704"/>
                      <a:pt x="5407" y="5688"/>
                      <a:pt x="5382" y="5674"/>
                    </a:cubicBezTo>
                    <a:cubicBezTo>
                      <a:pt x="5377" y="5671"/>
                      <a:pt x="5372" y="5668"/>
                      <a:pt x="5367" y="5665"/>
                    </a:cubicBezTo>
                    <a:cubicBezTo>
                      <a:pt x="5335" y="5649"/>
                      <a:pt x="5299" y="5637"/>
                      <a:pt x="5266" y="5624"/>
                    </a:cubicBezTo>
                    <a:cubicBezTo>
                      <a:pt x="5232" y="5610"/>
                      <a:pt x="5207" y="5594"/>
                      <a:pt x="5177" y="5582"/>
                    </a:cubicBezTo>
                    <a:cubicBezTo>
                      <a:pt x="5157" y="5575"/>
                      <a:pt x="5136" y="5571"/>
                      <a:pt x="5115" y="5571"/>
                    </a:cubicBezTo>
                    <a:cubicBezTo>
                      <a:pt x="5113" y="5571"/>
                      <a:pt x="5112" y="5571"/>
                      <a:pt x="5111" y="5571"/>
                    </a:cubicBezTo>
                    <a:cubicBezTo>
                      <a:pt x="5139" y="5559"/>
                      <a:pt x="5182" y="5572"/>
                      <a:pt x="5209" y="5579"/>
                    </a:cubicBezTo>
                    <a:cubicBezTo>
                      <a:pt x="5232" y="5585"/>
                      <a:pt x="5258" y="5593"/>
                      <a:pt x="5280" y="5601"/>
                    </a:cubicBezTo>
                    <a:cubicBezTo>
                      <a:pt x="5299" y="5612"/>
                      <a:pt x="5321" y="5619"/>
                      <a:pt x="5343" y="5624"/>
                    </a:cubicBezTo>
                    <a:cubicBezTo>
                      <a:pt x="5344" y="5624"/>
                      <a:pt x="5345" y="5624"/>
                      <a:pt x="5345" y="5624"/>
                    </a:cubicBezTo>
                    <a:cubicBezTo>
                      <a:pt x="5346" y="5623"/>
                      <a:pt x="5346" y="5623"/>
                      <a:pt x="5347" y="5622"/>
                    </a:cubicBezTo>
                    <a:cubicBezTo>
                      <a:pt x="5347" y="5622"/>
                      <a:pt x="5347" y="5621"/>
                      <a:pt x="5347" y="5620"/>
                    </a:cubicBezTo>
                    <a:cubicBezTo>
                      <a:pt x="5347" y="5619"/>
                      <a:pt x="5347" y="5618"/>
                      <a:pt x="5347" y="5618"/>
                    </a:cubicBezTo>
                    <a:cubicBezTo>
                      <a:pt x="5346" y="5617"/>
                      <a:pt x="5346" y="5617"/>
                      <a:pt x="5345" y="5616"/>
                    </a:cubicBezTo>
                    <a:cubicBezTo>
                      <a:pt x="5315" y="5604"/>
                      <a:pt x="5288" y="5585"/>
                      <a:pt x="5259" y="5571"/>
                    </a:cubicBezTo>
                    <a:lnTo>
                      <a:pt x="5268" y="5573"/>
                    </a:lnTo>
                    <a:cubicBezTo>
                      <a:pt x="5318" y="5582"/>
                      <a:pt x="5366" y="5599"/>
                      <a:pt x="5410" y="5624"/>
                    </a:cubicBezTo>
                    <a:cubicBezTo>
                      <a:pt x="5416" y="5628"/>
                      <a:pt x="5423" y="5633"/>
                      <a:pt x="5430" y="5637"/>
                    </a:cubicBezTo>
                    <a:cubicBezTo>
                      <a:pt x="5433" y="5639"/>
                      <a:pt x="5437" y="5634"/>
                      <a:pt x="5434" y="5631"/>
                    </a:cubicBezTo>
                    <a:cubicBezTo>
                      <a:pt x="5415" y="5617"/>
                      <a:pt x="5395" y="5603"/>
                      <a:pt x="5374" y="5591"/>
                    </a:cubicBezTo>
                    <a:cubicBezTo>
                      <a:pt x="5350" y="5578"/>
                      <a:pt x="5326" y="5565"/>
                      <a:pt x="5300" y="5555"/>
                    </a:cubicBezTo>
                    <a:lnTo>
                      <a:pt x="5288" y="5549"/>
                    </a:lnTo>
                    <a:cubicBezTo>
                      <a:pt x="5295" y="5551"/>
                      <a:pt x="5303" y="5552"/>
                      <a:pt x="5311" y="5552"/>
                    </a:cubicBezTo>
                    <a:cubicBezTo>
                      <a:pt x="5342" y="5554"/>
                      <a:pt x="5390" y="5548"/>
                      <a:pt x="5416" y="5566"/>
                    </a:cubicBezTo>
                    <a:cubicBezTo>
                      <a:pt x="5420" y="5568"/>
                      <a:pt x="5424" y="5562"/>
                      <a:pt x="5421" y="5559"/>
                    </a:cubicBezTo>
                    <a:cubicBezTo>
                      <a:pt x="5414" y="5554"/>
                      <a:pt x="5407" y="5549"/>
                      <a:pt x="5400" y="5545"/>
                    </a:cubicBezTo>
                    <a:cubicBezTo>
                      <a:pt x="5384" y="5536"/>
                      <a:pt x="5367" y="5530"/>
                      <a:pt x="5349" y="5527"/>
                    </a:cubicBezTo>
                    <a:cubicBezTo>
                      <a:pt x="5331" y="5525"/>
                      <a:pt x="5314" y="5524"/>
                      <a:pt x="5297" y="5521"/>
                    </a:cubicBezTo>
                    <a:cubicBezTo>
                      <a:pt x="5322" y="5517"/>
                      <a:pt x="5348" y="5516"/>
                      <a:pt x="5374" y="5515"/>
                    </a:cubicBezTo>
                    <a:cubicBezTo>
                      <a:pt x="5407" y="5516"/>
                      <a:pt x="5431" y="5538"/>
                      <a:pt x="5460" y="5549"/>
                    </a:cubicBezTo>
                    <a:cubicBezTo>
                      <a:pt x="5465" y="5551"/>
                      <a:pt x="5469" y="5545"/>
                      <a:pt x="5465" y="5542"/>
                    </a:cubicBezTo>
                    <a:cubicBezTo>
                      <a:pt x="5444" y="5530"/>
                      <a:pt x="5431" y="5515"/>
                      <a:pt x="5413" y="5504"/>
                    </a:cubicBezTo>
                    <a:cubicBezTo>
                      <a:pt x="5425" y="5506"/>
                      <a:pt x="5438" y="5508"/>
                      <a:pt x="5450" y="5513"/>
                    </a:cubicBezTo>
                    <a:cubicBezTo>
                      <a:pt x="5451" y="5513"/>
                      <a:pt x="5451" y="5513"/>
                      <a:pt x="5452" y="5513"/>
                    </a:cubicBezTo>
                    <a:cubicBezTo>
                      <a:pt x="5465" y="5521"/>
                      <a:pt x="5478" y="5527"/>
                      <a:pt x="5492" y="5531"/>
                    </a:cubicBezTo>
                    <a:cubicBezTo>
                      <a:pt x="5493" y="5531"/>
                      <a:pt x="5494" y="5530"/>
                      <a:pt x="5495" y="5530"/>
                    </a:cubicBezTo>
                    <a:cubicBezTo>
                      <a:pt x="5496" y="5529"/>
                      <a:pt x="5496" y="5529"/>
                      <a:pt x="5497" y="5528"/>
                    </a:cubicBezTo>
                    <a:cubicBezTo>
                      <a:pt x="5497" y="5527"/>
                      <a:pt x="5498" y="5526"/>
                      <a:pt x="5498" y="5525"/>
                    </a:cubicBezTo>
                    <a:cubicBezTo>
                      <a:pt x="5498" y="5524"/>
                      <a:pt x="5498" y="5523"/>
                      <a:pt x="5498" y="5523"/>
                    </a:cubicBezTo>
                    <a:cubicBezTo>
                      <a:pt x="5504" y="5526"/>
                      <a:pt x="5510" y="5529"/>
                      <a:pt x="5515" y="5533"/>
                    </a:cubicBezTo>
                    <a:cubicBezTo>
                      <a:pt x="5541" y="5548"/>
                      <a:pt x="5566" y="5565"/>
                      <a:pt x="5589" y="5585"/>
                    </a:cubicBezTo>
                    <a:cubicBezTo>
                      <a:pt x="5614" y="5607"/>
                      <a:pt x="5651" y="5621"/>
                      <a:pt x="5671" y="5648"/>
                    </a:cubicBezTo>
                    <a:cubicBezTo>
                      <a:pt x="5690" y="5669"/>
                      <a:pt x="5711" y="5689"/>
                      <a:pt x="5732" y="5707"/>
                    </a:cubicBezTo>
                    <a:cubicBezTo>
                      <a:pt x="5755" y="5730"/>
                      <a:pt x="5784" y="5745"/>
                      <a:pt x="5807" y="5768"/>
                    </a:cubicBezTo>
                    <a:cubicBezTo>
                      <a:pt x="5831" y="5793"/>
                      <a:pt x="5857" y="5816"/>
                      <a:pt x="5885" y="5836"/>
                    </a:cubicBezTo>
                    <a:cubicBezTo>
                      <a:pt x="5913" y="5858"/>
                      <a:pt x="5939" y="5882"/>
                      <a:pt x="5962" y="5908"/>
                    </a:cubicBezTo>
                    <a:cubicBezTo>
                      <a:pt x="5993" y="5939"/>
                      <a:pt x="6031" y="5962"/>
                      <a:pt x="6053" y="6001"/>
                    </a:cubicBezTo>
                    <a:cubicBezTo>
                      <a:pt x="6054" y="6003"/>
                      <a:pt x="6055" y="6005"/>
                      <a:pt x="6057" y="6006"/>
                    </a:cubicBezTo>
                    <a:cubicBezTo>
                      <a:pt x="6059" y="6006"/>
                      <a:pt x="6060" y="6007"/>
                      <a:pt x="6062" y="6007"/>
                    </a:cubicBezTo>
                    <a:cubicBezTo>
                      <a:pt x="6070" y="6021"/>
                      <a:pt x="6079" y="6034"/>
                      <a:pt x="6089" y="6047"/>
                    </a:cubicBezTo>
                    <a:lnTo>
                      <a:pt x="6088" y="6047"/>
                    </a:lnTo>
                    <a:moveTo>
                      <a:pt x="6380" y="6289"/>
                    </a:moveTo>
                    <a:cubicBezTo>
                      <a:pt x="6357" y="6263"/>
                      <a:pt x="6338" y="6235"/>
                      <a:pt x="6315" y="6210"/>
                    </a:cubicBezTo>
                    <a:cubicBezTo>
                      <a:pt x="6268" y="6158"/>
                      <a:pt x="6217" y="6109"/>
                      <a:pt x="6170" y="6057"/>
                    </a:cubicBezTo>
                    <a:cubicBezTo>
                      <a:pt x="6146" y="6031"/>
                      <a:pt x="6123" y="6005"/>
                      <a:pt x="6098" y="5980"/>
                    </a:cubicBezTo>
                    <a:cubicBezTo>
                      <a:pt x="6086" y="5967"/>
                      <a:pt x="6072" y="5956"/>
                      <a:pt x="6059" y="5944"/>
                    </a:cubicBezTo>
                    <a:cubicBezTo>
                      <a:pt x="6057" y="5940"/>
                      <a:pt x="6055" y="5937"/>
                      <a:pt x="6053" y="5933"/>
                    </a:cubicBezTo>
                    <a:lnTo>
                      <a:pt x="6053" y="5932"/>
                    </a:lnTo>
                    <a:cubicBezTo>
                      <a:pt x="6052" y="5930"/>
                      <a:pt x="6050" y="5928"/>
                      <a:pt x="6049" y="5927"/>
                    </a:cubicBezTo>
                    <a:cubicBezTo>
                      <a:pt x="6047" y="5926"/>
                      <a:pt x="6045" y="5926"/>
                      <a:pt x="6043" y="5926"/>
                    </a:cubicBezTo>
                    <a:cubicBezTo>
                      <a:pt x="6042" y="5926"/>
                      <a:pt x="6042" y="5926"/>
                      <a:pt x="6041" y="5926"/>
                    </a:cubicBezTo>
                    <a:cubicBezTo>
                      <a:pt x="6034" y="5919"/>
                      <a:pt x="6028" y="5910"/>
                      <a:pt x="6023" y="5901"/>
                    </a:cubicBezTo>
                    <a:cubicBezTo>
                      <a:pt x="6021" y="5898"/>
                      <a:pt x="6019" y="5894"/>
                      <a:pt x="6017" y="5890"/>
                    </a:cubicBezTo>
                    <a:cubicBezTo>
                      <a:pt x="6021" y="5867"/>
                      <a:pt x="6026" y="5844"/>
                      <a:pt x="6033" y="5822"/>
                    </a:cubicBezTo>
                    <a:cubicBezTo>
                      <a:pt x="6035" y="5816"/>
                      <a:pt x="6039" y="5810"/>
                      <a:pt x="6042" y="5805"/>
                    </a:cubicBezTo>
                    <a:cubicBezTo>
                      <a:pt x="6049" y="5793"/>
                      <a:pt x="6056" y="5783"/>
                      <a:pt x="6065" y="5773"/>
                    </a:cubicBezTo>
                    <a:cubicBezTo>
                      <a:pt x="6090" y="5828"/>
                      <a:pt x="6152" y="5873"/>
                      <a:pt x="6190" y="5920"/>
                    </a:cubicBezTo>
                    <a:cubicBezTo>
                      <a:pt x="6236" y="5978"/>
                      <a:pt x="6294" y="6024"/>
                      <a:pt x="6347" y="6075"/>
                    </a:cubicBezTo>
                    <a:cubicBezTo>
                      <a:pt x="6386" y="6115"/>
                      <a:pt x="6429" y="6153"/>
                      <a:pt x="6474" y="6187"/>
                    </a:cubicBezTo>
                    <a:cubicBezTo>
                      <a:pt x="6509" y="6214"/>
                      <a:pt x="6540" y="6245"/>
                      <a:pt x="6568" y="6278"/>
                    </a:cubicBezTo>
                    <a:cubicBezTo>
                      <a:pt x="6578" y="6289"/>
                      <a:pt x="6587" y="6301"/>
                      <a:pt x="6596" y="6313"/>
                    </a:cubicBezTo>
                    <a:cubicBezTo>
                      <a:pt x="6597" y="6316"/>
                      <a:pt x="6604" y="6321"/>
                      <a:pt x="6610" y="6326"/>
                    </a:cubicBezTo>
                    <a:cubicBezTo>
                      <a:pt x="6561" y="6329"/>
                      <a:pt x="6513" y="6341"/>
                      <a:pt x="6468" y="6361"/>
                    </a:cubicBezTo>
                    <a:cubicBezTo>
                      <a:pt x="6443" y="6371"/>
                      <a:pt x="6393" y="6304"/>
                      <a:pt x="6380" y="6289"/>
                    </a:cubicBezTo>
                    <a:moveTo>
                      <a:pt x="6607" y="6705"/>
                    </a:moveTo>
                    <a:cubicBezTo>
                      <a:pt x="6591" y="6705"/>
                      <a:pt x="6576" y="6712"/>
                      <a:pt x="6560" y="6711"/>
                    </a:cubicBezTo>
                    <a:cubicBezTo>
                      <a:pt x="6526" y="6710"/>
                      <a:pt x="6494" y="6726"/>
                      <a:pt x="6461" y="6731"/>
                    </a:cubicBezTo>
                    <a:cubicBezTo>
                      <a:pt x="6455" y="6672"/>
                      <a:pt x="6461" y="6605"/>
                      <a:pt x="6461" y="6546"/>
                    </a:cubicBezTo>
                    <a:cubicBezTo>
                      <a:pt x="6461" y="6497"/>
                      <a:pt x="6471" y="6437"/>
                      <a:pt x="6458" y="6389"/>
                    </a:cubicBezTo>
                    <a:cubicBezTo>
                      <a:pt x="6478" y="6389"/>
                      <a:pt x="6502" y="6374"/>
                      <a:pt x="6517" y="6369"/>
                    </a:cubicBezTo>
                    <a:cubicBezTo>
                      <a:pt x="6549" y="6356"/>
                      <a:pt x="6584" y="6349"/>
                      <a:pt x="6619" y="6348"/>
                    </a:cubicBezTo>
                    <a:lnTo>
                      <a:pt x="6619" y="6349"/>
                    </a:lnTo>
                    <a:lnTo>
                      <a:pt x="6619" y="6350"/>
                    </a:lnTo>
                    <a:cubicBezTo>
                      <a:pt x="6618" y="6422"/>
                      <a:pt x="6616" y="6494"/>
                      <a:pt x="6619" y="6566"/>
                    </a:cubicBezTo>
                    <a:cubicBezTo>
                      <a:pt x="6617" y="6569"/>
                      <a:pt x="6617" y="6572"/>
                      <a:pt x="6617" y="6575"/>
                    </a:cubicBezTo>
                    <a:cubicBezTo>
                      <a:pt x="6617" y="6578"/>
                      <a:pt x="6617" y="6582"/>
                      <a:pt x="6619" y="6584"/>
                    </a:cubicBezTo>
                    <a:cubicBezTo>
                      <a:pt x="6619" y="6604"/>
                      <a:pt x="6620" y="6624"/>
                      <a:pt x="6622" y="6645"/>
                    </a:cubicBezTo>
                    <a:cubicBezTo>
                      <a:pt x="6623" y="6665"/>
                      <a:pt x="6635" y="6705"/>
                      <a:pt x="6606" y="6705"/>
                    </a:cubicBezTo>
                    <a:lnTo>
                      <a:pt x="6607" y="6705"/>
                    </a:lnTo>
                    <a:moveTo>
                      <a:pt x="6685" y="6473"/>
                    </a:moveTo>
                    <a:cubicBezTo>
                      <a:pt x="6682" y="6496"/>
                      <a:pt x="6681" y="6566"/>
                      <a:pt x="6646" y="6561"/>
                    </a:cubicBezTo>
                    <a:cubicBezTo>
                      <a:pt x="6646" y="6502"/>
                      <a:pt x="6647" y="6445"/>
                      <a:pt x="6646" y="6387"/>
                    </a:cubicBezTo>
                    <a:lnTo>
                      <a:pt x="6654" y="6384"/>
                    </a:lnTo>
                    <a:lnTo>
                      <a:pt x="6655" y="6384"/>
                    </a:lnTo>
                    <a:cubicBezTo>
                      <a:pt x="6656" y="6385"/>
                      <a:pt x="6656" y="6385"/>
                      <a:pt x="6656" y="6385"/>
                    </a:cubicBezTo>
                    <a:cubicBezTo>
                      <a:pt x="6657" y="6386"/>
                      <a:pt x="6658" y="6386"/>
                      <a:pt x="6659" y="6386"/>
                    </a:cubicBezTo>
                    <a:cubicBezTo>
                      <a:pt x="6660" y="6386"/>
                      <a:pt x="6660" y="6386"/>
                      <a:pt x="6662" y="6385"/>
                    </a:cubicBezTo>
                    <a:cubicBezTo>
                      <a:pt x="6663" y="6384"/>
                      <a:pt x="6663" y="6385"/>
                      <a:pt x="6663" y="6384"/>
                    </a:cubicBezTo>
                    <a:cubicBezTo>
                      <a:pt x="6695" y="6364"/>
                      <a:pt x="6686" y="6460"/>
                      <a:pt x="6684" y="6473"/>
                    </a:cubicBezTo>
                    <a:lnTo>
                      <a:pt x="6685" y="64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4"/>
              <p:cNvSpPr/>
              <p:nvPr/>
            </p:nvSpPr>
            <p:spPr>
              <a:xfrm>
                <a:off x="3514195" y="6872327"/>
                <a:ext cx="24840" cy="50400"/>
              </a:xfrm>
              <a:custGeom>
                <a:rect b="b" l="l" r="r" t="t"/>
                <a:pathLst>
                  <a:path extrusionOk="0" h="140" w="69">
                    <a:moveTo>
                      <a:pt x="62" y="108"/>
                    </a:moveTo>
                    <a:cubicBezTo>
                      <a:pt x="58" y="99"/>
                      <a:pt x="55" y="91"/>
                      <a:pt x="51" y="82"/>
                    </a:cubicBezTo>
                    <a:cubicBezTo>
                      <a:pt x="48" y="73"/>
                      <a:pt x="43" y="64"/>
                      <a:pt x="39" y="56"/>
                    </a:cubicBezTo>
                    <a:cubicBezTo>
                      <a:pt x="32" y="41"/>
                      <a:pt x="28" y="25"/>
                      <a:pt x="27" y="8"/>
                    </a:cubicBezTo>
                    <a:cubicBezTo>
                      <a:pt x="27" y="7"/>
                      <a:pt x="26" y="6"/>
                      <a:pt x="26" y="5"/>
                    </a:cubicBezTo>
                    <a:cubicBezTo>
                      <a:pt x="25" y="3"/>
                      <a:pt x="24" y="2"/>
                      <a:pt x="23" y="1"/>
                    </a:cubicBezTo>
                    <a:cubicBezTo>
                      <a:pt x="21" y="0"/>
                      <a:pt x="19" y="0"/>
                      <a:pt x="18" y="0"/>
                    </a:cubicBezTo>
                    <a:cubicBezTo>
                      <a:pt x="16" y="0"/>
                      <a:pt x="15" y="0"/>
                      <a:pt x="14" y="1"/>
                    </a:cubicBezTo>
                    <a:cubicBezTo>
                      <a:pt x="12" y="2"/>
                      <a:pt x="10" y="3"/>
                      <a:pt x="10" y="5"/>
                    </a:cubicBezTo>
                    <a:cubicBezTo>
                      <a:pt x="9" y="6"/>
                      <a:pt x="9" y="7"/>
                      <a:pt x="9" y="8"/>
                    </a:cubicBezTo>
                    <a:cubicBezTo>
                      <a:pt x="0" y="54"/>
                      <a:pt x="32" y="97"/>
                      <a:pt x="53" y="135"/>
                    </a:cubicBezTo>
                    <a:cubicBezTo>
                      <a:pt x="54" y="136"/>
                      <a:pt x="55" y="137"/>
                      <a:pt x="56" y="137"/>
                    </a:cubicBezTo>
                    <a:cubicBezTo>
                      <a:pt x="57" y="138"/>
                      <a:pt x="58" y="139"/>
                      <a:pt x="60" y="139"/>
                    </a:cubicBezTo>
                    <a:cubicBezTo>
                      <a:pt x="61" y="139"/>
                      <a:pt x="62" y="138"/>
                      <a:pt x="63" y="138"/>
                    </a:cubicBezTo>
                    <a:lnTo>
                      <a:pt x="65" y="138"/>
                    </a:lnTo>
                    <a:cubicBezTo>
                      <a:pt x="65" y="137"/>
                      <a:pt x="65" y="137"/>
                      <a:pt x="65" y="137"/>
                    </a:cubicBezTo>
                    <a:cubicBezTo>
                      <a:pt x="66" y="137"/>
                      <a:pt x="66" y="136"/>
                      <a:pt x="67" y="135"/>
                    </a:cubicBezTo>
                    <a:cubicBezTo>
                      <a:pt x="67" y="134"/>
                      <a:pt x="68" y="133"/>
                      <a:pt x="68" y="132"/>
                    </a:cubicBezTo>
                    <a:cubicBezTo>
                      <a:pt x="68" y="131"/>
                      <a:pt x="67" y="131"/>
                      <a:pt x="67" y="130"/>
                    </a:cubicBezTo>
                    <a:cubicBezTo>
                      <a:pt x="66" y="129"/>
                      <a:pt x="67" y="129"/>
                      <a:pt x="67" y="129"/>
                    </a:cubicBezTo>
                    <a:cubicBezTo>
                      <a:pt x="65" y="126"/>
                      <a:pt x="63" y="111"/>
                      <a:pt x="6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4"/>
              <p:cNvSpPr/>
              <p:nvPr/>
            </p:nvSpPr>
            <p:spPr>
              <a:xfrm>
                <a:off x="3541195" y="6943968"/>
                <a:ext cx="14400" cy="23760"/>
              </a:xfrm>
              <a:custGeom>
                <a:rect b="b" l="l" r="r" t="t"/>
                <a:pathLst>
                  <a:path extrusionOk="0" h="66" w="40">
                    <a:moveTo>
                      <a:pt x="26" y="26"/>
                    </a:moveTo>
                    <a:cubicBezTo>
                      <a:pt x="25" y="22"/>
                      <a:pt x="23" y="18"/>
                      <a:pt x="20" y="15"/>
                    </a:cubicBezTo>
                    <a:cubicBezTo>
                      <a:pt x="19" y="12"/>
                      <a:pt x="17" y="9"/>
                      <a:pt x="15" y="7"/>
                    </a:cubicBezTo>
                    <a:cubicBezTo>
                      <a:pt x="10" y="0"/>
                      <a:pt x="0" y="8"/>
                      <a:pt x="5" y="16"/>
                    </a:cubicBezTo>
                    <a:cubicBezTo>
                      <a:pt x="12" y="26"/>
                      <a:pt x="15" y="65"/>
                      <a:pt x="34" y="61"/>
                    </a:cubicBezTo>
                    <a:lnTo>
                      <a:pt x="36" y="60"/>
                    </a:lnTo>
                    <a:cubicBezTo>
                      <a:pt x="37" y="59"/>
                      <a:pt x="38" y="59"/>
                      <a:pt x="38" y="58"/>
                    </a:cubicBezTo>
                    <a:cubicBezTo>
                      <a:pt x="39" y="57"/>
                      <a:pt x="38" y="56"/>
                      <a:pt x="38" y="55"/>
                    </a:cubicBezTo>
                    <a:cubicBezTo>
                      <a:pt x="38" y="54"/>
                      <a:pt x="38" y="54"/>
                      <a:pt x="38" y="53"/>
                    </a:cubicBezTo>
                    <a:cubicBezTo>
                      <a:pt x="34" y="44"/>
                      <a:pt x="30" y="35"/>
                      <a:pt x="2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4"/>
              <p:cNvSpPr/>
              <p:nvPr/>
            </p:nvSpPr>
            <p:spPr>
              <a:xfrm>
                <a:off x="3562435" y="6884927"/>
                <a:ext cx="24120" cy="57240"/>
              </a:xfrm>
              <a:custGeom>
                <a:rect b="b" l="l" r="r" t="t"/>
                <a:pathLst>
                  <a:path extrusionOk="0" h="159" w="67">
                    <a:moveTo>
                      <a:pt x="12" y="6"/>
                    </a:moveTo>
                    <a:cubicBezTo>
                      <a:pt x="11" y="1"/>
                      <a:pt x="2" y="0"/>
                      <a:pt x="1" y="6"/>
                    </a:cubicBezTo>
                    <a:cubicBezTo>
                      <a:pt x="0" y="10"/>
                      <a:pt x="0" y="14"/>
                      <a:pt x="0" y="19"/>
                    </a:cubicBezTo>
                    <a:cubicBezTo>
                      <a:pt x="0" y="36"/>
                      <a:pt x="4" y="53"/>
                      <a:pt x="11" y="68"/>
                    </a:cubicBezTo>
                    <a:cubicBezTo>
                      <a:pt x="20" y="86"/>
                      <a:pt x="26" y="104"/>
                      <a:pt x="34" y="123"/>
                    </a:cubicBezTo>
                    <a:cubicBezTo>
                      <a:pt x="39" y="135"/>
                      <a:pt x="50" y="142"/>
                      <a:pt x="56" y="153"/>
                    </a:cubicBezTo>
                    <a:cubicBezTo>
                      <a:pt x="59" y="158"/>
                      <a:pt x="66" y="155"/>
                      <a:pt x="66" y="150"/>
                    </a:cubicBezTo>
                    <a:cubicBezTo>
                      <a:pt x="66" y="129"/>
                      <a:pt x="50" y="106"/>
                      <a:pt x="42" y="87"/>
                    </a:cubicBezTo>
                    <a:cubicBezTo>
                      <a:pt x="30" y="61"/>
                      <a:pt x="20" y="34"/>
                      <a:pt x="1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4"/>
              <p:cNvSpPr/>
              <p:nvPr/>
            </p:nvSpPr>
            <p:spPr>
              <a:xfrm>
                <a:off x="3593395" y="6919127"/>
                <a:ext cx="43200" cy="55440"/>
              </a:xfrm>
              <a:custGeom>
                <a:rect b="b" l="l" r="r" t="t"/>
                <a:pathLst>
                  <a:path extrusionOk="0" h="154" w="120">
                    <a:moveTo>
                      <a:pt x="85" y="107"/>
                    </a:moveTo>
                    <a:cubicBezTo>
                      <a:pt x="74" y="96"/>
                      <a:pt x="64" y="80"/>
                      <a:pt x="53" y="68"/>
                    </a:cubicBezTo>
                    <a:cubicBezTo>
                      <a:pt x="46" y="59"/>
                      <a:pt x="40" y="50"/>
                      <a:pt x="34" y="40"/>
                    </a:cubicBezTo>
                    <a:cubicBezTo>
                      <a:pt x="28" y="31"/>
                      <a:pt x="26" y="16"/>
                      <a:pt x="17" y="6"/>
                    </a:cubicBezTo>
                    <a:cubicBezTo>
                      <a:pt x="12" y="0"/>
                      <a:pt x="0" y="8"/>
                      <a:pt x="5" y="15"/>
                    </a:cubicBezTo>
                    <a:cubicBezTo>
                      <a:pt x="11" y="26"/>
                      <a:pt x="15" y="37"/>
                      <a:pt x="18" y="49"/>
                    </a:cubicBezTo>
                    <a:cubicBezTo>
                      <a:pt x="19" y="52"/>
                      <a:pt x="21" y="56"/>
                      <a:pt x="23" y="59"/>
                    </a:cubicBezTo>
                    <a:cubicBezTo>
                      <a:pt x="30" y="71"/>
                      <a:pt x="39" y="83"/>
                      <a:pt x="49" y="93"/>
                    </a:cubicBezTo>
                    <a:cubicBezTo>
                      <a:pt x="68" y="117"/>
                      <a:pt x="81" y="138"/>
                      <a:pt x="111" y="152"/>
                    </a:cubicBezTo>
                    <a:cubicBezTo>
                      <a:pt x="112" y="153"/>
                      <a:pt x="113" y="153"/>
                      <a:pt x="114" y="153"/>
                    </a:cubicBezTo>
                    <a:cubicBezTo>
                      <a:pt x="114" y="153"/>
                      <a:pt x="115" y="153"/>
                      <a:pt x="116" y="152"/>
                    </a:cubicBezTo>
                    <a:cubicBezTo>
                      <a:pt x="117" y="152"/>
                      <a:pt x="118" y="151"/>
                      <a:pt x="118" y="150"/>
                    </a:cubicBezTo>
                    <a:cubicBezTo>
                      <a:pt x="119" y="149"/>
                      <a:pt x="119" y="148"/>
                      <a:pt x="119" y="147"/>
                    </a:cubicBezTo>
                    <a:cubicBezTo>
                      <a:pt x="119" y="147"/>
                      <a:pt x="119" y="146"/>
                      <a:pt x="118" y="145"/>
                    </a:cubicBezTo>
                    <a:lnTo>
                      <a:pt x="118" y="144"/>
                    </a:lnTo>
                    <a:cubicBezTo>
                      <a:pt x="108" y="131"/>
                      <a:pt x="97" y="118"/>
                      <a:pt x="85"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4"/>
              <p:cNvSpPr/>
              <p:nvPr/>
            </p:nvSpPr>
            <p:spPr>
              <a:xfrm>
                <a:off x="2623915" y="6604488"/>
                <a:ext cx="10080" cy="21600"/>
              </a:xfrm>
              <a:custGeom>
                <a:rect b="b" l="l" r="r" t="t"/>
                <a:pathLst>
                  <a:path extrusionOk="0" h="60" w="28">
                    <a:moveTo>
                      <a:pt x="0" y="7"/>
                    </a:moveTo>
                    <a:cubicBezTo>
                      <a:pt x="0" y="9"/>
                      <a:pt x="0" y="12"/>
                      <a:pt x="0" y="14"/>
                    </a:cubicBezTo>
                    <a:cubicBezTo>
                      <a:pt x="0" y="29"/>
                      <a:pt x="3" y="43"/>
                      <a:pt x="10" y="56"/>
                    </a:cubicBezTo>
                    <a:cubicBezTo>
                      <a:pt x="11" y="57"/>
                      <a:pt x="11" y="58"/>
                      <a:pt x="12" y="58"/>
                    </a:cubicBezTo>
                    <a:cubicBezTo>
                      <a:pt x="13" y="58"/>
                      <a:pt x="13" y="59"/>
                      <a:pt x="14" y="59"/>
                    </a:cubicBezTo>
                    <a:cubicBezTo>
                      <a:pt x="15" y="59"/>
                      <a:pt x="16" y="58"/>
                      <a:pt x="17" y="58"/>
                    </a:cubicBezTo>
                    <a:cubicBezTo>
                      <a:pt x="17" y="58"/>
                      <a:pt x="18" y="57"/>
                      <a:pt x="18" y="56"/>
                    </a:cubicBezTo>
                    <a:cubicBezTo>
                      <a:pt x="27" y="40"/>
                      <a:pt x="18" y="23"/>
                      <a:pt x="15" y="6"/>
                    </a:cubicBezTo>
                    <a:cubicBezTo>
                      <a:pt x="15" y="5"/>
                      <a:pt x="15" y="5"/>
                      <a:pt x="14" y="4"/>
                    </a:cubicBezTo>
                    <a:cubicBezTo>
                      <a:pt x="13" y="3"/>
                      <a:pt x="13" y="2"/>
                      <a:pt x="11" y="1"/>
                    </a:cubicBezTo>
                    <a:cubicBezTo>
                      <a:pt x="9" y="0"/>
                      <a:pt x="9" y="0"/>
                      <a:pt x="8" y="0"/>
                    </a:cubicBezTo>
                    <a:cubicBezTo>
                      <a:pt x="6" y="0"/>
                      <a:pt x="5" y="0"/>
                      <a:pt x="4" y="1"/>
                    </a:cubicBezTo>
                    <a:cubicBezTo>
                      <a:pt x="3" y="2"/>
                      <a:pt x="2" y="3"/>
                      <a:pt x="1" y="4"/>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4"/>
              <p:cNvSpPr/>
              <p:nvPr/>
            </p:nvSpPr>
            <p:spPr>
              <a:xfrm>
                <a:off x="3593035" y="5830848"/>
                <a:ext cx="11520" cy="45720"/>
              </a:xfrm>
              <a:custGeom>
                <a:rect b="b" l="l" r="r" t="t"/>
                <a:pathLst>
                  <a:path extrusionOk="0" h="127" w="32">
                    <a:moveTo>
                      <a:pt x="15" y="123"/>
                    </a:moveTo>
                    <a:cubicBezTo>
                      <a:pt x="31" y="88"/>
                      <a:pt x="25" y="45"/>
                      <a:pt x="25" y="9"/>
                    </a:cubicBezTo>
                    <a:cubicBezTo>
                      <a:pt x="25" y="8"/>
                      <a:pt x="25" y="8"/>
                      <a:pt x="25" y="8"/>
                    </a:cubicBezTo>
                    <a:cubicBezTo>
                      <a:pt x="25" y="6"/>
                      <a:pt x="25" y="6"/>
                      <a:pt x="24" y="4"/>
                    </a:cubicBezTo>
                    <a:cubicBezTo>
                      <a:pt x="23" y="2"/>
                      <a:pt x="23" y="2"/>
                      <a:pt x="21" y="1"/>
                    </a:cubicBezTo>
                    <a:cubicBezTo>
                      <a:pt x="19" y="0"/>
                      <a:pt x="18" y="0"/>
                      <a:pt x="17" y="0"/>
                    </a:cubicBezTo>
                    <a:cubicBezTo>
                      <a:pt x="15" y="0"/>
                      <a:pt x="14" y="0"/>
                      <a:pt x="12" y="1"/>
                    </a:cubicBezTo>
                    <a:cubicBezTo>
                      <a:pt x="10" y="2"/>
                      <a:pt x="10" y="2"/>
                      <a:pt x="9" y="4"/>
                    </a:cubicBezTo>
                    <a:cubicBezTo>
                      <a:pt x="9" y="5"/>
                      <a:pt x="9" y="6"/>
                      <a:pt x="8" y="7"/>
                    </a:cubicBezTo>
                    <a:cubicBezTo>
                      <a:pt x="4" y="28"/>
                      <a:pt x="1" y="49"/>
                      <a:pt x="1" y="71"/>
                    </a:cubicBezTo>
                    <a:cubicBezTo>
                      <a:pt x="1" y="77"/>
                      <a:pt x="0" y="83"/>
                      <a:pt x="0" y="89"/>
                    </a:cubicBezTo>
                    <a:cubicBezTo>
                      <a:pt x="0" y="100"/>
                      <a:pt x="2" y="111"/>
                      <a:pt x="4" y="123"/>
                    </a:cubicBezTo>
                    <a:cubicBezTo>
                      <a:pt x="5" y="124"/>
                      <a:pt x="6" y="124"/>
                      <a:pt x="7" y="125"/>
                    </a:cubicBezTo>
                    <a:cubicBezTo>
                      <a:pt x="8" y="126"/>
                      <a:pt x="9" y="126"/>
                      <a:pt x="10" y="126"/>
                    </a:cubicBezTo>
                    <a:cubicBezTo>
                      <a:pt x="11" y="126"/>
                      <a:pt x="12" y="126"/>
                      <a:pt x="13" y="125"/>
                    </a:cubicBezTo>
                    <a:cubicBezTo>
                      <a:pt x="14" y="124"/>
                      <a:pt x="14" y="124"/>
                      <a:pt x="15"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4"/>
              <p:cNvSpPr/>
              <p:nvPr/>
            </p:nvSpPr>
            <p:spPr>
              <a:xfrm>
                <a:off x="3594115" y="5889528"/>
                <a:ext cx="7920" cy="76680"/>
              </a:xfrm>
              <a:custGeom>
                <a:rect b="b" l="l" r="r" t="t"/>
                <a:pathLst>
                  <a:path extrusionOk="0" h="213" w="22">
                    <a:moveTo>
                      <a:pt x="5" y="4"/>
                    </a:moveTo>
                    <a:cubicBezTo>
                      <a:pt x="2" y="48"/>
                      <a:pt x="0" y="91"/>
                      <a:pt x="0" y="135"/>
                    </a:cubicBezTo>
                    <a:cubicBezTo>
                      <a:pt x="0" y="157"/>
                      <a:pt x="0" y="179"/>
                      <a:pt x="1" y="201"/>
                    </a:cubicBezTo>
                    <a:cubicBezTo>
                      <a:pt x="1" y="212"/>
                      <a:pt x="19" y="211"/>
                      <a:pt x="19" y="200"/>
                    </a:cubicBezTo>
                    <a:cubicBezTo>
                      <a:pt x="20" y="177"/>
                      <a:pt x="21" y="155"/>
                      <a:pt x="21" y="132"/>
                    </a:cubicBezTo>
                    <a:cubicBezTo>
                      <a:pt x="21" y="89"/>
                      <a:pt x="19" y="46"/>
                      <a:pt x="15" y="3"/>
                    </a:cubicBezTo>
                    <a:lnTo>
                      <a:pt x="14" y="2"/>
                    </a:lnTo>
                    <a:cubicBezTo>
                      <a:pt x="13" y="2"/>
                      <a:pt x="14" y="1"/>
                      <a:pt x="13" y="0"/>
                    </a:cubicBezTo>
                    <a:cubicBezTo>
                      <a:pt x="12" y="0"/>
                      <a:pt x="11" y="0"/>
                      <a:pt x="10" y="0"/>
                    </a:cubicBezTo>
                    <a:cubicBezTo>
                      <a:pt x="9" y="0"/>
                      <a:pt x="8" y="0"/>
                      <a:pt x="8" y="0"/>
                    </a:cubicBezTo>
                    <a:cubicBezTo>
                      <a:pt x="7" y="1"/>
                      <a:pt x="6" y="1"/>
                      <a:pt x="6" y="2"/>
                    </a:cubicBezTo>
                    <a:cubicBezTo>
                      <a:pt x="6" y="3"/>
                      <a:pt x="5" y="3"/>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4"/>
              <p:cNvSpPr/>
              <p:nvPr/>
            </p:nvSpPr>
            <p:spPr>
              <a:xfrm>
                <a:off x="3607435" y="5841648"/>
                <a:ext cx="14400" cy="119520"/>
              </a:xfrm>
              <a:custGeom>
                <a:rect b="b" l="l" r="r" t="t"/>
                <a:pathLst>
                  <a:path extrusionOk="0" h="332" w="40">
                    <a:moveTo>
                      <a:pt x="23" y="331"/>
                    </a:moveTo>
                    <a:lnTo>
                      <a:pt x="26" y="331"/>
                    </a:lnTo>
                    <a:cubicBezTo>
                      <a:pt x="35" y="331"/>
                      <a:pt x="39" y="316"/>
                      <a:pt x="30" y="312"/>
                    </a:cubicBezTo>
                    <a:cubicBezTo>
                      <a:pt x="30" y="312"/>
                      <a:pt x="23" y="218"/>
                      <a:pt x="23" y="208"/>
                    </a:cubicBezTo>
                    <a:cubicBezTo>
                      <a:pt x="20" y="141"/>
                      <a:pt x="19" y="73"/>
                      <a:pt x="18" y="5"/>
                    </a:cubicBezTo>
                    <a:cubicBezTo>
                      <a:pt x="18" y="0"/>
                      <a:pt x="10" y="1"/>
                      <a:pt x="10" y="5"/>
                    </a:cubicBezTo>
                    <a:cubicBezTo>
                      <a:pt x="8" y="110"/>
                      <a:pt x="0" y="216"/>
                      <a:pt x="10" y="321"/>
                    </a:cubicBezTo>
                    <a:cubicBezTo>
                      <a:pt x="10" y="323"/>
                      <a:pt x="10" y="324"/>
                      <a:pt x="11" y="326"/>
                    </a:cubicBezTo>
                    <a:cubicBezTo>
                      <a:pt x="11" y="328"/>
                      <a:pt x="14" y="329"/>
                      <a:pt x="16" y="330"/>
                    </a:cubicBezTo>
                    <a:cubicBezTo>
                      <a:pt x="18" y="331"/>
                      <a:pt x="20" y="331"/>
                      <a:pt x="22" y="331"/>
                    </a:cubicBezTo>
                    <a:lnTo>
                      <a:pt x="23" y="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4"/>
              <p:cNvSpPr/>
              <p:nvPr/>
            </p:nvSpPr>
            <p:spPr>
              <a:xfrm>
                <a:off x="3658915" y="5884848"/>
                <a:ext cx="7560" cy="68400"/>
              </a:xfrm>
              <a:custGeom>
                <a:rect b="b" l="l" r="r" t="t"/>
                <a:pathLst>
                  <a:path extrusionOk="0" h="190" w="21">
                    <a:moveTo>
                      <a:pt x="15" y="185"/>
                    </a:moveTo>
                    <a:cubicBezTo>
                      <a:pt x="18" y="172"/>
                      <a:pt x="20" y="158"/>
                      <a:pt x="20" y="143"/>
                    </a:cubicBezTo>
                    <a:cubicBezTo>
                      <a:pt x="20" y="134"/>
                      <a:pt x="19" y="124"/>
                      <a:pt x="18" y="115"/>
                    </a:cubicBezTo>
                    <a:cubicBezTo>
                      <a:pt x="18" y="79"/>
                      <a:pt x="16" y="43"/>
                      <a:pt x="15" y="7"/>
                    </a:cubicBezTo>
                    <a:cubicBezTo>
                      <a:pt x="15" y="0"/>
                      <a:pt x="5" y="1"/>
                      <a:pt x="5" y="7"/>
                    </a:cubicBezTo>
                    <a:cubicBezTo>
                      <a:pt x="5" y="43"/>
                      <a:pt x="3" y="79"/>
                      <a:pt x="2" y="115"/>
                    </a:cubicBezTo>
                    <a:cubicBezTo>
                      <a:pt x="1" y="124"/>
                      <a:pt x="0" y="134"/>
                      <a:pt x="0" y="143"/>
                    </a:cubicBezTo>
                    <a:cubicBezTo>
                      <a:pt x="0" y="157"/>
                      <a:pt x="2" y="171"/>
                      <a:pt x="5" y="185"/>
                    </a:cubicBezTo>
                    <a:lnTo>
                      <a:pt x="5" y="186"/>
                    </a:lnTo>
                    <a:cubicBezTo>
                      <a:pt x="6" y="187"/>
                      <a:pt x="6" y="187"/>
                      <a:pt x="7" y="188"/>
                    </a:cubicBezTo>
                    <a:cubicBezTo>
                      <a:pt x="8" y="188"/>
                      <a:pt x="9" y="189"/>
                      <a:pt x="10" y="189"/>
                    </a:cubicBezTo>
                    <a:cubicBezTo>
                      <a:pt x="11" y="189"/>
                      <a:pt x="12" y="188"/>
                      <a:pt x="13" y="188"/>
                    </a:cubicBezTo>
                    <a:cubicBezTo>
                      <a:pt x="14" y="187"/>
                      <a:pt x="14" y="187"/>
                      <a:pt x="15" y="186"/>
                    </a:cubicBezTo>
                    <a:lnTo>
                      <a:pt x="15"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4"/>
              <p:cNvSpPr/>
              <p:nvPr/>
            </p:nvSpPr>
            <p:spPr>
              <a:xfrm>
                <a:off x="3777715" y="5924088"/>
                <a:ext cx="6480" cy="7920"/>
              </a:xfrm>
              <a:custGeom>
                <a:rect b="b" l="l" r="r" t="t"/>
                <a:pathLst>
                  <a:path extrusionOk="0" h="22" w="18">
                    <a:moveTo>
                      <a:pt x="5" y="20"/>
                    </a:moveTo>
                    <a:cubicBezTo>
                      <a:pt x="12" y="19"/>
                      <a:pt x="13" y="13"/>
                      <a:pt x="15" y="8"/>
                    </a:cubicBezTo>
                    <a:cubicBezTo>
                      <a:pt x="17" y="2"/>
                      <a:pt x="10" y="0"/>
                      <a:pt x="8" y="5"/>
                    </a:cubicBezTo>
                    <a:cubicBezTo>
                      <a:pt x="6" y="10"/>
                      <a:pt x="7" y="12"/>
                      <a:pt x="3" y="14"/>
                    </a:cubicBezTo>
                    <a:cubicBezTo>
                      <a:pt x="0" y="15"/>
                      <a:pt x="2" y="21"/>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4"/>
              <p:cNvSpPr/>
              <p:nvPr/>
            </p:nvSpPr>
            <p:spPr>
              <a:xfrm>
                <a:off x="3396475" y="5802047"/>
                <a:ext cx="14760" cy="42840"/>
              </a:xfrm>
              <a:custGeom>
                <a:rect b="b" l="l" r="r" t="t"/>
                <a:pathLst>
                  <a:path extrusionOk="0" h="119" w="41">
                    <a:moveTo>
                      <a:pt x="31" y="113"/>
                    </a:moveTo>
                    <a:cubicBezTo>
                      <a:pt x="40" y="78"/>
                      <a:pt x="21" y="47"/>
                      <a:pt x="19" y="13"/>
                    </a:cubicBezTo>
                    <a:cubicBezTo>
                      <a:pt x="19" y="1"/>
                      <a:pt x="0" y="0"/>
                      <a:pt x="0" y="13"/>
                    </a:cubicBezTo>
                    <a:cubicBezTo>
                      <a:pt x="2" y="47"/>
                      <a:pt x="10" y="81"/>
                      <a:pt x="22" y="113"/>
                    </a:cubicBezTo>
                    <a:cubicBezTo>
                      <a:pt x="23" y="116"/>
                      <a:pt x="29" y="118"/>
                      <a:pt x="3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4"/>
              <p:cNvSpPr/>
              <p:nvPr/>
            </p:nvSpPr>
            <p:spPr>
              <a:xfrm>
                <a:off x="3507715" y="5897448"/>
                <a:ext cx="9720" cy="96480"/>
              </a:xfrm>
              <a:custGeom>
                <a:rect b="b" l="l" r="r" t="t"/>
                <a:pathLst>
                  <a:path extrusionOk="0" h="268" w="27">
                    <a:moveTo>
                      <a:pt x="26" y="257"/>
                    </a:moveTo>
                    <a:cubicBezTo>
                      <a:pt x="26" y="173"/>
                      <a:pt x="18" y="90"/>
                      <a:pt x="15" y="6"/>
                    </a:cubicBezTo>
                    <a:cubicBezTo>
                      <a:pt x="15" y="5"/>
                      <a:pt x="14" y="4"/>
                      <a:pt x="14" y="3"/>
                    </a:cubicBezTo>
                    <a:cubicBezTo>
                      <a:pt x="13" y="2"/>
                      <a:pt x="13" y="2"/>
                      <a:pt x="12" y="1"/>
                    </a:cubicBezTo>
                    <a:cubicBezTo>
                      <a:pt x="11" y="0"/>
                      <a:pt x="10" y="0"/>
                      <a:pt x="9" y="0"/>
                    </a:cubicBezTo>
                    <a:cubicBezTo>
                      <a:pt x="8" y="0"/>
                      <a:pt x="7" y="0"/>
                      <a:pt x="6" y="1"/>
                    </a:cubicBezTo>
                    <a:cubicBezTo>
                      <a:pt x="5" y="2"/>
                      <a:pt x="4" y="2"/>
                      <a:pt x="4" y="3"/>
                    </a:cubicBezTo>
                    <a:cubicBezTo>
                      <a:pt x="3" y="4"/>
                      <a:pt x="3" y="5"/>
                      <a:pt x="3" y="6"/>
                    </a:cubicBezTo>
                    <a:cubicBezTo>
                      <a:pt x="0" y="90"/>
                      <a:pt x="6" y="173"/>
                      <a:pt x="6" y="257"/>
                    </a:cubicBezTo>
                    <a:cubicBezTo>
                      <a:pt x="6" y="259"/>
                      <a:pt x="6" y="261"/>
                      <a:pt x="7" y="262"/>
                    </a:cubicBezTo>
                    <a:cubicBezTo>
                      <a:pt x="8" y="264"/>
                      <a:pt x="9" y="265"/>
                      <a:pt x="11" y="266"/>
                    </a:cubicBezTo>
                    <a:cubicBezTo>
                      <a:pt x="13" y="267"/>
                      <a:pt x="14" y="267"/>
                      <a:pt x="16" y="267"/>
                    </a:cubicBezTo>
                    <a:cubicBezTo>
                      <a:pt x="18" y="267"/>
                      <a:pt x="19" y="267"/>
                      <a:pt x="21" y="266"/>
                    </a:cubicBezTo>
                    <a:cubicBezTo>
                      <a:pt x="23" y="265"/>
                      <a:pt x="24" y="264"/>
                      <a:pt x="25" y="262"/>
                    </a:cubicBezTo>
                    <a:cubicBezTo>
                      <a:pt x="26" y="260"/>
                      <a:pt x="26" y="259"/>
                      <a:pt x="26" y="2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4"/>
              <p:cNvSpPr/>
              <p:nvPr/>
            </p:nvSpPr>
            <p:spPr>
              <a:xfrm>
                <a:off x="3569275" y="5900328"/>
                <a:ext cx="14040" cy="74880"/>
              </a:xfrm>
              <a:custGeom>
                <a:rect b="b" l="l" r="r" t="t"/>
                <a:pathLst>
                  <a:path extrusionOk="0" h="208" w="39">
                    <a:moveTo>
                      <a:pt x="13" y="204"/>
                    </a:moveTo>
                    <a:cubicBezTo>
                      <a:pt x="38" y="145"/>
                      <a:pt x="26" y="71"/>
                      <a:pt x="23" y="8"/>
                    </a:cubicBezTo>
                    <a:cubicBezTo>
                      <a:pt x="23" y="7"/>
                      <a:pt x="22" y="6"/>
                      <a:pt x="22" y="5"/>
                    </a:cubicBezTo>
                    <a:cubicBezTo>
                      <a:pt x="21" y="3"/>
                      <a:pt x="20" y="3"/>
                      <a:pt x="19" y="2"/>
                    </a:cubicBezTo>
                    <a:cubicBezTo>
                      <a:pt x="18" y="1"/>
                      <a:pt x="16" y="0"/>
                      <a:pt x="15" y="0"/>
                    </a:cubicBezTo>
                    <a:cubicBezTo>
                      <a:pt x="13" y="0"/>
                      <a:pt x="12" y="1"/>
                      <a:pt x="10" y="2"/>
                    </a:cubicBezTo>
                    <a:cubicBezTo>
                      <a:pt x="8" y="3"/>
                      <a:pt x="8" y="3"/>
                      <a:pt x="7" y="5"/>
                    </a:cubicBezTo>
                    <a:cubicBezTo>
                      <a:pt x="7" y="6"/>
                      <a:pt x="6" y="7"/>
                      <a:pt x="6" y="8"/>
                    </a:cubicBezTo>
                    <a:cubicBezTo>
                      <a:pt x="5" y="47"/>
                      <a:pt x="4" y="86"/>
                      <a:pt x="3" y="127"/>
                    </a:cubicBezTo>
                    <a:cubicBezTo>
                      <a:pt x="1" y="140"/>
                      <a:pt x="0" y="152"/>
                      <a:pt x="0" y="165"/>
                    </a:cubicBezTo>
                    <a:cubicBezTo>
                      <a:pt x="0" y="178"/>
                      <a:pt x="1" y="191"/>
                      <a:pt x="3" y="203"/>
                    </a:cubicBezTo>
                    <a:lnTo>
                      <a:pt x="3" y="204"/>
                    </a:lnTo>
                    <a:cubicBezTo>
                      <a:pt x="4" y="205"/>
                      <a:pt x="4" y="205"/>
                      <a:pt x="5" y="206"/>
                    </a:cubicBezTo>
                    <a:cubicBezTo>
                      <a:pt x="6" y="207"/>
                      <a:pt x="7" y="207"/>
                      <a:pt x="9" y="207"/>
                    </a:cubicBezTo>
                    <a:cubicBezTo>
                      <a:pt x="10" y="207"/>
                      <a:pt x="11" y="207"/>
                      <a:pt x="12" y="206"/>
                    </a:cubicBezTo>
                    <a:cubicBezTo>
                      <a:pt x="12" y="206"/>
                      <a:pt x="13" y="205"/>
                      <a:pt x="13"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4"/>
              <p:cNvSpPr/>
              <p:nvPr/>
            </p:nvSpPr>
            <p:spPr>
              <a:xfrm>
                <a:off x="3321235" y="5856048"/>
                <a:ext cx="13680" cy="40320"/>
              </a:xfrm>
              <a:custGeom>
                <a:rect b="b" l="l" r="r" t="t"/>
                <a:pathLst>
                  <a:path extrusionOk="0" h="112" w="38">
                    <a:moveTo>
                      <a:pt x="34" y="105"/>
                    </a:moveTo>
                    <a:cubicBezTo>
                      <a:pt x="37" y="72"/>
                      <a:pt x="18" y="38"/>
                      <a:pt x="15" y="6"/>
                    </a:cubicBezTo>
                    <a:cubicBezTo>
                      <a:pt x="15" y="5"/>
                      <a:pt x="15" y="5"/>
                      <a:pt x="14" y="4"/>
                    </a:cubicBezTo>
                    <a:cubicBezTo>
                      <a:pt x="14" y="3"/>
                      <a:pt x="13" y="2"/>
                      <a:pt x="12" y="1"/>
                    </a:cubicBezTo>
                    <a:cubicBezTo>
                      <a:pt x="11" y="0"/>
                      <a:pt x="9" y="0"/>
                      <a:pt x="8" y="0"/>
                    </a:cubicBezTo>
                    <a:cubicBezTo>
                      <a:pt x="7" y="0"/>
                      <a:pt x="5" y="0"/>
                      <a:pt x="4" y="1"/>
                    </a:cubicBezTo>
                    <a:cubicBezTo>
                      <a:pt x="3" y="2"/>
                      <a:pt x="2" y="3"/>
                      <a:pt x="1" y="4"/>
                    </a:cubicBezTo>
                    <a:cubicBezTo>
                      <a:pt x="1" y="5"/>
                      <a:pt x="1" y="5"/>
                      <a:pt x="1" y="6"/>
                    </a:cubicBezTo>
                    <a:cubicBezTo>
                      <a:pt x="1" y="8"/>
                      <a:pt x="0" y="11"/>
                      <a:pt x="0" y="13"/>
                    </a:cubicBezTo>
                    <a:cubicBezTo>
                      <a:pt x="0" y="46"/>
                      <a:pt x="9" y="79"/>
                      <a:pt x="24" y="108"/>
                    </a:cubicBezTo>
                    <a:cubicBezTo>
                      <a:pt x="24" y="109"/>
                      <a:pt x="25" y="109"/>
                      <a:pt x="26" y="110"/>
                    </a:cubicBezTo>
                    <a:cubicBezTo>
                      <a:pt x="26" y="110"/>
                      <a:pt x="27" y="110"/>
                      <a:pt x="28" y="110"/>
                    </a:cubicBezTo>
                    <a:cubicBezTo>
                      <a:pt x="29" y="110"/>
                      <a:pt x="30" y="111"/>
                      <a:pt x="31" y="110"/>
                    </a:cubicBezTo>
                    <a:cubicBezTo>
                      <a:pt x="32" y="109"/>
                      <a:pt x="32" y="109"/>
                      <a:pt x="33" y="108"/>
                    </a:cubicBezTo>
                    <a:cubicBezTo>
                      <a:pt x="34" y="107"/>
                      <a:pt x="34" y="106"/>
                      <a:pt x="3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4"/>
              <p:cNvSpPr/>
              <p:nvPr/>
            </p:nvSpPr>
            <p:spPr>
              <a:xfrm>
                <a:off x="3386395" y="5926968"/>
                <a:ext cx="10800" cy="51840"/>
              </a:xfrm>
              <a:custGeom>
                <a:rect b="b" l="l" r="r" t="t"/>
                <a:pathLst>
                  <a:path extrusionOk="0" h="144" w="30">
                    <a:moveTo>
                      <a:pt x="5" y="140"/>
                    </a:moveTo>
                    <a:cubicBezTo>
                      <a:pt x="6" y="141"/>
                      <a:pt x="7" y="141"/>
                      <a:pt x="8" y="142"/>
                    </a:cubicBezTo>
                    <a:cubicBezTo>
                      <a:pt x="9" y="143"/>
                      <a:pt x="9" y="143"/>
                      <a:pt x="10" y="143"/>
                    </a:cubicBezTo>
                    <a:cubicBezTo>
                      <a:pt x="11" y="143"/>
                      <a:pt x="12" y="143"/>
                      <a:pt x="13" y="142"/>
                    </a:cubicBezTo>
                    <a:cubicBezTo>
                      <a:pt x="14" y="141"/>
                      <a:pt x="15" y="141"/>
                      <a:pt x="15" y="140"/>
                    </a:cubicBezTo>
                    <a:lnTo>
                      <a:pt x="16" y="140"/>
                    </a:lnTo>
                    <a:cubicBezTo>
                      <a:pt x="29" y="101"/>
                      <a:pt x="16" y="49"/>
                      <a:pt x="14" y="8"/>
                    </a:cubicBezTo>
                    <a:cubicBezTo>
                      <a:pt x="14" y="0"/>
                      <a:pt x="0" y="0"/>
                      <a:pt x="0" y="8"/>
                    </a:cubicBezTo>
                    <a:cubicBezTo>
                      <a:pt x="0" y="31"/>
                      <a:pt x="2" y="53"/>
                      <a:pt x="2" y="76"/>
                    </a:cubicBezTo>
                    <a:cubicBezTo>
                      <a:pt x="1" y="83"/>
                      <a:pt x="1" y="90"/>
                      <a:pt x="1" y="98"/>
                    </a:cubicBezTo>
                    <a:cubicBezTo>
                      <a:pt x="1" y="112"/>
                      <a:pt x="2" y="126"/>
                      <a:pt x="5"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4"/>
              <p:cNvSpPr/>
              <p:nvPr/>
            </p:nvSpPr>
            <p:spPr>
              <a:xfrm>
                <a:off x="3398995" y="5908968"/>
                <a:ext cx="4680" cy="15480"/>
              </a:xfrm>
              <a:custGeom>
                <a:rect b="b" l="l" r="r" t="t"/>
                <a:pathLst>
                  <a:path extrusionOk="0" h="43" w="13">
                    <a:moveTo>
                      <a:pt x="0" y="8"/>
                    </a:moveTo>
                    <a:cubicBezTo>
                      <a:pt x="0" y="18"/>
                      <a:pt x="1" y="29"/>
                      <a:pt x="2" y="39"/>
                    </a:cubicBezTo>
                    <a:cubicBezTo>
                      <a:pt x="3" y="40"/>
                      <a:pt x="3" y="40"/>
                      <a:pt x="3" y="40"/>
                    </a:cubicBezTo>
                    <a:cubicBezTo>
                      <a:pt x="3" y="41"/>
                      <a:pt x="4" y="41"/>
                      <a:pt x="4" y="41"/>
                    </a:cubicBezTo>
                    <a:cubicBezTo>
                      <a:pt x="5" y="42"/>
                      <a:pt x="5" y="42"/>
                      <a:pt x="6" y="42"/>
                    </a:cubicBezTo>
                    <a:cubicBezTo>
                      <a:pt x="6" y="42"/>
                      <a:pt x="7" y="42"/>
                      <a:pt x="8" y="41"/>
                    </a:cubicBezTo>
                    <a:cubicBezTo>
                      <a:pt x="8" y="41"/>
                      <a:pt x="9" y="41"/>
                      <a:pt x="9" y="40"/>
                    </a:cubicBezTo>
                    <a:lnTo>
                      <a:pt x="9" y="39"/>
                    </a:lnTo>
                    <a:cubicBezTo>
                      <a:pt x="11" y="29"/>
                      <a:pt x="12" y="18"/>
                      <a:pt x="12" y="8"/>
                    </a:cubicBezTo>
                    <a:cubicBezTo>
                      <a:pt x="12" y="0"/>
                      <a:pt x="0" y="0"/>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34"/>
            <p:cNvGrpSpPr/>
            <p:nvPr/>
          </p:nvGrpSpPr>
          <p:grpSpPr>
            <a:xfrm>
              <a:off x="6387361" y="2493397"/>
              <a:ext cx="2754116" cy="2754116"/>
              <a:chOff x="14613818" y="3855657"/>
              <a:chExt cx="2162975" cy="2162975"/>
            </a:xfrm>
          </p:grpSpPr>
          <p:sp>
            <p:nvSpPr>
              <p:cNvPr id="2804" name="Google Shape;2804;p34"/>
              <p:cNvSpPr/>
              <p:nvPr/>
            </p:nvSpPr>
            <p:spPr>
              <a:xfrm rot="-2700000">
                <a:off x="14933549" y="4169448"/>
                <a:ext cx="1523514" cy="1535394"/>
              </a:xfrm>
              <a:custGeom>
                <a:rect b="b" l="l" r="r" t="t"/>
                <a:pathLst>
                  <a:path extrusionOk="0" h="4265" w="4232">
                    <a:moveTo>
                      <a:pt x="4208" y="71"/>
                    </a:moveTo>
                    <a:cubicBezTo>
                      <a:pt x="4174" y="26"/>
                      <a:pt x="4109" y="0"/>
                      <a:pt x="4062" y="37"/>
                    </a:cubicBezTo>
                    <a:cubicBezTo>
                      <a:pt x="3969" y="108"/>
                      <a:pt x="3877" y="180"/>
                      <a:pt x="3784" y="251"/>
                    </a:cubicBezTo>
                    <a:cubicBezTo>
                      <a:pt x="3782" y="253"/>
                      <a:pt x="3780" y="255"/>
                      <a:pt x="3778" y="257"/>
                    </a:cubicBezTo>
                    <a:cubicBezTo>
                      <a:pt x="3684" y="352"/>
                      <a:pt x="3580" y="438"/>
                      <a:pt x="3500" y="546"/>
                    </a:cubicBezTo>
                    <a:cubicBezTo>
                      <a:pt x="3490" y="559"/>
                      <a:pt x="3478" y="571"/>
                      <a:pt x="3465" y="582"/>
                    </a:cubicBezTo>
                    <a:cubicBezTo>
                      <a:pt x="3372" y="665"/>
                      <a:pt x="3291" y="762"/>
                      <a:pt x="3195" y="842"/>
                    </a:cubicBezTo>
                    <a:cubicBezTo>
                      <a:pt x="3141" y="890"/>
                      <a:pt x="3095" y="948"/>
                      <a:pt x="3039" y="995"/>
                    </a:cubicBezTo>
                    <a:cubicBezTo>
                      <a:pt x="2862" y="1140"/>
                      <a:pt x="2713" y="1315"/>
                      <a:pt x="2533" y="1457"/>
                    </a:cubicBezTo>
                    <a:cubicBezTo>
                      <a:pt x="2521" y="1468"/>
                      <a:pt x="2509" y="1480"/>
                      <a:pt x="2499" y="1493"/>
                    </a:cubicBezTo>
                    <a:cubicBezTo>
                      <a:pt x="2395" y="1613"/>
                      <a:pt x="2284" y="1727"/>
                      <a:pt x="2166" y="1835"/>
                    </a:cubicBezTo>
                    <a:cubicBezTo>
                      <a:pt x="2147" y="1850"/>
                      <a:pt x="2128" y="1867"/>
                      <a:pt x="2110" y="1885"/>
                    </a:cubicBezTo>
                    <a:cubicBezTo>
                      <a:pt x="2045" y="1964"/>
                      <a:pt x="1962" y="2028"/>
                      <a:pt x="1898" y="2109"/>
                    </a:cubicBezTo>
                    <a:cubicBezTo>
                      <a:pt x="1863" y="2155"/>
                      <a:pt x="1823" y="2198"/>
                      <a:pt x="1785" y="2242"/>
                    </a:cubicBezTo>
                    <a:cubicBezTo>
                      <a:pt x="1716" y="2319"/>
                      <a:pt x="1644" y="2394"/>
                      <a:pt x="1579" y="2473"/>
                    </a:cubicBezTo>
                    <a:cubicBezTo>
                      <a:pt x="1495" y="2575"/>
                      <a:pt x="1438" y="2647"/>
                      <a:pt x="1326" y="2720"/>
                    </a:cubicBezTo>
                    <a:cubicBezTo>
                      <a:pt x="1272" y="2754"/>
                      <a:pt x="1247" y="2813"/>
                      <a:pt x="1193" y="2851"/>
                    </a:cubicBezTo>
                    <a:cubicBezTo>
                      <a:pt x="1190" y="2852"/>
                      <a:pt x="1188" y="2855"/>
                      <a:pt x="1185" y="2856"/>
                    </a:cubicBezTo>
                    <a:cubicBezTo>
                      <a:pt x="1170" y="2865"/>
                      <a:pt x="1152" y="2869"/>
                      <a:pt x="1134" y="2869"/>
                    </a:cubicBezTo>
                    <a:cubicBezTo>
                      <a:pt x="1116" y="2869"/>
                      <a:pt x="1099" y="2865"/>
                      <a:pt x="1083" y="2856"/>
                    </a:cubicBezTo>
                    <a:cubicBezTo>
                      <a:pt x="1081" y="2855"/>
                      <a:pt x="1078" y="2852"/>
                      <a:pt x="1075" y="2851"/>
                    </a:cubicBezTo>
                    <a:cubicBezTo>
                      <a:pt x="1074" y="2850"/>
                      <a:pt x="1073" y="2849"/>
                      <a:pt x="1072" y="2849"/>
                    </a:cubicBezTo>
                    <a:cubicBezTo>
                      <a:pt x="1064" y="2844"/>
                      <a:pt x="1056" y="2838"/>
                      <a:pt x="1048" y="2832"/>
                    </a:cubicBezTo>
                    <a:cubicBezTo>
                      <a:pt x="976" y="2770"/>
                      <a:pt x="899" y="2769"/>
                      <a:pt x="815" y="2807"/>
                    </a:cubicBezTo>
                    <a:cubicBezTo>
                      <a:pt x="766" y="2829"/>
                      <a:pt x="724" y="2863"/>
                      <a:pt x="676" y="2883"/>
                    </a:cubicBezTo>
                    <a:cubicBezTo>
                      <a:pt x="666" y="2887"/>
                      <a:pt x="657" y="2893"/>
                      <a:pt x="647" y="2898"/>
                    </a:cubicBezTo>
                    <a:cubicBezTo>
                      <a:pt x="611" y="2920"/>
                      <a:pt x="578" y="2945"/>
                      <a:pt x="550" y="2976"/>
                    </a:cubicBezTo>
                    <a:cubicBezTo>
                      <a:pt x="524" y="3002"/>
                      <a:pt x="499" y="3028"/>
                      <a:pt x="476" y="3056"/>
                    </a:cubicBezTo>
                    <a:cubicBezTo>
                      <a:pt x="404" y="3146"/>
                      <a:pt x="312" y="3217"/>
                      <a:pt x="222" y="3285"/>
                    </a:cubicBezTo>
                    <a:cubicBezTo>
                      <a:pt x="150" y="3339"/>
                      <a:pt x="88" y="3402"/>
                      <a:pt x="20" y="3459"/>
                    </a:cubicBezTo>
                    <a:cubicBezTo>
                      <a:pt x="3" y="3473"/>
                      <a:pt x="0" y="3493"/>
                      <a:pt x="12" y="3502"/>
                    </a:cubicBezTo>
                    <a:cubicBezTo>
                      <a:pt x="24" y="3511"/>
                      <a:pt x="38" y="3505"/>
                      <a:pt x="50" y="3498"/>
                    </a:cubicBezTo>
                    <a:cubicBezTo>
                      <a:pt x="55" y="3495"/>
                      <a:pt x="59" y="3491"/>
                      <a:pt x="64" y="3488"/>
                    </a:cubicBezTo>
                    <a:cubicBezTo>
                      <a:pt x="107" y="3454"/>
                      <a:pt x="143" y="3410"/>
                      <a:pt x="184" y="3373"/>
                    </a:cubicBezTo>
                    <a:cubicBezTo>
                      <a:pt x="226" y="3337"/>
                      <a:pt x="276" y="3310"/>
                      <a:pt x="319" y="3275"/>
                    </a:cubicBezTo>
                    <a:cubicBezTo>
                      <a:pt x="406" y="3205"/>
                      <a:pt x="479" y="3120"/>
                      <a:pt x="570" y="3054"/>
                    </a:cubicBezTo>
                    <a:cubicBezTo>
                      <a:pt x="661" y="2988"/>
                      <a:pt x="760" y="2942"/>
                      <a:pt x="876" y="2937"/>
                    </a:cubicBezTo>
                    <a:cubicBezTo>
                      <a:pt x="879" y="2937"/>
                      <a:pt x="882" y="2936"/>
                      <a:pt x="885" y="2936"/>
                    </a:cubicBezTo>
                    <a:cubicBezTo>
                      <a:pt x="905" y="2936"/>
                      <a:pt x="924" y="2942"/>
                      <a:pt x="940" y="2951"/>
                    </a:cubicBezTo>
                    <a:cubicBezTo>
                      <a:pt x="950" y="2957"/>
                      <a:pt x="958" y="2963"/>
                      <a:pt x="965" y="2971"/>
                    </a:cubicBezTo>
                    <a:cubicBezTo>
                      <a:pt x="969" y="2974"/>
                      <a:pt x="973" y="2979"/>
                      <a:pt x="975" y="2983"/>
                    </a:cubicBezTo>
                    <a:cubicBezTo>
                      <a:pt x="980" y="2992"/>
                      <a:pt x="982" y="2999"/>
                      <a:pt x="982" y="3008"/>
                    </a:cubicBezTo>
                    <a:cubicBezTo>
                      <a:pt x="982" y="3016"/>
                      <a:pt x="980" y="3024"/>
                      <a:pt x="975" y="3032"/>
                    </a:cubicBezTo>
                    <a:cubicBezTo>
                      <a:pt x="970" y="3044"/>
                      <a:pt x="964" y="3057"/>
                      <a:pt x="957" y="3069"/>
                    </a:cubicBezTo>
                    <a:cubicBezTo>
                      <a:pt x="942" y="3095"/>
                      <a:pt x="923" y="3120"/>
                      <a:pt x="901" y="3142"/>
                    </a:cubicBezTo>
                    <a:cubicBezTo>
                      <a:pt x="829" y="3207"/>
                      <a:pt x="767" y="3283"/>
                      <a:pt x="699" y="3353"/>
                    </a:cubicBezTo>
                    <a:cubicBezTo>
                      <a:pt x="619" y="3439"/>
                      <a:pt x="535" y="3519"/>
                      <a:pt x="446" y="3596"/>
                    </a:cubicBezTo>
                    <a:cubicBezTo>
                      <a:pt x="381" y="3650"/>
                      <a:pt x="338" y="3723"/>
                      <a:pt x="284" y="3785"/>
                    </a:cubicBezTo>
                    <a:cubicBezTo>
                      <a:pt x="282" y="3787"/>
                      <a:pt x="285" y="3794"/>
                      <a:pt x="287" y="3798"/>
                    </a:cubicBezTo>
                    <a:cubicBezTo>
                      <a:pt x="288" y="3799"/>
                      <a:pt x="289" y="3799"/>
                      <a:pt x="290" y="3799"/>
                    </a:cubicBezTo>
                    <a:cubicBezTo>
                      <a:pt x="292" y="3799"/>
                      <a:pt x="293" y="3799"/>
                      <a:pt x="294" y="3798"/>
                    </a:cubicBezTo>
                    <a:cubicBezTo>
                      <a:pt x="305" y="3789"/>
                      <a:pt x="316" y="3780"/>
                      <a:pt x="325" y="3770"/>
                    </a:cubicBezTo>
                    <a:cubicBezTo>
                      <a:pt x="385" y="3712"/>
                      <a:pt x="434" y="3643"/>
                      <a:pt x="504" y="3597"/>
                    </a:cubicBezTo>
                    <a:cubicBezTo>
                      <a:pt x="538" y="3572"/>
                      <a:pt x="570" y="3544"/>
                      <a:pt x="598" y="3513"/>
                    </a:cubicBezTo>
                    <a:cubicBezTo>
                      <a:pt x="619" y="3491"/>
                      <a:pt x="641" y="3470"/>
                      <a:pt x="664" y="3450"/>
                    </a:cubicBezTo>
                    <a:cubicBezTo>
                      <a:pt x="731" y="3395"/>
                      <a:pt x="793" y="3334"/>
                      <a:pt x="850" y="3269"/>
                    </a:cubicBezTo>
                    <a:cubicBezTo>
                      <a:pt x="890" y="3223"/>
                      <a:pt x="933" y="3179"/>
                      <a:pt x="973" y="3132"/>
                    </a:cubicBezTo>
                    <a:cubicBezTo>
                      <a:pt x="981" y="3120"/>
                      <a:pt x="992" y="3111"/>
                      <a:pt x="1005" y="3103"/>
                    </a:cubicBezTo>
                    <a:cubicBezTo>
                      <a:pt x="1021" y="3094"/>
                      <a:pt x="1040" y="3089"/>
                      <a:pt x="1059" y="3089"/>
                    </a:cubicBezTo>
                    <a:cubicBezTo>
                      <a:pt x="1070" y="3089"/>
                      <a:pt x="1081" y="3090"/>
                      <a:pt x="1092" y="3094"/>
                    </a:cubicBezTo>
                    <a:cubicBezTo>
                      <a:pt x="1119" y="3100"/>
                      <a:pt x="1146" y="3111"/>
                      <a:pt x="1171" y="3125"/>
                    </a:cubicBezTo>
                    <a:cubicBezTo>
                      <a:pt x="1177" y="3129"/>
                      <a:pt x="1184" y="3133"/>
                      <a:pt x="1190" y="3137"/>
                    </a:cubicBezTo>
                    <a:cubicBezTo>
                      <a:pt x="1247" y="3176"/>
                      <a:pt x="1255" y="3219"/>
                      <a:pt x="1219" y="3279"/>
                    </a:cubicBezTo>
                    <a:cubicBezTo>
                      <a:pt x="1188" y="3330"/>
                      <a:pt x="1143" y="3368"/>
                      <a:pt x="1104" y="3411"/>
                    </a:cubicBezTo>
                    <a:cubicBezTo>
                      <a:pt x="938" y="3592"/>
                      <a:pt x="773" y="3773"/>
                      <a:pt x="608" y="3954"/>
                    </a:cubicBezTo>
                    <a:cubicBezTo>
                      <a:pt x="593" y="3970"/>
                      <a:pt x="572" y="3984"/>
                      <a:pt x="581" y="4011"/>
                    </a:cubicBezTo>
                    <a:cubicBezTo>
                      <a:pt x="587" y="4027"/>
                      <a:pt x="613" y="4019"/>
                      <a:pt x="642" y="3987"/>
                    </a:cubicBezTo>
                    <a:cubicBezTo>
                      <a:pt x="716" y="3907"/>
                      <a:pt x="788" y="3826"/>
                      <a:pt x="861" y="3746"/>
                    </a:cubicBezTo>
                    <a:cubicBezTo>
                      <a:pt x="874" y="3731"/>
                      <a:pt x="885" y="3715"/>
                      <a:pt x="898" y="3701"/>
                    </a:cubicBezTo>
                    <a:cubicBezTo>
                      <a:pt x="982" y="3610"/>
                      <a:pt x="1066" y="3521"/>
                      <a:pt x="1148" y="3431"/>
                    </a:cubicBezTo>
                    <a:cubicBezTo>
                      <a:pt x="1189" y="3388"/>
                      <a:pt x="1235" y="3352"/>
                      <a:pt x="1285" y="3322"/>
                    </a:cubicBezTo>
                    <a:cubicBezTo>
                      <a:pt x="1285" y="3322"/>
                      <a:pt x="1286" y="3322"/>
                      <a:pt x="1286" y="3321"/>
                    </a:cubicBezTo>
                    <a:cubicBezTo>
                      <a:pt x="1303" y="3311"/>
                      <a:pt x="1323" y="3306"/>
                      <a:pt x="1343" y="3306"/>
                    </a:cubicBezTo>
                    <a:cubicBezTo>
                      <a:pt x="1363" y="3306"/>
                      <a:pt x="1383" y="3311"/>
                      <a:pt x="1400" y="3321"/>
                    </a:cubicBezTo>
                    <a:cubicBezTo>
                      <a:pt x="1404" y="3323"/>
                      <a:pt x="1407" y="3325"/>
                      <a:pt x="1410" y="3328"/>
                    </a:cubicBezTo>
                    <a:cubicBezTo>
                      <a:pt x="1448" y="3362"/>
                      <a:pt x="1480" y="3402"/>
                      <a:pt x="1464" y="3458"/>
                    </a:cubicBezTo>
                    <a:cubicBezTo>
                      <a:pt x="1460" y="3475"/>
                      <a:pt x="1454" y="3492"/>
                      <a:pt x="1445" y="3507"/>
                    </a:cubicBezTo>
                    <a:cubicBezTo>
                      <a:pt x="1439" y="3518"/>
                      <a:pt x="1431" y="3529"/>
                      <a:pt x="1422" y="3538"/>
                    </a:cubicBezTo>
                    <a:cubicBezTo>
                      <a:pt x="1399" y="3563"/>
                      <a:pt x="1378" y="3589"/>
                      <a:pt x="1360" y="3618"/>
                    </a:cubicBezTo>
                    <a:cubicBezTo>
                      <a:pt x="1290" y="3722"/>
                      <a:pt x="1206" y="3816"/>
                      <a:pt x="1111" y="3897"/>
                    </a:cubicBezTo>
                    <a:cubicBezTo>
                      <a:pt x="1069" y="3930"/>
                      <a:pt x="1031" y="3968"/>
                      <a:pt x="1000" y="4010"/>
                    </a:cubicBezTo>
                    <a:cubicBezTo>
                      <a:pt x="985" y="4030"/>
                      <a:pt x="967" y="4048"/>
                      <a:pt x="948" y="4064"/>
                    </a:cubicBezTo>
                    <a:cubicBezTo>
                      <a:pt x="888" y="4115"/>
                      <a:pt x="846" y="4182"/>
                      <a:pt x="792" y="4238"/>
                    </a:cubicBezTo>
                    <a:cubicBezTo>
                      <a:pt x="792" y="4239"/>
                      <a:pt x="791" y="4240"/>
                      <a:pt x="791" y="4240"/>
                    </a:cubicBezTo>
                    <a:cubicBezTo>
                      <a:pt x="789" y="4243"/>
                      <a:pt x="789" y="4245"/>
                      <a:pt x="789" y="4248"/>
                    </a:cubicBezTo>
                    <a:cubicBezTo>
                      <a:pt x="789" y="4251"/>
                      <a:pt x="789" y="4253"/>
                      <a:pt x="791" y="4256"/>
                    </a:cubicBezTo>
                    <a:cubicBezTo>
                      <a:pt x="792" y="4257"/>
                      <a:pt x="793" y="4259"/>
                      <a:pt x="795" y="4260"/>
                    </a:cubicBezTo>
                    <a:cubicBezTo>
                      <a:pt x="795" y="4261"/>
                      <a:pt x="796" y="4262"/>
                      <a:pt x="797" y="4262"/>
                    </a:cubicBezTo>
                    <a:cubicBezTo>
                      <a:pt x="800" y="4264"/>
                      <a:pt x="803" y="4264"/>
                      <a:pt x="807" y="4264"/>
                    </a:cubicBezTo>
                    <a:cubicBezTo>
                      <a:pt x="808" y="4264"/>
                      <a:pt x="809" y="4264"/>
                      <a:pt x="810" y="4264"/>
                    </a:cubicBezTo>
                    <a:cubicBezTo>
                      <a:pt x="822" y="4262"/>
                      <a:pt x="833" y="4258"/>
                      <a:pt x="844" y="4251"/>
                    </a:cubicBezTo>
                    <a:cubicBezTo>
                      <a:pt x="861" y="4242"/>
                      <a:pt x="876" y="4227"/>
                      <a:pt x="886" y="4209"/>
                    </a:cubicBezTo>
                    <a:cubicBezTo>
                      <a:pt x="886" y="4208"/>
                      <a:pt x="887" y="4207"/>
                      <a:pt x="887" y="4206"/>
                    </a:cubicBezTo>
                    <a:cubicBezTo>
                      <a:pt x="890" y="4200"/>
                      <a:pt x="893" y="4196"/>
                      <a:pt x="896" y="4189"/>
                    </a:cubicBezTo>
                    <a:cubicBezTo>
                      <a:pt x="903" y="4179"/>
                      <a:pt x="910" y="4168"/>
                      <a:pt x="920" y="4159"/>
                    </a:cubicBezTo>
                    <a:cubicBezTo>
                      <a:pt x="966" y="4129"/>
                      <a:pt x="994" y="4084"/>
                      <a:pt x="1030" y="4046"/>
                    </a:cubicBezTo>
                    <a:cubicBezTo>
                      <a:pt x="1057" y="4014"/>
                      <a:pt x="1086" y="3983"/>
                      <a:pt x="1117" y="3955"/>
                    </a:cubicBezTo>
                    <a:cubicBezTo>
                      <a:pt x="1195" y="3892"/>
                      <a:pt x="1266" y="3821"/>
                      <a:pt x="1328" y="3742"/>
                    </a:cubicBezTo>
                    <a:cubicBezTo>
                      <a:pt x="1378" y="3684"/>
                      <a:pt x="1422" y="3622"/>
                      <a:pt x="1460" y="3556"/>
                    </a:cubicBezTo>
                    <a:cubicBezTo>
                      <a:pt x="1464" y="3550"/>
                      <a:pt x="1468" y="3544"/>
                      <a:pt x="1471" y="3537"/>
                    </a:cubicBezTo>
                    <a:cubicBezTo>
                      <a:pt x="1523" y="3432"/>
                      <a:pt x="1563" y="3323"/>
                      <a:pt x="1497" y="3211"/>
                    </a:cubicBezTo>
                    <a:cubicBezTo>
                      <a:pt x="1462" y="3152"/>
                      <a:pt x="1469" y="3100"/>
                      <a:pt x="1500" y="3046"/>
                    </a:cubicBezTo>
                    <a:cubicBezTo>
                      <a:pt x="1513" y="3024"/>
                      <a:pt x="1525" y="3003"/>
                      <a:pt x="1539" y="2981"/>
                    </a:cubicBezTo>
                    <a:cubicBezTo>
                      <a:pt x="1544" y="2976"/>
                      <a:pt x="1548" y="2970"/>
                      <a:pt x="1552" y="2963"/>
                    </a:cubicBezTo>
                    <a:cubicBezTo>
                      <a:pt x="1560" y="2949"/>
                      <a:pt x="1565" y="2933"/>
                      <a:pt x="1565" y="2916"/>
                    </a:cubicBezTo>
                    <a:cubicBezTo>
                      <a:pt x="1565" y="2912"/>
                      <a:pt x="1564" y="2908"/>
                      <a:pt x="1564" y="2904"/>
                    </a:cubicBezTo>
                    <a:cubicBezTo>
                      <a:pt x="1558" y="2876"/>
                      <a:pt x="1573" y="2856"/>
                      <a:pt x="1590" y="2837"/>
                    </a:cubicBezTo>
                    <a:cubicBezTo>
                      <a:pt x="1647" y="2765"/>
                      <a:pt x="1709" y="2696"/>
                      <a:pt x="1775" y="2632"/>
                    </a:cubicBezTo>
                    <a:cubicBezTo>
                      <a:pt x="1928" y="2486"/>
                      <a:pt x="2083" y="2342"/>
                      <a:pt x="2236" y="2195"/>
                    </a:cubicBezTo>
                    <a:cubicBezTo>
                      <a:pt x="2339" y="2101"/>
                      <a:pt x="2436" y="2003"/>
                      <a:pt x="2527" y="1898"/>
                    </a:cubicBezTo>
                    <a:cubicBezTo>
                      <a:pt x="2552" y="1868"/>
                      <a:pt x="2579" y="1840"/>
                      <a:pt x="2607" y="1813"/>
                    </a:cubicBezTo>
                    <a:cubicBezTo>
                      <a:pt x="2694" y="1726"/>
                      <a:pt x="2783" y="1642"/>
                      <a:pt x="2871" y="1556"/>
                    </a:cubicBezTo>
                    <a:cubicBezTo>
                      <a:pt x="2964" y="1464"/>
                      <a:pt x="3051" y="1367"/>
                      <a:pt x="3149" y="1279"/>
                    </a:cubicBezTo>
                    <a:cubicBezTo>
                      <a:pt x="3265" y="1175"/>
                      <a:pt x="3386" y="1076"/>
                      <a:pt x="3492" y="961"/>
                    </a:cubicBezTo>
                    <a:cubicBezTo>
                      <a:pt x="3557" y="891"/>
                      <a:pt x="3633" y="835"/>
                      <a:pt x="3697" y="765"/>
                    </a:cubicBezTo>
                    <a:cubicBezTo>
                      <a:pt x="3761" y="695"/>
                      <a:pt x="3829" y="629"/>
                      <a:pt x="3900" y="567"/>
                    </a:cubicBezTo>
                    <a:cubicBezTo>
                      <a:pt x="3974" y="502"/>
                      <a:pt x="4041" y="432"/>
                      <a:pt x="4110" y="363"/>
                    </a:cubicBezTo>
                    <a:cubicBezTo>
                      <a:pt x="4137" y="336"/>
                      <a:pt x="4161" y="305"/>
                      <a:pt x="4180" y="272"/>
                    </a:cubicBezTo>
                    <a:cubicBezTo>
                      <a:pt x="4190" y="255"/>
                      <a:pt x="4198" y="238"/>
                      <a:pt x="4205" y="220"/>
                    </a:cubicBezTo>
                    <a:cubicBezTo>
                      <a:pt x="4217" y="196"/>
                      <a:pt x="4226" y="170"/>
                      <a:pt x="4231" y="144"/>
                    </a:cubicBezTo>
                    <a:cubicBezTo>
                      <a:pt x="4231" y="141"/>
                      <a:pt x="4231" y="139"/>
                      <a:pt x="4231" y="136"/>
                    </a:cubicBezTo>
                    <a:cubicBezTo>
                      <a:pt x="4231" y="118"/>
                      <a:pt x="4226" y="99"/>
                      <a:pt x="4217" y="84"/>
                    </a:cubicBezTo>
                    <a:cubicBezTo>
                      <a:pt x="4214" y="79"/>
                      <a:pt x="4211" y="75"/>
                      <a:pt x="4208" y="71"/>
                    </a:cubicBezTo>
                    <a:moveTo>
                      <a:pt x="1490" y="2954"/>
                    </a:moveTo>
                    <a:cubicBezTo>
                      <a:pt x="1476" y="2985"/>
                      <a:pt x="1460" y="3014"/>
                      <a:pt x="1447" y="3045"/>
                    </a:cubicBezTo>
                    <a:cubicBezTo>
                      <a:pt x="1435" y="3067"/>
                      <a:pt x="1429" y="3092"/>
                      <a:pt x="1429" y="3117"/>
                    </a:cubicBezTo>
                    <a:cubicBezTo>
                      <a:pt x="1429" y="3145"/>
                      <a:pt x="1437" y="3173"/>
                      <a:pt x="1451" y="3197"/>
                    </a:cubicBezTo>
                    <a:cubicBezTo>
                      <a:pt x="1452" y="3199"/>
                      <a:pt x="1453" y="3201"/>
                      <a:pt x="1455" y="3204"/>
                    </a:cubicBezTo>
                    <a:cubicBezTo>
                      <a:pt x="1474" y="3241"/>
                      <a:pt x="1490" y="3279"/>
                      <a:pt x="1501" y="3319"/>
                    </a:cubicBezTo>
                    <a:cubicBezTo>
                      <a:pt x="1502" y="3322"/>
                      <a:pt x="1503" y="3325"/>
                      <a:pt x="1503" y="3328"/>
                    </a:cubicBezTo>
                    <a:cubicBezTo>
                      <a:pt x="1503" y="3332"/>
                      <a:pt x="1502" y="3337"/>
                      <a:pt x="1500" y="3340"/>
                    </a:cubicBezTo>
                    <a:cubicBezTo>
                      <a:pt x="1498" y="3344"/>
                      <a:pt x="1495" y="3347"/>
                      <a:pt x="1491" y="3349"/>
                    </a:cubicBezTo>
                    <a:cubicBezTo>
                      <a:pt x="1490" y="3350"/>
                      <a:pt x="1489" y="3350"/>
                      <a:pt x="1488" y="3350"/>
                    </a:cubicBezTo>
                    <a:cubicBezTo>
                      <a:pt x="1469" y="3323"/>
                      <a:pt x="1445" y="3301"/>
                      <a:pt x="1416" y="3284"/>
                    </a:cubicBezTo>
                    <a:cubicBezTo>
                      <a:pt x="1390" y="3270"/>
                      <a:pt x="1362" y="3259"/>
                      <a:pt x="1332" y="3256"/>
                    </a:cubicBezTo>
                    <a:cubicBezTo>
                      <a:pt x="1325" y="3255"/>
                      <a:pt x="1318" y="3253"/>
                      <a:pt x="1312" y="3249"/>
                    </a:cubicBezTo>
                    <a:cubicBezTo>
                      <a:pt x="1304" y="3245"/>
                      <a:pt x="1297" y="3237"/>
                      <a:pt x="1292" y="3229"/>
                    </a:cubicBezTo>
                    <a:cubicBezTo>
                      <a:pt x="1289" y="3224"/>
                      <a:pt x="1287" y="3218"/>
                      <a:pt x="1286" y="3212"/>
                    </a:cubicBezTo>
                    <a:cubicBezTo>
                      <a:pt x="1282" y="3199"/>
                      <a:pt x="1277" y="3185"/>
                      <a:pt x="1273" y="3173"/>
                    </a:cubicBezTo>
                    <a:cubicBezTo>
                      <a:pt x="1269" y="3163"/>
                      <a:pt x="1265" y="3154"/>
                      <a:pt x="1260" y="3145"/>
                    </a:cubicBezTo>
                    <a:cubicBezTo>
                      <a:pt x="1247" y="3122"/>
                      <a:pt x="1227" y="3102"/>
                      <a:pt x="1204" y="3089"/>
                    </a:cubicBezTo>
                    <a:cubicBezTo>
                      <a:pt x="1197" y="3085"/>
                      <a:pt x="1190" y="3082"/>
                      <a:pt x="1184" y="3079"/>
                    </a:cubicBezTo>
                    <a:cubicBezTo>
                      <a:pt x="1142" y="3060"/>
                      <a:pt x="1098" y="3046"/>
                      <a:pt x="1053" y="3039"/>
                    </a:cubicBezTo>
                    <a:cubicBezTo>
                      <a:pt x="1053" y="3038"/>
                      <a:pt x="1053" y="3037"/>
                      <a:pt x="1052" y="3036"/>
                    </a:cubicBezTo>
                    <a:cubicBezTo>
                      <a:pt x="1051" y="3034"/>
                      <a:pt x="1049" y="3030"/>
                      <a:pt x="1047" y="3027"/>
                    </a:cubicBezTo>
                    <a:cubicBezTo>
                      <a:pt x="1035" y="2922"/>
                      <a:pt x="1010" y="2899"/>
                      <a:pt x="906" y="2895"/>
                    </a:cubicBezTo>
                    <a:cubicBezTo>
                      <a:pt x="847" y="2893"/>
                      <a:pt x="792" y="2912"/>
                      <a:pt x="736" y="2926"/>
                    </a:cubicBezTo>
                    <a:cubicBezTo>
                      <a:pt x="749" y="2897"/>
                      <a:pt x="777" y="2885"/>
                      <a:pt x="805" y="2872"/>
                    </a:cubicBezTo>
                    <a:cubicBezTo>
                      <a:pt x="815" y="2867"/>
                      <a:pt x="826" y="2864"/>
                      <a:pt x="836" y="2859"/>
                    </a:cubicBezTo>
                    <a:cubicBezTo>
                      <a:pt x="862" y="2844"/>
                      <a:pt x="892" y="2836"/>
                      <a:pt x="922" y="2836"/>
                    </a:cubicBezTo>
                    <a:cubicBezTo>
                      <a:pt x="952" y="2836"/>
                      <a:pt x="981" y="2844"/>
                      <a:pt x="1008" y="2859"/>
                    </a:cubicBezTo>
                    <a:cubicBezTo>
                      <a:pt x="1018" y="2865"/>
                      <a:pt x="1028" y="2873"/>
                      <a:pt x="1038" y="2881"/>
                    </a:cubicBezTo>
                    <a:cubicBezTo>
                      <a:pt x="1042" y="2885"/>
                      <a:pt x="1047" y="2888"/>
                      <a:pt x="1051" y="2891"/>
                    </a:cubicBezTo>
                    <a:cubicBezTo>
                      <a:pt x="1129" y="2944"/>
                      <a:pt x="1148" y="2944"/>
                      <a:pt x="1223" y="2891"/>
                    </a:cubicBezTo>
                    <a:cubicBezTo>
                      <a:pt x="1248" y="2873"/>
                      <a:pt x="1273" y="2855"/>
                      <a:pt x="1296" y="2835"/>
                    </a:cubicBezTo>
                    <a:cubicBezTo>
                      <a:pt x="1334" y="2803"/>
                      <a:pt x="1333" y="2803"/>
                      <a:pt x="1372" y="2821"/>
                    </a:cubicBezTo>
                    <a:cubicBezTo>
                      <a:pt x="1382" y="2826"/>
                      <a:pt x="1391" y="2831"/>
                      <a:pt x="1400" y="2836"/>
                    </a:cubicBezTo>
                    <a:cubicBezTo>
                      <a:pt x="1430" y="2853"/>
                      <a:pt x="1457" y="2873"/>
                      <a:pt x="1483" y="2896"/>
                    </a:cubicBezTo>
                    <a:cubicBezTo>
                      <a:pt x="1505" y="2917"/>
                      <a:pt x="1505" y="2923"/>
                      <a:pt x="1490" y="2954"/>
                    </a:cubicBezTo>
                    <a:moveTo>
                      <a:pt x="4166" y="180"/>
                    </a:moveTo>
                    <a:cubicBezTo>
                      <a:pt x="4164" y="185"/>
                      <a:pt x="4162" y="191"/>
                      <a:pt x="4160" y="196"/>
                    </a:cubicBezTo>
                    <a:cubicBezTo>
                      <a:pt x="4156" y="206"/>
                      <a:pt x="4151" y="216"/>
                      <a:pt x="4147" y="226"/>
                    </a:cubicBezTo>
                    <a:cubicBezTo>
                      <a:pt x="4140" y="242"/>
                      <a:pt x="4133" y="257"/>
                      <a:pt x="4125" y="271"/>
                    </a:cubicBezTo>
                    <a:cubicBezTo>
                      <a:pt x="4104" y="307"/>
                      <a:pt x="4077" y="340"/>
                      <a:pt x="4045" y="367"/>
                    </a:cubicBezTo>
                    <a:cubicBezTo>
                      <a:pt x="3949" y="445"/>
                      <a:pt x="3868" y="537"/>
                      <a:pt x="3780" y="622"/>
                    </a:cubicBezTo>
                    <a:cubicBezTo>
                      <a:pt x="3750" y="651"/>
                      <a:pt x="3720" y="681"/>
                      <a:pt x="3689" y="709"/>
                    </a:cubicBezTo>
                    <a:cubicBezTo>
                      <a:pt x="3602" y="784"/>
                      <a:pt x="3529" y="872"/>
                      <a:pt x="3440" y="944"/>
                    </a:cubicBezTo>
                    <a:cubicBezTo>
                      <a:pt x="3366" y="1003"/>
                      <a:pt x="3305" y="1077"/>
                      <a:pt x="3235" y="1139"/>
                    </a:cubicBezTo>
                    <a:cubicBezTo>
                      <a:pt x="3112" y="1248"/>
                      <a:pt x="2995" y="1364"/>
                      <a:pt x="2879" y="1481"/>
                    </a:cubicBezTo>
                    <a:cubicBezTo>
                      <a:pt x="2763" y="1598"/>
                      <a:pt x="2650" y="1709"/>
                      <a:pt x="2535" y="1822"/>
                    </a:cubicBezTo>
                    <a:cubicBezTo>
                      <a:pt x="2527" y="1830"/>
                      <a:pt x="2520" y="1838"/>
                      <a:pt x="2513" y="1847"/>
                    </a:cubicBezTo>
                    <a:cubicBezTo>
                      <a:pt x="2457" y="1921"/>
                      <a:pt x="2389" y="1982"/>
                      <a:pt x="2325" y="2049"/>
                    </a:cubicBezTo>
                    <a:cubicBezTo>
                      <a:pt x="2208" y="2168"/>
                      <a:pt x="2082" y="2277"/>
                      <a:pt x="1962" y="2393"/>
                    </a:cubicBezTo>
                    <a:cubicBezTo>
                      <a:pt x="1834" y="2517"/>
                      <a:pt x="1696" y="2630"/>
                      <a:pt x="1585" y="2772"/>
                    </a:cubicBezTo>
                    <a:cubicBezTo>
                      <a:pt x="1577" y="2782"/>
                      <a:pt x="1567" y="2793"/>
                      <a:pt x="1557" y="2802"/>
                    </a:cubicBezTo>
                    <a:cubicBezTo>
                      <a:pt x="1504" y="2854"/>
                      <a:pt x="1445" y="2848"/>
                      <a:pt x="1406" y="2785"/>
                    </a:cubicBezTo>
                    <a:cubicBezTo>
                      <a:pt x="1391" y="2760"/>
                      <a:pt x="1393" y="2752"/>
                      <a:pt x="1415" y="2728"/>
                    </a:cubicBezTo>
                    <a:cubicBezTo>
                      <a:pt x="1493" y="2641"/>
                      <a:pt x="1574" y="2556"/>
                      <a:pt x="1646" y="2463"/>
                    </a:cubicBezTo>
                    <a:cubicBezTo>
                      <a:pt x="1685" y="2413"/>
                      <a:pt x="1731" y="2368"/>
                      <a:pt x="1774" y="2320"/>
                    </a:cubicBezTo>
                    <a:cubicBezTo>
                      <a:pt x="1823" y="2263"/>
                      <a:pt x="1873" y="2207"/>
                      <a:pt x="1922" y="2150"/>
                    </a:cubicBezTo>
                    <a:cubicBezTo>
                      <a:pt x="1979" y="2085"/>
                      <a:pt x="2038" y="2023"/>
                      <a:pt x="2100" y="1963"/>
                    </a:cubicBezTo>
                    <a:cubicBezTo>
                      <a:pt x="2226" y="1841"/>
                      <a:pt x="2352" y="1719"/>
                      <a:pt x="2471" y="1590"/>
                    </a:cubicBezTo>
                    <a:cubicBezTo>
                      <a:pt x="2537" y="1519"/>
                      <a:pt x="2606" y="1451"/>
                      <a:pt x="2679" y="1386"/>
                    </a:cubicBezTo>
                    <a:cubicBezTo>
                      <a:pt x="2734" y="1339"/>
                      <a:pt x="2784" y="1287"/>
                      <a:pt x="2837" y="1238"/>
                    </a:cubicBezTo>
                    <a:cubicBezTo>
                      <a:pt x="2890" y="1188"/>
                      <a:pt x="2937" y="1140"/>
                      <a:pt x="2991" y="1097"/>
                    </a:cubicBezTo>
                    <a:cubicBezTo>
                      <a:pt x="3059" y="1042"/>
                      <a:pt x="3116" y="977"/>
                      <a:pt x="3180" y="920"/>
                    </a:cubicBezTo>
                    <a:cubicBezTo>
                      <a:pt x="3279" y="835"/>
                      <a:pt x="3372" y="743"/>
                      <a:pt x="3459" y="645"/>
                    </a:cubicBezTo>
                    <a:cubicBezTo>
                      <a:pt x="3478" y="624"/>
                      <a:pt x="3499" y="606"/>
                      <a:pt x="3519" y="587"/>
                    </a:cubicBezTo>
                    <a:cubicBezTo>
                      <a:pt x="3538" y="571"/>
                      <a:pt x="3557" y="553"/>
                      <a:pt x="3573" y="535"/>
                    </a:cubicBezTo>
                    <a:cubicBezTo>
                      <a:pt x="3647" y="435"/>
                      <a:pt x="3746" y="361"/>
                      <a:pt x="3829" y="271"/>
                    </a:cubicBezTo>
                    <a:cubicBezTo>
                      <a:pt x="3862" y="235"/>
                      <a:pt x="3905" y="216"/>
                      <a:pt x="3942" y="187"/>
                    </a:cubicBezTo>
                    <a:cubicBezTo>
                      <a:pt x="3979" y="158"/>
                      <a:pt x="4012" y="131"/>
                      <a:pt x="4048" y="106"/>
                    </a:cubicBezTo>
                    <a:cubicBezTo>
                      <a:pt x="4081" y="83"/>
                      <a:pt x="4100" y="77"/>
                      <a:pt x="4129" y="107"/>
                    </a:cubicBezTo>
                    <a:cubicBezTo>
                      <a:pt x="4136" y="112"/>
                      <a:pt x="4143" y="117"/>
                      <a:pt x="4150" y="121"/>
                    </a:cubicBezTo>
                    <a:cubicBezTo>
                      <a:pt x="4172" y="139"/>
                      <a:pt x="4175" y="150"/>
                      <a:pt x="4166" y="1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4"/>
              <p:cNvSpPr/>
              <p:nvPr/>
            </p:nvSpPr>
            <p:spPr>
              <a:xfrm rot="-2700000">
                <a:off x="15492070" y="4245661"/>
                <a:ext cx="359639" cy="344879"/>
              </a:xfrm>
              <a:custGeom>
                <a:rect b="b" l="l" r="r" t="t"/>
                <a:pathLst>
                  <a:path extrusionOk="0" h="958" w="999">
                    <a:moveTo>
                      <a:pt x="986" y="5"/>
                    </a:moveTo>
                    <a:cubicBezTo>
                      <a:pt x="812" y="156"/>
                      <a:pt x="649" y="322"/>
                      <a:pt x="483" y="482"/>
                    </a:cubicBezTo>
                    <a:cubicBezTo>
                      <a:pt x="399" y="562"/>
                      <a:pt x="316" y="642"/>
                      <a:pt x="232" y="722"/>
                    </a:cubicBezTo>
                    <a:cubicBezTo>
                      <a:pt x="154" y="797"/>
                      <a:pt x="71" y="870"/>
                      <a:pt x="1" y="952"/>
                    </a:cubicBezTo>
                    <a:cubicBezTo>
                      <a:pt x="0" y="955"/>
                      <a:pt x="3" y="957"/>
                      <a:pt x="5" y="956"/>
                    </a:cubicBezTo>
                    <a:cubicBezTo>
                      <a:pt x="96" y="885"/>
                      <a:pt x="176" y="800"/>
                      <a:pt x="259" y="721"/>
                    </a:cubicBezTo>
                    <a:cubicBezTo>
                      <a:pt x="342" y="642"/>
                      <a:pt x="426" y="562"/>
                      <a:pt x="510" y="482"/>
                    </a:cubicBezTo>
                    <a:cubicBezTo>
                      <a:pt x="672" y="327"/>
                      <a:pt x="840" y="176"/>
                      <a:pt x="994" y="13"/>
                    </a:cubicBezTo>
                    <a:cubicBezTo>
                      <a:pt x="998" y="8"/>
                      <a:pt x="991" y="0"/>
                      <a:pt x="98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4"/>
              <p:cNvSpPr/>
              <p:nvPr/>
            </p:nvSpPr>
            <p:spPr>
              <a:xfrm rot="-2700000">
                <a:off x="15523904" y="4820074"/>
                <a:ext cx="351719" cy="359639"/>
              </a:xfrm>
              <a:custGeom>
                <a:rect b="b" l="l" r="r" t="t"/>
                <a:pathLst>
                  <a:path extrusionOk="0" h="999" w="977">
                    <a:moveTo>
                      <a:pt x="961" y="4"/>
                    </a:moveTo>
                    <a:cubicBezTo>
                      <a:pt x="887" y="86"/>
                      <a:pt x="819" y="172"/>
                      <a:pt x="744" y="252"/>
                    </a:cubicBezTo>
                    <a:cubicBezTo>
                      <a:pt x="661" y="339"/>
                      <a:pt x="575" y="422"/>
                      <a:pt x="490" y="506"/>
                    </a:cubicBezTo>
                    <a:cubicBezTo>
                      <a:pt x="327" y="667"/>
                      <a:pt x="152" y="821"/>
                      <a:pt x="2" y="994"/>
                    </a:cubicBezTo>
                    <a:cubicBezTo>
                      <a:pt x="0" y="996"/>
                      <a:pt x="2" y="998"/>
                      <a:pt x="4" y="996"/>
                    </a:cubicBezTo>
                    <a:cubicBezTo>
                      <a:pt x="97" y="920"/>
                      <a:pt x="179" y="833"/>
                      <a:pt x="266" y="750"/>
                    </a:cubicBezTo>
                    <a:cubicBezTo>
                      <a:pt x="352" y="667"/>
                      <a:pt x="440" y="584"/>
                      <a:pt x="527" y="501"/>
                    </a:cubicBezTo>
                    <a:cubicBezTo>
                      <a:pt x="683" y="351"/>
                      <a:pt x="859" y="197"/>
                      <a:pt x="975" y="13"/>
                    </a:cubicBezTo>
                    <a:cubicBezTo>
                      <a:pt x="976" y="11"/>
                      <a:pt x="976" y="9"/>
                      <a:pt x="976" y="8"/>
                    </a:cubicBezTo>
                    <a:cubicBezTo>
                      <a:pt x="976" y="6"/>
                      <a:pt x="975" y="6"/>
                      <a:pt x="975" y="4"/>
                    </a:cubicBezTo>
                    <a:cubicBezTo>
                      <a:pt x="974" y="2"/>
                      <a:pt x="973" y="2"/>
                      <a:pt x="972" y="1"/>
                    </a:cubicBezTo>
                    <a:cubicBezTo>
                      <a:pt x="971" y="0"/>
                      <a:pt x="969" y="0"/>
                      <a:pt x="968" y="0"/>
                    </a:cubicBezTo>
                    <a:cubicBezTo>
                      <a:pt x="966" y="0"/>
                      <a:pt x="965" y="0"/>
                      <a:pt x="964" y="1"/>
                    </a:cubicBezTo>
                    <a:cubicBezTo>
                      <a:pt x="963" y="2"/>
                      <a:pt x="962" y="3"/>
                      <a:pt x="96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4"/>
              <p:cNvSpPr/>
              <p:nvPr/>
            </p:nvSpPr>
            <p:spPr>
              <a:xfrm rot="-2700000">
                <a:off x="15688980" y="3917018"/>
                <a:ext cx="38880" cy="67680"/>
              </a:xfrm>
              <a:custGeom>
                <a:rect b="b" l="l" r="r" t="t"/>
                <a:pathLst>
                  <a:path extrusionOk="0" h="188" w="108">
                    <a:moveTo>
                      <a:pt x="51" y="8"/>
                    </a:moveTo>
                    <a:cubicBezTo>
                      <a:pt x="50" y="8"/>
                      <a:pt x="50" y="8"/>
                      <a:pt x="50" y="8"/>
                    </a:cubicBezTo>
                    <a:cubicBezTo>
                      <a:pt x="49" y="8"/>
                      <a:pt x="50" y="8"/>
                      <a:pt x="49" y="9"/>
                    </a:cubicBezTo>
                    <a:cubicBezTo>
                      <a:pt x="48" y="10"/>
                      <a:pt x="48" y="10"/>
                      <a:pt x="48" y="10"/>
                    </a:cubicBezTo>
                    <a:lnTo>
                      <a:pt x="49" y="11"/>
                    </a:lnTo>
                    <a:cubicBezTo>
                      <a:pt x="50" y="12"/>
                      <a:pt x="49" y="12"/>
                      <a:pt x="50" y="12"/>
                    </a:cubicBezTo>
                    <a:lnTo>
                      <a:pt x="51" y="12"/>
                    </a:lnTo>
                    <a:cubicBezTo>
                      <a:pt x="107" y="40"/>
                      <a:pt x="21" y="141"/>
                      <a:pt x="4" y="171"/>
                    </a:cubicBezTo>
                    <a:cubicBezTo>
                      <a:pt x="0" y="178"/>
                      <a:pt x="7" y="187"/>
                      <a:pt x="15" y="182"/>
                    </a:cubicBezTo>
                    <a:cubicBezTo>
                      <a:pt x="35" y="164"/>
                      <a:pt x="53" y="144"/>
                      <a:pt x="66" y="120"/>
                    </a:cubicBezTo>
                    <a:cubicBezTo>
                      <a:pt x="77" y="102"/>
                      <a:pt x="85" y="82"/>
                      <a:pt x="90" y="61"/>
                    </a:cubicBezTo>
                    <a:cubicBezTo>
                      <a:pt x="95" y="35"/>
                      <a:pt x="82" y="0"/>
                      <a:pt x="5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4"/>
              <p:cNvSpPr/>
              <p:nvPr/>
            </p:nvSpPr>
            <p:spPr>
              <a:xfrm rot="-2700000">
                <a:off x="15643451" y="5336107"/>
                <a:ext cx="56880" cy="42120"/>
              </a:xfrm>
              <a:custGeom>
                <a:rect b="b" l="l" r="r" t="t"/>
                <a:pathLst>
                  <a:path extrusionOk="0" h="117" w="158">
                    <a:moveTo>
                      <a:pt x="153" y="1"/>
                    </a:moveTo>
                    <a:cubicBezTo>
                      <a:pt x="135" y="7"/>
                      <a:pt x="117" y="15"/>
                      <a:pt x="100" y="25"/>
                    </a:cubicBezTo>
                    <a:cubicBezTo>
                      <a:pt x="61" y="47"/>
                      <a:pt x="28" y="77"/>
                      <a:pt x="1" y="113"/>
                    </a:cubicBezTo>
                    <a:cubicBezTo>
                      <a:pt x="0" y="114"/>
                      <a:pt x="1" y="116"/>
                      <a:pt x="4" y="115"/>
                    </a:cubicBezTo>
                    <a:cubicBezTo>
                      <a:pt x="30" y="98"/>
                      <a:pt x="54" y="77"/>
                      <a:pt x="80" y="60"/>
                    </a:cubicBezTo>
                    <a:cubicBezTo>
                      <a:pt x="107" y="43"/>
                      <a:pt x="132" y="24"/>
                      <a:pt x="156" y="4"/>
                    </a:cubicBezTo>
                    <a:cubicBezTo>
                      <a:pt x="157" y="4"/>
                      <a:pt x="157" y="4"/>
                      <a:pt x="157" y="3"/>
                    </a:cubicBezTo>
                    <a:lnTo>
                      <a:pt x="157" y="2"/>
                    </a:lnTo>
                    <a:lnTo>
                      <a:pt x="157" y="1"/>
                    </a:lnTo>
                    <a:cubicBezTo>
                      <a:pt x="157" y="1"/>
                      <a:pt x="156" y="1"/>
                      <a:pt x="156" y="0"/>
                    </a:cubicBezTo>
                    <a:lnTo>
                      <a:pt x="155" y="0"/>
                    </a:lnTo>
                    <a:lnTo>
                      <a:pt x="154" y="0"/>
                    </a:lnTo>
                    <a:lnTo>
                      <a:pt x="15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4"/>
              <p:cNvSpPr/>
              <p:nvPr/>
            </p:nvSpPr>
            <p:spPr>
              <a:xfrm rot="-2700000">
                <a:off x="15720747" y="5321069"/>
                <a:ext cx="39240" cy="81360"/>
              </a:xfrm>
              <a:custGeom>
                <a:rect b="b" l="l" r="r" t="t"/>
                <a:pathLst>
                  <a:path extrusionOk="0" h="226" w="109">
                    <a:moveTo>
                      <a:pt x="108" y="3"/>
                    </a:moveTo>
                    <a:lnTo>
                      <a:pt x="108" y="2"/>
                    </a:lnTo>
                    <a:lnTo>
                      <a:pt x="108" y="1"/>
                    </a:lnTo>
                    <a:lnTo>
                      <a:pt x="107" y="1"/>
                    </a:lnTo>
                    <a:lnTo>
                      <a:pt x="107" y="0"/>
                    </a:lnTo>
                    <a:cubicBezTo>
                      <a:pt x="106" y="0"/>
                      <a:pt x="106" y="1"/>
                      <a:pt x="106" y="1"/>
                    </a:cubicBezTo>
                    <a:cubicBezTo>
                      <a:pt x="105" y="1"/>
                      <a:pt x="105" y="1"/>
                      <a:pt x="105" y="1"/>
                    </a:cubicBezTo>
                    <a:cubicBezTo>
                      <a:pt x="65" y="57"/>
                      <a:pt x="0" y="165"/>
                      <a:pt x="74" y="222"/>
                    </a:cubicBezTo>
                    <a:cubicBezTo>
                      <a:pt x="78" y="225"/>
                      <a:pt x="82" y="221"/>
                      <a:pt x="80" y="217"/>
                    </a:cubicBezTo>
                    <a:cubicBezTo>
                      <a:pt x="71" y="193"/>
                      <a:pt x="66" y="167"/>
                      <a:pt x="66" y="141"/>
                    </a:cubicBezTo>
                    <a:cubicBezTo>
                      <a:pt x="66" y="130"/>
                      <a:pt x="67" y="119"/>
                      <a:pt x="69" y="109"/>
                    </a:cubicBezTo>
                    <a:cubicBezTo>
                      <a:pt x="78" y="72"/>
                      <a:pt x="91" y="37"/>
                      <a:pt x="10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4"/>
              <p:cNvSpPr/>
              <p:nvPr/>
            </p:nvSpPr>
            <p:spPr>
              <a:xfrm rot="-2700000">
                <a:off x="16633889" y="4868691"/>
                <a:ext cx="720" cy="720"/>
              </a:xfrm>
              <a:custGeom>
                <a:rect b="b" l="l" r="r" t="t"/>
                <a:pathLst>
                  <a:path extrusionOk="0" h="2" w="2">
                    <a:moveTo>
                      <a:pt x="0" y="0"/>
                    </a:moveTo>
                    <a:lnTo>
                      <a:pt x="0" y="1"/>
                    </a:lnTo>
                    <a:lnTo>
                      <a:pt x="1" y="1"/>
                    </a:lnTo>
                    <a:lnTo>
                      <a:pt x="0" y="0"/>
                    </a:lnTo>
                  </a:path>
                </a:pathLst>
              </a:custGeom>
              <a:solidFill>
                <a:schemeClr val="dk1"/>
              </a:solidFill>
              <a:ln>
                <a:noFill/>
              </a:ln>
            </p:spPr>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4" name="Shape 2814"/>
        <p:cNvGrpSpPr/>
        <p:nvPr/>
      </p:nvGrpSpPr>
      <p:grpSpPr>
        <a:xfrm>
          <a:off x="0" y="0"/>
          <a:ext cx="0" cy="0"/>
          <a:chOff x="0" y="0"/>
          <a:chExt cx="0" cy="0"/>
        </a:xfrm>
      </p:grpSpPr>
      <p:sp>
        <p:nvSpPr>
          <p:cNvPr id="2815" name="Google Shape;2815;p35"/>
          <p:cNvSpPr txBox="1"/>
          <p:nvPr>
            <p:ph idx="6" type="subTitle"/>
          </p:nvPr>
        </p:nvSpPr>
        <p:spPr>
          <a:xfrm>
            <a:off x="720000" y="2943425"/>
            <a:ext cx="3314400" cy="46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2816" name="Google Shape;2816;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2817" name="Google Shape;2817;p35"/>
          <p:cNvSpPr txBox="1"/>
          <p:nvPr>
            <p:ph idx="1" type="subTitle"/>
          </p:nvPr>
        </p:nvSpPr>
        <p:spPr>
          <a:xfrm>
            <a:off x="719999" y="1735625"/>
            <a:ext cx="33144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2818" name="Google Shape;2818;p35"/>
          <p:cNvSpPr txBox="1"/>
          <p:nvPr>
            <p:ph idx="2" type="subTitle"/>
          </p:nvPr>
        </p:nvSpPr>
        <p:spPr>
          <a:xfrm>
            <a:off x="4546451" y="1735625"/>
            <a:ext cx="33144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2819" name="Google Shape;2819;p35"/>
          <p:cNvSpPr txBox="1"/>
          <p:nvPr>
            <p:ph idx="3" type="subTitle"/>
          </p:nvPr>
        </p:nvSpPr>
        <p:spPr>
          <a:xfrm>
            <a:off x="719999" y="3396200"/>
            <a:ext cx="33144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2820" name="Google Shape;2820;p35"/>
          <p:cNvSpPr txBox="1"/>
          <p:nvPr>
            <p:ph idx="4" type="subTitle"/>
          </p:nvPr>
        </p:nvSpPr>
        <p:spPr>
          <a:xfrm>
            <a:off x="4546451" y="3396200"/>
            <a:ext cx="33144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2821" name="Google Shape;2821;p35"/>
          <p:cNvSpPr txBox="1"/>
          <p:nvPr>
            <p:ph idx="5" type="subTitle"/>
          </p:nvPr>
        </p:nvSpPr>
        <p:spPr>
          <a:xfrm>
            <a:off x="720000" y="1282675"/>
            <a:ext cx="3314400" cy="46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2822" name="Google Shape;2822;p35"/>
          <p:cNvSpPr txBox="1"/>
          <p:nvPr>
            <p:ph idx="7" type="subTitle"/>
          </p:nvPr>
        </p:nvSpPr>
        <p:spPr>
          <a:xfrm>
            <a:off x="4546424" y="1282675"/>
            <a:ext cx="3314400" cy="46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2823" name="Google Shape;2823;p35"/>
          <p:cNvSpPr txBox="1"/>
          <p:nvPr>
            <p:ph idx="8" type="subTitle"/>
          </p:nvPr>
        </p:nvSpPr>
        <p:spPr>
          <a:xfrm>
            <a:off x="4546424" y="2943425"/>
            <a:ext cx="3314400" cy="46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grpSp>
        <p:nvGrpSpPr>
          <p:cNvPr id="2824" name="Google Shape;2824;p35"/>
          <p:cNvGrpSpPr/>
          <p:nvPr/>
        </p:nvGrpSpPr>
        <p:grpSpPr>
          <a:xfrm rot="-4993406">
            <a:off x="7094509" y="3160346"/>
            <a:ext cx="3131121" cy="857256"/>
            <a:chOff x="5" y="-1281455"/>
            <a:chExt cx="3587040" cy="982080"/>
          </a:xfrm>
        </p:grpSpPr>
        <p:sp>
          <p:nvSpPr>
            <p:cNvPr id="2825" name="Google Shape;2825;p35"/>
            <p:cNvSpPr/>
            <p:nvPr/>
          </p:nvSpPr>
          <p:spPr>
            <a:xfrm>
              <a:off x="3030845" y="-706175"/>
              <a:ext cx="543240" cy="164520"/>
            </a:xfrm>
            <a:custGeom>
              <a:rect b="b" l="l" r="r" t="t"/>
              <a:pathLst>
                <a:path extrusionOk="0" h="457" w="1509">
                  <a:moveTo>
                    <a:pt x="1490" y="392"/>
                  </a:moveTo>
                  <a:cubicBezTo>
                    <a:pt x="1484" y="396"/>
                    <a:pt x="1475" y="388"/>
                    <a:pt x="1481" y="382"/>
                  </a:cubicBezTo>
                  <a:lnTo>
                    <a:pt x="1481" y="381"/>
                  </a:lnTo>
                  <a:cubicBezTo>
                    <a:pt x="1463" y="389"/>
                    <a:pt x="1444" y="396"/>
                    <a:pt x="1425" y="401"/>
                  </a:cubicBezTo>
                  <a:cubicBezTo>
                    <a:pt x="1397" y="406"/>
                    <a:pt x="1368" y="410"/>
                    <a:pt x="1339" y="416"/>
                  </a:cubicBezTo>
                  <a:cubicBezTo>
                    <a:pt x="1280" y="426"/>
                    <a:pt x="1219" y="431"/>
                    <a:pt x="1158" y="431"/>
                  </a:cubicBezTo>
                  <a:cubicBezTo>
                    <a:pt x="1144" y="431"/>
                    <a:pt x="1130" y="431"/>
                    <a:pt x="1116" y="431"/>
                  </a:cubicBezTo>
                  <a:cubicBezTo>
                    <a:pt x="973" y="428"/>
                    <a:pt x="825" y="439"/>
                    <a:pt x="686" y="398"/>
                  </a:cubicBezTo>
                  <a:cubicBezTo>
                    <a:pt x="537" y="355"/>
                    <a:pt x="364" y="287"/>
                    <a:pt x="246" y="184"/>
                  </a:cubicBezTo>
                  <a:cubicBezTo>
                    <a:pt x="205" y="149"/>
                    <a:pt x="161" y="112"/>
                    <a:pt x="117" y="80"/>
                  </a:cubicBezTo>
                  <a:cubicBezTo>
                    <a:pt x="83" y="55"/>
                    <a:pt x="54" y="16"/>
                    <a:pt x="15" y="0"/>
                  </a:cubicBezTo>
                  <a:lnTo>
                    <a:pt x="10" y="3"/>
                  </a:lnTo>
                  <a:cubicBezTo>
                    <a:pt x="11" y="5"/>
                    <a:pt x="11" y="6"/>
                    <a:pt x="11" y="8"/>
                  </a:cubicBezTo>
                  <a:cubicBezTo>
                    <a:pt x="11" y="10"/>
                    <a:pt x="11" y="12"/>
                    <a:pt x="10" y="13"/>
                  </a:cubicBezTo>
                  <a:cubicBezTo>
                    <a:pt x="10" y="14"/>
                    <a:pt x="9" y="15"/>
                    <a:pt x="9" y="15"/>
                  </a:cubicBezTo>
                  <a:cubicBezTo>
                    <a:pt x="7" y="19"/>
                    <a:pt x="4" y="23"/>
                    <a:pt x="0" y="25"/>
                  </a:cubicBezTo>
                  <a:cubicBezTo>
                    <a:pt x="24" y="42"/>
                    <a:pt x="46" y="61"/>
                    <a:pt x="65" y="83"/>
                  </a:cubicBezTo>
                  <a:cubicBezTo>
                    <a:pt x="86" y="102"/>
                    <a:pt x="110" y="117"/>
                    <a:pt x="131" y="136"/>
                  </a:cubicBezTo>
                  <a:cubicBezTo>
                    <a:pt x="183" y="186"/>
                    <a:pt x="241" y="230"/>
                    <a:pt x="304" y="266"/>
                  </a:cubicBezTo>
                  <a:cubicBezTo>
                    <a:pt x="306" y="267"/>
                    <a:pt x="308" y="269"/>
                    <a:pt x="311" y="270"/>
                  </a:cubicBezTo>
                  <a:cubicBezTo>
                    <a:pt x="438" y="341"/>
                    <a:pt x="575" y="394"/>
                    <a:pt x="717" y="426"/>
                  </a:cubicBezTo>
                  <a:cubicBezTo>
                    <a:pt x="863" y="456"/>
                    <a:pt x="1015" y="448"/>
                    <a:pt x="1163" y="448"/>
                  </a:cubicBezTo>
                  <a:cubicBezTo>
                    <a:pt x="1228" y="446"/>
                    <a:pt x="1294" y="440"/>
                    <a:pt x="1359" y="430"/>
                  </a:cubicBezTo>
                  <a:cubicBezTo>
                    <a:pt x="1412" y="423"/>
                    <a:pt x="1455" y="402"/>
                    <a:pt x="1504" y="388"/>
                  </a:cubicBezTo>
                  <a:lnTo>
                    <a:pt x="1505" y="388"/>
                  </a:lnTo>
                  <a:cubicBezTo>
                    <a:pt x="1506" y="387"/>
                    <a:pt x="1507" y="388"/>
                    <a:pt x="1508" y="386"/>
                  </a:cubicBezTo>
                  <a:cubicBezTo>
                    <a:pt x="1508" y="384"/>
                    <a:pt x="1508" y="383"/>
                    <a:pt x="1508" y="382"/>
                  </a:cubicBezTo>
                  <a:cubicBezTo>
                    <a:pt x="1508" y="381"/>
                    <a:pt x="1508" y="380"/>
                    <a:pt x="1508" y="379"/>
                  </a:cubicBezTo>
                  <a:cubicBezTo>
                    <a:pt x="1507" y="378"/>
                    <a:pt x="1507" y="378"/>
                    <a:pt x="1506" y="377"/>
                  </a:cubicBezTo>
                  <a:cubicBezTo>
                    <a:pt x="1502" y="383"/>
                    <a:pt x="1497" y="389"/>
                    <a:pt x="1490" y="3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5"/>
            <p:cNvSpPr/>
            <p:nvPr/>
          </p:nvSpPr>
          <p:spPr>
            <a:xfrm>
              <a:off x="3489485" y="-590255"/>
              <a:ext cx="6480" cy="5040"/>
            </a:xfrm>
            <a:custGeom>
              <a:rect b="b" l="l" r="r" t="t"/>
              <a:pathLst>
                <a:path extrusionOk="0" h="14" w="18">
                  <a:moveTo>
                    <a:pt x="5" y="5"/>
                  </a:moveTo>
                  <a:cubicBezTo>
                    <a:pt x="4" y="8"/>
                    <a:pt x="2" y="11"/>
                    <a:pt x="0" y="13"/>
                  </a:cubicBezTo>
                  <a:cubicBezTo>
                    <a:pt x="4" y="11"/>
                    <a:pt x="8" y="10"/>
                    <a:pt x="12" y="9"/>
                  </a:cubicBezTo>
                  <a:cubicBezTo>
                    <a:pt x="13" y="9"/>
                    <a:pt x="13" y="9"/>
                    <a:pt x="14" y="8"/>
                  </a:cubicBezTo>
                  <a:cubicBezTo>
                    <a:pt x="15" y="8"/>
                    <a:pt x="15" y="8"/>
                    <a:pt x="16" y="7"/>
                  </a:cubicBezTo>
                  <a:cubicBezTo>
                    <a:pt x="17" y="6"/>
                    <a:pt x="16" y="5"/>
                    <a:pt x="16" y="4"/>
                  </a:cubicBezTo>
                  <a:cubicBezTo>
                    <a:pt x="16" y="3"/>
                    <a:pt x="17" y="2"/>
                    <a:pt x="16" y="1"/>
                  </a:cubicBezTo>
                  <a:cubicBezTo>
                    <a:pt x="15" y="0"/>
                    <a:pt x="15" y="0"/>
                    <a:pt x="14" y="0"/>
                  </a:cubicBezTo>
                  <a:cubicBezTo>
                    <a:pt x="13" y="1"/>
                    <a:pt x="12" y="2"/>
                    <a:pt x="11" y="3"/>
                  </a:cubicBezTo>
                  <a:cubicBezTo>
                    <a:pt x="11" y="4"/>
                    <a:pt x="10" y="4"/>
                    <a:pt x="10" y="4"/>
                  </a:cubicBezTo>
                  <a:cubicBezTo>
                    <a:pt x="8" y="5"/>
                    <a:pt x="7" y="5"/>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5"/>
            <p:cNvSpPr/>
            <p:nvPr/>
          </p:nvSpPr>
          <p:spPr>
            <a:xfrm>
              <a:off x="3363845" y="-593855"/>
              <a:ext cx="7560" cy="3600"/>
            </a:xfrm>
            <a:custGeom>
              <a:rect b="b" l="l" r="r" t="t"/>
              <a:pathLst>
                <a:path extrusionOk="0" h="10" w="21">
                  <a:moveTo>
                    <a:pt x="6" y="1"/>
                  </a:moveTo>
                  <a:cubicBezTo>
                    <a:pt x="4" y="1"/>
                    <a:pt x="2" y="0"/>
                    <a:pt x="0" y="0"/>
                  </a:cubicBezTo>
                  <a:cubicBezTo>
                    <a:pt x="0" y="2"/>
                    <a:pt x="0" y="3"/>
                    <a:pt x="0" y="5"/>
                  </a:cubicBezTo>
                  <a:cubicBezTo>
                    <a:pt x="7" y="7"/>
                    <a:pt x="13" y="8"/>
                    <a:pt x="20" y="9"/>
                  </a:cubicBezTo>
                  <a:lnTo>
                    <a:pt x="15" y="7"/>
                  </a:lnTo>
                  <a:cubicBezTo>
                    <a:pt x="11" y="6"/>
                    <a:pt x="10" y="3"/>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5"/>
            <p:cNvSpPr/>
            <p:nvPr/>
          </p:nvSpPr>
          <p:spPr>
            <a:xfrm>
              <a:off x="3312725" y="-869975"/>
              <a:ext cx="39600" cy="39960"/>
            </a:xfrm>
            <a:custGeom>
              <a:rect b="b" l="l" r="r" t="t"/>
              <a:pathLst>
                <a:path extrusionOk="0" h="111" w="110">
                  <a:moveTo>
                    <a:pt x="109" y="0"/>
                  </a:moveTo>
                  <a:cubicBezTo>
                    <a:pt x="73" y="23"/>
                    <a:pt x="42" y="51"/>
                    <a:pt x="16" y="85"/>
                  </a:cubicBezTo>
                  <a:cubicBezTo>
                    <a:pt x="11" y="92"/>
                    <a:pt x="6" y="100"/>
                    <a:pt x="2" y="107"/>
                  </a:cubicBezTo>
                  <a:cubicBezTo>
                    <a:pt x="1" y="108"/>
                    <a:pt x="0" y="109"/>
                    <a:pt x="0" y="110"/>
                  </a:cubicBezTo>
                  <a:cubicBezTo>
                    <a:pt x="32" y="70"/>
                    <a:pt x="69" y="33"/>
                    <a:pt x="10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5"/>
            <p:cNvSpPr/>
            <p:nvPr/>
          </p:nvSpPr>
          <p:spPr>
            <a:xfrm>
              <a:off x="3260165" y="-809135"/>
              <a:ext cx="59040" cy="202680"/>
            </a:xfrm>
            <a:custGeom>
              <a:rect b="b" l="l" r="r" t="t"/>
              <a:pathLst>
                <a:path extrusionOk="0" h="563" w="164">
                  <a:moveTo>
                    <a:pt x="58" y="459"/>
                  </a:moveTo>
                  <a:cubicBezTo>
                    <a:pt x="83" y="502"/>
                    <a:pt x="119" y="537"/>
                    <a:pt x="162" y="561"/>
                  </a:cubicBezTo>
                  <a:cubicBezTo>
                    <a:pt x="162" y="562"/>
                    <a:pt x="163" y="562"/>
                    <a:pt x="163" y="562"/>
                  </a:cubicBezTo>
                  <a:cubicBezTo>
                    <a:pt x="161" y="558"/>
                    <a:pt x="159" y="553"/>
                    <a:pt x="159" y="548"/>
                  </a:cubicBezTo>
                  <a:cubicBezTo>
                    <a:pt x="159" y="547"/>
                    <a:pt x="159" y="547"/>
                    <a:pt x="159" y="546"/>
                  </a:cubicBezTo>
                  <a:cubicBezTo>
                    <a:pt x="160" y="545"/>
                    <a:pt x="160" y="544"/>
                    <a:pt x="160" y="544"/>
                  </a:cubicBezTo>
                  <a:cubicBezTo>
                    <a:pt x="160" y="543"/>
                    <a:pt x="161" y="543"/>
                    <a:pt x="161" y="543"/>
                  </a:cubicBezTo>
                  <a:cubicBezTo>
                    <a:pt x="57" y="461"/>
                    <a:pt x="0" y="309"/>
                    <a:pt x="41" y="184"/>
                  </a:cubicBezTo>
                  <a:cubicBezTo>
                    <a:pt x="46" y="169"/>
                    <a:pt x="51" y="154"/>
                    <a:pt x="56" y="139"/>
                  </a:cubicBezTo>
                  <a:cubicBezTo>
                    <a:pt x="58" y="104"/>
                    <a:pt x="63" y="69"/>
                    <a:pt x="72" y="35"/>
                  </a:cubicBezTo>
                  <a:cubicBezTo>
                    <a:pt x="72" y="34"/>
                    <a:pt x="72" y="33"/>
                    <a:pt x="72" y="33"/>
                  </a:cubicBezTo>
                  <a:cubicBezTo>
                    <a:pt x="73" y="31"/>
                    <a:pt x="74" y="31"/>
                    <a:pt x="76" y="30"/>
                  </a:cubicBezTo>
                  <a:cubicBezTo>
                    <a:pt x="78" y="29"/>
                    <a:pt x="78" y="28"/>
                    <a:pt x="80" y="28"/>
                  </a:cubicBezTo>
                  <a:cubicBezTo>
                    <a:pt x="81" y="28"/>
                    <a:pt x="82" y="29"/>
                    <a:pt x="84" y="30"/>
                  </a:cubicBezTo>
                  <a:cubicBezTo>
                    <a:pt x="86" y="31"/>
                    <a:pt x="87" y="31"/>
                    <a:pt x="88" y="33"/>
                  </a:cubicBezTo>
                  <a:cubicBezTo>
                    <a:pt x="88" y="34"/>
                    <a:pt x="89" y="35"/>
                    <a:pt x="89" y="37"/>
                  </a:cubicBezTo>
                  <a:cubicBezTo>
                    <a:pt x="89" y="44"/>
                    <a:pt x="88" y="51"/>
                    <a:pt x="87" y="59"/>
                  </a:cubicBezTo>
                  <a:cubicBezTo>
                    <a:pt x="95" y="40"/>
                    <a:pt x="102" y="22"/>
                    <a:pt x="111" y="4"/>
                  </a:cubicBezTo>
                  <a:cubicBezTo>
                    <a:pt x="106" y="12"/>
                    <a:pt x="100" y="19"/>
                    <a:pt x="95" y="26"/>
                  </a:cubicBezTo>
                  <a:cubicBezTo>
                    <a:pt x="90" y="31"/>
                    <a:pt x="78" y="28"/>
                    <a:pt x="80" y="20"/>
                  </a:cubicBezTo>
                  <a:cubicBezTo>
                    <a:pt x="82" y="12"/>
                    <a:pt x="84" y="6"/>
                    <a:pt x="86" y="0"/>
                  </a:cubicBezTo>
                  <a:cubicBezTo>
                    <a:pt x="70" y="32"/>
                    <a:pt x="57" y="65"/>
                    <a:pt x="46" y="99"/>
                  </a:cubicBezTo>
                  <a:cubicBezTo>
                    <a:pt x="32" y="136"/>
                    <a:pt x="8" y="177"/>
                    <a:pt x="7" y="219"/>
                  </a:cubicBezTo>
                  <a:cubicBezTo>
                    <a:pt x="7" y="266"/>
                    <a:pt x="10" y="313"/>
                    <a:pt x="11" y="360"/>
                  </a:cubicBezTo>
                  <a:cubicBezTo>
                    <a:pt x="10" y="394"/>
                    <a:pt x="42" y="430"/>
                    <a:pt x="58" y="4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5"/>
            <p:cNvSpPr/>
            <p:nvPr/>
          </p:nvSpPr>
          <p:spPr>
            <a:xfrm>
              <a:off x="3400565" y="-917495"/>
              <a:ext cx="63360" cy="16560"/>
            </a:xfrm>
            <a:custGeom>
              <a:rect b="b" l="l" r="r" t="t"/>
              <a:pathLst>
                <a:path extrusionOk="0" h="46" w="176">
                  <a:moveTo>
                    <a:pt x="171" y="7"/>
                  </a:moveTo>
                  <a:cubicBezTo>
                    <a:pt x="171" y="6"/>
                    <a:pt x="172" y="4"/>
                    <a:pt x="172" y="3"/>
                  </a:cubicBezTo>
                  <a:cubicBezTo>
                    <a:pt x="173" y="2"/>
                    <a:pt x="174" y="1"/>
                    <a:pt x="175" y="0"/>
                  </a:cubicBezTo>
                  <a:cubicBezTo>
                    <a:pt x="114" y="0"/>
                    <a:pt x="54" y="16"/>
                    <a:pt x="0" y="45"/>
                  </a:cubicBezTo>
                  <a:cubicBezTo>
                    <a:pt x="22" y="39"/>
                    <a:pt x="44" y="34"/>
                    <a:pt x="65" y="29"/>
                  </a:cubicBezTo>
                  <a:cubicBezTo>
                    <a:pt x="100" y="20"/>
                    <a:pt x="135" y="13"/>
                    <a:pt x="17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5"/>
            <p:cNvSpPr/>
            <p:nvPr/>
          </p:nvSpPr>
          <p:spPr>
            <a:xfrm>
              <a:off x="3299765" y="-830375"/>
              <a:ext cx="13320" cy="23040"/>
            </a:xfrm>
            <a:custGeom>
              <a:rect b="b" l="l" r="r" t="t"/>
              <a:pathLst>
                <a:path extrusionOk="0" h="64" w="37">
                  <a:moveTo>
                    <a:pt x="7" y="47"/>
                  </a:moveTo>
                  <a:cubicBezTo>
                    <a:pt x="5" y="52"/>
                    <a:pt x="3" y="58"/>
                    <a:pt x="0" y="63"/>
                  </a:cubicBezTo>
                  <a:cubicBezTo>
                    <a:pt x="13" y="43"/>
                    <a:pt x="24" y="21"/>
                    <a:pt x="36" y="0"/>
                  </a:cubicBezTo>
                  <a:cubicBezTo>
                    <a:pt x="29" y="9"/>
                    <a:pt x="23" y="18"/>
                    <a:pt x="18" y="28"/>
                  </a:cubicBezTo>
                  <a:cubicBezTo>
                    <a:pt x="14" y="34"/>
                    <a:pt x="11" y="41"/>
                    <a:pt x="7"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5"/>
            <p:cNvSpPr/>
            <p:nvPr/>
          </p:nvSpPr>
          <p:spPr>
            <a:xfrm>
              <a:off x="3291125" y="-909215"/>
              <a:ext cx="170280" cy="100080"/>
            </a:xfrm>
            <a:custGeom>
              <a:rect b="b" l="l" r="r" t="t"/>
              <a:pathLst>
                <a:path extrusionOk="0" h="278" w="473">
                  <a:moveTo>
                    <a:pt x="71" y="176"/>
                  </a:moveTo>
                  <a:cubicBezTo>
                    <a:pt x="108" y="145"/>
                    <a:pt x="146" y="116"/>
                    <a:pt x="186" y="89"/>
                  </a:cubicBezTo>
                  <a:cubicBezTo>
                    <a:pt x="188" y="88"/>
                    <a:pt x="190" y="89"/>
                    <a:pt x="188" y="91"/>
                  </a:cubicBezTo>
                  <a:lnTo>
                    <a:pt x="169" y="110"/>
                  </a:lnTo>
                  <a:cubicBezTo>
                    <a:pt x="173" y="107"/>
                    <a:pt x="177" y="104"/>
                    <a:pt x="181" y="102"/>
                  </a:cubicBezTo>
                  <a:cubicBezTo>
                    <a:pt x="194" y="94"/>
                    <a:pt x="208" y="88"/>
                    <a:pt x="222" y="83"/>
                  </a:cubicBezTo>
                  <a:cubicBezTo>
                    <a:pt x="304" y="55"/>
                    <a:pt x="386" y="20"/>
                    <a:pt x="472" y="0"/>
                  </a:cubicBezTo>
                  <a:cubicBezTo>
                    <a:pt x="404" y="9"/>
                    <a:pt x="336" y="13"/>
                    <a:pt x="273" y="49"/>
                  </a:cubicBezTo>
                  <a:lnTo>
                    <a:pt x="272" y="49"/>
                  </a:lnTo>
                  <a:cubicBezTo>
                    <a:pt x="271" y="49"/>
                    <a:pt x="271" y="49"/>
                    <a:pt x="271" y="49"/>
                  </a:cubicBezTo>
                  <a:cubicBezTo>
                    <a:pt x="270" y="48"/>
                    <a:pt x="270" y="48"/>
                    <a:pt x="270" y="48"/>
                  </a:cubicBezTo>
                  <a:cubicBezTo>
                    <a:pt x="270" y="47"/>
                    <a:pt x="269" y="47"/>
                    <a:pt x="269" y="46"/>
                  </a:cubicBezTo>
                  <a:cubicBezTo>
                    <a:pt x="269" y="46"/>
                    <a:pt x="270" y="46"/>
                    <a:pt x="270" y="45"/>
                  </a:cubicBezTo>
                  <a:cubicBezTo>
                    <a:pt x="279" y="38"/>
                    <a:pt x="289" y="32"/>
                    <a:pt x="298" y="26"/>
                  </a:cubicBezTo>
                  <a:cubicBezTo>
                    <a:pt x="301" y="25"/>
                    <a:pt x="303" y="24"/>
                    <a:pt x="305" y="22"/>
                  </a:cubicBezTo>
                  <a:cubicBezTo>
                    <a:pt x="269" y="32"/>
                    <a:pt x="234" y="46"/>
                    <a:pt x="201" y="64"/>
                  </a:cubicBezTo>
                  <a:cubicBezTo>
                    <a:pt x="110" y="114"/>
                    <a:pt x="31" y="176"/>
                    <a:pt x="0" y="277"/>
                  </a:cubicBezTo>
                  <a:cubicBezTo>
                    <a:pt x="1" y="275"/>
                    <a:pt x="2" y="273"/>
                    <a:pt x="3" y="271"/>
                  </a:cubicBezTo>
                  <a:cubicBezTo>
                    <a:pt x="25" y="237"/>
                    <a:pt x="40" y="204"/>
                    <a:pt x="7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5"/>
            <p:cNvSpPr/>
            <p:nvPr/>
          </p:nvSpPr>
          <p:spPr>
            <a:xfrm>
              <a:off x="3288245" y="-877535"/>
              <a:ext cx="71640" cy="80280"/>
            </a:xfrm>
            <a:custGeom>
              <a:rect b="b" l="l" r="r" t="t"/>
              <a:pathLst>
                <a:path extrusionOk="0" h="223" w="199">
                  <a:moveTo>
                    <a:pt x="16" y="216"/>
                  </a:moveTo>
                  <a:cubicBezTo>
                    <a:pt x="22" y="209"/>
                    <a:pt x="28" y="202"/>
                    <a:pt x="33" y="194"/>
                  </a:cubicBezTo>
                  <a:cubicBezTo>
                    <a:pt x="35" y="189"/>
                    <a:pt x="37" y="184"/>
                    <a:pt x="40" y="178"/>
                  </a:cubicBezTo>
                  <a:cubicBezTo>
                    <a:pt x="54" y="154"/>
                    <a:pt x="69" y="130"/>
                    <a:pt x="84" y="106"/>
                  </a:cubicBezTo>
                  <a:cubicBezTo>
                    <a:pt x="110" y="73"/>
                    <a:pt x="141" y="44"/>
                    <a:pt x="177" y="22"/>
                  </a:cubicBezTo>
                  <a:lnTo>
                    <a:pt x="197" y="3"/>
                  </a:lnTo>
                  <a:cubicBezTo>
                    <a:pt x="198" y="2"/>
                    <a:pt x="197" y="0"/>
                    <a:pt x="195" y="1"/>
                  </a:cubicBezTo>
                  <a:cubicBezTo>
                    <a:pt x="155" y="28"/>
                    <a:pt x="116" y="57"/>
                    <a:pt x="80" y="88"/>
                  </a:cubicBezTo>
                  <a:cubicBezTo>
                    <a:pt x="48" y="116"/>
                    <a:pt x="33" y="149"/>
                    <a:pt x="11" y="183"/>
                  </a:cubicBezTo>
                  <a:cubicBezTo>
                    <a:pt x="10" y="185"/>
                    <a:pt x="9" y="187"/>
                    <a:pt x="8" y="189"/>
                  </a:cubicBezTo>
                  <a:cubicBezTo>
                    <a:pt x="6" y="196"/>
                    <a:pt x="4" y="202"/>
                    <a:pt x="2" y="209"/>
                  </a:cubicBezTo>
                  <a:cubicBezTo>
                    <a:pt x="0" y="218"/>
                    <a:pt x="11" y="222"/>
                    <a:pt x="16" y="2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5"/>
            <p:cNvSpPr/>
            <p:nvPr/>
          </p:nvSpPr>
          <p:spPr>
            <a:xfrm>
              <a:off x="3388325" y="-914615"/>
              <a:ext cx="74520" cy="23040"/>
            </a:xfrm>
            <a:custGeom>
              <a:rect b="b" l="l" r="r" t="t"/>
              <a:pathLst>
                <a:path extrusionOk="0" h="64" w="207">
                  <a:moveTo>
                    <a:pt x="3" y="63"/>
                  </a:moveTo>
                  <a:cubicBezTo>
                    <a:pt x="66" y="27"/>
                    <a:pt x="134" y="24"/>
                    <a:pt x="202" y="15"/>
                  </a:cubicBezTo>
                  <a:lnTo>
                    <a:pt x="206" y="15"/>
                  </a:lnTo>
                  <a:cubicBezTo>
                    <a:pt x="205" y="14"/>
                    <a:pt x="205" y="13"/>
                    <a:pt x="205" y="12"/>
                  </a:cubicBezTo>
                  <a:cubicBezTo>
                    <a:pt x="205" y="11"/>
                    <a:pt x="205" y="10"/>
                    <a:pt x="206" y="9"/>
                  </a:cubicBezTo>
                  <a:cubicBezTo>
                    <a:pt x="205" y="8"/>
                    <a:pt x="205" y="6"/>
                    <a:pt x="205" y="5"/>
                  </a:cubicBezTo>
                  <a:cubicBezTo>
                    <a:pt x="205" y="3"/>
                    <a:pt x="205" y="2"/>
                    <a:pt x="206" y="0"/>
                  </a:cubicBezTo>
                  <a:cubicBezTo>
                    <a:pt x="170" y="6"/>
                    <a:pt x="135" y="13"/>
                    <a:pt x="100" y="22"/>
                  </a:cubicBezTo>
                  <a:cubicBezTo>
                    <a:pt x="79" y="27"/>
                    <a:pt x="57" y="32"/>
                    <a:pt x="35" y="38"/>
                  </a:cubicBezTo>
                  <a:cubicBezTo>
                    <a:pt x="33" y="39"/>
                    <a:pt x="30" y="41"/>
                    <a:pt x="28" y="42"/>
                  </a:cubicBezTo>
                  <a:cubicBezTo>
                    <a:pt x="18" y="48"/>
                    <a:pt x="9" y="54"/>
                    <a:pt x="0" y="60"/>
                  </a:cubicBezTo>
                  <a:cubicBezTo>
                    <a:pt x="0" y="61"/>
                    <a:pt x="0" y="61"/>
                    <a:pt x="0" y="61"/>
                  </a:cubicBezTo>
                  <a:lnTo>
                    <a:pt x="0" y="62"/>
                  </a:lnTo>
                  <a:cubicBezTo>
                    <a:pt x="1" y="63"/>
                    <a:pt x="1" y="63"/>
                    <a:pt x="1" y="63"/>
                  </a:cubicBezTo>
                  <a:cubicBezTo>
                    <a:pt x="2" y="63"/>
                    <a:pt x="2" y="63"/>
                    <a:pt x="2" y="63"/>
                  </a:cubicBezTo>
                  <a:cubicBezTo>
                    <a:pt x="3" y="63"/>
                    <a:pt x="3" y="63"/>
                    <a:pt x="3"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5"/>
            <p:cNvSpPr/>
            <p:nvPr/>
          </p:nvSpPr>
          <p:spPr>
            <a:xfrm>
              <a:off x="3462845" y="-920375"/>
              <a:ext cx="54000" cy="330120"/>
            </a:xfrm>
            <a:custGeom>
              <a:rect b="b" l="l" r="r" t="t"/>
              <a:pathLst>
                <a:path extrusionOk="0" h="917" w="150">
                  <a:moveTo>
                    <a:pt x="51" y="15"/>
                  </a:moveTo>
                  <a:lnTo>
                    <a:pt x="52" y="15"/>
                  </a:lnTo>
                  <a:cubicBezTo>
                    <a:pt x="52" y="15"/>
                    <a:pt x="52" y="14"/>
                    <a:pt x="53" y="15"/>
                  </a:cubicBezTo>
                  <a:cubicBezTo>
                    <a:pt x="54" y="16"/>
                    <a:pt x="53" y="15"/>
                    <a:pt x="54" y="16"/>
                  </a:cubicBezTo>
                  <a:cubicBezTo>
                    <a:pt x="55" y="17"/>
                    <a:pt x="54" y="17"/>
                    <a:pt x="54" y="18"/>
                  </a:cubicBezTo>
                  <a:lnTo>
                    <a:pt x="54" y="19"/>
                  </a:lnTo>
                  <a:cubicBezTo>
                    <a:pt x="53" y="19"/>
                    <a:pt x="53" y="20"/>
                    <a:pt x="53" y="20"/>
                  </a:cubicBezTo>
                  <a:cubicBezTo>
                    <a:pt x="52" y="20"/>
                    <a:pt x="52" y="20"/>
                    <a:pt x="52" y="20"/>
                  </a:cubicBezTo>
                  <a:lnTo>
                    <a:pt x="51" y="20"/>
                  </a:lnTo>
                  <a:cubicBezTo>
                    <a:pt x="50" y="21"/>
                    <a:pt x="50" y="21"/>
                    <a:pt x="50" y="21"/>
                  </a:cubicBezTo>
                  <a:cubicBezTo>
                    <a:pt x="49" y="21"/>
                    <a:pt x="49" y="21"/>
                    <a:pt x="49" y="22"/>
                  </a:cubicBezTo>
                  <a:cubicBezTo>
                    <a:pt x="40" y="23"/>
                    <a:pt x="32" y="25"/>
                    <a:pt x="23" y="26"/>
                  </a:cubicBezTo>
                  <a:cubicBezTo>
                    <a:pt x="23" y="27"/>
                    <a:pt x="23" y="27"/>
                    <a:pt x="23" y="28"/>
                  </a:cubicBezTo>
                  <a:lnTo>
                    <a:pt x="23" y="29"/>
                  </a:lnTo>
                  <a:lnTo>
                    <a:pt x="23" y="34"/>
                  </a:lnTo>
                  <a:cubicBezTo>
                    <a:pt x="24" y="34"/>
                    <a:pt x="24" y="34"/>
                    <a:pt x="25" y="34"/>
                  </a:cubicBezTo>
                  <a:cubicBezTo>
                    <a:pt x="32" y="34"/>
                    <a:pt x="39" y="34"/>
                    <a:pt x="46" y="35"/>
                  </a:cubicBezTo>
                  <a:cubicBezTo>
                    <a:pt x="63" y="38"/>
                    <a:pt x="69" y="69"/>
                    <a:pt x="76" y="84"/>
                  </a:cubicBezTo>
                  <a:cubicBezTo>
                    <a:pt x="89" y="112"/>
                    <a:pt x="88" y="141"/>
                    <a:pt x="99" y="168"/>
                  </a:cubicBezTo>
                  <a:cubicBezTo>
                    <a:pt x="134" y="253"/>
                    <a:pt x="127" y="356"/>
                    <a:pt x="126" y="447"/>
                  </a:cubicBezTo>
                  <a:cubicBezTo>
                    <a:pt x="126" y="510"/>
                    <a:pt x="121" y="578"/>
                    <a:pt x="115" y="641"/>
                  </a:cubicBezTo>
                  <a:cubicBezTo>
                    <a:pt x="110" y="690"/>
                    <a:pt x="98" y="738"/>
                    <a:pt x="94" y="786"/>
                  </a:cubicBezTo>
                  <a:cubicBezTo>
                    <a:pt x="92" y="820"/>
                    <a:pt x="87" y="853"/>
                    <a:pt x="79" y="886"/>
                  </a:cubicBezTo>
                  <a:cubicBezTo>
                    <a:pt x="80" y="887"/>
                    <a:pt x="80" y="887"/>
                    <a:pt x="80" y="888"/>
                  </a:cubicBezTo>
                  <a:cubicBezTo>
                    <a:pt x="81" y="889"/>
                    <a:pt x="82" y="891"/>
                    <a:pt x="82" y="892"/>
                  </a:cubicBezTo>
                  <a:cubicBezTo>
                    <a:pt x="83" y="895"/>
                    <a:pt x="83" y="898"/>
                    <a:pt x="83" y="901"/>
                  </a:cubicBezTo>
                  <a:cubicBezTo>
                    <a:pt x="83" y="906"/>
                    <a:pt x="82" y="911"/>
                    <a:pt x="80" y="916"/>
                  </a:cubicBezTo>
                  <a:lnTo>
                    <a:pt x="85" y="916"/>
                  </a:lnTo>
                  <a:lnTo>
                    <a:pt x="86" y="916"/>
                  </a:lnTo>
                  <a:cubicBezTo>
                    <a:pt x="103" y="899"/>
                    <a:pt x="102" y="864"/>
                    <a:pt x="106" y="843"/>
                  </a:cubicBezTo>
                  <a:cubicBezTo>
                    <a:pt x="116" y="796"/>
                    <a:pt x="119" y="747"/>
                    <a:pt x="126" y="700"/>
                  </a:cubicBezTo>
                  <a:cubicBezTo>
                    <a:pt x="140" y="604"/>
                    <a:pt x="147" y="507"/>
                    <a:pt x="147" y="410"/>
                  </a:cubicBezTo>
                  <a:cubicBezTo>
                    <a:pt x="148" y="394"/>
                    <a:pt x="149" y="379"/>
                    <a:pt x="149" y="363"/>
                  </a:cubicBezTo>
                  <a:cubicBezTo>
                    <a:pt x="149" y="333"/>
                    <a:pt x="147" y="302"/>
                    <a:pt x="143" y="272"/>
                  </a:cubicBezTo>
                  <a:cubicBezTo>
                    <a:pt x="137" y="226"/>
                    <a:pt x="121" y="180"/>
                    <a:pt x="117" y="134"/>
                  </a:cubicBezTo>
                  <a:cubicBezTo>
                    <a:pt x="112" y="98"/>
                    <a:pt x="100" y="63"/>
                    <a:pt x="82" y="31"/>
                  </a:cubicBezTo>
                  <a:cubicBezTo>
                    <a:pt x="81" y="31"/>
                    <a:pt x="81" y="30"/>
                    <a:pt x="81" y="30"/>
                  </a:cubicBezTo>
                  <a:cubicBezTo>
                    <a:pt x="64" y="0"/>
                    <a:pt x="41" y="14"/>
                    <a:pt x="14" y="3"/>
                  </a:cubicBezTo>
                  <a:cubicBezTo>
                    <a:pt x="12" y="2"/>
                    <a:pt x="10" y="2"/>
                    <a:pt x="9" y="2"/>
                  </a:cubicBezTo>
                  <a:cubicBezTo>
                    <a:pt x="7" y="2"/>
                    <a:pt x="4" y="3"/>
                    <a:pt x="2" y="4"/>
                  </a:cubicBezTo>
                  <a:cubicBezTo>
                    <a:pt x="1" y="4"/>
                    <a:pt x="0" y="5"/>
                    <a:pt x="0" y="6"/>
                  </a:cubicBezTo>
                  <a:cubicBezTo>
                    <a:pt x="15" y="6"/>
                    <a:pt x="31" y="8"/>
                    <a:pt x="46" y="12"/>
                  </a:cubicBezTo>
                  <a:cubicBezTo>
                    <a:pt x="47" y="12"/>
                    <a:pt x="47" y="12"/>
                    <a:pt x="47" y="12"/>
                  </a:cubicBezTo>
                  <a:cubicBezTo>
                    <a:pt x="48" y="12"/>
                    <a:pt x="49" y="12"/>
                    <a:pt x="49" y="12"/>
                  </a:cubicBezTo>
                  <a:cubicBezTo>
                    <a:pt x="50" y="13"/>
                    <a:pt x="50" y="13"/>
                    <a:pt x="51" y="14"/>
                  </a:cubicBezTo>
                  <a:lnTo>
                    <a:pt x="5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5"/>
            <p:cNvSpPr/>
            <p:nvPr/>
          </p:nvSpPr>
          <p:spPr>
            <a:xfrm>
              <a:off x="3491285" y="-590615"/>
              <a:ext cx="3960" cy="2520"/>
            </a:xfrm>
            <a:custGeom>
              <a:rect b="b" l="l" r="r" t="t"/>
              <a:pathLst>
                <a:path extrusionOk="0" h="7" w="11">
                  <a:moveTo>
                    <a:pt x="3" y="0"/>
                  </a:moveTo>
                  <a:cubicBezTo>
                    <a:pt x="2" y="2"/>
                    <a:pt x="1" y="4"/>
                    <a:pt x="0" y="6"/>
                  </a:cubicBezTo>
                  <a:cubicBezTo>
                    <a:pt x="2" y="6"/>
                    <a:pt x="3" y="6"/>
                    <a:pt x="5" y="5"/>
                  </a:cubicBezTo>
                  <a:lnTo>
                    <a:pt x="6" y="4"/>
                  </a:lnTo>
                  <a:cubicBezTo>
                    <a:pt x="7" y="3"/>
                    <a:pt x="8" y="2"/>
                    <a:pt x="9" y="1"/>
                  </a:cubicBezTo>
                  <a:cubicBezTo>
                    <a:pt x="10" y="0"/>
                    <a:pt x="9" y="1"/>
                    <a:pt x="7"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5"/>
            <p:cNvSpPr/>
            <p:nvPr/>
          </p:nvSpPr>
          <p:spPr>
            <a:xfrm>
              <a:off x="3462125" y="-917495"/>
              <a:ext cx="19080" cy="2880"/>
            </a:xfrm>
            <a:custGeom>
              <a:rect b="b" l="l" r="r" t="t"/>
              <a:pathLst>
                <a:path extrusionOk="0" h="8" w="53">
                  <a:moveTo>
                    <a:pt x="0" y="7"/>
                  </a:moveTo>
                  <a:cubicBezTo>
                    <a:pt x="8" y="6"/>
                    <a:pt x="17" y="6"/>
                    <a:pt x="26" y="6"/>
                  </a:cubicBezTo>
                  <a:cubicBezTo>
                    <a:pt x="35" y="6"/>
                    <a:pt x="43" y="6"/>
                    <a:pt x="52" y="7"/>
                  </a:cubicBezTo>
                  <a:lnTo>
                    <a:pt x="51" y="6"/>
                  </a:lnTo>
                  <a:lnTo>
                    <a:pt x="50" y="6"/>
                  </a:lnTo>
                  <a:cubicBezTo>
                    <a:pt x="35" y="2"/>
                    <a:pt x="19" y="0"/>
                    <a:pt x="3" y="0"/>
                  </a:cubicBezTo>
                  <a:cubicBezTo>
                    <a:pt x="3" y="1"/>
                    <a:pt x="1" y="1"/>
                    <a:pt x="1" y="2"/>
                  </a:cubicBezTo>
                  <a:cubicBezTo>
                    <a:pt x="0" y="4"/>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5"/>
            <p:cNvSpPr/>
            <p:nvPr/>
          </p:nvSpPr>
          <p:spPr>
            <a:xfrm>
              <a:off x="3471125" y="-913175"/>
              <a:ext cx="10440" cy="2520"/>
            </a:xfrm>
            <a:custGeom>
              <a:rect b="b" l="l" r="r" t="t"/>
              <a:pathLst>
                <a:path extrusionOk="0" h="7" w="29">
                  <a:moveTo>
                    <a:pt x="1" y="6"/>
                  </a:moveTo>
                  <a:cubicBezTo>
                    <a:pt x="9" y="5"/>
                    <a:pt x="17" y="3"/>
                    <a:pt x="26" y="1"/>
                  </a:cubicBezTo>
                  <a:lnTo>
                    <a:pt x="27" y="1"/>
                  </a:lnTo>
                  <a:lnTo>
                    <a:pt x="28" y="0"/>
                  </a:lnTo>
                  <a:cubicBezTo>
                    <a:pt x="18" y="1"/>
                    <a:pt x="9" y="3"/>
                    <a:pt x="0" y="5"/>
                  </a:cubicBezTo>
                  <a:lnTo>
                    <a:pt x="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5"/>
            <p:cNvSpPr/>
            <p:nvPr/>
          </p:nvSpPr>
          <p:spPr>
            <a:xfrm>
              <a:off x="3481205" y="-914975"/>
              <a:ext cx="1440" cy="2520"/>
            </a:xfrm>
            <a:custGeom>
              <a:rect b="b" l="l" r="r" t="t"/>
              <a:pathLst>
                <a:path extrusionOk="0" h="7" w="4">
                  <a:moveTo>
                    <a:pt x="0" y="6"/>
                  </a:moveTo>
                  <a:lnTo>
                    <a:pt x="1" y="6"/>
                  </a:lnTo>
                  <a:cubicBezTo>
                    <a:pt x="2" y="6"/>
                    <a:pt x="2" y="5"/>
                    <a:pt x="2" y="5"/>
                  </a:cubicBezTo>
                  <a:cubicBezTo>
                    <a:pt x="2" y="5"/>
                    <a:pt x="3" y="5"/>
                    <a:pt x="3" y="4"/>
                  </a:cubicBezTo>
                  <a:lnTo>
                    <a:pt x="3" y="3"/>
                  </a:lnTo>
                  <a:lnTo>
                    <a:pt x="3" y="2"/>
                  </a:lnTo>
                  <a:cubicBezTo>
                    <a:pt x="3" y="1"/>
                    <a:pt x="2" y="1"/>
                    <a:pt x="2" y="1"/>
                  </a:cubicBezTo>
                  <a:lnTo>
                    <a:pt x="1" y="0"/>
                  </a:lnTo>
                  <a:lnTo>
                    <a:pt x="0" y="0"/>
                  </a:lnTo>
                  <a:cubicBezTo>
                    <a:pt x="1" y="1"/>
                    <a:pt x="1" y="2"/>
                    <a:pt x="1" y="3"/>
                  </a:cubicBezTo>
                  <a:cubicBezTo>
                    <a:pt x="1" y="4"/>
                    <a:pt x="1"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5"/>
            <p:cNvSpPr/>
            <p:nvPr/>
          </p:nvSpPr>
          <p:spPr>
            <a:xfrm>
              <a:off x="3462125" y="-915335"/>
              <a:ext cx="19800" cy="4680"/>
            </a:xfrm>
            <a:custGeom>
              <a:rect b="b" l="l" r="r" t="t"/>
              <a:pathLst>
                <a:path extrusionOk="0" h="13" w="55">
                  <a:moveTo>
                    <a:pt x="25" y="12"/>
                  </a:moveTo>
                  <a:cubicBezTo>
                    <a:pt x="34" y="11"/>
                    <a:pt x="43" y="9"/>
                    <a:pt x="53" y="8"/>
                  </a:cubicBezTo>
                  <a:cubicBezTo>
                    <a:pt x="53" y="7"/>
                    <a:pt x="53" y="7"/>
                    <a:pt x="53" y="7"/>
                  </a:cubicBezTo>
                  <a:cubicBezTo>
                    <a:pt x="54" y="6"/>
                    <a:pt x="54" y="6"/>
                    <a:pt x="54" y="5"/>
                  </a:cubicBezTo>
                  <a:cubicBezTo>
                    <a:pt x="54" y="4"/>
                    <a:pt x="54" y="4"/>
                    <a:pt x="53" y="3"/>
                  </a:cubicBezTo>
                  <a:cubicBezTo>
                    <a:pt x="52" y="2"/>
                    <a:pt x="53" y="2"/>
                    <a:pt x="53" y="2"/>
                  </a:cubicBezTo>
                  <a:cubicBezTo>
                    <a:pt x="44" y="1"/>
                    <a:pt x="35" y="0"/>
                    <a:pt x="27" y="0"/>
                  </a:cubicBezTo>
                  <a:cubicBezTo>
                    <a:pt x="18" y="0"/>
                    <a:pt x="9" y="1"/>
                    <a:pt x="0" y="2"/>
                  </a:cubicBezTo>
                  <a:cubicBezTo>
                    <a:pt x="0" y="3"/>
                    <a:pt x="0" y="5"/>
                    <a:pt x="0" y="7"/>
                  </a:cubicBezTo>
                  <a:cubicBezTo>
                    <a:pt x="0" y="8"/>
                    <a:pt x="0" y="10"/>
                    <a:pt x="0" y="11"/>
                  </a:cubicBezTo>
                  <a:cubicBezTo>
                    <a:pt x="1" y="11"/>
                    <a:pt x="1" y="10"/>
                    <a:pt x="1" y="10"/>
                  </a:cubicBezTo>
                  <a:cubicBezTo>
                    <a:pt x="2" y="8"/>
                    <a:pt x="4" y="6"/>
                    <a:pt x="6" y="5"/>
                  </a:cubicBezTo>
                  <a:cubicBezTo>
                    <a:pt x="8" y="4"/>
                    <a:pt x="9" y="3"/>
                    <a:pt x="12" y="3"/>
                  </a:cubicBezTo>
                  <a:cubicBezTo>
                    <a:pt x="14" y="3"/>
                    <a:pt x="17" y="4"/>
                    <a:pt x="19" y="5"/>
                  </a:cubicBezTo>
                  <a:cubicBezTo>
                    <a:pt x="21" y="6"/>
                    <a:pt x="23" y="8"/>
                    <a:pt x="24" y="10"/>
                  </a:cubicBezTo>
                  <a:cubicBezTo>
                    <a:pt x="24" y="11"/>
                    <a:pt x="25" y="12"/>
                    <a:pt x="2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5"/>
            <p:cNvSpPr/>
            <p:nvPr/>
          </p:nvSpPr>
          <p:spPr>
            <a:xfrm>
              <a:off x="3461405" y="-909575"/>
              <a:ext cx="25920" cy="313920"/>
            </a:xfrm>
            <a:custGeom>
              <a:rect b="b" l="l" r="r" t="t"/>
              <a:pathLst>
                <a:path extrusionOk="0" h="872" w="72">
                  <a:moveTo>
                    <a:pt x="9" y="0"/>
                  </a:moveTo>
                  <a:lnTo>
                    <a:pt x="3" y="0"/>
                  </a:lnTo>
                  <a:cubicBezTo>
                    <a:pt x="17" y="78"/>
                    <a:pt x="20" y="158"/>
                    <a:pt x="33" y="237"/>
                  </a:cubicBezTo>
                  <a:cubicBezTo>
                    <a:pt x="48" y="322"/>
                    <a:pt x="44" y="404"/>
                    <a:pt x="46" y="490"/>
                  </a:cubicBezTo>
                  <a:cubicBezTo>
                    <a:pt x="49" y="585"/>
                    <a:pt x="26" y="682"/>
                    <a:pt x="15" y="777"/>
                  </a:cubicBezTo>
                  <a:cubicBezTo>
                    <a:pt x="13" y="793"/>
                    <a:pt x="0" y="805"/>
                    <a:pt x="6" y="822"/>
                  </a:cubicBezTo>
                  <a:lnTo>
                    <a:pt x="18" y="822"/>
                  </a:lnTo>
                  <a:cubicBezTo>
                    <a:pt x="19" y="822"/>
                    <a:pt x="20" y="822"/>
                    <a:pt x="21" y="823"/>
                  </a:cubicBezTo>
                  <a:cubicBezTo>
                    <a:pt x="22" y="824"/>
                    <a:pt x="23" y="825"/>
                    <a:pt x="24" y="826"/>
                  </a:cubicBezTo>
                  <a:cubicBezTo>
                    <a:pt x="25" y="827"/>
                    <a:pt x="25" y="827"/>
                    <a:pt x="25" y="829"/>
                  </a:cubicBezTo>
                  <a:cubicBezTo>
                    <a:pt x="25" y="830"/>
                    <a:pt x="25" y="832"/>
                    <a:pt x="24" y="833"/>
                  </a:cubicBezTo>
                  <a:cubicBezTo>
                    <a:pt x="23" y="834"/>
                    <a:pt x="23" y="834"/>
                    <a:pt x="23" y="834"/>
                  </a:cubicBezTo>
                  <a:cubicBezTo>
                    <a:pt x="23" y="834"/>
                    <a:pt x="23" y="835"/>
                    <a:pt x="24" y="834"/>
                  </a:cubicBezTo>
                  <a:cubicBezTo>
                    <a:pt x="25" y="833"/>
                    <a:pt x="25" y="833"/>
                    <a:pt x="26" y="833"/>
                  </a:cubicBezTo>
                  <a:cubicBezTo>
                    <a:pt x="27" y="833"/>
                    <a:pt x="28" y="833"/>
                    <a:pt x="29" y="834"/>
                  </a:cubicBezTo>
                  <a:lnTo>
                    <a:pt x="30" y="834"/>
                  </a:lnTo>
                  <a:cubicBezTo>
                    <a:pt x="31" y="836"/>
                    <a:pt x="32" y="838"/>
                    <a:pt x="33" y="840"/>
                  </a:cubicBezTo>
                  <a:cubicBezTo>
                    <a:pt x="36" y="844"/>
                    <a:pt x="38" y="849"/>
                    <a:pt x="39" y="854"/>
                  </a:cubicBezTo>
                  <a:cubicBezTo>
                    <a:pt x="39" y="855"/>
                    <a:pt x="39" y="855"/>
                    <a:pt x="39" y="856"/>
                  </a:cubicBezTo>
                  <a:cubicBezTo>
                    <a:pt x="39" y="856"/>
                    <a:pt x="39" y="857"/>
                    <a:pt x="39" y="858"/>
                  </a:cubicBezTo>
                  <a:cubicBezTo>
                    <a:pt x="44" y="862"/>
                    <a:pt x="49" y="866"/>
                    <a:pt x="53" y="871"/>
                  </a:cubicBezTo>
                  <a:cubicBezTo>
                    <a:pt x="55" y="869"/>
                    <a:pt x="56" y="868"/>
                    <a:pt x="57" y="866"/>
                  </a:cubicBezTo>
                  <a:cubicBezTo>
                    <a:pt x="58" y="864"/>
                    <a:pt x="59" y="862"/>
                    <a:pt x="60" y="860"/>
                  </a:cubicBezTo>
                  <a:cubicBezTo>
                    <a:pt x="60" y="858"/>
                    <a:pt x="60" y="857"/>
                    <a:pt x="61" y="856"/>
                  </a:cubicBezTo>
                  <a:cubicBezTo>
                    <a:pt x="62" y="854"/>
                    <a:pt x="64" y="852"/>
                    <a:pt x="66" y="851"/>
                  </a:cubicBezTo>
                  <a:cubicBezTo>
                    <a:pt x="67" y="851"/>
                    <a:pt x="67" y="850"/>
                    <a:pt x="67" y="850"/>
                  </a:cubicBezTo>
                  <a:cubicBezTo>
                    <a:pt x="60" y="839"/>
                    <a:pt x="51" y="830"/>
                    <a:pt x="40" y="823"/>
                  </a:cubicBezTo>
                  <a:cubicBezTo>
                    <a:pt x="23" y="813"/>
                    <a:pt x="48" y="737"/>
                    <a:pt x="50" y="725"/>
                  </a:cubicBezTo>
                  <a:cubicBezTo>
                    <a:pt x="64" y="629"/>
                    <a:pt x="71" y="533"/>
                    <a:pt x="71" y="436"/>
                  </a:cubicBezTo>
                  <a:cubicBezTo>
                    <a:pt x="71" y="434"/>
                    <a:pt x="71" y="432"/>
                    <a:pt x="71" y="430"/>
                  </a:cubicBezTo>
                  <a:cubicBezTo>
                    <a:pt x="68" y="286"/>
                    <a:pt x="54" y="144"/>
                    <a:pt x="29" y="3"/>
                  </a:cubicBezTo>
                  <a:cubicBezTo>
                    <a:pt x="23" y="3"/>
                    <a:pt x="17" y="2"/>
                    <a:pt x="11"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5"/>
            <p:cNvSpPr/>
            <p:nvPr/>
          </p:nvSpPr>
          <p:spPr>
            <a:xfrm>
              <a:off x="3467165" y="-608615"/>
              <a:ext cx="2520" cy="2520"/>
            </a:xfrm>
            <a:custGeom>
              <a:rect b="b" l="l" r="r" t="t"/>
              <a:pathLst>
                <a:path extrusionOk="0" h="7" w="7">
                  <a:moveTo>
                    <a:pt x="3" y="6"/>
                  </a:moveTo>
                  <a:cubicBezTo>
                    <a:pt x="3" y="5"/>
                    <a:pt x="3" y="4"/>
                    <a:pt x="4" y="3"/>
                  </a:cubicBezTo>
                  <a:cubicBezTo>
                    <a:pt x="4" y="2"/>
                    <a:pt x="5" y="1"/>
                    <a:pt x="6" y="0"/>
                  </a:cubicBezTo>
                  <a:cubicBezTo>
                    <a:pt x="6" y="1"/>
                    <a:pt x="5" y="1"/>
                    <a:pt x="5" y="1"/>
                  </a:cubicBezTo>
                  <a:cubicBezTo>
                    <a:pt x="4" y="2"/>
                    <a:pt x="3" y="2"/>
                    <a:pt x="2" y="2"/>
                  </a:cubicBezTo>
                  <a:lnTo>
                    <a:pt x="0" y="2"/>
                  </a:lnTo>
                  <a:lnTo>
                    <a:pt x="3"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5"/>
            <p:cNvSpPr/>
            <p:nvPr/>
          </p:nvSpPr>
          <p:spPr>
            <a:xfrm>
              <a:off x="3462485" y="-909215"/>
              <a:ext cx="2520" cy="720"/>
            </a:xfrm>
            <a:custGeom>
              <a:rect b="b" l="l" r="r" t="t"/>
              <a:pathLst>
                <a:path extrusionOk="0" h="2" w="7">
                  <a:moveTo>
                    <a:pt x="0" y="0"/>
                  </a:moveTo>
                  <a:lnTo>
                    <a:pt x="6" y="0"/>
                  </a:lnTo>
                  <a:lnTo>
                    <a:pt x="5" y="0"/>
                  </a:lnTo>
                  <a:lnTo>
                    <a:pt x="0" y="1"/>
                  </a:lnTo>
                  <a:lnTo>
                    <a:pt x="0" y="1"/>
                  </a:lnTo>
                  <a:lnTo>
                    <a:pt x="0" y="0"/>
                  </a:lnTo>
                </a:path>
              </a:pathLst>
            </a:custGeom>
            <a:solidFill>
              <a:schemeClr val="dk1"/>
            </a:solidFill>
            <a:ln>
              <a:noFill/>
            </a:ln>
          </p:spPr>
        </p:sp>
        <p:sp>
          <p:nvSpPr>
            <p:cNvPr id="2844" name="Google Shape;2844;p35"/>
            <p:cNvSpPr/>
            <p:nvPr/>
          </p:nvSpPr>
          <p:spPr>
            <a:xfrm>
              <a:off x="3462485" y="-911735"/>
              <a:ext cx="2520" cy="2520"/>
            </a:xfrm>
            <a:custGeom>
              <a:rect b="b" l="l" r="r" t="t"/>
              <a:pathLst>
                <a:path extrusionOk="0" h="7" w="7">
                  <a:moveTo>
                    <a:pt x="0" y="0"/>
                  </a:moveTo>
                  <a:cubicBezTo>
                    <a:pt x="0" y="1"/>
                    <a:pt x="0" y="2"/>
                    <a:pt x="0" y="3"/>
                  </a:cubicBezTo>
                  <a:cubicBezTo>
                    <a:pt x="0" y="4"/>
                    <a:pt x="0" y="5"/>
                    <a:pt x="0" y="6"/>
                  </a:cubicBezTo>
                  <a:lnTo>
                    <a:pt x="6" y="5"/>
                  </a:lnTo>
                  <a:cubicBezTo>
                    <a:pt x="5" y="5"/>
                    <a:pt x="5" y="5"/>
                    <a:pt x="5" y="5"/>
                  </a:cubicBezTo>
                  <a:cubicBezTo>
                    <a:pt x="3" y="4"/>
                    <a:pt x="1"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5"/>
            <p:cNvSpPr/>
            <p:nvPr/>
          </p:nvSpPr>
          <p:spPr>
            <a:xfrm>
              <a:off x="3465365" y="-910655"/>
              <a:ext cx="6840" cy="2880"/>
            </a:xfrm>
            <a:custGeom>
              <a:rect b="b" l="l" r="r" t="t"/>
              <a:pathLst>
                <a:path extrusionOk="0" h="8" w="19">
                  <a:moveTo>
                    <a:pt x="0" y="4"/>
                  </a:moveTo>
                  <a:cubicBezTo>
                    <a:pt x="6" y="6"/>
                    <a:pt x="12" y="7"/>
                    <a:pt x="18" y="7"/>
                  </a:cubicBezTo>
                  <a:lnTo>
                    <a:pt x="18" y="2"/>
                  </a:lnTo>
                  <a:cubicBezTo>
                    <a:pt x="18" y="1"/>
                    <a:pt x="18" y="1"/>
                    <a:pt x="18" y="1"/>
                  </a:cubicBezTo>
                  <a:cubicBezTo>
                    <a:pt x="18" y="0"/>
                    <a:pt x="18" y="0"/>
                    <a:pt x="18" y="0"/>
                  </a:cubicBezTo>
                  <a:lnTo>
                    <a:pt x="0" y="3"/>
                  </a:ln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5"/>
            <p:cNvSpPr/>
            <p:nvPr/>
          </p:nvSpPr>
          <p:spPr>
            <a:xfrm>
              <a:off x="3464285" y="-911375"/>
              <a:ext cx="7560" cy="1800"/>
            </a:xfrm>
            <a:custGeom>
              <a:rect b="b" l="l" r="r" t="t"/>
              <a:pathLst>
                <a:path extrusionOk="0" h="5" w="21">
                  <a:moveTo>
                    <a:pt x="0" y="4"/>
                  </a:moveTo>
                  <a:lnTo>
                    <a:pt x="1" y="4"/>
                  </a:lnTo>
                  <a:lnTo>
                    <a:pt x="20" y="1"/>
                  </a:lnTo>
                  <a:lnTo>
                    <a:pt x="20" y="0"/>
                  </a:lnTo>
                  <a:lnTo>
                    <a:pt x="0" y="4"/>
                  </a:lnTo>
                </a:path>
              </a:pathLst>
            </a:custGeom>
            <a:solidFill>
              <a:schemeClr val="dk1"/>
            </a:solidFill>
            <a:ln>
              <a:noFill/>
            </a:ln>
          </p:spPr>
        </p:sp>
        <p:sp>
          <p:nvSpPr>
            <p:cNvPr id="2847" name="Google Shape;2847;p35"/>
            <p:cNvSpPr/>
            <p:nvPr/>
          </p:nvSpPr>
          <p:spPr>
            <a:xfrm>
              <a:off x="3462845" y="-913895"/>
              <a:ext cx="9000" cy="4320"/>
            </a:xfrm>
            <a:custGeom>
              <a:rect b="b" l="l" r="r" t="t"/>
              <a:pathLst>
                <a:path extrusionOk="0" h="12" w="25">
                  <a:moveTo>
                    <a:pt x="4" y="11"/>
                  </a:moveTo>
                  <a:lnTo>
                    <a:pt x="24" y="7"/>
                  </a:lnTo>
                  <a:cubicBezTo>
                    <a:pt x="24" y="7"/>
                    <a:pt x="23" y="7"/>
                    <a:pt x="23" y="6"/>
                  </a:cubicBezTo>
                  <a:cubicBezTo>
                    <a:pt x="22" y="4"/>
                    <a:pt x="20" y="3"/>
                    <a:pt x="18" y="1"/>
                  </a:cubicBezTo>
                  <a:cubicBezTo>
                    <a:pt x="16" y="0"/>
                    <a:pt x="14" y="0"/>
                    <a:pt x="12" y="0"/>
                  </a:cubicBezTo>
                  <a:cubicBezTo>
                    <a:pt x="9" y="0"/>
                    <a:pt x="7" y="0"/>
                    <a:pt x="5" y="1"/>
                  </a:cubicBezTo>
                  <a:cubicBezTo>
                    <a:pt x="3" y="3"/>
                    <a:pt x="1" y="4"/>
                    <a:pt x="0" y="6"/>
                  </a:cubicBezTo>
                  <a:cubicBezTo>
                    <a:pt x="0" y="7"/>
                    <a:pt x="1" y="7"/>
                    <a:pt x="1" y="7"/>
                  </a:cubicBezTo>
                  <a:cubicBezTo>
                    <a:pt x="2" y="9"/>
                    <a:pt x="3" y="10"/>
                    <a:pt x="4"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5"/>
            <p:cNvSpPr/>
            <p:nvPr/>
          </p:nvSpPr>
          <p:spPr>
            <a:xfrm>
              <a:off x="3277445" y="-787895"/>
              <a:ext cx="189720" cy="183960"/>
            </a:xfrm>
            <a:custGeom>
              <a:rect b="b" l="l" r="r" t="t"/>
              <a:pathLst>
                <a:path extrusionOk="0" h="511" w="527">
                  <a:moveTo>
                    <a:pt x="111" y="417"/>
                  </a:moveTo>
                  <a:cubicBezTo>
                    <a:pt x="130" y="432"/>
                    <a:pt x="150" y="446"/>
                    <a:pt x="170" y="458"/>
                  </a:cubicBezTo>
                  <a:cubicBezTo>
                    <a:pt x="171" y="458"/>
                    <a:pt x="171" y="457"/>
                    <a:pt x="171" y="457"/>
                  </a:cubicBezTo>
                  <a:cubicBezTo>
                    <a:pt x="172" y="455"/>
                    <a:pt x="173" y="454"/>
                    <a:pt x="173" y="453"/>
                  </a:cubicBezTo>
                  <a:cubicBezTo>
                    <a:pt x="174" y="453"/>
                    <a:pt x="174" y="453"/>
                    <a:pt x="174" y="453"/>
                  </a:cubicBezTo>
                  <a:cubicBezTo>
                    <a:pt x="176" y="452"/>
                    <a:pt x="178" y="452"/>
                    <a:pt x="179" y="452"/>
                  </a:cubicBezTo>
                  <a:cubicBezTo>
                    <a:pt x="181" y="452"/>
                    <a:pt x="182" y="452"/>
                    <a:pt x="183" y="453"/>
                  </a:cubicBezTo>
                  <a:cubicBezTo>
                    <a:pt x="184" y="453"/>
                    <a:pt x="184" y="453"/>
                    <a:pt x="184" y="453"/>
                  </a:cubicBezTo>
                  <a:lnTo>
                    <a:pt x="187" y="455"/>
                  </a:lnTo>
                  <a:cubicBezTo>
                    <a:pt x="187" y="456"/>
                    <a:pt x="188" y="456"/>
                    <a:pt x="188" y="457"/>
                  </a:cubicBezTo>
                  <a:cubicBezTo>
                    <a:pt x="189" y="458"/>
                    <a:pt x="189" y="459"/>
                    <a:pt x="189" y="460"/>
                  </a:cubicBezTo>
                  <a:cubicBezTo>
                    <a:pt x="189" y="461"/>
                    <a:pt x="189" y="462"/>
                    <a:pt x="188" y="463"/>
                  </a:cubicBezTo>
                  <a:cubicBezTo>
                    <a:pt x="188" y="464"/>
                    <a:pt x="187" y="464"/>
                    <a:pt x="187" y="465"/>
                  </a:cubicBezTo>
                  <a:cubicBezTo>
                    <a:pt x="187" y="465"/>
                    <a:pt x="187" y="466"/>
                    <a:pt x="187" y="467"/>
                  </a:cubicBezTo>
                  <a:cubicBezTo>
                    <a:pt x="187" y="467"/>
                    <a:pt x="187" y="468"/>
                    <a:pt x="187" y="469"/>
                  </a:cubicBezTo>
                  <a:cubicBezTo>
                    <a:pt x="200" y="475"/>
                    <a:pt x="213" y="481"/>
                    <a:pt x="226" y="487"/>
                  </a:cubicBezTo>
                  <a:cubicBezTo>
                    <a:pt x="227" y="486"/>
                    <a:pt x="228" y="484"/>
                    <a:pt x="229" y="483"/>
                  </a:cubicBezTo>
                  <a:cubicBezTo>
                    <a:pt x="230" y="483"/>
                    <a:pt x="230" y="483"/>
                    <a:pt x="231" y="482"/>
                  </a:cubicBezTo>
                  <a:cubicBezTo>
                    <a:pt x="232" y="482"/>
                    <a:pt x="234" y="481"/>
                    <a:pt x="235" y="481"/>
                  </a:cubicBezTo>
                  <a:cubicBezTo>
                    <a:pt x="237" y="481"/>
                    <a:pt x="238" y="481"/>
                    <a:pt x="239" y="482"/>
                  </a:cubicBezTo>
                  <a:cubicBezTo>
                    <a:pt x="240" y="482"/>
                    <a:pt x="240" y="483"/>
                    <a:pt x="240" y="483"/>
                  </a:cubicBezTo>
                  <a:cubicBezTo>
                    <a:pt x="241" y="484"/>
                    <a:pt x="242" y="485"/>
                    <a:pt x="243" y="487"/>
                  </a:cubicBezTo>
                  <a:cubicBezTo>
                    <a:pt x="244" y="489"/>
                    <a:pt x="245" y="491"/>
                    <a:pt x="245" y="493"/>
                  </a:cubicBezTo>
                  <a:cubicBezTo>
                    <a:pt x="251" y="495"/>
                    <a:pt x="257" y="497"/>
                    <a:pt x="264" y="499"/>
                  </a:cubicBezTo>
                  <a:cubicBezTo>
                    <a:pt x="265" y="498"/>
                    <a:pt x="265" y="498"/>
                    <a:pt x="265" y="498"/>
                  </a:cubicBezTo>
                  <a:cubicBezTo>
                    <a:pt x="267" y="495"/>
                    <a:pt x="268" y="493"/>
                    <a:pt x="271" y="491"/>
                  </a:cubicBezTo>
                  <a:cubicBezTo>
                    <a:pt x="271" y="490"/>
                    <a:pt x="272" y="490"/>
                    <a:pt x="272" y="490"/>
                  </a:cubicBezTo>
                  <a:cubicBezTo>
                    <a:pt x="274" y="489"/>
                    <a:pt x="274" y="489"/>
                    <a:pt x="275" y="489"/>
                  </a:cubicBezTo>
                  <a:cubicBezTo>
                    <a:pt x="277" y="489"/>
                    <a:pt x="278" y="489"/>
                    <a:pt x="279" y="490"/>
                  </a:cubicBezTo>
                  <a:cubicBezTo>
                    <a:pt x="280" y="490"/>
                    <a:pt x="281" y="491"/>
                    <a:pt x="282" y="492"/>
                  </a:cubicBezTo>
                  <a:cubicBezTo>
                    <a:pt x="282" y="493"/>
                    <a:pt x="284" y="494"/>
                    <a:pt x="284" y="495"/>
                  </a:cubicBezTo>
                  <a:cubicBezTo>
                    <a:pt x="287" y="498"/>
                    <a:pt x="286" y="501"/>
                    <a:pt x="287" y="504"/>
                  </a:cubicBezTo>
                  <a:cubicBezTo>
                    <a:pt x="295" y="505"/>
                    <a:pt x="302" y="506"/>
                    <a:pt x="310" y="507"/>
                  </a:cubicBezTo>
                  <a:cubicBezTo>
                    <a:pt x="312" y="504"/>
                    <a:pt x="314" y="501"/>
                    <a:pt x="317" y="499"/>
                  </a:cubicBezTo>
                  <a:cubicBezTo>
                    <a:pt x="319" y="498"/>
                    <a:pt x="321" y="498"/>
                    <a:pt x="322" y="497"/>
                  </a:cubicBezTo>
                  <a:cubicBezTo>
                    <a:pt x="326" y="496"/>
                    <a:pt x="329" y="499"/>
                    <a:pt x="331" y="502"/>
                  </a:cubicBezTo>
                  <a:cubicBezTo>
                    <a:pt x="331" y="502"/>
                    <a:pt x="332" y="502"/>
                    <a:pt x="332" y="503"/>
                  </a:cubicBezTo>
                  <a:cubicBezTo>
                    <a:pt x="334" y="505"/>
                    <a:pt x="333" y="507"/>
                    <a:pt x="334" y="509"/>
                  </a:cubicBezTo>
                  <a:cubicBezTo>
                    <a:pt x="347" y="510"/>
                    <a:pt x="361" y="510"/>
                    <a:pt x="374" y="510"/>
                  </a:cubicBezTo>
                  <a:cubicBezTo>
                    <a:pt x="398" y="510"/>
                    <a:pt x="422" y="509"/>
                    <a:pt x="447" y="507"/>
                  </a:cubicBezTo>
                  <a:cubicBezTo>
                    <a:pt x="447" y="505"/>
                    <a:pt x="448" y="504"/>
                    <a:pt x="449" y="502"/>
                  </a:cubicBezTo>
                  <a:cubicBezTo>
                    <a:pt x="450" y="500"/>
                    <a:pt x="451" y="499"/>
                    <a:pt x="452" y="497"/>
                  </a:cubicBezTo>
                  <a:cubicBezTo>
                    <a:pt x="453" y="497"/>
                    <a:pt x="453" y="497"/>
                    <a:pt x="454" y="496"/>
                  </a:cubicBezTo>
                  <a:cubicBezTo>
                    <a:pt x="454" y="496"/>
                    <a:pt x="456" y="495"/>
                    <a:pt x="457" y="495"/>
                  </a:cubicBezTo>
                  <a:cubicBezTo>
                    <a:pt x="459" y="495"/>
                    <a:pt x="460" y="495"/>
                    <a:pt x="460" y="496"/>
                  </a:cubicBezTo>
                  <a:cubicBezTo>
                    <a:pt x="461" y="497"/>
                    <a:pt x="461" y="497"/>
                    <a:pt x="461" y="497"/>
                  </a:cubicBezTo>
                  <a:cubicBezTo>
                    <a:pt x="462" y="498"/>
                    <a:pt x="463" y="499"/>
                    <a:pt x="463" y="500"/>
                  </a:cubicBezTo>
                  <a:cubicBezTo>
                    <a:pt x="465" y="502"/>
                    <a:pt x="464" y="503"/>
                    <a:pt x="465" y="505"/>
                  </a:cubicBezTo>
                  <a:lnTo>
                    <a:pt x="486" y="503"/>
                  </a:lnTo>
                  <a:cubicBezTo>
                    <a:pt x="487" y="501"/>
                    <a:pt x="488" y="498"/>
                    <a:pt x="489" y="496"/>
                  </a:cubicBezTo>
                  <a:cubicBezTo>
                    <a:pt x="490" y="495"/>
                    <a:pt x="491" y="494"/>
                    <a:pt x="491" y="493"/>
                  </a:cubicBezTo>
                  <a:cubicBezTo>
                    <a:pt x="492" y="492"/>
                    <a:pt x="493" y="492"/>
                    <a:pt x="493" y="492"/>
                  </a:cubicBezTo>
                  <a:cubicBezTo>
                    <a:pt x="495" y="491"/>
                    <a:pt x="495" y="491"/>
                    <a:pt x="496" y="491"/>
                  </a:cubicBezTo>
                  <a:cubicBezTo>
                    <a:pt x="497" y="491"/>
                    <a:pt x="499" y="491"/>
                    <a:pt x="500" y="492"/>
                  </a:cubicBezTo>
                  <a:cubicBezTo>
                    <a:pt x="500" y="492"/>
                    <a:pt x="501" y="492"/>
                    <a:pt x="501" y="493"/>
                  </a:cubicBezTo>
                  <a:cubicBezTo>
                    <a:pt x="502" y="494"/>
                    <a:pt x="503" y="495"/>
                    <a:pt x="504" y="497"/>
                  </a:cubicBezTo>
                  <a:cubicBezTo>
                    <a:pt x="505" y="498"/>
                    <a:pt x="506" y="500"/>
                    <a:pt x="506" y="502"/>
                  </a:cubicBezTo>
                  <a:lnTo>
                    <a:pt x="526" y="501"/>
                  </a:lnTo>
                  <a:cubicBezTo>
                    <a:pt x="523" y="498"/>
                    <a:pt x="522" y="494"/>
                    <a:pt x="519" y="491"/>
                  </a:cubicBezTo>
                  <a:cubicBezTo>
                    <a:pt x="519" y="490"/>
                    <a:pt x="518" y="489"/>
                    <a:pt x="517" y="488"/>
                  </a:cubicBezTo>
                  <a:cubicBezTo>
                    <a:pt x="517" y="486"/>
                    <a:pt x="517" y="486"/>
                    <a:pt x="517" y="485"/>
                  </a:cubicBezTo>
                  <a:cubicBezTo>
                    <a:pt x="445" y="482"/>
                    <a:pt x="375" y="497"/>
                    <a:pt x="303" y="481"/>
                  </a:cubicBezTo>
                  <a:cubicBezTo>
                    <a:pt x="241" y="467"/>
                    <a:pt x="165" y="440"/>
                    <a:pt x="123" y="392"/>
                  </a:cubicBezTo>
                  <a:cubicBezTo>
                    <a:pt x="108" y="374"/>
                    <a:pt x="94" y="355"/>
                    <a:pt x="82" y="335"/>
                  </a:cubicBezTo>
                  <a:cubicBezTo>
                    <a:pt x="53" y="284"/>
                    <a:pt x="36" y="227"/>
                    <a:pt x="34" y="168"/>
                  </a:cubicBezTo>
                  <a:cubicBezTo>
                    <a:pt x="32" y="133"/>
                    <a:pt x="29" y="97"/>
                    <a:pt x="29" y="61"/>
                  </a:cubicBezTo>
                  <a:cubicBezTo>
                    <a:pt x="31" y="41"/>
                    <a:pt x="34" y="20"/>
                    <a:pt x="39" y="0"/>
                  </a:cubicBezTo>
                  <a:cubicBezTo>
                    <a:pt x="28" y="26"/>
                    <a:pt x="18" y="53"/>
                    <a:pt x="8" y="80"/>
                  </a:cubicBezTo>
                  <a:cubicBezTo>
                    <a:pt x="0" y="203"/>
                    <a:pt x="23" y="348"/>
                    <a:pt x="111" y="4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5"/>
            <p:cNvSpPr/>
            <p:nvPr/>
          </p:nvSpPr>
          <p:spPr>
            <a:xfrm>
              <a:off x="3280325" y="-799055"/>
              <a:ext cx="12240" cy="40320"/>
            </a:xfrm>
            <a:custGeom>
              <a:rect b="b" l="l" r="r" t="t"/>
              <a:pathLst>
                <a:path extrusionOk="0" h="112" w="34">
                  <a:moveTo>
                    <a:pt x="33" y="9"/>
                  </a:moveTo>
                  <a:cubicBezTo>
                    <a:pt x="33" y="7"/>
                    <a:pt x="32" y="6"/>
                    <a:pt x="32" y="5"/>
                  </a:cubicBezTo>
                  <a:cubicBezTo>
                    <a:pt x="31" y="3"/>
                    <a:pt x="30" y="2"/>
                    <a:pt x="28" y="1"/>
                  </a:cubicBezTo>
                  <a:cubicBezTo>
                    <a:pt x="26" y="0"/>
                    <a:pt x="25" y="0"/>
                    <a:pt x="24" y="0"/>
                  </a:cubicBezTo>
                  <a:cubicBezTo>
                    <a:pt x="22" y="0"/>
                    <a:pt x="21" y="0"/>
                    <a:pt x="19" y="1"/>
                  </a:cubicBezTo>
                  <a:cubicBezTo>
                    <a:pt x="17" y="2"/>
                    <a:pt x="17" y="3"/>
                    <a:pt x="16" y="5"/>
                  </a:cubicBezTo>
                  <a:cubicBezTo>
                    <a:pt x="16" y="5"/>
                    <a:pt x="16" y="6"/>
                    <a:pt x="15" y="6"/>
                  </a:cubicBezTo>
                  <a:cubicBezTo>
                    <a:pt x="7" y="41"/>
                    <a:pt x="2" y="76"/>
                    <a:pt x="0" y="111"/>
                  </a:cubicBezTo>
                  <a:cubicBezTo>
                    <a:pt x="10" y="84"/>
                    <a:pt x="20" y="57"/>
                    <a:pt x="31" y="30"/>
                  </a:cubicBezTo>
                  <a:cubicBezTo>
                    <a:pt x="32" y="23"/>
                    <a:pt x="33" y="16"/>
                    <a:pt x="33"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5"/>
            <p:cNvSpPr/>
            <p:nvPr/>
          </p:nvSpPr>
          <p:spPr>
            <a:xfrm>
              <a:off x="3463205" y="-612935"/>
              <a:ext cx="6840" cy="5760"/>
            </a:xfrm>
            <a:custGeom>
              <a:rect b="b" l="l" r="r" t="t"/>
              <a:pathLst>
                <a:path extrusionOk="0" h="16" w="19">
                  <a:moveTo>
                    <a:pt x="16" y="12"/>
                  </a:moveTo>
                  <a:cubicBezTo>
                    <a:pt x="17" y="12"/>
                    <a:pt x="17" y="11"/>
                    <a:pt x="17" y="11"/>
                  </a:cubicBezTo>
                  <a:cubicBezTo>
                    <a:pt x="18" y="10"/>
                    <a:pt x="18" y="8"/>
                    <a:pt x="18" y="7"/>
                  </a:cubicBezTo>
                  <a:cubicBezTo>
                    <a:pt x="18" y="6"/>
                    <a:pt x="18" y="5"/>
                    <a:pt x="17" y="3"/>
                  </a:cubicBezTo>
                  <a:cubicBezTo>
                    <a:pt x="16" y="1"/>
                    <a:pt x="16" y="1"/>
                    <a:pt x="15" y="1"/>
                  </a:cubicBezTo>
                  <a:cubicBezTo>
                    <a:pt x="13" y="0"/>
                    <a:pt x="12" y="0"/>
                    <a:pt x="11" y="0"/>
                  </a:cubicBezTo>
                  <a:lnTo>
                    <a:pt x="0" y="0"/>
                  </a:lnTo>
                  <a:cubicBezTo>
                    <a:pt x="0" y="0"/>
                    <a:pt x="0" y="1"/>
                    <a:pt x="0" y="2"/>
                  </a:cubicBezTo>
                  <a:cubicBezTo>
                    <a:pt x="0" y="3"/>
                    <a:pt x="1" y="4"/>
                    <a:pt x="1" y="5"/>
                  </a:cubicBezTo>
                  <a:cubicBezTo>
                    <a:pt x="3" y="9"/>
                    <a:pt x="6" y="12"/>
                    <a:pt x="8" y="15"/>
                  </a:cubicBezTo>
                  <a:lnTo>
                    <a:pt x="10" y="15"/>
                  </a:lnTo>
                  <a:cubicBezTo>
                    <a:pt x="12" y="15"/>
                    <a:pt x="13" y="15"/>
                    <a:pt x="14" y="14"/>
                  </a:cubicBezTo>
                  <a:cubicBezTo>
                    <a:pt x="15" y="14"/>
                    <a:pt x="16" y="13"/>
                    <a:pt x="1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5"/>
            <p:cNvSpPr/>
            <p:nvPr/>
          </p:nvSpPr>
          <p:spPr>
            <a:xfrm>
              <a:off x="3555365" y="-980855"/>
              <a:ext cx="31680" cy="412200"/>
            </a:xfrm>
            <a:custGeom>
              <a:rect b="b" l="l" r="r" t="t"/>
              <a:pathLst>
                <a:path extrusionOk="0" h="1145" w="88">
                  <a:moveTo>
                    <a:pt x="8" y="29"/>
                  </a:moveTo>
                  <a:lnTo>
                    <a:pt x="0" y="30"/>
                  </a:lnTo>
                  <a:cubicBezTo>
                    <a:pt x="9" y="67"/>
                    <a:pt x="16" y="106"/>
                    <a:pt x="21" y="144"/>
                  </a:cubicBezTo>
                  <a:cubicBezTo>
                    <a:pt x="21" y="169"/>
                    <a:pt x="24" y="194"/>
                    <a:pt x="29" y="218"/>
                  </a:cubicBezTo>
                  <a:cubicBezTo>
                    <a:pt x="40" y="275"/>
                    <a:pt x="46" y="333"/>
                    <a:pt x="46" y="391"/>
                  </a:cubicBezTo>
                  <a:cubicBezTo>
                    <a:pt x="46" y="397"/>
                    <a:pt x="46" y="402"/>
                    <a:pt x="46" y="408"/>
                  </a:cubicBezTo>
                  <a:cubicBezTo>
                    <a:pt x="46" y="461"/>
                    <a:pt x="46" y="512"/>
                    <a:pt x="46" y="564"/>
                  </a:cubicBezTo>
                  <a:cubicBezTo>
                    <a:pt x="46" y="671"/>
                    <a:pt x="42" y="777"/>
                    <a:pt x="41" y="883"/>
                  </a:cubicBezTo>
                  <a:cubicBezTo>
                    <a:pt x="41" y="933"/>
                    <a:pt x="41" y="983"/>
                    <a:pt x="41" y="1032"/>
                  </a:cubicBezTo>
                  <a:cubicBezTo>
                    <a:pt x="41" y="1061"/>
                    <a:pt x="47" y="1120"/>
                    <a:pt x="25" y="1144"/>
                  </a:cubicBezTo>
                  <a:cubicBezTo>
                    <a:pt x="32" y="1142"/>
                    <a:pt x="38" y="1140"/>
                    <a:pt x="45" y="1139"/>
                  </a:cubicBezTo>
                  <a:lnTo>
                    <a:pt x="46" y="1139"/>
                  </a:lnTo>
                  <a:cubicBezTo>
                    <a:pt x="47" y="1139"/>
                    <a:pt x="48" y="1139"/>
                    <a:pt x="49" y="1140"/>
                  </a:cubicBezTo>
                  <a:cubicBezTo>
                    <a:pt x="50" y="1140"/>
                    <a:pt x="50" y="1140"/>
                    <a:pt x="50" y="1141"/>
                  </a:cubicBezTo>
                  <a:cubicBezTo>
                    <a:pt x="87" y="1096"/>
                    <a:pt x="67" y="992"/>
                    <a:pt x="67" y="947"/>
                  </a:cubicBezTo>
                  <a:cubicBezTo>
                    <a:pt x="67" y="834"/>
                    <a:pt x="72" y="721"/>
                    <a:pt x="72" y="609"/>
                  </a:cubicBezTo>
                  <a:cubicBezTo>
                    <a:pt x="72" y="542"/>
                    <a:pt x="72" y="475"/>
                    <a:pt x="72" y="409"/>
                  </a:cubicBezTo>
                  <a:cubicBezTo>
                    <a:pt x="72" y="407"/>
                    <a:pt x="72" y="405"/>
                    <a:pt x="72" y="404"/>
                  </a:cubicBezTo>
                  <a:cubicBezTo>
                    <a:pt x="72" y="383"/>
                    <a:pt x="71" y="362"/>
                    <a:pt x="67" y="341"/>
                  </a:cubicBezTo>
                  <a:cubicBezTo>
                    <a:pt x="63" y="312"/>
                    <a:pt x="70" y="283"/>
                    <a:pt x="65" y="255"/>
                  </a:cubicBezTo>
                  <a:cubicBezTo>
                    <a:pt x="57" y="216"/>
                    <a:pt x="55" y="178"/>
                    <a:pt x="48" y="140"/>
                  </a:cubicBezTo>
                  <a:cubicBezTo>
                    <a:pt x="44" y="117"/>
                    <a:pt x="47" y="90"/>
                    <a:pt x="41" y="67"/>
                  </a:cubicBezTo>
                  <a:cubicBezTo>
                    <a:pt x="35" y="49"/>
                    <a:pt x="29" y="30"/>
                    <a:pt x="25" y="11"/>
                  </a:cubicBezTo>
                  <a:cubicBezTo>
                    <a:pt x="25" y="9"/>
                    <a:pt x="25" y="8"/>
                    <a:pt x="24" y="6"/>
                  </a:cubicBezTo>
                  <a:cubicBezTo>
                    <a:pt x="23" y="4"/>
                    <a:pt x="21" y="3"/>
                    <a:pt x="19" y="1"/>
                  </a:cubicBezTo>
                  <a:cubicBezTo>
                    <a:pt x="17" y="0"/>
                    <a:pt x="15" y="0"/>
                    <a:pt x="13" y="0"/>
                  </a:cubicBezTo>
                  <a:cubicBezTo>
                    <a:pt x="10" y="0"/>
                    <a:pt x="8" y="0"/>
                    <a:pt x="6" y="1"/>
                  </a:cubicBezTo>
                  <a:cubicBezTo>
                    <a:pt x="5" y="2"/>
                    <a:pt x="5" y="2"/>
                    <a:pt x="4" y="3"/>
                  </a:cubicBezTo>
                  <a:cubicBezTo>
                    <a:pt x="7" y="6"/>
                    <a:pt x="9" y="9"/>
                    <a:pt x="11" y="13"/>
                  </a:cubicBezTo>
                  <a:cubicBezTo>
                    <a:pt x="12" y="14"/>
                    <a:pt x="13" y="16"/>
                    <a:pt x="13" y="17"/>
                  </a:cubicBezTo>
                  <a:cubicBezTo>
                    <a:pt x="14" y="18"/>
                    <a:pt x="14" y="20"/>
                    <a:pt x="14" y="21"/>
                  </a:cubicBezTo>
                  <a:cubicBezTo>
                    <a:pt x="14" y="22"/>
                    <a:pt x="14" y="24"/>
                    <a:pt x="13" y="25"/>
                  </a:cubicBezTo>
                  <a:cubicBezTo>
                    <a:pt x="12" y="26"/>
                    <a:pt x="12" y="27"/>
                    <a:pt x="10" y="28"/>
                  </a:cubicBezTo>
                  <a:cubicBezTo>
                    <a:pt x="10" y="28"/>
                    <a:pt x="9" y="28"/>
                    <a:pt x="8"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5"/>
            <p:cNvSpPr/>
            <p:nvPr/>
          </p:nvSpPr>
          <p:spPr>
            <a:xfrm>
              <a:off x="3562205" y="-571175"/>
              <a:ext cx="11880" cy="7560"/>
            </a:xfrm>
            <a:custGeom>
              <a:rect b="b" l="l" r="r" t="t"/>
              <a:pathLst>
                <a:path extrusionOk="0" h="21" w="33">
                  <a:moveTo>
                    <a:pt x="26" y="0"/>
                  </a:moveTo>
                  <a:cubicBezTo>
                    <a:pt x="19" y="1"/>
                    <a:pt x="12" y="3"/>
                    <a:pt x="6" y="5"/>
                  </a:cubicBezTo>
                  <a:lnTo>
                    <a:pt x="6" y="6"/>
                  </a:lnTo>
                  <a:cubicBezTo>
                    <a:pt x="0" y="12"/>
                    <a:pt x="9" y="20"/>
                    <a:pt x="15" y="16"/>
                  </a:cubicBezTo>
                  <a:cubicBezTo>
                    <a:pt x="16" y="16"/>
                    <a:pt x="16" y="16"/>
                    <a:pt x="16" y="16"/>
                  </a:cubicBezTo>
                  <a:cubicBezTo>
                    <a:pt x="22" y="12"/>
                    <a:pt x="28" y="8"/>
                    <a:pt x="32" y="2"/>
                  </a:cubicBezTo>
                  <a:cubicBezTo>
                    <a:pt x="32" y="1"/>
                    <a:pt x="31" y="2"/>
                    <a:pt x="30" y="1"/>
                  </a:cubicBezTo>
                  <a:cubicBezTo>
                    <a:pt x="29" y="0"/>
                    <a:pt x="29" y="0"/>
                    <a:pt x="28" y="0"/>
                  </a:cubicBezTo>
                  <a:cubicBezTo>
                    <a:pt x="27" y="0"/>
                    <a:pt x="26" y="0"/>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5"/>
            <p:cNvSpPr/>
            <p:nvPr/>
          </p:nvSpPr>
          <p:spPr>
            <a:xfrm>
              <a:off x="3468605" y="-1000295"/>
              <a:ext cx="15120" cy="7200"/>
            </a:xfrm>
            <a:custGeom>
              <a:rect b="b" l="l" r="r" t="t"/>
              <a:pathLst>
                <a:path extrusionOk="0" h="20" w="42">
                  <a:moveTo>
                    <a:pt x="14" y="19"/>
                  </a:moveTo>
                  <a:lnTo>
                    <a:pt x="40" y="19"/>
                  </a:lnTo>
                  <a:cubicBezTo>
                    <a:pt x="39" y="18"/>
                    <a:pt x="38" y="16"/>
                    <a:pt x="37" y="15"/>
                  </a:cubicBezTo>
                  <a:cubicBezTo>
                    <a:pt x="37" y="14"/>
                    <a:pt x="36" y="14"/>
                    <a:pt x="36" y="14"/>
                  </a:cubicBezTo>
                  <a:cubicBezTo>
                    <a:pt x="35" y="12"/>
                    <a:pt x="35" y="11"/>
                    <a:pt x="35" y="9"/>
                  </a:cubicBezTo>
                  <a:cubicBezTo>
                    <a:pt x="35" y="7"/>
                    <a:pt x="35" y="6"/>
                    <a:pt x="36" y="4"/>
                  </a:cubicBezTo>
                  <a:cubicBezTo>
                    <a:pt x="37" y="2"/>
                    <a:pt x="38" y="1"/>
                    <a:pt x="40" y="0"/>
                  </a:cubicBezTo>
                  <a:lnTo>
                    <a:pt x="41" y="0"/>
                  </a:lnTo>
                  <a:cubicBezTo>
                    <a:pt x="28" y="0"/>
                    <a:pt x="14" y="0"/>
                    <a:pt x="0" y="0"/>
                  </a:cubicBezTo>
                  <a:cubicBezTo>
                    <a:pt x="5" y="4"/>
                    <a:pt x="9" y="9"/>
                    <a:pt x="12" y="14"/>
                  </a:cubicBezTo>
                  <a:cubicBezTo>
                    <a:pt x="13" y="16"/>
                    <a:pt x="14" y="17"/>
                    <a:pt x="1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5"/>
            <p:cNvSpPr/>
            <p:nvPr/>
          </p:nvSpPr>
          <p:spPr>
            <a:xfrm>
              <a:off x="3190325" y="-999575"/>
              <a:ext cx="274320" cy="37440"/>
            </a:xfrm>
            <a:custGeom>
              <a:rect b="b" l="l" r="r" t="t"/>
              <a:pathLst>
                <a:path extrusionOk="0" h="104" w="762">
                  <a:moveTo>
                    <a:pt x="58" y="95"/>
                  </a:moveTo>
                  <a:cubicBezTo>
                    <a:pt x="57" y="93"/>
                    <a:pt x="56" y="92"/>
                    <a:pt x="56" y="90"/>
                  </a:cubicBezTo>
                  <a:cubicBezTo>
                    <a:pt x="56" y="89"/>
                    <a:pt x="57" y="88"/>
                    <a:pt x="58" y="86"/>
                  </a:cubicBezTo>
                  <a:cubicBezTo>
                    <a:pt x="59" y="84"/>
                    <a:pt x="60" y="83"/>
                    <a:pt x="61" y="82"/>
                  </a:cubicBezTo>
                  <a:cubicBezTo>
                    <a:pt x="62" y="82"/>
                    <a:pt x="63" y="82"/>
                    <a:pt x="63" y="81"/>
                  </a:cubicBezTo>
                  <a:cubicBezTo>
                    <a:pt x="66" y="81"/>
                    <a:pt x="69" y="81"/>
                    <a:pt x="72" y="81"/>
                  </a:cubicBezTo>
                  <a:cubicBezTo>
                    <a:pt x="80" y="81"/>
                    <a:pt x="88" y="83"/>
                    <a:pt x="95" y="87"/>
                  </a:cubicBezTo>
                  <a:lnTo>
                    <a:pt x="121" y="82"/>
                  </a:lnTo>
                  <a:cubicBezTo>
                    <a:pt x="121" y="81"/>
                    <a:pt x="120" y="80"/>
                    <a:pt x="120" y="79"/>
                  </a:cubicBezTo>
                  <a:cubicBezTo>
                    <a:pt x="120" y="78"/>
                    <a:pt x="120" y="77"/>
                    <a:pt x="121" y="76"/>
                  </a:cubicBezTo>
                  <a:cubicBezTo>
                    <a:pt x="122" y="75"/>
                    <a:pt x="122" y="74"/>
                    <a:pt x="123" y="74"/>
                  </a:cubicBezTo>
                  <a:cubicBezTo>
                    <a:pt x="124" y="73"/>
                    <a:pt x="124" y="73"/>
                    <a:pt x="124" y="73"/>
                  </a:cubicBezTo>
                  <a:cubicBezTo>
                    <a:pt x="129" y="71"/>
                    <a:pt x="133" y="71"/>
                    <a:pt x="138" y="71"/>
                  </a:cubicBezTo>
                  <a:cubicBezTo>
                    <a:pt x="145" y="71"/>
                    <a:pt x="152" y="72"/>
                    <a:pt x="158" y="76"/>
                  </a:cubicBezTo>
                  <a:cubicBezTo>
                    <a:pt x="178" y="72"/>
                    <a:pt x="198" y="70"/>
                    <a:pt x="219" y="68"/>
                  </a:cubicBezTo>
                  <a:cubicBezTo>
                    <a:pt x="220" y="68"/>
                    <a:pt x="221" y="68"/>
                    <a:pt x="223" y="68"/>
                  </a:cubicBezTo>
                  <a:cubicBezTo>
                    <a:pt x="224" y="68"/>
                    <a:pt x="226" y="68"/>
                    <a:pt x="227" y="68"/>
                  </a:cubicBezTo>
                  <a:cubicBezTo>
                    <a:pt x="248" y="66"/>
                    <a:pt x="268" y="65"/>
                    <a:pt x="288" y="64"/>
                  </a:cubicBezTo>
                  <a:cubicBezTo>
                    <a:pt x="288" y="64"/>
                    <a:pt x="287" y="64"/>
                    <a:pt x="286" y="63"/>
                  </a:cubicBezTo>
                  <a:cubicBezTo>
                    <a:pt x="285" y="62"/>
                    <a:pt x="283" y="62"/>
                    <a:pt x="282" y="61"/>
                  </a:cubicBezTo>
                  <a:cubicBezTo>
                    <a:pt x="281" y="61"/>
                    <a:pt x="280" y="61"/>
                    <a:pt x="279" y="60"/>
                  </a:cubicBezTo>
                  <a:cubicBezTo>
                    <a:pt x="277" y="59"/>
                    <a:pt x="276" y="59"/>
                    <a:pt x="275" y="57"/>
                  </a:cubicBezTo>
                  <a:cubicBezTo>
                    <a:pt x="274" y="55"/>
                    <a:pt x="274" y="54"/>
                    <a:pt x="274" y="52"/>
                  </a:cubicBezTo>
                  <a:cubicBezTo>
                    <a:pt x="274" y="50"/>
                    <a:pt x="274" y="49"/>
                    <a:pt x="275" y="47"/>
                  </a:cubicBezTo>
                  <a:cubicBezTo>
                    <a:pt x="276" y="45"/>
                    <a:pt x="277" y="45"/>
                    <a:pt x="279" y="44"/>
                  </a:cubicBezTo>
                  <a:cubicBezTo>
                    <a:pt x="280" y="43"/>
                    <a:pt x="281" y="43"/>
                    <a:pt x="282" y="43"/>
                  </a:cubicBezTo>
                  <a:cubicBezTo>
                    <a:pt x="291" y="43"/>
                    <a:pt x="301" y="46"/>
                    <a:pt x="309" y="50"/>
                  </a:cubicBezTo>
                  <a:cubicBezTo>
                    <a:pt x="315" y="54"/>
                    <a:pt x="320" y="58"/>
                    <a:pt x="324" y="62"/>
                  </a:cubicBezTo>
                  <a:lnTo>
                    <a:pt x="335" y="61"/>
                  </a:lnTo>
                  <a:lnTo>
                    <a:pt x="330" y="59"/>
                  </a:lnTo>
                  <a:cubicBezTo>
                    <a:pt x="323" y="56"/>
                    <a:pt x="327" y="45"/>
                    <a:pt x="333" y="43"/>
                  </a:cubicBezTo>
                  <a:cubicBezTo>
                    <a:pt x="337" y="42"/>
                    <a:pt x="341" y="41"/>
                    <a:pt x="345" y="41"/>
                  </a:cubicBezTo>
                  <a:cubicBezTo>
                    <a:pt x="353" y="41"/>
                    <a:pt x="360" y="43"/>
                    <a:pt x="366" y="47"/>
                  </a:cubicBezTo>
                  <a:cubicBezTo>
                    <a:pt x="370" y="49"/>
                    <a:pt x="374" y="52"/>
                    <a:pt x="377" y="56"/>
                  </a:cubicBezTo>
                  <a:lnTo>
                    <a:pt x="382" y="56"/>
                  </a:lnTo>
                  <a:cubicBezTo>
                    <a:pt x="386" y="56"/>
                    <a:pt x="391" y="55"/>
                    <a:pt x="396" y="54"/>
                  </a:cubicBezTo>
                  <a:cubicBezTo>
                    <a:pt x="396" y="53"/>
                    <a:pt x="396" y="53"/>
                    <a:pt x="397" y="52"/>
                  </a:cubicBezTo>
                  <a:cubicBezTo>
                    <a:pt x="397" y="51"/>
                    <a:pt x="398" y="51"/>
                    <a:pt x="399" y="50"/>
                  </a:cubicBezTo>
                  <a:cubicBezTo>
                    <a:pt x="400" y="49"/>
                    <a:pt x="400" y="49"/>
                    <a:pt x="401" y="49"/>
                  </a:cubicBezTo>
                  <a:cubicBezTo>
                    <a:pt x="403" y="49"/>
                    <a:pt x="406" y="48"/>
                    <a:pt x="408" y="48"/>
                  </a:cubicBezTo>
                  <a:cubicBezTo>
                    <a:pt x="414" y="48"/>
                    <a:pt x="420" y="50"/>
                    <a:pt x="425" y="52"/>
                  </a:cubicBezTo>
                  <a:cubicBezTo>
                    <a:pt x="426" y="52"/>
                    <a:pt x="426" y="52"/>
                    <a:pt x="427" y="52"/>
                  </a:cubicBezTo>
                  <a:cubicBezTo>
                    <a:pt x="444" y="52"/>
                    <a:pt x="461" y="51"/>
                    <a:pt x="478" y="48"/>
                  </a:cubicBezTo>
                  <a:lnTo>
                    <a:pt x="482" y="48"/>
                  </a:lnTo>
                  <a:cubicBezTo>
                    <a:pt x="481" y="48"/>
                    <a:pt x="482" y="48"/>
                    <a:pt x="481" y="47"/>
                  </a:cubicBezTo>
                  <a:cubicBezTo>
                    <a:pt x="480" y="46"/>
                    <a:pt x="479" y="46"/>
                    <a:pt x="478" y="45"/>
                  </a:cubicBezTo>
                  <a:cubicBezTo>
                    <a:pt x="477" y="44"/>
                    <a:pt x="478" y="43"/>
                    <a:pt x="478" y="42"/>
                  </a:cubicBezTo>
                  <a:cubicBezTo>
                    <a:pt x="478" y="41"/>
                    <a:pt x="477" y="40"/>
                    <a:pt x="478" y="39"/>
                  </a:cubicBezTo>
                  <a:cubicBezTo>
                    <a:pt x="479" y="38"/>
                    <a:pt x="480" y="37"/>
                    <a:pt x="481" y="37"/>
                  </a:cubicBezTo>
                  <a:cubicBezTo>
                    <a:pt x="481" y="37"/>
                    <a:pt x="481" y="36"/>
                    <a:pt x="482" y="36"/>
                  </a:cubicBezTo>
                  <a:cubicBezTo>
                    <a:pt x="485" y="36"/>
                    <a:pt x="488" y="35"/>
                    <a:pt x="490" y="35"/>
                  </a:cubicBezTo>
                  <a:cubicBezTo>
                    <a:pt x="497" y="35"/>
                    <a:pt x="503" y="37"/>
                    <a:pt x="508" y="40"/>
                  </a:cubicBezTo>
                  <a:cubicBezTo>
                    <a:pt x="510" y="41"/>
                    <a:pt x="513" y="43"/>
                    <a:pt x="515" y="45"/>
                  </a:cubicBezTo>
                  <a:cubicBezTo>
                    <a:pt x="527" y="45"/>
                    <a:pt x="538" y="45"/>
                    <a:pt x="550" y="45"/>
                  </a:cubicBezTo>
                  <a:cubicBezTo>
                    <a:pt x="550" y="38"/>
                    <a:pt x="559" y="30"/>
                    <a:pt x="565" y="36"/>
                  </a:cubicBezTo>
                  <a:lnTo>
                    <a:pt x="573" y="43"/>
                  </a:lnTo>
                  <a:lnTo>
                    <a:pt x="584" y="41"/>
                  </a:lnTo>
                  <a:cubicBezTo>
                    <a:pt x="597" y="38"/>
                    <a:pt x="609" y="36"/>
                    <a:pt x="621" y="35"/>
                  </a:cubicBezTo>
                  <a:cubicBezTo>
                    <a:pt x="622" y="34"/>
                    <a:pt x="622" y="34"/>
                    <a:pt x="622" y="34"/>
                  </a:cubicBezTo>
                  <a:cubicBezTo>
                    <a:pt x="623" y="32"/>
                    <a:pt x="624" y="32"/>
                    <a:pt x="626" y="30"/>
                  </a:cubicBezTo>
                  <a:cubicBezTo>
                    <a:pt x="627" y="29"/>
                    <a:pt x="627" y="29"/>
                    <a:pt x="628" y="29"/>
                  </a:cubicBezTo>
                  <a:cubicBezTo>
                    <a:pt x="637" y="27"/>
                    <a:pt x="648" y="24"/>
                    <a:pt x="655" y="29"/>
                  </a:cubicBezTo>
                  <a:lnTo>
                    <a:pt x="656" y="30"/>
                  </a:lnTo>
                  <a:lnTo>
                    <a:pt x="682" y="27"/>
                  </a:lnTo>
                  <a:lnTo>
                    <a:pt x="692" y="26"/>
                  </a:lnTo>
                  <a:cubicBezTo>
                    <a:pt x="692" y="26"/>
                    <a:pt x="691" y="25"/>
                    <a:pt x="691" y="24"/>
                  </a:cubicBezTo>
                  <a:cubicBezTo>
                    <a:pt x="690" y="23"/>
                    <a:pt x="689" y="20"/>
                    <a:pt x="689" y="19"/>
                  </a:cubicBezTo>
                  <a:cubicBezTo>
                    <a:pt x="689" y="17"/>
                    <a:pt x="690" y="16"/>
                    <a:pt x="691" y="14"/>
                  </a:cubicBezTo>
                  <a:cubicBezTo>
                    <a:pt x="692" y="12"/>
                    <a:pt x="693" y="11"/>
                    <a:pt x="695" y="10"/>
                  </a:cubicBezTo>
                  <a:cubicBezTo>
                    <a:pt x="696" y="9"/>
                    <a:pt x="698" y="9"/>
                    <a:pt x="700" y="9"/>
                  </a:cubicBezTo>
                  <a:cubicBezTo>
                    <a:pt x="702" y="9"/>
                    <a:pt x="703" y="9"/>
                    <a:pt x="705" y="10"/>
                  </a:cubicBezTo>
                  <a:cubicBezTo>
                    <a:pt x="706" y="10"/>
                    <a:pt x="707" y="12"/>
                    <a:pt x="707" y="13"/>
                  </a:cubicBezTo>
                  <a:cubicBezTo>
                    <a:pt x="711" y="16"/>
                    <a:pt x="714" y="19"/>
                    <a:pt x="718" y="23"/>
                  </a:cubicBezTo>
                  <a:cubicBezTo>
                    <a:pt x="732" y="22"/>
                    <a:pt x="746" y="21"/>
                    <a:pt x="761" y="20"/>
                  </a:cubicBezTo>
                  <a:cubicBezTo>
                    <a:pt x="760" y="19"/>
                    <a:pt x="760" y="18"/>
                    <a:pt x="759" y="18"/>
                  </a:cubicBezTo>
                  <a:cubicBezTo>
                    <a:pt x="758" y="15"/>
                    <a:pt x="756" y="12"/>
                    <a:pt x="754" y="10"/>
                  </a:cubicBezTo>
                  <a:cubicBezTo>
                    <a:pt x="753" y="9"/>
                    <a:pt x="753" y="9"/>
                    <a:pt x="752" y="8"/>
                  </a:cubicBezTo>
                  <a:cubicBezTo>
                    <a:pt x="752" y="7"/>
                    <a:pt x="751" y="5"/>
                    <a:pt x="751" y="4"/>
                  </a:cubicBezTo>
                  <a:cubicBezTo>
                    <a:pt x="751" y="2"/>
                    <a:pt x="752" y="2"/>
                    <a:pt x="752" y="0"/>
                  </a:cubicBezTo>
                  <a:cubicBezTo>
                    <a:pt x="734" y="0"/>
                    <a:pt x="715" y="2"/>
                    <a:pt x="698" y="5"/>
                  </a:cubicBezTo>
                  <a:cubicBezTo>
                    <a:pt x="556" y="25"/>
                    <a:pt x="412" y="31"/>
                    <a:pt x="270" y="43"/>
                  </a:cubicBezTo>
                  <a:cubicBezTo>
                    <a:pt x="194" y="50"/>
                    <a:pt x="120" y="63"/>
                    <a:pt x="47" y="83"/>
                  </a:cubicBezTo>
                  <a:lnTo>
                    <a:pt x="0" y="95"/>
                  </a:lnTo>
                  <a:cubicBezTo>
                    <a:pt x="9" y="95"/>
                    <a:pt x="17" y="97"/>
                    <a:pt x="24" y="101"/>
                  </a:cubicBezTo>
                  <a:cubicBezTo>
                    <a:pt x="25" y="102"/>
                    <a:pt x="26" y="102"/>
                    <a:pt x="26" y="103"/>
                  </a:cubicBezTo>
                  <a:lnTo>
                    <a:pt x="58"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5"/>
            <p:cNvSpPr/>
            <p:nvPr/>
          </p:nvSpPr>
          <p:spPr>
            <a:xfrm>
              <a:off x="3025445" y="-874295"/>
              <a:ext cx="10080" cy="7560"/>
            </a:xfrm>
            <a:custGeom>
              <a:rect b="b" l="l" r="r" t="t"/>
              <a:pathLst>
                <a:path extrusionOk="0" h="21" w="28">
                  <a:moveTo>
                    <a:pt x="27" y="13"/>
                  </a:moveTo>
                  <a:lnTo>
                    <a:pt x="26" y="13"/>
                  </a:lnTo>
                  <a:cubicBezTo>
                    <a:pt x="24" y="13"/>
                    <a:pt x="23" y="13"/>
                    <a:pt x="21" y="12"/>
                  </a:cubicBezTo>
                  <a:cubicBezTo>
                    <a:pt x="20" y="11"/>
                    <a:pt x="18" y="9"/>
                    <a:pt x="17" y="7"/>
                  </a:cubicBezTo>
                  <a:cubicBezTo>
                    <a:pt x="16" y="5"/>
                    <a:pt x="15" y="4"/>
                    <a:pt x="15" y="1"/>
                  </a:cubicBezTo>
                  <a:lnTo>
                    <a:pt x="16" y="0"/>
                  </a:lnTo>
                  <a:cubicBezTo>
                    <a:pt x="11" y="6"/>
                    <a:pt x="6" y="12"/>
                    <a:pt x="0" y="18"/>
                  </a:cubicBezTo>
                  <a:lnTo>
                    <a:pt x="1" y="18"/>
                  </a:lnTo>
                  <a:cubicBezTo>
                    <a:pt x="7" y="18"/>
                    <a:pt x="13" y="18"/>
                    <a:pt x="20" y="20"/>
                  </a:cubicBezTo>
                  <a:lnTo>
                    <a:pt x="2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5"/>
            <p:cNvSpPr/>
            <p:nvPr/>
          </p:nvSpPr>
          <p:spPr>
            <a:xfrm>
              <a:off x="3096005" y="-963575"/>
              <a:ext cx="88560" cy="34200"/>
            </a:xfrm>
            <a:custGeom>
              <a:rect b="b" l="l" r="r" t="t"/>
              <a:pathLst>
                <a:path extrusionOk="0" h="95" w="246">
                  <a:moveTo>
                    <a:pt x="44" y="94"/>
                  </a:moveTo>
                  <a:lnTo>
                    <a:pt x="73" y="81"/>
                  </a:lnTo>
                  <a:lnTo>
                    <a:pt x="69" y="80"/>
                  </a:lnTo>
                  <a:cubicBezTo>
                    <a:pt x="63" y="78"/>
                    <a:pt x="61" y="69"/>
                    <a:pt x="68" y="67"/>
                  </a:cubicBezTo>
                  <a:cubicBezTo>
                    <a:pt x="73" y="65"/>
                    <a:pt x="80" y="64"/>
                    <a:pt x="86" y="64"/>
                  </a:cubicBezTo>
                  <a:cubicBezTo>
                    <a:pt x="92" y="64"/>
                    <a:pt x="98" y="65"/>
                    <a:pt x="104" y="67"/>
                  </a:cubicBezTo>
                  <a:lnTo>
                    <a:pt x="124" y="58"/>
                  </a:lnTo>
                  <a:cubicBezTo>
                    <a:pt x="123" y="58"/>
                    <a:pt x="122" y="58"/>
                    <a:pt x="121" y="57"/>
                  </a:cubicBezTo>
                  <a:cubicBezTo>
                    <a:pt x="120" y="57"/>
                    <a:pt x="119" y="56"/>
                    <a:pt x="118" y="54"/>
                  </a:cubicBezTo>
                  <a:cubicBezTo>
                    <a:pt x="117" y="52"/>
                    <a:pt x="117" y="51"/>
                    <a:pt x="117" y="50"/>
                  </a:cubicBezTo>
                  <a:cubicBezTo>
                    <a:pt x="117" y="48"/>
                    <a:pt x="117" y="47"/>
                    <a:pt x="118" y="45"/>
                  </a:cubicBezTo>
                  <a:cubicBezTo>
                    <a:pt x="119" y="43"/>
                    <a:pt x="120" y="43"/>
                    <a:pt x="121" y="42"/>
                  </a:cubicBezTo>
                  <a:cubicBezTo>
                    <a:pt x="122" y="41"/>
                    <a:pt x="123" y="41"/>
                    <a:pt x="124" y="41"/>
                  </a:cubicBezTo>
                  <a:cubicBezTo>
                    <a:pt x="127" y="40"/>
                    <a:pt x="131" y="40"/>
                    <a:pt x="135" y="40"/>
                  </a:cubicBezTo>
                  <a:cubicBezTo>
                    <a:pt x="144" y="40"/>
                    <a:pt x="152" y="41"/>
                    <a:pt x="160" y="44"/>
                  </a:cubicBezTo>
                  <a:lnTo>
                    <a:pt x="187" y="34"/>
                  </a:lnTo>
                  <a:cubicBezTo>
                    <a:pt x="187" y="33"/>
                    <a:pt x="187" y="33"/>
                    <a:pt x="186" y="33"/>
                  </a:cubicBezTo>
                  <a:cubicBezTo>
                    <a:pt x="185" y="32"/>
                    <a:pt x="184" y="31"/>
                    <a:pt x="183" y="30"/>
                  </a:cubicBezTo>
                  <a:cubicBezTo>
                    <a:pt x="182" y="29"/>
                    <a:pt x="182" y="27"/>
                    <a:pt x="182" y="26"/>
                  </a:cubicBezTo>
                  <a:cubicBezTo>
                    <a:pt x="182" y="24"/>
                    <a:pt x="182" y="23"/>
                    <a:pt x="183" y="22"/>
                  </a:cubicBezTo>
                  <a:cubicBezTo>
                    <a:pt x="184" y="21"/>
                    <a:pt x="185" y="19"/>
                    <a:pt x="186" y="19"/>
                  </a:cubicBezTo>
                  <a:cubicBezTo>
                    <a:pt x="187" y="18"/>
                    <a:pt x="188" y="18"/>
                    <a:pt x="189" y="18"/>
                  </a:cubicBezTo>
                  <a:cubicBezTo>
                    <a:pt x="191" y="17"/>
                    <a:pt x="193" y="17"/>
                    <a:pt x="195" y="17"/>
                  </a:cubicBezTo>
                  <a:cubicBezTo>
                    <a:pt x="203" y="17"/>
                    <a:pt x="211" y="19"/>
                    <a:pt x="218" y="23"/>
                  </a:cubicBezTo>
                  <a:lnTo>
                    <a:pt x="245" y="15"/>
                  </a:lnTo>
                  <a:lnTo>
                    <a:pt x="244" y="15"/>
                  </a:lnTo>
                  <a:cubicBezTo>
                    <a:pt x="244" y="15"/>
                    <a:pt x="243" y="14"/>
                    <a:pt x="242" y="14"/>
                  </a:cubicBezTo>
                  <a:cubicBezTo>
                    <a:pt x="241" y="13"/>
                    <a:pt x="240" y="12"/>
                    <a:pt x="239" y="11"/>
                  </a:cubicBezTo>
                  <a:cubicBezTo>
                    <a:pt x="238" y="10"/>
                    <a:pt x="238" y="8"/>
                    <a:pt x="238" y="7"/>
                  </a:cubicBezTo>
                  <a:cubicBezTo>
                    <a:pt x="238" y="5"/>
                    <a:pt x="238" y="4"/>
                    <a:pt x="239" y="3"/>
                  </a:cubicBezTo>
                  <a:cubicBezTo>
                    <a:pt x="240" y="2"/>
                    <a:pt x="240" y="1"/>
                    <a:pt x="241" y="0"/>
                  </a:cubicBezTo>
                  <a:cubicBezTo>
                    <a:pt x="202" y="9"/>
                    <a:pt x="164" y="21"/>
                    <a:pt x="127" y="36"/>
                  </a:cubicBezTo>
                  <a:cubicBezTo>
                    <a:pt x="84" y="53"/>
                    <a:pt x="41" y="72"/>
                    <a:pt x="0" y="93"/>
                  </a:cubicBezTo>
                  <a:cubicBezTo>
                    <a:pt x="7" y="91"/>
                    <a:pt x="14" y="90"/>
                    <a:pt x="21" y="90"/>
                  </a:cubicBezTo>
                  <a:cubicBezTo>
                    <a:pt x="29" y="90"/>
                    <a:pt x="37" y="92"/>
                    <a:pt x="4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5"/>
            <p:cNvSpPr/>
            <p:nvPr/>
          </p:nvSpPr>
          <p:spPr>
            <a:xfrm>
              <a:off x="3033725" y="-928295"/>
              <a:ext cx="66240" cy="50400"/>
            </a:xfrm>
            <a:custGeom>
              <a:rect b="b" l="l" r="r" t="t"/>
              <a:pathLst>
                <a:path extrusionOk="0" h="140" w="184">
                  <a:moveTo>
                    <a:pt x="26" y="138"/>
                  </a:moveTo>
                  <a:lnTo>
                    <a:pt x="44" y="117"/>
                  </a:lnTo>
                  <a:lnTo>
                    <a:pt x="42" y="117"/>
                  </a:lnTo>
                  <a:cubicBezTo>
                    <a:pt x="41" y="117"/>
                    <a:pt x="40" y="117"/>
                    <a:pt x="39" y="116"/>
                  </a:cubicBezTo>
                  <a:cubicBezTo>
                    <a:pt x="38" y="115"/>
                    <a:pt x="38" y="115"/>
                    <a:pt x="37" y="114"/>
                  </a:cubicBezTo>
                  <a:cubicBezTo>
                    <a:pt x="36" y="113"/>
                    <a:pt x="36" y="112"/>
                    <a:pt x="36" y="111"/>
                  </a:cubicBezTo>
                  <a:cubicBezTo>
                    <a:pt x="36" y="110"/>
                    <a:pt x="36" y="109"/>
                    <a:pt x="37" y="108"/>
                  </a:cubicBezTo>
                  <a:cubicBezTo>
                    <a:pt x="38" y="107"/>
                    <a:pt x="38" y="107"/>
                    <a:pt x="39" y="106"/>
                  </a:cubicBezTo>
                  <a:cubicBezTo>
                    <a:pt x="40" y="105"/>
                    <a:pt x="41" y="105"/>
                    <a:pt x="42" y="105"/>
                  </a:cubicBezTo>
                  <a:cubicBezTo>
                    <a:pt x="45" y="105"/>
                    <a:pt x="49" y="105"/>
                    <a:pt x="53" y="105"/>
                  </a:cubicBezTo>
                  <a:cubicBezTo>
                    <a:pt x="57" y="101"/>
                    <a:pt x="60" y="97"/>
                    <a:pt x="64" y="94"/>
                  </a:cubicBezTo>
                  <a:cubicBezTo>
                    <a:pt x="68" y="91"/>
                    <a:pt x="75" y="85"/>
                    <a:pt x="80" y="80"/>
                  </a:cubicBezTo>
                  <a:cubicBezTo>
                    <a:pt x="80" y="79"/>
                    <a:pt x="80" y="78"/>
                    <a:pt x="80" y="78"/>
                  </a:cubicBezTo>
                  <a:cubicBezTo>
                    <a:pt x="80" y="76"/>
                    <a:pt x="80" y="75"/>
                    <a:pt x="81" y="73"/>
                  </a:cubicBezTo>
                  <a:cubicBezTo>
                    <a:pt x="82" y="71"/>
                    <a:pt x="82" y="70"/>
                    <a:pt x="84" y="69"/>
                  </a:cubicBezTo>
                  <a:cubicBezTo>
                    <a:pt x="86" y="68"/>
                    <a:pt x="88" y="68"/>
                    <a:pt x="89" y="68"/>
                  </a:cubicBezTo>
                  <a:cubicBezTo>
                    <a:pt x="90" y="68"/>
                    <a:pt x="90" y="68"/>
                    <a:pt x="90" y="68"/>
                  </a:cubicBezTo>
                  <a:lnTo>
                    <a:pt x="94" y="68"/>
                  </a:lnTo>
                  <a:cubicBezTo>
                    <a:pt x="104" y="61"/>
                    <a:pt x="113" y="55"/>
                    <a:pt x="123" y="48"/>
                  </a:cubicBezTo>
                  <a:cubicBezTo>
                    <a:pt x="123" y="48"/>
                    <a:pt x="123" y="47"/>
                    <a:pt x="123" y="46"/>
                  </a:cubicBezTo>
                  <a:cubicBezTo>
                    <a:pt x="123" y="45"/>
                    <a:pt x="123" y="44"/>
                    <a:pt x="124" y="43"/>
                  </a:cubicBezTo>
                  <a:cubicBezTo>
                    <a:pt x="125" y="42"/>
                    <a:pt x="125" y="41"/>
                    <a:pt x="126" y="40"/>
                  </a:cubicBezTo>
                  <a:cubicBezTo>
                    <a:pt x="127" y="40"/>
                    <a:pt x="128" y="40"/>
                    <a:pt x="129" y="39"/>
                  </a:cubicBezTo>
                  <a:cubicBezTo>
                    <a:pt x="132" y="39"/>
                    <a:pt x="135" y="39"/>
                    <a:pt x="138" y="39"/>
                  </a:cubicBezTo>
                  <a:cubicBezTo>
                    <a:pt x="153" y="31"/>
                    <a:pt x="168" y="22"/>
                    <a:pt x="183" y="14"/>
                  </a:cubicBezTo>
                  <a:lnTo>
                    <a:pt x="169" y="10"/>
                  </a:lnTo>
                  <a:lnTo>
                    <a:pt x="168" y="10"/>
                  </a:lnTo>
                  <a:cubicBezTo>
                    <a:pt x="167" y="9"/>
                    <a:pt x="166" y="8"/>
                    <a:pt x="165" y="7"/>
                  </a:cubicBezTo>
                  <a:cubicBezTo>
                    <a:pt x="164" y="6"/>
                    <a:pt x="164" y="4"/>
                    <a:pt x="164" y="3"/>
                  </a:cubicBezTo>
                  <a:cubicBezTo>
                    <a:pt x="164" y="2"/>
                    <a:pt x="164" y="1"/>
                    <a:pt x="165" y="0"/>
                  </a:cubicBezTo>
                  <a:cubicBezTo>
                    <a:pt x="154" y="6"/>
                    <a:pt x="144" y="11"/>
                    <a:pt x="134" y="17"/>
                  </a:cubicBezTo>
                  <a:cubicBezTo>
                    <a:pt x="121" y="25"/>
                    <a:pt x="107" y="33"/>
                    <a:pt x="94" y="42"/>
                  </a:cubicBezTo>
                  <a:cubicBezTo>
                    <a:pt x="63" y="62"/>
                    <a:pt x="36" y="87"/>
                    <a:pt x="14" y="117"/>
                  </a:cubicBezTo>
                  <a:cubicBezTo>
                    <a:pt x="10" y="123"/>
                    <a:pt x="5" y="131"/>
                    <a:pt x="0" y="139"/>
                  </a:cubicBezTo>
                  <a:lnTo>
                    <a:pt x="1" y="139"/>
                  </a:lnTo>
                  <a:cubicBezTo>
                    <a:pt x="6" y="138"/>
                    <a:pt x="10" y="137"/>
                    <a:pt x="15" y="137"/>
                  </a:cubicBezTo>
                  <a:cubicBezTo>
                    <a:pt x="19" y="137"/>
                    <a:pt x="23" y="138"/>
                    <a:pt x="26"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5"/>
            <p:cNvSpPr/>
            <p:nvPr/>
          </p:nvSpPr>
          <p:spPr>
            <a:xfrm>
              <a:off x="3538805" y="-976895"/>
              <a:ext cx="8280" cy="8640"/>
            </a:xfrm>
            <a:custGeom>
              <a:rect b="b" l="l" r="r" t="t"/>
              <a:pathLst>
                <a:path extrusionOk="0" h="24" w="23">
                  <a:moveTo>
                    <a:pt x="11" y="0"/>
                  </a:moveTo>
                  <a:lnTo>
                    <a:pt x="0" y="0"/>
                  </a:lnTo>
                  <a:lnTo>
                    <a:pt x="3" y="8"/>
                  </a:lnTo>
                  <a:cubicBezTo>
                    <a:pt x="5" y="13"/>
                    <a:pt x="8" y="18"/>
                    <a:pt x="10" y="23"/>
                  </a:cubicBezTo>
                  <a:lnTo>
                    <a:pt x="22" y="22"/>
                  </a:lnTo>
                  <a:cubicBezTo>
                    <a:pt x="19" y="15"/>
                    <a:pt x="13" y="10"/>
                    <a:pt x="11" y="2"/>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5"/>
            <p:cNvSpPr/>
            <p:nvPr/>
          </p:nvSpPr>
          <p:spPr>
            <a:xfrm>
              <a:off x="3503165" y="-974735"/>
              <a:ext cx="11880" cy="8640"/>
            </a:xfrm>
            <a:custGeom>
              <a:rect b="b" l="l" r="r" t="t"/>
              <a:pathLst>
                <a:path extrusionOk="0" h="24" w="33">
                  <a:moveTo>
                    <a:pt x="22" y="0"/>
                  </a:moveTo>
                  <a:lnTo>
                    <a:pt x="8" y="0"/>
                  </a:lnTo>
                  <a:cubicBezTo>
                    <a:pt x="6" y="0"/>
                    <a:pt x="4" y="1"/>
                    <a:pt x="2" y="2"/>
                  </a:cubicBezTo>
                  <a:cubicBezTo>
                    <a:pt x="2" y="2"/>
                    <a:pt x="1" y="3"/>
                    <a:pt x="0" y="4"/>
                  </a:cubicBezTo>
                  <a:cubicBezTo>
                    <a:pt x="2" y="7"/>
                    <a:pt x="3" y="11"/>
                    <a:pt x="5" y="15"/>
                  </a:cubicBezTo>
                  <a:cubicBezTo>
                    <a:pt x="5" y="18"/>
                    <a:pt x="6" y="21"/>
                    <a:pt x="6" y="23"/>
                  </a:cubicBezTo>
                  <a:lnTo>
                    <a:pt x="8" y="23"/>
                  </a:lnTo>
                  <a:lnTo>
                    <a:pt x="32" y="23"/>
                  </a:lnTo>
                  <a:cubicBezTo>
                    <a:pt x="32" y="23"/>
                    <a:pt x="31" y="22"/>
                    <a:pt x="31" y="21"/>
                  </a:cubicBezTo>
                  <a:cubicBezTo>
                    <a:pt x="29" y="17"/>
                    <a:pt x="27" y="13"/>
                    <a:pt x="25" y="9"/>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5"/>
            <p:cNvSpPr/>
            <p:nvPr/>
          </p:nvSpPr>
          <p:spPr>
            <a:xfrm>
              <a:off x="3485165" y="-1001375"/>
              <a:ext cx="72000" cy="30600"/>
            </a:xfrm>
            <a:custGeom>
              <a:rect b="b" l="l" r="r" t="t"/>
              <a:pathLst>
                <a:path extrusionOk="0" h="85" w="200">
                  <a:moveTo>
                    <a:pt x="16" y="22"/>
                  </a:moveTo>
                  <a:lnTo>
                    <a:pt x="46" y="22"/>
                  </a:lnTo>
                  <a:lnTo>
                    <a:pt x="45" y="20"/>
                  </a:lnTo>
                  <a:cubicBezTo>
                    <a:pt x="40" y="11"/>
                    <a:pt x="55" y="1"/>
                    <a:pt x="56" y="5"/>
                  </a:cubicBezTo>
                  <a:cubicBezTo>
                    <a:pt x="56" y="4"/>
                    <a:pt x="67" y="11"/>
                    <a:pt x="69" y="12"/>
                  </a:cubicBezTo>
                  <a:cubicBezTo>
                    <a:pt x="71" y="15"/>
                    <a:pt x="73" y="18"/>
                    <a:pt x="75" y="22"/>
                  </a:cubicBezTo>
                  <a:lnTo>
                    <a:pt x="108" y="22"/>
                  </a:lnTo>
                  <a:cubicBezTo>
                    <a:pt x="109" y="21"/>
                    <a:pt x="109" y="21"/>
                    <a:pt x="110" y="20"/>
                  </a:cubicBezTo>
                  <a:cubicBezTo>
                    <a:pt x="111" y="20"/>
                    <a:pt x="112" y="19"/>
                    <a:pt x="114" y="19"/>
                  </a:cubicBezTo>
                  <a:cubicBezTo>
                    <a:pt x="115" y="19"/>
                    <a:pt x="117" y="20"/>
                    <a:pt x="118" y="20"/>
                  </a:cubicBezTo>
                  <a:cubicBezTo>
                    <a:pt x="119" y="21"/>
                    <a:pt x="119" y="21"/>
                    <a:pt x="120" y="22"/>
                  </a:cubicBezTo>
                  <a:cubicBezTo>
                    <a:pt x="130" y="23"/>
                    <a:pt x="140" y="26"/>
                    <a:pt x="149" y="31"/>
                  </a:cubicBezTo>
                  <a:cubicBezTo>
                    <a:pt x="151" y="32"/>
                    <a:pt x="152" y="33"/>
                    <a:pt x="153" y="34"/>
                  </a:cubicBezTo>
                  <a:cubicBezTo>
                    <a:pt x="154" y="33"/>
                    <a:pt x="155" y="32"/>
                    <a:pt x="157" y="31"/>
                  </a:cubicBezTo>
                  <a:cubicBezTo>
                    <a:pt x="158" y="30"/>
                    <a:pt x="159" y="30"/>
                    <a:pt x="161" y="30"/>
                  </a:cubicBezTo>
                  <a:cubicBezTo>
                    <a:pt x="162" y="30"/>
                    <a:pt x="164" y="30"/>
                    <a:pt x="166" y="31"/>
                  </a:cubicBezTo>
                  <a:cubicBezTo>
                    <a:pt x="167" y="32"/>
                    <a:pt x="168" y="33"/>
                    <a:pt x="169" y="34"/>
                  </a:cubicBezTo>
                  <a:cubicBezTo>
                    <a:pt x="170" y="35"/>
                    <a:pt x="170" y="36"/>
                    <a:pt x="171" y="37"/>
                  </a:cubicBezTo>
                  <a:cubicBezTo>
                    <a:pt x="174" y="42"/>
                    <a:pt x="176" y="48"/>
                    <a:pt x="178" y="54"/>
                  </a:cubicBezTo>
                  <a:cubicBezTo>
                    <a:pt x="179" y="62"/>
                    <a:pt x="185" y="66"/>
                    <a:pt x="189" y="73"/>
                  </a:cubicBezTo>
                  <a:cubicBezTo>
                    <a:pt x="191" y="77"/>
                    <a:pt x="192" y="80"/>
                    <a:pt x="193" y="84"/>
                  </a:cubicBezTo>
                  <a:lnTo>
                    <a:pt x="195" y="84"/>
                  </a:lnTo>
                  <a:cubicBezTo>
                    <a:pt x="195" y="80"/>
                    <a:pt x="193" y="75"/>
                    <a:pt x="193" y="71"/>
                  </a:cubicBezTo>
                  <a:cubicBezTo>
                    <a:pt x="193" y="70"/>
                    <a:pt x="193" y="70"/>
                    <a:pt x="193" y="69"/>
                  </a:cubicBezTo>
                  <a:cubicBezTo>
                    <a:pt x="193" y="67"/>
                    <a:pt x="193" y="64"/>
                    <a:pt x="194" y="62"/>
                  </a:cubicBezTo>
                  <a:cubicBezTo>
                    <a:pt x="196" y="60"/>
                    <a:pt x="197" y="59"/>
                    <a:pt x="199" y="58"/>
                  </a:cubicBezTo>
                  <a:lnTo>
                    <a:pt x="199" y="57"/>
                  </a:lnTo>
                  <a:cubicBezTo>
                    <a:pt x="189" y="41"/>
                    <a:pt x="176" y="27"/>
                    <a:pt x="159" y="18"/>
                  </a:cubicBezTo>
                  <a:cubicBezTo>
                    <a:pt x="147" y="11"/>
                    <a:pt x="133" y="6"/>
                    <a:pt x="119" y="4"/>
                  </a:cubicBezTo>
                  <a:cubicBezTo>
                    <a:pt x="80" y="3"/>
                    <a:pt x="40" y="1"/>
                    <a:pt x="0" y="0"/>
                  </a:cubicBezTo>
                  <a:lnTo>
                    <a:pt x="1" y="0"/>
                  </a:lnTo>
                  <a:cubicBezTo>
                    <a:pt x="2" y="1"/>
                    <a:pt x="3" y="2"/>
                    <a:pt x="3" y="2"/>
                  </a:cubicBezTo>
                  <a:cubicBezTo>
                    <a:pt x="8" y="9"/>
                    <a:pt x="12" y="15"/>
                    <a:pt x="1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5"/>
            <p:cNvSpPr/>
            <p:nvPr/>
          </p:nvSpPr>
          <p:spPr>
            <a:xfrm>
              <a:off x="3520805" y="-976175"/>
              <a:ext cx="12240" cy="9720"/>
            </a:xfrm>
            <a:custGeom>
              <a:rect b="b" l="l" r="r" t="t"/>
              <a:pathLst>
                <a:path extrusionOk="0" h="27" w="34">
                  <a:moveTo>
                    <a:pt x="0" y="3"/>
                  </a:moveTo>
                  <a:cubicBezTo>
                    <a:pt x="3" y="10"/>
                    <a:pt x="5" y="18"/>
                    <a:pt x="8" y="26"/>
                  </a:cubicBezTo>
                  <a:lnTo>
                    <a:pt x="33" y="24"/>
                  </a:lnTo>
                  <a:cubicBezTo>
                    <a:pt x="30" y="16"/>
                    <a:pt x="26" y="8"/>
                    <a:pt x="23"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5"/>
            <p:cNvSpPr/>
            <p:nvPr/>
          </p:nvSpPr>
          <p:spPr>
            <a:xfrm>
              <a:off x="3554645" y="-979775"/>
              <a:ext cx="6120" cy="10080"/>
            </a:xfrm>
            <a:custGeom>
              <a:rect b="b" l="l" r="r" t="t"/>
              <a:pathLst>
                <a:path extrusionOk="0" h="28" w="17">
                  <a:moveTo>
                    <a:pt x="0" y="13"/>
                  </a:moveTo>
                  <a:cubicBezTo>
                    <a:pt x="0" y="18"/>
                    <a:pt x="2" y="22"/>
                    <a:pt x="2" y="27"/>
                  </a:cubicBezTo>
                  <a:lnTo>
                    <a:pt x="10" y="26"/>
                  </a:lnTo>
                  <a:cubicBezTo>
                    <a:pt x="11" y="25"/>
                    <a:pt x="11" y="25"/>
                    <a:pt x="12" y="25"/>
                  </a:cubicBezTo>
                  <a:cubicBezTo>
                    <a:pt x="13" y="24"/>
                    <a:pt x="14" y="23"/>
                    <a:pt x="15" y="22"/>
                  </a:cubicBezTo>
                  <a:cubicBezTo>
                    <a:pt x="16" y="21"/>
                    <a:pt x="16" y="19"/>
                    <a:pt x="16" y="18"/>
                  </a:cubicBezTo>
                  <a:cubicBezTo>
                    <a:pt x="16" y="17"/>
                    <a:pt x="16" y="16"/>
                    <a:pt x="15" y="15"/>
                  </a:cubicBezTo>
                  <a:cubicBezTo>
                    <a:pt x="15" y="13"/>
                    <a:pt x="14" y="12"/>
                    <a:pt x="13" y="10"/>
                  </a:cubicBezTo>
                  <a:cubicBezTo>
                    <a:pt x="11" y="7"/>
                    <a:pt x="9" y="3"/>
                    <a:pt x="6" y="0"/>
                  </a:cubicBezTo>
                  <a:cubicBezTo>
                    <a:pt x="5" y="1"/>
                    <a:pt x="3" y="3"/>
                    <a:pt x="2" y="5"/>
                  </a:cubicBezTo>
                  <a:cubicBezTo>
                    <a:pt x="1" y="7"/>
                    <a:pt x="0" y="9"/>
                    <a:pt x="0" y="12"/>
                  </a:cubicBezTo>
                  <a:lnTo>
                    <a:pt x="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5"/>
            <p:cNvSpPr/>
            <p:nvPr/>
          </p:nvSpPr>
          <p:spPr>
            <a:xfrm>
              <a:off x="3462845" y="-970415"/>
              <a:ext cx="18000" cy="6840"/>
            </a:xfrm>
            <a:custGeom>
              <a:rect b="b" l="l" r="r" t="t"/>
              <a:pathLst>
                <a:path extrusionOk="0" h="19" w="50">
                  <a:moveTo>
                    <a:pt x="37" y="8"/>
                  </a:moveTo>
                  <a:cubicBezTo>
                    <a:pt x="36" y="8"/>
                    <a:pt x="35" y="7"/>
                    <a:pt x="34" y="6"/>
                  </a:cubicBezTo>
                  <a:cubicBezTo>
                    <a:pt x="31" y="5"/>
                    <a:pt x="28" y="3"/>
                    <a:pt x="26" y="0"/>
                  </a:cubicBezTo>
                  <a:cubicBezTo>
                    <a:pt x="25" y="0"/>
                    <a:pt x="24" y="0"/>
                    <a:pt x="23" y="0"/>
                  </a:cubicBezTo>
                  <a:cubicBezTo>
                    <a:pt x="22" y="0"/>
                    <a:pt x="21" y="0"/>
                    <a:pt x="20" y="0"/>
                  </a:cubicBezTo>
                  <a:cubicBezTo>
                    <a:pt x="19" y="0"/>
                    <a:pt x="18" y="0"/>
                    <a:pt x="18" y="0"/>
                  </a:cubicBezTo>
                  <a:cubicBezTo>
                    <a:pt x="13" y="0"/>
                    <a:pt x="9" y="1"/>
                    <a:pt x="5" y="3"/>
                  </a:cubicBezTo>
                  <a:cubicBezTo>
                    <a:pt x="4" y="4"/>
                    <a:pt x="3" y="4"/>
                    <a:pt x="2" y="5"/>
                  </a:cubicBezTo>
                  <a:cubicBezTo>
                    <a:pt x="2" y="6"/>
                    <a:pt x="1" y="6"/>
                    <a:pt x="1" y="6"/>
                  </a:cubicBezTo>
                  <a:cubicBezTo>
                    <a:pt x="1" y="7"/>
                    <a:pt x="0" y="8"/>
                    <a:pt x="0" y="8"/>
                  </a:cubicBezTo>
                  <a:cubicBezTo>
                    <a:pt x="0" y="9"/>
                    <a:pt x="1" y="10"/>
                    <a:pt x="1" y="11"/>
                  </a:cubicBezTo>
                  <a:cubicBezTo>
                    <a:pt x="1" y="11"/>
                    <a:pt x="2" y="11"/>
                    <a:pt x="2" y="12"/>
                  </a:cubicBezTo>
                  <a:cubicBezTo>
                    <a:pt x="6" y="15"/>
                    <a:pt x="7" y="16"/>
                    <a:pt x="12" y="17"/>
                  </a:cubicBezTo>
                  <a:cubicBezTo>
                    <a:pt x="14" y="17"/>
                    <a:pt x="17" y="18"/>
                    <a:pt x="19" y="18"/>
                  </a:cubicBezTo>
                  <a:cubicBezTo>
                    <a:pt x="21" y="18"/>
                    <a:pt x="24" y="17"/>
                    <a:pt x="26" y="17"/>
                  </a:cubicBezTo>
                  <a:cubicBezTo>
                    <a:pt x="33" y="16"/>
                    <a:pt x="40" y="15"/>
                    <a:pt x="46" y="13"/>
                  </a:cubicBezTo>
                  <a:cubicBezTo>
                    <a:pt x="46" y="13"/>
                    <a:pt x="47" y="13"/>
                    <a:pt x="47" y="12"/>
                  </a:cubicBezTo>
                  <a:lnTo>
                    <a:pt x="48" y="11"/>
                  </a:lnTo>
                  <a:cubicBezTo>
                    <a:pt x="49" y="10"/>
                    <a:pt x="49" y="9"/>
                    <a:pt x="49" y="9"/>
                  </a:cubicBezTo>
                  <a:cubicBezTo>
                    <a:pt x="49" y="8"/>
                    <a:pt x="49" y="7"/>
                    <a:pt x="48" y="6"/>
                  </a:cubicBezTo>
                  <a:lnTo>
                    <a:pt x="47" y="5"/>
                  </a:lnTo>
                  <a:cubicBezTo>
                    <a:pt x="47" y="5"/>
                    <a:pt x="46" y="5"/>
                    <a:pt x="46" y="4"/>
                  </a:cubicBezTo>
                  <a:cubicBezTo>
                    <a:pt x="46" y="5"/>
                    <a:pt x="46" y="5"/>
                    <a:pt x="46" y="5"/>
                  </a:cubicBezTo>
                  <a:cubicBezTo>
                    <a:pt x="45" y="6"/>
                    <a:pt x="44" y="6"/>
                    <a:pt x="43" y="7"/>
                  </a:cubicBezTo>
                  <a:cubicBezTo>
                    <a:pt x="42" y="8"/>
                    <a:pt x="41" y="8"/>
                    <a:pt x="39" y="8"/>
                  </a:cubicBezTo>
                  <a:cubicBezTo>
                    <a:pt x="39" y="8"/>
                    <a:pt x="38" y="8"/>
                    <a:pt x="3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5"/>
            <p:cNvSpPr/>
            <p:nvPr/>
          </p:nvSpPr>
          <p:spPr>
            <a:xfrm>
              <a:off x="3419285" y="-969695"/>
              <a:ext cx="11520" cy="7560"/>
            </a:xfrm>
            <a:custGeom>
              <a:rect b="b" l="l" r="r" t="t"/>
              <a:pathLst>
                <a:path extrusionOk="0" h="21" w="32">
                  <a:moveTo>
                    <a:pt x="21" y="1"/>
                  </a:moveTo>
                  <a:lnTo>
                    <a:pt x="20" y="1"/>
                  </a:lnTo>
                  <a:cubicBezTo>
                    <a:pt x="19" y="0"/>
                    <a:pt x="18" y="0"/>
                    <a:pt x="17" y="0"/>
                  </a:cubicBezTo>
                  <a:cubicBezTo>
                    <a:pt x="13" y="0"/>
                    <a:pt x="9" y="1"/>
                    <a:pt x="6" y="3"/>
                  </a:cubicBezTo>
                  <a:cubicBezTo>
                    <a:pt x="4" y="5"/>
                    <a:pt x="2" y="6"/>
                    <a:pt x="1" y="7"/>
                  </a:cubicBezTo>
                  <a:cubicBezTo>
                    <a:pt x="0" y="8"/>
                    <a:pt x="0" y="8"/>
                    <a:pt x="0" y="8"/>
                  </a:cubicBezTo>
                  <a:cubicBezTo>
                    <a:pt x="0" y="9"/>
                    <a:pt x="0" y="9"/>
                    <a:pt x="0" y="10"/>
                  </a:cubicBezTo>
                  <a:cubicBezTo>
                    <a:pt x="0" y="11"/>
                    <a:pt x="0" y="12"/>
                    <a:pt x="0" y="12"/>
                  </a:cubicBezTo>
                  <a:cubicBezTo>
                    <a:pt x="0" y="13"/>
                    <a:pt x="0" y="13"/>
                    <a:pt x="1" y="13"/>
                  </a:cubicBezTo>
                  <a:cubicBezTo>
                    <a:pt x="2" y="15"/>
                    <a:pt x="4" y="16"/>
                    <a:pt x="5" y="17"/>
                  </a:cubicBezTo>
                  <a:cubicBezTo>
                    <a:pt x="9" y="19"/>
                    <a:pt x="13" y="20"/>
                    <a:pt x="17" y="20"/>
                  </a:cubicBezTo>
                  <a:cubicBezTo>
                    <a:pt x="18" y="20"/>
                    <a:pt x="18" y="20"/>
                    <a:pt x="19" y="20"/>
                  </a:cubicBezTo>
                  <a:lnTo>
                    <a:pt x="20" y="20"/>
                  </a:lnTo>
                  <a:cubicBezTo>
                    <a:pt x="23" y="20"/>
                    <a:pt x="27" y="19"/>
                    <a:pt x="31" y="18"/>
                  </a:cubicBezTo>
                  <a:lnTo>
                    <a:pt x="22" y="2"/>
                  </a:lnTo>
                  <a:lnTo>
                    <a:pt x="2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5"/>
            <p:cNvSpPr/>
            <p:nvPr/>
          </p:nvSpPr>
          <p:spPr>
            <a:xfrm>
              <a:off x="3359885" y="-964655"/>
              <a:ext cx="22680" cy="7200"/>
            </a:xfrm>
            <a:custGeom>
              <a:rect b="b" l="l" r="r" t="t"/>
              <a:pathLst>
                <a:path extrusionOk="0" h="20" w="63">
                  <a:moveTo>
                    <a:pt x="57" y="0"/>
                  </a:moveTo>
                  <a:cubicBezTo>
                    <a:pt x="39" y="0"/>
                    <a:pt x="19" y="0"/>
                    <a:pt x="0" y="2"/>
                  </a:cubicBezTo>
                  <a:cubicBezTo>
                    <a:pt x="3" y="7"/>
                    <a:pt x="7" y="13"/>
                    <a:pt x="10" y="19"/>
                  </a:cubicBezTo>
                  <a:lnTo>
                    <a:pt x="62" y="8"/>
                  </a:lnTo>
                  <a:lnTo>
                    <a:pt x="59" y="3"/>
                  </a:lnTo>
                  <a:lnTo>
                    <a:pt x="5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5"/>
            <p:cNvSpPr/>
            <p:nvPr/>
          </p:nvSpPr>
          <p:spPr>
            <a:xfrm>
              <a:off x="3299045" y="-958535"/>
              <a:ext cx="37080" cy="14400"/>
            </a:xfrm>
            <a:custGeom>
              <a:rect b="b" l="l" r="r" t="t"/>
              <a:pathLst>
                <a:path extrusionOk="0" h="40" w="103">
                  <a:moveTo>
                    <a:pt x="84" y="0"/>
                  </a:moveTo>
                  <a:lnTo>
                    <a:pt x="56" y="4"/>
                  </a:lnTo>
                  <a:cubicBezTo>
                    <a:pt x="55" y="4"/>
                    <a:pt x="55" y="5"/>
                    <a:pt x="55" y="6"/>
                  </a:cubicBezTo>
                  <a:cubicBezTo>
                    <a:pt x="54" y="7"/>
                    <a:pt x="53" y="8"/>
                    <a:pt x="52" y="9"/>
                  </a:cubicBezTo>
                  <a:cubicBezTo>
                    <a:pt x="51" y="10"/>
                    <a:pt x="50" y="10"/>
                    <a:pt x="48" y="10"/>
                  </a:cubicBezTo>
                  <a:cubicBezTo>
                    <a:pt x="47" y="10"/>
                    <a:pt x="46" y="9"/>
                    <a:pt x="45" y="9"/>
                  </a:cubicBezTo>
                  <a:lnTo>
                    <a:pt x="44" y="8"/>
                  </a:lnTo>
                  <a:cubicBezTo>
                    <a:pt x="42" y="7"/>
                    <a:pt x="41" y="7"/>
                    <a:pt x="40" y="6"/>
                  </a:cubicBezTo>
                  <a:cubicBezTo>
                    <a:pt x="27" y="8"/>
                    <a:pt x="15" y="12"/>
                    <a:pt x="3" y="17"/>
                  </a:cubicBezTo>
                  <a:cubicBezTo>
                    <a:pt x="3" y="18"/>
                    <a:pt x="3" y="18"/>
                    <a:pt x="3" y="18"/>
                  </a:cubicBezTo>
                  <a:cubicBezTo>
                    <a:pt x="2" y="18"/>
                    <a:pt x="1" y="19"/>
                    <a:pt x="1" y="20"/>
                  </a:cubicBezTo>
                  <a:cubicBezTo>
                    <a:pt x="1" y="20"/>
                    <a:pt x="0" y="21"/>
                    <a:pt x="0" y="22"/>
                  </a:cubicBezTo>
                  <a:cubicBezTo>
                    <a:pt x="0" y="23"/>
                    <a:pt x="1" y="24"/>
                    <a:pt x="1" y="24"/>
                  </a:cubicBezTo>
                  <a:cubicBezTo>
                    <a:pt x="1" y="25"/>
                    <a:pt x="2" y="26"/>
                    <a:pt x="3" y="26"/>
                  </a:cubicBezTo>
                  <a:lnTo>
                    <a:pt x="3" y="27"/>
                  </a:lnTo>
                  <a:cubicBezTo>
                    <a:pt x="31" y="39"/>
                    <a:pt x="72" y="30"/>
                    <a:pt x="102" y="21"/>
                  </a:cubicBezTo>
                  <a:lnTo>
                    <a:pt x="97" y="17"/>
                  </a:lnTo>
                  <a:cubicBezTo>
                    <a:pt x="93" y="11"/>
                    <a:pt x="88" y="6"/>
                    <a:pt x="8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5"/>
            <p:cNvSpPr/>
            <p:nvPr/>
          </p:nvSpPr>
          <p:spPr>
            <a:xfrm>
              <a:off x="3339725" y="-962495"/>
              <a:ext cx="12960" cy="9360"/>
            </a:xfrm>
            <a:custGeom>
              <a:rect b="b" l="l" r="r" t="t"/>
              <a:pathLst>
                <a:path extrusionOk="0" h="26" w="36">
                  <a:moveTo>
                    <a:pt x="24" y="0"/>
                  </a:moveTo>
                  <a:cubicBezTo>
                    <a:pt x="16" y="2"/>
                    <a:pt x="8" y="3"/>
                    <a:pt x="0" y="5"/>
                  </a:cubicBezTo>
                  <a:lnTo>
                    <a:pt x="6" y="13"/>
                  </a:lnTo>
                  <a:cubicBezTo>
                    <a:pt x="9" y="17"/>
                    <a:pt x="13" y="21"/>
                    <a:pt x="15" y="25"/>
                  </a:cubicBezTo>
                  <a:lnTo>
                    <a:pt x="35" y="20"/>
                  </a:lnTo>
                  <a:cubicBezTo>
                    <a:pt x="33" y="14"/>
                    <a:pt x="29" y="7"/>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5"/>
            <p:cNvSpPr/>
            <p:nvPr/>
          </p:nvSpPr>
          <p:spPr>
            <a:xfrm>
              <a:off x="3189605" y="-926135"/>
              <a:ext cx="19440" cy="12960"/>
            </a:xfrm>
            <a:custGeom>
              <a:rect b="b" l="l" r="r" t="t"/>
              <a:pathLst>
                <a:path extrusionOk="0" h="36" w="54">
                  <a:moveTo>
                    <a:pt x="0" y="12"/>
                  </a:moveTo>
                  <a:cubicBezTo>
                    <a:pt x="4" y="17"/>
                    <a:pt x="7" y="21"/>
                    <a:pt x="9" y="26"/>
                  </a:cubicBezTo>
                  <a:cubicBezTo>
                    <a:pt x="11" y="29"/>
                    <a:pt x="12" y="32"/>
                    <a:pt x="14" y="35"/>
                  </a:cubicBezTo>
                  <a:cubicBezTo>
                    <a:pt x="24" y="31"/>
                    <a:pt x="33" y="27"/>
                    <a:pt x="42" y="21"/>
                  </a:cubicBezTo>
                  <a:lnTo>
                    <a:pt x="53" y="16"/>
                  </a:lnTo>
                  <a:cubicBezTo>
                    <a:pt x="49" y="14"/>
                    <a:pt x="46" y="13"/>
                    <a:pt x="43" y="11"/>
                  </a:cubicBezTo>
                  <a:cubicBezTo>
                    <a:pt x="38" y="8"/>
                    <a:pt x="32" y="4"/>
                    <a:pt x="27" y="0"/>
                  </a:cubicBezTo>
                  <a:lnTo>
                    <a:pt x="0"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5"/>
            <p:cNvSpPr/>
            <p:nvPr/>
          </p:nvSpPr>
          <p:spPr>
            <a:xfrm>
              <a:off x="3164765" y="-916775"/>
              <a:ext cx="21960" cy="16560"/>
            </a:xfrm>
            <a:custGeom>
              <a:rect b="b" l="l" r="r" t="t"/>
              <a:pathLst>
                <a:path extrusionOk="0" h="46" w="61">
                  <a:moveTo>
                    <a:pt x="0" y="19"/>
                  </a:moveTo>
                  <a:cubicBezTo>
                    <a:pt x="4" y="26"/>
                    <a:pt x="7" y="31"/>
                    <a:pt x="10" y="37"/>
                  </a:cubicBezTo>
                  <a:cubicBezTo>
                    <a:pt x="10" y="38"/>
                    <a:pt x="11" y="39"/>
                    <a:pt x="11" y="40"/>
                  </a:cubicBezTo>
                  <a:cubicBezTo>
                    <a:pt x="11" y="41"/>
                    <a:pt x="11" y="42"/>
                    <a:pt x="10" y="44"/>
                  </a:cubicBezTo>
                  <a:cubicBezTo>
                    <a:pt x="10" y="45"/>
                    <a:pt x="9" y="45"/>
                    <a:pt x="9" y="45"/>
                  </a:cubicBezTo>
                  <a:cubicBezTo>
                    <a:pt x="16" y="40"/>
                    <a:pt x="23" y="36"/>
                    <a:pt x="29" y="32"/>
                  </a:cubicBezTo>
                  <a:cubicBezTo>
                    <a:pt x="39" y="27"/>
                    <a:pt x="49" y="22"/>
                    <a:pt x="60" y="18"/>
                  </a:cubicBezTo>
                  <a:cubicBezTo>
                    <a:pt x="52" y="13"/>
                    <a:pt x="45" y="7"/>
                    <a:pt x="39" y="0"/>
                  </a:cubicBezTo>
                  <a:cubicBezTo>
                    <a:pt x="25" y="6"/>
                    <a:pt x="12" y="13"/>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5"/>
            <p:cNvSpPr/>
            <p:nvPr/>
          </p:nvSpPr>
          <p:spPr>
            <a:xfrm>
              <a:off x="3139925" y="-905975"/>
              <a:ext cx="27720" cy="15120"/>
            </a:xfrm>
            <a:custGeom>
              <a:rect b="b" l="l" r="r" t="t"/>
              <a:pathLst>
                <a:path extrusionOk="0" h="42" w="77">
                  <a:moveTo>
                    <a:pt x="69" y="16"/>
                  </a:moveTo>
                  <a:cubicBezTo>
                    <a:pt x="61" y="12"/>
                    <a:pt x="54" y="6"/>
                    <a:pt x="48" y="0"/>
                  </a:cubicBezTo>
                  <a:lnTo>
                    <a:pt x="33" y="7"/>
                  </a:lnTo>
                  <a:lnTo>
                    <a:pt x="34" y="8"/>
                  </a:lnTo>
                  <a:cubicBezTo>
                    <a:pt x="35" y="8"/>
                    <a:pt x="35" y="9"/>
                    <a:pt x="35" y="10"/>
                  </a:cubicBezTo>
                  <a:cubicBezTo>
                    <a:pt x="36" y="11"/>
                    <a:pt x="37" y="12"/>
                    <a:pt x="37" y="14"/>
                  </a:cubicBezTo>
                  <a:cubicBezTo>
                    <a:pt x="37" y="15"/>
                    <a:pt x="36" y="16"/>
                    <a:pt x="35" y="18"/>
                  </a:cubicBezTo>
                  <a:cubicBezTo>
                    <a:pt x="35" y="20"/>
                    <a:pt x="34" y="20"/>
                    <a:pt x="32" y="21"/>
                  </a:cubicBezTo>
                  <a:cubicBezTo>
                    <a:pt x="31" y="21"/>
                    <a:pt x="30" y="22"/>
                    <a:pt x="29" y="22"/>
                  </a:cubicBezTo>
                  <a:cubicBezTo>
                    <a:pt x="27" y="23"/>
                    <a:pt x="26" y="23"/>
                    <a:pt x="25" y="23"/>
                  </a:cubicBezTo>
                  <a:cubicBezTo>
                    <a:pt x="21" y="23"/>
                    <a:pt x="18" y="22"/>
                    <a:pt x="14" y="20"/>
                  </a:cubicBezTo>
                  <a:cubicBezTo>
                    <a:pt x="13" y="20"/>
                    <a:pt x="13" y="19"/>
                    <a:pt x="12" y="19"/>
                  </a:cubicBezTo>
                  <a:cubicBezTo>
                    <a:pt x="8" y="22"/>
                    <a:pt x="6" y="26"/>
                    <a:pt x="3" y="30"/>
                  </a:cubicBezTo>
                  <a:cubicBezTo>
                    <a:pt x="3" y="31"/>
                    <a:pt x="2" y="32"/>
                    <a:pt x="1" y="33"/>
                  </a:cubicBezTo>
                  <a:cubicBezTo>
                    <a:pt x="0" y="36"/>
                    <a:pt x="1" y="41"/>
                    <a:pt x="5" y="41"/>
                  </a:cubicBezTo>
                  <a:lnTo>
                    <a:pt x="6" y="41"/>
                  </a:lnTo>
                  <a:cubicBezTo>
                    <a:pt x="25" y="41"/>
                    <a:pt x="44" y="36"/>
                    <a:pt x="61" y="27"/>
                  </a:cubicBezTo>
                  <a:cubicBezTo>
                    <a:pt x="66" y="24"/>
                    <a:pt x="71" y="20"/>
                    <a:pt x="75" y="16"/>
                  </a:cubicBezTo>
                  <a:cubicBezTo>
                    <a:pt x="75" y="16"/>
                    <a:pt x="76" y="16"/>
                    <a:pt x="75" y="17"/>
                  </a:cubicBezTo>
                  <a:cubicBezTo>
                    <a:pt x="75" y="18"/>
                    <a:pt x="73" y="17"/>
                    <a:pt x="72" y="17"/>
                  </a:cubicBezTo>
                  <a:cubicBezTo>
                    <a:pt x="71" y="17"/>
                    <a:pt x="70" y="17"/>
                    <a:pt x="69" y="17"/>
                  </a:cubicBezTo>
                  <a:cubicBezTo>
                    <a:pt x="69" y="16"/>
                    <a:pt x="69" y="16"/>
                    <a:pt x="69"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5"/>
            <p:cNvSpPr/>
            <p:nvPr/>
          </p:nvSpPr>
          <p:spPr>
            <a:xfrm>
              <a:off x="3208685" y="-935495"/>
              <a:ext cx="18000" cy="13320"/>
            </a:xfrm>
            <a:custGeom>
              <a:rect b="b" l="l" r="r" t="t"/>
              <a:pathLst>
                <a:path extrusionOk="0" h="37" w="50">
                  <a:moveTo>
                    <a:pt x="34" y="3"/>
                  </a:moveTo>
                  <a:lnTo>
                    <a:pt x="31" y="0"/>
                  </a:lnTo>
                  <a:cubicBezTo>
                    <a:pt x="21" y="4"/>
                    <a:pt x="10" y="9"/>
                    <a:pt x="0" y="14"/>
                  </a:cubicBezTo>
                  <a:cubicBezTo>
                    <a:pt x="3" y="18"/>
                    <a:pt x="6" y="22"/>
                    <a:pt x="8" y="26"/>
                  </a:cubicBezTo>
                  <a:cubicBezTo>
                    <a:pt x="9" y="29"/>
                    <a:pt x="11" y="31"/>
                    <a:pt x="12" y="33"/>
                  </a:cubicBezTo>
                  <a:cubicBezTo>
                    <a:pt x="12" y="34"/>
                    <a:pt x="12" y="34"/>
                    <a:pt x="12" y="35"/>
                  </a:cubicBezTo>
                  <a:lnTo>
                    <a:pt x="12" y="36"/>
                  </a:lnTo>
                  <a:cubicBezTo>
                    <a:pt x="24" y="29"/>
                    <a:pt x="37" y="23"/>
                    <a:pt x="49" y="17"/>
                  </a:cubicBezTo>
                  <a:cubicBezTo>
                    <a:pt x="43" y="13"/>
                    <a:pt x="38" y="8"/>
                    <a:pt x="3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5"/>
            <p:cNvSpPr/>
            <p:nvPr/>
          </p:nvSpPr>
          <p:spPr>
            <a:xfrm>
              <a:off x="3269525" y="-950615"/>
              <a:ext cx="13320" cy="6480"/>
            </a:xfrm>
            <a:custGeom>
              <a:rect b="b" l="l" r="r" t="t"/>
              <a:pathLst>
                <a:path extrusionOk="0" h="18" w="37">
                  <a:moveTo>
                    <a:pt x="10" y="17"/>
                  </a:moveTo>
                  <a:cubicBezTo>
                    <a:pt x="17" y="15"/>
                    <a:pt x="23" y="13"/>
                    <a:pt x="28" y="9"/>
                  </a:cubicBezTo>
                  <a:cubicBezTo>
                    <a:pt x="30" y="9"/>
                    <a:pt x="31" y="8"/>
                    <a:pt x="33" y="6"/>
                  </a:cubicBezTo>
                  <a:cubicBezTo>
                    <a:pt x="36" y="4"/>
                    <a:pt x="33" y="0"/>
                    <a:pt x="30" y="1"/>
                  </a:cubicBezTo>
                  <a:cubicBezTo>
                    <a:pt x="23" y="3"/>
                    <a:pt x="16" y="4"/>
                    <a:pt x="9" y="4"/>
                  </a:cubicBezTo>
                  <a:cubicBezTo>
                    <a:pt x="6" y="4"/>
                    <a:pt x="3" y="4"/>
                    <a:pt x="0" y="4"/>
                  </a:cubicBezTo>
                  <a:lnTo>
                    <a:pt x="5" y="11"/>
                  </a:lnTo>
                  <a:lnTo>
                    <a:pt x="10"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5"/>
            <p:cNvSpPr/>
            <p:nvPr/>
          </p:nvSpPr>
          <p:spPr>
            <a:xfrm>
              <a:off x="3226685" y="-941975"/>
              <a:ext cx="15840" cy="11160"/>
            </a:xfrm>
            <a:custGeom>
              <a:rect b="b" l="l" r="r" t="t"/>
              <a:pathLst>
                <a:path extrusionOk="0" h="31" w="44">
                  <a:moveTo>
                    <a:pt x="28" y="0"/>
                  </a:moveTo>
                  <a:lnTo>
                    <a:pt x="0" y="10"/>
                  </a:lnTo>
                  <a:cubicBezTo>
                    <a:pt x="2" y="16"/>
                    <a:pt x="5" y="21"/>
                    <a:pt x="8" y="26"/>
                  </a:cubicBezTo>
                  <a:cubicBezTo>
                    <a:pt x="8" y="27"/>
                    <a:pt x="9" y="27"/>
                    <a:pt x="9" y="28"/>
                  </a:cubicBezTo>
                  <a:lnTo>
                    <a:pt x="9" y="29"/>
                  </a:lnTo>
                  <a:lnTo>
                    <a:pt x="9" y="30"/>
                  </a:lnTo>
                  <a:cubicBezTo>
                    <a:pt x="20" y="25"/>
                    <a:pt x="32" y="21"/>
                    <a:pt x="43" y="17"/>
                  </a:cubicBezTo>
                  <a:cubicBezTo>
                    <a:pt x="38" y="13"/>
                    <a:pt x="33" y="8"/>
                    <a:pt x="30" y="2"/>
                  </a:cubicBezTo>
                  <a:cubicBezTo>
                    <a:pt x="29" y="1"/>
                    <a:pt x="29"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5"/>
            <p:cNvSpPr/>
            <p:nvPr/>
          </p:nvSpPr>
          <p:spPr>
            <a:xfrm>
              <a:off x="3246485" y="-947735"/>
              <a:ext cx="16200" cy="10440"/>
            </a:xfrm>
            <a:custGeom>
              <a:rect b="b" l="l" r="r" t="t"/>
              <a:pathLst>
                <a:path extrusionOk="0" h="29" w="45">
                  <a:moveTo>
                    <a:pt x="0" y="7"/>
                  </a:moveTo>
                  <a:cubicBezTo>
                    <a:pt x="2" y="14"/>
                    <a:pt x="4" y="20"/>
                    <a:pt x="5" y="27"/>
                  </a:cubicBezTo>
                  <a:lnTo>
                    <a:pt x="5" y="28"/>
                  </a:lnTo>
                  <a:cubicBezTo>
                    <a:pt x="13" y="26"/>
                    <a:pt x="21" y="23"/>
                    <a:pt x="29" y="21"/>
                  </a:cubicBezTo>
                  <a:cubicBezTo>
                    <a:pt x="37" y="19"/>
                    <a:pt x="39" y="18"/>
                    <a:pt x="44" y="17"/>
                  </a:cubicBezTo>
                  <a:lnTo>
                    <a:pt x="30" y="0"/>
                  </a:lnTo>
                  <a:cubicBezTo>
                    <a:pt x="19" y="2"/>
                    <a:pt x="9" y="4"/>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5"/>
            <p:cNvSpPr/>
            <p:nvPr/>
          </p:nvSpPr>
          <p:spPr>
            <a:xfrm>
              <a:off x="3114725" y="-884735"/>
              <a:ext cx="11880" cy="12960"/>
            </a:xfrm>
            <a:custGeom>
              <a:rect b="b" l="l" r="r" t="t"/>
              <a:pathLst>
                <a:path extrusionOk="0" h="36" w="33">
                  <a:moveTo>
                    <a:pt x="14" y="33"/>
                  </a:moveTo>
                  <a:cubicBezTo>
                    <a:pt x="17" y="30"/>
                    <a:pt x="20" y="27"/>
                    <a:pt x="22" y="23"/>
                  </a:cubicBezTo>
                  <a:cubicBezTo>
                    <a:pt x="22" y="22"/>
                    <a:pt x="23" y="21"/>
                    <a:pt x="24" y="20"/>
                  </a:cubicBezTo>
                  <a:cubicBezTo>
                    <a:pt x="24" y="18"/>
                    <a:pt x="25" y="16"/>
                    <a:pt x="26" y="14"/>
                  </a:cubicBezTo>
                  <a:cubicBezTo>
                    <a:pt x="27" y="12"/>
                    <a:pt x="29" y="10"/>
                    <a:pt x="30" y="9"/>
                  </a:cubicBezTo>
                  <a:cubicBezTo>
                    <a:pt x="31" y="8"/>
                    <a:pt x="31" y="8"/>
                    <a:pt x="31" y="7"/>
                  </a:cubicBezTo>
                  <a:cubicBezTo>
                    <a:pt x="32" y="6"/>
                    <a:pt x="32" y="6"/>
                    <a:pt x="32" y="5"/>
                  </a:cubicBezTo>
                  <a:cubicBezTo>
                    <a:pt x="32" y="4"/>
                    <a:pt x="32" y="3"/>
                    <a:pt x="31" y="2"/>
                  </a:cubicBezTo>
                  <a:cubicBezTo>
                    <a:pt x="30" y="1"/>
                    <a:pt x="30" y="1"/>
                    <a:pt x="29" y="0"/>
                  </a:cubicBezTo>
                  <a:lnTo>
                    <a:pt x="28" y="0"/>
                  </a:lnTo>
                  <a:cubicBezTo>
                    <a:pt x="16" y="0"/>
                    <a:pt x="8" y="9"/>
                    <a:pt x="0" y="17"/>
                  </a:cubicBezTo>
                  <a:cubicBezTo>
                    <a:pt x="4" y="23"/>
                    <a:pt x="8" y="28"/>
                    <a:pt x="11" y="34"/>
                  </a:cubicBezTo>
                  <a:cubicBezTo>
                    <a:pt x="11" y="35"/>
                    <a:pt x="12" y="35"/>
                    <a:pt x="12" y="35"/>
                  </a:cubicBezTo>
                  <a:lnTo>
                    <a:pt x="1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5"/>
            <p:cNvSpPr/>
            <p:nvPr/>
          </p:nvSpPr>
          <p:spPr>
            <a:xfrm>
              <a:off x="3106805" y="-872855"/>
              <a:ext cx="9000" cy="10080"/>
            </a:xfrm>
            <a:custGeom>
              <a:rect b="b" l="l" r="r" t="t"/>
              <a:pathLst>
                <a:path extrusionOk="0" h="28" w="25">
                  <a:moveTo>
                    <a:pt x="5" y="4"/>
                  </a:moveTo>
                  <a:cubicBezTo>
                    <a:pt x="3" y="7"/>
                    <a:pt x="0" y="14"/>
                    <a:pt x="2" y="18"/>
                  </a:cubicBezTo>
                  <a:cubicBezTo>
                    <a:pt x="6" y="27"/>
                    <a:pt x="19" y="18"/>
                    <a:pt x="23" y="14"/>
                  </a:cubicBezTo>
                  <a:lnTo>
                    <a:pt x="24" y="12"/>
                  </a:lnTo>
                  <a:cubicBezTo>
                    <a:pt x="18" y="8"/>
                    <a:pt x="13" y="4"/>
                    <a:pt x="7" y="0"/>
                  </a:cubicBezTo>
                  <a:cubicBezTo>
                    <a:pt x="7" y="1"/>
                    <a:pt x="5" y="1"/>
                    <a:pt x="5" y="2"/>
                  </a:cubicBezTo>
                  <a:cubicBezTo>
                    <a:pt x="4" y="3"/>
                    <a:pt x="5" y="4"/>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5"/>
            <p:cNvSpPr/>
            <p:nvPr/>
          </p:nvSpPr>
          <p:spPr>
            <a:xfrm>
              <a:off x="3092405" y="-855575"/>
              <a:ext cx="6480" cy="6840"/>
            </a:xfrm>
            <a:custGeom>
              <a:rect b="b" l="l" r="r" t="t"/>
              <a:pathLst>
                <a:path extrusionOk="0" h="19" w="18">
                  <a:moveTo>
                    <a:pt x="4" y="15"/>
                  </a:moveTo>
                  <a:cubicBezTo>
                    <a:pt x="4" y="15"/>
                    <a:pt x="4" y="17"/>
                    <a:pt x="4" y="18"/>
                  </a:cubicBezTo>
                  <a:cubicBezTo>
                    <a:pt x="4" y="17"/>
                    <a:pt x="5" y="16"/>
                    <a:pt x="5" y="15"/>
                  </a:cubicBezTo>
                  <a:cubicBezTo>
                    <a:pt x="7" y="12"/>
                    <a:pt x="10" y="10"/>
                    <a:pt x="13" y="8"/>
                  </a:cubicBezTo>
                  <a:cubicBezTo>
                    <a:pt x="14" y="7"/>
                    <a:pt x="14" y="7"/>
                    <a:pt x="14" y="7"/>
                  </a:cubicBezTo>
                  <a:cubicBezTo>
                    <a:pt x="15" y="7"/>
                    <a:pt x="15" y="7"/>
                    <a:pt x="15" y="7"/>
                  </a:cubicBezTo>
                  <a:cubicBezTo>
                    <a:pt x="16" y="6"/>
                    <a:pt x="15" y="6"/>
                    <a:pt x="16" y="5"/>
                  </a:cubicBezTo>
                  <a:cubicBezTo>
                    <a:pt x="17" y="4"/>
                    <a:pt x="17" y="4"/>
                    <a:pt x="17" y="4"/>
                  </a:cubicBezTo>
                  <a:cubicBezTo>
                    <a:pt x="17" y="3"/>
                    <a:pt x="17" y="3"/>
                    <a:pt x="16" y="2"/>
                  </a:cubicBezTo>
                  <a:cubicBezTo>
                    <a:pt x="15" y="1"/>
                    <a:pt x="16" y="2"/>
                    <a:pt x="15" y="1"/>
                  </a:cubicBezTo>
                  <a:cubicBezTo>
                    <a:pt x="14" y="0"/>
                    <a:pt x="14" y="0"/>
                    <a:pt x="14" y="0"/>
                  </a:cubicBezTo>
                  <a:cubicBezTo>
                    <a:pt x="13" y="0"/>
                    <a:pt x="13" y="0"/>
                    <a:pt x="13" y="0"/>
                  </a:cubicBezTo>
                  <a:cubicBezTo>
                    <a:pt x="10" y="1"/>
                    <a:pt x="8" y="2"/>
                    <a:pt x="6" y="3"/>
                  </a:cubicBezTo>
                  <a:cubicBezTo>
                    <a:pt x="5" y="4"/>
                    <a:pt x="3" y="5"/>
                    <a:pt x="2" y="6"/>
                  </a:cubicBezTo>
                  <a:lnTo>
                    <a:pt x="0" y="7"/>
                  </a:lnTo>
                  <a:cubicBezTo>
                    <a:pt x="1" y="8"/>
                    <a:pt x="2" y="9"/>
                    <a:pt x="2" y="10"/>
                  </a:cubicBezTo>
                  <a:cubicBezTo>
                    <a:pt x="3" y="11"/>
                    <a:pt x="4" y="13"/>
                    <a:pt x="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5"/>
            <p:cNvSpPr/>
            <p:nvPr/>
          </p:nvSpPr>
          <p:spPr>
            <a:xfrm>
              <a:off x="3154685" y="-640655"/>
              <a:ext cx="94320" cy="56520"/>
            </a:xfrm>
            <a:custGeom>
              <a:rect b="b" l="l" r="r" t="t"/>
              <a:pathLst>
                <a:path extrusionOk="0" h="157" w="262">
                  <a:moveTo>
                    <a:pt x="109" y="96"/>
                  </a:moveTo>
                  <a:cubicBezTo>
                    <a:pt x="122" y="111"/>
                    <a:pt x="162" y="117"/>
                    <a:pt x="181" y="124"/>
                  </a:cubicBezTo>
                  <a:cubicBezTo>
                    <a:pt x="206" y="133"/>
                    <a:pt x="233" y="155"/>
                    <a:pt x="260" y="156"/>
                  </a:cubicBezTo>
                  <a:cubicBezTo>
                    <a:pt x="261" y="155"/>
                    <a:pt x="261" y="155"/>
                    <a:pt x="261" y="155"/>
                  </a:cubicBezTo>
                  <a:lnTo>
                    <a:pt x="261" y="154"/>
                  </a:lnTo>
                  <a:cubicBezTo>
                    <a:pt x="261" y="154"/>
                    <a:pt x="261" y="153"/>
                    <a:pt x="260" y="153"/>
                  </a:cubicBezTo>
                  <a:cubicBezTo>
                    <a:pt x="239" y="148"/>
                    <a:pt x="222" y="125"/>
                    <a:pt x="202" y="117"/>
                  </a:cubicBezTo>
                  <a:cubicBezTo>
                    <a:pt x="176" y="107"/>
                    <a:pt x="132" y="94"/>
                    <a:pt x="115" y="72"/>
                  </a:cubicBezTo>
                  <a:cubicBezTo>
                    <a:pt x="98" y="50"/>
                    <a:pt x="67" y="42"/>
                    <a:pt x="50" y="22"/>
                  </a:cubicBezTo>
                  <a:cubicBezTo>
                    <a:pt x="45" y="16"/>
                    <a:pt x="39" y="12"/>
                    <a:pt x="32" y="8"/>
                  </a:cubicBezTo>
                  <a:cubicBezTo>
                    <a:pt x="26" y="4"/>
                    <a:pt x="19" y="2"/>
                    <a:pt x="12" y="0"/>
                  </a:cubicBezTo>
                  <a:lnTo>
                    <a:pt x="11" y="0"/>
                  </a:lnTo>
                  <a:cubicBezTo>
                    <a:pt x="10" y="0"/>
                    <a:pt x="9" y="0"/>
                    <a:pt x="8" y="1"/>
                  </a:cubicBezTo>
                  <a:cubicBezTo>
                    <a:pt x="8" y="1"/>
                    <a:pt x="7" y="2"/>
                    <a:pt x="6" y="3"/>
                  </a:cubicBezTo>
                  <a:lnTo>
                    <a:pt x="6" y="4"/>
                  </a:lnTo>
                  <a:cubicBezTo>
                    <a:pt x="0" y="44"/>
                    <a:pt x="87" y="74"/>
                    <a:pt x="109"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5"/>
            <p:cNvSpPr/>
            <p:nvPr/>
          </p:nvSpPr>
          <p:spPr>
            <a:xfrm>
              <a:off x="3121565" y="-674855"/>
              <a:ext cx="21960" cy="21960"/>
            </a:xfrm>
            <a:custGeom>
              <a:rect b="b" l="l" r="r" t="t"/>
              <a:pathLst>
                <a:path extrusionOk="0" h="61" w="61">
                  <a:moveTo>
                    <a:pt x="17" y="31"/>
                  </a:moveTo>
                  <a:cubicBezTo>
                    <a:pt x="27" y="41"/>
                    <a:pt x="39" y="50"/>
                    <a:pt x="51" y="57"/>
                  </a:cubicBezTo>
                  <a:cubicBezTo>
                    <a:pt x="52" y="57"/>
                    <a:pt x="53" y="58"/>
                    <a:pt x="54" y="59"/>
                  </a:cubicBezTo>
                  <a:cubicBezTo>
                    <a:pt x="57" y="60"/>
                    <a:pt x="60" y="57"/>
                    <a:pt x="58" y="55"/>
                  </a:cubicBezTo>
                  <a:cubicBezTo>
                    <a:pt x="58" y="54"/>
                    <a:pt x="57" y="53"/>
                    <a:pt x="57" y="53"/>
                  </a:cubicBezTo>
                  <a:cubicBezTo>
                    <a:pt x="51" y="42"/>
                    <a:pt x="44" y="31"/>
                    <a:pt x="35" y="22"/>
                  </a:cubicBezTo>
                  <a:cubicBezTo>
                    <a:pt x="29" y="14"/>
                    <a:pt x="18" y="0"/>
                    <a:pt x="7" y="2"/>
                  </a:cubicBezTo>
                  <a:cubicBezTo>
                    <a:pt x="6" y="2"/>
                    <a:pt x="6" y="3"/>
                    <a:pt x="5" y="3"/>
                  </a:cubicBezTo>
                  <a:cubicBezTo>
                    <a:pt x="4" y="4"/>
                    <a:pt x="4" y="4"/>
                    <a:pt x="3" y="5"/>
                  </a:cubicBezTo>
                  <a:cubicBezTo>
                    <a:pt x="3" y="5"/>
                    <a:pt x="3" y="6"/>
                    <a:pt x="3" y="7"/>
                  </a:cubicBezTo>
                  <a:cubicBezTo>
                    <a:pt x="0" y="17"/>
                    <a:pt x="11" y="25"/>
                    <a:pt x="1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5"/>
            <p:cNvSpPr/>
            <p:nvPr/>
          </p:nvSpPr>
          <p:spPr>
            <a:xfrm>
              <a:off x="3083765" y="-855215"/>
              <a:ext cx="9000" cy="5760"/>
            </a:xfrm>
            <a:custGeom>
              <a:rect b="b" l="l" r="r" t="t"/>
              <a:pathLst>
                <a:path extrusionOk="0" h="16" w="25">
                  <a:moveTo>
                    <a:pt x="13" y="15"/>
                  </a:moveTo>
                  <a:lnTo>
                    <a:pt x="16" y="12"/>
                  </a:lnTo>
                  <a:cubicBezTo>
                    <a:pt x="19" y="10"/>
                    <a:pt x="21" y="8"/>
                    <a:pt x="24" y="6"/>
                  </a:cubicBezTo>
                  <a:cubicBezTo>
                    <a:pt x="23" y="5"/>
                    <a:pt x="21" y="3"/>
                    <a:pt x="20" y="2"/>
                  </a:cubicBezTo>
                  <a:cubicBezTo>
                    <a:pt x="17" y="1"/>
                    <a:pt x="14" y="0"/>
                    <a:pt x="11" y="0"/>
                  </a:cubicBezTo>
                  <a:cubicBezTo>
                    <a:pt x="10" y="0"/>
                    <a:pt x="8" y="0"/>
                    <a:pt x="7" y="1"/>
                  </a:cubicBezTo>
                  <a:lnTo>
                    <a:pt x="4" y="1"/>
                  </a:lnTo>
                  <a:cubicBezTo>
                    <a:pt x="3" y="1"/>
                    <a:pt x="2" y="1"/>
                    <a:pt x="1" y="2"/>
                  </a:cubicBezTo>
                  <a:cubicBezTo>
                    <a:pt x="1" y="2"/>
                    <a:pt x="0" y="2"/>
                    <a:pt x="0" y="3"/>
                  </a:cubicBezTo>
                  <a:cubicBezTo>
                    <a:pt x="5" y="6"/>
                    <a:pt x="9" y="11"/>
                    <a:pt x="13"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5"/>
            <p:cNvSpPr/>
            <p:nvPr/>
          </p:nvSpPr>
          <p:spPr>
            <a:xfrm>
              <a:off x="3066125" y="-849815"/>
              <a:ext cx="40680" cy="162000"/>
            </a:xfrm>
            <a:custGeom>
              <a:rect b="b" l="l" r="r" t="t"/>
              <a:pathLst>
                <a:path extrusionOk="0" h="450" w="113">
                  <a:moveTo>
                    <a:pt x="11" y="166"/>
                  </a:moveTo>
                  <a:cubicBezTo>
                    <a:pt x="8" y="189"/>
                    <a:pt x="5" y="212"/>
                    <a:pt x="0" y="235"/>
                  </a:cubicBezTo>
                  <a:cubicBezTo>
                    <a:pt x="1" y="244"/>
                    <a:pt x="4" y="253"/>
                    <a:pt x="7" y="261"/>
                  </a:cubicBezTo>
                  <a:cubicBezTo>
                    <a:pt x="26" y="318"/>
                    <a:pt x="48" y="414"/>
                    <a:pt x="107" y="448"/>
                  </a:cubicBezTo>
                  <a:cubicBezTo>
                    <a:pt x="110" y="449"/>
                    <a:pt x="112" y="446"/>
                    <a:pt x="110" y="444"/>
                  </a:cubicBezTo>
                  <a:cubicBezTo>
                    <a:pt x="85" y="421"/>
                    <a:pt x="67" y="363"/>
                    <a:pt x="54" y="331"/>
                  </a:cubicBezTo>
                  <a:cubicBezTo>
                    <a:pt x="40" y="293"/>
                    <a:pt x="33" y="253"/>
                    <a:pt x="33" y="212"/>
                  </a:cubicBezTo>
                  <a:cubicBezTo>
                    <a:pt x="33" y="202"/>
                    <a:pt x="33" y="193"/>
                    <a:pt x="34" y="183"/>
                  </a:cubicBezTo>
                  <a:cubicBezTo>
                    <a:pt x="38" y="133"/>
                    <a:pt x="69" y="85"/>
                    <a:pt x="76" y="33"/>
                  </a:cubicBezTo>
                  <a:cubicBezTo>
                    <a:pt x="72" y="30"/>
                    <a:pt x="68" y="27"/>
                    <a:pt x="64" y="24"/>
                  </a:cubicBezTo>
                  <a:cubicBezTo>
                    <a:pt x="63" y="23"/>
                    <a:pt x="62" y="21"/>
                    <a:pt x="60" y="20"/>
                  </a:cubicBezTo>
                  <a:cubicBezTo>
                    <a:pt x="60" y="20"/>
                    <a:pt x="60" y="19"/>
                    <a:pt x="59" y="19"/>
                  </a:cubicBezTo>
                  <a:cubicBezTo>
                    <a:pt x="59" y="19"/>
                    <a:pt x="58" y="19"/>
                    <a:pt x="58" y="18"/>
                  </a:cubicBezTo>
                  <a:lnTo>
                    <a:pt x="57" y="17"/>
                  </a:lnTo>
                  <a:cubicBezTo>
                    <a:pt x="57" y="16"/>
                    <a:pt x="57" y="15"/>
                    <a:pt x="56" y="15"/>
                  </a:cubicBezTo>
                  <a:lnTo>
                    <a:pt x="52" y="9"/>
                  </a:lnTo>
                  <a:cubicBezTo>
                    <a:pt x="49" y="5"/>
                    <a:pt x="47" y="3"/>
                    <a:pt x="43" y="0"/>
                  </a:cubicBezTo>
                  <a:cubicBezTo>
                    <a:pt x="43" y="3"/>
                    <a:pt x="44" y="5"/>
                    <a:pt x="45" y="7"/>
                  </a:cubicBezTo>
                  <a:cubicBezTo>
                    <a:pt x="46" y="9"/>
                    <a:pt x="47" y="10"/>
                    <a:pt x="48" y="11"/>
                  </a:cubicBezTo>
                  <a:cubicBezTo>
                    <a:pt x="34" y="44"/>
                    <a:pt x="22" y="77"/>
                    <a:pt x="12" y="111"/>
                  </a:cubicBezTo>
                  <a:cubicBezTo>
                    <a:pt x="12" y="117"/>
                    <a:pt x="12" y="124"/>
                    <a:pt x="12" y="131"/>
                  </a:cubicBezTo>
                  <a:cubicBezTo>
                    <a:pt x="12" y="143"/>
                    <a:pt x="12" y="154"/>
                    <a:pt x="11"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5"/>
            <p:cNvSpPr/>
            <p:nvPr/>
          </p:nvSpPr>
          <p:spPr>
            <a:xfrm>
              <a:off x="3091685" y="-849095"/>
              <a:ext cx="2520" cy="5760"/>
            </a:xfrm>
            <a:custGeom>
              <a:rect b="b" l="l" r="r" t="t"/>
              <a:pathLst>
                <a:path extrusionOk="0" h="16" w="7">
                  <a:moveTo>
                    <a:pt x="0" y="8"/>
                  </a:moveTo>
                  <a:cubicBezTo>
                    <a:pt x="2" y="10"/>
                    <a:pt x="4" y="13"/>
                    <a:pt x="6" y="15"/>
                  </a:cubicBezTo>
                  <a:cubicBezTo>
                    <a:pt x="6" y="12"/>
                    <a:pt x="6" y="9"/>
                    <a:pt x="6" y="7"/>
                  </a:cubicBezTo>
                  <a:cubicBezTo>
                    <a:pt x="6" y="4"/>
                    <a:pt x="6" y="2"/>
                    <a:pt x="6" y="0"/>
                  </a:cubicBezTo>
                  <a:lnTo>
                    <a:pt x="3" y="5"/>
                  </a:lnTo>
                  <a:lnTo>
                    <a:pt x="0"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5"/>
            <p:cNvSpPr/>
            <p:nvPr/>
          </p:nvSpPr>
          <p:spPr>
            <a:xfrm>
              <a:off x="3086285" y="-844775"/>
              <a:ext cx="1800" cy="2160"/>
            </a:xfrm>
            <a:custGeom>
              <a:rect b="b" l="l" r="r" t="t"/>
              <a:pathLst>
                <a:path extrusionOk="0" h="6" w="5">
                  <a:moveTo>
                    <a:pt x="2" y="4"/>
                  </a:moveTo>
                  <a:cubicBezTo>
                    <a:pt x="2" y="4"/>
                    <a:pt x="2" y="5"/>
                    <a:pt x="3" y="5"/>
                  </a:cubicBezTo>
                  <a:lnTo>
                    <a:pt x="4" y="5"/>
                  </a:lnTo>
                  <a:lnTo>
                    <a:pt x="0" y="0"/>
                  </a:lnTo>
                  <a:cubicBezTo>
                    <a:pt x="0" y="1"/>
                    <a:pt x="0" y="2"/>
                    <a:pt x="1" y="3"/>
                  </a:cubicBezTo>
                  <a:cubicBezTo>
                    <a:pt x="1" y="3"/>
                    <a:pt x="1" y="4"/>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5"/>
            <p:cNvSpPr/>
            <p:nvPr/>
          </p:nvSpPr>
          <p:spPr>
            <a:xfrm>
              <a:off x="3088445" y="-853055"/>
              <a:ext cx="5760" cy="7200"/>
            </a:xfrm>
            <a:custGeom>
              <a:rect b="b" l="l" r="r" t="t"/>
              <a:pathLst>
                <a:path extrusionOk="0" h="20" w="16">
                  <a:moveTo>
                    <a:pt x="0" y="9"/>
                  </a:moveTo>
                  <a:cubicBezTo>
                    <a:pt x="1" y="11"/>
                    <a:pt x="3" y="11"/>
                    <a:pt x="4" y="13"/>
                  </a:cubicBezTo>
                  <a:cubicBezTo>
                    <a:pt x="5" y="15"/>
                    <a:pt x="7" y="17"/>
                    <a:pt x="9" y="19"/>
                  </a:cubicBezTo>
                  <a:lnTo>
                    <a:pt x="11" y="16"/>
                  </a:lnTo>
                  <a:lnTo>
                    <a:pt x="15" y="11"/>
                  </a:lnTo>
                  <a:cubicBezTo>
                    <a:pt x="15" y="11"/>
                    <a:pt x="15" y="9"/>
                    <a:pt x="15" y="8"/>
                  </a:cubicBezTo>
                  <a:cubicBezTo>
                    <a:pt x="14" y="6"/>
                    <a:pt x="14" y="4"/>
                    <a:pt x="13" y="2"/>
                  </a:cubicBezTo>
                  <a:cubicBezTo>
                    <a:pt x="12" y="1"/>
                    <a:pt x="12" y="1"/>
                    <a:pt x="11" y="0"/>
                  </a:cubicBezTo>
                  <a:cubicBezTo>
                    <a:pt x="8" y="2"/>
                    <a:pt x="6" y="3"/>
                    <a:pt x="3" y="6"/>
                  </a:cubicBezTo>
                  <a:lnTo>
                    <a:pt x="0"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5"/>
            <p:cNvSpPr/>
            <p:nvPr/>
          </p:nvSpPr>
          <p:spPr>
            <a:xfrm>
              <a:off x="3048125" y="-855935"/>
              <a:ext cx="21960" cy="112680"/>
            </a:xfrm>
            <a:custGeom>
              <a:rect b="b" l="l" r="r" t="t"/>
              <a:pathLst>
                <a:path extrusionOk="0" h="313" w="61">
                  <a:moveTo>
                    <a:pt x="29" y="303"/>
                  </a:moveTo>
                  <a:cubicBezTo>
                    <a:pt x="29" y="304"/>
                    <a:pt x="29" y="305"/>
                    <a:pt x="29" y="307"/>
                  </a:cubicBezTo>
                  <a:cubicBezTo>
                    <a:pt x="29" y="308"/>
                    <a:pt x="29" y="310"/>
                    <a:pt x="29" y="312"/>
                  </a:cubicBezTo>
                  <a:cubicBezTo>
                    <a:pt x="38" y="293"/>
                    <a:pt x="44" y="273"/>
                    <a:pt x="49" y="253"/>
                  </a:cubicBezTo>
                  <a:cubicBezTo>
                    <a:pt x="45" y="238"/>
                    <a:pt x="44" y="222"/>
                    <a:pt x="44" y="207"/>
                  </a:cubicBezTo>
                  <a:cubicBezTo>
                    <a:pt x="44" y="191"/>
                    <a:pt x="45" y="176"/>
                    <a:pt x="49" y="161"/>
                  </a:cubicBezTo>
                  <a:lnTo>
                    <a:pt x="60" y="128"/>
                  </a:lnTo>
                  <a:cubicBezTo>
                    <a:pt x="57" y="77"/>
                    <a:pt x="40" y="29"/>
                    <a:pt x="1" y="0"/>
                  </a:cubicBezTo>
                  <a:cubicBezTo>
                    <a:pt x="1" y="1"/>
                    <a:pt x="1" y="1"/>
                    <a:pt x="2" y="2"/>
                  </a:cubicBezTo>
                  <a:cubicBezTo>
                    <a:pt x="3" y="4"/>
                    <a:pt x="4" y="7"/>
                    <a:pt x="4" y="10"/>
                  </a:cubicBezTo>
                  <a:cubicBezTo>
                    <a:pt x="4" y="13"/>
                    <a:pt x="4" y="16"/>
                    <a:pt x="2" y="19"/>
                  </a:cubicBezTo>
                  <a:cubicBezTo>
                    <a:pt x="1" y="20"/>
                    <a:pt x="1" y="20"/>
                    <a:pt x="1" y="20"/>
                  </a:cubicBezTo>
                  <a:cubicBezTo>
                    <a:pt x="7" y="26"/>
                    <a:pt x="12" y="33"/>
                    <a:pt x="17" y="40"/>
                  </a:cubicBezTo>
                  <a:cubicBezTo>
                    <a:pt x="17" y="41"/>
                    <a:pt x="17" y="41"/>
                    <a:pt x="17" y="42"/>
                  </a:cubicBezTo>
                  <a:cubicBezTo>
                    <a:pt x="19" y="44"/>
                    <a:pt x="20" y="46"/>
                    <a:pt x="21" y="48"/>
                  </a:cubicBezTo>
                  <a:cubicBezTo>
                    <a:pt x="34" y="70"/>
                    <a:pt x="41" y="95"/>
                    <a:pt x="41" y="120"/>
                  </a:cubicBezTo>
                  <a:lnTo>
                    <a:pt x="41" y="121"/>
                  </a:lnTo>
                  <a:cubicBezTo>
                    <a:pt x="41" y="123"/>
                    <a:pt x="41" y="124"/>
                    <a:pt x="40" y="126"/>
                  </a:cubicBezTo>
                  <a:cubicBezTo>
                    <a:pt x="39" y="128"/>
                    <a:pt x="37" y="130"/>
                    <a:pt x="35" y="131"/>
                  </a:cubicBezTo>
                  <a:cubicBezTo>
                    <a:pt x="35" y="131"/>
                    <a:pt x="34" y="131"/>
                    <a:pt x="33" y="131"/>
                  </a:cubicBezTo>
                  <a:cubicBezTo>
                    <a:pt x="32" y="185"/>
                    <a:pt x="21" y="237"/>
                    <a:pt x="0" y="286"/>
                  </a:cubicBezTo>
                  <a:lnTo>
                    <a:pt x="2" y="286"/>
                  </a:lnTo>
                  <a:cubicBezTo>
                    <a:pt x="5" y="285"/>
                    <a:pt x="7" y="285"/>
                    <a:pt x="9" y="285"/>
                  </a:cubicBezTo>
                  <a:cubicBezTo>
                    <a:pt x="13" y="285"/>
                    <a:pt x="16" y="286"/>
                    <a:pt x="19" y="288"/>
                  </a:cubicBezTo>
                  <a:cubicBezTo>
                    <a:pt x="22" y="289"/>
                    <a:pt x="24" y="292"/>
                    <a:pt x="26" y="295"/>
                  </a:cubicBezTo>
                  <a:cubicBezTo>
                    <a:pt x="27" y="297"/>
                    <a:pt x="29" y="300"/>
                    <a:pt x="29" y="3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5"/>
            <p:cNvSpPr/>
            <p:nvPr/>
          </p:nvSpPr>
          <p:spPr>
            <a:xfrm>
              <a:off x="3064685" y="-809855"/>
              <a:ext cx="6480" cy="45000"/>
            </a:xfrm>
            <a:custGeom>
              <a:rect b="b" l="l" r="r" t="t"/>
              <a:pathLst>
                <a:path extrusionOk="0" h="125" w="18">
                  <a:moveTo>
                    <a:pt x="4" y="124"/>
                  </a:moveTo>
                  <a:cubicBezTo>
                    <a:pt x="9" y="101"/>
                    <a:pt x="13" y="78"/>
                    <a:pt x="15" y="55"/>
                  </a:cubicBezTo>
                  <a:cubicBezTo>
                    <a:pt x="16" y="43"/>
                    <a:pt x="17" y="31"/>
                    <a:pt x="17" y="19"/>
                  </a:cubicBezTo>
                  <a:cubicBezTo>
                    <a:pt x="17" y="12"/>
                    <a:pt x="16" y="6"/>
                    <a:pt x="16" y="0"/>
                  </a:cubicBezTo>
                  <a:lnTo>
                    <a:pt x="5" y="33"/>
                  </a:lnTo>
                  <a:cubicBezTo>
                    <a:pt x="1" y="49"/>
                    <a:pt x="0" y="65"/>
                    <a:pt x="0" y="80"/>
                  </a:cubicBezTo>
                  <a:cubicBezTo>
                    <a:pt x="0" y="95"/>
                    <a:pt x="1" y="110"/>
                    <a:pt x="4"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5"/>
            <p:cNvSpPr/>
            <p:nvPr/>
          </p:nvSpPr>
          <p:spPr>
            <a:xfrm>
              <a:off x="1511285" y="-713735"/>
              <a:ext cx="1520640" cy="31320"/>
            </a:xfrm>
            <a:custGeom>
              <a:rect b="b" l="l" r="r" t="t"/>
              <a:pathLst>
                <a:path extrusionOk="0" h="87" w="4224">
                  <a:moveTo>
                    <a:pt x="4199" y="34"/>
                  </a:moveTo>
                  <a:cubicBezTo>
                    <a:pt x="4198" y="34"/>
                    <a:pt x="4198" y="34"/>
                    <a:pt x="4197" y="34"/>
                  </a:cubicBezTo>
                  <a:cubicBezTo>
                    <a:pt x="4188" y="34"/>
                    <a:pt x="4178" y="32"/>
                    <a:pt x="4170" y="27"/>
                  </a:cubicBezTo>
                  <a:cubicBezTo>
                    <a:pt x="4168" y="26"/>
                    <a:pt x="4166" y="25"/>
                    <a:pt x="4165" y="23"/>
                  </a:cubicBezTo>
                  <a:cubicBezTo>
                    <a:pt x="4164" y="21"/>
                    <a:pt x="4164" y="19"/>
                    <a:pt x="4164" y="17"/>
                  </a:cubicBezTo>
                  <a:cubicBezTo>
                    <a:pt x="4102" y="23"/>
                    <a:pt x="4032" y="8"/>
                    <a:pt x="3976" y="8"/>
                  </a:cubicBezTo>
                  <a:cubicBezTo>
                    <a:pt x="3897" y="8"/>
                    <a:pt x="3819" y="4"/>
                    <a:pt x="3740" y="1"/>
                  </a:cubicBezTo>
                  <a:cubicBezTo>
                    <a:pt x="3672" y="11"/>
                    <a:pt x="3600" y="0"/>
                    <a:pt x="3533" y="15"/>
                  </a:cubicBezTo>
                  <a:cubicBezTo>
                    <a:pt x="3491" y="25"/>
                    <a:pt x="3447" y="15"/>
                    <a:pt x="3404" y="17"/>
                  </a:cubicBezTo>
                  <a:cubicBezTo>
                    <a:pt x="3370" y="19"/>
                    <a:pt x="3336" y="24"/>
                    <a:pt x="3301" y="26"/>
                  </a:cubicBezTo>
                  <a:cubicBezTo>
                    <a:pt x="3266" y="28"/>
                    <a:pt x="3227" y="35"/>
                    <a:pt x="3189" y="35"/>
                  </a:cubicBezTo>
                  <a:cubicBezTo>
                    <a:pt x="3168" y="34"/>
                    <a:pt x="3147" y="33"/>
                    <a:pt x="3126" y="33"/>
                  </a:cubicBezTo>
                  <a:cubicBezTo>
                    <a:pt x="3105" y="33"/>
                    <a:pt x="3084" y="34"/>
                    <a:pt x="3063" y="35"/>
                  </a:cubicBezTo>
                  <a:cubicBezTo>
                    <a:pt x="2985" y="45"/>
                    <a:pt x="2907" y="50"/>
                    <a:pt x="2828" y="50"/>
                  </a:cubicBezTo>
                  <a:cubicBezTo>
                    <a:pt x="2823" y="50"/>
                    <a:pt x="2819" y="50"/>
                    <a:pt x="2814" y="50"/>
                  </a:cubicBezTo>
                  <a:cubicBezTo>
                    <a:pt x="2724" y="52"/>
                    <a:pt x="2635" y="57"/>
                    <a:pt x="2544" y="57"/>
                  </a:cubicBezTo>
                  <a:lnTo>
                    <a:pt x="1949" y="56"/>
                  </a:lnTo>
                  <a:lnTo>
                    <a:pt x="1357" y="54"/>
                  </a:lnTo>
                  <a:cubicBezTo>
                    <a:pt x="1183" y="54"/>
                    <a:pt x="1014" y="45"/>
                    <a:pt x="840" y="45"/>
                  </a:cubicBezTo>
                  <a:cubicBezTo>
                    <a:pt x="648" y="45"/>
                    <a:pt x="456" y="42"/>
                    <a:pt x="264" y="45"/>
                  </a:cubicBezTo>
                  <a:cubicBezTo>
                    <a:pt x="183" y="45"/>
                    <a:pt x="94" y="35"/>
                    <a:pt x="16" y="53"/>
                  </a:cubicBezTo>
                  <a:lnTo>
                    <a:pt x="10" y="54"/>
                  </a:lnTo>
                  <a:lnTo>
                    <a:pt x="10" y="55"/>
                  </a:lnTo>
                  <a:cubicBezTo>
                    <a:pt x="10" y="60"/>
                    <a:pt x="9" y="64"/>
                    <a:pt x="9" y="69"/>
                  </a:cubicBezTo>
                  <a:cubicBezTo>
                    <a:pt x="8" y="70"/>
                    <a:pt x="8" y="71"/>
                    <a:pt x="7" y="73"/>
                  </a:cubicBezTo>
                  <a:cubicBezTo>
                    <a:pt x="6" y="74"/>
                    <a:pt x="5" y="76"/>
                    <a:pt x="3" y="77"/>
                  </a:cubicBezTo>
                  <a:cubicBezTo>
                    <a:pt x="2" y="77"/>
                    <a:pt x="1" y="78"/>
                    <a:pt x="0" y="78"/>
                  </a:cubicBezTo>
                  <a:cubicBezTo>
                    <a:pt x="24" y="73"/>
                    <a:pt x="48" y="70"/>
                    <a:pt x="72" y="70"/>
                  </a:cubicBezTo>
                  <a:cubicBezTo>
                    <a:pt x="259" y="76"/>
                    <a:pt x="446" y="74"/>
                    <a:pt x="632" y="74"/>
                  </a:cubicBezTo>
                  <a:lnTo>
                    <a:pt x="929" y="74"/>
                  </a:lnTo>
                  <a:cubicBezTo>
                    <a:pt x="969" y="74"/>
                    <a:pt x="1008" y="74"/>
                    <a:pt x="1047" y="73"/>
                  </a:cubicBezTo>
                  <a:cubicBezTo>
                    <a:pt x="1080" y="73"/>
                    <a:pt x="1111" y="83"/>
                    <a:pt x="1145" y="83"/>
                  </a:cubicBezTo>
                  <a:lnTo>
                    <a:pt x="2331" y="86"/>
                  </a:lnTo>
                  <a:lnTo>
                    <a:pt x="2641" y="86"/>
                  </a:lnTo>
                  <a:cubicBezTo>
                    <a:pt x="2685" y="86"/>
                    <a:pt x="2728" y="83"/>
                    <a:pt x="2772" y="80"/>
                  </a:cubicBezTo>
                  <a:cubicBezTo>
                    <a:pt x="2816" y="77"/>
                    <a:pt x="2858" y="82"/>
                    <a:pt x="2900" y="78"/>
                  </a:cubicBezTo>
                  <a:cubicBezTo>
                    <a:pt x="3056" y="60"/>
                    <a:pt x="3215" y="71"/>
                    <a:pt x="3370" y="49"/>
                  </a:cubicBezTo>
                  <a:cubicBezTo>
                    <a:pt x="3452" y="37"/>
                    <a:pt x="3539" y="44"/>
                    <a:pt x="3622" y="39"/>
                  </a:cubicBezTo>
                  <a:cubicBezTo>
                    <a:pt x="3704" y="33"/>
                    <a:pt x="3779" y="22"/>
                    <a:pt x="3861" y="23"/>
                  </a:cubicBezTo>
                  <a:cubicBezTo>
                    <a:pt x="3955" y="25"/>
                    <a:pt x="4050" y="18"/>
                    <a:pt x="4142" y="48"/>
                  </a:cubicBezTo>
                  <a:cubicBezTo>
                    <a:pt x="4167" y="56"/>
                    <a:pt x="4203" y="64"/>
                    <a:pt x="4223" y="47"/>
                  </a:cubicBezTo>
                  <a:lnTo>
                    <a:pt x="4222" y="46"/>
                  </a:lnTo>
                  <a:cubicBezTo>
                    <a:pt x="4217" y="43"/>
                    <a:pt x="4211" y="40"/>
                    <a:pt x="4204" y="38"/>
                  </a:cubicBezTo>
                  <a:cubicBezTo>
                    <a:pt x="4204" y="38"/>
                    <a:pt x="4203" y="38"/>
                    <a:pt x="4202" y="37"/>
                  </a:cubicBezTo>
                  <a:cubicBezTo>
                    <a:pt x="4201" y="36"/>
                    <a:pt x="4200" y="35"/>
                    <a:pt x="419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5"/>
            <p:cNvSpPr/>
            <p:nvPr/>
          </p:nvSpPr>
          <p:spPr>
            <a:xfrm>
              <a:off x="1420925" y="-688175"/>
              <a:ext cx="360" cy="720"/>
            </a:xfrm>
            <a:custGeom>
              <a:rect b="b" l="l" r="r" t="t"/>
              <a:pathLst>
                <a:path extrusionOk="0" h="2" w="1">
                  <a:moveTo>
                    <a:pt x="0" y="0"/>
                  </a:moveTo>
                  <a:lnTo>
                    <a:pt x="0" y="1"/>
                  </a:lnTo>
                  <a:lnTo>
                    <a:pt x="0" y="0"/>
                  </a:lnTo>
                </a:path>
              </a:pathLst>
            </a:custGeom>
            <a:solidFill>
              <a:schemeClr val="dk1"/>
            </a:solidFill>
            <a:ln>
              <a:noFill/>
            </a:ln>
          </p:spPr>
        </p:sp>
        <p:sp>
          <p:nvSpPr>
            <p:cNvPr id="2889" name="Google Shape;2889;p35"/>
            <p:cNvSpPr/>
            <p:nvPr/>
          </p:nvSpPr>
          <p:spPr>
            <a:xfrm>
              <a:off x="1428125" y="-693215"/>
              <a:ext cx="82440" cy="11520"/>
            </a:xfrm>
            <a:custGeom>
              <a:rect b="b" l="l" r="r" t="t"/>
              <a:pathLst>
                <a:path extrusionOk="0" h="32" w="229">
                  <a:moveTo>
                    <a:pt x="219" y="17"/>
                  </a:moveTo>
                  <a:lnTo>
                    <a:pt x="217" y="16"/>
                  </a:lnTo>
                  <a:cubicBezTo>
                    <a:pt x="217" y="15"/>
                    <a:pt x="216" y="14"/>
                    <a:pt x="216" y="14"/>
                  </a:cubicBezTo>
                  <a:cubicBezTo>
                    <a:pt x="215" y="12"/>
                    <a:pt x="214" y="10"/>
                    <a:pt x="214" y="8"/>
                  </a:cubicBezTo>
                  <a:cubicBezTo>
                    <a:pt x="214" y="7"/>
                    <a:pt x="215" y="5"/>
                    <a:pt x="216" y="3"/>
                  </a:cubicBezTo>
                  <a:cubicBezTo>
                    <a:pt x="216" y="2"/>
                    <a:pt x="216" y="1"/>
                    <a:pt x="216" y="0"/>
                  </a:cubicBezTo>
                  <a:cubicBezTo>
                    <a:pt x="206" y="2"/>
                    <a:pt x="197" y="3"/>
                    <a:pt x="188" y="3"/>
                  </a:cubicBezTo>
                  <a:cubicBezTo>
                    <a:pt x="188" y="6"/>
                    <a:pt x="188" y="9"/>
                    <a:pt x="188" y="12"/>
                  </a:cubicBezTo>
                  <a:cubicBezTo>
                    <a:pt x="188" y="29"/>
                    <a:pt x="160" y="29"/>
                    <a:pt x="162" y="12"/>
                  </a:cubicBezTo>
                  <a:cubicBezTo>
                    <a:pt x="162" y="10"/>
                    <a:pt x="162" y="8"/>
                    <a:pt x="162" y="6"/>
                  </a:cubicBezTo>
                  <a:cubicBezTo>
                    <a:pt x="151" y="6"/>
                    <a:pt x="140" y="6"/>
                    <a:pt x="129" y="7"/>
                  </a:cubicBezTo>
                  <a:cubicBezTo>
                    <a:pt x="128" y="8"/>
                    <a:pt x="126" y="9"/>
                    <a:pt x="125" y="10"/>
                  </a:cubicBezTo>
                  <a:cubicBezTo>
                    <a:pt x="123" y="11"/>
                    <a:pt x="120" y="12"/>
                    <a:pt x="118" y="12"/>
                  </a:cubicBezTo>
                  <a:cubicBezTo>
                    <a:pt x="116" y="12"/>
                    <a:pt x="113" y="11"/>
                    <a:pt x="111" y="10"/>
                  </a:cubicBezTo>
                  <a:cubicBezTo>
                    <a:pt x="109" y="9"/>
                    <a:pt x="108" y="8"/>
                    <a:pt x="107" y="7"/>
                  </a:cubicBezTo>
                  <a:lnTo>
                    <a:pt x="89" y="7"/>
                  </a:lnTo>
                  <a:cubicBezTo>
                    <a:pt x="88" y="8"/>
                    <a:pt x="86" y="10"/>
                    <a:pt x="84" y="11"/>
                  </a:cubicBezTo>
                  <a:cubicBezTo>
                    <a:pt x="82" y="12"/>
                    <a:pt x="79" y="13"/>
                    <a:pt x="77" y="13"/>
                  </a:cubicBezTo>
                  <a:cubicBezTo>
                    <a:pt x="74" y="13"/>
                    <a:pt x="73" y="12"/>
                    <a:pt x="71" y="11"/>
                  </a:cubicBezTo>
                  <a:cubicBezTo>
                    <a:pt x="69" y="10"/>
                    <a:pt x="67" y="8"/>
                    <a:pt x="66" y="7"/>
                  </a:cubicBezTo>
                  <a:lnTo>
                    <a:pt x="47" y="7"/>
                  </a:lnTo>
                  <a:cubicBezTo>
                    <a:pt x="47" y="7"/>
                    <a:pt x="47" y="8"/>
                    <a:pt x="47" y="9"/>
                  </a:cubicBezTo>
                  <a:cubicBezTo>
                    <a:pt x="47" y="28"/>
                    <a:pt x="16" y="23"/>
                    <a:pt x="21" y="6"/>
                  </a:cubicBezTo>
                  <a:lnTo>
                    <a:pt x="2" y="6"/>
                  </a:lnTo>
                  <a:cubicBezTo>
                    <a:pt x="2" y="12"/>
                    <a:pt x="1" y="18"/>
                    <a:pt x="0" y="24"/>
                  </a:cubicBezTo>
                  <a:cubicBezTo>
                    <a:pt x="0" y="25"/>
                    <a:pt x="0" y="26"/>
                    <a:pt x="0" y="26"/>
                  </a:cubicBezTo>
                  <a:cubicBezTo>
                    <a:pt x="0" y="27"/>
                    <a:pt x="0" y="27"/>
                    <a:pt x="0" y="28"/>
                  </a:cubicBezTo>
                  <a:cubicBezTo>
                    <a:pt x="50" y="28"/>
                    <a:pt x="100" y="31"/>
                    <a:pt x="151" y="31"/>
                  </a:cubicBezTo>
                  <a:cubicBezTo>
                    <a:pt x="177" y="30"/>
                    <a:pt x="202" y="27"/>
                    <a:pt x="228" y="21"/>
                  </a:cubicBezTo>
                  <a:cubicBezTo>
                    <a:pt x="226" y="21"/>
                    <a:pt x="224" y="21"/>
                    <a:pt x="222" y="20"/>
                  </a:cubicBezTo>
                  <a:cubicBezTo>
                    <a:pt x="221" y="19"/>
                    <a:pt x="220" y="18"/>
                    <a:pt x="219"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5"/>
            <p:cNvSpPr/>
            <p:nvPr/>
          </p:nvSpPr>
          <p:spPr>
            <a:xfrm>
              <a:off x="3022565" y="-704735"/>
              <a:ext cx="12960" cy="8280"/>
            </a:xfrm>
            <a:custGeom>
              <a:rect b="b" l="l" r="r" t="t"/>
              <a:pathLst>
                <a:path extrusionOk="0" h="23" w="36">
                  <a:moveTo>
                    <a:pt x="34" y="9"/>
                  </a:moveTo>
                  <a:cubicBezTo>
                    <a:pt x="34" y="8"/>
                    <a:pt x="35" y="6"/>
                    <a:pt x="35" y="5"/>
                  </a:cubicBezTo>
                  <a:cubicBezTo>
                    <a:pt x="35" y="3"/>
                    <a:pt x="34" y="1"/>
                    <a:pt x="34" y="0"/>
                  </a:cubicBezTo>
                  <a:cubicBezTo>
                    <a:pt x="23" y="6"/>
                    <a:pt x="12" y="9"/>
                    <a:pt x="0" y="9"/>
                  </a:cubicBezTo>
                  <a:cubicBezTo>
                    <a:pt x="1" y="10"/>
                    <a:pt x="2" y="12"/>
                    <a:pt x="3" y="12"/>
                  </a:cubicBezTo>
                  <a:cubicBezTo>
                    <a:pt x="4" y="13"/>
                    <a:pt x="5" y="13"/>
                    <a:pt x="5" y="13"/>
                  </a:cubicBezTo>
                  <a:cubicBezTo>
                    <a:pt x="12" y="16"/>
                    <a:pt x="18" y="18"/>
                    <a:pt x="23" y="22"/>
                  </a:cubicBezTo>
                  <a:cubicBezTo>
                    <a:pt x="24" y="22"/>
                    <a:pt x="24" y="22"/>
                    <a:pt x="24" y="22"/>
                  </a:cubicBezTo>
                  <a:cubicBezTo>
                    <a:pt x="27" y="19"/>
                    <a:pt x="30" y="15"/>
                    <a:pt x="33" y="11"/>
                  </a:cubicBezTo>
                  <a:cubicBezTo>
                    <a:pt x="33" y="11"/>
                    <a:pt x="33" y="10"/>
                    <a:pt x="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5"/>
            <p:cNvSpPr/>
            <p:nvPr/>
          </p:nvSpPr>
          <p:spPr>
            <a:xfrm>
              <a:off x="2211845" y="-835415"/>
              <a:ext cx="85320" cy="15120"/>
            </a:xfrm>
            <a:custGeom>
              <a:rect b="b" l="l" r="r" t="t"/>
              <a:pathLst>
                <a:path extrusionOk="0" h="42" w="237">
                  <a:moveTo>
                    <a:pt x="69" y="36"/>
                  </a:moveTo>
                  <a:lnTo>
                    <a:pt x="52" y="36"/>
                  </a:lnTo>
                  <a:lnTo>
                    <a:pt x="52" y="38"/>
                  </a:lnTo>
                  <a:cubicBezTo>
                    <a:pt x="62" y="39"/>
                    <a:pt x="73" y="40"/>
                    <a:pt x="83" y="41"/>
                  </a:cubicBezTo>
                  <a:cubicBezTo>
                    <a:pt x="83" y="36"/>
                    <a:pt x="85" y="31"/>
                    <a:pt x="87" y="27"/>
                  </a:cubicBezTo>
                  <a:cubicBezTo>
                    <a:pt x="88" y="26"/>
                    <a:pt x="88" y="25"/>
                    <a:pt x="89" y="25"/>
                  </a:cubicBezTo>
                  <a:cubicBezTo>
                    <a:pt x="88" y="24"/>
                    <a:pt x="88" y="24"/>
                    <a:pt x="88" y="24"/>
                  </a:cubicBezTo>
                  <a:cubicBezTo>
                    <a:pt x="87" y="23"/>
                    <a:pt x="87" y="22"/>
                    <a:pt x="87" y="21"/>
                  </a:cubicBezTo>
                  <a:cubicBezTo>
                    <a:pt x="87" y="20"/>
                    <a:pt x="87" y="19"/>
                    <a:pt x="88" y="18"/>
                  </a:cubicBezTo>
                  <a:cubicBezTo>
                    <a:pt x="89" y="17"/>
                    <a:pt x="89" y="17"/>
                    <a:pt x="90" y="16"/>
                  </a:cubicBezTo>
                  <a:cubicBezTo>
                    <a:pt x="91" y="15"/>
                    <a:pt x="92" y="15"/>
                    <a:pt x="93" y="15"/>
                  </a:cubicBezTo>
                  <a:cubicBezTo>
                    <a:pt x="101" y="16"/>
                    <a:pt x="108" y="16"/>
                    <a:pt x="116" y="16"/>
                  </a:cubicBezTo>
                  <a:cubicBezTo>
                    <a:pt x="156" y="16"/>
                    <a:pt x="196" y="14"/>
                    <a:pt x="236" y="9"/>
                  </a:cubicBezTo>
                  <a:lnTo>
                    <a:pt x="132" y="9"/>
                  </a:lnTo>
                  <a:cubicBezTo>
                    <a:pt x="89" y="9"/>
                    <a:pt x="49" y="3"/>
                    <a:pt x="6" y="0"/>
                  </a:cubicBezTo>
                  <a:lnTo>
                    <a:pt x="0" y="0"/>
                  </a:lnTo>
                  <a:cubicBezTo>
                    <a:pt x="24" y="2"/>
                    <a:pt x="48" y="7"/>
                    <a:pt x="71" y="14"/>
                  </a:cubicBezTo>
                  <a:cubicBezTo>
                    <a:pt x="83" y="18"/>
                    <a:pt x="83" y="37"/>
                    <a:pt x="6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5"/>
            <p:cNvSpPr/>
            <p:nvPr/>
          </p:nvSpPr>
          <p:spPr>
            <a:xfrm>
              <a:off x="1428485" y="-873215"/>
              <a:ext cx="35280" cy="9000"/>
            </a:xfrm>
            <a:custGeom>
              <a:rect b="b" l="l" r="r" t="t"/>
              <a:pathLst>
                <a:path extrusionOk="0" h="25" w="98">
                  <a:moveTo>
                    <a:pt x="7" y="6"/>
                  </a:moveTo>
                  <a:cubicBezTo>
                    <a:pt x="10" y="12"/>
                    <a:pt x="13" y="18"/>
                    <a:pt x="15" y="24"/>
                  </a:cubicBezTo>
                  <a:cubicBezTo>
                    <a:pt x="18" y="21"/>
                    <a:pt x="21" y="19"/>
                    <a:pt x="25" y="17"/>
                  </a:cubicBezTo>
                  <a:cubicBezTo>
                    <a:pt x="26" y="16"/>
                    <a:pt x="26" y="16"/>
                    <a:pt x="27" y="15"/>
                  </a:cubicBezTo>
                  <a:cubicBezTo>
                    <a:pt x="30" y="14"/>
                    <a:pt x="32" y="13"/>
                    <a:pt x="35" y="13"/>
                  </a:cubicBezTo>
                  <a:cubicBezTo>
                    <a:pt x="35" y="12"/>
                    <a:pt x="35" y="12"/>
                    <a:pt x="36" y="11"/>
                  </a:cubicBezTo>
                  <a:cubicBezTo>
                    <a:pt x="38" y="9"/>
                    <a:pt x="38" y="7"/>
                    <a:pt x="40" y="6"/>
                  </a:cubicBezTo>
                  <a:cubicBezTo>
                    <a:pt x="42" y="5"/>
                    <a:pt x="44" y="5"/>
                    <a:pt x="46" y="5"/>
                  </a:cubicBezTo>
                  <a:cubicBezTo>
                    <a:pt x="47" y="5"/>
                    <a:pt x="47" y="5"/>
                    <a:pt x="48" y="5"/>
                  </a:cubicBezTo>
                  <a:lnTo>
                    <a:pt x="52" y="5"/>
                  </a:lnTo>
                  <a:cubicBezTo>
                    <a:pt x="53" y="5"/>
                    <a:pt x="55" y="6"/>
                    <a:pt x="56" y="7"/>
                  </a:cubicBezTo>
                  <a:cubicBezTo>
                    <a:pt x="57" y="7"/>
                    <a:pt x="58" y="8"/>
                    <a:pt x="59" y="9"/>
                  </a:cubicBezTo>
                  <a:cubicBezTo>
                    <a:pt x="66" y="9"/>
                    <a:pt x="74" y="9"/>
                    <a:pt x="80" y="11"/>
                  </a:cubicBezTo>
                  <a:cubicBezTo>
                    <a:pt x="82" y="11"/>
                    <a:pt x="84" y="11"/>
                    <a:pt x="85" y="12"/>
                  </a:cubicBezTo>
                  <a:lnTo>
                    <a:pt x="90" y="12"/>
                  </a:lnTo>
                  <a:cubicBezTo>
                    <a:pt x="91" y="11"/>
                    <a:pt x="92" y="10"/>
                    <a:pt x="93" y="9"/>
                  </a:cubicBezTo>
                  <a:cubicBezTo>
                    <a:pt x="94" y="8"/>
                    <a:pt x="96" y="8"/>
                    <a:pt x="97" y="8"/>
                  </a:cubicBezTo>
                  <a:cubicBezTo>
                    <a:pt x="65" y="4"/>
                    <a:pt x="33" y="1"/>
                    <a:pt x="0" y="0"/>
                  </a:cubicBezTo>
                  <a:cubicBezTo>
                    <a:pt x="1" y="1"/>
                    <a:pt x="1" y="0"/>
                    <a:pt x="2" y="1"/>
                  </a:cubicBezTo>
                  <a:cubicBezTo>
                    <a:pt x="4" y="3"/>
                    <a:pt x="6" y="4"/>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5"/>
            <p:cNvSpPr/>
            <p:nvPr/>
          </p:nvSpPr>
          <p:spPr>
            <a:xfrm>
              <a:off x="2301485" y="-822455"/>
              <a:ext cx="3960" cy="720"/>
            </a:xfrm>
            <a:custGeom>
              <a:rect b="b" l="l" r="r" t="t"/>
              <a:pathLst>
                <a:path extrusionOk="0" h="2" w="11">
                  <a:moveTo>
                    <a:pt x="10" y="1"/>
                  </a:moveTo>
                  <a:lnTo>
                    <a:pt x="10" y="0"/>
                  </a:lnTo>
                  <a:lnTo>
                    <a:pt x="0" y="0"/>
                  </a:lnTo>
                  <a:lnTo>
                    <a:pt x="0" y="1"/>
                  </a:lnTo>
                  <a:lnTo>
                    <a:pt x="10" y="1"/>
                  </a:lnTo>
                </a:path>
              </a:pathLst>
            </a:custGeom>
            <a:solidFill>
              <a:schemeClr val="dk1"/>
            </a:solidFill>
            <a:ln>
              <a:noFill/>
            </a:ln>
          </p:spPr>
        </p:sp>
        <p:sp>
          <p:nvSpPr>
            <p:cNvPr id="2894" name="Google Shape;2894;p35"/>
            <p:cNvSpPr/>
            <p:nvPr/>
          </p:nvSpPr>
          <p:spPr>
            <a:xfrm>
              <a:off x="2250365" y="-823895"/>
              <a:ext cx="11520" cy="3600"/>
            </a:xfrm>
            <a:custGeom>
              <a:rect b="b" l="l" r="r" t="t"/>
              <a:pathLst>
                <a:path extrusionOk="0" h="10" w="32">
                  <a:moveTo>
                    <a:pt x="2" y="6"/>
                  </a:moveTo>
                  <a:cubicBezTo>
                    <a:pt x="1" y="7"/>
                    <a:pt x="1" y="8"/>
                    <a:pt x="0" y="9"/>
                  </a:cubicBezTo>
                  <a:lnTo>
                    <a:pt x="27" y="9"/>
                  </a:lnTo>
                  <a:cubicBezTo>
                    <a:pt x="28" y="8"/>
                    <a:pt x="28" y="7"/>
                    <a:pt x="29" y="6"/>
                  </a:cubicBezTo>
                  <a:cubicBezTo>
                    <a:pt x="29" y="5"/>
                    <a:pt x="30" y="4"/>
                    <a:pt x="31" y="3"/>
                  </a:cubicBezTo>
                  <a:cubicBezTo>
                    <a:pt x="21" y="3"/>
                    <a:pt x="12" y="2"/>
                    <a:pt x="3" y="0"/>
                  </a:cubicBezTo>
                  <a:cubicBezTo>
                    <a:pt x="3" y="2"/>
                    <a:pt x="3"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5"/>
            <p:cNvSpPr/>
            <p:nvPr/>
          </p:nvSpPr>
          <p:spPr>
            <a:xfrm>
              <a:off x="1406525" y="-872135"/>
              <a:ext cx="4320" cy="6120"/>
            </a:xfrm>
            <a:custGeom>
              <a:rect b="b" l="l" r="r" t="t"/>
              <a:pathLst>
                <a:path extrusionOk="0" h="17" w="12">
                  <a:moveTo>
                    <a:pt x="6" y="0"/>
                  </a:moveTo>
                  <a:cubicBezTo>
                    <a:pt x="0" y="5"/>
                    <a:pt x="0" y="16"/>
                    <a:pt x="9" y="16"/>
                  </a:cubicBezTo>
                  <a:lnTo>
                    <a:pt x="11" y="16"/>
                  </a:lnTo>
                  <a:lnTo>
                    <a:pt x="11" y="15"/>
                  </a:lnTo>
                  <a:cubicBezTo>
                    <a:pt x="9" y="10"/>
                    <a:pt x="8"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5"/>
            <p:cNvSpPr/>
            <p:nvPr/>
          </p:nvSpPr>
          <p:spPr>
            <a:xfrm>
              <a:off x="1465205" y="-869975"/>
              <a:ext cx="2880" cy="720"/>
            </a:xfrm>
            <a:custGeom>
              <a:rect b="b" l="l" r="r" t="t"/>
              <a:pathLst>
                <a:path extrusionOk="0" h="2" w="8">
                  <a:moveTo>
                    <a:pt x="7" y="0"/>
                  </a:moveTo>
                  <a:lnTo>
                    <a:pt x="0" y="0"/>
                  </a:lnTo>
                  <a:lnTo>
                    <a:pt x="2" y="1"/>
                  </a:lnTo>
                  <a:lnTo>
                    <a:pt x="7" y="0"/>
                  </a:lnTo>
                </a:path>
              </a:pathLst>
            </a:custGeom>
            <a:solidFill>
              <a:schemeClr val="dk1"/>
            </a:solidFill>
            <a:ln>
              <a:noFill/>
            </a:ln>
          </p:spPr>
        </p:sp>
        <p:sp>
          <p:nvSpPr>
            <p:cNvPr id="2897" name="Google Shape;2897;p35"/>
            <p:cNvSpPr/>
            <p:nvPr/>
          </p:nvSpPr>
          <p:spPr>
            <a:xfrm>
              <a:off x="2119325" y="-839375"/>
              <a:ext cx="44640" cy="4320"/>
            </a:xfrm>
            <a:custGeom>
              <a:rect b="b" l="l" r="r" t="t"/>
              <a:pathLst>
                <a:path extrusionOk="0" h="12" w="124">
                  <a:moveTo>
                    <a:pt x="123" y="11"/>
                  </a:moveTo>
                  <a:cubicBezTo>
                    <a:pt x="86" y="8"/>
                    <a:pt x="50" y="0"/>
                    <a:pt x="13" y="0"/>
                  </a:cubicBezTo>
                  <a:lnTo>
                    <a:pt x="0" y="0"/>
                  </a:lnTo>
                  <a:cubicBezTo>
                    <a:pt x="13" y="2"/>
                    <a:pt x="26" y="3"/>
                    <a:pt x="40" y="5"/>
                  </a:cubicBezTo>
                  <a:cubicBezTo>
                    <a:pt x="64" y="9"/>
                    <a:pt x="88" y="11"/>
                    <a:pt x="113" y="11"/>
                  </a:cubicBezTo>
                  <a:cubicBezTo>
                    <a:pt x="116" y="11"/>
                    <a:pt x="119" y="11"/>
                    <a:pt x="123"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5"/>
            <p:cNvSpPr/>
            <p:nvPr/>
          </p:nvSpPr>
          <p:spPr>
            <a:xfrm>
              <a:off x="3013205" y="-848375"/>
              <a:ext cx="2520" cy="720"/>
            </a:xfrm>
            <a:custGeom>
              <a:rect b="b" l="l" r="r" t="t"/>
              <a:pathLst>
                <a:path extrusionOk="0" h="2" w="7">
                  <a:moveTo>
                    <a:pt x="6" y="0"/>
                  </a:moveTo>
                  <a:lnTo>
                    <a:pt x="0" y="1"/>
                  </a:lnTo>
                  <a:lnTo>
                    <a:pt x="6" y="1"/>
                  </a:lnTo>
                  <a:lnTo>
                    <a:pt x="6" y="0"/>
                  </a:lnTo>
                </a:path>
              </a:pathLst>
            </a:custGeom>
            <a:solidFill>
              <a:schemeClr val="dk1"/>
            </a:solidFill>
            <a:ln>
              <a:noFill/>
            </a:ln>
          </p:spPr>
        </p:sp>
        <p:sp>
          <p:nvSpPr>
            <p:cNvPr id="2899" name="Google Shape;2899;p35"/>
            <p:cNvSpPr/>
            <p:nvPr/>
          </p:nvSpPr>
          <p:spPr>
            <a:xfrm>
              <a:off x="1566005" y="-855935"/>
              <a:ext cx="11520" cy="6120"/>
            </a:xfrm>
            <a:custGeom>
              <a:rect b="b" l="l" r="r" t="t"/>
              <a:pathLst>
                <a:path extrusionOk="0" h="17" w="32">
                  <a:moveTo>
                    <a:pt x="26" y="16"/>
                  </a:moveTo>
                  <a:cubicBezTo>
                    <a:pt x="27" y="12"/>
                    <a:pt x="29" y="8"/>
                    <a:pt x="31" y="4"/>
                  </a:cubicBezTo>
                  <a:lnTo>
                    <a:pt x="1" y="0"/>
                  </a:lnTo>
                  <a:cubicBezTo>
                    <a:pt x="1" y="6"/>
                    <a:pt x="0" y="11"/>
                    <a:pt x="0" y="16"/>
                  </a:cubicBezTo>
                  <a:lnTo>
                    <a:pt x="2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5"/>
            <p:cNvSpPr/>
            <p:nvPr/>
          </p:nvSpPr>
          <p:spPr>
            <a:xfrm>
              <a:off x="1836005" y="-840455"/>
              <a:ext cx="3240" cy="720"/>
            </a:xfrm>
            <a:custGeom>
              <a:rect b="b" l="l" r="r" t="t"/>
              <a:pathLst>
                <a:path extrusionOk="0" h="2" w="9">
                  <a:moveTo>
                    <a:pt x="8" y="1"/>
                  </a:moveTo>
                  <a:lnTo>
                    <a:pt x="0" y="0"/>
                  </a:lnTo>
                  <a:lnTo>
                    <a:pt x="0" y="1"/>
                  </a:lnTo>
                  <a:lnTo>
                    <a:pt x="8" y="1"/>
                  </a:lnTo>
                </a:path>
              </a:pathLst>
            </a:custGeom>
            <a:solidFill>
              <a:schemeClr val="dk1"/>
            </a:solidFill>
            <a:ln>
              <a:noFill/>
            </a:ln>
          </p:spPr>
        </p:sp>
        <p:sp>
          <p:nvSpPr>
            <p:cNvPr id="2901" name="Google Shape;2901;p35"/>
            <p:cNvSpPr/>
            <p:nvPr/>
          </p:nvSpPr>
          <p:spPr>
            <a:xfrm>
              <a:off x="1768325" y="-844055"/>
              <a:ext cx="63000" cy="4680"/>
            </a:xfrm>
            <a:custGeom>
              <a:rect b="b" l="l" r="r" t="t"/>
              <a:pathLst>
                <a:path extrusionOk="0" h="13" w="175">
                  <a:moveTo>
                    <a:pt x="11" y="0"/>
                  </a:moveTo>
                  <a:cubicBezTo>
                    <a:pt x="27" y="0"/>
                    <a:pt x="44" y="4"/>
                    <a:pt x="60" y="6"/>
                  </a:cubicBezTo>
                  <a:cubicBezTo>
                    <a:pt x="73" y="8"/>
                    <a:pt x="87" y="10"/>
                    <a:pt x="101" y="11"/>
                  </a:cubicBezTo>
                  <a:cubicBezTo>
                    <a:pt x="101" y="8"/>
                    <a:pt x="102" y="6"/>
                    <a:pt x="103" y="4"/>
                  </a:cubicBezTo>
                  <a:cubicBezTo>
                    <a:pt x="104" y="3"/>
                    <a:pt x="105" y="2"/>
                    <a:pt x="105" y="2"/>
                  </a:cubicBezTo>
                  <a:cubicBezTo>
                    <a:pt x="106" y="1"/>
                    <a:pt x="107" y="1"/>
                    <a:pt x="108" y="1"/>
                  </a:cubicBezTo>
                  <a:cubicBezTo>
                    <a:pt x="109" y="1"/>
                    <a:pt x="110" y="1"/>
                    <a:pt x="111" y="2"/>
                  </a:cubicBezTo>
                  <a:cubicBezTo>
                    <a:pt x="112" y="2"/>
                    <a:pt x="113" y="3"/>
                    <a:pt x="113" y="4"/>
                  </a:cubicBezTo>
                  <a:cubicBezTo>
                    <a:pt x="114" y="6"/>
                    <a:pt x="115" y="9"/>
                    <a:pt x="116" y="12"/>
                  </a:cubicBezTo>
                  <a:lnTo>
                    <a:pt x="172" y="12"/>
                  </a:lnTo>
                  <a:cubicBezTo>
                    <a:pt x="172" y="11"/>
                    <a:pt x="173" y="10"/>
                    <a:pt x="174" y="8"/>
                  </a:cubicBezTo>
                  <a:lnTo>
                    <a:pt x="168" y="8"/>
                  </a:lnTo>
                  <a:cubicBezTo>
                    <a:pt x="134" y="4"/>
                    <a:pt x="99" y="1"/>
                    <a:pt x="64" y="1"/>
                  </a:cubicBezTo>
                  <a:cubicBezTo>
                    <a:pt x="53" y="1"/>
                    <a:pt x="42" y="2"/>
                    <a:pt x="31" y="2"/>
                  </a:cubicBezTo>
                  <a:cubicBezTo>
                    <a:pt x="20" y="2"/>
                    <a:pt x="11" y="2"/>
                    <a:pt x="0"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5"/>
            <p:cNvSpPr/>
            <p:nvPr/>
          </p:nvSpPr>
          <p:spPr>
            <a:xfrm>
              <a:off x="2907365" y="-851255"/>
              <a:ext cx="36360" cy="4320"/>
            </a:xfrm>
            <a:custGeom>
              <a:rect b="b" l="l" r="r" t="t"/>
              <a:pathLst>
                <a:path extrusionOk="0" h="12" w="101">
                  <a:moveTo>
                    <a:pt x="0" y="11"/>
                  </a:moveTo>
                  <a:cubicBezTo>
                    <a:pt x="34" y="9"/>
                    <a:pt x="67" y="5"/>
                    <a:pt x="100" y="0"/>
                  </a:cubicBezTo>
                  <a:cubicBezTo>
                    <a:pt x="67" y="0"/>
                    <a:pt x="33" y="4"/>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5"/>
            <p:cNvSpPr/>
            <p:nvPr/>
          </p:nvSpPr>
          <p:spPr>
            <a:xfrm>
              <a:off x="1584005" y="-853775"/>
              <a:ext cx="6480" cy="4320"/>
            </a:xfrm>
            <a:custGeom>
              <a:rect b="b" l="l" r="r" t="t"/>
              <a:pathLst>
                <a:path extrusionOk="0" h="12" w="18">
                  <a:moveTo>
                    <a:pt x="7" y="11"/>
                  </a:moveTo>
                  <a:lnTo>
                    <a:pt x="17" y="11"/>
                  </a:lnTo>
                  <a:cubicBezTo>
                    <a:pt x="17" y="8"/>
                    <a:pt x="17" y="5"/>
                    <a:pt x="17" y="2"/>
                  </a:cubicBezTo>
                  <a:lnTo>
                    <a:pt x="0" y="0"/>
                  </a:lnTo>
                  <a:cubicBezTo>
                    <a:pt x="1" y="3"/>
                    <a:pt x="2" y="7"/>
                    <a:pt x="2" y="10"/>
                  </a:cubicBezTo>
                  <a:lnTo>
                    <a:pt x="2" y="11"/>
                  </a:lnTo>
                  <a:lnTo>
                    <a:pt x="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5"/>
            <p:cNvSpPr/>
            <p:nvPr/>
          </p:nvSpPr>
          <p:spPr>
            <a:xfrm>
              <a:off x="1519205" y="-857735"/>
              <a:ext cx="23040" cy="6480"/>
            </a:xfrm>
            <a:custGeom>
              <a:rect b="b" l="l" r="r" t="t"/>
              <a:pathLst>
                <a:path extrusionOk="0" h="18" w="64">
                  <a:moveTo>
                    <a:pt x="44" y="16"/>
                  </a:moveTo>
                  <a:lnTo>
                    <a:pt x="63" y="17"/>
                  </a:lnTo>
                  <a:cubicBezTo>
                    <a:pt x="63" y="12"/>
                    <a:pt x="63" y="7"/>
                    <a:pt x="63" y="2"/>
                  </a:cubicBezTo>
                  <a:cubicBezTo>
                    <a:pt x="63" y="1"/>
                    <a:pt x="63" y="1"/>
                    <a:pt x="63" y="1"/>
                  </a:cubicBezTo>
                  <a:lnTo>
                    <a:pt x="63" y="0"/>
                  </a:lnTo>
                  <a:lnTo>
                    <a:pt x="50" y="0"/>
                  </a:lnTo>
                  <a:lnTo>
                    <a:pt x="0" y="0"/>
                  </a:lnTo>
                  <a:cubicBezTo>
                    <a:pt x="0" y="4"/>
                    <a:pt x="0" y="8"/>
                    <a:pt x="0" y="12"/>
                  </a:cubicBezTo>
                  <a:lnTo>
                    <a:pt x="25" y="15"/>
                  </a:lnTo>
                  <a:cubicBezTo>
                    <a:pt x="26" y="14"/>
                    <a:pt x="26" y="14"/>
                    <a:pt x="26" y="14"/>
                  </a:cubicBezTo>
                  <a:cubicBezTo>
                    <a:pt x="27" y="12"/>
                    <a:pt x="27" y="11"/>
                    <a:pt x="29" y="10"/>
                  </a:cubicBezTo>
                  <a:cubicBezTo>
                    <a:pt x="31" y="9"/>
                    <a:pt x="33" y="9"/>
                    <a:pt x="35" y="9"/>
                  </a:cubicBezTo>
                  <a:cubicBezTo>
                    <a:pt x="36" y="9"/>
                    <a:pt x="38" y="9"/>
                    <a:pt x="40" y="10"/>
                  </a:cubicBezTo>
                  <a:cubicBezTo>
                    <a:pt x="42" y="11"/>
                    <a:pt x="42" y="12"/>
                    <a:pt x="43" y="14"/>
                  </a:cubicBezTo>
                  <a:cubicBezTo>
                    <a:pt x="43" y="15"/>
                    <a:pt x="44" y="15"/>
                    <a:pt x="44"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5"/>
            <p:cNvSpPr/>
            <p:nvPr/>
          </p:nvSpPr>
          <p:spPr>
            <a:xfrm>
              <a:off x="1482845" y="-857735"/>
              <a:ext cx="27000" cy="3600"/>
            </a:xfrm>
            <a:custGeom>
              <a:rect b="b" l="l" r="r" t="t"/>
              <a:pathLst>
                <a:path extrusionOk="0" h="10" w="75">
                  <a:moveTo>
                    <a:pt x="39" y="5"/>
                  </a:moveTo>
                  <a:cubicBezTo>
                    <a:pt x="40" y="4"/>
                    <a:pt x="41" y="4"/>
                    <a:pt x="42" y="3"/>
                  </a:cubicBezTo>
                  <a:cubicBezTo>
                    <a:pt x="43" y="2"/>
                    <a:pt x="45" y="2"/>
                    <a:pt x="47" y="2"/>
                  </a:cubicBezTo>
                  <a:cubicBezTo>
                    <a:pt x="49" y="2"/>
                    <a:pt x="50" y="2"/>
                    <a:pt x="52" y="3"/>
                  </a:cubicBezTo>
                  <a:cubicBezTo>
                    <a:pt x="54" y="4"/>
                    <a:pt x="55" y="5"/>
                    <a:pt x="56" y="7"/>
                  </a:cubicBezTo>
                  <a:lnTo>
                    <a:pt x="74" y="9"/>
                  </a:lnTo>
                  <a:cubicBezTo>
                    <a:pt x="74" y="6"/>
                    <a:pt x="74" y="3"/>
                    <a:pt x="74" y="0"/>
                  </a:cubicBezTo>
                  <a:cubicBezTo>
                    <a:pt x="54" y="0"/>
                    <a:pt x="35" y="0"/>
                    <a:pt x="14" y="0"/>
                  </a:cubicBezTo>
                  <a:lnTo>
                    <a:pt x="0" y="0"/>
                  </a:lnTo>
                  <a:lnTo>
                    <a:pt x="3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5"/>
            <p:cNvSpPr/>
            <p:nvPr/>
          </p:nvSpPr>
          <p:spPr>
            <a:xfrm>
              <a:off x="3023645" y="-850175"/>
              <a:ext cx="4320" cy="2160"/>
            </a:xfrm>
            <a:custGeom>
              <a:rect b="b" l="l" r="r" t="t"/>
              <a:pathLst>
                <a:path extrusionOk="0" h="6" w="12">
                  <a:moveTo>
                    <a:pt x="0" y="1"/>
                  </a:moveTo>
                  <a:cubicBezTo>
                    <a:pt x="0" y="2"/>
                    <a:pt x="0" y="3"/>
                    <a:pt x="0" y="5"/>
                  </a:cubicBezTo>
                  <a:lnTo>
                    <a:pt x="1" y="5"/>
                  </a:lnTo>
                  <a:cubicBezTo>
                    <a:pt x="4" y="5"/>
                    <a:pt x="6" y="4"/>
                    <a:pt x="8" y="3"/>
                  </a:cubicBezTo>
                  <a:cubicBezTo>
                    <a:pt x="9" y="2"/>
                    <a:pt x="10" y="1"/>
                    <a:pt x="11" y="0"/>
                  </a:cubicBezTo>
                  <a:cubicBezTo>
                    <a:pt x="7" y="0"/>
                    <a:pt x="4"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5"/>
            <p:cNvSpPr/>
            <p:nvPr/>
          </p:nvSpPr>
          <p:spPr>
            <a:xfrm>
              <a:off x="2266565" y="-822455"/>
              <a:ext cx="26640" cy="2160"/>
            </a:xfrm>
            <a:custGeom>
              <a:rect b="b" l="l" r="r" t="t"/>
              <a:pathLst>
                <a:path extrusionOk="0" h="6" w="74">
                  <a:moveTo>
                    <a:pt x="34" y="4"/>
                  </a:moveTo>
                  <a:cubicBezTo>
                    <a:pt x="34" y="3"/>
                    <a:pt x="35" y="1"/>
                    <a:pt x="36" y="1"/>
                  </a:cubicBezTo>
                  <a:cubicBezTo>
                    <a:pt x="38" y="0"/>
                    <a:pt x="39" y="0"/>
                    <a:pt x="41" y="0"/>
                  </a:cubicBezTo>
                  <a:cubicBezTo>
                    <a:pt x="42" y="0"/>
                    <a:pt x="44" y="1"/>
                    <a:pt x="45" y="1"/>
                  </a:cubicBezTo>
                  <a:cubicBezTo>
                    <a:pt x="46" y="2"/>
                    <a:pt x="47" y="3"/>
                    <a:pt x="48" y="4"/>
                  </a:cubicBezTo>
                  <a:lnTo>
                    <a:pt x="73" y="2"/>
                  </a:lnTo>
                  <a:cubicBezTo>
                    <a:pt x="73" y="2"/>
                    <a:pt x="73" y="1"/>
                    <a:pt x="73" y="0"/>
                  </a:cubicBezTo>
                  <a:lnTo>
                    <a:pt x="65" y="0"/>
                  </a:lnTo>
                  <a:cubicBezTo>
                    <a:pt x="44" y="0"/>
                    <a:pt x="22" y="0"/>
                    <a:pt x="0" y="0"/>
                  </a:cubicBezTo>
                  <a:cubicBezTo>
                    <a:pt x="0" y="1"/>
                    <a:pt x="1" y="1"/>
                    <a:pt x="1" y="2"/>
                  </a:cubicBezTo>
                  <a:cubicBezTo>
                    <a:pt x="2" y="3"/>
                    <a:pt x="2" y="4"/>
                    <a:pt x="3" y="5"/>
                  </a:cubicBezTo>
                  <a:lnTo>
                    <a:pt x="3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5"/>
            <p:cNvSpPr/>
            <p:nvPr/>
          </p:nvSpPr>
          <p:spPr>
            <a:xfrm>
              <a:off x="1752125" y="-845855"/>
              <a:ext cx="7920" cy="1080"/>
            </a:xfrm>
            <a:custGeom>
              <a:rect b="b" l="l" r="r" t="t"/>
              <a:pathLst>
                <a:path extrusionOk="0" h="3" w="22">
                  <a:moveTo>
                    <a:pt x="21" y="2"/>
                  </a:moveTo>
                  <a:lnTo>
                    <a:pt x="0" y="0"/>
                  </a:lnTo>
                  <a:lnTo>
                    <a:pt x="21" y="2"/>
                  </a:lnTo>
                </a:path>
              </a:pathLst>
            </a:custGeom>
            <a:solidFill>
              <a:schemeClr val="dk1"/>
            </a:solidFill>
            <a:ln>
              <a:noFill/>
            </a:ln>
          </p:spPr>
        </p:sp>
        <p:sp>
          <p:nvSpPr>
            <p:cNvPr id="2909" name="Google Shape;2909;p35"/>
            <p:cNvSpPr/>
            <p:nvPr/>
          </p:nvSpPr>
          <p:spPr>
            <a:xfrm>
              <a:off x="1596605" y="-852335"/>
              <a:ext cx="6840" cy="3240"/>
            </a:xfrm>
            <a:custGeom>
              <a:rect b="b" l="l" r="r" t="t"/>
              <a:pathLst>
                <a:path extrusionOk="0" h="9" w="19">
                  <a:moveTo>
                    <a:pt x="18" y="8"/>
                  </a:moveTo>
                  <a:cubicBezTo>
                    <a:pt x="18" y="6"/>
                    <a:pt x="18" y="4"/>
                    <a:pt x="18" y="2"/>
                  </a:cubicBezTo>
                  <a:lnTo>
                    <a:pt x="0" y="0"/>
                  </a:lnTo>
                  <a:cubicBezTo>
                    <a:pt x="0" y="3"/>
                    <a:pt x="0" y="5"/>
                    <a:pt x="0" y="7"/>
                  </a:cubicBezTo>
                  <a:lnTo>
                    <a:pt x="18"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5"/>
            <p:cNvSpPr/>
            <p:nvPr/>
          </p:nvSpPr>
          <p:spPr>
            <a:xfrm>
              <a:off x="1711445" y="-847655"/>
              <a:ext cx="7920" cy="720"/>
            </a:xfrm>
            <a:custGeom>
              <a:rect b="b" l="l" r="r" t="t"/>
              <a:pathLst>
                <a:path extrusionOk="0" h="2" w="22">
                  <a:moveTo>
                    <a:pt x="21" y="1"/>
                  </a:moveTo>
                  <a:lnTo>
                    <a:pt x="0" y="0"/>
                  </a:lnTo>
                  <a:lnTo>
                    <a:pt x="0" y="1"/>
                  </a:lnTo>
                  <a:lnTo>
                    <a:pt x="21" y="1"/>
                  </a:lnTo>
                </a:path>
              </a:pathLst>
            </a:custGeom>
            <a:solidFill>
              <a:schemeClr val="dk1"/>
            </a:solidFill>
            <a:ln>
              <a:noFill/>
            </a:ln>
          </p:spPr>
        </p:sp>
        <p:sp>
          <p:nvSpPr>
            <p:cNvPr id="2911" name="Google Shape;2911;p35"/>
            <p:cNvSpPr/>
            <p:nvPr/>
          </p:nvSpPr>
          <p:spPr>
            <a:xfrm>
              <a:off x="1550165" y="-857375"/>
              <a:ext cx="7200" cy="6840"/>
            </a:xfrm>
            <a:custGeom>
              <a:rect b="b" l="l" r="r" t="t"/>
              <a:pathLst>
                <a:path extrusionOk="0" h="19" w="20">
                  <a:moveTo>
                    <a:pt x="17" y="18"/>
                  </a:moveTo>
                  <a:cubicBezTo>
                    <a:pt x="17" y="15"/>
                    <a:pt x="17" y="11"/>
                    <a:pt x="18" y="8"/>
                  </a:cubicBezTo>
                  <a:cubicBezTo>
                    <a:pt x="19" y="6"/>
                    <a:pt x="19" y="4"/>
                    <a:pt x="19" y="2"/>
                  </a:cubicBezTo>
                  <a:lnTo>
                    <a:pt x="0" y="0"/>
                  </a:lnTo>
                  <a:cubicBezTo>
                    <a:pt x="0" y="6"/>
                    <a:pt x="0" y="12"/>
                    <a:pt x="0" y="17"/>
                  </a:cubicBezTo>
                  <a:lnTo>
                    <a:pt x="17"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5"/>
            <p:cNvSpPr/>
            <p:nvPr/>
          </p:nvSpPr>
          <p:spPr>
            <a:xfrm>
              <a:off x="1675085" y="-849815"/>
              <a:ext cx="13320" cy="2880"/>
            </a:xfrm>
            <a:custGeom>
              <a:rect b="b" l="l" r="r" t="t"/>
              <a:pathLst>
                <a:path extrusionOk="0" h="8" w="37">
                  <a:moveTo>
                    <a:pt x="3" y="7"/>
                  </a:moveTo>
                  <a:lnTo>
                    <a:pt x="22" y="7"/>
                  </a:lnTo>
                  <a:lnTo>
                    <a:pt x="33" y="7"/>
                  </a:lnTo>
                  <a:cubicBezTo>
                    <a:pt x="34" y="5"/>
                    <a:pt x="35" y="3"/>
                    <a:pt x="36" y="0"/>
                  </a:cubicBezTo>
                  <a:lnTo>
                    <a:pt x="0" y="0"/>
                  </a:lnTo>
                  <a:cubicBezTo>
                    <a:pt x="1" y="1"/>
                    <a:pt x="1" y="2"/>
                    <a:pt x="2" y="3"/>
                  </a:cubicBezTo>
                  <a:cubicBezTo>
                    <a:pt x="3" y="4"/>
                    <a:pt x="3" y="5"/>
                    <a:pt x="3" y="6"/>
                  </a:cubicBezTo>
                  <a:cubicBezTo>
                    <a:pt x="3" y="7"/>
                    <a:pt x="3" y="7"/>
                    <a:pt x="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5"/>
            <p:cNvSpPr/>
            <p:nvPr/>
          </p:nvSpPr>
          <p:spPr>
            <a:xfrm>
              <a:off x="1692725" y="-849095"/>
              <a:ext cx="11520" cy="2880"/>
            </a:xfrm>
            <a:custGeom>
              <a:rect b="b" l="l" r="r" t="t"/>
              <a:pathLst>
                <a:path extrusionOk="0" h="8" w="32">
                  <a:moveTo>
                    <a:pt x="31" y="6"/>
                  </a:moveTo>
                  <a:cubicBezTo>
                    <a:pt x="31" y="5"/>
                    <a:pt x="31" y="4"/>
                    <a:pt x="31" y="2"/>
                  </a:cubicBezTo>
                  <a:cubicBezTo>
                    <a:pt x="20" y="2"/>
                    <a:pt x="11" y="1"/>
                    <a:pt x="0" y="0"/>
                  </a:cubicBezTo>
                  <a:cubicBezTo>
                    <a:pt x="1" y="2"/>
                    <a:pt x="2" y="4"/>
                    <a:pt x="3" y="7"/>
                  </a:cubicBezTo>
                  <a:lnTo>
                    <a:pt x="3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5"/>
            <p:cNvSpPr/>
            <p:nvPr/>
          </p:nvSpPr>
          <p:spPr>
            <a:xfrm>
              <a:off x="2667965" y="-836495"/>
              <a:ext cx="97200" cy="1440"/>
            </a:xfrm>
            <a:custGeom>
              <a:rect b="b" l="l" r="r" t="t"/>
              <a:pathLst>
                <a:path extrusionOk="0" h="4" w="270">
                  <a:moveTo>
                    <a:pt x="269" y="0"/>
                  </a:moveTo>
                  <a:cubicBezTo>
                    <a:pt x="192" y="0"/>
                    <a:pt x="116" y="0"/>
                    <a:pt x="39" y="0"/>
                  </a:cubicBezTo>
                  <a:lnTo>
                    <a:pt x="0" y="0"/>
                  </a:lnTo>
                  <a:lnTo>
                    <a:pt x="48" y="0"/>
                  </a:lnTo>
                  <a:cubicBezTo>
                    <a:pt x="124" y="1"/>
                    <a:pt x="196" y="3"/>
                    <a:pt x="26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5"/>
            <p:cNvSpPr/>
            <p:nvPr/>
          </p:nvSpPr>
          <p:spPr>
            <a:xfrm>
              <a:off x="1610285" y="-850895"/>
              <a:ext cx="17640" cy="2520"/>
            </a:xfrm>
            <a:custGeom>
              <a:rect b="b" l="l" r="r" t="t"/>
              <a:pathLst>
                <a:path extrusionOk="0" h="7" w="49">
                  <a:moveTo>
                    <a:pt x="48" y="6"/>
                  </a:moveTo>
                  <a:cubicBezTo>
                    <a:pt x="48" y="5"/>
                    <a:pt x="48" y="4"/>
                    <a:pt x="48" y="3"/>
                  </a:cubicBezTo>
                  <a:cubicBezTo>
                    <a:pt x="32" y="3"/>
                    <a:pt x="15" y="2"/>
                    <a:pt x="0" y="0"/>
                  </a:cubicBezTo>
                  <a:cubicBezTo>
                    <a:pt x="0" y="2"/>
                    <a:pt x="0" y="3"/>
                    <a:pt x="0" y="4"/>
                  </a:cubicBezTo>
                  <a:lnTo>
                    <a:pt x="4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5"/>
            <p:cNvSpPr/>
            <p:nvPr/>
          </p:nvSpPr>
          <p:spPr>
            <a:xfrm>
              <a:off x="2530445" y="-838295"/>
              <a:ext cx="9360" cy="360"/>
            </a:xfrm>
            <a:custGeom>
              <a:rect b="b" l="l" r="r" t="t"/>
              <a:pathLst>
                <a:path extrusionOk="0" h="1" w="26">
                  <a:moveTo>
                    <a:pt x="0" y="0"/>
                  </a:moveTo>
                  <a:lnTo>
                    <a:pt x="25" y="0"/>
                  </a:lnTo>
                  <a:cubicBezTo>
                    <a:pt x="17" y="0"/>
                    <a:pt x="9"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5"/>
            <p:cNvSpPr/>
            <p:nvPr/>
          </p:nvSpPr>
          <p:spPr>
            <a:xfrm>
              <a:off x="1635125" y="-849455"/>
              <a:ext cx="37080" cy="2520"/>
            </a:xfrm>
            <a:custGeom>
              <a:rect b="b" l="l" r="r" t="t"/>
              <a:pathLst>
                <a:path extrusionOk="0" h="7" w="103">
                  <a:moveTo>
                    <a:pt x="34" y="5"/>
                  </a:moveTo>
                  <a:cubicBezTo>
                    <a:pt x="34" y="4"/>
                    <a:pt x="35" y="3"/>
                    <a:pt x="37" y="2"/>
                  </a:cubicBezTo>
                  <a:cubicBezTo>
                    <a:pt x="38" y="1"/>
                    <a:pt x="40" y="1"/>
                    <a:pt x="42" y="1"/>
                  </a:cubicBezTo>
                  <a:cubicBezTo>
                    <a:pt x="44" y="1"/>
                    <a:pt x="46" y="1"/>
                    <a:pt x="47" y="2"/>
                  </a:cubicBezTo>
                  <a:cubicBezTo>
                    <a:pt x="48" y="3"/>
                    <a:pt x="49" y="4"/>
                    <a:pt x="50" y="5"/>
                  </a:cubicBezTo>
                  <a:lnTo>
                    <a:pt x="97" y="6"/>
                  </a:lnTo>
                  <a:cubicBezTo>
                    <a:pt x="97" y="5"/>
                    <a:pt x="98" y="4"/>
                    <a:pt x="98" y="3"/>
                  </a:cubicBezTo>
                  <a:cubicBezTo>
                    <a:pt x="99" y="2"/>
                    <a:pt x="100" y="1"/>
                    <a:pt x="101" y="0"/>
                  </a:cubicBezTo>
                  <a:cubicBezTo>
                    <a:pt x="102" y="0"/>
                    <a:pt x="102" y="0"/>
                    <a:pt x="102" y="0"/>
                  </a:cubicBezTo>
                  <a:lnTo>
                    <a:pt x="0" y="0"/>
                  </a:lnTo>
                  <a:cubicBezTo>
                    <a:pt x="0" y="1"/>
                    <a:pt x="0" y="2"/>
                    <a:pt x="0" y="3"/>
                  </a:cubicBezTo>
                  <a:lnTo>
                    <a:pt x="34"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5"/>
            <p:cNvSpPr/>
            <p:nvPr/>
          </p:nvSpPr>
          <p:spPr>
            <a:xfrm>
              <a:off x="1421645" y="-709775"/>
              <a:ext cx="2520" cy="5760"/>
            </a:xfrm>
            <a:custGeom>
              <a:rect b="b" l="l" r="r" t="t"/>
              <a:pathLst>
                <a:path extrusionOk="0" h="16" w="7">
                  <a:moveTo>
                    <a:pt x="6" y="15"/>
                  </a:moveTo>
                  <a:cubicBezTo>
                    <a:pt x="6" y="10"/>
                    <a:pt x="6" y="5"/>
                    <a:pt x="5" y="0"/>
                  </a:cubicBezTo>
                  <a:lnTo>
                    <a:pt x="0" y="0"/>
                  </a:lnTo>
                  <a:lnTo>
                    <a:pt x="0" y="15"/>
                  </a:lnTo>
                  <a:lnTo>
                    <a:pt x="6"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5"/>
            <p:cNvSpPr/>
            <p:nvPr/>
          </p:nvSpPr>
          <p:spPr>
            <a:xfrm>
              <a:off x="1422005" y="-721295"/>
              <a:ext cx="1440" cy="3600"/>
            </a:xfrm>
            <a:custGeom>
              <a:rect b="b" l="l" r="r" t="t"/>
              <a:pathLst>
                <a:path extrusionOk="0" h="10" w="4">
                  <a:moveTo>
                    <a:pt x="2" y="0"/>
                  </a:moveTo>
                  <a:lnTo>
                    <a:pt x="0" y="0"/>
                  </a:lnTo>
                  <a:lnTo>
                    <a:pt x="0" y="9"/>
                  </a:lnTo>
                  <a:lnTo>
                    <a:pt x="3" y="9"/>
                  </a:lnTo>
                  <a:cubicBezTo>
                    <a:pt x="2" y="7"/>
                    <a:pt x="2" y="4"/>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5"/>
            <p:cNvSpPr/>
            <p:nvPr/>
          </p:nvSpPr>
          <p:spPr>
            <a:xfrm>
              <a:off x="1422365" y="-752975"/>
              <a:ext cx="720" cy="24120"/>
            </a:xfrm>
            <a:custGeom>
              <a:rect b="b" l="l" r="r" t="t"/>
              <a:pathLst>
                <a:path extrusionOk="0" h="67" w="2">
                  <a:moveTo>
                    <a:pt x="1" y="0"/>
                  </a:moveTo>
                  <a:cubicBezTo>
                    <a:pt x="1" y="22"/>
                    <a:pt x="1" y="44"/>
                    <a:pt x="0" y="66"/>
                  </a:cubicBezTo>
                  <a:lnTo>
                    <a:pt x="1" y="66"/>
                  </a:lnTo>
                  <a:cubicBezTo>
                    <a:pt x="1" y="44"/>
                    <a:pt x="1" y="2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5"/>
            <p:cNvSpPr/>
            <p:nvPr/>
          </p:nvSpPr>
          <p:spPr>
            <a:xfrm>
              <a:off x="1414085" y="-681335"/>
              <a:ext cx="14400" cy="50760"/>
            </a:xfrm>
            <a:custGeom>
              <a:rect b="b" l="l" r="r" t="t"/>
              <a:pathLst>
                <a:path extrusionOk="0" h="141" w="40">
                  <a:moveTo>
                    <a:pt x="28" y="4"/>
                  </a:moveTo>
                  <a:cubicBezTo>
                    <a:pt x="25" y="3"/>
                    <a:pt x="21" y="2"/>
                    <a:pt x="17" y="1"/>
                  </a:cubicBezTo>
                  <a:cubicBezTo>
                    <a:pt x="17" y="10"/>
                    <a:pt x="16" y="20"/>
                    <a:pt x="14" y="29"/>
                  </a:cubicBezTo>
                  <a:cubicBezTo>
                    <a:pt x="15" y="30"/>
                    <a:pt x="16" y="31"/>
                    <a:pt x="17" y="32"/>
                  </a:cubicBezTo>
                  <a:cubicBezTo>
                    <a:pt x="18" y="34"/>
                    <a:pt x="19" y="37"/>
                    <a:pt x="19" y="39"/>
                  </a:cubicBezTo>
                  <a:cubicBezTo>
                    <a:pt x="19" y="41"/>
                    <a:pt x="18" y="43"/>
                    <a:pt x="17" y="45"/>
                  </a:cubicBezTo>
                  <a:cubicBezTo>
                    <a:pt x="16" y="47"/>
                    <a:pt x="14" y="49"/>
                    <a:pt x="12" y="50"/>
                  </a:cubicBezTo>
                  <a:cubicBezTo>
                    <a:pt x="9" y="70"/>
                    <a:pt x="5" y="90"/>
                    <a:pt x="0" y="109"/>
                  </a:cubicBezTo>
                  <a:lnTo>
                    <a:pt x="3" y="109"/>
                  </a:lnTo>
                  <a:cubicBezTo>
                    <a:pt x="4" y="109"/>
                    <a:pt x="4" y="109"/>
                    <a:pt x="5" y="110"/>
                  </a:cubicBezTo>
                  <a:cubicBezTo>
                    <a:pt x="6" y="110"/>
                    <a:pt x="6" y="111"/>
                    <a:pt x="7" y="112"/>
                  </a:cubicBezTo>
                  <a:cubicBezTo>
                    <a:pt x="8" y="113"/>
                    <a:pt x="8" y="114"/>
                    <a:pt x="8" y="115"/>
                  </a:cubicBezTo>
                  <a:cubicBezTo>
                    <a:pt x="8" y="116"/>
                    <a:pt x="8" y="117"/>
                    <a:pt x="7" y="118"/>
                  </a:cubicBezTo>
                  <a:cubicBezTo>
                    <a:pt x="6" y="119"/>
                    <a:pt x="6" y="119"/>
                    <a:pt x="5" y="120"/>
                  </a:cubicBezTo>
                  <a:cubicBezTo>
                    <a:pt x="4" y="120"/>
                    <a:pt x="4" y="120"/>
                    <a:pt x="3" y="120"/>
                  </a:cubicBezTo>
                  <a:lnTo>
                    <a:pt x="1" y="120"/>
                  </a:lnTo>
                  <a:cubicBezTo>
                    <a:pt x="2" y="122"/>
                    <a:pt x="3" y="123"/>
                    <a:pt x="4" y="124"/>
                  </a:cubicBezTo>
                  <a:cubicBezTo>
                    <a:pt x="7" y="129"/>
                    <a:pt x="8" y="134"/>
                    <a:pt x="8" y="140"/>
                  </a:cubicBezTo>
                  <a:cubicBezTo>
                    <a:pt x="22" y="94"/>
                    <a:pt x="32" y="47"/>
                    <a:pt x="39" y="0"/>
                  </a:cubicBezTo>
                  <a:cubicBezTo>
                    <a:pt x="38" y="1"/>
                    <a:pt x="37" y="2"/>
                    <a:pt x="35" y="3"/>
                  </a:cubicBezTo>
                  <a:cubicBezTo>
                    <a:pt x="34" y="4"/>
                    <a:pt x="32" y="4"/>
                    <a:pt x="30" y="4"/>
                  </a:cubicBezTo>
                  <a:cubicBezTo>
                    <a:pt x="30" y="4"/>
                    <a:pt x="29" y="4"/>
                    <a:pt x="2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5"/>
            <p:cNvSpPr/>
            <p:nvPr/>
          </p:nvSpPr>
          <p:spPr>
            <a:xfrm>
              <a:off x="1159925" y="-623735"/>
              <a:ext cx="255240" cy="276480"/>
            </a:xfrm>
            <a:custGeom>
              <a:rect b="b" l="l" r="r" t="t"/>
              <a:pathLst>
                <a:path extrusionOk="0" h="768" w="709">
                  <a:moveTo>
                    <a:pt x="681" y="17"/>
                  </a:moveTo>
                  <a:lnTo>
                    <a:pt x="680" y="20"/>
                  </a:lnTo>
                  <a:cubicBezTo>
                    <a:pt x="645" y="92"/>
                    <a:pt x="625" y="178"/>
                    <a:pt x="575" y="241"/>
                  </a:cubicBezTo>
                  <a:cubicBezTo>
                    <a:pt x="529" y="298"/>
                    <a:pt x="480" y="353"/>
                    <a:pt x="428" y="405"/>
                  </a:cubicBezTo>
                  <a:cubicBezTo>
                    <a:pt x="385" y="450"/>
                    <a:pt x="345" y="505"/>
                    <a:pt x="297" y="545"/>
                  </a:cubicBezTo>
                  <a:cubicBezTo>
                    <a:pt x="236" y="596"/>
                    <a:pt x="179" y="656"/>
                    <a:pt x="115" y="701"/>
                  </a:cubicBezTo>
                  <a:cubicBezTo>
                    <a:pt x="97" y="713"/>
                    <a:pt x="78" y="725"/>
                    <a:pt x="60" y="736"/>
                  </a:cubicBezTo>
                  <a:cubicBezTo>
                    <a:pt x="40" y="747"/>
                    <a:pt x="20" y="757"/>
                    <a:pt x="0" y="767"/>
                  </a:cubicBezTo>
                  <a:cubicBezTo>
                    <a:pt x="56" y="749"/>
                    <a:pt x="105" y="708"/>
                    <a:pt x="153" y="676"/>
                  </a:cubicBezTo>
                  <a:cubicBezTo>
                    <a:pt x="168" y="667"/>
                    <a:pt x="186" y="656"/>
                    <a:pt x="205" y="646"/>
                  </a:cubicBezTo>
                  <a:lnTo>
                    <a:pt x="256" y="605"/>
                  </a:lnTo>
                  <a:lnTo>
                    <a:pt x="257" y="604"/>
                  </a:lnTo>
                  <a:cubicBezTo>
                    <a:pt x="259" y="602"/>
                    <a:pt x="261" y="599"/>
                    <a:pt x="263" y="596"/>
                  </a:cubicBezTo>
                  <a:cubicBezTo>
                    <a:pt x="264" y="594"/>
                    <a:pt x="265" y="593"/>
                    <a:pt x="265" y="591"/>
                  </a:cubicBezTo>
                  <a:cubicBezTo>
                    <a:pt x="267" y="587"/>
                    <a:pt x="273" y="589"/>
                    <a:pt x="272" y="593"/>
                  </a:cubicBezTo>
                  <a:cubicBezTo>
                    <a:pt x="292" y="580"/>
                    <a:pt x="310" y="564"/>
                    <a:pt x="326" y="546"/>
                  </a:cubicBezTo>
                  <a:cubicBezTo>
                    <a:pt x="412" y="428"/>
                    <a:pt x="549" y="349"/>
                    <a:pt x="616" y="216"/>
                  </a:cubicBezTo>
                  <a:cubicBezTo>
                    <a:pt x="652" y="146"/>
                    <a:pt x="682" y="74"/>
                    <a:pt x="708" y="0"/>
                  </a:cubicBezTo>
                  <a:cubicBezTo>
                    <a:pt x="704" y="5"/>
                    <a:pt x="699" y="9"/>
                    <a:pt x="694" y="13"/>
                  </a:cubicBezTo>
                  <a:cubicBezTo>
                    <a:pt x="690" y="15"/>
                    <a:pt x="685" y="17"/>
                    <a:pt x="68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5"/>
            <p:cNvSpPr/>
            <p:nvPr/>
          </p:nvSpPr>
          <p:spPr>
            <a:xfrm>
              <a:off x="1421285" y="-697535"/>
              <a:ext cx="7920" cy="9720"/>
            </a:xfrm>
            <a:custGeom>
              <a:rect b="b" l="l" r="r" t="t"/>
              <a:pathLst>
                <a:path extrusionOk="0" h="27" w="22">
                  <a:moveTo>
                    <a:pt x="12" y="9"/>
                  </a:moveTo>
                  <a:cubicBezTo>
                    <a:pt x="12" y="6"/>
                    <a:pt x="12" y="3"/>
                    <a:pt x="10" y="0"/>
                  </a:cubicBezTo>
                  <a:cubicBezTo>
                    <a:pt x="10" y="1"/>
                    <a:pt x="9" y="1"/>
                    <a:pt x="9" y="1"/>
                  </a:cubicBezTo>
                  <a:cubicBezTo>
                    <a:pt x="8" y="1"/>
                    <a:pt x="7" y="1"/>
                    <a:pt x="7" y="0"/>
                  </a:cubicBezTo>
                  <a:lnTo>
                    <a:pt x="0" y="0"/>
                  </a:lnTo>
                  <a:lnTo>
                    <a:pt x="0" y="6"/>
                  </a:lnTo>
                  <a:cubicBezTo>
                    <a:pt x="0" y="12"/>
                    <a:pt x="0" y="19"/>
                    <a:pt x="0" y="26"/>
                  </a:cubicBezTo>
                  <a:cubicBezTo>
                    <a:pt x="0" y="24"/>
                    <a:pt x="1" y="23"/>
                    <a:pt x="1" y="22"/>
                  </a:cubicBezTo>
                  <a:cubicBezTo>
                    <a:pt x="2" y="20"/>
                    <a:pt x="4" y="19"/>
                    <a:pt x="6" y="17"/>
                  </a:cubicBezTo>
                  <a:lnTo>
                    <a:pt x="7" y="17"/>
                  </a:lnTo>
                  <a:lnTo>
                    <a:pt x="21" y="17"/>
                  </a:lnTo>
                  <a:lnTo>
                    <a:pt x="21" y="13"/>
                  </a:lnTo>
                  <a:cubicBezTo>
                    <a:pt x="20" y="14"/>
                    <a:pt x="19" y="14"/>
                    <a:pt x="18" y="14"/>
                  </a:cubicBezTo>
                  <a:cubicBezTo>
                    <a:pt x="17" y="14"/>
                    <a:pt x="16" y="14"/>
                    <a:pt x="15" y="13"/>
                  </a:cubicBezTo>
                  <a:cubicBezTo>
                    <a:pt x="14" y="12"/>
                    <a:pt x="13" y="12"/>
                    <a:pt x="12" y="10"/>
                  </a:cubicBezTo>
                  <a:lnTo>
                    <a:pt x="1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5"/>
            <p:cNvSpPr/>
            <p:nvPr/>
          </p:nvSpPr>
          <p:spPr>
            <a:xfrm>
              <a:off x="1420925" y="-691775"/>
              <a:ext cx="8280" cy="7200"/>
            </a:xfrm>
            <a:custGeom>
              <a:rect b="b" l="l" r="r" t="t"/>
              <a:pathLst>
                <a:path extrusionOk="0" h="20" w="23">
                  <a:moveTo>
                    <a:pt x="11" y="1"/>
                  </a:moveTo>
                  <a:lnTo>
                    <a:pt x="8" y="1"/>
                  </a:lnTo>
                  <a:cubicBezTo>
                    <a:pt x="7" y="1"/>
                    <a:pt x="6" y="1"/>
                    <a:pt x="5" y="2"/>
                  </a:cubicBezTo>
                  <a:cubicBezTo>
                    <a:pt x="3" y="3"/>
                    <a:pt x="2" y="5"/>
                    <a:pt x="1" y="6"/>
                  </a:cubicBezTo>
                  <a:cubicBezTo>
                    <a:pt x="0" y="7"/>
                    <a:pt x="0" y="8"/>
                    <a:pt x="0" y="9"/>
                  </a:cubicBezTo>
                  <a:lnTo>
                    <a:pt x="0" y="11"/>
                  </a:lnTo>
                  <a:cubicBezTo>
                    <a:pt x="4" y="11"/>
                    <a:pt x="9" y="12"/>
                    <a:pt x="14" y="13"/>
                  </a:cubicBezTo>
                  <a:cubicBezTo>
                    <a:pt x="15" y="13"/>
                    <a:pt x="16" y="14"/>
                    <a:pt x="16" y="14"/>
                  </a:cubicBezTo>
                  <a:cubicBezTo>
                    <a:pt x="18" y="15"/>
                    <a:pt x="19" y="16"/>
                    <a:pt x="20" y="18"/>
                  </a:cubicBezTo>
                  <a:lnTo>
                    <a:pt x="20" y="19"/>
                  </a:lnTo>
                  <a:cubicBezTo>
                    <a:pt x="21" y="13"/>
                    <a:pt x="22" y="7"/>
                    <a:pt x="22" y="0"/>
                  </a:cubicBezTo>
                  <a:lnTo>
                    <a:pt x="11" y="0"/>
                  </a:lnTo>
                  <a:lnTo>
                    <a:pt x="1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5"/>
            <p:cNvSpPr/>
            <p:nvPr/>
          </p:nvSpPr>
          <p:spPr>
            <a:xfrm>
              <a:off x="109445" y="-409895"/>
              <a:ext cx="1148040" cy="110520"/>
            </a:xfrm>
            <a:custGeom>
              <a:rect b="b" l="l" r="r" t="t"/>
              <a:pathLst>
                <a:path extrusionOk="0" h="307" w="3189">
                  <a:moveTo>
                    <a:pt x="3123" y="52"/>
                  </a:moveTo>
                  <a:cubicBezTo>
                    <a:pt x="3100" y="71"/>
                    <a:pt x="3077" y="89"/>
                    <a:pt x="3054" y="106"/>
                  </a:cubicBezTo>
                  <a:cubicBezTo>
                    <a:pt x="3028" y="126"/>
                    <a:pt x="3000" y="144"/>
                    <a:pt x="2971" y="161"/>
                  </a:cubicBezTo>
                  <a:cubicBezTo>
                    <a:pt x="2932" y="184"/>
                    <a:pt x="2890" y="203"/>
                    <a:pt x="2847" y="219"/>
                  </a:cubicBezTo>
                  <a:cubicBezTo>
                    <a:pt x="2846" y="219"/>
                    <a:pt x="2846" y="219"/>
                    <a:pt x="2845" y="219"/>
                  </a:cubicBezTo>
                  <a:cubicBezTo>
                    <a:pt x="2844" y="219"/>
                    <a:pt x="2844" y="219"/>
                    <a:pt x="2843" y="218"/>
                  </a:cubicBezTo>
                  <a:cubicBezTo>
                    <a:pt x="2842" y="217"/>
                    <a:pt x="2842" y="217"/>
                    <a:pt x="2841" y="216"/>
                  </a:cubicBezTo>
                  <a:cubicBezTo>
                    <a:pt x="2840" y="215"/>
                    <a:pt x="2840" y="215"/>
                    <a:pt x="2840" y="214"/>
                  </a:cubicBezTo>
                  <a:cubicBezTo>
                    <a:pt x="2840" y="213"/>
                    <a:pt x="2840" y="212"/>
                    <a:pt x="2841" y="211"/>
                  </a:cubicBezTo>
                  <a:cubicBezTo>
                    <a:pt x="2841" y="211"/>
                    <a:pt x="2842" y="210"/>
                    <a:pt x="2843" y="209"/>
                  </a:cubicBezTo>
                  <a:cubicBezTo>
                    <a:pt x="2868" y="197"/>
                    <a:pt x="2893" y="185"/>
                    <a:pt x="2918" y="173"/>
                  </a:cubicBezTo>
                  <a:cubicBezTo>
                    <a:pt x="2912" y="175"/>
                    <a:pt x="2906" y="177"/>
                    <a:pt x="2900" y="178"/>
                  </a:cubicBezTo>
                  <a:cubicBezTo>
                    <a:pt x="2836" y="192"/>
                    <a:pt x="2775" y="219"/>
                    <a:pt x="2709" y="223"/>
                  </a:cubicBezTo>
                  <a:cubicBezTo>
                    <a:pt x="2643" y="226"/>
                    <a:pt x="2579" y="234"/>
                    <a:pt x="2513" y="237"/>
                  </a:cubicBezTo>
                  <a:cubicBezTo>
                    <a:pt x="2446" y="239"/>
                    <a:pt x="2383" y="253"/>
                    <a:pt x="2319" y="253"/>
                  </a:cubicBezTo>
                  <a:cubicBezTo>
                    <a:pt x="2192" y="253"/>
                    <a:pt x="2065" y="280"/>
                    <a:pt x="1939" y="280"/>
                  </a:cubicBezTo>
                  <a:cubicBezTo>
                    <a:pt x="1770" y="280"/>
                    <a:pt x="1601" y="266"/>
                    <a:pt x="1432" y="266"/>
                  </a:cubicBezTo>
                  <a:cubicBezTo>
                    <a:pt x="1340" y="266"/>
                    <a:pt x="1247" y="270"/>
                    <a:pt x="1155" y="262"/>
                  </a:cubicBezTo>
                  <a:cubicBezTo>
                    <a:pt x="1086" y="257"/>
                    <a:pt x="1015" y="251"/>
                    <a:pt x="945" y="249"/>
                  </a:cubicBezTo>
                  <a:cubicBezTo>
                    <a:pt x="869" y="248"/>
                    <a:pt x="793" y="243"/>
                    <a:pt x="717" y="233"/>
                  </a:cubicBezTo>
                  <a:cubicBezTo>
                    <a:pt x="688" y="227"/>
                    <a:pt x="659" y="223"/>
                    <a:pt x="630" y="222"/>
                  </a:cubicBezTo>
                  <a:cubicBezTo>
                    <a:pt x="621" y="222"/>
                    <a:pt x="613" y="221"/>
                    <a:pt x="605" y="220"/>
                  </a:cubicBezTo>
                  <a:cubicBezTo>
                    <a:pt x="527" y="217"/>
                    <a:pt x="450" y="217"/>
                    <a:pt x="372" y="207"/>
                  </a:cubicBezTo>
                  <a:cubicBezTo>
                    <a:pt x="372" y="206"/>
                    <a:pt x="371" y="206"/>
                    <a:pt x="370" y="206"/>
                  </a:cubicBezTo>
                  <a:cubicBezTo>
                    <a:pt x="370" y="206"/>
                    <a:pt x="370" y="205"/>
                    <a:pt x="369" y="204"/>
                  </a:cubicBezTo>
                  <a:cubicBezTo>
                    <a:pt x="368" y="203"/>
                    <a:pt x="368" y="202"/>
                    <a:pt x="368" y="202"/>
                  </a:cubicBezTo>
                  <a:cubicBezTo>
                    <a:pt x="368" y="201"/>
                    <a:pt x="368" y="200"/>
                    <a:pt x="369" y="199"/>
                  </a:cubicBezTo>
                  <a:cubicBezTo>
                    <a:pt x="370" y="198"/>
                    <a:pt x="369" y="198"/>
                    <a:pt x="370" y="197"/>
                  </a:cubicBezTo>
                  <a:cubicBezTo>
                    <a:pt x="371" y="196"/>
                    <a:pt x="372" y="197"/>
                    <a:pt x="372" y="197"/>
                  </a:cubicBezTo>
                  <a:cubicBezTo>
                    <a:pt x="384" y="195"/>
                    <a:pt x="396" y="194"/>
                    <a:pt x="408" y="193"/>
                  </a:cubicBezTo>
                  <a:lnTo>
                    <a:pt x="399" y="191"/>
                  </a:lnTo>
                  <a:cubicBezTo>
                    <a:pt x="358" y="180"/>
                    <a:pt x="315" y="179"/>
                    <a:pt x="274" y="168"/>
                  </a:cubicBezTo>
                  <a:cubicBezTo>
                    <a:pt x="246" y="162"/>
                    <a:pt x="218" y="159"/>
                    <a:pt x="189" y="158"/>
                  </a:cubicBezTo>
                  <a:cubicBezTo>
                    <a:pt x="146" y="154"/>
                    <a:pt x="104" y="141"/>
                    <a:pt x="65" y="122"/>
                  </a:cubicBezTo>
                  <a:cubicBezTo>
                    <a:pt x="58" y="123"/>
                    <a:pt x="52" y="123"/>
                    <a:pt x="45" y="123"/>
                  </a:cubicBezTo>
                  <a:cubicBezTo>
                    <a:pt x="30" y="123"/>
                    <a:pt x="15" y="122"/>
                    <a:pt x="0" y="120"/>
                  </a:cubicBezTo>
                  <a:lnTo>
                    <a:pt x="9" y="125"/>
                  </a:lnTo>
                  <a:cubicBezTo>
                    <a:pt x="14" y="128"/>
                    <a:pt x="19" y="131"/>
                    <a:pt x="24" y="134"/>
                  </a:cubicBezTo>
                  <a:cubicBezTo>
                    <a:pt x="39" y="143"/>
                    <a:pt x="56" y="151"/>
                    <a:pt x="73" y="157"/>
                  </a:cubicBezTo>
                  <a:cubicBezTo>
                    <a:pt x="105" y="166"/>
                    <a:pt x="137" y="184"/>
                    <a:pt x="171" y="185"/>
                  </a:cubicBezTo>
                  <a:cubicBezTo>
                    <a:pt x="172" y="185"/>
                    <a:pt x="172" y="185"/>
                    <a:pt x="173" y="185"/>
                  </a:cubicBezTo>
                  <a:cubicBezTo>
                    <a:pt x="217" y="185"/>
                    <a:pt x="260" y="191"/>
                    <a:pt x="303" y="202"/>
                  </a:cubicBezTo>
                  <a:cubicBezTo>
                    <a:pt x="326" y="209"/>
                    <a:pt x="353" y="202"/>
                    <a:pt x="377" y="208"/>
                  </a:cubicBezTo>
                  <a:lnTo>
                    <a:pt x="440" y="225"/>
                  </a:lnTo>
                  <a:cubicBezTo>
                    <a:pt x="476" y="234"/>
                    <a:pt x="514" y="227"/>
                    <a:pt x="550" y="234"/>
                  </a:cubicBezTo>
                  <a:cubicBezTo>
                    <a:pt x="582" y="241"/>
                    <a:pt x="617" y="237"/>
                    <a:pt x="648" y="244"/>
                  </a:cubicBezTo>
                  <a:cubicBezTo>
                    <a:pt x="686" y="253"/>
                    <a:pt x="725" y="260"/>
                    <a:pt x="764" y="265"/>
                  </a:cubicBezTo>
                  <a:cubicBezTo>
                    <a:pt x="835" y="274"/>
                    <a:pt x="907" y="279"/>
                    <a:pt x="980" y="280"/>
                  </a:cubicBezTo>
                  <a:cubicBezTo>
                    <a:pt x="1050" y="277"/>
                    <a:pt x="1121" y="294"/>
                    <a:pt x="1191" y="293"/>
                  </a:cubicBezTo>
                  <a:cubicBezTo>
                    <a:pt x="1361" y="291"/>
                    <a:pt x="1532" y="303"/>
                    <a:pt x="1702" y="301"/>
                  </a:cubicBezTo>
                  <a:cubicBezTo>
                    <a:pt x="1850" y="300"/>
                    <a:pt x="1995" y="306"/>
                    <a:pt x="2143" y="289"/>
                  </a:cubicBezTo>
                  <a:cubicBezTo>
                    <a:pt x="2281" y="273"/>
                    <a:pt x="2424" y="267"/>
                    <a:pt x="2563" y="262"/>
                  </a:cubicBezTo>
                  <a:cubicBezTo>
                    <a:pt x="2681" y="258"/>
                    <a:pt x="2819" y="243"/>
                    <a:pt x="2927" y="193"/>
                  </a:cubicBezTo>
                  <a:cubicBezTo>
                    <a:pt x="2941" y="186"/>
                    <a:pt x="2954" y="178"/>
                    <a:pt x="2968" y="170"/>
                  </a:cubicBezTo>
                  <a:cubicBezTo>
                    <a:pt x="3007" y="148"/>
                    <a:pt x="3043" y="123"/>
                    <a:pt x="3078" y="94"/>
                  </a:cubicBezTo>
                  <a:cubicBezTo>
                    <a:pt x="3111" y="70"/>
                    <a:pt x="3171" y="40"/>
                    <a:pt x="3188" y="0"/>
                  </a:cubicBezTo>
                  <a:lnTo>
                    <a:pt x="3174" y="10"/>
                  </a:lnTo>
                  <a:cubicBezTo>
                    <a:pt x="3161" y="26"/>
                    <a:pt x="3144" y="40"/>
                    <a:pt x="3126" y="50"/>
                  </a:cubicBezTo>
                  <a:cubicBezTo>
                    <a:pt x="3125" y="51"/>
                    <a:pt x="3124" y="52"/>
                    <a:pt x="3123"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5"/>
            <p:cNvSpPr/>
            <p:nvPr/>
          </p:nvSpPr>
          <p:spPr>
            <a:xfrm>
              <a:off x="33845" y="-468215"/>
              <a:ext cx="360" cy="1440"/>
            </a:xfrm>
            <a:custGeom>
              <a:rect b="b" l="l" r="r" t="t"/>
              <a:pathLst>
                <a:path extrusionOk="0" h="4" w="1">
                  <a:moveTo>
                    <a:pt x="0" y="0"/>
                  </a:moveTo>
                  <a:cubicBezTo>
                    <a:pt x="0" y="1"/>
                    <a:pt x="0" y="1"/>
                    <a:pt x="0" y="2"/>
                  </a:cubicBezTo>
                  <a:lnTo>
                    <a:pt x="0" y="3"/>
                  </a:lnTo>
                  <a:lnTo>
                    <a:pt x="0" y="2"/>
                  </a:lnTo>
                  <a:cubicBezTo>
                    <a:pt x="0"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5"/>
            <p:cNvSpPr/>
            <p:nvPr/>
          </p:nvSpPr>
          <p:spPr>
            <a:xfrm>
              <a:off x="34205" y="-463895"/>
              <a:ext cx="68760" cy="89280"/>
            </a:xfrm>
            <a:custGeom>
              <a:rect b="b" l="l" r="r" t="t"/>
              <a:pathLst>
                <a:path extrusionOk="0" h="248" w="191">
                  <a:moveTo>
                    <a:pt x="159" y="233"/>
                  </a:moveTo>
                  <a:cubicBezTo>
                    <a:pt x="169" y="229"/>
                    <a:pt x="179" y="227"/>
                    <a:pt x="190" y="226"/>
                  </a:cubicBezTo>
                  <a:lnTo>
                    <a:pt x="184" y="223"/>
                  </a:lnTo>
                  <a:cubicBezTo>
                    <a:pt x="157" y="211"/>
                    <a:pt x="130" y="210"/>
                    <a:pt x="109" y="194"/>
                  </a:cubicBezTo>
                  <a:cubicBezTo>
                    <a:pt x="100" y="193"/>
                    <a:pt x="91" y="192"/>
                    <a:pt x="82" y="190"/>
                  </a:cubicBezTo>
                  <a:cubicBezTo>
                    <a:pt x="67" y="188"/>
                    <a:pt x="63" y="186"/>
                    <a:pt x="56" y="172"/>
                  </a:cubicBezTo>
                  <a:cubicBezTo>
                    <a:pt x="49" y="158"/>
                    <a:pt x="67" y="142"/>
                    <a:pt x="79" y="152"/>
                  </a:cubicBezTo>
                  <a:lnTo>
                    <a:pt x="80" y="152"/>
                  </a:lnTo>
                  <a:lnTo>
                    <a:pt x="67" y="125"/>
                  </a:lnTo>
                  <a:lnTo>
                    <a:pt x="50" y="124"/>
                  </a:lnTo>
                  <a:cubicBezTo>
                    <a:pt x="37" y="124"/>
                    <a:pt x="34" y="102"/>
                    <a:pt x="48" y="100"/>
                  </a:cubicBezTo>
                  <a:lnTo>
                    <a:pt x="56" y="100"/>
                  </a:lnTo>
                  <a:cubicBezTo>
                    <a:pt x="52" y="90"/>
                    <a:pt x="48" y="81"/>
                    <a:pt x="44" y="69"/>
                  </a:cubicBezTo>
                  <a:lnTo>
                    <a:pt x="29" y="67"/>
                  </a:lnTo>
                  <a:cubicBezTo>
                    <a:pt x="5" y="63"/>
                    <a:pt x="20" y="33"/>
                    <a:pt x="35" y="36"/>
                  </a:cubicBezTo>
                  <a:cubicBezTo>
                    <a:pt x="33" y="27"/>
                    <a:pt x="32" y="16"/>
                    <a:pt x="30" y="8"/>
                  </a:cubicBezTo>
                  <a:lnTo>
                    <a:pt x="20" y="9"/>
                  </a:lnTo>
                  <a:cubicBezTo>
                    <a:pt x="19" y="9"/>
                    <a:pt x="17" y="10"/>
                    <a:pt x="15" y="10"/>
                  </a:cubicBezTo>
                  <a:cubicBezTo>
                    <a:pt x="13" y="10"/>
                    <a:pt x="10" y="10"/>
                    <a:pt x="7" y="8"/>
                  </a:cubicBezTo>
                  <a:cubicBezTo>
                    <a:pt x="4" y="6"/>
                    <a:pt x="3" y="4"/>
                    <a:pt x="1" y="2"/>
                  </a:cubicBezTo>
                  <a:cubicBezTo>
                    <a:pt x="0" y="1"/>
                    <a:pt x="1" y="0"/>
                    <a:pt x="0" y="0"/>
                  </a:cubicBezTo>
                  <a:cubicBezTo>
                    <a:pt x="13" y="44"/>
                    <a:pt x="6" y="91"/>
                    <a:pt x="34" y="132"/>
                  </a:cubicBezTo>
                  <a:cubicBezTo>
                    <a:pt x="57" y="166"/>
                    <a:pt x="68" y="213"/>
                    <a:pt x="109" y="231"/>
                  </a:cubicBezTo>
                  <a:cubicBezTo>
                    <a:pt x="124" y="237"/>
                    <a:pt x="140" y="242"/>
                    <a:pt x="155" y="247"/>
                  </a:cubicBezTo>
                  <a:lnTo>
                    <a:pt x="155" y="246"/>
                  </a:lnTo>
                  <a:cubicBezTo>
                    <a:pt x="154" y="245"/>
                    <a:pt x="153" y="242"/>
                    <a:pt x="153" y="241"/>
                  </a:cubicBezTo>
                  <a:cubicBezTo>
                    <a:pt x="153" y="239"/>
                    <a:pt x="154" y="239"/>
                    <a:pt x="155" y="237"/>
                  </a:cubicBezTo>
                  <a:cubicBezTo>
                    <a:pt x="156" y="235"/>
                    <a:pt x="157" y="234"/>
                    <a:pt x="158" y="233"/>
                  </a:cubicBezTo>
                  <a:lnTo>
                    <a:pt x="159" y="2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5"/>
            <p:cNvSpPr/>
            <p:nvPr/>
          </p:nvSpPr>
          <p:spPr>
            <a:xfrm>
              <a:off x="1252805" y="-412415"/>
              <a:ext cx="5760" cy="6480"/>
            </a:xfrm>
            <a:custGeom>
              <a:rect b="b" l="l" r="r" t="t"/>
              <a:pathLst>
                <a:path extrusionOk="0" h="18" w="16">
                  <a:moveTo>
                    <a:pt x="8" y="4"/>
                  </a:moveTo>
                  <a:cubicBezTo>
                    <a:pt x="7" y="6"/>
                    <a:pt x="6" y="7"/>
                    <a:pt x="5" y="9"/>
                  </a:cubicBezTo>
                  <a:cubicBezTo>
                    <a:pt x="3" y="12"/>
                    <a:pt x="2" y="15"/>
                    <a:pt x="0" y="17"/>
                  </a:cubicBezTo>
                  <a:lnTo>
                    <a:pt x="14" y="7"/>
                  </a:lnTo>
                  <a:cubicBezTo>
                    <a:pt x="15" y="2"/>
                    <a:pt x="9" y="0"/>
                    <a:pt x="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5"/>
            <p:cNvSpPr/>
            <p:nvPr/>
          </p:nvSpPr>
          <p:spPr>
            <a:xfrm>
              <a:off x="1131845" y="-391175"/>
              <a:ext cx="102240" cy="60480"/>
            </a:xfrm>
            <a:custGeom>
              <a:rect b="b" l="l" r="r" t="t"/>
              <a:pathLst>
                <a:path extrusionOk="0" h="168" w="284">
                  <a:moveTo>
                    <a:pt x="7" y="167"/>
                  </a:moveTo>
                  <a:cubicBezTo>
                    <a:pt x="50" y="151"/>
                    <a:pt x="92" y="132"/>
                    <a:pt x="132" y="109"/>
                  </a:cubicBezTo>
                  <a:cubicBezTo>
                    <a:pt x="160" y="92"/>
                    <a:pt x="188" y="74"/>
                    <a:pt x="214" y="54"/>
                  </a:cubicBezTo>
                  <a:cubicBezTo>
                    <a:pt x="237" y="37"/>
                    <a:pt x="260" y="19"/>
                    <a:pt x="283" y="0"/>
                  </a:cubicBezTo>
                  <a:cubicBezTo>
                    <a:pt x="265" y="11"/>
                    <a:pt x="246" y="20"/>
                    <a:pt x="231" y="30"/>
                  </a:cubicBezTo>
                  <a:cubicBezTo>
                    <a:pt x="183" y="62"/>
                    <a:pt x="134" y="103"/>
                    <a:pt x="78" y="121"/>
                  </a:cubicBezTo>
                  <a:cubicBezTo>
                    <a:pt x="54" y="133"/>
                    <a:pt x="28" y="145"/>
                    <a:pt x="3" y="157"/>
                  </a:cubicBezTo>
                  <a:cubicBezTo>
                    <a:pt x="2" y="158"/>
                    <a:pt x="2" y="158"/>
                    <a:pt x="1" y="159"/>
                  </a:cubicBezTo>
                  <a:cubicBezTo>
                    <a:pt x="0" y="160"/>
                    <a:pt x="0" y="161"/>
                    <a:pt x="0" y="162"/>
                  </a:cubicBezTo>
                  <a:cubicBezTo>
                    <a:pt x="0" y="163"/>
                    <a:pt x="1" y="164"/>
                    <a:pt x="1" y="164"/>
                  </a:cubicBezTo>
                  <a:cubicBezTo>
                    <a:pt x="2" y="165"/>
                    <a:pt x="2" y="165"/>
                    <a:pt x="3" y="166"/>
                  </a:cubicBezTo>
                  <a:cubicBezTo>
                    <a:pt x="4" y="167"/>
                    <a:pt x="5" y="167"/>
                    <a:pt x="6" y="167"/>
                  </a:cubicBezTo>
                  <a:lnTo>
                    <a:pt x="7"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5"/>
            <p:cNvSpPr/>
            <p:nvPr/>
          </p:nvSpPr>
          <p:spPr>
            <a:xfrm>
              <a:off x="670325" y="-336455"/>
              <a:ext cx="121680" cy="12960"/>
            </a:xfrm>
            <a:custGeom>
              <a:rect b="b" l="l" r="r" t="t"/>
              <a:pathLst>
                <a:path extrusionOk="0" h="36" w="338">
                  <a:moveTo>
                    <a:pt x="335" y="13"/>
                  </a:moveTo>
                  <a:cubicBezTo>
                    <a:pt x="283" y="0"/>
                    <a:pt x="229" y="17"/>
                    <a:pt x="177" y="24"/>
                  </a:cubicBezTo>
                  <a:cubicBezTo>
                    <a:pt x="119" y="32"/>
                    <a:pt x="59" y="27"/>
                    <a:pt x="1" y="29"/>
                  </a:cubicBezTo>
                  <a:cubicBezTo>
                    <a:pt x="0" y="29"/>
                    <a:pt x="0" y="33"/>
                    <a:pt x="1" y="33"/>
                  </a:cubicBezTo>
                  <a:cubicBezTo>
                    <a:pt x="24" y="34"/>
                    <a:pt x="47" y="35"/>
                    <a:pt x="70" y="35"/>
                  </a:cubicBezTo>
                  <a:cubicBezTo>
                    <a:pt x="106" y="35"/>
                    <a:pt x="142" y="34"/>
                    <a:pt x="178" y="31"/>
                  </a:cubicBezTo>
                  <a:cubicBezTo>
                    <a:pt x="231" y="27"/>
                    <a:pt x="285" y="31"/>
                    <a:pt x="335" y="18"/>
                  </a:cubicBezTo>
                  <a:lnTo>
                    <a:pt x="336" y="18"/>
                  </a:lnTo>
                  <a:lnTo>
                    <a:pt x="337" y="17"/>
                  </a:lnTo>
                  <a:lnTo>
                    <a:pt x="337" y="16"/>
                  </a:lnTo>
                  <a:cubicBezTo>
                    <a:pt x="337" y="15"/>
                    <a:pt x="337" y="15"/>
                    <a:pt x="337" y="15"/>
                  </a:cubicBezTo>
                  <a:cubicBezTo>
                    <a:pt x="336" y="14"/>
                    <a:pt x="336" y="14"/>
                    <a:pt x="336" y="14"/>
                  </a:cubicBezTo>
                  <a:cubicBezTo>
                    <a:pt x="335" y="13"/>
                    <a:pt x="335" y="13"/>
                    <a:pt x="335"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5"/>
            <p:cNvSpPr/>
            <p:nvPr/>
          </p:nvSpPr>
          <p:spPr>
            <a:xfrm>
              <a:off x="822965" y="-333935"/>
              <a:ext cx="37440" cy="4680"/>
            </a:xfrm>
            <a:custGeom>
              <a:rect b="b" l="l" r="r" t="t"/>
              <a:pathLst>
                <a:path extrusionOk="0" h="13" w="104">
                  <a:moveTo>
                    <a:pt x="52" y="0"/>
                  </a:moveTo>
                  <a:cubicBezTo>
                    <a:pt x="35" y="0"/>
                    <a:pt x="20" y="6"/>
                    <a:pt x="4" y="6"/>
                  </a:cubicBezTo>
                  <a:cubicBezTo>
                    <a:pt x="0" y="6"/>
                    <a:pt x="0" y="12"/>
                    <a:pt x="4" y="12"/>
                  </a:cubicBezTo>
                  <a:cubicBezTo>
                    <a:pt x="16" y="12"/>
                    <a:pt x="27" y="10"/>
                    <a:pt x="39" y="11"/>
                  </a:cubicBezTo>
                  <a:cubicBezTo>
                    <a:pt x="44" y="11"/>
                    <a:pt x="50" y="11"/>
                    <a:pt x="55" y="11"/>
                  </a:cubicBezTo>
                  <a:cubicBezTo>
                    <a:pt x="70" y="11"/>
                    <a:pt x="86" y="10"/>
                    <a:pt x="101" y="7"/>
                  </a:cubicBezTo>
                  <a:lnTo>
                    <a:pt x="102" y="7"/>
                  </a:lnTo>
                  <a:cubicBezTo>
                    <a:pt x="102" y="7"/>
                    <a:pt x="101" y="7"/>
                    <a:pt x="102" y="6"/>
                  </a:cubicBezTo>
                  <a:cubicBezTo>
                    <a:pt x="103" y="5"/>
                    <a:pt x="103" y="6"/>
                    <a:pt x="103" y="5"/>
                  </a:cubicBezTo>
                  <a:lnTo>
                    <a:pt x="102" y="4"/>
                  </a:lnTo>
                  <a:cubicBezTo>
                    <a:pt x="101" y="4"/>
                    <a:pt x="101" y="3"/>
                    <a:pt x="101" y="3"/>
                  </a:cubicBezTo>
                  <a:cubicBezTo>
                    <a:pt x="87" y="1"/>
                    <a:pt x="73" y="0"/>
                    <a:pt x="58" y="0"/>
                  </a:cubicBezTo>
                  <a:cubicBezTo>
                    <a:pt x="56" y="0"/>
                    <a:pt x="54" y="0"/>
                    <a:pt x="5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5"/>
            <p:cNvSpPr/>
            <p:nvPr/>
          </p:nvSpPr>
          <p:spPr>
            <a:xfrm>
              <a:off x="893165" y="-596735"/>
              <a:ext cx="418320" cy="263880"/>
            </a:xfrm>
            <a:custGeom>
              <a:rect b="b" l="l" r="r" t="t"/>
              <a:pathLst>
                <a:path extrusionOk="0" h="733" w="1162">
                  <a:moveTo>
                    <a:pt x="1146" y="12"/>
                  </a:moveTo>
                  <a:cubicBezTo>
                    <a:pt x="1146" y="12"/>
                    <a:pt x="1147" y="12"/>
                    <a:pt x="1146" y="13"/>
                  </a:cubicBezTo>
                  <a:cubicBezTo>
                    <a:pt x="1145" y="14"/>
                    <a:pt x="1144" y="13"/>
                    <a:pt x="1143" y="13"/>
                  </a:cubicBezTo>
                  <a:cubicBezTo>
                    <a:pt x="1142" y="13"/>
                    <a:pt x="1142" y="14"/>
                    <a:pt x="1141" y="13"/>
                  </a:cubicBezTo>
                  <a:cubicBezTo>
                    <a:pt x="1140" y="12"/>
                    <a:pt x="1140" y="12"/>
                    <a:pt x="1139" y="11"/>
                  </a:cubicBezTo>
                  <a:cubicBezTo>
                    <a:pt x="1138" y="10"/>
                    <a:pt x="1139" y="10"/>
                    <a:pt x="1139" y="9"/>
                  </a:cubicBezTo>
                  <a:cubicBezTo>
                    <a:pt x="1139" y="7"/>
                    <a:pt x="1139" y="5"/>
                    <a:pt x="1139" y="3"/>
                  </a:cubicBezTo>
                  <a:cubicBezTo>
                    <a:pt x="1136" y="12"/>
                    <a:pt x="1133" y="20"/>
                    <a:pt x="1129" y="27"/>
                  </a:cubicBezTo>
                  <a:cubicBezTo>
                    <a:pt x="1092" y="89"/>
                    <a:pt x="1079" y="157"/>
                    <a:pt x="1041" y="218"/>
                  </a:cubicBezTo>
                  <a:cubicBezTo>
                    <a:pt x="1002" y="279"/>
                    <a:pt x="945" y="337"/>
                    <a:pt x="896" y="395"/>
                  </a:cubicBezTo>
                  <a:cubicBezTo>
                    <a:pt x="848" y="446"/>
                    <a:pt x="797" y="492"/>
                    <a:pt x="742" y="534"/>
                  </a:cubicBezTo>
                  <a:cubicBezTo>
                    <a:pt x="624" y="633"/>
                    <a:pt x="479" y="652"/>
                    <a:pt x="336" y="684"/>
                  </a:cubicBezTo>
                  <a:cubicBezTo>
                    <a:pt x="227" y="708"/>
                    <a:pt x="106" y="686"/>
                    <a:pt x="1" y="727"/>
                  </a:cubicBezTo>
                  <a:lnTo>
                    <a:pt x="0" y="728"/>
                  </a:lnTo>
                  <a:lnTo>
                    <a:pt x="0" y="729"/>
                  </a:lnTo>
                  <a:cubicBezTo>
                    <a:pt x="0" y="730"/>
                    <a:pt x="0" y="730"/>
                    <a:pt x="0" y="730"/>
                  </a:cubicBezTo>
                  <a:cubicBezTo>
                    <a:pt x="0" y="731"/>
                    <a:pt x="1" y="731"/>
                    <a:pt x="1" y="731"/>
                  </a:cubicBezTo>
                  <a:lnTo>
                    <a:pt x="2" y="732"/>
                  </a:lnTo>
                  <a:cubicBezTo>
                    <a:pt x="2" y="732"/>
                    <a:pt x="3" y="732"/>
                    <a:pt x="3" y="731"/>
                  </a:cubicBezTo>
                  <a:cubicBezTo>
                    <a:pt x="123" y="695"/>
                    <a:pt x="258" y="729"/>
                    <a:pt x="381" y="702"/>
                  </a:cubicBezTo>
                  <a:cubicBezTo>
                    <a:pt x="459" y="685"/>
                    <a:pt x="534" y="674"/>
                    <a:pt x="608" y="643"/>
                  </a:cubicBezTo>
                  <a:cubicBezTo>
                    <a:pt x="637" y="631"/>
                    <a:pt x="665" y="616"/>
                    <a:pt x="693" y="600"/>
                  </a:cubicBezTo>
                  <a:cubicBezTo>
                    <a:pt x="726" y="581"/>
                    <a:pt x="758" y="560"/>
                    <a:pt x="788" y="536"/>
                  </a:cubicBezTo>
                  <a:cubicBezTo>
                    <a:pt x="883" y="462"/>
                    <a:pt x="962" y="363"/>
                    <a:pt x="1030" y="265"/>
                  </a:cubicBezTo>
                  <a:cubicBezTo>
                    <a:pt x="1058" y="224"/>
                    <a:pt x="1095" y="174"/>
                    <a:pt x="1109" y="126"/>
                  </a:cubicBezTo>
                  <a:cubicBezTo>
                    <a:pt x="1120" y="93"/>
                    <a:pt x="1134" y="62"/>
                    <a:pt x="1151" y="32"/>
                  </a:cubicBezTo>
                  <a:cubicBezTo>
                    <a:pt x="1153" y="30"/>
                    <a:pt x="1154" y="27"/>
                    <a:pt x="1156" y="25"/>
                  </a:cubicBezTo>
                  <a:cubicBezTo>
                    <a:pt x="1159" y="17"/>
                    <a:pt x="1161" y="8"/>
                    <a:pt x="1161" y="0"/>
                  </a:cubicBezTo>
                  <a:cubicBezTo>
                    <a:pt x="1157" y="4"/>
                    <a:pt x="1152" y="8"/>
                    <a:pt x="114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5"/>
            <p:cNvSpPr/>
            <p:nvPr/>
          </p:nvSpPr>
          <p:spPr>
            <a:xfrm>
              <a:off x="1303205" y="-625895"/>
              <a:ext cx="99360" cy="30240"/>
            </a:xfrm>
            <a:custGeom>
              <a:rect b="b" l="l" r="r" t="t"/>
              <a:pathLst>
                <a:path extrusionOk="0" h="84" w="276">
                  <a:moveTo>
                    <a:pt x="267" y="23"/>
                  </a:moveTo>
                  <a:cubicBezTo>
                    <a:pt x="264" y="24"/>
                    <a:pt x="261" y="25"/>
                    <a:pt x="258" y="25"/>
                  </a:cubicBezTo>
                  <a:cubicBezTo>
                    <a:pt x="242" y="25"/>
                    <a:pt x="226" y="26"/>
                    <a:pt x="211" y="26"/>
                  </a:cubicBezTo>
                  <a:cubicBezTo>
                    <a:pt x="195" y="26"/>
                    <a:pt x="180" y="25"/>
                    <a:pt x="165" y="25"/>
                  </a:cubicBezTo>
                  <a:cubicBezTo>
                    <a:pt x="138" y="18"/>
                    <a:pt x="112" y="10"/>
                    <a:pt x="86" y="0"/>
                  </a:cubicBezTo>
                  <a:lnTo>
                    <a:pt x="81" y="0"/>
                  </a:lnTo>
                  <a:cubicBezTo>
                    <a:pt x="80" y="2"/>
                    <a:pt x="78" y="4"/>
                    <a:pt x="75" y="5"/>
                  </a:cubicBezTo>
                  <a:lnTo>
                    <a:pt x="74" y="6"/>
                  </a:lnTo>
                  <a:cubicBezTo>
                    <a:pt x="66" y="9"/>
                    <a:pt x="58" y="11"/>
                    <a:pt x="50" y="11"/>
                  </a:cubicBezTo>
                  <a:cubicBezTo>
                    <a:pt x="50" y="14"/>
                    <a:pt x="49" y="17"/>
                    <a:pt x="49" y="19"/>
                  </a:cubicBezTo>
                  <a:cubicBezTo>
                    <a:pt x="47" y="25"/>
                    <a:pt x="40" y="26"/>
                    <a:pt x="40" y="31"/>
                  </a:cubicBezTo>
                  <a:cubicBezTo>
                    <a:pt x="40" y="32"/>
                    <a:pt x="40" y="32"/>
                    <a:pt x="40" y="33"/>
                  </a:cubicBezTo>
                  <a:lnTo>
                    <a:pt x="39" y="34"/>
                  </a:lnTo>
                  <a:cubicBezTo>
                    <a:pt x="38" y="34"/>
                    <a:pt x="38" y="35"/>
                    <a:pt x="37" y="35"/>
                  </a:cubicBezTo>
                  <a:cubicBezTo>
                    <a:pt x="37" y="35"/>
                    <a:pt x="36" y="34"/>
                    <a:pt x="35" y="34"/>
                  </a:cubicBezTo>
                  <a:cubicBezTo>
                    <a:pt x="35" y="34"/>
                    <a:pt x="35" y="33"/>
                    <a:pt x="34" y="33"/>
                  </a:cubicBezTo>
                  <a:lnTo>
                    <a:pt x="34" y="32"/>
                  </a:lnTo>
                  <a:lnTo>
                    <a:pt x="28" y="38"/>
                  </a:lnTo>
                  <a:lnTo>
                    <a:pt x="27" y="39"/>
                  </a:lnTo>
                  <a:cubicBezTo>
                    <a:pt x="26" y="40"/>
                    <a:pt x="26" y="39"/>
                    <a:pt x="25" y="39"/>
                  </a:cubicBezTo>
                  <a:cubicBezTo>
                    <a:pt x="24" y="39"/>
                    <a:pt x="24" y="40"/>
                    <a:pt x="23" y="39"/>
                  </a:cubicBezTo>
                  <a:cubicBezTo>
                    <a:pt x="22" y="38"/>
                    <a:pt x="22" y="38"/>
                    <a:pt x="21" y="37"/>
                  </a:cubicBezTo>
                  <a:cubicBezTo>
                    <a:pt x="21" y="36"/>
                    <a:pt x="21" y="36"/>
                    <a:pt x="21" y="35"/>
                  </a:cubicBezTo>
                  <a:cubicBezTo>
                    <a:pt x="21" y="33"/>
                    <a:pt x="21" y="30"/>
                    <a:pt x="21" y="27"/>
                  </a:cubicBezTo>
                  <a:cubicBezTo>
                    <a:pt x="16" y="31"/>
                    <a:pt x="12" y="36"/>
                    <a:pt x="9" y="42"/>
                  </a:cubicBezTo>
                  <a:cubicBezTo>
                    <a:pt x="3" y="53"/>
                    <a:pt x="0" y="65"/>
                    <a:pt x="0" y="77"/>
                  </a:cubicBezTo>
                  <a:cubicBezTo>
                    <a:pt x="0" y="79"/>
                    <a:pt x="0" y="81"/>
                    <a:pt x="0" y="83"/>
                  </a:cubicBezTo>
                  <a:cubicBezTo>
                    <a:pt x="7" y="60"/>
                    <a:pt x="10" y="40"/>
                    <a:pt x="41" y="37"/>
                  </a:cubicBezTo>
                  <a:cubicBezTo>
                    <a:pt x="46" y="37"/>
                    <a:pt x="46" y="43"/>
                    <a:pt x="41" y="44"/>
                  </a:cubicBezTo>
                  <a:cubicBezTo>
                    <a:pt x="28" y="46"/>
                    <a:pt x="24" y="63"/>
                    <a:pt x="21" y="78"/>
                  </a:cubicBezTo>
                  <a:cubicBezTo>
                    <a:pt x="41" y="56"/>
                    <a:pt x="54" y="30"/>
                    <a:pt x="93" y="29"/>
                  </a:cubicBezTo>
                  <a:cubicBezTo>
                    <a:pt x="97" y="29"/>
                    <a:pt x="101" y="29"/>
                    <a:pt x="105" y="29"/>
                  </a:cubicBezTo>
                  <a:cubicBezTo>
                    <a:pt x="131" y="29"/>
                    <a:pt x="158" y="31"/>
                    <a:pt x="184" y="35"/>
                  </a:cubicBezTo>
                  <a:cubicBezTo>
                    <a:pt x="194" y="38"/>
                    <a:pt x="205" y="39"/>
                    <a:pt x="215" y="39"/>
                  </a:cubicBezTo>
                  <a:cubicBezTo>
                    <a:pt x="236" y="39"/>
                    <a:pt x="257" y="34"/>
                    <a:pt x="275" y="24"/>
                  </a:cubicBezTo>
                  <a:lnTo>
                    <a:pt x="274" y="24"/>
                  </a:lnTo>
                  <a:cubicBezTo>
                    <a:pt x="271" y="24"/>
                    <a:pt x="269" y="24"/>
                    <a:pt x="26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5"/>
            <p:cNvSpPr/>
            <p:nvPr/>
          </p:nvSpPr>
          <p:spPr>
            <a:xfrm>
              <a:off x="1302845" y="-612935"/>
              <a:ext cx="16920" cy="21240"/>
            </a:xfrm>
            <a:custGeom>
              <a:rect b="b" l="l" r="r" t="t"/>
              <a:pathLst>
                <a:path extrusionOk="0" h="59" w="47">
                  <a:moveTo>
                    <a:pt x="41" y="8"/>
                  </a:moveTo>
                  <a:cubicBezTo>
                    <a:pt x="46" y="8"/>
                    <a:pt x="45" y="0"/>
                    <a:pt x="41" y="1"/>
                  </a:cubicBezTo>
                  <a:cubicBezTo>
                    <a:pt x="10" y="4"/>
                    <a:pt x="7" y="24"/>
                    <a:pt x="0" y="48"/>
                  </a:cubicBezTo>
                  <a:cubicBezTo>
                    <a:pt x="0" y="50"/>
                    <a:pt x="0" y="52"/>
                    <a:pt x="0" y="54"/>
                  </a:cubicBezTo>
                  <a:lnTo>
                    <a:pt x="1" y="55"/>
                  </a:lnTo>
                  <a:cubicBezTo>
                    <a:pt x="2" y="56"/>
                    <a:pt x="2" y="57"/>
                    <a:pt x="2" y="57"/>
                  </a:cubicBezTo>
                  <a:cubicBezTo>
                    <a:pt x="3" y="57"/>
                    <a:pt x="4" y="58"/>
                    <a:pt x="5" y="58"/>
                  </a:cubicBezTo>
                  <a:cubicBezTo>
                    <a:pt x="6" y="58"/>
                    <a:pt x="6" y="57"/>
                    <a:pt x="7" y="57"/>
                  </a:cubicBezTo>
                  <a:cubicBezTo>
                    <a:pt x="7" y="57"/>
                    <a:pt x="8" y="57"/>
                    <a:pt x="8" y="56"/>
                  </a:cubicBezTo>
                  <a:cubicBezTo>
                    <a:pt x="13" y="52"/>
                    <a:pt x="18" y="48"/>
                    <a:pt x="22" y="43"/>
                  </a:cubicBezTo>
                  <a:cubicBezTo>
                    <a:pt x="25" y="27"/>
                    <a:pt x="28" y="11"/>
                    <a:pt x="4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5"/>
            <p:cNvSpPr/>
            <p:nvPr/>
          </p:nvSpPr>
          <p:spPr>
            <a:xfrm>
              <a:off x="1315085" y="-621575"/>
              <a:ext cx="6480" cy="8640"/>
            </a:xfrm>
            <a:custGeom>
              <a:rect b="b" l="l" r="r" t="t"/>
              <a:pathLst>
                <a:path extrusionOk="0" h="24" w="18">
                  <a:moveTo>
                    <a:pt x="9" y="10"/>
                  </a:moveTo>
                  <a:cubicBezTo>
                    <a:pt x="7" y="14"/>
                    <a:pt x="4" y="18"/>
                    <a:pt x="0" y="21"/>
                  </a:cubicBezTo>
                  <a:cubicBezTo>
                    <a:pt x="1" y="22"/>
                    <a:pt x="1" y="21"/>
                    <a:pt x="2" y="22"/>
                  </a:cubicBezTo>
                  <a:cubicBezTo>
                    <a:pt x="3" y="23"/>
                    <a:pt x="3" y="23"/>
                    <a:pt x="3" y="23"/>
                  </a:cubicBezTo>
                  <a:cubicBezTo>
                    <a:pt x="4" y="23"/>
                    <a:pt x="4" y="23"/>
                    <a:pt x="5" y="22"/>
                  </a:cubicBezTo>
                  <a:cubicBezTo>
                    <a:pt x="6" y="21"/>
                    <a:pt x="5" y="22"/>
                    <a:pt x="6" y="21"/>
                  </a:cubicBezTo>
                  <a:cubicBezTo>
                    <a:pt x="7" y="20"/>
                    <a:pt x="7" y="20"/>
                    <a:pt x="7" y="20"/>
                  </a:cubicBezTo>
                  <a:cubicBezTo>
                    <a:pt x="7" y="15"/>
                    <a:pt x="13" y="13"/>
                    <a:pt x="15" y="8"/>
                  </a:cubicBezTo>
                  <a:cubicBezTo>
                    <a:pt x="16" y="5"/>
                    <a:pt x="16" y="2"/>
                    <a:pt x="17" y="0"/>
                  </a:cubicBezTo>
                  <a:lnTo>
                    <a:pt x="15" y="0"/>
                  </a:lnTo>
                  <a:cubicBezTo>
                    <a:pt x="14" y="0"/>
                    <a:pt x="10" y="9"/>
                    <a:pt x="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5"/>
            <p:cNvSpPr/>
            <p:nvPr/>
          </p:nvSpPr>
          <p:spPr>
            <a:xfrm>
              <a:off x="1306445" y="-639575"/>
              <a:ext cx="5760" cy="3960"/>
            </a:xfrm>
            <a:custGeom>
              <a:rect b="b" l="l" r="r" t="t"/>
              <a:pathLst>
                <a:path extrusionOk="0" h="11" w="16">
                  <a:moveTo>
                    <a:pt x="11" y="10"/>
                  </a:moveTo>
                  <a:cubicBezTo>
                    <a:pt x="12" y="10"/>
                    <a:pt x="13" y="10"/>
                    <a:pt x="13" y="10"/>
                  </a:cubicBezTo>
                  <a:cubicBezTo>
                    <a:pt x="14" y="9"/>
                    <a:pt x="14" y="9"/>
                    <a:pt x="15" y="8"/>
                  </a:cubicBezTo>
                  <a:cubicBezTo>
                    <a:pt x="15" y="8"/>
                    <a:pt x="15" y="7"/>
                    <a:pt x="15" y="6"/>
                  </a:cubicBezTo>
                  <a:lnTo>
                    <a:pt x="15" y="5"/>
                  </a:lnTo>
                  <a:cubicBezTo>
                    <a:pt x="14" y="4"/>
                    <a:pt x="14" y="4"/>
                    <a:pt x="13" y="3"/>
                  </a:cubicBezTo>
                  <a:cubicBezTo>
                    <a:pt x="13" y="3"/>
                    <a:pt x="12" y="3"/>
                    <a:pt x="11" y="3"/>
                  </a:cubicBezTo>
                  <a:cubicBezTo>
                    <a:pt x="8" y="3"/>
                    <a:pt x="7" y="0"/>
                    <a:pt x="4" y="0"/>
                  </a:cubicBezTo>
                  <a:cubicBezTo>
                    <a:pt x="0" y="0"/>
                    <a:pt x="4" y="0"/>
                    <a:pt x="3" y="0"/>
                  </a:cubicBezTo>
                  <a:lnTo>
                    <a:pt x="3" y="3"/>
                  </a:lnTo>
                  <a:cubicBezTo>
                    <a:pt x="2" y="8"/>
                    <a:pt x="7" y="10"/>
                    <a:pt x="1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5"/>
            <p:cNvSpPr/>
            <p:nvPr/>
          </p:nvSpPr>
          <p:spPr>
            <a:xfrm>
              <a:off x="1405445" y="-643175"/>
              <a:ext cx="9000" cy="4320"/>
            </a:xfrm>
            <a:custGeom>
              <a:rect b="b" l="l" r="r" t="t"/>
              <a:pathLst>
                <a:path extrusionOk="0" h="12" w="25">
                  <a:moveTo>
                    <a:pt x="13" y="5"/>
                  </a:moveTo>
                  <a:cubicBezTo>
                    <a:pt x="16" y="7"/>
                    <a:pt x="19" y="9"/>
                    <a:pt x="21" y="11"/>
                  </a:cubicBezTo>
                  <a:lnTo>
                    <a:pt x="24" y="3"/>
                  </a:lnTo>
                  <a:cubicBezTo>
                    <a:pt x="16" y="2"/>
                    <a:pt x="8" y="1"/>
                    <a:pt x="0" y="0"/>
                  </a:cubicBezTo>
                  <a:cubicBezTo>
                    <a:pt x="5" y="1"/>
                    <a:pt x="9" y="3"/>
                    <a:pt x="1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5"/>
            <p:cNvSpPr/>
            <p:nvPr/>
          </p:nvSpPr>
          <p:spPr>
            <a:xfrm>
              <a:off x="1321925" y="-696455"/>
              <a:ext cx="56520" cy="61560"/>
            </a:xfrm>
            <a:custGeom>
              <a:rect b="b" l="l" r="r" t="t"/>
              <a:pathLst>
                <a:path extrusionOk="0" h="171" w="157">
                  <a:moveTo>
                    <a:pt x="21" y="139"/>
                  </a:moveTo>
                  <a:cubicBezTo>
                    <a:pt x="22" y="148"/>
                    <a:pt x="17" y="156"/>
                    <a:pt x="23" y="163"/>
                  </a:cubicBezTo>
                  <a:cubicBezTo>
                    <a:pt x="30" y="161"/>
                    <a:pt x="37" y="160"/>
                    <a:pt x="44" y="160"/>
                  </a:cubicBezTo>
                  <a:cubicBezTo>
                    <a:pt x="51" y="160"/>
                    <a:pt x="58" y="161"/>
                    <a:pt x="65" y="163"/>
                  </a:cubicBezTo>
                  <a:cubicBezTo>
                    <a:pt x="81" y="166"/>
                    <a:pt x="96" y="169"/>
                    <a:pt x="112" y="170"/>
                  </a:cubicBezTo>
                  <a:cubicBezTo>
                    <a:pt x="116" y="167"/>
                    <a:pt x="120" y="163"/>
                    <a:pt x="124" y="161"/>
                  </a:cubicBezTo>
                  <a:cubicBezTo>
                    <a:pt x="134" y="155"/>
                    <a:pt x="145" y="152"/>
                    <a:pt x="156" y="152"/>
                  </a:cubicBezTo>
                  <a:lnTo>
                    <a:pt x="143" y="152"/>
                  </a:lnTo>
                  <a:cubicBezTo>
                    <a:pt x="115" y="152"/>
                    <a:pt x="4" y="169"/>
                    <a:pt x="30" y="109"/>
                  </a:cubicBezTo>
                  <a:cubicBezTo>
                    <a:pt x="42" y="79"/>
                    <a:pt x="48" y="46"/>
                    <a:pt x="48" y="13"/>
                  </a:cubicBezTo>
                  <a:cubicBezTo>
                    <a:pt x="48" y="9"/>
                    <a:pt x="48" y="6"/>
                    <a:pt x="48" y="2"/>
                  </a:cubicBezTo>
                  <a:cubicBezTo>
                    <a:pt x="47" y="3"/>
                    <a:pt x="47" y="4"/>
                    <a:pt x="46" y="4"/>
                  </a:cubicBezTo>
                  <a:cubicBezTo>
                    <a:pt x="44" y="5"/>
                    <a:pt x="42" y="5"/>
                    <a:pt x="41" y="5"/>
                  </a:cubicBezTo>
                  <a:cubicBezTo>
                    <a:pt x="39" y="5"/>
                    <a:pt x="38" y="5"/>
                    <a:pt x="37" y="4"/>
                  </a:cubicBezTo>
                  <a:cubicBezTo>
                    <a:pt x="36" y="3"/>
                    <a:pt x="35" y="2"/>
                    <a:pt x="34" y="1"/>
                  </a:cubicBezTo>
                  <a:cubicBezTo>
                    <a:pt x="34" y="0"/>
                    <a:pt x="34" y="0"/>
                    <a:pt x="34" y="0"/>
                  </a:cubicBezTo>
                  <a:cubicBezTo>
                    <a:pt x="30" y="25"/>
                    <a:pt x="24" y="50"/>
                    <a:pt x="20" y="71"/>
                  </a:cubicBezTo>
                  <a:cubicBezTo>
                    <a:pt x="17" y="83"/>
                    <a:pt x="5" y="104"/>
                    <a:pt x="0" y="123"/>
                  </a:cubicBezTo>
                  <a:cubicBezTo>
                    <a:pt x="1" y="123"/>
                    <a:pt x="1" y="123"/>
                    <a:pt x="2" y="123"/>
                  </a:cubicBezTo>
                  <a:cubicBezTo>
                    <a:pt x="5" y="123"/>
                    <a:pt x="9" y="124"/>
                    <a:pt x="12" y="126"/>
                  </a:cubicBezTo>
                  <a:cubicBezTo>
                    <a:pt x="15" y="128"/>
                    <a:pt x="17" y="130"/>
                    <a:pt x="19" y="133"/>
                  </a:cubicBezTo>
                  <a:cubicBezTo>
                    <a:pt x="20" y="135"/>
                    <a:pt x="21" y="137"/>
                    <a:pt x="21" y="1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5"/>
            <p:cNvSpPr/>
            <p:nvPr/>
          </p:nvSpPr>
          <p:spPr>
            <a:xfrm>
              <a:off x="1413005" y="-642095"/>
              <a:ext cx="4320" cy="4680"/>
            </a:xfrm>
            <a:custGeom>
              <a:rect b="b" l="l" r="r" t="t"/>
              <a:pathLst>
                <a:path extrusionOk="0" h="13" w="12">
                  <a:moveTo>
                    <a:pt x="4" y="12"/>
                  </a:moveTo>
                  <a:lnTo>
                    <a:pt x="6" y="12"/>
                  </a:lnTo>
                  <a:cubicBezTo>
                    <a:pt x="7" y="12"/>
                    <a:pt x="6" y="12"/>
                    <a:pt x="7" y="11"/>
                  </a:cubicBezTo>
                  <a:cubicBezTo>
                    <a:pt x="8" y="10"/>
                    <a:pt x="9" y="10"/>
                    <a:pt x="10" y="9"/>
                  </a:cubicBezTo>
                  <a:cubicBezTo>
                    <a:pt x="11" y="8"/>
                    <a:pt x="10" y="7"/>
                    <a:pt x="10" y="6"/>
                  </a:cubicBezTo>
                  <a:cubicBezTo>
                    <a:pt x="10" y="5"/>
                    <a:pt x="11" y="4"/>
                    <a:pt x="10" y="3"/>
                  </a:cubicBezTo>
                  <a:cubicBezTo>
                    <a:pt x="9" y="2"/>
                    <a:pt x="8" y="2"/>
                    <a:pt x="7" y="1"/>
                  </a:cubicBezTo>
                  <a:lnTo>
                    <a:pt x="6" y="0"/>
                  </a:lnTo>
                  <a:lnTo>
                    <a:pt x="2" y="0"/>
                  </a:lnTo>
                  <a:lnTo>
                    <a:pt x="0" y="9"/>
                  </a:lnTo>
                  <a:cubicBezTo>
                    <a:pt x="1" y="10"/>
                    <a:pt x="3" y="11"/>
                    <a:pt x="4"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5"/>
            <p:cNvSpPr/>
            <p:nvPr/>
          </p:nvSpPr>
          <p:spPr>
            <a:xfrm>
              <a:off x="1081805" y="-1188935"/>
              <a:ext cx="7200" cy="2880"/>
            </a:xfrm>
            <a:custGeom>
              <a:rect b="b" l="l" r="r" t="t"/>
              <a:pathLst>
                <a:path extrusionOk="0" h="8" w="20">
                  <a:moveTo>
                    <a:pt x="0" y="0"/>
                  </a:moveTo>
                  <a:cubicBezTo>
                    <a:pt x="6" y="3"/>
                    <a:pt x="13" y="5"/>
                    <a:pt x="19" y="7"/>
                  </a:cubicBezTo>
                  <a:cubicBezTo>
                    <a:pt x="13" y="5"/>
                    <a:pt x="6"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5"/>
            <p:cNvSpPr/>
            <p:nvPr/>
          </p:nvSpPr>
          <p:spPr>
            <a:xfrm>
              <a:off x="1089365" y="-1182095"/>
              <a:ext cx="256320" cy="486360"/>
            </a:xfrm>
            <a:custGeom>
              <a:rect b="b" l="l" r="r" t="t"/>
              <a:pathLst>
                <a:path extrusionOk="0" h="1351" w="712">
                  <a:moveTo>
                    <a:pt x="689" y="1280"/>
                  </a:moveTo>
                  <a:cubicBezTo>
                    <a:pt x="692" y="1302"/>
                    <a:pt x="693" y="1326"/>
                    <a:pt x="693" y="1350"/>
                  </a:cubicBezTo>
                  <a:cubicBezTo>
                    <a:pt x="694" y="1350"/>
                    <a:pt x="695" y="1350"/>
                    <a:pt x="695" y="1349"/>
                  </a:cubicBezTo>
                  <a:cubicBezTo>
                    <a:pt x="696" y="1347"/>
                    <a:pt x="696" y="1346"/>
                    <a:pt x="696" y="1345"/>
                  </a:cubicBezTo>
                  <a:cubicBezTo>
                    <a:pt x="700" y="1310"/>
                    <a:pt x="711" y="1275"/>
                    <a:pt x="711" y="1241"/>
                  </a:cubicBezTo>
                  <a:cubicBezTo>
                    <a:pt x="711" y="1190"/>
                    <a:pt x="711" y="1140"/>
                    <a:pt x="711" y="1089"/>
                  </a:cubicBezTo>
                  <a:cubicBezTo>
                    <a:pt x="711" y="1008"/>
                    <a:pt x="698" y="928"/>
                    <a:pt x="676" y="850"/>
                  </a:cubicBezTo>
                  <a:cubicBezTo>
                    <a:pt x="663" y="806"/>
                    <a:pt x="643" y="765"/>
                    <a:pt x="630" y="722"/>
                  </a:cubicBezTo>
                  <a:cubicBezTo>
                    <a:pt x="616" y="674"/>
                    <a:pt x="611" y="621"/>
                    <a:pt x="591" y="575"/>
                  </a:cubicBezTo>
                  <a:cubicBezTo>
                    <a:pt x="569" y="528"/>
                    <a:pt x="545" y="482"/>
                    <a:pt x="519" y="437"/>
                  </a:cubicBezTo>
                  <a:cubicBezTo>
                    <a:pt x="512" y="425"/>
                    <a:pt x="505" y="412"/>
                    <a:pt x="498" y="400"/>
                  </a:cubicBezTo>
                  <a:cubicBezTo>
                    <a:pt x="466" y="343"/>
                    <a:pt x="414" y="293"/>
                    <a:pt x="367" y="249"/>
                  </a:cubicBezTo>
                  <a:cubicBezTo>
                    <a:pt x="342" y="226"/>
                    <a:pt x="315" y="190"/>
                    <a:pt x="289" y="171"/>
                  </a:cubicBezTo>
                  <a:cubicBezTo>
                    <a:pt x="254" y="147"/>
                    <a:pt x="234" y="107"/>
                    <a:pt x="197" y="84"/>
                  </a:cubicBezTo>
                  <a:cubicBezTo>
                    <a:pt x="187" y="78"/>
                    <a:pt x="176" y="72"/>
                    <a:pt x="165" y="65"/>
                  </a:cubicBezTo>
                  <a:cubicBezTo>
                    <a:pt x="122" y="40"/>
                    <a:pt x="77" y="18"/>
                    <a:pt x="31" y="0"/>
                  </a:cubicBezTo>
                  <a:lnTo>
                    <a:pt x="31" y="1"/>
                  </a:lnTo>
                  <a:cubicBezTo>
                    <a:pt x="31" y="2"/>
                    <a:pt x="31" y="2"/>
                    <a:pt x="31" y="2"/>
                  </a:cubicBezTo>
                  <a:lnTo>
                    <a:pt x="31" y="6"/>
                  </a:lnTo>
                  <a:cubicBezTo>
                    <a:pt x="33" y="18"/>
                    <a:pt x="11" y="22"/>
                    <a:pt x="9" y="10"/>
                  </a:cubicBezTo>
                  <a:cubicBezTo>
                    <a:pt x="9" y="13"/>
                    <a:pt x="6" y="14"/>
                    <a:pt x="0" y="14"/>
                  </a:cubicBezTo>
                  <a:lnTo>
                    <a:pt x="24" y="25"/>
                  </a:lnTo>
                  <a:cubicBezTo>
                    <a:pt x="89" y="51"/>
                    <a:pt x="177" y="80"/>
                    <a:pt x="224" y="134"/>
                  </a:cubicBezTo>
                  <a:cubicBezTo>
                    <a:pt x="312" y="235"/>
                    <a:pt x="432" y="320"/>
                    <a:pt x="495" y="440"/>
                  </a:cubicBezTo>
                  <a:cubicBezTo>
                    <a:pt x="512" y="474"/>
                    <a:pt x="534" y="503"/>
                    <a:pt x="550" y="537"/>
                  </a:cubicBezTo>
                  <a:cubicBezTo>
                    <a:pt x="568" y="577"/>
                    <a:pt x="583" y="619"/>
                    <a:pt x="593" y="662"/>
                  </a:cubicBezTo>
                  <a:cubicBezTo>
                    <a:pt x="615" y="748"/>
                    <a:pt x="649" y="829"/>
                    <a:pt x="666" y="916"/>
                  </a:cubicBezTo>
                  <a:cubicBezTo>
                    <a:pt x="673" y="950"/>
                    <a:pt x="691" y="995"/>
                    <a:pt x="690" y="1029"/>
                  </a:cubicBezTo>
                  <a:cubicBezTo>
                    <a:pt x="688" y="1069"/>
                    <a:pt x="688" y="1107"/>
                    <a:pt x="688" y="1147"/>
                  </a:cubicBezTo>
                  <a:cubicBezTo>
                    <a:pt x="688" y="1186"/>
                    <a:pt x="695" y="1239"/>
                    <a:pt x="679" y="1279"/>
                  </a:cubicBezTo>
                  <a:cubicBezTo>
                    <a:pt x="677" y="1290"/>
                    <a:pt x="675" y="1301"/>
                    <a:pt x="675" y="1312"/>
                  </a:cubicBezTo>
                  <a:cubicBezTo>
                    <a:pt x="675" y="1323"/>
                    <a:pt x="677" y="1334"/>
                    <a:pt x="679" y="1345"/>
                  </a:cubicBezTo>
                  <a:cubicBezTo>
                    <a:pt x="679" y="1346"/>
                    <a:pt x="679" y="1346"/>
                    <a:pt x="679" y="1347"/>
                  </a:cubicBezTo>
                  <a:lnTo>
                    <a:pt x="679" y="1348"/>
                  </a:lnTo>
                  <a:cubicBezTo>
                    <a:pt x="683" y="1326"/>
                    <a:pt x="685" y="1304"/>
                    <a:pt x="685" y="1281"/>
                  </a:cubicBezTo>
                  <a:cubicBezTo>
                    <a:pt x="685" y="1278"/>
                    <a:pt x="689" y="1278"/>
                    <a:pt x="689" y="12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5"/>
            <p:cNvSpPr/>
            <p:nvPr/>
          </p:nvSpPr>
          <p:spPr>
            <a:xfrm>
              <a:off x="1040045" y="-1196855"/>
              <a:ext cx="18720" cy="6840"/>
            </a:xfrm>
            <a:custGeom>
              <a:rect b="b" l="l" r="r" t="t"/>
              <a:pathLst>
                <a:path extrusionOk="0" h="19" w="52">
                  <a:moveTo>
                    <a:pt x="0" y="0"/>
                  </a:moveTo>
                  <a:cubicBezTo>
                    <a:pt x="17" y="5"/>
                    <a:pt x="34" y="12"/>
                    <a:pt x="51" y="18"/>
                  </a:cubicBezTo>
                  <a:cubicBezTo>
                    <a:pt x="41" y="14"/>
                    <a:pt x="31" y="10"/>
                    <a:pt x="22" y="6"/>
                  </a:cubicBezTo>
                  <a:cubicBezTo>
                    <a:pt x="13" y="2"/>
                    <a:pt x="7"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5"/>
            <p:cNvSpPr/>
            <p:nvPr/>
          </p:nvSpPr>
          <p:spPr>
            <a:xfrm>
              <a:off x="1333805" y="-722015"/>
              <a:ext cx="5400" cy="27360"/>
            </a:xfrm>
            <a:custGeom>
              <a:rect b="b" l="l" r="r" t="t"/>
              <a:pathLst>
                <a:path extrusionOk="0" h="76" w="15">
                  <a:moveTo>
                    <a:pt x="14" y="71"/>
                  </a:moveTo>
                  <a:cubicBezTo>
                    <a:pt x="14" y="47"/>
                    <a:pt x="12" y="23"/>
                    <a:pt x="10" y="1"/>
                  </a:cubicBezTo>
                  <a:cubicBezTo>
                    <a:pt x="10" y="0"/>
                    <a:pt x="6" y="0"/>
                    <a:pt x="6" y="1"/>
                  </a:cubicBezTo>
                  <a:cubicBezTo>
                    <a:pt x="6" y="24"/>
                    <a:pt x="4" y="47"/>
                    <a:pt x="0" y="69"/>
                  </a:cubicBezTo>
                  <a:lnTo>
                    <a:pt x="0" y="70"/>
                  </a:lnTo>
                  <a:cubicBezTo>
                    <a:pt x="1" y="71"/>
                    <a:pt x="2" y="72"/>
                    <a:pt x="4" y="73"/>
                  </a:cubicBezTo>
                  <a:cubicBezTo>
                    <a:pt x="6" y="75"/>
                    <a:pt x="6" y="74"/>
                    <a:pt x="8" y="74"/>
                  </a:cubicBezTo>
                  <a:cubicBezTo>
                    <a:pt x="9" y="74"/>
                    <a:pt x="11" y="74"/>
                    <a:pt x="12" y="73"/>
                  </a:cubicBezTo>
                  <a:cubicBezTo>
                    <a:pt x="13" y="73"/>
                    <a:pt x="13" y="72"/>
                    <a:pt x="14"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5"/>
            <p:cNvSpPr/>
            <p:nvPr/>
          </p:nvSpPr>
          <p:spPr>
            <a:xfrm>
              <a:off x="1382045" y="-950975"/>
              <a:ext cx="8280" cy="24840"/>
            </a:xfrm>
            <a:custGeom>
              <a:rect b="b" l="l" r="r" t="t"/>
              <a:pathLst>
                <a:path extrusionOk="0" h="69" w="23">
                  <a:moveTo>
                    <a:pt x="6" y="0"/>
                  </a:moveTo>
                  <a:cubicBezTo>
                    <a:pt x="5" y="0"/>
                    <a:pt x="4" y="0"/>
                    <a:pt x="3" y="0"/>
                  </a:cubicBezTo>
                  <a:cubicBezTo>
                    <a:pt x="2" y="0"/>
                    <a:pt x="1" y="0"/>
                    <a:pt x="0" y="0"/>
                  </a:cubicBezTo>
                  <a:cubicBezTo>
                    <a:pt x="6" y="22"/>
                    <a:pt x="14" y="45"/>
                    <a:pt x="22" y="68"/>
                  </a:cubicBezTo>
                  <a:cubicBezTo>
                    <a:pt x="16" y="45"/>
                    <a:pt x="10" y="22"/>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5"/>
            <p:cNvSpPr/>
            <p:nvPr/>
          </p:nvSpPr>
          <p:spPr>
            <a:xfrm>
              <a:off x="1274765" y="-1126295"/>
              <a:ext cx="63000" cy="70560"/>
            </a:xfrm>
            <a:custGeom>
              <a:rect b="b" l="l" r="r" t="t"/>
              <a:pathLst>
                <a:path extrusionOk="0" h="196" w="175">
                  <a:moveTo>
                    <a:pt x="174" y="195"/>
                  </a:moveTo>
                  <a:cubicBezTo>
                    <a:pt x="158" y="171"/>
                    <a:pt x="142" y="147"/>
                    <a:pt x="125" y="124"/>
                  </a:cubicBezTo>
                  <a:cubicBezTo>
                    <a:pt x="106" y="101"/>
                    <a:pt x="85" y="80"/>
                    <a:pt x="61" y="61"/>
                  </a:cubicBezTo>
                  <a:cubicBezTo>
                    <a:pt x="42" y="46"/>
                    <a:pt x="27" y="22"/>
                    <a:pt x="7" y="6"/>
                  </a:cubicBezTo>
                  <a:lnTo>
                    <a:pt x="0" y="0"/>
                  </a:lnTo>
                  <a:cubicBezTo>
                    <a:pt x="44" y="43"/>
                    <a:pt x="80" y="94"/>
                    <a:pt x="123" y="138"/>
                  </a:cubicBezTo>
                  <a:cubicBezTo>
                    <a:pt x="139" y="157"/>
                    <a:pt x="157" y="176"/>
                    <a:pt x="174"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5"/>
            <p:cNvSpPr/>
            <p:nvPr/>
          </p:nvSpPr>
          <p:spPr>
            <a:xfrm>
              <a:off x="1110965" y="-1238615"/>
              <a:ext cx="153360" cy="102600"/>
            </a:xfrm>
            <a:custGeom>
              <a:rect b="b" l="l" r="r" t="t"/>
              <a:pathLst>
                <a:path extrusionOk="0" h="285" w="426">
                  <a:moveTo>
                    <a:pt x="51" y="21"/>
                  </a:moveTo>
                  <a:lnTo>
                    <a:pt x="51" y="24"/>
                  </a:lnTo>
                  <a:cubicBezTo>
                    <a:pt x="51" y="25"/>
                    <a:pt x="51" y="26"/>
                    <a:pt x="51" y="26"/>
                  </a:cubicBezTo>
                  <a:cubicBezTo>
                    <a:pt x="51" y="28"/>
                    <a:pt x="51" y="31"/>
                    <a:pt x="50" y="33"/>
                  </a:cubicBezTo>
                  <a:cubicBezTo>
                    <a:pt x="49" y="35"/>
                    <a:pt x="47" y="36"/>
                    <a:pt x="45" y="37"/>
                  </a:cubicBezTo>
                  <a:cubicBezTo>
                    <a:pt x="43" y="38"/>
                    <a:pt x="41" y="39"/>
                    <a:pt x="39" y="39"/>
                  </a:cubicBezTo>
                  <a:cubicBezTo>
                    <a:pt x="80" y="52"/>
                    <a:pt x="119" y="69"/>
                    <a:pt x="156" y="91"/>
                  </a:cubicBezTo>
                  <a:cubicBezTo>
                    <a:pt x="171" y="99"/>
                    <a:pt x="185" y="108"/>
                    <a:pt x="199" y="117"/>
                  </a:cubicBezTo>
                  <a:cubicBezTo>
                    <a:pt x="234" y="140"/>
                    <a:pt x="268" y="166"/>
                    <a:pt x="299" y="193"/>
                  </a:cubicBezTo>
                  <a:lnTo>
                    <a:pt x="332" y="226"/>
                  </a:lnTo>
                  <a:cubicBezTo>
                    <a:pt x="328" y="221"/>
                    <a:pt x="324" y="216"/>
                    <a:pt x="321" y="211"/>
                  </a:cubicBezTo>
                  <a:cubicBezTo>
                    <a:pt x="315" y="200"/>
                    <a:pt x="311" y="189"/>
                    <a:pt x="309" y="178"/>
                  </a:cubicBezTo>
                  <a:cubicBezTo>
                    <a:pt x="309" y="174"/>
                    <a:pt x="313" y="173"/>
                    <a:pt x="316" y="175"/>
                  </a:cubicBezTo>
                  <a:cubicBezTo>
                    <a:pt x="355" y="203"/>
                    <a:pt x="388" y="249"/>
                    <a:pt x="425" y="284"/>
                  </a:cubicBezTo>
                  <a:cubicBezTo>
                    <a:pt x="379" y="237"/>
                    <a:pt x="338" y="182"/>
                    <a:pt x="285" y="146"/>
                  </a:cubicBezTo>
                  <a:cubicBezTo>
                    <a:pt x="205" y="91"/>
                    <a:pt x="103" y="18"/>
                    <a:pt x="0" y="0"/>
                  </a:cubicBezTo>
                  <a:cubicBezTo>
                    <a:pt x="14" y="4"/>
                    <a:pt x="28" y="8"/>
                    <a:pt x="42" y="13"/>
                  </a:cubicBezTo>
                  <a:cubicBezTo>
                    <a:pt x="44" y="13"/>
                    <a:pt x="45" y="13"/>
                    <a:pt x="46" y="14"/>
                  </a:cubicBezTo>
                  <a:cubicBezTo>
                    <a:pt x="48" y="15"/>
                    <a:pt x="49" y="17"/>
                    <a:pt x="50" y="18"/>
                  </a:cubicBezTo>
                  <a:cubicBezTo>
                    <a:pt x="51" y="19"/>
                    <a:pt x="51" y="20"/>
                    <a:pt x="5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5"/>
            <p:cNvSpPr/>
            <p:nvPr/>
          </p:nvSpPr>
          <p:spPr>
            <a:xfrm>
              <a:off x="1410485" y="-866375"/>
              <a:ext cx="5400" cy="28440"/>
            </a:xfrm>
            <a:custGeom>
              <a:rect b="b" l="l" r="r" t="t"/>
              <a:pathLst>
                <a:path extrusionOk="0" h="79" w="15">
                  <a:moveTo>
                    <a:pt x="0" y="0"/>
                  </a:moveTo>
                  <a:cubicBezTo>
                    <a:pt x="4" y="24"/>
                    <a:pt x="9" y="52"/>
                    <a:pt x="14" y="78"/>
                  </a:cubicBezTo>
                  <a:cubicBezTo>
                    <a:pt x="14" y="70"/>
                    <a:pt x="13" y="62"/>
                    <a:pt x="12" y="54"/>
                  </a:cubicBezTo>
                  <a:cubicBezTo>
                    <a:pt x="10" y="36"/>
                    <a:pt x="6" y="1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5"/>
            <p:cNvSpPr/>
            <p:nvPr/>
          </p:nvSpPr>
          <p:spPr>
            <a:xfrm>
              <a:off x="1103405" y="-1232495"/>
              <a:ext cx="19800" cy="7560"/>
            </a:xfrm>
            <a:custGeom>
              <a:rect b="b" l="l" r="r" t="t"/>
              <a:pathLst>
                <a:path extrusionOk="0" h="21" w="55">
                  <a:moveTo>
                    <a:pt x="51" y="14"/>
                  </a:moveTo>
                  <a:cubicBezTo>
                    <a:pt x="35" y="6"/>
                    <a:pt x="17" y="2"/>
                    <a:pt x="0" y="0"/>
                  </a:cubicBezTo>
                  <a:lnTo>
                    <a:pt x="54" y="20"/>
                  </a:lnTo>
                  <a:cubicBezTo>
                    <a:pt x="53" y="19"/>
                    <a:pt x="53" y="18"/>
                    <a:pt x="52" y="17"/>
                  </a:cubicBezTo>
                  <a:cubicBezTo>
                    <a:pt x="51" y="16"/>
                    <a:pt x="51" y="15"/>
                    <a:pt x="5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5"/>
            <p:cNvSpPr/>
            <p:nvPr/>
          </p:nvSpPr>
          <p:spPr>
            <a:xfrm>
              <a:off x="1354325" y="-1010375"/>
              <a:ext cx="10800" cy="21240"/>
            </a:xfrm>
            <a:custGeom>
              <a:rect b="b" l="l" r="r" t="t"/>
              <a:pathLst>
                <a:path extrusionOk="0" h="59" w="30">
                  <a:moveTo>
                    <a:pt x="29" y="58"/>
                  </a:moveTo>
                  <a:cubicBezTo>
                    <a:pt x="22" y="41"/>
                    <a:pt x="14" y="25"/>
                    <a:pt x="5" y="9"/>
                  </a:cubicBezTo>
                  <a:cubicBezTo>
                    <a:pt x="4" y="7"/>
                    <a:pt x="3" y="6"/>
                    <a:pt x="2" y="4"/>
                  </a:cubicBezTo>
                  <a:lnTo>
                    <a:pt x="0" y="0"/>
                  </a:lnTo>
                  <a:cubicBezTo>
                    <a:pt x="4" y="9"/>
                    <a:pt x="9" y="18"/>
                    <a:pt x="13" y="27"/>
                  </a:cubicBezTo>
                  <a:cubicBezTo>
                    <a:pt x="17" y="36"/>
                    <a:pt x="24" y="48"/>
                    <a:pt x="29"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5"/>
            <p:cNvSpPr/>
            <p:nvPr/>
          </p:nvSpPr>
          <p:spPr>
            <a:xfrm>
              <a:off x="1058405" y="-1190375"/>
              <a:ext cx="31680" cy="14040"/>
            </a:xfrm>
            <a:custGeom>
              <a:rect b="b" l="l" r="r" t="t"/>
              <a:pathLst>
                <a:path extrusionOk="0" h="39" w="88">
                  <a:moveTo>
                    <a:pt x="68" y="35"/>
                  </a:moveTo>
                  <a:cubicBezTo>
                    <a:pt x="73" y="37"/>
                    <a:pt x="79" y="38"/>
                    <a:pt x="84" y="38"/>
                  </a:cubicBezTo>
                  <a:cubicBezTo>
                    <a:pt x="85" y="38"/>
                    <a:pt x="86" y="38"/>
                    <a:pt x="87" y="38"/>
                  </a:cubicBezTo>
                  <a:cubicBezTo>
                    <a:pt x="58" y="25"/>
                    <a:pt x="30" y="12"/>
                    <a:pt x="0" y="0"/>
                  </a:cubicBezTo>
                  <a:cubicBezTo>
                    <a:pt x="23" y="11"/>
                    <a:pt x="44" y="23"/>
                    <a:pt x="6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5"/>
            <p:cNvSpPr/>
            <p:nvPr/>
          </p:nvSpPr>
          <p:spPr>
            <a:xfrm>
              <a:off x="68045" y="-1244375"/>
              <a:ext cx="1014120" cy="55440"/>
            </a:xfrm>
            <a:custGeom>
              <a:rect b="b" l="l" r="r" t="t"/>
              <a:pathLst>
                <a:path extrusionOk="0" h="154" w="2817">
                  <a:moveTo>
                    <a:pt x="13" y="51"/>
                  </a:moveTo>
                  <a:cubicBezTo>
                    <a:pt x="65" y="29"/>
                    <a:pt x="127" y="38"/>
                    <a:pt x="182" y="29"/>
                  </a:cubicBezTo>
                  <a:cubicBezTo>
                    <a:pt x="217" y="24"/>
                    <a:pt x="253" y="22"/>
                    <a:pt x="289" y="22"/>
                  </a:cubicBezTo>
                  <a:cubicBezTo>
                    <a:pt x="299" y="22"/>
                    <a:pt x="310" y="22"/>
                    <a:pt x="321" y="23"/>
                  </a:cubicBezTo>
                  <a:cubicBezTo>
                    <a:pt x="479" y="20"/>
                    <a:pt x="638" y="23"/>
                    <a:pt x="796" y="23"/>
                  </a:cubicBezTo>
                  <a:cubicBezTo>
                    <a:pt x="943" y="24"/>
                    <a:pt x="1089" y="23"/>
                    <a:pt x="1235" y="22"/>
                  </a:cubicBezTo>
                  <a:cubicBezTo>
                    <a:pt x="1290" y="22"/>
                    <a:pt x="1342" y="32"/>
                    <a:pt x="1396" y="35"/>
                  </a:cubicBezTo>
                  <a:cubicBezTo>
                    <a:pt x="1465" y="39"/>
                    <a:pt x="1536" y="33"/>
                    <a:pt x="1604" y="42"/>
                  </a:cubicBezTo>
                  <a:cubicBezTo>
                    <a:pt x="1727" y="58"/>
                    <a:pt x="1854" y="45"/>
                    <a:pt x="1978" y="53"/>
                  </a:cubicBezTo>
                  <a:cubicBezTo>
                    <a:pt x="2082" y="60"/>
                    <a:pt x="2187" y="69"/>
                    <a:pt x="2291" y="71"/>
                  </a:cubicBezTo>
                  <a:cubicBezTo>
                    <a:pt x="2338" y="71"/>
                    <a:pt x="2384" y="89"/>
                    <a:pt x="2431" y="88"/>
                  </a:cubicBezTo>
                  <a:cubicBezTo>
                    <a:pt x="2480" y="89"/>
                    <a:pt x="2528" y="96"/>
                    <a:pt x="2576" y="110"/>
                  </a:cubicBezTo>
                  <a:cubicBezTo>
                    <a:pt x="2615" y="119"/>
                    <a:pt x="2660" y="121"/>
                    <a:pt x="2700" y="131"/>
                  </a:cubicBezTo>
                  <a:cubicBezTo>
                    <a:pt x="2693" y="129"/>
                    <a:pt x="2685" y="127"/>
                    <a:pt x="2677" y="125"/>
                  </a:cubicBezTo>
                  <a:lnTo>
                    <a:pt x="2676" y="125"/>
                  </a:lnTo>
                  <a:cubicBezTo>
                    <a:pt x="2676" y="124"/>
                    <a:pt x="2676" y="124"/>
                    <a:pt x="2676" y="124"/>
                  </a:cubicBezTo>
                  <a:cubicBezTo>
                    <a:pt x="2675" y="123"/>
                    <a:pt x="2675" y="123"/>
                    <a:pt x="2675" y="123"/>
                  </a:cubicBezTo>
                  <a:cubicBezTo>
                    <a:pt x="2675" y="122"/>
                    <a:pt x="2675" y="123"/>
                    <a:pt x="2676" y="122"/>
                  </a:cubicBezTo>
                  <a:cubicBezTo>
                    <a:pt x="2677" y="121"/>
                    <a:pt x="2676" y="121"/>
                    <a:pt x="2676" y="121"/>
                  </a:cubicBezTo>
                  <a:lnTo>
                    <a:pt x="2677" y="121"/>
                  </a:lnTo>
                  <a:cubicBezTo>
                    <a:pt x="2724" y="127"/>
                    <a:pt x="2771" y="138"/>
                    <a:pt x="2816" y="153"/>
                  </a:cubicBezTo>
                  <a:cubicBezTo>
                    <a:pt x="2800" y="147"/>
                    <a:pt x="2786" y="138"/>
                    <a:pt x="2768" y="131"/>
                  </a:cubicBezTo>
                  <a:cubicBezTo>
                    <a:pt x="2735" y="118"/>
                    <a:pt x="2701" y="109"/>
                    <a:pt x="2666" y="102"/>
                  </a:cubicBezTo>
                  <a:cubicBezTo>
                    <a:pt x="2617" y="91"/>
                    <a:pt x="2565" y="84"/>
                    <a:pt x="2517" y="70"/>
                  </a:cubicBezTo>
                  <a:cubicBezTo>
                    <a:pt x="2476" y="59"/>
                    <a:pt x="2430" y="62"/>
                    <a:pt x="2389" y="56"/>
                  </a:cubicBezTo>
                  <a:cubicBezTo>
                    <a:pt x="2343" y="48"/>
                    <a:pt x="2297" y="43"/>
                    <a:pt x="2251" y="40"/>
                  </a:cubicBezTo>
                  <a:cubicBezTo>
                    <a:pt x="2204" y="40"/>
                    <a:pt x="2159" y="34"/>
                    <a:pt x="2113" y="33"/>
                  </a:cubicBezTo>
                  <a:cubicBezTo>
                    <a:pt x="2044" y="30"/>
                    <a:pt x="1973" y="33"/>
                    <a:pt x="1904" y="25"/>
                  </a:cubicBezTo>
                  <a:cubicBezTo>
                    <a:pt x="1781" y="11"/>
                    <a:pt x="1653" y="41"/>
                    <a:pt x="1530" y="23"/>
                  </a:cubicBezTo>
                  <a:cubicBezTo>
                    <a:pt x="1492" y="18"/>
                    <a:pt x="1453" y="15"/>
                    <a:pt x="1415" y="15"/>
                  </a:cubicBezTo>
                  <a:cubicBezTo>
                    <a:pt x="1405" y="15"/>
                    <a:pt x="1395" y="16"/>
                    <a:pt x="1385" y="16"/>
                  </a:cubicBezTo>
                  <a:cubicBezTo>
                    <a:pt x="1321" y="18"/>
                    <a:pt x="1255" y="9"/>
                    <a:pt x="1192" y="7"/>
                  </a:cubicBezTo>
                  <a:cubicBezTo>
                    <a:pt x="1044" y="0"/>
                    <a:pt x="897" y="5"/>
                    <a:pt x="749" y="5"/>
                  </a:cubicBezTo>
                  <a:cubicBezTo>
                    <a:pt x="590" y="5"/>
                    <a:pt x="431" y="5"/>
                    <a:pt x="272" y="3"/>
                  </a:cubicBezTo>
                  <a:cubicBezTo>
                    <a:pt x="219" y="4"/>
                    <a:pt x="166" y="8"/>
                    <a:pt x="114" y="17"/>
                  </a:cubicBezTo>
                  <a:cubicBezTo>
                    <a:pt x="72" y="23"/>
                    <a:pt x="38" y="20"/>
                    <a:pt x="0" y="40"/>
                  </a:cubicBezTo>
                  <a:cubicBezTo>
                    <a:pt x="2" y="41"/>
                    <a:pt x="5" y="41"/>
                    <a:pt x="7" y="41"/>
                  </a:cubicBezTo>
                  <a:cubicBezTo>
                    <a:pt x="8" y="41"/>
                    <a:pt x="8" y="41"/>
                    <a:pt x="8" y="41"/>
                  </a:cubicBezTo>
                  <a:cubicBezTo>
                    <a:pt x="9" y="41"/>
                    <a:pt x="10" y="42"/>
                    <a:pt x="11" y="42"/>
                  </a:cubicBezTo>
                  <a:cubicBezTo>
                    <a:pt x="12" y="43"/>
                    <a:pt x="12" y="44"/>
                    <a:pt x="13" y="45"/>
                  </a:cubicBezTo>
                  <a:cubicBezTo>
                    <a:pt x="14" y="46"/>
                    <a:pt x="14" y="47"/>
                    <a:pt x="14" y="48"/>
                  </a:cubicBezTo>
                  <a:cubicBezTo>
                    <a:pt x="14" y="49"/>
                    <a:pt x="14" y="50"/>
                    <a:pt x="13"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5"/>
            <p:cNvSpPr/>
            <p:nvPr/>
          </p:nvSpPr>
          <p:spPr>
            <a:xfrm>
              <a:off x="1088645" y="-1186415"/>
              <a:ext cx="11880" cy="4680"/>
            </a:xfrm>
            <a:custGeom>
              <a:rect b="b" l="l" r="r" t="t"/>
              <a:pathLst>
                <a:path extrusionOk="0" h="13" w="33">
                  <a:moveTo>
                    <a:pt x="24" y="4"/>
                  </a:moveTo>
                  <a:cubicBezTo>
                    <a:pt x="16" y="4"/>
                    <a:pt x="8" y="2"/>
                    <a:pt x="0" y="0"/>
                  </a:cubicBezTo>
                  <a:cubicBezTo>
                    <a:pt x="11" y="4"/>
                    <a:pt x="21" y="8"/>
                    <a:pt x="32" y="12"/>
                  </a:cubicBezTo>
                  <a:cubicBezTo>
                    <a:pt x="32" y="11"/>
                    <a:pt x="31" y="10"/>
                    <a:pt x="31" y="9"/>
                  </a:cubicBezTo>
                  <a:cubicBezTo>
                    <a:pt x="30" y="8"/>
                    <a:pt x="29" y="6"/>
                    <a:pt x="27" y="5"/>
                  </a:cubicBezTo>
                  <a:cubicBezTo>
                    <a:pt x="26" y="5"/>
                    <a:pt x="25"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5"/>
            <p:cNvSpPr/>
            <p:nvPr/>
          </p:nvSpPr>
          <p:spPr>
            <a:xfrm>
              <a:off x="1031765" y="-1200815"/>
              <a:ext cx="70200" cy="27360"/>
            </a:xfrm>
            <a:custGeom>
              <a:rect b="b" l="l" r="r" t="t"/>
              <a:pathLst>
                <a:path extrusionOk="0" h="76" w="195">
                  <a:moveTo>
                    <a:pt x="169" y="62"/>
                  </a:moveTo>
                  <a:cubicBezTo>
                    <a:pt x="172" y="75"/>
                    <a:pt x="194" y="70"/>
                    <a:pt x="191" y="58"/>
                  </a:cubicBezTo>
                  <a:lnTo>
                    <a:pt x="191" y="55"/>
                  </a:lnTo>
                  <a:cubicBezTo>
                    <a:pt x="192" y="54"/>
                    <a:pt x="192" y="54"/>
                    <a:pt x="192" y="53"/>
                  </a:cubicBezTo>
                  <a:cubicBezTo>
                    <a:pt x="192" y="53"/>
                    <a:pt x="192" y="52"/>
                    <a:pt x="191" y="52"/>
                  </a:cubicBezTo>
                  <a:cubicBezTo>
                    <a:pt x="181" y="48"/>
                    <a:pt x="170" y="44"/>
                    <a:pt x="160" y="40"/>
                  </a:cubicBezTo>
                  <a:cubicBezTo>
                    <a:pt x="153" y="38"/>
                    <a:pt x="147" y="36"/>
                    <a:pt x="140" y="33"/>
                  </a:cubicBezTo>
                  <a:cubicBezTo>
                    <a:pt x="95" y="17"/>
                    <a:pt x="49" y="6"/>
                    <a:pt x="2" y="0"/>
                  </a:cubicBezTo>
                  <a:cubicBezTo>
                    <a:pt x="1" y="0"/>
                    <a:pt x="1" y="0"/>
                    <a:pt x="1" y="0"/>
                  </a:cubicBezTo>
                  <a:cubicBezTo>
                    <a:pt x="1" y="0"/>
                    <a:pt x="1" y="1"/>
                    <a:pt x="0" y="1"/>
                  </a:cubicBezTo>
                  <a:lnTo>
                    <a:pt x="0" y="2"/>
                  </a:lnTo>
                  <a:lnTo>
                    <a:pt x="0" y="3"/>
                  </a:lnTo>
                  <a:cubicBezTo>
                    <a:pt x="1" y="3"/>
                    <a:pt x="1" y="4"/>
                    <a:pt x="1" y="4"/>
                  </a:cubicBezTo>
                  <a:lnTo>
                    <a:pt x="2" y="4"/>
                  </a:lnTo>
                  <a:cubicBezTo>
                    <a:pt x="9" y="6"/>
                    <a:pt x="17" y="8"/>
                    <a:pt x="25" y="11"/>
                  </a:cubicBezTo>
                  <a:cubicBezTo>
                    <a:pt x="33" y="13"/>
                    <a:pt x="40" y="14"/>
                    <a:pt x="47" y="17"/>
                  </a:cubicBezTo>
                  <a:cubicBezTo>
                    <a:pt x="54" y="20"/>
                    <a:pt x="67" y="25"/>
                    <a:pt x="76" y="29"/>
                  </a:cubicBezTo>
                  <a:cubicBezTo>
                    <a:pt x="105" y="41"/>
                    <a:pt x="135" y="54"/>
                    <a:pt x="163" y="66"/>
                  </a:cubicBezTo>
                  <a:cubicBezTo>
                    <a:pt x="166" y="66"/>
                    <a:pt x="170" y="65"/>
                    <a:pt x="169"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5"/>
            <p:cNvSpPr/>
            <p:nvPr/>
          </p:nvSpPr>
          <p:spPr>
            <a:xfrm>
              <a:off x="70565" y="-1226015"/>
              <a:ext cx="2520" cy="2160"/>
            </a:xfrm>
            <a:custGeom>
              <a:rect b="b" l="l" r="r" t="t"/>
              <a:pathLst>
                <a:path extrusionOk="0" h="6" w="7">
                  <a:moveTo>
                    <a:pt x="6" y="0"/>
                  </a:moveTo>
                  <a:lnTo>
                    <a:pt x="0" y="3"/>
                  </a:lnTo>
                  <a:lnTo>
                    <a:pt x="0" y="4"/>
                  </a:lnTo>
                  <a:lnTo>
                    <a:pt x="0" y="5"/>
                  </a:lnTo>
                  <a:cubicBezTo>
                    <a:pt x="1" y="5"/>
                    <a:pt x="2" y="4"/>
                    <a:pt x="3" y="4"/>
                  </a:cubicBezTo>
                  <a:cubicBezTo>
                    <a:pt x="4" y="3"/>
                    <a:pt x="5" y="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5"/>
            <p:cNvSpPr/>
            <p:nvPr/>
          </p:nvSpPr>
          <p:spPr>
            <a:xfrm>
              <a:off x="56885" y="-1281455"/>
              <a:ext cx="1054440" cy="56160"/>
            </a:xfrm>
            <a:custGeom>
              <a:rect b="b" l="l" r="r" t="t"/>
              <a:pathLst>
                <a:path extrusionOk="0" h="156" w="2929">
                  <a:moveTo>
                    <a:pt x="22" y="150"/>
                  </a:moveTo>
                  <a:cubicBezTo>
                    <a:pt x="22" y="149"/>
                    <a:pt x="22" y="148"/>
                    <a:pt x="23" y="147"/>
                  </a:cubicBezTo>
                  <a:cubicBezTo>
                    <a:pt x="23" y="146"/>
                    <a:pt x="24" y="146"/>
                    <a:pt x="25" y="145"/>
                  </a:cubicBezTo>
                  <a:lnTo>
                    <a:pt x="26" y="145"/>
                  </a:lnTo>
                  <a:lnTo>
                    <a:pt x="30" y="143"/>
                  </a:lnTo>
                  <a:cubicBezTo>
                    <a:pt x="10" y="134"/>
                    <a:pt x="28" y="94"/>
                    <a:pt x="43" y="86"/>
                  </a:cubicBezTo>
                  <a:lnTo>
                    <a:pt x="74" y="68"/>
                  </a:lnTo>
                  <a:cubicBezTo>
                    <a:pt x="95" y="55"/>
                    <a:pt x="119" y="37"/>
                    <a:pt x="145" y="33"/>
                  </a:cubicBezTo>
                  <a:cubicBezTo>
                    <a:pt x="194" y="27"/>
                    <a:pt x="245" y="24"/>
                    <a:pt x="295" y="24"/>
                  </a:cubicBezTo>
                  <a:cubicBezTo>
                    <a:pt x="305" y="24"/>
                    <a:pt x="316" y="24"/>
                    <a:pt x="327" y="25"/>
                  </a:cubicBezTo>
                  <a:cubicBezTo>
                    <a:pt x="471" y="26"/>
                    <a:pt x="615" y="27"/>
                    <a:pt x="759" y="27"/>
                  </a:cubicBezTo>
                  <a:cubicBezTo>
                    <a:pt x="895" y="27"/>
                    <a:pt x="1030" y="36"/>
                    <a:pt x="1165" y="37"/>
                  </a:cubicBezTo>
                  <a:cubicBezTo>
                    <a:pt x="1294" y="37"/>
                    <a:pt x="1424" y="37"/>
                    <a:pt x="1553" y="50"/>
                  </a:cubicBezTo>
                  <a:cubicBezTo>
                    <a:pt x="1612" y="56"/>
                    <a:pt x="1671" y="50"/>
                    <a:pt x="1728" y="50"/>
                  </a:cubicBezTo>
                  <a:cubicBezTo>
                    <a:pt x="1771" y="50"/>
                    <a:pt x="1814" y="64"/>
                    <a:pt x="1856" y="64"/>
                  </a:cubicBezTo>
                  <a:cubicBezTo>
                    <a:pt x="1959" y="64"/>
                    <a:pt x="2062" y="72"/>
                    <a:pt x="2166" y="71"/>
                  </a:cubicBezTo>
                  <a:cubicBezTo>
                    <a:pt x="2295" y="71"/>
                    <a:pt x="2424" y="77"/>
                    <a:pt x="2553" y="78"/>
                  </a:cubicBezTo>
                  <a:cubicBezTo>
                    <a:pt x="2644" y="78"/>
                    <a:pt x="2727" y="106"/>
                    <a:pt x="2816" y="121"/>
                  </a:cubicBezTo>
                  <a:cubicBezTo>
                    <a:pt x="2824" y="122"/>
                    <a:pt x="2869" y="129"/>
                    <a:pt x="2907" y="136"/>
                  </a:cubicBezTo>
                  <a:cubicBezTo>
                    <a:pt x="2893" y="131"/>
                    <a:pt x="2880" y="126"/>
                    <a:pt x="2867" y="121"/>
                  </a:cubicBezTo>
                  <a:lnTo>
                    <a:pt x="2866" y="121"/>
                  </a:lnTo>
                  <a:lnTo>
                    <a:pt x="2865" y="120"/>
                  </a:lnTo>
                  <a:cubicBezTo>
                    <a:pt x="2865" y="119"/>
                    <a:pt x="2865" y="119"/>
                    <a:pt x="2865" y="118"/>
                  </a:cubicBezTo>
                  <a:cubicBezTo>
                    <a:pt x="2865" y="117"/>
                    <a:pt x="2865" y="117"/>
                    <a:pt x="2865" y="116"/>
                  </a:cubicBezTo>
                  <a:lnTo>
                    <a:pt x="2866" y="115"/>
                  </a:lnTo>
                  <a:cubicBezTo>
                    <a:pt x="2867" y="115"/>
                    <a:pt x="2867" y="115"/>
                    <a:pt x="2867" y="115"/>
                  </a:cubicBezTo>
                  <a:cubicBezTo>
                    <a:pt x="2872" y="115"/>
                    <a:pt x="2876" y="114"/>
                    <a:pt x="2881" y="114"/>
                  </a:cubicBezTo>
                  <a:cubicBezTo>
                    <a:pt x="2897" y="114"/>
                    <a:pt x="2912" y="116"/>
                    <a:pt x="2928" y="119"/>
                  </a:cubicBezTo>
                  <a:cubicBezTo>
                    <a:pt x="2843" y="93"/>
                    <a:pt x="2756" y="74"/>
                    <a:pt x="2667" y="63"/>
                  </a:cubicBezTo>
                  <a:cubicBezTo>
                    <a:pt x="2530" y="44"/>
                    <a:pt x="2386" y="49"/>
                    <a:pt x="2247" y="49"/>
                  </a:cubicBezTo>
                  <a:cubicBezTo>
                    <a:pt x="2122" y="49"/>
                    <a:pt x="1997" y="38"/>
                    <a:pt x="1874" y="40"/>
                  </a:cubicBezTo>
                  <a:cubicBezTo>
                    <a:pt x="1815" y="40"/>
                    <a:pt x="1756" y="27"/>
                    <a:pt x="1695" y="26"/>
                  </a:cubicBezTo>
                  <a:cubicBezTo>
                    <a:pt x="1622" y="26"/>
                    <a:pt x="1547" y="26"/>
                    <a:pt x="1474" y="23"/>
                  </a:cubicBezTo>
                  <a:cubicBezTo>
                    <a:pt x="1386" y="18"/>
                    <a:pt x="1299" y="14"/>
                    <a:pt x="1211" y="14"/>
                  </a:cubicBezTo>
                  <a:cubicBezTo>
                    <a:pt x="1136" y="14"/>
                    <a:pt x="1063" y="6"/>
                    <a:pt x="989" y="6"/>
                  </a:cubicBezTo>
                  <a:cubicBezTo>
                    <a:pt x="812" y="6"/>
                    <a:pt x="632" y="13"/>
                    <a:pt x="454" y="7"/>
                  </a:cubicBezTo>
                  <a:cubicBezTo>
                    <a:pt x="383" y="5"/>
                    <a:pt x="311" y="7"/>
                    <a:pt x="240" y="6"/>
                  </a:cubicBezTo>
                  <a:cubicBezTo>
                    <a:pt x="189" y="6"/>
                    <a:pt x="132" y="0"/>
                    <a:pt x="88" y="29"/>
                  </a:cubicBezTo>
                  <a:cubicBezTo>
                    <a:pt x="54" y="51"/>
                    <a:pt x="2" y="65"/>
                    <a:pt x="0" y="113"/>
                  </a:cubicBezTo>
                  <a:cubicBezTo>
                    <a:pt x="0" y="135"/>
                    <a:pt x="0" y="149"/>
                    <a:pt x="11" y="155"/>
                  </a:cubicBezTo>
                  <a:cubicBezTo>
                    <a:pt x="12" y="154"/>
                    <a:pt x="13" y="153"/>
                    <a:pt x="14" y="153"/>
                  </a:cubicBezTo>
                  <a:cubicBezTo>
                    <a:pt x="17" y="151"/>
                    <a:pt x="19" y="150"/>
                    <a:pt x="22"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5"/>
            <p:cNvSpPr/>
            <p:nvPr/>
          </p:nvSpPr>
          <p:spPr>
            <a:xfrm>
              <a:off x="1122845" y="-1225295"/>
              <a:ext cx="2880" cy="1080"/>
            </a:xfrm>
            <a:custGeom>
              <a:rect b="b" l="l" r="r" t="t"/>
              <a:pathLst>
                <a:path extrusionOk="0" h="3" w="8">
                  <a:moveTo>
                    <a:pt x="7" y="2"/>
                  </a:moveTo>
                  <a:lnTo>
                    <a:pt x="0" y="0"/>
                  </a:lnTo>
                  <a:cubicBezTo>
                    <a:pt x="1" y="0"/>
                    <a:pt x="1" y="0"/>
                    <a:pt x="2" y="0"/>
                  </a:cubicBezTo>
                  <a:cubicBezTo>
                    <a:pt x="3" y="1"/>
                    <a:pt x="5" y="2"/>
                    <a:pt x="6" y="2"/>
                  </a:cubicBezTo>
                  <a:lnTo>
                    <a:pt x="7"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5"/>
            <p:cNvSpPr/>
            <p:nvPr/>
          </p:nvSpPr>
          <p:spPr>
            <a:xfrm>
              <a:off x="1088285" y="-1240415"/>
              <a:ext cx="42120" cy="16200"/>
            </a:xfrm>
            <a:custGeom>
              <a:rect b="b" l="l" r="r" t="t"/>
              <a:pathLst>
                <a:path extrusionOk="0" h="45" w="117">
                  <a:moveTo>
                    <a:pt x="3" y="1"/>
                  </a:moveTo>
                  <a:lnTo>
                    <a:pt x="2" y="1"/>
                  </a:lnTo>
                  <a:lnTo>
                    <a:pt x="1" y="2"/>
                  </a:lnTo>
                  <a:cubicBezTo>
                    <a:pt x="1" y="3"/>
                    <a:pt x="0" y="3"/>
                    <a:pt x="0" y="4"/>
                  </a:cubicBezTo>
                  <a:cubicBezTo>
                    <a:pt x="0" y="4"/>
                    <a:pt x="1" y="5"/>
                    <a:pt x="1" y="6"/>
                  </a:cubicBezTo>
                  <a:cubicBezTo>
                    <a:pt x="1" y="6"/>
                    <a:pt x="2" y="6"/>
                    <a:pt x="2" y="7"/>
                  </a:cubicBezTo>
                  <a:lnTo>
                    <a:pt x="3" y="7"/>
                  </a:lnTo>
                  <a:cubicBezTo>
                    <a:pt x="16" y="12"/>
                    <a:pt x="29" y="17"/>
                    <a:pt x="42" y="22"/>
                  </a:cubicBezTo>
                  <a:cubicBezTo>
                    <a:pt x="60" y="24"/>
                    <a:pt x="77" y="28"/>
                    <a:pt x="93" y="35"/>
                  </a:cubicBezTo>
                  <a:cubicBezTo>
                    <a:pt x="93" y="36"/>
                    <a:pt x="94" y="37"/>
                    <a:pt x="94" y="38"/>
                  </a:cubicBezTo>
                  <a:cubicBezTo>
                    <a:pt x="95" y="40"/>
                    <a:pt x="96" y="41"/>
                    <a:pt x="97" y="41"/>
                  </a:cubicBezTo>
                  <a:lnTo>
                    <a:pt x="103" y="44"/>
                  </a:lnTo>
                  <a:cubicBezTo>
                    <a:pt x="105" y="44"/>
                    <a:pt x="107" y="43"/>
                    <a:pt x="109" y="42"/>
                  </a:cubicBezTo>
                  <a:cubicBezTo>
                    <a:pt x="111" y="41"/>
                    <a:pt x="113" y="39"/>
                    <a:pt x="114" y="37"/>
                  </a:cubicBezTo>
                  <a:cubicBezTo>
                    <a:pt x="115" y="35"/>
                    <a:pt x="116" y="33"/>
                    <a:pt x="116" y="31"/>
                  </a:cubicBezTo>
                  <a:cubicBezTo>
                    <a:pt x="116" y="30"/>
                    <a:pt x="116" y="30"/>
                    <a:pt x="115" y="29"/>
                  </a:cubicBezTo>
                  <a:lnTo>
                    <a:pt x="115" y="26"/>
                  </a:lnTo>
                  <a:cubicBezTo>
                    <a:pt x="115" y="25"/>
                    <a:pt x="115" y="24"/>
                    <a:pt x="114" y="23"/>
                  </a:cubicBezTo>
                  <a:cubicBezTo>
                    <a:pt x="113" y="22"/>
                    <a:pt x="112" y="20"/>
                    <a:pt x="110" y="19"/>
                  </a:cubicBezTo>
                  <a:cubicBezTo>
                    <a:pt x="109" y="18"/>
                    <a:pt x="108" y="18"/>
                    <a:pt x="107" y="18"/>
                  </a:cubicBezTo>
                  <a:cubicBezTo>
                    <a:pt x="93" y="13"/>
                    <a:pt x="79" y="9"/>
                    <a:pt x="65" y="5"/>
                  </a:cubicBezTo>
                  <a:cubicBezTo>
                    <a:pt x="49" y="2"/>
                    <a:pt x="33" y="0"/>
                    <a:pt x="18" y="0"/>
                  </a:cubicBezTo>
                  <a:cubicBezTo>
                    <a:pt x="13" y="0"/>
                    <a:pt x="8" y="0"/>
                    <a:pt x="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5"/>
            <p:cNvSpPr/>
            <p:nvPr/>
          </p:nvSpPr>
          <p:spPr>
            <a:xfrm>
              <a:off x="64805" y="-1229975"/>
              <a:ext cx="8640" cy="5400"/>
            </a:xfrm>
            <a:custGeom>
              <a:rect b="b" l="l" r="r" t="t"/>
              <a:pathLst>
                <a:path extrusionOk="0" h="15" w="24">
                  <a:moveTo>
                    <a:pt x="16" y="14"/>
                  </a:moveTo>
                  <a:lnTo>
                    <a:pt x="22" y="11"/>
                  </a:lnTo>
                  <a:cubicBezTo>
                    <a:pt x="23" y="10"/>
                    <a:pt x="23" y="9"/>
                    <a:pt x="23" y="8"/>
                  </a:cubicBezTo>
                  <a:cubicBezTo>
                    <a:pt x="23" y="7"/>
                    <a:pt x="23" y="6"/>
                    <a:pt x="22" y="5"/>
                  </a:cubicBezTo>
                  <a:cubicBezTo>
                    <a:pt x="21" y="4"/>
                    <a:pt x="21" y="3"/>
                    <a:pt x="20" y="2"/>
                  </a:cubicBezTo>
                  <a:cubicBezTo>
                    <a:pt x="19" y="1"/>
                    <a:pt x="18" y="1"/>
                    <a:pt x="16" y="1"/>
                  </a:cubicBezTo>
                  <a:lnTo>
                    <a:pt x="15" y="1"/>
                  </a:lnTo>
                  <a:cubicBezTo>
                    <a:pt x="13" y="1"/>
                    <a:pt x="10" y="1"/>
                    <a:pt x="8" y="0"/>
                  </a:cubicBezTo>
                  <a:lnTo>
                    <a:pt x="4" y="2"/>
                  </a:lnTo>
                  <a:cubicBezTo>
                    <a:pt x="3" y="2"/>
                    <a:pt x="3" y="2"/>
                    <a:pt x="3" y="2"/>
                  </a:cubicBezTo>
                  <a:cubicBezTo>
                    <a:pt x="2" y="3"/>
                    <a:pt x="1" y="3"/>
                    <a:pt x="1" y="4"/>
                  </a:cubicBezTo>
                  <a:cubicBezTo>
                    <a:pt x="0" y="5"/>
                    <a:pt x="0" y="6"/>
                    <a:pt x="0" y="7"/>
                  </a:cubicBezTo>
                  <a:cubicBezTo>
                    <a:pt x="1" y="6"/>
                    <a:pt x="3" y="6"/>
                    <a:pt x="4" y="6"/>
                  </a:cubicBezTo>
                  <a:cubicBezTo>
                    <a:pt x="6" y="6"/>
                    <a:pt x="9" y="7"/>
                    <a:pt x="11" y="8"/>
                  </a:cubicBezTo>
                  <a:cubicBezTo>
                    <a:pt x="13" y="9"/>
                    <a:pt x="15" y="11"/>
                    <a:pt x="16" y="13"/>
                  </a:cubicBezTo>
                  <a:lnTo>
                    <a:pt x="16"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5"/>
            <p:cNvSpPr/>
            <p:nvPr/>
          </p:nvSpPr>
          <p:spPr>
            <a:xfrm>
              <a:off x="43205" y="-472175"/>
              <a:ext cx="72000" cy="11520"/>
            </a:xfrm>
            <a:custGeom>
              <a:rect b="b" l="l" r="r" t="t"/>
              <a:pathLst>
                <a:path extrusionOk="0" h="32" w="200">
                  <a:moveTo>
                    <a:pt x="196" y="16"/>
                  </a:moveTo>
                  <a:cubicBezTo>
                    <a:pt x="133" y="11"/>
                    <a:pt x="69" y="16"/>
                    <a:pt x="7" y="0"/>
                  </a:cubicBezTo>
                  <a:cubicBezTo>
                    <a:pt x="7" y="2"/>
                    <a:pt x="6" y="5"/>
                    <a:pt x="5" y="7"/>
                  </a:cubicBezTo>
                  <a:cubicBezTo>
                    <a:pt x="3" y="9"/>
                    <a:pt x="2" y="11"/>
                    <a:pt x="0" y="13"/>
                  </a:cubicBezTo>
                  <a:cubicBezTo>
                    <a:pt x="2" y="19"/>
                    <a:pt x="3" y="25"/>
                    <a:pt x="5" y="31"/>
                  </a:cubicBezTo>
                  <a:cubicBezTo>
                    <a:pt x="67" y="22"/>
                    <a:pt x="133" y="27"/>
                    <a:pt x="196" y="22"/>
                  </a:cubicBezTo>
                  <a:lnTo>
                    <a:pt x="197" y="22"/>
                  </a:lnTo>
                  <a:cubicBezTo>
                    <a:pt x="198" y="21"/>
                    <a:pt x="198" y="21"/>
                    <a:pt x="198" y="21"/>
                  </a:cubicBezTo>
                  <a:cubicBezTo>
                    <a:pt x="198" y="20"/>
                    <a:pt x="199" y="20"/>
                    <a:pt x="199" y="19"/>
                  </a:cubicBezTo>
                  <a:lnTo>
                    <a:pt x="198" y="18"/>
                  </a:lnTo>
                  <a:cubicBezTo>
                    <a:pt x="198" y="17"/>
                    <a:pt x="198" y="17"/>
                    <a:pt x="197" y="17"/>
                  </a:cubicBezTo>
                  <a:lnTo>
                    <a:pt x="19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5"/>
            <p:cNvSpPr/>
            <p:nvPr/>
          </p:nvSpPr>
          <p:spPr>
            <a:xfrm>
              <a:off x="33845" y="-472895"/>
              <a:ext cx="4320" cy="5040"/>
            </a:xfrm>
            <a:custGeom>
              <a:rect b="b" l="l" r="r" t="t"/>
              <a:pathLst>
                <a:path extrusionOk="0" h="14" w="12">
                  <a:moveTo>
                    <a:pt x="11" y="4"/>
                  </a:moveTo>
                  <a:cubicBezTo>
                    <a:pt x="11" y="3"/>
                    <a:pt x="10" y="1"/>
                    <a:pt x="10" y="0"/>
                  </a:cubicBezTo>
                  <a:lnTo>
                    <a:pt x="9" y="0"/>
                  </a:lnTo>
                  <a:cubicBezTo>
                    <a:pt x="6" y="2"/>
                    <a:pt x="4" y="4"/>
                    <a:pt x="2" y="7"/>
                  </a:cubicBezTo>
                  <a:cubicBezTo>
                    <a:pt x="1" y="9"/>
                    <a:pt x="1" y="11"/>
                    <a:pt x="0" y="13"/>
                  </a:cubicBezTo>
                  <a:cubicBezTo>
                    <a:pt x="1" y="12"/>
                    <a:pt x="1" y="11"/>
                    <a:pt x="1" y="11"/>
                  </a:cubicBezTo>
                  <a:cubicBezTo>
                    <a:pt x="3" y="9"/>
                    <a:pt x="4" y="7"/>
                    <a:pt x="6" y="6"/>
                  </a:cubicBezTo>
                  <a:cubicBezTo>
                    <a:pt x="8" y="5"/>
                    <a:pt x="9" y="4"/>
                    <a:pt x="1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5"/>
            <p:cNvSpPr/>
            <p:nvPr/>
          </p:nvSpPr>
          <p:spPr>
            <a:xfrm>
              <a:off x="33845" y="-467135"/>
              <a:ext cx="1080" cy="3600"/>
            </a:xfrm>
            <a:custGeom>
              <a:rect b="b" l="l" r="r" t="t"/>
              <a:pathLst>
                <a:path extrusionOk="0" h="10" w="3">
                  <a:moveTo>
                    <a:pt x="0" y="0"/>
                  </a:moveTo>
                  <a:cubicBezTo>
                    <a:pt x="0" y="1"/>
                    <a:pt x="0" y="1"/>
                    <a:pt x="0" y="1"/>
                  </a:cubicBezTo>
                  <a:cubicBezTo>
                    <a:pt x="0" y="4"/>
                    <a:pt x="1" y="6"/>
                    <a:pt x="2" y="9"/>
                  </a:cubicBezTo>
                  <a:cubicBezTo>
                    <a:pt x="2" y="7"/>
                    <a:pt x="2" y="6"/>
                    <a:pt x="0" y="4"/>
                  </a:cubicBezTo>
                  <a:cubicBezTo>
                    <a:pt x="0" y="3"/>
                    <a:pt x="0" y="2"/>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5"/>
            <p:cNvSpPr/>
            <p:nvPr/>
          </p:nvSpPr>
          <p:spPr>
            <a:xfrm>
              <a:off x="33845" y="-471455"/>
              <a:ext cx="11520" cy="11520"/>
            </a:xfrm>
            <a:custGeom>
              <a:rect b="b" l="l" r="r" t="t"/>
              <a:pathLst>
                <a:path extrusionOk="0" h="32" w="32">
                  <a:moveTo>
                    <a:pt x="21" y="30"/>
                  </a:moveTo>
                  <a:lnTo>
                    <a:pt x="31" y="29"/>
                  </a:lnTo>
                  <a:cubicBezTo>
                    <a:pt x="29" y="23"/>
                    <a:pt x="28" y="17"/>
                    <a:pt x="26" y="11"/>
                  </a:cubicBezTo>
                  <a:lnTo>
                    <a:pt x="25" y="11"/>
                  </a:lnTo>
                  <a:cubicBezTo>
                    <a:pt x="23" y="12"/>
                    <a:pt x="21" y="13"/>
                    <a:pt x="20" y="13"/>
                  </a:cubicBezTo>
                  <a:cubicBezTo>
                    <a:pt x="18" y="13"/>
                    <a:pt x="17" y="12"/>
                    <a:pt x="16" y="12"/>
                  </a:cubicBezTo>
                  <a:cubicBezTo>
                    <a:pt x="15" y="12"/>
                    <a:pt x="15" y="12"/>
                    <a:pt x="15" y="12"/>
                  </a:cubicBezTo>
                  <a:cubicBezTo>
                    <a:pt x="15" y="11"/>
                    <a:pt x="14" y="11"/>
                    <a:pt x="14" y="10"/>
                  </a:cubicBezTo>
                  <a:lnTo>
                    <a:pt x="14" y="9"/>
                  </a:lnTo>
                  <a:cubicBezTo>
                    <a:pt x="14" y="8"/>
                    <a:pt x="14" y="8"/>
                    <a:pt x="14" y="7"/>
                  </a:cubicBezTo>
                  <a:cubicBezTo>
                    <a:pt x="13" y="5"/>
                    <a:pt x="12" y="3"/>
                    <a:pt x="11" y="0"/>
                  </a:cubicBezTo>
                  <a:cubicBezTo>
                    <a:pt x="9" y="0"/>
                    <a:pt x="8" y="1"/>
                    <a:pt x="6" y="2"/>
                  </a:cubicBezTo>
                  <a:cubicBezTo>
                    <a:pt x="4" y="3"/>
                    <a:pt x="3" y="5"/>
                    <a:pt x="1" y="7"/>
                  </a:cubicBezTo>
                  <a:cubicBezTo>
                    <a:pt x="1" y="7"/>
                    <a:pt x="1" y="8"/>
                    <a:pt x="0" y="9"/>
                  </a:cubicBezTo>
                  <a:cubicBezTo>
                    <a:pt x="0" y="10"/>
                    <a:pt x="0" y="10"/>
                    <a:pt x="0" y="11"/>
                  </a:cubicBezTo>
                  <a:lnTo>
                    <a:pt x="0" y="12"/>
                  </a:lnTo>
                  <a:cubicBezTo>
                    <a:pt x="0" y="13"/>
                    <a:pt x="0" y="14"/>
                    <a:pt x="0" y="14"/>
                  </a:cubicBezTo>
                  <a:cubicBezTo>
                    <a:pt x="0" y="15"/>
                    <a:pt x="0" y="16"/>
                    <a:pt x="0" y="16"/>
                  </a:cubicBezTo>
                  <a:cubicBezTo>
                    <a:pt x="0" y="18"/>
                    <a:pt x="0" y="20"/>
                    <a:pt x="1" y="21"/>
                  </a:cubicBezTo>
                  <a:cubicBezTo>
                    <a:pt x="2" y="22"/>
                    <a:pt x="1" y="22"/>
                    <a:pt x="2" y="23"/>
                  </a:cubicBezTo>
                  <a:cubicBezTo>
                    <a:pt x="4" y="25"/>
                    <a:pt x="5" y="27"/>
                    <a:pt x="8" y="29"/>
                  </a:cubicBezTo>
                  <a:cubicBezTo>
                    <a:pt x="11" y="31"/>
                    <a:pt x="14" y="31"/>
                    <a:pt x="16" y="31"/>
                  </a:cubicBezTo>
                  <a:cubicBezTo>
                    <a:pt x="18" y="31"/>
                    <a:pt x="19" y="31"/>
                    <a:pt x="2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5"/>
            <p:cNvSpPr/>
            <p:nvPr/>
          </p:nvSpPr>
          <p:spPr>
            <a:xfrm>
              <a:off x="32405" y="-505295"/>
              <a:ext cx="14760" cy="33480"/>
            </a:xfrm>
            <a:custGeom>
              <a:rect b="b" l="l" r="r" t="t"/>
              <a:pathLst>
                <a:path extrusionOk="0" h="93" w="41">
                  <a:moveTo>
                    <a:pt x="27" y="89"/>
                  </a:moveTo>
                  <a:lnTo>
                    <a:pt x="37" y="92"/>
                  </a:lnTo>
                  <a:cubicBezTo>
                    <a:pt x="39" y="85"/>
                    <a:pt x="40" y="79"/>
                    <a:pt x="40" y="72"/>
                  </a:cubicBezTo>
                  <a:lnTo>
                    <a:pt x="40" y="71"/>
                  </a:lnTo>
                  <a:cubicBezTo>
                    <a:pt x="39" y="61"/>
                    <a:pt x="36" y="52"/>
                    <a:pt x="33" y="43"/>
                  </a:cubicBezTo>
                  <a:cubicBezTo>
                    <a:pt x="32" y="36"/>
                    <a:pt x="27" y="22"/>
                    <a:pt x="32" y="16"/>
                  </a:cubicBezTo>
                  <a:cubicBezTo>
                    <a:pt x="32" y="15"/>
                    <a:pt x="32" y="15"/>
                    <a:pt x="33" y="14"/>
                  </a:cubicBezTo>
                  <a:cubicBezTo>
                    <a:pt x="33" y="13"/>
                    <a:pt x="34" y="11"/>
                    <a:pt x="35" y="9"/>
                  </a:cubicBezTo>
                  <a:cubicBezTo>
                    <a:pt x="28" y="8"/>
                    <a:pt x="21" y="5"/>
                    <a:pt x="15" y="2"/>
                  </a:cubicBezTo>
                  <a:cubicBezTo>
                    <a:pt x="13" y="1"/>
                    <a:pt x="12" y="0"/>
                    <a:pt x="11" y="0"/>
                  </a:cubicBezTo>
                  <a:cubicBezTo>
                    <a:pt x="0" y="12"/>
                    <a:pt x="3" y="28"/>
                    <a:pt x="7" y="44"/>
                  </a:cubicBezTo>
                  <a:cubicBezTo>
                    <a:pt x="11" y="56"/>
                    <a:pt x="14" y="68"/>
                    <a:pt x="14" y="81"/>
                  </a:cubicBezTo>
                  <a:cubicBezTo>
                    <a:pt x="13" y="82"/>
                    <a:pt x="13" y="83"/>
                    <a:pt x="13" y="85"/>
                  </a:cubicBezTo>
                  <a:cubicBezTo>
                    <a:pt x="13" y="86"/>
                    <a:pt x="13" y="88"/>
                    <a:pt x="14" y="89"/>
                  </a:cubicBezTo>
                  <a:cubicBezTo>
                    <a:pt x="16" y="89"/>
                    <a:pt x="18" y="88"/>
                    <a:pt x="20" y="88"/>
                  </a:cubicBezTo>
                  <a:cubicBezTo>
                    <a:pt x="22" y="88"/>
                    <a:pt x="25" y="89"/>
                    <a:pt x="27"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5"/>
            <p:cNvSpPr/>
            <p:nvPr/>
          </p:nvSpPr>
          <p:spPr>
            <a:xfrm>
              <a:off x="37445" y="-473615"/>
              <a:ext cx="8640" cy="6480"/>
            </a:xfrm>
            <a:custGeom>
              <a:rect b="b" l="l" r="r" t="t"/>
              <a:pathLst>
                <a:path extrusionOk="0" h="18" w="24">
                  <a:moveTo>
                    <a:pt x="16" y="15"/>
                  </a:moveTo>
                  <a:lnTo>
                    <a:pt x="16" y="17"/>
                  </a:lnTo>
                  <a:cubicBezTo>
                    <a:pt x="17" y="15"/>
                    <a:pt x="19" y="13"/>
                    <a:pt x="20" y="11"/>
                  </a:cubicBezTo>
                  <a:cubicBezTo>
                    <a:pt x="21" y="9"/>
                    <a:pt x="22" y="6"/>
                    <a:pt x="23" y="4"/>
                  </a:cubicBezTo>
                  <a:lnTo>
                    <a:pt x="12" y="2"/>
                  </a:lnTo>
                  <a:cubicBezTo>
                    <a:pt x="10" y="1"/>
                    <a:pt x="8" y="0"/>
                    <a:pt x="6" y="0"/>
                  </a:cubicBezTo>
                  <a:cubicBezTo>
                    <a:pt x="4" y="0"/>
                    <a:pt x="2" y="1"/>
                    <a:pt x="0" y="2"/>
                  </a:cubicBezTo>
                  <a:cubicBezTo>
                    <a:pt x="0" y="3"/>
                    <a:pt x="0" y="5"/>
                    <a:pt x="1" y="6"/>
                  </a:cubicBezTo>
                  <a:cubicBezTo>
                    <a:pt x="2" y="6"/>
                    <a:pt x="3" y="6"/>
                    <a:pt x="4" y="6"/>
                  </a:cubicBezTo>
                  <a:cubicBezTo>
                    <a:pt x="6" y="6"/>
                    <a:pt x="8" y="5"/>
                    <a:pt x="10" y="7"/>
                  </a:cubicBezTo>
                  <a:cubicBezTo>
                    <a:pt x="12" y="9"/>
                    <a:pt x="13" y="10"/>
                    <a:pt x="14" y="12"/>
                  </a:cubicBezTo>
                  <a:cubicBezTo>
                    <a:pt x="15" y="13"/>
                    <a:pt x="15" y="14"/>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5"/>
            <p:cNvSpPr/>
            <p:nvPr/>
          </p:nvSpPr>
          <p:spPr>
            <a:xfrm>
              <a:off x="37805" y="-471455"/>
              <a:ext cx="5760" cy="5040"/>
            </a:xfrm>
            <a:custGeom>
              <a:rect b="b" l="l" r="r" t="t"/>
              <a:pathLst>
                <a:path extrusionOk="0" h="14" w="16">
                  <a:moveTo>
                    <a:pt x="0" y="0"/>
                  </a:moveTo>
                  <a:cubicBezTo>
                    <a:pt x="1" y="3"/>
                    <a:pt x="2" y="5"/>
                    <a:pt x="3" y="7"/>
                  </a:cubicBezTo>
                  <a:cubicBezTo>
                    <a:pt x="3" y="8"/>
                    <a:pt x="3" y="8"/>
                    <a:pt x="3" y="9"/>
                  </a:cubicBezTo>
                  <a:lnTo>
                    <a:pt x="3" y="10"/>
                  </a:lnTo>
                  <a:cubicBezTo>
                    <a:pt x="3" y="11"/>
                    <a:pt x="3" y="11"/>
                    <a:pt x="4" y="12"/>
                  </a:cubicBezTo>
                  <a:cubicBezTo>
                    <a:pt x="5" y="13"/>
                    <a:pt x="5" y="12"/>
                    <a:pt x="5" y="12"/>
                  </a:cubicBezTo>
                  <a:cubicBezTo>
                    <a:pt x="6" y="12"/>
                    <a:pt x="7" y="13"/>
                    <a:pt x="9" y="13"/>
                  </a:cubicBezTo>
                  <a:cubicBezTo>
                    <a:pt x="11" y="13"/>
                    <a:pt x="12" y="12"/>
                    <a:pt x="14" y="11"/>
                  </a:cubicBezTo>
                  <a:lnTo>
                    <a:pt x="15" y="11"/>
                  </a:lnTo>
                  <a:lnTo>
                    <a:pt x="15" y="9"/>
                  </a:lnTo>
                  <a:cubicBezTo>
                    <a:pt x="15" y="8"/>
                    <a:pt x="15" y="7"/>
                    <a:pt x="14" y="6"/>
                  </a:cubicBezTo>
                  <a:cubicBezTo>
                    <a:pt x="13" y="4"/>
                    <a:pt x="11" y="4"/>
                    <a:pt x="9" y="2"/>
                  </a:cubicBezTo>
                  <a:cubicBezTo>
                    <a:pt x="7" y="0"/>
                    <a:pt x="5" y="0"/>
                    <a:pt x="3" y="0"/>
                  </a:cubicBezTo>
                  <a:cubicBezTo>
                    <a:pt x="2"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5"/>
            <p:cNvSpPr/>
            <p:nvPr/>
          </p:nvSpPr>
          <p:spPr>
            <a:xfrm>
              <a:off x="34925" y="-582335"/>
              <a:ext cx="3600" cy="10800"/>
            </a:xfrm>
            <a:custGeom>
              <a:rect b="b" l="l" r="r" t="t"/>
              <a:pathLst>
                <a:path extrusionOk="0" h="30" w="10">
                  <a:moveTo>
                    <a:pt x="8" y="0"/>
                  </a:moveTo>
                  <a:lnTo>
                    <a:pt x="0" y="0"/>
                  </a:lnTo>
                  <a:cubicBezTo>
                    <a:pt x="0" y="7"/>
                    <a:pt x="2" y="13"/>
                    <a:pt x="3" y="20"/>
                  </a:cubicBezTo>
                  <a:cubicBezTo>
                    <a:pt x="3" y="23"/>
                    <a:pt x="4" y="26"/>
                    <a:pt x="5" y="29"/>
                  </a:cubicBezTo>
                  <a:lnTo>
                    <a:pt x="8" y="29"/>
                  </a:lnTo>
                  <a:cubicBezTo>
                    <a:pt x="9" y="26"/>
                    <a:pt x="9" y="23"/>
                    <a:pt x="9" y="20"/>
                  </a:cubicBezTo>
                  <a:cubicBezTo>
                    <a:pt x="9" y="13"/>
                    <a:pt x="8" y="7"/>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5"/>
            <p:cNvSpPr/>
            <p:nvPr/>
          </p:nvSpPr>
          <p:spPr>
            <a:xfrm>
              <a:off x="37445" y="-680975"/>
              <a:ext cx="25560" cy="18720"/>
            </a:xfrm>
            <a:custGeom>
              <a:rect b="b" l="l" r="r" t="t"/>
              <a:pathLst>
                <a:path extrusionOk="0" h="52" w="71">
                  <a:moveTo>
                    <a:pt x="38" y="8"/>
                  </a:moveTo>
                  <a:cubicBezTo>
                    <a:pt x="43" y="5"/>
                    <a:pt x="49" y="11"/>
                    <a:pt x="46" y="16"/>
                  </a:cubicBezTo>
                  <a:cubicBezTo>
                    <a:pt x="41" y="25"/>
                    <a:pt x="38" y="34"/>
                    <a:pt x="36" y="44"/>
                  </a:cubicBezTo>
                  <a:cubicBezTo>
                    <a:pt x="43" y="32"/>
                    <a:pt x="52" y="22"/>
                    <a:pt x="63" y="14"/>
                  </a:cubicBezTo>
                  <a:cubicBezTo>
                    <a:pt x="65" y="13"/>
                    <a:pt x="67" y="11"/>
                    <a:pt x="68" y="9"/>
                  </a:cubicBezTo>
                  <a:cubicBezTo>
                    <a:pt x="69" y="8"/>
                    <a:pt x="69" y="6"/>
                    <a:pt x="70" y="5"/>
                  </a:cubicBezTo>
                  <a:cubicBezTo>
                    <a:pt x="66" y="7"/>
                    <a:pt x="62" y="8"/>
                    <a:pt x="58" y="10"/>
                  </a:cubicBezTo>
                  <a:cubicBezTo>
                    <a:pt x="56" y="10"/>
                    <a:pt x="55" y="11"/>
                    <a:pt x="53" y="11"/>
                  </a:cubicBezTo>
                  <a:cubicBezTo>
                    <a:pt x="51" y="11"/>
                    <a:pt x="48" y="11"/>
                    <a:pt x="46" y="9"/>
                  </a:cubicBezTo>
                  <a:cubicBezTo>
                    <a:pt x="44" y="7"/>
                    <a:pt x="42" y="6"/>
                    <a:pt x="41" y="4"/>
                  </a:cubicBezTo>
                  <a:cubicBezTo>
                    <a:pt x="40" y="2"/>
                    <a:pt x="40" y="1"/>
                    <a:pt x="39" y="0"/>
                  </a:cubicBezTo>
                  <a:cubicBezTo>
                    <a:pt x="27" y="12"/>
                    <a:pt x="0" y="14"/>
                    <a:pt x="0" y="41"/>
                  </a:cubicBezTo>
                  <a:cubicBezTo>
                    <a:pt x="0" y="43"/>
                    <a:pt x="0" y="44"/>
                    <a:pt x="0" y="46"/>
                  </a:cubicBezTo>
                  <a:cubicBezTo>
                    <a:pt x="0" y="48"/>
                    <a:pt x="0" y="49"/>
                    <a:pt x="0" y="51"/>
                  </a:cubicBezTo>
                  <a:cubicBezTo>
                    <a:pt x="0" y="50"/>
                    <a:pt x="1" y="49"/>
                    <a:pt x="2" y="48"/>
                  </a:cubicBezTo>
                  <a:cubicBezTo>
                    <a:pt x="11" y="32"/>
                    <a:pt x="23" y="18"/>
                    <a:pt x="3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5"/>
            <p:cNvSpPr/>
            <p:nvPr/>
          </p:nvSpPr>
          <p:spPr>
            <a:xfrm>
              <a:off x="22685" y="-551375"/>
              <a:ext cx="102240" cy="52200"/>
            </a:xfrm>
            <a:custGeom>
              <a:rect b="b" l="l" r="r" t="t"/>
              <a:pathLst>
                <a:path extrusionOk="0" h="145" w="284">
                  <a:moveTo>
                    <a:pt x="62" y="138"/>
                  </a:moveTo>
                  <a:cubicBezTo>
                    <a:pt x="87" y="143"/>
                    <a:pt x="119" y="139"/>
                    <a:pt x="140" y="142"/>
                  </a:cubicBezTo>
                  <a:cubicBezTo>
                    <a:pt x="159" y="144"/>
                    <a:pt x="179" y="144"/>
                    <a:pt x="198" y="144"/>
                  </a:cubicBezTo>
                  <a:cubicBezTo>
                    <a:pt x="225" y="144"/>
                    <a:pt x="251" y="143"/>
                    <a:pt x="278" y="140"/>
                  </a:cubicBezTo>
                  <a:cubicBezTo>
                    <a:pt x="283" y="140"/>
                    <a:pt x="283" y="130"/>
                    <a:pt x="278" y="130"/>
                  </a:cubicBezTo>
                  <a:cubicBezTo>
                    <a:pt x="240" y="128"/>
                    <a:pt x="203" y="123"/>
                    <a:pt x="166" y="119"/>
                  </a:cubicBezTo>
                  <a:cubicBezTo>
                    <a:pt x="134" y="115"/>
                    <a:pt x="105" y="94"/>
                    <a:pt x="74" y="93"/>
                  </a:cubicBezTo>
                  <a:cubicBezTo>
                    <a:pt x="72" y="93"/>
                    <a:pt x="71" y="92"/>
                    <a:pt x="70" y="92"/>
                  </a:cubicBezTo>
                  <a:cubicBezTo>
                    <a:pt x="68" y="91"/>
                    <a:pt x="67" y="89"/>
                    <a:pt x="66" y="88"/>
                  </a:cubicBezTo>
                  <a:cubicBezTo>
                    <a:pt x="59" y="89"/>
                    <a:pt x="52" y="90"/>
                    <a:pt x="46" y="91"/>
                  </a:cubicBezTo>
                  <a:cubicBezTo>
                    <a:pt x="45" y="92"/>
                    <a:pt x="43" y="92"/>
                    <a:pt x="42" y="92"/>
                  </a:cubicBezTo>
                  <a:cubicBezTo>
                    <a:pt x="38" y="92"/>
                    <a:pt x="34" y="91"/>
                    <a:pt x="31" y="89"/>
                  </a:cubicBezTo>
                  <a:cubicBezTo>
                    <a:pt x="28" y="87"/>
                    <a:pt x="25" y="85"/>
                    <a:pt x="23" y="81"/>
                  </a:cubicBezTo>
                  <a:cubicBezTo>
                    <a:pt x="22" y="80"/>
                    <a:pt x="22" y="78"/>
                    <a:pt x="21" y="76"/>
                  </a:cubicBezTo>
                  <a:lnTo>
                    <a:pt x="19" y="67"/>
                  </a:lnTo>
                  <a:lnTo>
                    <a:pt x="19" y="66"/>
                  </a:lnTo>
                  <a:cubicBezTo>
                    <a:pt x="19" y="63"/>
                    <a:pt x="19" y="60"/>
                    <a:pt x="21" y="58"/>
                  </a:cubicBezTo>
                  <a:cubicBezTo>
                    <a:pt x="23" y="56"/>
                    <a:pt x="24" y="54"/>
                    <a:pt x="27" y="52"/>
                  </a:cubicBezTo>
                  <a:cubicBezTo>
                    <a:pt x="29" y="51"/>
                    <a:pt x="31" y="50"/>
                    <a:pt x="34" y="50"/>
                  </a:cubicBezTo>
                  <a:lnTo>
                    <a:pt x="45" y="50"/>
                  </a:lnTo>
                  <a:cubicBezTo>
                    <a:pt x="43" y="45"/>
                    <a:pt x="41" y="41"/>
                    <a:pt x="40" y="37"/>
                  </a:cubicBezTo>
                  <a:cubicBezTo>
                    <a:pt x="34" y="36"/>
                    <a:pt x="29" y="35"/>
                    <a:pt x="24" y="34"/>
                  </a:cubicBezTo>
                  <a:cubicBezTo>
                    <a:pt x="22" y="33"/>
                    <a:pt x="20" y="33"/>
                    <a:pt x="19" y="32"/>
                  </a:cubicBezTo>
                  <a:cubicBezTo>
                    <a:pt x="15" y="30"/>
                    <a:pt x="13" y="27"/>
                    <a:pt x="11" y="24"/>
                  </a:cubicBezTo>
                  <a:cubicBezTo>
                    <a:pt x="9" y="21"/>
                    <a:pt x="8" y="17"/>
                    <a:pt x="8" y="13"/>
                  </a:cubicBezTo>
                  <a:cubicBezTo>
                    <a:pt x="8" y="11"/>
                    <a:pt x="8" y="9"/>
                    <a:pt x="9" y="8"/>
                  </a:cubicBezTo>
                  <a:cubicBezTo>
                    <a:pt x="7" y="5"/>
                    <a:pt x="5" y="2"/>
                    <a:pt x="4" y="0"/>
                  </a:cubicBezTo>
                  <a:cubicBezTo>
                    <a:pt x="2" y="14"/>
                    <a:pt x="1" y="29"/>
                    <a:pt x="0" y="43"/>
                  </a:cubicBezTo>
                  <a:cubicBezTo>
                    <a:pt x="1" y="64"/>
                    <a:pt x="7" y="85"/>
                    <a:pt x="18" y="104"/>
                  </a:cubicBezTo>
                  <a:cubicBezTo>
                    <a:pt x="22" y="112"/>
                    <a:pt x="28" y="119"/>
                    <a:pt x="34" y="126"/>
                  </a:cubicBezTo>
                  <a:cubicBezTo>
                    <a:pt x="35" y="126"/>
                    <a:pt x="36" y="128"/>
                    <a:pt x="37" y="128"/>
                  </a:cubicBezTo>
                  <a:cubicBezTo>
                    <a:pt x="38" y="127"/>
                    <a:pt x="40" y="126"/>
                    <a:pt x="41" y="125"/>
                  </a:cubicBezTo>
                  <a:cubicBezTo>
                    <a:pt x="52" y="117"/>
                    <a:pt x="63" y="128"/>
                    <a:pt x="62"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5"/>
            <p:cNvSpPr/>
            <p:nvPr/>
          </p:nvSpPr>
          <p:spPr>
            <a:xfrm>
              <a:off x="33485" y="-621575"/>
              <a:ext cx="3600" cy="28800"/>
            </a:xfrm>
            <a:custGeom>
              <a:rect b="b" l="l" r="r" t="t"/>
              <a:pathLst>
                <a:path extrusionOk="0" h="80" w="10">
                  <a:moveTo>
                    <a:pt x="4" y="22"/>
                  </a:moveTo>
                  <a:cubicBezTo>
                    <a:pt x="4" y="15"/>
                    <a:pt x="4" y="9"/>
                    <a:pt x="5" y="2"/>
                  </a:cubicBezTo>
                  <a:lnTo>
                    <a:pt x="2" y="0"/>
                  </a:lnTo>
                  <a:cubicBezTo>
                    <a:pt x="1" y="8"/>
                    <a:pt x="0" y="16"/>
                    <a:pt x="0" y="24"/>
                  </a:cubicBezTo>
                  <a:cubicBezTo>
                    <a:pt x="0" y="26"/>
                    <a:pt x="0" y="28"/>
                    <a:pt x="0" y="29"/>
                  </a:cubicBezTo>
                  <a:cubicBezTo>
                    <a:pt x="0" y="46"/>
                    <a:pt x="0" y="63"/>
                    <a:pt x="2" y="79"/>
                  </a:cubicBezTo>
                  <a:lnTo>
                    <a:pt x="9" y="79"/>
                  </a:lnTo>
                  <a:cubicBezTo>
                    <a:pt x="7" y="60"/>
                    <a:pt x="4" y="40"/>
                    <a:pt x="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5"/>
            <p:cNvSpPr/>
            <p:nvPr/>
          </p:nvSpPr>
          <p:spPr>
            <a:xfrm>
              <a:off x="37085" y="-639935"/>
              <a:ext cx="2520" cy="5760"/>
            </a:xfrm>
            <a:custGeom>
              <a:rect b="b" l="l" r="r" t="t"/>
              <a:pathLst>
                <a:path extrusionOk="0" h="16" w="7">
                  <a:moveTo>
                    <a:pt x="6" y="0"/>
                  </a:moveTo>
                  <a:cubicBezTo>
                    <a:pt x="4" y="5"/>
                    <a:pt x="2" y="10"/>
                    <a:pt x="0" y="15"/>
                  </a:cubicBezTo>
                  <a:lnTo>
                    <a:pt x="1" y="15"/>
                  </a:lnTo>
                  <a:cubicBezTo>
                    <a:pt x="3" y="11"/>
                    <a:pt x="4"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5"/>
            <p:cNvSpPr/>
            <p:nvPr/>
          </p:nvSpPr>
          <p:spPr>
            <a:xfrm>
              <a:off x="36365" y="-509255"/>
              <a:ext cx="9360" cy="7920"/>
            </a:xfrm>
            <a:custGeom>
              <a:rect b="b" l="l" r="r" t="t"/>
              <a:pathLst>
                <a:path extrusionOk="0" h="22" w="26">
                  <a:moveTo>
                    <a:pt x="4" y="8"/>
                  </a:moveTo>
                  <a:cubicBezTo>
                    <a:pt x="3" y="9"/>
                    <a:pt x="1" y="10"/>
                    <a:pt x="0" y="11"/>
                  </a:cubicBezTo>
                  <a:cubicBezTo>
                    <a:pt x="2" y="12"/>
                    <a:pt x="3" y="12"/>
                    <a:pt x="4" y="13"/>
                  </a:cubicBezTo>
                  <a:cubicBezTo>
                    <a:pt x="10" y="16"/>
                    <a:pt x="17" y="19"/>
                    <a:pt x="24" y="21"/>
                  </a:cubicBezTo>
                  <a:cubicBezTo>
                    <a:pt x="25" y="11"/>
                    <a:pt x="14" y="0"/>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5"/>
            <p:cNvSpPr/>
            <p:nvPr/>
          </p:nvSpPr>
          <p:spPr>
            <a:xfrm>
              <a:off x="51845" y="-721655"/>
              <a:ext cx="300600" cy="42480"/>
            </a:xfrm>
            <a:custGeom>
              <a:rect b="b" l="l" r="r" t="t"/>
              <a:pathLst>
                <a:path extrusionOk="0" h="118" w="835">
                  <a:moveTo>
                    <a:pt x="349" y="49"/>
                  </a:moveTo>
                  <a:cubicBezTo>
                    <a:pt x="508" y="46"/>
                    <a:pt x="674" y="49"/>
                    <a:pt x="832" y="22"/>
                  </a:cubicBezTo>
                  <a:cubicBezTo>
                    <a:pt x="832" y="22"/>
                    <a:pt x="833" y="22"/>
                    <a:pt x="833" y="21"/>
                  </a:cubicBezTo>
                  <a:lnTo>
                    <a:pt x="834" y="21"/>
                  </a:lnTo>
                  <a:cubicBezTo>
                    <a:pt x="834" y="20"/>
                    <a:pt x="834" y="20"/>
                    <a:pt x="834" y="19"/>
                  </a:cubicBezTo>
                  <a:lnTo>
                    <a:pt x="834" y="18"/>
                  </a:lnTo>
                  <a:cubicBezTo>
                    <a:pt x="834" y="18"/>
                    <a:pt x="833" y="18"/>
                    <a:pt x="833" y="17"/>
                  </a:cubicBezTo>
                  <a:lnTo>
                    <a:pt x="832" y="17"/>
                  </a:lnTo>
                  <a:cubicBezTo>
                    <a:pt x="641" y="23"/>
                    <a:pt x="448" y="4"/>
                    <a:pt x="257" y="1"/>
                  </a:cubicBezTo>
                  <a:cubicBezTo>
                    <a:pt x="187" y="0"/>
                    <a:pt x="115" y="1"/>
                    <a:pt x="56" y="40"/>
                  </a:cubicBezTo>
                  <a:cubicBezTo>
                    <a:pt x="42" y="50"/>
                    <a:pt x="29" y="57"/>
                    <a:pt x="18" y="65"/>
                  </a:cubicBezTo>
                  <a:cubicBezTo>
                    <a:pt x="18" y="66"/>
                    <a:pt x="18" y="68"/>
                    <a:pt x="18" y="70"/>
                  </a:cubicBezTo>
                  <a:cubicBezTo>
                    <a:pt x="18" y="69"/>
                    <a:pt x="19" y="69"/>
                    <a:pt x="19" y="69"/>
                  </a:cubicBezTo>
                  <a:cubicBezTo>
                    <a:pt x="28" y="64"/>
                    <a:pt x="37" y="61"/>
                    <a:pt x="47" y="61"/>
                  </a:cubicBezTo>
                  <a:cubicBezTo>
                    <a:pt x="52" y="61"/>
                    <a:pt x="57" y="62"/>
                    <a:pt x="61" y="63"/>
                  </a:cubicBezTo>
                  <a:cubicBezTo>
                    <a:pt x="62" y="63"/>
                    <a:pt x="62" y="64"/>
                    <a:pt x="62" y="64"/>
                  </a:cubicBezTo>
                  <a:lnTo>
                    <a:pt x="62" y="65"/>
                  </a:lnTo>
                  <a:lnTo>
                    <a:pt x="62" y="66"/>
                  </a:lnTo>
                  <a:lnTo>
                    <a:pt x="61" y="66"/>
                  </a:lnTo>
                  <a:lnTo>
                    <a:pt x="61" y="67"/>
                  </a:lnTo>
                  <a:cubicBezTo>
                    <a:pt x="0" y="75"/>
                    <a:pt x="34" y="99"/>
                    <a:pt x="29" y="117"/>
                  </a:cubicBezTo>
                  <a:cubicBezTo>
                    <a:pt x="55" y="104"/>
                    <a:pt x="81" y="81"/>
                    <a:pt x="109" y="68"/>
                  </a:cubicBezTo>
                  <a:cubicBezTo>
                    <a:pt x="179" y="36"/>
                    <a:pt x="274" y="50"/>
                    <a:pt x="349"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5"/>
            <p:cNvSpPr/>
            <p:nvPr/>
          </p:nvSpPr>
          <p:spPr>
            <a:xfrm>
              <a:off x="51125" y="-694295"/>
              <a:ext cx="4320" cy="13680"/>
            </a:xfrm>
            <a:custGeom>
              <a:rect b="b" l="l" r="r" t="t"/>
              <a:pathLst>
                <a:path extrusionOk="0" h="38" w="12">
                  <a:moveTo>
                    <a:pt x="11" y="8"/>
                  </a:moveTo>
                  <a:lnTo>
                    <a:pt x="11" y="7"/>
                  </a:lnTo>
                  <a:cubicBezTo>
                    <a:pt x="11" y="4"/>
                    <a:pt x="10" y="2"/>
                    <a:pt x="9" y="0"/>
                  </a:cubicBezTo>
                  <a:cubicBezTo>
                    <a:pt x="8" y="1"/>
                    <a:pt x="7" y="3"/>
                    <a:pt x="6" y="4"/>
                  </a:cubicBezTo>
                  <a:cubicBezTo>
                    <a:pt x="3" y="11"/>
                    <a:pt x="0" y="18"/>
                    <a:pt x="0" y="26"/>
                  </a:cubicBezTo>
                  <a:cubicBezTo>
                    <a:pt x="0" y="29"/>
                    <a:pt x="1" y="32"/>
                    <a:pt x="1" y="35"/>
                  </a:cubicBezTo>
                  <a:lnTo>
                    <a:pt x="1" y="36"/>
                  </a:lnTo>
                  <a:lnTo>
                    <a:pt x="1" y="37"/>
                  </a:lnTo>
                  <a:cubicBezTo>
                    <a:pt x="3" y="35"/>
                    <a:pt x="4" y="34"/>
                    <a:pt x="5" y="32"/>
                  </a:cubicBezTo>
                  <a:cubicBezTo>
                    <a:pt x="7" y="30"/>
                    <a:pt x="7" y="27"/>
                    <a:pt x="8" y="25"/>
                  </a:cubicBezTo>
                  <a:cubicBezTo>
                    <a:pt x="8" y="19"/>
                    <a:pt x="9" y="13"/>
                    <a:pt x="1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5"/>
            <p:cNvSpPr/>
            <p:nvPr/>
          </p:nvSpPr>
          <p:spPr>
            <a:xfrm>
              <a:off x="51845" y="-698975"/>
              <a:ext cx="23040" cy="22320"/>
            </a:xfrm>
            <a:custGeom>
              <a:rect b="b" l="l" r="r" t="t"/>
              <a:pathLst>
                <a:path extrusionOk="0" h="62" w="64">
                  <a:moveTo>
                    <a:pt x="18" y="60"/>
                  </a:moveTo>
                  <a:cubicBezTo>
                    <a:pt x="22" y="59"/>
                    <a:pt x="26" y="57"/>
                    <a:pt x="30" y="55"/>
                  </a:cubicBezTo>
                  <a:cubicBezTo>
                    <a:pt x="34" y="37"/>
                    <a:pt x="0" y="13"/>
                    <a:pt x="61" y="5"/>
                  </a:cubicBezTo>
                  <a:lnTo>
                    <a:pt x="62" y="5"/>
                  </a:lnTo>
                  <a:cubicBezTo>
                    <a:pt x="62" y="4"/>
                    <a:pt x="62" y="4"/>
                    <a:pt x="62" y="4"/>
                  </a:cubicBezTo>
                  <a:lnTo>
                    <a:pt x="63" y="3"/>
                  </a:lnTo>
                  <a:lnTo>
                    <a:pt x="62" y="2"/>
                  </a:lnTo>
                  <a:lnTo>
                    <a:pt x="62" y="1"/>
                  </a:lnTo>
                  <a:lnTo>
                    <a:pt x="61" y="1"/>
                  </a:lnTo>
                  <a:cubicBezTo>
                    <a:pt x="57" y="0"/>
                    <a:pt x="52" y="0"/>
                    <a:pt x="48" y="0"/>
                  </a:cubicBezTo>
                  <a:cubicBezTo>
                    <a:pt x="38" y="0"/>
                    <a:pt x="28" y="2"/>
                    <a:pt x="19" y="7"/>
                  </a:cubicBezTo>
                  <a:cubicBezTo>
                    <a:pt x="19" y="7"/>
                    <a:pt x="19" y="8"/>
                    <a:pt x="18" y="8"/>
                  </a:cubicBezTo>
                  <a:cubicBezTo>
                    <a:pt x="18" y="10"/>
                    <a:pt x="18" y="11"/>
                    <a:pt x="18" y="13"/>
                  </a:cubicBezTo>
                  <a:cubicBezTo>
                    <a:pt x="18" y="14"/>
                    <a:pt x="18" y="17"/>
                    <a:pt x="18" y="19"/>
                  </a:cubicBezTo>
                  <a:cubicBezTo>
                    <a:pt x="18" y="20"/>
                    <a:pt x="18" y="20"/>
                    <a:pt x="18" y="21"/>
                  </a:cubicBezTo>
                  <a:cubicBezTo>
                    <a:pt x="17" y="22"/>
                    <a:pt x="17" y="21"/>
                    <a:pt x="16" y="22"/>
                  </a:cubicBezTo>
                  <a:cubicBezTo>
                    <a:pt x="15" y="23"/>
                    <a:pt x="15" y="23"/>
                    <a:pt x="14" y="23"/>
                  </a:cubicBezTo>
                  <a:cubicBezTo>
                    <a:pt x="13" y="23"/>
                    <a:pt x="13" y="23"/>
                    <a:pt x="12" y="22"/>
                  </a:cubicBezTo>
                  <a:cubicBezTo>
                    <a:pt x="11" y="21"/>
                    <a:pt x="11" y="22"/>
                    <a:pt x="10" y="21"/>
                  </a:cubicBezTo>
                  <a:cubicBezTo>
                    <a:pt x="8" y="27"/>
                    <a:pt x="7" y="32"/>
                    <a:pt x="7" y="38"/>
                  </a:cubicBezTo>
                  <a:cubicBezTo>
                    <a:pt x="6" y="41"/>
                    <a:pt x="6" y="43"/>
                    <a:pt x="4" y="45"/>
                  </a:cubicBezTo>
                  <a:cubicBezTo>
                    <a:pt x="3" y="47"/>
                    <a:pt x="2" y="49"/>
                    <a:pt x="0" y="50"/>
                  </a:cubicBezTo>
                  <a:cubicBezTo>
                    <a:pt x="1" y="51"/>
                    <a:pt x="1" y="52"/>
                    <a:pt x="2" y="54"/>
                  </a:cubicBezTo>
                  <a:cubicBezTo>
                    <a:pt x="3" y="56"/>
                    <a:pt x="5" y="58"/>
                    <a:pt x="7" y="59"/>
                  </a:cubicBezTo>
                  <a:cubicBezTo>
                    <a:pt x="9" y="60"/>
                    <a:pt x="12" y="61"/>
                    <a:pt x="14" y="61"/>
                  </a:cubicBezTo>
                  <a:cubicBezTo>
                    <a:pt x="15" y="61"/>
                    <a:pt x="17" y="60"/>
                    <a:pt x="18"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5"/>
            <p:cNvSpPr/>
            <p:nvPr/>
          </p:nvSpPr>
          <p:spPr>
            <a:xfrm>
              <a:off x="28805" y="-723455"/>
              <a:ext cx="29880" cy="29520"/>
            </a:xfrm>
            <a:custGeom>
              <a:rect b="b" l="l" r="r" t="t"/>
              <a:pathLst>
                <a:path extrusionOk="0" h="82" w="83">
                  <a:moveTo>
                    <a:pt x="82" y="71"/>
                  </a:moveTo>
                  <a:cubicBezTo>
                    <a:pt x="82" y="64"/>
                    <a:pt x="80" y="58"/>
                    <a:pt x="77" y="53"/>
                  </a:cubicBezTo>
                  <a:cubicBezTo>
                    <a:pt x="76" y="51"/>
                    <a:pt x="75" y="50"/>
                    <a:pt x="74" y="48"/>
                  </a:cubicBezTo>
                  <a:cubicBezTo>
                    <a:pt x="70" y="45"/>
                    <a:pt x="65" y="41"/>
                    <a:pt x="61" y="38"/>
                  </a:cubicBezTo>
                  <a:cubicBezTo>
                    <a:pt x="53" y="33"/>
                    <a:pt x="45" y="31"/>
                    <a:pt x="36" y="30"/>
                  </a:cubicBezTo>
                  <a:cubicBezTo>
                    <a:pt x="36" y="28"/>
                    <a:pt x="36" y="27"/>
                    <a:pt x="36" y="25"/>
                  </a:cubicBezTo>
                  <a:cubicBezTo>
                    <a:pt x="36" y="21"/>
                    <a:pt x="35" y="16"/>
                    <a:pt x="34" y="12"/>
                  </a:cubicBezTo>
                  <a:cubicBezTo>
                    <a:pt x="32" y="10"/>
                    <a:pt x="31" y="7"/>
                    <a:pt x="29" y="4"/>
                  </a:cubicBezTo>
                  <a:lnTo>
                    <a:pt x="28" y="4"/>
                  </a:lnTo>
                  <a:cubicBezTo>
                    <a:pt x="19" y="4"/>
                    <a:pt x="9" y="3"/>
                    <a:pt x="0" y="0"/>
                  </a:cubicBezTo>
                  <a:cubicBezTo>
                    <a:pt x="1" y="5"/>
                    <a:pt x="3" y="9"/>
                    <a:pt x="5" y="14"/>
                  </a:cubicBezTo>
                  <a:lnTo>
                    <a:pt x="6" y="15"/>
                  </a:lnTo>
                  <a:cubicBezTo>
                    <a:pt x="7" y="16"/>
                    <a:pt x="7" y="17"/>
                    <a:pt x="8" y="19"/>
                  </a:cubicBezTo>
                  <a:cubicBezTo>
                    <a:pt x="12" y="25"/>
                    <a:pt x="14" y="32"/>
                    <a:pt x="15" y="40"/>
                  </a:cubicBezTo>
                  <a:cubicBezTo>
                    <a:pt x="15" y="41"/>
                    <a:pt x="15" y="42"/>
                    <a:pt x="16" y="43"/>
                  </a:cubicBezTo>
                  <a:cubicBezTo>
                    <a:pt x="17" y="45"/>
                    <a:pt x="18" y="46"/>
                    <a:pt x="20" y="47"/>
                  </a:cubicBezTo>
                  <a:cubicBezTo>
                    <a:pt x="20" y="47"/>
                    <a:pt x="21" y="48"/>
                    <a:pt x="22" y="48"/>
                  </a:cubicBezTo>
                  <a:cubicBezTo>
                    <a:pt x="34" y="51"/>
                    <a:pt x="57" y="50"/>
                    <a:pt x="63" y="63"/>
                  </a:cubicBezTo>
                  <a:cubicBezTo>
                    <a:pt x="66" y="69"/>
                    <a:pt x="69" y="75"/>
                    <a:pt x="70" y="81"/>
                  </a:cubicBezTo>
                  <a:cubicBezTo>
                    <a:pt x="74" y="77"/>
                    <a:pt x="78" y="74"/>
                    <a:pt x="82"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5"/>
            <p:cNvSpPr/>
            <p:nvPr/>
          </p:nvSpPr>
          <p:spPr>
            <a:xfrm>
              <a:off x="54365" y="-698255"/>
              <a:ext cx="4320" cy="7560"/>
            </a:xfrm>
            <a:custGeom>
              <a:rect b="b" l="l" r="r" t="t"/>
              <a:pathLst>
                <a:path extrusionOk="0" h="21" w="12">
                  <a:moveTo>
                    <a:pt x="2" y="19"/>
                  </a:moveTo>
                  <a:cubicBezTo>
                    <a:pt x="3" y="17"/>
                    <a:pt x="4" y="15"/>
                    <a:pt x="5" y="13"/>
                  </a:cubicBezTo>
                  <a:cubicBezTo>
                    <a:pt x="6" y="10"/>
                    <a:pt x="9" y="8"/>
                    <a:pt x="11" y="5"/>
                  </a:cubicBezTo>
                  <a:cubicBezTo>
                    <a:pt x="11" y="4"/>
                    <a:pt x="11" y="2"/>
                    <a:pt x="11" y="0"/>
                  </a:cubicBezTo>
                  <a:cubicBezTo>
                    <a:pt x="7" y="3"/>
                    <a:pt x="3" y="7"/>
                    <a:pt x="0" y="11"/>
                  </a:cubicBezTo>
                  <a:cubicBezTo>
                    <a:pt x="0" y="13"/>
                    <a:pt x="1" y="15"/>
                    <a:pt x="2" y="18"/>
                  </a:cubicBezTo>
                  <a:cubicBezTo>
                    <a:pt x="2" y="20"/>
                    <a:pt x="2" y="19"/>
                    <a:pt x="2"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5"/>
            <p:cNvSpPr/>
            <p:nvPr/>
          </p:nvSpPr>
          <p:spPr>
            <a:xfrm>
              <a:off x="55085" y="-696455"/>
              <a:ext cx="3600" cy="6120"/>
            </a:xfrm>
            <a:custGeom>
              <a:rect b="b" l="l" r="r" t="t"/>
              <a:pathLst>
                <a:path extrusionOk="0" h="17" w="10">
                  <a:moveTo>
                    <a:pt x="0" y="14"/>
                  </a:moveTo>
                  <a:cubicBezTo>
                    <a:pt x="1" y="14"/>
                    <a:pt x="1" y="15"/>
                    <a:pt x="2" y="15"/>
                  </a:cubicBezTo>
                  <a:cubicBezTo>
                    <a:pt x="2" y="15"/>
                    <a:pt x="3" y="16"/>
                    <a:pt x="4" y="16"/>
                  </a:cubicBezTo>
                  <a:cubicBezTo>
                    <a:pt x="5" y="16"/>
                    <a:pt x="5" y="15"/>
                    <a:pt x="6" y="15"/>
                  </a:cubicBezTo>
                  <a:cubicBezTo>
                    <a:pt x="7" y="15"/>
                    <a:pt x="7" y="15"/>
                    <a:pt x="8" y="14"/>
                  </a:cubicBezTo>
                  <a:cubicBezTo>
                    <a:pt x="9" y="13"/>
                    <a:pt x="8" y="12"/>
                    <a:pt x="8" y="12"/>
                  </a:cubicBezTo>
                  <a:cubicBezTo>
                    <a:pt x="8" y="10"/>
                    <a:pt x="8" y="8"/>
                    <a:pt x="8" y="6"/>
                  </a:cubicBezTo>
                  <a:cubicBezTo>
                    <a:pt x="8" y="4"/>
                    <a:pt x="8" y="2"/>
                    <a:pt x="8" y="0"/>
                  </a:cubicBezTo>
                  <a:cubicBezTo>
                    <a:pt x="6" y="2"/>
                    <a:pt x="5" y="4"/>
                    <a:pt x="3" y="7"/>
                  </a:cubicBezTo>
                  <a:cubicBezTo>
                    <a:pt x="2" y="9"/>
                    <a:pt x="1" y="11"/>
                    <a:pt x="0"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5"/>
            <p:cNvSpPr/>
            <p:nvPr/>
          </p:nvSpPr>
          <p:spPr>
            <a:xfrm>
              <a:off x="18365" y="-781055"/>
              <a:ext cx="130680" cy="59400"/>
            </a:xfrm>
            <a:custGeom>
              <a:rect b="b" l="l" r="r" t="t"/>
              <a:pathLst>
                <a:path extrusionOk="0" h="165" w="363">
                  <a:moveTo>
                    <a:pt x="50" y="151"/>
                  </a:moveTo>
                  <a:cubicBezTo>
                    <a:pt x="52" y="153"/>
                    <a:pt x="54" y="155"/>
                    <a:pt x="55" y="157"/>
                  </a:cubicBezTo>
                  <a:cubicBezTo>
                    <a:pt x="57" y="160"/>
                    <a:pt x="57" y="162"/>
                    <a:pt x="58" y="164"/>
                  </a:cubicBezTo>
                  <a:cubicBezTo>
                    <a:pt x="107" y="164"/>
                    <a:pt x="159" y="136"/>
                    <a:pt x="208" y="146"/>
                  </a:cubicBezTo>
                  <a:cubicBezTo>
                    <a:pt x="251" y="155"/>
                    <a:pt x="311" y="150"/>
                    <a:pt x="355" y="148"/>
                  </a:cubicBezTo>
                  <a:cubicBezTo>
                    <a:pt x="361" y="148"/>
                    <a:pt x="362" y="139"/>
                    <a:pt x="355" y="139"/>
                  </a:cubicBezTo>
                  <a:cubicBezTo>
                    <a:pt x="301" y="136"/>
                    <a:pt x="249" y="121"/>
                    <a:pt x="196" y="119"/>
                  </a:cubicBezTo>
                  <a:cubicBezTo>
                    <a:pt x="174" y="116"/>
                    <a:pt x="152" y="114"/>
                    <a:pt x="130" y="114"/>
                  </a:cubicBezTo>
                  <a:cubicBezTo>
                    <a:pt x="102" y="116"/>
                    <a:pt x="75" y="123"/>
                    <a:pt x="46" y="123"/>
                  </a:cubicBezTo>
                  <a:cubicBezTo>
                    <a:pt x="46" y="120"/>
                    <a:pt x="46" y="116"/>
                    <a:pt x="46" y="112"/>
                  </a:cubicBezTo>
                  <a:cubicBezTo>
                    <a:pt x="46" y="109"/>
                    <a:pt x="46" y="105"/>
                    <a:pt x="46" y="101"/>
                  </a:cubicBezTo>
                  <a:lnTo>
                    <a:pt x="32" y="100"/>
                  </a:lnTo>
                  <a:cubicBezTo>
                    <a:pt x="10" y="99"/>
                    <a:pt x="14" y="64"/>
                    <a:pt x="36" y="66"/>
                  </a:cubicBezTo>
                  <a:lnTo>
                    <a:pt x="42" y="68"/>
                  </a:lnTo>
                  <a:cubicBezTo>
                    <a:pt x="42" y="67"/>
                    <a:pt x="41" y="66"/>
                    <a:pt x="41" y="65"/>
                  </a:cubicBezTo>
                  <a:cubicBezTo>
                    <a:pt x="40" y="64"/>
                    <a:pt x="40" y="63"/>
                    <a:pt x="40" y="63"/>
                  </a:cubicBezTo>
                  <a:cubicBezTo>
                    <a:pt x="39" y="62"/>
                    <a:pt x="39" y="61"/>
                    <a:pt x="39" y="61"/>
                  </a:cubicBezTo>
                  <a:cubicBezTo>
                    <a:pt x="34" y="53"/>
                    <a:pt x="31" y="44"/>
                    <a:pt x="31" y="34"/>
                  </a:cubicBezTo>
                  <a:cubicBezTo>
                    <a:pt x="31" y="27"/>
                    <a:pt x="33" y="21"/>
                    <a:pt x="35" y="14"/>
                  </a:cubicBezTo>
                  <a:cubicBezTo>
                    <a:pt x="34" y="14"/>
                    <a:pt x="33" y="14"/>
                    <a:pt x="32" y="14"/>
                  </a:cubicBezTo>
                  <a:cubicBezTo>
                    <a:pt x="26" y="14"/>
                    <a:pt x="20" y="13"/>
                    <a:pt x="15" y="10"/>
                  </a:cubicBezTo>
                  <a:cubicBezTo>
                    <a:pt x="13" y="8"/>
                    <a:pt x="10" y="7"/>
                    <a:pt x="8" y="5"/>
                  </a:cubicBezTo>
                  <a:cubicBezTo>
                    <a:pt x="8" y="4"/>
                    <a:pt x="8" y="4"/>
                    <a:pt x="8" y="4"/>
                  </a:cubicBezTo>
                  <a:cubicBezTo>
                    <a:pt x="7" y="3"/>
                    <a:pt x="7" y="1"/>
                    <a:pt x="6" y="0"/>
                  </a:cubicBezTo>
                  <a:cubicBezTo>
                    <a:pt x="2" y="10"/>
                    <a:pt x="0" y="21"/>
                    <a:pt x="0" y="32"/>
                  </a:cubicBezTo>
                  <a:cubicBezTo>
                    <a:pt x="0" y="37"/>
                    <a:pt x="0" y="42"/>
                    <a:pt x="1" y="46"/>
                  </a:cubicBezTo>
                  <a:cubicBezTo>
                    <a:pt x="1" y="47"/>
                    <a:pt x="1" y="47"/>
                    <a:pt x="1" y="48"/>
                  </a:cubicBezTo>
                  <a:cubicBezTo>
                    <a:pt x="1" y="55"/>
                    <a:pt x="3" y="63"/>
                    <a:pt x="7" y="70"/>
                  </a:cubicBezTo>
                  <a:cubicBezTo>
                    <a:pt x="7" y="71"/>
                    <a:pt x="8" y="71"/>
                    <a:pt x="8" y="72"/>
                  </a:cubicBezTo>
                  <a:cubicBezTo>
                    <a:pt x="18" y="90"/>
                    <a:pt x="10" y="122"/>
                    <a:pt x="11" y="142"/>
                  </a:cubicBezTo>
                  <a:cubicBezTo>
                    <a:pt x="11" y="146"/>
                    <a:pt x="13" y="149"/>
                    <a:pt x="14" y="151"/>
                  </a:cubicBezTo>
                  <a:cubicBezTo>
                    <a:pt x="16" y="154"/>
                    <a:pt x="18" y="157"/>
                    <a:pt x="21" y="159"/>
                  </a:cubicBezTo>
                  <a:lnTo>
                    <a:pt x="28" y="161"/>
                  </a:lnTo>
                  <a:lnTo>
                    <a:pt x="28" y="159"/>
                  </a:lnTo>
                  <a:cubicBezTo>
                    <a:pt x="25" y="141"/>
                    <a:pt x="42" y="140"/>
                    <a:pt x="5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5"/>
            <p:cNvSpPr/>
            <p:nvPr/>
          </p:nvSpPr>
          <p:spPr>
            <a:xfrm>
              <a:off x="27725" y="-730655"/>
              <a:ext cx="11880" cy="9000"/>
            </a:xfrm>
            <a:custGeom>
              <a:rect b="b" l="l" r="r" t="t"/>
              <a:pathLst>
                <a:path extrusionOk="0" h="25" w="33">
                  <a:moveTo>
                    <a:pt x="32" y="23"/>
                  </a:moveTo>
                  <a:cubicBezTo>
                    <a:pt x="31" y="22"/>
                    <a:pt x="30" y="20"/>
                    <a:pt x="29" y="18"/>
                  </a:cubicBezTo>
                  <a:cubicBezTo>
                    <a:pt x="28" y="15"/>
                    <a:pt x="26" y="13"/>
                    <a:pt x="24" y="11"/>
                  </a:cubicBezTo>
                  <a:cubicBezTo>
                    <a:pt x="16" y="0"/>
                    <a:pt x="0" y="2"/>
                    <a:pt x="3" y="18"/>
                  </a:cubicBezTo>
                  <a:lnTo>
                    <a:pt x="3" y="20"/>
                  </a:lnTo>
                  <a:cubicBezTo>
                    <a:pt x="11" y="22"/>
                    <a:pt x="20" y="24"/>
                    <a:pt x="29" y="24"/>
                  </a:cubicBezTo>
                  <a:cubicBezTo>
                    <a:pt x="30" y="24"/>
                    <a:pt x="31" y="24"/>
                    <a:pt x="3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5"/>
            <p:cNvSpPr/>
            <p:nvPr/>
          </p:nvSpPr>
          <p:spPr>
            <a:xfrm>
              <a:off x="9005" y="-814535"/>
              <a:ext cx="70920" cy="38520"/>
            </a:xfrm>
            <a:custGeom>
              <a:rect b="b" l="l" r="r" t="t"/>
              <a:pathLst>
                <a:path extrusionOk="0" h="107" w="197">
                  <a:moveTo>
                    <a:pt x="59" y="77"/>
                  </a:moveTo>
                  <a:cubicBezTo>
                    <a:pt x="61" y="78"/>
                    <a:pt x="63" y="79"/>
                    <a:pt x="64" y="80"/>
                  </a:cubicBezTo>
                  <a:cubicBezTo>
                    <a:pt x="67" y="81"/>
                    <a:pt x="69" y="83"/>
                    <a:pt x="72" y="85"/>
                  </a:cubicBezTo>
                  <a:cubicBezTo>
                    <a:pt x="72" y="86"/>
                    <a:pt x="73" y="87"/>
                    <a:pt x="74" y="88"/>
                  </a:cubicBezTo>
                  <a:cubicBezTo>
                    <a:pt x="74" y="89"/>
                    <a:pt x="75" y="90"/>
                    <a:pt x="75" y="91"/>
                  </a:cubicBezTo>
                  <a:cubicBezTo>
                    <a:pt x="75" y="92"/>
                    <a:pt x="74" y="93"/>
                    <a:pt x="74" y="94"/>
                  </a:cubicBezTo>
                  <a:cubicBezTo>
                    <a:pt x="73" y="95"/>
                    <a:pt x="72" y="95"/>
                    <a:pt x="72" y="96"/>
                  </a:cubicBezTo>
                  <a:cubicBezTo>
                    <a:pt x="69" y="98"/>
                    <a:pt x="66" y="101"/>
                    <a:pt x="64" y="104"/>
                  </a:cubicBezTo>
                  <a:cubicBezTo>
                    <a:pt x="64" y="104"/>
                    <a:pt x="63" y="105"/>
                    <a:pt x="63" y="106"/>
                  </a:cubicBezTo>
                  <a:cubicBezTo>
                    <a:pt x="76" y="106"/>
                    <a:pt x="90" y="104"/>
                    <a:pt x="98" y="106"/>
                  </a:cubicBezTo>
                  <a:cubicBezTo>
                    <a:pt x="128" y="106"/>
                    <a:pt x="159" y="104"/>
                    <a:pt x="189" y="100"/>
                  </a:cubicBezTo>
                  <a:cubicBezTo>
                    <a:pt x="195" y="100"/>
                    <a:pt x="196" y="91"/>
                    <a:pt x="189" y="91"/>
                  </a:cubicBezTo>
                  <a:cubicBezTo>
                    <a:pt x="150" y="89"/>
                    <a:pt x="108" y="78"/>
                    <a:pt x="69" y="78"/>
                  </a:cubicBezTo>
                  <a:cubicBezTo>
                    <a:pt x="52" y="78"/>
                    <a:pt x="61" y="67"/>
                    <a:pt x="54" y="56"/>
                  </a:cubicBezTo>
                  <a:cubicBezTo>
                    <a:pt x="49" y="50"/>
                    <a:pt x="43" y="45"/>
                    <a:pt x="39" y="38"/>
                  </a:cubicBezTo>
                  <a:cubicBezTo>
                    <a:pt x="38" y="37"/>
                    <a:pt x="38" y="36"/>
                    <a:pt x="37" y="34"/>
                  </a:cubicBezTo>
                  <a:cubicBezTo>
                    <a:pt x="35" y="35"/>
                    <a:pt x="32" y="36"/>
                    <a:pt x="30" y="36"/>
                  </a:cubicBezTo>
                  <a:cubicBezTo>
                    <a:pt x="26" y="36"/>
                    <a:pt x="22" y="36"/>
                    <a:pt x="20" y="34"/>
                  </a:cubicBezTo>
                  <a:cubicBezTo>
                    <a:pt x="17" y="32"/>
                    <a:pt x="15" y="30"/>
                    <a:pt x="14" y="27"/>
                  </a:cubicBezTo>
                  <a:cubicBezTo>
                    <a:pt x="12" y="24"/>
                    <a:pt x="11" y="21"/>
                    <a:pt x="11" y="18"/>
                  </a:cubicBezTo>
                  <a:cubicBezTo>
                    <a:pt x="11" y="15"/>
                    <a:pt x="12" y="12"/>
                    <a:pt x="13" y="9"/>
                  </a:cubicBezTo>
                  <a:cubicBezTo>
                    <a:pt x="15" y="6"/>
                    <a:pt x="18" y="3"/>
                    <a:pt x="20" y="0"/>
                  </a:cubicBezTo>
                  <a:cubicBezTo>
                    <a:pt x="0" y="11"/>
                    <a:pt x="2" y="28"/>
                    <a:pt x="9" y="47"/>
                  </a:cubicBezTo>
                  <a:cubicBezTo>
                    <a:pt x="12" y="56"/>
                    <a:pt x="21" y="60"/>
                    <a:pt x="26" y="67"/>
                  </a:cubicBezTo>
                  <a:cubicBezTo>
                    <a:pt x="31" y="74"/>
                    <a:pt x="31" y="84"/>
                    <a:pt x="35" y="92"/>
                  </a:cubicBezTo>
                  <a:cubicBezTo>
                    <a:pt x="35" y="91"/>
                    <a:pt x="35" y="91"/>
                    <a:pt x="36" y="90"/>
                  </a:cubicBezTo>
                  <a:cubicBezTo>
                    <a:pt x="38" y="86"/>
                    <a:pt x="40" y="83"/>
                    <a:pt x="43" y="80"/>
                  </a:cubicBezTo>
                  <a:cubicBezTo>
                    <a:pt x="44" y="79"/>
                    <a:pt x="44" y="79"/>
                    <a:pt x="45" y="78"/>
                  </a:cubicBezTo>
                  <a:cubicBezTo>
                    <a:pt x="48" y="77"/>
                    <a:pt x="50" y="76"/>
                    <a:pt x="53" y="76"/>
                  </a:cubicBezTo>
                  <a:cubicBezTo>
                    <a:pt x="55" y="76"/>
                    <a:pt x="57" y="77"/>
                    <a:pt x="59"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5"/>
            <p:cNvSpPr/>
            <p:nvPr/>
          </p:nvSpPr>
          <p:spPr>
            <a:xfrm>
              <a:off x="20525" y="-787175"/>
              <a:ext cx="15480" cy="11160"/>
            </a:xfrm>
            <a:custGeom>
              <a:rect b="b" l="l" r="r" t="t"/>
              <a:pathLst>
                <a:path extrusionOk="0" h="31" w="43">
                  <a:moveTo>
                    <a:pt x="30" y="30"/>
                  </a:moveTo>
                  <a:cubicBezTo>
                    <a:pt x="31" y="29"/>
                    <a:pt x="31" y="29"/>
                    <a:pt x="31" y="28"/>
                  </a:cubicBezTo>
                  <a:cubicBezTo>
                    <a:pt x="33" y="25"/>
                    <a:pt x="36" y="22"/>
                    <a:pt x="39" y="20"/>
                  </a:cubicBezTo>
                  <a:cubicBezTo>
                    <a:pt x="40" y="20"/>
                    <a:pt x="40" y="19"/>
                    <a:pt x="41" y="18"/>
                  </a:cubicBezTo>
                  <a:cubicBezTo>
                    <a:pt x="41" y="17"/>
                    <a:pt x="42" y="16"/>
                    <a:pt x="42" y="15"/>
                  </a:cubicBezTo>
                  <a:cubicBezTo>
                    <a:pt x="42" y="14"/>
                    <a:pt x="41" y="13"/>
                    <a:pt x="41" y="12"/>
                  </a:cubicBezTo>
                  <a:cubicBezTo>
                    <a:pt x="40" y="11"/>
                    <a:pt x="40" y="10"/>
                    <a:pt x="39" y="10"/>
                  </a:cubicBezTo>
                  <a:cubicBezTo>
                    <a:pt x="37" y="8"/>
                    <a:pt x="34" y="6"/>
                    <a:pt x="32" y="4"/>
                  </a:cubicBezTo>
                  <a:cubicBezTo>
                    <a:pt x="30" y="3"/>
                    <a:pt x="28" y="2"/>
                    <a:pt x="26" y="2"/>
                  </a:cubicBezTo>
                  <a:cubicBezTo>
                    <a:pt x="24" y="0"/>
                    <a:pt x="21" y="0"/>
                    <a:pt x="19" y="0"/>
                  </a:cubicBezTo>
                  <a:cubicBezTo>
                    <a:pt x="16" y="0"/>
                    <a:pt x="14" y="0"/>
                    <a:pt x="11" y="2"/>
                  </a:cubicBezTo>
                  <a:cubicBezTo>
                    <a:pt x="10" y="2"/>
                    <a:pt x="9" y="3"/>
                    <a:pt x="8" y="4"/>
                  </a:cubicBezTo>
                  <a:cubicBezTo>
                    <a:pt x="6" y="7"/>
                    <a:pt x="3" y="11"/>
                    <a:pt x="1" y="14"/>
                  </a:cubicBezTo>
                  <a:cubicBezTo>
                    <a:pt x="1" y="15"/>
                    <a:pt x="1" y="15"/>
                    <a:pt x="0" y="16"/>
                  </a:cubicBezTo>
                  <a:cubicBezTo>
                    <a:pt x="1" y="17"/>
                    <a:pt x="1" y="18"/>
                    <a:pt x="2" y="19"/>
                  </a:cubicBezTo>
                  <a:cubicBezTo>
                    <a:pt x="2" y="20"/>
                    <a:pt x="2" y="20"/>
                    <a:pt x="2" y="20"/>
                  </a:cubicBezTo>
                  <a:cubicBezTo>
                    <a:pt x="4" y="22"/>
                    <a:pt x="7" y="24"/>
                    <a:pt x="9" y="25"/>
                  </a:cubicBezTo>
                  <a:cubicBezTo>
                    <a:pt x="14" y="28"/>
                    <a:pt x="20" y="30"/>
                    <a:pt x="27" y="30"/>
                  </a:cubicBezTo>
                  <a:cubicBezTo>
                    <a:pt x="28" y="30"/>
                    <a:pt x="29" y="30"/>
                    <a:pt x="3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5"/>
            <p:cNvSpPr/>
            <p:nvPr/>
          </p:nvSpPr>
          <p:spPr>
            <a:xfrm>
              <a:off x="21605" y="-824975"/>
              <a:ext cx="146880" cy="23040"/>
            </a:xfrm>
            <a:custGeom>
              <a:rect b="b" l="l" r="r" t="t"/>
              <a:pathLst>
                <a:path extrusionOk="0" h="64" w="408">
                  <a:moveTo>
                    <a:pt x="120" y="28"/>
                  </a:moveTo>
                  <a:cubicBezTo>
                    <a:pt x="215" y="26"/>
                    <a:pt x="309" y="23"/>
                    <a:pt x="404" y="20"/>
                  </a:cubicBezTo>
                  <a:lnTo>
                    <a:pt x="405" y="20"/>
                  </a:lnTo>
                  <a:cubicBezTo>
                    <a:pt x="406" y="19"/>
                    <a:pt x="407" y="19"/>
                    <a:pt x="407" y="18"/>
                  </a:cubicBezTo>
                  <a:cubicBezTo>
                    <a:pt x="407" y="17"/>
                    <a:pt x="407" y="17"/>
                    <a:pt x="407" y="16"/>
                  </a:cubicBezTo>
                  <a:cubicBezTo>
                    <a:pt x="407" y="15"/>
                    <a:pt x="407" y="15"/>
                    <a:pt x="407" y="14"/>
                  </a:cubicBezTo>
                  <a:cubicBezTo>
                    <a:pt x="407" y="14"/>
                    <a:pt x="406" y="14"/>
                    <a:pt x="405" y="13"/>
                  </a:cubicBezTo>
                  <a:cubicBezTo>
                    <a:pt x="404" y="12"/>
                    <a:pt x="404" y="12"/>
                    <a:pt x="404" y="12"/>
                  </a:cubicBezTo>
                  <a:cubicBezTo>
                    <a:pt x="340" y="10"/>
                    <a:pt x="276" y="7"/>
                    <a:pt x="212" y="4"/>
                  </a:cubicBezTo>
                  <a:cubicBezTo>
                    <a:pt x="189" y="2"/>
                    <a:pt x="166" y="0"/>
                    <a:pt x="143" y="0"/>
                  </a:cubicBezTo>
                  <a:cubicBezTo>
                    <a:pt x="125" y="0"/>
                    <a:pt x="106" y="1"/>
                    <a:pt x="88" y="3"/>
                  </a:cubicBezTo>
                  <a:cubicBezTo>
                    <a:pt x="53" y="9"/>
                    <a:pt x="29" y="0"/>
                    <a:pt x="8" y="10"/>
                  </a:cubicBezTo>
                  <a:cubicBezTo>
                    <a:pt x="8" y="12"/>
                    <a:pt x="8" y="14"/>
                    <a:pt x="8" y="16"/>
                  </a:cubicBezTo>
                  <a:cubicBezTo>
                    <a:pt x="8" y="20"/>
                    <a:pt x="7" y="23"/>
                    <a:pt x="6" y="27"/>
                  </a:cubicBezTo>
                  <a:cubicBezTo>
                    <a:pt x="5" y="28"/>
                    <a:pt x="4" y="29"/>
                    <a:pt x="3" y="30"/>
                  </a:cubicBezTo>
                  <a:cubicBezTo>
                    <a:pt x="2" y="30"/>
                    <a:pt x="1" y="31"/>
                    <a:pt x="0" y="31"/>
                  </a:cubicBezTo>
                  <a:cubicBezTo>
                    <a:pt x="1" y="32"/>
                    <a:pt x="2" y="33"/>
                    <a:pt x="3" y="34"/>
                  </a:cubicBezTo>
                  <a:cubicBezTo>
                    <a:pt x="5" y="37"/>
                    <a:pt x="5" y="40"/>
                    <a:pt x="5" y="43"/>
                  </a:cubicBezTo>
                  <a:cubicBezTo>
                    <a:pt x="5" y="46"/>
                    <a:pt x="5" y="49"/>
                    <a:pt x="3" y="52"/>
                  </a:cubicBezTo>
                  <a:cubicBezTo>
                    <a:pt x="3" y="52"/>
                    <a:pt x="2" y="53"/>
                    <a:pt x="2" y="54"/>
                  </a:cubicBezTo>
                  <a:cubicBezTo>
                    <a:pt x="2" y="57"/>
                    <a:pt x="2" y="60"/>
                    <a:pt x="3" y="63"/>
                  </a:cubicBezTo>
                  <a:lnTo>
                    <a:pt x="4" y="63"/>
                  </a:lnTo>
                  <a:cubicBezTo>
                    <a:pt x="5" y="62"/>
                    <a:pt x="6" y="61"/>
                    <a:pt x="7" y="60"/>
                  </a:cubicBezTo>
                  <a:cubicBezTo>
                    <a:pt x="32" y="29"/>
                    <a:pt x="79" y="29"/>
                    <a:pt x="12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5"/>
            <p:cNvSpPr/>
            <p:nvPr/>
          </p:nvSpPr>
          <p:spPr>
            <a:xfrm>
              <a:off x="16205" y="-816335"/>
              <a:ext cx="2160" cy="2160"/>
            </a:xfrm>
            <a:custGeom>
              <a:rect b="b" l="l" r="r" t="t"/>
              <a:pathLst>
                <a:path extrusionOk="0" h="6" w="6">
                  <a:moveTo>
                    <a:pt x="5" y="3"/>
                  </a:moveTo>
                  <a:lnTo>
                    <a:pt x="3" y="0"/>
                  </a:lnTo>
                  <a:lnTo>
                    <a:pt x="0" y="5"/>
                  </a:lnTo>
                  <a:cubicBezTo>
                    <a:pt x="1" y="4"/>
                    <a:pt x="3"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5"/>
            <p:cNvSpPr/>
            <p:nvPr/>
          </p:nvSpPr>
          <p:spPr>
            <a:xfrm>
              <a:off x="13325" y="-814895"/>
              <a:ext cx="10080" cy="13320"/>
            </a:xfrm>
            <a:custGeom>
              <a:rect b="b" l="l" r="r" t="t"/>
              <a:pathLst>
                <a:path extrusionOk="0" h="37" w="28">
                  <a:moveTo>
                    <a:pt x="25" y="35"/>
                  </a:moveTo>
                  <a:cubicBezTo>
                    <a:pt x="24" y="32"/>
                    <a:pt x="24" y="29"/>
                    <a:pt x="24" y="26"/>
                  </a:cubicBezTo>
                  <a:cubicBezTo>
                    <a:pt x="24" y="25"/>
                    <a:pt x="25" y="24"/>
                    <a:pt x="25" y="24"/>
                  </a:cubicBezTo>
                  <a:cubicBezTo>
                    <a:pt x="27" y="21"/>
                    <a:pt x="27" y="18"/>
                    <a:pt x="27" y="15"/>
                  </a:cubicBezTo>
                  <a:cubicBezTo>
                    <a:pt x="27" y="12"/>
                    <a:pt x="27" y="9"/>
                    <a:pt x="25" y="6"/>
                  </a:cubicBezTo>
                  <a:cubicBezTo>
                    <a:pt x="24" y="5"/>
                    <a:pt x="24" y="4"/>
                    <a:pt x="22" y="3"/>
                  </a:cubicBezTo>
                  <a:cubicBezTo>
                    <a:pt x="22" y="3"/>
                    <a:pt x="21" y="3"/>
                    <a:pt x="20" y="3"/>
                  </a:cubicBezTo>
                  <a:cubicBezTo>
                    <a:pt x="19" y="3"/>
                    <a:pt x="17" y="3"/>
                    <a:pt x="16" y="2"/>
                  </a:cubicBezTo>
                  <a:cubicBezTo>
                    <a:pt x="15" y="1"/>
                    <a:pt x="14" y="1"/>
                    <a:pt x="13" y="0"/>
                  </a:cubicBezTo>
                  <a:cubicBezTo>
                    <a:pt x="12" y="0"/>
                    <a:pt x="10" y="0"/>
                    <a:pt x="8" y="1"/>
                  </a:cubicBezTo>
                  <a:cubicBezTo>
                    <a:pt x="6" y="4"/>
                    <a:pt x="3" y="7"/>
                    <a:pt x="1" y="11"/>
                  </a:cubicBezTo>
                  <a:cubicBezTo>
                    <a:pt x="0" y="13"/>
                    <a:pt x="0" y="15"/>
                    <a:pt x="0" y="18"/>
                  </a:cubicBezTo>
                  <a:cubicBezTo>
                    <a:pt x="0" y="21"/>
                    <a:pt x="0" y="24"/>
                    <a:pt x="2" y="27"/>
                  </a:cubicBezTo>
                  <a:cubicBezTo>
                    <a:pt x="4" y="30"/>
                    <a:pt x="6" y="32"/>
                    <a:pt x="9" y="34"/>
                  </a:cubicBezTo>
                  <a:cubicBezTo>
                    <a:pt x="12" y="36"/>
                    <a:pt x="15" y="36"/>
                    <a:pt x="18" y="36"/>
                  </a:cubicBezTo>
                  <a:cubicBezTo>
                    <a:pt x="20" y="36"/>
                    <a:pt x="23" y="36"/>
                    <a:pt x="25"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5"/>
            <p:cNvSpPr/>
            <p:nvPr/>
          </p:nvSpPr>
          <p:spPr>
            <a:xfrm>
              <a:off x="5405" y="-852695"/>
              <a:ext cx="19080" cy="36720"/>
            </a:xfrm>
            <a:custGeom>
              <a:rect b="b" l="l" r="r" t="t"/>
              <a:pathLst>
                <a:path extrusionOk="0" h="102" w="53">
                  <a:moveTo>
                    <a:pt x="52" y="87"/>
                  </a:moveTo>
                  <a:cubicBezTo>
                    <a:pt x="50" y="83"/>
                    <a:pt x="48" y="80"/>
                    <a:pt x="46" y="76"/>
                  </a:cubicBezTo>
                  <a:cubicBezTo>
                    <a:pt x="43" y="70"/>
                    <a:pt x="38" y="64"/>
                    <a:pt x="33" y="59"/>
                  </a:cubicBezTo>
                  <a:cubicBezTo>
                    <a:pt x="25" y="48"/>
                    <a:pt x="28" y="38"/>
                    <a:pt x="27" y="24"/>
                  </a:cubicBezTo>
                  <a:cubicBezTo>
                    <a:pt x="27" y="20"/>
                    <a:pt x="27" y="16"/>
                    <a:pt x="28" y="13"/>
                  </a:cubicBezTo>
                  <a:cubicBezTo>
                    <a:pt x="25" y="11"/>
                    <a:pt x="21" y="10"/>
                    <a:pt x="18" y="8"/>
                  </a:cubicBezTo>
                  <a:cubicBezTo>
                    <a:pt x="14" y="6"/>
                    <a:pt x="11" y="3"/>
                    <a:pt x="7" y="0"/>
                  </a:cubicBezTo>
                  <a:cubicBezTo>
                    <a:pt x="2" y="10"/>
                    <a:pt x="0" y="22"/>
                    <a:pt x="0" y="33"/>
                  </a:cubicBezTo>
                  <a:cubicBezTo>
                    <a:pt x="0" y="40"/>
                    <a:pt x="1" y="47"/>
                    <a:pt x="3" y="53"/>
                  </a:cubicBezTo>
                  <a:cubicBezTo>
                    <a:pt x="4" y="58"/>
                    <a:pt x="6" y="62"/>
                    <a:pt x="8" y="66"/>
                  </a:cubicBezTo>
                  <a:cubicBezTo>
                    <a:pt x="11" y="70"/>
                    <a:pt x="14" y="75"/>
                    <a:pt x="18" y="78"/>
                  </a:cubicBezTo>
                  <a:cubicBezTo>
                    <a:pt x="23" y="85"/>
                    <a:pt x="28" y="92"/>
                    <a:pt x="32" y="99"/>
                  </a:cubicBezTo>
                  <a:cubicBezTo>
                    <a:pt x="33" y="100"/>
                    <a:pt x="33" y="101"/>
                    <a:pt x="33" y="101"/>
                  </a:cubicBezTo>
                  <a:cubicBezTo>
                    <a:pt x="37" y="96"/>
                    <a:pt x="42" y="92"/>
                    <a:pt x="48" y="89"/>
                  </a:cubicBezTo>
                  <a:cubicBezTo>
                    <a:pt x="49" y="89"/>
                    <a:pt x="50" y="88"/>
                    <a:pt x="52"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5"/>
            <p:cNvSpPr/>
            <p:nvPr/>
          </p:nvSpPr>
          <p:spPr>
            <a:xfrm>
              <a:off x="17285" y="-821375"/>
              <a:ext cx="7200" cy="7920"/>
            </a:xfrm>
            <a:custGeom>
              <a:rect b="b" l="l" r="r" t="t"/>
              <a:pathLst>
                <a:path extrusionOk="0" h="22" w="20">
                  <a:moveTo>
                    <a:pt x="11" y="21"/>
                  </a:moveTo>
                  <a:cubicBezTo>
                    <a:pt x="12" y="21"/>
                    <a:pt x="13" y="20"/>
                    <a:pt x="13" y="20"/>
                  </a:cubicBezTo>
                  <a:cubicBezTo>
                    <a:pt x="15" y="19"/>
                    <a:pt x="16" y="18"/>
                    <a:pt x="16" y="17"/>
                  </a:cubicBezTo>
                  <a:lnTo>
                    <a:pt x="17" y="17"/>
                  </a:lnTo>
                  <a:cubicBezTo>
                    <a:pt x="18" y="13"/>
                    <a:pt x="19" y="10"/>
                    <a:pt x="19" y="6"/>
                  </a:cubicBezTo>
                  <a:cubicBezTo>
                    <a:pt x="19" y="4"/>
                    <a:pt x="19" y="2"/>
                    <a:pt x="18" y="0"/>
                  </a:cubicBezTo>
                  <a:cubicBezTo>
                    <a:pt x="17" y="1"/>
                    <a:pt x="16" y="2"/>
                    <a:pt x="14" y="2"/>
                  </a:cubicBezTo>
                  <a:cubicBezTo>
                    <a:pt x="9" y="5"/>
                    <a:pt x="4" y="10"/>
                    <a:pt x="0" y="14"/>
                  </a:cubicBezTo>
                  <a:lnTo>
                    <a:pt x="2" y="17"/>
                  </a:lnTo>
                  <a:cubicBezTo>
                    <a:pt x="4" y="17"/>
                    <a:pt x="6" y="17"/>
                    <a:pt x="8" y="19"/>
                  </a:cubicBezTo>
                  <a:cubicBezTo>
                    <a:pt x="9" y="20"/>
                    <a:pt x="10" y="20"/>
                    <a:pt x="1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5"/>
            <p:cNvSpPr/>
            <p:nvPr/>
          </p:nvSpPr>
          <p:spPr>
            <a:xfrm>
              <a:off x="18005" y="-815255"/>
              <a:ext cx="3600" cy="1440"/>
            </a:xfrm>
            <a:custGeom>
              <a:rect b="b" l="l" r="r" t="t"/>
              <a:pathLst>
                <a:path extrusionOk="0" h="4" w="10">
                  <a:moveTo>
                    <a:pt x="0" y="0"/>
                  </a:moveTo>
                  <a:cubicBezTo>
                    <a:pt x="1" y="1"/>
                    <a:pt x="1" y="2"/>
                    <a:pt x="2" y="2"/>
                  </a:cubicBezTo>
                  <a:cubicBezTo>
                    <a:pt x="4" y="3"/>
                    <a:pt x="5" y="3"/>
                    <a:pt x="7" y="3"/>
                  </a:cubicBezTo>
                  <a:cubicBezTo>
                    <a:pt x="7" y="3"/>
                    <a:pt x="8" y="3"/>
                    <a:pt x="9" y="3"/>
                  </a:cubicBezTo>
                  <a:cubicBezTo>
                    <a:pt x="8" y="2"/>
                    <a:pt x="8" y="3"/>
                    <a:pt x="7" y="2"/>
                  </a:cubicBezTo>
                  <a:cubicBezTo>
                    <a:pt x="5" y="0"/>
                    <a:pt x="3" y="0"/>
                    <a:pt x="1" y="0"/>
                  </a:cubicBezTo>
                  <a:cubicBezTo>
                    <a:pt x="0"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5"/>
            <p:cNvSpPr/>
            <p:nvPr/>
          </p:nvSpPr>
          <p:spPr>
            <a:xfrm>
              <a:off x="49325" y="-837575"/>
              <a:ext cx="64440" cy="10440"/>
            </a:xfrm>
            <a:custGeom>
              <a:rect b="b" l="l" r="r" t="t"/>
              <a:pathLst>
                <a:path extrusionOk="0" h="29" w="179">
                  <a:moveTo>
                    <a:pt x="174" y="19"/>
                  </a:moveTo>
                  <a:cubicBezTo>
                    <a:pt x="141" y="17"/>
                    <a:pt x="109" y="13"/>
                    <a:pt x="77" y="8"/>
                  </a:cubicBezTo>
                  <a:cubicBezTo>
                    <a:pt x="61" y="3"/>
                    <a:pt x="44" y="0"/>
                    <a:pt x="27" y="0"/>
                  </a:cubicBezTo>
                  <a:cubicBezTo>
                    <a:pt x="19" y="0"/>
                    <a:pt x="11" y="1"/>
                    <a:pt x="4" y="2"/>
                  </a:cubicBezTo>
                  <a:cubicBezTo>
                    <a:pt x="3" y="2"/>
                    <a:pt x="3" y="1"/>
                    <a:pt x="2" y="2"/>
                  </a:cubicBezTo>
                  <a:cubicBezTo>
                    <a:pt x="1" y="3"/>
                    <a:pt x="2" y="3"/>
                    <a:pt x="1" y="4"/>
                  </a:cubicBezTo>
                  <a:cubicBezTo>
                    <a:pt x="0" y="5"/>
                    <a:pt x="0" y="5"/>
                    <a:pt x="0" y="6"/>
                  </a:cubicBezTo>
                  <a:cubicBezTo>
                    <a:pt x="0" y="7"/>
                    <a:pt x="0" y="7"/>
                    <a:pt x="1" y="8"/>
                  </a:cubicBezTo>
                  <a:cubicBezTo>
                    <a:pt x="2" y="9"/>
                    <a:pt x="1" y="9"/>
                    <a:pt x="2" y="10"/>
                  </a:cubicBezTo>
                  <a:cubicBezTo>
                    <a:pt x="3" y="11"/>
                    <a:pt x="3" y="10"/>
                    <a:pt x="4" y="10"/>
                  </a:cubicBezTo>
                  <a:cubicBezTo>
                    <a:pt x="45" y="22"/>
                    <a:pt x="87" y="28"/>
                    <a:pt x="130" y="28"/>
                  </a:cubicBezTo>
                  <a:cubicBezTo>
                    <a:pt x="145" y="28"/>
                    <a:pt x="159" y="28"/>
                    <a:pt x="174" y="26"/>
                  </a:cubicBezTo>
                  <a:cubicBezTo>
                    <a:pt x="178" y="26"/>
                    <a:pt x="178" y="19"/>
                    <a:pt x="17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5"/>
            <p:cNvSpPr/>
            <p:nvPr/>
          </p:nvSpPr>
          <p:spPr>
            <a:xfrm>
              <a:off x="5" y="-932615"/>
              <a:ext cx="84240" cy="89640"/>
            </a:xfrm>
            <a:custGeom>
              <a:rect b="b" l="l" r="r" t="t"/>
              <a:pathLst>
                <a:path extrusionOk="0" h="249" w="234">
                  <a:moveTo>
                    <a:pt x="42" y="225"/>
                  </a:moveTo>
                  <a:cubicBezTo>
                    <a:pt x="43" y="227"/>
                    <a:pt x="43" y="228"/>
                    <a:pt x="43" y="230"/>
                  </a:cubicBezTo>
                  <a:cubicBezTo>
                    <a:pt x="43" y="232"/>
                    <a:pt x="43" y="233"/>
                    <a:pt x="42" y="235"/>
                  </a:cubicBezTo>
                  <a:cubicBezTo>
                    <a:pt x="57" y="240"/>
                    <a:pt x="72" y="243"/>
                    <a:pt x="88" y="244"/>
                  </a:cubicBezTo>
                  <a:cubicBezTo>
                    <a:pt x="111" y="247"/>
                    <a:pt x="135" y="248"/>
                    <a:pt x="158" y="248"/>
                  </a:cubicBezTo>
                  <a:cubicBezTo>
                    <a:pt x="182" y="248"/>
                    <a:pt x="206" y="247"/>
                    <a:pt x="229" y="244"/>
                  </a:cubicBezTo>
                  <a:cubicBezTo>
                    <a:pt x="230" y="244"/>
                    <a:pt x="230" y="244"/>
                    <a:pt x="231" y="244"/>
                  </a:cubicBezTo>
                  <a:lnTo>
                    <a:pt x="232" y="243"/>
                  </a:lnTo>
                  <a:cubicBezTo>
                    <a:pt x="233" y="242"/>
                    <a:pt x="232" y="242"/>
                    <a:pt x="232" y="241"/>
                  </a:cubicBezTo>
                  <a:lnTo>
                    <a:pt x="232" y="240"/>
                  </a:lnTo>
                  <a:cubicBezTo>
                    <a:pt x="231" y="240"/>
                    <a:pt x="231" y="239"/>
                    <a:pt x="231" y="239"/>
                  </a:cubicBezTo>
                  <a:cubicBezTo>
                    <a:pt x="230" y="239"/>
                    <a:pt x="230" y="239"/>
                    <a:pt x="229" y="239"/>
                  </a:cubicBezTo>
                  <a:cubicBezTo>
                    <a:pt x="195" y="235"/>
                    <a:pt x="162" y="228"/>
                    <a:pt x="128" y="223"/>
                  </a:cubicBezTo>
                  <a:cubicBezTo>
                    <a:pt x="88" y="217"/>
                    <a:pt x="39" y="217"/>
                    <a:pt x="43" y="168"/>
                  </a:cubicBezTo>
                  <a:lnTo>
                    <a:pt x="33" y="168"/>
                  </a:lnTo>
                  <a:cubicBezTo>
                    <a:pt x="8" y="168"/>
                    <a:pt x="11" y="129"/>
                    <a:pt x="36" y="129"/>
                  </a:cubicBezTo>
                  <a:lnTo>
                    <a:pt x="44" y="129"/>
                  </a:lnTo>
                  <a:cubicBezTo>
                    <a:pt x="44" y="93"/>
                    <a:pt x="40" y="58"/>
                    <a:pt x="42" y="23"/>
                  </a:cubicBezTo>
                  <a:cubicBezTo>
                    <a:pt x="40" y="24"/>
                    <a:pt x="38" y="24"/>
                    <a:pt x="36" y="24"/>
                  </a:cubicBezTo>
                  <a:cubicBezTo>
                    <a:pt x="34" y="24"/>
                    <a:pt x="32" y="24"/>
                    <a:pt x="31" y="23"/>
                  </a:cubicBezTo>
                  <a:cubicBezTo>
                    <a:pt x="29" y="22"/>
                    <a:pt x="28" y="21"/>
                    <a:pt x="27" y="20"/>
                  </a:cubicBezTo>
                  <a:cubicBezTo>
                    <a:pt x="26" y="18"/>
                    <a:pt x="25" y="17"/>
                    <a:pt x="24" y="15"/>
                  </a:cubicBezTo>
                  <a:cubicBezTo>
                    <a:pt x="22" y="11"/>
                    <a:pt x="20" y="5"/>
                    <a:pt x="19" y="0"/>
                  </a:cubicBezTo>
                  <a:cubicBezTo>
                    <a:pt x="16" y="13"/>
                    <a:pt x="15" y="27"/>
                    <a:pt x="15" y="40"/>
                  </a:cubicBezTo>
                  <a:cubicBezTo>
                    <a:pt x="15" y="45"/>
                    <a:pt x="15" y="50"/>
                    <a:pt x="15" y="54"/>
                  </a:cubicBezTo>
                  <a:cubicBezTo>
                    <a:pt x="15" y="81"/>
                    <a:pt x="14" y="108"/>
                    <a:pt x="13" y="135"/>
                  </a:cubicBezTo>
                  <a:cubicBezTo>
                    <a:pt x="13" y="154"/>
                    <a:pt x="0" y="179"/>
                    <a:pt x="5" y="197"/>
                  </a:cubicBezTo>
                  <a:cubicBezTo>
                    <a:pt x="7" y="201"/>
                    <a:pt x="8" y="205"/>
                    <a:pt x="10" y="208"/>
                  </a:cubicBezTo>
                  <a:cubicBezTo>
                    <a:pt x="13" y="213"/>
                    <a:pt x="17" y="218"/>
                    <a:pt x="21" y="221"/>
                  </a:cubicBezTo>
                  <a:cubicBezTo>
                    <a:pt x="22" y="221"/>
                    <a:pt x="22" y="220"/>
                    <a:pt x="23" y="219"/>
                  </a:cubicBezTo>
                  <a:lnTo>
                    <a:pt x="24" y="218"/>
                  </a:lnTo>
                  <a:cubicBezTo>
                    <a:pt x="26" y="216"/>
                    <a:pt x="28" y="217"/>
                    <a:pt x="30" y="217"/>
                  </a:cubicBezTo>
                  <a:cubicBezTo>
                    <a:pt x="33" y="217"/>
                    <a:pt x="35" y="217"/>
                    <a:pt x="37" y="218"/>
                  </a:cubicBezTo>
                  <a:cubicBezTo>
                    <a:pt x="39" y="219"/>
                    <a:pt x="40" y="221"/>
                    <a:pt x="41" y="223"/>
                  </a:cubicBezTo>
                  <a:cubicBezTo>
                    <a:pt x="42" y="224"/>
                    <a:pt x="42" y="224"/>
                    <a:pt x="42"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5"/>
            <p:cNvSpPr/>
            <p:nvPr/>
          </p:nvSpPr>
          <p:spPr>
            <a:xfrm>
              <a:off x="7565" y="-854495"/>
              <a:ext cx="8280" cy="6840"/>
            </a:xfrm>
            <a:custGeom>
              <a:rect b="b" l="l" r="r" t="t"/>
              <a:pathLst>
                <a:path extrusionOk="0" h="19" w="23">
                  <a:moveTo>
                    <a:pt x="21" y="8"/>
                  </a:moveTo>
                  <a:lnTo>
                    <a:pt x="21" y="7"/>
                  </a:lnTo>
                  <a:cubicBezTo>
                    <a:pt x="20" y="5"/>
                    <a:pt x="18" y="3"/>
                    <a:pt x="16" y="2"/>
                  </a:cubicBezTo>
                  <a:cubicBezTo>
                    <a:pt x="14" y="1"/>
                    <a:pt x="12" y="0"/>
                    <a:pt x="10" y="0"/>
                  </a:cubicBezTo>
                  <a:cubicBezTo>
                    <a:pt x="8" y="0"/>
                    <a:pt x="5" y="1"/>
                    <a:pt x="3" y="2"/>
                  </a:cubicBezTo>
                  <a:lnTo>
                    <a:pt x="2" y="3"/>
                  </a:lnTo>
                  <a:cubicBezTo>
                    <a:pt x="1" y="4"/>
                    <a:pt x="1" y="4"/>
                    <a:pt x="0" y="5"/>
                  </a:cubicBezTo>
                  <a:cubicBezTo>
                    <a:pt x="3" y="8"/>
                    <a:pt x="7" y="11"/>
                    <a:pt x="11" y="13"/>
                  </a:cubicBezTo>
                  <a:cubicBezTo>
                    <a:pt x="14" y="15"/>
                    <a:pt x="18" y="16"/>
                    <a:pt x="21" y="18"/>
                  </a:cubicBezTo>
                  <a:cubicBezTo>
                    <a:pt x="22" y="16"/>
                    <a:pt x="22" y="14"/>
                    <a:pt x="22" y="13"/>
                  </a:cubicBezTo>
                  <a:cubicBezTo>
                    <a:pt x="22" y="11"/>
                    <a:pt x="22" y="10"/>
                    <a:pt x="2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5"/>
            <p:cNvSpPr/>
            <p:nvPr/>
          </p:nvSpPr>
          <p:spPr>
            <a:xfrm>
              <a:off x="5765" y="-951695"/>
              <a:ext cx="128880" cy="27720"/>
            </a:xfrm>
            <a:custGeom>
              <a:rect b="b" l="l" r="r" t="t"/>
              <a:pathLst>
                <a:path extrusionOk="0" h="77" w="358">
                  <a:moveTo>
                    <a:pt x="25" y="27"/>
                  </a:moveTo>
                  <a:cubicBezTo>
                    <a:pt x="30" y="26"/>
                    <a:pt x="33" y="31"/>
                    <a:pt x="32" y="35"/>
                  </a:cubicBezTo>
                  <a:cubicBezTo>
                    <a:pt x="29" y="48"/>
                    <a:pt x="28" y="62"/>
                    <a:pt x="27" y="76"/>
                  </a:cubicBezTo>
                  <a:cubicBezTo>
                    <a:pt x="27" y="76"/>
                    <a:pt x="28" y="76"/>
                    <a:pt x="29" y="75"/>
                  </a:cubicBezTo>
                  <a:cubicBezTo>
                    <a:pt x="30" y="75"/>
                    <a:pt x="31" y="73"/>
                    <a:pt x="32" y="72"/>
                  </a:cubicBezTo>
                  <a:cubicBezTo>
                    <a:pt x="38" y="62"/>
                    <a:pt x="46" y="54"/>
                    <a:pt x="56" y="48"/>
                  </a:cubicBezTo>
                  <a:cubicBezTo>
                    <a:pt x="66" y="42"/>
                    <a:pt x="77" y="39"/>
                    <a:pt x="89" y="39"/>
                  </a:cubicBezTo>
                  <a:cubicBezTo>
                    <a:pt x="111" y="36"/>
                    <a:pt x="134" y="35"/>
                    <a:pt x="156" y="35"/>
                  </a:cubicBezTo>
                  <a:cubicBezTo>
                    <a:pt x="165" y="35"/>
                    <a:pt x="174" y="35"/>
                    <a:pt x="184" y="35"/>
                  </a:cubicBezTo>
                  <a:cubicBezTo>
                    <a:pt x="239" y="41"/>
                    <a:pt x="296" y="28"/>
                    <a:pt x="351" y="34"/>
                  </a:cubicBezTo>
                  <a:cubicBezTo>
                    <a:pt x="356" y="34"/>
                    <a:pt x="357" y="26"/>
                    <a:pt x="353" y="25"/>
                  </a:cubicBezTo>
                  <a:cubicBezTo>
                    <a:pt x="306" y="18"/>
                    <a:pt x="259" y="15"/>
                    <a:pt x="212" y="14"/>
                  </a:cubicBezTo>
                  <a:cubicBezTo>
                    <a:pt x="169" y="12"/>
                    <a:pt x="127" y="0"/>
                    <a:pt x="83" y="3"/>
                  </a:cubicBezTo>
                  <a:cubicBezTo>
                    <a:pt x="74" y="3"/>
                    <a:pt x="65" y="5"/>
                    <a:pt x="56" y="7"/>
                  </a:cubicBezTo>
                  <a:cubicBezTo>
                    <a:pt x="57" y="7"/>
                    <a:pt x="58" y="8"/>
                    <a:pt x="60" y="9"/>
                  </a:cubicBezTo>
                  <a:cubicBezTo>
                    <a:pt x="61" y="10"/>
                    <a:pt x="63" y="10"/>
                    <a:pt x="65" y="11"/>
                  </a:cubicBezTo>
                  <a:cubicBezTo>
                    <a:pt x="66" y="11"/>
                    <a:pt x="66" y="12"/>
                    <a:pt x="67" y="12"/>
                  </a:cubicBezTo>
                  <a:cubicBezTo>
                    <a:pt x="69" y="13"/>
                    <a:pt x="70" y="15"/>
                    <a:pt x="71" y="16"/>
                  </a:cubicBezTo>
                  <a:cubicBezTo>
                    <a:pt x="72" y="18"/>
                    <a:pt x="72" y="19"/>
                    <a:pt x="72" y="21"/>
                  </a:cubicBezTo>
                  <a:cubicBezTo>
                    <a:pt x="72" y="23"/>
                    <a:pt x="72" y="24"/>
                    <a:pt x="71" y="26"/>
                  </a:cubicBezTo>
                  <a:cubicBezTo>
                    <a:pt x="70" y="28"/>
                    <a:pt x="69" y="30"/>
                    <a:pt x="67" y="30"/>
                  </a:cubicBezTo>
                  <a:cubicBezTo>
                    <a:pt x="66" y="31"/>
                    <a:pt x="66" y="30"/>
                    <a:pt x="65" y="31"/>
                  </a:cubicBezTo>
                  <a:cubicBezTo>
                    <a:pt x="62" y="32"/>
                    <a:pt x="59" y="32"/>
                    <a:pt x="56" y="32"/>
                  </a:cubicBezTo>
                  <a:cubicBezTo>
                    <a:pt x="50" y="32"/>
                    <a:pt x="45" y="31"/>
                    <a:pt x="40" y="28"/>
                  </a:cubicBezTo>
                  <a:cubicBezTo>
                    <a:pt x="35" y="26"/>
                    <a:pt x="32" y="21"/>
                    <a:pt x="29" y="16"/>
                  </a:cubicBezTo>
                  <a:cubicBezTo>
                    <a:pt x="28" y="16"/>
                    <a:pt x="28" y="16"/>
                    <a:pt x="28" y="15"/>
                  </a:cubicBezTo>
                  <a:cubicBezTo>
                    <a:pt x="12" y="23"/>
                    <a:pt x="0" y="35"/>
                    <a:pt x="4" y="53"/>
                  </a:cubicBezTo>
                  <a:cubicBezTo>
                    <a:pt x="4" y="49"/>
                    <a:pt x="5" y="46"/>
                    <a:pt x="8" y="41"/>
                  </a:cubicBezTo>
                  <a:cubicBezTo>
                    <a:pt x="10" y="37"/>
                    <a:pt x="14" y="33"/>
                    <a:pt x="19" y="30"/>
                  </a:cubicBezTo>
                  <a:cubicBezTo>
                    <a:pt x="21" y="29"/>
                    <a:pt x="23" y="28"/>
                    <a:pt x="25"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5"/>
            <p:cNvSpPr/>
            <p:nvPr/>
          </p:nvSpPr>
          <p:spPr>
            <a:xfrm>
              <a:off x="7205" y="-941975"/>
              <a:ext cx="10080" cy="18720"/>
            </a:xfrm>
            <a:custGeom>
              <a:rect b="b" l="l" r="r" t="t"/>
              <a:pathLst>
                <a:path extrusionOk="0" h="52" w="28">
                  <a:moveTo>
                    <a:pt x="22" y="50"/>
                  </a:moveTo>
                  <a:cubicBezTo>
                    <a:pt x="23" y="36"/>
                    <a:pt x="25" y="22"/>
                    <a:pt x="27" y="9"/>
                  </a:cubicBezTo>
                  <a:cubicBezTo>
                    <a:pt x="27" y="5"/>
                    <a:pt x="25" y="0"/>
                    <a:pt x="20" y="1"/>
                  </a:cubicBezTo>
                  <a:cubicBezTo>
                    <a:pt x="18" y="2"/>
                    <a:pt x="17" y="2"/>
                    <a:pt x="15" y="3"/>
                  </a:cubicBezTo>
                  <a:cubicBezTo>
                    <a:pt x="10" y="6"/>
                    <a:pt x="7" y="10"/>
                    <a:pt x="4" y="15"/>
                  </a:cubicBezTo>
                  <a:cubicBezTo>
                    <a:pt x="2" y="19"/>
                    <a:pt x="0" y="23"/>
                    <a:pt x="0" y="27"/>
                  </a:cubicBezTo>
                  <a:cubicBezTo>
                    <a:pt x="1" y="33"/>
                    <a:pt x="3" y="38"/>
                    <a:pt x="5" y="42"/>
                  </a:cubicBezTo>
                  <a:cubicBezTo>
                    <a:pt x="6" y="44"/>
                    <a:pt x="7" y="46"/>
                    <a:pt x="8" y="47"/>
                  </a:cubicBezTo>
                  <a:cubicBezTo>
                    <a:pt x="9" y="48"/>
                    <a:pt x="10" y="49"/>
                    <a:pt x="11" y="50"/>
                  </a:cubicBezTo>
                  <a:cubicBezTo>
                    <a:pt x="13" y="51"/>
                    <a:pt x="15" y="51"/>
                    <a:pt x="17" y="51"/>
                  </a:cubicBezTo>
                  <a:cubicBezTo>
                    <a:pt x="19" y="51"/>
                    <a:pt x="21" y="51"/>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5"/>
            <p:cNvSpPr/>
            <p:nvPr/>
          </p:nvSpPr>
          <p:spPr>
            <a:xfrm>
              <a:off x="10085" y="-974375"/>
              <a:ext cx="16560" cy="28800"/>
            </a:xfrm>
            <a:custGeom>
              <a:rect b="b" l="l" r="r" t="t"/>
              <a:pathLst>
                <a:path extrusionOk="0" h="80" w="46">
                  <a:moveTo>
                    <a:pt x="28" y="47"/>
                  </a:moveTo>
                  <a:cubicBezTo>
                    <a:pt x="27" y="35"/>
                    <a:pt x="30" y="22"/>
                    <a:pt x="28" y="9"/>
                  </a:cubicBezTo>
                  <a:cubicBezTo>
                    <a:pt x="28" y="7"/>
                    <a:pt x="27" y="5"/>
                    <a:pt x="26" y="3"/>
                  </a:cubicBezTo>
                  <a:cubicBezTo>
                    <a:pt x="26" y="2"/>
                    <a:pt x="25" y="1"/>
                    <a:pt x="24" y="0"/>
                  </a:cubicBezTo>
                  <a:cubicBezTo>
                    <a:pt x="22" y="1"/>
                    <a:pt x="21" y="2"/>
                    <a:pt x="21" y="3"/>
                  </a:cubicBezTo>
                  <a:cubicBezTo>
                    <a:pt x="20" y="4"/>
                    <a:pt x="19" y="6"/>
                    <a:pt x="19" y="7"/>
                  </a:cubicBezTo>
                  <a:cubicBezTo>
                    <a:pt x="19" y="9"/>
                    <a:pt x="18" y="12"/>
                    <a:pt x="17" y="13"/>
                  </a:cubicBezTo>
                  <a:cubicBezTo>
                    <a:pt x="16" y="16"/>
                    <a:pt x="14" y="17"/>
                    <a:pt x="11" y="19"/>
                  </a:cubicBezTo>
                  <a:cubicBezTo>
                    <a:pt x="8" y="21"/>
                    <a:pt x="6" y="21"/>
                    <a:pt x="4" y="21"/>
                  </a:cubicBezTo>
                  <a:cubicBezTo>
                    <a:pt x="2" y="21"/>
                    <a:pt x="1" y="21"/>
                    <a:pt x="0" y="21"/>
                  </a:cubicBezTo>
                  <a:cubicBezTo>
                    <a:pt x="0" y="26"/>
                    <a:pt x="1" y="32"/>
                    <a:pt x="1" y="38"/>
                  </a:cubicBezTo>
                  <a:cubicBezTo>
                    <a:pt x="0" y="39"/>
                    <a:pt x="0" y="41"/>
                    <a:pt x="0" y="42"/>
                  </a:cubicBezTo>
                  <a:cubicBezTo>
                    <a:pt x="0" y="47"/>
                    <a:pt x="1" y="52"/>
                    <a:pt x="3" y="57"/>
                  </a:cubicBezTo>
                  <a:cubicBezTo>
                    <a:pt x="5" y="61"/>
                    <a:pt x="8" y="62"/>
                    <a:pt x="9" y="66"/>
                  </a:cubicBezTo>
                  <a:cubicBezTo>
                    <a:pt x="11" y="68"/>
                    <a:pt x="12" y="71"/>
                    <a:pt x="13" y="73"/>
                  </a:cubicBezTo>
                  <a:cubicBezTo>
                    <a:pt x="14" y="75"/>
                    <a:pt x="15" y="77"/>
                    <a:pt x="17" y="79"/>
                  </a:cubicBezTo>
                  <a:cubicBezTo>
                    <a:pt x="26" y="75"/>
                    <a:pt x="35" y="72"/>
                    <a:pt x="45" y="70"/>
                  </a:cubicBezTo>
                  <a:cubicBezTo>
                    <a:pt x="39" y="64"/>
                    <a:pt x="35" y="58"/>
                    <a:pt x="31" y="51"/>
                  </a:cubicBezTo>
                  <a:cubicBezTo>
                    <a:pt x="30" y="50"/>
                    <a:pt x="29" y="48"/>
                    <a:pt x="2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5"/>
            <p:cNvSpPr/>
            <p:nvPr/>
          </p:nvSpPr>
          <p:spPr>
            <a:xfrm>
              <a:off x="16205" y="-948815"/>
              <a:ext cx="16200" cy="9360"/>
            </a:xfrm>
            <a:custGeom>
              <a:rect b="b" l="l" r="r" t="t"/>
              <a:pathLst>
                <a:path extrusionOk="0" h="26" w="45">
                  <a:moveTo>
                    <a:pt x="37" y="24"/>
                  </a:moveTo>
                  <a:cubicBezTo>
                    <a:pt x="37" y="23"/>
                    <a:pt x="38" y="23"/>
                    <a:pt x="39" y="23"/>
                  </a:cubicBezTo>
                  <a:cubicBezTo>
                    <a:pt x="41" y="22"/>
                    <a:pt x="42" y="21"/>
                    <a:pt x="43" y="19"/>
                  </a:cubicBezTo>
                  <a:cubicBezTo>
                    <a:pt x="44" y="17"/>
                    <a:pt x="44" y="16"/>
                    <a:pt x="44" y="14"/>
                  </a:cubicBezTo>
                  <a:cubicBezTo>
                    <a:pt x="44" y="12"/>
                    <a:pt x="44" y="11"/>
                    <a:pt x="43" y="9"/>
                  </a:cubicBezTo>
                  <a:cubicBezTo>
                    <a:pt x="42" y="7"/>
                    <a:pt x="41" y="6"/>
                    <a:pt x="39" y="5"/>
                  </a:cubicBezTo>
                  <a:cubicBezTo>
                    <a:pt x="38" y="5"/>
                    <a:pt x="37" y="4"/>
                    <a:pt x="37" y="4"/>
                  </a:cubicBezTo>
                  <a:cubicBezTo>
                    <a:pt x="35" y="3"/>
                    <a:pt x="33" y="3"/>
                    <a:pt x="31" y="2"/>
                  </a:cubicBezTo>
                  <a:cubicBezTo>
                    <a:pt x="30" y="1"/>
                    <a:pt x="29" y="0"/>
                    <a:pt x="28" y="0"/>
                  </a:cubicBezTo>
                  <a:cubicBezTo>
                    <a:pt x="19" y="1"/>
                    <a:pt x="9" y="4"/>
                    <a:pt x="0" y="8"/>
                  </a:cubicBezTo>
                  <a:cubicBezTo>
                    <a:pt x="0" y="9"/>
                    <a:pt x="1" y="9"/>
                    <a:pt x="1" y="9"/>
                  </a:cubicBezTo>
                  <a:cubicBezTo>
                    <a:pt x="3" y="14"/>
                    <a:pt x="7" y="18"/>
                    <a:pt x="12" y="21"/>
                  </a:cubicBezTo>
                  <a:cubicBezTo>
                    <a:pt x="17" y="24"/>
                    <a:pt x="23" y="25"/>
                    <a:pt x="28" y="25"/>
                  </a:cubicBezTo>
                  <a:cubicBezTo>
                    <a:pt x="31" y="25"/>
                    <a:pt x="34"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5"/>
            <p:cNvSpPr/>
            <p:nvPr/>
          </p:nvSpPr>
          <p:spPr>
            <a:xfrm>
              <a:off x="4685" y="-989135"/>
              <a:ext cx="122040" cy="22680"/>
            </a:xfrm>
            <a:custGeom>
              <a:rect b="b" l="l" r="r" t="t"/>
              <a:pathLst>
                <a:path extrusionOk="0" h="63" w="339">
                  <a:moveTo>
                    <a:pt x="14" y="62"/>
                  </a:moveTo>
                  <a:cubicBezTo>
                    <a:pt x="14" y="61"/>
                    <a:pt x="14" y="60"/>
                    <a:pt x="14" y="59"/>
                  </a:cubicBezTo>
                  <a:cubicBezTo>
                    <a:pt x="14" y="54"/>
                    <a:pt x="15" y="49"/>
                    <a:pt x="18" y="44"/>
                  </a:cubicBezTo>
                  <a:lnTo>
                    <a:pt x="18" y="43"/>
                  </a:lnTo>
                  <a:cubicBezTo>
                    <a:pt x="19" y="41"/>
                    <a:pt x="21" y="40"/>
                    <a:pt x="23" y="39"/>
                  </a:cubicBezTo>
                  <a:cubicBezTo>
                    <a:pt x="25" y="38"/>
                    <a:pt x="27" y="37"/>
                    <a:pt x="29" y="37"/>
                  </a:cubicBezTo>
                  <a:cubicBezTo>
                    <a:pt x="31" y="37"/>
                    <a:pt x="34" y="38"/>
                    <a:pt x="36" y="39"/>
                  </a:cubicBezTo>
                  <a:cubicBezTo>
                    <a:pt x="36" y="39"/>
                    <a:pt x="37" y="40"/>
                    <a:pt x="38" y="41"/>
                  </a:cubicBezTo>
                  <a:cubicBezTo>
                    <a:pt x="59" y="24"/>
                    <a:pt x="151" y="36"/>
                    <a:pt x="166" y="35"/>
                  </a:cubicBezTo>
                  <a:cubicBezTo>
                    <a:pt x="197" y="34"/>
                    <a:pt x="226" y="42"/>
                    <a:pt x="258" y="40"/>
                  </a:cubicBezTo>
                  <a:cubicBezTo>
                    <a:pt x="283" y="38"/>
                    <a:pt x="309" y="36"/>
                    <a:pt x="335" y="33"/>
                  </a:cubicBezTo>
                  <a:cubicBezTo>
                    <a:pt x="338" y="33"/>
                    <a:pt x="338" y="27"/>
                    <a:pt x="335" y="27"/>
                  </a:cubicBezTo>
                  <a:cubicBezTo>
                    <a:pt x="254" y="19"/>
                    <a:pt x="174" y="7"/>
                    <a:pt x="93" y="2"/>
                  </a:cubicBezTo>
                  <a:cubicBezTo>
                    <a:pt x="85" y="1"/>
                    <a:pt x="76" y="0"/>
                    <a:pt x="67" y="0"/>
                  </a:cubicBezTo>
                  <a:cubicBezTo>
                    <a:pt x="61" y="0"/>
                    <a:pt x="55" y="1"/>
                    <a:pt x="49" y="1"/>
                  </a:cubicBezTo>
                  <a:cubicBezTo>
                    <a:pt x="49" y="7"/>
                    <a:pt x="47" y="13"/>
                    <a:pt x="46" y="19"/>
                  </a:cubicBezTo>
                  <a:cubicBezTo>
                    <a:pt x="45" y="25"/>
                    <a:pt x="31" y="28"/>
                    <a:pt x="30" y="19"/>
                  </a:cubicBezTo>
                  <a:cubicBezTo>
                    <a:pt x="30" y="14"/>
                    <a:pt x="28" y="9"/>
                    <a:pt x="28" y="5"/>
                  </a:cubicBezTo>
                  <a:cubicBezTo>
                    <a:pt x="25" y="6"/>
                    <a:pt x="22" y="7"/>
                    <a:pt x="20" y="8"/>
                  </a:cubicBezTo>
                  <a:cubicBezTo>
                    <a:pt x="14" y="12"/>
                    <a:pt x="10" y="17"/>
                    <a:pt x="6" y="23"/>
                  </a:cubicBezTo>
                  <a:cubicBezTo>
                    <a:pt x="2" y="29"/>
                    <a:pt x="0" y="35"/>
                    <a:pt x="0" y="42"/>
                  </a:cubicBezTo>
                  <a:cubicBezTo>
                    <a:pt x="0" y="44"/>
                    <a:pt x="0" y="45"/>
                    <a:pt x="0" y="46"/>
                  </a:cubicBezTo>
                  <a:lnTo>
                    <a:pt x="0" y="47"/>
                  </a:lnTo>
                  <a:cubicBezTo>
                    <a:pt x="0" y="49"/>
                    <a:pt x="0" y="51"/>
                    <a:pt x="2" y="54"/>
                  </a:cubicBezTo>
                  <a:cubicBezTo>
                    <a:pt x="4" y="57"/>
                    <a:pt x="6" y="58"/>
                    <a:pt x="8" y="60"/>
                  </a:cubicBezTo>
                  <a:cubicBezTo>
                    <a:pt x="10" y="61"/>
                    <a:pt x="12" y="62"/>
                    <a:pt x="14"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5"/>
            <p:cNvSpPr/>
            <p:nvPr/>
          </p:nvSpPr>
          <p:spPr>
            <a:xfrm>
              <a:off x="9725" y="-975815"/>
              <a:ext cx="9000" cy="9360"/>
            </a:xfrm>
            <a:custGeom>
              <a:rect b="b" l="l" r="r" t="t"/>
              <a:pathLst>
                <a:path extrusionOk="0" h="26" w="25">
                  <a:moveTo>
                    <a:pt x="20" y="11"/>
                  </a:moveTo>
                  <a:cubicBezTo>
                    <a:pt x="20" y="10"/>
                    <a:pt x="21" y="8"/>
                    <a:pt x="21" y="7"/>
                  </a:cubicBezTo>
                  <a:cubicBezTo>
                    <a:pt x="22" y="6"/>
                    <a:pt x="23" y="5"/>
                    <a:pt x="24" y="4"/>
                  </a:cubicBezTo>
                  <a:cubicBezTo>
                    <a:pt x="24" y="3"/>
                    <a:pt x="23" y="2"/>
                    <a:pt x="22" y="2"/>
                  </a:cubicBezTo>
                  <a:cubicBezTo>
                    <a:pt x="20" y="1"/>
                    <a:pt x="18" y="0"/>
                    <a:pt x="16" y="0"/>
                  </a:cubicBezTo>
                  <a:cubicBezTo>
                    <a:pt x="13" y="0"/>
                    <a:pt x="11" y="1"/>
                    <a:pt x="9" y="2"/>
                  </a:cubicBezTo>
                  <a:cubicBezTo>
                    <a:pt x="7" y="3"/>
                    <a:pt x="6" y="4"/>
                    <a:pt x="5" y="6"/>
                  </a:cubicBezTo>
                  <a:cubicBezTo>
                    <a:pt x="5" y="7"/>
                    <a:pt x="4" y="7"/>
                    <a:pt x="4" y="7"/>
                  </a:cubicBezTo>
                  <a:cubicBezTo>
                    <a:pt x="2" y="12"/>
                    <a:pt x="0" y="17"/>
                    <a:pt x="0" y="22"/>
                  </a:cubicBezTo>
                  <a:cubicBezTo>
                    <a:pt x="0" y="23"/>
                    <a:pt x="0" y="24"/>
                    <a:pt x="0" y="25"/>
                  </a:cubicBezTo>
                  <a:cubicBezTo>
                    <a:pt x="2" y="25"/>
                    <a:pt x="3" y="25"/>
                    <a:pt x="4" y="25"/>
                  </a:cubicBezTo>
                  <a:cubicBezTo>
                    <a:pt x="7" y="25"/>
                    <a:pt x="9" y="25"/>
                    <a:pt x="12" y="23"/>
                  </a:cubicBezTo>
                  <a:cubicBezTo>
                    <a:pt x="15" y="21"/>
                    <a:pt x="17" y="20"/>
                    <a:pt x="18" y="17"/>
                  </a:cubicBezTo>
                  <a:cubicBezTo>
                    <a:pt x="19" y="16"/>
                    <a:pt x="20" y="13"/>
                    <a:pt x="2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5"/>
            <p:cNvSpPr/>
            <p:nvPr/>
          </p:nvSpPr>
          <p:spPr>
            <a:xfrm>
              <a:off x="14045" y="-1108295"/>
              <a:ext cx="47160" cy="106200"/>
            </a:xfrm>
            <a:custGeom>
              <a:rect b="b" l="l" r="r" t="t"/>
              <a:pathLst>
                <a:path extrusionOk="0" h="295" w="131">
                  <a:moveTo>
                    <a:pt x="15" y="286"/>
                  </a:moveTo>
                  <a:lnTo>
                    <a:pt x="28" y="286"/>
                  </a:lnTo>
                  <a:cubicBezTo>
                    <a:pt x="28" y="277"/>
                    <a:pt x="30" y="268"/>
                    <a:pt x="31" y="258"/>
                  </a:cubicBezTo>
                  <a:cubicBezTo>
                    <a:pt x="30" y="258"/>
                    <a:pt x="29" y="258"/>
                    <a:pt x="28" y="257"/>
                  </a:cubicBezTo>
                  <a:cubicBezTo>
                    <a:pt x="26" y="256"/>
                    <a:pt x="24" y="253"/>
                    <a:pt x="22" y="251"/>
                  </a:cubicBezTo>
                  <a:cubicBezTo>
                    <a:pt x="20" y="248"/>
                    <a:pt x="20" y="246"/>
                    <a:pt x="20" y="243"/>
                  </a:cubicBezTo>
                  <a:cubicBezTo>
                    <a:pt x="20" y="240"/>
                    <a:pt x="20" y="238"/>
                    <a:pt x="22" y="235"/>
                  </a:cubicBezTo>
                  <a:cubicBezTo>
                    <a:pt x="24" y="232"/>
                    <a:pt x="26" y="231"/>
                    <a:pt x="28" y="229"/>
                  </a:cubicBezTo>
                  <a:lnTo>
                    <a:pt x="29" y="229"/>
                  </a:lnTo>
                  <a:cubicBezTo>
                    <a:pt x="31" y="228"/>
                    <a:pt x="33" y="227"/>
                    <a:pt x="35" y="227"/>
                  </a:cubicBezTo>
                  <a:cubicBezTo>
                    <a:pt x="35" y="222"/>
                    <a:pt x="36" y="216"/>
                    <a:pt x="37" y="211"/>
                  </a:cubicBezTo>
                  <a:cubicBezTo>
                    <a:pt x="37" y="211"/>
                    <a:pt x="37" y="209"/>
                    <a:pt x="37" y="208"/>
                  </a:cubicBezTo>
                  <a:lnTo>
                    <a:pt x="33" y="208"/>
                  </a:lnTo>
                  <a:cubicBezTo>
                    <a:pt x="12" y="206"/>
                    <a:pt x="14" y="173"/>
                    <a:pt x="36" y="175"/>
                  </a:cubicBezTo>
                  <a:lnTo>
                    <a:pt x="52" y="176"/>
                  </a:lnTo>
                  <a:lnTo>
                    <a:pt x="61" y="163"/>
                  </a:lnTo>
                  <a:cubicBezTo>
                    <a:pt x="69" y="152"/>
                    <a:pt x="58" y="148"/>
                    <a:pt x="69" y="132"/>
                  </a:cubicBezTo>
                  <a:cubicBezTo>
                    <a:pt x="68" y="132"/>
                    <a:pt x="66" y="131"/>
                    <a:pt x="65" y="131"/>
                  </a:cubicBezTo>
                  <a:cubicBezTo>
                    <a:pt x="62" y="129"/>
                    <a:pt x="59" y="126"/>
                    <a:pt x="58" y="124"/>
                  </a:cubicBezTo>
                  <a:cubicBezTo>
                    <a:pt x="56" y="121"/>
                    <a:pt x="56" y="119"/>
                    <a:pt x="56" y="116"/>
                  </a:cubicBezTo>
                  <a:cubicBezTo>
                    <a:pt x="56" y="113"/>
                    <a:pt x="56" y="110"/>
                    <a:pt x="58" y="107"/>
                  </a:cubicBezTo>
                  <a:cubicBezTo>
                    <a:pt x="60" y="104"/>
                    <a:pt x="62" y="103"/>
                    <a:pt x="65" y="101"/>
                  </a:cubicBezTo>
                  <a:cubicBezTo>
                    <a:pt x="67" y="100"/>
                    <a:pt x="69" y="99"/>
                    <a:pt x="71" y="98"/>
                  </a:cubicBezTo>
                  <a:lnTo>
                    <a:pt x="92" y="96"/>
                  </a:lnTo>
                  <a:cubicBezTo>
                    <a:pt x="96" y="89"/>
                    <a:pt x="100" y="82"/>
                    <a:pt x="103" y="75"/>
                  </a:cubicBezTo>
                  <a:cubicBezTo>
                    <a:pt x="83" y="75"/>
                    <a:pt x="86" y="45"/>
                    <a:pt x="105" y="45"/>
                  </a:cubicBezTo>
                  <a:lnTo>
                    <a:pt x="118" y="45"/>
                  </a:lnTo>
                  <a:lnTo>
                    <a:pt x="120" y="41"/>
                  </a:lnTo>
                  <a:cubicBezTo>
                    <a:pt x="124" y="29"/>
                    <a:pt x="128" y="16"/>
                    <a:pt x="130" y="4"/>
                  </a:cubicBezTo>
                  <a:cubicBezTo>
                    <a:pt x="124" y="9"/>
                    <a:pt x="118" y="15"/>
                    <a:pt x="111" y="21"/>
                  </a:cubicBezTo>
                  <a:cubicBezTo>
                    <a:pt x="110" y="21"/>
                    <a:pt x="110" y="21"/>
                    <a:pt x="110" y="21"/>
                  </a:cubicBezTo>
                  <a:cubicBezTo>
                    <a:pt x="108" y="22"/>
                    <a:pt x="106" y="23"/>
                    <a:pt x="104" y="23"/>
                  </a:cubicBezTo>
                  <a:cubicBezTo>
                    <a:pt x="102" y="23"/>
                    <a:pt x="100" y="22"/>
                    <a:pt x="98" y="21"/>
                  </a:cubicBezTo>
                  <a:cubicBezTo>
                    <a:pt x="96" y="20"/>
                    <a:pt x="95" y="19"/>
                    <a:pt x="94" y="17"/>
                  </a:cubicBezTo>
                  <a:cubicBezTo>
                    <a:pt x="93" y="15"/>
                    <a:pt x="93" y="14"/>
                    <a:pt x="93" y="12"/>
                  </a:cubicBezTo>
                  <a:cubicBezTo>
                    <a:pt x="93" y="8"/>
                    <a:pt x="93" y="4"/>
                    <a:pt x="94" y="0"/>
                  </a:cubicBezTo>
                  <a:cubicBezTo>
                    <a:pt x="93" y="4"/>
                    <a:pt x="92" y="8"/>
                    <a:pt x="92" y="12"/>
                  </a:cubicBezTo>
                  <a:cubicBezTo>
                    <a:pt x="92" y="16"/>
                    <a:pt x="93" y="20"/>
                    <a:pt x="94" y="24"/>
                  </a:cubicBezTo>
                  <a:cubicBezTo>
                    <a:pt x="97" y="32"/>
                    <a:pt x="76" y="41"/>
                    <a:pt x="72" y="48"/>
                  </a:cubicBezTo>
                  <a:cubicBezTo>
                    <a:pt x="58" y="72"/>
                    <a:pt x="62" y="100"/>
                    <a:pt x="42" y="123"/>
                  </a:cubicBezTo>
                  <a:cubicBezTo>
                    <a:pt x="41" y="124"/>
                    <a:pt x="39" y="126"/>
                    <a:pt x="38" y="128"/>
                  </a:cubicBezTo>
                  <a:cubicBezTo>
                    <a:pt x="35" y="133"/>
                    <a:pt x="34" y="138"/>
                    <a:pt x="34" y="144"/>
                  </a:cubicBezTo>
                  <a:cubicBezTo>
                    <a:pt x="34" y="145"/>
                    <a:pt x="34" y="146"/>
                    <a:pt x="34" y="148"/>
                  </a:cubicBezTo>
                  <a:cubicBezTo>
                    <a:pt x="37" y="156"/>
                    <a:pt x="13" y="181"/>
                    <a:pt x="12" y="193"/>
                  </a:cubicBezTo>
                  <a:cubicBezTo>
                    <a:pt x="9" y="226"/>
                    <a:pt x="2" y="260"/>
                    <a:pt x="0" y="294"/>
                  </a:cubicBezTo>
                  <a:cubicBezTo>
                    <a:pt x="2" y="292"/>
                    <a:pt x="4" y="289"/>
                    <a:pt x="6" y="288"/>
                  </a:cubicBezTo>
                  <a:cubicBezTo>
                    <a:pt x="9" y="286"/>
                    <a:pt x="11" y="286"/>
                    <a:pt x="14" y="286"/>
                  </a:cubicBezTo>
                  <a:cubicBezTo>
                    <a:pt x="15" y="286"/>
                    <a:pt x="15" y="286"/>
                    <a:pt x="15"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5"/>
            <p:cNvSpPr/>
            <p:nvPr/>
          </p:nvSpPr>
          <p:spPr>
            <a:xfrm>
              <a:off x="14045" y="-995255"/>
              <a:ext cx="9000" cy="8640"/>
            </a:xfrm>
            <a:custGeom>
              <a:rect b="b" l="l" r="r" t="t"/>
              <a:pathLst>
                <a:path extrusionOk="0" h="24" w="25">
                  <a:moveTo>
                    <a:pt x="24" y="8"/>
                  </a:moveTo>
                  <a:lnTo>
                    <a:pt x="14" y="8"/>
                  </a:lnTo>
                  <a:cubicBezTo>
                    <a:pt x="11" y="8"/>
                    <a:pt x="9" y="7"/>
                    <a:pt x="6" y="6"/>
                  </a:cubicBezTo>
                  <a:cubicBezTo>
                    <a:pt x="3" y="5"/>
                    <a:pt x="1" y="3"/>
                    <a:pt x="0" y="0"/>
                  </a:cubicBezTo>
                  <a:cubicBezTo>
                    <a:pt x="0" y="8"/>
                    <a:pt x="1" y="15"/>
                    <a:pt x="1" y="23"/>
                  </a:cubicBezTo>
                  <a:cubicBezTo>
                    <a:pt x="8" y="20"/>
                    <a:pt x="16" y="19"/>
                    <a:pt x="23" y="18"/>
                  </a:cubicBezTo>
                  <a:cubicBezTo>
                    <a:pt x="23" y="15"/>
                    <a:pt x="23" y="12"/>
                    <a:pt x="2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5"/>
            <p:cNvSpPr/>
            <p:nvPr/>
          </p:nvSpPr>
          <p:spPr>
            <a:xfrm>
              <a:off x="14405" y="-988775"/>
              <a:ext cx="7920" cy="10440"/>
            </a:xfrm>
            <a:custGeom>
              <a:rect b="b" l="l" r="r" t="t"/>
              <a:pathLst>
                <a:path extrusionOk="0" h="29" w="22">
                  <a:moveTo>
                    <a:pt x="18" y="18"/>
                  </a:moveTo>
                  <a:cubicBezTo>
                    <a:pt x="20" y="12"/>
                    <a:pt x="20" y="7"/>
                    <a:pt x="21" y="0"/>
                  </a:cubicBezTo>
                  <a:cubicBezTo>
                    <a:pt x="14" y="1"/>
                    <a:pt x="7" y="3"/>
                    <a:pt x="0" y="5"/>
                  </a:cubicBezTo>
                  <a:cubicBezTo>
                    <a:pt x="0" y="10"/>
                    <a:pt x="1" y="14"/>
                    <a:pt x="2" y="19"/>
                  </a:cubicBezTo>
                  <a:cubicBezTo>
                    <a:pt x="4" y="28"/>
                    <a:pt x="17" y="26"/>
                    <a:pt x="18"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5"/>
            <p:cNvSpPr/>
            <p:nvPr/>
          </p:nvSpPr>
          <p:spPr>
            <a:xfrm>
              <a:off x="47525" y="-1129535"/>
              <a:ext cx="186120" cy="23040"/>
            </a:xfrm>
            <a:custGeom>
              <a:rect b="b" l="l" r="r" t="t"/>
              <a:pathLst>
                <a:path extrusionOk="0" h="64" w="517">
                  <a:moveTo>
                    <a:pt x="41" y="40"/>
                  </a:moveTo>
                  <a:cubicBezTo>
                    <a:pt x="41" y="40"/>
                    <a:pt x="42" y="40"/>
                    <a:pt x="43" y="41"/>
                  </a:cubicBezTo>
                  <a:cubicBezTo>
                    <a:pt x="44" y="41"/>
                    <a:pt x="44" y="42"/>
                    <a:pt x="45" y="43"/>
                  </a:cubicBezTo>
                  <a:cubicBezTo>
                    <a:pt x="46" y="44"/>
                    <a:pt x="46" y="45"/>
                    <a:pt x="46" y="47"/>
                  </a:cubicBezTo>
                  <a:cubicBezTo>
                    <a:pt x="46" y="48"/>
                    <a:pt x="46" y="49"/>
                    <a:pt x="45" y="50"/>
                  </a:cubicBezTo>
                  <a:cubicBezTo>
                    <a:pt x="43" y="53"/>
                    <a:pt x="42" y="55"/>
                    <a:pt x="40" y="57"/>
                  </a:cubicBezTo>
                  <a:cubicBezTo>
                    <a:pt x="39" y="59"/>
                    <a:pt x="38" y="61"/>
                    <a:pt x="37" y="63"/>
                  </a:cubicBezTo>
                  <a:cubicBezTo>
                    <a:pt x="44" y="55"/>
                    <a:pt x="52" y="49"/>
                    <a:pt x="61" y="44"/>
                  </a:cubicBezTo>
                  <a:cubicBezTo>
                    <a:pt x="75" y="36"/>
                    <a:pt x="92" y="31"/>
                    <a:pt x="108" y="31"/>
                  </a:cubicBezTo>
                  <a:cubicBezTo>
                    <a:pt x="145" y="29"/>
                    <a:pt x="182" y="31"/>
                    <a:pt x="217" y="31"/>
                  </a:cubicBezTo>
                  <a:cubicBezTo>
                    <a:pt x="316" y="28"/>
                    <a:pt x="414" y="39"/>
                    <a:pt x="512" y="35"/>
                  </a:cubicBezTo>
                  <a:cubicBezTo>
                    <a:pt x="513" y="35"/>
                    <a:pt x="513" y="35"/>
                    <a:pt x="514" y="35"/>
                  </a:cubicBezTo>
                  <a:lnTo>
                    <a:pt x="515" y="34"/>
                  </a:lnTo>
                  <a:cubicBezTo>
                    <a:pt x="516" y="33"/>
                    <a:pt x="515" y="33"/>
                    <a:pt x="515" y="33"/>
                  </a:cubicBezTo>
                  <a:cubicBezTo>
                    <a:pt x="515" y="32"/>
                    <a:pt x="516" y="32"/>
                    <a:pt x="515" y="31"/>
                  </a:cubicBezTo>
                  <a:cubicBezTo>
                    <a:pt x="514" y="30"/>
                    <a:pt x="515" y="31"/>
                    <a:pt x="514" y="30"/>
                  </a:cubicBezTo>
                  <a:cubicBezTo>
                    <a:pt x="513" y="29"/>
                    <a:pt x="513" y="30"/>
                    <a:pt x="512" y="30"/>
                  </a:cubicBezTo>
                  <a:cubicBezTo>
                    <a:pt x="397" y="25"/>
                    <a:pt x="283" y="9"/>
                    <a:pt x="168" y="2"/>
                  </a:cubicBezTo>
                  <a:cubicBezTo>
                    <a:pt x="151" y="1"/>
                    <a:pt x="134" y="0"/>
                    <a:pt x="118" y="0"/>
                  </a:cubicBezTo>
                  <a:cubicBezTo>
                    <a:pt x="101" y="0"/>
                    <a:pt x="84" y="1"/>
                    <a:pt x="67" y="2"/>
                  </a:cubicBezTo>
                  <a:cubicBezTo>
                    <a:pt x="68" y="5"/>
                    <a:pt x="68" y="6"/>
                    <a:pt x="68" y="9"/>
                  </a:cubicBezTo>
                  <a:cubicBezTo>
                    <a:pt x="68" y="11"/>
                    <a:pt x="68" y="14"/>
                    <a:pt x="67" y="16"/>
                  </a:cubicBezTo>
                  <a:cubicBezTo>
                    <a:pt x="67" y="17"/>
                    <a:pt x="67" y="19"/>
                    <a:pt x="66" y="20"/>
                  </a:cubicBezTo>
                  <a:cubicBezTo>
                    <a:pt x="65" y="21"/>
                    <a:pt x="65" y="22"/>
                    <a:pt x="63" y="23"/>
                  </a:cubicBezTo>
                  <a:cubicBezTo>
                    <a:pt x="61" y="24"/>
                    <a:pt x="60" y="24"/>
                    <a:pt x="58" y="24"/>
                  </a:cubicBezTo>
                  <a:cubicBezTo>
                    <a:pt x="56" y="24"/>
                    <a:pt x="55" y="24"/>
                    <a:pt x="53" y="23"/>
                  </a:cubicBezTo>
                  <a:cubicBezTo>
                    <a:pt x="51" y="22"/>
                    <a:pt x="51" y="21"/>
                    <a:pt x="50" y="20"/>
                  </a:cubicBezTo>
                  <a:cubicBezTo>
                    <a:pt x="50" y="19"/>
                    <a:pt x="50" y="19"/>
                    <a:pt x="50" y="19"/>
                  </a:cubicBezTo>
                  <a:cubicBezTo>
                    <a:pt x="48" y="15"/>
                    <a:pt x="46" y="12"/>
                    <a:pt x="44" y="8"/>
                  </a:cubicBezTo>
                  <a:cubicBezTo>
                    <a:pt x="40" y="10"/>
                    <a:pt x="36" y="12"/>
                    <a:pt x="32" y="14"/>
                  </a:cubicBezTo>
                  <a:cubicBezTo>
                    <a:pt x="22" y="20"/>
                    <a:pt x="13" y="28"/>
                    <a:pt x="8" y="37"/>
                  </a:cubicBezTo>
                  <a:cubicBezTo>
                    <a:pt x="3" y="45"/>
                    <a:pt x="1" y="52"/>
                    <a:pt x="0" y="61"/>
                  </a:cubicBezTo>
                  <a:cubicBezTo>
                    <a:pt x="1" y="59"/>
                    <a:pt x="1" y="58"/>
                    <a:pt x="2" y="57"/>
                  </a:cubicBezTo>
                  <a:cubicBezTo>
                    <a:pt x="5" y="52"/>
                    <a:pt x="9" y="47"/>
                    <a:pt x="15" y="44"/>
                  </a:cubicBezTo>
                  <a:cubicBezTo>
                    <a:pt x="21" y="41"/>
                    <a:pt x="27" y="39"/>
                    <a:pt x="33" y="39"/>
                  </a:cubicBezTo>
                  <a:cubicBezTo>
                    <a:pt x="36" y="39"/>
                    <a:pt x="38" y="40"/>
                    <a:pt x="41"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5"/>
            <p:cNvSpPr/>
            <p:nvPr/>
          </p:nvSpPr>
          <p:spPr>
            <a:xfrm>
              <a:off x="47525" y="-1115495"/>
              <a:ext cx="16920" cy="15840"/>
            </a:xfrm>
            <a:custGeom>
              <a:rect b="b" l="l" r="r" t="t"/>
              <a:pathLst>
                <a:path extrusionOk="0" h="44" w="47">
                  <a:moveTo>
                    <a:pt x="18" y="41"/>
                  </a:moveTo>
                  <a:cubicBezTo>
                    <a:pt x="25" y="35"/>
                    <a:pt x="31" y="29"/>
                    <a:pt x="37" y="24"/>
                  </a:cubicBezTo>
                  <a:cubicBezTo>
                    <a:pt x="38" y="22"/>
                    <a:pt x="39" y="20"/>
                    <a:pt x="40" y="18"/>
                  </a:cubicBezTo>
                  <a:cubicBezTo>
                    <a:pt x="42" y="16"/>
                    <a:pt x="43" y="14"/>
                    <a:pt x="45" y="11"/>
                  </a:cubicBezTo>
                  <a:cubicBezTo>
                    <a:pt x="46" y="10"/>
                    <a:pt x="46" y="9"/>
                    <a:pt x="46" y="8"/>
                  </a:cubicBezTo>
                  <a:cubicBezTo>
                    <a:pt x="46" y="6"/>
                    <a:pt x="46" y="5"/>
                    <a:pt x="45" y="4"/>
                  </a:cubicBezTo>
                  <a:cubicBezTo>
                    <a:pt x="44" y="3"/>
                    <a:pt x="44" y="2"/>
                    <a:pt x="43" y="2"/>
                  </a:cubicBezTo>
                  <a:cubicBezTo>
                    <a:pt x="42" y="1"/>
                    <a:pt x="41" y="1"/>
                    <a:pt x="41" y="1"/>
                  </a:cubicBezTo>
                  <a:cubicBezTo>
                    <a:pt x="38" y="1"/>
                    <a:pt x="36" y="0"/>
                    <a:pt x="34" y="0"/>
                  </a:cubicBezTo>
                  <a:cubicBezTo>
                    <a:pt x="27" y="0"/>
                    <a:pt x="22" y="2"/>
                    <a:pt x="16" y="5"/>
                  </a:cubicBezTo>
                  <a:cubicBezTo>
                    <a:pt x="10" y="8"/>
                    <a:pt x="6" y="13"/>
                    <a:pt x="2" y="19"/>
                  </a:cubicBezTo>
                  <a:cubicBezTo>
                    <a:pt x="2" y="19"/>
                    <a:pt x="2" y="20"/>
                    <a:pt x="1" y="21"/>
                  </a:cubicBezTo>
                  <a:cubicBezTo>
                    <a:pt x="0" y="25"/>
                    <a:pt x="0" y="29"/>
                    <a:pt x="0" y="33"/>
                  </a:cubicBezTo>
                  <a:cubicBezTo>
                    <a:pt x="0" y="34"/>
                    <a:pt x="0" y="36"/>
                    <a:pt x="1" y="37"/>
                  </a:cubicBezTo>
                  <a:cubicBezTo>
                    <a:pt x="2" y="39"/>
                    <a:pt x="3" y="40"/>
                    <a:pt x="5" y="41"/>
                  </a:cubicBezTo>
                  <a:cubicBezTo>
                    <a:pt x="7" y="42"/>
                    <a:pt x="9" y="43"/>
                    <a:pt x="11" y="43"/>
                  </a:cubicBezTo>
                  <a:cubicBezTo>
                    <a:pt x="13" y="43"/>
                    <a:pt x="15" y="42"/>
                    <a:pt x="17" y="41"/>
                  </a:cubicBezTo>
                  <a:lnTo>
                    <a:pt x="18"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5"/>
            <p:cNvSpPr/>
            <p:nvPr/>
          </p:nvSpPr>
          <p:spPr>
            <a:xfrm>
              <a:off x="61925" y="-1147895"/>
              <a:ext cx="12960" cy="21240"/>
            </a:xfrm>
            <a:custGeom>
              <a:rect b="b" l="l" r="r" t="t"/>
              <a:pathLst>
                <a:path extrusionOk="0" h="59" w="36">
                  <a:moveTo>
                    <a:pt x="28" y="27"/>
                  </a:moveTo>
                  <a:cubicBezTo>
                    <a:pt x="31" y="22"/>
                    <a:pt x="33" y="16"/>
                    <a:pt x="35" y="11"/>
                  </a:cubicBezTo>
                  <a:cubicBezTo>
                    <a:pt x="28" y="9"/>
                    <a:pt x="21" y="6"/>
                    <a:pt x="13" y="4"/>
                  </a:cubicBezTo>
                  <a:cubicBezTo>
                    <a:pt x="13" y="3"/>
                    <a:pt x="12" y="3"/>
                    <a:pt x="12" y="3"/>
                  </a:cubicBezTo>
                  <a:cubicBezTo>
                    <a:pt x="11" y="2"/>
                    <a:pt x="10" y="1"/>
                    <a:pt x="9" y="0"/>
                  </a:cubicBezTo>
                  <a:cubicBezTo>
                    <a:pt x="5" y="9"/>
                    <a:pt x="2" y="19"/>
                    <a:pt x="0" y="29"/>
                  </a:cubicBezTo>
                  <a:cubicBezTo>
                    <a:pt x="0" y="30"/>
                    <a:pt x="0" y="31"/>
                    <a:pt x="0" y="32"/>
                  </a:cubicBezTo>
                  <a:cubicBezTo>
                    <a:pt x="0" y="41"/>
                    <a:pt x="2" y="50"/>
                    <a:pt x="6" y="58"/>
                  </a:cubicBezTo>
                  <a:cubicBezTo>
                    <a:pt x="14" y="56"/>
                    <a:pt x="21" y="54"/>
                    <a:pt x="29" y="52"/>
                  </a:cubicBezTo>
                  <a:cubicBezTo>
                    <a:pt x="27" y="48"/>
                    <a:pt x="26" y="43"/>
                    <a:pt x="26" y="38"/>
                  </a:cubicBezTo>
                  <a:cubicBezTo>
                    <a:pt x="26" y="34"/>
                    <a:pt x="27" y="31"/>
                    <a:pt x="28"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5"/>
            <p:cNvSpPr/>
            <p:nvPr/>
          </p:nvSpPr>
          <p:spPr>
            <a:xfrm>
              <a:off x="62285" y="-1182095"/>
              <a:ext cx="13680" cy="26640"/>
            </a:xfrm>
            <a:custGeom>
              <a:rect b="b" l="l" r="r" t="t"/>
              <a:pathLst>
                <a:path extrusionOk="0" h="74" w="38">
                  <a:moveTo>
                    <a:pt x="27" y="70"/>
                  </a:moveTo>
                  <a:lnTo>
                    <a:pt x="36" y="73"/>
                  </a:lnTo>
                  <a:cubicBezTo>
                    <a:pt x="37" y="71"/>
                    <a:pt x="37" y="70"/>
                    <a:pt x="37" y="68"/>
                  </a:cubicBezTo>
                  <a:cubicBezTo>
                    <a:pt x="37" y="60"/>
                    <a:pt x="35" y="53"/>
                    <a:pt x="32" y="46"/>
                  </a:cubicBezTo>
                  <a:cubicBezTo>
                    <a:pt x="24" y="34"/>
                    <a:pt x="32" y="24"/>
                    <a:pt x="33" y="12"/>
                  </a:cubicBezTo>
                  <a:cubicBezTo>
                    <a:pt x="33" y="12"/>
                    <a:pt x="34" y="12"/>
                    <a:pt x="34" y="11"/>
                  </a:cubicBezTo>
                  <a:lnTo>
                    <a:pt x="33" y="10"/>
                  </a:lnTo>
                  <a:cubicBezTo>
                    <a:pt x="31" y="9"/>
                    <a:pt x="29" y="8"/>
                    <a:pt x="28" y="7"/>
                  </a:cubicBezTo>
                  <a:cubicBezTo>
                    <a:pt x="27" y="7"/>
                    <a:pt x="26" y="6"/>
                    <a:pt x="25" y="5"/>
                  </a:cubicBezTo>
                  <a:lnTo>
                    <a:pt x="23" y="4"/>
                  </a:lnTo>
                  <a:cubicBezTo>
                    <a:pt x="1" y="0"/>
                    <a:pt x="0" y="43"/>
                    <a:pt x="10" y="57"/>
                  </a:cubicBezTo>
                  <a:lnTo>
                    <a:pt x="10" y="58"/>
                  </a:lnTo>
                  <a:cubicBezTo>
                    <a:pt x="12" y="62"/>
                    <a:pt x="13" y="66"/>
                    <a:pt x="13" y="71"/>
                  </a:cubicBezTo>
                  <a:cubicBezTo>
                    <a:pt x="16" y="70"/>
                    <a:pt x="18" y="69"/>
                    <a:pt x="21" y="69"/>
                  </a:cubicBezTo>
                  <a:cubicBezTo>
                    <a:pt x="23" y="69"/>
                    <a:pt x="25" y="70"/>
                    <a:pt x="27"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5"/>
            <p:cNvSpPr/>
            <p:nvPr/>
          </p:nvSpPr>
          <p:spPr>
            <a:xfrm>
              <a:off x="64445" y="-1129175"/>
              <a:ext cx="8640" cy="7920"/>
            </a:xfrm>
            <a:custGeom>
              <a:rect b="b" l="l" r="r" t="t"/>
              <a:pathLst>
                <a:path extrusionOk="0" h="22" w="24">
                  <a:moveTo>
                    <a:pt x="22" y="14"/>
                  </a:moveTo>
                  <a:cubicBezTo>
                    <a:pt x="22" y="12"/>
                    <a:pt x="23" y="9"/>
                    <a:pt x="23" y="7"/>
                  </a:cubicBezTo>
                  <a:cubicBezTo>
                    <a:pt x="23" y="4"/>
                    <a:pt x="22" y="3"/>
                    <a:pt x="22" y="0"/>
                  </a:cubicBezTo>
                  <a:cubicBezTo>
                    <a:pt x="14" y="2"/>
                    <a:pt x="7" y="4"/>
                    <a:pt x="0" y="6"/>
                  </a:cubicBezTo>
                  <a:cubicBezTo>
                    <a:pt x="1" y="10"/>
                    <a:pt x="3" y="13"/>
                    <a:pt x="5" y="17"/>
                  </a:cubicBezTo>
                  <a:cubicBezTo>
                    <a:pt x="6" y="18"/>
                    <a:pt x="7" y="19"/>
                    <a:pt x="8" y="20"/>
                  </a:cubicBezTo>
                  <a:cubicBezTo>
                    <a:pt x="10" y="21"/>
                    <a:pt x="11" y="21"/>
                    <a:pt x="13" y="21"/>
                  </a:cubicBezTo>
                  <a:cubicBezTo>
                    <a:pt x="15" y="21"/>
                    <a:pt x="16" y="21"/>
                    <a:pt x="18" y="20"/>
                  </a:cubicBezTo>
                  <a:cubicBezTo>
                    <a:pt x="20" y="19"/>
                    <a:pt x="20" y="18"/>
                    <a:pt x="21" y="17"/>
                  </a:cubicBezTo>
                  <a:cubicBezTo>
                    <a:pt x="21" y="16"/>
                    <a:pt x="22" y="15"/>
                    <a:pt x="2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5"/>
            <p:cNvSpPr/>
            <p:nvPr/>
          </p:nvSpPr>
          <p:spPr>
            <a:xfrm>
              <a:off x="56885" y="-1225655"/>
              <a:ext cx="76320" cy="48240"/>
            </a:xfrm>
            <a:custGeom>
              <a:rect b="b" l="l" r="r" t="t"/>
              <a:pathLst>
                <a:path extrusionOk="0" h="134" w="212">
                  <a:moveTo>
                    <a:pt x="48" y="131"/>
                  </a:moveTo>
                  <a:cubicBezTo>
                    <a:pt x="56" y="132"/>
                    <a:pt x="65" y="133"/>
                    <a:pt x="73" y="133"/>
                  </a:cubicBezTo>
                  <a:cubicBezTo>
                    <a:pt x="84" y="133"/>
                    <a:pt x="94" y="132"/>
                    <a:pt x="105" y="130"/>
                  </a:cubicBezTo>
                  <a:cubicBezTo>
                    <a:pt x="132" y="126"/>
                    <a:pt x="159" y="124"/>
                    <a:pt x="186" y="124"/>
                  </a:cubicBezTo>
                  <a:cubicBezTo>
                    <a:pt x="192" y="124"/>
                    <a:pt x="199" y="124"/>
                    <a:pt x="206" y="125"/>
                  </a:cubicBezTo>
                  <a:cubicBezTo>
                    <a:pt x="211" y="125"/>
                    <a:pt x="211" y="119"/>
                    <a:pt x="206" y="118"/>
                  </a:cubicBezTo>
                  <a:cubicBezTo>
                    <a:pt x="164" y="109"/>
                    <a:pt x="121" y="103"/>
                    <a:pt x="77" y="102"/>
                  </a:cubicBezTo>
                  <a:cubicBezTo>
                    <a:pt x="50" y="102"/>
                    <a:pt x="58" y="69"/>
                    <a:pt x="54" y="50"/>
                  </a:cubicBezTo>
                  <a:cubicBezTo>
                    <a:pt x="51" y="35"/>
                    <a:pt x="40" y="25"/>
                    <a:pt x="39" y="8"/>
                  </a:cubicBezTo>
                  <a:cubicBezTo>
                    <a:pt x="39" y="7"/>
                    <a:pt x="39" y="6"/>
                    <a:pt x="39" y="6"/>
                  </a:cubicBezTo>
                  <a:cubicBezTo>
                    <a:pt x="39" y="5"/>
                    <a:pt x="39" y="4"/>
                    <a:pt x="39" y="3"/>
                  </a:cubicBezTo>
                  <a:lnTo>
                    <a:pt x="32" y="3"/>
                  </a:lnTo>
                  <a:cubicBezTo>
                    <a:pt x="31" y="4"/>
                    <a:pt x="29" y="4"/>
                    <a:pt x="27" y="4"/>
                  </a:cubicBezTo>
                  <a:cubicBezTo>
                    <a:pt x="22" y="4"/>
                    <a:pt x="16" y="2"/>
                    <a:pt x="12" y="0"/>
                  </a:cubicBezTo>
                  <a:cubicBezTo>
                    <a:pt x="10" y="1"/>
                    <a:pt x="9" y="2"/>
                    <a:pt x="8" y="4"/>
                  </a:cubicBezTo>
                  <a:cubicBezTo>
                    <a:pt x="0" y="20"/>
                    <a:pt x="11" y="43"/>
                    <a:pt x="20" y="58"/>
                  </a:cubicBezTo>
                  <a:cubicBezTo>
                    <a:pt x="28" y="73"/>
                    <a:pt x="17" y="92"/>
                    <a:pt x="24" y="106"/>
                  </a:cubicBezTo>
                  <a:cubicBezTo>
                    <a:pt x="25" y="108"/>
                    <a:pt x="26" y="109"/>
                    <a:pt x="27" y="111"/>
                  </a:cubicBezTo>
                  <a:cubicBezTo>
                    <a:pt x="30" y="116"/>
                    <a:pt x="33" y="120"/>
                    <a:pt x="38" y="124"/>
                  </a:cubicBezTo>
                  <a:cubicBezTo>
                    <a:pt x="40" y="124"/>
                    <a:pt x="43" y="125"/>
                    <a:pt x="45" y="126"/>
                  </a:cubicBezTo>
                  <a:cubicBezTo>
                    <a:pt x="46" y="127"/>
                    <a:pt x="46" y="127"/>
                    <a:pt x="47" y="128"/>
                  </a:cubicBezTo>
                  <a:cubicBezTo>
                    <a:pt x="47" y="129"/>
                    <a:pt x="47" y="130"/>
                    <a:pt x="48"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5"/>
            <p:cNvSpPr/>
            <p:nvPr/>
          </p:nvSpPr>
          <p:spPr>
            <a:xfrm>
              <a:off x="60485" y="-1227455"/>
              <a:ext cx="7920" cy="3600"/>
            </a:xfrm>
            <a:custGeom>
              <a:rect b="b" l="l" r="r" t="t"/>
              <a:pathLst>
                <a:path extrusionOk="0" h="10" w="22">
                  <a:moveTo>
                    <a:pt x="21" y="9"/>
                  </a:moveTo>
                  <a:cubicBezTo>
                    <a:pt x="19" y="9"/>
                    <a:pt x="18" y="9"/>
                    <a:pt x="16" y="8"/>
                  </a:cubicBezTo>
                  <a:cubicBezTo>
                    <a:pt x="14" y="7"/>
                    <a:pt x="14" y="7"/>
                    <a:pt x="13" y="5"/>
                  </a:cubicBezTo>
                  <a:cubicBezTo>
                    <a:pt x="12" y="3"/>
                    <a:pt x="12" y="2"/>
                    <a:pt x="12" y="0"/>
                  </a:cubicBezTo>
                  <a:cubicBezTo>
                    <a:pt x="9" y="0"/>
                    <a:pt x="7" y="1"/>
                    <a:pt x="4" y="3"/>
                  </a:cubicBezTo>
                  <a:cubicBezTo>
                    <a:pt x="3" y="3"/>
                    <a:pt x="2" y="4"/>
                    <a:pt x="0" y="5"/>
                  </a:cubicBezTo>
                  <a:cubicBezTo>
                    <a:pt x="5" y="8"/>
                    <a:pt x="11" y="9"/>
                    <a:pt x="16" y="9"/>
                  </a:cubicBezTo>
                  <a:cubicBezTo>
                    <a:pt x="18" y="9"/>
                    <a:pt x="20" y="9"/>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5"/>
            <p:cNvSpPr/>
            <p:nvPr/>
          </p:nvSpPr>
          <p:spPr>
            <a:xfrm>
              <a:off x="68405" y="-1225295"/>
              <a:ext cx="2880" cy="1080"/>
            </a:xfrm>
            <a:custGeom>
              <a:rect b="b" l="l" r="r" t="t"/>
              <a:pathLst>
                <a:path extrusionOk="0" h="3" w="8">
                  <a:moveTo>
                    <a:pt x="3" y="2"/>
                  </a:moveTo>
                  <a:lnTo>
                    <a:pt x="2" y="2"/>
                  </a:lnTo>
                  <a:cubicBezTo>
                    <a:pt x="1" y="2"/>
                    <a:pt x="1" y="2"/>
                    <a:pt x="0" y="2"/>
                  </a:cubicBezTo>
                  <a:lnTo>
                    <a:pt x="7" y="2"/>
                  </a:lnTo>
                  <a:lnTo>
                    <a:pt x="7" y="1"/>
                  </a:lnTo>
                  <a:lnTo>
                    <a:pt x="7" y="0"/>
                  </a:ln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5"/>
            <p:cNvSpPr/>
            <p:nvPr/>
          </p:nvSpPr>
          <p:spPr>
            <a:xfrm>
              <a:off x="64805" y="-1227815"/>
              <a:ext cx="6120" cy="3960"/>
            </a:xfrm>
            <a:custGeom>
              <a:rect b="b" l="l" r="r" t="t"/>
              <a:pathLst>
                <a:path extrusionOk="0" h="11" w="17">
                  <a:moveTo>
                    <a:pt x="16" y="8"/>
                  </a:moveTo>
                  <a:lnTo>
                    <a:pt x="16" y="7"/>
                  </a:lnTo>
                  <a:cubicBezTo>
                    <a:pt x="15" y="5"/>
                    <a:pt x="13" y="3"/>
                    <a:pt x="11" y="2"/>
                  </a:cubicBezTo>
                  <a:cubicBezTo>
                    <a:pt x="9" y="1"/>
                    <a:pt x="6" y="0"/>
                    <a:pt x="4" y="0"/>
                  </a:cubicBezTo>
                  <a:cubicBezTo>
                    <a:pt x="3" y="0"/>
                    <a:pt x="1" y="0"/>
                    <a:pt x="0" y="1"/>
                  </a:cubicBezTo>
                  <a:cubicBezTo>
                    <a:pt x="0" y="3"/>
                    <a:pt x="0" y="4"/>
                    <a:pt x="1" y="6"/>
                  </a:cubicBezTo>
                  <a:cubicBezTo>
                    <a:pt x="2" y="8"/>
                    <a:pt x="3" y="8"/>
                    <a:pt x="5" y="9"/>
                  </a:cubicBezTo>
                  <a:cubicBezTo>
                    <a:pt x="7" y="10"/>
                    <a:pt x="7" y="10"/>
                    <a:pt x="9" y="10"/>
                  </a:cubicBezTo>
                  <a:cubicBezTo>
                    <a:pt x="10" y="10"/>
                    <a:pt x="10" y="10"/>
                    <a:pt x="11" y="10"/>
                  </a:cubicBezTo>
                  <a:cubicBezTo>
                    <a:pt x="12" y="10"/>
                    <a:pt x="12" y="10"/>
                    <a:pt x="13" y="10"/>
                  </a:cubicBezTo>
                  <a:lnTo>
                    <a:pt x="16"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5"/>
            <p:cNvSpPr/>
            <p:nvPr/>
          </p:nvSpPr>
          <p:spPr>
            <a:xfrm>
              <a:off x="70205" y="-1180655"/>
              <a:ext cx="4320" cy="2520"/>
            </a:xfrm>
            <a:custGeom>
              <a:rect b="b" l="l" r="r" t="t"/>
              <a:pathLst>
                <a:path extrusionOk="0" h="7" w="12">
                  <a:moveTo>
                    <a:pt x="11" y="6"/>
                  </a:moveTo>
                  <a:cubicBezTo>
                    <a:pt x="10" y="6"/>
                    <a:pt x="10" y="5"/>
                    <a:pt x="10" y="5"/>
                  </a:cubicBezTo>
                  <a:cubicBezTo>
                    <a:pt x="9" y="4"/>
                    <a:pt x="8" y="3"/>
                    <a:pt x="7" y="2"/>
                  </a:cubicBezTo>
                  <a:cubicBezTo>
                    <a:pt x="5" y="1"/>
                    <a:pt x="2" y="0"/>
                    <a:pt x="0" y="0"/>
                  </a:cubicBezTo>
                  <a:lnTo>
                    <a:pt x="2" y="2"/>
                  </a:lnTo>
                  <a:cubicBezTo>
                    <a:pt x="3" y="2"/>
                    <a:pt x="4" y="3"/>
                    <a:pt x="5" y="3"/>
                  </a:cubicBezTo>
                  <a:cubicBezTo>
                    <a:pt x="7" y="4"/>
                    <a:pt x="9" y="5"/>
                    <a:pt x="1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5"/>
            <p:cNvSpPr/>
            <p:nvPr/>
          </p:nvSpPr>
          <p:spPr>
            <a:xfrm>
              <a:off x="1220765" y="-620135"/>
              <a:ext cx="38160" cy="57960"/>
            </a:xfrm>
            <a:custGeom>
              <a:rect b="b" l="l" r="r" t="t"/>
              <a:pathLst>
                <a:path extrusionOk="0" h="161" w="106">
                  <a:moveTo>
                    <a:pt x="5" y="160"/>
                  </a:moveTo>
                  <a:cubicBezTo>
                    <a:pt x="34" y="151"/>
                    <a:pt x="50" y="119"/>
                    <a:pt x="67" y="97"/>
                  </a:cubicBezTo>
                  <a:cubicBezTo>
                    <a:pt x="84" y="75"/>
                    <a:pt x="105" y="36"/>
                    <a:pt x="100" y="4"/>
                  </a:cubicBezTo>
                  <a:cubicBezTo>
                    <a:pt x="100" y="3"/>
                    <a:pt x="100" y="3"/>
                    <a:pt x="100" y="2"/>
                  </a:cubicBezTo>
                  <a:cubicBezTo>
                    <a:pt x="100" y="1"/>
                    <a:pt x="99" y="1"/>
                    <a:pt x="99" y="1"/>
                  </a:cubicBezTo>
                  <a:cubicBezTo>
                    <a:pt x="98" y="0"/>
                    <a:pt x="97" y="0"/>
                    <a:pt x="97" y="0"/>
                  </a:cubicBezTo>
                  <a:cubicBezTo>
                    <a:pt x="96" y="0"/>
                    <a:pt x="96" y="0"/>
                    <a:pt x="95" y="1"/>
                  </a:cubicBezTo>
                  <a:lnTo>
                    <a:pt x="94" y="2"/>
                  </a:lnTo>
                  <a:cubicBezTo>
                    <a:pt x="93" y="3"/>
                    <a:pt x="93" y="3"/>
                    <a:pt x="93" y="4"/>
                  </a:cubicBezTo>
                  <a:cubicBezTo>
                    <a:pt x="84" y="38"/>
                    <a:pt x="60" y="68"/>
                    <a:pt x="41" y="97"/>
                  </a:cubicBezTo>
                  <a:cubicBezTo>
                    <a:pt x="29" y="116"/>
                    <a:pt x="15" y="136"/>
                    <a:pt x="1" y="154"/>
                  </a:cubicBezTo>
                  <a:lnTo>
                    <a:pt x="1" y="155"/>
                  </a:lnTo>
                  <a:lnTo>
                    <a:pt x="0" y="156"/>
                  </a:lnTo>
                  <a:cubicBezTo>
                    <a:pt x="0" y="157"/>
                    <a:pt x="1" y="158"/>
                    <a:pt x="1" y="158"/>
                  </a:cubicBezTo>
                  <a:cubicBezTo>
                    <a:pt x="1" y="159"/>
                    <a:pt x="2" y="160"/>
                    <a:pt x="2" y="160"/>
                  </a:cubicBezTo>
                  <a:cubicBezTo>
                    <a:pt x="3" y="160"/>
                    <a:pt x="4" y="160"/>
                    <a:pt x="4" y="160"/>
                  </a:cubicBezTo>
                  <a:cubicBezTo>
                    <a:pt x="5" y="160"/>
                    <a:pt x="5" y="160"/>
                    <a:pt x="5"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5"/>
            <p:cNvSpPr/>
            <p:nvPr/>
          </p:nvSpPr>
          <p:spPr>
            <a:xfrm>
              <a:off x="1165325" y="-535535"/>
              <a:ext cx="29520" cy="24120"/>
            </a:xfrm>
            <a:custGeom>
              <a:rect b="b" l="l" r="r" t="t"/>
              <a:pathLst>
                <a:path extrusionOk="0" h="67" w="82">
                  <a:moveTo>
                    <a:pt x="0" y="60"/>
                  </a:moveTo>
                  <a:lnTo>
                    <a:pt x="0" y="61"/>
                  </a:lnTo>
                  <a:cubicBezTo>
                    <a:pt x="0" y="62"/>
                    <a:pt x="0" y="63"/>
                    <a:pt x="0" y="64"/>
                  </a:cubicBezTo>
                  <a:cubicBezTo>
                    <a:pt x="1" y="64"/>
                    <a:pt x="1" y="64"/>
                    <a:pt x="2" y="65"/>
                  </a:cubicBezTo>
                  <a:cubicBezTo>
                    <a:pt x="3" y="65"/>
                    <a:pt x="4" y="66"/>
                    <a:pt x="4" y="66"/>
                  </a:cubicBezTo>
                  <a:cubicBezTo>
                    <a:pt x="5" y="66"/>
                    <a:pt x="6" y="66"/>
                    <a:pt x="6" y="66"/>
                  </a:cubicBezTo>
                  <a:cubicBezTo>
                    <a:pt x="9" y="64"/>
                    <a:pt x="12" y="63"/>
                    <a:pt x="15" y="61"/>
                  </a:cubicBezTo>
                  <a:cubicBezTo>
                    <a:pt x="39" y="47"/>
                    <a:pt x="61" y="28"/>
                    <a:pt x="79" y="7"/>
                  </a:cubicBezTo>
                  <a:cubicBezTo>
                    <a:pt x="81" y="4"/>
                    <a:pt x="79" y="0"/>
                    <a:pt x="75" y="2"/>
                  </a:cubicBezTo>
                  <a:cubicBezTo>
                    <a:pt x="61" y="11"/>
                    <a:pt x="45" y="18"/>
                    <a:pt x="31" y="28"/>
                  </a:cubicBezTo>
                  <a:cubicBezTo>
                    <a:pt x="20" y="36"/>
                    <a:pt x="4" y="48"/>
                    <a:pt x="0"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5"/>
            <p:cNvSpPr/>
            <p:nvPr/>
          </p:nvSpPr>
          <p:spPr>
            <a:xfrm>
              <a:off x="752045" y="-497015"/>
              <a:ext cx="393480" cy="61920"/>
            </a:xfrm>
            <a:custGeom>
              <a:rect b="b" l="l" r="r" t="t"/>
              <a:pathLst>
                <a:path extrusionOk="0" h="172" w="1093">
                  <a:moveTo>
                    <a:pt x="745" y="124"/>
                  </a:moveTo>
                  <a:cubicBezTo>
                    <a:pt x="792" y="123"/>
                    <a:pt x="841" y="98"/>
                    <a:pt x="886" y="87"/>
                  </a:cubicBezTo>
                  <a:cubicBezTo>
                    <a:pt x="958" y="70"/>
                    <a:pt x="1021" y="28"/>
                    <a:pt x="1090" y="5"/>
                  </a:cubicBezTo>
                  <a:lnTo>
                    <a:pt x="1091" y="5"/>
                  </a:lnTo>
                  <a:cubicBezTo>
                    <a:pt x="1091" y="4"/>
                    <a:pt x="1091" y="4"/>
                    <a:pt x="1091" y="4"/>
                  </a:cubicBezTo>
                  <a:cubicBezTo>
                    <a:pt x="1092" y="3"/>
                    <a:pt x="1092" y="3"/>
                    <a:pt x="1092" y="2"/>
                  </a:cubicBezTo>
                  <a:lnTo>
                    <a:pt x="1091" y="1"/>
                  </a:lnTo>
                  <a:lnTo>
                    <a:pt x="1091" y="0"/>
                  </a:lnTo>
                  <a:lnTo>
                    <a:pt x="1090" y="0"/>
                  </a:lnTo>
                  <a:cubicBezTo>
                    <a:pt x="1048" y="5"/>
                    <a:pt x="1000" y="34"/>
                    <a:pt x="959" y="47"/>
                  </a:cubicBezTo>
                  <a:cubicBezTo>
                    <a:pt x="918" y="60"/>
                    <a:pt x="871" y="71"/>
                    <a:pt x="827" y="83"/>
                  </a:cubicBezTo>
                  <a:cubicBezTo>
                    <a:pt x="771" y="97"/>
                    <a:pt x="714" y="106"/>
                    <a:pt x="656" y="112"/>
                  </a:cubicBezTo>
                  <a:cubicBezTo>
                    <a:pt x="620" y="118"/>
                    <a:pt x="585" y="122"/>
                    <a:pt x="549" y="123"/>
                  </a:cubicBezTo>
                  <a:cubicBezTo>
                    <a:pt x="473" y="119"/>
                    <a:pt x="398" y="133"/>
                    <a:pt x="323" y="139"/>
                  </a:cubicBezTo>
                  <a:cubicBezTo>
                    <a:pt x="216" y="148"/>
                    <a:pt x="107" y="128"/>
                    <a:pt x="2" y="146"/>
                  </a:cubicBezTo>
                  <a:lnTo>
                    <a:pt x="1" y="146"/>
                  </a:lnTo>
                  <a:lnTo>
                    <a:pt x="0" y="147"/>
                  </a:lnTo>
                  <a:cubicBezTo>
                    <a:pt x="0" y="148"/>
                    <a:pt x="0" y="148"/>
                    <a:pt x="0" y="149"/>
                  </a:cubicBezTo>
                  <a:lnTo>
                    <a:pt x="0" y="150"/>
                  </a:lnTo>
                  <a:cubicBezTo>
                    <a:pt x="1" y="150"/>
                    <a:pt x="1" y="151"/>
                    <a:pt x="1" y="151"/>
                  </a:cubicBezTo>
                  <a:lnTo>
                    <a:pt x="2" y="151"/>
                  </a:lnTo>
                  <a:cubicBezTo>
                    <a:pt x="115" y="171"/>
                    <a:pt x="228" y="159"/>
                    <a:pt x="342" y="162"/>
                  </a:cubicBezTo>
                  <a:cubicBezTo>
                    <a:pt x="381" y="162"/>
                    <a:pt x="419" y="151"/>
                    <a:pt x="458" y="150"/>
                  </a:cubicBezTo>
                  <a:cubicBezTo>
                    <a:pt x="505" y="148"/>
                    <a:pt x="559" y="152"/>
                    <a:pt x="605" y="141"/>
                  </a:cubicBezTo>
                  <a:cubicBezTo>
                    <a:pt x="651" y="131"/>
                    <a:pt x="698" y="126"/>
                    <a:pt x="74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5"/>
            <p:cNvSpPr/>
            <p:nvPr/>
          </p:nvSpPr>
          <p:spPr>
            <a:xfrm>
              <a:off x="1018805" y="-530855"/>
              <a:ext cx="192240" cy="92160"/>
            </a:xfrm>
            <a:custGeom>
              <a:rect b="b" l="l" r="r" t="t"/>
              <a:pathLst>
                <a:path extrusionOk="0" h="256" w="534">
                  <a:moveTo>
                    <a:pt x="531" y="0"/>
                  </a:moveTo>
                  <a:cubicBezTo>
                    <a:pt x="435" y="68"/>
                    <a:pt x="342" y="145"/>
                    <a:pt x="227" y="181"/>
                  </a:cubicBezTo>
                  <a:cubicBezTo>
                    <a:pt x="166" y="200"/>
                    <a:pt x="104" y="216"/>
                    <a:pt x="41" y="228"/>
                  </a:cubicBezTo>
                  <a:cubicBezTo>
                    <a:pt x="26" y="231"/>
                    <a:pt x="11" y="232"/>
                    <a:pt x="2" y="246"/>
                  </a:cubicBezTo>
                  <a:cubicBezTo>
                    <a:pt x="0" y="250"/>
                    <a:pt x="4" y="255"/>
                    <a:pt x="8" y="253"/>
                  </a:cubicBezTo>
                  <a:cubicBezTo>
                    <a:pt x="29" y="240"/>
                    <a:pt x="60" y="245"/>
                    <a:pt x="82" y="240"/>
                  </a:cubicBezTo>
                  <a:cubicBezTo>
                    <a:pt x="111" y="235"/>
                    <a:pt x="139" y="230"/>
                    <a:pt x="167" y="222"/>
                  </a:cubicBezTo>
                  <a:cubicBezTo>
                    <a:pt x="215" y="209"/>
                    <a:pt x="261" y="191"/>
                    <a:pt x="305" y="168"/>
                  </a:cubicBezTo>
                  <a:cubicBezTo>
                    <a:pt x="316" y="163"/>
                    <a:pt x="327" y="157"/>
                    <a:pt x="337" y="150"/>
                  </a:cubicBezTo>
                  <a:cubicBezTo>
                    <a:pt x="409" y="109"/>
                    <a:pt x="474" y="59"/>
                    <a:pt x="532" y="2"/>
                  </a:cubicBezTo>
                  <a:cubicBezTo>
                    <a:pt x="533" y="2"/>
                    <a:pt x="533" y="2"/>
                    <a:pt x="533" y="2"/>
                  </a:cubicBezTo>
                  <a:cubicBezTo>
                    <a:pt x="533" y="1"/>
                    <a:pt x="533" y="1"/>
                    <a:pt x="533" y="1"/>
                  </a:cubicBezTo>
                  <a:lnTo>
                    <a:pt x="533" y="0"/>
                  </a:lnTo>
                  <a:lnTo>
                    <a:pt x="532" y="0"/>
                  </a:lnTo>
                  <a:cubicBezTo>
                    <a:pt x="531" y="0"/>
                    <a:pt x="531" y="0"/>
                    <a:pt x="5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5"/>
            <p:cNvSpPr/>
            <p:nvPr/>
          </p:nvSpPr>
          <p:spPr>
            <a:xfrm>
              <a:off x="978845" y="-459575"/>
              <a:ext cx="153720" cy="37080"/>
            </a:xfrm>
            <a:custGeom>
              <a:rect b="b" l="l" r="r" t="t"/>
              <a:pathLst>
                <a:path extrusionOk="0" h="103" w="427">
                  <a:moveTo>
                    <a:pt x="422" y="1"/>
                  </a:moveTo>
                  <a:cubicBezTo>
                    <a:pt x="388" y="23"/>
                    <a:pt x="343" y="27"/>
                    <a:pt x="305" y="40"/>
                  </a:cubicBezTo>
                  <a:cubicBezTo>
                    <a:pt x="272" y="52"/>
                    <a:pt x="238" y="60"/>
                    <a:pt x="203" y="63"/>
                  </a:cubicBezTo>
                  <a:cubicBezTo>
                    <a:pt x="136" y="65"/>
                    <a:pt x="70" y="74"/>
                    <a:pt x="4" y="90"/>
                  </a:cubicBezTo>
                  <a:cubicBezTo>
                    <a:pt x="1" y="90"/>
                    <a:pt x="0" y="96"/>
                    <a:pt x="4" y="96"/>
                  </a:cubicBezTo>
                  <a:cubicBezTo>
                    <a:pt x="83" y="102"/>
                    <a:pt x="172" y="85"/>
                    <a:pt x="249" y="69"/>
                  </a:cubicBezTo>
                  <a:cubicBezTo>
                    <a:pt x="290" y="61"/>
                    <a:pt x="329" y="42"/>
                    <a:pt x="369" y="30"/>
                  </a:cubicBezTo>
                  <a:cubicBezTo>
                    <a:pt x="381" y="27"/>
                    <a:pt x="394" y="22"/>
                    <a:pt x="405" y="16"/>
                  </a:cubicBezTo>
                  <a:cubicBezTo>
                    <a:pt x="412" y="12"/>
                    <a:pt x="418" y="8"/>
                    <a:pt x="424" y="3"/>
                  </a:cubicBezTo>
                  <a:cubicBezTo>
                    <a:pt x="426" y="2"/>
                    <a:pt x="423" y="0"/>
                    <a:pt x="4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5"/>
            <p:cNvSpPr/>
            <p:nvPr/>
          </p:nvSpPr>
          <p:spPr>
            <a:xfrm>
              <a:off x="940325" y="-421775"/>
              <a:ext cx="132480" cy="15120"/>
            </a:xfrm>
            <a:custGeom>
              <a:rect b="b" l="l" r="r" t="t"/>
              <a:pathLst>
                <a:path extrusionOk="0" h="42" w="368">
                  <a:moveTo>
                    <a:pt x="364" y="0"/>
                  </a:moveTo>
                  <a:cubicBezTo>
                    <a:pt x="339" y="14"/>
                    <a:pt x="291" y="11"/>
                    <a:pt x="263" y="15"/>
                  </a:cubicBezTo>
                  <a:cubicBezTo>
                    <a:pt x="226" y="21"/>
                    <a:pt x="189" y="24"/>
                    <a:pt x="152" y="24"/>
                  </a:cubicBezTo>
                  <a:cubicBezTo>
                    <a:pt x="118" y="24"/>
                    <a:pt x="85" y="30"/>
                    <a:pt x="51" y="28"/>
                  </a:cubicBezTo>
                  <a:cubicBezTo>
                    <a:pt x="46" y="27"/>
                    <a:pt x="41" y="26"/>
                    <a:pt x="36" y="26"/>
                  </a:cubicBezTo>
                  <a:cubicBezTo>
                    <a:pt x="24" y="26"/>
                    <a:pt x="13" y="29"/>
                    <a:pt x="2" y="35"/>
                  </a:cubicBezTo>
                  <a:cubicBezTo>
                    <a:pt x="0" y="36"/>
                    <a:pt x="1" y="41"/>
                    <a:pt x="4" y="40"/>
                  </a:cubicBezTo>
                  <a:cubicBezTo>
                    <a:pt x="31" y="35"/>
                    <a:pt x="58" y="33"/>
                    <a:pt x="85" y="33"/>
                  </a:cubicBezTo>
                  <a:cubicBezTo>
                    <a:pt x="96" y="33"/>
                    <a:pt x="107" y="34"/>
                    <a:pt x="118" y="34"/>
                  </a:cubicBezTo>
                  <a:cubicBezTo>
                    <a:pt x="123" y="34"/>
                    <a:pt x="127" y="34"/>
                    <a:pt x="132" y="34"/>
                  </a:cubicBezTo>
                  <a:cubicBezTo>
                    <a:pt x="163" y="34"/>
                    <a:pt x="194" y="33"/>
                    <a:pt x="225" y="29"/>
                  </a:cubicBezTo>
                  <a:cubicBezTo>
                    <a:pt x="265" y="25"/>
                    <a:pt x="334" y="27"/>
                    <a:pt x="366" y="4"/>
                  </a:cubicBezTo>
                  <a:cubicBezTo>
                    <a:pt x="367" y="4"/>
                    <a:pt x="367" y="4"/>
                    <a:pt x="367" y="3"/>
                  </a:cubicBezTo>
                  <a:lnTo>
                    <a:pt x="367" y="2"/>
                  </a:lnTo>
                  <a:lnTo>
                    <a:pt x="367" y="1"/>
                  </a:lnTo>
                  <a:cubicBezTo>
                    <a:pt x="367" y="0"/>
                    <a:pt x="367" y="0"/>
                    <a:pt x="366" y="0"/>
                  </a:cubicBezTo>
                  <a:lnTo>
                    <a:pt x="365" y="0"/>
                  </a:lnTo>
                  <a:lnTo>
                    <a:pt x="3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5"/>
            <p:cNvSpPr/>
            <p:nvPr/>
          </p:nvSpPr>
          <p:spPr>
            <a:xfrm>
              <a:off x="948245" y="-407375"/>
              <a:ext cx="78480" cy="10440"/>
            </a:xfrm>
            <a:custGeom>
              <a:rect b="b" l="l" r="r" t="t"/>
              <a:pathLst>
                <a:path extrusionOk="0" h="29" w="218">
                  <a:moveTo>
                    <a:pt x="211" y="9"/>
                  </a:moveTo>
                  <a:cubicBezTo>
                    <a:pt x="155" y="9"/>
                    <a:pt x="97" y="5"/>
                    <a:pt x="41" y="2"/>
                  </a:cubicBezTo>
                  <a:cubicBezTo>
                    <a:pt x="25" y="2"/>
                    <a:pt x="2" y="0"/>
                    <a:pt x="0" y="22"/>
                  </a:cubicBezTo>
                  <a:cubicBezTo>
                    <a:pt x="0" y="23"/>
                    <a:pt x="0" y="24"/>
                    <a:pt x="1" y="25"/>
                  </a:cubicBezTo>
                  <a:cubicBezTo>
                    <a:pt x="2" y="26"/>
                    <a:pt x="2" y="27"/>
                    <a:pt x="3" y="27"/>
                  </a:cubicBezTo>
                  <a:cubicBezTo>
                    <a:pt x="4" y="28"/>
                    <a:pt x="5" y="28"/>
                    <a:pt x="6" y="28"/>
                  </a:cubicBezTo>
                  <a:cubicBezTo>
                    <a:pt x="7" y="28"/>
                    <a:pt x="8" y="28"/>
                    <a:pt x="8" y="27"/>
                  </a:cubicBezTo>
                  <a:cubicBezTo>
                    <a:pt x="19" y="25"/>
                    <a:pt x="30" y="24"/>
                    <a:pt x="42" y="24"/>
                  </a:cubicBezTo>
                  <a:cubicBezTo>
                    <a:pt x="48" y="24"/>
                    <a:pt x="54" y="24"/>
                    <a:pt x="61" y="25"/>
                  </a:cubicBezTo>
                  <a:cubicBezTo>
                    <a:pt x="77" y="25"/>
                    <a:pt x="93" y="25"/>
                    <a:pt x="109" y="25"/>
                  </a:cubicBezTo>
                  <a:cubicBezTo>
                    <a:pt x="143" y="23"/>
                    <a:pt x="177" y="20"/>
                    <a:pt x="210" y="20"/>
                  </a:cubicBezTo>
                  <a:cubicBezTo>
                    <a:pt x="216" y="18"/>
                    <a:pt x="217" y="9"/>
                    <a:pt x="21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5"/>
            <p:cNvSpPr/>
            <p:nvPr/>
          </p:nvSpPr>
          <p:spPr>
            <a:xfrm>
              <a:off x="1198085" y="-645695"/>
              <a:ext cx="85320" cy="146880"/>
            </a:xfrm>
            <a:custGeom>
              <a:rect b="b" l="l" r="r" t="t"/>
              <a:pathLst>
                <a:path extrusionOk="0" h="408" w="237">
                  <a:moveTo>
                    <a:pt x="234" y="9"/>
                  </a:moveTo>
                  <a:cubicBezTo>
                    <a:pt x="236" y="5"/>
                    <a:pt x="230" y="0"/>
                    <a:pt x="226" y="3"/>
                  </a:cubicBezTo>
                  <a:cubicBezTo>
                    <a:pt x="205" y="26"/>
                    <a:pt x="202" y="54"/>
                    <a:pt x="192" y="82"/>
                  </a:cubicBezTo>
                  <a:cubicBezTo>
                    <a:pt x="176" y="124"/>
                    <a:pt x="157" y="164"/>
                    <a:pt x="135" y="202"/>
                  </a:cubicBezTo>
                  <a:cubicBezTo>
                    <a:pt x="134" y="203"/>
                    <a:pt x="134" y="204"/>
                    <a:pt x="133" y="205"/>
                  </a:cubicBezTo>
                  <a:cubicBezTo>
                    <a:pt x="98" y="271"/>
                    <a:pt x="54" y="349"/>
                    <a:pt x="1" y="401"/>
                  </a:cubicBezTo>
                  <a:cubicBezTo>
                    <a:pt x="0" y="402"/>
                    <a:pt x="0" y="403"/>
                    <a:pt x="0" y="403"/>
                  </a:cubicBezTo>
                  <a:cubicBezTo>
                    <a:pt x="0" y="404"/>
                    <a:pt x="0" y="404"/>
                    <a:pt x="1" y="405"/>
                  </a:cubicBezTo>
                  <a:cubicBezTo>
                    <a:pt x="1" y="405"/>
                    <a:pt x="1" y="406"/>
                    <a:pt x="2" y="406"/>
                  </a:cubicBezTo>
                  <a:cubicBezTo>
                    <a:pt x="2" y="406"/>
                    <a:pt x="3" y="407"/>
                    <a:pt x="4" y="407"/>
                  </a:cubicBezTo>
                  <a:lnTo>
                    <a:pt x="5" y="406"/>
                  </a:lnTo>
                  <a:lnTo>
                    <a:pt x="6" y="406"/>
                  </a:lnTo>
                  <a:cubicBezTo>
                    <a:pt x="30" y="388"/>
                    <a:pt x="45" y="357"/>
                    <a:pt x="65" y="334"/>
                  </a:cubicBezTo>
                  <a:cubicBezTo>
                    <a:pt x="96" y="300"/>
                    <a:pt x="123" y="262"/>
                    <a:pt x="146" y="221"/>
                  </a:cubicBezTo>
                  <a:cubicBezTo>
                    <a:pt x="148" y="219"/>
                    <a:pt x="149" y="217"/>
                    <a:pt x="150" y="215"/>
                  </a:cubicBezTo>
                  <a:cubicBezTo>
                    <a:pt x="170" y="181"/>
                    <a:pt x="187" y="147"/>
                    <a:pt x="203" y="111"/>
                  </a:cubicBezTo>
                  <a:cubicBezTo>
                    <a:pt x="217" y="78"/>
                    <a:pt x="219" y="42"/>
                    <a:pt x="2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5"/>
            <p:cNvSpPr/>
            <p:nvPr/>
          </p:nvSpPr>
          <p:spPr>
            <a:xfrm>
              <a:off x="1268645" y="-672695"/>
              <a:ext cx="32760" cy="93600"/>
            </a:xfrm>
            <a:custGeom>
              <a:rect b="b" l="l" r="r" t="t"/>
              <a:pathLst>
                <a:path extrusionOk="0" h="260" w="91">
                  <a:moveTo>
                    <a:pt x="89" y="7"/>
                  </a:moveTo>
                  <a:cubicBezTo>
                    <a:pt x="89" y="3"/>
                    <a:pt x="83" y="0"/>
                    <a:pt x="81" y="4"/>
                  </a:cubicBezTo>
                  <a:cubicBezTo>
                    <a:pt x="69" y="34"/>
                    <a:pt x="60" y="65"/>
                    <a:pt x="54" y="96"/>
                  </a:cubicBezTo>
                  <a:cubicBezTo>
                    <a:pt x="43" y="143"/>
                    <a:pt x="27" y="215"/>
                    <a:pt x="2" y="254"/>
                  </a:cubicBezTo>
                  <a:cubicBezTo>
                    <a:pt x="0" y="256"/>
                    <a:pt x="4" y="259"/>
                    <a:pt x="6" y="257"/>
                  </a:cubicBezTo>
                  <a:cubicBezTo>
                    <a:pt x="38" y="219"/>
                    <a:pt x="49" y="163"/>
                    <a:pt x="63" y="116"/>
                  </a:cubicBezTo>
                  <a:cubicBezTo>
                    <a:pt x="74" y="82"/>
                    <a:pt x="90" y="42"/>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5"/>
            <p:cNvSpPr/>
            <p:nvPr/>
          </p:nvSpPr>
          <p:spPr>
            <a:xfrm>
              <a:off x="1276565" y="-695375"/>
              <a:ext cx="42480" cy="124200"/>
            </a:xfrm>
            <a:custGeom>
              <a:rect b="b" l="l" r="r" t="t"/>
              <a:pathLst>
                <a:path extrusionOk="0" h="345" w="118">
                  <a:moveTo>
                    <a:pt x="107" y="3"/>
                  </a:moveTo>
                  <a:cubicBezTo>
                    <a:pt x="87" y="51"/>
                    <a:pt x="84" y="101"/>
                    <a:pt x="69" y="151"/>
                  </a:cubicBezTo>
                  <a:cubicBezTo>
                    <a:pt x="52" y="209"/>
                    <a:pt x="35" y="293"/>
                    <a:pt x="0" y="340"/>
                  </a:cubicBezTo>
                  <a:lnTo>
                    <a:pt x="0" y="341"/>
                  </a:lnTo>
                  <a:lnTo>
                    <a:pt x="0" y="342"/>
                  </a:lnTo>
                  <a:lnTo>
                    <a:pt x="0" y="343"/>
                  </a:lnTo>
                  <a:lnTo>
                    <a:pt x="1" y="344"/>
                  </a:lnTo>
                  <a:lnTo>
                    <a:pt x="2" y="344"/>
                  </a:lnTo>
                  <a:lnTo>
                    <a:pt x="3" y="344"/>
                  </a:lnTo>
                  <a:lnTo>
                    <a:pt x="4" y="343"/>
                  </a:lnTo>
                  <a:cubicBezTo>
                    <a:pt x="35" y="308"/>
                    <a:pt x="42" y="262"/>
                    <a:pt x="59" y="219"/>
                  </a:cubicBezTo>
                  <a:cubicBezTo>
                    <a:pt x="68" y="200"/>
                    <a:pt x="78" y="180"/>
                    <a:pt x="85" y="159"/>
                  </a:cubicBezTo>
                  <a:lnTo>
                    <a:pt x="85" y="158"/>
                  </a:lnTo>
                  <a:lnTo>
                    <a:pt x="85" y="157"/>
                  </a:lnTo>
                  <a:lnTo>
                    <a:pt x="86" y="156"/>
                  </a:lnTo>
                  <a:cubicBezTo>
                    <a:pt x="88" y="149"/>
                    <a:pt x="90" y="143"/>
                    <a:pt x="91" y="136"/>
                  </a:cubicBezTo>
                  <a:cubicBezTo>
                    <a:pt x="99" y="93"/>
                    <a:pt x="117" y="50"/>
                    <a:pt x="116" y="6"/>
                  </a:cubicBezTo>
                  <a:cubicBezTo>
                    <a:pt x="116" y="5"/>
                    <a:pt x="116" y="5"/>
                    <a:pt x="116" y="5"/>
                  </a:cubicBezTo>
                  <a:cubicBezTo>
                    <a:pt x="116" y="4"/>
                    <a:pt x="117" y="3"/>
                    <a:pt x="116" y="2"/>
                  </a:cubicBezTo>
                  <a:cubicBezTo>
                    <a:pt x="115" y="1"/>
                    <a:pt x="115" y="1"/>
                    <a:pt x="114" y="0"/>
                  </a:cubicBezTo>
                  <a:cubicBezTo>
                    <a:pt x="113" y="0"/>
                    <a:pt x="112" y="0"/>
                    <a:pt x="111" y="0"/>
                  </a:cubicBezTo>
                  <a:cubicBezTo>
                    <a:pt x="111" y="0"/>
                    <a:pt x="110" y="0"/>
                    <a:pt x="109" y="0"/>
                  </a:cubicBezTo>
                  <a:cubicBezTo>
                    <a:pt x="108" y="1"/>
                    <a:pt x="108" y="1"/>
                    <a:pt x="107" y="2"/>
                  </a:cubicBezTo>
                  <a:lnTo>
                    <a:pt x="107"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5"/>
            <p:cNvSpPr/>
            <p:nvPr/>
          </p:nvSpPr>
          <p:spPr>
            <a:xfrm>
              <a:off x="1306445" y="-639215"/>
              <a:ext cx="1080" cy="1440"/>
            </a:xfrm>
            <a:custGeom>
              <a:rect b="b" l="l" r="r" t="t"/>
              <a:pathLst>
                <a:path extrusionOk="0" h="4" w="3">
                  <a:moveTo>
                    <a:pt x="2" y="3"/>
                  </a:moveTo>
                  <a:lnTo>
                    <a:pt x="2" y="0"/>
                  </a:lnTo>
                  <a:cubicBezTo>
                    <a:pt x="2" y="0"/>
                    <a:pt x="1" y="0"/>
                    <a:pt x="0" y="1"/>
                  </a:cubicBezTo>
                  <a:cubicBezTo>
                    <a:pt x="1" y="1"/>
                    <a:pt x="1" y="2"/>
                    <a:pt x="1" y="2"/>
                  </a:cubicBezTo>
                  <a:cubicBezTo>
                    <a:pt x="1" y="2"/>
                    <a:pt x="1"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5"/>
            <p:cNvSpPr/>
            <p:nvPr/>
          </p:nvSpPr>
          <p:spPr>
            <a:xfrm>
              <a:off x="1087205" y="-1154375"/>
              <a:ext cx="126720" cy="96480"/>
            </a:xfrm>
            <a:custGeom>
              <a:rect b="b" l="l" r="r" t="t"/>
              <a:pathLst>
                <a:path extrusionOk="0" h="268" w="352">
                  <a:moveTo>
                    <a:pt x="195" y="118"/>
                  </a:moveTo>
                  <a:cubicBezTo>
                    <a:pt x="222" y="144"/>
                    <a:pt x="248" y="172"/>
                    <a:pt x="276" y="197"/>
                  </a:cubicBezTo>
                  <a:cubicBezTo>
                    <a:pt x="301" y="220"/>
                    <a:pt x="335" y="236"/>
                    <a:pt x="350" y="267"/>
                  </a:cubicBezTo>
                  <a:lnTo>
                    <a:pt x="351" y="267"/>
                  </a:lnTo>
                  <a:cubicBezTo>
                    <a:pt x="349" y="259"/>
                    <a:pt x="346" y="251"/>
                    <a:pt x="342" y="244"/>
                  </a:cubicBezTo>
                  <a:cubicBezTo>
                    <a:pt x="334" y="231"/>
                    <a:pt x="323" y="219"/>
                    <a:pt x="309" y="211"/>
                  </a:cubicBezTo>
                  <a:cubicBezTo>
                    <a:pt x="270" y="183"/>
                    <a:pt x="240" y="142"/>
                    <a:pt x="205" y="107"/>
                  </a:cubicBezTo>
                  <a:cubicBezTo>
                    <a:pt x="175" y="77"/>
                    <a:pt x="135" y="63"/>
                    <a:pt x="100" y="39"/>
                  </a:cubicBezTo>
                  <a:cubicBezTo>
                    <a:pt x="95" y="36"/>
                    <a:pt x="91" y="33"/>
                    <a:pt x="86" y="30"/>
                  </a:cubicBezTo>
                  <a:cubicBezTo>
                    <a:pt x="61" y="16"/>
                    <a:pt x="35" y="6"/>
                    <a:pt x="8" y="0"/>
                  </a:cubicBezTo>
                  <a:cubicBezTo>
                    <a:pt x="7" y="0"/>
                    <a:pt x="6" y="0"/>
                    <a:pt x="6" y="0"/>
                  </a:cubicBezTo>
                  <a:cubicBezTo>
                    <a:pt x="5" y="0"/>
                    <a:pt x="4" y="0"/>
                    <a:pt x="3" y="0"/>
                  </a:cubicBezTo>
                  <a:cubicBezTo>
                    <a:pt x="2" y="1"/>
                    <a:pt x="2" y="2"/>
                    <a:pt x="1" y="3"/>
                  </a:cubicBezTo>
                  <a:cubicBezTo>
                    <a:pt x="0" y="4"/>
                    <a:pt x="0" y="5"/>
                    <a:pt x="0" y="6"/>
                  </a:cubicBezTo>
                  <a:cubicBezTo>
                    <a:pt x="0" y="7"/>
                    <a:pt x="0" y="8"/>
                    <a:pt x="1" y="9"/>
                  </a:cubicBezTo>
                  <a:cubicBezTo>
                    <a:pt x="1" y="9"/>
                    <a:pt x="2" y="10"/>
                    <a:pt x="3" y="11"/>
                  </a:cubicBezTo>
                  <a:cubicBezTo>
                    <a:pt x="62" y="51"/>
                    <a:pt x="141" y="68"/>
                    <a:pt x="19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5"/>
            <p:cNvSpPr/>
            <p:nvPr/>
          </p:nvSpPr>
          <p:spPr>
            <a:xfrm>
              <a:off x="1027445" y="-1180655"/>
              <a:ext cx="35640" cy="19440"/>
            </a:xfrm>
            <a:custGeom>
              <a:rect b="b" l="l" r="r" t="t"/>
              <a:pathLst>
                <a:path extrusionOk="0" h="54" w="99">
                  <a:moveTo>
                    <a:pt x="47" y="36"/>
                  </a:moveTo>
                  <a:cubicBezTo>
                    <a:pt x="60" y="42"/>
                    <a:pt x="79" y="42"/>
                    <a:pt x="89" y="50"/>
                  </a:cubicBezTo>
                  <a:cubicBezTo>
                    <a:pt x="93" y="53"/>
                    <a:pt x="98" y="47"/>
                    <a:pt x="95" y="44"/>
                  </a:cubicBezTo>
                  <a:cubicBezTo>
                    <a:pt x="93" y="42"/>
                    <a:pt x="91" y="40"/>
                    <a:pt x="89" y="39"/>
                  </a:cubicBezTo>
                  <a:cubicBezTo>
                    <a:pt x="86" y="37"/>
                    <a:pt x="84" y="37"/>
                    <a:pt x="81" y="36"/>
                  </a:cubicBezTo>
                  <a:cubicBezTo>
                    <a:pt x="73" y="33"/>
                    <a:pt x="66" y="30"/>
                    <a:pt x="59" y="26"/>
                  </a:cubicBezTo>
                  <a:cubicBezTo>
                    <a:pt x="56" y="24"/>
                    <a:pt x="53" y="22"/>
                    <a:pt x="50" y="20"/>
                  </a:cubicBezTo>
                  <a:cubicBezTo>
                    <a:pt x="36" y="11"/>
                    <a:pt x="19" y="0"/>
                    <a:pt x="2" y="6"/>
                  </a:cubicBezTo>
                  <a:cubicBezTo>
                    <a:pt x="2" y="7"/>
                    <a:pt x="2" y="7"/>
                    <a:pt x="2" y="7"/>
                  </a:cubicBezTo>
                  <a:cubicBezTo>
                    <a:pt x="1" y="7"/>
                    <a:pt x="1" y="8"/>
                    <a:pt x="1" y="8"/>
                  </a:cubicBezTo>
                  <a:cubicBezTo>
                    <a:pt x="0" y="9"/>
                    <a:pt x="0" y="9"/>
                    <a:pt x="0" y="10"/>
                  </a:cubicBezTo>
                  <a:cubicBezTo>
                    <a:pt x="0" y="11"/>
                    <a:pt x="0" y="11"/>
                    <a:pt x="1" y="12"/>
                  </a:cubicBezTo>
                  <a:cubicBezTo>
                    <a:pt x="2" y="12"/>
                    <a:pt x="1" y="13"/>
                    <a:pt x="2" y="14"/>
                  </a:cubicBezTo>
                  <a:cubicBezTo>
                    <a:pt x="16" y="22"/>
                    <a:pt x="32" y="29"/>
                    <a:pt x="47"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5"/>
            <p:cNvSpPr/>
            <p:nvPr/>
          </p:nvSpPr>
          <p:spPr>
            <a:xfrm>
              <a:off x="688685" y="-1218095"/>
              <a:ext cx="304920" cy="33480"/>
            </a:xfrm>
            <a:custGeom>
              <a:rect b="b" l="l" r="r" t="t"/>
              <a:pathLst>
                <a:path extrusionOk="0" h="93" w="847">
                  <a:moveTo>
                    <a:pt x="8" y="23"/>
                  </a:moveTo>
                  <a:cubicBezTo>
                    <a:pt x="78" y="32"/>
                    <a:pt x="150" y="32"/>
                    <a:pt x="220" y="36"/>
                  </a:cubicBezTo>
                  <a:cubicBezTo>
                    <a:pt x="281" y="38"/>
                    <a:pt x="341" y="52"/>
                    <a:pt x="402" y="52"/>
                  </a:cubicBezTo>
                  <a:cubicBezTo>
                    <a:pt x="420" y="51"/>
                    <a:pt x="438" y="51"/>
                    <a:pt x="456" y="51"/>
                  </a:cubicBezTo>
                  <a:cubicBezTo>
                    <a:pt x="517" y="51"/>
                    <a:pt x="579" y="54"/>
                    <a:pt x="640" y="61"/>
                  </a:cubicBezTo>
                  <a:cubicBezTo>
                    <a:pt x="681" y="67"/>
                    <a:pt x="723" y="67"/>
                    <a:pt x="764" y="77"/>
                  </a:cubicBezTo>
                  <a:cubicBezTo>
                    <a:pt x="775" y="79"/>
                    <a:pt x="840" y="83"/>
                    <a:pt x="843" y="90"/>
                  </a:cubicBezTo>
                  <a:cubicBezTo>
                    <a:pt x="843" y="91"/>
                    <a:pt x="843" y="91"/>
                    <a:pt x="843" y="91"/>
                  </a:cubicBezTo>
                  <a:lnTo>
                    <a:pt x="844" y="91"/>
                  </a:lnTo>
                  <a:cubicBezTo>
                    <a:pt x="844" y="92"/>
                    <a:pt x="844" y="92"/>
                    <a:pt x="845" y="92"/>
                  </a:cubicBezTo>
                  <a:lnTo>
                    <a:pt x="846" y="91"/>
                  </a:lnTo>
                  <a:lnTo>
                    <a:pt x="846" y="90"/>
                  </a:lnTo>
                  <a:lnTo>
                    <a:pt x="846" y="87"/>
                  </a:lnTo>
                  <a:lnTo>
                    <a:pt x="846" y="86"/>
                  </a:lnTo>
                  <a:lnTo>
                    <a:pt x="845" y="86"/>
                  </a:lnTo>
                  <a:cubicBezTo>
                    <a:pt x="773" y="59"/>
                    <a:pt x="699" y="57"/>
                    <a:pt x="624" y="44"/>
                  </a:cubicBezTo>
                  <a:cubicBezTo>
                    <a:pt x="549" y="30"/>
                    <a:pt x="468" y="43"/>
                    <a:pt x="392" y="29"/>
                  </a:cubicBezTo>
                  <a:cubicBezTo>
                    <a:pt x="333" y="18"/>
                    <a:pt x="272" y="18"/>
                    <a:pt x="213" y="11"/>
                  </a:cubicBezTo>
                  <a:cubicBezTo>
                    <a:pt x="187" y="9"/>
                    <a:pt x="161" y="8"/>
                    <a:pt x="135" y="8"/>
                  </a:cubicBezTo>
                  <a:cubicBezTo>
                    <a:pt x="128" y="8"/>
                    <a:pt x="122" y="8"/>
                    <a:pt x="115" y="8"/>
                  </a:cubicBezTo>
                  <a:cubicBezTo>
                    <a:pt x="76" y="8"/>
                    <a:pt x="44" y="0"/>
                    <a:pt x="7" y="8"/>
                  </a:cubicBezTo>
                  <a:cubicBezTo>
                    <a:pt x="6" y="8"/>
                    <a:pt x="5" y="8"/>
                    <a:pt x="4" y="9"/>
                  </a:cubicBezTo>
                  <a:cubicBezTo>
                    <a:pt x="2" y="9"/>
                    <a:pt x="2" y="10"/>
                    <a:pt x="1" y="12"/>
                  </a:cubicBezTo>
                  <a:cubicBezTo>
                    <a:pt x="0" y="13"/>
                    <a:pt x="0" y="13"/>
                    <a:pt x="0" y="15"/>
                  </a:cubicBezTo>
                  <a:cubicBezTo>
                    <a:pt x="0" y="16"/>
                    <a:pt x="0" y="17"/>
                    <a:pt x="1" y="19"/>
                  </a:cubicBezTo>
                  <a:cubicBezTo>
                    <a:pt x="2" y="20"/>
                    <a:pt x="2" y="21"/>
                    <a:pt x="4" y="22"/>
                  </a:cubicBezTo>
                  <a:cubicBezTo>
                    <a:pt x="6" y="22"/>
                    <a:pt x="6" y="23"/>
                    <a:pt x="7" y="23"/>
                  </a:cubicBezTo>
                  <a:lnTo>
                    <a:pt x="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5"/>
            <p:cNvSpPr/>
            <p:nvPr/>
          </p:nvSpPr>
          <p:spPr>
            <a:xfrm>
              <a:off x="389885" y="-1219895"/>
              <a:ext cx="284040" cy="12600"/>
            </a:xfrm>
            <a:custGeom>
              <a:rect b="b" l="l" r="r" t="t"/>
              <a:pathLst>
                <a:path extrusionOk="0" h="35" w="789">
                  <a:moveTo>
                    <a:pt x="4" y="10"/>
                  </a:moveTo>
                  <a:cubicBezTo>
                    <a:pt x="85" y="26"/>
                    <a:pt x="172" y="19"/>
                    <a:pt x="255" y="20"/>
                  </a:cubicBezTo>
                  <a:cubicBezTo>
                    <a:pt x="311" y="20"/>
                    <a:pt x="366" y="27"/>
                    <a:pt x="421" y="26"/>
                  </a:cubicBezTo>
                  <a:cubicBezTo>
                    <a:pt x="543" y="23"/>
                    <a:pt x="662" y="34"/>
                    <a:pt x="783" y="29"/>
                  </a:cubicBezTo>
                  <a:cubicBezTo>
                    <a:pt x="788" y="29"/>
                    <a:pt x="788" y="20"/>
                    <a:pt x="783" y="20"/>
                  </a:cubicBezTo>
                  <a:cubicBezTo>
                    <a:pt x="722" y="17"/>
                    <a:pt x="644" y="31"/>
                    <a:pt x="584" y="14"/>
                  </a:cubicBezTo>
                  <a:cubicBezTo>
                    <a:pt x="535" y="0"/>
                    <a:pt x="473" y="8"/>
                    <a:pt x="421" y="7"/>
                  </a:cubicBezTo>
                  <a:cubicBezTo>
                    <a:pt x="284" y="5"/>
                    <a:pt x="144" y="7"/>
                    <a:pt x="5" y="4"/>
                  </a:cubicBezTo>
                  <a:cubicBezTo>
                    <a:pt x="1" y="4"/>
                    <a:pt x="0" y="9"/>
                    <a:pt x="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5"/>
            <p:cNvSpPr/>
            <p:nvPr/>
          </p:nvSpPr>
          <p:spPr>
            <a:xfrm>
              <a:off x="877685" y="-1183895"/>
              <a:ext cx="216720" cy="55440"/>
            </a:xfrm>
            <a:custGeom>
              <a:rect b="b" l="l" r="r" t="t"/>
              <a:pathLst>
                <a:path extrusionOk="0" h="154" w="602">
                  <a:moveTo>
                    <a:pt x="6" y="0"/>
                  </a:moveTo>
                  <a:cubicBezTo>
                    <a:pt x="5" y="0"/>
                    <a:pt x="4" y="0"/>
                    <a:pt x="3" y="1"/>
                  </a:cubicBezTo>
                  <a:cubicBezTo>
                    <a:pt x="2" y="2"/>
                    <a:pt x="2" y="2"/>
                    <a:pt x="1" y="3"/>
                  </a:cubicBezTo>
                  <a:cubicBezTo>
                    <a:pt x="0" y="4"/>
                    <a:pt x="0" y="5"/>
                    <a:pt x="0" y="6"/>
                  </a:cubicBezTo>
                  <a:cubicBezTo>
                    <a:pt x="0" y="7"/>
                    <a:pt x="0" y="8"/>
                    <a:pt x="1" y="9"/>
                  </a:cubicBezTo>
                  <a:cubicBezTo>
                    <a:pt x="2" y="10"/>
                    <a:pt x="2" y="10"/>
                    <a:pt x="3" y="11"/>
                  </a:cubicBezTo>
                  <a:cubicBezTo>
                    <a:pt x="4" y="12"/>
                    <a:pt x="5" y="12"/>
                    <a:pt x="6" y="12"/>
                  </a:cubicBezTo>
                  <a:cubicBezTo>
                    <a:pt x="109" y="26"/>
                    <a:pt x="215" y="35"/>
                    <a:pt x="317" y="58"/>
                  </a:cubicBezTo>
                  <a:cubicBezTo>
                    <a:pt x="366" y="72"/>
                    <a:pt x="415" y="90"/>
                    <a:pt x="462" y="111"/>
                  </a:cubicBezTo>
                  <a:cubicBezTo>
                    <a:pt x="506" y="130"/>
                    <a:pt x="557" y="131"/>
                    <a:pt x="599" y="153"/>
                  </a:cubicBezTo>
                  <a:cubicBezTo>
                    <a:pt x="601" y="153"/>
                    <a:pt x="601" y="152"/>
                    <a:pt x="599" y="151"/>
                  </a:cubicBezTo>
                  <a:cubicBezTo>
                    <a:pt x="565" y="128"/>
                    <a:pt x="521" y="119"/>
                    <a:pt x="481" y="106"/>
                  </a:cubicBezTo>
                  <a:cubicBezTo>
                    <a:pt x="426" y="88"/>
                    <a:pt x="379" y="60"/>
                    <a:pt x="321" y="47"/>
                  </a:cubicBezTo>
                  <a:cubicBezTo>
                    <a:pt x="267" y="35"/>
                    <a:pt x="213" y="29"/>
                    <a:pt x="160" y="18"/>
                  </a:cubicBezTo>
                  <a:cubicBezTo>
                    <a:pt x="114" y="6"/>
                    <a:pt x="67" y="0"/>
                    <a:pt x="20" y="0"/>
                  </a:cubicBezTo>
                  <a:cubicBezTo>
                    <a:pt x="16" y="0"/>
                    <a:pt x="11"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5"/>
            <p:cNvSpPr/>
            <p:nvPr/>
          </p:nvSpPr>
          <p:spPr>
            <a:xfrm>
              <a:off x="810365" y="-1188935"/>
              <a:ext cx="33480" cy="6480"/>
            </a:xfrm>
            <a:custGeom>
              <a:rect b="b" l="l" r="r" t="t"/>
              <a:pathLst>
                <a:path extrusionOk="0" h="18" w="93">
                  <a:moveTo>
                    <a:pt x="89" y="7"/>
                  </a:moveTo>
                  <a:cubicBezTo>
                    <a:pt x="76" y="7"/>
                    <a:pt x="62" y="5"/>
                    <a:pt x="48" y="3"/>
                  </a:cubicBezTo>
                  <a:cubicBezTo>
                    <a:pt x="41" y="1"/>
                    <a:pt x="33" y="0"/>
                    <a:pt x="26" y="0"/>
                  </a:cubicBezTo>
                  <a:cubicBezTo>
                    <a:pt x="18" y="0"/>
                    <a:pt x="11" y="1"/>
                    <a:pt x="3" y="3"/>
                  </a:cubicBezTo>
                  <a:cubicBezTo>
                    <a:pt x="3" y="3"/>
                    <a:pt x="3" y="2"/>
                    <a:pt x="2" y="3"/>
                  </a:cubicBezTo>
                  <a:cubicBezTo>
                    <a:pt x="1" y="4"/>
                    <a:pt x="2" y="4"/>
                    <a:pt x="1" y="5"/>
                  </a:cubicBezTo>
                  <a:cubicBezTo>
                    <a:pt x="0" y="6"/>
                    <a:pt x="0" y="6"/>
                    <a:pt x="0" y="7"/>
                  </a:cubicBezTo>
                  <a:cubicBezTo>
                    <a:pt x="0" y="8"/>
                    <a:pt x="0" y="8"/>
                    <a:pt x="1" y="9"/>
                  </a:cubicBezTo>
                  <a:cubicBezTo>
                    <a:pt x="2" y="10"/>
                    <a:pt x="1" y="10"/>
                    <a:pt x="2" y="11"/>
                  </a:cubicBezTo>
                  <a:cubicBezTo>
                    <a:pt x="3" y="12"/>
                    <a:pt x="3" y="11"/>
                    <a:pt x="3" y="11"/>
                  </a:cubicBezTo>
                  <a:cubicBezTo>
                    <a:pt x="17" y="14"/>
                    <a:pt x="31" y="15"/>
                    <a:pt x="45" y="16"/>
                  </a:cubicBezTo>
                  <a:cubicBezTo>
                    <a:pt x="52" y="17"/>
                    <a:pt x="59" y="17"/>
                    <a:pt x="67" y="17"/>
                  </a:cubicBezTo>
                  <a:cubicBezTo>
                    <a:pt x="74" y="17"/>
                    <a:pt x="82" y="17"/>
                    <a:pt x="89" y="16"/>
                  </a:cubicBezTo>
                  <a:cubicBezTo>
                    <a:pt x="90" y="15"/>
                    <a:pt x="90" y="15"/>
                    <a:pt x="91" y="14"/>
                  </a:cubicBezTo>
                  <a:cubicBezTo>
                    <a:pt x="92" y="13"/>
                    <a:pt x="92" y="12"/>
                    <a:pt x="92" y="11"/>
                  </a:cubicBezTo>
                  <a:cubicBezTo>
                    <a:pt x="92" y="11"/>
                    <a:pt x="92" y="10"/>
                    <a:pt x="91" y="9"/>
                  </a:cubicBezTo>
                  <a:cubicBezTo>
                    <a:pt x="90" y="8"/>
                    <a:pt x="90" y="8"/>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5"/>
            <p:cNvSpPr/>
            <p:nvPr/>
          </p:nvSpPr>
          <p:spPr>
            <a:xfrm>
              <a:off x="596885" y="-1197935"/>
              <a:ext cx="193320" cy="16920"/>
            </a:xfrm>
            <a:custGeom>
              <a:rect b="b" l="l" r="r" t="t"/>
              <a:pathLst>
                <a:path extrusionOk="0" h="47" w="537">
                  <a:moveTo>
                    <a:pt x="5" y="8"/>
                  </a:moveTo>
                  <a:cubicBezTo>
                    <a:pt x="5" y="8"/>
                    <a:pt x="5" y="9"/>
                    <a:pt x="4" y="9"/>
                  </a:cubicBezTo>
                  <a:cubicBezTo>
                    <a:pt x="3" y="10"/>
                    <a:pt x="2" y="10"/>
                    <a:pt x="1" y="11"/>
                  </a:cubicBezTo>
                  <a:cubicBezTo>
                    <a:pt x="0" y="13"/>
                    <a:pt x="0" y="14"/>
                    <a:pt x="0" y="15"/>
                  </a:cubicBezTo>
                  <a:cubicBezTo>
                    <a:pt x="0" y="16"/>
                    <a:pt x="0" y="18"/>
                    <a:pt x="1" y="19"/>
                  </a:cubicBezTo>
                  <a:cubicBezTo>
                    <a:pt x="2" y="20"/>
                    <a:pt x="3" y="22"/>
                    <a:pt x="4" y="22"/>
                  </a:cubicBezTo>
                  <a:cubicBezTo>
                    <a:pt x="5" y="23"/>
                    <a:pt x="5" y="22"/>
                    <a:pt x="5" y="22"/>
                  </a:cubicBezTo>
                  <a:cubicBezTo>
                    <a:pt x="91" y="38"/>
                    <a:pt x="184" y="31"/>
                    <a:pt x="271" y="30"/>
                  </a:cubicBezTo>
                  <a:cubicBezTo>
                    <a:pt x="358" y="29"/>
                    <a:pt x="448" y="46"/>
                    <a:pt x="534" y="32"/>
                  </a:cubicBezTo>
                  <a:cubicBezTo>
                    <a:pt x="534" y="32"/>
                    <a:pt x="534" y="31"/>
                    <a:pt x="535" y="31"/>
                  </a:cubicBezTo>
                  <a:cubicBezTo>
                    <a:pt x="535" y="31"/>
                    <a:pt x="536" y="31"/>
                    <a:pt x="536" y="30"/>
                  </a:cubicBezTo>
                  <a:cubicBezTo>
                    <a:pt x="536" y="30"/>
                    <a:pt x="536" y="29"/>
                    <a:pt x="536" y="28"/>
                  </a:cubicBezTo>
                  <a:lnTo>
                    <a:pt x="536" y="27"/>
                  </a:lnTo>
                  <a:cubicBezTo>
                    <a:pt x="536" y="26"/>
                    <a:pt x="535" y="26"/>
                    <a:pt x="535" y="26"/>
                  </a:cubicBezTo>
                  <a:cubicBezTo>
                    <a:pt x="534" y="25"/>
                    <a:pt x="534" y="25"/>
                    <a:pt x="534" y="25"/>
                  </a:cubicBezTo>
                  <a:cubicBezTo>
                    <a:pt x="462" y="16"/>
                    <a:pt x="389" y="11"/>
                    <a:pt x="316" y="11"/>
                  </a:cubicBezTo>
                  <a:cubicBezTo>
                    <a:pt x="308" y="11"/>
                    <a:pt x="300" y="11"/>
                    <a:pt x="292" y="11"/>
                  </a:cubicBezTo>
                  <a:cubicBezTo>
                    <a:pt x="240" y="11"/>
                    <a:pt x="189" y="8"/>
                    <a:pt x="138" y="9"/>
                  </a:cubicBezTo>
                  <a:cubicBezTo>
                    <a:pt x="93" y="9"/>
                    <a:pt x="50" y="0"/>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5"/>
            <p:cNvSpPr/>
            <p:nvPr/>
          </p:nvSpPr>
          <p:spPr>
            <a:xfrm>
              <a:off x="470885" y="-1196855"/>
              <a:ext cx="84240" cy="13320"/>
            </a:xfrm>
            <a:custGeom>
              <a:rect b="b" l="l" r="r" t="t"/>
              <a:pathLst>
                <a:path extrusionOk="0" h="37" w="234">
                  <a:moveTo>
                    <a:pt x="103" y="6"/>
                  </a:moveTo>
                  <a:cubicBezTo>
                    <a:pt x="99" y="6"/>
                    <a:pt x="94" y="6"/>
                    <a:pt x="90" y="6"/>
                  </a:cubicBezTo>
                  <a:cubicBezTo>
                    <a:pt x="60" y="6"/>
                    <a:pt x="31" y="9"/>
                    <a:pt x="3" y="16"/>
                  </a:cubicBezTo>
                  <a:lnTo>
                    <a:pt x="2" y="16"/>
                  </a:lnTo>
                  <a:cubicBezTo>
                    <a:pt x="1" y="16"/>
                    <a:pt x="1" y="17"/>
                    <a:pt x="1" y="17"/>
                  </a:cubicBezTo>
                  <a:cubicBezTo>
                    <a:pt x="0" y="18"/>
                    <a:pt x="0" y="19"/>
                    <a:pt x="0" y="19"/>
                  </a:cubicBezTo>
                  <a:cubicBezTo>
                    <a:pt x="0" y="20"/>
                    <a:pt x="0" y="20"/>
                    <a:pt x="1" y="21"/>
                  </a:cubicBezTo>
                  <a:cubicBezTo>
                    <a:pt x="2" y="21"/>
                    <a:pt x="1" y="23"/>
                    <a:pt x="2" y="23"/>
                  </a:cubicBezTo>
                  <a:lnTo>
                    <a:pt x="3" y="23"/>
                  </a:lnTo>
                  <a:cubicBezTo>
                    <a:pt x="39" y="32"/>
                    <a:pt x="75" y="36"/>
                    <a:pt x="112" y="36"/>
                  </a:cubicBezTo>
                  <a:cubicBezTo>
                    <a:pt x="151" y="36"/>
                    <a:pt x="191" y="31"/>
                    <a:pt x="229" y="22"/>
                  </a:cubicBezTo>
                  <a:cubicBezTo>
                    <a:pt x="229" y="21"/>
                    <a:pt x="229" y="21"/>
                    <a:pt x="230" y="21"/>
                  </a:cubicBezTo>
                  <a:cubicBezTo>
                    <a:pt x="231" y="21"/>
                    <a:pt x="231" y="20"/>
                    <a:pt x="232" y="19"/>
                  </a:cubicBezTo>
                  <a:cubicBezTo>
                    <a:pt x="233" y="18"/>
                    <a:pt x="233" y="17"/>
                    <a:pt x="233" y="16"/>
                  </a:cubicBezTo>
                  <a:cubicBezTo>
                    <a:pt x="233" y="15"/>
                    <a:pt x="233" y="14"/>
                    <a:pt x="232" y="13"/>
                  </a:cubicBezTo>
                  <a:cubicBezTo>
                    <a:pt x="231" y="12"/>
                    <a:pt x="231" y="11"/>
                    <a:pt x="230" y="11"/>
                  </a:cubicBezTo>
                  <a:cubicBezTo>
                    <a:pt x="229" y="10"/>
                    <a:pt x="229" y="11"/>
                    <a:pt x="229" y="11"/>
                  </a:cubicBezTo>
                  <a:cubicBezTo>
                    <a:pt x="189" y="0"/>
                    <a:pt x="145" y="6"/>
                    <a:pt x="10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5"/>
            <p:cNvSpPr/>
            <p:nvPr/>
          </p:nvSpPr>
          <p:spPr>
            <a:xfrm>
              <a:off x="173525" y="-1201175"/>
              <a:ext cx="264960" cy="12240"/>
            </a:xfrm>
            <a:custGeom>
              <a:rect b="b" l="l" r="r" t="t"/>
              <a:pathLst>
                <a:path extrusionOk="0" h="34" w="736">
                  <a:moveTo>
                    <a:pt x="579" y="30"/>
                  </a:moveTo>
                  <a:cubicBezTo>
                    <a:pt x="589" y="30"/>
                    <a:pt x="599" y="31"/>
                    <a:pt x="609" y="31"/>
                  </a:cubicBezTo>
                  <a:cubicBezTo>
                    <a:pt x="650" y="31"/>
                    <a:pt x="690" y="28"/>
                    <a:pt x="731" y="23"/>
                  </a:cubicBezTo>
                  <a:cubicBezTo>
                    <a:pt x="735" y="23"/>
                    <a:pt x="734" y="16"/>
                    <a:pt x="731" y="15"/>
                  </a:cubicBezTo>
                  <a:cubicBezTo>
                    <a:pt x="670" y="4"/>
                    <a:pt x="605" y="8"/>
                    <a:pt x="543" y="4"/>
                  </a:cubicBezTo>
                  <a:cubicBezTo>
                    <a:pt x="478" y="0"/>
                    <a:pt x="411" y="3"/>
                    <a:pt x="345" y="3"/>
                  </a:cubicBezTo>
                  <a:cubicBezTo>
                    <a:pt x="269" y="3"/>
                    <a:pt x="193" y="5"/>
                    <a:pt x="118" y="5"/>
                  </a:cubicBezTo>
                  <a:cubicBezTo>
                    <a:pt x="82" y="5"/>
                    <a:pt x="43" y="0"/>
                    <a:pt x="8" y="10"/>
                  </a:cubicBezTo>
                  <a:cubicBezTo>
                    <a:pt x="8" y="10"/>
                    <a:pt x="7" y="10"/>
                    <a:pt x="6" y="11"/>
                  </a:cubicBezTo>
                  <a:cubicBezTo>
                    <a:pt x="4" y="12"/>
                    <a:pt x="3" y="13"/>
                    <a:pt x="2" y="15"/>
                  </a:cubicBezTo>
                  <a:cubicBezTo>
                    <a:pt x="1" y="17"/>
                    <a:pt x="0" y="19"/>
                    <a:pt x="0" y="21"/>
                  </a:cubicBezTo>
                  <a:cubicBezTo>
                    <a:pt x="0" y="23"/>
                    <a:pt x="1" y="25"/>
                    <a:pt x="2" y="27"/>
                  </a:cubicBezTo>
                  <a:cubicBezTo>
                    <a:pt x="3" y="29"/>
                    <a:pt x="4" y="30"/>
                    <a:pt x="6" y="31"/>
                  </a:cubicBezTo>
                  <a:cubicBezTo>
                    <a:pt x="8" y="32"/>
                    <a:pt x="10" y="33"/>
                    <a:pt x="11" y="33"/>
                  </a:cubicBezTo>
                  <a:cubicBezTo>
                    <a:pt x="130" y="31"/>
                    <a:pt x="249" y="25"/>
                    <a:pt x="368" y="25"/>
                  </a:cubicBezTo>
                  <a:cubicBezTo>
                    <a:pt x="438" y="26"/>
                    <a:pt x="509" y="31"/>
                    <a:pt x="5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5"/>
            <p:cNvSpPr/>
            <p:nvPr/>
          </p:nvSpPr>
          <p:spPr>
            <a:xfrm>
              <a:off x="93605" y="-1222415"/>
              <a:ext cx="263520" cy="18000"/>
            </a:xfrm>
            <a:custGeom>
              <a:rect b="b" l="l" r="r" t="t"/>
              <a:pathLst>
                <a:path extrusionOk="0" h="50" w="732">
                  <a:moveTo>
                    <a:pt x="728" y="17"/>
                  </a:moveTo>
                  <a:cubicBezTo>
                    <a:pt x="731" y="17"/>
                    <a:pt x="731" y="11"/>
                    <a:pt x="728" y="10"/>
                  </a:cubicBezTo>
                  <a:cubicBezTo>
                    <a:pt x="601" y="0"/>
                    <a:pt x="476" y="5"/>
                    <a:pt x="350" y="3"/>
                  </a:cubicBezTo>
                  <a:cubicBezTo>
                    <a:pt x="287" y="2"/>
                    <a:pt x="223" y="10"/>
                    <a:pt x="160" y="10"/>
                  </a:cubicBezTo>
                  <a:cubicBezTo>
                    <a:pt x="148" y="9"/>
                    <a:pt x="136" y="9"/>
                    <a:pt x="124" y="9"/>
                  </a:cubicBezTo>
                  <a:cubicBezTo>
                    <a:pt x="87" y="9"/>
                    <a:pt x="51" y="12"/>
                    <a:pt x="16" y="18"/>
                  </a:cubicBezTo>
                  <a:cubicBezTo>
                    <a:pt x="0" y="22"/>
                    <a:pt x="6" y="49"/>
                    <a:pt x="22" y="46"/>
                  </a:cubicBezTo>
                  <a:cubicBezTo>
                    <a:pt x="62" y="40"/>
                    <a:pt x="103" y="36"/>
                    <a:pt x="145" y="36"/>
                  </a:cubicBezTo>
                  <a:cubicBezTo>
                    <a:pt x="164" y="36"/>
                    <a:pt x="183" y="37"/>
                    <a:pt x="202" y="39"/>
                  </a:cubicBezTo>
                  <a:cubicBezTo>
                    <a:pt x="258" y="40"/>
                    <a:pt x="314" y="30"/>
                    <a:pt x="370" y="30"/>
                  </a:cubicBezTo>
                  <a:cubicBezTo>
                    <a:pt x="490" y="29"/>
                    <a:pt x="608" y="25"/>
                    <a:pt x="728"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5"/>
            <p:cNvSpPr/>
            <p:nvPr/>
          </p:nvSpPr>
          <p:spPr>
            <a:xfrm>
              <a:off x="451805" y="-451655"/>
              <a:ext cx="51840" cy="6480"/>
            </a:xfrm>
            <a:custGeom>
              <a:rect b="b" l="l" r="r" t="t"/>
              <a:pathLst>
                <a:path extrusionOk="0" h="18" w="144">
                  <a:moveTo>
                    <a:pt x="3" y="5"/>
                  </a:moveTo>
                  <a:cubicBezTo>
                    <a:pt x="2" y="5"/>
                    <a:pt x="2" y="5"/>
                    <a:pt x="2" y="5"/>
                  </a:cubicBezTo>
                  <a:cubicBezTo>
                    <a:pt x="1" y="6"/>
                    <a:pt x="1" y="6"/>
                    <a:pt x="0" y="7"/>
                  </a:cubicBezTo>
                  <a:cubicBezTo>
                    <a:pt x="0" y="7"/>
                    <a:pt x="0" y="8"/>
                    <a:pt x="0" y="9"/>
                  </a:cubicBezTo>
                  <a:cubicBezTo>
                    <a:pt x="0" y="9"/>
                    <a:pt x="0" y="10"/>
                    <a:pt x="0" y="11"/>
                  </a:cubicBezTo>
                  <a:cubicBezTo>
                    <a:pt x="1" y="12"/>
                    <a:pt x="1" y="12"/>
                    <a:pt x="2" y="12"/>
                  </a:cubicBezTo>
                  <a:lnTo>
                    <a:pt x="3" y="13"/>
                  </a:lnTo>
                  <a:cubicBezTo>
                    <a:pt x="16" y="16"/>
                    <a:pt x="30" y="17"/>
                    <a:pt x="44" y="17"/>
                  </a:cubicBezTo>
                  <a:cubicBezTo>
                    <a:pt x="51" y="17"/>
                    <a:pt x="59" y="17"/>
                    <a:pt x="67" y="16"/>
                  </a:cubicBezTo>
                  <a:cubicBezTo>
                    <a:pt x="92" y="15"/>
                    <a:pt x="116" y="13"/>
                    <a:pt x="140" y="12"/>
                  </a:cubicBezTo>
                  <a:cubicBezTo>
                    <a:pt x="141" y="12"/>
                    <a:pt x="141" y="11"/>
                    <a:pt x="142" y="11"/>
                  </a:cubicBezTo>
                  <a:lnTo>
                    <a:pt x="142" y="10"/>
                  </a:lnTo>
                  <a:cubicBezTo>
                    <a:pt x="143" y="9"/>
                    <a:pt x="143" y="9"/>
                    <a:pt x="143" y="9"/>
                  </a:cubicBezTo>
                  <a:lnTo>
                    <a:pt x="142" y="8"/>
                  </a:lnTo>
                  <a:cubicBezTo>
                    <a:pt x="142" y="7"/>
                    <a:pt x="142" y="7"/>
                    <a:pt x="142" y="7"/>
                  </a:cubicBezTo>
                  <a:cubicBezTo>
                    <a:pt x="141" y="7"/>
                    <a:pt x="141" y="6"/>
                    <a:pt x="140" y="6"/>
                  </a:cubicBezTo>
                  <a:cubicBezTo>
                    <a:pt x="113" y="4"/>
                    <a:pt x="85" y="2"/>
                    <a:pt x="57" y="1"/>
                  </a:cubicBezTo>
                  <a:cubicBezTo>
                    <a:pt x="51" y="1"/>
                    <a:pt x="46" y="0"/>
                    <a:pt x="40" y="0"/>
                  </a:cubicBezTo>
                  <a:cubicBezTo>
                    <a:pt x="28" y="0"/>
                    <a:pt x="15" y="2"/>
                    <a:pt x="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5"/>
            <p:cNvSpPr/>
            <p:nvPr/>
          </p:nvSpPr>
          <p:spPr>
            <a:xfrm>
              <a:off x="164885" y="-470735"/>
              <a:ext cx="245880" cy="27720"/>
            </a:xfrm>
            <a:custGeom>
              <a:rect b="b" l="l" r="r" t="t"/>
              <a:pathLst>
                <a:path extrusionOk="0" h="77" w="683">
                  <a:moveTo>
                    <a:pt x="312" y="29"/>
                  </a:moveTo>
                  <a:cubicBezTo>
                    <a:pt x="267" y="22"/>
                    <a:pt x="220" y="18"/>
                    <a:pt x="174" y="16"/>
                  </a:cubicBezTo>
                  <a:cubicBezTo>
                    <a:pt x="140" y="14"/>
                    <a:pt x="105" y="14"/>
                    <a:pt x="70" y="11"/>
                  </a:cubicBezTo>
                  <a:cubicBezTo>
                    <a:pt x="66" y="12"/>
                    <a:pt x="62" y="12"/>
                    <a:pt x="58" y="12"/>
                  </a:cubicBezTo>
                  <a:cubicBezTo>
                    <a:pt x="47" y="12"/>
                    <a:pt x="36" y="11"/>
                    <a:pt x="25" y="9"/>
                  </a:cubicBezTo>
                  <a:cubicBezTo>
                    <a:pt x="15" y="0"/>
                    <a:pt x="0" y="14"/>
                    <a:pt x="10" y="23"/>
                  </a:cubicBezTo>
                  <a:cubicBezTo>
                    <a:pt x="36" y="44"/>
                    <a:pt x="99" y="34"/>
                    <a:pt x="131" y="35"/>
                  </a:cubicBezTo>
                  <a:cubicBezTo>
                    <a:pt x="190" y="38"/>
                    <a:pt x="250" y="44"/>
                    <a:pt x="309" y="50"/>
                  </a:cubicBezTo>
                  <a:cubicBezTo>
                    <a:pt x="432" y="63"/>
                    <a:pt x="557" y="76"/>
                    <a:pt x="680" y="63"/>
                  </a:cubicBezTo>
                  <a:cubicBezTo>
                    <a:pt x="682" y="63"/>
                    <a:pt x="681" y="60"/>
                    <a:pt x="680" y="60"/>
                  </a:cubicBezTo>
                  <a:cubicBezTo>
                    <a:pt x="558" y="49"/>
                    <a:pt x="435" y="47"/>
                    <a:pt x="31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5"/>
            <p:cNvSpPr/>
            <p:nvPr/>
          </p:nvSpPr>
          <p:spPr>
            <a:xfrm>
              <a:off x="281165" y="-537335"/>
              <a:ext cx="26640" cy="8280"/>
            </a:xfrm>
            <a:custGeom>
              <a:rect b="b" l="l" r="r" t="t"/>
              <a:pathLst>
                <a:path extrusionOk="0" h="23" w="74">
                  <a:moveTo>
                    <a:pt x="2" y="11"/>
                  </a:moveTo>
                  <a:cubicBezTo>
                    <a:pt x="13" y="17"/>
                    <a:pt x="24" y="20"/>
                    <a:pt x="36" y="20"/>
                  </a:cubicBezTo>
                  <a:cubicBezTo>
                    <a:pt x="38" y="20"/>
                    <a:pt x="40" y="20"/>
                    <a:pt x="41" y="20"/>
                  </a:cubicBezTo>
                  <a:cubicBezTo>
                    <a:pt x="45" y="20"/>
                    <a:pt x="46" y="18"/>
                    <a:pt x="48" y="20"/>
                  </a:cubicBezTo>
                  <a:cubicBezTo>
                    <a:pt x="49" y="20"/>
                    <a:pt x="49" y="20"/>
                    <a:pt x="49" y="20"/>
                  </a:cubicBezTo>
                  <a:cubicBezTo>
                    <a:pt x="50" y="21"/>
                    <a:pt x="51" y="21"/>
                    <a:pt x="52" y="21"/>
                  </a:cubicBezTo>
                  <a:cubicBezTo>
                    <a:pt x="54" y="22"/>
                    <a:pt x="57" y="22"/>
                    <a:pt x="59" y="22"/>
                  </a:cubicBezTo>
                  <a:cubicBezTo>
                    <a:pt x="61" y="22"/>
                    <a:pt x="63" y="22"/>
                    <a:pt x="66" y="21"/>
                  </a:cubicBezTo>
                  <a:cubicBezTo>
                    <a:pt x="73" y="21"/>
                    <a:pt x="72" y="10"/>
                    <a:pt x="66" y="9"/>
                  </a:cubicBezTo>
                  <a:cubicBezTo>
                    <a:pt x="60" y="8"/>
                    <a:pt x="58" y="6"/>
                    <a:pt x="53" y="3"/>
                  </a:cubicBezTo>
                  <a:cubicBezTo>
                    <a:pt x="50" y="3"/>
                    <a:pt x="46" y="2"/>
                    <a:pt x="42" y="2"/>
                  </a:cubicBezTo>
                  <a:cubicBezTo>
                    <a:pt x="41" y="2"/>
                    <a:pt x="40" y="2"/>
                    <a:pt x="38" y="2"/>
                  </a:cubicBezTo>
                  <a:cubicBezTo>
                    <a:pt x="33" y="1"/>
                    <a:pt x="27" y="0"/>
                    <a:pt x="21" y="0"/>
                  </a:cubicBezTo>
                  <a:cubicBezTo>
                    <a:pt x="15" y="0"/>
                    <a:pt x="9" y="1"/>
                    <a:pt x="3" y="2"/>
                  </a:cubicBezTo>
                  <a:lnTo>
                    <a:pt x="3" y="3"/>
                  </a:lnTo>
                  <a:cubicBezTo>
                    <a:pt x="2" y="3"/>
                    <a:pt x="2" y="4"/>
                    <a:pt x="1" y="5"/>
                  </a:cubicBezTo>
                  <a:cubicBezTo>
                    <a:pt x="0" y="6"/>
                    <a:pt x="0" y="6"/>
                    <a:pt x="0" y="7"/>
                  </a:cubicBezTo>
                  <a:cubicBezTo>
                    <a:pt x="0" y="8"/>
                    <a:pt x="0" y="9"/>
                    <a:pt x="1" y="10"/>
                  </a:cubicBezTo>
                  <a:cubicBezTo>
                    <a:pt x="1" y="10"/>
                    <a:pt x="1" y="11"/>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5"/>
            <p:cNvSpPr/>
            <p:nvPr/>
          </p:nvSpPr>
          <p:spPr>
            <a:xfrm>
              <a:off x="37085" y="-552095"/>
              <a:ext cx="203400" cy="21240"/>
            </a:xfrm>
            <a:custGeom>
              <a:rect b="b" l="l" r="r" t="t"/>
              <a:pathLst>
                <a:path extrusionOk="0" h="59" w="565">
                  <a:moveTo>
                    <a:pt x="56" y="40"/>
                  </a:moveTo>
                  <a:cubicBezTo>
                    <a:pt x="84" y="38"/>
                    <a:pt x="112" y="43"/>
                    <a:pt x="140" y="42"/>
                  </a:cubicBezTo>
                  <a:cubicBezTo>
                    <a:pt x="198" y="41"/>
                    <a:pt x="255" y="42"/>
                    <a:pt x="312" y="42"/>
                  </a:cubicBezTo>
                  <a:cubicBezTo>
                    <a:pt x="395" y="41"/>
                    <a:pt x="479" y="58"/>
                    <a:pt x="562" y="45"/>
                  </a:cubicBezTo>
                  <a:cubicBezTo>
                    <a:pt x="564" y="45"/>
                    <a:pt x="563" y="42"/>
                    <a:pt x="562" y="42"/>
                  </a:cubicBezTo>
                  <a:cubicBezTo>
                    <a:pt x="472" y="28"/>
                    <a:pt x="382" y="19"/>
                    <a:pt x="291" y="17"/>
                  </a:cubicBezTo>
                  <a:cubicBezTo>
                    <a:pt x="246" y="16"/>
                    <a:pt x="203" y="9"/>
                    <a:pt x="159" y="8"/>
                  </a:cubicBezTo>
                  <a:cubicBezTo>
                    <a:pt x="135" y="8"/>
                    <a:pt x="113" y="0"/>
                    <a:pt x="89" y="0"/>
                  </a:cubicBezTo>
                  <a:cubicBezTo>
                    <a:pt x="77" y="1"/>
                    <a:pt x="65" y="1"/>
                    <a:pt x="53" y="1"/>
                  </a:cubicBezTo>
                  <a:cubicBezTo>
                    <a:pt x="41" y="1"/>
                    <a:pt x="29" y="1"/>
                    <a:pt x="17" y="0"/>
                  </a:cubicBezTo>
                  <a:cubicBezTo>
                    <a:pt x="20" y="7"/>
                    <a:pt x="21" y="15"/>
                    <a:pt x="22" y="22"/>
                  </a:cubicBezTo>
                  <a:cubicBezTo>
                    <a:pt x="22" y="23"/>
                    <a:pt x="22" y="23"/>
                    <a:pt x="22" y="24"/>
                  </a:cubicBezTo>
                  <a:cubicBezTo>
                    <a:pt x="22" y="26"/>
                    <a:pt x="22" y="29"/>
                    <a:pt x="20" y="31"/>
                  </a:cubicBezTo>
                  <a:cubicBezTo>
                    <a:pt x="18" y="33"/>
                    <a:pt x="17" y="35"/>
                    <a:pt x="15" y="36"/>
                  </a:cubicBezTo>
                  <a:cubicBezTo>
                    <a:pt x="13" y="37"/>
                    <a:pt x="11" y="38"/>
                    <a:pt x="8" y="38"/>
                  </a:cubicBezTo>
                  <a:cubicBezTo>
                    <a:pt x="6" y="38"/>
                    <a:pt x="4" y="37"/>
                    <a:pt x="3" y="37"/>
                  </a:cubicBezTo>
                  <a:lnTo>
                    <a:pt x="0" y="35"/>
                  </a:lnTo>
                  <a:lnTo>
                    <a:pt x="1" y="38"/>
                  </a:lnTo>
                  <a:cubicBezTo>
                    <a:pt x="13" y="40"/>
                    <a:pt x="24" y="41"/>
                    <a:pt x="36" y="41"/>
                  </a:cubicBezTo>
                  <a:cubicBezTo>
                    <a:pt x="42" y="41"/>
                    <a:pt x="49" y="40"/>
                    <a:pt x="56"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5"/>
            <p:cNvSpPr/>
            <p:nvPr/>
          </p:nvSpPr>
          <p:spPr>
            <a:xfrm>
              <a:off x="25925" y="-548855"/>
              <a:ext cx="11880" cy="11160"/>
            </a:xfrm>
            <a:custGeom>
              <a:rect b="b" l="l" r="r" t="t"/>
              <a:pathLst>
                <a:path extrusionOk="0" h="31" w="33">
                  <a:moveTo>
                    <a:pt x="1" y="0"/>
                  </a:moveTo>
                  <a:cubicBezTo>
                    <a:pt x="0" y="2"/>
                    <a:pt x="0" y="4"/>
                    <a:pt x="0" y="6"/>
                  </a:cubicBezTo>
                  <a:cubicBezTo>
                    <a:pt x="0" y="10"/>
                    <a:pt x="1" y="13"/>
                    <a:pt x="3" y="17"/>
                  </a:cubicBezTo>
                  <a:cubicBezTo>
                    <a:pt x="5" y="21"/>
                    <a:pt x="7" y="23"/>
                    <a:pt x="11" y="25"/>
                  </a:cubicBezTo>
                  <a:cubicBezTo>
                    <a:pt x="12" y="26"/>
                    <a:pt x="14" y="26"/>
                    <a:pt x="16" y="27"/>
                  </a:cubicBezTo>
                  <a:cubicBezTo>
                    <a:pt x="21" y="28"/>
                    <a:pt x="26" y="29"/>
                    <a:pt x="32" y="30"/>
                  </a:cubicBezTo>
                  <a:lnTo>
                    <a:pt x="30" y="26"/>
                  </a:lnTo>
                  <a:cubicBezTo>
                    <a:pt x="29" y="26"/>
                    <a:pt x="28" y="25"/>
                    <a:pt x="26" y="24"/>
                  </a:cubicBezTo>
                  <a:cubicBezTo>
                    <a:pt x="16" y="18"/>
                    <a:pt x="7" y="1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5"/>
            <p:cNvSpPr/>
            <p:nvPr/>
          </p:nvSpPr>
          <p:spPr>
            <a:xfrm>
              <a:off x="39245" y="-536255"/>
              <a:ext cx="121680" cy="19440"/>
            </a:xfrm>
            <a:custGeom>
              <a:rect b="b" l="l" r="r" t="t"/>
              <a:pathLst>
                <a:path extrusionOk="0" h="54" w="338">
                  <a:moveTo>
                    <a:pt x="332" y="51"/>
                  </a:moveTo>
                  <a:cubicBezTo>
                    <a:pt x="332" y="52"/>
                    <a:pt x="333" y="52"/>
                    <a:pt x="333" y="52"/>
                  </a:cubicBezTo>
                  <a:cubicBezTo>
                    <a:pt x="334" y="53"/>
                    <a:pt x="334" y="53"/>
                    <a:pt x="335" y="53"/>
                  </a:cubicBezTo>
                  <a:lnTo>
                    <a:pt x="336" y="52"/>
                  </a:lnTo>
                  <a:cubicBezTo>
                    <a:pt x="337" y="51"/>
                    <a:pt x="337" y="52"/>
                    <a:pt x="337" y="51"/>
                  </a:cubicBezTo>
                  <a:lnTo>
                    <a:pt x="337" y="50"/>
                  </a:lnTo>
                  <a:lnTo>
                    <a:pt x="337" y="49"/>
                  </a:lnTo>
                  <a:lnTo>
                    <a:pt x="337" y="46"/>
                  </a:lnTo>
                  <a:lnTo>
                    <a:pt x="337" y="45"/>
                  </a:lnTo>
                  <a:lnTo>
                    <a:pt x="336" y="44"/>
                  </a:lnTo>
                  <a:lnTo>
                    <a:pt x="335" y="43"/>
                  </a:lnTo>
                  <a:cubicBezTo>
                    <a:pt x="278" y="36"/>
                    <a:pt x="222" y="26"/>
                    <a:pt x="167" y="13"/>
                  </a:cubicBezTo>
                  <a:cubicBezTo>
                    <a:pt x="111" y="0"/>
                    <a:pt x="56" y="6"/>
                    <a:pt x="0" y="8"/>
                  </a:cubicBezTo>
                  <a:cubicBezTo>
                    <a:pt x="4" y="17"/>
                    <a:pt x="8" y="26"/>
                    <a:pt x="12" y="34"/>
                  </a:cubicBezTo>
                  <a:cubicBezTo>
                    <a:pt x="15" y="38"/>
                    <a:pt x="17" y="42"/>
                    <a:pt x="20" y="46"/>
                  </a:cubicBezTo>
                  <a:cubicBezTo>
                    <a:pt x="64" y="42"/>
                    <a:pt x="109" y="40"/>
                    <a:pt x="153" y="40"/>
                  </a:cubicBezTo>
                  <a:cubicBezTo>
                    <a:pt x="165" y="40"/>
                    <a:pt x="176" y="40"/>
                    <a:pt x="187" y="40"/>
                  </a:cubicBezTo>
                  <a:cubicBezTo>
                    <a:pt x="194" y="41"/>
                    <a:pt x="330" y="43"/>
                    <a:pt x="33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5"/>
            <p:cNvSpPr/>
            <p:nvPr/>
          </p:nvSpPr>
          <p:spPr>
            <a:xfrm>
              <a:off x="29885" y="-533375"/>
              <a:ext cx="16920" cy="15480"/>
            </a:xfrm>
            <a:custGeom>
              <a:rect b="b" l="l" r="r" t="t"/>
              <a:pathLst>
                <a:path extrusionOk="0" h="43" w="47">
                  <a:moveTo>
                    <a:pt x="15" y="0"/>
                  </a:moveTo>
                  <a:cubicBezTo>
                    <a:pt x="12" y="0"/>
                    <a:pt x="10" y="1"/>
                    <a:pt x="8" y="2"/>
                  </a:cubicBezTo>
                  <a:cubicBezTo>
                    <a:pt x="5" y="4"/>
                    <a:pt x="4" y="6"/>
                    <a:pt x="2" y="8"/>
                  </a:cubicBezTo>
                  <a:cubicBezTo>
                    <a:pt x="0" y="10"/>
                    <a:pt x="0" y="13"/>
                    <a:pt x="0" y="16"/>
                  </a:cubicBezTo>
                  <a:lnTo>
                    <a:pt x="0" y="17"/>
                  </a:lnTo>
                  <a:lnTo>
                    <a:pt x="1" y="26"/>
                  </a:lnTo>
                  <a:cubicBezTo>
                    <a:pt x="1" y="28"/>
                    <a:pt x="2" y="30"/>
                    <a:pt x="3" y="31"/>
                  </a:cubicBezTo>
                  <a:cubicBezTo>
                    <a:pt x="5" y="35"/>
                    <a:pt x="8" y="37"/>
                    <a:pt x="11" y="39"/>
                  </a:cubicBezTo>
                  <a:cubicBezTo>
                    <a:pt x="14" y="41"/>
                    <a:pt x="18" y="42"/>
                    <a:pt x="21" y="42"/>
                  </a:cubicBezTo>
                  <a:cubicBezTo>
                    <a:pt x="23" y="42"/>
                    <a:pt x="24" y="42"/>
                    <a:pt x="26" y="41"/>
                  </a:cubicBezTo>
                  <a:cubicBezTo>
                    <a:pt x="33" y="40"/>
                    <a:pt x="39" y="39"/>
                    <a:pt x="46" y="38"/>
                  </a:cubicBezTo>
                  <a:cubicBezTo>
                    <a:pt x="43" y="34"/>
                    <a:pt x="41" y="30"/>
                    <a:pt x="38" y="26"/>
                  </a:cubicBezTo>
                  <a:cubicBezTo>
                    <a:pt x="33" y="18"/>
                    <a:pt x="29" y="9"/>
                    <a:pt x="26" y="0"/>
                  </a:cubicBez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5"/>
            <p:cNvSpPr/>
            <p:nvPr/>
          </p:nvSpPr>
          <p:spPr>
            <a:xfrm>
              <a:off x="28085" y="-572255"/>
              <a:ext cx="102600" cy="14760"/>
            </a:xfrm>
            <a:custGeom>
              <a:rect b="b" l="l" r="r" t="t"/>
              <a:pathLst>
                <a:path extrusionOk="0" h="41" w="285">
                  <a:moveTo>
                    <a:pt x="27" y="10"/>
                  </a:moveTo>
                  <a:cubicBezTo>
                    <a:pt x="30" y="20"/>
                    <a:pt x="33" y="29"/>
                    <a:pt x="36" y="39"/>
                  </a:cubicBezTo>
                  <a:cubicBezTo>
                    <a:pt x="41" y="39"/>
                    <a:pt x="46" y="40"/>
                    <a:pt x="51" y="40"/>
                  </a:cubicBezTo>
                  <a:cubicBezTo>
                    <a:pt x="78" y="40"/>
                    <a:pt x="104" y="37"/>
                    <a:pt x="130" y="32"/>
                  </a:cubicBezTo>
                  <a:cubicBezTo>
                    <a:pt x="160" y="27"/>
                    <a:pt x="189" y="30"/>
                    <a:pt x="219" y="25"/>
                  </a:cubicBezTo>
                  <a:cubicBezTo>
                    <a:pt x="239" y="22"/>
                    <a:pt x="258" y="16"/>
                    <a:pt x="279" y="13"/>
                  </a:cubicBezTo>
                  <a:cubicBezTo>
                    <a:pt x="284" y="13"/>
                    <a:pt x="283" y="5"/>
                    <a:pt x="279" y="4"/>
                  </a:cubicBezTo>
                  <a:cubicBezTo>
                    <a:pt x="224" y="2"/>
                    <a:pt x="168" y="8"/>
                    <a:pt x="113" y="6"/>
                  </a:cubicBezTo>
                  <a:cubicBezTo>
                    <a:pt x="85" y="2"/>
                    <a:pt x="57" y="0"/>
                    <a:pt x="28" y="0"/>
                  </a:cubicBezTo>
                  <a:cubicBezTo>
                    <a:pt x="0" y="0"/>
                    <a:pt x="28" y="0"/>
                    <a:pt x="28" y="1"/>
                  </a:cubicBezTo>
                  <a:cubicBezTo>
                    <a:pt x="28" y="2"/>
                    <a:pt x="27" y="7"/>
                    <a:pt x="2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5"/>
            <p:cNvSpPr/>
            <p:nvPr/>
          </p:nvSpPr>
          <p:spPr>
            <a:xfrm>
              <a:off x="36365" y="-572255"/>
              <a:ext cx="1800" cy="3600"/>
            </a:xfrm>
            <a:custGeom>
              <a:rect b="b" l="l" r="r" t="t"/>
              <a:pathLst>
                <a:path extrusionOk="0" h="10" w="5">
                  <a:moveTo>
                    <a:pt x="4" y="1"/>
                  </a:moveTo>
                  <a:lnTo>
                    <a:pt x="4" y="0"/>
                  </a:lnTo>
                  <a:lnTo>
                    <a:pt x="0" y="0"/>
                  </a:lnTo>
                  <a:cubicBezTo>
                    <a:pt x="0" y="3"/>
                    <a:pt x="2" y="6"/>
                    <a:pt x="3" y="9"/>
                  </a:cubicBezTo>
                  <a:cubicBezTo>
                    <a:pt x="4" y="7"/>
                    <a:pt x="4" y="3"/>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5"/>
            <p:cNvSpPr/>
            <p:nvPr/>
          </p:nvSpPr>
          <p:spPr>
            <a:xfrm>
              <a:off x="36725" y="-593135"/>
              <a:ext cx="61920" cy="11520"/>
            </a:xfrm>
            <a:custGeom>
              <a:rect b="b" l="l" r="r" t="t"/>
              <a:pathLst>
                <a:path extrusionOk="0" h="32" w="172">
                  <a:moveTo>
                    <a:pt x="166" y="18"/>
                  </a:moveTo>
                  <a:cubicBezTo>
                    <a:pt x="167" y="18"/>
                    <a:pt x="168" y="18"/>
                    <a:pt x="168" y="18"/>
                  </a:cubicBezTo>
                  <a:cubicBezTo>
                    <a:pt x="169" y="18"/>
                    <a:pt x="169" y="17"/>
                    <a:pt x="170" y="16"/>
                  </a:cubicBezTo>
                  <a:cubicBezTo>
                    <a:pt x="170" y="16"/>
                    <a:pt x="170" y="15"/>
                    <a:pt x="170" y="14"/>
                  </a:cubicBezTo>
                  <a:cubicBezTo>
                    <a:pt x="170" y="14"/>
                    <a:pt x="171" y="13"/>
                    <a:pt x="170" y="12"/>
                  </a:cubicBezTo>
                  <a:cubicBezTo>
                    <a:pt x="169" y="11"/>
                    <a:pt x="169" y="11"/>
                    <a:pt x="168" y="11"/>
                  </a:cubicBezTo>
                  <a:cubicBezTo>
                    <a:pt x="168" y="11"/>
                    <a:pt x="167" y="11"/>
                    <a:pt x="166" y="11"/>
                  </a:cubicBezTo>
                  <a:cubicBezTo>
                    <a:pt x="110" y="6"/>
                    <a:pt x="56" y="4"/>
                    <a:pt x="0" y="0"/>
                  </a:cubicBezTo>
                  <a:cubicBezTo>
                    <a:pt x="2" y="10"/>
                    <a:pt x="2" y="20"/>
                    <a:pt x="3" y="30"/>
                  </a:cubicBezTo>
                  <a:cubicBezTo>
                    <a:pt x="58" y="31"/>
                    <a:pt x="110" y="22"/>
                    <a:pt x="16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5"/>
            <p:cNvSpPr/>
            <p:nvPr/>
          </p:nvSpPr>
          <p:spPr>
            <a:xfrm>
              <a:off x="33845" y="-593135"/>
              <a:ext cx="3960" cy="11520"/>
            </a:xfrm>
            <a:custGeom>
              <a:rect b="b" l="l" r="r" t="t"/>
              <a:pathLst>
                <a:path extrusionOk="0" h="32" w="11">
                  <a:moveTo>
                    <a:pt x="7" y="0"/>
                  </a:moveTo>
                  <a:lnTo>
                    <a:pt x="0" y="0"/>
                  </a:lnTo>
                  <a:cubicBezTo>
                    <a:pt x="0" y="10"/>
                    <a:pt x="1" y="20"/>
                    <a:pt x="3" y="31"/>
                  </a:cubicBezTo>
                  <a:lnTo>
                    <a:pt x="10" y="31"/>
                  </a:lnTo>
                  <a:cubicBezTo>
                    <a:pt x="10" y="20"/>
                    <a:pt x="9" y="1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5"/>
            <p:cNvSpPr/>
            <p:nvPr/>
          </p:nvSpPr>
          <p:spPr>
            <a:xfrm>
              <a:off x="195485" y="-628775"/>
              <a:ext cx="70560" cy="18000"/>
            </a:xfrm>
            <a:custGeom>
              <a:rect b="b" l="l" r="r" t="t"/>
              <a:pathLst>
                <a:path extrusionOk="0" h="50" w="196">
                  <a:moveTo>
                    <a:pt x="191" y="43"/>
                  </a:moveTo>
                  <a:lnTo>
                    <a:pt x="192" y="43"/>
                  </a:lnTo>
                  <a:cubicBezTo>
                    <a:pt x="193" y="42"/>
                    <a:pt x="194" y="42"/>
                    <a:pt x="194" y="41"/>
                  </a:cubicBezTo>
                  <a:cubicBezTo>
                    <a:pt x="195" y="40"/>
                    <a:pt x="194" y="39"/>
                    <a:pt x="194" y="39"/>
                  </a:cubicBezTo>
                  <a:cubicBezTo>
                    <a:pt x="194" y="38"/>
                    <a:pt x="195" y="37"/>
                    <a:pt x="194" y="36"/>
                  </a:cubicBezTo>
                  <a:cubicBezTo>
                    <a:pt x="194" y="36"/>
                    <a:pt x="193" y="36"/>
                    <a:pt x="192" y="35"/>
                  </a:cubicBezTo>
                  <a:lnTo>
                    <a:pt x="191" y="34"/>
                  </a:lnTo>
                  <a:cubicBezTo>
                    <a:pt x="135" y="24"/>
                    <a:pt x="64" y="0"/>
                    <a:pt x="8" y="14"/>
                  </a:cubicBezTo>
                  <a:cubicBezTo>
                    <a:pt x="0" y="16"/>
                    <a:pt x="2" y="26"/>
                    <a:pt x="8" y="28"/>
                  </a:cubicBezTo>
                  <a:cubicBezTo>
                    <a:pt x="66" y="49"/>
                    <a:pt x="132" y="41"/>
                    <a:pt x="19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5"/>
            <p:cNvSpPr/>
            <p:nvPr/>
          </p:nvSpPr>
          <p:spPr>
            <a:xfrm>
              <a:off x="34925" y="-634535"/>
              <a:ext cx="135360" cy="23040"/>
            </a:xfrm>
            <a:custGeom>
              <a:rect b="b" l="l" r="r" t="t"/>
              <a:pathLst>
                <a:path extrusionOk="0" h="64" w="376">
                  <a:moveTo>
                    <a:pt x="135" y="56"/>
                  </a:moveTo>
                  <a:cubicBezTo>
                    <a:pt x="213" y="53"/>
                    <a:pt x="289" y="40"/>
                    <a:pt x="366" y="36"/>
                  </a:cubicBezTo>
                  <a:cubicBezTo>
                    <a:pt x="367" y="36"/>
                    <a:pt x="368" y="36"/>
                    <a:pt x="370" y="35"/>
                  </a:cubicBezTo>
                  <a:cubicBezTo>
                    <a:pt x="372" y="34"/>
                    <a:pt x="373" y="33"/>
                    <a:pt x="374" y="31"/>
                  </a:cubicBezTo>
                  <a:cubicBezTo>
                    <a:pt x="375" y="29"/>
                    <a:pt x="375" y="28"/>
                    <a:pt x="375" y="26"/>
                  </a:cubicBezTo>
                  <a:cubicBezTo>
                    <a:pt x="375" y="24"/>
                    <a:pt x="375" y="23"/>
                    <a:pt x="374" y="21"/>
                  </a:cubicBezTo>
                  <a:cubicBezTo>
                    <a:pt x="373" y="19"/>
                    <a:pt x="372" y="19"/>
                    <a:pt x="370" y="18"/>
                  </a:cubicBezTo>
                  <a:cubicBezTo>
                    <a:pt x="368" y="17"/>
                    <a:pt x="367" y="16"/>
                    <a:pt x="366" y="16"/>
                  </a:cubicBezTo>
                  <a:cubicBezTo>
                    <a:pt x="342" y="13"/>
                    <a:pt x="319" y="12"/>
                    <a:pt x="296" y="12"/>
                  </a:cubicBezTo>
                  <a:cubicBezTo>
                    <a:pt x="272" y="12"/>
                    <a:pt x="249" y="13"/>
                    <a:pt x="226" y="16"/>
                  </a:cubicBezTo>
                  <a:cubicBezTo>
                    <a:pt x="182" y="25"/>
                    <a:pt x="133" y="16"/>
                    <a:pt x="88" y="16"/>
                  </a:cubicBezTo>
                  <a:cubicBezTo>
                    <a:pt x="85" y="16"/>
                    <a:pt x="81" y="17"/>
                    <a:pt x="78" y="17"/>
                  </a:cubicBezTo>
                  <a:cubicBezTo>
                    <a:pt x="53" y="17"/>
                    <a:pt x="29" y="11"/>
                    <a:pt x="7" y="0"/>
                  </a:cubicBezTo>
                  <a:cubicBezTo>
                    <a:pt x="4" y="12"/>
                    <a:pt x="2" y="25"/>
                    <a:pt x="0" y="37"/>
                  </a:cubicBezTo>
                  <a:cubicBezTo>
                    <a:pt x="35" y="63"/>
                    <a:pt x="103" y="56"/>
                    <a:pt x="135"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5"/>
            <p:cNvSpPr/>
            <p:nvPr/>
          </p:nvSpPr>
          <p:spPr>
            <a:xfrm>
              <a:off x="34205" y="-634175"/>
              <a:ext cx="3600" cy="14040"/>
            </a:xfrm>
            <a:custGeom>
              <a:rect b="b" l="l" r="r" t="t"/>
              <a:pathLst>
                <a:path extrusionOk="0" h="39" w="10">
                  <a:moveTo>
                    <a:pt x="9" y="0"/>
                  </a:moveTo>
                  <a:lnTo>
                    <a:pt x="8" y="0"/>
                  </a:lnTo>
                  <a:cubicBezTo>
                    <a:pt x="4" y="12"/>
                    <a:pt x="2" y="24"/>
                    <a:pt x="0" y="35"/>
                  </a:cubicBezTo>
                  <a:lnTo>
                    <a:pt x="3" y="38"/>
                  </a:lnTo>
                  <a:cubicBezTo>
                    <a:pt x="5" y="25"/>
                    <a:pt x="7" y="13"/>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5"/>
            <p:cNvSpPr/>
            <p:nvPr/>
          </p:nvSpPr>
          <p:spPr>
            <a:xfrm>
              <a:off x="39245" y="-652175"/>
              <a:ext cx="5760" cy="12600"/>
            </a:xfrm>
            <a:custGeom>
              <a:rect b="b" l="l" r="r" t="t"/>
              <a:pathLst>
                <a:path extrusionOk="0" h="35" w="16">
                  <a:moveTo>
                    <a:pt x="12" y="0"/>
                  </a:moveTo>
                  <a:cubicBezTo>
                    <a:pt x="7" y="11"/>
                    <a:pt x="3" y="23"/>
                    <a:pt x="0" y="34"/>
                  </a:cubicBezTo>
                  <a:cubicBezTo>
                    <a:pt x="4" y="23"/>
                    <a:pt x="9" y="12"/>
                    <a:pt x="15" y="2"/>
                  </a:cubicBezTo>
                  <a:lnTo>
                    <a:pt x="1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5"/>
            <p:cNvSpPr/>
            <p:nvPr/>
          </p:nvSpPr>
          <p:spPr>
            <a:xfrm>
              <a:off x="50045" y="-665135"/>
              <a:ext cx="1080" cy="1440"/>
            </a:xfrm>
            <a:custGeom>
              <a:rect b="b" l="l" r="r" t="t"/>
              <a:pathLst>
                <a:path extrusionOk="0" h="4" w="3">
                  <a:moveTo>
                    <a:pt x="2" y="0"/>
                  </a:moveTo>
                  <a:lnTo>
                    <a:pt x="0" y="3"/>
                  </a:lnTo>
                  <a:lnTo>
                    <a:pt x="1" y="3"/>
                  </a:lnTo>
                  <a:lnTo>
                    <a:pt x="2" y="0"/>
                  </a:lnTo>
                </a:path>
              </a:pathLst>
            </a:custGeom>
            <a:solidFill>
              <a:schemeClr val="dk1"/>
            </a:solidFill>
            <a:ln>
              <a:noFill/>
            </a:ln>
          </p:spPr>
        </p:sp>
        <p:sp>
          <p:nvSpPr>
            <p:cNvPr id="3047" name="Google Shape;3047;p35"/>
            <p:cNvSpPr/>
            <p:nvPr/>
          </p:nvSpPr>
          <p:spPr>
            <a:xfrm>
              <a:off x="16205" y="-662615"/>
              <a:ext cx="21600" cy="111600"/>
            </a:xfrm>
            <a:custGeom>
              <a:rect b="b" l="l" r="r" t="t"/>
              <a:pathLst>
                <a:path extrusionOk="0" h="310" w="60">
                  <a:moveTo>
                    <a:pt x="26" y="228"/>
                  </a:moveTo>
                  <a:lnTo>
                    <a:pt x="26" y="222"/>
                  </a:lnTo>
                  <a:lnTo>
                    <a:pt x="25" y="222"/>
                  </a:lnTo>
                  <a:cubicBezTo>
                    <a:pt x="7" y="220"/>
                    <a:pt x="9" y="195"/>
                    <a:pt x="24" y="192"/>
                  </a:cubicBezTo>
                  <a:cubicBezTo>
                    <a:pt x="22" y="179"/>
                    <a:pt x="21" y="166"/>
                    <a:pt x="21" y="154"/>
                  </a:cubicBezTo>
                  <a:cubicBezTo>
                    <a:pt x="21" y="134"/>
                    <a:pt x="23" y="115"/>
                    <a:pt x="27" y="95"/>
                  </a:cubicBezTo>
                  <a:cubicBezTo>
                    <a:pt x="36" y="63"/>
                    <a:pt x="56" y="35"/>
                    <a:pt x="59" y="0"/>
                  </a:cubicBezTo>
                  <a:cubicBezTo>
                    <a:pt x="49" y="17"/>
                    <a:pt x="39" y="35"/>
                    <a:pt x="30" y="50"/>
                  </a:cubicBezTo>
                  <a:cubicBezTo>
                    <a:pt x="6" y="86"/>
                    <a:pt x="7" y="121"/>
                    <a:pt x="4" y="163"/>
                  </a:cubicBezTo>
                  <a:cubicBezTo>
                    <a:pt x="2" y="205"/>
                    <a:pt x="0" y="267"/>
                    <a:pt x="24" y="309"/>
                  </a:cubicBezTo>
                  <a:cubicBezTo>
                    <a:pt x="26" y="292"/>
                    <a:pt x="27" y="274"/>
                    <a:pt x="27" y="257"/>
                  </a:cubicBezTo>
                  <a:cubicBezTo>
                    <a:pt x="27" y="247"/>
                    <a:pt x="27" y="238"/>
                    <a:pt x="26"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5"/>
            <p:cNvSpPr/>
            <p:nvPr/>
          </p:nvSpPr>
          <p:spPr>
            <a:xfrm>
              <a:off x="34925" y="-558935"/>
              <a:ext cx="8640" cy="7200"/>
            </a:xfrm>
            <a:custGeom>
              <a:rect b="b" l="l" r="r" t="t"/>
              <a:pathLst>
                <a:path extrusionOk="0" h="20" w="24">
                  <a:moveTo>
                    <a:pt x="17" y="2"/>
                  </a:moveTo>
                  <a:cubicBezTo>
                    <a:pt x="12" y="2"/>
                    <a:pt x="7" y="1"/>
                    <a:pt x="3" y="0"/>
                  </a:cubicBezTo>
                  <a:cubicBezTo>
                    <a:pt x="2" y="5"/>
                    <a:pt x="1" y="10"/>
                    <a:pt x="0" y="16"/>
                  </a:cubicBezTo>
                  <a:cubicBezTo>
                    <a:pt x="8" y="17"/>
                    <a:pt x="15" y="19"/>
                    <a:pt x="23" y="19"/>
                  </a:cubicBezTo>
                  <a:cubicBezTo>
                    <a:pt x="21" y="13"/>
                    <a:pt x="19" y="8"/>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5"/>
            <p:cNvSpPr/>
            <p:nvPr/>
          </p:nvSpPr>
          <p:spPr>
            <a:xfrm>
              <a:off x="24125" y="-583055"/>
              <a:ext cx="12960" cy="34200"/>
            </a:xfrm>
            <a:custGeom>
              <a:rect b="b" l="l" r="r" t="t"/>
              <a:pathLst>
                <a:path extrusionOk="0" h="95" w="36">
                  <a:moveTo>
                    <a:pt x="26" y="82"/>
                  </a:moveTo>
                  <a:lnTo>
                    <a:pt x="30" y="82"/>
                  </a:lnTo>
                  <a:cubicBezTo>
                    <a:pt x="30" y="77"/>
                    <a:pt x="31" y="72"/>
                    <a:pt x="32" y="66"/>
                  </a:cubicBezTo>
                  <a:cubicBezTo>
                    <a:pt x="26" y="65"/>
                    <a:pt x="20" y="64"/>
                    <a:pt x="14" y="61"/>
                  </a:cubicBezTo>
                  <a:cubicBezTo>
                    <a:pt x="11" y="59"/>
                    <a:pt x="10" y="58"/>
                    <a:pt x="8" y="55"/>
                  </a:cubicBezTo>
                  <a:cubicBezTo>
                    <a:pt x="6" y="52"/>
                    <a:pt x="6" y="50"/>
                    <a:pt x="6" y="48"/>
                  </a:cubicBezTo>
                  <a:cubicBezTo>
                    <a:pt x="6" y="45"/>
                    <a:pt x="7" y="43"/>
                    <a:pt x="8" y="41"/>
                  </a:cubicBezTo>
                  <a:cubicBezTo>
                    <a:pt x="9" y="39"/>
                    <a:pt x="11" y="38"/>
                    <a:pt x="13" y="37"/>
                  </a:cubicBezTo>
                  <a:cubicBezTo>
                    <a:pt x="13" y="36"/>
                    <a:pt x="13" y="36"/>
                    <a:pt x="13" y="36"/>
                  </a:cubicBezTo>
                  <a:cubicBezTo>
                    <a:pt x="20" y="32"/>
                    <a:pt x="28" y="30"/>
                    <a:pt x="35" y="30"/>
                  </a:cubicBezTo>
                  <a:cubicBezTo>
                    <a:pt x="35" y="27"/>
                    <a:pt x="33" y="24"/>
                    <a:pt x="33" y="21"/>
                  </a:cubicBezTo>
                  <a:cubicBezTo>
                    <a:pt x="32" y="14"/>
                    <a:pt x="31" y="8"/>
                    <a:pt x="30" y="1"/>
                  </a:cubicBezTo>
                  <a:cubicBezTo>
                    <a:pt x="21" y="1"/>
                    <a:pt x="13" y="1"/>
                    <a:pt x="3" y="0"/>
                  </a:cubicBezTo>
                  <a:lnTo>
                    <a:pt x="3" y="6"/>
                  </a:lnTo>
                  <a:cubicBezTo>
                    <a:pt x="4" y="13"/>
                    <a:pt x="4" y="19"/>
                    <a:pt x="4" y="25"/>
                  </a:cubicBezTo>
                  <a:cubicBezTo>
                    <a:pt x="4" y="46"/>
                    <a:pt x="3" y="66"/>
                    <a:pt x="0" y="86"/>
                  </a:cubicBezTo>
                  <a:cubicBezTo>
                    <a:pt x="2" y="89"/>
                    <a:pt x="3" y="92"/>
                    <a:pt x="5" y="94"/>
                  </a:cubicBezTo>
                  <a:cubicBezTo>
                    <a:pt x="5" y="93"/>
                    <a:pt x="6" y="91"/>
                    <a:pt x="7" y="89"/>
                  </a:cubicBezTo>
                  <a:cubicBezTo>
                    <a:pt x="8" y="87"/>
                    <a:pt x="10" y="84"/>
                    <a:pt x="13" y="83"/>
                  </a:cubicBezTo>
                  <a:cubicBezTo>
                    <a:pt x="16" y="81"/>
                    <a:pt x="18" y="81"/>
                    <a:pt x="21" y="81"/>
                  </a:cubicBezTo>
                  <a:cubicBezTo>
                    <a:pt x="23" y="81"/>
                    <a:pt x="25" y="81"/>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5"/>
            <p:cNvSpPr/>
            <p:nvPr/>
          </p:nvSpPr>
          <p:spPr>
            <a:xfrm>
              <a:off x="23405" y="-679175"/>
              <a:ext cx="31680" cy="86040"/>
            </a:xfrm>
            <a:custGeom>
              <a:rect b="b" l="l" r="r" t="t"/>
              <a:pathLst>
                <a:path extrusionOk="0" h="239" w="88">
                  <a:moveTo>
                    <a:pt x="3" y="237"/>
                  </a:moveTo>
                  <a:cubicBezTo>
                    <a:pt x="4" y="236"/>
                    <a:pt x="5" y="236"/>
                    <a:pt x="6" y="236"/>
                  </a:cubicBezTo>
                  <a:cubicBezTo>
                    <a:pt x="7" y="236"/>
                    <a:pt x="8" y="236"/>
                    <a:pt x="8" y="237"/>
                  </a:cubicBezTo>
                  <a:lnTo>
                    <a:pt x="30" y="238"/>
                  </a:lnTo>
                  <a:cubicBezTo>
                    <a:pt x="30" y="222"/>
                    <a:pt x="30" y="205"/>
                    <a:pt x="28" y="188"/>
                  </a:cubicBezTo>
                  <a:cubicBezTo>
                    <a:pt x="28" y="186"/>
                    <a:pt x="28" y="184"/>
                    <a:pt x="28" y="183"/>
                  </a:cubicBezTo>
                  <a:cubicBezTo>
                    <a:pt x="28" y="175"/>
                    <a:pt x="29" y="167"/>
                    <a:pt x="30" y="159"/>
                  </a:cubicBezTo>
                  <a:cubicBezTo>
                    <a:pt x="26" y="156"/>
                    <a:pt x="22" y="151"/>
                    <a:pt x="20" y="147"/>
                  </a:cubicBezTo>
                  <a:cubicBezTo>
                    <a:pt x="17" y="143"/>
                    <a:pt x="15" y="138"/>
                    <a:pt x="15" y="133"/>
                  </a:cubicBezTo>
                  <a:lnTo>
                    <a:pt x="14" y="132"/>
                  </a:lnTo>
                  <a:cubicBezTo>
                    <a:pt x="14" y="130"/>
                    <a:pt x="15" y="128"/>
                    <a:pt x="16" y="126"/>
                  </a:cubicBezTo>
                  <a:cubicBezTo>
                    <a:pt x="17" y="124"/>
                    <a:pt x="19" y="122"/>
                    <a:pt x="21" y="121"/>
                  </a:cubicBezTo>
                  <a:cubicBezTo>
                    <a:pt x="23" y="120"/>
                    <a:pt x="25" y="120"/>
                    <a:pt x="27" y="120"/>
                  </a:cubicBezTo>
                  <a:cubicBezTo>
                    <a:pt x="29" y="120"/>
                    <a:pt x="31" y="121"/>
                    <a:pt x="33" y="121"/>
                  </a:cubicBezTo>
                  <a:cubicBezTo>
                    <a:pt x="34" y="122"/>
                    <a:pt x="34" y="122"/>
                    <a:pt x="34" y="122"/>
                  </a:cubicBezTo>
                  <a:lnTo>
                    <a:pt x="38" y="124"/>
                  </a:lnTo>
                  <a:cubicBezTo>
                    <a:pt x="39" y="119"/>
                    <a:pt x="41" y="114"/>
                    <a:pt x="43" y="109"/>
                  </a:cubicBezTo>
                  <a:cubicBezTo>
                    <a:pt x="46" y="97"/>
                    <a:pt x="50" y="86"/>
                    <a:pt x="55" y="75"/>
                  </a:cubicBezTo>
                  <a:cubicBezTo>
                    <a:pt x="41" y="67"/>
                    <a:pt x="43" y="41"/>
                    <a:pt x="62" y="42"/>
                  </a:cubicBezTo>
                  <a:lnTo>
                    <a:pt x="73" y="42"/>
                  </a:lnTo>
                  <a:lnTo>
                    <a:pt x="74" y="39"/>
                  </a:lnTo>
                  <a:cubicBezTo>
                    <a:pt x="76" y="29"/>
                    <a:pt x="79" y="19"/>
                    <a:pt x="84" y="10"/>
                  </a:cubicBezTo>
                  <a:cubicBezTo>
                    <a:pt x="87" y="5"/>
                    <a:pt x="81" y="0"/>
                    <a:pt x="76" y="2"/>
                  </a:cubicBezTo>
                  <a:cubicBezTo>
                    <a:pt x="61" y="13"/>
                    <a:pt x="48" y="27"/>
                    <a:pt x="38" y="43"/>
                  </a:cubicBezTo>
                  <a:cubicBezTo>
                    <a:pt x="38" y="44"/>
                    <a:pt x="37" y="45"/>
                    <a:pt x="37" y="45"/>
                  </a:cubicBezTo>
                  <a:cubicBezTo>
                    <a:pt x="34" y="80"/>
                    <a:pt x="14" y="108"/>
                    <a:pt x="5" y="140"/>
                  </a:cubicBezTo>
                  <a:cubicBezTo>
                    <a:pt x="1" y="158"/>
                    <a:pt x="0" y="176"/>
                    <a:pt x="0" y="194"/>
                  </a:cubicBezTo>
                  <a:cubicBezTo>
                    <a:pt x="0" y="208"/>
                    <a:pt x="1" y="222"/>
                    <a:pt x="3" y="2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5"/>
            <p:cNvSpPr/>
            <p:nvPr/>
          </p:nvSpPr>
          <p:spPr>
            <a:xfrm>
              <a:off x="34565" y="-553175"/>
              <a:ext cx="10800" cy="15120"/>
            </a:xfrm>
            <a:custGeom>
              <a:rect b="b" l="l" r="r" t="t"/>
              <a:pathLst>
                <a:path extrusionOk="0" h="42" w="30">
                  <a:moveTo>
                    <a:pt x="2" y="27"/>
                  </a:moveTo>
                  <a:cubicBezTo>
                    <a:pt x="2" y="29"/>
                    <a:pt x="4" y="33"/>
                    <a:pt x="6" y="38"/>
                  </a:cubicBezTo>
                  <a:lnTo>
                    <a:pt x="9" y="40"/>
                  </a:lnTo>
                  <a:cubicBezTo>
                    <a:pt x="11" y="41"/>
                    <a:pt x="13" y="41"/>
                    <a:pt x="15" y="41"/>
                  </a:cubicBezTo>
                  <a:cubicBezTo>
                    <a:pt x="17" y="41"/>
                    <a:pt x="20" y="40"/>
                    <a:pt x="22" y="39"/>
                  </a:cubicBezTo>
                  <a:cubicBezTo>
                    <a:pt x="24" y="38"/>
                    <a:pt x="26" y="36"/>
                    <a:pt x="27" y="34"/>
                  </a:cubicBezTo>
                  <a:cubicBezTo>
                    <a:pt x="28" y="32"/>
                    <a:pt x="29" y="29"/>
                    <a:pt x="29" y="27"/>
                  </a:cubicBezTo>
                  <a:cubicBezTo>
                    <a:pt x="29" y="26"/>
                    <a:pt x="29" y="26"/>
                    <a:pt x="29" y="26"/>
                  </a:cubicBezTo>
                  <a:cubicBezTo>
                    <a:pt x="28" y="18"/>
                    <a:pt x="26" y="11"/>
                    <a:pt x="24" y="3"/>
                  </a:cubicBezTo>
                  <a:cubicBezTo>
                    <a:pt x="16" y="3"/>
                    <a:pt x="9" y="2"/>
                    <a:pt x="1" y="0"/>
                  </a:cubicBezTo>
                  <a:cubicBezTo>
                    <a:pt x="1" y="3"/>
                    <a:pt x="0" y="6"/>
                    <a:pt x="0" y="9"/>
                  </a:cubicBezTo>
                  <a:cubicBezTo>
                    <a:pt x="0" y="15"/>
                    <a:pt x="1" y="21"/>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5"/>
            <p:cNvSpPr/>
            <p:nvPr/>
          </p:nvSpPr>
          <p:spPr>
            <a:xfrm>
              <a:off x="25925" y="-553535"/>
              <a:ext cx="10800" cy="14400"/>
            </a:xfrm>
            <a:custGeom>
              <a:rect b="b" l="l" r="r" t="t"/>
              <a:pathLst>
                <a:path extrusionOk="0" h="40" w="30">
                  <a:moveTo>
                    <a:pt x="29" y="39"/>
                  </a:moveTo>
                  <a:cubicBezTo>
                    <a:pt x="27" y="34"/>
                    <a:pt x="26" y="29"/>
                    <a:pt x="25" y="28"/>
                  </a:cubicBezTo>
                  <a:cubicBezTo>
                    <a:pt x="24" y="22"/>
                    <a:pt x="23" y="16"/>
                    <a:pt x="23" y="10"/>
                  </a:cubicBezTo>
                  <a:cubicBezTo>
                    <a:pt x="23" y="7"/>
                    <a:pt x="24" y="4"/>
                    <a:pt x="24" y="1"/>
                  </a:cubicBezTo>
                  <a:lnTo>
                    <a:pt x="20" y="1"/>
                  </a:lnTo>
                  <a:cubicBezTo>
                    <a:pt x="19" y="0"/>
                    <a:pt x="17" y="0"/>
                    <a:pt x="16" y="0"/>
                  </a:cubicBezTo>
                  <a:cubicBezTo>
                    <a:pt x="13" y="0"/>
                    <a:pt x="11" y="1"/>
                    <a:pt x="8" y="2"/>
                  </a:cubicBezTo>
                  <a:cubicBezTo>
                    <a:pt x="5" y="3"/>
                    <a:pt x="3" y="5"/>
                    <a:pt x="2" y="8"/>
                  </a:cubicBezTo>
                  <a:cubicBezTo>
                    <a:pt x="1" y="10"/>
                    <a:pt x="0" y="12"/>
                    <a:pt x="0" y="14"/>
                  </a:cubicBezTo>
                  <a:cubicBezTo>
                    <a:pt x="6" y="23"/>
                    <a:pt x="15" y="31"/>
                    <a:pt x="25" y="37"/>
                  </a:cubicBezTo>
                  <a:cubicBezTo>
                    <a:pt x="26" y="38"/>
                    <a:pt x="28" y="39"/>
                    <a:pt x="2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5"/>
            <p:cNvSpPr/>
            <p:nvPr/>
          </p:nvSpPr>
          <p:spPr>
            <a:xfrm>
              <a:off x="36005" y="-568655"/>
              <a:ext cx="5400" cy="10800"/>
            </a:xfrm>
            <a:custGeom>
              <a:rect b="b" l="l" r="r" t="t"/>
              <a:pathLst>
                <a:path extrusionOk="0" h="30" w="15">
                  <a:moveTo>
                    <a:pt x="5" y="0"/>
                  </a:moveTo>
                  <a:cubicBezTo>
                    <a:pt x="4" y="9"/>
                    <a:pt x="1" y="18"/>
                    <a:pt x="0" y="27"/>
                  </a:cubicBezTo>
                  <a:cubicBezTo>
                    <a:pt x="4" y="28"/>
                    <a:pt x="9" y="29"/>
                    <a:pt x="14" y="29"/>
                  </a:cubicBezTo>
                  <a:cubicBezTo>
                    <a:pt x="11" y="20"/>
                    <a:pt x="8" y="10"/>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5"/>
            <p:cNvSpPr/>
            <p:nvPr/>
          </p:nvSpPr>
          <p:spPr>
            <a:xfrm>
              <a:off x="26285" y="-572255"/>
              <a:ext cx="11520" cy="13680"/>
            </a:xfrm>
            <a:custGeom>
              <a:rect b="b" l="l" r="r" t="t"/>
              <a:pathLst>
                <a:path extrusionOk="0" h="38" w="32">
                  <a:moveTo>
                    <a:pt x="28" y="0"/>
                  </a:moveTo>
                  <a:cubicBezTo>
                    <a:pt x="21" y="1"/>
                    <a:pt x="13" y="3"/>
                    <a:pt x="7" y="7"/>
                  </a:cubicBezTo>
                  <a:cubicBezTo>
                    <a:pt x="6" y="7"/>
                    <a:pt x="6" y="7"/>
                    <a:pt x="6" y="7"/>
                  </a:cubicBezTo>
                  <a:cubicBezTo>
                    <a:pt x="4" y="8"/>
                    <a:pt x="3" y="10"/>
                    <a:pt x="2" y="12"/>
                  </a:cubicBezTo>
                  <a:cubicBezTo>
                    <a:pt x="0" y="14"/>
                    <a:pt x="0" y="16"/>
                    <a:pt x="0" y="19"/>
                  </a:cubicBezTo>
                  <a:cubicBezTo>
                    <a:pt x="0" y="21"/>
                    <a:pt x="0" y="24"/>
                    <a:pt x="2" y="26"/>
                  </a:cubicBezTo>
                  <a:cubicBezTo>
                    <a:pt x="4" y="28"/>
                    <a:pt x="5" y="30"/>
                    <a:pt x="7" y="31"/>
                  </a:cubicBezTo>
                  <a:cubicBezTo>
                    <a:pt x="7" y="31"/>
                    <a:pt x="7" y="32"/>
                    <a:pt x="8" y="32"/>
                  </a:cubicBezTo>
                  <a:cubicBezTo>
                    <a:pt x="13" y="34"/>
                    <a:pt x="19" y="36"/>
                    <a:pt x="26" y="37"/>
                  </a:cubicBezTo>
                  <a:cubicBezTo>
                    <a:pt x="27" y="28"/>
                    <a:pt x="30" y="19"/>
                    <a:pt x="31" y="10"/>
                  </a:cubicBezTo>
                  <a:cubicBezTo>
                    <a:pt x="31" y="7"/>
                    <a:pt x="30" y="3"/>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5"/>
            <p:cNvSpPr/>
            <p:nvPr/>
          </p:nvSpPr>
          <p:spPr>
            <a:xfrm>
              <a:off x="18365" y="-593855"/>
              <a:ext cx="7560" cy="11520"/>
            </a:xfrm>
            <a:custGeom>
              <a:rect b="b" l="l" r="r" t="t"/>
              <a:pathLst>
                <a:path extrusionOk="0" h="32" w="21">
                  <a:moveTo>
                    <a:pt x="18" y="31"/>
                  </a:moveTo>
                  <a:lnTo>
                    <a:pt x="20" y="31"/>
                  </a:lnTo>
                  <a:cubicBezTo>
                    <a:pt x="20" y="21"/>
                    <a:pt x="18" y="11"/>
                    <a:pt x="17" y="0"/>
                  </a:cubicBezTo>
                  <a:cubicBezTo>
                    <a:pt x="2" y="4"/>
                    <a:pt x="0" y="29"/>
                    <a:pt x="18"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5"/>
            <p:cNvSpPr/>
            <p:nvPr/>
          </p:nvSpPr>
          <p:spPr>
            <a:xfrm>
              <a:off x="24485" y="-593855"/>
              <a:ext cx="10800" cy="11880"/>
            </a:xfrm>
            <a:custGeom>
              <a:rect b="b" l="l" r="r" t="t"/>
              <a:pathLst>
                <a:path extrusionOk="0" h="33" w="30">
                  <a:moveTo>
                    <a:pt x="5" y="0"/>
                  </a:moveTo>
                  <a:cubicBezTo>
                    <a:pt x="5" y="0"/>
                    <a:pt x="4" y="0"/>
                    <a:pt x="3" y="0"/>
                  </a:cubicBezTo>
                  <a:cubicBezTo>
                    <a:pt x="2" y="0"/>
                    <a:pt x="1" y="0"/>
                    <a:pt x="0" y="0"/>
                  </a:cubicBezTo>
                  <a:cubicBezTo>
                    <a:pt x="0" y="11"/>
                    <a:pt x="2" y="21"/>
                    <a:pt x="2" y="30"/>
                  </a:cubicBezTo>
                  <a:cubicBezTo>
                    <a:pt x="12" y="30"/>
                    <a:pt x="20" y="31"/>
                    <a:pt x="29" y="32"/>
                  </a:cubicBezTo>
                  <a:cubicBezTo>
                    <a:pt x="28" y="21"/>
                    <a:pt x="27" y="12"/>
                    <a:pt x="27" y="1"/>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5"/>
            <p:cNvSpPr/>
            <p:nvPr/>
          </p:nvSpPr>
          <p:spPr>
            <a:xfrm>
              <a:off x="28805" y="-635975"/>
              <a:ext cx="9000" cy="14400"/>
            </a:xfrm>
            <a:custGeom>
              <a:rect b="b" l="l" r="r" t="t"/>
              <a:pathLst>
                <a:path extrusionOk="0" h="40" w="25">
                  <a:moveTo>
                    <a:pt x="20" y="2"/>
                  </a:moveTo>
                  <a:lnTo>
                    <a:pt x="19" y="2"/>
                  </a:lnTo>
                  <a:cubicBezTo>
                    <a:pt x="17" y="1"/>
                    <a:pt x="15" y="0"/>
                    <a:pt x="13" y="0"/>
                  </a:cubicBezTo>
                  <a:cubicBezTo>
                    <a:pt x="10" y="0"/>
                    <a:pt x="8" y="1"/>
                    <a:pt x="6" y="2"/>
                  </a:cubicBezTo>
                  <a:cubicBezTo>
                    <a:pt x="4" y="3"/>
                    <a:pt x="3" y="4"/>
                    <a:pt x="2" y="6"/>
                  </a:cubicBezTo>
                  <a:cubicBezTo>
                    <a:pt x="1" y="8"/>
                    <a:pt x="0" y="10"/>
                    <a:pt x="0" y="13"/>
                  </a:cubicBezTo>
                  <a:cubicBezTo>
                    <a:pt x="1" y="18"/>
                    <a:pt x="3" y="23"/>
                    <a:pt x="5" y="27"/>
                  </a:cubicBezTo>
                  <a:cubicBezTo>
                    <a:pt x="8" y="32"/>
                    <a:pt x="12" y="36"/>
                    <a:pt x="16" y="39"/>
                  </a:cubicBezTo>
                  <a:cubicBezTo>
                    <a:pt x="17" y="28"/>
                    <a:pt x="20" y="16"/>
                    <a:pt x="24" y="4"/>
                  </a:cubicBezTo>
                  <a:lnTo>
                    <a:pt x="2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5"/>
            <p:cNvSpPr/>
            <p:nvPr/>
          </p:nvSpPr>
          <p:spPr>
            <a:xfrm>
              <a:off x="44645" y="-672695"/>
              <a:ext cx="99000" cy="21600"/>
            </a:xfrm>
            <a:custGeom>
              <a:rect b="b" l="l" r="r" t="t"/>
              <a:pathLst>
                <a:path extrusionOk="0" h="60" w="275">
                  <a:moveTo>
                    <a:pt x="0" y="58"/>
                  </a:moveTo>
                  <a:cubicBezTo>
                    <a:pt x="2" y="59"/>
                    <a:pt x="4" y="59"/>
                    <a:pt x="5" y="59"/>
                  </a:cubicBezTo>
                  <a:cubicBezTo>
                    <a:pt x="6" y="59"/>
                    <a:pt x="7" y="59"/>
                    <a:pt x="8" y="59"/>
                  </a:cubicBezTo>
                  <a:cubicBezTo>
                    <a:pt x="38" y="59"/>
                    <a:pt x="68" y="54"/>
                    <a:pt x="95" y="43"/>
                  </a:cubicBezTo>
                  <a:cubicBezTo>
                    <a:pt x="144" y="19"/>
                    <a:pt x="217" y="30"/>
                    <a:pt x="270" y="26"/>
                  </a:cubicBezTo>
                  <a:cubicBezTo>
                    <a:pt x="274" y="26"/>
                    <a:pt x="273" y="20"/>
                    <a:pt x="270" y="20"/>
                  </a:cubicBezTo>
                  <a:cubicBezTo>
                    <a:pt x="217" y="15"/>
                    <a:pt x="149" y="0"/>
                    <a:pt x="97" y="14"/>
                  </a:cubicBezTo>
                  <a:cubicBezTo>
                    <a:pt x="70" y="21"/>
                    <a:pt x="43" y="24"/>
                    <a:pt x="16" y="24"/>
                  </a:cubicBezTo>
                  <a:cubicBezTo>
                    <a:pt x="14" y="31"/>
                    <a:pt x="12" y="37"/>
                    <a:pt x="9" y="42"/>
                  </a:cubicBezTo>
                  <a:cubicBezTo>
                    <a:pt x="6" y="48"/>
                    <a:pt x="3"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5"/>
            <p:cNvSpPr/>
            <p:nvPr/>
          </p:nvSpPr>
          <p:spPr>
            <a:xfrm>
              <a:off x="43565" y="-664055"/>
              <a:ext cx="7200" cy="12600"/>
            </a:xfrm>
            <a:custGeom>
              <a:rect b="b" l="l" r="r" t="t"/>
              <a:pathLst>
                <a:path extrusionOk="0" h="35" w="20">
                  <a:moveTo>
                    <a:pt x="12" y="18"/>
                  </a:moveTo>
                  <a:cubicBezTo>
                    <a:pt x="15" y="13"/>
                    <a:pt x="17" y="7"/>
                    <a:pt x="19" y="0"/>
                  </a:cubicBezTo>
                  <a:lnTo>
                    <a:pt x="18" y="0"/>
                  </a:lnTo>
                  <a:cubicBezTo>
                    <a:pt x="12" y="9"/>
                    <a:pt x="7" y="19"/>
                    <a:pt x="2" y="28"/>
                  </a:cubicBezTo>
                  <a:cubicBezTo>
                    <a:pt x="2" y="30"/>
                    <a:pt x="1" y="32"/>
                    <a:pt x="0" y="33"/>
                  </a:cubicBezTo>
                  <a:lnTo>
                    <a:pt x="3" y="34"/>
                  </a:lnTo>
                  <a:cubicBezTo>
                    <a:pt x="6" y="29"/>
                    <a:pt x="9" y="24"/>
                    <a:pt x="12"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5"/>
            <p:cNvSpPr/>
            <p:nvPr/>
          </p:nvSpPr>
          <p:spPr>
            <a:xfrm>
              <a:off x="38525" y="-664055"/>
              <a:ext cx="11880" cy="12240"/>
            </a:xfrm>
            <a:custGeom>
              <a:rect b="b" l="l" r="r" t="t"/>
              <a:pathLst>
                <a:path extrusionOk="0" h="34" w="33">
                  <a:moveTo>
                    <a:pt x="32" y="0"/>
                  </a:moveTo>
                  <a:lnTo>
                    <a:pt x="21" y="0"/>
                  </a:lnTo>
                  <a:cubicBezTo>
                    <a:pt x="1" y="0"/>
                    <a:pt x="0" y="25"/>
                    <a:pt x="14" y="33"/>
                  </a:cubicBezTo>
                  <a:cubicBezTo>
                    <a:pt x="14" y="32"/>
                    <a:pt x="15" y="30"/>
                    <a:pt x="16" y="28"/>
                  </a:cubicBezTo>
                  <a:cubicBezTo>
                    <a:pt x="21" y="19"/>
                    <a:pt x="26" y="9"/>
                    <a:pt x="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5"/>
            <p:cNvSpPr/>
            <p:nvPr/>
          </p:nvSpPr>
          <p:spPr>
            <a:xfrm>
              <a:off x="33845" y="-757295"/>
              <a:ext cx="110520" cy="18360"/>
            </a:xfrm>
            <a:custGeom>
              <a:rect b="b" l="l" r="r" t="t"/>
              <a:pathLst>
                <a:path extrusionOk="0" h="51" w="307">
                  <a:moveTo>
                    <a:pt x="151" y="38"/>
                  </a:moveTo>
                  <a:cubicBezTo>
                    <a:pt x="201" y="26"/>
                    <a:pt x="252" y="33"/>
                    <a:pt x="302" y="22"/>
                  </a:cubicBezTo>
                  <a:lnTo>
                    <a:pt x="303" y="22"/>
                  </a:lnTo>
                  <a:cubicBezTo>
                    <a:pt x="304" y="21"/>
                    <a:pt x="304" y="21"/>
                    <a:pt x="305" y="20"/>
                  </a:cubicBezTo>
                  <a:cubicBezTo>
                    <a:pt x="306" y="19"/>
                    <a:pt x="305" y="18"/>
                    <a:pt x="305" y="18"/>
                  </a:cubicBezTo>
                  <a:cubicBezTo>
                    <a:pt x="305" y="17"/>
                    <a:pt x="306" y="16"/>
                    <a:pt x="305" y="15"/>
                  </a:cubicBezTo>
                  <a:cubicBezTo>
                    <a:pt x="304" y="14"/>
                    <a:pt x="304" y="15"/>
                    <a:pt x="303" y="14"/>
                  </a:cubicBezTo>
                  <a:cubicBezTo>
                    <a:pt x="302" y="13"/>
                    <a:pt x="301" y="13"/>
                    <a:pt x="301" y="13"/>
                  </a:cubicBezTo>
                  <a:cubicBezTo>
                    <a:pt x="300" y="13"/>
                    <a:pt x="300" y="13"/>
                    <a:pt x="300" y="13"/>
                  </a:cubicBezTo>
                  <a:cubicBezTo>
                    <a:pt x="256" y="16"/>
                    <a:pt x="211" y="18"/>
                    <a:pt x="167" y="18"/>
                  </a:cubicBezTo>
                  <a:cubicBezTo>
                    <a:pt x="144" y="18"/>
                    <a:pt x="120" y="17"/>
                    <a:pt x="97" y="16"/>
                  </a:cubicBezTo>
                  <a:cubicBezTo>
                    <a:pt x="64" y="13"/>
                    <a:pt x="32" y="8"/>
                    <a:pt x="0" y="0"/>
                  </a:cubicBezTo>
                  <a:cubicBezTo>
                    <a:pt x="3" y="8"/>
                    <a:pt x="5" y="16"/>
                    <a:pt x="5" y="25"/>
                  </a:cubicBezTo>
                  <a:cubicBezTo>
                    <a:pt x="5" y="28"/>
                    <a:pt x="5" y="31"/>
                    <a:pt x="4" y="34"/>
                  </a:cubicBezTo>
                  <a:cubicBezTo>
                    <a:pt x="53" y="39"/>
                    <a:pt x="101" y="50"/>
                    <a:pt x="15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5"/>
            <p:cNvSpPr/>
            <p:nvPr/>
          </p:nvSpPr>
          <p:spPr>
            <a:xfrm>
              <a:off x="22325" y="-758735"/>
              <a:ext cx="13680" cy="14040"/>
            </a:xfrm>
            <a:custGeom>
              <a:rect b="b" l="l" r="r" t="t"/>
              <a:pathLst>
                <a:path extrusionOk="0" h="39" w="38">
                  <a:moveTo>
                    <a:pt x="32" y="4"/>
                  </a:moveTo>
                  <a:lnTo>
                    <a:pt x="26" y="3"/>
                  </a:lnTo>
                  <a:cubicBezTo>
                    <a:pt x="4" y="0"/>
                    <a:pt x="0" y="35"/>
                    <a:pt x="22" y="37"/>
                  </a:cubicBezTo>
                  <a:lnTo>
                    <a:pt x="36" y="38"/>
                  </a:lnTo>
                  <a:cubicBezTo>
                    <a:pt x="37" y="35"/>
                    <a:pt x="37" y="32"/>
                    <a:pt x="37" y="29"/>
                  </a:cubicBezTo>
                  <a:cubicBezTo>
                    <a:pt x="37" y="20"/>
                    <a:pt x="35" y="12"/>
                    <a:pt x="3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5"/>
            <p:cNvSpPr/>
            <p:nvPr/>
          </p:nvSpPr>
          <p:spPr>
            <a:xfrm>
              <a:off x="192965" y="-878975"/>
              <a:ext cx="43560" cy="8280"/>
            </a:xfrm>
            <a:custGeom>
              <a:rect b="b" l="l" r="r" t="t"/>
              <a:pathLst>
                <a:path extrusionOk="0" h="23" w="121">
                  <a:moveTo>
                    <a:pt x="3" y="16"/>
                  </a:moveTo>
                  <a:cubicBezTo>
                    <a:pt x="16" y="20"/>
                    <a:pt x="30" y="22"/>
                    <a:pt x="43" y="22"/>
                  </a:cubicBezTo>
                  <a:cubicBezTo>
                    <a:pt x="48" y="22"/>
                    <a:pt x="52" y="22"/>
                    <a:pt x="57" y="21"/>
                  </a:cubicBezTo>
                  <a:cubicBezTo>
                    <a:pt x="68" y="20"/>
                    <a:pt x="80" y="19"/>
                    <a:pt x="92" y="19"/>
                  </a:cubicBezTo>
                  <a:cubicBezTo>
                    <a:pt x="93" y="19"/>
                    <a:pt x="94" y="19"/>
                    <a:pt x="95" y="19"/>
                  </a:cubicBezTo>
                  <a:cubicBezTo>
                    <a:pt x="101" y="19"/>
                    <a:pt x="107" y="20"/>
                    <a:pt x="114" y="20"/>
                  </a:cubicBezTo>
                  <a:cubicBezTo>
                    <a:pt x="120" y="20"/>
                    <a:pt x="120" y="11"/>
                    <a:pt x="114" y="10"/>
                  </a:cubicBezTo>
                  <a:cubicBezTo>
                    <a:pt x="108" y="9"/>
                    <a:pt x="100" y="6"/>
                    <a:pt x="91" y="4"/>
                  </a:cubicBezTo>
                  <a:cubicBezTo>
                    <a:pt x="80" y="2"/>
                    <a:pt x="68" y="1"/>
                    <a:pt x="57" y="1"/>
                  </a:cubicBezTo>
                  <a:cubicBezTo>
                    <a:pt x="52" y="0"/>
                    <a:pt x="47" y="0"/>
                    <a:pt x="42" y="0"/>
                  </a:cubicBezTo>
                  <a:cubicBezTo>
                    <a:pt x="29" y="0"/>
                    <a:pt x="16" y="2"/>
                    <a:pt x="3" y="6"/>
                  </a:cubicBezTo>
                  <a:cubicBezTo>
                    <a:pt x="2" y="7"/>
                    <a:pt x="1" y="8"/>
                    <a:pt x="1" y="8"/>
                  </a:cubicBezTo>
                  <a:cubicBezTo>
                    <a:pt x="0" y="9"/>
                    <a:pt x="0" y="10"/>
                    <a:pt x="0" y="11"/>
                  </a:cubicBezTo>
                  <a:cubicBezTo>
                    <a:pt x="0" y="12"/>
                    <a:pt x="0" y="13"/>
                    <a:pt x="1" y="14"/>
                  </a:cubicBezTo>
                  <a:cubicBezTo>
                    <a:pt x="1" y="14"/>
                    <a:pt x="2" y="15"/>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5"/>
            <p:cNvSpPr/>
            <p:nvPr/>
          </p:nvSpPr>
          <p:spPr>
            <a:xfrm>
              <a:off x="115205" y="-881495"/>
              <a:ext cx="51840" cy="9720"/>
            </a:xfrm>
            <a:custGeom>
              <a:rect b="b" l="l" r="r" t="t"/>
              <a:pathLst>
                <a:path extrusionOk="0" h="27" w="144">
                  <a:moveTo>
                    <a:pt x="2" y="9"/>
                  </a:moveTo>
                  <a:cubicBezTo>
                    <a:pt x="1" y="9"/>
                    <a:pt x="1" y="9"/>
                    <a:pt x="0" y="10"/>
                  </a:cubicBezTo>
                  <a:cubicBezTo>
                    <a:pt x="0" y="11"/>
                    <a:pt x="0" y="12"/>
                    <a:pt x="0" y="13"/>
                  </a:cubicBezTo>
                  <a:cubicBezTo>
                    <a:pt x="0" y="14"/>
                    <a:pt x="0" y="15"/>
                    <a:pt x="0" y="15"/>
                  </a:cubicBezTo>
                  <a:cubicBezTo>
                    <a:pt x="1" y="16"/>
                    <a:pt x="1" y="16"/>
                    <a:pt x="2" y="17"/>
                  </a:cubicBezTo>
                  <a:cubicBezTo>
                    <a:pt x="16" y="23"/>
                    <a:pt x="32" y="26"/>
                    <a:pt x="48" y="26"/>
                  </a:cubicBezTo>
                  <a:cubicBezTo>
                    <a:pt x="54" y="26"/>
                    <a:pt x="59" y="26"/>
                    <a:pt x="65" y="25"/>
                  </a:cubicBezTo>
                  <a:cubicBezTo>
                    <a:pt x="89" y="25"/>
                    <a:pt x="112" y="22"/>
                    <a:pt x="137" y="20"/>
                  </a:cubicBezTo>
                  <a:cubicBezTo>
                    <a:pt x="138" y="20"/>
                    <a:pt x="139" y="19"/>
                    <a:pt x="140" y="19"/>
                  </a:cubicBezTo>
                  <a:cubicBezTo>
                    <a:pt x="142" y="18"/>
                    <a:pt x="142" y="18"/>
                    <a:pt x="142" y="17"/>
                  </a:cubicBezTo>
                  <a:cubicBezTo>
                    <a:pt x="143" y="16"/>
                    <a:pt x="143" y="15"/>
                    <a:pt x="143" y="14"/>
                  </a:cubicBezTo>
                  <a:cubicBezTo>
                    <a:pt x="143" y="13"/>
                    <a:pt x="143" y="12"/>
                    <a:pt x="142" y="11"/>
                  </a:cubicBezTo>
                  <a:cubicBezTo>
                    <a:pt x="142" y="10"/>
                    <a:pt x="141" y="9"/>
                    <a:pt x="140" y="9"/>
                  </a:cubicBezTo>
                  <a:cubicBezTo>
                    <a:pt x="139" y="8"/>
                    <a:pt x="138" y="8"/>
                    <a:pt x="137" y="8"/>
                  </a:cubicBezTo>
                  <a:cubicBezTo>
                    <a:pt x="113" y="6"/>
                    <a:pt x="90" y="1"/>
                    <a:pt x="66" y="1"/>
                  </a:cubicBezTo>
                  <a:cubicBezTo>
                    <a:pt x="60" y="0"/>
                    <a:pt x="54" y="0"/>
                    <a:pt x="47" y="0"/>
                  </a:cubicBezTo>
                  <a:cubicBezTo>
                    <a:pt x="32" y="0"/>
                    <a:pt x="16" y="3"/>
                    <a:pt x="2"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5"/>
            <p:cNvSpPr/>
            <p:nvPr/>
          </p:nvSpPr>
          <p:spPr>
            <a:xfrm>
              <a:off x="16205" y="-886175"/>
              <a:ext cx="81000" cy="14400"/>
            </a:xfrm>
            <a:custGeom>
              <a:rect b="b" l="l" r="r" t="t"/>
              <a:pathLst>
                <a:path extrusionOk="0" h="40" w="225">
                  <a:moveTo>
                    <a:pt x="217" y="10"/>
                  </a:moveTo>
                  <a:cubicBezTo>
                    <a:pt x="184" y="5"/>
                    <a:pt x="151" y="3"/>
                    <a:pt x="118" y="3"/>
                  </a:cubicBezTo>
                  <a:cubicBezTo>
                    <a:pt x="112" y="3"/>
                    <a:pt x="106" y="3"/>
                    <a:pt x="99" y="3"/>
                  </a:cubicBezTo>
                  <a:cubicBezTo>
                    <a:pt x="66" y="2"/>
                    <a:pt x="33" y="1"/>
                    <a:pt x="0" y="0"/>
                  </a:cubicBezTo>
                  <a:cubicBezTo>
                    <a:pt x="0" y="13"/>
                    <a:pt x="0" y="26"/>
                    <a:pt x="0" y="39"/>
                  </a:cubicBezTo>
                  <a:cubicBezTo>
                    <a:pt x="2" y="39"/>
                    <a:pt x="4" y="39"/>
                    <a:pt x="7" y="39"/>
                  </a:cubicBezTo>
                  <a:cubicBezTo>
                    <a:pt x="77" y="39"/>
                    <a:pt x="148" y="34"/>
                    <a:pt x="218" y="24"/>
                  </a:cubicBezTo>
                  <a:cubicBezTo>
                    <a:pt x="224" y="23"/>
                    <a:pt x="224" y="12"/>
                    <a:pt x="21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5"/>
            <p:cNvSpPr/>
            <p:nvPr/>
          </p:nvSpPr>
          <p:spPr>
            <a:xfrm>
              <a:off x="3245" y="-885815"/>
              <a:ext cx="13320" cy="14400"/>
            </a:xfrm>
            <a:custGeom>
              <a:rect b="b" l="l" r="r" t="t"/>
              <a:pathLst>
                <a:path extrusionOk="0" h="40" w="37">
                  <a:moveTo>
                    <a:pt x="36" y="0"/>
                  </a:moveTo>
                  <a:lnTo>
                    <a:pt x="28" y="0"/>
                  </a:lnTo>
                  <a:cubicBezTo>
                    <a:pt x="3" y="0"/>
                    <a:pt x="0" y="39"/>
                    <a:pt x="25" y="39"/>
                  </a:cubicBezTo>
                  <a:lnTo>
                    <a:pt x="35" y="39"/>
                  </a:lnTo>
                  <a:cubicBezTo>
                    <a:pt x="36" y="26"/>
                    <a:pt x="36" y="13"/>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5"/>
            <p:cNvSpPr/>
            <p:nvPr/>
          </p:nvSpPr>
          <p:spPr>
            <a:xfrm>
              <a:off x="1221845" y="-1049975"/>
              <a:ext cx="21960" cy="28440"/>
            </a:xfrm>
            <a:custGeom>
              <a:rect b="b" l="l" r="r" t="t"/>
              <a:pathLst>
                <a:path extrusionOk="0" h="79" w="61">
                  <a:moveTo>
                    <a:pt x="45" y="72"/>
                  </a:moveTo>
                  <a:cubicBezTo>
                    <a:pt x="50" y="78"/>
                    <a:pt x="60" y="72"/>
                    <a:pt x="60" y="65"/>
                  </a:cubicBezTo>
                  <a:cubicBezTo>
                    <a:pt x="60" y="50"/>
                    <a:pt x="50" y="42"/>
                    <a:pt x="41" y="31"/>
                  </a:cubicBezTo>
                  <a:cubicBezTo>
                    <a:pt x="38" y="25"/>
                    <a:pt x="34" y="20"/>
                    <a:pt x="29" y="15"/>
                  </a:cubicBezTo>
                  <a:cubicBezTo>
                    <a:pt x="27" y="13"/>
                    <a:pt x="25" y="10"/>
                    <a:pt x="23" y="8"/>
                  </a:cubicBezTo>
                  <a:cubicBezTo>
                    <a:pt x="23" y="7"/>
                    <a:pt x="23" y="7"/>
                    <a:pt x="22" y="6"/>
                  </a:cubicBezTo>
                  <a:cubicBezTo>
                    <a:pt x="21" y="4"/>
                    <a:pt x="20" y="3"/>
                    <a:pt x="18" y="2"/>
                  </a:cubicBezTo>
                  <a:cubicBezTo>
                    <a:pt x="16" y="1"/>
                    <a:pt x="14" y="0"/>
                    <a:pt x="12" y="0"/>
                  </a:cubicBezTo>
                  <a:cubicBezTo>
                    <a:pt x="10" y="0"/>
                    <a:pt x="8" y="1"/>
                    <a:pt x="6" y="2"/>
                  </a:cubicBezTo>
                  <a:cubicBezTo>
                    <a:pt x="4" y="3"/>
                    <a:pt x="2" y="3"/>
                    <a:pt x="1" y="6"/>
                  </a:cubicBezTo>
                  <a:cubicBezTo>
                    <a:pt x="0" y="8"/>
                    <a:pt x="0" y="9"/>
                    <a:pt x="0" y="11"/>
                  </a:cubicBezTo>
                  <a:cubicBezTo>
                    <a:pt x="0" y="25"/>
                    <a:pt x="9" y="32"/>
                    <a:pt x="17" y="43"/>
                  </a:cubicBezTo>
                  <a:cubicBezTo>
                    <a:pt x="25" y="54"/>
                    <a:pt x="37" y="61"/>
                    <a:pt x="45"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5"/>
            <p:cNvSpPr/>
            <p:nvPr/>
          </p:nvSpPr>
          <p:spPr>
            <a:xfrm>
              <a:off x="1247405" y="-1012535"/>
              <a:ext cx="81720" cy="304200"/>
            </a:xfrm>
            <a:custGeom>
              <a:rect b="b" l="l" r="r" t="t"/>
              <a:pathLst>
                <a:path extrusionOk="0" h="845" w="227">
                  <a:moveTo>
                    <a:pt x="138" y="437"/>
                  </a:moveTo>
                  <a:cubicBezTo>
                    <a:pt x="155" y="501"/>
                    <a:pt x="165" y="566"/>
                    <a:pt x="169" y="632"/>
                  </a:cubicBezTo>
                  <a:cubicBezTo>
                    <a:pt x="173" y="698"/>
                    <a:pt x="167" y="773"/>
                    <a:pt x="181" y="838"/>
                  </a:cubicBezTo>
                  <a:cubicBezTo>
                    <a:pt x="181" y="839"/>
                    <a:pt x="182" y="839"/>
                    <a:pt x="182" y="840"/>
                  </a:cubicBezTo>
                  <a:cubicBezTo>
                    <a:pt x="183" y="841"/>
                    <a:pt x="183" y="842"/>
                    <a:pt x="184" y="843"/>
                  </a:cubicBezTo>
                  <a:cubicBezTo>
                    <a:pt x="185" y="843"/>
                    <a:pt x="187" y="844"/>
                    <a:pt x="188" y="844"/>
                  </a:cubicBezTo>
                  <a:cubicBezTo>
                    <a:pt x="189" y="844"/>
                    <a:pt x="191" y="843"/>
                    <a:pt x="192" y="843"/>
                  </a:cubicBezTo>
                  <a:cubicBezTo>
                    <a:pt x="194" y="842"/>
                    <a:pt x="194" y="841"/>
                    <a:pt x="194" y="840"/>
                  </a:cubicBezTo>
                  <a:cubicBezTo>
                    <a:pt x="195" y="839"/>
                    <a:pt x="195" y="839"/>
                    <a:pt x="195" y="838"/>
                  </a:cubicBezTo>
                  <a:cubicBezTo>
                    <a:pt x="226" y="700"/>
                    <a:pt x="180" y="555"/>
                    <a:pt x="162" y="419"/>
                  </a:cubicBezTo>
                  <a:cubicBezTo>
                    <a:pt x="142" y="281"/>
                    <a:pt x="96" y="149"/>
                    <a:pt x="26" y="29"/>
                  </a:cubicBezTo>
                  <a:cubicBezTo>
                    <a:pt x="22" y="21"/>
                    <a:pt x="17" y="13"/>
                    <a:pt x="13" y="6"/>
                  </a:cubicBezTo>
                  <a:cubicBezTo>
                    <a:pt x="9" y="0"/>
                    <a:pt x="0" y="4"/>
                    <a:pt x="2" y="10"/>
                  </a:cubicBezTo>
                  <a:cubicBezTo>
                    <a:pt x="34" y="91"/>
                    <a:pt x="81" y="167"/>
                    <a:pt x="101" y="252"/>
                  </a:cubicBezTo>
                  <a:cubicBezTo>
                    <a:pt x="115" y="313"/>
                    <a:pt x="121" y="377"/>
                    <a:pt x="138"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5"/>
            <p:cNvSpPr/>
            <p:nvPr/>
          </p:nvSpPr>
          <p:spPr>
            <a:xfrm>
              <a:off x="1294565" y="-718775"/>
              <a:ext cx="6840" cy="25200"/>
            </a:xfrm>
            <a:custGeom>
              <a:rect b="b" l="l" r="r" t="t"/>
              <a:pathLst>
                <a:path extrusionOk="0" h="70" w="19">
                  <a:moveTo>
                    <a:pt x="5" y="3"/>
                  </a:moveTo>
                  <a:cubicBezTo>
                    <a:pt x="2" y="14"/>
                    <a:pt x="0" y="25"/>
                    <a:pt x="0" y="37"/>
                  </a:cubicBezTo>
                  <a:cubicBezTo>
                    <a:pt x="0" y="45"/>
                    <a:pt x="1" y="54"/>
                    <a:pt x="3" y="62"/>
                  </a:cubicBezTo>
                  <a:cubicBezTo>
                    <a:pt x="3" y="69"/>
                    <a:pt x="14" y="68"/>
                    <a:pt x="15" y="62"/>
                  </a:cubicBezTo>
                  <a:cubicBezTo>
                    <a:pt x="17" y="53"/>
                    <a:pt x="18" y="45"/>
                    <a:pt x="18" y="36"/>
                  </a:cubicBezTo>
                  <a:cubicBezTo>
                    <a:pt x="18" y="25"/>
                    <a:pt x="16" y="15"/>
                    <a:pt x="13" y="4"/>
                  </a:cubicBezTo>
                  <a:cubicBezTo>
                    <a:pt x="13" y="3"/>
                    <a:pt x="14" y="3"/>
                    <a:pt x="13" y="2"/>
                  </a:cubicBezTo>
                  <a:cubicBezTo>
                    <a:pt x="12" y="1"/>
                    <a:pt x="12" y="2"/>
                    <a:pt x="11" y="1"/>
                  </a:cubicBezTo>
                  <a:cubicBezTo>
                    <a:pt x="10" y="0"/>
                    <a:pt x="10" y="0"/>
                    <a:pt x="9" y="0"/>
                  </a:cubicBezTo>
                  <a:cubicBezTo>
                    <a:pt x="8" y="0"/>
                    <a:pt x="8" y="0"/>
                    <a:pt x="7" y="1"/>
                  </a:cubicBezTo>
                  <a:cubicBezTo>
                    <a:pt x="6" y="2"/>
                    <a:pt x="6" y="1"/>
                    <a:pt x="5" y="2"/>
                  </a:cubicBezTo>
                  <a:cubicBezTo>
                    <a:pt x="4" y="3"/>
                    <a:pt x="5"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5"/>
            <p:cNvSpPr/>
            <p:nvPr/>
          </p:nvSpPr>
          <p:spPr>
            <a:xfrm>
              <a:off x="1187285" y="-1062935"/>
              <a:ext cx="114120" cy="306360"/>
            </a:xfrm>
            <a:custGeom>
              <a:rect b="b" l="l" r="r" t="t"/>
              <a:pathLst>
                <a:path extrusionOk="0" h="851" w="317">
                  <a:moveTo>
                    <a:pt x="290" y="620"/>
                  </a:moveTo>
                  <a:cubicBezTo>
                    <a:pt x="266" y="539"/>
                    <a:pt x="257" y="452"/>
                    <a:pt x="231" y="371"/>
                  </a:cubicBezTo>
                  <a:cubicBezTo>
                    <a:pt x="207" y="303"/>
                    <a:pt x="177" y="237"/>
                    <a:pt x="141" y="175"/>
                  </a:cubicBezTo>
                  <a:cubicBezTo>
                    <a:pt x="135" y="165"/>
                    <a:pt x="129" y="155"/>
                    <a:pt x="123" y="145"/>
                  </a:cubicBezTo>
                  <a:cubicBezTo>
                    <a:pt x="94" y="95"/>
                    <a:pt x="64" y="29"/>
                    <a:pt x="11" y="1"/>
                  </a:cubicBezTo>
                  <a:cubicBezTo>
                    <a:pt x="10" y="0"/>
                    <a:pt x="9" y="0"/>
                    <a:pt x="8" y="0"/>
                  </a:cubicBezTo>
                  <a:cubicBezTo>
                    <a:pt x="6" y="0"/>
                    <a:pt x="5" y="0"/>
                    <a:pt x="4" y="1"/>
                  </a:cubicBezTo>
                  <a:cubicBezTo>
                    <a:pt x="3" y="2"/>
                    <a:pt x="2" y="3"/>
                    <a:pt x="1" y="4"/>
                  </a:cubicBezTo>
                  <a:cubicBezTo>
                    <a:pt x="0" y="5"/>
                    <a:pt x="0" y="6"/>
                    <a:pt x="0" y="7"/>
                  </a:cubicBezTo>
                  <a:cubicBezTo>
                    <a:pt x="0" y="8"/>
                    <a:pt x="0" y="8"/>
                    <a:pt x="1" y="9"/>
                  </a:cubicBezTo>
                  <a:cubicBezTo>
                    <a:pt x="11" y="58"/>
                    <a:pt x="65" y="90"/>
                    <a:pt x="85" y="135"/>
                  </a:cubicBezTo>
                  <a:cubicBezTo>
                    <a:pt x="101" y="172"/>
                    <a:pt x="132" y="202"/>
                    <a:pt x="148" y="240"/>
                  </a:cubicBezTo>
                  <a:cubicBezTo>
                    <a:pt x="162" y="274"/>
                    <a:pt x="179" y="308"/>
                    <a:pt x="192" y="343"/>
                  </a:cubicBezTo>
                  <a:cubicBezTo>
                    <a:pt x="225" y="430"/>
                    <a:pt x="236" y="524"/>
                    <a:pt x="263" y="613"/>
                  </a:cubicBezTo>
                  <a:cubicBezTo>
                    <a:pt x="285" y="687"/>
                    <a:pt x="277" y="770"/>
                    <a:pt x="296" y="844"/>
                  </a:cubicBezTo>
                  <a:cubicBezTo>
                    <a:pt x="297" y="849"/>
                    <a:pt x="303" y="850"/>
                    <a:pt x="304" y="844"/>
                  </a:cubicBezTo>
                  <a:cubicBezTo>
                    <a:pt x="316" y="800"/>
                    <a:pt x="302" y="758"/>
                    <a:pt x="301" y="713"/>
                  </a:cubicBezTo>
                  <a:cubicBezTo>
                    <a:pt x="301" y="712"/>
                    <a:pt x="301" y="712"/>
                    <a:pt x="301" y="712"/>
                  </a:cubicBezTo>
                  <a:cubicBezTo>
                    <a:pt x="301" y="681"/>
                    <a:pt x="297" y="650"/>
                    <a:pt x="290" y="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5"/>
            <p:cNvSpPr/>
            <p:nvPr/>
          </p:nvSpPr>
          <p:spPr>
            <a:xfrm>
              <a:off x="1106645" y="-1119815"/>
              <a:ext cx="67680" cy="50760"/>
            </a:xfrm>
            <a:custGeom>
              <a:rect b="b" l="l" r="r" t="t"/>
              <a:pathLst>
                <a:path extrusionOk="0" h="141" w="188">
                  <a:moveTo>
                    <a:pt x="163" y="98"/>
                  </a:moveTo>
                  <a:cubicBezTo>
                    <a:pt x="146" y="87"/>
                    <a:pt x="132" y="73"/>
                    <a:pt x="115" y="61"/>
                  </a:cubicBezTo>
                  <a:cubicBezTo>
                    <a:pt x="100" y="48"/>
                    <a:pt x="83" y="37"/>
                    <a:pt x="66" y="27"/>
                  </a:cubicBezTo>
                  <a:cubicBezTo>
                    <a:pt x="48" y="17"/>
                    <a:pt x="30" y="8"/>
                    <a:pt x="10" y="0"/>
                  </a:cubicBezTo>
                  <a:cubicBezTo>
                    <a:pt x="10" y="0"/>
                    <a:pt x="9" y="0"/>
                    <a:pt x="8" y="0"/>
                  </a:cubicBezTo>
                  <a:cubicBezTo>
                    <a:pt x="7" y="0"/>
                    <a:pt x="5" y="0"/>
                    <a:pt x="4" y="1"/>
                  </a:cubicBezTo>
                  <a:cubicBezTo>
                    <a:pt x="3" y="2"/>
                    <a:pt x="2" y="3"/>
                    <a:pt x="1" y="4"/>
                  </a:cubicBezTo>
                  <a:cubicBezTo>
                    <a:pt x="0" y="5"/>
                    <a:pt x="0" y="6"/>
                    <a:pt x="0" y="8"/>
                  </a:cubicBezTo>
                  <a:cubicBezTo>
                    <a:pt x="0" y="9"/>
                    <a:pt x="1" y="10"/>
                    <a:pt x="1" y="11"/>
                  </a:cubicBezTo>
                  <a:cubicBezTo>
                    <a:pt x="2" y="12"/>
                    <a:pt x="2" y="12"/>
                    <a:pt x="2" y="12"/>
                  </a:cubicBezTo>
                  <a:cubicBezTo>
                    <a:pt x="10" y="23"/>
                    <a:pt x="21" y="32"/>
                    <a:pt x="32" y="39"/>
                  </a:cubicBezTo>
                  <a:cubicBezTo>
                    <a:pt x="36" y="41"/>
                    <a:pt x="40" y="43"/>
                    <a:pt x="44" y="45"/>
                  </a:cubicBezTo>
                  <a:cubicBezTo>
                    <a:pt x="47" y="46"/>
                    <a:pt x="50" y="48"/>
                    <a:pt x="53" y="49"/>
                  </a:cubicBezTo>
                  <a:cubicBezTo>
                    <a:pt x="67" y="57"/>
                    <a:pt x="80" y="67"/>
                    <a:pt x="93" y="78"/>
                  </a:cubicBezTo>
                  <a:cubicBezTo>
                    <a:pt x="119" y="97"/>
                    <a:pt x="146" y="133"/>
                    <a:pt x="178" y="140"/>
                  </a:cubicBezTo>
                  <a:cubicBezTo>
                    <a:pt x="179" y="140"/>
                    <a:pt x="179" y="140"/>
                    <a:pt x="180" y="140"/>
                  </a:cubicBezTo>
                  <a:cubicBezTo>
                    <a:pt x="181" y="140"/>
                    <a:pt x="182" y="140"/>
                    <a:pt x="183" y="139"/>
                  </a:cubicBezTo>
                  <a:cubicBezTo>
                    <a:pt x="184" y="138"/>
                    <a:pt x="185" y="138"/>
                    <a:pt x="186" y="136"/>
                  </a:cubicBezTo>
                  <a:cubicBezTo>
                    <a:pt x="187" y="134"/>
                    <a:pt x="187" y="134"/>
                    <a:pt x="187" y="133"/>
                  </a:cubicBezTo>
                  <a:cubicBezTo>
                    <a:pt x="187" y="132"/>
                    <a:pt x="187" y="132"/>
                    <a:pt x="187" y="131"/>
                  </a:cubicBezTo>
                  <a:cubicBezTo>
                    <a:pt x="186" y="126"/>
                    <a:pt x="184" y="121"/>
                    <a:pt x="181" y="116"/>
                  </a:cubicBezTo>
                  <a:cubicBezTo>
                    <a:pt x="177" y="109"/>
                    <a:pt x="171" y="103"/>
                    <a:pt x="164" y="98"/>
                  </a:cubicBezTo>
                  <a:lnTo>
                    <a:pt x="163" y="9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5"/>
            <p:cNvSpPr/>
            <p:nvPr/>
          </p:nvSpPr>
          <p:spPr>
            <a:xfrm>
              <a:off x="1257485" y="-717695"/>
              <a:ext cx="24480" cy="76680"/>
            </a:xfrm>
            <a:custGeom>
              <a:rect b="b" l="l" r="r" t="t"/>
              <a:pathLst>
                <a:path extrusionOk="0" h="213" w="68">
                  <a:moveTo>
                    <a:pt x="25" y="208"/>
                  </a:moveTo>
                  <a:cubicBezTo>
                    <a:pt x="39" y="173"/>
                    <a:pt x="48" y="137"/>
                    <a:pt x="51" y="100"/>
                  </a:cubicBezTo>
                  <a:cubicBezTo>
                    <a:pt x="53" y="68"/>
                    <a:pt x="67" y="33"/>
                    <a:pt x="53" y="3"/>
                  </a:cubicBezTo>
                  <a:lnTo>
                    <a:pt x="53" y="2"/>
                  </a:lnTo>
                  <a:cubicBezTo>
                    <a:pt x="53" y="2"/>
                    <a:pt x="52" y="1"/>
                    <a:pt x="51" y="0"/>
                  </a:cubicBezTo>
                  <a:cubicBezTo>
                    <a:pt x="50" y="0"/>
                    <a:pt x="49" y="0"/>
                    <a:pt x="48" y="0"/>
                  </a:cubicBezTo>
                  <a:cubicBezTo>
                    <a:pt x="48" y="0"/>
                    <a:pt x="47" y="0"/>
                    <a:pt x="46" y="0"/>
                  </a:cubicBezTo>
                  <a:cubicBezTo>
                    <a:pt x="45" y="1"/>
                    <a:pt x="44" y="2"/>
                    <a:pt x="44" y="2"/>
                  </a:cubicBezTo>
                  <a:cubicBezTo>
                    <a:pt x="44" y="3"/>
                    <a:pt x="44" y="3"/>
                    <a:pt x="44" y="3"/>
                  </a:cubicBezTo>
                  <a:cubicBezTo>
                    <a:pt x="27" y="38"/>
                    <a:pt x="28" y="81"/>
                    <a:pt x="22" y="119"/>
                  </a:cubicBezTo>
                  <a:cubicBezTo>
                    <a:pt x="17" y="149"/>
                    <a:pt x="0" y="179"/>
                    <a:pt x="13" y="208"/>
                  </a:cubicBezTo>
                  <a:lnTo>
                    <a:pt x="14" y="208"/>
                  </a:lnTo>
                  <a:cubicBezTo>
                    <a:pt x="14" y="209"/>
                    <a:pt x="15" y="211"/>
                    <a:pt x="16" y="211"/>
                  </a:cubicBezTo>
                  <a:cubicBezTo>
                    <a:pt x="17" y="212"/>
                    <a:pt x="18" y="212"/>
                    <a:pt x="19" y="212"/>
                  </a:cubicBezTo>
                  <a:cubicBezTo>
                    <a:pt x="20" y="212"/>
                    <a:pt x="21" y="212"/>
                    <a:pt x="22" y="211"/>
                  </a:cubicBezTo>
                  <a:cubicBezTo>
                    <a:pt x="23" y="211"/>
                    <a:pt x="24" y="209"/>
                    <a:pt x="25"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5"/>
            <p:cNvSpPr/>
            <p:nvPr/>
          </p:nvSpPr>
          <p:spPr>
            <a:xfrm>
              <a:off x="1270445" y="-762695"/>
              <a:ext cx="12600" cy="30240"/>
            </a:xfrm>
            <a:custGeom>
              <a:rect b="b" l="l" r="r" t="t"/>
              <a:pathLst>
                <a:path extrusionOk="0" h="84" w="35">
                  <a:moveTo>
                    <a:pt x="21" y="2"/>
                  </a:moveTo>
                  <a:cubicBezTo>
                    <a:pt x="21" y="1"/>
                    <a:pt x="21" y="1"/>
                    <a:pt x="20" y="0"/>
                  </a:cubicBezTo>
                  <a:cubicBezTo>
                    <a:pt x="19" y="0"/>
                    <a:pt x="18" y="0"/>
                    <a:pt x="17" y="0"/>
                  </a:cubicBezTo>
                  <a:cubicBezTo>
                    <a:pt x="16" y="0"/>
                    <a:pt x="16" y="0"/>
                    <a:pt x="15" y="0"/>
                  </a:cubicBezTo>
                  <a:cubicBezTo>
                    <a:pt x="14" y="1"/>
                    <a:pt x="14" y="1"/>
                    <a:pt x="13" y="2"/>
                  </a:cubicBezTo>
                  <a:cubicBezTo>
                    <a:pt x="0" y="23"/>
                    <a:pt x="8" y="56"/>
                    <a:pt x="11" y="78"/>
                  </a:cubicBezTo>
                  <a:cubicBezTo>
                    <a:pt x="11" y="79"/>
                    <a:pt x="12" y="79"/>
                    <a:pt x="12" y="79"/>
                  </a:cubicBezTo>
                  <a:cubicBezTo>
                    <a:pt x="12" y="80"/>
                    <a:pt x="13" y="82"/>
                    <a:pt x="14" y="82"/>
                  </a:cubicBezTo>
                  <a:cubicBezTo>
                    <a:pt x="15" y="83"/>
                    <a:pt x="16" y="82"/>
                    <a:pt x="17" y="82"/>
                  </a:cubicBezTo>
                  <a:cubicBezTo>
                    <a:pt x="18" y="82"/>
                    <a:pt x="19" y="83"/>
                    <a:pt x="20" y="82"/>
                  </a:cubicBezTo>
                  <a:cubicBezTo>
                    <a:pt x="21" y="82"/>
                    <a:pt x="21" y="80"/>
                    <a:pt x="22" y="79"/>
                  </a:cubicBezTo>
                  <a:lnTo>
                    <a:pt x="22" y="78"/>
                  </a:lnTo>
                  <a:cubicBezTo>
                    <a:pt x="26" y="56"/>
                    <a:pt x="34" y="23"/>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5"/>
            <p:cNvSpPr/>
            <p:nvPr/>
          </p:nvSpPr>
          <p:spPr>
            <a:xfrm>
              <a:off x="1220045" y="-968615"/>
              <a:ext cx="60840" cy="177480"/>
            </a:xfrm>
            <a:custGeom>
              <a:rect b="b" l="l" r="r" t="t"/>
              <a:pathLst>
                <a:path extrusionOk="0" h="493" w="169">
                  <a:moveTo>
                    <a:pt x="164" y="489"/>
                  </a:moveTo>
                  <a:cubicBezTo>
                    <a:pt x="168" y="393"/>
                    <a:pt x="141" y="298"/>
                    <a:pt x="112" y="207"/>
                  </a:cubicBezTo>
                  <a:cubicBezTo>
                    <a:pt x="97" y="158"/>
                    <a:pt x="73" y="115"/>
                    <a:pt x="53" y="69"/>
                  </a:cubicBezTo>
                  <a:cubicBezTo>
                    <a:pt x="43" y="44"/>
                    <a:pt x="34" y="16"/>
                    <a:pt x="11" y="1"/>
                  </a:cubicBezTo>
                  <a:cubicBezTo>
                    <a:pt x="10" y="1"/>
                    <a:pt x="9" y="0"/>
                    <a:pt x="8" y="0"/>
                  </a:cubicBezTo>
                  <a:cubicBezTo>
                    <a:pt x="7" y="0"/>
                    <a:pt x="5" y="0"/>
                    <a:pt x="4" y="1"/>
                  </a:cubicBezTo>
                  <a:cubicBezTo>
                    <a:pt x="3" y="2"/>
                    <a:pt x="3" y="2"/>
                    <a:pt x="2" y="3"/>
                  </a:cubicBezTo>
                  <a:cubicBezTo>
                    <a:pt x="1" y="4"/>
                    <a:pt x="1" y="5"/>
                    <a:pt x="1" y="6"/>
                  </a:cubicBezTo>
                  <a:cubicBezTo>
                    <a:pt x="0" y="42"/>
                    <a:pt x="34" y="78"/>
                    <a:pt x="47" y="112"/>
                  </a:cubicBezTo>
                  <a:cubicBezTo>
                    <a:pt x="63" y="153"/>
                    <a:pt x="82" y="190"/>
                    <a:pt x="96" y="234"/>
                  </a:cubicBezTo>
                  <a:cubicBezTo>
                    <a:pt x="124" y="317"/>
                    <a:pt x="135" y="405"/>
                    <a:pt x="159" y="489"/>
                  </a:cubicBezTo>
                  <a:cubicBezTo>
                    <a:pt x="159" y="490"/>
                    <a:pt x="159" y="490"/>
                    <a:pt x="159" y="490"/>
                  </a:cubicBezTo>
                  <a:cubicBezTo>
                    <a:pt x="160" y="491"/>
                    <a:pt x="160" y="491"/>
                    <a:pt x="160" y="491"/>
                  </a:cubicBezTo>
                  <a:cubicBezTo>
                    <a:pt x="161" y="492"/>
                    <a:pt x="161" y="492"/>
                    <a:pt x="162" y="492"/>
                  </a:cubicBezTo>
                  <a:lnTo>
                    <a:pt x="163" y="491"/>
                  </a:lnTo>
                  <a:cubicBezTo>
                    <a:pt x="163" y="491"/>
                    <a:pt x="164" y="491"/>
                    <a:pt x="164" y="490"/>
                  </a:cubicBezTo>
                  <a:lnTo>
                    <a:pt x="164" y="4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5"/>
            <p:cNvSpPr/>
            <p:nvPr/>
          </p:nvSpPr>
          <p:spPr>
            <a:xfrm>
              <a:off x="1185845" y="-1023695"/>
              <a:ext cx="34200" cy="41400"/>
            </a:xfrm>
            <a:custGeom>
              <a:rect b="b" l="l" r="r" t="t"/>
              <a:pathLst>
                <a:path extrusionOk="0" h="115" w="95">
                  <a:moveTo>
                    <a:pt x="1" y="13"/>
                  </a:moveTo>
                  <a:cubicBezTo>
                    <a:pt x="11" y="29"/>
                    <a:pt x="24" y="45"/>
                    <a:pt x="38" y="59"/>
                  </a:cubicBezTo>
                  <a:cubicBezTo>
                    <a:pt x="50" y="76"/>
                    <a:pt x="64" y="93"/>
                    <a:pt x="78" y="108"/>
                  </a:cubicBezTo>
                  <a:cubicBezTo>
                    <a:pt x="84" y="114"/>
                    <a:pt x="94" y="106"/>
                    <a:pt x="89" y="99"/>
                  </a:cubicBezTo>
                  <a:cubicBezTo>
                    <a:pt x="79" y="87"/>
                    <a:pt x="76" y="73"/>
                    <a:pt x="67" y="60"/>
                  </a:cubicBezTo>
                  <a:cubicBezTo>
                    <a:pt x="61" y="51"/>
                    <a:pt x="55" y="43"/>
                    <a:pt x="47" y="35"/>
                  </a:cubicBezTo>
                  <a:cubicBezTo>
                    <a:pt x="38" y="22"/>
                    <a:pt x="24" y="0"/>
                    <a:pt x="5" y="3"/>
                  </a:cubicBezTo>
                  <a:cubicBezTo>
                    <a:pt x="5" y="3"/>
                    <a:pt x="4" y="4"/>
                    <a:pt x="3" y="4"/>
                  </a:cubicBezTo>
                  <a:cubicBezTo>
                    <a:pt x="2" y="5"/>
                    <a:pt x="2" y="5"/>
                    <a:pt x="1" y="6"/>
                  </a:cubicBezTo>
                  <a:cubicBezTo>
                    <a:pt x="0" y="7"/>
                    <a:pt x="0" y="8"/>
                    <a:pt x="0" y="10"/>
                  </a:cubicBezTo>
                  <a:cubicBezTo>
                    <a:pt x="0" y="11"/>
                    <a:pt x="0" y="12"/>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5"/>
            <p:cNvSpPr/>
            <p:nvPr/>
          </p:nvSpPr>
          <p:spPr>
            <a:xfrm>
              <a:off x="1189805" y="-612935"/>
              <a:ext cx="42120" cy="57960"/>
            </a:xfrm>
            <a:custGeom>
              <a:rect b="b" l="l" r="r" t="t"/>
              <a:pathLst>
                <a:path extrusionOk="0" h="161" w="117">
                  <a:moveTo>
                    <a:pt x="73" y="100"/>
                  </a:moveTo>
                  <a:cubicBezTo>
                    <a:pt x="74" y="97"/>
                    <a:pt x="76" y="94"/>
                    <a:pt x="77" y="92"/>
                  </a:cubicBezTo>
                  <a:cubicBezTo>
                    <a:pt x="84" y="80"/>
                    <a:pt x="89" y="69"/>
                    <a:pt x="94" y="56"/>
                  </a:cubicBezTo>
                  <a:cubicBezTo>
                    <a:pt x="95" y="55"/>
                    <a:pt x="95" y="54"/>
                    <a:pt x="96" y="53"/>
                  </a:cubicBezTo>
                  <a:cubicBezTo>
                    <a:pt x="105" y="38"/>
                    <a:pt x="111" y="23"/>
                    <a:pt x="116" y="7"/>
                  </a:cubicBezTo>
                  <a:lnTo>
                    <a:pt x="116" y="6"/>
                  </a:lnTo>
                  <a:cubicBezTo>
                    <a:pt x="116" y="5"/>
                    <a:pt x="116" y="4"/>
                    <a:pt x="115" y="3"/>
                  </a:cubicBezTo>
                  <a:cubicBezTo>
                    <a:pt x="114" y="2"/>
                    <a:pt x="114" y="2"/>
                    <a:pt x="113" y="1"/>
                  </a:cubicBezTo>
                  <a:cubicBezTo>
                    <a:pt x="112" y="0"/>
                    <a:pt x="110" y="0"/>
                    <a:pt x="109" y="0"/>
                  </a:cubicBezTo>
                  <a:cubicBezTo>
                    <a:pt x="109" y="0"/>
                    <a:pt x="108" y="0"/>
                    <a:pt x="107" y="0"/>
                  </a:cubicBezTo>
                  <a:cubicBezTo>
                    <a:pt x="79" y="11"/>
                    <a:pt x="76" y="53"/>
                    <a:pt x="64" y="77"/>
                  </a:cubicBezTo>
                  <a:cubicBezTo>
                    <a:pt x="64" y="78"/>
                    <a:pt x="64" y="78"/>
                    <a:pt x="63" y="79"/>
                  </a:cubicBezTo>
                  <a:cubicBezTo>
                    <a:pt x="59" y="86"/>
                    <a:pt x="54" y="93"/>
                    <a:pt x="48" y="99"/>
                  </a:cubicBezTo>
                  <a:cubicBezTo>
                    <a:pt x="44" y="103"/>
                    <a:pt x="45" y="108"/>
                    <a:pt x="41" y="113"/>
                  </a:cubicBezTo>
                  <a:cubicBezTo>
                    <a:pt x="31" y="128"/>
                    <a:pt x="17" y="140"/>
                    <a:pt x="2" y="149"/>
                  </a:cubicBezTo>
                  <a:cubicBezTo>
                    <a:pt x="1" y="150"/>
                    <a:pt x="1" y="150"/>
                    <a:pt x="0" y="151"/>
                  </a:cubicBezTo>
                  <a:cubicBezTo>
                    <a:pt x="0" y="152"/>
                    <a:pt x="0" y="153"/>
                    <a:pt x="0" y="154"/>
                  </a:cubicBezTo>
                  <a:cubicBezTo>
                    <a:pt x="0" y="155"/>
                    <a:pt x="0" y="156"/>
                    <a:pt x="0" y="157"/>
                  </a:cubicBezTo>
                  <a:cubicBezTo>
                    <a:pt x="1" y="158"/>
                    <a:pt x="2" y="158"/>
                    <a:pt x="2" y="159"/>
                  </a:cubicBezTo>
                  <a:cubicBezTo>
                    <a:pt x="3" y="160"/>
                    <a:pt x="4" y="159"/>
                    <a:pt x="5" y="159"/>
                  </a:cubicBezTo>
                  <a:cubicBezTo>
                    <a:pt x="6" y="159"/>
                    <a:pt x="6" y="159"/>
                    <a:pt x="6" y="159"/>
                  </a:cubicBezTo>
                  <a:cubicBezTo>
                    <a:pt x="11" y="157"/>
                    <a:pt x="15" y="155"/>
                    <a:pt x="19" y="153"/>
                  </a:cubicBezTo>
                  <a:cubicBezTo>
                    <a:pt x="41" y="140"/>
                    <a:pt x="60" y="122"/>
                    <a:pt x="73"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5"/>
            <p:cNvSpPr/>
            <p:nvPr/>
          </p:nvSpPr>
          <p:spPr>
            <a:xfrm>
              <a:off x="1234805" y="-697175"/>
              <a:ext cx="20880" cy="71280"/>
            </a:xfrm>
            <a:custGeom>
              <a:rect b="b" l="l" r="r" t="t"/>
              <a:pathLst>
                <a:path extrusionOk="0" h="198" w="58">
                  <a:moveTo>
                    <a:pt x="0" y="193"/>
                  </a:moveTo>
                  <a:cubicBezTo>
                    <a:pt x="1" y="193"/>
                    <a:pt x="1" y="194"/>
                    <a:pt x="1" y="194"/>
                  </a:cubicBezTo>
                  <a:cubicBezTo>
                    <a:pt x="1" y="195"/>
                    <a:pt x="2" y="195"/>
                    <a:pt x="3" y="196"/>
                  </a:cubicBezTo>
                  <a:cubicBezTo>
                    <a:pt x="4" y="197"/>
                    <a:pt x="5" y="197"/>
                    <a:pt x="6" y="197"/>
                  </a:cubicBezTo>
                  <a:cubicBezTo>
                    <a:pt x="7" y="197"/>
                    <a:pt x="8" y="197"/>
                    <a:pt x="9" y="196"/>
                  </a:cubicBezTo>
                  <a:cubicBezTo>
                    <a:pt x="10" y="195"/>
                    <a:pt x="10" y="195"/>
                    <a:pt x="11" y="194"/>
                  </a:cubicBezTo>
                  <a:cubicBezTo>
                    <a:pt x="22" y="169"/>
                    <a:pt x="30" y="142"/>
                    <a:pt x="35" y="115"/>
                  </a:cubicBezTo>
                  <a:cubicBezTo>
                    <a:pt x="41" y="94"/>
                    <a:pt x="45" y="73"/>
                    <a:pt x="48" y="51"/>
                  </a:cubicBezTo>
                  <a:cubicBezTo>
                    <a:pt x="50" y="32"/>
                    <a:pt x="57" y="22"/>
                    <a:pt x="50" y="5"/>
                  </a:cubicBezTo>
                  <a:cubicBezTo>
                    <a:pt x="50" y="4"/>
                    <a:pt x="49" y="4"/>
                    <a:pt x="49" y="3"/>
                  </a:cubicBezTo>
                  <a:cubicBezTo>
                    <a:pt x="49" y="2"/>
                    <a:pt x="49" y="2"/>
                    <a:pt x="47" y="1"/>
                  </a:cubicBezTo>
                  <a:cubicBezTo>
                    <a:pt x="45" y="0"/>
                    <a:pt x="44" y="0"/>
                    <a:pt x="43" y="0"/>
                  </a:cubicBezTo>
                  <a:cubicBezTo>
                    <a:pt x="42" y="0"/>
                    <a:pt x="41" y="0"/>
                    <a:pt x="39" y="1"/>
                  </a:cubicBezTo>
                  <a:cubicBezTo>
                    <a:pt x="37" y="2"/>
                    <a:pt x="38" y="2"/>
                    <a:pt x="37" y="3"/>
                  </a:cubicBezTo>
                  <a:cubicBezTo>
                    <a:pt x="35" y="5"/>
                    <a:pt x="34" y="8"/>
                    <a:pt x="32" y="10"/>
                  </a:cubicBezTo>
                  <a:cubicBezTo>
                    <a:pt x="26" y="19"/>
                    <a:pt x="24" y="29"/>
                    <a:pt x="23" y="39"/>
                  </a:cubicBezTo>
                  <a:cubicBezTo>
                    <a:pt x="20" y="64"/>
                    <a:pt x="14" y="87"/>
                    <a:pt x="10" y="111"/>
                  </a:cubicBezTo>
                  <a:cubicBezTo>
                    <a:pt x="3" y="133"/>
                    <a:pt x="0" y="156"/>
                    <a:pt x="0" y="179"/>
                  </a:cubicBezTo>
                  <a:cubicBezTo>
                    <a:pt x="0" y="183"/>
                    <a:pt x="0" y="188"/>
                    <a:pt x="0"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5"/>
            <p:cNvSpPr/>
            <p:nvPr/>
          </p:nvSpPr>
          <p:spPr>
            <a:xfrm>
              <a:off x="1249925" y="-741455"/>
              <a:ext cx="13320" cy="31320"/>
            </a:xfrm>
            <a:custGeom>
              <a:rect b="b" l="l" r="r" t="t"/>
              <a:pathLst>
                <a:path extrusionOk="0" h="87" w="37">
                  <a:moveTo>
                    <a:pt x="18" y="2"/>
                  </a:moveTo>
                  <a:lnTo>
                    <a:pt x="17" y="1"/>
                  </a:lnTo>
                  <a:cubicBezTo>
                    <a:pt x="16" y="1"/>
                    <a:pt x="15" y="0"/>
                    <a:pt x="14" y="0"/>
                  </a:cubicBezTo>
                  <a:cubicBezTo>
                    <a:pt x="13" y="0"/>
                    <a:pt x="12" y="1"/>
                    <a:pt x="11" y="1"/>
                  </a:cubicBezTo>
                  <a:cubicBezTo>
                    <a:pt x="10" y="1"/>
                    <a:pt x="10" y="2"/>
                    <a:pt x="10" y="2"/>
                  </a:cubicBezTo>
                  <a:cubicBezTo>
                    <a:pt x="9" y="3"/>
                    <a:pt x="8" y="4"/>
                    <a:pt x="8" y="5"/>
                  </a:cubicBezTo>
                  <a:cubicBezTo>
                    <a:pt x="4" y="12"/>
                    <a:pt x="2" y="20"/>
                    <a:pt x="2" y="28"/>
                  </a:cubicBezTo>
                  <a:cubicBezTo>
                    <a:pt x="2" y="30"/>
                    <a:pt x="2" y="32"/>
                    <a:pt x="2" y="34"/>
                  </a:cubicBezTo>
                  <a:cubicBezTo>
                    <a:pt x="1" y="43"/>
                    <a:pt x="0" y="52"/>
                    <a:pt x="0" y="61"/>
                  </a:cubicBezTo>
                  <a:cubicBezTo>
                    <a:pt x="0" y="66"/>
                    <a:pt x="1" y="72"/>
                    <a:pt x="1" y="77"/>
                  </a:cubicBezTo>
                  <a:cubicBezTo>
                    <a:pt x="2" y="86"/>
                    <a:pt x="16" y="85"/>
                    <a:pt x="18" y="77"/>
                  </a:cubicBezTo>
                  <a:cubicBezTo>
                    <a:pt x="23" y="55"/>
                    <a:pt x="36" y="21"/>
                    <a:pt x="1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5"/>
            <p:cNvSpPr/>
            <p:nvPr/>
          </p:nvSpPr>
          <p:spPr>
            <a:xfrm>
              <a:off x="1217885" y="-926495"/>
              <a:ext cx="47880" cy="169920"/>
            </a:xfrm>
            <a:custGeom>
              <a:rect b="b" l="l" r="r" t="t"/>
              <a:pathLst>
                <a:path extrusionOk="0" h="472" w="133">
                  <a:moveTo>
                    <a:pt x="78" y="198"/>
                  </a:moveTo>
                  <a:cubicBezTo>
                    <a:pt x="60" y="145"/>
                    <a:pt x="44" y="92"/>
                    <a:pt x="32" y="37"/>
                  </a:cubicBezTo>
                  <a:cubicBezTo>
                    <a:pt x="28" y="21"/>
                    <a:pt x="24" y="4"/>
                    <a:pt x="7" y="0"/>
                  </a:cubicBezTo>
                  <a:cubicBezTo>
                    <a:pt x="6" y="0"/>
                    <a:pt x="6" y="0"/>
                    <a:pt x="5" y="0"/>
                  </a:cubicBezTo>
                  <a:cubicBezTo>
                    <a:pt x="4" y="0"/>
                    <a:pt x="3" y="0"/>
                    <a:pt x="2" y="1"/>
                  </a:cubicBezTo>
                  <a:cubicBezTo>
                    <a:pt x="2" y="2"/>
                    <a:pt x="1" y="2"/>
                    <a:pt x="0" y="3"/>
                  </a:cubicBezTo>
                  <a:cubicBezTo>
                    <a:pt x="0" y="4"/>
                    <a:pt x="0" y="5"/>
                    <a:pt x="0" y="6"/>
                  </a:cubicBezTo>
                  <a:cubicBezTo>
                    <a:pt x="0" y="7"/>
                    <a:pt x="0" y="8"/>
                    <a:pt x="0" y="9"/>
                  </a:cubicBezTo>
                  <a:cubicBezTo>
                    <a:pt x="13" y="30"/>
                    <a:pt x="14" y="80"/>
                    <a:pt x="22" y="105"/>
                  </a:cubicBezTo>
                  <a:cubicBezTo>
                    <a:pt x="30" y="134"/>
                    <a:pt x="40" y="164"/>
                    <a:pt x="49" y="192"/>
                  </a:cubicBezTo>
                  <a:cubicBezTo>
                    <a:pt x="61" y="224"/>
                    <a:pt x="69" y="257"/>
                    <a:pt x="80" y="290"/>
                  </a:cubicBezTo>
                  <a:cubicBezTo>
                    <a:pt x="99" y="349"/>
                    <a:pt x="91" y="406"/>
                    <a:pt x="102" y="465"/>
                  </a:cubicBezTo>
                  <a:cubicBezTo>
                    <a:pt x="102" y="466"/>
                    <a:pt x="102" y="467"/>
                    <a:pt x="102" y="468"/>
                  </a:cubicBezTo>
                  <a:cubicBezTo>
                    <a:pt x="103" y="469"/>
                    <a:pt x="103" y="469"/>
                    <a:pt x="104" y="470"/>
                  </a:cubicBezTo>
                  <a:cubicBezTo>
                    <a:pt x="105" y="471"/>
                    <a:pt x="106" y="470"/>
                    <a:pt x="107" y="470"/>
                  </a:cubicBezTo>
                  <a:cubicBezTo>
                    <a:pt x="108" y="470"/>
                    <a:pt x="109" y="470"/>
                    <a:pt x="109" y="470"/>
                  </a:cubicBezTo>
                  <a:cubicBezTo>
                    <a:pt x="110" y="469"/>
                    <a:pt x="111" y="469"/>
                    <a:pt x="111" y="468"/>
                  </a:cubicBezTo>
                  <a:cubicBezTo>
                    <a:pt x="112" y="467"/>
                    <a:pt x="112" y="466"/>
                    <a:pt x="112" y="465"/>
                  </a:cubicBezTo>
                  <a:cubicBezTo>
                    <a:pt x="132" y="371"/>
                    <a:pt x="108" y="287"/>
                    <a:pt x="78"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5"/>
            <p:cNvSpPr/>
            <p:nvPr/>
          </p:nvSpPr>
          <p:spPr>
            <a:xfrm>
              <a:off x="1202405" y="-823895"/>
              <a:ext cx="38880" cy="210960"/>
            </a:xfrm>
            <a:custGeom>
              <a:rect b="b" l="l" r="r" t="t"/>
              <a:pathLst>
                <a:path extrusionOk="0" h="586" w="108">
                  <a:moveTo>
                    <a:pt x="31" y="455"/>
                  </a:moveTo>
                  <a:cubicBezTo>
                    <a:pt x="28" y="499"/>
                    <a:pt x="6" y="537"/>
                    <a:pt x="0" y="579"/>
                  </a:cubicBezTo>
                  <a:cubicBezTo>
                    <a:pt x="0" y="583"/>
                    <a:pt x="5" y="585"/>
                    <a:pt x="7" y="581"/>
                  </a:cubicBezTo>
                  <a:cubicBezTo>
                    <a:pt x="21" y="538"/>
                    <a:pt x="46" y="504"/>
                    <a:pt x="54" y="458"/>
                  </a:cubicBezTo>
                  <a:cubicBezTo>
                    <a:pt x="64" y="405"/>
                    <a:pt x="74" y="352"/>
                    <a:pt x="84" y="299"/>
                  </a:cubicBezTo>
                  <a:cubicBezTo>
                    <a:pt x="92" y="261"/>
                    <a:pt x="96" y="222"/>
                    <a:pt x="97" y="183"/>
                  </a:cubicBezTo>
                  <a:cubicBezTo>
                    <a:pt x="97" y="129"/>
                    <a:pt x="107" y="62"/>
                    <a:pt x="92" y="9"/>
                  </a:cubicBezTo>
                  <a:cubicBezTo>
                    <a:pt x="92" y="8"/>
                    <a:pt x="91" y="7"/>
                    <a:pt x="91" y="6"/>
                  </a:cubicBezTo>
                  <a:cubicBezTo>
                    <a:pt x="90" y="4"/>
                    <a:pt x="89" y="3"/>
                    <a:pt x="87" y="2"/>
                  </a:cubicBezTo>
                  <a:cubicBezTo>
                    <a:pt x="85" y="1"/>
                    <a:pt x="84" y="0"/>
                    <a:pt x="82" y="0"/>
                  </a:cubicBezTo>
                  <a:cubicBezTo>
                    <a:pt x="81" y="0"/>
                    <a:pt x="80" y="0"/>
                    <a:pt x="80" y="1"/>
                  </a:cubicBezTo>
                  <a:lnTo>
                    <a:pt x="76" y="2"/>
                  </a:lnTo>
                  <a:cubicBezTo>
                    <a:pt x="76" y="2"/>
                    <a:pt x="75" y="2"/>
                    <a:pt x="74" y="2"/>
                  </a:cubicBezTo>
                  <a:cubicBezTo>
                    <a:pt x="73" y="3"/>
                    <a:pt x="72" y="4"/>
                    <a:pt x="71" y="6"/>
                  </a:cubicBezTo>
                  <a:cubicBezTo>
                    <a:pt x="70" y="8"/>
                    <a:pt x="70" y="8"/>
                    <a:pt x="70" y="10"/>
                  </a:cubicBezTo>
                  <a:cubicBezTo>
                    <a:pt x="70" y="12"/>
                    <a:pt x="70" y="13"/>
                    <a:pt x="71" y="14"/>
                  </a:cubicBezTo>
                  <a:cubicBezTo>
                    <a:pt x="71" y="15"/>
                    <a:pt x="72" y="16"/>
                    <a:pt x="72" y="16"/>
                  </a:cubicBezTo>
                  <a:cubicBezTo>
                    <a:pt x="73" y="17"/>
                    <a:pt x="66" y="84"/>
                    <a:pt x="66" y="90"/>
                  </a:cubicBezTo>
                  <a:cubicBezTo>
                    <a:pt x="66" y="120"/>
                    <a:pt x="66" y="150"/>
                    <a:pt x="66" y="180"/>
                  </a:cubicBezTo>
                  <a:cubicBezTo>
                    <a:pt x="65" y="224"/>
                    <a:pt x="60" y="266"/>
                    <a:pt x="52" y="309"/>
                  </a:cubicBezTo>
                  <a:cubicBezTo>
                    <a:pt x="44" y="357"/>
                    <a:pt x="36" y="407"/>
                    <a:pt x="31" y="4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5"/>
            <p:cNvSpPr/>
            <p:nvPr/>
          </p:nvSpPr>
          <p:spPr>
            <a:xfrm>
              <a:off x="1201685" y="-766295"/>
              <a:ext cx="16200" cy="84240"/>
            </a:xfrm>
            <a:custGeom>
              <a:rect b="b" l="l" r="r" t="t"/>
              <a:pathLst>
                <a:path extrusionOk="0" h="234" w="45">
                  <a:moveTo>
                    <a:pt x="17" y="8"/>
                  </a:moveTo>
                  <a:cubicBezTo>
                    <a:pt x="7" y="32"/>
                    <a:pt x="10" y="57"/>
                    <a:pt x="7" y="82"/>
                  </a:cubicBezTo>
                  <a:cubicBezTo>
                    <a:pt x="3" y="97"/>
                    <a:pt x="2" y="113"/>
                    <a:pt x="2" y="128"/>
                  </a:cubicBezTo>
                  <a:cubicBezTo>
                    <a:pt x="2" y="131"/>
                    <a:pt x="2" y="134"/>
                    <a:pt x="2" y="137"/>
                  </a:cubicBezTo>
                  <a:cubicBezTo>
                    <a:pt x="5" y="166"/>
                    <a:pt x="0" y="194"/>
                    <a:pt x="3" y="223"/>
                  </a:cubicBezTo>
                  <a:cubicBezTo>
                    <a:pt x="3" y="231"/>
                    <a:pt x="16" y="233"/>
                    <a:pt x="17" y="225"/>
                  </a:cubicBezTo>
                  <a:cubicBezTo>
                    <a:pt x="22" y="188"/>
                    <a:pt x="23" y="148"/>
                    <a:pt x="30" y="112"/>
                  </a:cubicBezTo>
                  <a:cubicBezTo>
                    <a:pt x="36" y="76"/>
                    <a:pt x="44" y="41"/>
                    <a:pt x="30" y="7"/>
                  </a:cubicBezTo>
                  <a:cubicBezTo>
                    <a:pt x="27" y="0"/>
                    <a:pt x="19" y="3"/>
                    <a:pt x="1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5"/>
            <p:cNvSpPr/>
            <p:nvPr/>
          </p:nvSpPr>
          <p:spPr>
            <a:xfrm>
              <a:off x="1187645" y="-746135"/>
              <a:ext cx="13320" cy="40320"/>
            </a:xfrm>
            <a:custGeom>
              <a:rect b="b" l="l" r="r" t="t"/>
              <a:pathLst>
                <a:path extrusionOk="0" h="112" w="37">
                  <a:moveTo>
                    <a:pt x="24" y="100"/>
                  </a:moveTo>
                  <a:cubicBezTo>
                    <a:pt x="27" y="71"/>
                    <a:pt x="36" y="37"/>
                    <a:pt x="24" y="8"/>
                  </a:cubicBezTo>
                  <a:cubicBezTo>
                    <a:pt x="23" y="4"/>
                    <a:pt x="14" y="0"/>
                    <a:pt x="11" y="7"/>
                  </a:cubicBezTo>
                  <a:cubicBezTo>
                    <a:pt x="4" y="28"/>
                    <a:pt x="0" y="51"/>
                    <a:pt x="0" y="73"/>
                  </a:cubicBezTo>
                  <a:cubicBezTo>
                    <a:pt x="0" y="82"/>
                    <a:pt x="1" y="91"/>
                    <a:pt x="2" y="100"/>
                  </a:cubicBezTo>
                  <a:cubicBezTo>
                    <a:pt x="2" y="102"/>
                    <a:pt x="3" y="104"/>
                    <a:pt x="4" y="106"/>
                  </a:cubicBezTo>
                  <a:cubicBezTo>
                    <a:pt x="5" y="107"/>
                    <a:pt x="6" y="109"/>
                    <a:pt x="8" y="110"/>
                  </a:cubicBezTo>
                  <a:cubicBezTo>
                    <a:pt x="10" y="111"/>
                    <a:pt x="11" y="111"/>
                    <a:pt x="13" y="111"/>
                  </a:cubicBezTo>
                  <a:cubicBezTo>
                    <a:pt x="15" y="111"/>
                    <a:pt x="17" y="111"/>
                    <a:pt x="19" y="110"/>
                  </a:cubicBezTo>
                  <a:cubicBezTo>
                    <a:pt x="21" y="109"/>
                    <a:pt x="22" y="107"/>
                    <a:pt x="23" y="106"/>
                  </a:cubicBezTo>
                  <a:cubicBezTo>
                    <a:pt x="24" y="104"/>
                    <a:pt x="24" y="102"/>
                    <a:pt x="2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5"/>
            <p:cNvSpPr/>
            <p:nvPr/>
          </p:nvSpPr>
          <p:spPr>
            <a:xfrm>
              <a:off x="342005" y="-1025495"/>
              <a:ext cx="36360" cy="11520"/>
            </a:xfrm>
            <a:custGeom>
              <a:rect b="b" l="l" r="r" t="t"/>
              <a:pathLst>
                <a:path extrusionOk="0" h="32" w="101">
                  <a:moveTo>
                    <a:pt x="97" y="23"/>
                  </a:moveTo>
                  <a:lnTo>
                    <a:pt x="98" y="23"/>
                  </a:lnTo>
                  <a:cubicBezTo>
                    <a:pt x="98" y="23"/>
                    <a:pt x="98" y="22"/>
                    <a:pt x="99" y="21"/>
                  </a:cubicBezTo>
                  <a:cubicBezTo>
                    <a:pt x="100" y="20"/>
                    <a:pt x="100" y="20"/>
                    <a:pt x="100" y="19"/>
                  </a:cubicBezTo>
                  <a:cubicBezTo>
                    <a:pt x="100" y="18"/>
                    <a:pt x="100" y="17"/>
                    <a:pt x="99" y="16"/>
                  </a:cubicBezTo>
                  <a:lnTo>
                    <a:pt x="98" y="15"/>
                  </a:lnTo>
                  <a:cubicBezTo>
                    <a:pt x="97" y="14"/>
                    <a:pt x="97" y="14"/>
                    <a:pt x="97" y="14"/>
                  </a:cubicBezTo>
                  <a:cubicBezTo>
                    <a:pt x="81" y="8"/>
                    <a:pt x="63" y="4"/>
                    <a:pt x="46" y="2"/>
                  </a:cubicBezTo>
                  <a:cubicBezTo>
                    <a:pt x="40" y="1"/>
                    <a:pt x="34" y="0"/>
                    <a:pt x="29" y="0"/>
                  </a:cubicBezTo>
                  <a:cubicBezTo>
                    <a:pt x="20" y="0"/>
                    <a:pt x="12" y="1"/>
                    <a:pt x="4" y="4"/>
                  </a:cubicBezTo>
                  <a:cubicBezTo>
                    <a:pt x="4" y="5"/>
                    <a:pt x="4" y="5"/>
                    <a:pt x="4" y="5"/>
                  </a:cubicBezTo>
                  <a:cubicBezTo>
                    <a:pt x="3" y="5"/>
                    <a:pt x="2" y="6"/>
                    <a:pt x="1" y="7"/>
                  </a:cubicBezTo>
                  <a:cubicBezTo>
                    <a:pt x="0" y="8"/>
                    <a:pt x="0" y="8"/>
                    <a:pt x="0" y="10"/>
                  </a:cubicBezTo>
                  <a:cubicBezTo>
                    <a:pt x="0" y="11"/>
                    <a:pt x="0" y="13"/>
                    <a:pt x="1" y="14"/>
                  </a:cubicBezTo>
                  <a:cubicBezTo>
                    <a:pt x="2" y="15"/>
                    <a:pt x="3" y="16"/>
                    <a:pt x="4" y="16"/>
                  </a:cubicBezTo>
                  <a:cubicBezTo>
                    <a:pt x="20" y="23"/>
                    <a:pt x="37" y="28"/>
                    <a:pt x="54" y="29"/>
                  </a:cubicBezTo>
                  <a:cubicBezTo>
                    <a:pt x="59" y="30"/>
                    <a:pt x="63" y="31"/>
                    <a:pt x="68" y="31"/>
                  </a:cubicBezTo>
                  <a:cubicBezTo>
                    <a:pt x="78" y="31"/>
                    <a:pt x="88" y="28"/>
                    <a:pt x="9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5"/>
            <p:cNvSpPr/>
            <p:nvPr/>
          </p:nvSpPr>
          <p:spPr>
            <a:xfrm>
              <a:off x="270365" y="-1028375"/>
              <a:ext cx="24120" cy="9000"/>
            </a:xfrm>
            <a:custGeom>
              <a:rect b="b" l="l" r="r" t="t"/>
              <a:pathLst>
                <a:path extrusionOk="0" h="25" w="67">
                  <a:moveTo>
                    <a:pt x="55" y="6"/>
                  </a:moveTo>
                  <a:cubicBezTo>
                    <a:pt x="46" y="4"/>
                    <a:pt x="37" y="4"/>
                    <a:pt x="27" y="3"/>
                  </a:cubicBezTo>
                  <a:cubicBezTo>
                    <a:pt x="18" y="3"/>
                    <a:pt x="9" y="0"/>
                    <a:pt x="2" y="5"/>
                  </a:cubicBezTo>
                  <a:cubicBezTo>
                    <a:pt x="2" y="6"/>
                    <a:pt x="1" y="6"/>
                    <a:pt x="0" y="7"/>
                  </a:cubicBezTo>
                  <a:cubicBezTo>
                    <a:pt x="0" y="8"/>
                    <a:pt x="0" y="9"/>
                    <a:pt x="0" y="10"/>
                  </a:cubicBezTo>
                  <a:cubicBezTo>
                    <a:pt x="0" y="11"/>
                    <a:pt x="0" y="12"/>
                    <a:pt x="0" y="12"/>
                  </a:cubicBezTo>
                  <a:cubicBezTo>
                    <a:pt x="1" y="13"/>
                    <a:pt x="2" y="14"/>
                    <a:pt x="2" y="14"/>
                  </a:cubicBezTo>
                  <a:cubicBezTo>
                    <a:pt x="8" y="17"/>
                    <a:pt x="11" y="22"/>
                    <a:pt x="17" y="23"/>
                  </a:cubicBezTo>
                  <a:cubicBezTo>
                    <a:pt x="19" y="24"/>
                    <a:pt x="22" y="24"/>
                    <a:pt x="24" y="24"/>
                  </a:cubicBezTo>
                  <a:cubicBezTo>
                    <a:pt x="26" y="24"/>
                    <a:pt x="28" y="24"/>
                    <a:pt x="30" y="23"/>
                  </a:cubicBezTo>
                  <a:cubicBezTo>
                    <a:pt x="38" y="23"/>
                    <a:pt x="45" y="24"/>
                    <a:pt x="53" y="22"/>
                  </a:cubicBezTo>
                  <a:cubicBezTo>
                    <a:pt x="61" y="21"/>
                    <a:pt x="66" y="7"/>
                    <a:pt x="5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5"/>
            <p:cNvSpPr/>
            <p:nvPr/>
          </p:nvSpPr>
          <p:spPr>
            <a:xfrm>
              <a:off x="27365" y="-1044575"/>
              <a:ext cx="192600" cy="18720"/>
            </a:xfrm>
            <a:custGeom>
              <a:rect b="b" l="l" r="r" t="t"/>
              <a:pathLst>
                <a:path extrusionOk="0" h="52" w="535">
                  <a:moveTo>
                    <a:pt x="141" y="34"/>
                  </a:moveTo>
                  <a:cubicBezTo>
                    <a:pt x="177" y="36"/>
                    <a:pt x="210" y="41"/>
                    <a:pt x="246" y="39"/>
                  </a:cubicBezTo>
                  <a:cubicBezTo>
                    <a:pt x="340" y="34"/>
                    <a:pt x="433" y="51"/>
                    <a:pt x="528" y="48"/>
                  </a:cubicBezTo>
                  <a:cubicBezTo>
                    <a:pt x="529" y="48"/>
                    <a:pt x="530" y="48"/>
                    <a:pt x="531" y="47"/>
                  </a:cubicBezTo>
                  <a:cubicBezTo>
                    <a:pt x="532" y="46"/>
                    <a:pt x="532" y="46"/>
                    <a:pt x="533" y="45"/>
                  </a:cubicBezTo>
                  <a:cubicBezTo>
                    <a:pt x="534" y="44"/>
                    <a:pt x="534" y="43"/>
                    <a:pt x="534" y="42"/>
                  </a:cubicBezTo>
                  <a:cubicBezTo>
                    <a:pt x="534" y="41"/>
                    <a:pt x="534" y="40"/>
                    <a:pt x="533" y="39"/>
                  </a:cubicBezTo>
                  <a:cubicBezTo>
                    <a:pt x="532" y="38"/>
                    <a:pt x="532" y="38"/>
                    <a:pt x="531" y="37"/>
                  </a:cubicBezTo>
                  <a:cubicBezTo>
                    <a:pt x="530" y="36"/>
                    <a:pt x="529" y="36"/>
                    <a:pt x="528" y="36"/>
                  </a:cubicBezTo>
                  <a:cubicBezTo>
                    <a:pt x="434" y="32"/>
                    <a:pt x="341" y="23"/>
                    <a:pt x="248" y="18"/>
                  </a:cubicBezTo>
                  <a:cubicBezTo>
                    <a:pt x="199" y="15"/>
                    <a:pt x="153" y="5"/>
                    <a:pt x="104" y="3"/>
                  </a:cubicBezTo>
                  <a:cubicBezTo>
                    <a:pt x="74" y="3"/>
                    <a:pt x="45" y="2"/>
                    <a:pt x="16" y="0"/>
                  </a:cubicBezTo>
                  <a:cubicBezTo>
                    <a:pt x="13" y="3"/>
                    <a:pt x="12" y="5"/>
                    <a:pt x="10" y="8"/>
                  </a:cubicBezTo>
                  <a:cubicBezTo>
                    <a:pt x="6" y="16"/>
                    <a:pt x="2" y="24"/>
                    <a:pt x="0" y="32"/>
                  </a:cubicBezTo>
                  <a:cubicBezTo>
                    <a:pt x="47" y="37"/>
                    <a:pt x="93" y="32"/>
                    <a:pt x="14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5"/>
            <p:cNvSpPr/>
            <p:nvPr/>
          </p:nvSpPr>
          <p:spPr>
            <a:xfrm>
              <a:off x="18725" y="-1046015"/>
              <a:ext cx="14760" cy="12960"/>
            </a:xfrm>
            <a:custGeom>
              <a:rect b="b" l="l" r="r" t="t"/>
              <a:pathLst>
                <a:path extrusionOk="0" h="36" w="41">
                  <a:moveTo>
                    <a:pt x="23" y="2"/>
                  </a:moveTo>
                  <a:cubicBezTo>
                    <a:pt x="2" y="0"/>
                    <a:pt x="0" y="32"/>
                    <a:pt x="21" y="35"/>
                  </a:cubicBezTo>
                  <a:lnTo>
                    <a:pt x="24" y="35"/>
                  </a:lnTo>
                  <a:cubicBezTo>
                    <a:pt x="27" y="27"/>
                    <a:pt x="30" y="19"/>
                    <a:pt x="34" y="12"/>
                  </a:cubicBezTo>
                  <a:cubicBezTo>
                    <a:pt x="36" y="9"/>
                    <a:pt x="38" y="6"/>
                    <a:pt x="40" y="3"/>
                  </a:cubicBezTo>
                  <a:lnTo>
                    <a:pt x="2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5"/>
            <p:cNvSpPr/>
            <p:nvPr/>
          </p:nvSpPr>
          <p:spPr>
            <a:xfrm>
              <a:off x="25205" y="-1028375"/>
              <a:ext cx="97920" cy="17280"/>
            </a:xfrm>
            <a:custGeom>
              <a:rect b="b" l="l" r="r" t="t"/>
              <a:pathLst>
                <a:path extrusionOk="0" h="48" w="272">
                  <a:moveTo>
                    <a:pt x="13" y="36"/>
                  </a:moveTo>
                  <a:cubicBezTo>
                    <a:pt x="47" y="19"/>
                    <a:pt x="121" y="33"/>
                    <a:pt x="155" y="36"/>
                  </a:cubicBezTo>
                  <a:cubicBezTo>
                    <a:pt x="191" y="42"/>
                    <a:pt x="228" y="46"/>
                    <a:pt x="265" y="47"/>
                  </a:cubicBezTo>
                  <a:cubicBezTo>
                    <a:pt x="266" y="46"/>
                    <a:pt x="266" y="46"/>
                    <a:pt x="267" y="46"/>
                  </a:cubicBezTo>
                  <a:cubicBezTo>
                    <a:pt x="268" y="45"/>
                    <a:pt x="269" y="44"/>
                    <a:pt x="270" y="43"/>
                  </a:cubicBezTo>
                  <a:cubicBezTo>
                    <a:pt x="271" y="42"/>
                    <a:pt x="271" y="40"/>
                    <a:pt x="271" y="39"/>
                  </a:cubicBezTo>
                  <a:cubicBezTo>
                    <a:pt x="271" y="37"/>
                    <a:pt x="271" y="37"/>
                    <a:pt x="270" y="36"/>
                  </a:cubicBezTo>
                  <a:cubicBezTo>
                    <a:pt x="269" y="35"/>
                    <a:pt x="268" y="34"/>
                    <a:pt x="267" y="33"/>
                  </a:cubicBezTo>
                  <a:cubicBezTo>
                    <a:pt x="266" y="33"/>
                    <a:pt x="266" y="32"/>
                    <a:pt x="265" y="32"/>
                  </a:cubicBezTo>
                  <a:cubicBezTo>
                    <a:pt x="208" y="30"/>
                    <a:pt x="151" y="21"/>
                    <a:pt x="96" y="7"/>
                  </a:cubicBezTo>
                  <a:cubicBezTo>
                    <a:pt x="80" y="2"/>
                    <a:pt x="63" y="0"/>
                    <a:pt x="46" y="0"/>
                  </a:cubicBezTo>
                  <a:cubicBezTo>
                    <a:pt x="32" y="0"/>
                    <a:pt x="17" y="1"/>
                    <a:pt x="3" y="5"/>
                  </a:cubicBezTo>
                  <a:cubicBezTo>
                    <a:pt x="2" y="15"/>
                    <a:pt x="1" y="26"/>
                    <a:pt x="0" y="37"/>
                  </a:cubicBezTo>
                  <a:cubicBezTo>
                    <a:pt x="2" y="38"/>
                    <a:pt x="4" y="38"/>
                    <a:pt x="6" y="38"/>
                  </a:cubicBezTo>
                  <a:cubicBezTo>
                    <a:pt x="9" y="38"/>
                    <a:pt x="11" y="37"/>
                    <a:pt x="13"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5"/>
            <p:cNvSpPr/>
            <p:nvPr/>
          </p:nvSpPr>
          <p:spPr>
            <a:xfrm>
              <a:off x="21245" y="-1026575"/>
              <a:ext cx="5400" cy="11880"/>
            </a:xfrm>
            <a:custGeom>
              <a:rect b="b" l="l" r="r" t="t"/>
              <a:pathLst>
                <a:path extrusionOk="0" h="33" w="15">
                  <a:moveTo>
                    <a:pt x="9" y="3"/>
                  </a:moveTo>
                  <a:cubicBezTo>
                    <a:pt x="8" y="3"/>
                    <a:pt x="8" y="3"/>
                    <a:pt x="8" y="3"/>
                  </a:cubicBezTo>
                  <a:cubicBezTo>
                    <a:pt x="6" y="4"/>
                    <a:pt x="4" y="6"/>
                    <a:pt x="2" y="9"/>
                  </a:cubicBezTo>
                  <a:cubicBezTo>
                    <a:pt x="0" y="12"/>
                    <a:pt x="0" y="14"/>
                    <a:pt x="0" y="17"/>
                  </a:cubicBezTo>
                  <a:cubicBezTo>
                    <a:pt x="0" y="20"/>
                    <a:pt x="0" y="22"/>
                    <a:pt x="2" y="25"/>
                  </a:cubicBezTo>
                  <a:cubicBezTo>
                    <a:pt x="4" y="28"/>
                    <a:pt x="6" y="29"/>
                    <a:pt x="8" y="31"/>
                  </a:cubicBezTo>
                  <a:cubicBezTo>
                    <a:pt x="9" y="32"/>
                    <a:pt x="10" y="32"/>
                    <a:pt x="11" y="32"/>
                  </a:cubicBezTo>
                  <a:cubicBezTo>
                    <a:pt x="11" y="21"/>
                    <a:pt x="13" y="11"/>
                    <a:pt x="14" y="0"/>
                  </a:cubicBezTo>
                  <a:cubicBezTo>
                    <a:pt x="12" y="1"/>
                    <a:pt x="10" y="2"/>
                    <a:pt x="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5"/>
            <p:cNvSpPr/>
            <p:nvPr/>
          </p:nvSpPr>
          <p:spPr>
            <a:xfrm>
              <a:off x="22685" y="-1004975"/>
              <a:ext cx="119160" cy="18000"/>
            </a:xfrm>
            <a:custGeom>
              <a:rect b="b" l="l" r="r" t="t"/>
              <a:pathLst>
                <a:path extrusionOk="0" h="50" w="331">
                  <a:moveTo>
                    <a:pt x="170" y="43"/>
                  </a:moveTo>
                  <a:cubicBezTo>
                    <a:pt x="200" y="47"/>
                    <a:pt x="229" y="49"/>
                    <a:pt x="259" y="49"/>
                  </a:cubicBezTo>
                  <a:cubicBezTo>
                    <a:pt x="282" y="49"/>
                    <a:pt x="305" y="48"/>
                    <a:pt x="327" y="46"/>
                  </a:cubicBezTo>
                  <a:cubicBezTo>
                    <a:pt x="328" y="46"/>
                    <a:pt x="328" y="46"/>
                    <a:pt x="329" y="45"/>
                  </a:cubicBezTo>
                  <a:cubicBezTo>
                    <a:pt x="329" y="45"/>
                    <a:pt x="330" y="45"/>
                    <a:pt x="330" y="44"/>
                  </a:cubicBezTo>
                  <a:lnTo>
                    <a:pt x="330" y="43"/>
                  </a:lnTo>
                  <a:cubicBezTo>
                    <a:pt x="330" y="42"/>
                    <a:pt x="330" y="42"/>
                    <a:pt x="330" y="42"/>
                  </a:cubicBezTo>
                  <a:cubicBezTo>
                    <a:pt x="330" y="41"/>
                    <a:pt x="330" y="41"/>
                    <a:pt x="329" y="40"/>
                  </a:cubicBezTo>
                  <a:cubicBezTo>
                    <a:pt x="328" y="39"/>
                    <a:pt x="328" y="40"/>
                    <a:pt x="327" y="40"/>
                  </a:cubicBezTo>
                  <a:cubicBezTo>
                    <a:pt x="218" y="31"/>
                    <a:pt x="113" y="2"/>
                    <a:pt x="4" y="0"/>
                  </a:cubicBezTo>
                  <a:cubicBezTo>
                    <a:pt x="3" y="11"/>
                    <a:pt x="2" y="23"/>
                    <a:pt x="0" y="35"/>
                  </a:cubicBezTo>
                  <a:cubicBezTo>
                    <a:pt x="10" y="35"/>
                    <a:pt x="19" y="35"/>
                    <a:pt x="29" y="35"/>
                  </a:cubicBezTo>
                  <a:cubicBezTo>
                    <a:pt x="76" y="35"/>
                    <a:pt x="123" y="38"/>
                    <a:pt x="17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5"/>
            <p:cNvSpPr/>
            <p:nvPr/>
          </p:nvSpPr>
          <p:spPr>
            <a:xfrm>
              <a:off x="13325" y="-1002455"/>
              <a:ext cx="1080" cy="7560"/>
            </a:xfrm>
            <a:custGeom>
              <a:rect b="b" l="l" r="r" t="t"/>
              <a:pathLst>
                <a:path extrusionOk="0" h="21" w="3">
                  <a:moveTo>
                    <a:pt x="2" y="0"/>
                  </a:moveTo>
                  <a:cubicBezTo>
                    <a:pt x="1" y="3"/>
                    <a:pt x="0" y="6"/>
                    <a:pt x="0" y="10"/>
                  </a:cubicBezTo>
                  <a:cubicBezTo>
                    <a:pt x="0" y="13"/>
                    <a:pt x="1" y="17"/>
                    <a:pt x="2" y="20"/>
                  </a:cubicBezTo>
                  <a:cubicBezTo>
                    <a:pt x="2" y="13"/>
                    <a:pt x="2" y="7"/>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5"/>
            <p:cNvSpPr/>
            <p:nvPr/>
          </p:nvSpPr>
          <p:spPr>
            <a:xfrm>
              <a:off x="14045" y="-1004975"/>
              <a:ext cx="10440" cy="12960"/>
            </a:xfrm>
            <a:custGeom>
              <a:rect b="b" l="l" r="r" t="t"/>
              <a:pathLst>
                <a:path extrusionOk="0" h="36" w="29">
                  <a:moveTo>
                    <a:pt x="14" y="35"/>
                  </a:moveTo>
                  <a:lnTo>
                    <a:pt x="24" y="35"/>
                  </a:lnTo>
                  <a:cubicBezTo>
                    <a:pt x="26" y="23"/>
                    <a:pt x="27" y="12"/>
                    <a:pt x="28" y="0"/>
                  </a:cubicBezTo>
                  <a:lnTo>
                    <a:pt x="15" y="0"/>
                  </a:lnTo>
                  <a:lnTo>
                    <a:pt x="14" y="0"/>
                  </a:lnTo>
                  <a:cubicBezTo>
                    <a:pt x="11" y="0"/>
                    <a:pt x="9" y="1"/>
                    <a:pt x="6" y="2"/>
                  </a:cubicBezTo>
                  <a:cubicBezTo>
                    <a:pt x="4" y="3"/>
                    <a:pt x="2" y="5"/>
                    <a:pt x="0" y="8"/>
                  </a:cubicBezTo>
                  <a:cubicBezTo>
                    <a:pt x="0" y="14"/>
                    <a:pt x="0" y="21"/>
                    <a:pt x="0" y="27"/>
                  </a:cubicBezTo>
                  <a:cubicBezTo>
                    <a:pt x="2" y="30"/>
                    <a:pt x="4" y="32"/>
                    <a:pt x="6" y="33"/>
                  </a:cubicBezTo>
                  <a:cubicBezTo>
                    <a:pt x="8" y="34"/>
                    <a:pt x="11" y="35"/>
                    <a:pt x="1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5"/>
            <p:cNvSpPr/>
            <p:nvPr/>
          </p:nvSpPr>
          <p:spPr>
            <a:xfrm>
              <a:off x="230045" y="-1066175"/>
              <a:ext cx="31320" cy="10800"/>
            </a:xfrm>
            <a:custGeom>
              <a:rect b="b" l="l" r="r" t="t"/>
              <a:pathLst>
                <a:path extrusionOk="0" h="30" w="87">
                  <a:moveTo>
                    <a:pt x="79" y="20"/>
                  </a:moveTo>
                  <a:cubicBezTo>
                    <a:pt x="86" y="19"/>
                    <a:pt x="85" y="9"/>
                    <a:pt x="79" y="8"/>
                  </a:cubicBezTo>
                  <a:cubicBezTo>
                    <a:pt x="65" y="5"/>
                    <a:pt x="52" y="4"/>
                    <a:pt x="38" y="2"/>
                  </a:cubicBezTo>
                  <a:cubicBezTo>
                    <a:pt x="33" y="1"/>
                    <a:pt x="28" y="0"/>
                    <a:pt x="23" y="0"/>
                  </a:cubicBezTo>
                  <a:cubicBezTo>
                    <a:pt x="17" y="0"/>
                    <a:pt x="10" y="1"/>
                    <a:pt x="3" y="4"/>
                  </a:cubicBezTo>
                  <a:cubicBezTo>
                    <a:pt x="2" y="4"/>
                    <a:pt x="2" y="5"/>
                    <a:pt x="1" y="6"/>
                  </a:cubicBezTo>
                  <a:cubicBezTo>
                    <a:pt x="0" y="7"/>
                    <a:pt x="0" y="7"/>
                    <a:pt x="0" y="9"/>
                  </a:cubicBezTo>
                  <a:cubicBezTo>
                    <a:pt x="0" y="10"/>
                    <a:pt x="0" y="12"/>
                    <a:pt x="1" y="13"/>
                  </a:cubicBezTo>
                  <a:lnTo>
                    <a:pt x="2" y="14"/>
                  </a:lnTo>
                  <a:cubicBezTo>
                    <a:pt x="25" y="29"/>
                    <a:pt x="54" y="24"/>
                    <a:pt x="7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5"/>
            <p:cNvSpPr/>
            <p:nvPr/>
          </p:nvSpPr>
          <p:spPr>
            <a:xfrm>
              <a:off x="164885" y="-1072295"/>
              <a:ext cx="36360" cy="12960"/>
            </a:xfrm>
            <a:custGeom>
              <a:rect b="b" l="l" r="r" t="t"/>
              <a:pathLst>
                <a:path extrusionOk="0" h="36" w="101">
                  <a:moveTo>
                    <a:pt x="92" y="11"/>
                  </a:moveTo>
                  <a:cubicBezTo>
                    <a:pt x="64" y="8"/>
                    <a:pt x="29" y="0"/>
                    <a:pt x="3" y="11"/>
                  </a:cubicBezTo>
                  <a:cubicBezTo>
                    <a:pt x="2" y="12"/>
                    <a:pt x="2" y="12"/>
                    <a:pt x="1" y="14"/>
                  </a:cubicBezTo>
                  <a:cubicBezTo>
                    <a:pt x="1" y="15"/>
                    <a:pt x="0" y="16"/>
                    <a:pt x="0" y="17"/>
                  </a:cubicBezTo>
                  <a:cubicBezTo>
                    <a:pt x="0" y="18"/>
                    <a:pt x="1" y="19"/>
                    <a:pt x="1" y="20"/>
                  </a:cubicBezTo>
                  <a:cubicBezTo>
                    <a:pt x="2" y="21"/>
                    <a:pt x="2" y="21"/>
                    <a:pt x="3" y="22"/>
                  </a:cubicBezTo>
                  <a:cubicBezTo>
                    <a:pt x="29" y="35"/>
                    <a:pt x="63" y="27"/>
                    <a:pt x="91" y="24"/>
                  </a:cubicBezTo>
                  <a:cubicBezTo>
                    <a:pt x="98" y="24"/>
                    <a:pt x="100" y="12"/>
                    <a:pt x="9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5"/>
            <p:cNvSpPr/>
            <p:nvPr/>
          </p:nvSpPr>
          <p:spPr>
            <a:xfrm>
              <a:off x="39245" y="-1075895"/>
              <a:ext cx="99360" cy="15480"/>
            </a:xfrm>
            <a:custGeom>
              <a:rect b="b" l="l" r="r" t="t"/>
              <a:pathLst>
                <a:path extrusionOk="0" h="43" w="276">
                  <a:moveTo>
                    <a:pt x="268" y="21"/>
                  </a:moveTo>
                  <a:cubicBezTo>
                    <a:pt x="273" y="21"/>
                    <a:pt x="275" y="11"/>
                    <a:pt x="268" y="10"/>
                  </a:cubicBezTo>
                  <a:cubicBezTo>
                    <a:pt x="222" y="4"/>
                    <a:pt x="175" y="0"/>
                    <a:pt x="129" y="0"/>
                  </a:cubicBezTo>
                  <a:cubicBezTo>
                    <a:pt x="93" y="0"/>
                    <a:pt x="58" y="2"/>
                    <a:pt x="22" y="6"/>
                  </a:cubicBezTo>
                  <a:cubicBezTo>
                    <a:pt x="21" y="10"/>
                    <a:pt x="19" y="13"/>
                    <a:pt x="17" y="17"/>
                  </a:cubicBezTo>
                  <a:cubicBezTo>
                    <a:pt x="12" y="25"/>
                    <a:pt x="7" y="32"/>
                    <a:pt x="1" y="40"/>
                  </a:cubicBezTo>
                  <a:lnTo>
                    <a:pt x="0" y="42"/>
                  </a:lnTo>
                  <a:cubicBezTo>
                    <a:pt x="0" y="42"/>
                    <a:pt x="1" y="42"/>
                    <a:pt x="2" y="42"/>
                  </a:cubicBezTo>
                  <a:cubicBezTo>
                    <a:pt x="3" y="42"/>
                    <a:pt x="4" y="42"/>
                    <a:pt x="4" y="42"/>
                  </a:cubicBezTo>
                  <a:cubicBezTo>
                    <a:pt x="92" y="33"/>
                    <a:pt x="180" y="32"/>
                    <a:pt x="26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5"/>
            <p:cNvSpPr/>
            <p:nvPr/>
          </p:nvSpPr>
          <p:spPr>
            <a:xfrm>
              <a:off x="34205" y="-1073735"/>
              <a:ext cx="13320" cy="13320"/>
            </a:xfrm>
            <a:custGeom>
              <a:rect b="b" l="l" r="r" t="t"/>
              <a:pathLst>
                <a:path extrusionOk="0" h="37" w="37">
                  <a:moveTo>
                    <a:pt x="36" y="0"/>
                  </a:moveTo>
                  <a:lnTo>
                    <a:pt x="16" y="2"/>
                  </a:lnTo>
                  <a:cubicBezTo>
                    <a:pt x="13" y="3"/>
                    <a:pt x="11" y="3"/>
                    <a:pt x="9" y="4"/>
                  </a:cubicBezTo>
                  <a:cubicBezTo>
                    <a:pt x="6" y="6"/>
                    <a:pt x="5" y="8"/>
                    <a:pt x="3" y="11"/>
                  </a:cubicBezTo>
                  <a:cubicBezTo>
                    <a:pt x="1" y="14"/>
                    <a:pt x="0" y="16"/>
                    <a:pt x="0" y="19"/>
                  </a:cubicBezTo>
                  <a:cubicBezTo>
                    <a:pt x="0" y="22"/>
                    <a:pt x="1" y="25"/>
                    <a:pt x="3" y="28"/>
                  </a:cubicBezTo>
                  <a:cubicBezTo>
                    <a:pt x="5" y="31"/>
                    <a:pt x="6" y="33"/>
                    <a:pt x="9" y="34"/>
                  </a:cubicBezTo>
                  <a:cubicBezTo>
                    <a:pt x="10" y="35"/>
                    <a:pt x="12" y="36"/>
                    <a:pt x="14" y="36"/>
                  </a:cubicBezTo>
                  <a:lnTo>
                    <a:pt x="15" y="34"/>
                  </a:lnTo>
                  <a:cubicBezTo>
                    <a:pt x="21" y="26"/>
                    <a:pt x="26" y="19"/>
                    <a:pt x="31" y="11"/>
                  </a:cubicBezTo>
                  <a:cubicBezTo>
                    <a:pt x="33" y="7"/>
                    <a:pt x="35" y="4"/>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5"/>
            <p:cNvSpPr/>
            <p:nvPr/>
          </p:nvSpPr>
          <p:spPr>
            <a:xfrm>
              <a:off x="51485" y="-1092815"/>
              <a:ext cx="45000" cy="11880"/>
            </a:xfrm>
            <a:custGeom>
              <a:rect b="b" l="l" r="r" t="t"/>
              <a:pathLst>
                <a:path extrusionOk="0" h="33" w="125">
                  <a:moveTo>
                    <a:pt x="118" y="8"/>
                  </a:moveTo>
                  <a:cubicBezTo>
                    <a:pt x="102" y="3"/>
                    <a:pt x="85" y="0"/>
                    <a:pt x="68" y="0"/>
                  </a:cubicBezTo>
                  <a:cubicBezTo>
                    <a:pt x="67" y="0"/>
                    <a:pt x="65" y="0"/>
                    <a:pt x="64" y="0"/>
                  </a:cubicBezTo>
                  <a:cubicBezTo>
                    <a:pt x="52" y="2"/>
                    <a:pt x="41" y="2"/>
                    <a:pt x="29" y="2"/>
                  </a:cubicBezTo>
                  <a:cubicBezTo>
                    <a:pt x="24" y="2"/>
                    <a:pt x="19" y="2"/>
                    <a:pt x="14" y="2"/>
                  </a:cubicBezTo>
                  <a:cubicBezTo>
                    <a:pt x="9" y="11"/>
                    <a:pt x="5" y="22"/>
                    <a:pt x="0" y="32"/>
                  </a:cubicBezTo>
                  <a:cubicBezTo>
                    <a:pt x="39" y="31"/>
                    <a:pt x="79" y="27"/>
                    <a:pt x="118" y="19"/>
                  </a:cubicBezTo>
                  <a:cubicBezTo>
                    <a:pt x="124" y="18"/>
                    <a:pt x="124" y="9"/>
                    <a:pt x="1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5"/>
            <p:cNvSpPr/>
            <p:nvPr/>
          </p:nvSpPr>
          <p:spPr>
            <a:xfrm>
              <a:off x="43925" y="-1092095"/>
              <a:ext cx="12960" cy="11160"/>
            </a:xfrm>
            <a:custGeom>
              <a:rect b="b" l="l" r="r" t="t"/>
              <a:pathLst>
                <a:path extrusionOk="0" h="31" w="36">
                  <a:moveTo>
                    <a:pt x="22" y="0"/>
                  </a:moveTo>
                  <a:cubicBezTo>
                    <a:pt x="2" y="0"/>
                    <a:pt x="0" y="29"/>
                    <a:pt x="20" y="30"/>
                  </a:cubicBezTo>
                  <a:cubicBezTo>
                    <a:pt x="25" y="19"/>
                    <a:pt x="30" y="10"/>
                    <a:pt x="35" y="0"/>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5"/>
            <p:cNvSpPr/>
            <p:nvPr/>
          </p:nvSpPr>
          <p:spPr>
            <a:xfrm>
              <a:off x="74525" y="-1155815"/>
              <a:ext cx="159840" cy="17640"/>
            </a:xfrm>
            <a:custGeom>
              <a:rect b="b" l="l" r="r" t="t"/>
              <a:pathLst>
                <a:path extrusionOk="0" h="49" w="444">
                  <a:moveTo>
                    <a:pt x="152" y="47"/>
                  </a:moveTo>
                  <a:cubicBezTo>
                    <a:pt x="246" y="46"/>
                    <a:pt x="341" y="47"/>
                    <a:pt x="436" y="40"/>
                  </a:cubicBezTo>
                  <a:cubicBezTo>
                    <a:pt x="443" y="40"/>
                    <a:pt x="443" y="28"/>
                    <a:pt x="436" y="28"/>
                  </a:cubicBezTo>
                  <a:cubicBezTo>
                    <a:pt x="352" y="21"/>
                    <a:pt x="269" y="20"/>
                    <a:pt x="185" y="18"/>
                  </a:cubicBezTo>
                  <a:cubicBezTo>
                    <a:pt x="128" y="17"/>
                    <a:pt x="58" y="18"/>
                    <a:pt x="3" y="0"/>
                  </a:cubicBezTo>
                  <a:cubicBezTo>
                    <a:pt x="3" y="6"/>
                    <a:pt x="3" y="11"/>
                    <a:pt x="3" y="16"/>
                  </a:cubicBezTo>
                  <a:cubicBezTo>
                    <a:pt x="3" y="17"/>
                    <a:pt x="3" y="17"/>
                    <a:pt x="3" y="18"/>
                  </a:cubicBezTo>
                  <a:cubicBezTo>
                    <a:pt x="3" y="23"/>
                    <a:pt x="2" y="28"/>
                    <a:pt x="0" y="33"/>
                  </a:cubicBezTo>
                  <a:cubicBezTo>
                    <a:pt x="42" y="43"/>
                    <a:pt x="85" y="48"/>
                    <a:pt x="128" y="48"/>
                  </a:cubicBezTo>
                  <a:cubicBezTo>
                    <a:pt x="136" y="48"/>
                    <a:pt x="144" y="48"/>
                    <a:pt x="152"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5"/>
            <p:cNvSpPr/>
            <p:nvPr/>
          </p:nvSpPr>
          <p:spPr>
            <a:xfrm>
              <a:off x="63365" y="-1156535"/>
              <a:ext cx="3960" cy="9000"/>
            </a:xfrm>
            <a:custGeom>
              <a:rect b="b" l="l" r="r" t="t"/>
              <a:pathLst>
                <a:path extrusionOk="0" h="25" w="11">
                  <a:moveTo>
                    <a:pt x="10" y="0"/>
                  </a:moveTo>
                  <a:cubicBezTo>
                    <a:pt x="9" y="0"/>
                    <a:pt x="9" y="1"/>
                    <a:pt x="8" y="1"/>
                  </a:cubicBezTo>
                  <a:cubicBezTo>
                    <a:pt x="6" y="2"/>
                    <a:pt x="4" y="4"/>
                    <a:pt x="2" y="7"/>
                  </a:cubicBezTo>
                  <a:cubicBezTo>
                    <a:pt x="0" y="10"/>
                    <a:pt x="0" y="11"/>
                    <a:pt x="0" y="14"/>
                  </a:cubicBezTo>
                  <a:cubicBezTo>
                    <a:pt x="0" y="16"/>
                    <a:pt x="1" y="20"/>
                    <a:pt x="2" y="22"/>
                  </a:cubicBezTo>
                  <a:cubicBezTo>
                    <a:pt x="3" y="23"/>
                    <a:pt x="4" y="24"/>
                    <a:pt x="4" y="24"/>
                  </a:cubicBezTo>
                  <a:cubicBezTo>
                    <a:pt x="7" y="17"/>
                    <a:pt x="9" y="9"/>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5"/>
            <p:cNvSpPr/>
            <p:nvPr/>
          </p:nvSpPr>
          <p:spPr>
            <a:xfrm>
              <a:off x="64805" y="-1157255"/>
              <a:ext cx="10800" cy="13680"/>
            </a:xfrm>
            <a:custGeom>
              <a:rect b="b" l="l" r="r" t="t"/>
              <a:pathLst>
                <a:path extrusionOk="0" h="38" w="30">
                  <a:moveTo>
                    <a:pt x="27" y="37"/>
                  </a:moveTo>
                  <a:cubicBezTo>
                    <a:pt x="28" y="32"/>
                    <a:pt x="29" y="27"/>
                    <a:pt x="29" y="22"/>
                  </a:cubicBezTo>
                  <a:cubicBezTo>
                    <a:pt x="29" y="21"/>
                    <a:pt x="29" y="21"/>
                    <a:pt x="29" y="20"/>
                  </a:cubicBezTo>
                  <a:cubicBezTo>
                    <a:pt x="29" y="15"/>
                    <a:pt x="29" y="10"/>
                    <a:pt x="29" y="4"/>
                  </a:cubicBezTo>
                  <a:lnTo>
                    <a:pt x="19" y="1"/>
                  </a:lnTo>
                  <a:cubicBezTo>
                    <a:pt x="17" y="0"/>
                    <a:pt x="14" y="0"/>
                    <a:pt x="12" y="0"/>
                  </a:cubicBezTo>
                  <a:cubicBezTo>
                    <a:pt x="9" y="0"/>
                    <a:pt x="7" y="0"/>
                    <a:pt x="5" y="1"/>
                  </a:cubicBezTo>
                  <a:cubicBezTo>
                    <a:pt x="5" y="10"/>
                    <a:pt x="3" y="18"/>
                    <a:pt x="0" y="25"/>
                  </a:cubicBezTo>
                  <a:cubicBezTo>
                    <a:pt x="1" y="26"/>
                    <a:pt x="2" y="27"/>
                    <a:pt x="3" y="28"/>
                  </a:cubicBezTo>
                  <a:cubicBezTo>
                    <a:pt x="3" y="28"/>
                    <a:pt x="4" y="28"/>
                    <a:pt x="5" y="29"/>
                  </a:cubicBezTo>
                  <a:cubicBezTo>
                    <a:pt x="12" y="32"/>
                    <a:pt x="19" y="34"/>
                    <a:pt x="2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5"/>
            <p:cNvSpPr/>
            <p:nvPr/>
          </p:nvSpPr>
          <p:spPr>
            <a:xfrm>
              <a:off x="266765" y="-1143935"/>
              <a:ext cx="24480" cy="8640"/>
            </a:xfrm>
            <a:custGeom>
              <a:rect b="b" l="l" r="r" t="t"/>
              <a:pathLst>
                <a:path extrusionOk="0" h="24" w="68">
                  <a:moveTo>
                    <a:pt x="62" y="23"/>
                  </a:moveTo>
                  <a:cubicBezTo>
                    <a:pt x="67" y="23"/>
                    <a:pt x="67" y="15"/>
                    <a:pt x="63" y="13"/>
                  </a:cubicBezTo>
                  <a:cubicBezTo>
                    <a:pt x="47" y="5"/>
                    <a:pt x="30" y="1"/>
                    <a:pt x="13" y="0"/>
                  </a:cubicBezTo>
                  <a:cubicBezTo>
                    <a:pt x="0" y="0"/>
                    <a:pt x="1" y="19"/>
                    <a:pt x="14" y="19"/>
                  </a:cubicBezTo>
                  <a:cubicBezTo>
                    <a:pt x="29" y="20"/>
                    <a:pt x="46" y="23"/>
                    <a:pt x="6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5"/>
            <p:cNvSpPr/>
            <p:nvPr/>
          </p:nvSpPr>
          <p:spPr>
            <a:xfrm>
              <a:off x="811085" y="-1166615"/>
              <a:ext cx="75600" cy="11880"/>
            </a:xfrm>
            <a:custGeom>
              <a:rect b="b" l="l" r="r" t="t"/>
              <a:pathLst>
                <a:path extrusionOk="0" h="33" w="210">
                  <a:moveTo>
                    <a:pt x="6" y="4"/>
                  </a:moveTo>
                  <a:cubicBezTo>
                    <a:pt x="0" y="4"/>
                    <a:pt x="1" y="12"/>
                    <a:pt x="6" y="13"/>
                  </a:cubicBezTo>
                  <a:cubicBezTo>
                    <a:pt x="71" y="23"/>
                    <a:pt x="138" y="24"/>
                    <a:pt x="202" y="32"/>
                  </a:cubicBezTo>
                  <a:cubicBezTo>
                    <a:pt x="203" y="32"/>
                    <a:pt x="203" y="32"/>
                    <a:pt x="203" y="32"/>
                  </a:cubicBezTo>
                  <a:cubicBezTo>
                    <a:pt x="204" y="32"/>
                    <a:pt x="205" y="32"/>
                    <a:pt x="206" y="31"/>
                  </a:cubicBezTo>
                  <a:cubicBezTo>
                    <a:pt x="207" y="30"/>
                    <a:pt x="208" y="29"/>
                    <a:pt x="208" y="29"/>
                  </a:cubicBezTo>
                  <a:cubicBezTo>
                    <a:pt x="209" y="28"/>
                    <a:pt x="209" y="27"/>
                    <a:pt x="209" y="26"/>
                  </a:cubicBezTo>
                  <a:cubicBezTo>
                    <a:pt x="209" y="25"/>
                    <a:pt x="209" y="24"/>
                    <a:pt x="208" y="23"/>
                  </a:cubicBezTo>
                  <a:cubicBezTo>
                    <a:pt x="197" y="5"/>
                    <a:pt x="174" y="3"/>
                    <a:pt x="155" y="3"/>
                  </a:cubicBezTo>
                  <a:cubicBezTo>
                    <a:pt x="131" y="1"/>
                    <a:pt x="108" y="0"/>
                    <a:pt x="84" y="0"/>
                  </a:cubicBezTo>
                  <a:cubicBezTo>
                    <a:pt x="58" y="0"/>
                    <a:pt x="32" y="1"/>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5"/>
            <p:cNvSpPr/>
            <p:nvPr/>
          </p:nvSpPr>
          <p:spPr>
            <a:xfrm>
              <a:off x="917645" y="-1152935"/>
              <a:ext cx="239400" cy="111240"/>
            </a:xfrm>
            <a:custGeom>
              <a:rect b="b" l="l" r="r" t="t"/>
              <a:pathLst>
                <a:path extrusionOk="0" h="309" w="665">
                  <a:moveTo>
                    <a:pt x="341" y="95"/>
                  </a:moveTo>
                  <a:cubicBezTo>
                    <a:pt x="284" y="68"/>
                    <a:pt x="224" y="48"/>
                    <a:pt x="162" y="34"/>
                  </a:cubicBezTo>
                  <a:cubicBezTo>
                    <a:pt x="135" y="28"/>
                    <a:pt x="106" y="25"/>
                    <a:pt x="80" y="17"/>
                  </a:cubicBezTo>
                  <a:cubicBezTo>
                    <a:pt x="55" y="13"/>
                    <a:pt x="30" y="8"/>
                    <a:pt x="6" y="0"/>
                  </a:cubicBezTo>
                  <a:cubicBezTo>
                    <a:pt x="5" y="0"/>
                    <a:pt x="4" y="0"/>
                    <a:pt x="4" y="0"/>
                  </a:cubicBezTo>
                  <a:cubicBezTo>
                    <a:pt x="3" y="0"/>
                    <a:pt x="3" y="0"/>
                    <a:pt x="2" y="1"/>
                  </a:cubicBezTo>
                  <a:cubicBezTo>
                    <a:pt x="2" y="2"/>
                    <a:pt x="1" y="1"/>
                    <a:pt x="0" y="2"/>
                  </a:cubicBezTo>
                  <a:cubicBezTo>
                    <a:pt x="0" y="3"/>
                    <a:pt x="0" y="3"/>
                    <a:pt x="0" y="4"/>
                  </a:cubicBezTo>
                  <a:cubicBezTo>
                    <a:pt x="0" y="5"/>
                    <a:pt x="0" y="5"/>
                    <a:pt x="0" y="6"/>
                  </a:cubicBezTo>
                  <a:cubicBezTo>
                    <a:pt x="1" y="7"/>
                    <a:pt x="1" y="7"/>
                    <a:pt x="2" y="7"/>
                  </a:cubicBezTo>
                  <a:lnTo>
                    <a:pt x="2" y="8"/>
                  </a:lnTo>
                  <a:cubicBezTo>
                    <a:pt x="45" y="34"/>
                    <a:pt x="108" y="41"/>
                    <a:pt x="157" y="54"/>
                  </a:cubicBezTo>
                  <a:cubicBezTo>
                    <a:pt x="223" y="73"/>
                    <a:pt x="288" y="98"/>
                    <a:pt x="350" y="128"/>
                  </a:cubicBezTo>
                  <a:cubicBezTo>
                    <a:pt x="413" y="158"/>
                    <a:pt x="471" y="199"/>
                    <a:pt x="533" y="232"/>
                  </a:cubicBezTo>
                  <a:cubicBezTo>
                    <a:pt x="572" y="253"/>
                    <a:pt x="600" y="298"/>
                    <a:pt x="646" y="307"/>
                  </a:cubicBezTo>
                  <a:cubicBezTo>
                    <a:pt x="655" y="308"/>
                    <a:pt x="664" y="296"/>
                    <a:pt x="655" y="289"/>
                  </a:cubicBezTo>
                  <a:cubicBezTo>
                    <a:pt x="609" y="254"/>
                    <a:pt x="567" y="221"/>
                    <a:pt x="518" y="191"/>
                  </a:cubicBezTo>
                  <a:cubicBezTo>
                    <a:pt x="460" y="155"/>
                    <a:pt x="402" y="125"/>
                    <a:pt x="34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5"/>
            <p:cNvSpPr/>
            <p:nvPr/>
          </p:nvSpPr>
          <p:spPr>
            <a:xfrm>
              <a:off x="1041125" y="-1084175"/>
              <a:ext cx="176040" cy="153000"/>
            </a:xfrm>
            <a:custGeom>
              <a:rect b="b" l="l" r="r" t="t"/>
              <a:pathLst>
                <a:path extrusionOk="0" h="425" w="489">
                  <a:moveTo>
                    <a:pt x="266" y="135"/>
                  </a:moveTo>
                  <a:cubicBezTo>
                    <a:pt x="246" y="120"/>
                    <a:pt x="224" y="106"/>
                    <a:pt x="202" y="93"/>
                  </a:cubicBezTo>
                  <a:cubicBezTo>
                    <a:pt x="188" y="85"/>
                    <a:pt x="174" y="77"/>
                    <a:pt x="160" y="70"/>
                  </a:cubicBezTo>
                  <a:cubicBezTo>
                    <a:pt x="132" y="57"/>
                    <a:pt x="106" y="40"/>
                    <a:pt x="78" y="27"/>
                  </a:cubicBezTo>
                  <a:cubicBezTo>
                    <a:pt x="57" y="16"/>
                    <a:pt x="32" y="14"/>
                    <a:pt x="11" y="3"/>
                  </a:cubicBezTo>
                  <a:cubicBezTo>
                    <a:pt x="6" y="0"/>
                    <a:pt x="0" y="8"/>
                    <a:pt x="5" y="12"/>
                  </a:cubicBezTo>
                  <a:cubicBezTo>
                    <a:pt x="15" y="17"/>
                    <a:pt x="24" y="23"/>
                    <a:pt x="34" y="29"/>
                  </a:cubicBezTo>
                  <a:cubicBezTo>
                    <a:pt x="60" y="44"/>
                    <a:pt x="86" y="58"/>
                    <a:pt x="113" y="71"/>
                  </a:cubicBezTo>
                  <a:cubicBezTo>
                    <a:pt x="123" y="76"/>
                    <a:pt x="134" y="82"/>
                    <a:pt x="144" y="88"/>
                  </a:cubicBezTo>
                  <a:cubicBezTo>
                    <a:pt x="185" y="112"/>
                    <a:pt x="225" y="138"/>
                    <a:pt x="263" y="167"/>
                  </a:cubicBezTo>
                  <a:cubicBezTo>
                    <a:pt x="330" y="223"/>
                    <a:pt x="387" y="290"/>
                    <a:pt x="430" y="365"/>
                  </a:cubicBezTo>
                  <a:cubicBezTo>
                    <a:pt x="439" y="380"/>
                    <a:pt x="447" y="395"/>
                    <a:pt x="454" y="410"/>
                  </a:cubicBezTo>
                  <a:cubicBezTo>
                    <a:pt x="462" y="424"/>
                    <a:pt x="488" y="419"/>
                    <a:pt x="483" y="401"/>
                  </a:cubicBezTo>
                  <a:cubicBezTo>
                    <a:pt x="478" y="388"/>
                    <a:pt x="472" y="375"/>
                    <a:pt x="465" y="362"/>
                  </a:cubicBezTo>
                  <a:cubicBezTo>
                    <a:pt x="459" y="351"/>
                    <a:pt x="452" y="341"/>
                    <a:pt x="444" y="331"/>
                  </a:cubicBezTo>
                  <a:cubicBezTo>
                    <a:pt x="443" y="328"/>
                    <a:pt x="441" y="325"/>
                    <a:pt x="439" y="323"/>
                  </a:cubicBezTo>
                  <a:cubicBezTo>
                    <a:pt x="429" y="305"/>
                    <a:pt x="418" y="288"/>
                    <a:pt x="405" y="272"/>
                  </a:cubicBezTo>
                  <a:cubicBezTo>
                    <a:pt x="365" y="221"/>
                    <a:pt x="318" y="175"/>
                    <a:pt x="26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5"/>
            <p:cNvSpPr/>
            <p:nvPr/>
          </p:nvSpPr>
          <p:spPr>
            <a:xfrm>
              <a:off x="47165" y="-450575"/>
              <a:ext cx="263520" cy="38520"/>
            </a:xfrm>
            <a:custGeom>
              <a:rect b="b" l="l" r="r" t="t"/>
              <a:pathLst>
                <a:path extrusionOk="0" h="107" w="732">
                  <a:moveTo>
                    <a:pt x="372" y="73"/>
                  </a:moveTo>
                  <a:cubicBezTo>
                    <a:pt x="443" y="84"/>
                    <a:pt x="516" y="86"/>
                    <a:pt x="586" y="98"/>
                  </a:cubicBezTo>
                  <a:cubicBezTo>
                    <a:pt x="633" y="106"/>
                    <a:pt x="682" y="98"/>
                    <a:pt x="728" y="102"/>
                  </a:cubicBezTo>
                  <a:cubicBezTo>
                    <a:pt x="729" y="102"/>
                    <a:pt x="729" y="101"/>
                    <a:pt x="729" y="101"/>
                  </a:cubicBezTo>
                  <a:cubicBezTo>
                    <a:pt x="730" y="101"/>
                    <a:pt x="730" y="101"/>
                    <a:pt x="730" y="100"/>
                  </a:cubicBezTo>
                  <a:cubicBezTo>
                    <a:pt x="730" y="100"/>
                    <a:pt x="731" y="100"/>
                    <a:pt x="731" y="99"/>
                  </a:cubicBezTo>
                  <a:cubicBezTo>
                    <a:pt x="731" y="99"/>
                    <a:pt x="730" y="99"/>
                    <a:pt x="730" y="98"/>
                  </a:cubicBezTo>
                  <a:lnTo>
                    <a:pt x="729" y="97"/>
                  </a:lnTo>
                  <a:lnTo>
                    <a:pt x="728" y="97"/>
                  </a:lnTo>
                  <a:cubicBezTo>
                    <a:pt x="606" y="70"/>
                    <a:pt x="478" y="61"/>
                    <a:pt x="355" y="44"/>
                  </a:cubicBezTo>
                  <a:cubicBezTo>
                    <a:pt x="309" y="38"/>
                    <a:pt x="264" y="26"/>
                    <a:pt x="219" y="19"/>
                  </a:cubicBezTo>
                  <a:cubicBezTo>
                    <a:pt x="193" y="14"/>
                    <a:pt x="166" y="18"/>
                    <a:pt x="140" y="13"/>
                  </a:cubicBezTo>
                  <a:cubicBezTo>
                    <a:pt x="95" y="6"/>
                    <a:pt x="49" y="2"/>
                    <a:pt x="3" y="0"/>
                  </a:cubicBezTo>
                  <a:cubicBezTo>
                    <a:pt x="2" y="0"/>
                    <a:pt x="2" y="0"/>
                    <a:pt x="1" y="0"/>
                  </a:cubicBezTo>
                  <a:lnTo>
                    <a:pt x="0" y="0"/>
                  </a:lnTo>
                  <a:lnTo>
                    <a:pt x="0" y="4"/>
                  </a:lnTo>
                  <a:cubicBezTo>
                    <a:pt x="2" y="14"/>
                    <a:pt x="5" y="23"/>
                    <a:pt x="8" y="33"/>
                  </a:cubicBezTo>
                  <a:cubicBezTo>
                    <a:pt x="57" y="40"/>
                    <a:pt x="106" y="42"/>
                    <a:pt x="155" y="45"/>
                  </a:cubicBezTo>
                  <a:cubicBezTo>
                    <a:pt x="228" y="51"/>
                    <a:pt x="300" y="60"/>
                    <a:pt x="372"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5"/>
            <p:cNvSpPr/>
            <p:nvPr/>
          </p:nvSpPr>
          <p:spPr>
            <a:xfrm>
              <a:off x="35645" y="-452375"/>
              <a:ext cx="14760" cy="13680"/>
            </a:xfrm>
            <a:custGeom>
              <a:rect b="b" l="l" r="r" t="t"/>
              <a:pathLst>
                <a:path extrusionOk="0" h="38" w="41">
                  <a:moveTo>
                    <a:pt x="31" y="3"/>
                  </a:moveTo>
                  <a:cubicBezTo>
                    <a:pt x="16" y="0"/>
                    <a:pt x="0" y="30"/>
                    <a:pt x="25" y="35"/>
                  </a:cubicBezTo>
                  <a:lnTo>
                    <a:pt x="40" y="37"/>
                  </a:lnTo>
                  <a:cubicBezTo>
                    <a:pt x="37" y="27"/>
                    <a:pt x="34" y="17"/>
                    <a:pt x="32" y="7"/>
                  </a:cubicBezTo>
                  <a:lnTo>
                    <a:pt x="3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5"/>
            <p:cNvSpPr/>
            <p:nvPr/>
          </p:nvSpPr>
          <p:spPr>
            <a:xfrm>
              <a:off x="54005" y="-427895"/>
              <a:ext cx="80640" cy="11880"/>
            </a:xfrm>
            <a:custGeom>
              <a:rect b="b" l="l" r="r" t="t"/>
              <a:pathLst>
                <a:path extrusionOk="0" h="33" w="224">
                  <a:moveTo>
                    <a:pt x="216" y="27"/>
                  </a:moveTo>
                  <a:cubicBezTo>
                    <a:pt x="222" y="27"/>
                    <a:pt x="223" y="17"/>
                    <a:pt x="216" y="16"/>
                  </a:cubicBezTo>
                  <a:cubicBezTo>
                    <a:pt x="171" y="13"/>
                    <a:pt x="125" y="12"/>
                    <a:pt x="79" y="7"/>
                  </a:cubicBezTo>
                  <a:cubicBezTo>
                    <a:pt x="53" y="3"/>
                    <a:pt x="28" y="0"/>
                    <a:pt x="2" y="0"/>
                  </a:cubicBezTo>
                  <a:cubicBezTo>
                    <a:pt x="1" y="0"/>
                    <a:pt x="1" y="0"/>
                    <a:pt x="0" y="0"/>
                  </a:cubicBezTo>
                  <a:cubicBezTo>
                    <a:pt x="4" y="9"/>
                    <a:pt x="7" y="17"/>
                    <a:pt x="11" y="25"/>
                  </a:cubicBezTo>
                  <a:cubicBezTo>
                    <a:pt x="43" y="29"/>
                    <a:pt x="75" y="32"/>
                    <a:pt x="108" y="32"/>
                  </a:cubicBezTo>
                  <a:cubicBezTo>
                    <a:pt x="145" y="31"/>
                    <a:pt x="180" y="29"/>
                    <a:pt x="216"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5"/>
            <p:cNvSpPr/>
            <p:nvPr/>
          </p:nvSpPr>
          <p:spPr>
            <a:xfrm>
              <a:off x="46445" y="-427895"/>
              <a:ext cx="12240" cy="9360"/>
            </a:xfrm>
            <a:custGeom>
              <a:rect b="b" l="l" r="r" t="t"/>
              <a:pathLst>
                <a:path extrusionOk="0" h="26" w="34">
                  <a:moveTo>
                    <a:pt x="13" y="1"/>
                  </a:moveTo>
                  <a:cubicBezTo>
                    <a:pt x="0" y="2"/>
                    <a:pt x="3" y="24"/>
                    <a:pt x="16" y="24"/>
                  </a:cubicBezTo>
                  <a:lnTo>
                    <a:pt x="33" y="25"/>
                  </a:lnTo>
                  <a:cubicBezTo>
                    <a:pt x="29" y="17"/>
                    <a:pt x="26" y="9"/>
                    <a:pt x="22" y="0"/>
                  </a:cubicBezTo>
                  <a:lnTo>
                    <a:pt x="1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5"/>
            <p:cNvSpPr/>
            <p:nvPr/>
          </p:nvSpPr>
          <p:spPr>
            <a:xfrm>
              <a:off x="62645" y="-409175"/>
              <a:ext cx="252720" cy="33480"/>
            </a:xfrm>
            <a:custGeom>
              <a:rect b="b" l="l" r="r" t="t"/>
              <a:pathLst>
                <a:path extrusionOk="0" h="93" w="702">
                  <a:moveTo>
                    <a:pt x="313" y="73"/>
                  </a:moveTo>
                  <a:cubicBezTo>
                    <a:pt x="374" y="73"/>
                    <a:pt x="436" y="88"/>
                    <a:pt x="496" y="87"/>
                  </a:cubicBezTo>
                  <a:cubicBezTo>
                    <a:pt x="563" y="87"/>
                    <a:pt x="629" y="92"/>
                    <a:pt x="697" y="92"/>
                  </a:cubicBezTo>
                  <a:cubicBezTo>
                    <a:pt x="700" y="92"/>
                    <a:pt x="701" y="86"/>
                    <a:pt x="697" y="86"/>
                  </a:cubicBezTo>
                  <a:cubicBezTo>
                    <a:pt x="569" y="83"/>
                    <a:pt x="442" y="65"/>
                    <a:pt x="315" y="52"/>
                  </a:cubicBezTo>
                  <a:cubicBezTo>
                    <a:pt x="258" y="49"/>
                    <a:pt x="202" y="42"/>
                    <a:pt x="145" y="32"/>
                  </a:cubicBezTo>
                  <a:cubicBezTo>
                    <a:pt x="118" y="26"/>
                    <a:pt x="82" y="9"/>
                    <a:pt x="53" y="8"/>
                  </a:cubicBezTo>
                  <a:cubicBezTo>
                    <a:pt x="35" y="7"/>
                    <a:pt x="18" y="5"/>
                    <a:pt x="0" y="0"/>
                  </a:cubicBezTo>
                  <a:lnTo>
                    <a:pt x="5" y="10"/>
                  </a:lnTo>
                  <a:cubicBezTo>
                    <a:pt x="6" y="13"/>
                    <a:pt x="8" y="16"/>
                    <a:pt x="9" y="18"/>
                  </a:cubicBezTo>
                  <a:cubicBezTo>
                    <a:pt x="15" y="27"/>
                    <a:pt x="22" y="35"/>
                    <a:pt x="30" y="42"/>
                  </a:cubicBezTo>
                  <a:cubicBezTo>
                    <a:pt x="59" y="44"/>
                    <a:pt x="89" y="48"/>
                    <a:pt x="117" y="54"/>
                  </a:cubicBezTo>
                  <a:cubicBezTo>
                    <a:pt x="178" y="67"/>
                    <a:pt x="240" y="73"/>
                    <a:pt x="303" y="73"/>
                  </a:cubicBezTo>
                  <a:cubicBezTo>
                    <a:pt x="306" y="73"/>
                    <a:pt x="310" y="73"/>
                    <a:pt x="313"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5"/>
            <p:cNvSpPr/>
            <p:nvPr/>
          </p:nvSpPr>
          <p:spPr>
            <a:xfrm>
              <a:off x="52205" y="-413135"/>
              <a:ext cx="21600" cy="19440"/>
            </a:xfrm>
            <a:custGeom>
              <a:rect b="b" l="l" r="r" t="t"/>
              <a:pathLst>
                <a:path extrusionOk="0" h="54" w="60">
                  <a:moveTo>
                    <a:pt x="35" y="21"/>
                  </a:moveTo>
                  <a:lnTo>
                    <a:pt x="30" y="11"/>
                  </a:lnTo>
                  <a:lnTo>
                    <a:pt x="29" y="11"/>
                  </a:lnTo>
                  <a:cubicBezTo>
                    <a:pt x="17" y="0"/>
                    <a:pt x="0" y="18"/>
                    <a:pt x="6" y="31"/>
                  </a:cubicBezTo>
                  <a:cubicBezTo>
                    <a:pt x="12" y="45"/>
                    <a:pt x="17" y="46"/>
                    <a:pt x="32" y="49"/>
                  </a:cubicBezTo>
                  <a:cubicBezTo>
                    <a:pt x="41" y="51"/>
                    <a:pt x="50" y="52"/>
                    <a:pt x="59" y="53"/>
                  </a:cubicBezTo>
                  <a:cubicBezTo>
                    <a:pt x="51" y="47"/>
                    <a:pt x="45" y="40"/>
                    <a:pt x="40" y="31"/>
                  </a:cubicBezTo>
                  <a:cubicBezTo>
                    <a:pt x="38" y="28"/>
                    <a:pt x="36" y="24"/>
                    <a:pt x="3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5"/>
            <p:cNvSpPr/>
            <p:nvPr/>
          </p:nvSpPr>
          <p:spPr>
            <a:xfrm>
              <a:off x="90005" y="-374615"/>
              <a:ext cx="19800" cy="8280"/>
            </a:xfrm>
            <a:custGeom>
              <a:rect b="b" l="l" r="r" t="t"/>
              <a:pathLst>
                <a:path extrusionOk="0" h="23" w="55">
                  <a:moveTo>
                    <a:pt x="1" y="1"/>
                  </a:moveTo>
                  <a:cubicBezTo>
                    <a:pt x="5" y="4"/>
                    <a:pt x="9" y="7"/>
                    <a:pt x="14" y="10"/>
                  </a:cubicBezTo>
                  <a:cubicBezTo>
                    <a:pt x="26" y="17"/>
                    <a:pt x="40" y="21"/>
                    <a:pt x="54" y="22"/>
                  </a:cubicBezTo>
                  <a:cubicBezTo>
                    <a:pt x="37" y="13"/>
                    <a:pt x="19" y="6"/>
                    <a:pt x="0"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5"/>
            <p:cNvSpPr/>
            <p:nvPr/>
          </p:nvSpPr>
          <p:spPr>
            <a:xfrm>
              <a:off x="102965" y="-384335"/>
              <a:ext cx="318960" cy="38160"/>
            </a:xfrm>
            <a:custGeom>
              <a:rect b="b" l="l" r="r" t="t"/>
              <a:pathLst>
                <a:path extrusionOk="0" h="106" w="886">
                  <a:moveTo>
                    <a:pt x="136" y="50"/>
                  </a:moveTo>
                  <a:cubicBezTo>
                    <a:pt x="182" y="57"/>
                    <a:pt x="229" y="53"/>
                    <a:pt x="275" y="59"/>
                  </a:cubicBezTo>
                  <a:cubicBezTo>
                    <a:pt x="313" y="63"/>
                    <a:pt x="350" y="72"/>
                    <a:pt x="388" y="76"/>
                  </a:cubicBezTo>
                  <a:cubicBezTo>
                    <a:pt x="551" y="94"/>
                    <a:pt x="720" y="105"/>
                    <a:pt x="882" y="87"/>
                  </a:cubicBezTo>
                  <a:cubicBezTo>
                    <a:pt x="883" y="87"/>
                    <a:pt x="883" y="86"/>
                    <a:pt x="883" y="86"/>
                  </a:cubicBezTo>
                  <a:cubicBezTo>
                    <a:pt x="884" y="86"/>
                    <a:pt x="883" y="86"/>
                    <a:pt x="884" y="85"/>
                  </a:cubicBezTo>
                  <a:cubicBezTo>
                    <a:pt x="885" y="85"/>
                    <a:pt x="885" y="84"/>
                    <a:pt x="885" y="84"/>
                  </a:cubicBezTo>
                  <a:cubicBezTo>
                    <a:pt x="885" y="83"/>
                    <a:pt x="885" y="82"/>
                    <a:pt x="884" y="82"/>
                  </a:cubicBezTo>
                  <a:cubicBezTo>
                    <a:pt x="884" y="82"/>
                    <a:pt x="884" y="81"/>
                    <a:pt x="883" y="81"/>
                  </a:cubicBezTo>
                  <a:lnTo>
                    <a:pt x="882" y="81"/>
                  </a:lnTo>
                  <a:cubicBezTo>
                    <a:pt x="787" y="81"/>
                    <a:pt x="690" y="84"/>
                    <a:pt x="596" y="68"/>
                  </a:cubicBezTo>
                  <a:cubicBezTo>
                    <a:pt x="519" y="56"/>
                    <a:pt x="441" y="62"/>
                    <a:pt x="364" y="44"/>
                  </a:cubicBezTo>
                  <a:cubicBezTo>
                    <a:pt x="329" y="35"/>
                    <a:pt x="292" y="30"/>
                    <a:pt x="256" y="28"/>
                  </a:cubicBezTo>
                  <a:cubicBezTo>
                    <a:pt x="213" y="27"/>
                    <a:pt x="169" y="15"/>
                    <a:pt x="127" y="14"/>
                  </a:cubicBezTo>
                  <a:cubicBezTo>
                    <a:pt x="91" y="14"/>
                    <a:pt x="41" y="0"/>
                    <a:pt x="0" y="3"/>
                  </a:cubicBezTo>
                  <a:cubicBezTo>
                    <a:pt x="26" y="16"/>
                    <a:pt x="49" y="34"/>
                    <a:pt x="76" y="46"/>
                  </a:cubicBezTo>
                  <a:lnTo>
                    <a:pt x="84" y="49"/>
                  </a:lnTo>
                  <a:cubicBezTo>
                    <a:pt x="90" y="49"/>
                    <a:pt x="96" y="49"/>
                    <a:pt x="102" y="49"/>
                  </a:cubicBezTo>
                  <a:cubicBezTo>
                    <a:pt x="114" y="49"/>
                    <a:pt x="125" y="49"/>
                    <a:pt x="1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5"/>
            <p:cNvSpPr/>
            <p:nvPr/>
          </p:nvSpPr>
          <p:spPr>
            <a:xfrm>
              <a:off x="88925" y="-382535"/>
              <a:ext cx="44280" cy="17280"/>
            </a:xfrm>
            <a:custGeom>
              <a:rect b="b" l="l" r="r" t="t"/>
              <a:pathLst>
                <a:path extrusionOk="0" h="48" w="123">
                  <a:moveTo>
                    <a:pt x="122" y="46"/>
                  </a:moveTo>
                  <a:lnTo>
                    <a:pt x="114" y="43"/>
                  </a:lnTo>
                  <a:cubicBezTo>
                    <a:pt x="88" y="31"/>
                    <a:pt x="64" y="13"/>
                    <a:pt x="38" y="0"/>
                  </a:cubicBezTo>
                  <a:cubicBezTo>
                    <a:pt x="27" y="0"/>
                    <a:pt x="16" y="3"/>
                    <a:pt x="6" y="7"/>
                  </a:cubicBezTo>
                  <a:lnTo>
                    <a:pt x="5" y="7"/>
                  </a:lnTo>
                  <a:cubicBezTo>
                    <a:pt x="4" y="8"/>
                    <a:pt x="3" y="9"/>
                    <a:pt x="2" y="11"/>
                  </a:cubicBezTo>
                  <a:cubicBezTo>
                    <a:pt x="1" y="13"/>
                    <a:pt x="0" y="14"/>
                    <a:pt x="0" y="16"/>
                  </a:cubicBezTo>
                  <a:cubicBezTo>
                    <a:pt x="0" y="17"/>
                    <a:pt x="1" y="19"/>
                    <a:pt x="2" y="20"/>
                  </a:cubicBezTo>
                  <a:cubicBezTo>
                    <a:pt x="2" y="21"/>
                    <a:pt x="3" y="22"/>
                    <a:pt x="3" y="22"/>
                  </a:cubicBezTo>
                  <a:cubicBezTo>
                    <a:pt x="22" y="28"/>
                    <a:pt x="40" y="36"/>
                    <a:pt x="57" y="44"/>
                  </a:cubicBezTo>
                  <a:cubicBezTo>
                    <a:pt x="72" y="46"/>
                    <a:pt x="87" y="47"/>
                    <a:pt x="102" y="47"/>
                  </a:cubicBezTo>
                  <a:cubicBezTo>
                    <a:pt x="109" y="47"/>
                    <a:pt x="115" y="47"/>
                    <a:pt x="122"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5"/>
            <p:cNvSpPr/>
            <p:nvPr/>
          </p:nvSpPr>
          <p:spPr>
            <a:xfrm>
              <a:off x="451445" y="-352295"/>
              <a:ext cx="43200" cy="9720"/>
            </a:xfrm>
            <a:custGeom>
              <a:rect b="b" l="l" r="r" t="t"/>
              <a:pathLst>
                <a:path extrusionOk="0" h="27" w="120">
                  <a:moveTo>
                    <a:pt x="116" y="8"/>
                  </a:moveTo>
                  <a:cubicBezTo>
                    <a:pt x="98" y="3"/>
                    <a:pt x="79" y="0"/>
                    <a:pt x="60" y="0"/>
                  </a:cubicBezTo>
                  <a:cubicBezTo>
                    <a:pt x="41" y="0"/>
                    <a:pt x="22" y="3"/>
                    <a:pt x="4" y="8"/>
                  </a:cubicBezTo>
                  <a:lnTo>
                    <a:pt x="3" y="9"/>
                  </a:lnTo>
                  <a:cubicBezTo>
                    <a:pt x="2" y="10"/>
                    <a:pt x="2" y="10"/>
                    <a:pt x="1" y="11"/>
                  </a:cubicBezTo>
                  <a:cubicBezTo>
                    <a:pt x="0" y="12"/>
                    <a:pt x="0" y="12"/>
                    <a:pt x="0" y="13"/>
                  </a:cubicBezTo>
                  <a:cubicBezTo>
                    <a:pt x="0" y="14"/>
                    <a:pt x="0" y="15"/>
                    <a:pt x="1" y="16"/>
                  </a:cubicBezTo>
                  <a:cubicBezTo>
                    <a:pt x="2" y="17"/>
                    <a:pt x="2" y="18"/>
                    <a:pt x="3" y="18"/>
                  </a:cubicBezTo>
                  <a:lnTo>
                    <a:pt x="4" y="19"/>
                  </a:lnTo>
                  <a:cubicBezTo>
                    <a:pt x="22" y="24"/>
                    <a:pt x="41" y="26"/>
                    <a:pt x="60" y="26"/>
                  </a:cubicBezTo>
                  <a:cubicBezTo>
                    <a:pt x="79" y="26"/>
                    <a:pt x="97" y="24"/>
                    <a:pt x="115" y="19"/>
                  </a:cubicBezTo>
                  <a:cubicBezTo>
                    <a:pt x="116" y="19"/>
                    <a:pt x="116" y="18"/>
                    <a:pt x="116" y="18"/>
                  </a:cubicBezTo>
                  <a:cubicBezTo>
                    <a:pt x="117" y="18"/>
                    <a:pt x="117" y="17"/>
                    <a:pt x="118" y="16"/>
                  </a:cubicBezTo>
                  <a:cubicBezTo>
                    <a:pt x="119" y="15"/>
                    <a:pt x="119" y="14"/>
                    <a:pt x="119" y="13"/>
                  </a:cubicBezTo>
                  <a:cubicBezTo>
                    <a:pt x="119" y="12"/>
                    <a:pt x="119" y="11"/>
                    <a:pt x="118" y="10"/>
                  </a:cubicBezTo>
                  <a:cubicBezTo>
                    <a:pt x="117" y="9"/>
                    <a:pt x="117" y="9"/>
                    <a:pt x="11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5"/>
            <p:cNvSpPr/>
            <p:nvPr/>
          </p:nvSpPr>
          <p:spPr>
            <a:xfrm>
              <a:off x="860765" y="-349775"/>
              <a:ext cx="51480" cy="7560"/>
            </a:xfrm>
            <a:custGeom>
              <a:rect b="b" l="l" r="r" t="t"/>
              <a:pathLst>
                <a:path extrusionOk="0" h="21" w="143">
                  <a:moveTo>
                    <a:pt x="32" y="14"/>
                  </a:moveTo>
                  <a:cubicBezTo>
                    <a:pt x="21" y="17"/>
                    <a:pt x="11" y="19"/>
                    <a:pt x="0" y="20"/>
                  </a:cubicBezTo>
                  <a:cubicBezTo>
                    <a:pt x="2" y="20"/>
                    <a:pt x="4" y="20"/>
                    <a:pt x="5" y="20"/>
                  </a:cubicBezTo>
                  <a:cubicBezTo>
                    <a:pt x="27" y="20"/>
                    <a:pt x="48" y="19"/>
                    <a:pt x="69" y="16"/>
                  </a:cubicBezTo>
                  <a:cubicBezTo>
                    <a:pt x="91" y="13"/>
                    <a:pt x="124" y="15"/>
                    <a:pt x="142" y="1"/>
                  </a:cubicBezTo>
                  <a:lnTo>
                    <a:pt x="142" y="0"/>
                  </a:lnTo>
                  <a:cubicBezTo>
                    <a:pt x="109" y="17"/>
                    <a:pt x="65" y="6"/>
                    <a:pt x="3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5"/>
            <p:cNvSpPr/>
            <p:nvPr/>
          </p:nvSpPr>
          <p:spPr>
            <a:xfrm>
              <a:off x="537485" y="-350855"/>
              <a:ext cx="307800" cy="15840"/>
            </a:xfrm>
            <a:custGeom>
              <a:rect b="b" l="l" r="r" t="t"/>
              <a:pathLst>
                <a:path extrusionOk="0" h="44" w="855">
                  <a:moveTo>
                    <a:pt x="531" y="21"/>
                  </a:moveTo>
                  <a:cubicBezTo>
                    <a:pt x="447" y="21"/>
                    <a:pt x="364" y="14"/>
                    <a:pt x="279" y="13"/>
                  </a:cubicBezTo>
                  <a:cubicBezTo>
                    <a:pt x="188" y="12"/>
                    <a:pt x="95" y="0"/>
                    <a:pt x="4" y="10"/>
                  </a:cubicBezTo>
                  <a:cubicBezTo>
                    <a:pt x="3" y="10"/>
                    <a:pt x="3" y="10"/>
                    <a:pt x="2" y="11"/>
                  </a:cubicBezTo>
                  <a:lnTo>
                    <a:pt x="1" y="12"/>
                  </a:lnTo>
                  <a:cubicBezTo>
                    <a:pt x="1" y="13"/>
                    <a:pt x="0" y="14"/>
                    <a:pt x="0" y="14"/>
                  </a:cubicBezTo>
                  <a:cubicBezTo>
                    <a:pt x="0" y="15"/>
                    <a:pt x="1" y="16"/>
                    <a:pt x="1" y="17"/>
                  </a:cubicBezTo>
                  <a:lnTo>
                    <a:pt x="2" y="18"/>
                  </a:lnTo>
                  <a:cubicBezTo>
                    <a:pt x="3" y="18"/>
                    <a:pt x="3" y="19"/>
                    <a:pt x="4" y="19"/>
                  </a:cubicBezTo>
                  <a:cubicBezTo>
                    <a:pt x="109" y="31"/>
                    <a:pt x="219" y="27"/>
                    <a:pt x="324" y="27"/>
                  </a:cubicBezTo>
                  <a:cubicBezTo>
                    <a:pt x="368" y="28"/>
                    <a:pt x="412" y="31"/>
                    <a:pt x="456" y="37"/>
                  </a:cubicBezTo>
                  <a:cubicBezTo>
                    <a:pt x="507" y="43"/>
                    <a:pt x="561" y="33"/>
                    <a:pt x="612" y="39"/>
                  </a:cubicBezTo>
                  <a:cubicBezTo>
                    <a:pt x="640" y="42"/>
                    <a:pt x="669" y="43"/>
                    <a:pt x="697" y="43"/>
                  </a:cubicBezTo>
                  <a:cubicBezTo>
                    <a:pt x="713" y="43"/>
                    <a:pt x="730" y="43"/>
                    <a:pt x="746" y="42"/>
                  </a:cubicBezTo>
                  <a:cubicBezTo>
                    <a:pt x="751" y="42"/>
                    <a:pt x="755" y="42"/>
                    <a:pt x="759" y="42"/>
                  </a:cubicBezTo>
                  <a:cubicBezTo>
                    <a:pt x="778" y="42"/>
                    <a:pt x="798" y="40"/>
                    <a:pt x="817" y="36"/>
                  </a:cubicBezTo>
                  <a:cubicBezTo>
                    <a:pt x="829" y="31"/>
                    <a:pt x="841" y="28"/>
                    <a:pt x="854" y="27"/>
                  </a:cubicBezTo>
                  <a:cubicBezTo>
                    <a:pt x="830" y="27"/>
                    <a:pt x="805" y="27"/>
                    <a:pt x="784" y="25"/>
                  </a:cubicBezTo>
                  <a:cubicBezTo>
                    <a:pt x="700" y="21"/>
                    <a:pt x="614" y="21"/>
                    <a:pt x="53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5"/>
            <p:cNvSpPr/>
            <p:nvPr/>
          </p:nvSpPr>
          <p:spPr>
            <a:xfrm>
              <a:off x="844925" y="-342575"/>
              <a:ext cx="16560" cy="1440"/>
            </a:xfrm>
            <a:custGeom>
              <a:rect b="b" l="l" r="r" t="t"/>
              <a:pathLst>
                <a:path extrusionOk="0" h="4" w="46">
                  <a:moveTo>
                    <a:pt x="45" y="0"/>
                  </a:moveTo>
                  <a:cubicBezTo>
                    <a:pt x="30" y="0"/>
                    <a:pt x="15" y="1"/>
                    <a:pt x="0" y="3"/>
                  </a:cubicBezTo>
                  <a:cubicBezTo>
                    <a:pt x="15" y="3"/>
                    <a:pt x="30" y="2"/>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5"/>
            <p:cNvSpPr/>
            <p:nvPr/>
          </p:nvSpPr>
          <p:spPr>
            <a:xfrm>
              <a:off x="257045" y="-342215"/>
              <a:ext cx="200160" cy="25200"/>
            </a:xfrm>
            <a:custGeom>
              <a:rect b="b" l="l" r="r" t="t"/>
              <a:pathLst>
                <a:path extrusionOk="0" h="70" w="556">
                  <a:moveTo>
                    <a:pt x="547" y="55"/>
                  </a:moveTo>
                  <a:cubicBezTo>
                    <a:pt x="548" y="54"/>
                    <a:pt x="549" y="54"/>
                    <a:pt x="550" y="54"/>
                  </a:cubicBezTo>
                  <a:cubicBezTo>
                    <a:pt x="552" y="53"/>
                    <a:pt x="553" y="51"/>
                    <a:pt x="554" y="50"/>
                  </a:cubicBezTo>
                  <a:cubicBezTo>
                    <a:pt x="555" y="49"/>
                    <a:pt x="555" y="47"/>
                    <a:pt x="555" y="45"/>
                  </a:cubicBezTo>
                  <a:cubicBezTo>
                    <a:pt x="555" y="44"/>
                    <a:pt x="554" y="43"/>
                    <a:pt x="554" y="41"/>
                  </a:cubicBezTo>
                  <a:cubicBezTo>
                    <a:pt x="553" y="39"/>
                    <a:pt x="552" y="38"/>
                    <a:pt x="550" y="37"/>
                  </a:cubicBezTo>
                  <a:cubicBezTo>
                    <a:pt x="549" y="37"/>
                    <a:pt x="548" y="36"/>
                    <a:pt x="547" y="36"/>
                  </a:cubicBezTo>
                  <a:cubicBezTo>
                    <a:pt x="500" y="29"/>
                    <a:pt x="452" y="25"/>
                    <a:pt x="403" y="24"/>
                  </a:cubicBezTo>
                  <a:cubicBezTo>
                    <a:pt x="357" y="23"/>
                    <a:pt x="312" y="13"/>
                    <a:pt x="266" y="12"/>
                  </a:cubicBezTo>
                  <a:cubicBezTo>
                    <a:pt x="178" y="9"/>
                    <a:pt x="89" y="0"/>
                    <a:pt x="0" y="6"/>
                  </a:cubicBezTo>
                  <a:cubicBezTo>
                    <a:pt x="34" y="16"/>
                    <a:pt x="69" y="22"/>
                    <a:pt x="105" y="22"/>
                  </a:cubicBezTo>
                  <a:cubicBezTo>
                    <a:pt x="136" y="24"/>
                    <a:pt x="167" y="27"/>
                    <a:pt x="197" y="33"/>
                  </a:cubicBezTo>
                  <a:cubicBezTo>
                    <a:pt x="219" y="33"/>
                    <a:pt x="241" y="35"/>
                    <a:pt x="263" y="37"/>
                  </a:cubicBezTo>
                  <a:cubicBezTo>
                    <a:pt x="355" y="43"/>
                    <a:pt x="454" y="69"/>
                    <a:pt x="547"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5"/>
            <p:cNvSpPr/>
            <p:nvPr/>
          </p:nvSpPr>
          <p:spPr>
            <a:xfrm>
              <a:off x="242285" y="-340055"/>
              <a:ext cx="85680" cy="10080"/>
            </a:xfrm>
            <a:custGeom>
              <a:rect b="b" l="l" r="r" t="t"/>
              <a:pathLst>
                <a:path extrusionOk="0" h="28" w="238">
                  <a:moveTo>
                    <a:pt x="40" y="0"/>
                  </a:moveTo>
                  <a:cubicBezTo>
                    <a:pt x="28" y="0"/>
                    <a:pt x="16" y="2"/>
                    <a:pt x="4" y="3"/>
                  </a:cubicBezTo>
                  <a:lnTo>
                    <a:pt x="3" y="4"/>
                  </a:lnTo>
                  <a:cubicBezTo>
                    <a:pt x="2" y="5"/>
                    <a:pt x="1" y="5"/>
                    <a:pt x="1" y="5"/>
                  </a:cubicBezTo>
                  <a:cubicBezTo>
                    <a:pt x="0" y="6"/>
                    <a:pt x="0" y="7"/>
                    <a:pt x="0" y="8"/>
                  </a:cubicBezTo>
                  <a:cubicBezTo>
                    <a:pt x="0" y="9"/>
                    <a:pt x="0" y="10"/>
                    <a:pt x="1" y="11"/>
                  </a:cubicBezTo>
                  <a:cubicBezTo>
                    <a:pt x="1" y="11"/>
                    <a:pt x="2" y="11"/>
                    <a:pt x="3" y="12"/>
                  </a:cubicBezTo>
                  <a:cubicBezTo>
                    <a:pt x="4" y="13"/>
                    <a:pt x="4" y="13"/>
                    <a:pt x="4" y="13"/>
                  </a:cubicBezTo>
                  <a:cubicBezTo>
                    <a:pt x="83" y="23"/>
                    <a:pt x="160" y="24"/>
                    <a:pt x="237" y="27"/>
                  </a:cubicBezTo>
                  <a:cubicBezTo>
                    <a:pt x="207" y="21"/>
                    <a:pt x="176" y="17"/>
                    <a:pt x="145" y="16"/>
                  </a:cubicBezTo>
                  <a:cubicBezTo>
                    <a:pt x="109" y="15"/>
                    <a:pt x="74" y="10"/>
                    <a:pt x="4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5"/>
            <p:cNvSpPr/>
            <p:nvPr/>
          </p:nvSpPr>
          <p:spPr>
            <a:xfrm>
              <a:off x="496445" y="-328895"/>
              <a:ext cx="60120" cy="7200"/>
            </a:xfrm>
            <a:custGeom>
              <a:rect b="b" l="l" r="r" t="t"/>
              <a:pathLst>
                <a:path extrusionOk="0" h="20" w="167">
                  <a:moveTo>
                    <a:pt x="163" y="6"/>
                  </a:moveTo>
                  <a:cubicBezTo>
                    <a:pt x="146" y="2"/>
                    <a:pt x="128" y="0"/>
                    <a:pt x="110" y="0"/>
                  </a:cubicBezTo>
                  <a:cubicBezTo>
                    <a:pt x="103" y="0"/>
                    <a:pt x="96" y="0"/>
                    <a:pt x="89" y="1"/>
                  </a:cubicBezTo>
                  <a:cubicBezTo>
                    <a:pt x="61" y="1"/>
                    <a:pt x="33" y="2"/>
                    <a:pt x="5" y="3"/>
                  </a:cubicBezTo>
                  <a:cubicBezTo>
                    <a:pt x="4" y="4"/>
                    <a:pt x="4" y="4"/>
                    <a:pt x="3" y="4"/>
                  </a:cubicBezTo>
                  <a:cubicBezTo>
                    <a:pt x="2" y="5"/>
                    <a:pt x="2" y="5"/>
                    <a:pt x="1" y="6"/>
                  </a:cubicBezTo>
                  <a:cubicBezTo>
                    <a:pt x="0" y="7"/>
                    <a:pt x="0" y="8"/>
                    <a:pt x="0" y="9"/>
                  </a:cubicBezTo>
                  <a:cubicBezTo>
                    <a:pt x="0" y="10"/>
                    <a:pt x="0" y="11"/>
                    <a:pt x="1" y="12"/>
                  </a:cubicBezTo>
                  <a:cubicBezTo>
                    <a:pt x="2" y="13"/>
                    <a:pt x="2" y="13"/>
                    <a:pt x="3" y="14"/>
                  </a:cubicBezTo>
                  <a:cubicBezTo>
                    <a:pt x="4" y="14"/>
                    <a:pt x="4" y="15"/>
                    <a:pt x="5" y="15"/>
                  </a:cubicBezTo>
                  <a:cubicBezTo>
                    <a:pt x="37" y="17"/>
                    <a:pt x="69" y="18"/>
                    <a:pt x="101" y="18"/>
                  </a:cubicBezTo>
                  <a:cubicBezTo>
                    <a:pt x="107" y="19"/>
                    <a:pt x="113" y="19"/>
                    <a:pt x="118" y="19"/>
                  </a:cubicBezTo>
                  <a:cubicBezTo>
                    <a:pt x="133" y="19"/>
                    <a:pt x="148" y="17"/>
                    <a:pt x="163" y="13"/>
                  </a:cubicBezTo>
                  <a:cubicBezTo>
                    <a:pt x="166" y="12"/>
                    <a:pt x="166" y="8"/>
                    <a:pt x="16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5"/>
            <p:cNvSpPr/>
            <p:nvPr/>
          </p:nvSpPr>
          <p:spPr>
            <a:xfrm>
              <a:off x="585365" y="-330695"/>
              <a:ext cx="61560" cy="10440"/>
            </a:xfrm>
            <a:custGeom>
              <a:rect b="b" l="l" r="r" t="t"/>
              <a:pathLst>
                <a:path extrusionOk="0" h="29" w="171">
                  <a:moveTo>
                    <a:pt x="105" y="3"/>
                  </a:moveTo>
                  <a:cubicBezTo>
                    <a:pt x="72" y="3"/>
                    <a:pt x="39" y="7"/>
                    <a:pt x="7" y="9"/>
                  </a:cubicBezTo>
                  <a:cubicBezTo>
                    <a:pt x="1" y="9"/>
                    <a:pt x="0" y="19"/>
                    <a:pt x="7" y="20"/>
                  </a:cubicBezTo>
                  <a:cubicBezTo>
                    <a:pt x="41" y="22"/>
                    <a:pt x="74" y="26"/>
                    <a:pt x="108" y="26"/>
                  </a:cubicBezTo>
                  <a:cubicBezTo>
                    <a:pt x="120" y="28"/>
                    <a:pt x="133" y="28"/>
                    <a:pt x="146" y="28"/>
                  </a:cubicBezTo>
                  <a:cubicBezTo>
                    <a:pt x="148" y="28"/>
                    <a:pt x="151" y="28"/>
                    <a:pt x="154" y="28"/>
                  </a:cubicBezTo>
                  <a:cubicBezTo>
                    <a:pt x="158" y="28"/>
                    <a:pt x="162" y="28"/>
                    <a:pt x="166" y="25"/>
                  </a:cubicBezTo>
                  <a:cubicBezTo>
                    <a:pt x="167" y="25"/>
                    <a:pt x="167" y="24"/>
                    <a:pt x="167" y="24"/>
                  </a:cubicBezTo>
                  <a:cubicBezTo>
                    <a:pt x="168" y="23"/>
                    <a:pt x="168" y="24"/>
                    <a:pt x="169" y="22"/>
                  </a:cubicBezTo>
                  <a:cubicBezTo>
                    <a:pt x="169" y="21"/>
                    <a:pt x="170" y="20"/>
                    <a:pt x="170" y="19"/>
                  </a:cubicBezTo>
                  <a:cubicBezTo>
                    <a:pt x="170" y="18"/>
                    <a:pt x="169" y="17"/>
                    <a:pt x="169" y="17"/>
                  </a:cubicBezTo>
                  <a:cubicBezTo>
                    <a:pt x="168" y="16"/>
                    <a:pt x="168" y="16"/>
                    <a:pt x="167" y="15"/>
                  </a:cubicBezTo>
                  <a:cubicBezTo>
                    <a:pt x="147" y="0"/>
                    <a:pt x="130" y="3"/>
                    <a:pt x="10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5"/>
            <p:cNvSpPr/>
            <p:nvPr/>
          </p:nvSpPr>
          <p:spPr>
            <a:xfrm>
              <a:off x="1378085" y="-643535"/>
              <a:ext cx="27720" cy="1800"/>
            </a:xfrm>
            <a:custGeom>
              <a:rect b="b" l="l" r="r" t="t"/>
              <a:pathLst>
                <a:path extrusionOk="0" h="5" w="77">
                  <a:moveTo>
                    <a:pt x="76" y="2"/>
                  </a:moveTo>
                  <a:cubicBezTo>
                    <a:pt x="67" y="1"/>
                    <a:pt x="59" y="0"/>
                    <a:pt x="50" y="0"/>
                  </a:cubicBezTo>
                  <a:cubicBezTo>
                    <a:pt x="37" y="0"/>
                    <a:pt x="25" y="1"/>
                    <a:pt x="13" y="3"/>
                  </a:cubicBezTo>
                  <a:lnTo>
                    <a:pt x="0" y="4"/>
                  </a:lnTo>
                  <a:cubicBezTo>
                    <a:pt x="26" y="4"/>
                    <a:pt x="51" y="1"/>
                    <a:pt x="7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5"/>
            <p:cNvSpPr/>
            <p:nvPr/>
          </p:nvSpPr>
          <p:spPr>
            <a:xfrm>
              <a:off x="1332365" y="-637775"/>
              <a:ext cx="80640" cy="28800"/>
            </a:xfrm>
            <a:custGeom>
              <a:rect b="b" l="l" r="r" t="t"/>
              <a:pathLst>
                <a:path extrusionOk="0" h="80" w="224">
                  <a:moveTo>
                    <a:pt x="1" y="10"/>
                  </a:moveTo>
                  <a:cubicBezTo>
                    <a:pt x="2" y="13"/>
                    <a:pt x="3" y="17"/>
                    <a:pt x="3" y="21"/>
                  </a:cubicBezTo>
                  <a:cubicBezTo>
                    <a:pt x="3" y="22"/>
                    <a:pt x="3" y="24"/>
                    <a:pt x="3" y="26"/>
                  </a:cubicBezTo>
                  <a:cubicBezTo>
                    <a:pt x="2" y="28"/>
                    <a:pt x="3" y="30"/>
                    <a:pt x="1" y="32"/>
                  </a:cubicBezTo>
                  <a:cubicBezTo>
                    <a:pt x="0" y="33"/>
                    <a:pt x="0" y="33"/>
                    <a:pt x="0" y="33"/>
                  </a:cubicBezTo>
                  <a:lnTo>
                    <a:pt x="2" y="32"/>
                  </a:lnTo>
                  <a:lnTo>
                    <a:pt x="5" y="33"/>
                  </a:lnTo>
                  <a:cubicBezTo>
                    <a:pt x="71" y="31"/>
                    <a:pt x="156" y="79"/>
                    <a:pt x="212" y="34"/>
                  </a:cubicBezTo>
                  <a:cubicBezTo>
                    <a:pt x="216" y="23"/>
                    <a:pt x="219" y="12"/>
                    <a:pt x="223" y="0"/>
                  </a:cubicBezTo>
                  <a:cubicBezTo>
                    <a:pt x="186" y="4"/>
                    <a:pt x="150" y="7"/>
                    <a:pt x="113" y="7"/>
                  </a:cubicBezTo>
                  <a:cubicBezTo>
                    <a:pt x="91" y="8"/>
                    <a:pt x="36" y="17"/>
                    <a:pt x="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5"/>
            <p:cNvSpPr/>
            <p:nvPr/>
          </p:nvSpPr>
          <p:spPr>
            <a:xfrm>
              <a:off x="1414445" y="-630935"/>
              <a:ext cx="2520" cy="7560"/>
            </a:xfrm>
            <a:custGeom>
              <a:rect b="b" l="l" r="r" t="t"/>
              <a:pathLst>
                <a:path extrusionOk="0" h="21" w="7">
                  <a:moveTo>
                    <a:pt x="6" y="0"/>
                  </a:moveTo>
                  <a:cubicBezTo>
                    <a:pt x="4" y="6"/>
                    <a:pt x="2" y="13"/>
                    <a:pt x="0" y="20"/>
                  </a:cubicBezTo>
                  <a:cubicBezTo>
                    <a:pt x="1" y="19"/>
                    <a:pt x="1" y="19"/>
                    <a:pt x="2" y="18"/>
                  </a:cubicBezTo>
                  <a:cubicBezTo>
                    <a:pt x="5" y="13"/>
                    <a:pt x="6"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5"/>
            <p:cNvSpPr/>
            <p:nvPr/>
          </p:nvSpPr>
          <p:spPr>
            <a:xfrm>
              <a:off x="1402565" y="-619775"/>
              <a:ext cx="3960" cy="2880"/>
            </a:xfrm>
            <a:custGeom>
              <a:rect b="b" l="l" r="r" t="t"/>
              <a:pathLst>
                <a:path extrusionOk="0" h="8" w="11">
                  <a:moveTo>
                    <a:pt x="7" y="6"/>
                  </a:moveTo>
                  <a:lnTo>
                    <a:pt x="10" y="0"/>
                  </a:lnTo>
                  <a:cubicBezTo>
                    <a:pt x="7" y="3"/>
                    <a:pt x="3" y="5"/>
                    <a:pt x="0" y="7"/>
                  </a:cubicBezTo>
                  <a:cubicBezTo>
                    <a:pt x="2" y="7"/>
                    <a:pt x="5" y="7"/>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5"/>
            <p:cNvSpPr/>
            <p:nvPr/>
          </p:nvSpPr>
          <p:spPr>
            <a:xfrm>
              <a:off x="1405085" y="-637775"/>
              <a:ext cx="11880" cy="20520"/>
            </a:xfrm>
            <a:custGeom>
              <a:rect b="b" l="l" r="r" t="t"/>
              <a:pathLst>
                <a:path extrusionOk="0" h="57" w="33">
                  <a:moveTo>
                    <a:pt x="26" y="0"/>
                  </a:moveTo>
                  <a:lnTo>
                    <a:pt x="21" y="0"/>
                  </a:lnTo>
                  <a:cubicBezTo>
                    <a:pt x="18" y="11"/>
                    <a:pt x="14" y="23"/>
                    <a:pt x="10" y="33"/>
                  </a:cubicBezTo>
                  <a:cubicBezTo>
                    <a:pt x="14" y="30"/>
                    <a:pt x="17" y="27"/>
                    <a:pt x="21" y="23"/>
                  </a:cubicBezTo>
                  <a:cubicBezTo>
                    <a:pt x="23" y="21"/>
                    <a:pt x="27" y="25"/>
                    <a:pt x="25" y="27"/>
                  </a:cubicBezTo>
                  <a:cubicBezTo>
                    <a:pt x="19" y="35"/>
                    <a:pt x="11" y="43"/>
                    <a:pt x="3" y="49"/>
                  </a:cubicBezTo>
                  <a:lnTo>
                    <a:pt x="0" y="56"/>
                  </a:lnTo>
                  <a:cubicBezTo>
                    <a:pt x="4" y="55"/>
                    <a:pt x="8" y="53"/>
                    <a:pt x="12" y="51"/>
                  </a:cubicBezTo>
                  <a:cubicBezTo>
                    <a:pt x="18" y="48"/>
                    <a:pt x="23" y="43"/>
                    <a:pt x="26" y="38"/>
                  </a:cubicBezTo>
                  <a:cubicBezTo>
                    <a:pt x="28" y="31"/>
                    <a:pt x="30" y="25"/>
                    <a:pt x="32" y="18"/>
                  </a:cubicBezTo>
                  <a:cubicBezTo>
                    <a:pt x="32" y="13"/>
                    <a:pt x="31" y="8"/>
                    <a:pt x="28" y="3"/>
                  </a:cubicBezTo>
                  <a:cubicBezTo>
                    <a:pt x="28" y="2"/>
                    <a:pt x="27" y="1"/>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5"/>
            <p:cNvSpPr/>
            <p:nvPr/>
          </p:nvSpPr>
          <p:spPr>
            <a:xfrm>
              <a:off x="1334165" y="-626615"/>
              <a:ext cx="74880" cy="17640"/>
            </a:xfrm>
            <a:custGeom>
              <a:rect b="b" l="l" r="r" t="t"/>
              <a:pathLst>
                <a:path extrusionOk="0" h="49" w="208">
                  <a:moveTo>
                    <a:pt x="0" y="2"/>
                  </a:moveTo>
                  <a:cubicBezTo>
                    <a:pt x="26" y="12"/>
                    <a:pt x="52" y="20"/>
                    <a:pt x="79" y="27"/>
                  </a:cubicBezTo>
                  <a:cubicBezTo>
                    <a:pt x="94" y="27"/>
                    <a:pt x="109" y="28"/>
                    <a:pt x="125" y="28"/>
                  </a:cubicBezTo>
                  <a:cubicBezTo>
                    <a:pt x="140" y="28"/>
                    <a:pt x="156" y="27"/>
                    <a:pt x="172" y="27"/>
                  </a:cubicBezTo>
                  <a:cubicBezTo>
                    <a:pt x="175" y="27"/>
                    <a:pt x="178" y="26"/>
                    <a:pt x="181" y="25"/>
                  </a:cubicBezTo>
                  <a:cubicBezTo>
                    <a:pt x="182" y="25"/>
                    <a:pt x="184" y="26"/>
                    <a:pt x="185" y="26"/>
                  </a:cubicBezTo>
                  <a:cubicBezTo>
                    <a:pt x="187" y="26"/>
                    <a:pt x="188" y="25"/>
                    <a:pt x="189" y="25"/>
                  </a:cubicBezTo>
                  <a:cubicBezTo>
                    <a:pt x="193" y="23"/>
                    <a:pt x="196" y="21"/>
                    <a:pt x="200" y="18"/>
                  </a:cubicBezTo>
                  <a:cubicBezTo>
                    <a:pt x="202" y="13"/>
                    <a:pt x="205" y="8"/>
                    <a:pt x="207" y="2"/>
                  </a:cubicBezTo>
                  <a:cubicBezTo>
                    <a:pt x="151" y="48"/>
                    <a:pt x="66" y="0"/>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5"/>
            <p:cNvSpPr/>
            <p:nvPr/>
          </p:nvSpPr>
          <p:spPr>
            <a:xfrm>
              <a:off x="1406165" y="-630215"/>
              <a:ext cx="9000" cy="10800"/>
            </a:xfrm>
            <a:custGeom>
              <a:rect b="b" l="l" r="r" t="t"/>
              <a:pathLst>
                <a:path extrusionOk="0" h="30" w="25">
                  <a:moveTo>
                    <a:pt x="22" y="7"/>
                  </a:moveTo>
                  <a:cubicBezTo>
                    <a:pt x="24" y="4"/>
                    <a:pt x="20" y="0"/>
                    <a:pt x="18" y="3"/>
                  </a:cubicBezTo>
                  <a:cubicBezTo>
                    <a:pt x="14" y="7"/>
                    <a:pt x="11" y="10"/>
                    <a:pt x="7" y="13"/>
                  </a:cubicBezTo>
                  <a:cubicBezTo>
                    <a:pt x="5" y="19"/>
                    <a:pt x="2" y="24"/>
                    <a:pt x="0" y="29"/>
                  </a:cubicBezTo>
                  <a:cubicBezTo>
                    <a:pt x="8" y="22"/>
                    <a:pt x="16" y="15"/>
                    <a:pt x="2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5"/>
            <p:cNvSpPr/>
            <p:nvPr/>
          </p:nvSpPr>
          <p:spPr>
            <a:xfrm>
              <a:off x="1330205" y="-643175"/>
              <a:ext cx="82800" cy="11520"/>
            </a:xfrm>
            <a:custGeom>
              <a:rect b="b" l="l" r="r" t="t"/>
              <a:pathLst>
                <a:path extrusionOk="0" h="32" w="230">
                  <a:moveTo>
                    <a:pt x="222" y="5"/>
                  </a:moveTo>
                  <a:cubicBezTo>
                    <a:pt x="218" y="3"/>
                    <a:pt x="214" y="1"/>
                    <a:pt x="209" y="0"/>
                  </a:cubicBezTo>
                  <a:cubicBezTo>
                    <a:pt x="184" y="0"/>
                    <a:pt x="159" y="2"/>
                    <a:pt x="133" y="3"/>
                  </a:cubicBezTo>
                  <a:cubicBezTo>
                    <a:pt x="122" y="4"/>
                    <a:pt x="111" y="7"/>
                    <a:pt x="101" y="13"/>
                  </a:cubicBezTo>
                  <a:cubicBezTo>
                    <a:pt x="97" y="15"/>
                    <a:pt x="93" y="18"/>
                    <a:pt x="89" y="21"/>
                  </a:cubicBezTo>
                  <a:cubicBezTo>
                    <a:pt x="73" y="20"/>
                    <a:pt x="57" y="18"/>
                    <a:pt x="42" y="14"/>
                  </a:cubicBezTo>
                  <a:cubicBezTo>
                    <a:pt x="35" y="12"/>
                    <a:pt x="28" y="11"/>
                    <a:pt x="21" y="11"/>
                  </a:cubicBezTo>
                  <a:cubicBezTo>
                    <a:pt x="14" y="11"/>
                    <a:pt x="7" y="12"/>
                    <a:pt x="0" y="14"/>
                  </a:cubicBezTo>
                  <a:lnTo>
                    <a:pt x="0" y="15"/>
                  </a:lnTo>
                  <a:cubicBezTo>
                    <a:pt x="2" y="17"/>
                    <a:pt x="3" y="19"/>
                    <a:pt x="5" y="21"/>
                  </a:cubicBezTo>
                  <a:cubicBezTo>
                    <a:pt x="6" y="22"/>
                    <a:pt x="6" y="23"/>
                    <a:pt x="6" y="24"/>
                  </a:cubicBezTo>
                  <a:cubicBezTo>
                    <a:pt x="41" y="31"/>
                    <a:pt x="96" y="22"/>
                    <a:pt x="118" y="22"/>
                  </a:cubicBezTo>
                  <a:cubicBezTo>
                    <a:pt x="155" y="22"/>
                    <a:pt x="192" y="19"/>
                    <a:pt x="228" y="15"/>
                  </a:cubicBezTo>
                  <a:lnTo>
                    <a:pt x="229" y="11"/>
                  </a:lnTo>
                  <a:cubicBezTo>
                    <a:pt x="227" y="9"/>
                    <a:pt x="225" y="7"/>
                    <a:pt x="22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5"/>
            <p:cNvSpPr/>
            <p:nvPr/>
          </p:nvSpPr>
          <p:spPr>
            <a:xfrm>
              <a:off x="1412645" y="-638855"/>
              <a:ext cx="2160" cy="1440"/>
            </a:xfrm>
            <a:custGeom>
              <a:rect b="b" l="l" r="r" t="t"/>
              <a:pathLst>
                <a:path extrusionOk="0" h="4" w="6">
                  <a:moveTo>
                    <a:pt x="0" y="3"/>
                  </a:moveTo>
                  <a:lnTo>
                    <a:pt x="5" y="3"/>
                  </a:lnTo>
                  <a:cubicBezTo>
                    <a:pt x="4" y="2"/>
                    <a:pt x="3" y="1"/>
                    <a:pt x="1"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5"/>
            <p:cNvSpPr/>
            <p:nvPr/>
          </p:nvSpPr>
          <p:spPr>
            <a:xfrm>
              <a:off x="1310405" y="-651815"/>
              <a:ext cx="18000" cy="36360"/>
            </a:xfrm>
            <a:custGeom>
              <a:rect b="b" l="l" r="r" t="t"/>
              <a:pathLst>
                <a:path extrusionOk="0" h="101" w="50">
                  <a:moveTo>
                    <a:pt x="12" y="89"/>
                  </a:moveTo>
                  <a:cubicBezTo>
                    <a:pt x="12" y="85"/>
                    <a:pt x="12" y="81"/>
                    <a:pt x="12" y="77"/>
                  </a:cubicBezTo>
                  <a:cubicBezTo>
                    <a:pt x="12" y="70"/>
                    <a:pt x="9" y="58"/>
                    <a:pt x="20" y="56"/>
                  </a:cubicBezTo>
                  <a:cubicBezTo>
                    <a:pt x="30" y="54"/>
                    <a:pt x="31" y="66"/>
                    <a:pt x="31" y="72"/>
                  </a:cubicBezTo>
                  <a:cubicBezTo>
                    <a:pt x="31" y="77"/>
                    <a:pt x="31" y="76"/>
                    <a:pt x="31" y="79"/>
                  </a:cubicBezTo>
                  <a:cubicBezTo>
                    <a:pt x="35" y="77"/>
                    <a:pt x="39" y="76"/>
                    <a:pt x="44" y="74"/>
                  </a:cubicBezTo>
                  <a:lnTo>
                    <a:pt x="49" y="74"/>
                  </a:lnTo>
                  <a:cubicBezTo>
                    <a:pt x="48" y="74"/>
                    <a:pt x="48" y="74"/>
                    <a:pt x="47" y="73"/>
                  </a:cubicBezTo>
                  <a:cubicBezTo>
                    <a:pt x="44" y="71"/>
                    <a:pt x="42" y="69"/>
                    <a:pt x="40" y="67"/>
                  </a:cubicBezTo>
                  <a:cubicBezTo>
                    <a:pt x="39" y="66"/>
                    <a:pt x="39" y="65"/>
                    <a:pt x="39" y="64"/>
                  </a:cubicBezTo>
                  <a:lnTo>
                    <a:pt x="38" y="60"/>
                  </a:lnTo>
                  <a:cubicBezTo>
                    <a:pt x="38" y="59"/>
                    <a:pt x="37" y="58"/>
                    <a:pt x="37" y="57"/>
                  </a:cubicBezTo>
                  <a:cubicBezTo>
                    <a:pt x="37" y="54"/>
                    <a:pt x="38" y="51"/>
                    <a:pt x="40" y="49"/>
                  </a:cubicBezTo>
                  <a:cubicBezTo>
                    <a:pt x="41" y="47"/>
                    <a:pt x="43" y="45"/>
                    <a:pt x="45" y="43"/>
                  </a:cubicBezTo>
                  <a:cubicBezTo>
                    <a:pt x="44" y="43"/>
                    <a:pt x="44" y="43"/>
                    <a:pt x="44" y="43"/>
                  </a:cubicBezTo>
                  <a:cubicBezTo>
                    <a:pt x="41" y="41"/>
                    <a:pt x="39" y="39"/>
                    <a:pt x="37" y="37"/>
                  </a:cubicBezTo>
                  <a:cubicBezTo>
                    <a:pt x="36" y="36"/>
                    <a:pt x="35" y="36"/>
                    <a:pt x="35" y="35"/>
                  </a:cubicBezTo>
                  <a:cubicBezTo>
                    <a:pt x="32" y="29"/>
                    <a:pt x="30" y="22"/>
                    <a:pt x="30" y="15"/>
                  </a:cubicBezTo>
                  <a:cubicBezTo>
                    <a:pt x="30" y="10"/>
                    <a:pt x="31" y="5"/>
                    <a:pt x="33" y="0"/>
                  </a:cubicBezTo>
                  <a:cubicBezTo>
                    <a:pt x="31" y="0"/>
                    <a:pt x="30" y="0"/>
                    <a:pt x="28" y="1"/>
                  </a:cubicBezTo>
                  <a:cubicBezTo>
                    <a:pt x="25" y="2"/>
                    <a:pt x="25" y="4"/>
                    <a:pt x="24" y="6"/>
                  </a:cubicBezTo>
                  <a:cubicBezTo>
                    <a:pt x="23" y="8"/>
                    <a:pt x="22" y="9"/>
                    <a:pt x="22" y="11"/>
                  </a:cubicBezTo>
                  <a:cubicBezTo>
                    <a:pt x="21" y="16"/>
                    <a:pt x="21" y="20"/>
                    <a:pt x="21" y="24"/>
                  </a:cubicBezTo>
                  <a:cubicBezTo>
                    <a:pt x="21" y="32"/>
                    <a:pt x="22" y="40"/>
                    <a:pt x="25" y="48"/>
                  </a:cubicBezTo>
                  <a:cubicBezTo>
                    <a:pt x="25" y="49"/>
                    <a:pt x="26" y="51"/>
                    <a:pt x="27" y="52"/>
                  </a:cubicBezTo>
                  <a:cubicBezTo>
                    <a:pt x="24" y="52"/>
                    <a:pt x="21" y="53"/>
                    <a:pt x="18" y="54"/>
                  </a:cubicBezTo>
                  <a:cubicBezTo>
                    <a:pt x="17" y="54"/>
                    <a:pt x="16" y="55"/>
                    <a:pt x="15" y="56"/>
                  </a:cubicBezTo>
                  <a:cubicBezTo>
                    <a:pt x="11" y="58"/>
                    <a:pt x="7" y="61"/>
                    <a:pt x="5" y="66"/>
                  </a:cubicBezTo>
                  <a:cubicBezTo>
                    <a:pt x="5" y="66"/>
                    <a:pt x="4" y="67"/>
                    <a:pt x="4" y="68"/>
                  </a:cubicBezTo>
                  <a:cubicBezTo>
                    <a:pt x="1" y="75"/>
                    <a:pt x="0" y="82"/>
                    <a:pt x="0" y="89"/>
                  </a:cubicBezTo>
                  <a:cubicBezTo>
                    <a:pt x="0" y="93"/>
                    <a:pt x="0" y="96"/>
                    <a:pt x="1" y="100"/>
                  </a:cubicBezTo>
                  <a:cubicBezTo>
                    <a:pt x="4" y="96"/>
                    <a:pt x="8" y="92"/>
                    <a:pt x="12"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5"/>
            <p:cNvSpPr/>
            <p:nvPr/>
          </p:nvSpPr>
          <p:spPr>
            <a:xfrm>
              <a:off x="1310405" y="-619775"/>
              <a:ext cx="5040" cy="8640"/>
            </a:xfrm>
            <a:custGeom>
              <a:rect b="b" l="l" r="r" t="t"/>
              <a:pathLst>
                <a:path extrusionOk="0" h="24" w="14">
                  <a:moveTo>
                    <a:pt x="7" y="21"/>
                  </a:moveTo>
                  <a:lnTo>
                    <a:pt x="13" y="16"/>
                  </a:lnTo>
                  <a:cubicBezTo>
                    <a:pt x="13" y="10"/>
                    <a:pt x="12" y="5"/>
                    <a:pt x="12" y="0"/>
                  </a:cubicBezTo>
                  <a:cubicBezTo>
                    <a:pt x="8" y="3"/>
                    <a:pt x="4" y="6"/>
                    <a:pt x="0" y="10"/>
                  </a:cubicBezTo>
                  <a:cubicBezTo>
                    <a:pt x="0" y="13"/>
                    <a:pt x="0" y="16"/>
                    <a:pt x="0" y="18"/>
                  </a:cubicBezTo>
                  <a:cubicBezTo>
                    <a:pt x="0" y="19"/>
                    <a:pt x="0" y="19"/>
                    <a:pt x="1" y="20"/>
                  </a:cubicBezTo>
                  <a:cubicBezTo>
                    <a:pt x="2" y="21"/>
                    <a:pt x="1" y="21"/>
                    <a:pt x="2" y="22"/>
                  </a:cubicBezTo>
                  <a:cubicBezTo>
                    <a:pt x="3" y="23"/>
                    <a:pt x="4" y="22"/>
                    <a:pt x="4" y="22"/>
                  </a:cubicBezTo>
                  <a:cubicBezTo>
                    <a:pt x="5" y="22"/>
                    <a:pt x="6" y="22"/>
                    <a:pt x="6" y="22"/>
                  </a:cubicBezTo>
                  <a:cubicBezTo>
                    <a:pt x="7" y="22"/>
                    <a:pt x="7" y="21"/>
                    <a:pt x="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5"/>
            <p:cNvSpPr/>
            <p:nvPr/>
          </p:nvSpPr>
          <p:spPr>
            <a:xfrm>
              <a:off x="1321205" y="-626255"/>
              <a:ext cx="11520" cy="4680"/>
            </a:xfrm>
            <a:custGeom>
              <a:rect b="b" l="l" r="r" t="t"/>
              <a:pathLst>
                <a:path extrusionOk="0" h="13" w="32">
                  <a:moveTo>
                    <a:pt x="19" y="3"/>
                  </a:moveTo>
                  <a:lnTo>
                    <a:pt x="13" y="3"/>
                  </a:lnTo>
                  <a:cubicBezTo>
                    <a:pt x="9" y="4"/>
                    <a:pt x="4" y="5"/>
                    <a:pt x="0" y="7"/>
                  </a:cubicBezTo>
                  <a:cubicBezTo>
                    <a:pt x="0" y="9"/>
                    <a:pt x="0" y="11"/>
                    <a:pt x="0" y="12"/>
                  </a:cubicBezTo>
                  <a:cubicBezTo>
                    <a:pt x="8" y="11"/>
                    <a:pt x="16" y="10"/>
                    <a:pt x="24" y="7"/>
                  </a:cubicBezTo>
                  <a:cubicBezTo>
                    <a:pt x="24" y="6"/>
                    <a:pt x="25" y="6"/>
                    <a:pt x="25" y="6"/>
                  </a:cubicBezTo>
                  <a:cubicBezTo>
                    <a:pt x="28" y="4"/>
                    <a:pt x="30" y="3"/>
                    <a:pt x="31" y="0"/>
                  </a:cubicBezTo>
                  <a:cubicBezTo>
                    <a:pt x="31" y="1"/>
                    <a:pt x="30" y="1"/>
                    <a:pt x="29" y="2"/>
                  </a:cubicBezTo>
                  <a:cubicBezTo>
                    <a:pt x="27" y="3"/>
                    <a:pt x="25" y="3"/>
                    <a:pt x="23" y="3"/>
                  </a:cubicBezTo>
                  <a:cubicBezTo>
                    <a:pt x="22" y="3"/>
                    <a:pt x="20" y="3"/>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5"/>
            <p:cNvSpPr/>
            <p:nvPr/>
          </p:nvSpPr>
          <p:spPr>
            <a:xfrm>
              <a:off x="1314005" y="-632375"/>
              <a:ext cx="7560" cy="12960"/>
            </a:xfrm>
            <a:custGeom>
              <a:rect b="b" l="l" r="r" t="t"/>
              <a:pathLst>
                <a:path extrusionOk="0" h="36" w="21">
                  <a:moveTo>
                    <a:pt x="20" y="18"/>
                  </a:moveTo>
                  <a:cubicBezTo>
                    <a:pt x="20" y="12"/>
                    <a:pt x="18" y="0"/>
                    <a:pt x="9" y="2"/>
                  </a:cubicBezTo>
                  <a:cubicBezTo>
                    <a:pt x="1" y="4"/>
                    <a:pt x="0" y="16"/>
                    <a:pt x="1" y="24"/>
                  </a:cubicBezTo>
                  <a:cubicBezTo>
                    <a:pt x="1" y="27"/>
                    <a:pt x="1" y="31"/>
                    <a:pt x="1" y="35"/>
                  </a:cubicBezTo>
                  <a:cubicBezTo>
                    <a:pt x="3" y="33"/>
                    <a:pt x="6" y="32"/>
                    <a:pt x="8" y="30"/>
                  </a:cubicBezTo>
                  <a:cubicBezTo>
                    <a:pt x="12" y="28"/>
                    <a:pt x="15" y="26"/>
                    <a:pt x="19" y="25"/>
                  </a:cubicBezTo>
                  <a:cubicBezTo>
                    <a:pt x="20" y="23"/>
                    <a:pt x="20" y="20"/>
                    <a:pt x="2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5"/>
            <p:cNvSpPr/>
            <p:nvPr/>
          </p:nvSpPr>
          <p:spPr>
            <a:xfrm>
              <a:off x="1314725" y="-623375"/>
              <a:ext cx="6840" cy="9720"/>
            </a:xfrm>
            <a:custGeom>
              <a:rect b="b" l="l" r="r" t="t"/>
              <a:pathLst>
                <a:path extrusionOk="0" h="27" w="19">
                  <a:moveTo>
                    <a:pt x="0" y="10"/>
                  </a:moveTo>
                  <a:cubicBezTo>
                    <a:pt x="0" y="15"/>
                    <a:pt x="1" y="20"/>
                    <a:pt x="1" y="26"/>
                  </a:cubicBezTo>
                  <a:cubicBezTo>
                    <a:pt x="5" y="23"/>
                    <a:pt x="8" y="19"/>
                    <a:pt x="11" y="15"/>
                  </a:cubicBezTo>
                  <a:cubicBezTo>
                    <a:pt x="11" y="14"/>
                    <a:pt x="15" y="5"/>
                    <a:pt x="16" y="5"/>
                  </a:cubicBezTo>
                  <a:lnTo>
                    <a:pt x="18" y="5"/>
                  </a:lnTo>
                  <a:cubicBezTo>
                    <a:pt x="18" y="3"/>
                    <a:pt x="18" y="2"/>
                    <a:pt x="18" y="0"/>
                  </a:cubicBezTo>
                  <a:cubicBezTo>
                    <a:pt x="14" y="1"/>
                    <a:pt x="11" y="3"/>
                    <a:pt x="8" y="5"/>
                  </a:cubicBezTo>
                  <a:cubicBezTo>
                    <a:pt x="5" y="6"/>
                    <a:pt x="3"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5"/>
            <p:cNvSpPr/>
            <p:nvPr/>
          </p:nvSpPr>
          <p:spPr>
            <a:xfrm>
              <a:off x="1320845" y="-652175"/>
              <a:ext cx="9720" cy="16200"/>
            </a:xfrm>
            <a:custGeom>
              <a:rect b="b" l="l" r="r" t="t"/>
              <a:pathLst>
                <a:path extrusionOk="0" h="45" w="27">
                  <a:moveTo>
                    <a:pt x="7" y="37"/>
                  </a:moveTo>
                  <a:cubicBezTo>
                    <a:pt x="9" y="40"/>
                    <a:pt x="11" y="42"/>
                    <a:pt x="14" y="43"/>
                  </a:cubicBezTo>
                  <a:cubicBezTo>
                    <a:pt x="14" y="43"/>
                    <a:pt x="15" y="43"/>
                    <a:pt x="15" y="44"/>
                  </a:cubicBezTo>
                  <a:cubicBezTo>
                    <a:pt x="16" y="43"/>
                    <a:pt x="16" y="44"/>
                    <a:pt x="17" y="43"/>
                  </a:cubicBezTo>
                  <a:cubicBezTo>
                    <a:pt x="18" y="42"/>
                    <a:pt x="17" y="42"/>
                    <a:pt x="17" y="42"/>
                  </a:cubicBezTo>
                  <a:cubicBezTo>
                    <a:pt x="20" y="41"/>
                    <a:pt x="23" y="40"/>
                    <a:pt x="26" y="40"/>
                  </a:cubicBezTo>
                  <a:cubicBezTo>
                    <a:pt x="20" y="33"/>
                    <a:pt x="26" y="25"/>
                    <a:pt x="24" y="16"/>
                  </a:cubicBezTo>
                  <a:cubicBezTo>
                    <a:pt x="24" y="14"/>
                    <a:pt x="23" y="12"/>
                    <a:pt x="22" y="10"/>
                  </a:cubicBezTo>
                  <a:cubicBezTo>
                    <a:pt x="20" y="7"/>
                    <a:pt x="18" y="5"/>
                    <a:pt x="15" y="3"/>
                  </a:cubicBezTo>
                  <a:cubicBezTo>
                    <a:pt x="12" y="1"/>
                    <a:pt x="8" y="0"/>
                    <a:pt x="5" y="0"/>
                  </a:cubicBezTo>
                  <a:cubicBezTo>
                    <a:pt x="4" y="0"/>
                    <a:pt x="4" y="0"/>
                    <a:pt x="3" y="0"/>
                  </a:cubicBezTo>
                  <a:cubicBezTo>
                    <a:pt x="1" y="5"/>
                    <a:pt x="0" y="10"/>
                    <a:pt x="0" y="15"/>
                  </a:cubicBezTo>
                  <a:cubicBezTo>
                    <a:pt x="0" y="22"/>
                    <a:pt x="2" y="29"/>
                    <a:pt x="5" y="35"/>
                  </a:cubicBezTo>
                  <a:cubicBezTo>
                    <a:pt x="6" y="36"/>
                    <a:pt x="6" y="37"/>
                    <a:pt x="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5"/>
            <p:cNvSpPr/>
            <p:nvPr/>
          </p:nvSpPr>
          <p:spPr>
            <a:xfrm>
              <a:off x="1323725" y="-636335"/>
              <a:ext cx="10080" cy="11520"/>
            </a:xfrm>
            <a:custGeom>
              <a:rect b="b" l="l" r="r" t="t"/>
              <a:pathLst>
                <a:path extrusionOk="0" h="32" w="28">
                  <a:moveTo>
                    <a:pt x="0" y="16"/>
                  </a:moveTo>
                  <a:lnTo>
                    <a:pt x="1" y="20"/>
                  </a:lnTo>
                  <a:cubicBezTo>
                    <a:pt x="2" y="21"/>
                    <a:pt x="2" y="22"/>
                    <a:pt x="3" y="23"/>
                  </a:cubicBezTo>
                  <a:cubicBezTo>
                    <a:pt x="4" y="26"/>
                    <a:pt x="6" y="28"/>
                    <a:pt x="9" y="29"/>
                  </a:cubicBezTo>
                  <a:cubicBezTo>
                    <a:pt x="10" y="30"/>
                    <a:pt x="11" y="30"/>
                    <a:pt x="12" y="31"/>
                  </a:cubicBezTo>
                  <a:cubicBezTo>
                    <a:pt x="16" y="30"/>
                    <a:pt x="20" y="29"/>
                    <a:pt x="24" y="29"/>
                  </a:cubicBezTo>
                  <a:lnTo>
                    <a:pt x="25" y="28"/>
                  </a:lnTo>
                  <a:cubicBezTo>
                    <a:pt x="27" y="26"/>
                    <a:pt x="26" y="24"/>
                    <a:pt x="27" y="22"/>
                  </a:cubicBezTo>
                  <a:cubicBezTo>
                    <a:pt x="27" y="20"/>
                    <a:pt x="27" y="18"/>
                    <a:pt x="27" y="17"/>
                  </a:cubicBezTo>
                  <a:cubicBezTo>
                    <a:pt x="27" y="13"/>
                    <a:pt x="26" y="9"/>
                    <a:pt x="25" y="6"/>
                  </a:cubicBezTo>
                  <a:cubicBezTo>
                    <a:pt x="19" y="5"/>
                    <a:pt x="13" y="3"/>
                    <a:pt x="7" y="0"/>
                  </a:cubicBezTo>
                  <a:cubicBezTo>
                    <a:pt x="5" y="1"/>
                    <a:pt x="3" y="3"/>
                    <a:pt x="2" y="5"/>
                  </a:cubicBezTo>
                  <a:cubicBezTo>
                    <a:pt x="1" y="7"/>
                    <a:pt x="0" y="10"/>
                    <a:pt x="0" y="13"/>
                  </a:cubicBezTo>
                  <a:cubicBezTo>
                    <a:pt x="0" y="14"/>
                    <a:pt x="0" y="15"/>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5"/>
            <p:cNvSpPr/>
            <p:nvPr/>
          </p:nvSpPr>
          <p:spPr>
            <a:xfrm>
              <a:off x="1327685" y="-625895"/>
              <a:ext cx="4680" cy="1440"/>
            </a:xfrm>
            <a:custGeom>
              <a:rect b="b" l="l" r="r" t="t"/>
              <a:pathLst>
                <a:path extrusionOk="0" h="4" w="13">
                  <a:moveTo>
                    <a:pt x="12" y="0"/>
                  </a:moveTo>
                  <a:cubicBezTo>
                    <a:pt x="8" y="1"/>
                    <a:pt x="4" y="1"/>
                    <a:pt x="0" y="2"/>
                  </a:cubicBezTo>
                  <a:cubicBezTo>
                    <a:pt x="2" y="3"/>
                    <a:pt x="3" y="3"/>
                    <a:pt x="5" y="3"/>
                  </a:cubicBezTo>
                  <a:cubicBezTo>
                    <a:pt x="7" y="3"/>
                    <a:pt x="9" y="2"/>
                    <a:pt x="11" y="1"/>
                  </a:cubicBezTo>
                  <a:cubicBezTo>
                    <a:pt x="12" y="1"/>
                    <a:pt x="12" y="1"/>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5"/>
            <p:cNvSpPr/>
            <p:nvPr/>
          </p:nvSpPr>
          <p:spPr>
            <a:xfrm>
              <a:off x="1326245" y="-638135"/>
              <a:ext cx="6840" cy="4320"/>
            </a:xfrm>
            <a:custGeom>
              <a:rect b="b" l="l" r="r" t="t"/>
              <a:pathLst>
                <a:path extrusionOk="0" h="12" w="19">
                  <a:moveTo>
                    <a:pt x="0" y="5"/>
                  </a:moveTo>
                  <a:cubicBezTo>
                    <a:pt x="6" y="8"/>
                    <a:pt x="12" y="10"/>
                    <a:pt x="18" y="11"/>
                  </a:cubicBezTo>
                  <a:cubicBezTo>
                    <a:pt x="18" y="10"/>
                    <a:pt x="18" y="8"/>
                    <a:pt x="17" y="7"/>
                  </a:cubicBezTo>
                  <a:cubicBezTo>
                    <a:pt x="15" y="5"/>
                    <a:pt x="14" y="3"/>
                    <a:pt x="12" y="2"/>
                  </a:cubicBezTo>
                  <a:lnTo>
                    <a:pt x="12" y="0"/>
                  </a:lnTo>
                  <a:cubicBezTo>
                    <a:pt x="9" y="0"/>
                    <a:pt x="6" y="2"/>
                    <a:pt x="3" y="3"/>
                  </a:cubicBezTo>
                  <a:cubicBezTo>
                    <a:pt x="2" y="3"/>
                    <a:pt x="2" y="4"/>
                    <a:pt x="1" y="4"/>
                  </a:cubicBezTo>
                  <a:cubicBezTo>
                    <a:pt x="1" y="4"/>
                    <a:pt x="0"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5"/>
            <p:cNvSpPr/>
            <p:nvPr/>
          </p:nvSpPr>
          <p:spPr>
            <a:xfrm>
              <a:off x="1375565" y="-671975"/>
              <a:ext cx="44280" cy="9360"/>
            </a:xfrm>
            <a:custGeom>
              <a:rect b="b" l="l" r="r" t="t"/>
              <a:pathLst>
                <a:path extrusionOk="0" h="26" w="123">
                  <a:moveTo>
                    <a:pt x="46" y="1"/>
                  </a:moveTo>
                  <a:cubicBezTo>
                    <a:pt x="45" y="1"/>
                    <a:pt x="43" y="1"/>
                    <a:pt x="42" y="1"/>
                  </a:cubicBezTo>
                  <a:cubicBezTo>
                    <a:pt x="36" y="1"/>
                    <a:pt x="30" y="2"/>
                    <a:pt x="25" y="4"/>
                  </a:cubicBezTo>
                  <a:cubicBezTo>
                    <a:pt x="24" y="4"/>
                    <a:pt x="23" y="4"/>
                    <a:pt x="22" y="5"/>
                  </a:cubicBezTo>
                  <a:cubicBezTo>
                    <a:pt x="18" y="8"/>
                    <a:pt x="13" y="9"/>
                    <a:pt x="9" y="10"/>
                  </a:cubicBezTo>
                  <a:cubicBezTo>
                    <a:pt x="3" y="10"/>
                    <a:pt x="0" y="20"/>
                    <a:pt x="7" y="22"/>
                  </a:cubicBezTo>
                  <a:cubicBezTo>
                    <a:pt x="23" y="25"/>
                    <a:pt x="37" y="22"/>
                    <a:pt x="54" y="23"/>
                  </a:cubicBezTo>
                  <a:cubicBezTo>
                    <a:pt x="67" y="24"/>
                    <a:pt x="80" y="25"/>
                    <a:pt x="93" y="25"/>
                  </a:cubicBezTo>
                  <a:cubicBezTo>
                    <a:pt x="100" y="25"/>
                    <a:pt x="107" y="25"/>
                    <a:pt x="114" y="24"/>
                  </a:cubicBezTo>
                  <a:cubicBezTo>
                    <a:pt x="115" y="25"/>
                    <a:pt x="116" y="25"/>
                    <a:pt x="117" y="25"/>
                  </a:cubicBezTo>
                  <a:cubicBezTo>
                    <a:pt x="117" y="25"/>
                    <a:pt x="118" y="25"/>
                    <a:pt x="119" y="24"/>
                  </a:cubicBezTo>
                  <a:cubicBezTo>
                    <a:pt x="120" y="18"/>
                    <a:pt x="121" y="11"/>
                    <a:pt x="122" y="4"/>
                  </a:cubicBezTo>
                  <a:cubicBezTo>
                    <a:pt x="121" y="3"/>
                    <a:pt x="120" y="2"/>
                    <a:pt x="119" y="2"/>
                  </a:cubicBezTo>
                  <a:cubicBezTo>
                    <a:pt x="117" y="1"/>
                    <a:pt x="115" y="0"/>
                    <a:pt x="113" y="0"/>
                  </a:cubicBezTo>
                  <a:lnTo>
                    <a:pt x="112" y="0"/>
                  </a:lnTo>
                  <a:lnTo>
                    <a:pt x="46"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5"/>
            <p:cNvSpPr/>
            <p:nvPr/>
          </p:nvSpPr>
          <p:spPr>
            <a:xfrm>
              <a:off x="1418405" y="-670895"/>
              <a:ext cx="2880" cy="7920"/>
            </a:xfrm>
            <a:custGeom>
              <a:rect b="b" l="l" r="r" t="t"/>
              <a:pathLst>
                <a:path extrusionOk="0" h="22" w="8">
                  <a:moveTo>
                    <a:pt x="2" y="0"/>
                  </a:moveTo>
                  <a:cubicBezTo>
                    <a:pt x="2" y="7"/>
                    <a:pt x="1" y="14"/>
                    <a:pt x="0" y="21"/>
                  </a:cubicBezTo>
                  <a:cubicBezTo>
                    <a:pt x="2" y="20"/>
                    <a:pt x="4" y="18"/>
                    <a:pt x="5" y="16"/>
                  </a:cubicBezTo>
                  <a:cubicBezTo>
                    <a:pt x="6" y="14"/>
                    <a:pt x="7" y="12"/>
                    <a:pt x="7" y="10"/>
                  </a:cubicBezTo>
                  <a:cubicBezTo>
                    <a:pt x="7" y="8"/>
                    <a:pt x="6" y="5"/>
                    <a:pt x="5" y="3"/>
                  </a:cubicBezTo>
                  <a:cubicBezTo>
                    <a:pt x="4" y="2"/>
                    <a:pt x="3"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5"/>
            <p:cNvSpPr/>
            <p:nvPr/>
          </p:nvSpPr>
          <p:spPr>
            <a:xfrm>
              <a:off x="1427765" y="-683495"/>
              <a:ext cx="1080" cy="2520"/>
            </a:xfrm>
            <a:custGeom>
              <a:rect b="b" l="l" r="r" t="t"/>
              <a:pathLst>
                <a:path extrusionOk="0" h="7" w="3">
                  <a:moveTo>
                    <a:pt x="0" y="6"/>
                  </a:moveTo>
                  <a:lnTo>
                    <a:pt x="1" y="5"/>
                  </a:lnTo>
                  <a:cubicBezTo>
                    <a:pt x="2" y="4"/>
                    <a:pt x="2" y="2"/>
                    <a:pt x="2" y="0"/>
                  </a:cubicBezTo>
                  <a:lnTo>
                    <a:pt x="1" y="0"/>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5"/>
            <p:cNvSpPr/>
            <p:nvPr/>
          </p:nvSpPr>
          <p:spPr>
            <a:xfrm>
              <a:off x="1398965" y="-687815"/>
              <a:ext cx="22320" cy="6840"/>
            </a:xfrm>
            <a:custGeom>
              <a:rect b="b" l="l" r="r" t="t"/>
              <a:pathLst>
                <a:path extrusionOk="0" h="19" w="62">
                  <a:moveTo>
                    <a:pt x="61" y="0"/>
                  </a:moveTo>
                  <a:cubicBezTo>
                    <a:pt x="57" y="0"/>
                    <a:pt x="52" y="0"/>
                    <a:pt x="48" y="0"/>
                  </a:cubicBezTo>
                  <a:cubicBezTo>
                    <a:pt x="43" y="0"/>
                    <a:pt x="40" y="0"/>
                    <a:pt x="36" y="0"/>
                  </a:cubicBezTo>
                  <a:cubicBezTo>
                    <a:pt x="26" y="0"/>
                    <a:pt x="15" y="0"/>
                    <a:pt x="4" y="0"/>
                  </a:cubicBezTo>
                  <a:cubicBezTo>
                    <a:pt x="0" y="0"/>
                    <a:pt x="0" y="7"/>
                    <a:pt x="4" y="8"/>
                  </a:cubicBezTo>
                  <a:cubicBezTo>
                    <a:pt x="13" y="9"/>
                    <a:pt x="22" y="13"/>
                    <a:pt x="31" y="15"/>
                  </a:cubicBezTo>
                  <a:cubicBezTo>
                    <a:pt x="40" y="15"/>
                    <a:pt x="49" y="16"/>
                    <a:pt x="57" y="18"/>
                  </a:cubicBezTo>
                  <a:lnTo>
                    <a:pt x="60" y="18"/>
                  </a:lnTo>
                  <a:cubicBezTo>
                    <a:pt x="60" y="13"/>
                    <a:pt x="60" y="8"/>
                    <a:pt x="61" y="4"/>
                  </a:cubicBezTo>
                  <a:cubicBezTo>
                    <a:pt x="61" y="3"/>
                    <a:pt x="61" y="2"/>
                    <a:pt x="61" y="1"/>
                  </a:cubicBezTo>
                  <a:lnTo>
                    <a:pt x="6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5"/>
            <p:cNvSpPr/>
            <p:nvPr/>
          </p:nvSpPr>
          <p:spPr>
            <a:xfrm>
              <a:off x="1428125" y="-684935"/>
              <a:ext cx="720" cy="1800"/>
            </a:xfrm>
            <a:custGeom>
              <a:rect b="b" l="l" r="r" t="t"/>
              <a:pathLst>
                <a:path extrusionOk="0" h="5" w="2">
                  <a:moveTo>
                    <a:pt x="0" y="0"/>
                  </a:moveTo>
                  <a:lnTo>
                    <a:pt x="0" y="4"/>
                  </a:lnTo>
                  <a:lnTo>
                    <a:pt x="1" y="4"/>
                  </a:ln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5"/>
            <p:cNvSpPr/>
            <p:nvPr/>
          </p:nvSpPr>
          <p:spPr>
            <a:xfrm>
              <a:off x="1420565" y="-687815"/>
              <a:ext cx="720" cy="1800"/>
            </a:xfrm>
            <a:custGeom>
              <a:rect b="b" l="l" r="r" t="t"/>
              <a:pathLst>
                <a:path extrusionOk="0" h="5" w="2">
                  <a:moveTo>
                    <a:pt x="1" y="0"/>
                  </a:moveTo>
                  <a:cubicBezTo>
                    <a:pt x="0" y="1"/>
                    <a:pt x="0" y="2"/>
                    <a:pt x="0" y="2"/>
                  </a:cubicBezTo>
                  <a:cubicBezTo>
                    <a:pt x="0" y="3"/>
                    <a:pt x="0" y="4"/>
                    <a:pt x="1" y="4"/>
                  </a:cubicBezTo>
                  <a:cubicBezTo>
                    <a:pt x="1" y="3"/>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5"/>
            <p:cNvSpPr/>
            <p:nvPr/>
          </p:nvSpPr>
          <p:spPr>
            <a:xfrm>
              <a:off x="1420205" y="-686375"/>
              <a:ext cx="7920" cy="6840"/>
            </a:xfrm>
            <a:custGeom>
              <a:rect b="b" l="l" r="r" t="t"/>
              <a:pathLst>
                <a:path extrusionOk="0" h="19" w="22">
                  <a:moveTo>
                    <a:pt x="10" y="7"/>
                  </a:moveTo>
                  <a:cubicBezTo>
                    <a:pt x="8" y="7"/>
                    <a:pt x="7" y="7"/>
                    <a:pt x="5" y="6"/>
                  </a:cubicBezTo>
                  <a:cubicBezTo>
                    <a:pt x="3" y="5"/>
                    <a:pt x="3" y="5"/>
                    <a:pt x="2" y="3"/>
                  </a:cubicBezTo>
                  <a:cubicBezTo>
                    <a:pt x="2" y="2"/>
                    <a:pt x="1" y="1"/>
                    <a:pt x="1" y="0"/>
                  </a:cubicBezTo>
                  <a:cubicBezTo>
                    <a:pt x="1" y="5"/>
                    <a:pt x="1" y="10"/>
                    <a:pt x="0" y="15"/>
                  </a:cubicBezTo>
                  <a:cubicBezTo>
                    <a:pt x="3" y="16"/>
                    <a:pt x="7" y="17"/>
                    <a:pt x="11" y="18"/>
                  </a:cubicBezTo>
                  <a:cubicBezTo>
                    <a:pt x="11" y="18"/>
                    <a:pt x="12" y="18"/>
                    <a:pt x="13" y="18"/>
                  </a:cubicBezTo>
                  <a:cubicBezTo>
                    <a:pt x="14" y="18"/>
                    <a:pt x="16" y="18"/>
                    <a:pt x="18" y="17"/>
                  </a:cubicBezTo>
                  <a:cubicBezTo>
                    <a:pt x="19" y="16"/>
                    <a:pt x="20" y="15"/>
                    <a:pt x="21" y="14"/>
                  </a:cubicBezTo>
                  <a:lnTo>
                    <a:pt x="21" y="8"/>
                  </a:lnTo>
                  <a:lnTo>
                    <a:pt x="1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5"/>
            <p:cNvSpPr/>
            <p:nvPr/>
          </p:nvSpPr>
          <p:spPr>
            <a:xfrm>
              <a:off x="1420925" y="-687815"/>
              <a:ext cx="7560" cy="4320"/>
            </a:xfrm>
            <a:custGeom>
              <a:rect b="b" l="l" r="r" t="t"/>
              <a:pathLst>
                <a:path extrusionOk="0" h="12" w="21">
                  <a:moveTo>
                    <a:pt x="14" y="3"/>
                  </a:moveTo>
                  <a:cubicBezTo>
                    <a:pt x="9" y="1"/>
                    <a:pt x="4" y="1"/>
                    <a:pt x="0" y="0"/>
                  </a:cubicBezTo>
                  <a:cubicBezTo>
                    <a:pt x="0" y="2"/>
                    <a:pt x="0" y="3"/>
                    <a:pt x="0" y="4"/>
                  </a:cubicBezTo>
                  <a:cubicBezTo>
                    <a:pt x="0" y="5"/>
                    <a:pt x="0" y="6"/>
                    <a:pt x="1" y="7"/>
                  </a:cubicBezTo>
                  <a:cubicBezTo>
                    <a:pt x="2" y="9"/>
                    <a:pt x="3" y="9"/>
                    <a:pt x="4" y="10"/>
                  </a:cubicBezTo>
                  <a:cubicBezTo>
                    <a:pt x="5" y="11"/>
                    <a:pt x="7" y="11"/>
                    <a:pt x="8" y="11"/>
                  </a:cubicBezTo>
                  <a:lnTo>
                    <a:pt x="9" y="11"/>
                  </a:lnTo>
                  <a:lnTo>
                    <a:pt x="20" y="11"/>
                  </a:lnTo>
                  <a:lnTo>
                    <a:pt x="20" y="8"/>
                  </a:lnTo>
                  <a:lnTo>
                    <a:pt x="20" y="7"/>
                  </a:lnTo>
                  <a:cubicBezTo>
                    <a:pt x="19" y="6"/>
                    <a:pt x="18" y="5"/>
                    <a:pt x="16" y="4"/>
                  </a:cubicBezTo>
                  <a:cubicBezTo>
                    <a:pt x="15" y="4"/>
                    <a:pt x="15" y="3"/>
                    <a:pt x="1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5"/>
            <p:cNvSpPr/>
            <p:nvPr/>
          </p:nvSpPr>
          <p:spPr>
            <a:xfrm>
              <a:off x="1366205" y="-708335"/>
              <a:ext cx="55440" cy="11520"/>
            </a:xfrm>
            <a:custGeom>
              <a:rect b="b" l="l" r="r" t="t"/>
              <a:pathLst>
                <a:path extrusionOk="0" h="32" w="154">
                  <a:moveTo>
                    <a:pt x="75" y="7"/>
                  </a:moveTo>
                  <a:cubicBezTo>
                    <a:pt x="51" y="4"/>
                    <a:pt x="27" y="1"/>
                    <a:pt x="3" y="0"/>
                  </a:cubicBezTo>
                  <a:lnTo>
                    <a:pt x="2" y="0"/>
                  </a:lnTo>
                  <a:cubicBezTo>
                    <a:pt x="2" y="1"/>
                    <a:pt x="2" y="1"/>
                    <a:pt x="1" y="2"/>
                  </a:cubicBezTo>
                  <a:cubicBezTo>
                    <a:pt x="0" y="3"/>
                    <a:pt x="0" y="3"/>
                    <a:pt x="0" y="4"/>
                  </a:cubicBezTo>
                  <a:cubicBezTo>
                    <a:pt x="0" y="4"/>
                    <a:pt x="0" y="5"/>
                    <a:pt x="1" y="6"/>
                  </a:cubicBezTo>
                  <a:lnTo>
                    <a:pt x="2" y="7"/>
                  </a:lnTo>
                  <a:lnTo>
                    <a:pt x="3" y="7"/>
                  </a:lnTo>
                  <a:cubicBezTo>
                    <a:pt x="30" y="15"/>
                    <a:pt x="56" y="21"/>
                    <a:pt x="84" y="25"/>
                  </a:cubicBezTo>
                  <a:cubicBezTo>
                    <a:pt x="108" y="26"/>
                    <a:pt x="130" y="30"/>
                    <a:pt x="153" y="31"/>
                  </a:cubicBezTo>
                  <a:lnTo>
                    <a:pt x="153" y="11"/>
                  </a:lnTo>
                  <a:cubicBezTo>
                    <a:pt x="127" y="11"/>
                    <a:pt x="101" y="9"/>
                    <a:pt x="7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5"/>
            <p:cNvSpPr/>
            <p:nvPr/>
          </p:nvSpPr>
          <p:spPr>
            <a:xfrm>
              <a:off x="1421645" y="-704375"/>
              <a:ext cx="3600" cy="7560"/>
            </a:xfrm>
            <a:custGeom>
              <a:rect b="b" l="l" r="r" t="t"/>
              <a:pathLst>
                <a:path extrusionOk="0" h="21" w="10">
                  <a:moveTo>
                    <a:pt x="9" y="19"/>
                  </a:moveTo>
                  <a:cubicBezTo>
                    <a:pt x="8" y="13"/>
                    <a:pt x="7" y="7"/>
                    <a:pt x="6" y="0"/>
                  </a:cubicBezTo>
                  <a:lnTo>
                    <a:pt x="0" y="0"/>
                  </a:lnTo>
                  <a:lnTo>
                    <a:pt x="0" y="19"/>
                  </a:lnTo>
                  <a:lnTo>
                    <a:pt x="6" y="19"/>
                  </a:lnTo>
                  <a:cubicBezTo>
                    <a:pt x="7" y="20"/>
                    <a:pt x="7" y="20"/>
                    <a:pt x="8" y="20"/>
                  </a:cubicBezTo>
                  <a:cubicBezTo>
                    <a:pt x="8" y="20"/>
                    <a:pt x="9" y="20"/>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5"/>
            <p:cNvSpPr/>
            <p:nvPr/>
          </p:nvSpPr>
          <p:spPr>
            <a:xfrm>
              <a:off x="1390685" y="-719135"/>
              <a:ext cx="31320" cy="10080"/>
            </a:xfrm>
            <a:custGeom>
              <a:rect b="b" l="l" r="r" t="t"/>
              <a:pathLst>
                <a:path extrusionOk="0" h="28" w="87">
                  <a:moveTo>
                    <a:pt x="58" y="1"/>
                  </a:moveTo>
                  <a:cubicBezTo>
                    <a:pt x="54" y="1"/>
                    <a:pt x="49" y="0"/>
                    <a:pt x="45" y="0"/>
                  </a:cubicBezTo>
                  <a:cubicBezTo>
                    <a:pt x="32" y="0"/>
                    <a:pt x="19" y="2"/>
                    <a:pt x="7" y="4"/>
                  </a:cubicBezTo>
                  <a:cubicBezTo>
                    <a:pt x="6" y="4"/>
                    <a:pt x="5" y="5"/>
                    <a:pt x="4" y="5"/>
                  </a:cubicBezTo>
                  <a:cubicBezTo>
                    <a:pt x="3" y="6"/>
                    <a:pt x="2" y="6"/>
                    <a:pt x="1" y="7"/>
                  </a:cubicBezTo>
                  <a:cubicBezTo>
                    <a:pt x="0" y="8"/>
                    <a:pt x="0" y="9"/>
                    <a:pt x="0" y="11"/>
                  </a:cubicBezTo>
                  <a:cubicBezTo>
                    <a:pt x="0" y="12"/>
                    <a:pt x="0" y="13"/>
                    <a:pt x="1" y="14"/>
                  </a:cubicBezTo>
                  <a:cubicBezTo>
                    <a:pt x="2" y="15"/>
                    <a:pt x="3" y="15"/>
                    <a:pt x="4" y="16"/>
                  </a:cubicBezTo>
                  <a:cubicBezTo>
                    <a:pt x="5" y="17"/>
                    <a:pt x="6" y="17"/>
                    <a:pt x="7" y="17"/>
                  </a:cubicBezTo>
                  <a:cubicBezTo>
                    <a:pt x="25" y="18"/>
                    <a:pt x="44" y="20"/>
                    <a:pt x="62" y="24"/>
                  </a:cubicBezTo>
                  <a:cubicBezTo>
                    <a:pt x="69" y="26"/>
                    <a:pt x="75" y="27"/>
                    <a:pt x="81" y="27"/>
                  </a:cubicBezTo>
                  <a:cubicBezTo>
                    <a:pt x="83" y="27"/>
                    <a:pt x="84" y="27"/>
                    <a:pt x="86" y="27"/>
                  </a:cubicBezTo>
                  <a:lnTo>
                    <a:pt x="86" y="3"/>
                  </a:lnTo>
                  <a:cubicBezTo>
                    <a:pt x="77" y="3"/>
                    <a:pt x="68" y="2"/>
                    <a:pt x="5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5"/>
            <p:cNvSpPr/>
            <p:nvPr/>
          </p:nvSpPr>
          <p:spPr>
            <a:xfrm>
              <a:off x="1422005" y="-718055"/>
              <a:ext cx="2160" cy="9000"/>
            </a:xfrm>
            <a:custGeom>
              <a:rect b="b" l="l" r="r" t="t"/>
              <a:pathLst>
                <a:path extrusionOk="0" h="25" w="6">
                  <a:moveTo>
                    <a:pt x="2" y="0"/>
                  </a:moveTo>
                  <a:lnTo>
                    <a:pt x="0" y="0"/>
                  </a:lnTo>
                  <a:lnTo>
                    <a:pt x="0" y="24"/>
                  </a:lnTo>
                  <a:lnTo>
                    <a:pt x="5" y="24"/>
                  </a:lnTo>
                  <a:cubicBezTo>
                    <a:pt x="3" y="16"/>
                    <a:pt x="3" y="8"/>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5"/>
            <p:cNvSpPr/>
            <p:nvPr/>
          </p:nvSpPr>
          <p:spPr>
            <a:xfrm>
              <a:off x="1406885" y="-729215"/>
              <a:ext cx="15480" cy="8280"/>
            </a:xfrm>
            <a:custGeom>
              <a:rect b="b" l="l" r="r" t="t"/>
              <a:pathLst>
                <a:path extrusionOk="0" h="23" w="43">
                  <a:moveTo>
                    <a:pt x="42" y="0"/>
                  </a:moveTo>
                  <a:cubicBezTo>
                    <a:pt x="39" y="0"/>
                    <a:pt x="36" y="0"/>
                    <a:pt x="33" y="0"/>
                  </a:cubicBezTo>
                  <a:cubicBezTo>
                    <a:pt x="24" y="0"/>
                    <a:pt x="14" y="1"/>
                    <a:pt x="5" y="4"/>
                  </a:cubicBezTo>
                  <a:cubicBezTo>
                    <a:pt x="4" y="4"/>
                    <a:pt x="4" y="4"/>
                    <a:pt x="3" y="5"/>
                  </a:cubicBezTo>
                  <a:cubicBezTo>
                    <a:pt x="2" y="5"/>
                    <a:pt x="2" y="6"/>
                    <a:pt x="1" y="7"/>
                  </a:cubicBezTo>
                  <a:cubicBezTo>
                    <a:pt x="0" y="8"/>
                    <a:pt x="0" y="9"/>
                    <a:pt x="0" y="11"/>
                  </a:cubicBezTo>
                  <a:cubicBezTo>
                    <a:pt x="0" y="12"/>
                    <a:pt x="0" y="13"/>
                    <a:pt x="1" y="14"/>
                  </a:cubicBezTo>
                  <a:cubicBezTo>
                    <a:pt x="2" y="15"/>
                    <a:pt x="2" y="16"/>
                    <a:pt x="3" y="17"/>
                  </a:cubicBezTo>
                  <a:cubicBezTo>
                    <a:pt x="4" y="17"/>
                    <a:pt x="4" y="17"/>
                    <a:pt x="5" y="18"/>
                  </a:cubicBezTo>
                  <a:cubicBezTo>
                    <a:pt x="16" y="21"/>
                    <a:pt x="28" y="22"/>
                    <a:pt x="40" y="22"/>
                  </a:cubicBezTo>
                  <a:cubicBezTo>
                    <a:pt x="41" y="22"/>
                    <a:pt x="41" y="22"/>
                    <a:pt x="42" y="22"/>
                  </a:cubicBezTo>
                  <a:cubicBezTo>
                    <a:pt x="42" y="15"/>
                    <a:pt x="42" y="7"/>
                    <a:pt x="4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5"/>
            <p:cNvSpPr/>
            <p:nvPr/>
          </p:nvSpPr>
          <p:spPr>
            <a:xfrm>
              <a:off x="1422365" y="-729215"/>
              <a:ext cx="1080" cy="8280"/>
            </a:xfrm>
            <a:custGeom>
              <a:rect b="b" l="l" r="r" t="t"/>
              <a:pathLst>
                <a:path extrusionOk="0" h="23" w="3">
                  <a:moveTo>
                    <a:pt x="1" y="0"/>
                  </a:moveTo>
                  <a:lnTo>
                    <a:pt x="0" y="0"/>
                  </a:lnTo>
                  <a:cubicBezTo>
                    <a:pt x="0" y="8"/>
                    <a:pt x="0" y="15"/>
                    <a:pt x="0" y="22"/>
                  </a:cubicBezTo>
                  <a:lnTo>
                    <a:pt x="2" y="22"/>
                  </a:lnTo>
                  <a:cubicBezTo>
                    <a:pt x="1" y="15"/>
                    <a:pt x="1" y="8"/>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5"/>
            <p:cNvSpPr/>
            <p:nvPr/>
          </p:nvSpPr>
          <p:spPr>
            <a:xfrm>
              <a:off x="1442525" y="-753695"/>
              <a:ext cx="9720" cy="16200"/>
            </a:xfrm>
            <a:custGeom>
              <a:rect b="b" l="l" r="r" t="t"/>
              <a:pathLst>
                <a:path extrusionOk="0" h="45" w="27">
                  <a:moveTo>
                    <a:pt x="4" y="5"/>
                  </a:moveTo>
                  <a:cubicBezTo>
                    <a:pt x="1" y="12"/>
                    <a:pt x="0" y="20"/>
                    <a:pt x="0" y="28"/>
                  </a:cubicBezTo>
                  <a:cubicBezTo>
                    <a:pt x="0" y="29"/>
                    <a:pt x="0" y="30"/>
                    <a:pt x="0" y="32"/>
                  </a:cubicBezTo>
                  <a:cubicBezTo>
                    <a:pt x="0" y="34"/>
                    <a:pt x="0" y="35"/>
                    <a:pt x="1" y="37"/>
                  </a:cubicBezTo>
                  <a:cubicBezTo>
                    <a:pt x="3" y="39"/>
                    <a:pt x="4" y="41"/>
                    <a:pt x="6" y="42"/>
                  </a:cubicBezTo>
                  <a:cubicBezTo>
                    <a:pt x="8" y="43"/>
                    <a:pt x="10" y="44"/>
                    <a:pt x="13" y="44"/>
                  </a:cubicBezTo>
                  <a:cubicBezTo>
                    <a:pt x="15" y="43"/>
                    <a:pt x="17" y="43"/>
                    <a:pt x="19" y="42"/>
                  </a:cubicBezTo>
                  <a:cubicBezTo>
                    <a:pt x="21" y="41"/>
                    <a:pt x="23" y="39"/>
                    <a:pt x="24" y="37"/>
                  </a:cubicBezTo>
                  <a:cubicBezTo>
                    <a:pt x="26" y="35"/>
                    <a:pt x="25" y="33"/>
                    <a:pt x="25" y="31"/>
                  </a:cubicBezTo>
                  <a:cubicBezTo>
                    <a:pt x="25" y="30"/>
                    <a:pt x="25" y="30"/>
                    <a:pt x="25" y="30"/>
                  </a:cubicBezTo>
                  <a:cubicBezTo>
                    <a:pt x="25" y="28"/>
                    <a:pt x="26" y="27"/>
                    <a:pt x="26" y="25"/>
                  </a:cubicBezTo>
                  <a:cubicBezTo>
                    <a:pt x="26" y="19"/>
                    <a:pt x="24" y="12"/>
                    <a:pt x="22" y="6"/>
                  </a:cubicBezTo>
                  <a:lnTo>
                    <a:pt x="21" y="5"/>
                  </a:lnTo>
                  <a:cubicBezTo>
                    <a:pt x="19" y="3"/>
                    <a:pt x="20" y="2"/>
                    <a:pt x="18" y="1"/>
                  </a:cubicBezTo>
                  <a:cubicBezTo>
                    <a:pt x="17" y="0"/>
                    <a:pt x="15" y="0"/>
                    <a:pt x="13" y="0"/>
                  </a:cubicBezTo>
                  <a:cubicBezTo>
                    <a:pt x="12" y="0"/>
                    <a:pt x="10" y="0"/>
                    <a:pt x="8" y="1"/>
                  </a:cubicBezTo>
                  <a:cubicBezTo>
                    <a:pt x="7" y="2"/>
                    <a:pt x="5" y="3"/>
                    <a:pt x="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5"/>
            <p:cNvSpPr/>
            <p:nvPr/>
          </p:nvSpPr>
          <p:spPr>
            <a:xfrm>
              <a:off x="1432085" y="-846215"/>
              <a:ext cx="14760" cy="70560"/>
            </a:xfrm>
            <a:custGeom>
              <a:rect b="b" l="l" r="r" t="t"/>
              <a:pathLst>
                <a:path extrusionOk="0" h="196" w="41">
                  <a:moveTo>
                    <a:pt x="0" y="6"/>
                  </a:moveTo>
                  <a:cubicBezTo>
                    <a:pt x="4" y="32"/>
                    <a:pt x="8" y="58"/>
                    <a:pt x="11" y="85"/>
                  </a:cubicBezTo>
                  <a:cubicBezTo>
                    <a:pt x="16" y="121"/>
                    <a:pt x="19" y="157"/>
                    <a:pt x="28" y="192"/>
                  </a:cubicBezTo>
                  <a:cubicBezTo>
                    <a:pt x="28" y="195"/>
                    <a:pt x="32" y="194"/>
                    <a:pt x="32" y="192"/>
                  </a:cubicBezTo>
                  <a:cubicBezTo>
                    <a:pt x="38" y="171"/>
                    <a:pt x="40" y="149"/>
                    <a:pt x="40" y="127"/>
                  </a:cubicBezTo>
                  <a:cubicBezTo>
                    <a:pt x="40" y="105"/>
                    <a:pt x="38" y="83"/>
                    <a:pt x="32" y="61"/>
                  </a:cubicBezTo>
                  <a:cubicBezTo>
                    <a:pt x="27" y="41"/>
                    <a:pt x="23" y="20"/>
                    <a:pt x="19" y="0"/>
                  </a:cubicBezTo>
                  <a:cubicBezTo>
                    <a:pt x="17" y="1"/>
                    <a:pt x="16" y="2"/>
                    <a:pt x="14" y="3"/>
                  </a:cubicBezTo>
                  <a:cubicBezTo>
                    <a:pt x="12" y="4"/>
                    <a:pt x="9" y="5"/>
                    <a:pt x="7" y="7"/>
                  </a:cubicBezTo>
                  <a:cubicBezTo>
                    <a:pt x="6" y="7"/>
                    <a:pt x="5" y="7"/>
                    <a:pt x="4" y="7"/>
                  </a:cubicBezTo>
                  <a:cubicBezTo>
                    <a:pt x="2" y="7"/>
                    <a:pt x="1" y="7"/>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5"/>
            <p:cNvSpPr/>
            <p:nvPr/>
          </p:nvSpPr>
          <p:spPr>
            <a:xfrm>
              <a:off x="1425245" y="-873215"/>
              <a:ext cx="3600" cy="360"/>
            </a:xfrm>
            <a:custGeom>
              <a:rect b="b" l="l" r="r" t="t"/>
              <a:pathLst>
                <a:path extrusionOk="0" h="1" w="10">
                  <a:moveTo>
                    <a:pt x="9" y="0"/>
                  </a:moveTo>
                  <a:cubicBezTo>
                    <a:pt x="7" y="0"/>
                    <a:pt x="5" y="0"/>
                    <a:pt x="4" y="0"/>
                  </a:cubicBezTo>
                  <a:cubicBezTo>
                    <a:pt x="2" y="0"/>
                    <a:pt x="1" y="0"/>
                    <a:pt x="0"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5"/>
            <p:cNvSpPr/>
            <p:nvPr/>
          </p:nvSpPr>
          <p:spPr>
            <a:xfrm>
              <a:off x="1427765" y="-864935"/>
              <a:ext cx="6120" cy="4680"/>
            </a:xfrm>
            <a:custGeom>
              <a:rect b="b" l="l" r="r" t="t"/>
              <a:pathLst>
                <a:path extrusionOk="0" h="13" w="17">
                  <a:moveTo>
                    <a:pt x="16" y="1"/>
                  </a:moveTo>
                  <a:lnTo>
                    <a:pt x="0" y="0"/>
                  </a:lnTo>
                  <a:cubicBezTo>
                    <a:pt x="1" y="4"/>
                    <a:pt x="2" y="8"/>
                    <a:pt x="3" y="12"/>
                  </a:cubicBezTo>
                  <a:cubicBezTo>
                    <a:pt x="7" y="10"/>
                    <a:pt x="11" y="5"/>
                    <a:pt x="1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5"/>
            <p:cNvSpPr/>
            <p:nvPr/>
          </p:nvSpPr>
          <p:spPr>
            <a:xfrm>
              <a:off x="1424885" y="-872855"/>
              <a:ext cx="9000" cy="8640"/>
            </a:xfrm>
            <a:custGeom>
              <a:rect b="b" l="l" r="r" t="t"/>
              <a:pathLst>
                <a:path extrusionOk="0" h="24" w="25">
                  <a:moveTo>
                    <a:pt x="8" y="22"/>
                  </a:moveTo>
                  <a:lnTo>
                    <a:pt x="24" y="23"/>
                  </a:lnTo>
                  <a:cubicBezTo>
                    <a:pt x="21" y="17"/>
                    <a:pt x="19" y="12"/>
                    <a:pt x="16" y="6"/>
                  </a:cubicBezTo>
                  <a:cubicBezTo>
                    <a:pt x="15" y="6"/>
                    <a:pt x="15" y="6"/>
                    <a:pt x="15" y="5"/>
                  </a:cubicBezTo>
                  <a:cubicBezTo>
                    <a:pt x="14" y="3"/>
                    <a:pt x="13" y="3"/>
                    <a:pt x="10" y="1"/>
                  </a:cubicBezTo>
                  <a:cubicBezTo>
                    <a:pt x="9" y="0"/>
                    <a:pt x="10" y="0"/>
                    <a:pt x="9" y="0"/>
                  </a:cubicBezTo>
                  <a:lnTo>
                    <a:pt x="0" y="0"/>
                  </a:lnTo>
                  <a:cubicBezTo>
                    <a:pt x="3" y="7"/>
                    <a:pt x="5" y="14"/>
                    <a:pt x="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5"/>
            <p:cNvSpPr/>
            <p:nvPr/>
          </p:nvSpPr>
          <p:spPr>
            <a:xfrm>
              <a:off x="1446125" y="-855575"/>
              <a:ext cx="18360" cy="75600"/>
            </a:xfrm>
            <a:custGeom>
              <a:rect b="b" l="l" r="r" t="t"/>
              <a:pathLst>
                <a:path extrusionOk="0" h="210" w="51">
                  <a:moveTo>
                    <a:pt x="6" y="45"/>
                  </a:moveTo>
                  <a:cubicBezTo>
                    <a:pt x="13" y="70"/>
                    <a:pt x="18" y="96"/>
                    <a:pt x="19" y="122"/>
                  </a:cubicBezTo>
                  <a:cubicBezTo>
                    <a:pt x="20" y="151"/>
                    <a:pt x="35" y="178"/>
                    <a:pt x="37" y="206"/>
                  </a:cubicBezTo>
                  <a:cubicBezTo>
                    <a:pt x="37" y="208"/>
                    <a:pt x="41" y="209"/>
                    <a:pt x="41" y="206"/>
                  </a:cubicBezTo>
                  <a:cubicBezTo>
                    <a:pt x="50" y="141"/>
                    <a:pt x="34" y="67"/>
                    <a:pt x="19" y="0"/>
                  </a:cubicBezTo>
                  <a:cubicBezTo>
                    <a:pt x="17" y="1"/>
                    <a:pt x="15" y="2"/>
                    <a:pt x="13" y="3"/>
                  </a:cubicBezTo>
                  <a:cubicBezTo>
                    <a:pt x="8" y="6"/>
                    <a:pt x="4" y="9"/>
                    <a:pt x="0" y="12"/>
                  </a:cubicBezTo>
                  <a:cubicBezTo>
                    <a:pt x="2" y="26"/>
                    <a:pt x="4" y="40"/>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5"/>
            <p:cNvSpPr/>
            <p:nvPr/>
          </p:nvSpPr>
          <p:spPr>
            <a:xfrm>
              <a:off x="1440725" y="-871055"/>
              <a:ext cx="9000" cy="3240"/>
            </a:xfrm>
            <a:custGeom>
              <a:rect b="b" l="l" r="r" t="t"/>
              <a:pathLst>
                <a:path extrusionOk="0" h="9" w="25">
                  <a:moveTo>
                    <a:pt x="24" y="4"/>
                  </a:moveTo>
                  <a:cubicBezTo>
                    <a:pt x="23" y="3"/>
                    <a:pt x="22" y="2"/>
                    <a:pt x="21" y="1"/>
                  </a:cubicBezTo>
                  <a:cubicBezTo>
                    <a:pt x="20" y="1"/>
                    <a:pt x="19" y="0"/>
                    <a:pt x="17" y="0"/>
                  </a:cubicBezTo>
                  <a:lnTo>
                    <a:pt x="14" y="0"/>
                  </a:lnTo>
                  <a:cubicBezTo>
                    <a:pt x="13" y="0"/>
                    <a:pt x="12" y="0"/>
                    <a:pt x="11" y="0"/>
                  </a:cubicBezTo>
                  <a:cubicBezTo>
                    <a:pt x="9" y="0"/>
                    <a:pt x="7" y="0"/>
                    <a:pt x="5" y="1"/>
                  </a:cubicBezTo>
                  <a:cubicBezTo>
                    <a:pt x="3" y="2"/>
                    <a:pt x="2" y="4"/>
                    <a:pt x="1" y="5"/>
                  </a:cubicBezTo>
                  <a:cubicBezTo>
                    <a:pt x="1" y="6"/>
                    <a:pt x="0" y="7"/>
                    <a:pt x="0" y="8"/>
                  </a:cubicBezTo>
                  <a:cubicBezTo>
                    <a:pt x="8" y="5"/>
                    <a:pt x="16"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5"/>
            <p:cNvSpPr/>
            <p:nvPr/>
          </p:nvSpPr>
          <p:spPr>
            <a:xfrm>
              <a:off x="1461245" y="-858095"/>
              <a:ext cx="14400" cy="27360"/>
            </a:xfrm>
            <a:custGeom>
              <a:rect b="b" l="l" r="r" t="t"/>
              <a:pathLst>
                <a:path extrusionOk="0" h="76" w="40">
                  <a:moveTo>
                    <a:pt x="7" y="28"/>
                  </a:moveTo>
                  <a:cubicBezTo>
                    <a:pt x="12" y="30"/>
                    <a:pt x="13" y="35"/>
                    <a:pt x="11" y="42"/>
                  </a:cubicBezTo>
                  <a:cubicBezTo>
                    <a:pt x="12" y="51"/>
                    <a:pt x="12" y="60"/>
                    <a:pt x="13" y="69"/>
                  </a:cubicBezTo>
                  <a:cubicBezTo>
                    <a:pt x="13" y="75"/>
                    <a:pt x="22" y="74"/>
                    <a:pt x="23" y="69"/>
                  </a:cubicBezTo>
                  <a:cubicBezTo>
                    <a:pt x="25" y="58"/>
                    <a:pt x="39" y="24"/>
                    <a:pt x="26" y="13"/>
                  </a:cubicBezTo>
                  <a:cubicBezTo>
                    <a:pt x="29" y="16"/>
                    <a:pt x="27" y="10"/>
                    <a:pt x="26" y="6"/>
                  </a:cubicBezTo>
                  <a:cubicBezTo>
                    <a:pt x="25" y="2"/>
                    <a:pt x="26" y="2"/>
                    <a:pt x="26" y="0"/>
                  </a:cubicBezTo>
                  <a:cubicBezTo>
                    <a:pt x="17" y="0"/>
                    <a:pt x="9" y="0"/>
                    <a:pt x="0" y="1"/>
                  </a:cubicBezTo>
                  <a:cubicBezTo>
                    <a:pt x="2" y="8"/>
                    <a:pt x="3" y="15"/>
                    <a:pt x="4" y="23"/>
                  </a:cubicBezTo>
                  <a:cubicBezTo>
                    <a:pt x="4" y="23"/>
                    <a:pt x="4" y="24"/>
                    <a:pt x="5" y="25"/>
                  </a:cubicBezTo>
                  <a:cubicBezTo>
                    <a:pt x="5" y="26"/>
                    <a:pt x="6" y="27"/>
                    <a:pt x="7"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5"/>
            <p:cNvSpPr/>
            <p:nvPr/>
          </p:nvSpPr>
          <p:spPr>
            <a:xfrm>
              <a:off x="1463405" y="-870695"/>
              <a:ext cx="2160" cy="360"/>
            </a:xfrm>
            <a:custGeom>
              <a:rect b="b" l="l" r="r" t="t"/>
              <a:pathLst>
                <a:path extrusionOk="0" h="1" w="6">
                  <a:moveTo>
                    <a:pt x="0" y="0"/>
                  </a:moveTo>
                  <a:lnTo>
                    <a:pt x="5" y="0"/>
                  </a:lnTo>
                  <a:cubicBezTo>
                    <a:pt x="4" y="0"/>
                    <a:pt x="3" y="0"/>
                    <a:pt x="2" y="0"/>
                  </a:cubicBezTo>
                  <a:cubicBezTo>
                    <a:pt x="1"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5"/>
            <p:cNvSpPr/>
            <p:nvPr/>
          </p:nvSpPr>
          <p:spPr>
            <a:xfrm>
              <a:off x="1460525" y="-870335"/>
              <a:ext cx="5760" cy="1800"/>
            </a:xfrm>
            <a:custGeom>
              <a:rect b="b" l="l" r="r" t="t"/>
              <a:pathLst>
                <a:path extrusionOk="0" h="5" w="16">
                  <a:moveTo>
                    <a:pt x="0" y="4"/>
                  </a:moveTo>
                  <a:cubicBezTo>
                    <a:pt x="5" y="3"/>
                    <a:pt x="10" y="2"/>
                    <a:pt x="15" y="1"/>
                  </a:cubicBezTo>
                  <a:lnTo>
                    <a:pt x="13" y="0"/>
                  </a:lnTo>
                  <a:lnTo>
                    <a:pt x="8" y="0"/>
                  </a:lnTo>
                  <a:cubicBezTo>
                    <a:pt x="6"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5"/>
            <p:cNvSpPr/>
            <p:nvPr/>
          </p:nvSpPr>
          <p:spPr>
            <a:xfrm>
              <a:off x="1478885" y="-806255"/>
              <a:ext cx="6840" cy="26640"/>
            </a:xfrm>
            <a:custGeom>
              <a:rect b="b" l="l" r="r" t="t"/>
              <a:pathLst>
                <a:path extrusionOk="0" h="74" w="19">
                  <a:moveTo>
                    <a:pt x="4" y="2"/>
                  </a:moveTo>
                  <a:cubicBezTo>
                    <a:pt x="2" y="8"/>
                    <a:pt x="0" y="15"/>
                    <a:pt x="0" y="22"/>
                  </a:cubicBezTo>
                  <a:cubicBezTo>
                    <a:pt x="0" y="24"/>
                    <a:pt x="0" y="26"/>
                    <a:pt x="1" y="29"/>
                  </a:cubicBezTo>
                  <a:cubicBezTo>
                    <a:pt x="1" y="41"/>
                    <a:pt x="2" y="54"/>
                    <a:pt x="3" y="66"/>
                  </a:cubicBezTo>
                  <a:cubicBezTo>
                    <a:pt x="3" y="73"/>
                    <a:pt x="14" y="72"/>
                    <a:pt x="15" y="66"/>
                  </a:cubicBezTo>
                  <a:cubicBezTo>
                    <a:pt x="15" y="56"/>
                    <a:pt x="17" y="45"/>
                    <a:pt x="17" y="34"/>
                  </a:cubicBezTo>
                  <a:cubicBezTo>
                    <a:pt x="17" y="31"/>
                    <a:pt x="18" y="28"/>
                    <a:pt x="18" y="24"/>
                  </a:cubicBezTo>
                  <a:cubicBezTo>
                    <a:pt x="18" y="17"/>
                    <a:pt x="16" y="9"/>
                    <a:pt x="14" y="2"/>
                  </a:cubicBezTo>
                  <a:cubicBezTo>
                    <a:pt x="13" y="2"/>
                    <a:pt x="12" y="1"/>
                    <a:pt x="12" y="1"/>
                  </a:cubicBezTo>
                  <a:cubicBezTo>
                    <a:pt x="11" y="0"/>
                    <a:pt x="10" y="0"/>
                    <a:pt x="9" y="0"/>
                  </a:cubicBezTo>
                  <a:cubicBezTo>
                    <a:pt x="8" y="0"/>
                    <a:pt x="7" y="0"/>
                    <a:pt x="6" y="1"/>
                  </a:cubicBezTo>
                  <a:cubicBezTo>
                    <a:pt x="5" y="1"/>
                    <a:pt x="5"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5"/>
            <p:cNvSpPr/>
            <p:nvPr/>
          </p:nvSpPr>
          <p:spPr>
            <a:xfrm>
              <a:off x="1472405" y="-858815"/>
              <a:ext cx="11520" cy="32040"/>
            </a:xfrm>
            <a:custGeom>
              <a:rect b="b" l="l" r="r" t="t"/>
              <a:pathLst>
                <a:path extrusionOk="0" h="89" w="32">
                  <a:moveTo>
                    <a:pt x="4" y="8"/>
                  </a:moveTo>
                  <a:cubicBezTo>
                    <a:pt x="4" y="11"/>
                    <a:pt x="5" y="15"/>
                    <a:pt x="6" y="18"/>
                  </a:cubicBezTo>
                  <a:cubicBezTo>
                    <a:pt x="10" y="40"/>
                    <a:pt x="9" y="62"/>
                    <a:pt x="14" y="84"/>
                  </a:cubicBezTo>
                  <a:cubicBezTo>
                    <a:pt x="14" y="85"/>
                    <a:pt x="14" y="85"/>
                    <a:pt x="14" y="85"/>
                  </a:cubicBezTo>
                  <a:cubicBezTo>
                    <a:pt x="15" y="86"/>
                    <a:pt x="16" y="87"/>
                    <a:pt x="16" y="87"/>
                  </a:cubicBezTo>
                  <a:cubicBezTo>
                    <a:pt x="17" y="88"/>
                    <a:pt x="18" y="88"/>
                    <a:pt x="19" y="88"/>
                  </a:cubicBezTo>
                  <a:cubicBezTo>
                    <a:pt x="20" y="88"/>
                    <a:pt x="21" y="88"/>
                    <a:pt x="22" y="87"/>
                  </a:cubicBezTo>
                  <a:cubicBezTo>
                    <a:pt x="23" y="87"/>
                    <a:pt x="24" y="86"/>
                    <a:pt x="24" y="85"/>
                  </a:cubicBezTo>
                  <a:cubicBezTo>
                    <a:pt x="24" y="85"/>
                    <a:pt x="25" y="85"/>
                    <a:pt x="25" y="84"/>
                  </a:cubicBezTo>
                  <a:cubicBezTo>
                    <a:pt x="29" y="67"/>
                    <a:pt x="31" y="50"/>
                    <a:pt x="31" y="32"/>
                  </a:cubicBezTo>
                  <a:cubicBezTo>
                    <a:pt x="31" y="25"/>
                    <a:pt x="31" y="19"/>
                    <a:pt x="30" y="12"/>
                  </a:cubicBezTo>
                  <a:cubicBezTo>
                    <a:pt x="30" y="9"/>
                    <a:pt x="29" y="6"/>
                    <a:pt x="29" y="3"/>
                  </a:cubicBezTo>
                  <a:lnTo>
                    <a:pt x="22" y="3"/>
                  </a:lnTo>
                  <a:lnTo>
                    <a:pt x="2" y="3"/>
                  </a:lnTo>
                  <a:cubicBezTo>
                    <a:pt x="3" y="3"/>
                    <a:pt x="3" y="3"/>
                    <a:pt x="3" y="3"/>
                  </a:cubicBezTo>
                  <a:cubicBezTo>
                    <a:pt x="3" y="4"/>
                    <a:pt x="4" y="5"/>
                    <a:pt x="5" y="6"/>
                  </a:cubicBezTo>
                  <a:cubicBezTo>
                    <a:pt x="0" y="0"/>
                    <a:pt x="4" y="4"/>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5"/>
            <p:cNvSpPr/>
            <p:nvPr/>
          </p:nvSpPr>
          <p:spPr>
            <a:xfrm>
              <a:off x="1434965" y="-720935"/>
              <a:ext cx="12240" cy="33120"/>
            </a:xfrm>
            <a:custGeom>
              <a:rect b="b" l="l" r="r" t="t"/>
              <a:pathLst>
                <a:path extrusionOk="0" h="92" w="34">
                  <a:moveTo>
                    <a:pt x="32" y="44"/>
                  </a:moveTo>
                  <a:cubicBezTo>
                    <a:pt x="32" y="30"/>
                    <a:pt x="30" y="16"/>
                    <a:pt x="25" y="3"/>
                  </a:cubicBezTo>
                  <a:lnTo>
                    <a:pt x="25" y="2"/>
                  </a:lnTo>
                  <a:cubicBezTo>
                    <a:pt x="24" y="1"/>
                    <a:pt x="23" y="2"/>
                    <a:pt x="23" y="1"/>
                  </a:cubicBezTo>
                  <a:cubicBezTo>
                    <a:pt x="22" y="0"/>
                    <a:pt x="22" y="0"/>
                    <a:pt x="21" y="0"/>
                  </a:cubicBezTo>
                  <a:cubicBezTo>
                    <a:pt x="21" y="0"/>
                    <a:pt x="20" y="0"/>
                    <a:pt x="19" y="1"/>
                  </a:cubicBezTo>
                  <a:cubicBezTo>
                    <a:pt x="19" y="1"/>
                    <a:pt x="18" y="1"/>
                    <a:pt x="18" y="2"/>
                  </a:cubicBezTo>
                  <a:lnTo>
                    <a:pt x="17" y="3"/>
                  </a:lnTo>
                  <a:cubicBezTo>
                    <a:pt x="12" y="18"/>
                    <a:pt x="10" y="34"/>
                    <a:pt x="10" y="50"/>
                  </a:cubicBezTo>
                  <a:cubicBezTo>
                    <a:pt x="10" y="60"/>
                    <a:pt x="8" y="71"/>
                    <a:pt x="4" y="81"/>
                  </a:cubicBezTo>
                  <a:cubicBezTo>
                    <a:pt x="0" y="91"/>
                    <a:pt x="4" y="81"/>
                    <a:pt x="4" y="82"/>
                  </a:cubicBezTo>
                  <a:lnTo>
                    <a:pt x="31" y="82"/>
                  </a:lnTo>
                  <a:cubicBezTo>
                    <a:pt x="32" y="76"/>
                    <a:pt x="33" y="70"/>
                    <a:pt x="33" y="64"/>
                  </a:cubicBezTo>
                  <a:cubicBezTo>
                    <a:pt x="33" y="58"/>
                    <a:pt x="33" y="51"/>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5"/>
            <p:cNvSpPr/>
            <p:nvPr/>
          </p:nvSpPr>
          <p:spPr>
            <a:xfrm>
              <a:off x="1434605" y="-691415"/>
              <a:ext cx="11520" cy="8280"/>
            </a:xfrm>
            <a:custGeom>
              <a:rect b="b" l="l" r="r" t="t"/>
              <a:pathLst>
                <a:path extrusionOk="0" h="23" w="32">
                  <a:moveTo>
                    <a:pt x="5" y="0"/>
                  </a:moveTo>
                  <a:cubicBezTo>
                    <a:pt x="0" y="16"/>
                    <a:pt x="31" y="22"/>
                    <a:pt x="31" y="3"/>
                  </a:cubicBezTo>
                  <a:cubicBezTo>
                    <a:pt x="31" y="3"/>
                    <a:pt x="31" y="1"/>
                    <a:pt x="31" y="0"/>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5"/>
            <p:cNvSpPr/>
            <p:nvPr/>
          </p:nvSpPr>
          <p:spPr>
            <a:xfrm>
              <a:off x="1452245" y="-722375"/>
              <a:ext cx="10800" cy="31680"/>
            </a:xfrm>
            <a:custGeom>
              <a:rect b="b" l="l" r="r" t="t"/>
              <a:pathLst>
                <a:path extrusionOk="0" h="88" w="30">
                  <a:moveTo>
                    <a:pt x="29" y="65"/>
                  </a:moveTo>
                  <a:cubicBezTo>
                    <a:pt x="29" y="64"/>
                    <a:pt x="29" y="62"/>
                    <a:pt x="29" y="61"/>
                  </a:cubicBezTo>
                  <a:cubicBezTo>
                    <a:pt x="29" y="56"/>
                    <a:pt x="29" y="51"/>
                    <a:pt x="28" y="47"/>
                  </a:cubicBezTo>
                  <a:cubicBezTo>
                    <a:pt x="27" y="33"/>
                    <a:pt x="25" y="20"/>
                    <a:pt x="23" y="7"/>
                  </a:cubicBezTo>
                  <a:cubicBezTo>
                    <a:pt x="23" y="0"/>
                    <a:pt x="12" y="2"/>
                    <a:pt x="12" y="9"/>
                  </a:cubicBezTo>
                  <a:cubicBezTo>
                    <a:pt x="9" y="23"/>
                    <a:pt x="8" y="39"/>
                    <a:pt x="7" y="54"/>
                  </a:cubicBezTo>
                  <a:cubicBezTo>
                    <a:pt x="7" y="63"/>
                    <a:pt x="1" y="71"/>
                    <a:pt x="0" y="81"/>
                  </a:cubicBezTo>
                  <a:cubicBezTo>
                    <a:pt x="0" y="82"/>
                    <a:pt x="0" y="82"/>
                    <a:pt x="0" y="82"/>
                  </a:cubicBezTo>
                  <a:cubicBezTo>
                    <a:pt x="0" y="84"/>
                    <a:pt x="0" y="86"/>
                    <a:pt x="1" y="87"/>
                  </a:cubicBezTo>
                  <a:lnTo>
                    <a:pt x="24" y="87"/>
                  </a:lnTo>
                  <a:cubicBezTo>
                    <a:pt x="24" y="87"/>
                    <a:pt x="25" y="87"/>
                    <a:pt x="25" y="86"/>
                  </a:cubicBezTo>
                  <a:cubicBezTo>
                    <a:pt x="26" y="85"/>
                    <a:pt x="26" y="83"/>
                    <a:pt x="26" y="80"/>
                  </a:cubicBezTo>
                  <a:cubicBezTo>
                    <a:pt x="26" y="74"/>
                    <a:pt x="29" y="70"/>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5"/>
            <p:cNvSpPr/>
            <p:nvPr/>
          </p:nvSpPr>
          <p:spPr>
            <a:xfrm>
              <a:off x="1452605" y="-691055"/>
              <a:ext cx="8640" cy="2880"/>
            </a:xfrm>
            <a:custGeom>
              <a:rect b="b" l="l" r="r" t="t"/>
              <a:pathLst>
                <a:path extrusionOk="0" h="8" w="24">
                  <a:moveTo>
                    <a:pt x="23" y="0"/>
                  </a:moveTo>
                  <a:lnTo>
                    <a:pt x="0" y="0"/>
                  </a:lnTo>
                  <a:cubicBezTo>
                    <a:pt x="1" y="2"/>
                    <a:pt x="3" y="4"/>
                    <a:pt x="4" y="5"/>
                  </a:cubicBezTo>
                  <a:cubicBezTo>
                    <a:pt x="7" y="6"/>
                    <a:pt x="8" y="7"/>
                    <a:pt x="11" y="7"/>
                  </a:cubicBezTo>
                  <a:cubicBezTo>
                    <a:pt x="13" y="7"/>
                    <a:pt x="16" y="6"/>
                    <a:pt x="18" y="5"/>
                  </a:cubicBezTo>
                  <a:cubicBezTo>
                    <a:pt x="20" y="4"/>
                    <a:pt x="22" y="2"/>
                    <a:pt x="2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5"/>
            <p:cNvSpPr/>
            <p:nvPr/>
          </p:nvSpPr>
          <p:spPr>
            <a:xfrm>
              <a:off x="1466645" y="-726335"/>
              <a:ext cx="12600" cy="35640"/>
            </a:xfrm>
            <a:custGeom>
              <a:rect b="b" l="l" r="r" t="t"/>
              <a:pathLst>
                <a:path extrusionOk="0" h="99" w="35">
                  <a:moveTo>
                    <a:pt x="33" y="48"/>
                  </a:moveTo>
                  <a:cubicBezTo>
                    <a:pt x="31" y="38"/>
                    <a:pt x="34" y="28"/>
                    <a:pt x="33" y="18"/>
                  </a:cubicBezTo>
                  <a:cubicBezTo>
                    <a:pt x="33" y="13"/>
                    <a:pt x="29" y="8"/>
                    <a:pt x="29" y="3"/>
                  </a:cubicBezTo>
                  <a:lnTo>
                    <a:pt x="28" y="2"/>
                  </a:lnTo>
                  <a:cubicBezTo>
                    <a:pt x="28" y="2"/>
                    <a:pt x="28" y="1"/>
                    <a:pt x="27" y="1"/>
                  </a:cubicBezTo>
                  <a:cubicBezTo>
                    <a:pt x="27" y="1"/>
                    <a:pt x="26" y="0"/>
                    <a:pt x="25" y="0"/>
                  </a:cubicBezTo>
                  <a:lnTo>
                    <a:pt x="24" y="1"/>
                  </a:lnTo>
                  <a:cubicBezTo>
                    <a:pt x="23" y="1"/>
                    <a:pt x="23" y="2"/>
                    <a:pt x="23" y="2"/>
                  </a:cubicBezTo>
                  <a:cubicBezTo>
                    <a:pt x="22" y="2"/>
                    <a:pt x="22" y="3"/>
                    <a:pt x="22" y="3"/>
                  </a:cubicBezTo>
                  <a:cubicBezTo>
                    <a:pt x="19" y="16"/>
                    <a:pt x="16" y="28"/>
                    <a:pt x="11" y="41"/>
                  </a:cubicBezTo>
                  <a:cubicBezTo>
                    <a:pt x="11" y="51"/>
                    <a:pt x="9" y="61"/>
                    <a:pt x="7" y="71"/>
                  </a:cubicBezTo>
                  <a:cubicBezTo>
                    <a:pt x="4" y="77"/>
                    <a:pt x="2" y="83"/>
                    <a:pt x="0" y="90"/>
                  </a:cubicBezTo>
                  <a:cubicBezTo>
                    <a:pt x="0" y="90"/>
                    <a:pt x="0" y="91"/>
                    <a:pt x="0" y="92"/>
                  </a:cubicBezTo>
                  <a:cubicBezTo>
                    <a:pt x="0" y="94"/>
                    <a:pt x="0" y="96"/>
                    <a:pt x="1" y="98"/>
                  </a:cubicBezTo>
                  <a:lnTo>
                    <a:pt x="2" y="98"/>
                  </a:lnTo>
                  <a:lnTo>
                    <a:pt x="24" y="98"/>
                  </a:lnTo>
                  <a:lnTo>
                    <a:pt x="24" y="97"/>
                  </a:lnTo>
                  <a:cubicBezTo>
                    <a:pt x="25" y="96"/>
                    <a:pt x="25" y="95"/>
                    <a:pt x="26" y="94"/>
                  </a:cubicBezTo>
                  <a:cubicBezTo>
                    <a:pt x="30" y="81"/>
                    <a:pt x="33" y="68"/>
                    <a:pt x="33" y="54"/>
                  </a:cubicBezTo>
                  <a:cubicBezTo>
                    <a:pt x="33" y="52"/>
                    <a:pt x="33" y="50"/>
                    <a:pt x="3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5"/>
            <p:cNvSpPr/>
            <p:nvPr/>
          </p:nvSpPr>
          <p:spPr>
            <a:xfrm>
              <a:off x="1467365" y="-691055"/>
              <a:ext cx="8280" cy="2520"/>
            </a:xfrm>
            <a:custGeom>
              <a:rect b="b" l="l" r="r" t="t"/>
              <a:pathLst>
                <a:path extrusionOk="0" h="7" w="23">
                  <a:moveTo>
                    <a:pt x="0" y="0"/>
                  </a:moveTo>
                  <a:cubicBezTo>
                    <a:pt x="1" y="2"/>
                    <a:pt x="2" y="3"/>
                    <a:pt x="4" y="4"/>
                  </a:cubicBezTo>
                  <a:cubicBezTo>
                    <a:pt x="6" y="5"/>
                    <a:pt x="8" y="6"/>
                    <a:pt x="11" y="6"/>
                  </a:cubicBezTo>
                  <a:cubicBezTo>
                    <a:pt x="13" y="6"/>
                    <a:pt x="16" y="5"/>
                    <a:pt x="18" y="4"/>
                  </a:cubicBezTo>
                  <a:cubicBezTo>
                    <a:pt x="19" y="3"/>
                    <a:pt x="21" y="2"/>
                    <a:pt x="22"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5"/>
            <p:cNvSpPr/>
            <p:nvPr/>
          </p:nvSpPr>
          <p:spPr>
            <a:xfrm>
              <a:off x="1486805" y="-722375"/>
              <a:ext cx="9720" cy="31320"/>
            </a:xfrm>
            <a:custGeom>
              <a:rect b="b" l="l" r="r" t="t"/>
              <a:pathLst>
                <a:path extrusionOk="0" h="87" w="27">
                  <a:moveTo>
                    <a:pt x="7" y="7"/>
                  </a:moveTo>
                  <a:cubicBezTo>
                    <a:pt x="5" y="33"/>
                    <a:pt x="3" y="59"/>
                    <a:pt x="0" y="86"/>
                  </a:cubicBezTo>
                  <a:cubicBezTo>
                    <a:pt x="9" y="86"/>
                    <a:pt x="17" y="86"/>
                    <a:pt x="26" y="84"/>
                  </a:cubicBezTo>
                  <a:cubicBezTo>
                    <a:pt x="24" y="58"/>
                    <a:pt x="22" y="33"/>
                    <a:pt x="20" y="8"/>
                  </a:cubicBezTo>
                  <a:cubicBezTo>
                    <a:pt x="20" y="1"/>
                    <a:pt x="8" y="0"/>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5"/>
            <p:cNvSpPr/>
            <p:nvPr/>
          </p:nvSpPr>
          <p:spPr>
            <a:xfrm>
              <a:off x="1486445" y="-692135"/>
              <a:ext cx="10440" cy="10080"/>
            </a:xfrm>
            <a:custGeom>
              <a:rect b="b" l="l" r="r" t="t"/>
              <a:pathLst>
                <a:path extrusionOk="0" h="28" w="29">
                  <a:moveTo>
                    <a:pt x="1" y="9"/>
                  </a:moveTo>
                  <a:cubicBezTo>
                    <a:pt x="0" y="26"/>
                    <a:pt x="28" y="27"/>
                    <a:pt x="28" y="9"/>
                  </a:cubicBezTo>
                  <a:cubicBezTo>
                    <a:pt x="28" y="6"/>
                    <a:pt x="28" y="3"/>
                    <a:pt x="28" y="0"/>
                  </a:cubicBezTo>
                  <a:cubicBezTo>
                    <a:pt x="19" y="0"/>
                    <a:pt x="11" y="2"/>
                    <a:pt x="2" y="2"/>
                  </a:cubicBezTo>
                  <a:cubicBezTo>
                    <a:pt x="1" y="5"/>
                    <a:pt x="1" y="7"/>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5"/>
            <p:cNvSpPr/>
            <p:nvPr/>
          </p:nvSpPr>
          <p:spPr>
            <a:xfrm>
              <a:off x="1505885" y="-729935"/>
              <a:ext cx="9720" cy="37440"/>
            </a:xfrm>
            <a:custGeom>
              <a:rect b="b" l="l" r="r" t="t"/>
              <a:pathLst>
                <a:path extrusionOk="0" h="104" w="27">
                  <a:moveTo>
                    <a:pt x="16" y="5"/>
                  </a:moveTo>
                  <a:cubicBezTo>
                    <a:pt x="16" y="5"/>
                    <a:pt x="15" y="4"/>
                    <a:pt x="15" y="3"/>
                  </a:cubicBezTo>
                  <a:cubicBezTo>
                    <a:pt x="14" y="2"/>
                    <a:pt x="13" y="2"/>
                    <a:pt x="12" y="1"/>
                  </a:cubicBezTo>
                  <a:cubicBezTo>
                    <a:pt x="11" y="0"/>
                    <a:pt x="10" y="0"/>
                    <a:pt x="9" y="0"/>
                  </a:cubicBezTo>
                  <a:cubicBezTo>
                    <a:pt x="8" y="0"/>
                    <a:pt x="7" y="0"/>
                    <a:pt x="6" y="1"/>
                  </a:cubicBezTo>
                  <a:cubicBezTo>
                    <a:pt x="5" y="2"/>
                    <a:pt x="4" y="2"/>
                    <a:pt x="3" y="3"/>
                  </a:cubicBezTo>
                  <a:cubicBezTo>
                    <a:pt x="3" y="4"/>
                    <a:pt x="3" y="5"/>
                    <a:pt x="2" y="5"/>
                  </a:cubicBezTo>
                  <a:cubicBezTo>
                    <a:pt x="0" y="25"/>
                    <a:pt x="2" y="39"/>
                    <a:pt x="2" y="58"/>
                  </a:cubicBezTo>
                  <a:cubicBezTo>
                    <a:pt x="3" y="63"/>
                    <a:pt x="3" y="68"/>
                    <a:pt x="3" y="73"/>
                  </a:cubicBezTo>
                  <a:cubicBezTo>
                    <a:pt x="3" y="83"/>
                    <a:pt x="2" y="93"/>
                    <a:pt x="0" y="103"/>
                  </a:cubicBezTo>
                  <a:cubicBezTo>
                    <a:pt x="9" y="102"/>
                    <a:pt x="17" y="100"/>
                    <a:pt x="26" y="98"/>
                  </a:cubicBezTo>
                  <a:cubicBezTo>
                    <a:pt x="26" y="85"/>
                    <a:pt x="23" y="72"/>
                    <a:pt x="23" y="59"/>
                  </a:cubicBezTo>
                  <a:cubicBezTo>
                    <a:pt x="23" y="40"/>
                    <a:pt x="16" y="24"/>
                    <a:pt x="1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5"/>
            <p:cNvSpPr/>
            <p:nvPr/>
          </p:nvSpPr>
          <p:spPr>
            <a:xfrm>
              <a:off x="1510565" y="-686015"/>
              <a:ext cx="1440" cy="360"/>
            </a:xfrm>
            <a:custGeom>
              <a:rect b="b" l="l" r="r" t="t"/>
              <a:pathLst>
                <a:path extrusionOk="0" h="1" w="4">
                  <a:moveTo>
                    <a:pt x="3" y="0"/>
                  </a:moveTo>
                  <a:lnTo>
                    <a:pt x="0" y="0"/>
                  </a:lnTo>
                  <a:cubicBezTo>
                    <a:pt x="1" y="0"/>
                    <a:pt x="1" y="0"/>
                    <a:pt x="2"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5"/>
            <p:cNvSpPr/>
            <p:nvPr/>
          </p:nvSpPr>
          <p:spPr>
            <a:xfrm>
              <a:off x="1505525" y="-694655"/>
              <a:ext cx="10080" cy="9360"/>
            </a:xfrm>
            <a:custGeom>
              <a:rect b="b" l="l" r="r" t="t"/>
              <a:pathLst>
                <a:path extrusionOk="0" h="26" w="28">
                  <a:moveTo>
                    <a:pt x="25" y="15"/>
                  </a:moveTo>
                  <a:cubicBezTo>
                    <a:pt x="26" y="10"/>
                    <a:pt x="27" y="5"/>
                    <a:pt x="27" y="1"/>
                  </a:cubicBezTo>
                  <a:cubicBezTo>
                    <a:pt x="27" y="0"/>
                    <a:pt x="27" y="0"/>
                    <a:pt x="27" y="0"/>
                  </a:cubicBezTo>
                  <a:cubicBezTo>
                    <a:pt x="18" y="2"/>
                    <a:pt x="10" y="3"/>
                    <a:pt x="1" y="4"/>
                  </a:cubicBezTo>
                  <a:cubicBezTo>
                    <a:pt x="1" y="5"/>
                    <a:pt x="1" y="7"/>
                    <a:pt x="1" y="8"/>
                  </a:cubicBezTo>
                  <a:cubicBezTo>
                    <a:pt x="1" y="9"/>
                    <a:pt x="0" y="11"/>
                    <a:pt x="0" y="13"/>
                  </a:cubicBezTo>
                  <a:cubicBezTo>
                    <a:pt x="0" y="14"/>
                    <a:pt x="1" y="16"/>
                    <a:pt x="2" y="18"/>
                  </a:cubicBezTo>
                  <a:cubicBezTo>
                    <a:pt x="2" y="18"/>
                    <a:pt x="3" y="19"/>
                    <a:pt x="3" y="20"/>
                  </a:cubicBezTo>
                  <a:lnTo>
                    <a:pt x="5" y="22"/>
                  </a:lnTo>
                  <a:cubicBezTo>
                    <a:pt x="6" y="22"/>
                    <a:pt x="6" y="23"/>
                    <a:pt x="7" y="23"/>
                  </a:cubicBezTo>
                  <a:cubicBezTo>
                    <a:pt x="9" y="24"/>
                    <a:pt x="11" y="25"/>
                    <a:pt x="13" y="25"/>
                  </a:cubicBezTo>
                  <a:cubicBezTo>
                    <a:pt x="14" y="25"/>
                    <a:pt x="14" y="24"/>
                    <a:pt x="15" y="24"/>
                  </a:cubicBezTo>
                  <a:lnTo>
                    <a:pt x="18" y="24"/>
                  </a:lnTo>
                  <a:cubicBezTo>
                    <a:pt x="19" y="24"/>
                    <a:pt x="19" y="24"/>
                    <a:pt x="20" y="24"/>
                  </a:cubicBezTo>
                  <a:cubicBezTo>
                    <a:pt x="21" y="23"/>
                    <a:pt x="23" y="21"/>
                    <a:pt x="24" y="19"/>
                  </a:cubicBezTo>
                  <a:cubicBezTo>
                    <a:pt x="25" y="18"/>
                    <a:pt x="25" y="16"/>
                    <a:pt x="2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5"/>
            <p:cNvSpPr/>
            <p:nvPr/>
          </p:nvSpPr>
          <p:spPr>
            <a:xfrm>
              <a:off x="1498685" y="-810215"/>
              <a:ext cx="10440" cy="19440"/>
            </a:xfrm>
            <a:custGeom>
              <a:rect b="b" l="l" r="r" t="t"/>
              <a:pathLst>
                <a:path extrusionOk="0" h="54" w="29">
                  <a:moveTo>
                    <a:pt x="5" y="5"/>
                  </a:moveTo>
                  <a:cubicBezTo>
                    <a:pt x="2" y="12"/>
                    <a:pt x="0" y="20"/>
                    <a:pt x="0" y="29"/>
                  </a:cubicBezTo>
                  <a:cubicBezTo>
                    <a:pt x="0" y="33"/>
                    <a:pt x="0" y="37"/>
                    <a:pt x="1" y="42"/>
                  </a:cubicBezTo>
                  <a:cubicBezTo>
                    <a:pt x="2" y="43"/>
                    <a:pt x="2" y="45"/>
                    <a:pt x="3" y="46"/>
                  </a:cubicBezTo>
                  <a:cubicBezTo>
                    <a:pt x="4" y="48"/>
                    <a:pt x="6" y="50"/>
                    <a:pt x="8" y="51"/>
                  </a:cubicBezTo>
                  <a:cubicBezTo>
                    <a:pt x="10" y="52"/>
                    <a:pt x="12" y="53"/>
                    <a:pt x="14" y="53"/>
                  </a:cubicBezTo>
                  <a:cubicBezTo>
                    <a:pt x="16" y="53"/>
                    <a:pt x="19" y="52"/>
                    <a:pt x="21" y="51"/>
                  </a:cubicBezTo>
                  <a:cubicBezTo>
                    <a:pt x="23" y="50"/>
                    <a:pt x="24" y="48"/>
                    <a:pt x="25" y="46"/>
                  </a:cubicBezTo>
                  <a:cubicBezTo>
                    <a:pt x="26" y="45"/>
                    <a:pt x="26" y="44"/>
                    <a:pt x="27" y="43"/>
                  </a:cubicBezTo>
                  <a:cubicBezTo>
                    <a:pt x="28" y="38"/>
                    <a:pt x="28" y="33"/>
                    <a:pt x="28" y="28"/>
                  </a:cubicBezTo>
                  <a:cubicBezTo>
                    <a:pt x="28" y="20"/>
                    <a:pt x="26" y="11"/>
                    <a:pt x="22" y="3"/>
                  </a:cubicBezTo>
                  <a:cubicBezTo>
                    <a:pt x="22" y="3"/>
                    <a:pt x="21" y="2"/>
                    <a:pt x="20" y="1"/>
                  </a:cubicBezTo>
                  <a:cubicBezTo>
                    <a:pt x="18" y="0"/>
                    <a:pt x="15" y="0"/>
                    <a:pt x="14" y="0"/>
                  </a:cubicBezTo>
                  <a:cubicBezTo>
                    <a:pt x="12" y="0"/>
                    <a:pt x="11" y="0"/>
                    <a:pt x="9" y="1"/>
                  </a:cubicBezTo>
                  <a:cubicBezTo>
                    <a:pt x="8" y="2"/>
                    <a:pt x="6" y="3"/>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5"/>
            <p:cNvSpPr/>
            <p:nvPr/>
          </p:nvSpPr>
          <p:spPr>
            <a:xfrm>
              <a:off x="1495445" y="-855575"/>
              <a:ext cx="8640" cy="37800"/>
            </a:xfrm>
            <a:custGeom>
              <a:rect b="b" l="l" r="r" t="t"/>
              <a:pathLst>
                <a:path extrusionOk="0" h="105" w="24">
                  <a:moveTo>
                    <a:pt x="4" y="94"/>
                  </a:moveTo>
                  <a:cubicBezTo>
                    <a:pt x="6" y="101"/>
                    <a:pt x="17" y="104"/>
                    <a:pt x="18" y="96"/>
                  </a:cubicBezTo>
                  <a:cubicBezTo>
                    <a:pt x="22" y="75"/>
                    <a:pt x="23" y="55"/>
                    <a:pt x="23" y="34"/>
                  </a:cubicBezTo>
                  <a:cubicBezTo>
                    <a:pt x="23" y="25"/>
                    <a:pt x="23" y="15"/>
                    <a:pt x="22" y="6"/>
                  </a:cubicBezTo>
                  <a:cubicBezTo>
                    <a:pt x="22" y="4"/>
                    <a:pt x="22" y="2"/>
                    <a:pt x="21" y="1"/>
                  </a:cubicBezTo>
                  <a:lnTo>
                    <a:pt x="11" y="0"/>
                  </a:lnTo>
                  <a:lnTo>
                    <a:pt x="5" y="0"/>
                  </a:lnTo>
                  <a:cubicBezTo>
                    <a:pt x="4" y="1"/>
                    <a:pt x="4" y="1"/>
                    <a:pt x="3" y="2"/>
                  </a:cubicBezTo>
                  <a:cubicBezTo>
                    <a:pt x="2" y="3"/>
                    <a:pt x="2" y="5"/>
                    <a:pt x="2" y="7"/>
                  </a:cubicBezTo>
                  <a:cubicBezTo>
                    <a:pt x="1" y="18"/>
                    <a:pt x="0" y="29"/>
                    <a:pt x="0" y="40"/>
                  </a:cubicBezTo>
                  <a:cubicBezTo>
                    <a:pt x="0" y="58"/>
                    <a:pt x="2" y="76"/>
                    <a:pt x="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5"/>
            <p:cNvSpPr/>
            <p:nvPr/>
          </p:nvSpPr>
          <p:spPr>
            <a:xfrm>
              <a:off x="1496885" y="-857015"/>
              <a:ext cx="6480" cy="2160"/>
            </a:xfrm>
            <a:custGeom>
              <a:rect b="b" l="l" r="r" t="t"/>
              <a:pathLst>
                <a:path extrusionOk="0" h="6" w="18">
                  <a:moveTo>
                    <a:pt x="17" y="5"/>
                  </a:moveTo>
                  <a:cubicBezTo>
                    <a:pt x="16" y="3"/>
                    <a:pt x="15" y="2"/>
                    <a:pt x="13" y="1"/>
                  </a:cubicBezTo>
                  <a:cubicBezTo>
                    <a:pt x="11" y="0"/>
                    <a:pt x="10" y="0"/>
                    <a:pt x="8" y="0"/>
                  </a:cubicBezTo>
                  <a:cubicBezTo>
                    <a:pt x="6" y="0"/>
                    <a:pt x="4" y="0"/>
                    <a:pt x="3" y="1"/>
                  </a:cubicBezTo>
                  <a:cubicBezTo>
                    <a:pt x="2" y="2"/>
                    <a:pt x="1" y="2"/>
                    <a:pt x="0" y="3"/>
                  </a:cubicBezTo>
                  <a:lnTo>
                    <a:pt x="7" y="3"/>
                  </a:lnTo>
                  <a:lnTo>
                    <a:pt x="17"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5"/>
            <p:cNvSpPr/>
            <p:nvPr/>
          </p:nvSpPr>
          <p:spPr>
            <a:xfrm>
              <a:off x="1514165" y="-844775"/>
              <a:ext cx="3600" cy="24120"/>
            </a:xfrm>
            <a:custGeom>
              <a:rect b="b" l="l" r="r" t="t"/>
              <a:pathLst>
                <a:path extrusionOk="0" h="67" w="10">
                  <a:moveTo>
                    <a:pt x="0" y="7"/>
                  </a:moveTo>
                  <a:cubicBezTo>
                    <a:pt x="0" y="14"/>
                    <a:pt x="0" y="22"/>
                    <a:pt x="0" y="30"/>
                  </a:cubicBezTo>
                  <a:cubicBezTo>
                    <a:pt x="0" y="41"/>
                    <a:pt x="0" y="53"/>
                    <a:pt x="1" y="64"/>
                  </a:cubicBezTo>
                  <a:cubicBezTo>
                    <a:pt x="1" y="66"/>
                    <a:pt x="4" y="66"/>
                    <a:pt x="4" y="64"/>
                  </a:cubicBezTo>
                  <a:cubicBezTo>
                    <a:pt x="5" y="50"/>
                    <a:pt x="5" y="36"/>
                    <a:pt x="7" y="21"/>
                  </a:cubicBezTo>
                  <a:cubicBezTo>
                    <a:pt x="7" y="14"/>
                    <a:pt x="9" y="7"/>
                    <a:pt x="9" y="0"/>
                  </a:cubicBezTo>
                  <a:lnTo>
                    <a:pt x="9" y="1"/>
                  </a:lnTo>
                  <a:cubicBezTo>
                    <a:pt x="8" y="3"/>
                    <a:pt x="6" y="4"/>
                    <a:pt x="5" y="5"/>
                  </a:cubicBezTo>
                  <a:cubicBezTo>
                    <a:pt x="3" y="6"/>
                    <a:pt x="1"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5"/>
            <p:cNvSpPr/>
            <p:nvPr/>
          </p:nvSpPr>
          <p:spPr>
            <a:xfrm>
              <a:off x="1526765" y="-852695"/>
              <a:ext cx="9000" cy="46440"/>
            </a:xfrm>
            <a:custGeom>
              <a:rect b="b" l="l" r="r" t="t"/>
              <a:pathLst>
                <a:path extrusionOk="0" h="129" w="25">
                  <a:moveTo>
                    <a:pt x="2" y="2"/>
                  </a:moveTo>
                  <a:cubicBezTo>
                    <a:pt x="0" y="41"/>
                    <a:pt x="8" y="81"/>
                    <a:pt x="9" y="120"/>
                  </a:cubicBezTo>
                  <a:cubicBezTo>
                    <a:pt x="9" y="127"/>
                    <a:pt x="22" y="128"/>
                    <a:pt x="22" y="120"/>
                  </a:cubicBezTo>
                  <a:cubicBezTo>
                    <a:pt x="24" y="81"/>
                    <a:pt x="22" y="41"/>
                    <a:pt x="22" y="2"/>
                  </a:cubicBezTo>
                  <a:lnTo>
                    <a:pt x="2" y="0"/>
                  </a:lnTo>
                  <a:lnTo>
                    <a:pt x="2" y="1"/>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5"/>
            <p:cNvSpPr/>
            <p:nvPr/>
          </p:nvSpPr>
          <p:spPr>
            <a:xfrm>
              <a:off x="1527845" y="-855215"/>
              <a:ext cx="7560" cy="3600"/>
            </a:xfrm>
            <a:custGeom>
              <a:rect b="b" l="l" r="r" t="t"/>
              <a:pathLst>
                <a:path extrusionOk="0" h="10" w="21">
                  <a:moveTo>
                    <a:pt x="0" y="7"/>
                  </a:moveTo>
                  <a:lnTo>
                    <a:pt x="20" y="9"/>
                  </a:lnTo>
                  <a:cubicBezTo>
                    <a:pt x="20" y="8"/>
                    <a:pt x="19" y="6"/>
                    <a:pt x="19" y="5"/>
                  </a:cubicBezTo>
                  <a:cubicBezTo>
                    <a:pt x="18" y="4"/>
                    <a:pt x="17" y="3"/>
                    <a:pt x="15" y="2"/>
                  </a:cubicBezTo>
                  <a:cubicBezTo>
                    <a:pt x="13" y="1"/>
                    <a:pt x="11" y="0"/>
                    <a:pt x="10" y="0"/>
                  </a:cubicBezTo>
                  <a:cubicBezTo>
                    <a:pt x="8" y="0"/>
                    <a:pt x="7" y="1"/>
                    <a:pt x="5" y="2"/>
                  </a:cubicBezTo>
                  <a:cubicBezTo>
                    <a:pt x="3" y="3"/>
                    <a:pt x="2" y="4"/>
                    <a:pt x="1" y="5"/>
                  </a:cubicBezTo>
                  <a:cubicBezTo>
                    <a:pt x="1" y="6"/>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5"/>
            <p:cNvSpPr/>
            <p:nvPr/>
          </p:nvSpPr>
          <p:spPr>
            <a:xfrm>
              <a:off x="1509485" y="-854495"/>
              <a:ext cx="9360" cy="12600"/>
            </a:xfrm>
            <a:custGeom>
              <a:rect b="b" l="l" r="r" t="t"/>
              <a:pathLst>
                <a:path extrusionOk="0" h="35" w="26">
                  <a:moveTo>
                    <a:pt x="13" y="34"/>
                  </a:moveTo>
                  <a:cubicBezTo>
                    <a:pt x="12" y="29"/>
                    <a:pt x="12" y="25"/>
                    <a:pt x="10" y="21"/>
                  </a:cubicBezTo>
                  <a:cubicBezTo>
                    <a:pt x="10" y="21"/>
                    <a:pt x="11" y="21"/>
                    <a:pt x="10" y="20"/>
                  </a:cubicBezTo>
                  <a:cubicBezTo>
                    <a:pt x="9" y="19"/>
                    <a:pt x="8" y="19"/>
                    <a:pt x="7" y="18"/>
                  </a:cubicBezTo>
                  <a:cubicBezTo>
                    <a:pt x="6" y="17"/>
                    <a:pt x="6" y="16"/>
                    <a:pt x="6" y="15"/>
                  </a:cubicBezTo>
                  <a:cubicBezTo>
                    <a:pt x="6" y="14"/>
                    <a:pt x="6" y="13"/>
                    <a:pt x="7" y="12"/>
                  </a:cubicBezTo>
                  <a:cubicBezTo>
                    <a:pt x="8" y="11"/>
                    <a:pt x="9" y="10"/>
                    <a:pt x="10" y="9"/>
                  </a:cubicBezTo>
                  <a:cubicBezTo>
                    <a:pt x="11" y="8"/>
                    <a:pt x="12" y="8"/>
                    <a:pt x="13" y="8"/>
                  </a:cubicBezTo>
                  <a:lnTo>
                    <a:pt x="14" y="8"/>
                  </a:lnTo>
                  <a:lnTo>
                    <a:pt x="18" y="8"/>
                  </a:lnTo>
                  <a:cubicBezTo>
                    <a:pt x="18" y="9"/>
                    <a:pt x="19" y="9"/>
                    <a:pt x="20" y="9"/>
                  </a:cubicBezTo>
                  <a:cubicBezTo>
                    <a:pt x="21" y="10"/>
                    <a:pt x="22" y="11"/>
                    <a:pt x="22" y="12"/>
                  </a:cubicBezTo>
                  <a:cubicBezTo>
                    <a:pt x="23" y="13"/>
                    <a:pt x="23" y="14"/>
                    <a:pt x="23" y="15"/>
                  </a:cubicBezTo>
                  <a:cubicBezTo>
                    <a:pt x="23" y="17"/>
                    <a:pt x="23" y="18"/>
                    <a:pt x="23" y="20"/>
                  </a:cubicBezTo>
                  <a:cubicBezTo>
                    <a:pt x="23" y="21"/>
                    <a:pt x="23" y="24"/>
                    <a:pt x="23" y="26"/>
                  </a:cubicBezTo>
                  <a:lnTo>
                    <a:pt x="23" y="25"/>
                  </a:lnTo>
                  <a:lnTo>
                    <a:pt x="23" y="24"/>
                  </a:lnTo>
                  <a:cubicBezTo>
                    <a:pt x="23" y="17"/>
                    <a:pt x="25" y="10"/>
                    <a:pt x="25" y="3"/>
                  </a:cubicBezTo>
                  <a:lnTo>
                    <a:pt x="0" y="0"/>
                  </a:lnTo>
                  <a:cubicBezTo>
                    <a:pt x="0" y="8"/>
                    <a:pt x="1" y="16"/>
                    <a:pt x="2" y="24"/>
                  </a:cubicBezTo>
                  <a:cubicBezTo>
                    <a:pt x="2" y="26"/>
                    <a:pt x="2" y="27"/>
                    <a:pt x="3" y="29"/>
                  </a:cubicBezTo>
                  <a:cubicBezTo>
                    <a:pt x="4" y="30"/>
                    <a:pt x="5" y="31"/>
                    <a:pt x="7" y="32"/>
                  </a:cubicBezTo>
                  <a:cubicBezTo>
                    <a:pt x="9" y="33"/>
                    <a:pt x="10" y="34"/>
                    <a:pt x="12" y="34"/>
                  </a:cubicBezTo>
                  <a:lnTo>
                    <a:pt x="13"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5"/>
            <p:cNvSpPr/>
            <p:nvPr/>
          </p:nvSpPr>
          <p:spPr>
            <a:xfrm>
              <a:off x="1508765" y="-857735"/>
              <a:ext cx="10440" cy="4680"/>
            </a:xfrm>
            <a:custGeom>
              <a:rect b="b" l="l" r="r" t="t"/>
              <a:pathLst>
                <a:path extrusionOk="0" h="13" w="29">
                  <a:moveTo>
                    <a:pt x="28" y="12"/>
                  </a:moveTo>
                  <a:cubicBezTo>
                    <a:pt x="28" y="8"/>
                    <a:pt x="28" y="4"/>
                    <a:pt x="28" y="0"/>
                  </a:cubicBezTo>
                  <a:lnTo>
                    <a:pt x="0" y="0"/>
                  </a:lnTo>
                  <a:cubicBezTo>
                    <a:pt x="0" y="3"/>
                    <a:pt x="0" y="6"/>
                    <a:pt x="0" y="9"/>
                  </a:cubicBezTo>
                  <a:lnTo>
                    <a:pt x="28"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5"/>
            <p:cNvSpPr/>
            <p:nvPr/>
          </p:nvSpPr>
          <p:spPr>
            <a:xfrm>
              <a:off x="1511645" y="-851255"/>
              <a:ext cx="6480" cy="9360"/>
            </a:xfrm>
            <a:custGeom>
              <a:rect b="b" l="l" r="r" t="t"/>
              <a:pathLst>
                <a:path extrusionOk="0" h="26" w="18">
                  <a:moveTo>
                    <a:pt x="12" y="0"/>
                  </a:moveTo>
                  <a:lnTo>
                    <a:pt x="8" y="0"/>
                  </a:lnTo>
                  <a:lnTo>
                    <a:pt x="7" y="0"/>
                  </a:lnTo>
                  <a:cubicBezTo>
                    <a:pt x="6" y="0"/>
                    <a:pt x="5" y="0"/>
                    <a:pt x="4" y="1"/>
                  </a:cubicBezTo>
                  <a:cubicBezTo>
                    <a:pt x="3" y="2"/>
                    <a:pt x="2" y="2"/>
                    <a:pt x="1" y="3"/>
                  </a:cubicBezTo>
                  <a:cubicBezTo>
                    <a:pt x="0" y="4"/>
                    <a:pt x="0" y="4"/>
                    <a:pt x="0" y="6"/>
                  </a:cubicBezTo>
                  <a:cubicBezTo>
                    <a:pt x="0" y="7"/>
                    <a:pt x="0" y="9"/>
                    <a:pt x="1" y="10"/>
                  </a:cubicBezTo>
                  <a:cubicBezTo>
                    <a:pt x="2" y="11"/>
                    <a:pt x="3" y="12"/>
                    <a:pt x="4" y="12"/>
                  </a:cubicBezTo>
                  <a:cubicBezTo>
                    <a:pt x="6" y="17"/>
                    <a:pt x="6" y="21"/>
                    <a:pt x="7" y="25"/>
                  </a:cubicBezTo>
                  <a:cubicBezTo>
                    <a:pt x="9" y="25"/>
                    <a:pt x="10" y="25"/>
                    <a:pt x="12" y="24"/>
                  </a:cubicBezTo>
                  <a:cubicBezTo>
                    <a:pt x="14" y="23"/>
                    <a:pt x="15" y="22"/>
                    <a:pt x="16" y="20"/>
                  </a:cubicBezTo>
                  <a:cubicBezTo>
                    <a:pt x="16" y="19"/>
                    <a:pt x="17" y="19"/>
                    <a:pt x="17" y="18"/>
                  </a:cubicBezTo>
                  <a:cubicBezTo>
                    <a:pt x="17" y="16"/>
                    <a:pt x="17" y="15"/>
                    <a:pt x="17" y="13"/>
                  </a:cubicBezTo>
                  <a:cubicBezTo>
                    <a:pt x="17" y="11"/>
                    <a:pt x="17" y="9"/>
                    <a:pt x="17" y="7"/>
                  </a:cubicBezTo>
                  <a:cubicBezTo>
                    <a:pt x="17" y="6"/>
                    <a:pt x="17" y="4"/>
                    <a:pt x="16" y="3"/>
                  </a:cubicBezTo>
                  <a:cubicBezTo>
                    <a:pt x="15" y="2"/>
                    <a:pt x="15" y="1"/>
                    <a:pt x="14" y="1"/>
                  </a:cubicBezTo>
                  <a:cubicBezTo>
                    <a:pt x="13" y="0"/>
                    <a:pt x="12" y="0"/>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5"/>
            <p:cNvSpPr/>
            <p:nvPr/>
          </p:nvSpPr>
          <p:spPr>
            <a:xfrm>
              <a:off x="1541885" y="-851615"/>
              <a:ext cx="9000" cy="45000"/>
            </a:xfrm>
            <a:custGeom>
              <a:rect b="b" l="l" r="r" t="t"/>
              <a:pathLst>
                <a:path extrusionOk="0" h="125" w="25">
                  <a:moveTo>
                    <a:pt x="11" y="120"/>
                  </a:moveTo>
                  <a:cubicBezTo>
                    <a:pt x="11" y="121"/>
                    <a:pt x="11" y="121"/>
                    <a:pt x="11" y="122"/>
                  </a:cubicBezTo>
                  <a:cubicBezTo>
                    <a:pt x="11" y="123"/>
                    <a:pt x="12" y="122"/>
                    <a:pt x="13" y="123"/>
                  </a:cubicBezTo>
                  <a:cubicBezTo>
                    <a:pt x="14" y="124"/>
                    <a:pt x="14" y="124"/>
                    <a:pt x="15" y="124"/>
                  </a:cubicBezTo>
                  <a:cubicBezTo>
                    <a:pt x="15" y="124"/>
                    <a:pt x="16" y="124"/>
                    <a:pt x="17" y="123"/>
                  </a:cubicBezTo>
                  <a:cubicBezTo>
                    <a:pt x="17" y="123"/>
                    <a:pt x="18" y="123"/>
                    <a:pt x="18" y="122"/>
                  </a:cubicBezTo>
                  <a:cubicBezTo>
                    <a:pt x="18" y="121"/>
                    <a:pt x="18" y="121"/>
                    <a:pt x="18" y="120"/>
                  </a:cubicBezTo>
                  <a:cubicBezTo>
                    <a:pt x="22" y="96"/>
                    <a:pt x="24" y="72"/>
                    <a:pt x="24" y="48"/>
                  </a:cubicBezTo>
                  <a:cubicBezTo>
                    <a:pt x="24" y="45"/>
                    <a:pt x="24" y="42"/>
                    <a:pt x="24" y="38"/>
                  </a:cubicBezTo>
                  <a:cubicBezTo>
                    <a:pt x="23" y="32"/>
                    <a:pt x="23" y="26"/>
                    <a:pt x="23" y="20"/>
                  </a:cubicBezTo>
                  <a:cubicBezTo>
                    <a:pt x="23" y="14"/>
                    <a:pt x="23" y="8"/>
                    <a:pt x="24" y="2"/>
                  </a:cubicBezTo>
                  <a:lnTo>
                    <a:pt x="0" y="0"/>
                  </a:lnTo>
                  <a:cubicBezTo>
                    <a:pt x="1" y="40"/>
                    <a:pt x="9" y="79"/>
                    <a:pt x="11"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5"/>
            <p:cNvSpPr/>
            <p:nvPr/>
          </p:nvSpPr>
          <p:spPr>
            <a:xfrm>
              <a:off x="1541525" y="-857375"/>
              <a:ext cx="9000" cy="6840"/>
            </a:xfrm>
            <a:custGeom>
              <a:rect b="b" l="l" r="r" t="t"/>
              <a:pathLst>
                <a:path extrusionOk="0" h="19" w="25">
                  <a:moveTo>
                    <a:pt x="1" y="16"/>
                  </a:moveTo>
                  <a:lnTo>
                    <a:pt x="24" y="18"/>
                  </a:lnTo>
                  <a:cubicBezTo>
                    <a:pt x="24" y="12"/>
                    <a:pt x="24" y="6"/>
                    <a:pt x="24" y="1"/>
                  </a:cubicBezTo>
                  <a:lnTo>
                    <a:pt x="0" y="0"/>
                  </a:lnTo>
                  <a:lnTo>
                    <a:pt x="0" y="1"/>
                  </a:lnTo>
                  <a:cubicBezTo>
                    <a:pt x="0" y="6"/>
                    <a:pt x="0"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5"/>
            <p:cNvSpPr/>
            <p:nvPr/>
          </p:nvSpPr>
          <p:spPr>
            <a:xfrm>
              <a:off x="1553765" y="-850535"/>
              <a:ext cx="12600" cy="29520"/>
            </a:xfrm>
            <a:custGeom>
              <a:rect b="b" l="l" r="r" t="t"/>
              <a:pathLst>
                <a:path extrusionOk="0" h="82" w="35">
                  <a:moveTo>
                    <a:pt x="6" y="21"/>
                  </a:moveTo>
                  <a:cubicBezTo>
                    <a:pt x="6" y="26"/>
                    <a:pt x="7" y="31"/>
                    <a:pt x="7" y="36"/>
                  </a:cubicBezTo>
                  <a:cubicBezTo>
                    <a:pt x="7" y="45"/>
                    <a:pt x="6" y="53"/>
                    <a:pt x="4" y="62"/>
                  </a:cubicBezTo>
                  <a:cubicBezTo>
                    <a:pt x="0" y="73"/>
                    <a:pt x="18" y="81"/>
                    <a:pt x="24" y="70"/>
                  </a:cubicBezTo>
                  <a:cubicBezTo>
                    <a:pt x="28" y="59"/>
                    <a:pt x="31" y="47"/>
                    <a:pt x="31" y="34"/>
                  </a:cubicBezTo>
                  <a:cubicBezTo>
                    <a:pt x="31" y="23"/>
                    <a:pt x="33" y="12"/>
                    <a:pt x="34" y="1"/>
                  </a:cubicBezTo>
                  <a:lnTo>
                    <a:pt x="8" y="0"/>
                  </a:lnTo>
                  <a:cubicBezTo>
                    <a:pt x="7" y="7"/>
                    <a:pt x="6" y="14"/>
                    <a:pt x="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5"/>
            <p:cNvSpPr/>
            <p:nvPr/>
          </p:nvSpPr>
          <p:spPr>
            <a:xfrm>
              <a:off x="1556285" y="-856655"/>
              <a:ext cx="10440" cy="6840"/>
            </a:xfrm>
            <a:custGeom>
              <a:rect b="b" l="l" r="r" t="t"/>
              <a:pathLst>
                <a:path extrusionOk="0" h="19" w="29">
                  <a:moveTo>
                    <a:pt x="0" y="16"/>
                  </a:moveTo>
                  <a:lnTo>
                    <a:pt x="27" y="18"/>
                  </a:lnTo>
                  <a:cubicBezTo>
                    <a:pt x="27" y="12"/>
                    <a:pt x="28" y="7"/>
                    <a:pt x="28" y="2"/>
                  </a:cubicBezTo>
                  <a:lnTo>
                    <a:pt x="3" y="0"/>
                  </a:lnTo>
                  <a:cubicBezTo>
                    <a:pt x="2" y="2"/>
                    <a:pt x="2" y="4"/>
                    <a:pt x="2" y="6"/>
                  </a:cubicBezTo>
                  <a:cubicBezTo>
                    <a:pt x="1" y="10"/>
                    <a:pt x="1" y="13"/>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5"/>
            <p:cNvSpPr/>
            <p:nvPr/>
          </p:nvSpPr>
          <p:spPr>
            <a:xfrm>
              <a:off x="1574645" y="-850175"/>
              <a:ext cx="10800" cy="34920"/>
            </a:xfrm>
            <a:custGeom>
              <a:rect b="b" l="l" r="r" t="t"/>
              <a:pathLst>
                <a:path extrusionOk="0" h="97" w="30">
                  <a:moveTo>
                    <a:pt x="1" y="29"/>
                  </a:moveTo>
                  <a:cubicBezTo>
                    <a:pt x="3" y="49"/>
                    <a:pt x="4" y="68"/>
                    <a:pt x="5" y="88"/>
                  </a:cubicBezTo>
                  <a:cubicBezTo>
                    <a:pt x="5" y="95"/>
                    <a:pt x="18" y="96"/>
                    <a:pt x="19" y="88"/>
                  </a:cubicBezTo>
                  <a:cubicBezTo>
                    <a:pt x="20" y="72"/>
                    <a:pt x="22" y="55"/>
                    <a:pt x="23" y="39"/>
                  </a:cubicBezTo>
                  <a:cubicBezTo>
                    <a:pt x="23" y="26"/>
                    <a:pt x="29" y="12"/>
                    <a:pt x="29" y="0"/>
                  </a:cubicBezTo>
                  <a:lnTo>
                    <a:pt x="2" y="0"/>
                  </a:lnTo>
                  <a:cubicBezTo>
                    <a:pt x="1" y="6"/>
                    <a:pt x="0" y="12"/>
                    <a:pt x="0" y="19"/>
                  </a:cubicBezTo>
                  <a:cubicBezTo>
                    <a:pt x="0" y="22"/>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5"/>
            <p:cNvSpPr/>
            <p:nvPr/>
          </p:nvSpPr>
          <p:spPr>
            <a:xfrm>
              <a:off x="1575725" y="-854495"/>
              <a:ext cx="9720" cy="5040"/>
            </a:xfrm>
            <a:custGeom>
              <a:rect b="b" l="l" r="r" t="t"/>
              <a:pathLst>
                <a:path extrusionOk="0" h="14" w="27">
                  <a:moveTo>
                    <a:pt x="26" y="13"/>
                  </a:moveTo>
                  <a:cubicBezTo>
                    <a:pt x="26" y="12"/>
                    <a:pt x="26" y="12"/>
                    <a:pt x="26" y="12"/>
                  </a:cubicBezTo>
                  <a:cubicBezTo>
                    <a:pt x="26" y="9"/>
                    <a:pt x="25" y="5"/>
                    <a:pt x="24" y="2"/>
                  </a:cubicBezTo>
                  <a:lnTo>
                    <a:pt x="5" y="0"/>
                  </a:lnTo>
                  <a:cubicBezTo>
                    <a:pt x="3" y="3"/>
                    <a:pt x="1"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5"/>
            <p:cNvSpPr/>
            <p:nvPr/>
          </p:nvSpPr>
          <p:spPr>
            <a:xfrm>
              <a:off x="1378445" y="-761975"/>
              <a:ext cx="44640" cy="10080"/>
            </a:xfrm>
            <a:custGeom>
              <a:rect b="b" l="l" r="r" t="t"/>
              <a:pathLst>
                <a:path extrusionOk="0" h="28" w="124">
                  <a:moveTo>
                    <a:pt x="123" y="2"/>
                  </a:moveTo>
                  <a:cubicBezTo>
                    <a:pt x="103" y="0"/>
                    <a:pt x="82" y="1"/>
                    <a:pt x="61" y="1"/>
                  </a:cubicBezTo>
                  <a:cubicBezTo>
                    <a:pt x="56" y="0"/>
                    <a:pt x="50" y="0"/>
                    <a:pt x="45" y="0"/>
                  </a:cubicBezTo>
                  <a:cubicBezTo>
                    <a:pt x="33" y="0"/>
                    <a:pt x="21" y="1"/>
                    <a:pt x="9" y="2"/>
                  </a:cubicBezTo>
                  <a:cubicBezTo>
                    <a:pt x="8" y="2"/>
                    <a:pt x="6" y="3"/>
                    <a:pt x="5" y="3"/>
                  </a:cubicBezTo>
                  <a:cubicBezTo>
                    <a:pt x="4" y="4"/>
                    <a:pt x="2" y="5"/>
                    <a:pt x="1" y="7"/>
                  </a:cubicBezTo>
                  <a:cubicBezTo>
                    <a:pt x="0" y="9"/>
                    <a:pt x="0" y="11"/>
                    <a:pt x="0" y="13"/>
                  </a:cubicBezTo>
                  <a:cubicBezTo>
                    <a:pt x="0" y="15"/>
                    <a:pt x="0" y="16"/>
                    <a:pt x="1" y="18"/>
                  </a:cubicBezTo>
                  <a:cubicBezTo>
                    <a:pt x="2" y="20"/>
                    <a:pt x="4" y="22"/>
                    <a:pt x="5" y="22"/>
                  </a:cubicBezTo>
                  <a:cubicBezTo>
                    <a:pt x="6" y="23"/>
                    <a:pt x="8" y="24"/>
                    <a:pt x="9" y="24"/>
                  </a:cubicBezTo>
                  <a:cubicBezTo>
                    <a:pt x="24" y="26"/>
                    <a:pt x="39" y="27"/>
                    <a:pt x="55" y="27"/>
                  </a:cubicBezTo>
                  <a:cubicBezTo>
                    <a:pt x="60" y="27"/>
                    <a:pt x="66" y="26"/>
                    <a:pt x="72" y="26"/>
                  </a:cubicBezTo>
                  <a:cubicBezTo>
                    <a:pt x="80" y="27"/>
                    <a:pt x="88" y="27"/>
                    <a:pt x="97" y="27"/>
                  </a:cubicBezTo>
                  <a:cubicBezTo>
                    <a:pt x="105" y="27"/>
                    <a:pt x="114" y="27"/>
                    <a:pt x="122" y="26"/>
                  </a:cubicBezTo>
                  <a:lnTo>
                    <a:pt x="123" y="26"/>
                  </a:lnTo>
                  <a:cubicBezTo>
                    <a:pt x="123" y="23"/>
                    <a:pt x="123" y="19"/>
                    <a:pt x="123" y="16"/>
                  </a:cubicBezTo>
                  <a:cubicBezTo>
                    <a:pt x="123" y="12"/>
                    <a:pt x="123" y="6"/>
                    <a:pt x="12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5"/>
            <p:cNvSpPr/>
            <p:nvPr/>
          </p:nvSpPr>
          <p:spPr>
            <a:xfrm>
              <a:off x="1401125" y="-776015"/>
              <a:ext cx="21960" cy="9360"/>
            </a:xfrm>
            <a:custGeom>
              <a:rect b="b" l="l" r="r" t="t"/>
              <a:pathLst>
                <a:path extrusionOk="0" h="26" w="61">
                  <a:moveTo>
                    <a:pt x="35" y="0"/>
                  </a:moveTo>
                  <a:cubicBezTo>
                    <a:pt x="26" y="0"/>
                    <a:pt x="16" y="2"/>
                    <a:pt x="7" y="4"/>
                  </a:cubicBezTo>
                  <a:cubicBezTo>
                    <a:pt x="6" y="4"/>
                    <a:pt x="5" y="4"/>
                    <a:pt x="4" y="5"/>
                  </a:cubicBezTo>
                  <a:cubicBezTo>
                    <a:pt x="3" y="6"/>
                    <a:pt x="2" y="7"/>
                    <a:pt x="1" y="8"/>
                  </a:cubicBezTo>
                  <a:cubicBezTo>
                    <a:pt x="0" y="9"/>
                    <a:pt x="0" y="10"/>
                    <a:pt x="0" y="12"/>
                  </a:cubicBezTo>
                  <a:cubicBezTo>
                    <a:pt x="0" y="13"/>
                    <a:pt x="0" y="15"/>
                    <a:pt x="1" y="16"/>
                  </a:cubicBezTo>
                  <a:cubicBezTo>
                    <a:pt x="2" y="17"/>
                    <a:pt x="3" y="18"/>
                    <a:pt x="4" y="19"/>
                  </a:cubicBezTo>
                  <a:cubicBezTo>
                    <a:pt x="5" y="20"/>
                    <a:pt x="6" y="20"/>
                    <a:pt x="7" y="20"/>
                  </a:cubicBezTo>
                  <a:cubicBezTo>
                    <a:pt x="20" y="22"/>
                    <a:pt x="34" y="24"/>
                    <a:pt x="47" y="25"/>
                  </a:cubicBezTo>
                  <a:cubicBezTo>
                    <a:pt x="49" y="25"/>
                    <a:pt x="52" y="25"/>
                    <a:pt x="54" y="25"/>
                  </a:cubicBezTo>
                  <a:cubicBezTo>
                    <a:pt x="56" y="25"/>
                    <a:pt x="58" y="25"/>
                    <a:pt x="60" y="25"/>
                  </a:cubicBezTo>
                  <a:cubicBezTo>
                    <a:pt x="60" y="17"/>
                    <a:pt x="59" y="8"/>
                    <a:pt x="58" y="0"/>
                  </a:cubicBezTo>
                  <a:cubicBezTo>
                    <a:pt x="50" y="1"/>
                    <a:pt x="42" y="0"/>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5"/>
            <p:cNvSpPr/>
            <p:nvPr/>
          </p:nvSpPr>
          <p:spPr>
            <a:xfrm>
              <a:off x="1383845" y="-798695"/>
              <a:ext cx="36360" cy="11160"/>
            </a:xfrm>
            <a:custGeom>
              <a:rect b="b" l="l" r="r" t="t"/>
              <a:pathLst>
                <a:path extrusionOk="0" h="31" w="101">
                  <a:moveTo>
                    <a:pt x="64" y="8"/>
                  </a:moveTo>
                  <a:cubicBezTo>
                    <a:pt x="46" y="8"/>
                    <a:pt x="29" y="8"/>
                    <a:pt x="11" y="10"/>
                  </a:cubicBezTo>
                  <a:cubicBezTo>
                    <a:pt x="2" y="11"/>
                    <a:pt x="0" y="25"/>
                    <a:pt x="10" y="27"/>
                  </a:cubicBezTo>
                  <a:cubicBezTo>
                    <a:pt x="23" y="29"/>
                    <a:pt x="37" y="30"/>
                    <a:pt x="50" y="30"/>
                  </a:cubicBezTo>
                  <a:cubicBezTo>
                    <a:pt x="60" y="30"/>
                    <a:pt x="70" y="30"/>
                    <a:pt x="80" y="28"/>
                  </a:cubicBezTo>
                  <a:cubicBezTo>
                    <a:pt x="87" y="27"/>
                    <a:pt x="93" y="26"/>
                    <a:pt x="100" y="24"/>
                  </a:cubicBezTo>
                  <a:cubicBezTo>
                    <a:pt x="100" y="16"/>
                    <a:pt x="98" y="8"/>
                    <a:pt x="97" y="0"/>
                  </a:cubicBezTo>
                  <a:cubicBezTo>
                    <a:pt x="87" y="4"/>
                    <a:pt x="75" y="7"/>
                    <a:pt x="6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5"/>
            <p:cNvSpPr/>
            <p:nvPr/>
          </p:nvSpPr>
          <p:spPr>
            <a:xfrm>
              <a:off x="1395365" y="-817055"/>
              <a:ext cx="23040" cy="9000"/>
            </a:xfrm>
            <a:custGeom>
              <a:rect b="b" l="l" r="r" t="t"/>
              <a:pathLst>
                <a:path extrusionOk="0" h="25" w="64">
                  <a:moveTo>
                    <a:pt x="7" y="7"/>
                  </a:moveTo>
                  <a:cubicBezTo>
                    <a:pt x="2" y="9"/>
                    <a:pt x="0" y="18"/>
                    <a:pt x="6" y="19"/>
                  </a:cubicBezTo>
                  <a:cubicBezTo>
                    <a:pt x="22" y="22"/>
                    <a:pt x="37" y="24"/>
                    <a:pt x="53" y="24"/>
                  </a:cubicBezTo>
                  <a:cubicBezTo>
                    <a:pt x="56" y="24"/>
                    <a:pt x="60" y="24"/>
                    <a:pt x="63" y="24"/>
                  </a:cubicBezTo>
                  <a:cubicBezTo>
                    <a:pt x="63" y="16"/>
                    <a:pt x="62" y="8"/>
                    <a:pt x="61" y="0"/>
                  </a:cubicBezTo>
                  <a:cubicBezTo>
                    <a:pt x="43" y="1"/>
                    <a:pt x="25" y="4"/>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5"/>
            <p:cNvSpPr/>
            <p:nvPr/>
          </p:nvSpPr>
          <p:spPr>
            <a:xfrm>
              <a:off x="1390685" y="-837935"/>
              <a:ext cx="26280" cy="10080"/>
            </a:xfrm>
            <a:custGeom>
              <a:rect b="b" l="l" r="r" t="t"/>
              <a:pathLst>
                <a:path extrusionOk="0" h="28" w="73">
                  <a:moveTo>
                    <a:pt x="8" y="8"/>
                  </a:moveTo>
                  <a:cubicBezTo>
                    <a:pt x="1" y="9"/>
                    <a:pt x="0" y="21"/>
                    <a:pt x="8" y="22"/>
                  </a:cubicBezTo>
                  <a:cubicBezTo>
                    <a:pt x="19" y="25"/>
                    <a:pt x="30" y="27"/>
                    <a:pt x="41" y="27"/>
                  </a:cubicBezTo>
                  <a:cubicBezTo>
                    <a:pt x="41" y="27"/>
                    <a:pt x="42" y="27"/>
                    <a:pt x="43" y="27"/>
                  </a:cubicBezTo>
                  <a:lnTo>
                    <a:pt x="72" y="23"/>
                  </a:lnTo>
                  <a:cubicBezTo>
                    <a:pt x="72" y="15"/>
                    <a:pt x="70" y="7"/>
                    <a:pt x="70" y="0"/>
                  </a:cubicBezTo>
                  <a:cubicBezTo>
                    <a:pt x="49" y="1"/>
                    <a:pt x="28" y="4"/>
                    <a:pt x="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5"/>
            <p:cNvSpPr/>
            <p:nvPr/>
          </p:nvSpPr>
          <p:spPr>
            <a:xfrm>
              <a:off x="1387805" y="-972215"/>
              <a:ext cx="37800" cy="99360"/>
            </a:xfrm>
            <a:custGeom>
              <a:rect b="b" l="l" r="r" t="t"/>
              <a:pathLst>
                <a:path extrusionOk="0" h="276" w="105">
                  <a:moveTo>
                    <a:pt x="1" y="33"/>
                  </a:moveTo>
                  <a:cubicBezTo>
                    <a:pt x="6" y="45"/>
                    <a:pt x="12" y="58"/>
                    <a:pt x="18" y="71"/>
                  </a:cubicBezTo>
                  <a:cubicBezTo>
                    <a:pt x="48" y="136"/>
                    <a:pt x="72" y="205"/>
                    <a:pt x="90" y="275"/>
                  </a:cubicBezTo>
                  <a:lnTo>
                    <a:pt x="102" y="275"/>
                  </a:lnTo>
                  <a:lnTo>
                    <a:pt x="104" y="275"/>
                  </a:lnTo>
                  <a:cubicBezTo>
                    <a:pt x="84" y="210"/>
                    <a:pt x="56" y="145"/>
                    <a:pt x="33" y="84"/>
                  </a:cubicBezTo>
                  <a:cubicBezTo>
                    <a:pt x="24" y="59"/>
                    <a:pt x="17" y="22"/>
                    <a:pt x="0" y="0"/>
                  </a:cubicBezTo>
                  <a:cubicBezTo>
                    <a:pt x="1" y="6"/>
                    <a:pt x="2" y="12"/>
                    <a:pt x="2" y="18"/>
                  </a:cubicBezTo>
                  <a:cubicBezTo>
                    <a:pt x="2" y="23"/>
                    <a:pt x="1" y="28"/>
                    <a:pt x="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5"/>
            <p:cNvSpPr/>
            <p:nvPr/>
          </p:nvSpPr>
          <p:spPr>
            <a:xfrm>
              <a:off x="1418045" y="-809135"/>
              <a:ext cx="5040" cy="10800"/>
            </a:xfrm>
            <a:custGeom>
              <a:rect b="b" l="l" r="r" t="t"/>
              <a:pathLst>
                <a:path extrusionOk="0" h="30" w="14">
                  <a:moveTo>
                    <a:pt x="12" y="0"/>
                  </a:moveTo>
                  <a:cubicBezTo>
                    <a:pt x="8" y="1"/>
                    <a:pt x="4" y="1"/>
                    <a:pt x="0" y="2"/>
                  </a:cubicBezTo>
                  <a:cubicBezTo>
                    <a:pt x="0" y="11"/>
                    <a:pt x="2" y="20"/>
                    <a:pt x="3" y="29"/>
                  </a:cubicBezTo>
                  <a:lnTo>
                    <a:pt x="13" y="25"/>
                  </a:lnTo>
                  <a:cubicBezTo>
                    <a:pt x="13" y="17"/>
                    <a:pt x="13" y="8"/>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5"/>
            <p:cNvSpPr/>
            <p:nvPr/>
          </p:nvSpPr>
          <p:spPr>
            <a:xfrm>
              <a:off x="1421645" y="-865655"/>
              <a:ext cx="3960" cy="9720"/>
            </a:xfrm>
            <a:custGeom>
              <a:rect b="b" l="l" r="r" t="t"/>
              <a:pathLst>
                <a:path extrusionOk="0" h="27" w="11">
                  <a:moveTo>
                    <a:pt x="0" y="20"/>
                  </a:moveTo>
                  <a:lnTo>
                    <a:pt x="2" y="26"/>
                  </a:lnTo>
                  <a:lnTo>
                    <a:pt x="3" y="26"/>
                  </a:lnTo>
                  <a:cubicBezTo>
                    <a:pt x="4" y="24"/>
                    <a:pt x="6" y="22"/>
                    <a:pt x="8" y="20"/>
                  </a:cubicBezTo>
                  <a:cubicBezTo>
                    <a:pt x="9" y="19"/>
                    <a:pt x="9" y="20"/>
                    <a:pt x="10" y="20"/>
                  </a:cubicBezTo>
                  <a:cubicBezTo>
                    <a:pt x="7" y="13"/>
                    <a:pt x="3" y="7"/>
                    <a:pt x="0" y="0"/>
                  </a:cubicBezTo>
                  <a:cubicBezTo>
                    <a:pt x="0" y="7"/>
                    <a:pt x="0" y="13"/>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5"/>
            <p:cNvSpPr/>
            <p:nvPr/>
          </p:nvSpPr>
          <p:spPr>
            <a:xfrm>
              <a:off x="1389965" y="-926855"/>
              <a:ext cx="19800" cy="54720"/>
            </a:xfrm>
            <a:custGeom>
              <a:rect b="b" l="l" r="r" t="t"/>
              <a:pathLst>
                <a:path extrusionOk="0" h="152" w="55">
                  <a:moveTo>
                    <a:pt x="47" y="118"/>
                  </a:moveTo>
                  <a:cubicBezTo>
                    <a:pt x="31" y="80"/>
                    <a:pt x="15" y="41"/>
                    <a:pt x="0" y="0"/>
                  </a:cubicBezTo>
                  <a:lnTo>
                    <a:pt x="7" y="28"/>
                  </a:lnTo>
                  <a:cubicBezTo>
                    <a:pt x="19" y="70"/>
                    <a:pt x="38" y="110"/>
                    <a:pt x="52" y="151"/>
                  </a:cubicBezTo>
                  <a:lnTo>
                    <a:pt x="54" y="150"/>
                  </a:lnTo>
                  <a:cubicBezTo>
                    <a:pt x="52" y="139"/>
                    <a:pt x="50" y="129"/>
                    <a:pt x="47"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5"/>
            <p:cNvSpPr/>
            <p:nvPr/>
          </p:nvSpPr>
          <p:spPr>
            <a:xfrm>
              <a:off x="1416605" y="-830015"/>
              <a:ext cx="5400" cy="12960"/>
            </a:xfrm>
            <a:custGeom>
              <a:rect b="b" l="l" r="r" t="t"/>
              <a:pathLst>
                <a:path extrusionOk="0" h="36" w="15">
                  <a:moveTo>
                    <a:pt x="2" y="0"/>
                  </a:moveTo>
                  <a:lnTo>
                    <a:pt x="1" y="0"/>
                  </a:lnTo>
                  <a:lnTo>
                    <a:pt x="0" y="0"/>
                  </a:lnTo>
                  <a:lnTo>
                    <a:pt x="3" y="35"/>
                  </a:lnTo>
                  <a:lnTo>
                    <a:pt x="14" y="34"/>
                  </a:lnTo>
                  <a:cubicBezTo>
                    <a:pt x="9" y="23"/>
                    <a:pt x="5" y="1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5"/>
            <p:cNvSpPr/>
            <p:nvPr/>
          </p:nvSpPr>
          <p:spPr>
            <a:xfrm>
              <a:off x="1419845" y="-791135"/>
              <a:ext cx="3600" cy="15480"/>
            </a:xfrm>
            <a:custGeom>
              <a:rect b="b" l="l" r="r" t="t"/>
              <a:pathLst>
                <a:path extrusionOk="0" h="43" w="10">
                  <a:moveTo>
                    <a:pt x="8" y="0"/>
                  </a:moveTo>
                  <a:lnTo>
                    <a:pt x="0" y="2"/>
                  </a:lnTo>
                  <a:cubicBezTo>
                    <a:pt x="2" y="12"/>
                    <a:pt x="3" y="22"/>
                    <a:pt x="4" y="32"/>
                  </a:cubicBezTo>
                  <a:cubicBezTo>
                    <a:pt x="4" y="35"/>
                    <a:pt x="4" y="39"/>
                    <a:pt x="5" y="42"/>
                  </a:cubicBezTo>
                  <a:lnTo>
                    <a:pt x="9" y="42"/>
                  </a:lnTo>
                  <a:cubicBezTo>
                    <a:pt x="9" y="28"/>
                    <a:pt x="9" y="14"/>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5"/>
            <p:cNvSpPr/>
            <p:nvPr/>
          </p:nvSpPr>
          <p:spPr>
            <a:xfrm>
              <a:off x="1422365" y="-767015"/>
              <a:ext cx="1080" cy="6120"/>
            </a:xfrm>
            <a:custGeom>
              <a:rect b="b" l="l" r="r" t="t"/>
              <a:pathLst>
                <a:path extrusionOk="0" h="17" w="3">
                  <a:moveTo>
                    <a:pt x="2" y="0"/>
                  </a:moveTo>
                  <a:lnTo>
                    <a:pt x="0" y="0"/>
                  </a:lnTo>
                  <a:cubicBezTo>
                    <a:pt x="0" y="5"/>
                    <a:pt x="0" y="10"/>
                    <a:pt x="0" y="16"/>
                  </a:cubicBezTo>
                  <a:cubicBezTo>
                    <a:pt x="2" y="11"/>
                    <a:pt x="2" y="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5"/>
            <p:cNvSpPr/>
            <p:nvPr/>
          </p:nvSpPr>
          <p:spPr>
            <a:xfrm>
              <a:off x="1424885" y="-849455"/>
              <a:ext cx="14040" cy="156600"/>
            </a:xfrm>
            <a:custGeom>
              <a:rect b="b" l="l" r="r" t="t"/>
              <a:pathLst>
                <a:path extrusionOk="0" h="435" w="39">
                  <a:moveTo>
                    <a:pt x="0" y="0"/>
                  </a:moveTo>
                  <a:cubicBezTo>
                    <a:pt x="2" y="6"/>
                    <a:pt x="4" y="12"/>
                    <a:pt x="6" y="18"/>
                  </a:cubicBezTo>
                  <a:cubicBezTo>
                    <a:pt x="9" y="38"/>
                    <a:pt x="11" y="59"/>
                    <a:pt x="11" y="80"/>
                  </a:cubicBezTo>
                  <a:cubicBezTo>
                    <a:pt x="11" y="87"/>
                    <a:pt x="11" y="94"/>
                    <a:pt x="11" y="101"/>
                  </a:cubicBezTo>
                  <a:cubicBezTo>
                    <a:pt x="11" y="112"/>
                    <a:pt x="11" y="123"/>
                    <a:pt x="12" y="134"/>
                  </a:cubicBezTo>
                  <a:cubicBezTo>
                    <a:pt x="23" y="134"/>
                    <a:pt x="32" y="150"/>
                    <a:pt x="18" y="154"/>
                  </a:cubicBezTo>
                  <a:lnTo>
                    <a:pt x="14" y="155"/>
                  </a:lnTo>
                  <a:cubicBezTo>
                    <a:pt x="17" y="180"/>
                    <a:pt x="19" y="205"/>
                    <a:pt x="20" y="229"/>
                  </a:cubicBezTo>
                  <a:cubicBezTo>
                    <a:pt x="20" y="264"/>
                    <a:pt x="18" y="299"/>
                    <a:pt x="16" y="334"/>
                  </a:cubicBezTo>
                  <a:lnTo>
                    <a:pt x="19" y="334"/>
                  </a:lnTo>
                  <a:cubicBezTo>
                    <a:pt x="20" y="334"/>
                    <a:pt x="20" y="334"/>
                    <a:pt x="20" y="334"/>
                  </a:cubicBezTo>
                  <a:cubicBezTo>
                    <a:pt x="21" y="335"/>
                    <a:pt x="22" y="336"/>
                    <a:pt x="23" y="337"/>
                  </a:cubicBezTo>
                  <a:cubicBezTo>
                    <a:pt x="23" y="337"/>
                    <a:pt x="23" y="338"/>
                    <a:pt x="23" y="339"/>
                  </a:cubicBezTo>
                  <a:cubicBezTo>
                    <a:pt x="24" y="340"/>
                    <a:pt x="24" y="340"/>
                    <a:pt x="24" y="341"/>
                  </a:cubicBezTo>
                  <a:cubicBezTo>
                    <a:pt x="24" y="343"/>
                    <a:pt x="23" y="346"/>
                    <a:pt x="22" y="348"/>
                  </a:cubicBezTo>
                  <a:cubicBezTo>
                    <a:pt x="21" y="350"/>
                    <a:pt x="19" y="350"/>
                    <a:pt x="17" y="352"/>
                  </a:cubicBezTo>
                  <a:cubicBezTo>
                    <a:pt x="16" y="353"/>
                    <a:pt x="16" y="353"/>
                    <a:pt x="16" y="353"/>
                  </a:cubicBezTo>
                  <a:cubicBezTo>
                    <a:pt x="16" y="364"/>
                    <a:pt x="16" y="374"/>
                    <a:pt x="15" y="384"/>
                  </a:cubicBezTo>
                  <a:cubicBezTo>
                    <a:pt x="15" y="401"/>
                    <a:pt x="13" y="418"/>
                    <a:pt x="11" y="434"/>
                  </a:cubicBezTo>
                  <a:cubicBezTo>
                    <a:pt x="12" y="434"/>
                    <a:pt x="12" y="434"/>
                    <a:pt x="12" y="434"/>
                  </a:cubicBezTo>
                  <a:cubicBezTo>
                    <a:pt x="13" y="433"/>
                    <a:pt x="14" y="432"/>
                    <a:pt x="15" y="431"/>
                  </a:cubicBezTo>
                  <a:lnTo>
                    <a:pt x="15" y="430"/>
                  </a:lnTo>
                  <a:cubicBezTo>
                    <a:pt x="30" y="358"/>
                    <a:pt x="38" y="285"/>
                    <a:pt x="38" y="212"/>
                  </a:cubicBezTo>
                  <a:cubicBezTo>
                    <a:pt x="38" y="172"/>
                    <a:pt x="36" y="133"/>
                    <a:pt x="31" y="93"/>
                  </a:cubicBezTo>
                  <a:cubicBezTo>
                    <a:pt x="28" y="61"/>
                    <a:pt x="21" y="31"/>
                    <a:pt x="11" y="1"/>
                  </a:cubicBezTo>
                  <a:cubicBezTo>
                    <a:pt x="10" y="1"/>
                    <a:pt x="9" y="1"/>
                    <a:pt x="8" y="1"/>
                  </a:cubicBezTo>
                  <a:cubicBezTo>
                    <a:pt x="5" y="1"/>
                    <a:pt x="3"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5"/>
            <p:cNvSpPr/>
            <p:nvPr/>
          </p:nvSpPr>
          <p:spPr>
            <a:xfrm>
              <a:off x="1421285" y="-866375"/>
              <a:ext cx="360" cy="1440"/>
            </a:xfrm>
            <a:custGeom>
              <a:rect b="b" l="l" r="r" t="t"/>
              <a:pathLst>
                <a:path extrusionOk="0" h="4" w="1">
                  <a:moveTo>
                    <a:pt x="0" y="2"/>
                  </a:moveTo>
                  <a:cubicBezTo>
                    <a:pt x="0" y="1"/>
                    <a:pt x="0" y="1"/>
                    <a:pt x="0" y="1"/>
                  </a:cubicBezTo>
                  <a:lnTo>
                    <a:pt x="0" y="0"/>
                  </a:lnTo>
                  <a:lnTo>
                    <a:pt x="0" y="3"/>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5"/>
            <p:cNvSpPr/>
            <p:nvPr/>
          </p:nvSpPr>
          <p:spPr>
            <a:xfrm>
              <a:off x="1420205" y="-873215"/>
              <a:ext cx="4680" cy="4320"/>
            </a:xfrm>
            <a:custGeom>
              <a:rect b="b" l="l" r="r" t="t"/>
              <a:pathLst>
                <a:path extrusionOk="0" h="12" w="13">
                  <a:moveTo>
                    <a:pt x="2" y="11"/>
                  </a:moveTo>
                  <a:cubicBezTo>
                    <a:pt x="2" y="10"/>
                    <a:pt x="2" y="8"/>
                    <a:pt x="3" y="7"/>
                  </a:cubicBezTo>
                  <a:cubicBezTo>
                    <a:pt x="5" y="5"/>
                    <a:pt x="7" y="3"/>
                    <a:pt x="9" y="1"/>
                  </a:cubicBezTo>
                  <a:cubicBezTo>
                    <a:pt x="10" y="0"/>
                    <a:pt x="11" y="0"/>
                    <a:pt x="12" y="0"/>
                  </a:cubicBezTo>
                  <a:lnTo>
                    <a:pt x="0" y="0"/>
                  </a:lnTo>
                  <a:lnTo>
                    <a:pt x="0" y="3"/>
                  </a:lnTo>
                  <a:cubicBezTo>
                    <a:pt x="1" y="6"/>
                    <a:pt x="1" y="8"/>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5"/>
            <p:cNvSpPr/>
            <p:nvPr/>
          </p:nvSpPr>
          <p:spPr>
            <a:xfrm>
              <a:off x="1409045" y="-872855"/>
              <a:ext cx="1800" cy="6480"/>
            </a:xfrm>
            <a:custGeom>
              <a:rect b="b" l="l" r="r" t="t"/>
              <a:pathLst>
                <a:path extrusionOk="0" h="18" w="5">
                  <a:moveTo>
                    <a:pt x="2" y="0"/>
                  </a:moveTo>
                  <a:lnTo>
                    <a:pt x="0" y="2"/>
                  </a:lnTo>
                  <a:cubicBezTo>
                    <a:pt x="1" y="7"/>
                    <a:pt x="3" y="12"/>
                    <a:pt x="4" y="17"/>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5"/>
            <p:cNvSpPr/>
            <p:nvPr/>
          </p:nvSpPr>
          <p:spPr>
            <a:xfrm>
              <a:off x="1422725" y="-793295"/>
              <a:ext cx="9720" cy="64800"/>
            </a:xfrm>
            <a:custGeom>
              <a:rect b="b" l="l" r="r" t="t"/>
              <a:pathLst>
                <a:path extrusionOk="0" h="180" w="27">
                  <a:moveTo>
                    <a:pt x="23" y="178"/>
                  </a:moveTo>
                  <a:cubicBezTo>
                    <a:pt x="24" y="144"/>
                    <a:pt x="26" y="109"/>
                    <a:pt x="26" y="74"/>
                  </a:cubicBezTo>
                  <a:cubicBezTo>
                    <a:pt x="25" y="49"/>
                    <a:pt x="23" y="24"/>
                    <a:pt x="20" y="0"/>
                  </a:cubicBezTo>
                  <a:lnTo>
                    <a:pt x="0" y="6"/>
                  </a:lnTo>
                  <a:cubicBezTo>
                    <a:pt x="0" y="20"/>
                    <a:pt x="0" y="34"/>
                    <a:pt x="0" y="48"/>
                  </a:cubicBezTo>
                  <a:cubicBezTo>
                    <a:pt x="2" y="47"/>
                    <a:pt x="5" y="47"/>
                    <a:pt x="7" y="46"/>
                  </a:cubicBezTo>
                  <a:cubicBezTo>
                    <a:pt x="17" y="41"/>
                    <a:pt x="26" y="57"/>
                    <a:pt x="18" y="66"/>
                  </a:cubicBezTo>
                  <a:cubicBezTo>
                    <a:pt x="17" y="67"/>
                    <a:pt x="15" y="69"/>
                    <a:pt x="12" y="70"/>
                  </a:cubicBezTo>
                  <a:cubicBezTo>
                    <a:pt x="9" y="72"/>
                    <a:pt x="4" y="74"/>
                    <a:pt x="0" y="74"/>
                  </a:cubicBezTo>
                  <a:cubicBezTo>
                    <a:pt x="0" y="79"/>
                    <a:pt x="0" y="85"/>
                    <a:pt x="0" y="90"/>
                  </a:cubicBezTo>
                  <a:cubicBezTo>
                    <a:pt x="2" y="90"/>
                    <a:pt x="4" y="89"/>
                    <a:pt x="6" y="91"/>
                  </a:cubicBezTo>
                  <a:cubicBezTo>
                    <a:pt x="8" y="93"/>
                    <a:pt x="9" y="94"/>
                    <a:pt x="10" y="96"/>
                  </a:cubicBezTo>
                  <a:cubicBezTo>
                    <a:pt x="11" y="98"/>
                    <a:pt x="12" y="99"/>
                    <a:pt x="12" y="102"/>
                  </a:cubicBezTo>
                  <a:cubicBezTo>
                    <a:pt x="12" y="104"/>
                    <a:pt x="11" y="105"/>
                    <a:pt x="10" y="107"/>
                  </a:cubicBezTo>
                  <a:cubicBezTo>
                    <a:pt x="9" y="109"/>
                    <a:pt x="8" y="111"/>
                    <a:pt x="6" y="112"/>
                  </a:cubicBezTo>
                  <a:cubicBezTo>
                    <a:pt x="4" y="113"/>
                    <a:pt x="2" y="113"/>
                    <a:pt x="0" y="113"/>
                  </a:cubicBezTo>
                  <a:cubicBezTo>
                    <a:pt x="0" y="135"/>
                    <a:pt x="0" y="157"/>
                    <a:pt x="0" y="179"/>
                  </a:cubicBezTo>
                  <a:cubicBezTo>
                    <a:pt x="5" y="179"/>
                    <a:pt x="10" y="178"/>
                    <a:pt x="15" y="178"/>
                  </a:cubicBezTo>
                  <a:cubicBezTo>
                    <a:pt x="18" y="178"/>
                    <a:pt x="20" y="178"/>
                    <a:pt x="23"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5"/>
            <p:cNvSpPr/>
            <p:nvPr/>
          </p:nvSpPr>
          <p:spPr>
            <a:xfrm>
              <a:off x="1421285" y="-858455"/>
              <a:ext cx="8280" cy="58320"/>
            </a:xfrm>
            <a:custGeom>
              <a:rect b="b" l="l" r="r" t="t"/>
              <a:pathLst>
                <a:path extrusionOk="0" h="162" w="23">
                  <a:moveTo>
                    <a:pt x="21" y="126"/>
                  </a:moveTo>
                  <a:cubicBezTo>
                    <a:pt x="21" y="119"/>
                    <a:pt x="21" y="112"/>
                    <a:pt x="21" y="105"/>
                  </a:cubicBezTo>
                  <a:cubicBezTo>
                    <a:pt x="21" y="84"/>
                    <a:pt x="19" y="63"/>
                    <a:pt x="16" y="43"/>
                  </a:cubicBezTo>
                  <a:cubicBezTo>
                    <a:pt x="14" y="37"/>
                    <a:pt x="12" y="31"/>
                    <a:pt x="10" y="25"/>
                  </a:cubicBezTo>
                  <a:lnTo>
                    <a:pt x="8" y="24"/>
                  </a:lnTo>
                  <a:cubicBezTo>
                    <a:pt x="6" y="22"/>
                    <a:pt x="5" y="21"/>
                    <a:pt x="3" y="19"/>
                  </a:cubicBezTo>
                  <a:cubicBezTo>
                    <a:pt x="2" y="17"/>
                    <a:pt x="2" y="15"/>
                    <a:pt x="2" y="12"/>
                  </a:cubicBezTo>
                  <a:cubicBezTo>
                    <a:pt x="2" y="10"/>
                    <a:pt x="2" y="8"/>
                    <a:pt x="3" y="6"/>
                  </a:cubicBezTo>
                  <a:lnTo>
                    <a:pt x="1" y="0"/>
                  </a:lnTo>
                  <a:cubicBezTo>
                    <a:pt x="0" y="5"/>
                    <a:pt x="0" y="10"/>
                    <a:pt x="0" y="15"/>
                  </a:cubicBezTo>
                  <a:cubicBezTo>
                    <a:pt x="0" y="30"/>
                    <a:pt x="1" y="44"/>
                    <a:pt x="4" y="59"/>
                  </a:cubicBezTo>
                  <a:cubicBezTo>
                    <a:pt x="5" y="67"/>
                    <a:pt x="7" y="98"/>
                    <a:pt x="12" y="117"/>
                  </a:cubicBezTo>
                  <a:lnTo>
                    <a:pt x="13" y="119"/>
                  </a:lnTo>
                  <a:cubicBezTo>
                    <a:pt x="15" y="121"/>
                    <a:pt x="15" y="123"/>
                    <a:pt x="15" y="125"/>
                  </a:cubicBezTo>
                  <a:lnTo>
                    <a:pt x="15" y="126"/>
                  </a:lnTo>
                  <a:lnTo>
                    <a:pt x="16" y="127"/>
                  </a:lnTo>
                  <a:cubicBezTo>
                    <a:pt x="17" y="129"/>
                    <a:pt x="18" y="130"/>
                    <a:pt x="19" y="131"/>
                  </a:cubicBezTo>
                  <a:cubicBezTo>
                    <a:pt x="20" y="131"/>
                    <a:pt x="20" y="131"/>
                    <a:pt x="20" y="131"/>
                  </a:cubicBezTo>
                  <a:cubicBezTo>
                    <a:pt x="21" y="131"/>
                    <a:pt x="21" y="131"/>
                    <a:pt x="21" y="132"/>
                  </a:cubicBezTo>
                  <a:lnTo>
                    <a:pt x="21" y="133"/>
                  </a:lnTo>
                  <a:cubicBezTo>
                    <a:pt x="21" y="134"/>
                    <a:pt x="21" y="134"/>
                    <a:pt x="20" y="134"/>
                  </a:cubicBezTo>
                  <a:lnTo>
                    <a:pt x="19" y="134"/>
                  </a:lnTo>
                  <a:cubicBezTo>
                    <a:pt x="18" y="134"/>
                    <a:pt x="16" y="134"/>
                    <a:pt x="15" y="133"/>
                  </a:cubicBezTo>
                  <a:cubicBezTo>
                    <a:pt x="14" y="132"/>
                    <a:pt x="14" y="132"/>
                    <a:pt x="13" y="132"/>
                  </a:cubicBezTo>
                  <a:cubicBezTo>
                    <a:pt x="12" y="132"/>
                    <a:pt x="12" y="133"/>
                    <a:pt x="11" y="133"/>
                  </a:cubicBezTo>
                  <a:cubicBezTo>
                    <a:pt x="9" y="134"/>
                    <a:pt x="6" y="135"/>
                    <a:pt x="4" y="136"/>
                  </a:cubicBezTo>
                  <a:cubicBezTo>
                    <a:pt x="4" y="144"/>
                    <a:pt x="4" y="153"/>
                    <a:pt x="4" y="161"/>
                  </a:cubicBezTo>
                  <a:cubicBezTo>
                    <a:pt x="10" y="159"/>
                    <a:pt x="16" y="158"/>
                    <a:pt x="22" y="158"/>
                  </a:cubicBezTo>
                  <a:cubicBezTo>
                    <a:pt x="21" y="148"/>
                    <a:pt x="21" y="137"/>
                    <a:pt x="21"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5"/>
            <p:cNvSpPr/>
            <p:nvPr/>
          </p:nvSpPr>
          <p:spPr>
            <a:xfrm>
              <a:off x="1423085" y="-722015"/>
              <a:ext cx="8280" cy="29520"/>
            </a:xfrm>
            <a:custGeom>
              <a:rect b="b" l="l" r="r" t="t"/>
              <a:pathLst>
                <a:path extrusionOk="0" h="82" w="23">
                  <a:moveTo>
                    <a:pt x="22" y="0"/>
                  </a:moveTo>
                  <a:cubicBezTo>
                    <a:pt x="17" y="2"/>
                    <a:pt x="12" y="3"/>
                    <a:pt x="7" y="3"/>
                  </a:cubicBezTo>
                  <a:cubicBezTo>
                    <a:pt x="6" y="3"/>
                    <a:pt x="4" y="3"/>
                    <a:pt x="3" y="3"/>
                  </a:cubicBezTo>
                  <a:lnTo>
                    <a:pt x="0" y="3"/>
                  </a:lnTo>
                  <a:cubicBezTo>
                    <a:pt x="0" y="6"/>
                    <a:pt x="0" y="9"/>
                    <a:pt x="0" y="12"/>
                  </a:cubicBezTo>
                  <a:lnTo>
                    <a:pt x="10" y="12"/>
                  </a:lnTo>
                  <a:cubicBezTo>
                    <a:pt x="12" y="12"/>
                    <a:pt x="13" y="12"/>
                    <a:pt x="14" y="13"/>
                  </a:cubicBezTo>
                  <a:cubicBezTo>
                    <a:pt x="16" y="14"/>
                    <a:pt x="17" y="15"/>
                    <a:pt x="18" y="17"/>
                  </a:cubicBezTo>
                  <a:cubicBezTo>
                    <a:pt x="19" y="19"/>
                    <a:pt x="20" y="20"/>
                    <a:pt x="20" y="22"/>
                  </a:cubicBezTo>
                  <a:cubicBezTo>
                    <a:pt x="20" y="24"/>
                    <a:pt x="19" y="26"/>
                    <a:pt x="18" y="28"/>
                  </a:cubicBezTo>
                  <a:cubicBezTo>
                    <a:pt x="17" y="30"/>
                    <a:pt x="16" y="31"/>
                    <a:pt x="14" y="32"/>
                  </a:cubicBezTo>
                  <a:cubicBezTo>
                    <a:pt x="13" y="32"/>
                    <a:pt x="12" y="33"/>
                    <a:pt x="10" y="33"/>
                  </a:cubicBezTo>
                  <a:lnTo>
                    <a:pt x="1" y="33"/>
                  </a:lnTo>
                  <a:cubicBezTo>
                    <a:pt x="1" y="38"/>
                    <a:pt x="1" y="43"/>
                    <a:pt x="2" y="48"/>
                  </a:cubicBezTo>
                  <a:lnTo>
                    <a:pt x="3" y="48"/>
                  </a:lnTo>
                  <a:cubicBezTo>
                    <a:pt x="4" y="48"/>
                    <a:pt x="6" y="48"/>
                    <a:pt x="8" y="49"/>
                  </a:cubicBezTo>
                  <a:cubicBezTo>
                    <a:pt x="10" y="50"/>
                    <a:pt x="10" y="51"/>
                    <a:pt x="11" y="53"/>
                  </a:cubicBezTo>
                  <a:cubicBezTo>
                    <a:pt x="12" y="55"/>
                    <a:pt x="13" y="56"/>
                    <a:pt x="13" y="58"/>
                  </a:cubicBezTo>
                  <a:cubicBezTo>
                    <a:pt x="13" y="59"/>
                    <a:pt x="12" y="61"/>
                    <a:pt x="11" y="63"/>
                  </a:cubicBezTo>
                  <a:cubicBezTo>
                    <a:pt x="10" y="65"/>
                    <a:pt x="9" y="65"/>
                    <a:pt x="8" y="66"/>
                  </a:cubicBezTo>
                  <a:cubicBezTo>
                    <a:pt x="7" y="67"/>
                    <a:pt x="6" y="67"/>
                    <a:pt x="5" y="67"/>
                  </a:cubicBezTo>
                  <a:cubicBezTo>
                    <a:pt x="5" y="70"/>
                    <a:pt x="5" y="73"/>
                    <a:pt x="7" y="76"/>
                  </a:cubicBezTo>
                  <a:cubicBezTo>
                    <a:pt x="7" y="77"/>
                    <a:pt x="7" y="77"/>
                    <a:pt x="7" y="78"/>
                  </a:cubicBezTo>
                  <a:cubicBezTo>
                    <a:pt x="8" y="79"/>
                    <a:pt x="9" y="79"/>
                    <a:pt x="10" y="80"/>
                  </a:cubicBezTo>
                  <a:cubicBezTo>
                    <a:pt x="11" y="81"/>
                    <a:pt x="12" y="81"/>
                    <a:pt x="13" y="81"/>
                  </a:cubicBezTo>
                  <a:cubicBezTo>
                    <a:pt x="15" y="81"/>
                    <a:pt x="16" y="81"/>
                    <a:pt x="17" y="80"/>
                  </a:cubicBezTo>
                  <a:cubicBezTo>
                    <a:pt x="18" y="64"/>
                    <a:pt x="19" y="47"/>
                    <a:pt x="20" y="30"/>
                  </a:cubicBezTo>
                  <a:cubicBezTo>
                    <a:pt x="20" y="21"/>
                    <a:pt x="21" y="1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5"/>
            <p:cNvSpPr/>
            <p:nvPr/>
          </p:nvSpPr>
          <p:spPr>
            <a:xfrm>
              <a:off x="1384205" y="-959975"/>
              <a:ext cx="36000" cy="87480"/>
            </a:xfrm>
            <a:custGeom>
              <a:rect b="b" l="l" r="r" t="t"/>
              <a:pathLst>
                <a:path extrusionOk="0" h="243" w="100">
                  <a:moveTo>
                    <a:pt x="63" y="210"/>
                  </a:moveTo>
                  <a:cubicBezTo>
                    <a:pt x="66" y="221"/>
                    <a:pt x="68" y="232"/>
                    <a:pt x="70" y="242"/>
                  </a:cubicBezTo>
                  <a:lnTo>
                    <a:pt x="72" y="242"/>
                  </a:lnTo>
                  <a:lnTo>
                    <a:pt x="82" y="242"/>
                  </a:lnTo>
                  <a:cubicBezTo>
                    <a:pt x="83" y="242"/>
                    <a:pt x="85" y="242"/>
                    <a:pt x="86" y="242"/>
                  </a:cubicBezTo>
                  <a:cubicBezTo>
                    <a:pt x="87" y="242"/>
                    <a:pt x="88" y="242"/>
                    <a:pt x="89" y="242"/>
                  </a:cubicBezTo>
                  <a:lnTo>
                    <a:pt x="99" y="242"/>
                  </a:lnTo>
                  <a:cubicBezTo>
                    <a:pt x="82" y="172"/>
                    <a:pt x="58" y="104"/>
                    <a:pt x="28" y="38"/>
                  </a:cubicBezTo>
                  <a:cubicBezTo>
                    <a:pt x="22" y="25"/>
                    <a:pt x="16" y="12"/>
                    <a:pt x="11" y="0"/>
                  </a:cubicBezTo>
                  <a:cubicBezTo>
                    <a:pt x="10" y="7"/>
                    <a:pt x="8" y="15"/>
                    <a:pt x="5" y="22"/>
                  </a:cubicBezTo>
                  <a:cubicBezTo>
                    <a:pt x="5" y="22"/>
                    <a:pt x="5" y="21"/>
                    <a:pt x="4" y="22"/>
                  </a:cubicBezTo>
                  <a:cubicBezTo>
                    <a:pt x="3" y="23"/>
                    <a:pt x="3" y="24"/>
                    <a:pt x="2" y="25"/>
                  </a:cubicBezTo>
                  <a:cubicBezTo>
                    <a:pt x="1" y="25"/>
                    <a:pt x="0" y="25"/>
                    <a:pt x="0" y="26"/>
                  </a:cubicBezTo>
                  <a:cubicBezTo>
                    <a:pt x="4" y="48"/>
                    <a:pt x="10" y="71"/>
                    <a:pt x="16" y="94"/>
                  </a:cubicBezTo>
                  <a:cubicBezTo>
                    <a:pt x="31" y="133"/>
                    <a:pt x="47" y="172"/>
                    <a:pt x="63"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5"/>
            <p:cNvSpPr/>
            <p:nvPr/>
          </p:nvSpPr>
          <p:spPr>
            <a:xfrm>
              <a:off x="1419125" y="-865295"/>
              <a:ext cx="2880" cy="7200"/>
            </a:xfrm>
            <a:custGeom>
              <a:rect b="b" l="l" r="r" t="t"/>
              <a:pathLst>
                <a:path extrusionOk="0" h="20" w="8">
                  <a:moveTo>
                    <a:pt x="6" y="0"/>
                  </a:moveTo>
                  <a:lnTo>
                    <a:pt x="0" y="0"/>
                  </a:lnTo>
                  <a:cubicBezTo>
                    <a:pt x="2" y="6"/>
                    <a:pt x="4" y="13"/>
                    <a:pt x="7" y="19"/>
                  </a:cubicBezTo>
                  <a:cubicBezTo>
                    <a:pt x="7" y="12"/>
                    <a:pt x="7"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5"/>
            <p:cNvSpPr/>
            <p:nvPr/>
          </p:nvSpPr>
          <p:spPr>
            <a:xfrm>
              <a:off x="1410485" y="-866015"/>
              <a:ext cx="12240" cy="48960"/>
            </a:xfrm>
            <a:custGeom>
              <a:rect b="b" l="l" r="r" t="t"/>
              <a:pathLst>
                <a:path extrusionOk="0" h="136" w="34">
                  <a:moveTo>
                    <a:pt x="14" y="78"/>
                  </a:moveTo>
                  <a:cubicBezTo>
                    <a:pt x="16" y="78"/>
                    <a:pt x="18" y="78"/>
                    <a:pt x="20" y="79"/>
                  </a:cubicBezTo>
                  <a:cubicBezTo>
                    <a:pt x="21" y="80"/>
                    <a:pt x="23" y="82"/>
                    <a:pt x="24" y="84"/>
                  </a:cubicBezTo>
                  <a:cubicBezTo>
                    <a:pt x="25" y="86"/>
                    <a:pt x="26" y="88"/>
                    <a:pt x="26" y="90"/>
                  </a:cubicBezTo>
                  <a:cubicBezTo>
                    <a:pt x="26" y="92"/>
                    <a:pt x="25" y="94"/>
                    <a:pt x="24" y="96"/>
                  </a:cubicBezTo>
                  <a:cubicBezTo>
                    <a:pt x="23" y="98"/>
                    <a:pt x="21" y="99"/>
                    <a:pt x="20" y="100"/>
                  </a:cubicBezTo>
                  <a:cubicBezTo>
                    <a:pt x="19" y="100"/>
                    <a:pt x="19" y="100"/>
                    <a:pt x="19" y="100"/>
                  </a:cubicBezTo>
                  <a:cubicBezTo>
                    <a:pt x="22" y="112"/>
                    <a:pt x="26" y="124"/>
                    <a:pt x="30" y="135"/>
                  </a:cubicBezTo>
                  <a:lnTo>
                    <a:pt x="33" y="135"/>
                  </a:lnTo>
                  <a:cubicBezTo>
                    <a:pt x="32" y="116"/>
                    <a:pt x="31" y="98"/>
                    <a:pt x="28" y="80"/>
                  </a:cubicBezTo>
                  <a:cubicBezTo>
                    <a:pt x="24" y="52"/>
                    <a:pt x="11" y="27"/>
                    <a:pt x="7" y="0"/>
                  </a:cubicBezTo>
                  <a:lnTo>
                    <a:pt x="0" y="0"/>
                  </a:lnTo>
                  <a:cubicBezTo>
                    <a:pt x="6" y="18"/>
                    <a:pt x="9" y="35"/>
                    <a:pt x="11" y="54"/>
                  </a:cubicBezTo>
                  <a:cubicBezTo>
                    <a:pt x="11" y="62"/>
                    <a:pt x="13" y="70"/>
                    <a:pt x="14" y="78"/>
                  </a:cubicBezTo>
                  <a:lnTo>
                    <a:pt x="14" y="79"/>
                  </a:lnTo>
                  <a:lnTo>
                    <a:pt x="14" y="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5"/>
            <p:cNvSpPr/>
            <p:nvPr/>
          </p:nvSpPr>
          <p:spPr>
            <a:xfrm>
              <a:off x="1416605" y="-873575"/>
              <a:ext cx="5040" cy="8280"/>
            </a:xfrm>
            <a:custGeom>
              <a:rect b="b" l="l" r="r" t="t"/>
              <a:pathLst>
                <a:path extrusionOk="0" h="23" w="14">
                  <a:moveTo>
                    <a:pt x="3" y="6"/>
                  </a:moveTo>
                  <a:cubicBezTo>
                    <a:pt x="4" y="12"/>
                    <a:pt x="5" y="17"/>
                    <a:pt x="7" y="22"/>
                  </a:cubicBezTo>
                  <a:lnTo>
                    <a:pt x="13" y="22"/>
                  </a:lnTo>
                  <a:lnTo>
                    <a:pt x="13" y="20"/>
                  </a:lnTo>
                  <a:cubicBezTo>
                    <a:pt x="12" y="18"/>
                    <a:pt x="12" y="16"/>
                    <a:pt x="12" y="14"/>
                  </a:cubicBezTo>
                  <a:cubicBezTo>
                    <a:pt x="12" y="13"/>
                    <a:pt x="12" y="12"/>
                    <a:pt x="12" y="11"/>
                  </a:cubicBezTo>
                  <a:cubicBezTo>
                    <a:pt x="12" y="9"/>
                    <a:pt x="12" y="6"/>
                    <a:pt x="11" y="3"/>
                  </a:cubicBezTo>
                  <a:lnTo>
                    <a:pt x="11" y="0"/>
                  </a:lnTo>
                  <a:lnTo>
                    <a:pt x="0" y="0"/>
                  </a:lnTo>
                  <a:cubicBezTo>
                    <a:pt x="1" y="1"/>
                    <a:pt x="2" y="1"/>
                    <a:pt x="2" y="2"/>
                  </a:cubicBezTo>
                  <a:cubicBezTo>
                    <a:pt x="3" y="3"/>
                    <a:pt x="3" y="5"/>
                    <a:pt x="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5"/>
            <p:cNvSpPr/>
            <p:nvPr/>
          </p:nvSpPr>
          <p:spPr>
            <a:xfrm>
              <a:off x="1409765" y="-873575"/>
              <a:ext cx="4680" cy="7560"/>
            </a:xfrm>
            <a:custGeom>
              <a:rect b="b" l="l" r="r" t="t"/>
              <a:pathLst>
                <a:path extrusionOk="0" h="21" w="13">
                  <a:moveTo>
                    <a:pt x="2" y="20"/>
                  </a:moveTo>
                  <a:lnTo>
                    <a:pt x="9" y="20"/>
                  </a:lnTo>
                  <a:cubicBezTo>
                    <a:pt x="9" y="18"/>
                    <a:pt x="9" y="15"/>
                    <a:pt x="9" y="13"/>
                  </a:cubicBezTo>
                  <a:cubicBezTo>
                    <a:pt x="9" y="10"/>
                    <a:pt x="9" y="9"/>
                    <a:pt x="9" y="6"/>
                  </a:cubicBezTo>
                  <a:cubicBezTo>
                    <a:pt x="9" y="5"/>
                    <a:pt x="9" y="4"/>
                    <a:pt x="10" y="3"/>
                  </a:cubicBezTo>
                  <a:cubicBezTo>
                    <a:pt x="11" y="2"/>
                    <a:pt x="11" y="1"/>
                    <a:pt x="12" y="0"/>
                  </a:cubicBezTo>
                  <a:lnTo>
                    <a:pt x="2" y="0"/>
                  </a:lnTo>
                  <a:lnTo>
                    <a:pt x="0" y="0"/>
                  </a:lnTo>
                  <a:lnTo>
                    <a:pt x="3" y="17"/>
                  </a:lnTo>
                  <a:lnTo>
                    <a:pt x="2"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5"/>
            <p:cNvSpPr/>
            <p:nvPr/>
          </p:nvSpPr>
          <p:spPr>
            <a:xfrm>
              <a:off x="1412645" y="-865655"/>
              <a:ext cx="12960" cy="50040"/>
            </a:xfrm>
            <a:custGeom>
              <a:rect b="b" l="l" r="r" t="t"/>
              <a:pathLst>
                <a:path extrusionOk="0" h="139" w="36">
                  <a:moveTo>
                    <a:pt x="22" y="79"/>
                  </a:moveTo>
                  <a:cubicBezTo>
                    <a:pt x="25" y="97"/>
                    <a:pt x="26" y="115"/>
                    <a:pt x="27" y="133"/>
                  </a:cubicBezTo>
                  <a:cubicBezTo>
                    <a:pt x="29" y="133"/>
                    <a:pt x="31" y="134"/>
                    <a:pt x="32" y="135"/>
                  </a:cubicBezTo>
                  <a:cubicBezTo>
                    <a:pt x="33" y="136"/>
                    <a:pt x="35" y="137"/>
                    <a:pt x="35" y="138"/>
                  </a:cubicBezTo>
                  <a:cubicBezTo>
                    <a:pt x="30" y="119"/>
                    <a:pt x="29" y="88"/>
                    <a:pt x="27" y="80"/>
                  </a:cubicBezTo>
                  <a:cubicBezTo>
                    <a:pt x="25" y="65"/>
                    <a:pt x="24" y="51"/>
                    <a:pt x="24" y="36"/>
                  </a:cubicBezTo>
                  <a:cubicBezTo>
                    <a:pt x="24" y="31"/>
                    <a:pt x="24" y="26"/>
                    <a:pt x="24" y="21"/>
                  </a:cubicBezTo>
                  <a:cubicBezTo>
                    <a:pt x="21" y="14"/>
                    <a:pt x="19" y="8"/>
                    <a:pt x="17" y="1"/>
                  </a:cubicBezTo>
                  <a:lnTo>
                    <a:pt x="0" y="0"/>
                  </a:lnTo>
                  <a:cubicBezTo>
                    <a:pt x="5" y="26"/>
                    <a:pt x="18" y="51"/>
                    <a:pt x="22"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5"/>
            <p:cNvSpPr/>
            <p:nvPr/>
          </p:nvSpPr>
          <p:spPr>
            <a:xfrm>
              <a:off x="1425605" y="-812735"/>
              <a:ext cx="3240" cy="3240"/>
            </a:xfrm>
            <a:custGeom>
              <a:rect b="b" l="l" r="r" t="t"/>
              <a:pathLst>
                <a:path extrusionOk="0" h="9" w="9">
                  <a:moveTo>
                    <a:pt x="0" y="6"/>
                  </a:moveTo>
                  <a:cubicBezTo>
                    <a:pt x="1" y="6"/>
                    <a:pt x="1" y="6"/>
                    <a:pt x="2" y="7"/>
                  </a:cubicBezTo>
                  <a:cubicBezTo>
                    <a:pt x="3" y="8"/>
                    <a:pt x="5" y="8"/>
                    <a:pt x="7" y="8"/>
                  </a:cubicBezTo>
                  <a:lnTo>
                    <a:pt x="8" y="8"/>
                  </a:lnTo>
                  <a:lnTo>
                    <a:pt x="8" y="7"/>
                  </a:lnTo>
                  <a:lnTo>
                    <a:pt x="8" y="6"/>
                  </a:lnTo>
                  <a:cubicBezTo>
                    <a:pt x="8" y="5"/>
                    <a:pt x="8" y="5"/>
                    <a:pt x="8" y="5"/>
                  </a:cubicBezTo>
                  <a:cubicBezTo>
                    <a:pt x="7" y="5"/>
                    <a:pt x="7" y="5"/>
                    <a:pt x="7" y="5"/>
                  </a:cubicBezTo>
                  <a:cubicBezTo>
                    <a:pt x="5" y="4"/>
                    <a:pt x="4" y="3"/>
                    <a:pt x="3" y="1"/>
                  </a:cubicBezTo>
                  <a:lnTo>
                    <a:pt x="2" y="0"/>
                  </a:lnTo>
                  <a:cubicBezTo>
                    <a:pt x="2" y="2"/>
                    <a:pt x="2" y="3"/>
                    <a:pt x="1" y="4"/>
                  </a:cubicBezTo>
                  <a:cubicBezTo>
                    <a:pt x="1" y="5"/>
                    <a:pt x="1"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5"/>
            <p:cNvSpPr/>
            <p:nvPr/>
          </p:nvSpPr>
          <p:spPr>
            <a:xfrm>
              <a:off x="1414085" y="-873575"/>
              <a:ext cx="2880" cy="720"/>
            </a:xfrm>
            <a:custGeom>
              <a:rect b="b" l="l" r="r" t="t"/>
              <a:pathLst>
                <a:path extrusionOk="0" h="2" w="8">
                  <a:moveTo>
                    <a:pt x="0" y="1"/>
                  </a:moveTo>
                  <a:lnTo>
                    <a:pt x="7" y="1"/>
                  </a:lnTo>
                  <a:cubicBezTo>
                    <a:pt x="6" y="0"/>
                    <a:pt x="4" y="0"/>
                    <a:pt x="3" y="0"/>
                  </a:cubicBezTo>
                  <a:cubicBezTo>
                    <a:pt x="1"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5"/>
            <p:cNvSpPr/>
            <p:nvPr/>
          </p:nvSpPr>
          <p:spPr>
            <a:xfrm>
              <a:off x="1412645" y="-873215"/>
              <a:ext cx="6480" cy="7920"/>
            </a:xfrm>
            <a:custGeom>
              <a:rect b="b" l="l" r="r" t="t"/>
              <a:pathLst>
                <a:path extrusionOk="0" h="22" w="18">
                  <a:moveTo>
                    <a:pt x="0" y="6"/>
                  </a:moveTo>
                  <a:cubicBezTo>
                    <a:pt x="0" y="8"/>
                    <a:pt x="0" y="11"/>
                    <a:pt x="0" y="13"/>
                  </a:cubicBezTo>
                  <a:cubicBezTo>
                    <a:pt x="0" y="15"/>
                    <a:pt x="0" y="18"/>
                    <a:pt x="0" y="20"/>
                  </a:cubicBezTo>
                  <a:lnTo>
                    <a:pt x="17" y="21"/>
                  </a:lnTo>
                  <a:cubicBezTo>
                    <a:pt x="15" y="16"/>
                    <a:pt x="14" y="11"/>
                    <a:pt x="13" y="6"/>
                  </a:cubicBezTo>
                  <a:cubicBezTo>
                    <a:pt x="13" y="5"/>
                    <a:pt x="13" y="4"/>
                    <a:pt x="12" y="3"/>
                  </a:cubicBezTo>
                  <a:cubicBezTo>
                    <a:pt x="12" y="2"/>
                    <a:pt x="11" y="1"/>
                    <a:pt x="10" y="0"/>
                  </a:cubicBezTo>
                  <a:lnTo>
                    <a:pt x="9" y="0"/>
                  </a:lnTo>
                  <a:lnTo>
                    <a:pt x="3" y="0"/>
                  </a:lnTo>
                  <a:cubicBezTo>
                    <a:pt x="2" y="1"/>
                    <a:pt x="1" y="1"/>
                    <a:pt x="1" y="2"/>
                  </a:cubicBezTo>
                  <a:cubicBezTo>
                    <a:pt x="0" y="3"/>
                    <a:pt x="0"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5"/>
            <p:cNvSpPr/>
            <p:nvPr/>
          </p:nvSpPr>
          <p:spPr>
            <a:xfrm>
              <a:off x="1423805" y="-704375"/>
              <a:ext cx="3960" cy="7560"/>
            </a:xfrm>
            <a:custGeom>
              <a:rect b="b" l="l" r="r" t="t"/>
              <a:pathLst>
                <a:path extrusionOk="0" h="21" w="11">
                  <a:moveTo>
                    <a:pt x="0" y="0"/>
                  </a:moveTo>
                  <a:cubicBezTo>
                    <a:pt x="0" y="7"/>
                    <a:pt x="2" y="13"/>
                    <a:pt x="3" y="20"/>
                  </a:cubicBezTo>
                  <a:cubicBezTo>
                    <a:pt x="4" y="19"/>
                    <a:pt x="5" y="19"/>
                    <a:pt x="5" y="19"/>
                  </a:cubicBezTo>
                  <a:cubicBezTo>
                    <a:pt x="7" y="18"/>
                    <a:pt x="8" y="17"/>
                    <a:pt x="9" y="15"/>
                  </a:cubicBezTo>
                  <a:cubicBezTo>
                    <a:pt x="10" y="13"/>
                    <a:pt x="10" y="12"/>
                    <a:pt x="10" y="10"/>
                  </a:cubicBezTo>
                  <a:cubicBezTo>
                    <a:pt x="10" y="8"/>
                    <a:pt x="10" y="7"/>
                    <a:pt x="9" y="5"/>
                  </a:cubicBezTo>
                  <a:cubicBezTo>
                    <a:pt x="8" y="3"/>
                    <a:pt x="7" y="2"/>
                    <a:pt x="5" y="1"/>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5"/>
            <p:cNvSpPr/>
            <p:nvPr/>
          </p:nvSpPr>
          <p:spPr>
            <a:xfrm>
              <a:off x="1422725" y="-717695"/>
              <a:ext cx="8280" cy="8640"/>
            </a:xfrm>
            <a:custGeom>
              <a:rect b="b" l="l" r="r" t="t"/>
              <a:pathLst>
                <a:path extrusionOk="0" h="24" w="23">
                  <a:moveTo>
                    <a:pt x="11" y="0"/>
                  </a:moveTo>
                  <a:lnTo>
                    <a:pt x="0" y="0"/>
                  </a:lnTo>
                  <a:cubicBezTo>
                    <a:pt x="0" y="8"/>
                    <a:pt x="0" y="16"/>
                    <a:pt x="2" y="23"/>
                  </a:cubicBezTo>
                  <a:lnTo>
                    <a:pt x="11" y="23"/>
                  </a:lnTo>
                  <a:cubicBezTo>
                    <a:pt x="13" y="23"/>
                    <a:pt x="15" y="23"/>
                    <a:pt x="17" y="22"/>
                  </a:cubicBezTo>
                  <a:cubicBezTo>
                    <a:pt x="18" y="21"/>
                    <a:pt x="20" y="20"/>
                    <a:pt x="21" y="18"/>
                  </a:cubicBezTo>
                  <a:cubicBezTo>
                    <a:pt x="22" y="16"/>
                    <a:pt x="22" y="14"/>
                    <a:pt x="22" y="12"/>
                  </a:cubicBezTo>
                  <a:cubicBezTo>
                    <a:pt x="22" y="10"/>
                    <a:pt x="22" y="8"/>
                    <a:pt x="21" y="6"/>
                  </a:cubicBezTo>
                  <a:cubicBezTo>
                    <a:pt x="20" y="4"/>
                    <a:pt x="19" y="3"/>
                    <a:pt x="17" y="2"/>
                  </a:cubicBezTo>
                  <a:cubicBezTo>
                    <a:pt x="15" y="1"/>
                    <a:pt x="13"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5"/>
            <p:cNvSpPr/>
            <p:nvPr/>
          </p:nvSpPr>
          <p:spPr>
            <a:xfrm>
              <a:off x="1431005" y="-728855"/>
              <a:ext cx="2880" cy="7560"/>
            </a:xfrm>
            <a:custGeom>
              <a:rect b="b" l="l" r="r" t="t"/>
              <a:pathLst>
                <a:path extrusionOk="0" h="21" w="8">
                  <a:moveTo>
                    <a:pt x="7" y="6"/>
                  </a:moveTo>
                  <a:cubicBezTo>
                    <a:pt x="6" y="5"/>
                    <a:pt x="6" y="4"/>
                    <a:pt x="6" y="3"/>
                  </a:cubicBezTo>
                  <a:cubicBezTo>
                    <a:pt x="5" y="2"/>
                    <a:pt x="4" y="1"/>
                    <a:pt x="3" y="1"/>
                  </a:cubicBezTo>
                  <a:lnTo>
                    <a:pt x="3" y="0"/>
                  </a:lnTo>
                  <a:lnTo>
                    <a:pt x="0" y="0"/>
                  </a:lnTo>
                  <a:cubicBezTo>
                    <a:pt x="0" y="7"/>
                    <a:pt x="0" y="14"/>
                    <a:pt x="0" y="20"/>
                  </a:cubicBezTo>
                  <a:cubicBezTo>
                    <a:pt x="2" y="19"/>
                    <a:pt x="4" y="17"/>
                    <a:pt x="5" y="15"/>
                  </a:cubicBezTo>
                  <a:cubicBezTo>
                    <a:pt x="6" y="13"/>
                    <a:pt x="7" y="11"/>
                    <a:pt x="7" y="8"/>
                  </a:cubicBezTo>
                  <a:cubicBezTo>
                    <a:pt x="7" y="7"/>
                    <a:pt x="7" y="6"/>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5"/>
            <p:cNvSpPr/>
            <p:nvPr/>
          </p:nvSpPr>
          <p:spPr>
            <a:xfrm>
              <a:off x="1422725" y="-729215"/>
              <a:ext cx="8640" cy="8640"/>
            </a:xfrm>
            <a:custGeom>
              <a:rect b="b" l="l" r="r" t="t"/>
              <a:pathLst>
                <a:path extrusionOk="0" h="24" w="24">
                  <a:moveTo>
                    <a:pt x="23" y="20"/>
                  </a:moveTo>
                  <a:cubicBezTo>
                    <a:pt x="23" y="14"/>
                    <a:pt x="23" y="7"/>
                    <a:pt x="23" y="1"/>
                  </a:cubicBezTo>
                  <a:cubicBezTo>
                    <a:pt x="19" y="0"/>
                    <a:pt x="15" y="0"/>
                    <a:pt x="11" y="0"/>
                  </a:cubicBezTo>
                  <a:cubicBezTo>
                    <a:pt x="7" y="0"/>
                    <a:pt x="4" y="0"/>
                    <a:pt x="0" y="1"/>
                  </a:cubicBezTo>
                  <a:cubicBezTo>
                    <a:pt x="0" y="8"/>
                    <a:pt x="0" y="16"/>
                    <a:pt x="0" y="23"/>
                  </a:cubicBezTo>
                  <a:lnTo>
                    <a:pt x="3" y="23"/>
                  </a:lnTo>
                  <a:cubicBezTo>
                    <a:pt x="4" y="23"/>
                    <a:pt x="6" y="23"/>
                    <a:pt x="7" y="23"/>
                  </a:cubicBezTo>
                  <a:cubicBezTo>
                    <a:pt x="12" y="23"/>
                    <a:pt x="18" y="22"/>
                    <a:pt x="2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5"/>
            <p:cNvSpPr/>
            <p:nvPr/>
          </p:nvSpPr>
          <p:spPr>
            <a:xfrm>
              <a:off x="1421285" y="-865295"/>
              <a:ext cx="7560" cy="7200"/>
            </a:xfrm>
            <a:custGeom>
              <a:rect b="b" l="l" r="r" t="t"/>
              <a:pathLst>
                <a:path extrusionOk="0" h="20" w="21">
                  <a:moveTo>
                    <a:pt x="11" y="19"/>
                  </a:moveTo>
                  <a:cubicBezTo>
                    <a:pt x="13" y="18"/>
                    <a:pt x="15" y="17"/>
                    <a:pt x="16" y="16"/>
                  </a:cubicBezTo>
                  <a:cubicBezTo>
                    <a:pt x="17" y="15"/>
                    <a:pt x="19" y="15"/>
                    <a:pt x="20" y="14"/>
                  </a:cubicBezTo>
                  <a:cubicBezTo>
                    <a:pt x="19" y="10"/>
                    <a:pt x="18" y="6"/>
                    <a:pt x="17" y="1"/>
                  </a:cubicBezTo>
                  <a:lnTo>
                    <a:pt x="0" y="0"/>
                  </a:lnTo>
                  <a:cubicBezTo>
                    <a:pt x="4" y="6"/>
                    <a:pt x="7" y="12"/>
                    <a:pt x="1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5"/>
            <p:cNvSpPr/>
            <p:nvPr/>
          </p:nvSpPr>
          <p:spPr>
            <a:xfrm>
              <a:off x="1428845" y="-848735"/>
              <a:ext cx="7560" cy="33480"/>
            </a:xfrm>
            <a:custGeom>
              <a:rect b="b" l="l" r="r" t="t"/>
              <a:pathLst>
                <a:path extrusionOk="0" h="93" w="21">
                  <a:moveTo>
                    <a:pt x="20" y="92"/>
                  </a:moveTo>
                  <a:cubicBezTo>
                    <a:pt x="17" y="65"/>
                    <a:pt x="13" y="39"/>
                    <a:pt x="9" y="13"/>
                  </a:cubicBezTo>
                  <a:cubicBezTo>
                    <a:pt x="8" y="13"/>
                    <a:pt x="8" y="13"/>
                    <a:pt x="7" y="13"/>
                  </a:cubicBezTo>
                  <a:cubicBezTo>
                    <a:pt x="6" y="12"/>
                    <a:pt x="5" y="11"/>
                    <a:pt x="4" y="10"/>
                  </a:cubicBezTo>
                  <a:cubicBezTo>
                    <a:pt x="3" y="9"/>
                    <a:pt x="3" y="7"/>
                    <a:pt x="3" y="6"/>
                  </a:cubicBezTo>
                  <a:cubicBezTo>
                    <a:pt x="3" y="4"/>
                    <a:pt x="4" y="3"/>
                    <a:pt x="4" y="2"/>
                  </a:cubicBezTo>
                  <a:cubicBezTo>
                    <a:pt x="5" y="1"/>
                    <a:pt x="5" y="0"/>
                    <a:pt x="6" y="0"/>
                  </a:cubicBezTo>
                  <a:lnTo>
                    <a:pt x="0" y="0"/>
                  </a:lnTo>
                  <a:cubicBezTo>
                    <a:pt x="10" y="30"/>
                    <a:pt x="17" y="61"/>
                    <a:pt x="2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5"/>
            <p:cNvSpPr/>
            <p:nvPr/>
          </p:nvSpPr>
          <p:spPr>
            <a:xfrm>
              <a:off x="1420925" y="-873575"/>
              <a:ext cx="6480" cy="8640"/>
            </a:xfrm>
            <a:custGeom>
              <a:rect b="b" l="l" r="r" t="t"/>
              <a:pathLst>
                <a:path extrusionOk="0" h="24" w="18">
                  <a:moveTo>
                    <a:pt x="0" y="12"/>
                  </a:moveTo>
                  <a:cubicBezTo>
                    <a:pt x="0" y="15"/>
                    <a:pt x="0" y="17"/>
                    <a:pt x="1" y="20"/>
                  </a:cubicBezTo>
                  <a:lnTo>
                    <a:pt x="1" y="21"/>
                  </a:lnTo>
                  <a:lnTo>
                    <a:pt x="1" y="22"/>
                  </a:lnTo>
                  <a:lnTo>
                    <a:pt x="17" y="23"/>
                  </a:lnTo>
                  <a:cubicBezTo>
                    <a:pt x="16" y="16"/>
                    <a:pt x="13" y="8"/>
                    <a:pt x="11" y="0"/>
                  </a:cubicBezTo>
                  <a:lnTo>
                    <a:pt x="9" y="0"/>
                  </a:lnTo>
                  <a:cubicBezTo>
                    <a:pt x="8" y="1"/>
                    <a:pt x="8" y="0"/>
                    <a:pt x="7" y="1"/>
                  </a:cubicBezTo>
                  <a:cubicBezTo>
                    <a:pt x="5" y="3"/>
                    <a:pt x="3" y="4"/>
                    <a:pt x="2" y="7"/>
                  </a:cubicBezTo>
                  <a:cubicBezTo>
                    <a:pt x="1"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5"/>
            <p:cNvSpPr/>
            <p:nvPr/>
          </p:nvSpPr>
          <p:spPr>
            <a:xfrm>
              <a:off x="1420565" y="-869255"/>
              <a:ext cx="1080" cy="3240"/>
            </a:xfrm>
            <a:custGeom>
              <a:rect b="b" l="l" r="r" t="t"/>
              <a:pathLst>
                <a:path extrusionOk="0" h="9" w="3">
                  <a:moveTo>
                    <a:pt x="2" y="8"/>
                  </a:moveTo>
                  <a:cubicBezTo>
                    <a:pt x="2" y="5"/>
                    <a:pt x="2" y="3"/>
                    <a:pt x="1" y="0"/>
                  </a:cubicBezTo>
                  <a:cubicBezTo>
                    <a:pt x="1" y="1"/>
                    <a:pt x="0" y="2"/>
                    <a:pt x="0" y="3"/>
                  </a:cubicBezTo>
                  <a:cubicBezTo>
                    <a:pt x="0" y="5"/>
                    <a:pt x="1" y="6"/>
                    <a:pt x="2"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5"/>
            <p:cNvSpPr/>
            <p:nvPr/>
          </p:nvSpPr>
          <p:spPr>
            <a:xfrm>
              <a:off x="1423085" y="-761255"/>
              <a:ext cx="4320" cy="8640"/>
            </a:xfrm>
            <a:custGeom>
              <a:rect b="b" l="l" r="r" t="t"/>
              <a:pathLst>
                <a:path extrusionOk="0" h="24" w="12">
                  <a:moveTo>
                    <a:pt x="0" y="0"/>
                  </a:moveTo>
                  <a:cubicBezTo>
                    <a:pt x="0" y="4"/>
                    <a:pt x="0" y="8"/>
                    <a:pt x="0" y="13"/>
                  </a:cubicBezTo>
                  <a:cubicBezTo>
                    <a:pt x="0" y="16"/>
                    <a:pt x="0" y="20"/>
                    <a:pt x="0" y="23"/>
                  </a:cubicBezTo>
                  <a:cubicBezTo>
                    <a:pt x="2" y="23"/>
                    <a:pt x="3" y="23"/>
                    <a:pt x="5" y="22"/>
                  </a:cubicBezTo>
                  <a:cubicBezTo>
                    <a:pt x="7" y="21"/>
                    <a:pt x="9" y="19"/>
                    <a:pt x="10" y="17"/>
                  </a:cubicBezTo>
                  <a:cubicBezTo>
                    <a:pt x="11" y="15"/>
                    <a:pt x="11" y="14"/>
                    <a:pt x="11" y="12"/>
                  </a:cubicBezTo>
                  <a:cubicBezTo>
                    <a:pt x="11" y="10"/>
                    <a:pt x="11" y="8"/>
                    <a:pt x="10" y="6"/>
                  </a:cubicBezTo>
                  <a:cubicBezTo>
                    <a:pt x="9" y="4"/>
                    <a:pt x="7" y="4"/>
                    <a:pt x="5" y="2"/>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5"/>
            <p:cNvSpPr/>
            <p:nvPr/>
          </p:nvSpPr>
          <p:spPr>
            <a:xfrm>
              <a:off x="1421645" y="-776375"/>
              <a:ext cx="1800" cy="9360"/>
            </a:xfrm>
            <a:custGeom>
              <a:rect b="b" l="l" r="r" t="t"/>
              <a:pathLst>
                <a:path extrusionOk="0" h="26" w="5">
                  <a:moveTo>
                    <a:pt x="4" y="0"/>
                  </a:moveTo>
                  <a:lnTo>
                    <a:pt x="0" y="0"/>
                  </a:lnTo>
                  <a:cubicBezTo>
                    <a:pt x="1" y="8"/>
                    <a:pt x="2" y="17"/>
                    <a:pt x="2" y="25"/>
                  </a:cubicBezTo>
                  <a:lnTo>
                    <a:pt x="4" y="25"/>
                  </a:lnTo>
                  <a:cubicBezTo>
                    <a:pt x="4" y="18"/>
                    <a:pt x="4" y="9"/>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5"/>
            <p:cNvSpPr/>
            <p:nvPr/>
          </p:nvSpPr>
          <p:spPr>
            <a:xfrm>
              <a:off x="1423085" y="-778535"/>
              <a:ext cx="9720" cy="11880"/>
            </a:xfrm>
            <a:custGeom>
              <a:rect b="b" l="l" r="r" t="t"/>
              <a:pathLst>
                <a:path extrusionOk="0" h="33" w="27">
                  <a:moveTo>
                    <a:pt x="6" y="5"/>
                  </a:moveTo>
                  <a:cubicBezTo>
                    <a:pt x="4" y="6"/>
                    <a:pt x="2" y="6"/>
                    <a:pt x="0" y="6"/>
                  </a:cubicBezTo>
                  <a:cubicBezTo>
                    <a:pt x="0" y="15"/>
                    <a:pt x="0" y="23"/>
                    <a:pt x="0" y="32"/>
                  </a:cubicBezTo>
                  <a:cubicBezTo>
                    <a:pt x="4" y="32"/>
                    <a:pt x="8" y="30"/>
                    <a:pt x="12" y="28"/>
                  </a:cubicBezTo>
                  <a:cubicBezTo>
                    <a:pt x="14" y="27"/>
                    <a:pt x="16" y="25"/>
                    <a:pt x="18" y="23"/>
                  </a:cubicBezTo>
                  <a:cubicBezTo>
                    <a:pt x="26" y="16"/>
                    <a:pt x="17" y="0"/>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5"/>
            <p:cNvSpPr/>
            <p:nvPr/>
          </p:nvSpPr>
          <p:spPr>
            <a:xfrm>
              <a:off x="1429205" y="-801575"/>
              <a:ext cx="7200" cy="8640"/>
            </a:xfrm>
            <a:custGeom>
              <a:rect b="b" l="l" r="r" t="t"/>
              <a:pathLst>
                <a:path extrusionOk="0" h="24" w="20">
                  <a:moveTo>
                    <a:pt x="7" y="21"/>
                  </a:moveTo>
                  <a:cubicBezTo>
                    <a:pt x="19" y="17"/>
                    <a:pt x="12" y="0"/>
                    <a:pt x="0" y="1"/>
                  </a:cubicBezTo>
                  <a:cubicBezTo>
                    <a:pt x="0" y="9"/>
                    <a:pt x="2" y="16"/>
                    <a:pt x="3" y="23"/>
                  </a:cubicBezTo>
                  <a:lnTo>
                    <a:pt x="7"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5"/>
            <p:cNvSpPr/>
            <p:nvPr/>
          </p:nvSpPr>
          <p:spPr>
            <a:xfrm>
              <a:off x="1419125" y="-800135"/>
              <a:ext cx="4320" cy="10440"/>
            </a:xfrm>
            <a:custGeom>
              <a:rect b="b" l="l" r="r" t="t"/>
              <a:pathLst>
                <a:path extrusionOk="0" h="29" w="12">
                  <a:moveTo>
                    <a:pt x="10" y="8"/>
                  </a:moveTo>
                  <a:cubicBezTo>
                    <a:pt x="10" y="6"/>
                    <a:pt x="10" y="3"/>
                    <a:pt x="10" y="0"/>
                  </a:cubicBezTo>
                  <a:lnTo>
                    <a:pt x="0" y="4"/>
                  </a:lnTo>
                  <a:cubicBezTo>
                    <a:pt x="0" y="12"/>
                    <a:pt x="2" y="20"/>
                    <a:pt x="3" y="28"/>
                  </a:cubicBezTo>
                  <a:lnTo>
                    <a:pt x="11" y="25"/>
                  </a:lnTo>
                  <a:cubicBezTo>
                    <a:pt x="10" y="19"/>
                    <a:pt x="10" y="14"/>
                    <a:pt x="1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5"/>
            <p:cNvSpPr/>
            <p:nvPr/>
          </p:nvSpPr>
          <p:spPr>
            <a:xfrm>
              <a:off x="1422725" y="-801215"/>
              <a:ext cx="7560" cy="10440"/>
            </a:xfrm>
            <a:custGeom>
              <a:rect b="b" l="l" r="r" t="t"/>
              <a:pathLst>
                <a:path extrusionOk="0" h="29" w="21">
                  <a:moveTo>
                    <a:pt x="18" y="0"/>
                  </a:moveTo>
                  <a:cubicBezTo>
                    <a:pt x="12" y="0"/>
                    <a:pt x="6" y="1"/>
                    <a:pt x="0" y="3"/>
                  </a:cubicBezTo>
                  <a:cubicBezTo>
                    <a:pt x="0" y="6"/>
                    <a:pt x="0" y="9"/>
                    <a:pt x="0" y="11"/>
                  </a:cubicBezTo>
                  <a:cubicBezTo>
                    <a:pt x="0" y="17"/>
                    <a:pt x="0" y="22"/>
                    <a:pt x="0" y="28"/>
                  </a:cubicBezTo>
                  <a:lnTo>
                    <a:pt x="20" y="21"/>
                  </a:lnTo>
                  <a:cubicBezTo>
                    <a:pt x="19" y="14"/>
                    <a:pt x="19" y="7"/>
                    <a:pt x="1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5"/>
            <p:cNvSpPr/>
            <p:nvPr/>
          </p:nvSpPr>
          <p:spPr>
            <a:xfrm>
              <a:off x="1417325" y="-817415"/>
              <a:ext cx="5400" cy="9360"/>
            </a:xfrm>
            <a:custGeom>
              <a:rect b="b" l="l" r="r" t="t"/>
              <a:pathLst>
                <a:path extrusionOk="0" h="26" w="15">
                  <a:moveTo>
                    <a:pt x="14" y="6"/>
                  </a:moveTo>
                  <a:lnTo>
                    <a:pt x="11" y="0"/>
                  </a:lnTo>
                  <a:lnTo>
                    <a:pt x="0" y="1"/>
                  </a:lnTo>
                  <a:cubicBezTo>
                    <a:pt x="0" y="9"/>
                    <a:pt x="1" y="17"/>
                    <a:pt x="2" y="25"/>
                  </a:cubicBezTo>
                  <a:cubicBezTo>
                    <a:pt x="6" y="24"/>
                    <a:pt x="10" y="24"/>
                    <a:pt x="14" y="23"/>
                  </a:cubicBezTo>
                  <a:cubicBezTo>
                    <a:pt x="14" y="17"/>
                    <a:pt x="14" y="11"/>
                    <a:pt x="14"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5"/>
            <p:cNvSpPr/>
            <p:nvPr/>
          </p:nvSpPr>
          <p:spPr>
            <a:xfrm>
              <a:off x="1422365" y="-815255"/>
              <a:ext cx="3600" cy="6480"/>
            </a:xfrm>
            <a:custGeom>
              <a:rect b="b" l="l" r="r" t="t"/>
              <a:pathLst>
                <a:path extrusionOk="0" h="18" w="10">
                  <a:moveTo>
                    <a:pt x="0" y="0"/>
                  </a:moveTo>
                  <a:cubicBezTo>
                    <a:pt x="0" y="5"/>
                    <a:pt x="0" y="11"/>
                    <a:pt x="0" y="17"/>
                  </a:cubicBezTo>
                  <a:cubicBezTo>
                    <a:pt x="2" y="16"/>
                    <a:pt x="4" y="15"/>
                    <a:pt x="7" y="14"/>
                  </a:cubicBezTo>
                  <a:cubicBezTo>
                    <a:pt x="7" y="14"/>
                    <a:pt x="8" y="13"/>
                    <a:pt x="9" y="13"/>
                  </a:cubicBezTo>
                  <a:cubicBezTo>
                    <a:pt x="6" y="10"/>
                    <a:pt x="4" y="7"/>
                    <a:pt x="2" y="4"/>
                  </a:cubicBez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5"/>
            <p:cNvSpPr/>
            <p:nvPr/>
          </p:nvSpPr>
          <p:spPr>
            <a:xfrm>
              <a:off x="1425605" y="-816335"/>
              <a:ext cx="1440" cy="3600"/>
            </a:xfrm>
            <a:custGeom>
              <a:rect b="b" l="l" r="r" t="t"/>
              <a:pathLst>
                <a:path extrusionOk="0" h="10" w="4">
                  <a:moveTo>
                    <a:pt x="2" y="2"/>
                  </a:moveTo>
                  <a:lnTo>
                    <a:pt x="0" y="0"/>
                  </a:lnTo>
                  <a:cubicBezTo>
                    <a:pt x="1" y="3"/>
                    <a:pt x="2" y="7"/>
                    <a:pt x="3" y="9"/>
                  </a:cubicBezTo>
                  <a:cubicBezTo>
                    <a:pt x="3" y="7"/>
                    <a:pt x="3" y="4"/>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5"/>
            <p:cNvSpPr/>
            <p:nvPr/>
          </p:nvSpPr>
          <p:spPr>
            <a:xfrm>
              <a:off x="1421285" y="-817775"/>
              <a:ext cx="1440" cy="2880"/>
            </a:xfrm>
            <a:custGeom>
              <a:rect b="b" l="l" r="r" t="t"/>
              <a:pathLst>
                <a:path extrusionOk="0" h="8" w="4">
                  <a:moveTo>
                    <a:pt x="0" y="1"/>
                  </a:moveTo>
                  <a:lnTo>
                    <a:pt x="3" y="7"/>
                  </a:lnTo>
                  <a:cubicBezTo>
                    <a:pt x="3" y="5"/>
                    <a:pt x="3" y="2"/>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5"/>
            <p:cNvSpPr/>
            <p:nvPr/>
          </p:nvSpPr>
          <p:spPr>
            <a:xfrm>
              <a:off x="1422365" y="-817775"/>
              <a:ext cx="4680" cy="7560"/>
            </a:xfrm>
            <a:custGeom>
              <a:rect b="b" l="l" r="r" t="t"/>
              <a:pathLst>
                <a:path extrusionOk="0" h="21" w="13">
                  <a:moveTo>
                    <a:pt x="12" y="14"/>
                  </a:moveTo>
                  <a:cubicBezTo>
                    <a:pt x="11" y="11"/>
                    <a:pt x="10" y="8"/>
                    <a:pt x="9" y="5"/>
                  </a:cubicBezTo>
                  <a:cubicBezTo>
                    <a:pt x="8" y="4"/>
                    <a:pt x="7" y="3"/>
                    <a:pt x="6" y="2"/>
                  </a:cubicBezTo>
                  <a:cubicBezTo>
                    <a:pt x="4" y="1"/>
                    <a:pt x="2" y="0"/>
                    <a:pt x="1" y="0"/>
                  </a:cubicBezTo>
                  <a:lnTo>
                    <a:pt x="0" y="0"/>
                  </a:lnTo>
                  <a:cubicBezTo>
                    <a:pt x="0" y="2"/>
                    <a:pt x="0" y="5"/>
                    <a:pt x="0" y="7"/>
                  </a:cubicBezTo>
                  <a:cubicBezTo>
                    <a:pt x="1" y="8"/>
                    <a:pt x="2" y="9"/>
                    <a:pt x="2" y="10"/>
                  </a:cubicBezTo>
                  <a:cubicBezTo>
                    <a:pt x="4" y="14"/>
                    <a:pt x="7" y="17"/>
                    <a:pt x="10" y="20"/>
                  </a:cubicBezTo>
                  <a:cubicBezTo>
                    <a:pt x="10" y="19"/>
                    <a:pt x="11" y="18"/>
                    <a:pt x="11" y="18"/>
                  </a:cubicBezTo>
                  <a:cubicBezTo>
                    <a:pt x="12" y="17"/>
                    <a:pt x="12" y="15"/>
                    <a:pt x="1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5"/>
            <p:cNvSpPr/>
            <p:nvPr/>
          </p:nvSpPr>
          <p:spPr>
            <a:xfrm>
              <a:off x="1415525" y="-837935"/>
              <a:ext cx="2160" cy="8640"/>
            </a:xfrm>
            <a:custGeom>
              <a:rect b="b" l="l" r="r" t="t"/>
              <a:pathLst>
                <a:path extrusionOk="0" h="24" w="6">
                  <a:moveTo>
                    <a:pt x="5" y="22"/>
                  </a:moveTo>
                  <a:cubicBezTo>
                    <a:pt x="3" y="15"/>
                    <a:pt x="2" y="8"/>
                    <a:pt x="0" y="0"/>
                  </a:cubicBezTo>
                  <a:cubicBezTo>
                    <a:pt x="0" y="8"/>
                    <a:pt x="1" y="15"/>
                    <a:pt x="2" y="23"/>
                  </a:cubicBezTo>
                  <a:cubicBezTo>
                    <a:pt x="3" y="23"/>
                    <a:pt x="4" y="23"/>
                    <a:pt x="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5"/>
            <p:cNvSpPr/>
            <p:nvPr/>
          </p:nvSpPr>
          <p:spPr>
            <a:xfrm>
              <a:off x="1415525" y="-837935"/>
              <a:ext cx="5040" cy="8280"/>
            </a:xfrm>
            <a:custGeom>
              <a:rect b="b" l="l" r="r" t="t"/>
              <a:pathLst>
                <a:path extrusionOk="0" h="23" w="14">
                  <a:moveTo>
                    <a:pt x="0" y="0"/>
                  </a:moveTo>
                  <a:cubicBezTo>
                    <a:pt x="2" y="8"/>
                    <a:pt x="4" y="15"/>
                    <a:pt x="6" y="22"/>
                  </a:cubicBezTo>
                  <a:cubicBezTo>
                    <a:pt x="8" y="21"/>
                    <a:pt x="9" y="20"/>
                    <a:pt x="11" y="18"/>
                  </a:cubicBezTo>
                  <a:cubicBezTo>
                    <a:pt x="13" y="16"/>
                    <a:pt x="12" y="14"/>
                    <a:pt x="12" y="12"/>
                  </a:cubicBezTo>
                  <a:cubicBezTo>
                    <a:pt x="12" y="10"/>
                    <a:pt x="13" y="8"/>
                    <a:pt x="11" y="6"/>
                  </a:cubicBezTo>
                  <a:cubicBezTo>
                    <a:pt x="9" y="4"/>
                    <a:pt x="8" y="2"/>
                    <a:pt x="6" y="1"/>
                  </a:cubicBezTo>
                  <a:cubicBezTo>
                    <a:pt x="4"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5"/>
            <p:cNvSpPr/>
            <p:nvPr/>
          </p:nvSpPr>
          <p:spPr>
            <a:xfrm>
              <a:off x="1337405" y="-1056095"/>
              <a:ext cx="50760" cy="83880"/>
            </a:xfrm>
            <a:custGeom>
              <a:rect b="b" l="l" r="r" t="t"/>
              <a:pathLst>
                <a:path extrusionOk="0" h="233" w="141">
                  <a:moveTo>
                    <a:pt x="126" y="219"/>
                  </a:moveTo>
                  <a:cubicBezTo>
                    <a:pt x="132" y="223"/>
                    <a:pt x="136" y="227"/>
                    <a:pt x="140" y="232"/>
                  </a:cubicBezTo>
                  <a:cubicBezTo>
                    <a:pt x="133" y="202"/>
                    <a:pt x="121" y="172"/>
                    <a:pt x="105" y="145"/>
                  </a:cubicBezTo>
                  <a:cubicBezTo>
                    <a:pt x="101" y="137"/>
                    <a:pt x="97" y="130"/>
                    <a:pt x="92" y="123"/>
                  </a:cubicBezTo>
                  <a:cubicBezTo>
                    <a:pt x="64" y="80"/>
                    <a:pt x="34" y="39"/>
                    <a:pt x="0" y="0"/>
                  </a:cubicBezTo>
                  <a:cubicBezTo>
                    <a:pt x="14" y="22"/>
                    <a:pt x="27" y="45"/>
                    <a:pt x="40" y="67"/>
                  </a:cubicBezTo>
                  <a:cubicBezTo>
                    <a:pt x="69" y="117"/>
                    <a:pt x="95" y="168"/>
                    <a:pt x="120" y="220"/>
                  </a:cubicBezTo>
                  <a:cubicBezTo>
                    <a:pt x="120" y="219"/>
                    <a:pt x="120" y="219"/>
                    <a:pt x="121" y="219"/>
                  </a:cubicBezTo>
                  <a:cubicBezTo>
                    <a:pt x="122" y="218"/>
                    <a:pt x="123" y="218"/>
                    <a:pt x="124" y="218"/>
                  </a:cubicBezTo>
                  <a:cubicBezTo>
                    <a:pt x="124" y="218"/>
                    <a:pt x="125" y="218"/>
                    <a:pt x="126"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5"/>
            <p:cNvSpPr/>
            <p:nvPr/>
          </p:nvSpPr>
          <p:spPr>
            <a:xfrm>
              <a:off x="1258205" y="-1129535"/>
              <a:ext cx="96480" cy="119520"/>
            </a:xfrm>
            <a:custGeom>
              <a:rect b="b" l="l" r="r" t="t"/>
              <a:pathLst>
                <a:path extrusionOk="0" h="332" w="268">
                  <a:moveTo>
                    <a:pt x="155" y="185"/>
                  </a:moveTo>
                  <a:cubicBezTo>
                    <a:pt x="189" y="236"/>
                    <a:pt x="234" y="279"/>
                    <a:pt x="267" y="331"/>
                  </a:cubicBezTo>
                  <a:cubicBezTo>
                    <a:pt x="252" y="301"/>
                    <a:pt x="235" y="270"/>
                    <a:pt x="217" y="241"/>
                  </a:cubicBezTo>
                  <a:cubicBezTo>
                    <a:pt x="159" y="148"/>
                    <a:pt x="79" y="75"/>
                    <a:pt x="0" y="0"/>
                  </a:cubicBezTo>
                  <a:cubicBezTo>
                    <a:pt x="59" y="55"/>
                    <a:pt x="111" y="117"/>
                    <a:pt x="155"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5"/>
            <p:cNvSpPr/>
            <p:nvPr/>
          </p:nvSpPr>
          <p:spPr>
            <a:xfrm>
              <a:off x="1365125" y="-989495"/>
              <a:ext cx="17280" cy="38880"/>
            </a:xfrm>
            <a:custGeom>
              <a:rect b="b" l="l" r="r" t="t"/>
              <a:pathLst>
                <a:path extrusionOk="0" h="108" w="48">
                  <a:moveTo>
                    <a:pt x="47" y="107"/>
                  </a:moveTo>
                  <a:cubicBezTo>
                    <a:pt x="44" y="98"/>
                    <a:pt x="41" y="90"/>
                    <a:pt x="39" y="81"/>
                  </a:cubicBezTo>
                  <a:cubicBezTo>
                    <a:pt x="32" y="59"/>
                    <a:pt x="22" y="38"/>
                    <a:pt x="11" y="18"/>
                  </a:cubicBezTo>
                  <a:cubicBezTo>
                    <a:pt x="7" y="12"/>
                    <a:pt x="4" y="6"/>
                    <a:pt x="0" y="0"/>
                  </a:cubicBezTo>
                  <a:cubicBezTo>
                    <a:pt x="14" y="34"/>
                    <a:pt x="26" y="70"/>
                    <a:pt x="43" y="104"/>
                  </a:cubicBezTo>
                  <a:cubicBezTo>
                    <a:pt x="44" y="104"/>
                    <a:pt x="44" y="104"/>
                    <a:pt x="44" y="104"/>
                  </a:cubicBezTo>
                  <a:cubicBezTo>
                    <a:pt x="44" y="105"/>
                    <a:pt x="45" y="106"/>
                    <a:pt x="46" y="106"/>
                  </a:cubicBezTo>
                  <a:cubicBezTo>
                    <a:pt x="46" y="106"/>
                    <a:pt x="46" y="107"/>
                    <a:pt x="47"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5"/>
            <p:cNvSpPr/>
            <p:nvPr/>
          </p:nvSpPr>
          <p:spPr>
            <a:xfrm>
              <a:off x="1230845" y="-1157255"/>
              <a:ext cx="26640" cy="26280"/>
            </a:xfrm>
            <a:custGeom>
              <a:rect b="b" l="l" r="r" t="t"/>
              <a:pathLst>
                <a:path extrusionOk="0" h="73" w="74">
                  <a:moveTo>
                    <a:pt x="48" y="50"/>
                  </a:moveTo>
                  <a:cubicBezTo>
                    <a:pt x="56" y="57"/>
                    <a:pt x="64" y="65"/>
                    <a:pt x="73" y="72"/>
                  </a:cubicBezTo>
                  <a:lnTo>
                    <a:pt x="51" y="51"/>
                  </a:lnTo>
                  <a:lnTo>
                    <a:pt x="0" y="0"/>
                  </a:lnTo>
                  <a:cubicBezTo>
                    <a:pt x="14" y="18"/>
                    <a:pt x="30" y="35"/>
                    <a:pt x="4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5"/>
            <p:cNvSpPr/>
            <p:nvPr/>
          </p:nvSpPr>
          <p:spPr>
            <a:xfrm>
              <a:off x="1263965" y="-1136015"/>
              <a:ext cx="11160" cy="10440"/>
            </a:xfrm>
            <a:custGeom>
              <a:rect b="b" l="l" r="r" t="t"/>
              <a:pathLst>
                <a:path extrusionOk="0" h="29" w="31">
                  <a:moveTo>
                    <a:pt x="7" y="6"/>
                  </a:moveTo>
                  <a:lnTo>
                    <a:pt x="0" y="0"/>
                  </a:lnTo>
                  <a:cubicBezTo>
                    <a:pt x="10" y="9"/>
                    <a:pt x="20" y="20"/>
                    <a:pt x="30" y="28"/>
                  </a:cubicBezTo>
                  <a:cubicBezTo>
                    <a:pt x="23" y="20"/>
                    <a:pt x="15" y="13"/>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5"/>
            <p:cNvSpPr/>
            <p:nvPr/>
          </p:nvSpPr>
          <p:spPr>
            <a:xfrm>
              <a:off x="1222205" y="-1175975"/>
              <a:ext cx="162360" cy="225360"/>
            </a:xfrm>
            <a:custGeom>
              <a:rect b="b" l="l" r="r" t="t"/>
              <a:pathLst>
                <a:path extrusionOk="0" h="626" w="451">
                  <a:moveTo>
                    <a:pt x="8" y="2"/>
                  </a:moveTo>
                  <a:cubicBezTo>
                    <a:pt x="5" y="0"/>
                    <a:pt x="0" y="2"/>
                    <a:pt x="1" y="5"/>
                  </a:cubicBezTo>
                  <a:cubicBezTo>
                    <a:pt x="3" y="16"/>
                    <a:pt x="7" y="27"/>
                    <a:pt x="13" y="38"/>
                  </a:cubicBezTo>
                  <a:cubicBezTo>
                    <a:pt x="16" y="43"/>
                    <a:pt x="19" y="48"/>
                    <a:pt x="23" y="53"/>
                  </a:cubicBezTo>
                  <a:lnTo>
                    <a:pt x="74" y="103"/>
                  </a:lnTo>
                  <a:lnTo>
                    <a:pt x="97" y="125"/>
                  </a:lnTo>
                  <a:lnTo>
                    <a:pt x="101" y="129"/>
                  </a:lnTo>
                  <a:cubicBezTo>
                    <a:pt x="180" y="204"/>
                    <a:pt x="258" y="277"/>
                    <a:pt x="317" y="370"/>
                  </a:cubicBezTo>
                  <a:cubicBezTo>
                    <a:pt x="335" y="399"/>
                    <a:pt x="352" y="429"/>
                    <a:pt x="368" y="460"/>
                  </a:cubicBezTo>
                  <a:lnTo>
                    <a:pt x="370" y="464"/>
                  </a:lnTo>
                  <a:cubicBezTo>
                    <a:pt x="371" y="466"/>
                    <a:pt x="372" y="467"/>
                    <a:pt x="373" y="469"/>
                  </a:cubicBezTo>
                  <a:cubicBezTo>
                    <a:pt x="382" y="485"/>
                    <a:pt x="390" y="501"/>
                    <a:pt x="397" y="518"/>
                  </a:cubicBezTo>
                  <a:cubicBezTo>
                    <a:pt x="401" y="524"/>
                    <a:pt x="405" y="530"/>
                    <a:pt x="408" y="536"/>
                  </a:cubicBezTo>
                  <a:cubicBezTo>
                    <a:pt x="420" y="556"/>
                    <a:pt x="429" y="577"/>
                    <a:pt x="436" y="599"/>
                  </a:cubicBezTo>
                  <a:cubicBezTo>
                    <a:pt x="439" y="608"/>
                    <a:pt x="441" y="616"/>
                    <a:pt x="444" y="625"/>
                  </a:cubicBezTo>
                  <a:cubicBezTo>
                    <a:pt x="445" y="625"/>
                    <a:pt x="446" y="625"/>
                    <a:pt x="447" y="625"/>
                  </a:cubicBezTo>
                  <a:cubicBezTo>
                    <a:pt x="448" y="625"/>
                    <a:pt x="449" y="625"/>
                    <a:pt x="450" y="625"/>
                  </a:cubicBezTo>
                  <a:cubicBezTo>
                    <a:pt x="445" y="603"/>
                    <a:pt x="441" y="581"/>
                    <a:pt x="438" y="558"/>
                  </a:cubicBezTo>
                  <a:cubicBezTo>
                    <a:pt x="438" y="556"/>
                    <a:pt x="439" y="555"/>
                    <a:pt x="439" y="554"/>
                  </a:cubicBezTo>
                  <a:cubicBezTo>
                    <a:pt x="439" y="554"/>
                    <a:pt x="440" y="554"/>
                    <a:pt x="440" y="553"/>
                  </a:cubicBezTo>
                  <a:cubicBezTo>
                    <a:pt x="416" y="501"/>
                    <a:pt x="390" y="449"/>
                    <a:pt x="361" y="400"/>
                  </a:cubicBezTo>
                  <a:cubicBezTo>
                    <a:pt x="348" y="377"/>
                    <a:pt x="334" y="355"/>
                    <a:pt x="320" y="333"/>
                  </a:cubicBezTo>
                  <a:cubicBezTo>
                    <a:pt x="303" y="314"/>
                    <a:pt x="286" y="295"/>
                    <a:pt x="269" y="277"/>
                  </a:cubicBezTo>
                  <a:cubicBezTo>
                    <a:pt x="227" y="232"/>
                    <a:pt x="191" y="182"/>
                    <a:pt x="147" y="139"/>
                  </a:cubicBezTo>
                  <a:cubicBezTo>
                    <a:pt x="137" y="131"/>
                    <a:pt x="127" y="121"/>
                    <a:pt x="117" y="112"/>
                  </a:cubicBezTo>
                  <a:cubicBezTo>
                    <a:pt x="79" y="76"/>
                    <a:pt x="47" y="30"/>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5"/>
            <p:cNvSpPr/>
            <p:nvPr/>
          </p:nvSpPr>
          <p:spPr>
            <a:xfrm>
              <a:off x="1380605" y="-977615"/>
              <a:ext cx="8280" cy="17640"/>
            </a:xfrm>
            <a:custGeom>
              <a:rect b="b" l="l" r="r" t="t"/>
              <a:pathLst>
                <a:path extrusionOk="0" h="49" w="23">
                  <a:moveTo>
                    <a:pt x="6" y="1"/>
                  </a:moveTo>
                  <a:cubicBezTo>
                    <a:pt x="5" y="0"/>
                    <a:pt x="4" y="0"/>
                    <a:pt x="4" y="0"/>
                  </a:cubicBezTo>
                  <a:cubicBezTo>
                    <a:pt x="3" y="0"/>
                    <a:pt x="2" y="0"/>
                    <a:pt x="1" y="1"/>
                  </a:cubicBezTo>
                  <a:cubicBezTo>
                    <a:pt x="0" y="1"/>
                    <a:pt x="0" y="1"/>
                    <a:pt x="0" y="2"/>
                  </a:cubicBezTo>
                  <a:cubicBezTo>
                    <a:pt x="7" y="17"/>
                    <a:pt x="14" y="33"/>
                    <a:pt x="21" y="48"/>
                  </a:cubicBezTo>
                  <a:cubicBezTo>
                    <a:pt x="22" y="42"/>
                    <a:pt x="22" y="36"/>
                    <a:pt x="22" y="31"/>
                  </a:cubicBezTo>
                  <a:cubicBezTo>
                    <a:pt x="22" y="25"/>
                    <a:pt x="22" y="20"/>
                    <a:pt x="21" y="14"/>
                  </a:cubicBezTo>
                  <a:cubicBezTo>
                    <a:pt x="17" y="9"/>
                    <a:pt x="12" y="5"/>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5"/>
            <p:cNvSpPr/>
            <p:nvPr/>
          </p:nvSpPr>
          <p:spPr>
            <a:xfrm>
              <a:off x="1379885" y="-976895"/>
              <a:ext cx="8640" cy="26280"/>
            </a:xfrm>
            <a:custGeom>
              <a:rect b="b" l="l" r="r" t="t"/>
              <a:pathLst>
                <a:path extrusionOk="0" h="73" w="24">
                  <a:moveTo>
                    <a:pt x="17" y="68"/>
                  </a:moveTo>
                  <a:cubicBezTo>
                    <a:pt x="20" y="61"/>
                    <a:pt x="22" y="53"/>
                    <a:pt x="23" y="46"/>
                  </a:cubicBezTo>
                  <a:cubicBezTo>
                    <a:pt x="16" y="31"/>
                    <a:pt x="9" y="15"/>
                    <a:pt x="2" y="0"/>
                  </a:cubicBezTo>
                  <a:cubicBezTo>
                    <a:pt x="1" y="0"/>
                    <a:pt x="1" y="1"/>
                    <a:pt x="1" y="1"/>
                  </a:cubicBezTo>
                  <a:cubicBezTo>
                    <a:pt x="0" y="2"/>
                    <a:pt x="0" y="3"/>
                    <a:pt x="0" y="4"/>
                  </a:cubicBezTo>
                  <a:cubicBezTo>
                    <a:pt x="0" y="5"/>
                    <a:pt x="0" y="5"/>
                    <a:pt x="0" y="5"/>
                  </a:cubicBezTo>
                  <a:cubicBezTo>
                    <a:pt x="3" y="28"/>
                    <a:pt x="7" y="50"/>
                    <a:pt x="12" y="72"/>
                  </a:cubicBezTo>
                  <a:cubicBezTo>
                    <a:pt x="12" y="71"/>
                    <a:pt x="13" y="71"/>
                    <a:pt x="14" y="71"/>
                  </a:cubicBezTo>
                  <a:cubicBezTo>
                    <a:pt x="15" y="70"/>
                    <a:pt x="16" y="69"/>
                    <a:pt x="16" y="68"/>
                  </a:cubicBezTo>
                  <a:cubicBezTo>
                    <a:pt x="17" y="68"/>
                    <a:pt x="17" y="68"/>
                    <a:pt x="17"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5"/>
            <p:cNvSpPr/>
            <p:nvPr/>
          </p:nvSpPr>
          <p:spPr>
            <a:xfrm>
              <a:off x="1589405" y="-849815"/>
              <a:ext cx="9720" cy="45000"/>
            </a:xfrm>
            <a:custGeom>
              <a:rect b="b" l="l" r="r" t="t"/>
              <a:pathLst>
                <a:path extrusionOk="0" h="125" w="27">
                  <a:moveTo>
                    <a:pt x="12" y="118"/>
                  </a:moveTo>
                  <a:cubicBezTo>
                    <a:pt x="13" y="124"/>
                    <a:pt x="24" y="124"/>
                    <a:pt x="25" y="117"/>
                  </a:cubicBezTo>
                  <a:cubicBezTo>
                    <a:pt x="26" y="100"/>
                    <a:pt x="19" y="83"/>
                    <a:pt x="19" y="66"/>
                  </a:cubicBezTo>
                  <a:cubicBezTo>
                    <a:pt x="19" y="44"/>
                    <a:pt x="19" y="22"/>
                    <a:pt x="19" y="0"/>
                  </a:cubicBezTo>
                  <a:lnTo>
                    <a:pt x="1" y="0"/>
                  </a:lnTo>
                  <a:cubicBezTo>
                    <a:pt x="1" y="7"/>
                    <a:pt x="0" y="14"/>
                    <a:pt x="0" y="21"/>
                  </a:cubicBezTo>
                  <a:cubicBezTo>
                    <a:pt x="0" y="53"/>
                    <a:pt x="4" y="86"/>
                    <a:pt x="12"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5"/>
            <p:cNvSpPr/>
            <p:nvPr/>
          </p:nvSpPr>
          <p:spPr>
            <a:xfrm>
              <a:off x="1590485" y="-853055"/>
              <a:ext cx="6480" cy="3600"/>
            </a:xfrm>
            <a:custGeom>
              <a:rect b="b" l="l" r="r" t="t"/>
              <a:pathLst>
                <a:path extrusionOk="0" h="10" w="18">
                  <a:moveTo>
                    <a:pt x="17" y="9"/>
                  </a:moveTo>
                  <a:cubicBezTo>
                    <a:pt x="17" y="7"/>
                    <a:pt x="17" y="5"/>
                    <a:pt x="17" y="2"/>
                  </a:cubicBezTo>
                  <a:lnTo>
                    <a:pt x="0" y="0"/>
                  </a:lnTo>
                  <a:cubicBezTo>
                    <a:pt x="0" y="3"/>
                    <a:pt x="0" y="6"/>
                    <a:pt x="0" y="9"/>
                  </a:cubicBezTo>
                  <a:lnTo>
                    <a:pt x="17"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5"/>
            <p:cNvSpPr/>
            <p:nvPr/>
          </p:nvSpPr>
          <p:spPr>
            <a:xfrm>
              <a:off x="1603085" y="-849815"/>
              <a:ext cx="7560" cy="17640"/>
            </a:xfrm>
            <a:custGeom>
              <a:rect b="b" l="l" r="r" t="t"/>
              <a:pathLst>
                <a:path extrusionOk="0" h="49" w="21">
                  <a:moveTo>
                    <a:pt x="4" y="41"/>
                  </a:moveTo>
                  <a:cubicBezTo>
                    <a:pt x="4" y="48"/>
                    <a:pt x="15" y="45"/>
                    <a:pt x="15" y="40"/>
                  </a:cubicBezTo>
                  <a:cubicBezTo>
                    <a:pt x="18" y="26"/>
                    <a:pt x="19" y="13"/>
                    <a:pt x="20" y="0"/>
                  </a:cubicBezTo>
                  <a:lnTo>
                    <a:pt x="0" y="0"/>
                  </a:lnTo>
                  <a:cubicBezTo>
                    <a:pt x="1" y="14"/>
                    <a:pt x="2" y="27"/>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5"/>
            <p:cNvSpPr/>
            <p:nvPr/>
          </p:nvSpPr>
          <p:spPr>
            <a:xfrm>
              <a:off x="1603085" y="-851615"/>
              <a:ext cx="7560" cy="2520"/>
            </a:xfrm>
            <a:custGeom>
              <a:rect b="b" l="l" r="r" t="t"/>
              <a:pathLst>
                <a:path extrusionOk="0" h="7" w="21">
                  <a:moveTo>
                    <a:pt x="20" y="6"/>
                  </a:moveTo>
                  <a:cubicBezTo>
                    <a:pt x="20" y="5"/>
                    <a:pt x="20" y="4"/>
                    <a:pt x="20" y="2"/>
                  </a:cubicBezTo>
                  <a:lnTo>
                    <a:pt x="0" y="0"/>
                  </a:lnTo>
                  <a:cubicBezTo>
                    <a:pt x="0" y="2"/>
                    <a:pt x="0" y="4"/>
                    <a:pt x="0" y="6"/>
                  </a:cubicBezTo>
                  <a:lnTo>
                    <a:pt x="2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5"/>
            <p:cNvSpPr/>
            <p:nvPr/>
          </p:nvSpPr>
          <p:spPr>
            <a:xfrm>
              <a:off x="1626845" y="-848015"/>
              <a:ext cx="8640" cy="49320"/>
            </a:xfrm>
            <a:custGeom>
              <a:rect b="b" l="l" r="r" t="t"/>
              <a:pathLst>
                <a:path extrusionOk="0" h="137" w="24">
                  <a:moveTo>
                    <a:pt x="6" y="132"/>
                  </a:moveTo>
                  <a:lnTo>
                    <a:pt x="7" y="133"/>
                  </a:lnTo>
                  <a:cubicBezTo>
                    <a:pt x="8" y="134"/>
                    <a:pt x="7" y="134"/>
                    <a:pt x="8" y="135"/>
                  </a:cubicBezTo>
                  <a:cubicBezTo>
                    <a:pt x="9" y="136"/>
                    <a:pt x="10" y="136"/>
                    <a:pt x="11" y="136"/>
                  </a:cubicBezTo>
                  <a:cubicBezTo>
                    <a:pt x="12" y="136"/>
                    <a:pt x="13" y="135"/>
                    <a:pt x="13" y="135"/>
                  </a:cubicBezTo>
                  <a:cubicBezTo>
                    <a:pt x="14" y="134"/>
                    <a:pt x="15" y="134"/>
                    <a:pt x="15" y="133"/>
                  </a:cubicBezTo>
                  <a:lnTo>
                    <a:pt x="16" y="132"/>
                  </a:lnTo>
                  <a:cubicBezTo>
                    <a:pt x="20" y="98"/>
                    <a:pt x="23" y="63"/>
                    <a:pt x="23" y="29"/>
                  </a:cubicBezTo>
                  <a:cubicBezTo>
                    <a:pt x="23" y="19"/>
                    <a:pt x="23" y="9"/>
                    <a:pt x="22" y="0"/>
                  </a:cubicBezTo>
                  <a:lnTo>
                    <a:pt x="1" y="0"/>
                  </a:lnTo>
                  <a:cubicBezTo>
                    <a:pt x="0" y="12"/>
                    <a:pt x="0" y="24"/>
                    <a:pt x="0" y="36"/>
                  </a:cubicBezTo>
                  <a:cubicBezTo>
                    <a:pt x="0" y="68"/>
                    <a:pt x="2" y="100"/>
                    <a:pt x="6"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5"/>
            <p:cNvSpPr/>
            <p:nvPr/>
          </p:nvSpPr>
          <p:spPr>
            <a:xfrm>
              <a:off x="1627565" y="-849455"/>
              <a:ext cx="7920" cy="1440"/>
            </a:xfrm>
            <a:custGeom>
              <a:rect b="b" l="l" r="r" t="t"/>
              <a:pathLst>
                <a:path extrusionOk="0" h="4" w="22">
                  <a:moveTo>
                    <a:pt x="21" y="3"/>
                  </a:moveTo>
                  <a:cubicBezTo>
                    <a:pt x="21" y="2"/>
                    <a:pt x="21" y="1"/>
                    <a:pt x="21" y="0"/>
                  </a:cubicBezTo>
                  <a:lnTo>
                    <a:pt x="9" y="0"/>
                  </a:lnTo>
                  <a:lnTo>
                    <a:pt x="0" y="0"/>
                  </a:lnTo>
                  <a:cubicBezTo>
                    <a:pt x="0" y="1"/>
                    <a:pt x="0" y="2"/>
                    <a:pt x="0"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5"/>
            <p:cNvSpPr/>
            <p:nvPr/>
          </p:nvSpPr>
          <p:spPr>
            <a:xfrm>
              <a:off x="1642685" y="-847295"/>
              <a:ext cx="11160" cy="35280"/>
            </a:xfrm>
            <a:custGeom>
              <a:rect b="b" l="l" r="r" t="t"/>
              <a:pathLst>
                <a:path extrusionOk="0" h="98" w="31">
                  <a:moveTo>
                    <a:pt x="11" y="0"/>
                  </a:moveTo>
                  <a:cubicBezTo>
                    <a:pt x="10" y="2"/>
                    <a:pt x="8" y="4"/>
                    <a:pt x="7" y="6"/>
                  </a:cubicBezTo>
                  <a:cubicBezTo>
                    <a:pt x="2" y="14"/>
                    <a:pt x="0" y="23"/>
                    <a:pt x="0" y="33"/>
                  </a:cubicBezTo>
                  <a:cubicBezTo>
                    <a:pt x="2" y="51"/>
                    <a:pt x="2" y="69"/>
                    <a:pt x="3" y="86"/>
                  </a:cubicBezTo>
                  <a:cubicBezTo>
                    <a:pt x="3" y="95"/>
                    <a:pt x="19" y="97"/>
                    <a:pt x="20" y="88"/>
                  </a:cubicBezTo>
                  <a:cubicBezTo>
                    <a:pt x="21" y="74"/>
                    <a:pt x="22" y="61"/>
                    <a:pt x="22" y="48"/>
                  </a:cubicBezTo>
                  <a:cubicBezTo>
                    <a:pt x="22" y="45"/>
                    <a:pt x="22" y="43"/>
                    <a:pt x="22" y="40"/>
                  </a:cubicBezTo>
                  <a:cubicBezTo>
                    <a:pt x="22" y="39"/>
                    <a:pt x="22" y="37"/>
                    <a:pt x="22" y="35"/>
                  </a:cubicBezTo>
                  <a:cubicBezTo>
                    <a:pt x="22" y="30"/>
                    <a:pt x="23" y="24"/>
                    <a:pt x="26" y="19"/>
                  </a:cubicBezTo>
                  <a:cubicBezTo>
                    <a:pt x="26" y="18"/>
                    <a:pt x="27" y="18"/>
                    <a:pt x="27" y="17"/>
                  </a:cubicBezTo>
                  <a:cubicBezTo>
                    <a:pt x="29" y="13"/>
                    <a:pt x="30" y="10"/>
                    <a:pt x="30" y="6"/>
                  </a:cubicBezTo>
                  <a:cubicBezTo>
                    <a:pt x="30" y="5"/>
                    <a:pt x="30" y="5"/>
                    <a:pt x="30" y="5"/>
                  </a:cubicBezTo>
                  <a:cubicBezTo>
                    <a:pt x="30" y="3"/>
                    <a:pt x="30" y="2"/>
                    <a:pt x="29" y="0"/>
                  </a:cubicBezTo>
                  <a:lnTo>
                    <a:pt x="12" y="0"/>
                  </a:ln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5"/>
            <p:cNvSpPr/>
            <p:nvPr/>
          </p:nvSpPr>
          <p:spPr>
            <a:xfrm>
              <a:off x="1647365" y="-849095"/>
              <a:ext cx="6120" cy="1800"/>
            </a:xfrm>
            <a:custGeom>
              <a:rect b="b" l="l" r="r" t="t"/>
              <a:pathLst>
                <a:path extrusionOk="0" h="5" w="17">
                  <a:moveTo>
                    <a:pt x="0" y="4"/>
                  </a:moveTo>
                  <a:lnTo>
                    <a:pt x="16" y="4"/>
                  </a:lnTo>
                  <a:cubicBezTo>
                    <a:pt x="15" y="3"/>
                    <a:pt x="14" y="2"/>
                    <a:pt x="13" y="1"/>
                  </a:cubicBezTo>
                  <a:cubicBezTo>
                    <a:pt x="12" y="0"/>
                    <a:pt x="10" y="0"/>
                    <a:pt x="8" y="0"/>
                  </a:cubicBezTo>
                  <a:cubicBezTo>
                    <a:pt x="6" y="0"/>
                    <a:pt x="4" y="0"/>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5"/>
            <p:cNvSpPr/>
            <p:nvPr/>
          </p:nvSpPr>
          <p:spPr>
            <a:xfrm>
              <a:off x="1670045" y="-846935"/>
              <a:ext cx="6480" cy="35280"/>
            </a:xfrm>
            <a:custGeom>
              <a:rect b="b" l="l" r="r" t="t"/>
              <a:pathLst>
                <a:path extrusionOk="0" h="98" w="18">
                  <a:moveTo>
                    <a:pt x="0" y="1"/>
                  </a:moveTo>
                  <a:cubicBezTo>
                    <a:pt x="1" y="32"/>
                    <a:pt x="3" y="63"/>
                    <a:pt x="7" y="93"/>
                  </a:cubicBezTo>
                  <a:cubicBezTo>
                    <a:pt x="7" y="94"/>
                    <a:pt x="7" y="94"/>
                    <a:pt x="8" y="95"/>
                  </a:cubicBezTo>
                  <a:lnTo>
                    <a:pt x="9" y="96"/>
                  </a:lnTo>
                  <a:cubicBezTo>
                    <a:pt x="10" y="97"/>
                    <a:pt x="11" y="97"/>
                    <a:pt x="12" y="97"/>
                  </a:cubicBezTo>
                  <a:cubicBezTo>
                    <a:pt x="13" y="97"/>
                    <a:pt x="13" y="97"/>
                    <a:pt x="14" y="96"/>
                  </a:cubicBezTo>
                  <a:cubicBezTo>
                    <a:pt x="15" y="95"/>
                    <a:pt x="16" y="95"/>
                    <a:pt x="16" y="95"/>
                  </a:cubicBezTo>
                  <a:cubicBezTo>
                    <a:pt x="16" y="94"/>
                    <a:pt x="16" y="94"/>
                    <a:pt x="17" y="93"/>
                  </a:cubicBezTo>
                  <a:cubicBezTo>
                    <a:pt x="17" y="79"/>
                    <a:pt x="14" y="65"/>
                    <a:pt x="15" y="50"/>
                  </a:cubicBezTo>
                  <a:cubicBezTo>
                    <a:pt x="15" y="35"/>
                    <a:pt x="17" y="17"/>
                    <a:pt x="17"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5"/>
            <p:cNvSpPr/>
            <p:nvPr/>
          </p:nvSpPr>
          <p:spPr>
            <a:xfrm>
              <a:off x="1670045" y="-849455"/>
              <a:ext cx="6480" cy="2520"/>
            </a:xfrm>
            <a:custGeom>
              <a:rect b="b" l="l" r="r" t="t"/>
              <a:pathLst>
                <a:path extrusionOk="0" h="7" w="18">
                  <a:moveTo>
                    <a:pt x="0" y="6"/>
                  </a:moveTo>
                  <a:lnTo>
                    <a:pt x="17" y="6"/>
                  </a:lnTo>
                  <a:cubicBezTo>
                    <a:pt x="17" y="5"/>
                    <a:pt x="17" y="4"/>
                    <a:pt x="16" y="2"/>
                  </a:cubicBezTo>
                  <a:cubicBezTo>
                    <a:pt x="15" y="0"/>
                    <a:pt x="14" y="0"/>
                    <a:pt x="13" y="0"/>
                  </a:cubicBezTo>
                  <a:lnTo>
                    <a:pt x="4" y="0"/>
                  </a:lnTo>
                  <a:cubicBezTo>
                    <a:pt x="3" y="1"/>
                    <a:pt x="2" y="2"/>
                    <a:pt x="1" y="3"/>
                  </a:cubicBezTo>
                  <a:cubicBezTo>
                    <a:pt x="1" y="4"/>
                    <a:pt x="0"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5"/>
            <p:cNvSpPr/>
            <p:nvPr/>
          </p:nvSpPr>
          <p:spPr>
            <a:xfrm>
              <a:off x="1686245" y="-846935"/>
              <a:ext cx="8640" cy="40680"/>
            </a:xfrm>
            <a:custGeom>
              <a:rect b="b" l="l" r="r" t="t"/>
              <a:pathLst>
                <a:path extrusionOk="0" h="113" w="24">
                  <a:moveTo>
                    <a:pt x="1" y="43"/>
                  </a:moveTo>
                  <a:cubicBezTo>
                    <a:pt x="1" y="63"/>
                    <a:pt x="3" y="82"/>
                    <a:pt x="3" y="101"/>
                  </a:cubicBezTo>
                  <a:cubicBezTo>
                    <a:pt x="3" y="110"/>
                    <a:pt x="18" y="112"/>
                    <a:pt x="19" y="101"/>
                  </a:cubicBezTo>
                  <a:cubicBezTo>
                    <a:pt x="20" y="79"/>
                    <a:pt x="21" y="57"/>
                    <a:pt x="22" y="34"/>
                  </a:cubicBezTo>
                  <a:cubicBezTo>
                    <a:pt x="22" y="29"/>
                    <a:pt x="23" y="22"/>
                    <a:pt x="23" y="17"/>
                  </a:cubicBezTo>
                  <a:cubicBezTo>
                    <a:pt x="23" y="11"/>
                    <a:pt x="22" y="6"/>
                    <a:pt x="22" y="0"/>
                  </a:cubicBezTo>
                  <a:lnTo>
                    <a:pt x="2" y="0"/>
                  </a:lnTo>
                  <a:cubicBezTo>
                    <a:pt x="1" y="8"/>
                    <a:pt x="0" y="16"/>
                    <a:pt x="0" y="24"/>
                  </a:cubicBezTo>
                  <a:cubicBezTo>
                    <a:pt x="0" y="30"/>
                    <a:pt x="1" y="37"/>
                    <a:pt x="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5"/>
            <p:cNvSpPr/>
            <p:nvPr/>
          </p:nvSpPr>
          <p:spPr>
            <a:xfrm>
              <a:off x="1686965" y="-849095"/>
              <a:ext cx="7200" cy="2880"/>
            </a:xfrm>
            <a:custGeom>
              <a:rect b="b" l="l" r="r" t="t"/>
              <a:pathLst>
                <a:path extrusionOk="0" h="8" w="20">
                  <a:moveTo>
                    <a:pt x="19" y="6"/>
                  </a:moveTo>
                  <a:cubicBezTo>
                    <a:pt x="19" y="4"/>
                    <a:pt x="18" y="2"/>
                    <a:pt x="17" y="0"/>
                  </a:cubicBezTo>
                  <a:lnTo>
                    <a:pt x="5" y="0"/>
                  </a:lnTo>
                  <a:lnTo>
                    <a:pt x="2" y="0"/>
                  </a:lnTo>
                  <a:cubicBezTo>
                    <a:pt x="1" y="2"/>
                    <a:pt x="0" y="5"/>
                    <a:pt x="0" y="7"/>
                  </a:cubicBezTo>
                  <a:lnTo>
                    <a:pt x="1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5"/>
            <p:cNvSpPr/>
            <p:nvPr/>
          </p:nvSpPr>
          <p:spPr>
            <a:xfrm>
              <a:off x="1703165" y="-846935"/>
              <a:ext cx="9000" cy="47160"/>
            </a:xfrm>
            <a:custGeom>
              <a:rect b="b" l="l" r="r" t="t"/>
              <a:pathLst>
                <a:path extrusionOk="0" h="131" w="25">
                  <a:moveTo>
                    <a:pt x="5" y="122"/>
                  </a:moveTo>
                  <a:cubicBezTo>
                    <a:pt x="5" y="130"/>
                    <a:pt x="18" y="130"/>
                    <a:pt x="19" y="122"/>
                  </a:cubicBezTo>
                  <a:cubicBezTo>
                    <a:pt x="22" y="93"/>
                    <a:pt x="24" y="63"/>
                    <a:pt x="24" y="33"/>
                  </a:cubicBezTo>
                  <a:cubicBezTo>
                    <a:pt x="24" y="22"/>
                    <a:pt x="24" y="11"/>
                    <a:pt x="23" y="0"/>
                  </a:cubicBezTo>
                  <a:lnTo>
                    <a:pt x="2" y="0"/>
                  </a:lnTo>
                  <a:cubicBezTo>
                    <a:pt x="1" y="13"/>
                    <a:pt x="0" y="27"/>
                    <a:pt x="0" y="40"/>
                  </a:cubicBezTo>
                  <a:cubicBezTo>
                    <a:pt x="0" y="68"/>
                    <a:pt x="2" y="95"/>
                    <a:pt x="5"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5"/>
            <p:cNvSpPr/>
            <p:nvPr/>
          </p:nvSpPr>
          <p:spPr>
            <a:xfrm>
              <a:off x="1704245" y="-848735"/>
              <a:ext cx="7560" cy="1800"/>
            </a:xfrm>
            <a:custGeom>
              <a:rect b="b" l="l" r="r" t="t"/>
              <a:pathLst>
                <a:path extrusionOk="0" h="5" w="21">
                  <a:moveTo>
                    <a:pt x="20" y="4"/>
                  </a:moveTo>
                  <a:lnTo>
                    <a:pt x="20" y="2"/>
                  </a:lnTo>
                  <a:lnTo>
                    <a:pt x="0" y="0"/>
                  </a:lnTo>
                  <a:cubicBezTo>
                    <a:pt x="0" y="2"/>
                    <a:pt x="0" y="3"/>
                    <a:pt x="0" y="4"/>
                  </a:cubicBezTo>
                  <a:lnTo>
                    <a:pt x="2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5"/>
            <p:cNvSpPr/>
            <p:nvPr/>
          </p:nvSpPr>
          <p:spPr>
            <a:xfrm>
              <a:off x="1724405" y="-847295"/>
              <a:ext cx="11160" cy="37440"/>
            </a:xfrm>
            <a:custGeom>
              <a:rect b="b" l="l" r="r" t="t"/>
              <a:pathLst>
                <a:path extrusionOk="0" h="104" w="31">
                  <a:moveTo>
                    <a:pt x="0" y="0"/>
                  </a:moveTo>
                  <a:cubicBezTo>
                    <a:pt x="1" y="9"/>
                    <a:pt x="3" y="18"/>
                    <a:pt x="4" y="27"/>
                  </a:cubicBezTo>
                  <a:cubicBezTo>
                    <a:pt x="6" y="48"/>
                    <a:pt x="7" y="69"/>
                    <a:pt x="8" y="90"/>
                  </a:cubicBezTo>
                  <a:cubicBezTo>
                    <a:pt x="8" y="103"/>
                    <a:pt x="27" y="102"/>
                    <a:pt x="27" y="89"/>
                  </a:cubicBezTo>
                  <a:cubicBezTo>
                    <a:pt x="29" y="73"/>
                    <a:pt x="30" y="56"/>
                    <a:pt x="30" y="40"/>
                  </a:cubicBezTo>
                  <a:cubicBezTo>
                    <a:pt x="30" y="27"/>
                    <a:pt x="29" y="14"/>
                    <a:pt x="28" y="1"/>
                  </a:cubicBezTo>
                  <a:lnTo>
                    <a:pt x="18" y="1"/>
                  </a:lnTo>
                  <a:cubicBezTo>
                    <a:pt x="12" y="2"/>
                    <a:pt x="6"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5"/>
            <p:cNvSpPr/>
            <p:nvPr/>
          </p:nvSpPr>
          <p:spPr>
            <a:xfrm>
              <a:off x="1742765" y="-846215"/>
              <a:ext cx="8640" cy="46080"/>
            </a:xfrm>
            <a:custGeom>
              <a:rect b="b" l="l" r="r" t="t"/>
              <a:pathLst>
                <a:path extrusionOk="0" h="128" w="24">
                  <a:moveTo>
                    <a:pt x="9" y="121"/>
                  </a:moveTo>
                  <a:cubicBezTo>
                    <a:pt x="9" y="127"/>
                    <a:pt x="20" y="126"/>
                    <a:pt x="19" y="119"/>
                  </a:cubicBezTo>
                  <a:cubicBezTo>
                    <a:pt x="19" y="80"/>
                    <a:pt x="23" y="41"/>
                    <a:pt x="22" y="1"/>
                  </a:cubicBezTo>
                  <a:lnTo>
                    <a:pt x="0" y="0"/>
                  </a:lnTo>
                  <a:cubicBezTo>
                    <a:pt x="1" y="40"/>
                    <a:pt x="4" y="80"/>
                    <a:pt x="9"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5"/>
            <p:cNvSpPr/>
            <p:nvPr/>
          </p:nvSpPr>
          <p:spPr>
            <a:xfrm>
              <a:off x="1759325" y="-845135"/>
              <a:ext cx="9360" cy="27360"/>
            </a:xfrm>
            <a:custGeom>
              <a:rect b="b" l="l" r="r" t="t"/>
              <a:pathLst>
                <a:path extrusionOk="0" h="76" w="26">
                  <a:moveTo>
                    <a:pt x="6" y="65"/>
                  </a:moveTo>
                  <a:cubicBezTo>
                    <a:pt x="6" y="73"/>
                    <a:pt x="19" y="75"/>
                    <a:pt x="20" y="67"/>
                  </a:cubicBezTo>
                  <a:cubicBezTo>
                    <a:pt x="23" y="45"/>
                    <a:pt x="24" y="24"/>
                    <a:pt x="25" y="3"/>
                  </a:cubicBezTo>
                  <a:lnTo>
                    <a:pt x="1" y="0"/>
                  </a:lnTo>
                  <a:cubicBezTo>
                    <a:pt x="0" y="5"/>
                    <a:pt x="0" y="9"/>
                    <a:pt x="0" y="13"/>
                  </a:cubicBezTo>
                  <a:cubicBezTo>
                    <a:pt x="0" y="30"/>
                    <a:pt x="2" y="48"/>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5"/>
            <p:cNvSpPr/>
            <p:nvPr/>
          </p:nvSpPr>
          <p:spPr>
            <a:xfrm>
              <a:off x="1759685" y="-844775"/>
              <a:ext cx="9000" cy="1080"/>
            </a:xfrm>
            <a:custGeom>
              <a:rect b="b" l="l" r="r" t="t"/>
              <a:pathLst>
                <a:path extrusionOk="0" h="3" w="25">
                  <a:moveTo>
                    <a:pt x="24" y="2"/>
                  </a:moveTo>
                  <a:lnTo>
                    <a:pt x="24" y="2"/>
                  </a:lnTo>
                  <a:lnTo>
                    <a:pt x="0" y="0"/>
                  </a:lnTo>
                  <a:lnTo>
                    <a:pt x="0" y="0"/>
                  </a:lnTo>
                  <a:lnTo>
                    <a:pt x="24" y="2"/>
                  </a:lnTo>
                </a:path>
              </a:pathLst>
            </a:custGeom>
            <a:solidFill>
              <a:schemeClr val="dk1"/>
            </a:solidFill>
            <a:ln>
              <a:noFill/>
            </a:ln>
          </p:spPr>
        </p:sp>
        <p:sp>
          <p:nvSpPr>
            <p:cNvPr id="3267" name="Google Shape;3267;p35"/>
            <p:cNvSpPr/>
            <p:nvPr/>
          </p:nvSpPr>
          <p:spPr>
            <a:xfrm>
              <a:off x="1783085" y="-841895"/>
              <a:ext cx="9720" cy="44640"/>
            </a:xfrm>
            <a:custGeom>
              <a:rect b="b" l="l" r="r" t="t"/>
              <a:pathLst>
                <a:path extrusionOk="0" h="124" w="27">
                  <a:moveTo>
                    <a:pt x="13" y="1"/>
                  </a:moveTo>
                  <a:cubicBezTo>
                    <a:pt x="0" y="10"/>
                    <a:pt x="0" y="29"/>
                    <a:pt x="2" y="43"/>
                  </a:cubicBezTo>
                  <a:cubicBezTo>
                    <a:pt x="3" y="67"/>
                    <a:pt x="5" y="92"/>
                    <a:pt x="5" y="117"/>
                  </a:cubicBezTo>
                  <a:cubicBezTo>
                    <a:pt x="5" y="118"/>
                    <a:pt x="5" y="119"/>
                    <a:pt x="6" y="120"/>
                  </a:cubicBezTo>
                  <a:cubicBezTo>
                    <a:pt x="7" y="121"/>
                    <a:pt x="7" y="121"/>
                    <a:pt x="8" y="122"/>
                  </a:cubicBezTo>
                  <a:cubicBezTo>
                    <a:pt x="9" y="123"/>
                    <a:pt x="10" y="122"/>
                    <a:pt x="11" y="122"/>
                  </a:cubicBezTo>
                  <a:cubicBezTo>
                    <a:pt x="12" y="122"/>
                    <a:pt x="13" y="123"/>
                    <a:pt x="14" y="122"/>
                  </a:cubicBezTo>
                  <a:cubicBezTo>
                    <a:pt x="15" y="121"/>
                    <a:pt x="15" y="121"/>
                    <a:pt x="16" y="120"/>
                  </a:cubicBezTo>
                  <a:cubicBezTo>
                    <a:pt x="17" y="119"/>
                    <a:pt x="16" y="118"/>
                    <a:pt x="16" y="117"/>
                  </a:cubicBezTo>
                  <a:cubicBezTo>
                    <a:pt x="17" y="97"/>
                    <a:pt x="19" y="77"/>
                    <a:pt x="19" y="58"/>
                  </a:cubicBezTo>
                  <a:cubicBezTo>
                    <a:pt x="19" y="47"/>
                    <a:pt x="15" y="24"/>
                    <a:pt x="23" y="16"/>
                  </a:cubicBezTo>
                  <a:cubicBezTo>
                    <a:pt x="24" y="16"/>
                    <a:pt x="24" y="15"/>
                    <a:pt x="24" y="15"/>
                  </a:cubicBezTo>
                  <a:cubicBezTo>
                    <a:pt x="25" y="13"/>
                    <a:pt x="26" y="12"/>
                    <a:pt x="26" y="10"/>
                  </a:cubicBezTo>
                  <a:cubicBezTo>
                    <a:pt x="26" y="8"/>
                    <a:pt x="25" y="7"/>
                    <a:pt x="24" y="5"/>
                  </a:cubicBezTo>
                  <a:cubicBezTo>
                    <a:pt x="23" y="3"/>
                    <a:pt x="22" y="3"/>
                    <a:pt x="21" y="2"/>
                  </a:cubicBezTo>
                  <a:cubicBezTo>
                    <a:pt x="20" y="1"/>
                    <a:pt x="20" y="1"/>
                    <a:pt x="19" y="1"/>
                  </a:cubicBezTo>
                  <a:cubicBezTo>
                    <a:pt x="18" y="1"/>
                    <a:pt x="17" y="0"/>
                    <a:pt x="16" y="0"/>
                  </a:cubicBezTo>
                  <a:cubicBezTo>
                    <a:pt x="15" y="0"/>
                    <a:pt x="14" y="1"/>
                    <a:pt x="1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5"/>
            <p:cNvSpPr/>
            <p:nvPr/>
          </p:nvSpPr>
          <p:spPr>
            <a:xfrm>
              <a:off x="1803605" y="-839735"/>
              <a:ext cx="7560" cy="38880"/>
            </a:xfrm>
            <a:custGeom>
              <a:rect b="b" l="l" r="r" t="t"/>
              <a:pathLst>
                <a:path extrusionOk="0" h="108" w="21">
                  <a:moveTo>
                    <a:pt x="1" y="44"/>
                  </a:moveTo>
                  <a:cubicBezTo>
                    <a:pt x="2" y="62"/>
                    <a:pt x="3" y="81"/>
                    <a:pt x="4" y="100"/>
                  </a:cubicBezTo>
                  <a:cubicBezTo>
                    <a:pt x="4" y="107"/>
                    <a:pt x="16" y="107"/>
                    <a:pt x="16" y="100"/>
                  </a:cubicBezTo>
                  <a:cubicBezTo>
                    <a:pt x="17" y="78"/>
                    <a:pt x="20" y="56"/>
                    <a:pt x="20" y="34"/>
                  </a:cubicBezTo>
                  <a:cubicBezTo>
                    <a:pt x="20" y="30"/>
                    <a:pt x="20" y="27"/>
                    <a:pt x="20" y="23"/>
                  </a:cubicBezTo>
                  <a:cubicBezTo>
                    <a:pt x="20" y="15"/>
                    <a:pt x="20" y="8"/>
                    <a:pt x="18" y="0"/>
                  </a:cubicBezTo>
                  <a:cubicBezTo>
                    <a:pt x="13" y="0"/>
                    <a:pt x="8" y="0"/>
                    <a:pt x="3" y="0"/>
                  </a:cubicBezTo>
                  <a:cubicBezTo>
                    <a:pt x="1" y="9"/>
                    <a:pt x="0" y="18"/>
                    <a:pt x="0" y="27"/>
                  </a:cubicBezTo>
                  <a:cubicBezTo>
                    <a:pt x="0" y="33"/>
                    <a:pt x="0" y="38"/>
                    <a:pt x="1"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5"/>
            <p:cNvSpPr/>
            <p:nvPr/>
          </p:nvSpPr>
          <p:spPr>
            <a:xfrm>
              <a:off x="1804685" y="-844055"/>
              <a:ext cx="6120" cy="4320"/>
            </a:xfrm>
            <a:custGeom>
              <a:rect b="b" l="l" r="r" t="t"/>
              <a:pathLst>
                <a:path extrusionOk="0" h="12" w="17">
                  <a:moveTo>
                    <a:pt x="3" y="4"/>
                  </a:moveTo>
                  <a:cubicBezTo>
                    <a:pt x="2" y="6"/>
                    <a:pt x="1" y="8"/>
                    <a:pt x="0" y="11"/>
                  </a:cubicBezTo>
                  <a:cubicBezTo>
                    <a:pt x="5" y="11"/>
                    <a:pt x="10" y="11"/>
                    <a:pt x="16" y="11"/>
                  </a:cubicBezTo>
                  <a:cubicBezTo>
                    <a:pt x="15" y="8"/>
                    <a:pt x="14" y="5"/>
                    <a:pt x="13" y="3"/>
                  </a:cubicBezTo>
                  <a:cubicBezTo>
                    <a:pt x="12" y="2"/>
                    <a:pt x="12" y="1"/>
                    <a:pt x="11" y="1"/>
                  </a:cubicBezTo>
                  <a:cubicBezTo>
                    <a:pt x="10" y="1"/>
                    <a:pt x="9" y="0"/>
                    <a:pt x="8" y="0"/>
                  </a:cubicBezTo>
                  <a:cubicBezTo>
                    <a:pt x="7" y="0"/>
                    <a:pt x="6" y="0"/>
                    <a:pt x="5" y="1"/>
                  </a:cubicBezTo>
                  <a:cubicBezTo>
                    <a:pt x="4" y="2"/>
                    <a:pt x="4" y="2"/>
                    <a:pt x="3" y="3"/>
                  </a:cubicBezTo>
                  <a:lnTo>
                    <a:pt x="3"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5"/>
            <p:cNvSpPr/>
            <p:nvPr/>
          </p:nvSpPr>
          <p:spPr>
            <a:xfrm>
              <a:off x="1829525" y="-840095"/>
              <a:ext cx="7920" cy="40320"/>
            </a:xfrm>
            <a:custGeom>
              <a:rect b="b" l="l" r="r" t="t"/>
              <a:pathLst>
                <a:path extrusionOk="0" h="112" w="22">
                  <a:moveTo>
                    <a:pt x="3" y="0"/>
                  </a:moveTo>
                  <a:cubicBezTo>
                    <a:pt x="1" y="10"/>
                    <a:pt x="0" y="20"/>
                    <a:pt x="0" y="30"/>
                  </a:cubicBezTo>
                  <a:cubicBezTo>
                    <a:pt x="0" y="35"/>
                    <a:pt x="0" y="41"/>
                    <a:pt x="1" y="46"/>
                  </a:cubicBezTo>
                  <a:cubicBezTo>
                    <a:pt x="1" y="65"/>
                    <a:pt x="1" y="85"/>
                    <a:pt x="1" y="104"/>
                  </a:cubicBezTo>
                  <a:cubicBezTo>
                    <a:pt x="1" y="105"/>
                    <a:pt x="1" y="106"/>
                    <a:pt x="2" y="107"/>
                  </a:cubicBezTo>
                  <a:cubicBezTo>
                    <a:pt x="2" y="108"/>
                    <a:pt x="4" y="109"/>
                    <a:pt x="5" y="110"/>
                  </a:cubicBezTo>
                  <a:cubicBezTo>
                    <a:pt x="6" y="111"/>
                    <a:pt x="7" y="111"/>
                    <a:pt x="9" y="111"/>
                  </a:cubicBezTo>
                  <a:cubicBezTo>
                    <a:pt x="10" y="111"/>
                    <a:pt x="12" y="111"/>
                    <a:pt x="14" y="110"/>
                  </a:cubicBezTo>
                  <a:cubicBezTo>
                    <a:pt x="16" y="109"/>
                    <a:pt x="16" y="108"/>
                    <a:pt x="17" y="107"/>
                  </a:cubicBezTo>
                  <a:cubicBezTo>
                    <a:pt x="18" y="106"/>
                    <a:pt x="18" y="105"/>
                    <a:pt x="18" y="104"/>
                  </a:cubicBezTo>
                  <a:cubicBezTo>
                    <a:pt x="18" y="82"/>
                    <a:pt x="19" y="59"/>
                    <a:pt x="20" y="37"/>
                  </a:cubicBezTo>
                  <a:cubicBezTo>
                    <a:pt x="20" y="33"/>
                    <a:pt x="21" y="29"/>
                    <a:pt x="21" y="25"/>
                  </a:cubicBezTo>
                  <a:cubicBezTo>
                    <a:pt x="21" y="17"/>
                    <a:pt x="19" y="8"/>
                    <a:pt x="17"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5"/>
            <p:cNvSpPr/>
            <p:nvPr/>
          </p:nvSpPr>
          <p:spPr>
            <a:xfrm>
              <a:off x="1830965" y="-841175"/>
              <a:ext cx="5400" cy="1440"/>
            </a:xfrm>
            <a:custGeom>
              <a:rect b="b" l="l" r="r" t="t"/>
              <a:pathLst>
                <a:path extrusionOk="0" h="4" w="15">
                  <a:moveTo>
                    <a:pt x="14" y="3"/>
                  </a:moveTo>
                  <a:lnTo>
                    <a:pt x="14" y="2"/>
                  </a:lnTo>
                  <a:lnTo>
                    <a:pt x="1" y="0"/>
                  </a:lnTo>
                  <a:cubicBezTo>
                    <a:pt x="1" y="1"/>
                    <a:pt x="0" y="2"/>
                    <a:pt x="0" y="3"/>
                  </a:cubicBezTo>
                  <a:lnTo>
                    <a:pt x="14"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5"/>
            <p:cNvSpPr/>
            <p:nvPr/>
          </p:nvSpPr>
          <p:spPr>
            <a:xfrm>
              <a:off x="1848245" y="-839015"/>
              <a:ext cx="8280" cy="32400"/>
            </a:xfrm>
            <a:custGeom>
              <a:rect b="b" l="l" r="r" t="t"/>
              <a:pathLst>
                <a:path extrusionOk="0" h="90" w="23">
                  <a:moveTo>
                    <a:pt x="1" y="29"/>
                  </a:moveTo>
                  <a:cubicBezTo>
                    <a:pt x="1" y="46"/>
                    <a:pt x="2" y="64"/>
                    <a:pt x="3" y="81"/>
                  </a:cubicBezTo>
                  <a:cubicBezTo>
                    <a:pt x="3" y="83"/>
                    <a:pt x="4" y="84"/>
                    <a:pt x="4" y="85"/>
                  </a:cubicBezTo>
                  <a:cubicBezTo>
                    <a:pt x="5" y="86"/>
                    <a:pt x="6" y="87"/>
                    <a:pt x="7" y="88"/>
                  </a:cubicBezTo>
                  <a:cubicBezTo>
                    <a:pt x="8" y="89"/>
                    <a:pt x="10" y="89"/>
                    <a:pt x="11" y="89"/>
                  </a:cubicBezTo>
                  <a:cubicBezTo>
                    <a:pt x="12" y="89"/>
                    <a:pt x="14" y="89"/>
                    <a:pt x="15" y="88"/>
                  </a:cubicBezTo>
                  <a:cubicBezTo>
                    <a:pt x="16" y="87"/>
                    <a:pt x="17" y="86"/>
                    <a:pt x="17" y="85"/>
                  </a:cubicBezTo>
                  <a:cubicBezTo>
                    <a:pt x="18" y="84"/>
                    <a:pt x="18" y="83"/>
                    <a:pt x="18" y="81"/>
                  </a:cubicBezTo>
                  <a:cubicBezTo>
                    <a:pt x="20" y="64"/>
                    <a:pt x="21" y="47"/>
                    <a:pt x="22" y="30"/>
                  </a:cubicBezTo>
                  <a:cubicBezTo>
                    <a:pt x="22" y="25"/>
                    <a:pt x="22" y="20"/>
                    <a:pt x="22" y="16"/>
                  </a:cubicBezTo>
                  <a:cubicBezTo>
                    <a:pt x="22" y="11"/>
                    <a:pt x="22" y="7"/>
                    <a:pt x="22" y="2"/>
                  </a:cubicBezTo>
                  <a:lnTo>
                    <a:pt x="2" y="0"/>
                  </a:lnTo>
                  <a:cubicBezTo>
                    <a:pt x="1" y="7"/>
                    <a:pt x="0" y="14"/>
                    <a:pt x="0" y="20"/>
                  </a:cubicBezTo>
                  <a:cubicBezTo>
                    <a:pt x="0" y="23"/>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5"/>
            <p:cNvSpPr/>
            <p:nvPr/>
          </p:nvSpPr>
          <p:spPr>
            <a:xfrm>
              <a:off x="1865525" y="-837215"/>
              <a:ext cx="11160" cy="46080"/>
            </a:xfrm>
            <a:custGeom>
              <a:rect b="b" l="l" r="r" t="t"/>
              <a:pathLst>
                <a:path extrusionOk="0" h="128" w="31">
                  <a:moveTo>
                    <a:pt x="2" y="44"/>
                  </a:moveTo>
                  <a:cubicBezTo>
                    <a:pt x="2" y="68"/>
                    <a:pt x="5" y="93"/>
                    <a:pt x="7" y="117"/>
                  </a:cubicBezTo>
                  <a:cubicBezTo>
                    <a:pt x="7" y="125"/>
                    <a:pt x="20" y="127"/>
                    <a:pt x="21" y="119"/>
                  </a:cubicBezTo>
                  <a:cubicBezTo>
                    <a:pt x="25" y="90"/>
                    <a:pt x="27" y="62"/>
                    <a:pt x="28" y="33"/>
                  </a:cubicBezTo>
                  <a:cubicBezTo>
                    <a:pt x="28" y="23"/>
                    <a:pt x="30" y="13"/>
                    <a:pt x="29" y="3"/>
                  </a:cubicBezTo>
                  <a:lnTo>
                    <a:pt x="1" y="0"/>
                  </a:lnTo>
                  <a:cubicBezTo>
                    <a:pt x="1" y="5"/>
                    <a:pt x="0" y="9"/>
                    <a:pt x="0" y="14"/>
                  </a:cubicBezTo>
                  <a:cubicBezTo>
                    <a:pt x="0" y="24"/>
                    <a:pt x="1" y="34"/>
                    <a:pt x="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5"/>
            <p:cNvSpPr/>
            <p:nvPr/>
          </p:nvSpPr>
          <p:spPr>
            <a:xfrm>
              <a:off x="1883885" y="-833615"/>
              <a:ext cx="13680" cy="32760"/>
            </a:xfrm>
            <a:custGeom>
              <a:rect b="b" l="l" r="r" t="t"/>
              <a:pathLst>
                <a:path extrusionOk="0" h="91" w="38">
                  <a:moveTo>
                    <a:pt x="12" y="12"/>
                  </a:moveTo>
                  <a:cubicBezTo>
                    <a:pt x="11" y="10"/>
                    <a:pt x="11" y="7"/>
                    <a:pt x="10" y="4"/>
                  </a:cubicBezTo>
                  <a:cubicBezTo>
                    <a:pt x="10" y="5"/>
                    <a:pt x="9" y="5"/>
                    <a:pt x="9" y="6"/>
                  </a:cubicBezTo>
                  <a:cubicBezTo>
                    <a:pt x="4" y="14"/>
                    <a:pt x="1" y="24"/>
                    <a:pt x="1" y="33"/>
                  </a:cubicBezTo>
                  <a:cubicBezTo>
                    <a:pt x="1" y="38"/>
                    <a:pt x="0" y="43"/>
                    <a:pt x="0" y="48"/>
                  </a:cubicBezTo>
                  <a:cubicBezTo>
                    <a:pt x="0" y="60"/>
                    <a:pt x="2" y="73"/>
                    <a:pt x="5" y="85"/>
                  </a:cubicBezTo>
                  <a:lnTo>
                    <a:pt x="5" y="86"/>
                  </a:lnTo>
                  <a:cubicBezTo>
                    <a:pt x="6" y="87"/>
                    <a:pt x="7" y="88"/>
                    <a:pt x="8" y="89"/>
                  </a:cubicBezTo>
                  <a:cubicBezTo>
                    <a:pt x="9" y="90"/>
                    <a:pt x="11" y="90"/>
                    <a:pt x="12" y="90"/>
                  </a:cubicBezTo>
                  <a:cubicBezTo>
                    <a:pt x="13" y="90"/>
                    <a:pt x="14" y="90"/>
                    <a:pt x="16" y="89"/>
                  </a:cubicBezTo>
                  <a:cubicBezTo>
                    <a:pt x="18" y="88"/>
                    <a:pt x="17" y="87"/>
                    <a:pt x="18" y="86"/>
                  </a:cubicBezTo>
                  <a:cubicBezTo>
                    <a:pt x="19" y="85"/>
                    <a:pt x="19" y="85"/>
                    <a:pt x="19" y="85"/>
                  </a:cubicBezTo>
                  <a:cubicBezTo>
                    <a:pt x="23" y="65"/>
                    <a:pt x="18" y="43"/>
                    <a:pt x="24" y="24"/>
                  </a:cubicBezTo>
                  <a:cubicBezTo>
                    <a:pt x="27" y="18"/>
                    <a:pt x="37" y="6"/>
                    <a:pt x="31" y="0"/>
                  </a:cubicBezTo>
                  <a:cubicBezTo>
                    <a:pt x="31" y="4"/>
                    <a:pt x="30" y="8"/>
                    <a:pt x="29" y="11"/>
                  </a:cubicBezTo>
                  <a:cubicBezTo>
                    <a:pt x="29" y="12"/>
                    <a:pt x="29" y="12"/>
                    <a:pt x="28" y="13"/>
                  </a:cubicBezTo>
                  <a:cubicBezTo>
                    <a:pt x="27" y="14"/>
                    <a:pt x="27" y="15"/>
                    <a:pt x="25" y="16"/>
                  </a:cubicBezTo>
                  <a:cubicBezTo>
                    <a:pt x="23" y="17"/>
                    <a:pt x="21" y="17"/>
                    <a:pt x="20" y="17"/>
                  </a:cubicBezTo>
                  <a:cubicBezTo>
                    <a:pt x="18" y="17"/>
                    <a:pt x="18" y="17"/>
                    <a:pt x="16" y="16"/>
                  </a:cubicBezTo>
                  <a:cubicBezTo>
                    <a:pt x="14" y="15"/>
                    <a:pt x="13" y="14"/>
                    <a:pt x="12" y="13"/>
                  </a:cubicBezTo>
                  <a:lnTo>
                    <a:pt x="12"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5"/>
            <p:cNvSpPr/>
            <p:nvPr/>
          </p:nvSpPr>
          <p:spPr>
            <a:xfrm>
              <a:off x="1902605" y="-833255"/>
              <a:ext cx="8280" cy="24120"/>
            </a:xfrm>
            <a:custGeom>
              <a:rect b="b" l="l" r="r" t="t"/>
              <a:pathLst>
                <a:path extrusionOk="0" h="67" w="23">
                  <a:moveTo>
                    <a:pt x="0" y="17"/>
                  </a:moveTo>
                  <a:cubicBezTo>
                    <a:pt x="1" y="32"/>
                    <a:pt x="2" y="47"/>
                    <a:pt x="4" y="62"/>
                  </a:cubicBezTo>
                  <a:cubicBezTo>
                    <a:pt x="4" y="63"/>
                    <a:pt x="4" y="63"/>
                    <a:pt x="4" y="63"/>
                  </a:cubicBezTo>
                  <a:cubicBezTo>
                    <a:pt x="5" y="64"/>
                    <a:pt x="5" y="65"/>
                    <a:pt x="6" y="65"/>
                  </a:cubicBezTo>
                  <a:cubicBezTo>
                    <a:pt x="7" y="65"/>
                    <a:pt x="7" y="66"/>
                    <a:pt x="8" y="66"/>
                  </a:cubicBezTo>
                  <a:cubicBezTo>
                    <a:pt x="9" y="66"/>
                    <a:pt x="10" y="65"/>
                    <a:pt x="10" y="65"/>
                  </a:cubicBezTo>
                  <a:cubicBezTo>
                    <a:pt x="11" y="65"/>
                    <a:pt x="11" y="64"/>
                    <a:pt x="12" y="63"/>
                  </a:cubicBezTo>
                  <a:lnTo>
                    <a:pt x="12" y="62"/>
                  </a:lnTo>
                  <a:cubicBezTo>
                    <a:pt x="13" y="46"/>
                    <a:pt x="15" y="31"/>
                    <a:pt x="18" y="15"/>
                  </a:cubicBezTo>
                  <a:cubicBezTo>
                    <a:pt x="20" y="10"/>
                    <a:pt x="21" y="5"/>
                    <a:pt x="22" y="0"/>
                  </a:cubicBezTo>
                  <a:lnTo>
                    <a:pt x="2" y="0"/>
                  </a:lnTo>
                  <a:cubicBezTo>
                    <a:pt x="1" y="5"/>
                    <a:pt x="0" y="11"/>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5"/>
            <p:cNvSpPr/>
            <p:nvPr/>
          </p:nvSpPr>
          <p:spPr>
            <a:xfrm>
              <a:off x="1886765" y="-835055"/>
              <a:ext cx="5040" cy="3240"/>
            </a:xfrm>
            <a:custGeom>
              <a:rect b="b" l="l" r="r" t="t"/>
              <a:pathLst>
                <a:path extrusionOk="0" h="9" w="14">
                  <a:moveTo>
                    <a:pt x="13" y="2"/>
                  </a:moveTo>
                  <a:lnTo>
                    <a:pt x="0" y="0"/>
                  </a:lnTo>
                  <a:cubicBezTo>
                    <a:pt x="0" y="3"/>
                    <a:pt x="1" y="6"/>
                    <a:pt x="2" y="8"/>
                  </a:cubicBezTo>
                  <a:cubicBezTo>
                    <a:pt x="3" y="6"/>
                    <a:pt x="5" y="5"/>
                    <a:pt x="7" y="4"/>
                  </a:cubicBezTo>
                  <a:cubicBezTo>
                    <a:pt x="9" y="3"/>
                    <a:pt x="11"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5"/>
            <p:cNvSpPr/>
            <p:nvPr/>
          </p:nvSpPr>
          <p:spPr>
            <a:xfrm>
              <a:off x="1893605" y="-833975"/>
              <a:ext cx="1800" cy="1080"/>
            </a:xfrm>
            <a:custGeom>
              <a:rect b="b" l="l" r="r" t="t"/>
              <a:pathLst>
                <a:path extrusionOk="0" h="3" w="5">
                  <a:moveTo>
                    <a:pt x="4" y="2"/>
                  </a:moveTo>
                  <a:lnTo>
                    <a:pt x="4" y="0"/>
                  </a:lnTo>
                  <a:lnTo>
                    <a:pt x="0" y="0"/>
                  </a:lnTo>
                  <a:cubicBezTo>
                    <a:pt x="1" y="0"/>
                    <a:pt x="2" y="0"/>
                    <a:pt x="3" y="1"/>
                  </a:cubicBezTo>
                  <a:cubicBezTo>
                    <a:pt x="4" y="1"/>
                    <a:pt x="4" y="1"/>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5"/>
            <p:cNvSpPr/>
            <p:nvPr/>
          </p:nvSpPr>
          <p:spPr>
            <a:xfrm>
              <a:off x="1887485" y="-834335"/>
              <a:ext cx="7920" cy="7560"/>
            </a:xfrm>
            <a:custGeom>
              <a:rect b="b" l="l" r="r" t="t"/>
              <a:pathLst>
                <a:path extrusionOk="0" h="21" w="22">
                  <a:moveTo>
                    <a:pt x="11" y="0"/>
                  </a:moveTo>
                  <a:cubicBezTo>
                    <a:pt x="9" y="0"/>
                    <a:pt x="7" y="1"/>
                    <a:pt x="5" y="2"/>
                  </a:cubicBezTo>
                  <a:cubicBezTo>
                    <a:pt x="3" y="3"/>
                    <a:pt x="1" y="4"/>
                    <a:pt x="0" y="6"/>
                  </a:cubicBezTo>
                  <a:cubicBezTo>
                    <a:pt x="0" y="9"/>
                    <a:pt x="1" y="12"/>
                    <a:pt x="2" y="14"/>
                  </a:cubicBezTo>
                  <a:cubicBezTo>
                    <a:pt x="2" y="15"/>
                    <a:pt x="2" y="15"/>
                    <a:pt x="2" y="15"/>
                  </a:cubicBezTo>
                  <a:cubicBezTo>
                    <a:pt x="3" y="17"/>
                    <a:pt x="4" y="18"/>
                    <a:pt x="6" y="19"/>
                  </a:cubicBezTo>
                  <a:cubicBezTo>
                    <a:pt x="8" y="20"/>
                    <a:pt x="8" y="20"/>
                    <a:pt x="10" y="20"/>
                  </a:cubicBezTo>
                  <a:cubicBezTo>
                    <a:pt x="11" y="20"/>
                    <a:pt x="14" y="20"/>
                    <a:pt x="15" y="19"/>
                  </a:cubicBezTo>
                  <a:cubicBezTo>
                    <a:pt x="16" y="18"/>
                    <a:pt x="17" y="17"/>
                    <a:pt x="18" y="15"/>
                  </a:cubicBezTo>
                  <a:cubicBezTo>
                    <a:pt x="18" y="15"/>
                    <a:pt x="19" y="15"/>
                    <a:pt x="19" y="14"/>
                  </a:cubicBezTo>
                  <a:cubicBezTo>
                    <a:pt x="20" y="11"/>
                    <a:pt x="21" y="7"/>
                    <a:pt x="21" y="3"/>
                  </a:cubicBezTo>
                  <a:lnTo>
                    <a:pt x="20" y="2"/>
                  </a:lnTo>
                  <a:cubicBezTo>
                    <a:pt x="19" y="1"/>
                    <a:pt x="18" y="1"/>
                    <a:pt x="17"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5"/>
            <p:cNvSpPr/>
            <p:nvPr/>
          </p:nvSpPr>
          <p:spPr>
            <a:xfrm>
              <a:off x="1921325" y="-832895"/>
              <a:ext cx="8280" cy="35640"/>
            </a:xfrm>
            <a:custGeom>
              <a:rect b="b" l="l" r="r" t="t"/>
              <a:pathLst>
                <a:path extrusionOk="0" h="99" w="23">
                  <a:moveTo>
                    <a:pt x="0" y="26"/>
                  </a:moveTo>
                  <a:cubicBezTo>
                    <a:pt x="0" y="49"/>
                    <a:pt x="2" y="71"/>
                    <a:pt x="3" y="94"/>
                  </a:cubicBezTo>
                  <a:lnTo>
                    <a:pt x="3" y="95"/>
                  </a:lnTo>
                  <a:cubicBezTo>
                    <a:pt x="4" y="96"/>
                    <a:pt x="4" y="96"/>
                    <a:pt x="5" y="97"/>
                  </a:cubicBezTo>
                  <a:cubicBezTo>
                    <a:pt x="6" y="98"/>
                    <a:pt x="7" y="98"/>
                    <a:pt x="8" y="98"/>
                  </a:cubicBezTo>
                  <a:cubicBezTo>
                    <a:pt x="9" y="98"/>
                    <a:pt x="10" y="98"/>
                    <a:pt x="11" y="97"/>
                  </a:cubicBezTo>
                  <a:cubicBezTo>
                    <a:pt x="12" y="96"/>
                    <a:pt x="13" y="96"/>
                    <a:pt x="13" y="95"/>
                  </a:cubicBezTo>
                  <a:lnTo>
                    <a:pt x="14" y="94"/>
                  </a:lnTo>
                  <a:cubicBezTo>
                    <a:pt x="14" y="62"/>
                    <a:pt x="17" y="31"/>
                    <a:pt x="22" y="0"/>
                  </a:cubicBezTo>
                  <a:lnTo>
                    <a:pt x="3" y="0"/>
                  </a:lnTo>
                  <a:cubicBezTo>
                    <a:pt x="1" y="7"/>
                    <a:pt x="0" y="15"/>
                    <a:pt x="0" y="22"/>
                  </a:cubicBezTo>
                  <a:cubicBezTo>
                    <a:pt x="0" y="24"/>
                    <a:pt x="0" y="25"/>
                    <a:pt x="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5"/>
            <p:cNvSpPr/>
            <p:nvPr/>
          </p:nvSpPr>
          <p:spPr>
            <a:xfrm>
              <a:off x="1941125" y="-832895"/>
              <a:ext cx="7200" cy="39600"/>
            </a:xfrm>
            <a:custGeom>
              <a:rect b="b" l="l" r="r" t="t"/>
              <a:pathLst>
                <a:path extrusionOk="0" h="110" w="20">
                  <a:moveTo>
                    <a:pt x="4" y="102"/>
                  </a:moveTo>
                  <a:cubicBezTo>
                    <a:pt x="4" y="108"/>
                    <a:pt x="14" y="109"/>
                    <a:pt x="14" y="102"/>
                  </a:cubicBezTo>
                  <a:cubicBezTo>
                    <a:pt x="17" y="72"/>
                    <a:pt x="19" y="41"/>
                    <a:pt x="19" y="10"/>
                  </a:cubicBezTo>
                  <a:cubicBezTo>
                    <a:pt x="19" y="6"/>
                    <a:pt x="19" y="3"/>
                    <a:pt x="19" y="0"/>
                  </a:cubicBezTo>
                  <a:lnTo>
                    <a:pt x="0" y="0"/>
                  </a:lnTo>
                  <a:cubicBezTo>
                    <a:pt x="0" y="7"/>
                    <a:pt x="0" y="13"/>
                    <a:pt x="0" y="19"/>
                  </a:cubicBezTo>
                  <a:cubicBezTo>
                    <a:pt x="0" y="47"/>
                    <a:pt x="2" y="75"/>
                    <a:pt x="4"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5"/>
            <p:cNvSpPr/>
            <p:nvPr/>
          </p:nvSpPr>
          <p:spPr>
            <a:xfrm>
              <a:off x="1959485" y="-832535"/>
              <a:ext cx="8280" cy="35640"/>
            </a:xfrm>
            <a:custGeom>
              <a:rect b="b" l="l" r="r" t="t"/>
              <a:pathLst>
                <a:path extrusionOk="0" h="99" w="23">
                  <a:moveTo>
                    <a:pt x="5" y="89"/>
                  </a:moveTo>
                  <a:cubicBezTo>
                    <a:pt x="5" y="96"/>
                    <a:pt x="16" y="98"/>
                    <a:pt x="17" y="89"/>
                  </a:cubicBezTo>
                  <a:cubicBezTo>
                    <a:pt x="18" y="60"/>
                    <a:pt x="22" y="30"/>
                    <a:pt x="22" y="0"/>
                  </a:cubicBezTo>
                  <a:lnTo>
                    <a:pt x="0" y="0"/>
                  </a:lnTo>
                  <a:cubicBezTo>
                    <a:pt x="0" y="30"/>
                    <a:pt x="3" y="60"/>
                    <a:pt x="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5"/>
            <p:cNvSpPr/>
            <p:nvPr/>
          </p:nvSpPr>
          <p:spPr>
            <a:xfrm>
              <a:off x="1976045" y="-831815"/>
              <a:ext cx="9360" cy="35280"/>
            </a:xfrm>
            <a:custGeom>
              <a:rect b="b" l="l" r="r" t="t"/>
              <a:pathLst>
                <a:path extrusionOk="0" h="98" w="26">
                  <a:moveTo>
                    <a:pt x="1" y="16"/>
                  </a:moveTo>
                  <a:cubicBezTo>
                    <a:pt x="1" y="40"/>
                    <a:pt x="4" y="64"/>
                    <a:pt x="6" y="88"/>
                  </a:cubicBezTo>
                  <a:cubicBezTo>
                    <a:pt x="6" y="95"/>
                    <a:pt x="19" y="97"/>
                    <a:pt x="19" y="89"/>
                  </a:cubicBezTo>
                  <a:cubicBezTo>
                    <a:pt x="22" y="65"/>
                    <a:pt x="24" y="40"/>
                    <a:pt x="25" y="16"/>
                  </a:cubicBezTo>
                  <a:cubicBezTo>
                    <a:pt x="25" y="10"/>
                    <a:pt x="25" y="5"/>
                    <a:pt x="25" y="0"/>
                  </a:cubicBezTo>
                  <a:lnTo>
                    <a:pt x="0" y="0"/>
                  </a:lnTo>
                  <a:cubicBezTo>
                    <a:pt x="1" y="5"/>
                    <a:pt x="1"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5"/>
            <p:cNvSpPr/>
            <p:nvPr/>
          </p:nvSpPr>
          <p:spPr>
            <a:xfrm>
              <a:off x="1995485" y="-830735"/>
              <a:ext cx="9000" cy="34560"/>
            </a:xfrm>
            <a:custGeom>
              <a:rect b="b" l="l" r="r" t="t"/>
              <a:pathLst>
                <a:path extrusionOk="0" h="96" w="25">
                  <a:moveTo>
                    <a:pt x="6" y="4"/>
                  </a:moveTo>
                  <a:cubicBezTo>
                    <a:pt x="4" y="4"/>
                    <a:pt x="2" y="3"/>
                    <a:pt x="1" y="3"/>
                  </a:cubicBezTo>
                  <a:cubicBezTo>
                    <a:pt x="0" y="7"/>
                    <a:pt x="0" y="12"/>
                    <a:pt x="0" y="17"/>
                  </a:cubicBezTo>
                  <a:cubicBezTo>
                    <a:pt x="0" y="22"/>
                    <a:pt x="0" y="27"/>
                    <a:pt x="1" y="31"/>
                  </a:cubicBezTo>
                  <a:cubicBezTo>
                    <a:pt x="1" y="50"/>
                    <a:pt x="2" y="68"/>
                    <a:pt x="4" y="86"/>
                  </a:cubicBezTo>
                  <a:cubicBezTo>
                    <a:pt x="4" y="95"/>
                    <a:pt x="19" y="94"/>
                    <a:pt x="19" y="86"/>
                  </a:cubicBezTo>
                  <a:cubicBezTo>
                    <a:pt x="21" y="70"/>
                    <a:pt x="22" y="55"/>
                    <a:pt x="23" y="39"/>
                  </a:cubicBezTo>
                  <a:cubicBezTo>
                    <a:pt x="24" y="34"/>
                    <a:pt x="24" y="29"/>
                    <a:pt x="24" y="24"/>
                  </a:cubicBezTo>
                  <a:cubicBezTo>
                    <a:pt x="24" y="16"/>
                    <a:pt x="23" y="8"/>
                    <a:pt x="21" y="0"/>
                  </a:cubicBezTo>
                  <a:lnTo>
                    <a:pt x="18" y="0"/>
                  </a:lnTo>
                  <a:cubicBezTo>
                    <a:pt x="17" y="1"/>
                    <a:pt x="17" y="1"/>
                    <a:pt x="16" y="2"/>
                  </a:cubicBezTo>
                  <a:cubicBezTo>
                    <a:pt x="13" y="3"/>
                    <a:pt x="11" y="4"/>
                    <a:pt x="8" y="4"/>
                  </a:cubicBezTo>
                  <a:cubicBezTo>
                    <a:pt x="7" y="4"/>
                    <a:pt x="6" y="4"/>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5"/>
            <p:cNvSpPr/>
            <p:nvPr/>
          </p:nvSpPr>
          <p:spPr>
            <a:xfrm>
              <a:off x="2014565" y="-831095"/>
              <a:ext cx="10800" cy="41760"/>
            </a:xfrm>
            <a:custGeom>
              <a:rect b="b" l="l" r="r" t="t"/>
              <a:pathLst>
                <a:path extrusionOk="0" h="116" w="30">
                  <a:moveTo>
                    <a:pt x="3" y="37"/>
                  </a:moveTo>
                  <a:cubicBezTo>
                    <a:pt x="4" y="60"/>
                    <a:pt x="6" y="83"/>
                    <a:pt x="7" y="107"/>
                  </a:cubicBezTo>
                  <a:cubicBezTo>
                    <a:pt x="7" y="114"/>
                    <a:pt x="20" y="115"/>
                    <a:pt x="21" y="107"/>
                  </a:cubicBezTo>
                  <a:cubicBezTo>
                    <a:pt x="23" y="80"/>
                    <a:pt x="25" y="54"/>
                    <a:pt x="27" y="28"/>
                  </a:cubicBezTo>
                  <a:cubicBezTo>
                    <a:pt x="27" y="19"/>
                    <a:pt x="29" y="11"/>
                    <a:pt x="29" y="2"/>
                  </a:cubicBezTo>
                  <a:lnTo>
                    <a:pt x="0" y="0"/>
                  </a:lnTo>
                  <a:cubicBezTo>
                    <a:pt x="0" y="13"/>
                    <a:pt x="2" y="26"/>
                    <a:pt x="3"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5"/>
            <p:cNvSpPr/>
            <p:nvPr/>
          </p:nvSpPr>
          <p:spPr>
            <a:xfrm>
              <a:off x="1993325" y="-831455"/>
              <a:ext cx="3600" cy="2160"/>
            </a:xfrm>
            <a:custGeom>
              <a:rect b="b" l="l" r="r" t="t"/>
              <a:pathLst>
                <a:path extrusionOk="0" h="6" w="10">
                  <a:moveTo>
                    <a:pt x="0" y="0"/>
                  </a:moveTo>
                  <a:cubicBezTo>
                    <a:pt x="1" y="1"/>
                    <a:pt x="3" y="3"/>
                    <a:pt x="5" y="4"/>
                  </a:cubicBezTo>
                  <a:cubicBezTo>
                    <a:pt x="5" y="4"/>
                    <a:pt x="6" y="4"/>
                    <a:pt x="7" y="5"/>
                  </a:cubicBezTo>
                  <a:cubicBezTo>
                    <a:pt x="7" y="3"/>
                    <a:pt x="8" y="1"/>
                    <a:pt x="9"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5"/>
            <p:cNvSpPr/>
            <p:nvPr/>
          </p:nvSpPr>
          <p:spPr>
            <a:xfrm>
              <a:off x="1995845" y="-831095"/>
              <a:ext cx="6120" cy="2160"/>
            </a:xfrm>
            <a:custGeom>
              <a:rect b="b" l="l" r="r" t="t"/>
              <a:pathLst>
                <a:path extrusionOk="0" h="6" w="17">
                  <a:moveTo>
                    <a:pt x="16" y="0"/>
                  </a:moveTo>
                  <a:lnTo>
                    <a:pt x="2" y="0"/>
                  </a:lnTo>
                  <a:cubicBezTo>
                    <a:pt x="1" y="1"/>
                    <a:pt x="0" y="3"/>
                    <a:pt x="0" y="4"/>
                  </a:cubicBezTo>
                  <a:cubicBezTo>
                    <a:pt x="1" y="5"/>
                    <a:pt x="3" y="5"/>
                    <a:pt x="5" y="5"/>
                  </a:cubicBezTo>
                  <a:cubicBezTo>
                    <a:pt x="7" y="5"/>
                    <a:pt x="10" y="5"/>
                    <a:pt x="12" y="3"/>
                  </a:cubicBezTo>
                  <a:cubicBezTo>
                    <a:pt x="14" y="2"/>
                    <a:pt x="15" y="1"/>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5"/>
            <p:cNvSpPr/>
            <p:nvPr/>
          </p:nvSpPr>
          <p:spPr>
            <a:xfrm>
              <a:off x="2039045" y="-829295"/>
              <a:ext cx="10080" cy="29520"/>
            </a:xfrm>
            <a:custGeom>
              <a:rect b="b" l="l" r="r" t="t"/>
              <a:pathLst>
                <a:path extrusionOk="0" h="82" w="28">
                  <a:moveTo>
                    <a:pt x="0" y="24"/>
                  </a:moveTo>
                  <a:cubicBezTo>
                    <a:pt x="2" y="42"/>
                    <a:pt x="4" y="60"/>
                    <a:pt x="7" y="78"/>
                  </a:cubicBezTo>
                  <a:lnTo>
                    <a:pt x="7" y="79"/>
                  </a:lnTo>
                  <a:lnTo>
                    <a:pt x="8" y="80"/>
                  </a:lnTo>
                  <a:cubicBezTo>
                    <a:pt x="9" y="80"/>
                    <a:pt x="10" y="81"/>
                    <a:pt x="10" y="81"/>
                  </a:cubicBezTo>
                  <a:cubicBezTo>
                    <a:pt x="11" y="81"/>
                    <a:pt x="12" y="80"/>
                    <a:pt x="12" y="80"/>
                  </a:cubicBezTo>
                  <a:cubicBezTo>
                    <a:pt x="13" y="80"/>
                    <a:pt x="13" y="80"/>
                    <a:pt x="14" y="79"/>
                  </a:cubicBezTo>
                  <a:cubicBezTo>
                    <a:pt x="15" y="78"/>
                    <a:pt x="14" y="78"/>
                    <a:pt x="14" y="78"/>
                  </a:cubicBezTo>
                  <a:cubicBezTo>
                    <a:pt x="17" y="62"/>
                    <a:pt x="19" y="47"/>
                    <a:pt x="20" y="31"/>
                  </a:cubicBezTo>
                  <a:cubicBezTo>
                    <a:pt x="20" y="20"/>
                    <a:pt x="23" y="10"/>
                    <a:pt x="27" y="0"/>
                  </a:cubicBezTo>
                  <a:lnTo>
                    <a:pt x="4" y="0"/>
                  </a:lnTo>
                  <a:cubicBezTo>
                    <a:pt x="2" y="7"/>
                    <a:pt x="0" y="14"/>
                    <a:pt x="0" y="21"/>
                  </a:cubicBezTo>
                  <a:cubicBezTo>
                    <a:pt x="0" y="22"/>
                    <a:pt x="0" y="23"/>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5"/>
            <p:cNvSpPr/>
            <p:nvPr/>
          </p:nvSpPr>
          <p:spPr>
            <a:xfrm>
              <a:off x="2056325" y="-828935"/>
              <a:ext cx="8280" cy="19080"/>
            </a:xfrm>
            <a:custGeom>
              <a:rect b="b" l="l" r="r" t="t"/>
              <a:pathLst>
                <a:path extrusionOk="0" h="53" w="23">
                  <a:moveTo>
                    <a:pt x="0" y="0"/>
                  </a:moveTo>
                  <a:cubicBezTo>
                    <a:pt x="0" y="4"/>
                    <a:pt x="0" y="9"/>
                    <a:pt x="0" y="13"/>
                  </a:cubicBezTo>
                  <a:cubicBezTo>
                    <a:pt x="0" y="25"/>
                    <a:pt x="1" y="36"/>
                    <a:pt x="4" y="47"/>
                  </a:cubicBezTo>
                  <a:lnTo>
                    <a:pt x="5" y="48"/>
                  </a:lnTo>
                  <a:cubicBezTo>
                    <a:pt x="6" y="49"/>
                    <a:pt x="6" y="50"/>
                    <a:pt x="7" y="51"/>
                  </a:cubicBezTo>
                  <a:cubicBezTo>
                    <a:pt x="8" y="52"/>
                    <a:pt x="9" y="52"/>
                    <a:pt x="11" y="52"/>
                  </a:cubicBezTo>
                  <a:cubicBezTo>
                    <a:pt x="12" y="52"/>
                    <a:pt x="13" y="52"/>
                    <a:pt x="14" y="51"/>
                  </a:cubicBezTo>
                  <a:cubicBezTo>
                    <a:pt x="15" y="50"/>
                    <a:pt x="16" y="49"/>
                    <a:pt x="17" y="48"/>
                  </a:cubicBezTo>
                  <a:lnTo>
                    <a:pt x="17" y="47"/>
                  </a:lnTo>
                  <a:cubicBezTo>
                    <a:pt x="20" y="36"/>
                    <a:pt x="22" y="24"/>
                    <a:pt x="22" y="13"/>
                  </a:cubicBezTo>
                  <a:cubicBezTo>
                    <a:pt x="22" y="9"/>
                    <a:pt x="22" y="5"/>
                    <a:pt x="21" y="1"/>
                  </a:cubicBezTo>
                  <a:lnTo>
                    <a:pt x="21" y="0"/>
                  </a:ln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5"/>
            <p:cNvSpPr/>
            <p:nvPr/>
          </p:nvSpPr>
          <p:spPr>
            <a:xfrm>
              <a:off x="2072525" y="-829295"/>
              <a:ext cx="7560" cy="41040"/>
            </a:xfrm>
            <a:custGeom>
              <a:rect b="b" l="l" r="r" t="t"/>
              <a:pathLst>
                <a:path extrusionOk="0" h="114" w="21">
                  <a:moveTo>
                    <a:pt x="1" y="0"/>
                  </a:moveTo>
                  <a:cubicBezTo>
                    <a:pt x="0" y="14"/>
                    <a:pt x="0" y="27"/>
                    <a:pt x="0" y="41"/>
                  </a:cubicBezTo>
                  <a:cubicBezTo>
                    <a:pt x="0" y="63"/>
                    <a:pt x="1" y="85"/>
                    <a:pt x="4" y="106"/>
                  </a:cubicBezTo>
                  <a:cubicBezTo>
                    <a:pt x="4" y="113"/>
                    <a:pt x="14" y="112"/>
                    <a:pt x="15" y="106"/>
                  </a:cubicBezTo>
                  <a:cubicBezTo>
                    <a:pt x="18" y="83"/>
                    <a:pt x="20" y="60"/>
                    <a:pt x="20" y="37"/>
                  </a:cubicBezTo>
                  <a:cubicBezTo>
                    <a:pt x="20" y="25"/>
                    <a:pt x="20" y="13"/>
                    <a:pt x="19" y="1"/>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5"/>
            <p:cNvSpPr/>
            <p:nvPr/>
          </p:nvSpPr>
          <p:spPr>
            <a:xfrm>
              <a:off x="2091245" y="-828935"/>
              <a:ext cx="7200" cy="21240"/>
            </a:xfrm>
            <a:custGeom>
              <a:rect b="b" l="l" r="r" t="t"/>
              <a:pathLst>
                <a:path extrusionOk="0" h="59" w="20">
                  <a:moveTo>
                    <a:pt x="0" y="0"/>
                  </a:moveTo>
                  <a:cubicBezTo>
                    <a:pt x="0" y="3"/>
                    <a:pt x="0" y="6"/>
                    <a:pt x="0" y="9"/>
                  </a:cubicBezTo>
                  <a:cubicBezTo>
                    <a:pt x="1" y="23"/>
                    <a:pt x="2" y="37"/>
                    <a:pt x="4" y="51"/>
                  </a:cubicBezTo>
                  <a:cubicBezTo>
                    <a:pt x="4" y="58"/>
                    <a:pt x="14" y="55"/>
                    <a:pt x="15" y="49"/>
                  </a:cubicBezTo>
                  <a:cubicBezTo>
                    <a:pt x="17" y="33"/>
                    <a:pt x="18" y="17"/>
                    <a:pt x="19" y="2"/>
                  </a:cubicBez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5"/>
            <p:cNvSpPr/>
            <p:nvPr/>
          </p:nvSpPr>
          <p:spPr>
            <a:xfrm>
              <a:off x="2105645" y="-827495"/>
              <a:ext cx="10440" cy="39600"/>
            </a:xfrm>
            <a:custGeom>
              <a:rect b="b" l="l" r="r" t="t"/>
              <a:pathLst>
                <a:path extrusionOk="0" h="110" w="29">
                  <a:moveTo>
                    <a:pt x="4" y="13"/>
                  </a:moveTo>
                  <a:cubicBezTo>
                    <a:pt x="2" y="25"/>
                    <a:pt x="0" y="37"/>
                    <a:pt x="0" y="49"/>
                  </a:cubicBezTo>
                  <a:cubicBezTo>
                    <a:pt x="1" y="67"/>
                    <a:pt x="2" y="84"/>
                    <a:pt x="3" y="102"/>
                  </a:cubicBezTo>
                  <a:cubicBezTo>
                    <a:pt x="3" y="103"/>
                    <a:pt x="3" y="104"/>
                    <a:pt x="4" y="105"/>
                  </a:cubicBezTo>
                  <a:cubicBezTo>
                    <a:pt x="5" y="106"/>
                    <a:pt x="5" y="107"/>
                    <a:pt x="6" y="108"/>
                  </a:cubicBezTo>
                  <a:cubicBezTo>
                    <a:pt x="7" y="109"/>
                    <a:pt x="9" y="109"/>
                    <a:pt x="10" y="109"/>
                  </a:cubicBezTo>
                  <a:cubicBezTo>
                    <a:pt x="11" y="109"/>
                    <a:pt x="12" y="109"/>
                    <a:pt x="13" y="108"/>
                  </a:cubicBezTo>
                  <a:cubicBezTo>
                    <a:pt x="14" y="107"/>
                    <a:pt x="15" y="106"/>
                    <a:pt x="16" y="105"/>
                  </a:cubicBezTo>
                  <a:cubicBezTo>
                    <a:pt x="17" y="104"/>
                    <a:pt x="17" y="103"/>
                    <a:pt x="17" y="102"/>
                  </a:cubicBezTo>
                  <a:cubicBezTo>
                    <a:pt x="19" y="69"/>
                    <a:pt x="24" y="36"/>
                    <a:pt x="28" y="3"/>
                  </a:cubicBezTo>
                  <a:lnTo>
                    <a:pt x="4" y="0"/>
                  </a:lnTo>
                  <a:cubicBezTo>
                    <a:pt x="4" y="4"/>
                    <a:pt x="4" y="9"/>
                    <a:pt x="4"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5"/>
            <p:cNvSpPr/>
            <p:nvPr/>
          </p:nvSpPr>
          <p:spPr>
            <a:xfrm>
              <a:off x="2124005" y="-825335"/>
              <a:ext cx="9000" cy="25200"/>
            </a:xfrm>
            <a:custGeom>
              <a:rect b="b" l="l" r="r" t="t"/>
              <a:pathLst>
                <a:path extrusionOk="0" h="70" w="25">
                  <a:moveTo>
                    <a:pt x="4" y="60"/>
                  </a:moveTo>
                  <a:cubicBezTo>
                    <a:pt x="4" y="68"/>
                    <a:pt x="17" y="69"/>
                    <a:pt x="18" y="60"/>
                  </a:cubicBezTo>
                  <a:cubicBezTo>
                    <a:pt x="20" y="41"/>
                    <a:pt x="20" y="21"/>
                    <a:pt x="24" y="2"/>
                  </a:cubicBezTo>
                  <a:lnTo>
                    <a:pt x="0" y="0"/>
                  </a:lnTo>
                  <a:cubicBezTo>
                    <a:pt x="0" y="1"/>
                    <a:pt x="0" y="3"/>
                    <a:pt x="0" y="4"/>
                  </a:cubicBezTo>
                  <a:cubicBezTo>
                    <a:pt x="0" y="23"/>
                    <a:pt x="1" y="42"/>
                    <a:pt x="4"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5"/>
            <p:cNvSpPr/>
            <p:nvPr/>
          </p:nvSpPr>
          <p:spPr>
            <a:xfrm>
              <a:off x="2145965" y="-822815"/>
              <a:ext cx="9360" cy="45360"/>
            </a:xfrm>
            <a:custGeom>
              <a:rect b="b" l="l" r="r" t="t"/>
              <a:pathLst>
                <a:path extrusionOk="0" h="126" w="26">
                  <a:moveTo>
                    <a:pt x="4" y="118"/>
                  </a:moveTo>
                  <a:cubicBezTo>
                    <a:pt x="4" y="119"/>
                    <a:pt x="4" y="120"/>
                    <a:pt x="5" y="121"/>
                  </a:cubicBezTo>
                  <a:cubicBezTo>
                    <a:pt x="5" y="122"/>
                    <a:pt x="6" y="123"/>
                    <a:pt x="7" y="124"/>
                  </a:cubicBezTo>
                  <a:cubicBezTo>
                    <a:pt x="8" y="125"/>
                    <a:pt x="9" y="124"/>
                    <a:pt x="10" y="124"/>
                  </a:cubicBezTo>
                  <a:cubicBezTo>
                    <a:pt x="11" y="124"/>
                    <a:pt x="12" y="125"/>
                    <a:pt x="13" y="124"/>
                  </a:cubicBezTo>
                  <a:cubicBezTo>
                    <a:pt x="14" y="123"/>
                    <a:pt x="15" y="122"/>
                    <a:pt x="16" y="121"/>
                  </a:cubicBezTo>
                  <a:cubicBezTo>
                    <a:pt x="16" y="120"/>
                    <a:pt x="16" y="119"/>
                    <a:pt x="16" y="118"/>
                  </a:cubicBezTo>
                  <a:cubicBezTo>
                    <a:pt x="22" y="79"/>
                    <a:pt x="18" y="39"/>
                    <a:pt x="25" y="0"/>
                  </a:cubicBezTo>
                  <a:lnTo>
                    <a:pt x="6" y="0"/>
                  </a:lnTo>
                  <a:cubicBezTo>
                    <a:pt x="2" y="21"/>
                    <a:pt x="0" y="43"/>
                    <a:pt x="0" y="64"/>
                  </a:cubicBezTo>
                  <a:cubicBezTo>
                    <a:pt x="0" y="82"/>
                    <a:pt x="1" y="100"/>
                    <a:pt x="4"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5"/>
            <p:cNvSpPr/>
            <p:nvPr/>
          </p:nvSpPr>
          <p:spPr>
            <a:xfrm>
              <a:off x="2164685" y="-822455"/>
              <a:ext cx="7560" cy="21240"/>
            </a:xfrm>
            <a:custGeom>
              <a:rect b="b" l="l" r="r" t="t"/>
              <a:pathLst>
                <a:path extrusionOk="0" h="59" w="21">
                  <a:moveTo>
                    <a:pt x="0" y="2"/>
                  </a:moveTo>
                  <a:cubicBezTo>
                    <a:pt x="1" y="19"/>
                    <a:pt x="1" y="36"/>
                    <a:pt x="4" y="53"/>
                  </a:cubicBezTo>
                  <a:cubicBezTo>
                    <a:pt x="4" y="54"/>
                    <a:pt x="5" y="54"/>
                    <a:pt x="5" y="55"/>
                  </a:cubicBezTo>
                  <a:cubicBezTo>
                    <a:pt x="5" y="56"/>
                    <a:pt x="6" y="56"/>
                    <a:pt x="7" y="57"/>
                  </a:cubicBezTo>
                  <a:cubicBezTo>
                    <a:pt x="8" y="58"/>
                    <a:pt x="9" y="58"/>
                    <a:pt x="11" y="58"/>
                  </a:cubicBezTo>
                  <a:cubicBezTo>
                    <a:pt x="12" y="58"/>
                    <a:pt x="13" y="58"/>
                    <a:pt x="14" y="57"/>
                  </a:cubicBezTo>
                  <a:cubicBezTo>
                    <a:pt x="15" y="56"/>
                    <a:pt x="16" y="56"/>
                    <a:pt x="16" y="55"/>
                  </a:cubicBezTo>
                  <a:cubicBezTo>
                    <a:pt x="17" y="54"/>
                    <a:pt x="17" y="54"/>
                    <a:pt x="17" y="53"/>
                  </a:cubicBezTo>
                  <a:cubicBezTo>
                    <a:pt x="19" y="38"/>
                    <a:pt x="20" y="22"/>
                    <a:pt x="20" y="6"/>
                  </a:cubicBezTo>
                  <a:cubicBezTo>
                    <a:pt x="20" y="4"/>
                    <a:pt x="20" y="2"/>
                    <a:pt x="20" y="0"/>
                  </a:cubicBez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5"/>
            <p:cNvSpPr/>
            <p:nvPr/>
          </p:nvSpPr>
          <p:spPr>
            <a:xfrm>
              <a:off x="2184485" y="-822455"/>
              <a:ext cx="8640" cy="45000"/>
            </a:xfrm>
            <a:custGeom>
              <a:rect b="b" l="l" r="r" t="t"/>
              <a:pathLst>
                <a:path extrusionOk="0" h="125" w="24">
                  <a:moveTo>
                    <a:pt x="1" y="0"/>
                  </a:moveTo>
                  <a:cubicBezTo>
                    <a:pt x="0" y="9"/>
                    <a:pt x="0" y="17"/>
                    <a:pt x="0" y="26"/>
                  </a:cubicBezTo>
                  <a:cubicBezTo>
                    <a:pt x="0" y="34"/>
                    <a:pt x="0" y="43"/>
                    <a:pt x="1" y="51"/>
                  </a:cubicBezTo>
                  <a:cubicBezTo>
                    <a:pt x="1" y="73"/>
                    <a:pt x="3" y="95"/>
                    <a:pt x="5" y="118"/>
                  </a:cubicBezTo>
                  <a:cubicBezTo>
                    <a:pt x="5" y="119"/>
                    <a:pt x="6" y="120"/>
                    <a:pt x="6" y="121"/>
                  </a:cubicBezTo>
                  <a:cubicBezTo>
                    <a:pt x="7" y="122"/>
                    <a:pt x="8" y="122"/>
                    <a:pt x="9" y="123"/>
                  </a:cubicBezTo>
                  <a:cubicBezTo>
                    <a:pt x="10" y="124"/>
                    <a:pt x="11" y="124"/>
                    <a:pt x="12" y="124"/>
                  </a:cubicBezTo>
                  <a:cubicBezTo>
                    <a:pt x="13" y="124"/>
                    <a:pt x="14" y="124"/>
                    <a:pt x="15" y="123"/>
                  </a:cubicBezTo>
                  <a:cubicBezTo>
                    <a:pt x="16" y="122"/>
                    <a:pt x="17" y="122"/>
                    <a:pt x="17" y="121"/>
                  </a:cubicBezTo>
                  <a:cubicBezTo>
                    <a:pt x="18" y="120"/>
                    <a:pt x="18" y="119"/>
                    <a:pt x="18" y="118"/>
                  </a:cubicBezTo>
                  <a:cubicBezTo>
                    <a:pt x="22" y="78"/>
                    <a:pt x="19" y="39"/>
                    <a:pt x="23"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5"/>
            <p:cNvSpPr/>
            <p:nvPr/>
          </p:nvSpPr>
          <p:spPr>
            <a:xfrm>
              <a:off x="2203565" y="-822815"/>
              <a:ext cx="10080" cy="32040"/>
            </a:xfrm>
            <a:custGeom>
              <a:rect b="b" l="l" r="r" t="t"/>
              <a:pathLst>
                <a:path extrusionOk="0" h="89" w="28">
                  <a:moveTo>
                    <a:pt x="2" y="1"/>
                  </a:moveTo>
                  <a:cubicBezTo>
                    <a:pt x="0" y="13"/>
                    <a:pt x="0" y="25"/>
                    <a:pt x="0" y="38"/>
                  </a:cubicBezTo>
                  <a:cubicBezTo>
                    <a:pt x="0" y="53"/>
                    <a:pt x="1" y="67"/>
                    <a:pt x="3" y="82"/>
                  </a:cubicBezTo>
                  <a:cubicBezTo>
                    <a:pt x="4" y="83"/>
                    <a:pt x="4" y="84"/>
                    <a:pt x="4" y="84"/>
                  </a:cubicBezTo>
                  <a:cubicBezTo>
                    <a:pt x="5" y="85"/>
                    <a:pt x="6" y="86"/>
                    <a:pt x="7" y="87"/>
                  </a:cubicBezTo>
                  <a:cubicBezTo>
                    <a:pt x="8" y="88"/>
                    <a:pt x="9" y="88"/>
                    <a:pt x="11" y="88"/>
                  </a:cubicBezTo>
                  <a:cubicBezTo>
                    <a:pt x="12" y="88"/>
                    <a:pt x="13" y="88"/>
                    <a:pt x="14" y="87"/>
                  </a:cubicBezTo>
                  <a:cubicBezTo>
                    <a:pt x="15" y="86"/>
                    <a:pt x="16" y="85"/>
                    <a:pt x="17" y="84"/>
                  </a:cubicBezTo>
                  <a:cubicBezTo>
                    <a:pt x="17" y="84"/>
                    <a:pt x="18" y="83"/>
                    <a:pt x="18" y="82"/>
                  </a:cubicBezTo>
                  <a:cubicBezTo>
                    <a:pt x="20" y="61"/>
                    <a:pt x="22" y="40"/>
                    <a:pt x="23" y="20"/>
                  </a:cubicBezTo>
                  <a:cubicBezTo>
                    <a:pt x="23" y="13"/>
                    <a:pt x="25" y="6"/>
                    <a:pt x="27"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5"/>
            <p:cNvSpPr/>
            <p:nvPr/>
          </p:nvSpPr>
          <p:spPr>
            <a:xfrm>
              <a:off x="2221565" y="-822455"/>
              <a:ext cx="9360" cy="41040"/>
            </a:xfrm>
            <a:custGeom>
              <a:rect b="b" l="l" r="r" t="t"/>
              <a:pathLst>
                <a:path extrusionOk="0" h="114" w="26">
                  <a:moveTo>
                    <a:pt x="4" y="0"/>
                  </a:moveTo>
                  <a:cubicBezTo>
                    <a:pt x="1" y="21"/>
                    <a:pt x="0" y="42"/>
                    <a:pt x="0" y="63"/>
                  </a:cubicBezTo>
                  <a:cubicBezTo>
                    <a:pt x="0" y="77"/>
                    <a:pt x="1" y="91"/>
                    <a:pt x="2" y="105"/>
                  </a:cubicBezTo>
                  <a:cubicBezTo>
                    <a:pt x="2" y="107"/>
                    <a:pt x="2" y="108"/>
                    <a:pt x="3" y="109"/>
                  </a:cubicBezTo>
                  <a:cubicBezTo>
                    <a:pt x="4" y="110"/>
                    <a:pt x="4" y="111"/>
                    <a:pt x="5" y="112"/>
                  </a:cubicBezTo>
                  <a:cubicBezTo>
                    <a:pt x="6" y="113"/>
                    <a:pt x="8" y="113"/>
                    <a:pt x="9" y="113"/>
                  </a:cubicBezTo>
                  <a:cubicBezTo>
                    <a:pt x="10" y="113"/>
                    <a:pt x="10" y="113"/>
                    <a:pt x="12" y="112"/>
                  </a:cubicBezTo>
                  <a:cubicBezTo>
                    <a:pt x="14" y="111"/>
                    <a:pt x="14" y="110"/>
                    <a:pt x="15" y="109"/>
                  </a:cubicBezTo>
                  <a:cubicBezTo>
                    <a:pt x="16" y="108"/>
                    <a:pt x="16" y="107"/>
                    <a:pt x="16" y="105"/>
                  </a:cubicBezTo>
                  <a:cubicBezTo>
                    <a:pt x="18" y="71"/>
                    <a:pt x="23" y="36"/>
                    <a:pt x="25" y="2"/>
                  </a:cubicBezTo>
                  <a:lnTo>
                    <a:pt x="17"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5"/>
            <p:cNvSpPr/>
            <p:nvPr/>
          </p:nvSpPr>
          <p:spPr>
            <a:xfrm>
              <a:off x="2227685" y="-822455"/>
              <a:ext cx="3240" cy="720"/>
            </a:xfrm>
            <a:custGeom>
              <a:rect b="b" l="l" r="r" t="t"/>
              <a:pathLst>
                <a:path extrusionOk="0" h="2" w="9">
                  <a:moveTo>
                    <a:pt x="8" y="1"/>
                  </a:moveTo>
                  <a:lnTo>
                    <a:pt x="8" y="0"/>
                  </a:lnTo>
                  <a:lnTo>
                    <a:pt x="0" y="0"/>
                  </a:lnTo>
                  <a:lnTo>
                    <a:pt x="8" y="1"/>
                  </a:lnTo>
                </a:path>
              </a:pathLst>
            </a:custGeom>
            <a:solidFill>
              <a:schemeClr val="dk1"/>
            </a:solidFill>
            <a:ln>
              <a:noFill/>
            </a:ln>
          </p:spPr>
        </p:sp>
        <p:sp>
          <p:nvSpPr>
            <p:cNvPr id="3299" name="Google Shape;3299;p35"/>
            <p:cNvSpPr/>
            <p:nvPr/>
          </p:nvSpPr>
          <p:spPr>
            <a:xfrm>
              <a:off x="2240645" y="-820655"/>
              <a:ext cx="10080" cy="23040"/>
            </a:xfrm>
            <a:custGeom>
              <a:rect b="b" l="l" r="r" t="t"/>
              <a:pathLst>
                <a:path extrusionOk="0" h="64" w="28">
                  <a:moveTo>
                    <a:pt x="1" y="54"/>
                  </a:moveTo>
                  <a:cubicBezTo>
                    <a:pt x="2" y="63"/>
                    <a:pt x="15" y="61"/>
                    <a:pt x="16" y="53"/>
                  </a:cubicBezTo>
                  <a:cubicBezTo>
                    <a:pt x="17" y="42"/>
                    <a:pt x="20" y="32"/>
                    <a:pt x="22" y="22"/>
                  </a:cubicBezTo>
                  <a:cubicBezTo>
                    <a:pt x="23" y="14"/>
                    <a:pt x="25" y="7"/>
                    <a:pt x="27" y="0"/>
                  </a:cubicBezTo>
                  <a:lnTo>
                    <a:pt x="3" y="0"/>
                  </a:lnTo>
                  <a:cubicBezTo>
                    <a:pt x="3" y="5"/>
                    <a:pt x="3" y="11"/>
                    <a:pt x="1" y="17"/>
                  </a:cubicBezTo>
                  <a:cubicBezTo>
                    <a:pt x="0" y="23"/>
                    <a:pt x="0" y="29"/>
                    <a:pt x="0" y="36"/>
                  </a:cubicBezTo>
                  <a:cubicBezTo>
                    <a:pt x="0" y="42"/>
                    <a:pt x="0" y="48"/>
                    <a:pt x="1"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5"/>
            <p:cNvSpPr/>
            <p:nvPr/>
          </p:nvSpPr>
          <p:spPr>
            <a:xfrm>
              <a:off x="2241725" y="-826775"/>
              <a:ext cx="10440" cy="6120"/>
            </a:xfrm>
            <a:custGeom>
              <a:rect b="b" l="l" r="r" t="t"/>
              <a:pathLst>
                <a:path extrusionOk="0" h="17" w="29">
                  <a:moveTo>
                    <a:pt x="26" y="14"/>
                  </a:moveTo>
                  <a:lnTo>
                    <a:pt x="26" y="13"/>
                  </a:lnTo>
                  <a:cubicBezTo>
                    <a:pt x="27" y="12"/>
                    <a:pt x="28" y="10"/>
                    <a:pt x="28" y="8"/>
                  </a:cubicBezTo>
                  <a:cubicBezTo>
                    <a:pt x="21" y="7"/>
                    <a:pt x="14" y="5"/>
                    <a:pt x="8" y="3"/>
                  </a:cubicBezTo>
                  <a:cubicBezTo>
                    <a:pt x="8" y="3"/>
                    <a:pt x="8" y="2"/>
                    <a:pt x="7" y="2"/>
                  </a:cubicBezTo>
                  <a:cubicBezTo>
                    <a:pt x="7" y="2"/>
                    <a:pt x="6" y="1"/>
                    <a:pt x="5" y="0"/>
                  </a:cubicBezTo>
                  <a:cubicBezTo>
                    <a:pt x="5" y="1"/>
                    <a:pt x="5" y="2"/>
                    <a:pt x="4" y="3"/>
                  </a:cubicBezTo>
                  <a:cubicBezTo>
                    <a:pt x="2" y="7"/>
                    <a:pt x="0" y="12"/>
                    <a:pt x="0" y="16"/>
                  </a:cubicBezTo>
                  <a:lnTo>
                    <a:pt x="24" y="16"/>
                  </a:lnTo>
                  <a:cubicBezTo>
                    <a:pt x="25" y="15"/>
                    <a:pt x="25" y="15"/>
                    <a:pt x="2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5"/>
            <p:cNvSpPr/>
            <p:nvPr/>
          </p:nvSpPr>
          <p:spPr>
            <a:xfrm>
              <a:off x="2259365" y="-820295"/>
              <a:ext cx="9360" cy="30240"/>
            </a:xfrm>
            <a:custGeom>
              <a:rect b="b" l="l" r="r" t="t"/>
              <a:pathLst>
                <a:path extrusionOk="0" h="84" w="26">
                  <a:moveTo>
                    <a:pt x="1" y="31"/>
                  </a:moveTo>
                  <a:cubicBezTo>
                    <a:pt x="1" y="33"/>
                    <a:pt x="1" y="35"/>
                    <a:pt x="1" y="37"/>
                  </a:cubicBezTo>
                  <a:cubicBezTo>
                    <a:pt x="1" y="49"/>
                    <a:pt x="2" y="61"/>
                    <a:pt x="5" y="73"/>
                  </a:cubicBezTo>
                  <a:cubicBezTo>
                    <a:pt x="6" y="80"/>
                    <a:pt x="17" y="83"/>
                    <a:pt x="20" y="75"/>
                  </a:cubicBezTo>
                  <a:cubicBezTo>
                    <a:pt x="23" y="59"/>
                    <a:pt x="25" y="44"/>
                    <a:pt x="25" y="28"/>
                  </a:cubicBezTo>
                  <a:cubicBezTo>
                    <a:pt x="25" y="25"/>
                    <a:pt x="25" y="22"/>
                    <a:pt x="24" y="19"/>
                  </a:cubicBezTo>
                  <a:cubicBezTo>
                    <a:pt x="25" y="18"/>
                    <a:pt x="25" y="16"/>
                    <a:pt x="25" y="14"/>
                  </a:cubicBezTo>
                  <a:cubicBezTo>
                    <a:pt x="25" y="9"/>
                    <a:pt x="24" y="4"/>
                    <a:pt x="23" y="0"/>
                  </a:cubicBezTo>
                  <a:lnTo>
                    <a:pt x="3" y="0"/>
                  </a:lnTo>
                  <a:cubicBezTo>
                    <a:pt x="1" y="7"/>
                    <a:pt x="0" y="14"/>
                    <a:pt x="0" y="21"/>
                  </a:cubicBezTo>
                  <a:cubicBezTo>
                    <a:pt x="0" y="25"/>
                    <a:pt x="1" y="28"/>
                    <a:pt x="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5"/>
            <p:cNvSpPr/>
            <p:nvPr/>
          </p:nvSpPr>
          <p:spPr>
            <a:xfrm>
              <a:off x="2260085" y="-822815"/>
              <a:ext cx="7920" cy="2880"/>
            </a:xfrm>
            <a:custGeom>
              <a:rect b="b" l="l" r="r" t="t"/>
              <a:pathLst>
                <a:path extrusionOk="0" h="8" w="22">
                  <a:moveTo>
                    <a:pt x="21" y="6"/>
                  </a:moveTo>
                  <a:cubicBezTo>
                    <a:pt x="20" y="5"/>
                    <a:pt x="20" y="4"/>
                    <a:pt x="19" y="3"/>
                  </a:cubicBezTo>
                  <a:cubicBezTo>
                    <a:pt x="19" y="2"/>
                    <a:pt x="18" y="1"/>
                    <a:pt x="18" y="0"/>
                  </a:cubicBezTo>
                  <a:lnTo>
                    <a:pt x="4" y="0"/>
                  </a:lnTo>
                  <a:cubicBezTo>
                    <a:pt x="3" y="1"/>
                    <a:pt x="3" y="2"/>
                    <a:pt x="2" y="3"/>
                  </a:cubicBezTo>
                  <a:cubicBezTo>
                    <a:pt x="1" y="4"/>
                    <a:pt x="1" y="5"/>
                    <a:pt x="0" y="7"/>
                  </a:cubicBezTo>
                  <a:lnTo>
                    <a:pt x="2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5"/>
            <p:cNvSpPr/>
            <p:nvPr/>
          </p:nvSpPr>
          <p:spPr>
            <a:xfrm>
              <a:off x="2277005" y="-821375"/>
              <a:ext cx="8640" cy="42120"/>
            </a:xfrm>
            <a:custGeom>
              <a:rect b="b" l="l" r="r" t="t"/>
              <a:pathLst>
                <a:path extrusionOk="0" h="117" w="24">
                  <a:moveTo>
                    <a:pt x="4" y="2"/>
                  </a:moveTo>
                  <a:cubicBezTo>
                    <a:pt x="1" y="11"/>
                    <a:pt x="0" y="20"/>
                    <a:pt x="0" y="29"/>
                  </a:cubicBezTo>
                  <a:cubicBezTo>
                    <a:pt x="0" y="35"/>
                    <a:pt x="0" y="41"/>
                    <a:pt x="2" y="47"/>
                  </a:cubicBezTo>
                  <a:cubicBezTo>
                    <a:pt x="4" y="68"/>
                    <a:pt x="7" y="90"/>
                    <a:pt x="8" y="112"/>
                  </a:cubicBezTo>
                  <a:cubicBezTo>
                    <a:pt x="8" y="115"/>
                    <a:pt x="15" y="116"/>
                    <a:pt x="15" y="112"/>
                  </a:cubicBezTo>
                  <a:cubicBezTo>
                    <a:pt x="16" y="92"/>
                    <a:pt x="19" y="74"/>
                    <a:pt x="21" y="56"/>
                  </a:cubicBezTo>
                  <a:cubicBezTo>
                    <a:pt x="23" y="41"/>
                    <a:pt x="20" y="25"/>
                    <a:pt x="23" y="10"/>
                  </a:cubicBezTo>
                  <a:cubicBezTo>
                    <a:pt x="23" y="9"/>
                    <a:pt x="23" y="9"/>
                    <a:pt x="23" y="8"/>
                  </a:cubicBezTo>
                  <a:cubicBezTo>
                    <a:pt x="23" y="6"/>
                    <a:pt x="22" y="4"/>
                    <a:pt x="21" y="3"/>
                  </a:cubicBezTo>
                  <a:cubicBezTo>
                    <a:pt x="21" y="2"/>
                    <a:pt x="20" y="1"/>
                    <a:pt x="19" y="0"/>
                  </a:cubicBezTo>
                  <a:lnTo>
                    <a:pt x="5" y="0"/>
                  </a:lnTo>
                  <a:cubicBezTo>
                    <a:pt x="4" y="1"/>
                    <a:pt x="4"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5"/>
            <p:cNvSpPr/>
            <p:nvPr/>
          </p:nvSpPr>
          <p:spPr>
            <a:xfrm>
              <a:off x="2278805" y="-822455"/>
              <a:ext cx="5400" cy="1800"/>
            </a:xfrm>
            <a:custGeom>
              <a:rect b="b" l="l" r="r" t="t"/>
              <a:pathLst>
                <a:path extrusionOk="0" h="5" w="15">
                  <a:moveTo>
                    <a:pt x="0" y="4"/>
                  </a:moveTo>
                  <a:lnTo>
                    <a:pt x="14" y="4"/>
                  </a:lnTo>
                  <a:cubicBezTo>
                    <a:pt x="13" y="3"/>
                    <a:pt x="12" y="2"/>
                    <a:pt x="11" y="1"/>
                  </a:cubicBezTo>
                  <a:cubicBezTo>
                    <a:pt x="10" y="1"/>
                    <a:pt x="8" y="0"/>
                    <a:pt x="7" y="0"/>
                  </a:cubicBezTo>
                  <a:cubicBezTo>
                    <a:pt x="5" y="0"/>
                    <a:pt x="4" y="0"/>
                    <a:pt x="2" y="1"/>
                  </a:cubicBezTo>
                  <a:cubicBezTo>
                    <a:pt x="1" y="1"/>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5"/>
            <p:cNvSpPr/>
            <p:nvPr/>
          </p:nvSpPr>
          <p:spPr>
            <a:xfrm>
              <a:off x="2292485" y="-822095"/>
              <a:ext cx="9360" cy="25560"/>
            </a:xfrm>
            <a:custGeom>
              <a:rect b="b" l="l" r="r" t="t"/>
              <a:pathLst>
                <a:path extrusionOk="0" h="71" w="26">
                  <a:moveTo>
                    <a:pt x="1" y="19"/>
                  </a:moveTo>
                  <a:cubicBezTo>
                    <a:pt x="1" y="34"/>
                    <a:pt x="2" y="49"/>
                    <a:pt x="4" y="64"/>
                  </a:cubicBezTo>
                  <a:cubicBezTo>
                    <a:pt x="5" y="64"/>
                    <a:pt x="5" y="65"/>
                    <a:pt x="5" y="66"/>
                  </a:cubicBezTo>
                  <a:cubicBezTo>
                    <a:pt x="6" y="67"/>
                    <a:pt x="6" y="68"/>
                    <a:pt x="8" y="69"/>
                  </a:cubicBezTo>
                  <a:cubicBezTo>
                    <a:pt x="10" y="70"/>
                    <a:pt x="11" y="70"/>
                    <a:pt x="13" y="70"/>
                  </a:cubicBezTo>
                  <a:cubicBezTo>
                    <a:pt x="14" y="70"/>
                    <a:pt x="16" y="70"/>
                    <a:pt x="17" y="69"/>
                  </a:cubicBezTo>
                  <a:cubicBezTo>
                    <a:pt x="18" y="68"/>
                    <a:pt x="20" y="67"/>
                    <a:pt x="20" y="66"/>
                  </a:cubicBezTo>
                  <a:cubicBezTo>
                    <a:pt x="21" y="65"/>
                    <a:pt x="21" y="64"/>
                    <a:pt x="21" y="64"/>
                  </a:cubicBezTo>
                  <a:cubicBezTo>
                    <a:pt x="24" y="48"/>
                    <a:pt x="25" y="33"/>
                    <a:pt x="25" y="17"/>
                  </a:cubicBezTo>
                  <a:lnTo>
                    <a:pt x="25" y="16"/>
                  </a:lnTo>
                  <a:cubicBezTo>
                    <a:pt x="25" y="10"/>
                    <a:pt x="25" y="5"/>
                    <a:pt x="25" y="0"/>
                  </a:cubicBezTo>
                  <a:lnTo>
                    <a:pt x="0" y="0"/>
                  </a:lnTo>
                  <a:cubicBezTo>
                    <a:pt x="1" y="7"/>
                    <a:pt x="1" y="13"/>
                    <a:pt x="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5"/>
            <p:cNvSpPr/>
            <p:nvPr/>
          </p:nvSpPr>
          <p:spPr>
            <a:xfrm>
              <a:off x="2292845" y="-822455"/>
              <a:ext cx="9000" cy="1080"/>
            </a:xfrm>
            <a:custGeom>
              <a:rect b="b" l="l" r="r" t="t"/>
              <a:pathLst>
                <a:path extrusionOk="0" h="3" w="25">
                  <a:moveTo>
                    <a:pt x="0" y="2"/>
                  </a:moveTo>
                  <a:lnTo>
                    <a:pt x="24" y="2"/>
                  </a:lnTo>
                  <a:lnTo>
                    <a:pt x="24" y="0"/>
                  </a:ln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5"/>
            <p:cNvSpPr/>
            <p:nvPr/>
          </p:nvSpPr>
          <p:spPr>
            <a:xfrm>
              <a:off x="2304365" y="-822455"/>
              <a:ext cx="10080" cy="47880"/>
            </a:xfrm>
            <a:custGeom>
              <a:rect b="b" l="l" r="r" t="t"/>
              <a:pathLst>
                <a:path extrusionOk="0" h="133" w="28">
                  <a:moveTo>
                    <a:pt x="2" y="1"/>
                  </a:moveTo>
                  <a:cubicBezTo>
                    <a:pt x="1" y="11"/>
                    <a:pt x="0" y="21"/>
                    <a:pt x="0" y="32"/>
                  </a:cubicBezTo>
                  <a:cubicBezTo>
                    <a:pt x="0" y="36"/>
                    <a:pt x="0" y="40"/>
                    <a:pt x="1" y="44"/>
                  </a:cubicBezTo>
                  <a:cubicBezTo>
                    <a:pt x="1" y="70"/>
                    <a:pt x="2" y="97"/>
                    <a:pt x="5" y="123"/>
                  </a:cubicBezTo>
                  <a:cubicBezTo>
                    <a:pt x="5" y="130"/>
                    <a:pt x="17" y="132"/>
                    <a:pt x="18" y="124"/>
                  </a:cubicBezTo>
                  <a:cubicBezTo>
                    <a:pt x="21" y="97"/>
                    <a:pt x="23" y="70"/>
                    <a:pt x="23" y="43"/>
                  </a:cubicBezTo>
                  <a:cubicBezTo>
                    <a:pt x="23" y="40"/>
                    <a:pt x="23" y="37"/>
                    <a:pt x="23" y="34"/>
                  </a:cubicBezTo>
                  <a:cubicBezTo>
                    <a:pt x="23" y="23"/>
                    <a:pt x="24" y="11"/>
                    <a:pt x="27" y="0"/>
                  </a:cubicBezTo>
                  <a:lnTo>
                    <a:pt x="2" y="0"/>
                  </a:ln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5"/>
            <p:cNvSpPr/>
            <p:nvPr/>
          </p:nvSpPr>
          <p:spPr>
            <a:xfrm>
              <a:off x="2305085" y="-822095"/>
              <a:ext cx="9360" cy="720"/>
            </a:xfrm>
            <a:custGeom>
              <a:rect b="b" l="l" r="r" t="t"/>
              <a:pathLst>
                <a:path extrusionOk="0" h="2" w="26">
                  <a:moveTo>
                    <a:pt x="16" y="0"/>
                  </a:moveTo>
                  <a:lnTo>
                    <a:pt x="25" y="0"/>
                  </a:lnTo>
                  <a:lnTo>
                    <a:pt x="25" y="0"/>
                  </a:lnTo>
                  <a:lnTo>
                    <a:pt x="0" y="0"/>
                  </a:lnTo>
                  <a:lnTo>
                    <a:pt x="0" y="1"/>
                  </a:lnTo>
                  <a:lnTo>
                    <a:pt x="16" y="0"/>
                  </a:lnTo>
                </a:path>
              </a:pathLst>
            </a:custGeom>
            <a:solidFill>
              <a:schemeClr val="dk1"/>
            </a:solidFill>
            <a:ln>
              <a:noFill/>
            </a:ln>
          </p:spPr>
        </p:sp>
        <p:sp>
          <p:nvSpPr>
            <p:cNvPr id="3309" name="Google Shape;3309;p35"/>
            <p:cNvSpPr/>
            <p:nvPr/>
          </p:nvSpPr>
          <p:spPr>
            <a:xfrm>
              <a:off x="2324165" y="-822455"/>
              <a:ext cx="10080" cy="25560"/>
            </a:xfrm>
            <a:custGeom>
              <a:rect b="b" l="l" r="r" t="t"/>
              <a:pathLst>
                <a:path extrusionOk="0" h="71" w="28">
                  <a:moveTo>
                    <a:pt x="1" y="0"/>
                  </a:moveTo>
                  <a:cubicBezTo>
                    <a:pt x="0" y="7"/>
                    <a:pt x="0" y="13"/>
                    <a:pt x="0" y="19"/>
                  </a:cubicBezTo>
                  <a:cubicBezTo>
                    <a:pt x="0" y="33"/>
                    <a:pt x="1" y="46"/>
                    <a:pt x="2" y="59"/>
                  </a:cubicBezTo>
                  <a:cubicBezTo>
                    <a:pt x="2" y="61"/>
                    <a:pt x="3" y="63"/>
                    <a:pt x="4" y="65"/>
                  </a:cubicBezTo>
                  <a:cubicBezTo>
                    <a:pt x="5" y="67"/>
                    <a:pt x="6" y="68"/>
                    <a:pt x="8" y="69"/>
                  </a:cubicBezTo>
                  <a:cubicBezTo>
                    <a:pt x="10" y="70"/>
                    <a:pt x="11" y="70"/>
                    <a:pt x="13" y="70"/>
                  </a:cubicBezTo>
                  <a:cubicBezTo>
                    <a:pt x="15" y="70"/>
                    <a:pt x="17" y="70"/>
                    <a:pt x="19" y="69"/>
                  </a:cubicBezTo>
                  <a:cubicBezTo>
                    <a:pt x="21" y="68"/>
                    <a:pt x="22" y="67"/>
                    <a:pt x="23" y="65"/>
                  </a:cubicBezTo>
                  <a:cubicBezTo>
                    <a:pt x="24" y="63"/>
                    <a:pt x="24" y="61"/>
                    <a:pt x="24" y="59"/>
                  </a:cubicBezTo>
                  <a:cubicBezTo>
                    <a:pt x="24" y="44"/>
                    <a:pt x="27" y="29"/>
                    <a:pt x="27" y="14"/>
                  </a:cubicBezTo>
                  <a:cubicBezTo>
                    <a:pt x="27" y="11"/>
                    <a:pt x="27" y="9"/>
                    <a:pt x="27" y="7"/>
                  </a:cubicBezTo>
                  <a:cubicBezTo>
                    <a:pt x="27" y="5"/>
                    <a:pt x="27" y="2"/>
                    <a:pt x="27" y="0"/>
                  </a:cubicBezTo>
                  <a:lnTo>
                    <a:pt x="21" y="0"/>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5"/>
            <p:cNvSpPr/>
            <p:nvPr/>
          </p:nvSpPr>
          <p:spPr>
            <a:xfrm>
              <a:off x="1453325" y="-857375"/>
              <a:ext cx="7560" cy="2160"/>
            </a:xfrm>
            <a:custGeom>
              <a:rect b="b" l="l" r="r" t="t"/>
              <a:pathLst>
                <a:path extrusionOk="0" h="6" w="21">
                  <a:moveTo>
                    <a:pt x="2" y="5"/>
                  </a:moveTo>
                  <a:lnTo>
                    <a:pt x="8" y="5"/>
                  </a:lnTo>
                  <a:cubicBezTo>
                    <a:pt x="11" y="5"/>
                    <a:pt x="14" y="4"/>
                    <a:pt x="16" y="3"/>
                  </a:cubicBezTo>
                  <a:cubicBezTo>
                    <a:pt x="18" y="2"/>
                    <a:pt x="19" y="1"/>
                    <a:pt x="20" y="0"/>
                  </a:cubicBezTo>
                  <a:cubicBezTo>
                    <a:pt x="13" y="0"/>
                    <a:pt x="7" y="2"/>
                    <a:pt x="0" y="5"/>
                  </a:cubicBezTo>
                  <a:lnTo>
                    <a:pt x="2"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5"/>
            <p:cNvSpPr/>
            <p:nvPr/>
          </p:nvSpPr>
          <p:spPr>
            <a:xfrm>
              <a:off x="1433525" y="-864575"/>
              <a:ext cx="10800" cy="10080"/>
            </a:xfrm>
            <a:custGeom>
              <a:rect b="b" l="l" r="r" t="t"/>
              <a:pathLst>
                <a:path extrusionOk="0" h="28" w="30">
                  <a:moveTo>
                    <a:pt x="29" y="8"/>
                  </a:moveTo>
                  <a:lnTo>
                    <a:pt x="29" y="6"/>
                  </a:lnTo>
                  <a:cubicBezTo>
                    <a:pt x="28" y="6"/>
                    <a:pt x="27" y="6"/>
                    <a:pt x="26" y="5"/>
                  </a:cubicBezTo>
                  <a:cubicBezTo>
                    <a:pt x="25" y="5"/>
                    <a:pt x="24" y="4"/>
                    <a:pt x="24" y="3"/>
                  </a:cubicBezTo>
                  <a:lnTo>
                    <a:pt x="0" y="0"/>
                  </a:lnTo>
                  <a:cubicBezTo>
                    <a:pt x="4" y="9"/>
                    <a:pt x="7" y="18"/>
                    <a:pt x="9" y="27"/>
                  </a:cubicBezTo>
                  <a:cubicBezTo>
                    <a:pt x="15" y="20"/>
                    <a:pt x="22" y="13"/>
                    <a:pt x="29"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5"/>
            <p:cNvSpPr/>
            <p:nvPr/>
          </p:nvSpPr>
          <p:spPr>
            <a:xfrm>
              <a:off x="1433525" y="-868535"/>
              <a:ext cx="9000" cy="5400"/>
            </a:xfrm>
            <a:custGeom>
              <a:rect b="b" l="l" r="r" t="t"/>
              <a:pathLst>
                <a:path extrusionOk="0" h="15" w="25">
                  <a:moveTo>
                    <a:pt x="24" y="14"/>
                  </a:moveTo>
                  <a:cubicBezTo>
                    <a:pt x="23" y="13"/>
                    <a:pt x="22" y="12"/>
                    <a:pt x="21" y="11"/>
                  </a:cubicBezTo>
                  <a:cubicBezTo>
                    <a:pt x="20" y="9"/>
                    <a:pt x="19" y="7"/>
                    <a:pt x="19" y="4"/>
                  </a:cubicBezTo>
                  <a:cubicBezTo>
                    <a:pt x="19" y="3"/>
                    <a:pt x="20" y="1"/>
                    <a:pt x="20" y="0"/>
                  </a:cubicBezTo>
                  <a:cubicBezTo>
                    <a:pt x="18" y="0"/>
                    <a:pt x="15" y="1"/>
                    <a:pt x="13" y="2"/>
                  </a:cubicBezTo>
                  <a:cubicBezTo>
                    <a:pt x="12" y="3"/>
                    <a:pt x="11" y="3"/>
                    <a:pt x="10" y="4"/>
                  </a:cubicBezTo>
                  <a:cubicBezTo>
                    <a:pt x="7" y="6"/>
                    <a:pt x="3" y="8"/>
                    <a:pt x="0" y="11"/>
                  </a:cubicBezTo>
                  <a:lnTo>
                    <a:pt x="2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5"/>
            <p:cNvSpPr/>
            <p:nvPr/>
          </p:nvSpPr>
          <p:spPr>
            <a:xfrm>
              <a:off x="1449725" y="-869615"/>
              <a:ext cx="9720" cy="3960"/>
            </a:xfrm>
            <a:custGeom>
              <a:rect b="b" l="l" r="r" t="t"/>
              <a:pathLst>
                <a:path extrusionOk="0" h="11" w="27">
                  <a:moveTo>
                    <a:pt x="3" y="10"/>
                  </a:moveTo>
                  <a:lnTo>
                    <a:pt x="8" y="8"/>
                  </a:lnTo>
                  <a:cubicBezTo>
                    <a:pt x="14" y="6"/>
                    <a:pt x="20" y="4"/>
                    <a:pt x="26" y="2"/>
                  </a:cubicBezTo>
                  <a:cubicBezTo>
                    <a:pt x="24" y="2"/>
                    <a:pt x="23" y="1"/>
                    <a:pt x="21" y="1"/>
                  </a:cubicBezTo>
                  <a:cubicBezTo>
                    <a:pt x="14" y="1"/>
                    <a:pt x="7" y="0"/>
                    <a:pt x="0" y="0"/>
                  </a:cubicBezTo>
                  <a:cubicBezTo>
                    <a:pt x="0" y="1"/>
                    <a:pt x="1" y="1"/>
                    <a:pt x="1" y="2"/>
                  </a:cubicBezTo>
                  <a:cubicBezTo>
                    <a:pt x="2" y="3"/>
                    <a:pt x="2" y="3"/>
                    <a:pt x="2" y="4"/>
                  </a:cubicBezTo>
                  <a:lnTo>
                    <a:pt x="3"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5"/>
            <p:cNvSpPr/>
            <p:nvPr/>
          </p:nvSpPr>
          <p:spPr>
            <a:xfrm>
              <a:off x="1428845" y="-864575"/>
              <a:ext cx="8280" cy="15840"/>
            </a:xfrm>
            <a:custGeom>
              <a:rect b="b" l="l" r="r" t="t"/>
              <a:pathLst>
                <a:path extrusionOk="0" h="44" w="23">
                  <a:moveTo>
                    <a:pt x="3" y="26"/>
                  </a:moveTo>
                  <a:cubicBezTo>
                    <a:pt x="4" y="32"/>
                    <a:pt x="5" y="37"/>
                    <a:pt x="6" y="43"/>
                  </a:cubicBezTo>
                  <a:cubicBezTo>
                    <a:pt x="12" y="37"/>
                    <a:pt x="17" y="32"/>
                    <a:pt x="22" y="27"/>
                  </a:cubicBezTo>
                  <a:cubicBezTo>
                    <a:pt x="20" y="18"/>
                    <a:pt x="17" y="9"/>
                    <a:pt x="14" y="0"/>
                  </a:cubicBezTo>
                  <a:cubicBezTo>
                    <a:pt x="9" y="4"/>
                    <a:pt x="5" y="8"/>
                    <a:pt x="0" y="11"/>
                  </a:cubicBezTo>
                  <a:cubicBezTo>
                    <a:pt x="1" y="16"/>
                    <a:pt x="2" y="21"/>
                    <a:pt x="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5"/>
            <p:cNvSpPr/>
            <p:nvPr/>
          </p:nvSpPr>
          <p:spPr>
            <a:xfrm>
              <a:off x="1442165" y="-863495"/>
              <a:ext cx="3600" cy="2160"/>
            </a:xfrm>
            <a:custGeom>
              <a:rect b="b" l="l" r="r" t="t"/>
              <a:pathLst>
                <a:path extrusionOk="0" h="6" w="10">
                  <a:moveTo>
                    <a:pt x="5" y="3"/>
                  </a:moveTo>
                  <a:lnTo>
                    <a:pt x="5" y="5"/>
                  </a:lnTo>
                  <a:lnTo>
                    <a:pt x="9" y="2"/>
                  </a:lnTo>
                  <a:lnTo>
                    <a:pt x="0" y="0"/>
                  </a:lnTo>
                  <a:cubicBezTo>
                    <a:pt x="1" y="1"/>
                    <a:pt x="2" y="1"/>
                    <a:pt x="3" y="2"/>
                  </a:cubicBezTo>
                  <a:cubicBezTo>
                    <a:pt x="4" y="3"/>
                    <a:pt x="4"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5"/>
            <p:cNvSpPr/>
            <p:nvPr/>
          </p:nvSpPr>
          <p:spPr>
            <a:xfrm>
              <a:off x="1440725" y="-869615"/>
              <a:ext cx="10440" cy="7200"/>
            </a:xfrm>
            <a:custGeom>
              <a:rect b="b" l="l" r="r" t="t"/>
              <a:pathLst>
                <a:path extrusionOk="0" h="20" w="29">
                  <a:moveTo>
                    <a:pt x="4" y="17"/>
                  </a:moveTo>
                  <a:lnTo>
                    <a:pt x="13" y="19"/>
                  </a:lnTo>
                  <a:cubicBezTo>
                    <a:pt x="15" y="17"/>
                    <a:pt x="17" y="16"/>
                    <a:pt x="18" y="15"/>
                  </a:cubicBezTo>
                  <a:cubicBezTo>
                    <a:pt x="22" y="14"/>
                    <a:pt x="25" y="12"/>
                    <a:pt x="28" y="10"/>
                  </a:cubicBezTo>
                  <a:lnTo>
                    <a:pt x="27" y="5"/>
                  </a:lnTo>
                  <a:cubicBezTo>
                    <a:pt x="27" y="4"/>
                    <a:pt x="27" y="3"/>
                    <a:pt x="26" y="2"/>
                  </a:cubicBezTo>
                  <a:cubicBezTo>
                    <a:pt x="26" y="2"/>
                    <a:pt x="25" y="1"/>
                    <a:pt x="25" y="0"/>
                  </a:cubicBezTo>
                  <a:cubicBezTo>
                    <a:pt x="24" y="0"/>
                    <a:pt x="23" y="0"/>
                    <a:pt x="22" y="0"/>
                  </a:cubicBezTo>
                  <a:cubicBezTo>
                    <a:pt x="15" y="0"/>
                    <a:pt x="7" y="1"/>
                    <a:pt x="0" y="3"/>
                  </a:cubicBezTo>
                  <a:cubicBezTo>
                    <a:pt x="0" y="5"/>
                    <a:pt x="0" y="6"/>
                    <a:pt x="0" y="8"/>
                  </a:cubicBezTo>
                  <a:cubicBezTo>
                    <a:pt x="0" y="10"/>
                    <a:pt x="0" y="12"/>
                    <a:pt x="1" y="14"/>
                  </a:cubicBezTo>
                  <a:cubicBezTo>
                    <a:pt x="2" y="15"/>
                    <a:pt x="3" y="17"/>
                    <a:pt x="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5"/>
            <p:cNvSpPr/>
            <p:nvPr/>
          </p:nvSpPr>
          <p:spPr>
            <a:xfrm>
              <a:off x="1422365" y="-858455"/>
              <a:ext cx="7200" cy="10080"/>
            </a:xfrm>
            <a:custGeom>
              <a:rect b="b" l="l" r="r" t="t"/>
              <a:pathLst>
                <a:path extrusionOk="0" h="28" w="20">
                  <a:moveTo>
                    <a:pt x="0" y="6"/>
                  </a:moveTo>
                  <a:cubicBezTo>
                    <a:pt x="2" y="12"/>
                    <a:pt x="5" y="18"/>
                    <a:pt x="7" y="25"/>
                  </a:cubicBezTo>
                  <a:cubicBezTo>
                    <a:pt x="10" y="26"/>
                    <a:pt x="14" y="27"/>
                    <a:pt x="17" y="27"/>
                  </a:cubicBezTo>
                  <a:cubicBezTo>
                    <a:pt x="18" y="27"/>
                    <a:pt x="18" y="27"/>
                    <a:pt x="19" y="27"/>
                  </a:cubicBezTo>
                  <a:cubicBezTo>
                    <a:pt x="15" y="18"/>
                    <a:pt x="12" y="8"/>
                    <a:pt x="8" y="0"/>
                  </a:cubicBezTo>
                  <a:cubicBezTo>
                    <a:pt x="7" y="0"/>
                    <a:pt x="6" y="0"/>
                    <a:pt x="6" y="0"/>
                  </a:cubicBezTo>
                  <a:cubicBezTo>
                    <a:pt x="4" y="2"/>
                    <a:pt x="2" y="4"/>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5"/>
            <p:cNvSpPr/>
            <p:nvPr/>
          </p:nvSpPr>
          <p:spPr>
            <a:xfrm>
              <a:off x="1422005" y="-856295"/>
              <a:ext cx="3240" cy="7200"/>
            </a:xfrm>
            <a:custGeom>
              <a:rect b="b" l="l" r="r" t="t"/>
              <a:pathLst>
                <a:path extrusionOk="0" h="20" w="9">
                  <a:moveTo>
                    <a:pt x="6" y="18"/>
                  </a:moveTo>
                  <a:lnTo>
                    <a:pt x="8" y="19"/>
                  </a:lnTo>
                  <a:cubicBezTo>
                    <a:pt x="6" y="12"/>
                    <a:pt x="4" y="7"/>
                    <a:pt x="1" y="0"/>
                  </a:cubicBezTo>
                  <a:cubicBezTo>
                    <a:pt x="0" y="2"/>
                    <a:pt x="0" y="4"/>
                    <a:pt x="0" y="7"/>
                  </a:cubicBezTo>
                  <a:cubicBezTo>
                    <a:pt x="0" y="9"/>
                    <a:pt x="0" y="11"/>
                    <a:pt x="2" y="13"/>
                  </a:cubicBezTo>
                  <a:cubicBezTo>
                    <a:pt x="3" y="15"/>
                    <a:pt x="4" y="16"/>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5"/>
            <p:cNvSpPr/>
            <p:nvPr/>
          </p:nvSpPr>
          <p:spPr>
            <a:xfrm>
              <a:off x="1425245" y="-860255"/>
              <a:ext cx="6120" cy="11880"/>
            </a:xfrm>
            <a:custGeom>
              <a:rect b="b" l="l" r="r" t="t"/>
              <a:pathLst>
                <a:path extrusionOk="0" h="33" w="17">
                  <a:moveTo>
                    <a:pt x="16" y="31"/>
                  </a:moveTo>
                  <a:cubicBezTo>
                    <a:pt x="15" y="26"/>
                    <a:pt x="15" y="20"/>
                    <a:pt x="13" y="14"/>
                  </a:cubicBezTo>
                  <a:cubicBezTo>
                    <a:pt x="11" y="8"/>
                    <a:pt x="10" y="5"/>
                    <a:pt x="9" y="0"/>
                  </a:cubicBezTo>
                  <a:cubicBezTo>
                    <a:pt x="8" y="0"/>
                    <a:pt x="7" y="1"/>
                    <a:pt x="6" y="2"/>
                  </a:cubicBezTo>
                  <a:cubicBezTo>
                    <a:pt x="4" y="3"/>
                    <a:pt x="2" y="4"/>
                    <a:pt x="0" y="4"/>
                  </a:cubicBezTo>
                  <a:cubicBezTo>
                    <a:pt x="4" y="13"/>
                    <a:pt x="8" y="22"/>
                    <a:pt x="11" y="32"/>
                  </a:cubicBezTo>
                  <a:lnTo>
                    <a:pt x="16"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5"/>
            <p:cNvSpPr/>
            <p:nvPr/>
          </p:nvSpPr>
          <p:spPr>
            <a:xfrm>
              <a:off x="2192045" y="-826055"/>
              <a:ext cx="13680" cy="3960"/>
            </a:xfrm>
            <a:custGeom>
              <a:rect b="b" l="l" r="r" t="t"/>
              <a:pathLst>
                <a:path extrusionOk="0" h="11" w="38">
                  <a:moveTo>
                    <a:pt x="2" y="10"/>
                  </a:moveTo>
                  <a:lnTo>
                    <a:pt x="35" y="10"/>
                  </a:lnTo>
                  <a:cubicBezTo>
                    <a:pt x="35" y="7"/>
                    <a:pt x="36" y="4"/>
                    <a:pt x="37" y="0"/>
                  </a:cubicBezTo>
                  <a:cubicBezTo>
                    <a:pt x="25" y="0"/>
                    <a:pt x="13" y="0"/>
                    <a:pt x="0" y="0"/>
                  </a:cubicBezTo>
                  <a:cubicBezTo>
                    <a:pt x="1" y="1"/>
                    <a:pt x="1" y="1"/>
                    <a:pt x="1" y="1"/>
                  </a:cubicBezTo>
                  <a:cubicBezTo>
                    <a:pt x="2" y="3"/>
                    <a:pt x="2" y="4"/>
                    <a:pt x="2" y="6"/>
                  </a:cubicBezTo>
                  <a:lnTo>
                    <a:pt x="2" y="7"/>
                  </a:lnTo>
                  <a:cubicBezTo>
                    <a:pt x="2" y="8"/>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5"/>
            <p:cNvSpPr/>
            <p:nvPr/>
          </p:nvSpPr>
          <p:spPr>
            <a:xfrm>
              <a:off x="2172245" y="-825695"/>
              <a:ext cx="14400" cy="3600"/>
            </a:xfrm>
            <a:custGeom>
              <a:rect b="b" l="l" r="r" t="t"/>
              <a:pathLst>
                <a:path extrusionOk="0" h="10" w="40">
                  <a:moveTo>
                    <a:pt x="35" y="9"/>
                  </a:moveTo>
                  <a:cubicBezTo>
                    <a:pt x="36" y="7"/>
                    <a:pt x="36" y="5"/>
                    <a:pt x="37" y="3"/>
                  </a:cubicBezTo>
                  <a:lnTo>
                    <a:pt x="37" y="2"/>
                  </a:lnTo>
                  <a:cubicBezTo>
                    <a:pt x="38" y="1"/>
                    <a:pt x="38" y="0"/>
                    <a:pt x="39" y="0"/>
                  </a:cubicBezTo>
                  <a:cubicBezTo>
                    <a:pt x="26" y="0"/>
                    <a:pt x="12" y="1"/>
                    <a:pt x="0" y="1"/>
                  </a:cubicBezTo>
                  <a:cubicBezTo>
                    <a:pt x="0" y="4"/>
                    <a:pt x="0" y="6"/>
                    <a:pt x="0" y="9"/>
                  </a:cubicBezTo>
                  <a:lnTo>
                    <a:pt x="3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5"/>
            <p:cNvSpPr/>
            <p:nvPr/>
          </p:nvSpPr>
          <p:spPr>
            <a:xfrm>
              <a:off x="2213285" y="-824975"/>
              <a:ext cx="10080" cy="2880"/>
            </a:xfrm>
            <a:custGeom>
              <a:rect b="b" l="l" r="r" t="t"/>
              <a:pathLst>
                <a:path extrusionOk="0" h="8" w="28">
                  <a:moveTo>
                    <a:pt x="27" y="7"/>
                  </a:moveTo>
                  <a:lnTo>
                    <a:pt x="27" y="5"/>
                  </a:lnTo>
                  <a:cubicBezTo>
                    <a:pt x="23" y="5"/>
                    <a:pt x="19" y="3"/>
                    <a:pt x="14" y="2"/>
                  </a:cubicBezTo>
                  <a:cubicBezTo>
                    <a:pt x="9" y="1"/>
                    <a:pt x="6" y="1"/>
                    <a:pt x="1" y="0"/>
                  </a:cubicBezTo>
                  <a:cubicBezTo>
                    <a:pt x="1" y="2"/>
                    <a:pt x="0" y="5"/>
                    <a:pt x="0" y="7"/>
                  </a:cubicBezTo>
                  <a:lnTo>
                    <a:pt x="27"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5"/>
            <p:cNvSpPr/>
            <p:nvPr/>
          </p:nvSpPr>
          <p:spPr>
            <a:xfrm>
              <a:off x="1838885" y="-839735"/>
              <a:ext cx="13320" cy="1800"/>
            </a:xfrm>
            <a:custGeom>
              <a:rect b="b" l="l" r="r" t="t"/>
              <a:pathLst>
                <a:path extrusionOk="0" h="5" w="37">
                  <a:moveTo>
                    <a:pt x="28" y="0"/>
                  </a:moveTo>
                  <a:cubicBezTo>
                    <a:pt x="19" y="0"/>
                    <a:pt x="9" y="0"/>
                    <a:pt x="0" y="0"/>
                  </a:cubicBezTo>
                  <a:cubicBezTo>
                    <a:pt x="9" y="1"/>
                    <a:pt x="18" y="2"/>
                    <a:pt x="27" y="3"/>
                  </a:cubicBezTo>
                  <a:cubicBezTo>
                    <a:pt x="36" y="4"/>
                    <a:pt x="28"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5"/>
            <p:cNvSpPr/>
            <p:nvPr/>
          </p:nvSpPr>
          <p:spPr>
            <a:xfrm>
              <a:off x="2153885" y="-826415"/>
              <a:ext cx="10800" cy="4320"/>
            </a:xfrm>
            <a:custGeom>
              <a:rect b="b" l="l" r="r" t="t"/>
              <a:pathLst>
                <a:path extrusionOk="0" h="12" w="30">
                  <a:moveTo>
                    <a:pt x="3" y="10"/>
                  </a:moveTo>
                  <a:lnTo>
                    <a:pt x="29" y="11"/>
                  </a:lnTo>
                  <a:cubicBezTo>
                    <a:pt x="29" y="9"/>
                    <a:pt x="29" y="7"/>
                    <a:pt x="29" y="6"/>
                  </a:cubicBezTo>
                  <a:cubicBezTo>
                    <a:pt x="29" y="4"/>
                    <a:pt x="29" y="4"/>
                    <a:pt x="29" y="2"/>
                  </a:cubicBezTo>
                  <a:cubicBezTo>
                    <a:pt x="19" y="2"/>
                    <a:pt x="10" y="1"/>
                    <a:pt x="0" y="0"/>
                  </a:cubicBezTo>
                  <a:cubicBezTo>
                    <a:pt x="1" y="0"/>
                    <a:pt x="1" y="1"/>
                    <a:pt x="2" y="3"/>
                  </a:cubicBezTo>
                  <a:cubicBezTo>
                    <a:pt x="2" y="4"/>
                    <a:pt x="4" y="6"/>
                    <a:pt x="4" y="8"/>
                  </a:cubicBezTo>
                  <a:cubicBezTo>
                    <a:pt x="4" y="8"/>
                    <a:pt x="3" y="9"/>
                    <a:pt x="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5"/>
            <p:cNvSpPr/>
            <p:nvPr/>
          </p:nvSpPr>
          <p:spPr>
            <a:xfrm>
              <a:off x="1895405" y="-836855"/>
              <a:ext cx="9360" cy="3600"/>
            </a:xfrm>
            <a:custGeom>
              <a:rect b="b" l="l" r="r" t="t"/>
              <a:pathLst>
                <a:path extrusionOk="0" h="10" w="26">
                  <a:moveTo>
                    <a:pt x="21" y="9"/>
                  </a:moveTo>
                  <a:cubicBezTo>
                    <a:pt x="22" y="6"/>
                    <a:pt x="23" y="3"/>
                    <a:pt x="24" y="1"/>
                  </a:cubicBezTo>
                  <a:lnTo>
                    <a:pt x="25" y="0"/>
                  </a:lnTo>
                  <a:lnTo>
                    <a:pt x="1" y="0"/>
                  </a:lnTo>
                  <a:cubicBezTo>
                    <a:pt x="1" y="3"/>
                    <a:pt x="1" y="5"/>
                    <a:pt x="0" y="7"/>
                  </a:cubicBezTo>
                  <a:lnTo>
                    <a:pt x="21"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5"/>
            <p:cNvSpPr/>
            <p:nvPr/>
          </p:nvSpPr>
          <p:spPr>
            <a:xfrm>
              <a:off x="1929245" y="-837575"/>
              <a:ext cx="12600" cy="5040"/>
            </a:xfrm>
            <a:custGeom>
              <a:rect b="b" l="l" r="r" t="t"/>
              <a:pathLst>
                <a:path extrusionOk="0" h="14" w="35">
                  <a:moveTo>
                    <a:pt x="0" y="13"/>
                  </a:moveTo>
                  <a:lnTo>
                    <a:pt x="34" y="13"/>
                  </a:lnTo>
                  <a:cubicBezTo>
                    <a:pt x="34" y="8"/>
                    <a:pt x="34" y="4"/>
                    <a:pt x="34" y="0"/>
                  </a:cubicBezTo>
                  <a:lnTo>
                    <a:pt x="1" y="0"/>
                  </a:lnTo>
                  <a:cubicBezTo>
                    <a:pt x="1" y="1"/>
                    <a:pt x="1" y="1"/>
                    <a:pt x="1" y="2"/>
                  </a:cubicBezTo>
                  <a:cubicBezTo>
                    <a:pt x="1" y="2"/>
                    <a:pt x="1" y="3"/>
                    <a:pt x="1" y="4"/>
                  </a:cubicBezTo>
                  <a:cubicBezTo>
                    <a:pt x="1" y="7"/>
                    <a:pt x="1" y="10"/>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5"/>
            <p:cNvSpPr/>
            <p:nvPr/>
          </p:nvSpPr>
          <p:spPr>
            <a:xfrm>
              <a:off x="2163605" y="-836855"/>
              <a:ext cx="48600" cy="2520"/>
            </a:xfrm>
            <a:custGeom>
              <a:rect b="b" l="l" r="r" t="t"/>
              <a:pathLst>
                <a:path extrusionOk="0" h="7" w="135">
                  <a:moveTo>
                    <a:pt x="134" y="4"/>
                  </a:moveTo>
                  <a:cubicBezTo>
                    <a:pt x="90" y="0"/>
                    <a:pt x="45" y="4"/>
                    <a:pt x="0" y="4"/>
                  </a:cubicBezTo>
                  <a:lnTo>
                    <a:pt x="6" y="4"/>
                  </a:lnTo>
                  <a:cubicBezTo>
                    <a:pt x="49" y="6"/>
                    <a:pt x="91" y="2"/>
                    <a:pt x="13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5"/>
            <p:cNvSpPr/>
            <p:nvPr/>
          </p:nvSpPr>
          <p:spPr>
            <a:xfrm>
              <a:off x="1909805" y="-837215"/>
              <a:ext cx="15120" cy="4680"/>
            </a:xfrm>
            <a:custGeom>
              <a:rect b="b" l="l" r="r" t="t"/>
              <a:pathLst>
                <a:path extrusionOk="0" h="13" w="42">
                  <a:moveTo>
                    <a:pt x="2" y="12"/>
                  </a:moveTo>
                  <a:lnTo>
                    <a:pt x="35" y="12"/>
                  </a:lnTo>
                  <a:cubicBezTo>
                    <a:pt x="36" y="9"/>
                    <a:pt x="37" y="6"/>
                    <a:pt x="39" y="4"/>
                  </a:cubicBezTo>
                  <a:cubicBezTo>
                    <a:pt x="39" y="2"/>
                    <a:pt x="40" y="1"/>
                    <a:pt x="41" y="0"/>
                  </a:cubicBezTo>
                  <a:lnTo>
                    <a:pt x="0" y="0"/>
                  </a:lnTo>
                  <a:cubicBezTo>
                    <a:pt x="1" y="2"/>
                    <a:pt x="2" y="5"/>
                    <a:pt x="2" y="8"/>
                  </a:cubicBezTo>
                  <a:cubicBezTo>
                    <a:pt x="2" y="9"/>
                    <a:pt x="2" y="10"/>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5"/>
            <p:cNvSpPr/>
            <p:nvPr/>
          </p:nvSpPr>
          <p:spPr>
            <a:xfrm>
              <a:off x="1470245" y="-859175"/>
              <a:ext cx="3600" cy="1800"/>
            </a:xfrm>
            <a:custGeom>
              <a:rect b="b" l="l" r="r" t="t"/>
              <a:pathLst>
                <a:path extrusionOk="0" h="5" w="10">
                  <a:moveTo>
                    <a:pt x="9" y="3"/>
                  </a:moveTo>
                  <a:cubicBezTo>
                    <a:pt x="8" y="2"/>
                    <a:pt x="8" y="2"/>
                    <a:pt x="8" y="1"/>
                  </a:cubicBezTo>
                  <a:lnTo>
                    <a:pt x="7" y="0"/>
                  </a:lnTo>
                  <a:lnTo>
                    <a:pt x="0" y="0"/>
                  </a:lnTo>
                  <a:cubicBezTo>
                    <a:pt x="0" y="1"/>
                    <a:pt x="0" y="3"/>
                    <a:pt x="0" y="4"/>
                  </a:cubicBezTo>
                  <a:lnTo>
                    <a:pt x="9"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5"/>
            <p:cNvSpPr/>
            <p:nvPr/>
          </p:nvSpPr>
          <p:spPr>
            <a:xfrm>
              <a:off x="1985045" y="-836135"/>
              <a:ext cx="8640" cy="5040"/>
            </a:xfrm>
            <a:custGeom>
              <a:rect b="b" l="l" r="r" t="t"/>
              <a:pathLst>
                <a:path extrusionOk="0" h="14" w="24">
                  <a:moveTo>
                    <a:pt x="0" y="12"/>
                  </a:moveTo>
                  <a:lnTo>
                    <a:pt x="23" y="13"/>
                  </a:lnTo>
                  <a:cubicBezTo>
                    <a:pt x="22" y="10"/>
                    <a:pt x="22" y="8"/>
                    <a:pt x="22" y="5"/>
                  </a:cubicBezTo>
                  <a:cubicBezTo>
                    <a:pt x="22" y="4"/>
                    <a:pt x="22" y="3"/>
                    <a:pt x="22" y="2"/>
                  </a:cubicBezTo>
                  <a:lnTo>
                    <a:pt x="0" y="0"/>
                  </a:lnTo>
                  <a:cubicBezTo>
                    <a:pt x="0" y="2"/>
                    <a:pt x="0" y="4"/>
                    <a:pt x="0" y="6"/>
                  </a:cubicBezTo>
                  <a:cubicBezTo>
                    <a:pt x="0"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5"/>
            <p:cNvSpPr/>
            <p:nvPr/>
          </p:nvSpPr>
          <p:spPr>
            <a:xfrm>
              <a:off x="1947605" y="-837215"/>
              <a:ext cx="12240" cy="5040"/>
            </a:xfrm>
            <a:custGeom>
              <a:rect b="b" l="l" r="r" t="t"/>
              <a:pathLst>
                <a:path extrusionOk="0" h="14" w="34">
                  <a:moveTo>
                    <a:pt x="33" y="13"/>
                  </a:moveTo>
                  <a:cubicBezTo>
                    <a:pt x="33" y="9"/>
                    <a:pt x="33" y="5"/>
                    <a:pt x="33" y="0"/>
                  </a:cubicBezTo>
                  <a:lnTo>
                    <a:pt x="0" y="0"/>
                  </a:lnTo>
                  <a:cubicBezTo>
                    <a:pt x="0" y="5"/>
                    <a:pt x="0" y="9"/>
                    <a:pt x="0" y="13"/>
                  </a:cubicBezTo>
                  <a:lnTo>
                    <a:pt x="33"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5"/>
            <p:cNvSpPr/>
            <p:nvPr/>
          </p:nvSpPr>
          <p:spPr>
            <a:xfrm>
              <a:off x="1734485" y="-846935"/>
              <a:ext cx="8640" cy="720"/>
            </a:xfrm>
            <a:custGeom>
              <a:rect b="b" l="l" r="r" t="t"/>
              <a:pathLst>
                <a:path extrusionOk="0" h="2" w="24">
                  <a:moveTo>
                    <a:pt x="23" y="1"/>
                  </a:moveTo>
                  <a:cubicBezTo>
                    <a:pt x="15" y="1"/>
                    <a:pt x="8" y="1"/>
                    <a:pt x="0" y="0"/>
                  </a:cubicBezTo>
                  <a:lnTo>
                    <a:pt x="0" y="1"/>
                  </a:lnTo>
                  <a:cubicBezTo>
                    <a:pt x="8" y="1"/>
                    <a:pt x="16" y="1"/>
                    <a:pt x="2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5"/>
            <p:cNvSpPr/>
            <p:nvPr/>
          </p:nvSpPr>
          <p:spPr>
            <a:xfrm>
              <a:off x="2048765" y="-831455"/>
              <a:ext cx="8640" cy="2520"/>
            </a:xfrm>
            <a:custGeom>
              <a:rect b="b" l="l" r="r" t="t"/>
              <a:pathLst>
                <a:path extrusionOk="0" h="7" w="24">
                  <a:moveTo>
                    <a:pt x="22" y="6"/>
                  </a:moveTo>
                  <a:cubicBezTo>
                    <a:pt x="22" y="5"/>
                    <a:pt x="22" y="3"/>
                    <a:pt x="23" y="2"/>
                  </a:cubicBezTo>
                  <a:lnTo>
                    <a:pt x="23" y="1"/>
                  </a:lnTo>
                  <a:lnTo>
                    <a:pt x="1" y="0"/>
                  </a:lnTo>
                  <a:lnTo>
                    <a:pt x="0" y="6"/>
                  </a:lnTo>
                  <a:lnTo>
                    <a:pt x="2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5"/>
            <p:cNvSpPr/>
            <p:nvPr/>
          </p:nvSpPr>
          <p:spPr>
            <a:xfrm>
              <a:off x="2063525" y="-830375"/>
              <a:ext cx="10440" cy="1800"/>
            </a:xfrm>
            <a:custGeom>
              <a:rect b="b" l="l" r="r" t="t"/>
              <a:pathLst>
                <a:path extrusionOk="0" h="5" w="29">
                  <a:moveTo>
                    <a:pt x="26" y="3"/>
                  </a:moveTo>
                  <a:lnTo>
                    <a:pt x="26" y="2"/>
                  </a:lnTo>
                  <a:cubicBezTo>
                    <a:pt x="26" y="2"/>
                    <a:pt x="26" y="1"/>
                    <a:pt x="28" y="0"/>
                  </a:cubicBezTo>
                  <a:lnTo>
                    <a:pt x="0" y="0"/>
                  </a:lnTo>
                  <a:cubicBezTo>
                    <a:pt x="0" y="1"/>
                    <a:pt x="1" y="3"/>
                    <a:pt x="1" y="4"/>
                  </a:cubicBezTo>
                  <a:lnTo>
                    <a:pt x="26"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5"/>
            <p:cNvSpPr/>
            <p:nvPr/>
          </p:nvSpPr>
          <p:spPr>
            <a:xfrm>
              <a:off x="1467365" y="-872495"/>
              <a:ext cx="652320" cy="33120"/>
            </a:xfrm>
            <a:custGeom>
              <a:rect b="b" l="l" r="r" t="t"/>
              <a:pathLst>
                <a:path extrusionOk="0" h="92" w="1812">
                  <a:moveTo>
                    <a:pt x="135" y="24"/>
                  </a:moveTo>
                  <a:cubicBezTo>
                    <a:pt x="160" y="27"/>
                    <a:pt x="186" y="30"/>
                    <a:pt x="211" y="32"/>
                  </a:cubicBezTo>
                  <a:lnTo>
                    <a:pt x="212" y="31"/>
                  </a:lnTo>
                  <a:cubicBezTo>
                    <a:pt x="214" y="30"/>
                    <a:pt x="216" y="29"/>
                    <a:pt x="219" y="29"/>
                  </a:cubicBezTo>
                  <a:cubicBezTo>
                    <a:pt x="221" y="29"/>
                    <a:pt x="223" y="29"/>
                    <a:pt x="225" y="31"/>
                  </a:cubicBezTo>
                  <a:cubicBezTo>
                    <a:pt x="226" y="31"/>
                    <a:pt x="227" y="32"/>
                    <a:pt x="227" y="33"/>
                  </a:cubicBezTo>
                  <a:lnTo>
                    <a:pt x="253" y="35"/>
                  </a:lnTo>
                  <a:cubicBezTo>
                    <a:pt x="254" y="33"/>
                    <a:pt x="255" y="32"/>
                    <a:pt x="256" y="32"/>
                  </a:cubicBezTo>
                  <a:cubicBezTo>
                    <a:pt x="258" y="31"/>
                    <a:pt x="260" y="30"/>
                    <a:pt x="262" y="30"/>
                  </a:cubicBezTo>
                  <a:cubicBezTo>
                    <a:pt x="264" y="30"/>
                    <a:pt x="265" y="31"/>
                    <a:pt x="267" y="32"/>
                  </a:cubicBezTo>
                  <a:cubicBezTo>
                    <a:pt x="268" y="32"/>
                    <a:pt x="268" y="32"/>
                    <a:pt x="269" y="33"/>
                  </a:cubicBezTo>
                  <a:cubicBezTo>
                    <a:pt x="270" y="33"/>
                    <a:pt x="271" y="34"/>
                    <a:pt x="271" y="35"/>
                  </a:cubicBezTo>
                  <a:cubicBezTo>
                    <a:pt x="285" y="35"/>
                    <a:pt x="299" y="35"/>
                    <a:pt x="313" y="35"/>
                  </a:cubicBezTo>
                  <a:cubicBezTo>
                    <a:pt x="400" y="33"/>
                    <a:pt x="487" y="44"/>
                    <a:pt x="573" y="43"/>
                  </a:cubicBezTo>
                  <a:cubicBezTo>
                    <a:pt x="621" y="43"/>
                    <a:pt x="670" y="40"/>
                    <a:pt x="719" y="40"/>
                  </a:cubicBezTo>
                  <a:cubicBezTo>
                    <a:pt x="721" y="39"/>
                    <a:pt x="722" y="39"/>
                    <a:pt x="724" y="39"/>
                  </a:cubicBezTo>
                  <a:cubicBezTo>
                    <a:pt x="725" y="39"/>
                    <a:pt x="727" y="39"/>
                    <a:pt x="728" y="40"/>
                  </a:cubicBezTo>
                  <a:cubicBezTo>
                    <a:pt x="741" y="40"/>
                    <a:pt x="753" y="40"/>
                    <a:pt x="766" y="41"/>
                  </a:cubicBezTo>
                  <a:cubicBezTo>
                    <a:pt x="766" y="41"/>
                    <a:pt x="766" y="40"/>
                    <a:pt x="766" y="39"/>
                  </a:cubicBezTo>
                  <a:cubicBezTo>
                    <a:pt x="767" y="28"/>
                    <a:pt x="784" y="29"/>
                    <a:pt x="786" y="39"/>
                  </a:cubicBezTo>
                  <a:lnTo>
                    <a:pt x="786" y="41"/>
                  </a:lnTo>
                  <a:cubicBezTo>
                    <a:pt x="797" y="42"/>
                    <a:pt x="809" y="44"/>
                    <a:pt x="820" y="46"/>
                  </a:cubicBezTo>
                  <a:cubicBezTo>
                    <a:pt x="887" y="54"/>
                    <a:pt x="954" y="59"/>
                    <a:pt x="1021" y="59"/>
                  </a:cubicBezTo>
                  <a:cubicBezTo>
                    <a:pt x="1026" y="59"/>
                    <a:pt x="1031" y="59"/>
                    <a:pt x="1037" y="59"/>
                  </a:cubicBezTo>
                  <a:cubicBezTo>
                    <a:pt x="1077" y="60"/>
                    <a:pt x="1118" y="68"/>
                    <a:pt x="1159" y="70"/>
                  </a:cubicBezTo>
                  <a:cubicBezTo>
                    <a:pt x="1213" y="73"/>
                    <a:pt x="1268" y="69"/>
                    <a:pt x="1322" y="69"/>
                  </a:cubicBezTo>
                  <a:cubicBezTo>
                    <a:pt x="1486" y="69"/>
                    <a:pt x="1647" y="91"/>
                    <a:pt x="1811" y="91"/>
                  </a:cubicBezTo>
                  <a:cubicBezTo>
                    <a:pt x="1705" y="79"/>
                    <a:pt x="1598" y="84"/>
                    <a:pt x="1491" y="73"/>
                  </a:cubicBezTo>
                  <a:cubicBezTo>
                    <a:pt x="1396" y="63"/>
                    <a:pt x="1300" y="69"/>
                    <a:pt x="1204" y="62"/>
                  </a:cubicBezTo>
                  <a:cubicBezTo>
                    <a:pt x="1148" y="58"/>
                    <a:pt x="1094" y="46"/>
                    <a:pt x="1038" y="43"/>
                  </a:cubicBezTo>
                  <a:cubicBezTo>
                    <a:pt x="996" y="40"/>
                    <a:pt x="940" y="45"/>
                    <a:pt x="899" y="35"/>
                  </a:cubicBezTo>
                  <a:cubicBezTo>
                    <a:pt x="823" y="17"/>
                    <a:pt x="735" y="21"/>
                    <a:pt x="657" y="21"/>
                  </a:cubicBezTo>
                  <a:cubicBezTo>
                    <a:pt x="556" y="21"/>
                    <a:pt x="458" y="18"/>
                    <a:pt x="358" y="8"/>
                  </a:cubicBezTo>
                  <a:cubicBezTo>
                    <a:pt x="269" y="0"/>
                    <a:pt x="186" y="5"/>
                    <a:pt x="98" y="5"/>
                  </a:cubicBezTo>
                  <a:cubicBezTo>
                    <a:pt x="67" y="5"/>
                    <a:pt x="33" y="2"/>
                    <a:pt x="0" y="5"/>
                  </a:cubicBezTo>
                  <a:cubicBezTo>
                    <a:pt x="43" y="10"/>
                    <a:pt x="85" y="16"/>
                    <a:pt x="128" y="21"/>
                  </a:cubicBezTo>
                  <a:cubicBezTo>
                    <a:pt x="130" y="21"/>
                    <a:pt x="132" y="22"/>
                    <a:pt x="133" y="23"/>
                  </a:cubicBezTo>
                  <a:cubicBezTo>
                    <a:pt x="134" y="23"/>
                    <a:pt x="134" y="24"/>
                    <a:pt x="135"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5"/>
            <p:cNvSpPr/>
            <p:nvPr/>
          </p:nvSpPr>
          <p:spPr>
            <a:xfrm>
              <a:off x="1437485" y="-855575"/>
              <a:ext cx="9000" cy="9720"/>
            </a:xfrm>
            <a:custGeom>
              <a:rect b="b" l="l" r="r" t="t"/>
              <a:pathLst>
                <a:path extrusionOk="0" h="27" w="25">
                  <a:moveTo>
                    <a:pt x="4" y="7"/>
                  </a:moveTo>
                  <a:lnTo>
                    <a:pt x="0" y="9"/>
                  </a:lnTo>
                  <a:cubicBezTo>
                    <a:pt x="2" y="15"/>
                    <a:pt x="3" y="20"/>
                    <a:pt x="4" y="26"/>
                  </a:cubicBezTo>
                  <a:cubicBezTo>
                    <a:pt x="11" y="21"/>
                    <a:pt x="17" y="17"/>
                    <a:pt x="24" y="12"/>
                  </a:cubicBezTo>
                  <a:lnTo>
                    <a:pt x="22" y="0"/>
                  </a:lnTo>
                  <a:cubicBezTo>
                    <a:pt x="17" y="1"/>
                    <a:pt x="12" y="2"/>
                    <a:pt x="7" y="5"/>
                  </a:cubicBezTo>
                  <a:cubicBezTo>
                    <a:pt x="6" y="5"/>
                    <a:pt x="5" y="6"/>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5"/>
            <p:cNvSpPr/>
            <p:nvPr/>
          </p:nvSpPr>
          <p:spPr>
            <a:xfrm>
              <a:off x="2001965" y="-835055"/>
              <a:ext cx="12960" cy="4680"/>
            </a:xfrm>
            <a:custGeom>
              <a:rect b="b" l="l" r="r" t="t"/>
              <a:pathLst>
                <a:path extrusionOk="0" h="13" w="36">
                  <a:moveTo>
                    <a:pt x="2" y="11"/>
                  </a:moveTo>
                  <a:lnTo>
                    <a:pt x="35" y="12"/>
                  </a:lnTo>
                  <a:cubicBezTo>
                    <a:pt x="35" y="11"/>
                    <a:pt x="35" y="9"/>
                    <a:pt x="35" y="8"/>
                  </a:cubicBezTo>
                  <a:cubicBezTo>
                    <a:pt x="35" y="6"/>
                    <a:pt x="35" y="4"/>
                    <a:pt x="35" y="3"/>
                  </a:cubicBezTo>
                  <a:lnTo>
                    <a:pt x="3" y="0"/>
                  </a:lnTo>
                  <a:cubicBezTo>
                    <a:pt x="3" y="3"/>
                    <a:pt x="2" y="5"/>
                    <a:pt x="1" y="7"/>
                  </a:cubicBezTo>
                  <a:cubicBezTo>
                    <a:pt x="1" y="7"/>
                    <a:pt x="1" y="8"/>
                    <a:pt x="0" y="8"/>
                  </a:cubicBezTo>
                  <a:lnTo>
                    <a:pt x="2"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5"/>
            <p:cNvSpPr/>
            <p:nvPr/>
          </p:nvSpPr>
          <p:spPr>
            <a:xfrm>
              <a:off x="1460885" y="-858455"/>
              <a:ext cx="1080" cy="1080"/>
            </a:xfrm>
            <a:custGeom>
              <a:rect b="b" l="l" r="r" t="t"/>
              <a:pathLst>
                <a:path extrusionOk="0" h="3" w="3">
                  <a:moveTo>
                    <a:pt x="0" y="2"/>
                  </a:moveTo>
                  <a:lnTo>
                    <a:pt x="2" y="2"/>
                  </a:lnTo>
                  <a:lnTo>
                    <a:pt x="2" y="0"/>
                  </a:lnTo>
                  <a:cubicBezTo>
                    <a:pt x="2"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5"/>
            <p:cNvSpPr/>
            <p:nvPr/>
          </p:nvSpPr>
          <p:spPr>
            <a:xfrm>
              <a:off x="2079005" y="-830375"/>
              <a:ext cx="12600" cy="1440"/>
            </a:xfrm>
            <a:custGeom>
              <a:rect b="b" l="l" r="r" t="t"/>
              <a:pathLst>
                <a:path extrusionOk="0" h="4" w="35">
                  <a:moveTo>
                    <a:pt x="1" y="3"/>
                  </a:moveTo>
                  <a:cubicBezTo>
                    <a:pt x="12" y="3"/>
                    <a:pt x="23" y="3"/>
                    <a:pt x="34" y="3"/>
                  </a:cubicBezTo>
                  <a:cubicBezTo>
                    <a:pt x="34" y="3"/>
                    <a:pt x="34" y="1"/>
                    <a:pt x="34" y="0"/>
                  </a:cubicBezTo>
                  <a:lnTo>
                    <a:pt x="0" y="0"/>
                  </a:lnTo>
                  <a:cubicBezTo>
                    <a:pt x="0" y="0"/>
                    <a:pt x="1" y="1"/>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5"/>
            <p:cNvSpPr/>
            <p:nvPr/>
          </p:nvSpPr>
          <p:spPr>
            <a:xfrm>
              <a:off x="2024645" y="-832895"/>
              <a:ext cx="16920" cy="3600"/>
            </a:xfrm>
            <a:custGeom>
              <a:rect b="b" l="l" r="r" t="t"/>
              <a:pathLst>
                <a:path extrusionOk="0" h="10" w="47">
                  <a:moveTo>
                    <a:pt x="1" y="8"/>
                  </a:moveTo>
                  <a:lnTo>
                    <a:pt x="28" y="9"/>
                  </a:lnTo>
                  <a:lnTo>
                    <a:pt x="44" y="9"/>
                  </a:lnTo>
                  <a:lnTo>
                    <a:pt x="46" y="2"/>
                  </a:lnTo>
                  <a:lnTo>
                    <a:pt x="0" y="0"/>
                  </a:lnTo>
                  <a:cubicBezTo>
                    <a:pt x="1" y="2"/>
                    <a:pt x="1" y="5"/>
                    <a:pt x="1" y="7"/>
                  </a:cubicBezTo>
                  <a:lnTo>
                    <a:pt x="1"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5"/>
            <p:cNvSpPr/>
            <p:nvPr/>
          </p:nvSpPr>
          <p:spPr>
            <a:xfrm>
              <a:off x="1967045" y="-836855"/>
              <a:ext cx="9720" cy="5040"/>
            </a:xfrm>
            <a:custGeom>
              <a:rect b="b" l="l" r="r" t="t"/>
              <a:pathLst>
                <a:path extrusionOk="0" h="14" w="27">
                  <a:moveTo>
                    <a:pt x="26" y="13"/>
                  </a:moveTo>
                  <a:cubicBezTo>
                    <a:pt x="26" y="11"/>
                    <a:pt x="26" y="9"/>
                    <a:pt x="26" y="7"/>
                  </a:cubicBezTo>
                  <a:cubicBezTo>
                    <a:pt x="26" y="5"/>
                    <a:pt x="26" y="3"/>
                    <a:pt x="26" y="1"/>
                  </a:cubicBezTo>
                  <a:lnTo>
                    <a:pt x="0" y="0"/>
                  </a:lnTo>
                  <a:cubicBezTo>
                    <a:pt x="0" y="4"/>
                    <a:pt x="0"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5"/>
            <p:cNvSpPr/>
            <p:nvPr/>
          </p:nvSpPr>
          <p:spPr>
            <a:xfrm>
              <a:off x="2098085" y="-829655"/>
              <a:ext cx="9360" cy="2520"/>
            </a:xfrm>
            <a:custGeom>
              <a:rect b="b" l="l" r="r" t="t"/>
              <a:pathLst>
                <a:path extrusionOk="0" h="7" w="26">
                  <a:moveTo>
                    <a:pt x="25" y="6"/>
                  </a:moveTo>
                  <a:cubicBezTo>
                    <a:pt x="25" y="4"/>
                    <a:pt x="25" y="2"/>
                    <a:pt x="25" y="0"/>
                  </a:cubicBezTo>
                  <a:lnTo>
                    <a:pt x="0" y="0"/>
                  </a:lnTo>
                  <a:lnTo>
                    <a:pt x="0" y="4"/>
                  </a:lnTo>
                  <a:lnTo>
                    <a:pt x="2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5"/>
            <p:cNvSpPr/>
            <p:nvPr/>
          </p:nvSpPr>
          <p:spPr>
            <a:xfrm>
              <a:off x="2115365" y="-829295"/>
              <a:ext cx="9720" cy="4320"/>
            </a:xfrm>
            <a:custGeom>
              <a:rect b="b" l="l" r="r" t="t"/>
              <a:pathLst>
                <a:path extrusionOk="0" h="12" w="27">
                  <a:moveTo>
                    <a:pt x="24" y="11"/>
                  </a:moveTo>
                  <a:cubicBezTo>
                    <a:pt x="24" y="7"/>
                    <a:pt x="25" y="4"/>
                    <a:pt x="26" y="0"/>
                  </a:cubicBezTo>
                  <a:lnTo>
                    <a:pt x="21" y="0"/>
                  </a:lnTo>
                  <a:lnTo>
                    <a:pt x="1" y="0"/>
                  </a:lnTo>
                  <a:lnTo>
                    <a:pt x="0" y="9"/>
                  </a:lnTo>
                  <a:lnTo>
                    <a:pt x="24"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5"/>
            <p:cNvSpPr/>
            <p:nvPr/>
          </p:nvSpPr>
          <p:spPr>
            <a:xfrm>
              <a:off x="1876325" y="-837215"/>
              <a:ext cx="10800" cy="2520"/>
            </a:xfrm>
            <a:custGeom>
              <a:rect b="b" l="l" r="r" t="t"/>
              <a:pathLst>
                <a:path extrusionOk="0" h="7" w="30">
                  <a:moveTo>
                    <a:pt x="4" y="4"/>
                  </a:moveTo>
                  <a:cubicBezTo>
                    <a:pt x="12" y="5"/>
                    <a:pt x="21" y="6"/>
                    <a:pt x="29" y="6"/>
                  </a:cubicBezTo>
                  <a:cubicBezTo>
                    <a:pt x="29" y="5"/>
                    <a:pt x="29" y="3"/>
                    <a:pt x="29" y="1"/>
                  </a:cubicBezTo>
                  <a:lnTo>
                    <a:pt x="0" y="0"/>
                  </a:lnTo>
                  <a:cubicBezTo>
                    <a:pt x="0" y="1"/>
                    <a:pt x="0" y="2"/>
                    <a:pt x="0" y="3"/>
                  </a:cubicBezTo>
                  <a:lnTo>
                    <a:pt x="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5"/>
            <p:cNvSpPr/>
            <p:nvPr/>
          </p:nvSpPr>
          <p:spPr>
            <a:xfrm>
              <a:off x="2131925" y="-828575"/>
              <a:ext cx="17640" cy="5760"/>
            </a:xfrm>
            <a:custGeom>
              <a:rect b="b" l="l" r="r" t="t"/>
              <a:pathLst>
                <a:path extrusionOk="0" h="16" w="49">
                  <a:moveTo>
                    <a:pt x="19" y="14"/>
                  </a:moveTo>
                  <a:cubicBezTo>
                    <a:pt x="27" y="14"/>
                    <a:pt x="35" y="14"/>
                    <a:pt x="43" y="15"/>
                  </a:cubicBezTo>
                  <a:cubicBezTo>
                    <a:pt x="43" y="14"/>
                    <a:pt x="43" y="12"/>
                    <a:pt x="43" y="11"/>
                  </a:cubicBezTo>
                  <a:cubicBezTo>
                    <a:pt x="44" y="10"/>
                    <a:pt x="45" y="9"/>
                    <a:pt x="45" y="8"/>
                  </a:cubicBezTo>
                  <a:cubicBezTo>
                    <a:pt x="46" y="6"/>
                    <a:pt x="47" y="5"/>
                    <a:pt x="48" y="4"/>
                  </a:cubicBezTo>
                  <a:cubicBezTo>
                    <a:pt x="33" y="3"/>
                    <a:pt x="19" y="1"/>
                    <a:pt x="4" y="0"/>
                  </a:cubicBezTo>
                  <a:cubicBezTo>
                    <a:pt x="2" y="4"/>
                    <a:pt x="1" y="8"/>
                    <a:pt x="0" y="12"/>
                  </a:cubicBezTo>
                  <a:lnTo>
                    <a:pt x="19"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5"/>
            <p:cNvSpPr/>
            <p:nvPr/>
          </p:nvSpPr>
          <p:spPr>
            <a:xfrm>
              <a:off x="1855445" y="-839015"/>
              <a:ext cx="10800" cy="2160"/>
            </a:xfrm>
            <a:custGeom>
              <a:rect b="b" l="l" r="r" t="t"/>
              <a:pathLst>
                <a:path extrusionOk="0" h="6" w="30">
                  <a:moveTo>
                    <a:pt x="29" y="5"/>
                  </a:moveTo>
                  <a:cubicBezTo>
                    <a:pt x="29" y="5"/>
                    <a:pt x="29" y="3"/>
                    <a:pt x="29" y="2"/>
                  </a:cubicBezTo>
                  <a:lnTo>
                    <a:pt x="15" y="1"/>
                  </a:lnTo>
                  <a:lnTo>
                    <a:pt x="0" y="0"/>
                  </a:lnTo>
                  <a:cubicBezTo>
                    <a:pt x="0" y="0"/>
                    <a:pt x="0" y="2"/>
                    <a:pt x="0" y="3"/>
                  </a:cubicBezTo>
                  <a:lnTo>
                    <a:pt x="2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5"/>
            <p:cNvSpPr/>
            <p:nvPr/>
          </p:nvSpPr>
          <p:spPr>
            <a:xfrm>
              <a:off x="1465925" y="-870695"/>
              <a:ext cx="48240" cy="13320"/>
            </a:xfrm>
            <a:custGeom>
              <a:rect b="b" l="l" r="r" t="t"/>
              <a:pathLst>
                <a:path extrusionOk="0" h="37" w="134">
                  <a:moveTo>
                    <a:pt x="2" y="4"/>
                  </a:moveTo>
                  <a:cubicBezTo>
                    <a:pt x="4" y="6"/>
                    <a:pt x="5" y="7"/>
                    <a:pt x="6" y="9"/>
                  </a:cubicBezTo>
                  <a:cubicBezTo>
                    <a:pt x="9" y="15"/>
                    <a:pt x="11" y="22"/>
                    <a:pt x="12" y="29"/>
                  </a:cubicBezTo>
                  <a:cubicBezTo>
                    <a:pt x="13" y="36"/>
                    <a:pt x="12" y="30"/>
                    <a:pt x="12" y="31"/>
                  </a:cubicBezTo>
                  <a:lnTo>
                    <a:pt x="19" y="31"/>
                  </a:lnTo>
                  <a:cubicBezTo>
                    <a:pt x="18" y="29"/>
                    <a:pt x="18" y="28"/>
                    <a:pt x="18" y="26"/>
                  </a:cubicBezTo>
                  <a:cubicBezTo>
                    <a:pt x="18" y="24"/>
                    <a:pt x="19" y="22"/>
                    <a:pt x="20" y="20"/>
                  </a:cubicBezTo>
                  <a:cubicBezTo>
                    <a:pt x="21" y="19"/>
                    <a:pt x="22" y="18"/>
                    <a:pt x="23" y="17"/>
                  </a:cubicBezTo>
                  <a:cubicBezTo>
                    <a:pt x="36" y="7"/>
                    <a:pt x="43" y="21"/>
                    <a:pt x="46" y="34"/>
                  </a:cubicBezTo>
                  <a:lnTo>
                    <a:pt x="60" y="34"/>
                  </a:lnTo>
                  <a:cubicBezTo>
                    <a:pt x="80" y="34"/>
                    <a:pt x="100" y="34"/>
                    <a:pt x="120" y="34"/>
                  </a:cubicBezTo>
                  <a:cubicBezTo>
                    <a:pt x="120" y="33"/>
                    <a:pt x="120" y="32"/>
                    <a:pt x="120" y="30"/>
                  </a:cubicBezTo>
                  <a:lnTo>
                    <a:pt x="120" y="29"/>
                  </a:lnTo>
                  <a:cubicBezTo>
                    <a:pt x="120" y="27"/>
                    <a:pt x="121" y="24"/>
                    <a:pt x="122" y="22"/>
                  </a:cubicBezTo>
                  <a:cubicBezTo>
                    <a:pt x="123" y="20"/>
                    <a:pt x="125" y="19"/>
                    <a:pt x="127" y="17"/>
                  </a:cubicBezTo>
                  <a:cubicBezTo>
                    <a:pt x="129" y="16"/>
                    <a:pt x="131" y="16"/>
                    <a:pt x="133" y="16"/>
                  </a:cubicBezTo>
                  <a:cubicBezTo>
                    <a:pt x="90" y="10"/>
                    <a:pt x="48" y="4"/>
                    <a:pt x="5" y="0"/>
                  </a:cubicBezTo>
                  <a:lnTo>
                    <a:pt x="0" y="0"/>
                  </a:lnTo>
                  <a:cubicBezTo>
                    <a:pt x="1" y="0"/>
                    <a:pt x="1" y="0"/>
                    <a:pt x="1" y="1"/>
                  </a:cubicBezTo>
                  <a:cubicBezTo>
                    <a:pt x="2" y="2"/>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5"/>
            <p:cNvSpPr/>
            <p:nvPr/>
          </p:nvSpPr>
          <p:spPr>
            <a:xfrm>
              <a:off x="1459085" y="-868895"/>
              <a:ext cx="1800" cy="720"/>
            </a:xfrm>
            <a:custGeom>
              <a:rect b="b" l="l" r="r" t="t"/>
              <a:pathLst>
                <a:path extrusionOk="0" h="2" w="5">
                  <a:moveTo>
                    <a:pt x="4" y="0"/>
                  </a:moveTo>
                  <a:lnTo>
                    <a:pt x="0" y="0"/>
                  </a:lnTo>
                  <a:lnTo>
                    <a:pt x="3" y="1"/>
                  </a:lnTo>
                  <a:lnTo>
                    <a:pt x="3" y="1"/>
                  </a:lnTo>
                  <a:lnTo>
                    <a:pt x="4" y="0"/>
                  </a:lnTo>
                </a:path>
              </a:pathLst>
            </a:custGeom>
            <a:solidFill>
              <a:schemeClr val="dk1"/>
            </a:solidFill>
            <a:ln>
              <a:noFill/>
            </a:ln>
          </p:spPr>
        </p:sp>
        <p:sp>
          <p:nvSpPr>
            <p:cNvPr id="3349" name="Google Shape;3349;p35"/>
            <p:cNvSpPr/>
            <p:nvPr/>
          </p:nvSpPr>
          <p:spPr>
            <a:xfrm>
              <a:off x="1515965" y="-864215"/>
              <a:ext cx="28080" cy="6840"/>
            </a:xfrm>
            <a:custGeom>
              <a:rect b="b" l="l" r="r" t="t"/>
              <a:pathLst>
                <a:path extrusionOk="0" h="19" w="78">
                  <a:moveTo>
                    <a:pt x="9" y="15"/>
                  </a:moveTo>
                  <a:cubicBezTo>
                    <a:pt x="9" y="15"/>
                    <a:pt x="9" y="17"/>
                    <a:pt x="9" y="18"/>
                  </a:cubicBezTo>
                  <a:lnTo>
                    <a:pt x="59" y="18"/>
                  </a:lnTo>
                  <a:lnTo>
                    <a:pt x="71" y="18"/>
                  </a:lnTo>
                  <a:cubicBezTo>
                    <a:pt x="71" y="16"/>
                    <a:pt x="72" y="14"/>
                    <a:pt x="73" y="13"/>
                  </a:cubicBezTo>
                  <a:cubicBezTo>
                    <a:pt x="74" y="11"/>
                    <a:pt x="75" y="9"/>
                    <a:pt x="77" y="8"/>
                  </a:cubicBezTo>
                  <a:cubicBezTo>
                    <a:pt x="51" y="6"/>
                    <a:pt x="26" y="3"/>
                    <a:pt x="0" y="0"/>
                  </a:cubicBezTo>
                  <a:cubicBezTo>
                    <a:pt x="1" y="1"/>
                    <a:pt x="2" y="1"/>
                    <a:pt x="2" y="1"/>
                  </a:cubicBezTo>
                  <a:cubicBezTo>
                    <a:pt x="4" y="2"/>
                    <a:pt x="6" y="4"/>
                    <a:pt x="7" y="6"/>
                  </a:cubicBezTo>
                  <a:cubicBezTo>
                    <a:pt x="8" y="8"/>
                    <a:pt x="9" y="11"/>
                    <a:pt x="9" y="13"/>
                  </a:cubicBezTo>
                  <a:cubicBezTo>
                    <a:pt x="9" y="14"/>
                    <a:pt x="9" y="14"/>
                    <a:pt x="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5"/>
            <p:cNvSpPr/>
            <p:nvPr/>
          </p:nvSpPr>
          <p:spPr>
            <a:xfrm>
              <a:off x="1750325" y="-857375"/>
              <a:ext cx="492480" cy="34560"/>
            </a:xfrm>
            <a:custGeom>
              <a:rect b="b" l="l" r="r" t="t"/>
              <a:pathLst>
                <a:path extrusionOk="0" h="96" w="1368">
                  <a:moveTo>
                    <a:pt x="373" y="29"/>
                  </a:moveTo>
                  <a:cubicBezTo>
                    <a:pt x="332" y="27"/>
                    <a:pt x="292" y="19"/>
                    <a:pt x="251" y="17"/>
                  </a:cubicBezTo>
                  <a:cubicBezTo>
                    <a:pt x="246" y="17"/>
                    <a:pt x="240" y="18"/>
                    <a:pt x="235" y="18"/>
                  </a:cubicBezTo>
                  <a:cubicBezTo>
                    <a:pt x="168" y="18"/>
                    <a:pt x="101" y="13"/>
                    <a:pt x="34" y="4"/>
                  </a:cubicBezTo>
                  <a:cubicBezTo>
                    <a:pt x="23" y="2"/>
                    <a:pt x="11" y="1"/>
                    <a:pt x="0" y="0"/>
                  </a:cubicBezTo>
                  <a:cubicBezTo>
                    <a:pt x="0" y="11"/>
                    <a:pt x="1" y="21"/>
                    <a:pt x="1" y="32"/>
                  </a:cubicBezTo>
                  <a:lnTo>
                    <a:pt x="4" y="32"/>
                  </a:lnTo>
                  <a:lnTo>
                    <a:pt x="25" y="33"/>
                  </a:lnTo>
                  <a:cubicBezTo>
                    <a:pt x="26" y="29"/>
                    <a:pt x="28" y="25"/>
                    <a:pt x="30" y="21"/>
                  </a:cubicBezTo>
                  <a:cubicBezTo>
                    <a:pt x="31" y="20"/>
                    <a:pt x="32" y="18"/>
                    <a:pt x="34" y="17"/>
                  </a:cubicBezTo>
                  <a:cubicBezTo>
                    <a:pt x="35" y="16"/>
                    <a:pt x="37" y="16"/>
                    <a:pt x="39" y="16"/>
                  </a:cubicBezTo>
                  <a:cubicBezTo>
                    <a:pt x="41" y="16"/>
                    <a:pt x="42" y="16"/>
                    <a:pt x="44" y="17"/>
                  </a:cubicBezTo>
                  <a:cubicBezTo>
                    <a:pt x="46" y="18"/>
                    <a:pt x="47" y="20"/>
                    <a:pt x="48" y="21"/>
                  </a:cubicBezTo>
                  <a:cubicBezTo>
                    <a:pt x="49" y="22"/>
                    <a:pt x="49" y="24"/>
                    <a:pt x="49" y="25"/>
                  </a:cubicBezTo>
                  <a:cubicBezTo>
                    <a:pt x="49" y="29"/>
                    <a:pt x="49" y="32"/>
                    <a:pt x="49" y="35"/>
                  </a:cubicBezTo>
                  <a:cubicBezTo>
                    <a:pt x="60" y="35"/>
                    <a:pt x="69" y="37"/>
                    <a:pt x="80" y="37"/>
                  </a:cubicBezTo>
                  <a:cubicBezTo>
                    <a:pt x="91" y="36"/>
                    <a:pt x="103" y="36"/>
                    <a:pt x="114" y="36"/>
                  </a:cubicBezTo>
                  <a:cubicBezTo>
                    <a:pt x="149" y="36"/>
                    <a:pt x="183" y="39"/>
                    <a:pt x="218" y="43"/>
                  </a:cubicBezTo>
                  <a:lnTo>
                    <a:pt x="223" y="43"/>
                  </a:lnTo>
                  <a:cubicBezTo>
                    <a:pt x="223" y="42"/>
                    <a:pt x="223" y="41"/>
                    <a:pt x="225" y="40"/>
                  </a:cubicBezTo>
                  <a:cubicBezTo>
                    <a:pt x="225" y="39"/>
                    <a:pt x="226" y="39"/>
                    <a:pt x="227" y="38"/>
                  </a:cubicBezTo>
                  <a:cubicBezTo>
                    <a:pt x="228" y="38"/>
                    <a:pt x="229" y="38"/>
                    <a:pt x="230" y="38"/>
                  </a:cubicBezTo>
                  <a:cubicBezTo>
                    <a:pt x="231" y="38"/>
                    <a:pt x="231" y="38"/>
                    <a:pt x="232" y="38"/>
                  </a:cubicBezTo>
                  <a:cubicBezTo>
                    <a:pt x="233" y="39"/>
                    <a:pt x="234" y="39"/>
                    <a:pt x="234" y="40"/>
                  </a:cubicBezTo>
                  <a:cubicBezTo>
                    <a:pt x="235" y="42"/>
                    <a:pt x="236" y="44"/>
                    <a:pt x="237" y="46"/>
                  </a:cubicBezTo>
                  <a:lnTo>
                    <a:pt x="245" y="47"/>
                  </a:lnTo>
                  <a:cubicBezTo>
                    <a:pt x="254" y="47"/>
                    <a:pt x="264" y="47"/>
                    <a:pt x="273" y="47"/>
                  </a:cubicBezTo>
                  <a:cubicBezTo>
                    <a:pt x="273" y="46"/>
                    <a:pt x="274" y="44"/>
                    <a:pt x="274" y="43"/>
                  </a:cubicBezTo>
                  <a:lnTo>
                    <a:pt x="274" y="42"/>
                  </a:lnTo>
                  <a:cubicBezTo>
                    <a:pt x="275" y="41"/>
                    <a:pt x="276" y="40"/>
                    <a:pt x="278" y="39"/>
                  </a:cubicBezTo>
                  <a:cubicBezTo>
                    <a:pt x="280" y="38"/>
                    <a:pt x="280" y="38"/>
                    <a:pt x="282" y="38"/>
                  </a:cubicBezTo>
                  <a:cubicBezTo>
                    <a:pt x="283" y="38"/>
                    <a:pt x="285" y="38"/>
                    <a:pt x="286" y="39"/>
                  </a:cubicBezTo>
                  <a:cubicBezTo>
                    <a:pt x="287" y="40"/>
                    <a:pt x="288" y="41"/>
                    <a:pt x="289" y="42"/>
                  </a:cubicBezTo>
                  <a:cubicBezTo>
                    <a:pt x="289" y="43"/>
                    <a:pt x="289" y="43"/>
                    <a:pt x="290" y="44"/>
                  </a:cubicBezTo>
                  <a:cubicBezTo>
                    <a:pt x="290" y="45"/>
                    <a:pt x="291" y="47"/>
                    <a:pt x="291" y="49"/>
                  </a:cubicBezTo>
                  <a:lnTo>
                    <a:pt x="306" y="50"/>
                  </a:lnTo>
                  <a:lnTo>
                    <a:pt x="320" y="51"/>
                  </a:lnTo>
                  <a:cubicBezTo>
                    <a:pt x="321" y="45"/>
                    <a:pt x="323" y="39"/>
                    <a:pt x="326" y="34"/>
                  </a:cubicBezTo>
                  <a:cubicBezTo>
                    <a:pt x="326" y="33"/>
                    <a:pt x="327" y="32"/>
                    <a:pt x="328" y="31"/>
                  </a:cubicBezTo>
                  <a:cubicBezTo>
                    <a:pt x="330" y="27"/>
                    <a:pt x="336" y="25"/>
                    <a:pt x="339" y="29"/>
                  </a:cubicBezTo>
                  <a:cubicBezTo>
                    <a:pt x="340" y="31"/>
                    <a:pt x="341" y="32"/>
                    <a:pt x="342" y="33"/>
                  </a:cubicBezTo>
                  <a:cubicBezTo>
                    <a:pt x="345" y="39"/>
                    <a:pt x="347" y="46"/>
                    <a:pt x="348" y="54"/>
                  </a:cubicBezTo>
                  <a:lnTo>
                    <a:pt x="378" y="55"/>
                  </a:lnTo>
                  <a:cubicBezTo>
                    <a:pt x="378" y="53"/>
                    <a:pt x="378" y="51"/>
                    <a:pt x="378" y="49"/>
                  </a:cubicBezTo>
                  <a:cubicBezTo>
                    <a:pt x="376" y="32"/>
                    <a:pt x="406" y="32"/>
                    <a:pt x="404" y="49"/>
                  </a:cubicBezTo>
                  <a:cubicBezTo>
                    <a:pt x="404" y="51"/>
                    <a:pt x="404" y="53"/>
                    <a:pt x="404" y="55"/>
                  </a:cubicBezTo>
                  <a:lnTo>
                    <a:pt x="428" y="55"/>
                  </a:lnTo>
                  <a:cubicBezTo>
                    <a:pt x="429" y="53"/>
                    <a:pt x="431" y="51"/>
                    <a:pt x="433" y="49"/>
                  </a:cubicBezTo>
                  <a:cubicBezTo>
                    <a:pt x="434" y="49"/>
                    <a:pt x="435" y="49"/>
                    <a:pt x="436" y="49"/>
                  </a:cubicBezTo>
                  <a:cubicBezTo>
                    <a:pt x="437" y="49"/>
                    <a:pt x="438" y="49"/>
                    <a:pt x="439" y="49"/>
                  </a:cubicBezTo>
                  <a:cubicBezTo>
                    <a:pt x="440" y="51"/>
                    <a:pt x="442" y="52"/>
                    <a:pt x="443" y="54"/>
                  </a:cubicBezTo>
                  <a:lnTo>
                    <a:pt x="484" y="54"/>
                  </a:lnTo>
                  <a:cubicBezTo>
                    <a:pt x="485" y="53"/>
                    <a:pt x="486" y="52"/>
                    <a:pt x="487" y="50"/>
                  </a:cubicBezTo>
                  <a:lnTo>
                    <a:pt x="488" y="49"/>
                  </a:lnTo>
                  <a:cubicBezTo>
                    <a:pt x="489" y="48"/>
                    <a:pt x="490" y="48"/>
                    <a:pt x="492" y="48"/>
                  </a:cubicBezTo>
                  <a:cubicBezTo>
                    <a:pt x="493" y="48"/>
                    <a:pt x="494" y="48"/>
                    <a:pt x="495" y="49"/>
                  </a:cubicBezTo>
                  <a:cubicBezTo>
                    <a:pt x="496" y="50"/>
                    <a:pt x="497" y="51"/>
                    <a:pt x="498" y="52"/>
                  </a:cubicBezTo>
                  <a:cubicBezTo>
                    <a:pt x="498" y="52"/>
                    <a:pt x="498" y="53"/>
                    <a:pt x="498" y="54"/>
                  </a:cubicBezTo>
                  <a:lnTo>
                    <a:pt x="531" y="54"/>
                  </a:lnTo>
                  <a:cubicBezTo>
                    <a:pt x="531" y="54"/>
                    <a:pt x="531" y="53"/>
                    <a:pt x="531" y="52"/>
                  </a:cubicBezTo>
                  <a:cubicBezTo>
                    <a:pt x="531" y="51"/>
                    <a:pt x="532" y="49"/>
                    <a:pt x="532" y="48"/>
                  </a:cubicBezTo>
                  <a:cubicBezTo>
                    <a:pt x="533" y="47"/>
                    <a:pt x="534" y="46"/>
                    <a:pt x="536" y="45"/>
                  </a:cubicBezTo>
                  <a:cubicBezTo>
                    <a:pt x="537" y="44"/>
                    <a:pt x="538" y="44"/>
                    <a:pt x="540" y="44"/>
                  </a:cubicBezTo>
                  <a:cubicBezTo>
                    <a:pt x="541" y="44"/>
                    <a:pt x="542" y="44"/>
                    <a:pt x="544" y="45"/>
                  </a:cubicBezTo>
                  <a:cubicBezTo>
                    <a:pt x="545" y="46"/>
                    <a:pt x="547" y="47"/>
                    <a:pt x="547" y="48"/>
                  </a:cubicBezTo>
                  <a:cubicBezTo>
                    <a:pt x="548" y="49"/>
                    <a:pt x="549" y="51"/>
                    <a:pt x="549" y="52"/>
                  </a:cubicBezTo>
                  <a:cubicBezTo>
                    <a:pt x="549" y="54"/>
                    <a:pt x="549" y="54"/>
                    <a:pt x="549" y="54"/>
                  </a:cubicBezTo>
                  <a:lnTo>
                    <a:pt x="582" y="54"/>
                  </a:lnTo>
                  <a:cubicBezTo>
                    <a:pt x="582" y="50"/>
                    <a:pt x="582" y="46"/>
                    <a:pt x="582" y="42"/>
                  </a:cubicBezTo>
                  <a:cubicBezTo>
                    <a:pt x="583" y="31"/>
                    <a:pt x="600" y="32"/>
                    <a:pt x="601" y="42"/>
                  </a:cubicBezTo>
                  <a:cubicBezTo>
                    <a:pt x="601" y="46"/>
                    <a:pt x="601" y="50"/>
                    <a:pt x="601" y="54"/>
                  </a:cubicBezTo>
                  <a:lnTo>
                    <a:pt x="627" y="55"/>
                  </a:lnTo>
                  <a:cubicBezTo>
                    <a:pt x="628" y="49"/>
                    <a:pt x="629" y="44"/>
                    <a:pt x="632" y="39"/>
                  </a:cubicBezTo>
                  <a:cubicBezTo>
                    <a:pt x="633" y="38"/>
                    <a:pt x="634" y="37"/>
                    <a:pt x="634" y="36"/>
                  </a:cubicBezTo>
                  <a:cubicBezTo>
                    <a:pt x="635" y="35"/>
                    <a:pt x="635" y="34"/>
                    <a:pt x="636" y="34"/>
                  </a:cubicBezTo>
                  <a:cubicBezTo>
                    <a:pt x="637" y="33"/>
                    <a:pt x="638" y="33"/>
                    <a:pt x="639" y="33"/>
                  </a:cubicBezTo>
                  <a:cubicBezTo>
                    <a:pt x="640" y="33"/>
                    <a:pt x="641" y="33"/>
                    <a:pt x="642" y="34"/>
                  </a:cubicBezTo>
                  <a:cubicBezTo>
                    <a:pt x="643" y="34"/>
                    <a:pt x="643" y="35"/>
                    <a:pt x="644" y="36"/>
                  </a:cubicBezTo>
                  <a:cubicBezTo>
                    <a:pt x="645" y="37"/>
                    <a:pt x="645" y="38"/>
                    <a:pt x="646" y="39"/>
                  </a:cubicBezTo>
                  <a:cubicBezTo>
                    <a:pt x="649" y="44"/>
                    <a:pt x="651" y="50"/>
                    <a:pt x="651" y="57"/>
                  </a:cubicBezTo>
                  <a:lnTo>
                    <a:pt x="673" y="58"/>
                  </a:lnTo>
                  <a:cubicBezTo>
                    <a:pt x="673" y="56"/>
                    <a:pt x="674" y="54"/>
                    <a:pt x="675" y="53"/>
                  </a:cubicBezTo>
                  <a:cubicBezTo>
                    <a:pt x="676" y="50"/>
                    <a:pt x="678" y="49"/>
                    <a:pt x="681" y="47"/>
                  </a:cubicBezTo>
                  <a:cubicBezTo>
                    <a:pt x="684" y="45"/>
                    <a:pt x="686" y="45"/>
                    <a:pt x="689" y="45"/>
                  </a:cubicBezTo>
                  <a:lnTo>
                    <a:pt x="690" y="45"/>
                  </a:lnTo>
                  <a:cubicBezTo>
                    <a:pt x="692" y="45"/>
                    <a:pt x="694" y="45"/>
                    <a:pt x="696" y="46"/>
                  </a:cubicBezTo>
                  <a:cubicBezTo>
                    <a:pt x="698" y="47"/>
                    <a:pt x="700" y="49"/>
                    <a:pt x="701" y="51"/>
                  </a:cubicBezTo>
                  <a:cubicBezTo>
                    <a:pt x="702" y="53"/>
                    <a:pt x="702" y="55"/>
                    <a:pt x="702" y="57"/>
                  </a:cubicBezTo>
                  <a:cubicBezTo>
                    <a:pt x="702" y="58"/>
                    <a:pt x="702" y="59"/>
                    <a:pt x="702" y="60"/>
                  </a:cubicBezTo>
                  <a:lnTo>
                    <a:pt x="734" y="62"/>
                  </a:lnTo>
                  <a:cubicBezTo>
                    <a:pt x="735" y="57"/>
                    <a:pt x="736" y="52"/>
                    <a:pt x="739" y="48"/>
                  </a:cubicBezTo>
                  <a:cubicBezTo>
                    <a:pt x="740" y="46"/>
                    <a:pt x="741" y="45"/>
                    <a:pt x="741" y="44"/>
                  </a:cubicBezTo>
                  <a:cubicBezTo>
                    <a:pt x="742" y="43"/>
                    <a:pt x="743" y="42"/>
                    <a:pt x="744" y="42"/>
                  </a:cubicBezTo>
                  <a:cubicBezTo>
                    <a:pt x="745" y="41"/>
                    <a:pt x="745" y="41"/>
                    <a:pt x="747" y="41"/>
                  </a:cubicBezTo>
                  <a:cubicBezTo>
                    <a:pt x="748" y="41"/>
                    <a:pt x="750" y="41"/>
                    <a:pt x="751" y="42"/>
                  </a:cubicBezTo>
                  <a:cubicBezTo>
                    <a:pt x="752" y="42"/>
                    <a:pt x="753" y="43"/>
                    <a:pt x="753" y="44"/>
                  </a:cubicBezTo>
                  <a:cubicBezTo>
                    <a:pt x="754" y="45"/>
                    <a:pt x="755" y="46"/>
                    <a:pt x="756" y="47"/>
                  </a:cubicBezTo>
                  <a:cubicBezTo>
                    <a:pt x="759" y="53"/>
                    <a:pt x="761" y="59"/>
                    <a:pt x="761" y="65"/>
                  </a:cubicBezTo>
                  <a:lnTo>
                    <a:pt x="807" y="69"/>
                  </a:lnTo>
                  <a:cubicBezTo>
                    <a:pt x="808" y="65"/>
                    <a:pt x="810" y="61"/>
                    <a:pt x="811" y="58"/>
                  </a:cubicBezTo>
                  <a:cubicBezTo>
                    <a:pt x="815" y="44"/>
                    <a:pt x="834" y="52"/>
                    <a:pt x="830" y="65"/>
                  </a:cubicBezTo>
                  <a:lnTo>
                    <a:pt x="829" y="70"/>
                  </a:lnTo>
                  <a:lnTo>
                    <a:pt x="851" y="72"/>
                  </a:lnTo>
                  <a:cubicBezTo>
                    <a:pt x="851" y="70"/>
                    <a:pt x="853" y="68"/>
                    <a:pt x="854" y="68"/>
                  </a:cubicBezTo>
                  <a:cubicBezTo>
                    <a:pt x="856" y="67"/>
                    <a:pt x="857" y="67"/>
                    <a:pt x="859" y="67"/>
                  </a:cubicBezTo>
                  <a:cubicBezTo>
                    <a:pt x="861" y="67"/>
                    <a:pt x="862" y="67"/>
                    <a:pt x="864" y="68"/>
                  </a:cubicBezTo>
                  <a:cubicBezTo>
                    <a:pt x="865" y="69"/>
                    <a:pt x="867" y="71"/>
                    <a:pt x="868" y="72"/>
                  </a:cubicBezTo>
                  <a:lnTo>
                    <a:pt x="896" y="72"/>
                  </a:lnTo>
                  <a:cubicBezTo>
                    <a:pt x="897" y="71"/>
                    <a:pt x="898" y="70"/>
                    <a:pt x="899" y="69"/>
                  </a:cubicBezTo>
                  <a:cubicBezTo>
                    <a:pt x="900" y="69"/>
                    <a:pt x="901" y="68"/>
                    <a:pt x="903" y="68"/>
                  </a:cubicBezTo>
                  <a:cubicBezTo>
                    <a:pt x="904" y="68"/>
                    <a:pt x="906" y="68"/>
                    <a:pt x="908" y="69"/>
                  </a:cubicBezTo>
                  <a:cubicBezTo>
                    <a:pt x="909" y="69"/>
                    <a:pt x="910" y="71"/>
                    <a:pt x="911" y="72"/>
                  </a:cubicBezTo>
                  <a:lnTo>
                    <a:pt x="945" y="72"/>
                  </a:lnTo>
                  <a:cubicBezTo>
                    <a:pt x="945" y="71"/>
                    <a:pt x="945" y="70"/>
                    <a:pt x="945" y="69"/>
                  </a:cubicBezTo>
                  <a:cubicBezTo>
                    <a:pt x="945" y="64"/>
                    <a:pt x="946" y="59"/>
                    <a:pt x="948" y="54"/>
                  </a:cubicBezTo>
                  <a:cubicBezTo>
                    <a:pt x="952" y="45"/>
                    <a:pt x="966" y="46"/>
                    <a:pt x="965" y="57"/>
                  </a:cubicBezTo>
                  <a:cubicBezTo>
                    <a:pt x="965" y="62"/>
                    <a:pt x="965" y="67"/>
                    <a:pt x="965" y="73"/>
                  </a:cubicBezTo>
                  <a:lnTo>
                    <a:pt x="991" y="73"/>
                  </a:lnTo>
                  <a:cubicBezTo>
                    <a:pt x="991" y="69"/>
                    <a:pt x="992" y="66"/>
                    <a:pt x="994" y="63"/>
                  </a:cubicBezTo>
                  <a:cubicBezTo>
                    <a:pt x="996" y="59"/>
                    <a:pt x="998" y="57"/>
                    <a:pt x="1002" y="55"/>
                  </a:cubicBezTo>
                  <a:cubicBezTo>
                    <a:pt x="1003" y="54"/>
                    <a:pt x="1004" y="53"/>
                    <a:pt x="1006" y="53"/>
                  </a:cubicBezTo>
                  <a:cubicBezTo>
                    <a:pt x="1007" y="53"/>
                    <a:pt x="1008" y="53"/>
                    <a:pt x="1008" y="53"/>
                  </a:cubicBezTo>
                  <a:cubicBezTo>
                    <a:pt x="1010" y="53"/>
                    <a:pt x="1011" y="53"/>
                    <a:pt x="1013" y="54"/>
                  </a:cubicBezTo>
                  <a:cubicBezTo>
                    <a:pt x="1014" y="55"/>
                    <a:pt x="1015" y="56"/>
                    <a:pt x="1016" y="57"/>
                  </a:cubicBezTo>
                  <a:cubicBezTo>
                    <a:pt x="1016" y="58"/>
                    <a:pt x="1017" y="60"/>
                    <a:pt x="1017" y="61"/>
                  </a:cubicBezTo>
                  <a:cubicBezTo>
                    <a:pt x="1017" y="62"/>
                    <a:pt x="1017" y="62"/>
                    <a:pt x="1017" y="62"/>
                  </a:cubicBezTo>
                  <a:lnTo>
                    <a:pt x="1015" y="74"/>
                  </a:lnTo>
                  <a:lnTo>
                    <a:pt x="1035" y="74"/>
                  </a:lnTo>
                  <a:lnTo>
                    <a:pt x="1040" y="74"/>
                  </a:lnTo>
                  <a:cubicBezTo>
                    <a:pt x="1040" y="71"/>
                    <a:pt x="1041" y="68"/>
                    <a:pt x="1043" y="66"/>
                  </a:cubicBezTo>
                  <a:cubicBezTo>
                    <a:pt x="1045" y="62"/>
                    <a:pt x="1049" y="58"/>
                    <a:pt x="1053" y="56"/>
                  </a:cubicBezTo>
                  <a:cubicBezTo>
                    <a:pt x="1054" y="55"/>
                    <a:pt x="1055" y="55"/>
                    <a:pt x="1056" y="54"/>
                  </a:cubicBezTo>
                  <a:cubicBezTo>
                    <a:pt x="1056" y="54"/>
                    <a:pt x="1057" y="54"/>
                    <a:pt x="1058" y="54"/>
                  </a:cubicBezTo>
                  <a:cubicBezTo>
                    <a:pt x="1059" y="54"/>
                    <a:pt x="1060" y="54"/>
                    <a:pt x="1061" y="55"/>
                  </a:cubicBezTo>
                  <a:cubicBezTo>
                    <a:pt x="1062" y="55"/>
                    <a:pt x="1062" y="56"/>
                    <a:pt x="1063" y="56"/>
                  </a:cubicBezTo>
                  <a:lnTo>
                    <a:pt x="1065" y="60"/>
                  </a:lnTo>
                  <a:cubicBezTo>
                    <a:pt x="1066" y="60"/>
                    <a:pt x="1066" y="60"/>
                    <a:pt x="1066" y="60"/>
                  </a:cubicBezTo>
                  <a:cubicBezTo>
                    <a:pt x="1067" y="62"/>
                    <a:pt x="1067" y="64"/>
                    <a:pt x="1067" y="66"/>
                  </a:cubicBezTo>
                  <a:cubicBezTo>
                    <a:pt x="1067" y="68"/>
                    <a:pt x="1067" y="69"/>
                    <a:pt x="1066" y="71"/>
                  </a:cubicBezTo>
                  <a:cubicBezTo>
                    <a:pt x="1066" y="72"/>
                    <a:pt x="1065" y="74"/>
                    <a:pt x="1065" y="76"/>
                  </a:cubicBezTo>
                  <a:cubicBezTo>
                    <a:pt x="1080" y="78"/>
                    <a:pt x="1095" y="80"/>
                    <a:pt x="1109" y="81"/>
                  </a:cubicBezTo>
                  <a:cubicBezTo>
                    <a:pt x="1111" y="81"/>
                    <a:pt x="1112" y="80"/>
                    <a:pt x="1114" y="80"/>
                  </a:cubicBezTo>
                  <a:cubicBezTo>
                    <a:pt x="1116" y="80"/>
                    <a:pt x="1117" y="81"/>
                    <a:pt x="1119" y="82"/>
                  </a:cubicBezTo>
                  <a:lnTo>
                    <a:pt x="1120" y="82"/>
                  </a:lnTo>
                  <a:cubicBezTo>
                    <a:pt x="1130" y="83"/>
                    <a:pt x="1140" y="84"/>
                    <a:pt x="1150" y="85"/>
                  </a:cubicBezTo>
                  <a:cubicBezTo>
                    <a:pt x="1150" y="84"/>
                    <a:pt x="1150" y="83"/>
                    <a:pt x="1150" y="82"/>
                  </a:cubicBezTo>
                  <a:cubicBezTo>
                    <a:pt x="1150" y="78"/>
                    <a:pt x="1151" y="74"/>
                    <a:pt x="1153" y="70"/>
                  </a:cubicBezTo>
                  <a:cubicBezTo>
                    <a:pt x="1155" y="67"/>
                    <a:pt x="1157" y="65"/>
                    <a:pt x="1159" y="63"/>
                  </a:cubicBezTo>
                  <a:cubicBezTo>
                    <a:pt x="1160" y="63"/>
                    <a:pt x="1160" y="62"/>
                    <a:pt x="1161" y="62"/>
                  </a:cubicBezTo>
                  <a:cubicBezTo>
                    <a:pt x="1162" y="61"/>
                    <a:pt x="1163" y="61"/>
                    <a:pt x="1165" y="61"/>
                  </a:cubicBezTo>
                  <a:cubicBezTo>
                    <a:pt x="1167" y="61"/>
                    <a:pt x="1168" y="61"/>
                    <a:pt x="1170" y="62"/>
                  </a:cubicBezTo>
                  <a:cubicBezTo>
                    <a:pt x="1171" y="63"/>
                    <a:pt x="1172" y="63"/>
                    <a:pt x="1173" y="65"/>
                  </a:cubicBezTo>
                  <a:cubicBezTo>
                    <a:pt x="1174" y="67"/>
                    <a:pt x="1174" y="68"/>
                    <a:pt x="1174" y="70"/>
                  </a:cubicBezTo>
                  <a:cubicBezTo>
                    <a:pt x="1174" y="71"/>
                    <a:pt x="1174" y="72"/>
                    <a:pt x="1174" y="73"/>
                  </a:cubicBezTo>
                  <a:cubicBezTo>
                    <a:pt x="1173" y="77"/>
                    <a:pt x="1172" y="81"/>
                    <a:pt x="1172" y="86"/>
                  </a:cubicBezTo>
                  <a:cubicBezTo>
                    <a:pt x="1184" y="86"/>
                    <a:pt x="1198" y="86"/>
                    <a:pt x="1211" y="84"/>
                  </a:cubicBezTo>
                  <a:cubicBezTo>
                    <a:pt x="1212" y="84"/>
                    <a:pt x="1213" y="83"/>
                    <a:pt x="1214" y="83"/>
                  </a:cubicBezTo>
                  <a:cubicBezTo>
                    <a:pt x="1215" y="82"/>
                    <a:pt x="1217" y="81"/>
                    <a:pt x="1219" y="81"/>
                  </a:cubicBezTo>
                  <a:cubicBezTo>
                    <a:pt x="1221" y="81"/>
                    <a:pt x="1223" y="82"/>
                    <a:pt x="1225" y="83"/>
                  </a:cubicBezTo>
                  <a:cubicBezTo>
                    <a:pt x="1226" y="83"/>
                    <a:pt x="1227" y="84"/>
                    <a:pt x="1227" y="84"/>
                  </a:cubicBezTo>
                  <a:cubicBezTo>
                    <a:pt x="1240" y="84"/>
                    <a:pt x="1252" y="84"/>
                    <a:pt x="1264" y="84"/>
                  </a:cubicBezTo>
                  <a:cubicBezTo>
                    <a:pt x="1266" y="81"/>
                    <a:pt x="1268" y="77"/>
                    <a:pt x="1270" y="73"/>
                  </a:cubicBezTo>
                  <a:cubicBezTo>
                    <a:pt x="1274" y="66"/>
                    <a:pt x="1288" y="67"/>
                    <a:pt x="1289" y="77"/>
                  </a:cubicBezTo>
                  <a:cubicBezTo>
                    <a:pt x="1290" y="78"/>
                    <a:pt x="1290" y="80"/>
                    <a:pt x="1290" y="82"/>
                  </a:cubicBezTo>
                  <a:cubicBezTo>
                    <a:pt x="1290" y="84"/>
                    <a:pt x="1290" y="85"/>
                    <a:pt x="1289" y="87"/>
                  </a:cubicBezTo>
                  <a:cubicBezTo>
                    <a:pt x="1294" y="87"/>
                    <a:pt x="1298" y="89"/>
                    <a:pt x="1302" y="90"/>
                  </a:cubicBezTo>
                  <a:cubicBezTo>
                    <a:pt x="1306" y="91"/>
                    <a:pt x="1311" y="91"/>
                    <a:pt x="1315" y="92"/>
                  </a:cubicBezTo>
                  <a:cubicBezTo>
                    <a:pt x="1317" y="85"/>
                    <a:pt x="1319" y="79"/>
                    <a:pt x="1321" y="72"/>
                  </a:cubicBezTo>
                  <a:cubicBezTo>
                    <a:pt x="1322" y="71"/>
                    <a:pt x="1322" y="70"/>
                    <a:pt x="1324" y="69"/>
                  </a:cubicBezTo>
                  <a:cubicBezTo>
                    <a:pt x="1326" y="68"/>
                    <a:pt x="1327" y="68"/>
                    <a:pt x="1329" y="68"/>
                  </a:cubicBezTo>
                  <a:cubicBezTo>
                    <a:pt x="1330" y="68"/>
                    <a:pt x="1332" y="68"/>
                    <a:pt x="1333" y="69"/>
                  </a:cubicBezTo>
                  <a:cubicBezTo>
                    <a:pt x="1334" y="70"/>
                    <a:pt x="1335" y="71"/>
                    <a:pt x="1336" y="72"/>
                  </a:cubicBezTo>
                  <a:cubicBezTo>
                    <a:pt x="1337" y="73"/>
                    <a:pt x="1337" y="75"/>
                    <a:pt x="1337" y="76"/>
                  </a:cubicBezTo>
                  <a:cubicBezTo>
                    <a:pt x="1337" y="82"/>
                    <a:pt x="1337" y="89"/>
                    <a:pt x="1336" y="95"/>
                  </a:cubicBezTo>
                  <a:lnTo>
                    <a:pt x="1353" y="95"/>
                  </a:lnTo>
                  <a:cubicBezTo>
                    <a:pt x="1367" y="95"/>
                    <a:pt x="1366" y="76"/>
                    <a:pt x="1355" y="73"/>
                  </a:cubicBezTo>
                  <a:cubicBezTo>
                    <a:pt x="1331" y="65"/>
                    <a:pt x="1308" y="61"/>
                    <a:pt x="1283" y="59"/>
                  </a:cubicBezTo>
                  <a:cubicBezTo>
                    <a:pt x="1241" y="57"/>
                    <a:pt x="1198" y="61"/>
                    <a:pt x="1155" y="59"/>
                  </a:cubicBezTo>
                  <a:lnTo>
                    <a:pt x="1149" y="59"/>
                  </a:lnTo>
                  <a:cubicBezTo>
                    <a:pt x="1146" y="59"/>
                    <a:pt x="1142" y="59"/>
                    <a:pt x="1139" y="59"/>
                  </a:cubicBezTo>
                  <a:cubicBezTo>
                    <a:pt x="1114" y="59"/>
                    <a:pt x="1090" y="57"/>
                    <a:pt x="1065" y="54"/>
                  </a:cubicBezTo>
                  <a:cubicBezTo>
                    <a:pt x="1053" y="51"/>
                    <a:pt x="1040" y="50"/>
                    <a:pt x="1026" y="48"/>
                  </a:cubicBezTo>
                  <a:cubicBezTo>
                    <a:pt x="863" y="48"/>
                    <a:pt x="701" y="25"/>
                    <a:pt x="537" y="26"/>
                  </a:cubicBezTo>
                  <a:cubicBezTo>
                    <a:pt x="482" y="28"/>
                    <a:pt x="427" y="32"/>
                    <a:pt x="373"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5"/>
            <p:cNvSpPr/>
            <p:nvPr/>
          </p:nvSpPr>
          <p:spPr>
            <a:xfrm>
              <a:off x="1729445" y="-858455"/>
              <a:ext cx="14040" cy="11880"/>
            </a:xfrm>
            <a:custGeom>
              <a:rect b="b" l="l" r="r" t="t"/>
              <a:pathLst>
                <a:path extrusionOk="0" h="33" w="39">
                  <a:moveTo>
                    <a:pt x="14" y="31"/>
                  </a:moveTo>
                  <a:cubicBezTo>
                    <a:pt x="22" y="31"/>
                    <a:pt x="29" y="31"/>
                    <a:pt x="37" y="32"/>
                  </a:cubicBezTo>
                  <a:cubicBezTo>
                    <a:pt x="37" y="22"/>
                    <a:pt x="37" y="13"/>
                    <a:pt x="38" y="2"/>
                  </a:cubicBezTo>
                  <a:cubicBezTo>
                    <a:pt x="26" y="2"/>
                    <a:pt x="13" y="1"/>
                    <a:pt x="0" y="0"/>
                  </a:cubicBezTo>
                  <a:cubicBezTo>
                    <a:pt x="1" y="1"/>
                    <a:pt x="1" y="1"/>
                    <a:pt x="1" y="1"/>
                  </a:cubicBezTo>
                  <a:cubicBezTo>
                    <a:pt x="2" y="2"/>
                    <a:pt x="4" y="3"/>
                    <a:pt x="4" y="4"/>
                  </a:cubicBezTo>
                  <a:lnTo>
                    <a:pt x="5" y="4"/>
                  </a:lnTo>
                  <a:cubicBezTo>
                    <a:pt x="9" y="13"/>
                    <a:pt x="13" y="22"/>
                    <a:pt x="1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5"/>
            <p:cNvSpPr/>
            <p:nvPr/>
          </p:nvSpPr>
          <p:spPr>
            <a:xfrm>
              <a:off x="1549805" y="-860615"/>
              <a:ext cx="9720" cy="4320"/>
            </a:xfrm>
            <a:custGeom>
              <a:rect b="b" l="l" r="r" t="t"/>
              <a:pathLst>
                <a:path extrusionOk="0" h="12" w="27">
                  <a:moveTo>
                    <a:pt x="2" y="9"/>
                  </a:moveTo>
                  <a:lnTo>
                    <a:pt x="21" y="11"/>
                  </a:lnTo>
                  <a:cubicBezTo>
                    <a:pt x="22" y="8"/>
                    <a:pt x="22" y="6"/>
                    <a:pt x="24" y="3"/>
                  </a:cubicBezTo>
                  <a:cubicBezTo>
                    <a:pt x="25" y="2"/>
                    <a:pt x="25" y="2"/>
                    <a:pt x="26" y="1"/>
                  </a:cubicBezTo>
                  <a:lnTo>
                    <a:pt x="0" y="0"/>
                  </a:lnTo>
                  <a:cubicBezTo>
                    <a:pt x="0" y="0"/>
                    <a:pt x="1" y="1"/>
                    <a:pt x="1" y="2"/>
                  </a:cubicBezTo>
                  <a:cubicBezTo>
                    <a:pt x="2" y="3"/>
                    <a:pt x="3" y="5"/>
                    <a:pt x="3" y="7"/>
                  </a:cubicBezTo>
                  <a:lnTo>
                    <a:pt x="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5"/>
            <p:cNvSpPr/>
            <p:nvPr/>
          </p:nvSpPr>
          <p:spPr>
            <a:xfrm>
              <a:off x="1564925" y="-860975"/>
              <a:ext cx="161280" cy="13320"/>
            </a:xfrm>
            <a:custGeom>
              <a:rect b="b" l="l" r="r" t="t"/>
              <a:pathLst>
                <a:path extrusionOk="0" h="37" w="448">
                  <a:moveTo>
                    <a:pt x="4" y="14"/>
                  </a:moveTo>
                  <a:lnTo>
                    <a:pt x="34" y="18"/>
                  </a:lnTo>
                  <a:cubicBezTo>
                    <a:pt x="34" y="17"/>
                    <a:pt x="35" y="16"/>
                    <a:pt x="35" y="15"/>
                  </a:cubicBezTo>
                  <a:cubicBezTo>
                    <a:pt x="36" y="14"/>
                    <a:pt x="37" y="12"/>
                    <a:pt x="38" y="11"/>
                  </a:cubicBezTo>
                  <a:cubicBezTo>
                    <a:pt x="38" y="11"/>
                    <a:pt x="39" y="11"/>
                    <a:pt x="40" y="10"/>
                  </a:cubicBezTo>
                  <a:cubicBezTo>
                    <a:pt x="41" y="9"/>
                    <a:pt x="42" y="8"/>
                    <a:pt x="44" y="8"/>
                  </a:cubicBezTo>
                  <a:cubicBezTo>
                    <a:pt x="46" y="8"/>
                    <a:pt x="47" y="9"/>
                    <a:pt x="49" y="10"/>
                  </a:cubicBezTo>
                  <a:lnTo>
                    <a:pt x="50" y="11"/>
                  </a:lnTo>
                  <a:cubicBezTo>
                    <a:pt x="51" y="12"/>
                    <a:pt x="51" y="12"/>
                    <a:pt x="52" y="13"/>
                  </a:cubicBezTo>
                  <a:cubicBezTo>
                    <a:pt x="53" y="15"/>
                    <a:pt x="54" y="17"/>
                    <a:pt x="54" y="19"/>
                  </a:cubicBezTo>
                  <a:lnTo>
                    <a:pt x="71" y="21"/>
                  </a:lnTo>
                  <a:cubicBezTo>
                    <a:pt x="71" y="19"/>
                    <a:pt x="71" y="17"/>
                    <a:pt x="71" y="14"/>
                  </a:cubicBezTo>
                  <a:cubicBezTo>
                    <a:pt x="71" y="13"/>
                    <a:pt x="71" y="12"/>
                    <a:pt x="72" y="11"/>
                  </a:cubicBezTo>
                  <a:cubicBezTo>
                    <a:pt x="73" y="10"/>
                    <a:pt x="73" y="9"/>
                    <a:pt x="75" y="8"/>
                  </a:cubicBezTo>
                  <a:cubicBezTo>
                    <a:pt x="77" y="7"/>
                    <a:pt x="78" y="7"/>
                    <a:pt x="80" y="7"/>
                  </a:cubicBezTo>
                  <a:cubicBezTo>
                    <a:pt x="81" y="7"/>
                    <a:pt x="83" y="7"/>
                    <a:pt x="84" y="8"/>
                  </a:cubicBezTo>
                  <a:cubicBezTo>
                    <a:pt x="85" y="9"/>
                    <a:pt x="87" y="10"/>
                    <a:pt x="87" y="11"/>
                  </a:cubicBezTo>
                  <a:cubicBezTo>
                    <a:pt x="88" y="12"/>
                    <a:pt x="88" y="13"/>
                    <a:pt x="88" y="14"/>
                  </a:cubicBezTo>
                  <a:cubicBezTo>
                    <a:pt x="88" y="17"/>
                    <a:pt x="88" y="20"/>
                    <a:pt x="88" y="23"/>
                  </a:cubicBezTo>
                  <a:lnTo>
                    <a:pt x="106" y="25"/>
                  </a:lnTo>
                  <a:cubicBezTo>
                    <a:pt x="106" y="24"/>
                    <a:pt x="106" y="22"/>
                    <a:pt x="106" y="20"/>
                  </a:cubicBezTo>
                  <a:cubicBezTo>
                    <a:pt x="106" y="18"/>
                    <a:pt x="106" y="17"/>
                    <a:pt x="107" y="15"/>
                  </a:cubicBezTo>
                  <a:cubicBezTo>
                    <a:pt x="108" y="14"/>
                    <a:pt x="109" y="12"/>
                    <a:pt x="111" y="11"/>
                  </a:cubicBezTo>
                  <a:cubicBezTo>
                    <a:pt x="113" y="10"/>
                    <a:pt x="114" y="10"/>
                    <a:pt x="116" y="10"/>
                  </a:cubicBezTo>
                  <a:cubicBezTo>
                    <a:pt x="117" y="10"/>
                    <a:pt x="119" y="10"/>
                    <a:pt x="121" y="11"/>
                  </a:cubicBezTo>
                  <a:cubicBezTo>
                    <a:pt x="123" y="12"/>
                    <a:pt x="123" y="14"/>
                    <a:pt x="124" y="15"/>
                  </a:cubicBezTo>
                  <a:cubicBezTo>
                    <a:pt x="125" y="17"/>
                    <a:pt x="126" y="18"/>
                    <a:pt x="126" y="20"/>
                  </a:cubicBezTo>
                  <a:cubicBezTo>
                    <a:pt x="126" y="22"/>
                    <a:pt x="126" y="24"/>
                    <a:pt x="126" y="27"/>
                  </a:cubicBezTo>
                  <a:cubicBezTo>
                    <a:pt x="141" y="28"/>
                    <a:pt x="158" y="29"/>
                    <a:pt x="174" y="29"/>
                  </a:cubicBezTo>
                  <a:cubicBezTo>
                    <a:pt x="174" y="28"/>
                    <a:pt x="174" y="26"/>
                    <a:pt x="174" y="25"/>
                  </a:cubicBezTo>
                  <a:cubicBezTo>
                    <a:pt x="174" y="24"/>
                    <a:pt x="174" y="24"/>
                    <a:pt x="174" y="23"/>
                  </a:cubicBezTo>
                  <a:cubicBezTo>
                    <a:pt x="175" y="21"/>
                    <a:pt x="176" y="20"/>
                    <a:pt x="178" y="19"/>
                  </a:cubicBezTo>
                  <a:cubicBezTo>
                    <a:pt x="180" y="18"/>
                    <a:pt x="181" y="18"/>
                    <a:pt x="183" y="18"/>
                  </a:cubicBezTo>
                  <a:cubicBezTo>
                    <a:pt x="184" y="18"/>
                    <a:pt x="186" y="18"/>
                    <a:pt x="188" y="19"/>
                  </a:cubicBezTo>
                  <a:cubicBezTo>
                    <a:pt x="190" y="20"/>
                    <a:pt x="191" y="21"/>
                    <a:pt x="192" y="23"/>
                  </a:cubicBezTo>
                  <a:cubicBezTo>
                    <a:pt x="193" y="24"/>
                    <a:pt x="193" y="24"/>
                    <a:pt x="193" y="25"/>
                  </a:cubicBezTo>
                  <a:cubicBezTo>
                    <a:pt x="193" y="27"/>
                    <a:pt x="193" y="28"/>
                    <a:pt x="193" y="30"/>
                  </a:cubicBezTo>
                  <a:lnTo>
                    <a:pt x="295" y="30"/>
                  </a:lnTo>
                  <a:cubicBezTo>
                    <a:pt x="297" y="29"/>
                    <a:pt x="298" y="29"/>
                    <a:pt x="300" y="29"/>
                  </a:cubicBezTo>
                  <a:cubicBezTo>
                    <a:pt x="301" y="29"/>
                    <a:pt x="303" y="29"/>
                    <a:pt x="304" y="30"/>
                  </a:cubicBezTo>
                  <a:lnTo>
                    <a:pt x="340" y="30"/>
                  </a:lnTo>
                  <a:cubicBezTo>
                    <a:pt x="341" y="29"/>
                    <a:pt x="341" y="28"/>
                    <a:pt x="342" y="27"/>
                  </a:cubicBezTo>
                  <a:cubicBezTo>
                    <a:pt x="342" y="27"/>
                    <a:pt x="342" y="26"/>
                    <a:pt x="343" y="26"/>
                  </a:cubicBezTo>
                  <a:cubicBezTo>
                    <a:pt x="343" y="25"/>
                    <a:pt x="344" y="25"/>
                    <a:pt x="345" y="24"/>
                  </a:cubicBezTo>
                  <a:cubicBezTo>
                    <a:pt x="346" y="23"/>
                    <a:pt x="347" y="23"/>
                    <a:pt x="348" y="23"/>
                  </a:cubicBezTo>
                  <a:cubicBezTo>
                    <a:pt x="349" y="23"/>
                    <a:pt x="350" y="23"/>
                    <a:pt x="351" y="24"/>
                  </a:cubicBezTo>
                  <a:cubicBezTo>
                    <a:pt x="352" y="25"/>
                    <a:pt x="352" y="25"/>
                    <a:pt x="353" y="26"/>
                  </a:cubicBezTo>
                  <a:cubicBezTo>
                    <a:pt x="354" y="27"/>
                    <a:pt x="354" y="29"/>
                    <a:pt x="355" y="30"/>
                  </a:cubicBezTo>
                  <a:cubicBezTo>
                    <a:pt x="365" y="30"/>
                    <a:pt x="374" y="31"/>
                    <a:pt x="385" y="32"/>
                  </a:cubicBezTo>
                  <a:cubicBezTo>
                    <a:pt x="385" y="29"/>
                    <a:pt x="385" y="27"/>
                    <a:pt x="387" y="24"/>
                  </a:cubicBezTo>
                  <a:cubicBezTo>
                    <a:pt x="387" y="23"/>
                    <a:pt x="387" y="22"/>
                    <a:pt x="388" y="21"/>
                  </a:cubicBezTo>
                  <a:cubicBezTo>
                    <a:pt x="388" y="20"/>
                    <a:pt x="390" y="19"/>
                    <a:pt x="391" y="18"/>
                  </a:cubicBezTo>
                  <a:cubicBezTo>
                    <a:pt x="392" y="17"/>
                    <a:pt x="394" y="17"/>
                    <a:pt x="396" y="17"/>
                  </a:cubicBezTo>
                  <a:cubicBezTo>
                    <a:pt x="397" y="17"/>
                    <a:pt x="398" y="17"/>
                    <a:pt x="400" y="18"/>
                  </a:cubicBezTo>
                  <a:cubicBezTo>
                    <a:pt x="401" y="19"/>
                    <a:pt x="403" y="20"/>
                    <a:pt x="404" y="21"/>
                  </a:cubicBezTo>
                  <a:cubicBezTo>
                    <a:pt x="404" y="22"/>
                    <a:pt x="405" y="23"/>
                    <a:pt x="405" y="24"/>
                  </a:cubicBezTo>
                  <a:cubicBezTo>
                    <a:pt x="405" y="28"/>
                    <a:pt x="406" y="31"/>
                    <a:pt x="406" y="35"/>
                  </a:cubicBezTo>
                  <a:lnTo>
                    <a:pt x="427" y="36"/>
                  </a:lnTo>
                  <a:lnTo>
                    <a:pt x="442" y="36"/>
                  </a:lnTo>
                  <a:cubicBezTo>
                    <a:pt x="441" y="32"/>
                    <a:pt x="441" y="28"/>
                    <a:pt x="441" y="24"/>
                  </a:cubicBezTo>
                  <a:cubicBezTo>
                    <a:pt x="441" y="20"/>
                    <a:pt x="441" y="16"/>
                    <a:pt x="442" y="12"/>
                  </a:cubicBezTo>
                  <a:cubicBezTo>
                    <a:pt x="442" y="11"/>
                    <a:pt x="442" y="11"/>
                    <a:pt x="443" y="10"/>
                  </a:cubicBezTo>
                  <a:cubicBezTo>
                    <a:pt x="445" y="8"/>
                    <a:pt x="445" y="7"/>
                    <a:pt x="446" y="6"/>
                  </a:cubicBezTo>
                  <a:lnTo>
                    <a:pt x="447" y="6"/>
                  </a:lnTo>
                  <a:cubicBezTo>
                    <a:pt x="399" y="6"/>
                    <a:pt x="349" y="9"/>
                    <a:pt x="302" y="10"/>
                  </a:cubicBezTo>
                  <a:cubicBezTo>
                    <a:pt x="215" y="10"/>
                    <a:pt x="129" y="0"/>
                    <a:pt x="41" y="1"/>
                  </a:cubicBezTo>
                  <a:cubicBezTo>
                    <a:pt x="27" y="1"/>
                    <a:pt x="13" y="1"/>
                    <a:pt x="0" y="1"/>
                  </a:cubicBezTo>
                  <a:cubicBezTo>
                    <a:pt x="0" y="2"/>
                    <a:pt x="1" y="3"/>
                    <a:pt x="2" y="4"/>
                  </a:cubicBezTo>
                  <a:cubicBezTo>
                    <a:pt x="3" y="6"/>
                    <a:pt x="3" y="8"/>
                    <a:pt x="3" y="10"/>
                  </a:cubicBezTo>
                  <a:lnTo>
                    <a:pt x="3" y="11"/>
                  </a:lnTo>
                  <a:lnTo>
                    <a:pt x="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5"/>
            <p:cNvSpPr/>
            <p:nvPr/>
          </p:nvSpPr>
          <p:spPr>
            <a:xfrm>
              <a:off x="1431365" y="-852335"/>
              <a:ext cx="7920" cy="9000"/>
            </a:xfrm>
            <a:custGeom>
              <a:rect b="b" l="l" r="r" t="t"/>
              <a:pathLst>
                <a:path extrusionOk="0" h="25" w="22">
                  <a:moveTo>
                    <a:pt x="2" y="23"/>
                  </a:moveTo>
                  <a:cubicBezTo>
                    <a:pt x="3" y="24"/>
                    <a:pt x="4" y="24"/>
                    <a:pt x="6" y="24"/>
                  </a:cubicBezTo>
                  <a:cubicBezTo>
                    <a:pt x="7" y="24"/>
                    <a:pt x="8" y="24"/>
                    <a:pt x="9" y="23"/>
                  </a:cubicBezTo>
                  <a:cubicBezTo>
                    <a:pt x="12" y="22"/>
                    <a:pt x="14" y="21"/>
                    <a:pt x="17" y="20"/>
                  </a:cubicBezTo>
                  <a:cubicBezTo>
                    <a:pt x="18" y="19"/>
                    <a:pt x="20" y="18"/>
                    <a:pt x="21" y="17"/>
                  </a:cubicBezTo>
                  <a:cubicBezTo>
                    <a:pt x="20" y="11"/>
                    <a:pt x="19" y="6"/>
                    <a:pt x="18" y="0"/>
                  </a:cubicBezTo>
                  <a:cubicBezTo>
                    <a:pt x="16" y="1"/>
                    <a:pt x="15" y="2"/>
                    <a:pt x="14" y="3"/>
                  </a:cubicBezTo>
                  <a:cubicBezTo>
                    <a:pt x="9" y="6"/>
                    <a:pt x="5" y="8"/>
                    <a:pt x="0" y="9"/>
                  </a:cubicBezTo>
                  <a:cubicBezTo>
                    <a:pt x="0" y="14"/>
                    <a:pt x="1" y="19"/>
                    <a:pt x="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5"/>
            <p:cNvSpPr/>
            <p:nvPr/>
          </p:nvSpPr>
          <p:spPr>
            <a:xfrm>
              <a:off x="1445045" y="-855575"/>
              <a:ext cx="8280" cy="4680"/>
            </a:xfrm>
            <a:custGeom>
              <a:rect b="b" l="l" r="r" t="t"/>
              <a:pathLst>
                <a:path extrusionOk="0" h="13" w="23">
                  <a:moveTo>
                    <a:pt x="0" y="0"/>
                  </a:moveTo>
                  <a:lnTo>
                    <a:pt x="2" y="12"/>
                  </a:lnTo>
                  <a:cubicBezTo>
                    <a:pt x="6" y="9"/>
                    <a:pt x="11" y="6"/>
                    <a:pt x="15" y="4"/>
                  </a:cubicBezTo>
                  <a:cubicBezTo>
                    <a:pt x="17" y="2"/>
                    <a:pt x="20" y="1"/>
                    <a:pt x="22" y="0"/>
                  </a:cubicBezTo>
                  <a:cubicBezTo>
                    <a:pt x="18" y="0"/>
                    <a:pt x="15" y="0"/>
                    <a:pt x="11" y="0"/>
                  </a:cubicBezTo>
                  <a:cubicBezTo>
                    <a:pt x="7" y="0"/>
                    <a:pt x="4"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5"/>
            <p:cNvSpPr/>
            <p:nvPr/>
          </p:nvSpPr>
          <p:spPr>
            <a:xfrm>
              <a:off x="1461245" y="-860615"/>
              <a:ext cx="9720" cy="3240"/>
            </a:xfrm>
            <a:custGeom>
              <a:rect b="b" l="l" r="r" t="t"/>
              <a:pathLst>
                <a:path extrusionOk="0" h="9" w="27">
                  <a:moveTo>
                    <a:pt x="0" y="6"/>
                  </a:moveTo>
                  <a:lnTo>
                    <a:pt x="0" y="8"/>
                  </a:lnTo>
                  <a:cubicBezTo>
                    <a:pt x="9" y="8"/>
                    <a:pt x="17" y="8"/>
                    <a:pt x="26" y="7"/>
                  </a:cubicBezTo>
                  <a:cubicBezTo>
                    <a:pt x="26" y="6"/>
                    <a:pt x="26" y="4"/>
                    <a:pt x="26" y="3"/>
                  </a:cubicBezTo>
                  <a:lnTo>
                    <a:pt x="3" y="0"/>
                  </a:lnTo>
                  <a:cubicBezTo>
                    <a:pt x="3" y="2"/>
                    <a:pt x="2" y="3"/>
                    <a:pt x="1"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5"/>
            <p:cNvSpPr/>
            <p:nvPr/>
          </p:nvSpPr>
          <p:spPr>
            <a:xfrm>
              <a:off x="1459805" y="-869975"/>
              <a:ext cx="10800" cy="10800"/>
            </a:xfrm>
            <a:custGeom>
              <a:rect b="b" l="l" r="r" t="t"/>
              <a:pathLst>
                <a:path extrusionOk="0" h="30" w="30">
                  <a:moveTo>
                    <a:pt x="6" y="26"/>
                  </a:moveTo>
                  <a:lnTo>
                    <a:pt x="29" y="29"/>
                  </a:lnTo>
                  <a:lnTo>
                    <a:pt x="29" y="27"/>
                  </a:lnTo>
                  <a:cubicBezTo>
                    <a:pt x="28" y="20"/>
                    <a:pt x="25" y="13"/>
                    <a:pt x="22" y="7"/>
                  </a:cubicBezTo>
                  <a:cubicBezTo>
                    <a:pt x="21" y="5"/>
                    <a:pt x="20" y="4"/>
                    <a:pt x="19" y="2"/>
                  </a:cubicBezTo>
                  <a:cubicBezTo>
                    <a:pt x="18" y="1"/>
                    <a:pt x="17" y="1"/>
                    <a:pt x="16" y="0"/>
                  </a:cubicBezTo>
                  <a:cubicBezTo>
                    <a:pt x="11" y="0"/>
                    <a:pt x="6" y="2"/>
                    <a:pt x="1" y="3"/>
                  </a:cubicBezTo>
                  <a:lnTo>
                    <a:pt x="0" y="4"/>
                  </a:lnTo>
                  <a:cubicBezTo>
                    <a:pt x="0" y="5"/>
                    <a:pt x="0" y="5"/>
                    <a:pt x="0" y="5"/>
                  </a:cubicBezTo>
                  <a:cubicBezTo>
                    <a:pt x="2" y="7"/>
                    <a:pt x="3" y="8"/>
                    <a:pt x="4" y="10"/>
                  </a:cubicBezTo>
                  <a:cubicBezTo>
                    <a:pt x="6" y="13"/>
                    <a:pt x="7" y="17"/>
                    <a:pt x="7" y="20"/>
                  </a:cubicBezTo>
                  <a:cubicBezTo>
                    <a:pt x="7" y="22"/>
                    <a:pt x="7" y="24"/>
                    <a:pt x="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5"/>
            <p:cNvSpPr/>
            <p:nvPr/>
          </p:nvSpPr>
          <p:spPr>
            <a:xfrm>
              <a:off x="1472765" y="-859175"/>
              <a:ext cx="7920" cy="1440"/>
            </a:xfrm>
            <a:custGeom>
              <a:rect b="b" l="l" r="r" t="t"/>
              <a:pathLst>
                <a:path extrusionOk="0" h="4" w="22">
                  <a:moveTo>
                    <a:pt x="21" y="3"/>
                  </a:moveTo>
                  <a:lnTo>
                    <a:pt x="0" y="0"/>
                  </a:lnTo>
                  <a:cubicBezTo>
                    <a:pt x="1" y="0"/>
                    <a:pt x="1" y="1"/>
                    <a:pt x="1" y="1"/>
                  </a:cubicBezTo>
                  <a:cubicBezTo>
                    <a:pt x="1" y="2"/>
                    <a:pt x="2" y="2"/>
                    <a:pt x="2"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5"/>
            <p:cNvSpPr/>
            <p:nvPr/>
          </p:nvSpPr>
          <p:spPr>
            <a:xfrm>
              <a:off x="1472405" y="-868175"/>
              <a:ext cx="10440" cy="10080"/>
            </a:xfrm>
            <a:custGeom>
              <a:rect b="b" l="l" r="r" t="t"/>
              <a:pathLst>
                <a:path extrusionOk="0" h="28" w="29">
                  <a:moveTo>
                    <a:pt x="28" y="27"/>
                  </a:moveTo>
                  <a:cubicBezTo>
                    <a:pt x="25" y="14"/>
                    <a:pt x="18" y="0"/>
                    <a:pt x="5" y="10"/>
                  </a:cubicBezTo>
                  <a:cubicBezTo>
                    <a:pt x="4" y="11"/>
                    <a:pt x="3" y="12"/>
                    <a:pt x="2" y="13"/>
                  </a:cubicBezTo>
                  <a:cubicBezTo>
                    <a:pt x="1" y="15"/>
                    <a:pt x="0" y="17"/>
                    <a:pt x="0" y="19"/>
                  </a:cubicBezTo>
                  <a:cubicBezTo>
                    <a:pt x="0" y="21"/>
                    <a:pt x="0" y="22"/>
                    <a:pt x="1" y="24"/>
                  </a:cubicBezTo>
                  <a:lnTo>
                    <a:pt x="22" y="27"/>
                  </a:lnTo>
                  <a:lnTo>
                    <a:pt x="28"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5"/>
            <p:cNvSpPr/>
            <p:nvPr/>
          </p:nvSpPr>
          <p:spPr>
            <a:xfrm>
              <a:off x="1513445" y="-864575"/>
              <a:ext cx="3240" cy="720"/>
            </a:xfrm>
            <a:custGeom>
              <a:rect b="b" l="l" r="r" t="t"/>
              <a:pathLst>
                <a:path extrusionOk="0" h="2" w="9">
                  <a:moveTo>
                    <a:pt x="0" y="1"/>
                  </a:moveTo>
                  <a:lnTo>
                    <a:pt x="8" y="1"/>
                  </a:lnTo>
                  <a:cubicBezTo>
                    <a:pt x="6" y="1"/>
                    <a:pt x="5" y="0"/>
                    <a:pt x="4" y="0"/>
                  </a:cubicBezTo>
                  <a:cubicBezTo>
                    <a:pt x="3" y="0"/>
                    <a:pt x="1"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5"/>
            <p:cNvSpPr/>
            <p:nvPr/>
          </p:nvSpPr>
          <p:spPr>
            <a:xfrm>
              <a:off x="1509125" y="-863855"/>
              <a:ext cx="10440" cy="6840"/>
            </a:xfrm>
            <a:custGeom>
              <a:rect b="b" l="l" r="r" t="t"/>
              <a:pathLst>
                <a:path extrusionOk="0" h="19" w="29">
                  <a:moveTo>
                    <a:pt x="28" y="14"/>
                  </a:moveTo>
                  <a:cubicBezTo>
                    <a:pt x="28" y="13"/>
                    <a:pt x="28" y="13"/>
                    <a:pt x="28" y="12"/>
                  </a:cubicBezTo>
                  <a:cubicBezTo>
                    <a:pt x="28" y="10"/>
                    <a:pt x="27" y="8"/>
                    <a:pt x="26" y="5"/>
                  </a:cubicBezTo>
                  <a:cubicBezTo>
                    <a:pt x="25" y="3"/>
                    <a:pt x="23" y="2"/>
                    <a:pt x="21" y="0"/>
                  </a:cubicBezTo>
                  <a:lnTo>
                    <a:pt x="20" y="0"/>
                  </a:lnTo>
                  <a:lnTo>
                    <a:pt x="12" y="0"/>
                  </a:lnTo>
                  <a:cubicBezTo>
                    <a:pt x="10" y="0"/>
                    <a:pt x="8" y="0"/>
                    <a:pt x="6" y="1"/>
                  </a:cubicBezTo>
                  <a:cubicBezTo>
                    <a:pt x="4" y="3"/>
                    <a:pt x="4" y="4"/>
                    <a:pt x="2" y="6"/>
                  </a:cubicBezTo>
                  <a:cubicBezTo>
                    <a:pt x="0" y="8"/>
                    <a:pt x="0" y="10"/>
                    <a:pt x="0" y="13"/>
                  </a:cubicBezTo>
                  <a:lnTo>
                    <a:pt x="0" y="14"/>
                  </a:lnTo>
                  <a:cubicBezTo>
                    <a:pt x="0" y="16"/>
                    <a:pt x="0" y="17"/>
                    <a:pt x="0" y="18"/>
                  </a:cubicBezTo>
                  <a:lnTo>
                    <a:pt x="27" y="18"/>
                  </a:lnTo>
                  <a:cubicBezTo>
                    <a:pt x="27" y="18"/>
                    <a:pt x="28" y="15"/>
                    <a:pt x="28"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5"/>
            <p:cNvSpPr/>
            <p:nvPr/>
          </p:nvSpPr>
          <p:spPr>
            <a:xfrm>
              <a:off x="1543685" y="-862415"/>
              <a:ext cx="6120" cy="1800"/>
            </a:xfrm>
            <a:custGeom>
              <a:rect b="b" l="l" r="r" t="t"/>
              <a:pathLst>
                <a:path extrusionOk="0" h="5" w="17">
                  <a:moveTo>
                    <a:pt x="0" y="3"/>
                  </a:moveTo>
                  <a:lnTo>
                    <a:pt x="16" y="4"/>
                  </a:lnTo>
                  <a:cubicBezTo>
                    <a:pt x="16" y="3"/>
                    <a:pt x="15" y="3"/>
                    <a:pt x="14" y="2"/>
                  </a:cubicBezTo>
                  <a:cubicBezTo>
                    <a:pt x="12" y="1"/>
                    <a:pt x="10" y="0"/>
                    <a:pt x="8" y="0"/>
                  </a:cubicBezTo>
                  <a:cubicBezTo>
                    <a:pt x="5" y="0"/>
                    <a:pt x="3" y="1"/>
                    <a:pt x="1" y="2"/>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5"/>
            <p:cNvSpPr/>
            <p:nvPr/>
          </p:nvSpPr>
          <p:spPr>
            <a:xfrm>
              <a:off x="1541525" y="-860975"/>
              <a:ext cx="9360" cy="3960"/>
            </a:xfrm>
            <a:custGeom>
              <a:rect b="b" l="l" r="r" t="t"/>
              <a:pathLst>
                <a:path extrusionOk="0" h="11" w="26">
                  <a:moveTo>
                    <a:pt x="0" y="9"/>
                  </a:moveTo>
                  <a:lnTo>
                    <a:pt x="25" y="10"/>
                  </a:lnTo>
                  <a:cubicBezTo>
                    <a:pt x="25" y="10"/>
                    <a:pt x="25" y="9"/>
                    <a:pt x="25" y="8"/>
                  </a:cubicBezTo>
                  <a:cubicBezTo>
                    <a:pt x="25" y="6"/>
                    <a:pt x="24" y="4"/>
                    <a:pt x="23" y="3"/>
                  </a:cubicBezTo>
                  <a:cubicBezTo>
                    <a:pt x="23" y="2"/>
                    <a:pt x="22" y="1"/>
                    <a:pt x="22" y="1"/>
                  </a:cubicBezTo>
                  <a:lnTo>
                    <a:pt x="6" y="0"/>
                  </a:lnTo>
                  <a:cubicBezTo>
                    <a:pt x="4" y="1"/>
                    <a:pt x="3" y="2"/>
                    <a:pt x="2" y="4"/>
                  </a:cubicBezTo>
                  <a:cubicBezTo>
                    <a:pt x="1" y="6"/>
                    <a:pt x="0" y="7"/>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5"/>
            <p:cNvSpPr/>
            <p:nvPr/>
          </p:nvSpPr>
          <p:spPr>
            <a:xfrm>
              <a:off x="1558805" y="-861695"/>
              <a:ext cx="6840" cy="1800"/>
            </a:xfrm>
            <a:custGeom>
              <a:rect b="b" l="l" r="r" t="t"/>
              <a:pathLst>
                <a:path extrusionOk="0" h="5" w="19">
                  <a:moveTo>
                    <a:pt x="15" y="3"/>
                  </a:moveTo>
                  <a:cubicBezTo>
                    <a:pt x="15" y="2"/>
                    <a:pt x="15" y="2"/>
                    <a:pt x="14" y="1"/>
                  </a:cubicBezTo>
                  <a:cubicBezTo>
                    <a:pt x="12" y="0"/>
                    <a:pt x="10" y="0"/>
                    <a:pt x="8" y="0"/>
                  </a:cubicBezTo>
                  <a:cubicBezTo>
                    <a:pt x="6" y="0"/>
                    <a:pt x="5" y="0"/>
                    <a:pt x="3" y="1"/>
                  </a:cubicBezTo>
                  <a:cubicBezTo>
                    <a:pt x="2" y="2"/>
                    <a:pt x="0" y="3"/>
                    <a:pt x="0" y="4"/>
                  </a:cubicBezTo>
                  <a:lnTo>
                    <a:pt x="18" y="4"/>
                  </a:lnTo>
                  <a:cubicBezTo>
                    <a:pt x="17" y="4"/>
                    <a:pt x="16" y="3"/>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5"/>
            <p:cNvSpPr/>
            <p:nvPr/>
          </p:nvSpPr>
          <p:spPr>
            <a:xfrm>
              <a:off x="1557005" y="-859895"/>
              <a:ext cx="9720" cy="4320"/>
            </a:xfrm>
            <a:custGeom>
              <a:rect b="b" l="l" r="r" t="t"/>
              <a:pathLst>
                <a:path extrusionOk="0" h="12" w="27">
                  <a:moveTo>
                    <a:pt x="26" y="11"/>
                  </a:moveTo>
                  <a:lnTo>
                    <a:pt x="26" y="9"/>
                  </a:lnTo>
                  <a:cubicBezTo>
                    <a:pt x="26" y="7"/>
                    <a:pt x="26" y="4"/>
                    <a:pt x="25" y="3"/>
                  </a:cubicBezTo>
                  <a:cubicBezTo>
                    <a:pt x="24" y="2"/>
                    <a:pt x="24" y="1"/>
                    <a:pt x="23" y="0"/>
                  </a:cubicBezTo>
                  <a:lnTo>
                    <a:pt x="5" y="0"/>
                  </a:lnTo>
                  <a:cubicBezTo>
                    <a:pt x="4" y="1"/>
                    <a:pt x="4" y="1"/>
                    <a:pt x="3" y="2"/>
                  </a:cubicBezTo>
                  <a:cubicBezTo>
                    <a:pt x="2" y="4"/>
                    <a:pt x="1" y="7"/>
                    <a:pt x="0" y="9"/>
                  </a:cubicBezTo>
                  <a:lnTo>
                    <a:pt x="26"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5"/>
            <p:cNvSpPr/>
            <p:nvPr/>
          </p:nvSpPr>
          <p:spPr>
            <a:xfrm>
              <a:off x="1577165" y="-857735"/>
              <a:ext cx="7200" cy="4680"/>
            </a:xfrm>
            <a:custGeom>
              <a:rect b="b" l="l" r="r" t="t"/>
              <a:pathLst>
                <a:path extrusionOk="0" h="13" w="20">
                  <a:moveTo>
                    <a:pt x="16" y="3"/>
                  </a:moveTo>
                  <a:cubicBezTo>
                    <a:pt x="16" y="2"/>
                    <a:pt x="16" y="1"/>
                    <a:pt x="15" y="1"/>
                  </a:cubicBezTo>
                  <a:cubicBezTo>
                    <a:pt x="13" y="0"/>
                    <a:pt x="12" y="0"/>
                    <a:pt x="10" y="0"/>
                  </a:cubicBezTo>
                  <a:cubicBezTo>
                    <a:pt x="8" y="0"/>
                    <a:pt x="7" y="1"/>
                    <a:pt x="6" y="1"/>
                  </a:cubicBezTo>
                  <a:cubicBezTo>
                    <a:pt x="5" y="2"/>
                    <a:pt x="4" y="2"/>
                    <a:pt x="4" y="3"/>
                  </a:cubicBezTo>
                  <a:cubicBezTo>
                    <a:pt x="3" y="4"/>
                    <a:pt x="2" y="5"/>
                    <a:pt x="1" y="7"/>
                  </a:cubicBezTo>
                  <a:cubicBezTo>
                    <a:pt x="1" y="8"/>
                    <a:pt x="0" y="8"/>
                    <a:pt x="0" y="9"/>
                  </a:cubicBezTo>
                  <a:lnTo>
                    <a:pt x="19" y="12"/>
                  </a:lnTo>
                  <a:cubicBezTo>
                    <a:pt x="19" y="9"/>
                    <a:pt x="18" y="6"/>
                    <a:pt x="1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5"/>
            <p:cNvSpPr/>
            <p:nvPr/>
          </p:nvSpPr>
          <p:spPr>
            <a:xfrm>
              <a:off x="1429925" y="-849095"/>
              <a:ext cx="2520" cy="5400"/>
            </a:xfrm>
            <a:custGeom>
              <a:rect b="b" l="l" r="r" t="t"/>
              <a:pathLst>
                <a:path extrusionOk="0" h="15" w="7">
                  <a:moveTo>
                    <a:pt x="3" y="1"/>
                  </a:moveTo>
                  <a:cubicBezTo>
                    <a:pt x="2" y="1"/>
                    <a:pt x="2" y="2"/>
                    <a:pt x="1" y="3"/>
                  </a:cubicBezTo>
                  <a:cubicBezTo>
                    <a:pt x="0" y="4"/>
                    <a:pt x="0" y="5"/>
                    <a:pt x="0" y="7"/>
                  </a:cubicBezTo>
                  <a:cubicBezTo>
                    <a:pt x="0" y="8"/>
                    <a:pt x="0" y="10"/>
                    <a:pt x="1" y="11"/>
                  </a:cubicBezTo>
                  <a:cubicBezTo>
                    <a:pt x="2" y="12"/>
                    <a:pt x="3" y="13"/>
                    <a:pt x="4" y="14"/>
                  </a:cubicBezTo>
                  <a:cubicBezTo>
                    <a:pt x="5" y="14"/>
                    <a:pt x="5" y="14"/>
                    <a:pt x="6" y="14"/>
                  </a:cubicBezTo>
                  <a:cubicBezTo>
                    <a:pt x="6" y="10"/>
                    <a:pt x="4" y="5"/>
                    <a:pt x="3"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5"/>
            <p:cNvSpPr/>
            <p:nvPr/>
          </p:nvSpPr>
          <p:spPr>
            <a:xfrm>
              <a:off x="1590485" y="-858095"/>
              <a:ext cx="6840" cy="6480"/>
            </a:xfrm>
            <a:custGeom>
              <a:rect b="b" l="l" r="r" t="t"/>
              <a:pathLst>
                <a:path extrusionOk="0" h="18" w="19">
                  <a:moveTo>
                    <a:pt x="18" y="8"/>
                  </a:moveTo>
                  <a:cubicBezTo>
                    <a:pt x="17" y="7"/>
                    <a:pt x="16" y="6"/>
                    <a:pt x="16" y="5"/>
                  </a:cubicBezTo>
                  <a:cubicBezTo>
                    <a:pt x="15" y="3"/>
                    <a:pt x="15" y="2"/>
                    <a:pt x="13" y="1"/>
                  </a:cubicBezTo>
                  <a:cubicBezTo>
                    <a:pt x="11" y="0"/>
                    <a:pt x="10" y="0"/>
                    <a:pt x="9" y="0"/>
                  </a:cubicBezTo>
                  <a:cubicBezTo>
                    <a:pt x="7" y="0"/>
                    <a:pt x="6" y="0"/>
                    <a:pt x="4" y="1"/>
                  </a:cubicBezTo>
                  <a:cubicBezTo>
                    <a:pt x="2" y="2"/>
                    <a:pt x="2" y="3"/>
                    <a:pt x="1" y="5"/>
                  </a:cubicBezTo>
                  <a:cubicBezTo>
                    <a:pt x="1" y="5"/>
                    <a:pt x="0" y="7"/>
                    <a:pt x="0" y="8"/>
                  </a:cubicBezTo>
                  <a:cubicBezTo>
                    <a:pt x="0" y="10"/>
                    <a:pt x="0" y="12"/>
                    <a:pt x="0" y="15"/>
                  </a:cubicBezTo>
                  <a:lnTo>
                    <a:pt x="18" y="17"/>
                  </a:lnTo>
                  <a:cubicBezTo>
                    <a:pt x="17" y="14"/>
                    <a:pt x="18" y="11"/>
                    <a:pt x="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5"/>
            <p:cNvSpPr/>
            <p:nvPr/>
          </p:nvSpPr>
          <p:spPr>
            <a:xfrm>
              <a:off x="1603085" y="-856655"/>
              <a:ext cx="7560" cy="6480"/>
            </a:xfrm>
            <a:custGeom>
              <a:rect b="b" l="l" r="r" t="t"/>
              <a:pathLst>
                <a:path extrusionOk="0" h="18" w="21">
                  <a:moveTo>
                    <a:pt x="19" y="9"/>
                  </a:moveTo>
                  <a:cubicBezTo>
                    <a:pt x="19" y="8"/>
                    <a:pt x="19" y="6"/>
                    <a:pt x="18" y="4"/>
                  </a:cubicBezTo>
                  <a:cubicBezTo>
                    <a:pt x="17" y="2"/>
                    <a:pt x="16" y="2"/>
                    <a:pt x="14" y="1"/>
                  </a:cubicBezTo>
                  <a:cubicBezTo>
                    <a:pt x="12" y="0"/>
                    <a:pt x="10" y="0"/>
                    <a:pt x="9" y="0"/>
                  </a:cubicBezTo>
                  <a:cubicBezTo>
                    <a:pt x="7" y="0"/>
                    <a:pt x="7" y="0"/>
                    <a:pt x="5" y="1"/>
                  </a:cubicBezTo>
                  <a:cubicBezTo>
                    <a:pt x="3" y="2"/>
                    <a:pt x="2" y="2"/>
                    <a:pt x="1" y="4"/>
                  </a:cubicBezTo>
                  <a:cubicBezTo>
                    <a:pt x="0" y="6"/>
                    <a:pt x="0" y="8"/>
                    <a:pt x="0" y="9"/>
                  </a:cubicBezTo>
                  <a:cubicBezTo>
                    <a:pt x="0" y="11"/>
                    <a:pt x="0" y="13"/>
                    <a:pt x="0" y="15"/>
                  </a:cubicBezTo>
                  <a:lnTo>
                    <a:pt x="19" y="17"/>
                  </a:lnTo>
                  <a:cubicBezTo>
                    <a:pt x="20" y="14"/>
                    <a:pt x="20" y="12"/>
                    <a:pt x="19"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5"/>
            <p:cNvSpPr/>
            <p:nvPr/>
          </p:nvSpPr>
          <p:spPr>
            <a:xfrm>
              <a:off x="1627925" y="-854135"/>
              <a:ext cx="7200" cy="5040"/>
            </a:xfrm>
            <a:custGeom>
              <a:rect b="b" l="l" r="r" t="t"/>
              <a:pathLst>
                <a:path extrusionOk="0" h="14" w="20">
                  <a:moveTo>
                    <a:pt x="19" y="13"/>
                  </a:moveTo>
                  <a:cubicBezTo>
                    <a:pt x="19" y="11"/>
                    <a:pt x="19" y="9"/>
                    <a:pt x="19" y="8"/>
                  </a:cubicBezTo>
                  <a:cubicBezTo>
                    <a:pt x="19" y="7"/>
                    <a:pt x="19" y="6"/>
                    <a:pt x="18" y="5"/>
                  </a:cubicBezTo>
                  <a:cubicBezTo>
                    <a:pt x="17" y="4"/>
                    <a:pt x="17" y="3"/>
                    <a:pt x="15" y="2"/>
                  </a:cubicBezTo>
                  <a:cubicBezTo>
                    <a:pt x="13" y="1"/>
                    <a:pt x="11" y="0"/>
                    <a:pt x="10" y="0"/>
                  </a:cubicBezTo>
                  <a:cubicBezTo>
                    <a:pt x="8" y="0"/>
                    <a:pt x="6" y="1"/>
                    <a:pt x="4" y="2"/>
                  </a:cubicBezTo>
                  <a:cubicBezTo>
                    <a:pt x="2" y="3"/>
                    <a:pt x="2" y="4"/>
                    <a:pt x="1" y="5"/>
                  </a:cubicBezTo>
                  <a:cubicBezTo>
                    <a:pt x="0" y="6"/>
                    <a:pt x="0" y="7"/>
                    <a:pt x="0" y="8"/>
                  </a:cubicBezTo>
                  <a:cubicBezTo>
                    <a:pt x="0" y="9"/>
                    <a:pt x="0" y="10"/>
                    <a:pt x="0" y="12"/>
                  </a:cubicBezTo>
                  <a:lnTo>
                    <a:pt x="9" y="12"/>
                  </a:lnTo>
                  <a:lnTo>
                    <a:pt x="19"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5"/>
            <p:cNvSpPr/>
            <p:nvPr/>
          </p:nvSpPr>
          <p:spPr>
            <a:xfrm>
              <a:off x="1671485" y="-849815"/>
              <a:ext cx="3600" cy="720"/>
            </a:xfrm>
            <a:custGeom>
              <a:rect b="b" l="l" r="r" t="t"/>
              <a:pathLst>
                <a:path extrusionOk="0" h="2" w="10">
                  <a:moveTo>
                    <a:pt x="0" y="1"/>
                  </a:moveTo>
                  <a:lnTo>
                    <a:pt x="9" y="1"/>
                  </a:lnTo>
                  <a:cubicBezTo>
                    <a:pt x="8" y="1"/>
                    <a:pt x="6" y="0"/>
                    <a:pt x="5" y="0"/>
                  </a:cubicBezTo>
                  <a:cubicBezTo>
                    <a:pt x="3" y="0"/>
                    <a:pt x="2"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5"/>
            <p:cNvSpPr/>
            <p:nvPr/>
          </p:nvSpPr>
          <p:spPr>
            <a:xfrm>
              <a:off x="1687685" y="-851615"/>
              <a:ext cx="5400" cy="2880"/>
            </a:xfrm>
            <a:custGeom>
              <a:rect b="b" l="l" r="r" t="t"/>
              <a:pathLst>
                <a:path extrusionOk="0" h="8" w="15">
                  <a:moveTo>
                    <a:pt x="14" y="7"/>
                  </a:moveTo>
                  <a:cubicBezTo>
                    <a:pt x="14" y="6"/>
                    <a:pt x="13" y="4"/>
                    <a:pt x="12" y="3"/>
                  </a:cubicBezTo>
                  <a:cubicBezTo>
                    <a:pt x="12" y="2"/>
                    <a:pt x="11" y="1"/>
                    <a:pt x="10" y="1"/>
                  </a:cubicBezTo>
                  <a:cubicBezTo>
                    <a:pt x="9" y="0"/>
                    <a:pt x="8" y="0"/>
                    <a:pt x="7" y="0"/>
                  </a:cubicBezTo>
                  <a:cubicBezTo>
                    <a:pt x="6" y="0"/>
                    <a:pt x="5" y="0"/>
                    <a:pt x="4" y="1"/>
                  </a:cubicBezTo>
                  <a:cubicBezTo>
                    <a:pt x="3" y="1"/>
                    <a:pt x="3" y="2"/>
                    <a:pt x="2" y="3"/>
                  </a:cubicBezTo>
                  <a:lnTo>
                    <a:pt x="1" y="4"/>
                  </a:lnTo>
                  <a:cubicBezTo>
                    <a:pt x="1" y="5"/>
                    <a:pt x="0" y="6"/>
                    <a:pt x="0" y="7"/>
                  </a:cubicBezTo>
                  <a:lnTo>
                    <a:pt x="2" y="7"/>
                  </a:lnTo>
                  <a:lnTo>
                    <a:pt x="14"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5"/>
            <p:cNvSpPr/>
            <p:nvPr/>
          </p:nvSpPr>
          <p:spPr>
            <a:xfrm>
              <a:off x="1703885" y="-854135"/>
              <a:ext cx="7920" cy="6480"/>
            </a:xfrm>
            <a:custGeom>
              <a:rect b="b" l="l" r="r" t="t"/>
              <a:pathLst>
                <a:path extrusionOk="0" h="18" w="22">
                  <a:moveTo>
                    <a:pt x="20" y="7"/>
                  </a:moveTo>
                  <a:cubicBezTo>
                    <a:pt x="20" y="6"/>
                    <a:pt x="19" y="5"/>
                    <a:pt x="19" y="5"/>
                  </a:cubicBezTo>
                  <a:cubicBezTo>
                    <a:pt x="18" y="3"/>
                    <a:pt x="17" y="2"/>
                    <a:pt x="15" y="1"/>
                  </a:cubicBezTo>
                  <a:cubicBezTo>
                    <a:pt x="13" y="0"/>
                    <a:pt x="12" y="0"/>
                    <a:pt x="11" y="0"/>
                  </a:cubicBezTo>
                  <a:cubicBezTo>
                    <a:pt x="9" y="0"/>
                    <a:pt x="7" y="0"/>
                    <a:pt x="6" y="1"/>
                  </a:cubicBezTo>
                  <a:cubicBezTo>
                    <a:pt x="5" y="2"/>
                    <a:pt x="4" y="3"/>
                    <a:pt x="3" y="5"/>
                  </a:cubicBezTo>
                  <a:cubicBezTo>
                    <a:pt x="3" y="6"/>
                    <a:pt x="2" y="6"/>
                    <a:pt x="2" y="7"/>
                  </a:cubicBezTo>
                  <a:cubicBezTo>
                    <a:pt x="2" y="10"/>
                    <a:pt x="2" y="13"/>
                    <a:pt x="0" y="15"/>
                  </a:cubicBezTo>
                  <a:lnTo>
                    <a:pt x="21" y="17"/>
                  </a:lnTo>
                  <a:cubicBezTo>
                    <a:pt x="21" y="14"/>
                    <a:pt x="20" y="11"/>
                    <a:pt x="2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5"/>
            <p:cNvSpPr/>
            <p:nvPr/>
          </p:nvSpPr>
          <p:spPr>
            <a:xfrm>
              <a:off x="1726565" y="-858455"/>
              <a:ext cx="3600" cy="720"/>
            </a:xfrm>
            <a:custGeom>
              <a:rect b="b" l="l" r="r" t="t"/>
              <a:pathLst>
                <a:path extrusionOk="0" h="2" w="10">
                  <a:moveTo>
                    <a:pt x="0" y="1"/>
                  </a:moveTo>
                  <a:lnTo>
                    <a:pt x="9" y="1"/>
                  </a:lnTo>
                  <a:cubicBezTo>
                    <a:pt x="7" y="0"/>
                    <a:pt x="5" y="0"/>
                    <a:pt x="4" y="0"/>
                  </a:cubicBezTo>
                  <a:cubicBezTo>
                    <a:pt x="2"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5"/>
            <p:cNvSpPr/>
            <p:nvPr/>
          </p:nvSpPr>
          <p:spPr>
            <a:xfrm>
              <a:off x="1724405" y="-847295"/>
              <a:ext cx="10440" cy="1080"/>
            </a:xfrm>
            <a:custGeom>
              <a:rect b="b" l="l" r="r" t="t"/>
              <a:pathLst>
                <a:path extrusionOk="0" h="3" w="29">
                  <a:moveTo>
                    <a:pt x="18" y="1"/>
                  </a:moveTo>
                  <a:lnTo>
                    <a:pt x="28" y="1"/>
                  </a:lnTo>
                  <a:lnTo>
                    <a:pt x="28" y="0"/>
                  </a:lnTo>
                  <a:cubicBezTo>
                    <a:pt x="22" y="0"/>
                    <a:pt x="17" y="0"/>
                    <a:pt x="11" y="0"/>
                  </a:cubicBezTo>
                  <a:lnTo>
                    <a:pt x="0" y="0"/>
                  </a:lnTo>
                  <a:cubicBezTo>
                    <a:pt x="6" y="1"/>
                    <a:pt x="12" y="2"/>
                    <a:pt x="1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5"/>
            <p:cNvSpPr/>
            <p:nvPr/>
          </p:nvSpPr>
          <p:spPr>
            <a:xfrm>
              <a:off x="1724045" y="-858095"/>
              <a:ext cx="10800" cy="11160"/>
            </a:xfrm>
            <a:custGeom>
              <a:rect b="b" l="l" r="r" t="t"/>
              <a:pathLst>
                <a:path extrusionOk="0" h="31" w="30">
                  <a:moveTo>
                    <a:pt x="1" y="6"/>
                  </a:moveTo>
                  <a:cubicBezTo>
                    <a:pt x="1" y="10"/>
                    <a:pt x="0" y="14"/>
                    <a:pt x="0" y="18"/>
                  </a:cubicBezTo>
                  <a:cubicBezTo>
                    <a:pt x="0" y="22"/>
                    <a:pt x="1" y="26"/>
                    <a:pt x="1" y="30"/>
                  </a:cubicBezTo>
                  <a:lnTo>
                    <a:pt x="11" y="30"/>
                  </a:lnTo>
                  <a:cubicBezTo>
                    <a:pt x="18" y="30"/>
                    <a:pt x="23" y="30"/>
                    <a:pt x="29" y="30"/>
                  </a:cubicBezTo>
                  <a:cubicBezTo>
                    <a:pt x="28" y="21"/>
                    <a:pt x="24" y="11"/>
                    <a:pt x="20" y="3"/>
                  </a:cubicBezTo>
                  <a:cubicBezTo>
                    <a:pt x="19" y="2"/>
                    <a:pt x="18" y="1"/>
                    <a:pt x="16" y="0"/>
                  </a:cubicBezTo>
                  <a:lnTo>
                    <a:pt x="7" y="0"/>
                  </a:lnTo>
                  <a:cubicBezTo>
                    <a:pt x="6" y="0"/>
                    <a:pt x="6" y="0"/>
                    <a:pt x="5" y="0"/>
                  </a:cubicBezTo>
                  <a:cubicBezTo>
                    <a:pt x="4" y="1"/>
                    <a:pt x="3" y="2"/>
                    <a:pt x="2" y="3"/>
                  </a:cubicBezTo>
                  <a:cubicBezTo>
                    <a:pt x="2" y="4"/>
                    <a:pt x="1"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5"/>
            <p:cNvSpPr/>
            <p:nvPr/>
          </p:nvSpPr>
          <p:spPr>
            <a:xfrm>
              <a:off x="1743125" y="-862775"/>
              <a:ext cx="7560" cy="6120"/>
            </a:xfrm>
            <a:custGeom>
              <a:rect b="b" l="l" r="r" t="t"/>
              <a:pathLst>
                <a:path extrusionOk="0" h="17" w="21">
                  <a:moveTo>
                    <a:pt x="20" y="13"/>
                  </a:moveTo>
                  <a:cubicBezTo>
                    <a:pt x="19" y="2"/>
                    <a:pt x="2" y="0"/>
                    <a:pt x="0" y="13"/>
                  </a:cubicBezTo>
                  <a:cubicBezTo>
                    <a:pt x="0" y="13"/>
                    <a:pt x="0" y="14"/>
                    <a:pt x="0" y="15"/>
                  </a:cubicBezTo>
                  <a:lnTo>
                    <a:pt x="20" y="16"/>
                  </a:ln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5"/>
            <p:cNvSpPr/>
            <p:nvPr/>
          </p:nvSpPr>
          <p:spPr>
            <a:xfrm>
              <a:off x="1742765" y="-846575"/>
              <a:ext cx="8280" cy="1080"/>
            </a:xfrm>
            <a:custGeom>
              <a:rect b="b" l="l" r="r" t="t"/>
              <a:pathLst>
                <a:path extrusionOk="0" h="3" w="23">
                  <a:moveTo>
                    <a:pt x="0" y="0"/>
                  </a:moveTo>
                  <a:lnTo>
                    <a:pt x="22" y="2"/>
                  </a:lnTo>
                  <a:lnTo>
                    <a:pt x="22" y="2"/>
                  </a:lnTo>
                  <a:lnTo>
                    <a:pt x="0" y="0"/>
                  </a:lnTo>
                </a:path>
              </a:pathLst>
            </a:custGeom>
            <a:solidFill>
              <a:schemeClr val="dk1"/>
            </a:solidFill>
            <a:ln>
              <a:noFill/>
            </a:ln>
          </p:spPr>
        </p:sp>
        <p:sp>
          <p:nvSpPr>
            <p:cNvPr id="3379" name="Google Shape;3379;p35"/>
            <p:cNvSpPr/>
            <p:nvPr/>
          </p:nvSpPr>
          <p:spPr>
            <a:xfrm>
              <a:off x="1742765" y="-857735"/>
              <a:ext cx="8640" cy="12240"/>
            </a:xfrm>
            <a:custGeom>
              <a:rect b="b" l="l" r="r" t="t"/>
              <a:pathLst>
                <a:path extrusionOk="0" h="34" w="24">
                  <a:moveTo>
                    <a:pt x="23" y="33"/>
                  </a:moveTo>
                  <a:cubicBezTo>
                    <a:pt x="23" y="22"/>
                    <a:pt x="23" y="12"/>
                    <a:pt x="21" y="1"/>
                  </a:cubicBezTo>
                  <a:lnTo>
                    <a:pt x="2" y="0"/>
                  </a:lnTo>
                  <a:cubicBezTo>
                    <a:pt x="1" y="10"/>
                    <a:pt x="0" y="19"/>
                    <a:pt x="0" y="30"/>
                  </a:cubicBezTo>
                  <a:lnTo>
                    <a:pt x="23"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5"/>
            <p:cNvSpPr/>
            <p:nvPr/>
          </p:nvSpPr>
          <p:spPr>
            <a:xfrm>
              <a:off x="1759325" y="-851615"/>
              <a:ext cx="9360" cy="7560"/>
            </a:xfrm>
            <a:custGeom>
              <a:rect b="b" l="l" r="r" t="t"/>
              <a:pathLst>
                <a:path extrusionOk="0" h="21" w="26">
                  <a:moveTo>
                    <a:pt x="24" y="10"/>
                  </a:moveTo>
                  <a:cubicBezTo>
                    <a:pt x="24" y="8"/>
                    <a:pt x="24" y="7"/>
                    <a:pt x="23" y="6"/>
                  </a:cubicBezTo>
                  <a:cubicBezTo>
                    <a:pt x="22" y="4"/>
                    <a:pt x="21" y="3"/>
                    <a:pt x="19" y="2"/>
                  </a:cubicBezTo>
                  <a:cubicBezTo>
                    <a:pt x="17" y="1"/>
                    <a:pt x="16" y="0"/>
                    <a:pt x="14" y="0"/>
                  </a:cubicBezTo>
                  <a:cubicBezTo>
                    <a:pt x="12" y="0"/>
                    <a:pt x="10" y="1"/>
                    <a:pt x="9" y="2"/>
                  </a:cubicBezTo>
                  <a:cubicBezTo>
                    <a:pt x="7" y="3"/>
                    <a:pt x="6" y="4"/>
                    <a:pt x="5" y="6"/>
                  </a:cubicBezTo>
                  <a:cubicBezTo>
                    <a:pt x="3" y="9"/>
                    <a:pt x="1" y="13"/>
                    <a:pt x="0" y="18"/>
                  </a:cubicBezTo>
                  <a:lnTo>
                    <a:pt x="24" y="20"/>
                  </a:lnTo>
                  <a:cubicBezTo>
                    <a:pt x="25" y="16"/>
                    <a:pt x="25" y="12"/>
                    <a:pt x="2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5"/>
            <p:cNvSpPr/>
            <p:nvPr/>
          </p:nvSpPr>
          <p:spPr>
            <a:xfrm>
              <a:off x="1831325" y="-843695"/>
              <a:ext cx="5040" cy="3240"/>
            </a:xfrm>
            <a:custGeom>
              <a:rect b="b" l="l" r="r" t="t"/>
              <a:pathLst>
                <a:path extrusionOk="0" h="9" w="14">
                  <a:moveTo>
                    <a:pt x="10" y="3"/>
                  </a:moveTo>
                  <a:cubicBezTo>
                    <a:pt x="10" y="2"/>
                    <a:pt x="9" y="1"/>
                    <a:pt x="9" y="1"/>
                  </a:cubicBezTo>
                  <a:cubicBezTo>
                    <a:pt x="8" y="1"/>
                    <a:pt x="7" y="0"/>
                    <a:pt x="6" y="0"/>
                  </a:cubicBezTo>
                  <a:cubicBezTo>
                    <a:pt x="5" y="0"/>
                    <a:pt x="4" y="1"/>
                    <a:pt x="3" y="1"/>
                  </a:cubicBezTo>
                  <a:cubicBezTo>
                    <a:pt x="2" y="1"/>
                    <a:pt x="2" y="2"/>
                    <a:pt x="1" y="3"/>
                  </a:cubicBezTo>
                  <a:cubicBezTo>
                    <a:pt x="1" y="4"/>
                    <a:pt x="0" y="5"/>
                    <a:pt x="0" y="6"/>
                  </a:cubicBezTo>
                  <a:lnTo>
                    <a:pt x="13" y="8"/>
                  </a:lnTo>
                  <a:cubicBezTo>
                    <a:pt x="12" y="6"/>
                    <a:pt x="11" y="5"/>
                    <a:pt x="1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5"/>
            <p:cNvSpPr/>
            <p:nvPr/>
          </p:nvSpPr>
          <p:spPr>
            <a:xfrm>
              <a:off x="1848965" y="-839735"/>
              <a:ext cx="6840" cy="1800"/>
            </a:xfrm>
            <a:custGeom>
              <a:rect b="b" l="l" r="r" t="t"/>
              <a:pathLst>
                <a:path extrusionOk="0" h="5" w="19">
                  <a:moveTo>
                    <a:pt x="18" y="4"/>
                  </a:moveTo>
                  <a:cubicBezTo>
                    <a:pt x="18" y="4"/>
                    <a:pt x="18" y="3"/>
                    <a:pt x="18" y="2"/>
                  </a:cubicBezTo>
                  <a:lnTo>
                    <a:pt x="0" y="0"/>
                  </a:lnTo>
                  <a:lnTo>
                    <a:pt x="0" y="2"/>
                  </a:lnTo>
                  <a:lnTo>
                    <a:pt x="18"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5"/>
            <p:cNvSpPr/>
            <p:nvPr/>
          </p:nvSpPr>
          <p:spPr>
            <a:xfrm>
              <a:off x="1848965" y="-842975"/>
              <a:ext cx="6840" cy="4320"/>
            </a:xfrm>
            <a:custGeom>
              <a:rect b="b" l="l" r="r" t="t"/>
              <a:pathLst>
                <a:path extrusionOk="0" h="12" w="19">
                  <a:moveTo>
                    <a:pt x="17" y="5"/>
                  </a:moveTo>
                  <a:cubicBezTo>
                    <a:pt x="17" y="5"/>
                    <a:pt x="16" y="5"/>
                    <a:pt x="16" y="4"/>
                  </a:cubicBezTo>
                  <a:cubicBezTo>
                    <a:pt x="16" y="3"/>
                    <a:pt x="14" y="2"/>
                    <a:pt x="13" y="1"/>
                  </a:cubicBezTo>
                  <a:cubicBezTo>
                    <a:pt x="12" y="0"/>
                    <a:pt x="10" y="0"/>
                    <a:pt x="9" y="0"/>
                  </a:cubicBezTo>
                  <a:cubicBezTo>
                    <a:pt x="7" y="0"/>
                    <a:pt x="7" y="0"/>
                    <a:pt x="5" y="1"/>
                  </a:cubicBezTo>
                  <a:cubicBezTo>
                    <a:pt x="3" y="2"/>
                    <a:pt x="2" y="3"/>
                    <a:pt x="2" y="4"/>
                  </a:cubicBezTo>
                  <a:lnTo>
                    <a:pt x="1" y="4"/>
                  </a:lnTo>
                  <a:cubicBezTo>
                    <a:pt x="1" y="6"/>
                    <a:pt x="0" y="7"/>
                    <a:pt x="0" y="9"/>
                  </a:cubicBezTo>
                  <a:lnTo>
                    <a:pt x="18" y="11"/>
                  </a:lnTo>
                  <a:cubicBezTo>
                    <a:pt x="18" y="9"/>
                    <a:pt x="17" y="7"/>
                    <a:pt x="1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5"/>
            <p:cNvSpPr/>
            <p:nvPr/>
          </p:nvSpPr>
          <p:spPr>
            <a:xfrm>
              <a:off x="1865885" y="-838295"/>
              <a:ext cx="10440" cy="2520"/>
            </a:xfrm>
            <a:custGeom>
              <a:rect b="b" l="l" r="r" t="t"/>
              <a:pathLst>
                <a:path extrusionOk="0" h="7" w="29">
                  <a:moveTo>
                    <a:pt x="28" y="6"/>
                  </a:moveTo>
                  <a:cubicBezTo>
                    <a:pt x="28" y="5"/>
                    <a:pt x="28" y="4"/>
                    <a:pt x="28" y="3"/>
                  </a:cubicBezTo>
                  <a:lnTo>
                    <a:pt x="0" y="0"/>
                  </a:lnTo>
                  <a:cubicBezTo>
                    <a:pt x="0" y="0"/>
                    <a:pt x="0" y="2"/>
                    <a:pt x="0" y="3"/>
                  </a:cubicBezTo>
                  <a:lnTo>
                    <a:pt x="2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5"/>
            <p:cNvSpPr/>
            <p:nvPr/>
          </p:nvSpPr>
          <p:spPr>
            <a:xfrm>
              <a:off x="1865885" y="-847655"/>
              <a:ext cx="10440" cy="10800"/>
            </a:xfrm>
            <a:custGeom>
              <a:rect b="b" l="l" r="r" t="t"/>
              <a:pathLst>
                <a:path extrusionOk="0" h="30" w="29">
                  <a:moveTo>
                    <a:pt x="20" y="4"/>
                  </a:moveTo>
                  <a:cubicBezTo>
                    <a:pt x="17" y="0"/>
                    <a:pt x="11" y="2"/>
                    <a:pt x="8" y="6"/>
                  </a:cubicBezTo>
                  <a:cubicBezTo>
                    <a:pt x="7" y="7"/>
                    <a:pt x="7" y="8"/>
                    <a:pt x="6" y="9"/>
                  </a:cubicBezTo>
                  <a:cubicBezTo>
                    <a:pt x="3" y="14"/>
                    <a:pt x="1" y="20"/>
                    <a:pt x="0" y="26"/>
                  </a:cubicBezTo>
                  <a:lnTo>
                    <a:pt x="28" y="29"/>
                  </a:lnTo>
                  <a:cubicBezTo>
                    <a:pt x="28" y="21"/>
                    <a:pt x="26" y="14"/>
                    <a:pt x="22" y="8"/>
                  </a:cubicBezTo>
                  <a:cubicBezTo>
                    <a:pt x="21" y="7"/>
                    <a:pt x="20" y="6"/>
                    <a:pt x="2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5"/>
            <p:cNvSpPr/>
            <p:nvPr/>
          </p:nvSpPr>
          <p:spPr>
            <a:xfrm>
              <a:off x="1902965" y="-836495"/>
              <a:ext cx="7920" cy="3960"/>
            </a:xfrm>
            <a:custGeom>
              <a:rect b="b" l="l" r="r" t="t"/>
              <a:pathLst>
                <a:path extrusionOk="0" h="11" w="22">
                  <a:moveTo>
                    <a:pt x="21" y="10"/>
                  </a:moveTo>
                  <a:cubicBezTo>
                    <a:pt x="21" y="9"/>
                    <a:pt x="21" y="8"/>
                    <a:pt x="21" y="8"/>
                  </a:cubicBezTo>
                  <a:cubicBezTo>
                    <a:pt x="21" y="5"/>
                    <a:pt x="20" y="2"/>
                    <a:pt x="19" y="0"/>
                  </a:cubicBezTo>
                  <a:lnTo>
                    <a:pt x="4" y="0"/>
                  </a:lnTo>
                  <a:cubicBezTo>
                    <a:pt x="3" y="0"/>
                    <a:pt x="3" y="0"/>
                    <a:pt x="3" y="1"/>
                  </a:cubicBezTo>
                  <a:cubicBezTo>
                    <a:pt x="2" y="3"/>
                    <a:pt x="1" y="6"/>
                    <a:pt x="0" y="9"/>
                  </a:cubicBezTo>
                  <a:lnTo>
                    <a:pt x="21"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5"/>
            <p:cNvSpPr/>
            <p:nvPr/>
          </p:nvSpPr>
          <p:spPr>
            <a:xfrm>
              <a:off x="1904405" y="-839015"/>
              <a:ext cx="5760" cy="2520"/>
            </a:xfrm>
            <a:custGeom>
              <a:rect b="b" l="l" r="r" t="t"/>
              <a:pathLst>
                <a:path extrusionOk="0" h="7" w="16">
                  <a:moveTo>
                    <a:pt x="11" y="1"/>
                  </a:moveTo>
                  <a:cubicBezTo>
                    <a:pt x="10" y="0"/>
                    <a:pt x="9" y="0"/>
                    <a:pt x="8" y="0"/>
                  </a:cubicBezTo>
                  <a:cubicBezTo>
                    <a:pt x="7" y="0"/>
                    <a:pt x="6" y="0"/>
                    <a:pt x="5" y="1"/>
                  </a:cubicBezTo>
                  <a:cubicBezTo>
                    <a:pt x="3" y="2"/>
                    <a:pt x="1" y="4"/>
                    <a:pt x="0" y="6"/>
                  </a:cubicBezTo>
                  <a:lnTo>
                    <a:pt x="15" y="6"/>
                  </a:lnTo>
                  <a:lnTo>
                    <a:pt x="15" y="5"/>
                  </a:lnTo>
                  <a:cubicBezTo>
                    <a:pt x="14" y="4"/>
                    <a:pt x="12" y="2"/>
                    <a:pt x="11"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5"/>
            <p:cNvSpPr/>
            <p:nvPr/>
          </p:nvSpPr>
          <p:spPr>
            <a:xfrm>
              <a:off x="1886765" y="-837215"/>
              <a:ext cx="9360" cy="3240"/>
            </a:xfrm>
            <a:custGeom>
              <a:rect b="b" l="l" r="r" t="t"/>
              <a:pathLst>
                <a:path extrusionOk="0" h="9" w="26">
                  <a:moveTo>
                    <a:pt x="13" y="8"/>
                  </a:moveTo>
                  <a:lnTo>
                    <a:pt x="15" y="8"/>
                  </a:lnTo>
                  <a:cubicBezTo>
                    <a:pt x="16" y="8"/>
                    <a:pt x="17" y="8"/>
                    <a:pt x="17" y="8"/>
                  </a:cubicBezTo>
                  <a:cubicBezTo>
                    <a:pt x="18" y="8"/>
                    <a:pt x="18" y="8"/>
                    <a:pt x="19" y="8"/>
                  </a:cubicBezTo>
                  <a:lnTo>
                    <a:pt x="24" y="8"/>
                  </a:lnTo>
                  <a:cubicBezTo>
                    <a:pt x="24" y="5"/>
                    <a:pt x="24" y="3"/>
                    <a:pt x="25" y="0"/>
                  </a:cubicBezTo>
                  <a:lnTo>
                    <a:pt x="0" y="0"/>
                  </a:lnTo>
                  <a:cubicBezTo>
                    <a:pt x="0" y="2"/>
                    <a:pt x="0" y="4"/>
                    <a:pt x="0" y="6"/>
                  </a:cubicBezTo>
                  <a:lnTo>
                    <a:pt x="1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5"/>
            <p:cNvSpPr/>
            <p:nvPr/>
          </p:nvSpPr>
          <p:spPr>
            <a:xfrm>
              <a:off x="1885685" y="-845135"/>
              <a:ext cx="11160" cy="8640"/>
            </a:xfrm>
            <a:custGeom>
              <a:rect b="b" l="l" r="r" t="t"/>
              <a:pathLst>
                <a:path extrusionOk="0" h="24" w="31">
                  <a:moveTo>
                    <a:pt x="28" y="23"/>
                  </a:moveTo>
                  <a:cubicBezTo>
                    <a:pt x="28" y="21"/>
                    <a:pt x="28" y="19"/>
                    <a:pt x="28" y="17"/>
                  </a:cubicBezTo>
                  <a:cubicBezTo>
                    <a:pt x="30" y="0"/>
                    <a:pt x="0" y="0"/>
                    <a:pt x="1" y="17"/>
                  </a:cubicBezTo>
                  <a:cubicBezTo>
                    <a:pt x="1" y="19"/>
                    <a:pt x="1" y="21"/>
                    <a:pt x="1" y="23"/>
                  </a:cubicBezTo>
                  <a:lnTo>
                    <a:pt x="2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5"/>
            <p:cNvSpPr/>
            <p:nvPr/>
          </p:nvSpPr>
          <p:spPr>
            <a:xfrm>
              <a:off x="1891445" y="-834695"/>
              <a:ext cx="2520" cy="360"/>
            </a:xfrm>
            <a:custGeom>
              <a:rect b="b" l="l" r="r" t="t"/>
              <a:pathLst>
                <a:path extrusionOk="0" h="1" w="7">
                  <a:moveTo>
                    <a:pt x="2" y="0"/>
                  </a:moveTo>
                  <a:lnTo>
                    <a:pt x="0" y="0"/>
                  </a:lnTo>
                  <a:lnTo>
                    <a:pt x="6" y="0"/>
                  </a:lnTo>
                  <a:cubicBezTo>
                    <a:pt x="5" y="0"/>
                    <a:pt x="5" y="0"/>
                    <a:pt x="4" y="0"/>
                  </a:cubicBezTo>
                  <a:cubicBezTo>
                    <a:pt x="4" y="0"/>
                    <a:pt x="3"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5"/>
            <p:cNvSpPr/>
            <p:nvPr/>
          </p:nvSpPr>
          <p:spPr>
            <a:xfrm>
              <a:off x="1922405" y="-837215"/>
              <a:ext cx="7920" cy="4680"/>
            </a:xfrm>
            <a:custGeom>
              <a:rect b="b" l="l" r="r" t="t"/>
              <a:pathLst>
                <a:path extrusionOk="0" h="13" w="22">
                  <a:moveTo>
                    <a:pt x="19" y="12"/>
                  </a:moveTo>
                  <a:cubicBezTo>
                    <a:pt x="19" y="9"/>
                    <a:pt x="19" y="6"/>
                    <a:pt x="21" y="3"/>
                  </a:cubicBezTo>
                  <a:lnTo>
                    <a:pt x="21" y="2"/>
                  </a:lnTo>
                  <a:cubicBezTo>
                    <a:pt x="21" y="1"/>
                    <a:pt x="21" y="0"/>
                    <a:pt x="21" y="0"/>
                  </a:cubicBezTo>
                  <a:lnTo>
                    <a:pt x="6" y="0"/>
                  </a:lnTo>
                  <a:cubicBezTo>
                    <a:pt x="5" y="1"/>
                    <a:pt x="5" y="2"/>
                    <a:pt x="4" y="3"/>
                  </a:cubicBezTo>
                  <a:cubicBezTo>
                    <a:pt x="3" y="6"/>
                    <a:pt x="1" y="9"/>
                    <a:pt x="0" y="11"/>
                  </a:cubicBezTo>
                  <a:lnTo>
                    <a:pt x="19"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5"/>
            <p:cNvSpPr/>
            <p:nvPr/>
          </p:nvSpPr>
          <p:spPr>
            <a:xfrm>
              <a:off x="1924565" y="-839375"/>
              <a:ext cx="5400" cy="2520"/>
            </a:xfrm>
            <a:custGeom>
              <a:rect b="b" l="l" r="r" t="t"/>
              <a:pathLst>
                <a:path extrusionOk="0" h="7" w="15">
                  <a:moveTo>
                    <a:pt x="3" y="2"/>
                  </a:moveTo>
                  <a:cubicBezTo>
                    <a:pt x="2" y="3"/>
                    <a:pt x="1" y="5"/>
                    <a:pt x="0" y="6"/>
                  </a:cubicBezTo>
                  <a:lnTo>
                    <a:pt x="14" y="6"/>
                  </a:lnTo>
                  <a:cubicBezTo>
                    <a:pt x="14" y="5"/>
                    <a:pt x="14" y="4"/>
                    <a:pt x="14" y="3"/>
                  </a:cubicBezTo>
                  <a:cubicBezTo>
                    <a:pt x="13" y="2"/>
                    <a:pt x="12" y="2"/>
                    <a:pt x="11" y="1"/>
                  </a:cubicBezTo>
                  <a:cubicBezTo>
                    <a:pt x="10" y="0"/>
                    <a:pt x="9" y="0"/>
                    <a:pt x="8" y="0"/>
                  </a:cubicBezTo>
                  <a:cubicBezTo>
                    <a:pt x="6" y="0"/>
                    <a:pt x="5" y="0"/>
                    <a:pt x="4" y="1"/>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5"/>
            <p:cNvSpPr/>
            <p:nvPr/>
          </p:nvSpPr>
          <p:spPr>
            <a:xfrm>
              <a:off x="1941845" y="-837575"/>
              <a:ext cx="6480" cy="5040"/>
            </a:xfrm>
            <a:custGeom>
              <a:rect b="b" l="l" r="r" t="t"/>
              <a:pathLst>
                <a:path extrusionOk="0" h="14" w="18">
                  <a:moveTo>
                    <a:pt x="17" y="13"/>
                  </a:moveTo>
                  <a:cubicBezTo>
                    <a:pt x="17" y="8"/>
                    <a:pt x="17" y="4"/>
                    <a:pt x="17" y="0"/>
                  </a:cubicBezTo>
                  <a:lnTo>
                    <a:pt x="0" y="0"/>
                  </a:lnTo>
                  <a:cubicBezTo>
                    <a:pt x="0" y="4"/>
                    <a:pt x="0" y="8"/>
                    <a:pt x="0" y="12"/>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5"/>
            <p:cNvSpPr/>
            <p:nvPr/>
          </p:nvSpPr>
          <p:spPr>
            <a:xfrm>
              <a:off x="1941485" y="-841175"/>
              <a:ext cx="6480" cy="4320"/>
            </a:xfrm>
            <a:custGeom>
              <a:rect b="b" l="l" r="r" t="t"/>
              <a:pathLst>
                <a:path extrusionOk="0" h="12" w="18">
                  <a:moveTo>
                    <a:pt x="17" y="11"/>
                  </a:moveTo>
                  <a:cubicBezTo>
                    <a:pt x="17" y="11"/>
                    <a:pt x="17" y="9"/>
                    <a:pt x="17" y="8"/>
                  </a:cubicBezTo>
                  <a:cubicBezTo>
                    <a:pt x="17" y="7"/>
                    <a:pt x="17" y="5"/>
                    <a:pt x="16" y="4"/>
                  </a:cubicBezTo>
                  <a:cubicBezTo>
                    <a:pt x="15" y="3"/>
                    <a:pt x="15" y="2"/>
                    <a:pt x="13" y="1"/>
                  </a:cubicBezTo>
                  <a:cubicBezTo>
                    <a:pt x="11" y="0"/>
                    <a:pt x="9" y="0"/>
                    <a:pt x="8" y="0"/>
                  </a:cubicBezTo>
                  <a:cubicBezTo>
                    <a:pt x="6" y="0"/>
                    <a:pt x="5" y="0"/>
                    <a:pt x="4" y="1"/>
                  </a:cubicBezTo>
                  <a:cubicBezTo>
                    <a:pt x="3" y="2"/>
                    <a:pt x="2" y="3"/>
                    <a:pt x="1" y="4"/>
                  </a:cubicBezTo>
                  <a:cubicBezTo>
                    <a:pt x="0" y="5"/>
                    <a:pt x="0" y="7"/>
                    <a:pt x="0" y="8"/>
                  </a:cubicBezTo>
                  <a:cubicBezTo>
                    <a:pt x="0" y="10"/>
                    <a:pt x="0" y="10"/>
                    <a:pt x="0" y="10"/>
                  </a:cubicBezTo>
                  <a:lnTo>
                    <a:pt x="17" y="10"/>
                  </a:lnTo>
                  <a:lnTo>
                    <a:pt x="1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5"/>
            <p:cNvSpPr/>
            <p:nvPr/>
          </p:nvSpPr>
          <p:spPr>
            <a:xfrm>
              <a:off x="1960205" y="-836855"/>
              <a:ext cx="7560" cy="5040"/>
            </a:xfrm>
            <a:custGeom>
              <a:rect b="b" l="l" r="r" t="t"/>
              <a:pathLst>
                <a:path extrusionOk="0" h="14" w="21">
                  <a:moveTo>
                    <a:pt x="20" y="13"/>
                  </a:moveTo>
                  <a:cubicBezTo>
                    <a:pt x="20" y="8"/>
                    <a:pt x="20" y="4"/>
                    <a:pt x="20" y="0"/>
                  </a:cubicBezTo>
                  <a:lnTo>
                    <a:pt x="0" y="0"/>
                  </a:lnTo>
                  <a:cubicBezTo>
                    <a:pt x="0" y="4"/>
                    <a:pt x="0" y="8"/>
                    <a:pt x="0" y="13"/>
                  </a:cubicBez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5"/>
            <p:cNvSpPr/>
            <p:nvPr/>
          </p:nvSpPr>
          <p:spPr>
            <a:xfrm>
              <a:off x="1959845" y="-845495"/>
              <a:ext cx="7560" cy="9000"/>
            </a:xfrm>
            <a:custGeom>
              <a:rect b="b" l="l" r="r" t="t"/>
              <a:pathLst>
                <a:path extrusionOk="0" h="25" w="21">
                  <a:moveTo>
                    <a:pt x="20" y="12"/>
                  </a:moveTo>
                  <a:cubicBezTo>
                    <a:pt x="19" y="1"/>
                    <a:pt x="2" y="0"/>
                    <a:pt x="0" y="12"/>
                  </a:cubicBezTo>
                  <a:cubicBezTo>
                    <a:pt x="0" y="16"/>
                    <a:pt x="0" y="20"/>
                    <a:pt x="0" y="24"/>
                  </a:cubicBezTo>
                  <a:lnTo>
                    <a:pt x="20" y="24"/>
                  </a:lnTo>
                  <a:cubicBezTo>
                    <a:pt x="20" y="20"/>
                    <a:pt x="20" y="16"/>
                    <a:pt x="2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5"/>
            <p:cNvSpPr/>
            <p:nvPr/>
          </p:nvSpPr>
          <p:spPr>
            <a:xfrm>
              <a:off x="1976405" y="-836855"/>
              <a:ext cx="9360" cy="5040"/>
            </a:xfrm>
            <a:custGeom>
              <a:rect b="b" l="l" r="r" t="t"/>
              <a:pathLst>
                <a:path extrusionOk="0" h="14" w="26">
                  <a:moveTo>
                    <a:pt x="0" y="13"/>
                  </a:moveTo>
                  <a:lnTo>
                    <a:pt x="24" y="13"/>
                  </a:lnTo>
                  <a:cubicBezTo>
                    <a:pt x="25" y="11"/>
                    <a:pt x="25" y="9"/>
                    <a:pt x="25" y="7"/>
                  </a:cubicBezTo>
                  <a:cubicBezTo>
                    <a:pt x="25" y="5"/>
                    <a:pt x="25" y="4"/>
                    <a:pt x="24" y="2"/>
                  </a:cubicBezTo>
                  <a:lnTo>
                    <a:pt x="0" y="0"/>
                  </a:lnTo>
                  <a:cubicBezTo>
                    <a:pt x="0" y="4"/>
                    <a:pt x="0" y="7"/>
                    <a:pt x="0" y="11"/>
                  </a:cubicBezTo>
                  <a:cubicBezTo>
                    <a:pt x="0" y="12"/>
                    <a:pt x="0" y="12"/>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5"/>
            <p:cNvSpPr/>
            <p:nvPr/>
          </p:nvSpPr>
          <p:spPr>
            <a:xfrm>
              <a:off x="1976405" y="-844415"/>
              <a:ext cx="9000" cy="8640"/>
            </a:xfrm>
            <a:custGeom>
              <a:rect b="b" l="l" r="r" t="t"/>
              <a:pathLst>
                <a:path extrusionOk="0" h="24" w="25">
                  <a:moveTo>
                    <a:pt x="17" y="2"/>
                  </a:moveTo>
                  <a:cubicBezTo>
                    <a:pt x="16" y="1"/>
                    <a:pt x="16" y="1"/>
                    <a:pt x="15" y="1"/>
                  </a:cubicBezTo>
                  <a:cubicBezTo>
                    <a:pt x="14" y="0"/>
                    <a:pt x="13" y="0"/>
                    <a:pt x="12" y="0"/>
                  </a:cubicBezTo>
                  <a:cubicBezTo>
                    <a:pt x="11" y="0"/>
                    <a:pt x="10" y="0"/>
                    <a:pt x="9" y="1"/>
                  </a:cubicBezTo>
                  <a:cubicBezTo>
                    <a:pt x="8" y="1"/>
                    <a:pt x="8" y="1"/>
                    <a:pt x="7" y="2"/>
                  </a:cubicBezTo>
                  <a:cubicBezTo>
                    <a:pt x="6" y="3"/>
                    <a:pt x="6" y="4"/>
                    <a:pt x="5" y="6"/>
                  </a:cubicBezTo>
                  <a:cubicBezTo>
                    <a:pt x="2" y="10"/>
                    <a:pt x="1" y="16"/>
                    <a:pt x="0" y="22"/>
                  </a:cubicBezTo>
                  <a:lnTo>
                    <a:pt x="24" y="23"/>
                  </a:lnTo>
                  <a:cubicBezTo>
                    <a:pt x="24" y="17"/>
                    <a:pt x="22" y="11"/>
                    <a:pt x="19" y="5"/>
                  </a:cubicBezTo>
                  <a:cubicBezTo>
                    <a:pt x="18" y="4"/>
                    <a:pt x="18" y="3"/>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5"/>
            <p:cNvSpPr/>
            <p:nvPr/>
          </p:nvSpPr>
          <p:spPr>
            <a:xfrm>
              <a:off x="2001605" y="-832175"/>
              <a:ext cx="1440" cy="1440"/>
            </a:xfrm>
            <a:custGeom>
              <a:rect b="b" l="l" r="r" t="t"/>
              <a:pathLst>
                <a:path extrusionOk="0" h="4" w="4">
                  <a:moveTo>
                    <a:pt x="0" y="3"/>
                  </a:moveTo>
                  <a:lnTo>
                    <a:pt x="3" y="3"/>
                  </a:lnTo>
                  <a:lnTo>
                    <a:pt x="2" y="0"/>
                  </a:lnTo>
                  <a:lnTo>
                    <a:pt x="2" y="1"/>
                  </a:lnTo>
                  <a:cubicBezTo>
                    <a:pt x="1" y="1"/>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5"/>
            <p:cNvSpPr/>
            <p:nvPr/>
          </p:nvSpPr>
          <p:spPr>
            <a:xfrm>
              <a:off x="2014925" y="-833975"/>
              <a:ext cx="10440" cy="4320"/>
            </a:xfrm>
            <a:custGeom>
              <a:rect b="b" l="l" r="r" t="t"/>
              <a:pathLst>
                <a:path extrusionOk="0" h="12" w="29">
                  <a:moveTo>
                    <a:pt x="28" y="11"/>
                  </a:moveTo>
                  <a:cubicBezTo>
                    <a:pt x="28" y="9"/>
                    <a:pt x="28" y="7"/>
                    <a:pt x="28" y="6"/>
                  </a:cubicBezTo>
                  <a:cubicBezTo>
                    <a:pt x="28" y="4"/>
                    <a:pt x="28" y="3"/>
                    <a:pt x="28" y="2"/>
                  </a:cubicBezTo>
                  <a:lnTo>
                    <a:pt x="0" y="0"/>
                  </a:lnTo>
                  <a:cubicBezTo>
                    <a:pt x="0" y="1"/>
                    <a:pt x="0" y="3"/>
                    <a:pt x="0" y="5"/>
                  </a:cubicBezTo>
                  <a:cubicBezTo>
                    <a:pt x="0" y="6"/>
                    <a:pt x="0" y="8"/>
                    <a:pt x="0" y="9"/>
                  </a:cubicBezTo>
                  <a:lnTo>
                    <a:pt x="28"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5"/>
            <p:cNvSpPr/>
            <p:nvPr/>
          </p:nvSpPr>
          <p:spPr>
            <a:xfrm>
              <a:off x="2014925" y="-841895"/>
              <a:ext cx="10080" cy="9000"/>
            </a:xfrm>
            <a:custGeom>
              <a:rect b="b" l="l" r="r" t="t"/>
              <a:pathLst>
                <a:path extrusionOk="0" h="25" w="28">
                  <a:moveTo>
                    <a:pt x="19" y="3"/>
                  </a:moveTo>
                  <a:cubicBezTo>
                    <a:pt x="19" y="2"/>
                    <a:pt x="18" y="1"/>
                    <a:pt x="17" y="1"/>
                  </a:cubicBezTo>
                  <a:cubicBezTo>
                    <a:pt x="16" y="0"/>
                    <a:pt x="14" y="0"/>
                    <a:pt x="13" y="0"/>
                  </a:cubicBezTo>
                  <a:cubicBezTo>
                    <a:pt x="11" y="0"/>
                    <a:pt x="11" y="0"/>
                    <a:pt x="10" y="1"/>
                  </a:cubicBezTo>
                  <a:cubicBezTo>
                    <a:pt x="9" y="1"/>
                    <a:pt x="8" y="2"/>
                    <a:pt x="7" y="3"/>
                  </a:cubicBezTo>
                  <a:cubicBezTo>
                    <a:pt x="7" y="4"/>
                    <a:pt x="6" y="5"/>
                    <a:pt x="5" y="7"/>
                  </a:cubicBezTo>
                  <a:cubicBezTo>
                    <a:pt x="2" y="11"/>
                    <a:pt x="1" y="16"/>
                    <a:pt x="0" y="21"/>
                  </a:cubicBezTo>
                  <a:lnTo>
                    <a:pt x="27" y="24"/>
                  </a:lnTo>
                  <a:cubicBezTo>
                    <a:pt x="27" y="18"/>
                    <a:pt x="25" y="12"/>
                    <a:pt x="22" y="7"/>
                  </a:cubicBezTo>
                  <a:cubicBezTo>
                    <a:pt x="21" y="5"/>
                    <a:pt x="20" y="4"/>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5"/>
            <p:cNvSpPr/>
            <p:nvPr/>
          </p:nvSpPr>
          <p:spPr>
            <a:xfrm>
              <a:off x="1992605" y="-835775"/>
              <a:ext cx="11160" cy="4680"/>
            </a:xfrm>
            <a:custGeom>
              <a:rect b="b" l="l" r="r" t="t"/>
              <a:pathLst>
                <a:path extrusionOk="0" h="13" w="31">
                  <a:moveTo>
                    <a:pt x="2" y="12"/>
                  </a:moveTo>
                  <a:lnTo>
                    <a:pt x="11" y="12"/>
                  </a:lnTo>
                  <a:cubicBezTo>
                    <a:pt x="11" y="10"/>
                    <a:pt x="12" y="10"/>
                    <a:pt x="12" y="9"/>
                  </a:cubicBezTo>
                  <a:cubicBezTo>
                    <a:pt x="13" y="8"/>
                    <a:pt x="14" y="7"/>
                    <a:pt x="14" y="6"/>
                  </a:cubicBezTo>
                  <a:cubicBezTo>
                    <a:pt x="15" y="5"/>
                    <a:pt x="15" y="5"/>
                    <a:pt x="16" y="5"/>
                  </a:cubicBezTo>
                  <a:cubicBezTo>
                    <a:pt x="17" y="4"/>
                    <a:pt x="18" y="4"/>
                    <a:pt x="19" y="4"/>
                  </a:cubicBezTo>
                  <a:cubicBezTo>
                    <a:pt x="20" y="4"/>
                    <a:pt x="22" y="4"/>
                    <a:pt x="23" y="5"/>
                  </a:cubicBezTo>
                  <a:cubicBezTo>
                    <a:pt x="23" y="5"/>
                    <a:pt x="24" y="5"/>
                    <a:pt x="24" y="6"/>
                  </a:cubicBezTo>
                  <a:cubicBezTo>
                    <a:pt x="25" y="7"/>
                    <a:pt x="26" y="8"/>
                    <a:pt x="27" y="9"/>
                  </a:cubicBezTo>
                  <a:lnTo>
                    <a:pt x="27" y="10"/>
                  </a:lnTo>
                  <a:cubicBezTo>
                    <a:pt x="27" y="9"/>
                    <a:pt x="28" y="9"/>
                    <a:pt x="28" y="8"/>
                  </a:cubicBezTo>
                  <a:cubicBezTo>
                    <a:pt x="29" y="6"/>
                    <a:pt x="30" y="4"/>
                    <a:pt x="30" y="2"/>
                  </a:cubicBezTo>
                  <a:lnTo>
                    <a:pt x="1" y="0"/>
                  </a:lnTo>
                  <a:cubicBezTo>
                    <a:pt x="1" y="1"/>
                    <a:pt x="0" y="3"/>
                    <a:pt x="0" y="4"/>
                  </a:cubicBezTo>
                  <a:cubicBezTo>
                    <a:pt x="0" y="7"/>
                    <a:pt x="1" y="9"/>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5"/>
            <p:cNvSpPr/>
            <p:nvPr/>
          </p:nvSpPr>
          <p:spPr>
            <a:xfrm>
              <a:off x="1992965" y="-840095"/>
              <a:ext cx="10800" cy="5760"/>
            </a:xfrm>
            <a:custGeom>
              <a:rect b="b" l="l" r="r" t="t"/>
              <a:pathLst>
                <a:path extrusionOk="0" h="16" w="30">
                  <a:moveTo>
                    <a:pt x="16" y="0"/>
                  </a:moveTo>
                  <a:cubicBezTo>
                    <a:pt x="13" y="0"/>
                    <a:pt x="11" y="1"/>
                    <a:pt x="8" y="2"/>
                  </a:cubicBezTo>
                  <a:cubicBezTo>
                    <a:pt x="5" y="3"/>
                    <a:pt x="3" y="6"/>
                    <a:pt x="2" y="8"/>
                  </a:cubicBezTo>
                  <a:cubicBezTo>
                    <a:pt x="1" y="10"/>
                    <a:pt x="0" y="11"/>
                    <a:pt x="0" y="13"/>
                  </a:cubicBezTo>
                  <a:lnTo>
                    <a:pt x="29" y="15"/>
                  </a:lnTo>
                  <a:cubicBezTo>
                    <a:pt x="29" y="14"/>
                    <a:pt x="29" y="14"/>
                    <a:pt x="29" y="13"/>
                  </a:cubicBezTo>
                  <a:cubicBezTo>
                    <a:pt x="29" y="10"/>
                    <a:pt x="29" y="8"/>
                    <a:pt x="28" y="6"/>
                  </a:cubicBezTo>
                  <a:cubicBezTo>
                    <a:pt x="27" y="4"/>
                    <a:pt x="25" y="4"/>
                    <a:pt x="23" y="2"/>
                  </a:cubicBezTo>
                  <a:cubicBezTo>
                    <a:pt x="21" y="0"/>
                    <a:pt x="19" y="0"/>
                    <a:pt x="17" y="0"/>
                  </a:cubicBezTo>
                  <a:cubicBezTo>
                    <a:pt x="16" y="0"/>
                    <a:pt x="16"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5"/>
            <p:cNvSpPr/>
            <p:nvPr/>
          </p:nvSpPr>
          <p:spPr>
            <a:xfrm>
              <a:off x="1996565" y="-834335"/>
              <a:ext cx="6120" cy="3240"/>
            </a:xfrm>
            <a:custGeom>
              <a:rect b="b" l="l" r="r" t="t"/>
              <a:pathLst>
                <a:path extrusionOk="0" h="9" w="17">
                  <a:moveTo>
                    <a:pt x="16" y="6"/>
                  </a:moveTo>
                  <a:cubicBezTo>
                    <a:pt x="15" y="5"/>
                    <a:pt x="14" y="4"/>
                    <a:pt x="13" y="3"/>
                  </a:cubicBezTo>
                  <a:cubicBezTo>
                    <a:pt x="13" y="2"/>
                    <a:pt x="13" y="2"/>
                    <a:pt x="12" y="1"/>
                  </a:cubicBezTo>
                  <a:cubicBezTo>
                    <a:pt x="11" y="0"/>
                    <a:pt x="9" y="0"/>
                    <a:pt x="8" y="0"/>
                  </a:cubicBezTo>
                  <a:cubicBezTo>
                    <a:pt x="7" y="0"/>
                    <a:pt x="6" y="1"/>
                    <a:pt x="5" y="1"/>
                  </a:cubicBezTo>
                  <a:cubicBezTo>
                    <a:pt x="4" y="2"/>
                    <a:pt x="4" y="2"/>
                    <a:pt x="3" y="3"/>
                  </a:cubicBezTo>
                  <a:cubicBezTo>
                    <a:pt x="3" y="3"/>
                    <a:pt x="2" y="4"/>
                    <a:pt x="1" y="5"/>
                  </a:cubicBezTo>
                  <a:cubicBezTo>
                    <a:pt x="1" y="6"/>
                    <a:pt x="0" y="7"/>
                    <a:pt x="0" y="8"/>
                  </a:cubicBezTo>
                  <a:lnTo>
                    <a:pt x="14" y="8"/>
                  </a:lnTo>
                  <a:cubicBezTo>
                    <a:pt x="15" y="8"/>
                    <a:pt x="15" y="7"/>
                    <a:pt x="1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5"/>
            <p:cNvSpPr/>
            <p:nvPr/>
          </p:nvSpPr>
          <p:spPr>
            <a:xfrm>
              <a:off x="2040485" y="-831815"/>
              <a:ext cx="9000" cy="2880"/>
            </a:xfrm>
            <a:custGeom>
              <a:rect b="b" l="l" r="r" t="t"/>
              <a:pathLst>
                <a:path extrusionOk="0" h="8" w="25">
                  <a:moveTo>
                    <a:pt x="23" y="7"/>
                  </a:moveTo>
                  <a:lnTo>
                    <a:pt x="24" y="1"/>
                  </a:lnTo>
                  <a:lnTo>
                    <a:pt x="17" y="1"/>
                  </a:lnTo>
                  <a:lnTo>
                    <a:pt x="2" y="0"/>
                  </a:lnTo>
                  <a:lnTo>
                    <a:pt x="0" y="7"/>
                  </a:lnTo>
                  <a:lnTo>
                    <a:pt x="23" y="7"/>
                  </a:lnTo>
                </a:path>
              </a:pathLst>
            </a:custGeom>
            <a:solidFill>
              <a:schemeClr val="dk1"/>
            </a:solidFill>
            <a:ln>
              <a:noFill/>
            </a:ln>
          </p:spPr>
        </p:sp>
        <p:sp>
          <p:nvSpPr>
            <p:cNvPr id="3406" name="Google Shape;3406;p35"/>
            <p:cNvSpPr/>
            <p:nvPr/>
          </p:nvSpPr>
          <p:spPr>
            <a:xfrm>
              <a:off x="2041565" y="-841175"/>
              <a:ext cx="10080" cy="9720"/>
            </a:xfrm>
            <a:custGeom>
              <a:rect b="b" l="l" r="r" t="t"/>
              <a:pathLst>
                <a:path extrusionOk="0" h="27" w="28">
                  <a:moveTo>
                    <a:pt x="21" y="26"/>
                  </a:moveTo>
                  <a:lnTo>
                    <a:pt x="23" y="21"/>
                  </a:lnTo>
                  <a:cubicBezTo>
                    <a:pt x="27" y="8"/>
                    <a:pt x="7" y="0"/>
                    <a:pt x="3" y="14"/>
                  </a:cubicBezTo>
                  <a:cubicBezTo>
                    <a:pt x="2" y="17"/>
                    <a:pt x="1" y="21"/>
                    <a:pt x="0" y="25"/>
                  </a:cubicBezTo>
                  <a:lnTo>
                    <a:pt x="15" y="26"/>
                  </a:lnTo>
                  <a:lnTo>
                    <a:pt x="21"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5"/>
            <p:cNvSpPr/>
            <p:nvPr/>
          </p:nvSpPr>
          <p:spPr>
            <a:xfrm>
              <a:off x="2056685" y="-831095"/>
              <a:ext cx="7560" cy="2160"/>
            </a:xfrm>
            <a:custGeom>
              <a:rect b="b" l="l" r="r" t="t"/>
              <a:pathLst>
                <a:path extrusionOk="0" h="6" w="21">
                  <a:moveTo>
                    <a:pt x="20" y="5"/>
                  </a:moveTo>
                  <a:cubicBezTo>
                    <a:pt x="20" y="4"/>
                    <a:pt x="19" y="3"/>
                    <a:pt x="19" y="1"/>
                  </a:cubicBezTo>
                  <a:lnTo>
                    <a:pt x="1" y="0"/>
                  </a:lnTo>
                  <a:cubicBezTo>
                    <a:pt x="1" y="1"/>
                    <a:pt x="1" y="1"/>
                    <a:pt x="1" y="1"/>
                  </a:cubicBezTo>
                  <a:cubicBezTo>
                    <a:pt x="0" y="2"/>
                    <a:pt x="0" y="4"/>
                    <a:pt x="0" y="5"/>
                  </a:cubicBezTo>
                  <a:lnTo>
                    <a:pt x="2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5"/>
            <p:cNvSpPr/>
            <p:nvPr/>
          </p:nvSpPr>
          <p:spPr>
            <a:xfrm>
              <a:off x="2057045" y="-832535"/>
              <a:ext cx="6840" cy="2160"/>
            </a:xfrm>
            <a:custGeom>
              <a:rect b="b" l="l" r="r" t="t"/>
              <a:pathLst>
                <a:path extrusionOk="0" h="6" w="19">
                  <a:moveTo>
                    <a:pt x="0" y="4"/>
                  </a:moveTo>
                  <a:lnTo>
                    <a:pt x="18" y="5"/>
                  </a:lnTo>
                  <a:cubicBezTo>
                    <a:pt x="17" y="4"/>
                    <a:pt x="16" y="2"/>
                    <a:pt x="14" y="1"/>
                  </a:cubicBezTo>
                  <a:cubicBezTo>
                    <a:pt x="12" y="0"/>
                    <a:pt x="11" y="0"/>
                    <a:pt x="9" y="0"/>
                  </a:cubicBezTo>
                  <a:cubicBezTo>
                    <a:pt x="7"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5"/>
            <p:cNvSpPr/>
            <p:nvPr/>
          </p:nvSpPr>
          <p:spPr>
            <a:xfrm>
              <a:off x="2072885" y="-830015"/>
              <a:ext cx="6840" cy="1080"/>
            </a:xfrm>
            <a:custGeom>
              <a:rect b="b" l="l" r="r" t="t"/>
              <a:pathLst>
                <a:path extrusionOk="0" h="3" w="19">
                  <a:moveTo>
                    <a:pt x="0" y="2"/>
                  </a:moveTo>
                  <a:lnTo>
                    <a:pt x="18" y="2"/>
                  </a:lnTo>
                  <a:cubicBezTo>
                    <a:pt x="18" y="2"/>
                    <a:pt x="18" y="1"/>
                    <a:pt x="17" y="0"/>
                  </a:cubicBezTo>
                  <a:lnTo>
                    <a:pt x="2" y="0"/>
                  </a:lnTo>
                  <a:lnTo>
                    <a:pt x="1" y="2"/>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5"/>
            <p:cNvSpPr/>
            <p:nvPr/>
          </p:nvSpPr>
          <p:spPr>
            <a:xfrm>
              <a:off x="2073605" y="-831815"/>
              <a:ext cx="5760" cy="1800"/>
            </a:xfrm>
            <a:custGeom>
              <a:rect b="b" l="l" r="r" t="t"/>
              <a:pathLst>
                <a:path extrusionOk="0" h="5" w="16">
                  <a:moveTo>
                    <a:pt x="0" y="4"/>
                  </a:moveTo>
                  <a:lnTo>
                    <a:pt x="15" y="4"/>
                  </a:lnTo>
                  <a:cubicBezTo>
                    <a:pt x="14" y="3"/>
                    <a:pt x="13" y="2"/>
                    <a:pt x="11" y="1"/>
                  </a:cubicBezTo>
                  <a:cubicBezTo>
                    <a:pt x="10" y="1"/>
                    <a:pt x="8" y="0"/>
                    <a:pt x="7" y="0"/>
                  </a:cubicBezTo>
                  <a:cubicBezTo>
                    <a:pt x="5" y="0"/>
                    <a:pt x="4" y="1"/>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5"/>
            <p:cNvSpPr/>
            <p:nvPr/>
          </p:nvSpPr>
          <p:spPr>
            <a:xfrm>
              <a:off x="2090885" y="-829655"/>
              <a:ext cx="7560" cy="1800"/>
            </a:xfrm>
            <a:custGeom>
              <a:rect b="b" l="l" r="r" t="t"/>
              <a:pathLst>
                <a:path extrusionOk="0" h="5" w="21">
                  <a:moveTo>
                    <a:pt x="3" y="2"/>
                  </a:moveTo>
                  <a:lnTo>
                    <a:pt x="20" y="4"/>
                  </a:lnTo>
                  <a:lnTo>
                    <a:pt x="20" y="0"/>
                  </a:lnTo>
                  <a:lnTo>
                    <a:pt x="0" y="0"/>
                  </a:lnTo>
                  <a:cubicBezTo>
                    <a:pt x="0" y="0"/>
                    <a:pt x="0" y="1"/>
                    <a:pt x="0" y="2"/>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5"/>
            <p:cNvSpPr/>
            <p:nvPr/>
          </p:nvSpPr>
          <p:spPr>
            <a:xfrm>
              <a:off x="2090885" y="-839735"/>
              <a:ext cx="7920" cy="10080"/>
            </a:xfrm>
            <a:custGeom>
              <a:rect b="b" l="l" r="r" t="t"/>
              <a:pathLst>
                <a:path extrusionOk="0" h="28" w="22">
                  <a:moveTo>
                    <a:pt x="21" y="12"/>
                  </a:moveTo>
                  <a:cubicBezTo>
                    <a:pt x="21" y="1"/>
                    <a:pt x="7" y="0"/>
                    <a:pt x="3" y="9"/>
                  </a:cubicBezTo>
                  <a:cubicBezTo>
                    <a:pt x="1" y="14"/>
                    <a:pt x="0" y="19"/>
                    <a:pt x="0" y="24"/>
                  </a:cubicBezTo>
                  <a:cubicBezTo>
                    <a:pt x="0" y="25"/>
                    <a:pt x="0" y="26"/>
                    <a:pt x="1" y="27"/>
                  </a:cubicBezTo>
                  <a:lnTo>
                    <a:pt x="20" y="27"/>
                  </a:lnTo>
                  <a:cubicBezTo>
                    <a:pt x="20" y="22"/>
                    <a:pt x="21" y="17"/>
                    <a:pt x="2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5"/>
            <p:cNvSpPr/>
            <p:nvPr/>
          </p:nvSpPr>
          <p:spPr>
            <a:xfrm>
              <a:off x="2107445" y="-829295"/>
              <a:ext cx="9000" cy="3600"/>
            </a:xfrm>
            <a:custGeom>
              <a:rect b="b" l="l" r="r" t="t"/>
              <a:pathLst>
                <a:path extrusionOk="0" h="10" w="25">
                  <a:moveTo>
                    <a:pt x="23" y="9"/>
                  </a:moveTo>
                  <a:lnTo>
                    <a:pt x="24" y="0"/>
                  </a:lnTo>
                  <a:lnTo>
                    <a:pt x="0" y="0"/>
                  </a:lnTo>
                  <a:cubicBezTo>
                    <a:pt x="0" y="2"/>
                    <a:pt x="0" y="5"/>
                    <a:pt x="0" y="6"/>
                  </a:cubicBezTo>
                  <a:lnTo>
                    <a:pt x="23"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5"/>
            <p:cNvSpPr/>
            <p:nvPr/>
          </p:nvSpPr>
          <p:spPr>
            <a:xfrm>
              <a:off x="2107445" y="-837215"/>
              <a:ext cx="9720" cy="7560"/>
            </a:xfrm>
            <a:custGeom>
              <a:rect b="b" l="l" r="r" t="t"/>
              <a:pathLst>
                <a:path extrusionOk="0" h="21" w="27">
                  <a:moveTo>
                    <a:pt x="26" y="10"/>
                  </a:moveTo>
                  <a:cubicBezTo>
                    <a:pt x="26" y="9"/>
                    <a:pt x="26" y="9"/>
                    <a:pt x="26" y="8"/>
                  </a:cubicBezTo>
                  <a:cubicBezTo>
                    <a:pt x="26" y="7"/>
                    <a:pt x="26" y="5"/>
                    <a:pt x="25" y="4"/>
                  </a:cubicBezTo>
                  <a:cubicBezTo>
                    <a:pt x="24" y="3"/>
                    <a:pt x="24" y="2"/>
                    <a:pt x="22" y="1"/>
                  </a:cubicBezTo>
                  <a:cubicBezTo>
                    <a:pt x="20" y="0"/>
                    <a:pt x="19" y="0"/>
                    <a:pt x="17" y="0"/>
                  </a:cubicBezTo>
                  <a:cubicBezTo>
                    <a:pt x="17" y="0"/>
                    <a:pt x="16" y="0"/>
                    <a:pt x="15" y="0"/>
                  </a:cubicBezTo>
                  <a:cubicBezTo>
                    <a:pt x="13" y="1"/>
                    <a:pt x="12" y="1"/>
                    <a:pt x="11" y="2"/>
                  </a:cubicBezTo>
                  <a:cubicBezTo>
                    <a:pt x="7" y="4"/>
                    <a:pt x="5" y="7"/>
                    <a:pt x="3" y="10"/>
                  </a:cubicBezTo>
                  <a:cubicBezTo>
                    <a:pt x="1" y="13"/>
                    <a:pt x="0" y="16"/>
                    <a:pt x="0" y="20"/>
                  </a:cubicBezTo>
                  <a:lnTo>
                    <a:pt x="24" y="20"/>
                  </a:lnTo>
                  <a:lnTo>
                    <a:pt x="26"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5"/>
            <p:cNvSpPr/>
            <p:nvPr/>
          </p:nvSpPr>
          <p:spPr>
            <a:xfrm>
              <a:off x="2124005" y="-829295"/>
              <a:ext cx="10080" cy="5400"/>
            </a:xfrm>
            <a:custGeom>
              <a:rect b="b" l="l" r="r" t="t"/>
              <a:pathLst>
                <a:path extrusionOk="0" h="15" w="28">
                  <a:moveTo>
                    <a:pt x="23" y="14"/>
                  </a:moveTo>
                  <a:cubicBezTo>
                    <a:pt x="24" y="10"/>
                    <a:pt x="25" y="6"/>
                    <a:pt x="27" y="2"/>
                  </a:cubicBezTo>
                  <a:cubicBezTo>
                    <a:pt x="19" y="1"/>
                    <a:pt x="10" y="0"/>
                    <a:pt x="2" y="0"/>
                  </a:cubicBezTo>
                  <a:cubicBezTo>
                    <a:pt x="1" y="4"/>
                    <a:pt x="0" y="7"/>
                    <a:pt x="0" y="11"/>
                  </a:cubicBezTo>
                  <a:lnTo>
                    <a:pt x="23"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5"/>
            <p:cNvSpPr/>
            <p:nvPr/>
          </p:nvSpPr>
          <p:spPr>
            <a:xfrm>
              <a:off x="2124725" y="-836855"/>
              <a:ext cx="10080" cy="8280"/>
            </a:xfrm>
            <a:custGeom>
              <a:rect b="b" l="l" r="r" t="t"/>
              <a:pathLst>
                <a:path extrusionOk="0" h="23" w="28">
                  <a:moveTo>
                    <a:pt x="26" y="17"/>
                  </a:moveTo>
                  <a:cubicBezTo>
                    <a:pt x="27" y="15"/>
                    <a:pt x="27" y="14"/>
                    <a:pt x="27" y="12"/>
                  </a:cubicBezTo>
                  <a:cubicBezTo>
                    <a:pt x="27" y="10"/>
                    <a:pt x="27" y="8"/>
                    <a:pt x="26" y="7"/>
                  </a:cubicBezTo>
                  <a:cubicBezTo>
                    <a:pt x="26" y="6"/>
                    <a:pt x="26" y="6"/>
                    <a:pt x="25" y="6"/>
                  </a:cubicBezTo>
                  <a:lnTo>
                    <a:pt x="23" y="2"/>
                  </a:lnTo>
                  <a:cubicBezTo>
                    <a:pt x="22" y="2"/>
                    <a:pt x="22" y="1"/>
                    <a:pt x="21" y="1"/>
                  </a:cubicBezTo>
                  <a:cubicBezTo>
                    <a:pt x="20" y="1"/>
                    <a:pt x="19" y="0"/>
                    <a:pt x="18" y="0"/>
                  </a:cubicBezTo>
                  <a:cubicBezTo>
                    <a:pt x="17" y="0"/>
                    <a:pt x="16" y="0"/>
                    <a:pt x="16" y="1"/>
                  </a:cubicBezTo>
                  <a:cubicBezTo>
                    <a:pt x="15" y="1"/>
                    <a:pt x="14" y="1"/>
                    <a:pt x="13" y="2"/>
                  </a:cubicBezTo>
                  <a:cubicBezTo>
                    <a:pt x="9" y="4"/>
                    <a:pt x="5" y="8"/>
                    <a:pt x="3" y="12"/>
                  </a:cubicBezTo>
                  <a:cubicBezTo>
                    <a:pt x="1" y="15"/>
                    <a:pt x="0" y="17"/>
                    <a:pt x="0" y="20"/>
                  </a:cubicBezTo>
                  <a:cubicBezTo>
                    <a:pt x="8" y="20"/>
                    <a:pt x="17" y="21"/>
                    <a:pt x="25" y="22"/>
                  </a:cubicBezTo>
                  <a:cubicBezTo>
                    <a:pt x="25" y="21"/>
                    <a:pt x="26" y="19"/>
                    <a:pt x="26"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5"/>
            <p:cNvSpPr/>
            <p:nvPr/>
          </p:nvSpPr>
          <p:spPr>
            <a:xfrm>
              <a:off x="2148125" y="-827135"/>
              <a:ext cx="7200" cy="4320"/>
            </a:xfrm>
            <a:custGeom>
              <a:rect b="b" l="l" r="r" t="t"/>
              <a:pathLst>
                <a:path extrusionOk="0" h="12" w="20">
                  <a:moveTo>
                    <a:pt x="0" y="7"/>
                  </a:moveTo>
                  <a:cubicBezTo>
                    <a:pt x="0" y="8"/>
                    <a:pt x="0" y="10"/>
                    <a:pt x="0" y="11"/>
                  </a:cubicBezTo>
                  <a:lnTo>
                    <a:pt x="19" y="11"/>
                  </a:lnTo>
                  <a:cubicBezTo>
                    <a:pt x="19" y="10"/>
                    <a:pt x="19" y="10"/>
                    <a:pt x="19" y="9"/>
                  </a:cubicBezTo>
                  <a:cubicBezTo>
                    <a:pt x="19" y="7"/>
                    <a:pt x="19" y="5"/>
                    <a:pt x="18" y="4"/>
                  </a:cubicBezTo>
                  <a:cubicBezTo>
                    <a:pt x="17" y="3"/>
                    <a:pt x="16" y="2"/>
                    <a:pt x="15" y="1"/>
                  </a:cubicBezTo>
                  <a:lnTo>
                    <a:pt x="4" y="0"/>
                  </a:lnTo>
                  <a:cubicBezTo>
                    <a:pt x="3" y="0"/>
                    <a:pt x="2" y="2"/>
                    <a:pt x="1" y="3"/>
                  </a:cubicBezTo>
                  <a:cubicBezTo>
                    <a:pt x="0" y="4"/>
                    <a:pt x="0" y="5"/>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5"/>
            <p:cNvSpPr/>
            <p:nvPr/>
          </p:nvSpPr>
          <p:spPr>
            <a:xfrm>
              <a:off x="2149565" y="-827135"/>
              <a:ext cx="4320" cy="1080"/>
            </a:xfrm>
            <a:custGeom>
              <a:rect b="b" l="l" r="r" t="t"/>
              <a:pathLst>
                <a:path extrusionOk="0" h="3" w="12">
                  <a:moveTo>
                    <a:pt x="0" y="0"/>
                  </a:moveTo>
                  <a:lnTo>
                    <a:pt x="11" y="2"/>
                  </a:lnTo>
                  <a:cubicBezTo>
                    <a:pt x="11" y="1"/>
                    <a:pt x="10" y="1"/>
                    <a:pt x="10" y="1"/>
                  </a:cubicBezTo>
                  <a:cubicBezTo>
                    <a:pt x="8" y="0"/>
                    <a:pt x="7"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5"/>
            <p:cNvSpPr/>
            <p:nvPr/>
          </p:nvSpPr>
          <p:spPr>
            <a:xfrm>
              <a:off x="2163965" y="-825695"/>
              <a:ext cx="7920" cy="3600"/>
            </a:xfrm>
            <a:custGeom>
              <a:rect b="b" l="l" r="r" t="t"/>
              <a:pathLst>
                <a:path extrusionOk="0" h="10" w="22">
                  <a:moveTo>
                    <a:pt x="1" y="9"/>
                  </a:moveTo>
                  <a:lnTo>
                    <a:pt x="21" y="9"/>
                  </a:lnTo>
                  <a:cubicBezTo>
                    <a:pt x="21" y="6"/>
                    <a:pt x="21" y="4"/>
                    <a:pt x="21" y="1"/>
                  </a:cubicBezTo>
                  <a:cubicBezTo>
                    <a:pt x="14" y="1"/>
                    <a:pt x="7" y="1"/>
                    <a:pt x="0" y="0"/>
                  </a:cubicBezTo>
                  <a:cubicBezTo>
                    <a:pt x="0" y="3"/>
                    <a:pt x="1" y="6"/>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5"/>
            <p:cNvSpPr/>
            <p:nvPr/>
          </p:nvSpPr>
          <p:spPr>
            <a:xfrm>
              <a:off x="2164325" y="-834335"/>
              <a:ext cx="9000" cy="9360"/>
            </a:xfrm>
            <a:custGeom>
              <a:rect b="b" l="l" r="r" t="t"/>
              <a:pathLst>
                <a:path extrusionOk="0" h="26" w="25">
                  <a:moveTo>
                    <a:pt x="22" y="25"/>
                  </a:moveTo>
                  <a:cubicBezTo>
                    <a:pt x="22" y="21"/>
                    <a:pt x="23" y="16"/>
                    <a:pt x="24" y="12"/>
                  </a:cubicBezTo>
                  <a:cubicBezTo>
                    <a:pt x="24" y="11"/>
                    <a:pt x="24" y="10"/>
                    <a:pt x="24" y="9"/>
                  </a:cubicBezTo>
                  <a:cubicBezTo>
                    <a:pt x="24" y="8"/>
                    <a:pt x="24" y="7"/>
                    <a:pt x="23" y="5"/>
                  </a:cubicBezTo>
                  <a:cubicBezTo>
                    <a:pt x="22" y="3"/>
                    <a:pt x="22" y="2"/>
                    <a:pt x="20" y="1"/>
                  </a:cubicBezTo>
                  <a:cubicBezTo>
                    <a:pt x="18" y="0"/>
                    <a:pt x="17" y="0"/>
                    <a:pt x="15" y="0"/>
                  </a:cubicBezTo>
                  <a:cubicBezTo>
                    <a:pt x="13" y="0"/>
                    <a:pt x="12" y="1"/>
                    <a:pt x="11" y="1"/>
                  </a:cubicBezTo>
                  <a:cubicBezTo>
                    <a:pt x="10" y="2"/>
                    <a:pt x="10" y="2"/>
                    <a:pt x="9" y="2"/>
                  </a:cubicBezTo>
                  <a:cubicBezTo>
                    <a:pt x="7" y="4"/>
                    <a:pt x="5" y="7"/>
                    <a:pt x="3" y="9"/>
                  </a:cubicBezTo>
                  <a:cubicBezTo>
                    <a:pt x="1" y="13"/>
                    <a:pt x="0" y="17"/>
                    <a:pt x="0" y="22"/>
                  </a:cubicBezTo>
                  <a:cubicBezTo>
                    <a:pt x="0" y="22"/>
                    <a:pt x="0" y="23"/>
                    <a:pt x="0" y="24"/>
                  </a:cubicBezTo>
                  <a:cubicBezTo>
                    <a:pt x="7" y="24"/>
                    <a:pt x="14" y="25"/>
                    <a:pt x="21" y="25"/>
                  </a:cubicBezTo>
                  <a:lnTo>
                    <a:pt x="22"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5"/>
            <p:cNvSpPr/>
            <p:nvPr/>
          </p:nvSpPr>
          <p:spPr>
            <a:xfrm>
              <a:off x="2184845" y="-826055"/>
              <a:ext cx="8280" cy="3960"/>
            </a:xfrm>
            <a:custGeom>
              <a:rect b="b" l="l" r="r" t="t"/>
              <a:pathLst>
                <a:path extrusionOk="0" h="11" w="23">
                  <a:moveTo>
                    <a:pt x="2" y="4"/>
                  </a:moveTo>
                  <a:cubicBezTo>
                    <a:pt x="1" y="6"/>
                    <a:pt x="1" y="8"/>
                    <a:pt x="0" y="10"/>
                  </a:cubicBezTo>
                  <a:lnTo>
                    <a:pt x="22" y="10"/>
                  </a:lnTo>
                  <a:cubicBezTo>
                    <a:pt x="22" y="9"/>
                    <a:pt x="22" y="8"/>
                    <a:pt x="22" y="7"/>
                  </a:cubicBezTo>
                  <a:lnTo>
                    <a:pt x="22" y="6"/>
                  </a:lnTo>
                  <a:cubicBezTo>
                    <a:pt x="22" y="4"/>
                    <a:pt x="22" y="3"/>
                    <a:pt x="21" y="1"/>
                  </a:cubicBezTo>
                  <a:cubicBezTo>
                    <a:pt x="21" y="0"/>
                    <a:pt x="20" y="1"/>
                    <a:pt x="20" y="0"/>
                  </a:cubicBezTo>
                  <a:lnTo>
                    <a:pt x="4" y="0"/>
                  </a:lnTo>
                  <a:cubicBezTo>
                    <a:pt x="3" y="1"/>
                    <a:pt x="3" y="1"/>
                    <a:pt x="3" y="2"/>
                  </a:cubicBezTo>
                  <a:cubicBezTo>
                    <a:pt x="2" y="3"/>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5"/>
            <p:cNvSpPr/>
            <p:nvPr/>
          </p:nvSpPr>
          <p:spPr>
            <a:xfrm>
              <a:off x="2186285" y="-827135"/>
              <a:ext cx="6120" cy="1440"/>
            </a:xfrm>
            <a:custGeom>
              <a:rect b="b" l="l" r="r" t="t"/>
              <a:pathLst>
                <a:path extrusionOk="0" h="4" w="17">
                  <a:moveTo>
                    <a:pt x="0" y="3"/>
                  </a:moveTo>
                  <a:lnTo>
                    <a:pt x="16" y="3"/>
                  </a:lnTo>
                  <a:cubicBezTo>
                    <a:pt x="15" y="3"/>
                    <a:pt x="15" y="2"/>
                    <a:pt x="14" y="1"/>
                  </a:cubicBezTo>
                  <a:cubicBezTo>
                    <a:pt x="12" y="0"/>
                    <a:pt x="10" y="0"/>
                    <a:pt x="8" y="0"/>
                  </a:cubicBezTo>
                  <a:cubicBezTo>
                    <a:pt x="6" y="0"/>
                    <a:pt x="4" y="0"/>
                    <a:pt x="2" y="1"/>
                  </a:cubicBezTo>
                  <a:cubicBezTo>
                    <a:pt x="1" y="2"/>
                    <a:pt x="1"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5"/>
            <p:cNvSpPr/>
            <p:nvPr/>
          </p:nvSpPr>
          <p:spPr>
            <a:xfrm>
              <a:off x="2204285" y="-826055"/>
              <a:ext cx="10080" cy="3960"/>
            </a:xfrm>
            <a:custGeom>
              <a:rect b="b" l="l" r="r" t="t"/>
              <a:pathLst>
                <a:path extrusionOk="0" h="11" w="28">
                  <a:moveTo>
                    <a:pt x="25" y="10"/>
                  </a:moveTo>
                  <a:cubicBezTo>
                    <a:pt x="25" y="8"/>
                    <a:pt x="26" y="5"/>
                    <a:pt x="27" y="3"/>
                  </a:cubicBezTo>
                  <a:cubicBezTo>
                    <a:pt x="19" y="2"/>
                    <a:pt x="11" y="1"/>
                    <a:pt x="3" y="0"/>
                  </a:cubicBezTo>
                  <a:cubicBezTo>
                    <a:pt x="2" y="4"/>
                    <a:pt x="1" y="7"/>
                    <a:pt x="0" y="10"/>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5"/>
            <p:cNvSpPr/>
            <p:nvPr/>
          </p:nvSpPr>
          <p:spPr>
            <a:xfrm>
              <a:off x="2205365" y="-832535"/>
              <a:ext cx="9360" cy="7920"/>
            </a:xfrm>
            <a:custGeom>
              <a:rect b="b" l="l" r="r" t="t"/>
              <a:pathLst>
                <a:path extrusionOk="0" h="22" w="26">
                  <a:moveTo>
                    <a:pt x="25" y="10"/>
                  </a:moveTo>
                  <a:cubicBezTo>
                    <a:pt x="25" y="1"/>
                    <a:pt x="10" y="0"/>
                    <a:pt x="5" y="7"/>
                  </a:cubicBezTo>
                  <a:cubicBezTo>
                    <a:pt x="3" y="11"/>
                    <a:pt x="1" y="14"/>
                    <a:pt x="0" y="18"/>
                  </a:cubicBezTo>
                  <a:cubicBezTo>
                    <a:pt x="8" y="19"/>
                    <a:pt x="15" y="20"/>
                    <a:pt x="23" y="21"/>
                  </a:cubicBezTo>
                  <a:cubicBezTo>
                    <a:pt x="24" y="18"/>
                    <a:pt x="25" y="14"/>
                    <a:pt x="25" y="11"/>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5"/>
            <p:cNvSpPr/>
            <p:nvPr/>
          </p:nvSpPr>
          <p:spPr>
            <a:xfrm>
              <a:off x="2223365" y="-823175"/>
              <a:ext cx="4680" cy="1080"/>
            </a:xfrm>
            <a:custGeom>
              <a:rect b="b" l="l" r="r" t="t"/>
              <a:pathLst>
                <a:path extrusionOk="0" h="3" w="13">
                  <a:moveTo>
                    <a:pt x="12" y="2"/>
                  </a:moveTo>
                  <a:lnTo>
                    <a:pt x="0" y="0"/>
                  </a:lnTo>
                  <a:lnTo>
                    <a:pt x="0" y="2"/>
                  </a:lnTo>
                  <a:lnTo>
                    <a:pt x="12" y="2"/>
                  </a:lnTo>
                </a:path>
              </a:pathLst>
            </a:custGeom>
            <a:solidFill>
              <a:schemeClr val="dk1"/>
            </a:solidFill>
            <a:ln>
              <a:noFill/>
            </a:ln>
          </p:spPr>
        </p:sp>
        <p:sp>
          <p:nvSpPr>
            <p:cNvPr id="3426" name="Google Shape;3426;p35"/>
            <p:cNvSpPr/>
            <p:nvPr/>
          </p:nvSpPr>
          <p:spPr>
            <a:xfrm>
              <a:off x="2223365" y="-832175"/>
              <a:ext cx="8280" cy="10080"/>
            </a:xfrm>
            <a:custGeom>
              <a:rect b="b" l="l" r="r" t="t"/>
              <a:pathLst>
                <a:path extrusionOk="0" h="28" w="23">
                  <a:moveTo>
                    <a:pt x="20" y="27"/>
                  </a:moveTo>
                  <a:cubicBezTo>
                    <a:pt x="20" y="21"/>
                    <a:pt x="21" y="14"/>
                    <a:pt x="22" y="8"/>
                  </a:cubicBezTo>
                  <a:cubicBezTo>
                    <a:pt x="22" y="6"/>
                    <a:pt x="21" y="5"/>
                    <a:pt x="21" y="4"/>
                  </a:cubicBezTo>
                  <a:cubicBezTo>
                    <a:pt x="20" y="3"/>
                    <a:pt x="19" y="2"/>
                    <a:pt x="17" y="1"/>
                  </a:cubicBezTo>
                  <a:cubicBezTo>
                    <a:pt x="15" y="0"/>
                    <a:pt x="14" y="0"/>
                    <a:pt x="13" y="0"/>
                  </a:cubicBezTo>
                  <a:cubicBezTo>
                    <a:pt x="11" y="0"/>
                    <a:pt x="10" y="0"/>
                    <a:pt x="9" y="1"/>
                  </a:cubicBezTo>
                  <a:cubicBezTo>
                    <a:pt x="8" y="2"/>
                    <a:pt x="7" y="3"/>
                    <a:pt x="6" y="4"/>
                  </a:cubicBezTo>
                  <a:cubicBezTo>
                    <a:pt x="3" y="11"/>
                    <a:pt x="1" y="17"/>
                    <a:pt x="0" y="24"/>
                  </a:cubicBezTo>
                  <a:lnTo>
                    <a:pt x="12" y="26"/>
                  </a:lnTo>
                  <a:lnTo>
                    <a:pt x="20"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5"/>
            <p:cNvSpPr/>
            <p:nvPr/>
          </p:nvSpPr>
          <p:spPr>
            <a:xfrm>
              <a:off x="1450805" y="-861335"/>
              <a:ext cx="10080" cy="6840"/>
            </a:xfrm>
            <a:custGeom>
              <a:rect b="b" l="l" r="r" t="t"/>
              <a:pathLst>
                <a:path extrusionOk="0" h="19" w="28">
                  <a:moveTo>
                    <a:pt x="7" y="16"/>
                  </a:moveTo>
                  <a:cubicBezTo>
                    <a:pt x="13" y="13"/>
                    <a:pt x="20" y="11"/>
                    <a:pt x="27" y="11"/>
                  </a:cubicBezTo>
                  <a:cubicBezTo>
                    <a:pt x="27" y="8"/>
                    <a:pt x="27" y="6"/>
                    <a:pt x="25" y="4"/>
                  </a:cubicBezTo>
                  <a:lnTo>
                    <a:pt x="0" y="0"/>
                  </a:lnTo>
                  <a:lnTo>
                    <a:pt x="4" y="18"/>
                  </a:lnTo>
                  <a:lnTo>
                    <a:pt x="7"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5"/>
            <p:cNvSpPr/>
            <p:nvPr/>
          </p:nvSpPr>
          <p:spPr>
            <a:xfrm>
              <a:off x="1436765" y="-862055"/>
              <a:ext cx="8640" cy="10440"/>
            </a:xfrm>
            <a:custGeom>
              <a:rect b="b" l="l" r="r" t="t"/>
              <a:pathLst>
                <a:path extrusionOk="0" h="29" w="24">
                  <a:moveTo>
                    <a:pt x="6" y="25"/>
                  </a:moveTo>
                  <a:cubicBezTo>
                    <a:pt x="7" y="24"/>
                    <a:pt x="9" y="23"/>
                    <a:pt x="10" y="22"/>
                  </a:cubicBezTo>
                  <a:cubicBezTo>
                    <a:pt x="14" y="20"/>
                    <a:pt x="18" y="19"/>
                    <a:pt x="23" y="18"/>
                  </a:cubicBezTo>
                  <a:cubicBezTo>
                    <a:pt x="21" y="10"/>
                    <a:pt x="20" y="3"/>
                    <a:pt x="20" y="0"/>
                  </a:cubicBezTo>
                  <a:cubicBezTo>
                    <a:pt x="13" y="6"/>
                    <a:pt x="6" y="13"/>
                    <a:pt x="0" y="20"/>
                  </a:cubicBezTo>
                  <a:lnTo>
                    <a:pt x="3" y="28"/>
                  </a:lnTo>
                  <a:lnTo>
                    <a:pt x="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5"/>
            <p:cNvSpPr/>
            <p:nvPr/>
          </p:nvSpPr>
          <p:spPr>
            <a:xfrm>
              <a:off x="1450805" y="-868535"/>
              <a:ext cx="10440" cy="7920"/>
            </a:xfrm>
            <a:custGeom>
              <a:rect b="b" l="l" r="r" t="t"/>
              <a:pathLst>
                <a:path extrusionOk="0" h="22" w="29">
                  <a:moveTo>
                    <a:pt x="0" y="7"/>
                  </a:moveTo>
                  <a:lnTo>
                    <a:pt x="2" y="18"/>
                  </a:lnTo>
                  <a:lnTo>
                    <a:pt x="28" y="21"/>
                  </a:lnTo>
                  <a:cubicBezTo>
                    <a:pt x="28" y="18"/>
                    <a:pt x="26" y="15"/>
                    <a:pt x="25" y="12"/>
                  </a:cubicBezTo>
                  <a:cubicBezTo>
                    <a:pt x="24" y="10"/>
                    <a:pt x="24" y="7"/>
                    <a:pt x="24" y="6"/>
                  </a:cubicBezTo>
                  <a:cubicBezTo>
                    <a:pt x="24" y="4"/>
                    <a:pt x="24" y="3"/>
                    <a:pt x="25" y="1"/>
                  </a:cubicBezTo>
                  <a:lnTo>
                    <a:pt x="23" y="0"/>
                  </a:lnTo>
                  <a:cubicBezTo>
                    <a:pt x="17" y="2"/>
                    <a:pt x="11" y="4"/>
                    <a:pt x="6"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5"/>
            <p:cNvSpPr/>
            <p:nvPr/>
          </p:nvSpPr>
          <p:spPr>
            <a:xfrm>
              <a:off x="1431005" y="-854855"/>
              <a:ext cx="6840" cy="6120"/>
            </a:xfrm>
            <a:custGeom>
              <a:rect b="b" l="l" r="r" t="t"/>
              <a:pathLst>
                <a:path extrusionOk="0" h="17" w="19">
                  <a:moveTo>
                    <a:pt x="16" y="0"/>
                  </a:moveTo>
                  <a:cubicBezTo>
                    <a:pt x="11" y="5"/>
                    <a:pt x="7" y="10"/>
                    <a:pt x="0" y="16"/>
                  </a:cubicBezTo>
                  <a:cubicBezTo>
                    <a:pt x="5" y="15"/>
                    <a:pt x="10" y="13"/>
                    <a:pt x="14" y="10"/>
                  </a:cubicBezTo>
                  <a:cubicBezTo>
                    <a:pt x="16" y="9"/>
                    <a:pt x="17" y="8"/>
                    <a:pt x="18" y="7"/>
                  </a:cubicBezTo>
                  <a:lnTo>
                    <a:pt x="1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5"/>
            <p:cNvSpPr/>
            <p:nvPr/>
          </p:nvSpPr>
          <p:spPr>
            <a:xfrm>
              <a:off x="1443965" y="-862775"/>
              <a:ext cx="9720" cy="7560"/>
            </a:xfrm>
            <a:custGeom>
              <a:rect b="b" l="l" r="r" t="t"/>
              <a:pathLst>
                <a:path extrusionOk="0" h="21" w="27">
                  <a:moveTo>
                    <a:pt x="3" y="20"/>
                  </a:moveTo>
                  <a:cubicBezTo>
                    <a:pt x="7" y="20"/>
                    <a:pt x="10" y="20"/>
                    <a:pt x="14" y="20"/>
                  </a:cubicBezTo>
                  <a:cubicBezTo>
                    <a:pt x="17" y="20"/>
                    <a:pt x="22" y="20"/>
                    <a:pt x="26" y="20"/>
                  </a:cubicBezTo>
                  <a:lnTo>
                    <a:pt x="22" y="2"/>
                  </a:lnTo>
                  <a:lnTo>
                    <a:pt x="4" y="0"/>
                  </a:lnTo>
                  <a:lnTo>
                    <a:pt x="0" y="3"/>
                  </a:lnTo>
                  <a:cubicBezTo>
                    <a:pt x="0" y="5"/>
                    <a:pt x="1" y="12"/>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5"/>
            <p:cNvSpPr/>
            <p:nvPr/>
          </p:nvSpPr>
          <p:spPr>
            <a:xfrm>
              <a:off x="1445405" y="-866015"/>
              <a:ext cx="6480" cy="4320"/>
            </a:xfrm>
            <a:custGeom>
              <a:rect b="b" l="l" r="r" t="t"/>
              <a:pathLst>
                <a:path extrusionOk="0" h="12" w="18">
                  <a:moveTo>
                    <a:pt x="15" y="0"/>
                  </a:moveTo>
                  <a:cubicBezTo>
                    <a:pt x="12" y="2"/>
                    <a:pt x="9" y="3"/>
                    <a:pt x="5" y="5"/>
                  </a:cubicBezTo>
                  <a:cubicBezTo>
                    <a:pt x="4" y="6"/>
                    <a:pt x="2" y="7"/>
                    <a:pt x="0" y="8"/>
                  </a:cubicBezTo>
                  <a:lnTo>
                    <a:pt x="17" y="11"/>
                  </a:ln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5"/>
            <p:cNvSpPr/>
            <p:nvPr/>
          </p:nvSpPr>
          <p:spPr>
            <a:xfrm>
              <a:off x="1460885" y="-860615"/>
              <a:ext cx="1800" cy="2880"/>
            </a:xfrm>
            <a:custGeom>
              <a:rect b="b" l="l" r="r" t="t"/>
              <a:pathLst>
                <a:path extrusionOk="0" h="8" w="5">
                  <a:moveTo>
                    <a:pt x="4" y="0"/>
                  </a:moveTo>
                  <a:lnTo>
                    <a:pt x="0" y="0"/>
                  </a:lnTo>
                  <a:cubicBezTo>
                    <a:pt x="0" y="2"/>
                    <a:pt x="1" y="4"/>
                    <a:pt x="1" y="7"/>
                  </a:cubicBezTo>
                  <a:cubicBezTo>
                    <a:pt x="1" y="6"/>
                    <a:pt x="1" y="6"/>
                    <a:pt x="2" y="6"/>
                  </a:cubicBezTo>
                  <a:cubicBezTo>
                    <a:pt x="3" y="4"/>
                    <a:pt x="4"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5"/>
            <p:cNvSpPr/>
            <p:nvPr/>
          </p:nvSpPr>
          <p:spPr>
            <a:xfrm>
              <a:off x="1459445" y="-868535"/>
              <a:ext cx="3600" cy="7560"/>
            </a:xfrm>
            <a:custGeom>
              <a:rect b="b" l="l" r="r" t="t"/>
              <a:pathLst>
                <a:path extrusionOk="0" h="21" w="10">
                  <a:moveTo>
                    <a:pt x="2" y="0"/>
                  </a:moveTo>
                  <a:cubicBezTo>
                    <a:pt x="1" y="2"/>
                    <a:pt x="0" y="4"/>
                    <a:pt x="0" y="6"/>
                  </a:cubicBezTo>
                  <a:cubicBezTo>
                    <a:pt x="0" y="7"/>
                    <a:pt x="1" y="9"/>
                    <a:pt x="2" y="11"/>
                  </a:cubicBezTo>
                  <a:cubicBezTo>
                    <a:pt x="3" y="14"/>
                    <a:pt x="4" y="17"/>
                    <a:pt x="4" y="20"/>
                  </a:cubicBezTo>
                  <a:lnTo>
                    <a:pt x="9" y="20"/>
                  </a:lnTo>
                  <a:cubicBezTo>
                    <a:pt x="9" y="19"/>
                    <a:pt x="9" y="17"/>
                    <a:pt x="9" y="16"/>
                  </a:cubicBezTo>
                  <a:cubicBezTo>
                    <a:pt x="9" y="12"/>
                    <a:pt x="9" y="9"/>
                    <a:pt x="7" y="6"/>
                  </a:cubicBezTo>
                  <a:cubicBezTo>
                    <a:pt x="6" y="4"/>
                    <a:pt x="4" y="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5"/>
            <p:cNvSpPr/>
            <p:nvPr/>
          </p:nvSpPr>
          <p:spPr>
            <a:xfrm>
              <a:off x="2410925" y="-822095"/>
              <a:ext cx="16200" cy="4320"/>
            </a:xfrm>
            <a:custGeom>
              <a:rect b="b" l="l" r="r" t="t"/>
              <a:pathLst>
                <a:path extrusionOk="0" h="12" w="45">
                  <a:moveTo>
                    <a:pt x="9" y="0"/>
                  </a:moveTo>
                  <a:lnTo>
                    <a:pt x="0" y="0"/>
                  </a:lnTo>
                  <a:cubicBezTo>
                    <a:pt x="1" y="1"/>
                    <a:pt x="1" y="2"/>
                    <a:pt x="2" y="3"/>
                  </a:cubicBezTo>
                  <a:cubicBezTo>
                    <a:pt x="3" y="4"/>
                    <a:pt x="3" y="5"/>
                    <a:pt x="3" y="6"/>
                  </a:cubicBezTo>
                  <a:cubicBezTo>
                    <a:pt x="3" y="7"/>
                    <a:pt x="3" y="8"/>
                    <a:pt x="3" y="9"/>
                  </a:cubicBezTo>
                  <a:cubicBezTo>
                    <a:pt x="16" y="9"/>
                    <a:pt x="30" y="10"/>
                    <a:pt x="42" y="11"/>
                  </a:cubicBezTo>
                  <a:cubicBezTo>
                    <a:pt x="42" y="7"/>
                    <a:pt x="43" y="4"/>
                    <a:pt x="44" y="0"/>
                  </a:cubicBezTo>
                  <a:cubicBezTo>
                    <a:pt x="33" y="1"/>
                    <a:pt x="21" y="1"/>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5"/>
            <p:cNvSpPr/>
            <p:nvPr/>
          </p:nvSpPr>
          <p:spPr>
            <a:xfrm>
              <a:off x="2453045" y="-824255"/>
              <a:ext cx="11520" cy="5400"/>
            </a:xfrm>
            <a:custGeom>
              <a:rect b="b" l="l" r="r" t="t"/>
              <a:pathLst>
                <a:path extrusionOk="0" h="15" w="32">
                  <a:moveTo>
                    <a:pt x="0" y="2"/>
                  </a:moveTo>
                  <a:cubicBezTo>
                    <a:pt x="0" y="6"/>
                    <a:pt x="0" y="10"/>
                    <a:pt x="0" y="14"/>
                  </a:cubicBezTo>
                  <a:cubicBezTo>
                    <a:pt x="10" y="12"/>
                    <a:pt x="20" y="11"/>
                    <a:pt x="30" y="9"/>
                  </a:cubicBezTo>
                  <a:cubicBezTo>
                    <a:pt x="30" y="6"/>
                    <a:pt x="30" y="3"/>
                    <a:pt x="3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5"/>
            <p:cNvSpPr/>
            <p:nvPr/>
          </p:nvSpPr>
          <p:spPr>
            <a:xfrm>
              <a:off x="2432885" y="-822815"/>
              <a:ext cx="11520" cy="5040"/>
            </a:xfrm>
            <a:custGeom>
              <a:rect b="b" l="l" r="r" t="t"/>
              <a:pathLst>
                <a:path extrusionOk="0" h="14" w="32">
                  <a:moveTo>
                    <a:pt x="31" y="0"/>
                  </a:moveTo>
                  <a:lnTo>
                    <a:pt x="1" y="2"/>
                  </a:lnTo>
                  <a:cubicBezTo>
                    <a:pt x="1" y="6"/>
                    <a:pt x="1" y="10"/>
                    <a:pt x="0" y="13"/>
                  </a:cubicBezTo>
                  <a:cubicBezTo>
                    <a:pt x="11" y="13"/>
                    <a:pt x="21" y="13"/>
                    <a:pt x="31" y="13"/>
                  </a:cubicBezTo>
                  <a:cubicBezTo>
                    <a:pt x="31" y="8"/>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5"/>
            <p:cNvSpPr/>
            <p:nvPr/>
          </p:nvSpPr>
          <p:spPr>
            <a:xfrm>
              <a:off x="2371325" y="-822455"/>
              <a:ext cx="11160" cy="2520"/>
            </a:xfrm>
            <a:custGeom>
              <a:rect b="b" l="l" r="r" t="t"/>
              <a:pathLst>
                <a:path extrusionOk="0" h="7" w="31">
                  <a:moveTo>
                    <a:pt x="0" y="0"/>
                  </a:moveTo>
                  <a:cubicBezTo>
                    <a:pt x="0" y="2"/>
                    <a:pt x="0" y="4"/>
                    <a:pt x="0" y="6"/>
                  </a:cubicBezTo>
                  <a:lnTo>
                    <a:pt x="29" y="6"/>
                  </a:lnTo>
                  <a:cubicBezTo>
                    <a:pt x="29" y="4"/>
                    <a:pt x="29" y="2"/>
                    <a:pt x="30"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5"/>
            <p:cNvSpPr/>
            <p:nvPr/>
          </p:nvSpPr>
          <p:spPr>
            <a:xfrm>
              <a:off x="2390765" y="-822455"/>
              <a:ext cx="16560" cy="3240"/>
            </a:xfrm>
            <a:custGeom>
              <a:rect b="b" l="l" r="r" t="t"/>
              <a:pathLst>
                <a:path extrusionOk="0" h="9" w="46">
                  <a:moveTo>
                    <a:pt x="45" y="1"/>
                  </a:moveTo>
                  <a:lnTo>
                    <a:pt x="0" y="0"/>
                  </a:lnTo>
                  <a:lnTo>
                    <a:pt x="0" y="3"/>
                  </a:lnTo>
                  <a:cubicBezTo>
                    <a:pt x="0" y="4"/>
                    <a:pt x="0" y="5"/>
                    <a:pt x="0" y="6"/>
                  </a:cubicBezTo>
                  <a:lnTo>
                    <a:pt x="4" y="6"/>
                  </a:lnTo>
                  <a:cubicBezTo>
                    <a:pt x="16" y="6"/>
                    <a:pt x="28" y="7"/>
                    <a:pt x="41" y="8"/>
                  </a:cubicBezTo>
                  <a:cubicBezTo>
                    <a:pt x="41" y="8"/>
                    <a:pt x="41" y="6"/>
                    <a:pt x="41" y="5"/>
                  </a:cubicBezTo>
                  <a:lnTo>
                    <a:pt x="42" y="4"/>
                  </a:lnTo>
                  <a:cubicBezTo>
                    <a:pt x="43" y="3"/>
                    <a:pt x="43" y="2"/>
                    <a:pt x="4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5"/>
            <p:cNvSpPr/>
            <p:nvPr/>
          </p:nvSpPr>
          <p:spPr>
            <a:xfrm>
              <a:off x="2473565" y="-825335"/>
              <a:ext cx="12600" cy="3960"/>
            </a:xfrm>
            <a:custGeom>
              <a:rect b="b" l="l" r="r" t="t"/>
              <a:pathLst>
                <a:path extrusionOk="0" h="11" w="35">
                  <a:moveTo>
                    <a:pt x="2" y="1"/>
                  </a:moveTo>
                  <a:lnTo>
                    <a:pt x="0" y="10"/>
                  </a:lnTo>
                  <a:cubicBezTo>
                    <a:pt x="11" y="10"/>
                    <a:pt x="21" y="9"/>
                    <a:pt x="32" y="8"/>
                  </a:cubicBezTo>
                  <a:lnTo>
                    <a:pt x="34" y="0"/>
                  </a:lnTo>
                  <a:cubicBezTo>
                    <a:pt x="23" y="0"/>
                    <a:pt x="12" y="0"/>
                    <a:pt x="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5"/>
            <p:cNvSpPr/>
            <p:nvPr/>
          </p:nvSpPr>
          <p:spPr>
            <a:xfrm>
              <a:off x="3027605" y="-851975"/>
              <a:ext cx="6840" cy="3240"/>
            </a:xfrm>
            <a:custGeom>
              <a:rect b="b" l="l" r="r" t="t"/>
              <a:pathLst>
                <a:path extrusionOk="0" h="9" w="19">
                  <a:moveTo>
                    <a:pt x="4" y="0"/>
                  </a:moveTo>
                  <a:cubicBezTo>
                    <a:pt x="4" y="1"/>
                    <a:pt x="3" y="1"/>
                    <a:pt x="3" y="2"/>
                  </a:cubicBezTo>
                  <a:cubicBezTo>
                    <a:pt x="2" y="3"/>
                    <a:pt x="1" y="4"/>
                    <a:pt x="0" y="5"/>
                  </a:cubicBezTo>
                  <a:lnTo>
                    <a:pt x="1" y="5"/>
                  </a:lnTo>
                  <a:cubicBezTo>
                    <a:pt x="7" y="5"/>
                    <a:pt x="12" y="6"/>
                    <a:pt x="18" y="8"/>
                  </a:cubicBezTo>
                  <a:lnTo>
                    <a:pt x="18" y="3"/>
                  </a:lnTo>
                  <a:cubicBezTo>
                    <a:pt x="13" y="2"/>
                    <a:pt x="9" y="1"/>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5"/>
            <p:cNvSpPr/>
            <p:nvPr/>
          </p:nvSpPr>
          <p:spPr>
            <a:xfrm>
              <a:off x="2296445" y="-840815"/>
              <a:ext cx="234000" cy="11520"/>
            </a:xfrm>
            <a:custGeom>
              <a:rect b="b" l="l" r="r" t="t"/>
              <a:pathLst>
                <a:path extrusionOk="0" h="32" w="650">
                  <a:moveTo>
                    <a:pt x="49" y="25"/>
                  </a:moveTo>
                  <a:lnTo>
                    <a:pt x="66" y="25"/>
                  </a:lnTo>
                  <a:cubicBezTo>
                    <a:pt x="147" y="25"/>
                    <a:pt x="229" y="23"/>
                    <a:pt x="310" y="26"/>
                  </a:cubicBezTo>
                  <a:cubicBezTo>
                    <a:pt x="322" y="27"/>
                    <a:pt x="335" y="27"/>
                    <a:pt x="347" y="27"/>
                  </a:cubicBezTo>
                  <a:cubicBezTo>
                    <a:pt x="369" y="27"/>
                    <a:pt x="391" y="26"/>
                    <a:pt x="413" y="25"/>
                  </a:cubicBezTo>
                  <a:cubicBezTo>
                    <a:pt x="435" y="23"/>
                    <a:pt x="413" y="24"/>
                    <a:pt x="413" y="23"/>
                  </a:cubicBezTo>
                  <a:cubicBezTo>
                    <a:pt x="413" y="23"/>
                    <a:pt x="413" y="22"/>
                    <a:pt x="414" y="22"/>
                  </a:cubicBezTo>
                  <a:cubicBezTo>
                    <a:pt x="416" y="20"/>
                    <a:pt x="416" y="18"/>
                    <a:pt x="418" y="17"/>
                  </a:cubicBezTo>
                  <a:cubicBezTo>
                    <a:pt x="420" y="16"/>
                    <a:pt x="421" y="15"/>
                    <a:pt x="424" y="15"/>
                  </a:cubicBezTo>
                  <a:cubicBezTo>
                    <a:pt x="426" y="15"/>
                    <a:pt x="429" y="16"/>
                    <a:pt x="431" y="17"/>
                  </a:cubicBezTo>
                  <a:lnTo>
                    <a:pt x="433" y="19"/>
                  </a:lnTo>
                  <a:cubicBezTo>
                    <a:pt x="434" y="20"/>
                    <a:pt x="435" y="21"/>
                    <a:pt x="436" y="22"/>
                  </a:cubicBezTo>
                  <a:lnTo>
                    <a:pt x="436" y="23"/>
                  </a:lnTo>
                  <a:lnTo>
                    <a:pt x="461" y="20"/>
                  </a:lnTo>
                  <a:lnTo>
                    <a:pt x="472" y="20"/>
                  </a:lnTo>
                  <a:cubicBezTo>
                    <a:pt x="472" y="19"/>
                    <a:pt x="474" y="17"/>
                    <a:pt x="474" y="15"/>
                  </a:cubicBezTo>
                  <a:cubicBezTo>
                    <a:pt x="475" y="14"/>
                    <a:pt x="476" y="12"/>
                    <a:pt x="478" y="11"/>
                  </a:cubicBezTo>
                  <a:cubicBezTo>
                    <a:pt x="479" y="10"/>
                    <a:pt x="482" y="10"/>
                    <a:pt x="484" y="10"/>
                  </a:cubicBezTo>
                  <a:cubicBezTo>
                    <a:pt x="486" y="10"/>
                    <a:pt x="488" y="10"/>
                    <a:pt x="490" y="11"/>
                  </a:cubicBezTo>
                  <a:cubicBezTo>
                    <a:pt x="492" y="12"/>
                    <a:pt x="493" y="13"/>
                    <a:pt x="494" y="15"/>
                  </a:cubicBezTo>
                  <a:cubicBezTo>
                    <a:pt x="495" y="16"/>
                    <a:pt x="496" y="19"/>
                    <a:pt x="496" y="20"/>
                  </a:cubicBezTo>
                  <a:lnTo>
                    <a:pt x="532" y="22"/>
                  </a:lnTo>
                  <a:cubicBezTo>
                    <a:pt x="533" y="21"/>
                    <a:pt x="534" y="20"/>
                    <a:pt x="535" y="20"/>
                  </a:cubicBezTo>
                  <a:cubicBezTo>
                    <a:pt x="536" y="19"/>
                    <a:pt x="538" y="18"/>
                    <a:pt x="540" y="18"/>
                  </a:cubicBezTo>
                  <a:cubicBezTo>
                    <a:pt x="542" y="18"/>
                    <a:pt x="544" y="19"/>
                    <a:pt x="545" y="20"/>
                  </a:cubicBezTo>
                  <a:cubicBezTo>
                    <a:pt x="546" y="20"/>
                    <a:pt x="547" y="21"/>
                    <a:pt x="547" y="22"/>
                  </a:cubicBezTo>
                  <a:cubicBezTo>
                    <a:pt x="560" y="22"/>
                    <a:pt x="572" y="20"/>
                    <a:pt x="585" y="17"/>
                  </a:cubicBezTo>
                  <a:cubicBezTo>
                    <a:pt x="606" y="11"/>
                    <a:pt x="627" y="8"/>
                    <a:pt x="649" y="8"/>
                  </a:cubicBezTo>
                  <a:lnTo>
                    <a:pt x="567" y="8"/>
                  </a:lnTo>
                  <a:cubicBezTo>
                    <a:pt x="531" y="8"/>
                    <a:pt x="484" y="0"/>
                    <a:pt x="449" y="8"/>
                  </a:cubicBezTo>
                  <a:cubicBezTo>
                    <a:pt x="347" y="31"/>
                    <a:pt x="236" y="6"/>
                    <a:pt x="133" y="14"/>
                  </a:cubicBezTo>
                  <a:cubicBezTo>
                    <a:pt x="89" y="17"/>
                    <a:pt x="45" y="22"/>
                    <a:pt x="0" y="26"/>
                  </a:cubicBezTo>
                  <a:lnTo>
                    <a:pt x="35" y="26"/>
                  </a:lnTo>
                  <a:lnTo>
                    <a:pt x="35" y="25"/>
                  </a:lnTo>
                  <a:cubicBezTo>
                    <a:pt x="36" y="24"/>
                    <a:pt x="37" y="23"/>
                    <a:pt x="38" y="22"/>
                  </a:cubicBezTo>
                  <a:cubicBezTo>
                    <a:pt x="39" y="21"/>
                    <a:pt x="40" y="21"/>
                    <a:pt x="42" y="21"/>
                  </a:cubicBezTo>
                  <a:cubicBezTo>
                    <a:pt x="43" y="21"/>
                    <a:pt x="45" y="21"/>
                    <a:pt x="46" y="22"/>
                  </a:cubicBezTo>
                  <a:cubicBezTo>
                    <a:pt x="47" y="23"/>
                    <a:pt x="48" y="24"/>
                    <a:pt x="49"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5"/>
            <p:cNvSpPr/>
            <p:nvPr/>
          </p:nvSpPr>
          <p:spPr>
            <a:xfrm>
              <a:off x="2539445" y="-837935"/>
              <a:ext cx="129240" cy="2160"/>
            </a:xfrm>
            <a:custGeom>
              <a:rect b="b" l="l" r="r" t="t"/>
              <a:pathLst>
                <a:path extrusionOk="0" h="6" w="359">
                  <a:moveTo>
                    <a:pt x="358" y="4"/>
                  </a:moveTo>
                  <a:cubicBezTo>
                    <a:pt x="263" y="3"/>
                    <a:pt x="167" y="0"/>
                    <a:pt x="72" y="0"/>
                  </a:cubicBezTo>
                  <a:lnTo>
                    <a:pt x="0" y="0"/>
                  </a:lnTo>
                  <a:cubicBezTo>
                    <a:pt x="38" y="1"/>
                    <a:pt x="76" y="5"/>
                    <a:pt x="110" y="5"/>
                  </a:cubicBezTo>
                  <a:cubicBezTo>
                    <a:pt x="192" y="5"/>
                    <a:pt x="275" y="4"/>
                    <a:pt x="35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5"/>
            <p:cNvSpPr/>
            <p:nvPr/>
          </p:nvSpPr>
          <p:spPr>
            <a:xfrm>
              <a:off x="2962445" y="-845855"/>
              <a:ext cx="32040" cy="10080"/>
            </a:xfrm>
            <a:custGeom>
              <a:rect b="b" l="l" r="r" t="t"/>
              <a:pathLst>
                <a:path extrusionOk="0" h="28" w="89">
                  <a:moveTo>
                    <a:pt x="32" y="22"/>
                  </a:moveTo>
                  <a:cubicBezTo>
                    <a:pt x="33" y="21"/>
                    <a:pt x="34" y="20"/>
                    <a:pt x="36" y="19"/>
                  </a:cubicBezTo>
                  <a:cubicBezTo>
                    <a:pt x="38" y="18"/>
                    <a:pt x="40" y="17"/>
                    <a:pt x="42" y="17"/>
                  </a:cubicBezTo>
                  <a:cubicBezTo>
                    <a:pt x="44" y="17"/>
                    <a:pt x="47" y="18"/>
                    <a:pt x="48" y="19"/>
                  </a:cubicBezTo>
                  <a:lnTo>
                    <a:pt x="69" y="14"/>
                  </a:lnTo>
                  <a:cubicBezTo>
                    <a:pt x="74" y="13"/>
                    <a:pt x="80" y="11"/>
                    <a:pt x="86" y="10"/>
                  </a:cubicBezTo>
                  <a:cubicBezTo>
                    <a:pt x="86" y="6"/>
                    <a:pt x="87" y="3"/>
                    <a:pt x="88" y="0"/>
                  </a:cubicBezTo>
                  <a:cubicBezTo>
                    <a:pt x="59" y="4"/>
                    <a:pt x="29" y="8"/>
                    <a:pt x="0" y="12"/>
                  </a:cubicBezTo>
                  <a:cubicBezTo>
                    <a:pt x="2" y="17"/>
                    <a:pt x="3" y="22"/>
                    <a:pt x="4" y="27"/>
                  </a:cubicBezTo>
                  <a:lnTo>
                    <a:pt x="32"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5"/>
            <p:cNvSpPr/>
            <p:nvPr/>
          </p:nvSpPr>
          <p:spPr>
            <a:xfrm>
              <a:off x="2764805" y="-847295"/>
              <a:ext cx="142920" cy="11160"/>
            </a:xfrm>
            <a:custGeom>
              <a:rect b="b" l="l" r="r" t="t"/>
              <a:pathLst>
                <a:path extrusionOk="0" h="31" w="397">
                  <a:moveTo>
                    <a:pt x="159" y="21"/>
                  </a:moveTo>
                  <a:cubicBezTo>
                    <a:pt x="206" y="23"/>
                    <a:pt x="249" y="14"/>
                    <a:pt x="295" y="13"/>
                  </a:cubicBezTo>
                  <a:cubicBezTo>
                    <a:pt x="329" y="11"/>
                    <a:pt x="363" y="7"/>
                    <a:pt x="396" y="0"/>
                  </a:cubicBezTo>
                  <a:cubicBezTo>
                    <a:pt x="383" y="0"/>
                    <a:pt x="370" y="1"/>
                    <a:pt x="357" y="1"/>
                  </a:cubicBezTo>
                  <a:cubicBezTo>
                    <a:pt x="260" y="3"/>
                    <a:pt x="159" y="17"/>
                    <a:pt x="62" y="26"/>
                  </a:cubicBezTo>
                  <a:cubicBezTo>
                    <a:pt x="41" y="28"/>
                    <a:pt x="21" y="29"/>
                    <a:pt x="0" y="30"/>
                  </a:cubicBezTo>
                  <a:lnTo>
                    <a:pt x="29" y="30"/>
                  </a:lnTo>
                  <a:cubicBezTo>
                    <a:pt x="73" y="30"/>
                    <a:pt x="116" y="20"/>
                    <a:pt x="15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5"/>
            <p:cNvSpPr/>
            <p:nvPr/>
          </p:nvSpPr>
          <p:spPr>
            <a:xfrm>
              <a:off x="2943005" y="-867815"/>
              <a:ext cx="82440" cy="17640"/>
            </a:xfrm>
            <a:custGeom>
              <a:rect b="b" l="l" r="r" t="t"/>
              <a:pathLst>
                <a:path extrusionOk="0" h="49" w="229">
                  <a:moveTo>
                    <a:pt x="214" y="22"/>
                  </a:moveTo>
                  <a:cubicBezTo>
                    <a:pt x="214" y="22"/>
                    <a:pt x="215" y="22"/>
                    <a:pt x="216" y="22"/>
                  </a:cubicBezTo>
                  <a:cubicBezTo>
                    <a:pt x="217" y="22"/>
                    <a:pt x="217" y="22"/>
                    <a:pt x="218" y="22"/>
                  </a:cubicBezTo>
                  <a:cubicBezTo>
                    <a:pt x="219" y="20"/>
                    <a:pt x="219" y="19"/>
                    <a:pt x="220" y="18"/>
                  </a:cubicBezTo>
                  <a:lnTo>
                    <a:pt x="215" y="19"/>
                  </a:lnTo>
                  <a:cubicBezTo>
                    <a:pt x="209" y="19"/>
                    <a:pt x="208" y="11"/>
                    <a:pt x="213" y="9"/>
                  </a:cubicBezTo>
                  <a:cubicBezTo>
                    <a:pt x="216" y="8"/>
                    <a:pt x="218" y="8"/>
                    <a:pt x="221" y="6"/>
                  </a:cubicBezTo>
                  <a:cubicBezTo>
                    <a:pt x="223" y="5"/>
                    <a:pt x="226" y="2"/>
                    <a:pt x="228" y="0"/>
                  </a:cubicBezTo>
                  <a:cubicBezTo>
                    <a:pt x="192" y="4"/>
                    <a:pt x="157" y="11"/>
                    <a:pt x="123" y="22"/>
                  </a:cubicBezTo>
                  <a:cubicBezTo>
                    <a:pt x="82" y="31"/>
                    <a:pt x="41" y="39"/>
                    <a:pt x="0" y="46"/>
                  </a:cubicBezTo>
                  <a:lnTo>
                    <a:pt x="10" y="46"/>
                  </a:lnTo>
                  <a:cubicBezTo>
                    <a:pt x="79" y="48"/>
                    <a:pt x="146" y="25"/>
                    <a:pt x="21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5"/>
            <p:cNvSpPr/>
            <p:nvPr/>
          </p:nvSpPr>
          <p:spPr>
            <a:xfrm>
              <a:off x="2846165" y="-833255"/>
              <a:ext cx="39600" cy="9360"/>
            </a:xfrm>
            <a:custGeom>
              <a:rect b="b" l="l" r="r" t="t"/>
              <a:pathLst>
                <a:path extrusionOk="0" h="26" w="110">
                  <a:moveTo>
                    <a:pt x="0" y="25"/>
                  </a:moveTo>
                  <a:cubicBezTo>
                    <a:pt x="11" y="25"/>
                    <a:pt x="22" y="24"/>
                    <a:pt x="32" y="23"/>
                  </a:cubicBezTo>
                  <a:cubicBezTo>
                    <a:pt x="33" y="21"/>
                    <a:pt x="34" y="19"/>
                    <a:pt x="35" y="17"/>
                  </a:cubicBezTo>
                  <a:cubicBezTo>
                    <a:pt x="36" y="16"/>
                    <a:pt x="37" y="14"/>
                    <a:pt x="39" y="13"/>
                  </a:cubicBezTo>
                  <a:cubicBezTo>
                    <a:pt x="46" y="3"/>
                    <a:pt x="62" y="13"/>
                    <a:pt x="58" y="22"/>
                  </a:cubicBezTo>
                  <a:cubicBezTo>
                    <a:pt x="74" y="22"/>
                    <a:pt x="90" y="20"/>
                    <a:pt x="106" y="19"/>
                  </a:cubicBezTo>
                  <a:cubicBezTo>
                    <a:pt x="106" y="13"/>
                    <a:pt x="108" y="6"/>
                    <a:pt x="109" y="0"/>
                  </a:cubicBezTo>
                  <a:cubicBezTo>
                    <a:pt x="91" y="2"/>
                    <a:pt x="73" y="3"/>
                    <a:pt x="55" y="3"/>
                  </a:cubicBezTo>
                  <a:cubicBezTo>
                    <a:pt x="37" y="5"/>
                    <a:pt x="18" y="8"/>
                    <a:pt x="0" y="11"/>
                  </a:cubicBezTo>
                  <a:cubicBezTo>
                    <a:pt x="1" y="14"/>
                    <a:pt x="1" y="16"/>
                    <a:pt x="1" y="19"/>
                  </a:cubicBezTo>
                  <a:cubicBezTo>
                    <a:pt x="1" y="21"/>
                    <a:pt x="1" y="2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5"/>
            <p:cNvSpPr/>
            <p:nvPr/>
          </p:nvSpPr>
          <p:spPr>
            <a:xfrm>
              <a:off x="2819165" y="-829295"/>
              <a:ext cx="21240" cy="7200"/>
            </a:xfrm>
            <a:custGeom>
              <a:rect b="b" l="l" r="r" t="t"/>
              <a:pathLst>
                <a:path extrusionOk="0" h="20" w="59">
                  <a:moveTo>
                    <a:pt x="53" y="16"/>
                  </a:moveTo>
                  <a:cubicBezTo>
                    <a:pt x="54" y="11"/>
                    <a:pt x="56" y="6"/>
                    <a:pt x="58" y="1"/>
                  </a:cubicBezTo>
                  <a:cubicBezTo>
                    <a:pt x="38" y="1"/>
                    <a:pt x="19" y="0"/>
                    <a:pt x="0" y="0"/>
                  </a:cubicBezTo>
                  <a:cubicBezTo>
                    <a:pt x="1" y="1"/>
                    <a:pt x="1" y="1"/>
                    <a:pt x="2" y="2"/>
                  </a:cubicBezTo>
                  <a:cubicBezTo>
                    <a:pt x="5" y="8"/>
                    <a:pt x="7" y="13"/>
                    <a:pt x="8" y="19"/>
                  </a:cubicBezTo>
                  <a:lnTo>
                    <a:pt x="53"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5"/>
            <p:cNvSpPr/>
            <p:nvPr/>
          </p:nvSpPr>
          <p:spPr>
            <a:xfrm>
              <a:off x="2640245" y="-828215"/>
              <a:ext cx="41040" cy="10440"/>
            </a:xfrm>
            <a:custGeom>
              <a:rect b="b" l="l" r="r" t="t"/>
              <a:pathLst>
                <a:path extrusionOk="0" h="29" w="114">
                  <a:moveTo>
                    <a:pt x="1" y="28"/>
                  </a:moveTo>
                  <a:lnTo>
                    <a:pt x="49" y="28"/>
                  </a:lnTo>
                  <a:cubicBezTo>
                    <a:pt x="50" y="24"/>
                    <a:pt x="51" y="21"/>
                    <a:pt x="53" y="17"/>
                  </a:cubicBezTo>
                  <a:cubicBezTo>
                    <a:pt x="54" y="16"/>
                    <a:pt x="54" y="16"/>
                    <a:pt x="55" y="15"/>
                  </a:cubicBezTo>
                  <a:cubicBezTo>
                    <a:pt x="57" y="12"/>
                    <a:pt x="62" y="13"/>
                    <a:pt x="64" y="16"/>
                  </a:cubicBezTo>
                  <a:cubicBezTo>
                    <a:pt x="64" y="16"/>
                    <a:pt x="65" y="17"/>
                    <a:pt x="65" y="18"/>
                  </a:cubicBezTo>
                  <a:cubicBezTo>
                    <a:pt x="67" y="21"/>
                    <a:pt x="68" y="24"/>
                    <a:pt x="68" y="28"/>
                  </a:cubicBezTo>
                  <a:lnTo>
                    <a:pt x="101" y="28"/>
                  </a:lnTo>
                  <a:lnTo>
                    <a:pt x="107" y="28"/>
                  </a:lnTo>
                  <a:cubicBezTo>
                    <a:pt x="108" y="19"/>
                    <a:pt x="109" y="11"/>
                    <a:pt x="112" y="2"/>
                  </a:cubicBezTo>
                  <a:cubicBezTo>
                    <a:pt x="112" y="2"/>
                    <a:pt x="111" y="2"/>
                    <a:pt x="112" y="1"/>
                  </a:cubicBezTo>
                  <a:cubicBezTo>
                    <a:pt x="113" y="0"/>
                    <a:pt x="113" y="0"/>
                    <a:pt x="113" y="0"/>
                  </a:cubicBezTo>
                  <a:lnTo>
                    <a:pt x="93" y="0"/>
                  </a:lnTo>
                  <a:lnTo>
                    <a:pt x="0" y="0"/>
                  </a:lnTo>
                  <a:cubicBezTo>
                    <a:pt x="1" y="5"/>
                    <a:pt x="2" y="11"/>
                    <a:pt x="2" y="16"/>
                  </a:cubicBezTo>
                  <a:cubicBezTo>
                    <a:pt x="2" y="20"/>
                    <a:pt x="1"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5"/>
            <p:cNvSpPr/>
            <p:nvPr/>
          </p:nvSpPr>
          <p:spPr>
            <a:xfrm>
              <a:off x="2577605" y="-828575"/>
              <a:ext cx="38520" cy="9360"/>
            </a:xfrm>
            <a:custGeom>
              <a:rect b="b" l="l" r="r" t="t"/>
              <a:pathLst>
                <a:path extrusionOk="0" h="26" w="107">
                  <a:moveTo>
                    <a:pt x="3" y="12"/>
                  </a:moveTo>
                  <a:cubicBezTo>
                    <a:pt x="2" y="16"/>
                    <a:pt x="1" y="20"/>
                    <a:pt x="0" y="25"/>
                  </a:cubicBezTo>
                  <a:lnTo>
                    <a:pt x="34" y="25"/>
                  </a:lnTo>
                  <a:cubicBezTo>
                    <a:pt x="35" y="21"/>
                    <a:pt x="36" y="17"/>
                    <a:pt x="38" y="14"/>
                  </a:cubicBezTo>
                  <a:cubicBezTo>
                    <a:pt x="39" y="12"/>
                    <a:pt x="41" y="10"/>
                    <a:pt x="43" y="8"/>
                  </a:cubicBezTo>
                  <a:lnTo>
                    <a:pt x="44" y="7"/>
                  </a:lnTo>
                  <a:cubicBezTo>
                    <a:pt x="45" y="6"/>
                    <a:pt x="47" y="6"/>
                    <a:pt x="49" y="6"/>
                  </a:cubicBezTo>
                  <a:cubicBezTo>
                    <a:pt x="50" y="6"/>
                    <a:pt x="51" y="6"/>
                    <a:pt x="53" y="7"/>
                  </a:cubicBezTo>
                  <a:cubicBezTo>
                    <a:pt x="55" y="8"/>
                    <a:pt x="56" y="9"/>
                    <a:pt x="57" y="10"/>
                  </a:cubicBezTo>
                  <a:cubicBezTo>
                    <a:pt x="57" y="11"/>
                    <a:pt x="57" y="11"/>
                    <a:pt x="57" y="11"/>
                  </a:cubicBezTo>
                  <a:cubicBezTo>
                    <a:pt x="58" y="16"/>
                    <a:pt x="59" y="21"/>
                    <a:pt x="59" y="25"/>
                  </a:cubicBezTo>
                  <a:lnTo>
                    <a:pt x="91" y="25"/>
                  </a:lnTo>
                  <a:cubicBezTo>
                    <a:pt x="91" y="14"/>
                    <a:pt x="93" y="3"/>
                    <a:pt x="106" y="0"/>
                  </a:cubicBezTo>
                  <a:lnTo>
                    <a:pt x="5" y="0"/>
                  </a:lnTo>
                  <a:lnTo>
                    <a:pt x="3" y="0"/>
                  </a:lnTo>
                  <a:cubicBezTo>
                    <a:pt x="4" y="2"/>
                    <a:pt x="4" y="4"/>
                    <a:pt x="4" y="6"/>
                  </a:cubicBezTo>
                  <a:cubicBezTo>
                    <a:pt x="4" y="8"/>
                    <a:pt x="4" y="10"/>
                    <a:pt x="3"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5"/>
            <p:cNvSpPr/>
            <p:nvPr/>
          </p:nvSpPr>
          <p:spPr>
            <a:xfrm>
              <a:off x="2617565" y="-828575"/>
              <a:ext cx="16560" cy="10080"/>
            </a:xfrm>
            <a:custGeom>
              <a:rect b="b" l="l" r="r" t="t"/>
              <a:pathLst>
                <a:path extrusionOk="0" h="28" w="46">
                  <a:moveTo>
                    <a:pt x="4" y="7"/>
                  </a:moveTo>
                  <a:cubicBezTo>
                    <a:pt x="4" y="14"/>
                    <a:pt x="4" y="21"/>
                    <a:pt x="5" y="27"/>
                  </a:cubicBezTo>
                  <a:lnTo>
                    <a:pt x="41" y="27"/>
                  </a:lnTo>
                  <a:cubicBezTo>
                    <a:pt x="41" y="26"/>
                    <a:pt x="41" y="25"/>
                    <a:pt x="41" y="23"/>
                  </a:cubicBezTo>
                  <a:cubicBezTo>
                    <a:pt x="41" y="16"/>
                    <a:pt x="42" y="8"/>
                    <a:pt x="45" y="0"/>
                  </a:cubicBezTo>
                  <a:lnTo>
                    <a:pt x="0" y="0"/>
                  </a:lnTo>
                  <a:cubicBezTo>
                    <a:pt x="0" y="0"/>
                    <a:pt x="0" y="1"/>
                    <a:pt x="1" y="1"/>
                  </a:cubicBezTo>
                  <a:cubicBezTo>
                    <a:pt x="2" y="1"/>
                    <a:pt x="2" y="2"/>
                    <a:pt x="3" y="3"/>
                  </a:cubicBezTo>
                  <a:cubicBezTo>
                    <a:pt x="4" y="4"/>
                    <a:pt x="4" y="5"/>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5"/>
            <p:cNvSpPr/>
            <p:nvPr/>
          </p:nvSpPr>
          <p:spPr>
            <a:xfrm>
              <a:off x="2949125" y="-841175"/>
              <a:ext cx="9000" cy="8640"/>
            </a:xfrm>
            <a:custGeom>
              <a:rect b="b" l="l" r="r" t="t"/>
              <a:pathLst>
                <a:path extrusionOk="0" h="24" w="25">
                  <a:moveTo>
                    <a:pt x="0" y="23"/>
                  </a:moveTo>
                  <a:lnTo>
                    <a:pt x="19" y="18"/>
                  </a:lnTo>
                  <a:cubicBezTo>
                    <a:pt x="20" y="12"/>
                    <a:pt x="22" y="6"/>
                    <a:pt x="24" y="0"/>
                  </a:cubicBezTo>
                  <a:lnTo>
                    <a:pt x="1" y="2"/>
                  </a:lnTo>
                  <a:cubicBezTo>
                    <a:pt x="1" y="9"/>
                    <a:pt x="1" y="16"/>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5"/>
            <p:cNvSpPr/>
            <p:nvPr/>
          </p:nvSpPr>
          <p:spPr>
            <a:xfrm>
              <a:off x="2917805" y="-839375"/>
              <a:ext cx="23760" cy="10440"/>
            </a:xfrm>
            <a:custGeom>
              <a:rect b="b" l="l" r="r" t="t"/>
              <a:pathLst>
                <a:path extrusionOk="0" h="29" w="66">
                  <a:moveTo>
                    <a:pt x="1" y="28"/>
                  </a:moveTo>
                  <a:cubicBezTo>
                    <a:pt x="21" y="27"/>
                    <a:pt x="42" y="26"/>
                    <a:pt x="62" y="23"/>
                  </a:cubicBezTo>
                  <a:cubicBezTo>
                    <a:pt x="63" y="15"/>
                    <a:pt x="64" y="8"/>
                    <a:pt x="65" y="0"/>
                  </a:cubicBezTo>
                  <a:cubicBezTo>
                    <a:pt x="43" y="2"/>
                    <a:pt x="21" y="5"/>
                    <a:pt x="0" y="8"/>
                  </a:cubicBezTo>
                  <a:lnTo>
                    <a:pt x="1" y="9"/>
                  </a:lnTo>
                  <a:cubicBezTo>
                    <a:pt x="3" y="11"/>
                    <a:pt x="3" y="14"/>
                    <a:pt x="3" y="16"/>
                  </a:cubicBezTo>
                  <a:lnTo>
                    <a:pt x="3" y="17"/>
                  </a:lnTo>
                  <a:cubicBezTo>
                    <a:pt x="2" y="21"/>
                    <a:pt x="2"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5"/>
            <p:cNvSpPr/>
            <p:nvPr/>
          </p:nvSpPr>
          <p:spPr>
            <a:xfrm>
              <a:off x="2893325" y="-835775"/>
              <a:ext cx="17280" cy="9000"/>
            </a:xfrm>
            <a:custGeom>
              <a:rect b="b" l="l" r="r" t="t"/>
              <a:pathLst>
                <a:path extrusionOk="0" h="25" w="48">
                  <a:moveTo>
                    <a:pt x="0" y="24"/>
                  </a:moveTo>
                  <a:lnTo>
                    <a:pt x="41" y="20"/>
                  </a:lnTo>
                  <a:lnTo>
                    <a:pt x="43" y="20"/>
                  </a:lnTo>
                  <a:cubicBezTo>
                    <a:pt x="44" y="14"/>
                    <a:pt x="44" y="8"/>
                    <a:pt x="46" y="3"/>
                  </a:cubicBezTo>
                  <a:cubicBezTo>
                    <a:pt x="46" y="2"/>
                    <a:pt x="46" y="1"/>
                    <a:pt x="47" y="0"/>
                  </a:cubicBezTo>
                  <a:cubicBezTo>
                    <a:pt x="31" y="2"/>
                    <a:pt x="16" y="4"/>
                    <a:pt x="1" y="5"/>
                  </a:cubicBezTo>
                  <a:cubicBezTo>
                    <a:pt x="1" y="6"/>
                    <a:pt x="1" y="6"/>
                    <a:pt x="1" y="7"/>
                  </a:cubicBezTo>
                  <a:lnTo>
                    <a:pt x="1" y="8"/>
                  </a:lnTo>
                  <a:cubicBezTo>
                    <a:pt x="1" y="13"/>
                    <a:pt x="0" y="18"/>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5"/>
            <p:cNvSpPr/>
            <p:nvPr/>
          </p:nvSpPr>
          <p:spPr>
            <a:xfrm>
              <a:off x="2687045" y="-829295"/>
              <a:ext cx="128880" cy="12600"/>
            </a:xfrm>
            <a:custGeom>
              <a:rect b="b" l="l" r="r" t="t"/>
              <a:pathLst>
                <a:path extrusionOk="0" h="35" w="358">
                  <a:moveTo>
                    <a:pt x="2" y="20"/>
                  </a:moveTo>
                  <a:cubicBezTo>
                    <a:pt x="1" y="24"/>
                    <a:pt x="0" y="28"/>
                    <a:pt x="0" y="32"/>
                  </a:cubicBezTo>
                  <a:lnTo>
                    <a:pt x="0" y="33"/>
                  </a:lnTo>
                  <a:lnTo>
                    <a:pt x="29" y="33"/>
                  </a:lnTo>
                  <a:cubicBezTo>
                    <a:pt x="30" y="29"/>
                    <a:pt x="32" y="25"/>
                    <a:pt x="34" y="21"/>
                  </a:cubicBezTo>
                  <a:cubicBezTo>
                    <a:pt x="36" y="18"/>
                    <a:pt x="37" y="15"/>
                    <a:pt x="39" y="13"/>
                  </a:cubicBezTo>
                  <a:cubicBezTo>
                    <a:pt x="40" y="13"/>
                    <a:pt x="40" y="13"/>
                    <a:pt x="40" y="13"/>
                  </a:cubicBezTo>
                  <a:cubicBezTo>
                    <a:pt x="41" y="12"/>
                    <a:pt x="42" y="12"/>
                    <a:pt x="44" y="12"/>
                  </a:cubicBezTo>
                  <a:cubicBezTo>
                    <a:pt x="45" y="12"/>
                    <a:pt x="47" y="12"/>
                    <a:pt x="48" y="13"/>
                  </a:cubicBezTo>
                  <a:lnTo>
                    <a:pt x="49" y="13"/>
                  </a:lnTo>
                  <a:cubicBezTo>
                    <a:pt x="51" y="15"/>
                    <a:pt x="53" y="17"/>
                    <a:pt x="54" y="19"/>
                  </a:cubicBezTo>
                  <a:cubicBezTo>
                    <a:pt x="56" y="22"/>
                    <a:pt x="57" y="25"/>
                    <a:pt x="57" y="29"/>
                  </a:cubicBezTo>
                  <a:cubicBezTo>
                    <a:pt x="57" y="31"/>
                    <a:pt x="56" y="33"/>
                    <a:pt x="56" y="34"/>
                  </a:cubicBezTo>
                  <a:lnTo>
                    <a:pt x="97" y="34"/>
                  </a:lnTo>
                  <a:cubicBezTo>
                    <a:pt x="98" y="30"/>
                    <a:pt x="100" y="25"/>
                    <a:pt x="102" y="21"/>
                  </a:cubicBezTo>
                  <a:cubicBezTo>
                    <a:pt x="104" y="18"/>
                    <a:pt x="105" y="16"/>
                    <a:pt x="107" y="13"/>
                  </a:cubicBezTo>
                  <a:cubicBezTo>
                    <a:pt x="108" y="13"/>
                    <a:pt x="108" y="12"/>
                    <a:pt x="109" y="12"/>
                  </a:cubicBezTo>
                  <a:cubicBezTo>
                    <a:pt x="110" y="12"/>
                    <a:pt x="110" y="11"/>
                    <a:pt x="112" y="11"/>
                  </a:cubicBezTo>
                  <a:cubicBezTo>
                    <a:pt x="113" y="11"/>
                    <a:pt x="115" y="12"/>
                    <a:pt x="116" y="12"/>
                  </a:cubicBezTo>
                  <a:cubicBezTo>
                    <a:pt x="117" y="12"/>
                    <a:pt x="117" y="13"/>
                    <a:pt x="118" y="13"/>
                  </a:cubicBezTo>
                  <a:cubicBezTo>
                    <a:pt x="119" y="15"/>
                    <a:pt x="119" y="16"/>
                    <a:pt x="120" y="17"/>
                  </a:cubicBezTo>
                  <a:cubicBezTo>
                    <a:pt x="122" y="21"/>
                    <a:pt x="124" y="25"/>
                    <a:pt x="124" y="30"/>
                  </a:cubicBezTo>
                  <a:cubicBezTo>
                    <a:pt x="124" y="31"/>
                    <a:pt x="124" y="33"/>
                    <a:pt x="123" y="34"/>
                  </a:cubicBezTo>
                  <a:lnTo>
                    <a:pt x="163" y="34"/>
                  </a:lnTo>
                  <a:cubicBezTo>
                    <a:pt x="164" y="31"/>
                    <a:pt x="167" y="28"/>
                    <a:pt x="169" y="24"/>
                  </a:cubicBezTo>
                  <a:cubicBezTo>
                    <a:pt x="170" y="23"/>
                    <a:pt x="171" y="22"/>
                    <a:pt x="173" y="21"/>
                  </a:cubicBezTo>
                  <a:cubicBezTo>
                    <a:pt x="174" y="20"/>
                    <a:pt x="176" y="19"/>
                    <a:pt x="178" y="19"/>
                  </a:cubicBezTo>
                  <a:cubicBezTo>
                    <a:pt x="180" y="19"/>
                    <a:pt x="181" y="20"/>
                    <a:pt x="183" y="21"/>
                  </a:cubicBezTo>
                  <a:cubicBezTo>
                    <a:pt x="185" y="22"/>
                    <a:pt x="186" y="23"/>
                    <a:pt x="187" y="25"/>
                  </a:cubicBezTo>
                  <a:cubicBezTo>
                    <a:pt x="188" y="27"/>
                    <a:pt x="188" y="28"/>
                    <a:pt x="188" y="30"/>
                  </a:cubicBezTo>
                  <a:lnTo>
                    <a:pt x="188" y="31"/>
                  </a:lnTo>
                  <a:lnTo>
                    <a:pt x="188" y="33"/>
                  </a:lnTo>
                  <a:cubicBezTo>
                    <a:pt x="199" y="33"/>
                    <a:pt x="209" y="33"/>
                    <a:pt x="220" y="33"/>
                  </a:cubicBezTo>
                  <a:lnTo>
                    <a:pt x="228" y="33"/>
                  </a:lnTo>
                  <a:cubicBezTo>
                    <a:pt x="229" y="32"/>
                    <a:pt x="229" y="32"/>
                    <a:pt x="230" y="31"/>
                  </a:cubicBezTo>
                  <a:cubicBezTo>
                    <a:pt x="231" y="28"/>
                    <a:pt x="234" y="25"/>
                    <a:pt x="237" y="23"/>
                  </a:cubicBezTo>
                  <a:cubicBezTo>
                    <a:pt x="237" y="23"/>
                    <a:pt x="238" y="23"/>
                    <a:pt x="239" y="22"/>
                  </a:cubicBezTo>
                  <a:cubicBezTo>
                    <a:pt x="240" y="22"/>
                    <a:pt x="241" y="21"/>
                    <a:pt x="242" y="21"/>
                  </a:cubicBezTo>
                  <a:cubicBezTo>
                    <a:pt x="244" y="21"/>
                    <a:pt x="245" y="21"/>
                    <a:pt x="246" y="22"/>
                  </a:cubicBezTo>
                  <a:cubicBezTo>
                    <a:pt x="247" y="23"/>
                    <a:pt x="248" y="24"/>
                    <a:pt x="249" y="25"/>
                  </a:cubicBezTo>
                  <a:cubicBezTo>
                    <a:pt x="249" y="26"/>
                    <a:pt x="249" y="26"/>
                    <a:pt x="249" y="26"/>
                  </a:cubicBezTo>
                  <a:cubicBezTo>
                    <a:pt x="250" y="28"/>
                    <a:pt x="250" y="30"/>
                    <a:pt x="251" y="32"/>
                  </a:cubicBezTo>
                  <a:lnTo>
                    <a:pt x="290" y="29"/>
                  </a:lnTo>
                  <a:cubicBezTo>
                    <a:pt x="291" y="25"/>
                    <a:pt x="292" y="21"/>
                    <a:pt x="294" y="17"/>
                  </a:cubicBezTo>
                  <a:cubicBezTo>
                    <a:pt x="300" y="7"/>
                    <a:pt x="318" y="15"/>
                    <a:pt x="316" y="26"/>
                  </a:cubicBezTo>
                  <a:lnTo>
                    <a:pt x="351" y="22"/>
                  </a:lnTo>
                  <a:lnTo>
                    <a:pt x="351" y="21"/>
                  </a:lnTo>
                  <a:cubicBezTo>
                    <a:pt x="351" y="14"/>
                    <a:pt x="353" y="8"/>
                    <a:pt x="356" y="2"/>
                  </a:cubicBezTo>
                  <a:cubicBezTo>
                    <a:pt x="357" y="1"/>
                    <a:pt x="357" y="1"/>
                    <a:pt x="357" y="0"/>
                  </a:cubicBezTo>
                  <a:cubicBezTo>
                    <a:pt x="320" y="2"/>
                    <a:pt x="285" y="7"/>
                    <a:pt x="247" y="7"/>
                  </a:cubicBezTo>
                  <a:cubicBezTo>
                    <a:pt x="168" y="5"/>
                    <a:pt x="88" y="5"/>
                    <a:pt x="8" y="5"/>
                  </a:cubicBezTo>
                  <a:cubicBezTo>
                    <a:pt x="9" y="6"/>
                    <a:pt x="10" y="8"/>
                    <a:pt x="10" y="10"/>
                  </a:cubicBezTo>
                  <a:cubicBezTo>
                    <a:pt x="10" y="12"/>
                    <a:pt x="9" y="13"/>
                    <a:pt x="8" y="15"/>
                  </a:cubicBezTo>
                  <a:cubicBezTo>
                    <a:pt x="7" y="17"/>
                    <a:pt x="6" y="17"/>
                    <a:pt x="4" y="19"/>
                  </a:cubicBezTo>
                  <a:cubicBezTo>
                    <a:pt x="3" y="20"/>
                    <a:pt x="3" y="20"/>
                    <a:pt x="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5"/>
            <p:cNvSpPr/>
            <p:nvPr/>
          </p:nvSpPr>
          <p:spPr>
            <a:xfrm>
              <a:off x="2333525" y="-822815"/>
              <a:ext cx="14760" cy="1440"/>
            </a:xfrm>
            <a:custGeom>
              <a:rect b="b" l="l" r="r" t="t"/>
              <a:pathLst>
                <a:path extrusionOk="0" h="4" w="41">
                  <a:moveTo>
                    <a:pt x="0" y="1"/>
                  </a:moveTo>
                  <a:cubicBezTo>
                    <a:pt x="10" y="1"/>
                    <a:pt x="20" y="1"/>
                    <a:pt x="29" y="3"/>
                  </a:cubicBezTo>
                  <a:lnTo>
                    <a:pt x="38" y="3"/>
                  </a:lnTo>
                  <a:lnTo>
                    <a:pt x="38" y="2"/>
                  </a:lnTo>
                  <a:cubicBezTo>
                    <a:pt x="39" y="1"/>
                    <a:pt x="39" y="1"/>
                    <a:pt x="40"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5"/>
            <p:cNvSpPr/>
            <p:nvPr/>
          </p:nvSpPr>
          <p:spPr>
            <a:xfrm>
              <a:off x="3029045" y="-867455"/>
              <a:ext cx="20880" cy="11880"/>
            </a:xfrm>
            <a:custGeom>
              <a:rect b="b" l="l" r="r" t="t"/>
              <a:pathLst>
                <a:path extrusionOk="0" h="33" w="58">
                  <a:moveTo>
                    <a:pt x="39" y="21"/>
                  </a:moveTo>
                  <a:cubicBezTo>
                    <a:pt x="41" y="22"/>
                    <a:pt x="43" y="23"/>
                    <a:pt x="45" y="25"/>
                  </a:cubicBezTo>
                  <a:cubicBezTo>
                    <a:pt x="49" y="27"/>
                    <a:pt x="53" y="29"/>
                    <a:pt x="57" y="32"/>
                  </a:cubicBezTo>
                  <a:cubicBezTo>
                    <a:pt x="51" y="23"/>
                    <a:pt x="42" y="14"/>
                    <a:pt x="32" y="9"/>
                  </a:cubicBezTo>
                  <a:cubicBezTo>
                    <a:pt x="25" y="5"/>
                    <a:pt x="18" y="2"/>
                    <a:pt x="10" y="0"/>
                  </a:cubicBezTo>
                  <a:cubicBezTo>
                    <a:pt x="7" y="3"/>
                    <a:pt x="3" y="6"/>
                    <a:pt x="0" y="8"/>
                  </a:cubicBezTo>
                  <a:cubicBezTo>
                    <a:pt x="6" y="9"/>
                    <a:pt x="12" y="11"/>
                    <a:pt x="18" y="12"/>
                  </a:cubicBezTo>
                  <a:cubicBezTo>
                    <a:pt x="20" y="11"/>
                    <a:pt x="22" y="10"/>
                    <a:pt x="25" y="10"/>
                  </a:cubicBezTo>
                  <a:cubicBezTo>
                    <a:pt x="27" y="10"/>
                    <a:pt x="29" y="11"/>
                    <a:pt x="32" y="12"/>
                  </a:cubicBezTo>
                  <a:cubicBezTo>
                    <a:pt x="35" y="13"/>
                    <a:pt x="37" y="14"/>
                    <a:pt x="38" y="17"/>
                  </a:cubicBezTo>
                  <a:cubicBezTo>
                    <a:pt x="39" y="19"/>
                    <a:pt x="39" y="20"/>
                    <a:pt x="3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5"/>
            <p:cNvSpPr/>
            <p:nvPr/>
          </p:nvSpPr>
          <p:spPr>
            <a:xfrm>
              <a:off x="3002045" y="-848015"/>
              <a:ext cx="11160" cy="3240"/>
            </a:xfrm>
            <a:custGeom>
              <a:rect b="b" l="l" r="r" t="t"/>
              <a:pathLst>
                <a:path extrusionOk="0" h="9" w="31">
                  <a:moveTo>
                    <a:pt x="0" y="8"/>
                  </a:moveTo>
                  <a:cubicBezTo>
                    <a:pt x="9" y="5"/>
                    <a:pt x="19" y="2"/>
                    <a:pt x="30" y="0"/>
                  </a:cubicBezTo>
                  <a:lnTo>
                    <a:pt x="1" y="3"/>
                  </a:lnTo>
                  <a:lnTo>
                    <a:pt x="1" y="4"/>
                  </a:lnTo>
                  <a:cubicBezTo>
                    <a:pt x="1" y="5"/>
                    <a:pt x="0" y="7"/>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5"/>
            <p:cNvSpPr/>
            <p:nvPr/>
          </p:nvSpPr>
          <p:spPr>
            <a:xfrm>
              <a:off x="2352605" y="-822815"/>
              <a:ext cx="12240" cy="2520"/>
            </a:xfrm>
            <a:custGeom>
              <a:rect b="b" l="l" r="r" t="t"/>
              <a:pathLst>
                <a:path extrusionOk="0" h="7" w="34">
                  <a:moveTo>
                    <a:pt x="0" y="1"/>
                  </a:moveTo>
                  <a:cubicBezTo>
                    <a:pt x="2" y="2"/>
                    <a:pt x="3" y="3"/>
                    <a:pt x="4" y="5"/>
                  </a:cubicBezTo>
                  <a:lnTo>
                    <a:pt x="4" y="6"/>
                  </a:lnTo>
                  <a:lnTo>
                    <a:pt x="32" y="6"/>
                  </a:lnTo>
                  <a:cubicBezTo>
                    <a:pt x="32" y="4"/>
                    <a:pt x="32" y="2"/>
                    <a:pt x="3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5"/>
            <p:cNvSpPr/>
            <p:nvPr/>
          </p:nvSpPr>
          <p:spPr>
            <a:xfrm>
              <a:off x="2506685" y="-827855"/>
              <a:ext cx="14040" cy="6480"/>
            </a:xfrm>
            <a:custGeom>
              <a:rect b="b" l="l" r="r" t="t"/>
              <a:pathLst>
                <a:path extrusionOk="0" h="18" w="39">
                  <a:moveTo>
                    <a:pt x="36" y="17"/>
                  </a:moveTo>
                  <a:cubicBezTo>
                    <a:pt x="36" y="11"/>
                    <a:pt x="36" y="6"/>
                    <a:pt x="38" y="0"/>
                  </a:cubicBezTo>
                  <a:lnTo>
                    <a:pt x="0" y="4"/>
                  </a:lnTo>
                  <a:cubicBezTo>
                    <a:pt x="1" y="8"/>
                    <a:pt x="1" y="12"/>
                    <a:pt x="2" y="16"/>
                  </a:cubicBezTo>
                  <a:lnTo>
                    <a:pt x="36"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5"/>
            <p:cNvSpPr/>
            <p:nvPr/>
          </p:nvSpPr>
          <p:spPr>
            <a:xfrm>
              <a:off x="2526845" y="-828575"/>
              <a:ext cx="44640" cy="8640"/>
            </a:xfrm>
            <a:custGeom>
              <a:rect b="b" l="l" r="r" t="t"/>
              <a:pathLst>
                <a:path extrusionOk="0" h="24" w="124">
                  <a:moveTo>
                    <a:pt x="0" y="20"/>
                  </a:moveTo>
                  <a:lnTo>
                    <a:pt x="47" y="22"/>
                  </a:lnTo>
                  <a:cubicBezTo>
                    <a:pt x="47" y="19"/>
                    <a:pt x="48" y="15"/>
                    <a:pt x="50" y="12"/>
                  </a:cubicBezTo>
                  <a:cubicBezTo>
                    <a:pt x="51" y="9"/>
                    <a:pt x="54" y="6"/>
                    <a:pt x="57" y="4"/>
                  </a:cubicBezTo>
                  <a:cubicBezTo>
                    <a:pt x="58" y="4"/>
                    <a:pt x="59" y="4"/>
                    <a:pt x="60" y="4"/>
                  </a:cubicBezTo>
                  <a:cubicBezTo>
                    <a:pt x="62" y="4"/>
                    <a:pt x="63" y="4"/>
                    <a:pt x="64" y="5"/>
                  </a:cubicBezTo>
                  <a:cubicBezTo>
                    <a:pt x="65" y="5"/>
                    <a:pt x="65" y="5"/>
                    <a:pt x="66" y="6"/>
                  </a:cubicBezTo>
                  <a:cubicBezTo>
                    <a:pt x="66" y="7"/>
                    <a:pt x="67" y="8"/>
                    <a:pt x="68" y="9"/>
                  </a:cubicBezTo>
                  <a:cubicBezTo>
                    <a:pt x="69" y="12"/>
                    <a:pt x="70" y="15"/>
                    <a:pt x="70" y="18"/>
                  </a:cubicBezTo>
                  <a:cubicBezTo>
                    <a:pt x="70" y="20"/>
                    <a:pt x="70" y="22"/>
                    <a:pt x="70" y="23"/>
                  </a:cubicBezTo>
                  <a:lnTo>
                    <a:pt x="106" y="23"/>
                  </a:lnTo>
                  <a:lnTo>
                    <a:pt x="115" y="23"/>
                  </a:lnTo>
                  <a:cubicBezTo>
                    <a:pt x="115" y="17"/>
                    <a:pt x="117" y="10"/>
                    <a:pt x="120" y="4"/>
                  </a:cubicBezTo>
                  <a:cubicBezTo>
                    <a:pt x="121" y="3"/>
                    <a:pt x="122" y="1"/>
                    <a:pt x="123" y="0"/>
                  </a:cubicBezTo>
                  <a:lnTo>
                    <a:pt x="12" y="0"/>
                  </a:lnTo>
                  <a:lnTo>
                    <a:pt x="2" y="0"/>
                  </a:lnTo>
                  <a:cubicBezTo>
                    <a:pt x="2" y="7"/>
                    <a:pt x="1" y="14"/>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5"/>
            <p:cNvSpPr/>
            <p:nvPr/>
          </p:nvSpPr>
          <p:spPr>
            <a:xfrm>
              <a:off x="2494805" y="-825695"/>
              <a:ext cx="3600" cy="3600"/>
            </a:xfrm>
            <a:custGeom>
              <a:rect b="b" l="l" r="r" t="t"/>
              <a:pathLst>
                <a:path extrusionOk="0" h="10" w="10">
                  <a:moveTo>
                    <a:pt x="8" y="9"/>
                  </a:moveTo>
                  <a:cubicBezTo>
                    <a:pt x="8" y="6"/>
                    <a:pt x="9" y="3"/>
                    <a:pt x="9" y="0"/>
                  </a:cubicBezTo>
                  <a:lnTo>
                    <a:pt x="2" y="0"/>
                  </a:lnTo>
                  <a:cubicBezTo>
                    <a:pt x="2" y="3"/>
                    <a:pt x="1" y="6"/>
                    <a:pt x="0" y="9"/>
                  </a:cubicBezTo>
                  <a:lnTo>
                    <a:pt x="8"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5"/>
            <p:cNvSpPr/>
            <p:nvPr/>
          </p:nvSpPr>
          <p:spPr>
            <a:xfrm>
              <a:off x="3017885" y="-868175"/>
              <a:ext cx="15120" cy="7560"/>
            </a:xfrm>
            <a:custGeom>
              <a:rect b="b" l="l" r="r" t="t"/>
              <a:pathLst>
                <a:path extrusionOk="0" h="21" w="42">
                  <a:moveTo>
                    <a:pt x="8" y="19"/>
                  </a:moveTo>
                  <a:lnTo>
                    <a:pt x="12" y="18"/>
                  </a:lnTo>
                  <a:cubicBezTo>
                    <a:pt x="13" y="17"/>
                    <a:pt x="13" y="17"/>
                    <a:pt x="13" y="16"/>
                  </a:cubicBezTo>
                  <a:cubicBezTo>
                    <a:pt x="14" y="14"/>
                    <a:pt x="16" y="12"/>
                    <a:pt x="19" y="11"/>
                  </a:cubicBezTo>
                  <a:cubicBezTo>
                    <a:pt x="21" y="10"/>
                    <a:pt x="24" y="9"/>
                    <a:pt x="26" y="9"/>
                  </a:cubicBezTo>
                  <a:cubicBezTo>
                    <a:pt x="27" y="9"/>
                    <a:pt x="29" y="9"/>
                    <a:pt x="30" y="9"/>
                  </a:cubicBezTo>
                  <a:lnTo>
                    <a:pt x="31" y="9"/>
                  </a:lnTo>
                  <a:cubicBezTo>
                    <a:pt x="34" y="7"/>
                    <a:pt x="38" y="5"/>
                    <a:pt x="41" y="2"/>
                  </a:cubicBezTo>
                  <a:cubicBezTo>
                    <a:pt x="35" y="1"/>
                    <a:pt x="28" y="0"/>
                    <a:pt x="22" y="0"/>
                  </a:cubicBezTo>
                  <a:lnTo>
                    <a:pt x="21" y="0"/>
                  </a:lnTo>
                  <a:cubicBezTo>
                    <a:pt x="19" y="2"/>
                    <a:pt x="16" y="5"/>
                    <a:pt x="14" y="6"/>
                  </a:cubicBezTo>
                  <a:cubicBezTo>
                    <a:pt x="11" y="8"/>
                    <a:pt x="9" y="8"/>
                    <a:pt x="6" y="9"/>
                  </a:cubicBezTo>
                  <a:cubicBezTo>
                    <a:pt x="0" y="11"/>
                    <a:pt x="1" y="20"/>
                    <a:pt x="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5"/>
            <p:cNvSpPr/>
            <p:nvPr/>
          </p:nvSpPr>
          <p:spPr>
            <a:xfrm>
              <a:off x="3043085" y="-859535"/>
              <a:ext cx="7560" cy="11520"/>
            </a:xfrm>
            <a:custGeom>
              <a:rect b="b" l="l" r="r" t="t"/>
              <a:pathLst>
                <a:path extrusionOk="0" h="32" w="21">
                  <a:moveTo>
                    <a:pt x="1" y="28"/>
                  </a:moveTo>
                  <a:cubicBezTo>
                    <a:pt x="3" y="27"/>
                    <a:pt x="5" y="27"/>
                    <a:pt x="7" y="27"/>
                  </a:cubicBezTo>
                  <a:cubicBezTo>
                    <a:pt x="9" y="27"/>
                    <a:pt x="12" y="28"/>
                    <a:pt x="15" y="29"/>
                  </a:cubicBezTo>
                  <a:cubicBezTo>
                    <a:pt x="16" y="30"/>
                    <a:pt x="16" y="30"/>
                    <a:pt x="17" y="31"/>
                  </a:cubicBezTo>
                  <a:cubicBezTo>
                    <a:pt x="17" y="30"/>
                    <a:pt x="18" y="30"/>
                    <a:pt x="18" y="30"/>
                  </a:cubicBezTo>
                  <a:cubicBezTo>
                    <a:pt x="19" y="27"/>
                    <a:pt x="20" y="24"/>
                    <a:pt x="20" y="21"/>
                  </a:cubicBezTo>
                  <a:cubicBezTo>
                    <a:pt x="20" y="18"/>
                    <a:pt x="19" y="15"/>
                    <a:pt x="18" y="13"/>
                  </a:cubicBezTo>
                  <a:cubicBezTo>
                    <a:pt x="18" y="12"/>
                    <a:pt x="17" y="12"/>
                    <a:pt x="17" y="11"/>
                  </a:cubicBezTo>
                  <a:cubicBezTo>
                    <a:pt x="13" y="8"/>
                    <a:pt x="9" y="6"/>
                    <a:pt x="5" y="4"/>
                  </a:cubicBezTo>
                  <a:cubicBezTo>
                    <a:pt x="3" y="2"/>
                    <a:pt x="2" y="1"/>
                    <a:pt x="0" y="0"/>
                  </a:cubicBezTo>
                  <a:cubicBezTo>
                    <a:pt x="0" y="1"/>
                    <a:pt x="0" y="1"/>
                    <a:pt x="0" y="2"/>
                  </a:cubicBezTo>
                  <a:lnTo>
                    <a:pt x="0" y="3"/>
                  </a:lnTo>
                  <a:cubicBezTo>
                    <a:pt x="0" y="11"/>
                    <a:pt x="1" y="19"/>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5"/>
            <p:cNvSpPr/>
            <p:nvPr/>
          </p:nvSpPr>
          <p:spPr>
            <a:xfrm>
              <a:off x="3022205" y="-864575"/>
              <a:ext cx="13680" cy="14040"/>
            </a:xfrm>
            <a:custGeom>
              <a:rect b="b" l="l" r="r" t="t"/>
              <a:pathLst>
                <a:path extrusionOk="0" h="39" w="38">
                  <a:moveTo>
                    <a:pt x="19" y="35"/>
                  </a:moveTo>
                  <a:cubicBezTo>
                    <a:pt x="23" y="36"/>
                    <a:pt x="28" y="37"/>
                    <a:pt x="32" y="38"/>
                  </a:cubicBezTo>
                  <a:cubicBezTo>
                    <a:pt x="32" y="32"/>
                    <a:pt x="32" y="26"/>
                    <a:pt x="32" y="20"/>
                  </a:cubicBezTo>
                  <a:cubicBezTo>
                    <a:pt x="32" y="19"/>
                    <a:pt x="32" y="18"/>
                    <a:pt x="32" y="17"/>
                  </a:cubicBezTo>
                  <a:cubicBezTo>
                    <a:pt x="32" y="16"/>
                    <a:pt x="32" y="15"/>
                    <a:pt x="32" y="14"/>
                  </a:cubicBezTo>
                  <a:cubicBezTo>
                    <a:pt x="32" y="12"/>
                    <a:pt x="33" y="10"/>
                    <a:pt x="34" y="8"/>
                  </a:cubicBezTo>
                  <a:cubicBezTo>
                    <a:pt x="35" y="7"/>
                    <a:pt x="36" y="5"/>
                    <a:pt x="37" y="4"/>
                  </a:cubicBezTo>
                  <a:cubicBezTo>
                    <a:pt x="32" y="3"/>
                    <a:pt x="26" y="1"/>
                    <a:pt x="20" y="0"/>
                  </a:cubicBezTo>
                  <a:cubicBezTo>
                    <a:pt x="19" y="1"/>
                    <a:pt x="18" y="1"/>
                    <a:pt x="17" y="2"/>
                  </a:cubicBezTo>
                  <a:cubicBezTo>
                    <a:pt x="12" y="5"/>
                    <a:pt x="7" y="7"/>
                    <a:pt x="1" y="8"/>
                  </a:cubicBezTo>
                  <a:cubicBezTo>
                    <a:pt x="1" y="10"/>
                    <a:pt x="0" y="11"/>
                    <a:pt x="0" y="12"/>
                  </a:cubicBezTo>
                  <a:lnTo>
                    <a:pt x="5" y="12"/>
                  </a:lnTo>
                  <a:cubicBezTo>
                    <a:pt x="7" y="13"/>
                    <a:pt x="10" y="13"/>
                    <a:pt x="12" y="15"/>
                  </a:cubicBezTo>
                  <a:cubicBezTo>
                    <a:pt x="14" y="16"/>
                    <a:pt x="16" y="18"/>
                    <a:pt x="18" y="21"/>
                  </a:cubicBezTo>
                  <a:cubicBezTo>
                    <a:pt x="20" y="24"/>
                    <a:pt x="20" y="26"/>
                    <a:pt x="20" y="29"/>
                  </a:cubicBezTo>
                  <a:cubicBezTo>
                    <a:pt x="20" y="31"/>
                    <a:pt x="20" y="33"/>
                    <a:pt x="19"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5"/>
            <p:cNvSpPr/>
            <p:nvPr/>
          </p:nvSpPr>
          <p:spPr>
            <a:xfrm>
              <a:off x="3022205" y="-864935"/>
              <a:ext cx="7200" cy="3600"/>
            </a:xfrm>
            <a:custGeom>
              <a:rect b="b" l="l" r="r" t="t"/>
              <a:pathLst>
                <a:path extrusionOk="0" h="10" w="20">
                  <a:moveTo>
                    <a:pt x="18" y="0"/>
                  </a:moveTo>
                  <a:cubicBezTo>
                    <a:pt x="17" y="0"/>
                    <a:pt x="15" y="0"/>
                    <a:pt x="14" y="0"/>
                  </a:cubicBezTo>
                  <a:cubicBezTo>
                    <a:pt x="12" y="0"/>
                    <a:pt x="10" y="1"/>
                    <a:pt x="7" y="2"/>
                  </a:cubicBezTo>
                  <a:cubicBezTo>
                    <a:pt x="4" y="3"/>
                    <a:pt x="2" y="5"/>
                    <a:pt x="1" y="7"/>
                  </a:cubicBezTo>
                  <a:cubicBezTo>
                    <a:pt x="1" y="8"/>
                    <a:pt x="1" y="8"/>
                    <a:pt x="0" y="9"/>
                  </a:cubicBezTo>
                  <a:cubicBezTo>
                    <a:pt x="6" y="7"/>
                    <a:pt x="11" y="5"/>
                    <a:pt x="16" y="2"/>
                  </a:cubicBezTo>
                  <a:cubicBezTo>
                    <a:pt x="17" y="2"/>
                    <a:pt x="18" y="1"/>
                    <a:pt x="19" y="0"/>
                  </a:cubicBezTo>
                  <a:lnTo>
                    <a:pt x="1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5"/>
            <p:cNvSpPr/>
            <p:nvPr/>
          </p:nvSpPr>
          <p:spPr>
            <a:xfrm>
              <a:off x="2474285" y="-833975"/>
              <a:ext cx="14400" cy="9360"/>
            </a:xfrm>
            <a:custGeom>
              <a:rect b="b" l="l" r="r" t="t"/>
              <a:pathLst>
                <a:path extrusionOk="0" h="26" w="40">
                  <a:moveTo>
                    <a:pt x="0" y="25"/>
                  </a:moveTo>
                  <a:cubicBezTo>
                    <a:pt x="10" y="25"/>
                    <a:pt x="21" y="25"/>
                    <a:pt x="32" y="24"/>
                  </a:cubicBezTo>
                  <a:cubicBezTo>
                    <a:pt x="33" y="18"/>
                    <a:pt x="34" y="13"/>
                    <a:pt x="35" y="7"/>
                  </a:cubicBezTo>
                  <a:cubicBezTo>
                    <a:pt x="35" y="7"/>
                    <a:pt x="36" y="6"/>
                    <a:pt x="36" y="5"/>
                  </a:cubicBezTo>
                  <a:cubicBezTo>
                    <a:pt x="37" y="4"/>
                    <a:pt x="38" y="2"/>
                    <a:pt x="39" y="2"/>
                  </a:cubicBezTo>
                  <a:lnTo>
                    <a:pt x="2" y="0"/>
                  </a:lnTo>
                  <a:cubicBezTo>
                    <a:pt x="2" y="9"/>
                    <a:pt x="1" y="17"/>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5"/>
            <p:cNvSpPr/>
            <p:nvPr/>
          </p:nvSpPr>
          <p:spPr>
            <a:xfrm>
              <a:off x="2313365" y="-832895"/>
              <a:ext cx="131400" cy="10800"/>
            </a:xfrm>
            <a:custGeom>
              <a:rect b="b" l="l" r="r" t="t"/>
              <a:pathLst>
                <a:path extrusionOk="0" h="30" w="365">
                  <a:moveTo>
                    <a:pt x="2" y="27"/>
                  </a:moveTo>
                  <a:lnTo>
                    <a:pt x="31" y="27"/>
                  </a:lnTo>
                  <a:lnTo>
                    <a:pt x="31" y="25"/>
                  </a:lnTo>
                  <a:cubicBezTo>
                    <a:pt x="31" y="23"/>
                    <a:pt x="32" y="22"/>
                    <a:pt x="33" y="20"/>
                  </a:cubicBezTo>
                  <a:cubicBezTo>
                    <a:pt x="34" y="19"/>
                    <a:pt x="35" y="18"/>
                    <a:pt x="37" y="16"/>
                  </a:cubicBezTo>
                  <a:cubicBezTo>
                    <a:pt x="39" y="15"/>
                    <a:pt x="41" y="14"/>
                    <a:pt x="43" y="14"/>
                  </a:cubicBezTo>
                  <a:cubicBezTo>
                    <a:pt x="45" y="14"/>
                    <a:pt x="46" y="14"/>
                    <a:pt x="48" y="15"/>
                  </a:cubicBezTo>
                  <a:cubicBezTo>
                    <a:pt x="49" y="16"/>
                    <a:pt x="49" y="15"/>
                    <a:pt x="51" y="16"/>
                  </a:cubicBezTo>
                  <a:cubicBezTo>
                    <a:pt x="53" y="17"/>
                    <a:pt x="53" y="18"/>
                    <a:pt x="54" y="20"/>
                  </a:cubicBezTo>
                  <a:lnTo>
                    <a:pt x="54" y="21"/>
                  </a:lnTo>
                  <a:cubicBezTo>
                    <a:pt x="55" y="23"/>
                    <a:pt x="55" y="25"/>
                    <a:pt x="55" y="26"/>
                  </a:cubicBezTo>
                  <a:lnTo>
                    <a:pt x="95" y="26"/>
                  </a:lnTo>
                  <a:cubicBezTo>
                    <a:pt x="95" y="26"/>
                    <a:pt x="95" y="27"/>
                    <a:pt x="96" y="26"/>
                  </a:cubicBezTo>
                  <a:cubicBezTo>
                    <a:pt x="97" y="26"/>
                    <a:pt x="99" y="24"/>
                    <a:pt x="101" y="24"/>
                  </a:cubicBezTo>
                  <a:cubicBezTo>
                    <a:pt x="103" y="24"/>
                    <a:pt x="105" y="25"/>
                    <a:pt x="107" y="26"/>
                  </a:cubicBezTo>
                  <a:lnTo>
                    <a:pt x="108" y="26"/>
                  </a:lnTo>
                  <a:lnTo>
                    <a:pt x="141" y="26"/>
                  </a:lnTo>
                  <a:cubicBezTo>
                    <a:pt x="141" y="25"/>
                    <a:pt x="141" y="24"/>
                    <a:pt x="141" y="23"/>
                  </a:cubicBezTo>
                  <a:cubicBezTo>
                    <a:pt x="143" y="13"/>
                    <a:pt x="156" y="16"/>
                    <a:pt x="159" y="24"/>
                  </a:cubicBezTo>
                  <a:lnTo>
                    <a:pt x="159" y="26"/>
                  </a:lnTo>
                  <a:lnTo>
                    <a:pt x="190" y="26"/>
                  </a:lnTo>
                  <a:cubicBezTo>
                    <a:pt x="193" y="13"/>
                    <a:pt x="198" y="4"/>
                    <a:pt x="207" y="7"/>
                  </a:cubicBezTo>
                  <a:cubicBezTo>
                    <a:pt x="208" y="7"/>
                    <a:pt x="208" y="8"/>
                    <a:pt x="209" y="8"/>
                  </a:cubicBezTo>
                  <a:cubicBezTo>
                    <a:pt x="210" y="9"/>
                    <a:pt x="211" y="10"/>
                    <a:pt x="212" y="11"/>
                  </a:cubicBezTo>
                  <a:cubicBezTo>
                    <a:pt x="213" y="12"/>
                    <a:pt x="213" y="14"/>
                    <a:pt x="213" y="15"/>
                  </a:cubicBezTo>
                  <a:cubicBezTo>
                    <a:pt x="213" y="17"/>
                    <a:pt x="213" y="19"/>
                    <a:pt x="212" y="20"/>
                  </a:cubicBezTo>
                  <a:cubicBezTo>
                    <a:pt x="213" y="18"/>
                    <a:pt x="212" y="24"/>
                    <a:pt x="212" y="28"/>
                  </a:cubicBezTo>
                  <a:lnTo>
                    <a:pt x="257" y="29"/>
                  </a:lnTo>
                  <a:lnTo>
                    <a:pt x="258" y="28"/>
                  </a:lnTo>
                  <a:cubicBezTo>
                    <a:pt x="259" y="28"/>
                    <a:pt x="261" y="27"/>
                    <a:pt x="263" y="27"/>
                  </a:cubicBezTo>
                  <a:cubicBezTo>
                    <a:pt x="264" y="27"/>
                    <a:pt x="266" y="28"/>
                    <a:pt x="268" y="28"/>
                  </a:cubicBezTo>
                  <a:lnTo>
                    <a:pt x="268" y="29"/>
                  </a:lnTo>
                  <a:lnTo>
                    <a:pt x="277" y="29"/>
                  </a:lnTo>
                  <a:cubicBezTo>
                    <a:pt x="289" y="29"/>
                    <a:pt x="301" y="29"/>
                    <a:pt x="313" y="29"/>
                  </a:cubicBezTo>
                  <a:cubicBezTo>
                    <a:pt x="313" y="26"/>
                    <a:pt x="313" y="24"/>
                    <a:pt x="314" y="22"/>
                  </a:cubicBezTo>
                  <a:cubicBezTo>
                    <a:pt x="316" y="13"/>
                    <a:pt x="331" y="13"/>
                    <a:pt x="331" y="23"/>
                  </a:cubicBezTo>
                  <a:cubicBezTo>
                    <a:pt x="331" y="25"/>
                    <a:pt x="331" y="26"/>
                    <a:pt x="331" y="28"/>
                  </a:cubicBezTo>
                  <a:lnTo>
                    <a:pt x="361" y="26"/>
                  </a:lnTo>
                  <a:lnTo>
                    <a:pt x="361" y="25"/>
                  </a:lnTo>
                  <a:cubicBezTo>
                    <a:pt x="361" y="17"/>
                    <a:pt x="362" y="9"/>
                    <a:pt x="364" y="1"/>
                  </a:cubicBezTo>
                  <a:cubicBezTo>
                    <a:pt x="342" y="3"/>
                    <a:pt x="320" y="3"/>
                    <a:pt x="298" y="3"/>
                  </a:cubicBezTo>
                  <a:cubicBezTo>
                    <a:pt x="286" y="3"/>
                    <a:pt x="274" y="3"/>
                    <a:pt x="261" y="3"/>
                  </a:cubicBezTo>
                  <a:cubicBezTo>
                    <a:pt x="180" y="0"/>
                    <a:pt x="98" y="1"/>
                    <a:pt x="17" y="1"/>
                  </a:cubicBezTo>
                  <a:lnTo>
                    <a:pt x="0" y="1"/>
                  </a:lnTo>
                  <a:cubicBezTo>
                    <a:pt x="0" y="1"/>
                    <a:pt x="1" y="1"/>
                    <a:pt x="1" y="2"/>
                  </a:cubicBezTo>
                  <a:cubicBezTo>
                    <a:pt x="1" y="3"/>
                    <a:pt x="2" y="4"/>
                    <a:pt x="2" y="5"/>
                  </a:cubicBezTo>
                  <a:cubicBezTo>
                    <a:pt x="3" y="9"/>
                    <a:pt x="4" y="13"/>
                    <a:pt x="4" y="16"/>
                  </a:cubicBezTo>
                  <a:cubicBezTo>
                    <a:pt x="4" y="20"/>
                    <a:pt x="3" y="24"/>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5"/>
            <p:cNvSpPr/>
            <p:nvPr/>
          </p:nvSpPr>
          <p:spPr>
            <a:xfrm>
              <a:off x="2453405" y="-833615"/>
              <a:ext cx="14040" cy="10440"/>
            </a:xfrm>
            <a:custGeom>
              <a:rect b="b" l="l" r="r" t="t"/>
              <a:pathLst>
                <a:path extrusionOk="0" h="29" w="39">
                  <a:moveTo>
                    <a:pt x="0" y="15"/>
                  </a:moveTo>
                  <a:cubicBezTo>
                    <a:pt x="0" y="19"/>
                    <a:pt x="0" y="24"/>
                    <a:pt x="0" y="28"/>
                  </a:cubicBezTo>
                  <a:lnTo>
                    <a:pt x="31" y="26"/>
                  </a:lnTo>
                  <a:cubicBezTo>
                    <a:pt x="32" y="17"/>
                    <a:pt x="34" y="8"/>
                    <a:pt x="38" y="0"/>
                  </a:cubicBezTo>
                  <a:lnTo>
                    <a:pt x="26" y="0"/>
                  </a:lnTo>
                  <a:lnTo>
                    <a:pt x="1" y="2"/>
                  </a:lnTo>
                  <a:cubicBezTo>
                    <a:pt x="2" y="4"/>
                    <a:pt x="3" y="6"/>
                    <a:pt x="3" y="7"/>
                  </a:cubicBezTo>
                  <a:cubicBezTo>
                    <a:pt x="3" y="9"/>
                    <a:pt x="2" y="12"/>
                    <a:pt x="1" y="13"/>
                  </a:cubicBezTo>
                  <a:cubicBezTo>
                    <a:pt x="1" y="14"/>
                    <a:pt x="0" y="14"/>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5"/>
            <p:cNvSpPr/>
            <p:nvPr/>
          </p:nvSpPr>
          <p:spPr>
            <a:xfrm>
              <a:off x="2493725" y="-860615"/>
              <a:ext cx="527040" cy="35640"/>
            </a:xfrm>
            <a:custGeom>
              <a:rect b="b" l="l" r="r" t="t"/>
              <a:pathLst>
                <a:path extrusionOk="0" h="99" w="1464">
                  <a:moveTo>
                    <a:pt x="0" y="77"/>
                  </a:moveTo>
                  <a:cubicBezTo>
                    <a:pt x="1" y="78"/>
                    <a:pt x="1" y="79"/>
                    <a:pt x="2" y="80"/>
                  </a:cubicBezTo>
                  <a:cubicBezTo>
                    <a:pt x="4" y="83"/>
                    <a:pt x="5" y="88"/>
                    <a:pt x="5" y="93"/>
                  </a:cubicBezTo>
                  <a:cubicBezTo>
                    <a:pt x="5" y="94"/>
                    <a:pt x="5" y="96"/>
                    <a:pt x="5" y="98"/>
                  </a:cubicBezTo>
                  <a:lnTo>
                    <a:pt x="12" y="98"/>
                  </a:lnTo>
                  <a:cubicBezTo>
                    <a:pt x="13" y="94"/>
                    <a:pt x="15" y="90"/>
                    <a:pt x="17" y="86"/>
                  </a:cubicBezTo>
                  <a:cubicBezTo>
                    <a:pt x="21" y="80"/>
                    <a:pt x="30" y="83"/>
                    <a:pt x="33" y="89"/>
                  </a:cubicBezTo>
                  <a:cubicBezTo>
                    <a:pt x="34" y="91"/>
                    <a:pt x="35" y="93"/>
                    <a:pt x="36" y="96"/>
                  </a:cubicBezTo>
                  <a:lnTo>
                    <a:pt x="74" y="92"/>
                  </a:lnTo>
                  <a:cubicBezTo>
                    <a:pt x="74" y="89"/>
                    <a:pt x="75" y="85"/>
                    <a:pt x="76" y="81"/>
                  </a:cubicBezTo>
                  <a:cubicBezTo>
                    <a:pt x="78" y="72"/>
                    <a:pt x="93" y="74"/>
                    <a:pt x="94" y="83"/>
                  </a:cubicBezTo>
                  <a:cubicBezTo>
                    <a:pt x="94" y="84"/>
                    <a:pt x="94" y="85"/>
                    <a:pt x="94" y="87"/>
                  </a:cubicBezTo>
                  <a:cubicBezTo>
                    <a:pt x="94" y="88"/>
                    <a:pt x="94" y="90"/>
                    <a:pt x="94" y="91"/>
                  </a:cubicBezTo>
                  <a:lnTo>
                    <a:pt x="104" y="91"/>
                  </a:lnTo>
                  <a:lnTo>
                    <a:pt x="215" y="91"/>
                  </a:lnTo>
                  <a:cubicBezTo>
                    <a:pt x="217" y="88"/>
                    <a:pt x="220" y="86"/>
                    <a:pt x="223" y="84"/>
                  </a:cubicBezTo>
                  <a:cubicBezTo>
                    <a:pt x="224" y="84"/>
                    <a:pt x="226" y="83"/>
                    <a:pt x="227" y="82"/>
                  </a:cubicBezTo>
                  <a:cubicBezTo>
                    <a:pt x="228" y="82"/>
                    <a:pt x="228" y="82"/>
                    <a:pt x="229" y="82"/>
                  </a:cubicBezTo>
                  <a:cubicBezTo>
                    <a:pt x="230" y="82"/>
                    <a:pt x="232" y="82"/>
                    <a:pt x="233" y="83"/>
                  </a:cubicBezTo>
                  <a:cubicBezTo>
                    <a:pt x="234" y="84"/>
                    <a:pt x="235" y="85"/>
                    <a:pt x="235" y="86"/>
                  </a:cubicBezTo>
                  <a:lnTo>
                    <a:pt x="236" y="87"/>
                  </a:lnTo>
                  <a:lnTo>
                    <a:pt x="236" y="91"/>
                  </a:lnTo>
                  <a:lnTo>
                    <a:pt x="237" y="91"/>
                  </a:lnTo>
                  <a:lnTo>
                    <a:pt x="338" y="91"/>
                  </a:lnTo>
                  <a:lnTo>
                    <a:pt x="340" y="91"/>
                  </a:lnTo>
                  <a:lnTo>
                    <a:pt x="341" y="91"/>
                  </a:lnTo>
                  <a:cubicBezTo>
                    <a:pt x="342" y="91"/>
                    <a:pt x="342" y="91"/>
                    <a:pt x="343" y="91"/>
                  </a:cubicBezTo>
                  <a:lnTo>
                    <a:pt x="388" y="91"/>
                  </a:lnTo>
                  <a:cubicBezTo>
                    <a:pt x="389" y="89"/>
                    <a:pt x="390" y="87"/>
                    <a:pt x="391" y="85"/>
                  </a:cubicBezTo>
                  <a:cubicBezTo>
                    <a:pt x="392" y="84"/>
                    <a:pt x="392" y="83"/>
                    <a:pt x="393" y="82"/>
                  </a:cubicBezTo>
                  <a:cubicBezTo>
                    <a:pt x="393" y="81"/>
                    <a:pt x="394" y="81"/>
                    <a:pt x="395" y="80"/>
                  </a:cubicBezTo>
                  <a:cubicBezTo>
                    <a:pt x="395" y="80"/>
                    <a:pt x="396" y="80"/>
                    <a:pt x="397" y="80"/>
                  </a:cubicBezTo>
                  <a:cubicBezTo>
                    <a:pt x="398" y="80"/>
                    <a:pt x="399" y="79"/>
                    <a:pt x="400" y="80"/>
                  </a:cubicBezTo>
                  <a:cubicBezTo>
                    <a:pt x="401" y="81"/>
                    <a:pt x="401" y="81"/>
                    <a:pt x="401" y="82"/>
                  </a:cubicBezTo>
                  <a:cubicBezTo>
                    <a:pt x="402" y="82"/>
                    <a:pt x="402" y="83"/>
                    <a:pt x="403" y="84"/>
                  </a:cubicBezTo>
                  <a:cubicBezTo>
                    <a:pt x="404" y="86"/>
                    <a:pt x="405" y="88"/>
                    <a:pt x="406" y="91"/>
                  </a:cubicBezTo>
                  <a:lnTo>
                    <a:pt x="499" y="91"/>
                  </a:lnTo>
                  <a:lnTo>
                    <a:pt x="519" y="91"/>
                  </a:lnTo>
                  <a:cubicBezTo>
                    <a:pt x="520" y="89"/>
                    <a:pt x="521" y="88"/>
                    <a:pt x="523" y="87"/>
                  </a:cubicBezTo>
                  <a:cubicBezTo>
                    <a:pt x="525" y="86"/>
                    <a:pt x="527" y="85"/>
                    <a:pt x="529" y="85"/>
                  </a:cubicBezTo>
                  <a:cubicBezTo>
                    <a:pt x="530" y="85"/>
                    <a:pt x="530" y="85"/>
                    <a:pt x="531" y="85"/>
                  </a:cubicBezTo>
                  <a:lnTo>
                    <a:pt x="535" y="85"/>
                  </a:lnTo>
                  <a:cubicBezTo>
                    <a:pt x="536" y="85"/>
                    <a:pt x="537" y="86"/>
                    <a:pt x="538" y="86"/>
                  </a:cubicBezTo>
                  <a:cubicBezTo>
                    <a:pt x="540" y="87"/>
                    <a:pt x="541" y="88"/>
                    <a:pt x="542" y="90"/>
                  </a:cubicBezTo>
                  <a:cubicBezTo>
                    <a:pt x="621" y="90"/>
                    <a:pt x="701" y="90"/>
                    <a:pt x="781" y="92"/>
                  </a:cubicBezTo>
                  <a:cubicBezTo>
                    <a:pt x="818" y="92"/>
                    <a:pt x="854" y="87"/>
                    <a:pt x="891" y="85"/>
                  </a:cubicBezTo>
                  <a:cubicBezTo>
                    <a:pt x="892" y="85"/>
                    <a:pt x="892" y="84"/>
                    <a:pt x="893" y="84"/>
                  </a:cubicBezTo>
                  <a:cubicBezTo>
                    <a:pt x="894" y="83"/>
                    <a:pt x="896" y="83"/>
                    <a:pt x="897" y="83"/>
                  </a:cubicBezTo>
                  <a:cubicBezTo>
                    <a:pt x="898" y="83"/>
                    <a:pt x="900" y="83"/>
                    <a:pt x="901" y="84"/>
                  </a:cubicBezTo>
                  <a:cubicBezTo>
                    <a:pt x="902" y="84"/>
                    <a:pt x="903" y="85"/>
                    <a:pt x="903" y="85"/>
                  </a:cubicBezTo>
                  <a:cubicBezTo>
                    <a:pt x="923" y="85"/>
                    <a:pt x="941" y="87"/>
                    <a:pt x="961" y="87"/>
                  </a:cubicBezTo>
                  <a:lnTo>
                    <a:pt x="962" y="83"/>
                  </a:lnTo>
                  <a:cubicBezTo>
                    <a:pt x="962" y="83"/>
                    <a:pt x="961" y="83"/>
                    <a:pt x="962" y="82"/>
                  </a:cubicBezTo>
                  <a:cubicBezTo>
                    <a:pt x="963" y="81"/>
                    <a:pt x="963" y="80"/>
                    <a:pt x="965" y="79"/>
                  </a:cubicBezTo>
                  <a:cubicBezTo>
                    <a:pt x="967" y="78"/>
                    <a:pt x="968" y="78"/>
                    <a:pt x="970" y="78"/>
                  </a:cubicBezTo>
                  <a:cubicBezTo>
                    <a:pt x="971" y="78"/>
                    <a:pt x="972" y="78"/>
                    <a:pt x="974" y="79"/>
                  </a:cubicBezTo>
                  <a:cubicBezTo>
                    <a:pt x="976" y="80"/>
                    <a:pt x="976" y="81"/>
                    <a:pt x="977" y="82"/>
                  </a:cubicBezTo>
                  <a:cubicBezTo>
                    <a:pt x="977" y="83"/>
                    <a:pt x="977" y="83"/>
                    <a:pt x="977" y="83"/>
                  </a:cubicBezTo>
                  <a:cubicBezTo>
                    <a:pt x="977" y="84"/>
                    <a:pt x="977" y="84"/>
                    <a:pt x="977" y="84"/>
                  </a:cubicBezTo>
                  <a:cubicBezTo>
                    <a:pt x="977" y="85"/>
                    <a:pt x="977" y="85"/>
                    <a:pt x="977" y="85"/>
                  </a:cubicBezTo>
                  <a:cubicBezTo>
                    <a:pt x="995" y="82"/>
                    <a:pt x="1014" y="79"/>
                    <a:pt x="1033" y="77"/>
                  </a:cubicBezTo>
                  <a:cubicBezTo>
                    <a:pt x="1051" y="77"/>
                    <a:pt x="1069" y="77"/>
                    <a:pt x="1087" y="74"/>
                  </a:cubicBezTo>
                  <a:lnTo>
                    <a:pt x="1087" y="73"/>
                  </a:lnTo>
                  <a:cubicBezTo>
                    <a:pt x="1087" y="72"/>
                    <a:pt x="1087" y="72"/>
                    <a:pt x="1088" y="71"/>
                  </a:cubicBezTo>
                  <a:cubicBezTo>
                    <a:pt x="1089" y="69"/>
                    <a:pt x="1090" y="68"/>
                    <a:pt x="1092" y="67"/>
                  </a:cubicBezTo>
                  <a:cubicBezTo>
                    <a:pt x="1094" y="66"/>
                    <a:pt x="1096" y="65"/>
                    <a:pt x="1098" y="65"/>
                  </a:cubicBezTo>
                  <a:cubicBezTo>
                    <a:pt x="1100" y="65"/>
                    <a:pt x="1102" y="66"/>
                    <a:pt x="1104" y="67"/>
                  </a:cubicBezTo>
                  <a:cubicBezTo>
                    <a:pt x="1105" y="68"/>
                    <a:pt x="1107" y="69"/>
                    <a:pt x="1108" y="71"/>
                  </a:cubicBezTo>
                  <a:cubicBezTo>
                    <a:pt x="1108" y="72"/>
                    <a:pt x="1109" y="72"/>
                    <a:pt x="1109" y="73"/>
                  </a:cubicBezTo>
                  <a:cubicBezTo>
                    <a:pt x="1124" y="72"/>
                    <a:pt x="1139" y="70"/>
                    <a:pt x="1155" y="68"/>
                  </a:cubicBezTo>
                  <a:lnTo>
                    <a:pt x="1155" y="67"/>
                  </a:lnTo>
                  <a:cubicBezTo>
                    <a:pt x="1156" y="65"/>
                    <a:pt x="1158" y="63"/>
                    <a:pt x="1160" y="62"/>
                  </a:cubicBezTo>
                  <a:cubicBezTo>
                    <a:pt x="1162" y="61"/>
                    <a:pt x="1164" y="61"/>
                    <a:pt x="1166" y="61"/>
                  </a:cubicBezTo>
                  <a:cubicBezTo>
                    <a:pt x="1168" y="61"/>
                    <a:pt x="1170" y="61"/>
                    <a:pt x="1172" y="62"/>
                  </a:cubicBezTo>
                  <a:cubicBezTo>
                    <a:pt x="1173" y="63"/>
                    <a:pt x="1175" y="64"/>
                    <a:pt x="1176" y="66"/>
                  </a:cubicBezTo>
                  <a:cubicBezTo>
                    <a:pt x="1197" y="63"/>
                    <a:pt x="1219" y="60"/>
                    <a:pt x="1241" y="58"/>
                  </a:cubicBezTo>
                  <a:cubicBezTo>
                    <a:pt x="1241" y="53"/>
                    <a:pt x="1242" y="48"/>
                    <a:pt x="1242" y="43"/>
                  </a:cubicBezTo>
                  <a:cubicBezTo>
                    <a:pt x="1242" y="42"/>
                    <a:pt x="1242" y="42"/>
                    <a:pt x="1242" y="42"/>
                  </a:cubicBezTo>
                  <a:cubicBezTo>
                    <a:pt x="1242" y="40"/>
                    <a:pt x="1243" y="38"/>
                    <a:pt x="1244" y="36"/>
                  </a:cubicBezTo>
                  <a:cubicBezTo>
                    <a:pt x="1245" y="34"/>
                    <a:pt x="1246" y="33"/>
                    <a:pt x="1248" y="32"/>
                  </a:cubicBezTo>
                  <a:cubicBezTo>
                    <a:pt x="1250" y="31"/>
                    <a:pt x="1252" y="31"/>
                    <a:pt x="1254" y="31"/>
                  </a:cubicBezTo>
                  <a:cubicBezTo>
                    <a:pt x="1255" y="31"/>
                    <a:pt x="1257" y="31"/>
                    <a:pt x="1259" y="32"/>
                  </a:cubicBezTo>
                  <a:cubicBezTo>
                    <a:pt x="1261" y="33"/>
                    <a:pt x="1262" y="35"/>
                    <a:pt x="1263" y="36"/>
                  </a:cubicBezTo>
                  <a:cubicBezTo>
                    <a:pt x="1264" y="38"/>
                    <a:pt x="1265" y="39"/>
                    <a:pt x="1265" y="41"/>
                  </a:cubicBezTo>
                  <a:cubicBezTo>
                    <a:pt x="1265" y="44"/>
                    <a:pt x="1265" y="45"/>
                    <a:pt x="1265" y="48"/>
                  </a:cubicBezTo>
                  <a:cubicBezTo>
                    <a:pt x="1265" y="50"/>
                    <a:pt x="1265" y="53"/>
                    <a:pt x="1265" y="56"/>
                  </a:cubicBezTo>
                  <a:lnTo>
                    <a:pt x="1288" y="53"/>
                  </a:lnTo>
                  <a:cubicBezTo>
                    <a:pt x="1288" y="52"/>
                    <a:pt x="1288" y="51"/>
                    <a:pt x="1289" y="50"/>
                  </a:cubicBezTo>
                  <a:cubicBezTo>
                    <a:pt x="1289" y="49"/>
                    <a:pt x="1290" y="48"/>
                    <a:pt x="1291" y="48"/>
                  </a:cubicBezTo>
                  <a:cubicBezTo>
                    <a:pt x="1292" y="47"/>
                    <a:pt x="1293" y="47"/>
                    <a:pt x="1294" y="47"/>
                  </a:cubicBezTo>
                  <a:cubicBezTo>
                    <a:pt x="1295" y="47"/>
                    <a:pt x="1296" y="47"/>
                    <a:pt x="1297" y="48"/>
                  </a:cubicBezTo>
                  <a:cubicBezTo>
                    <a:pt x="1298" y="48"/>
                    <a:pt x="1298" y="49"/>
                    <a:pt x="1299" y="50"/>
                  </a:cubicBezTo>
                  <a:lnTo>
                    <a:pt x="1299" y="52"/>
                  </a:lnTo>
                  <a:cubicBezTo>
                    <a:pt x="1328" y="48"/>
                    <a:pt x="1358" y="43"/>
                    <a:pt x="1387" y="40"/>
                  </a:cubicBezTo>
                  <a:cubicBezTo>
                    <a:pt x="1388" y="38"/>
                    <a:pt x="1388" y="37"/>
                    <a:pt x="1389" y="35"/>
                  </a:cubicBezTo>
                  <a:cubicBezTo>
                    <a:pt x="1391" y="33"/>
                    <a:pt x="1393" y="31"/>
                    <a:pt x="1395" y="29"/>
                  </a:cubicBezTo>
                  <a:cubicBezTo>
                    <a:pt x="1396" y="28"/>
                    <a:pt x="1397" y="28"/>
                    <a:pt x="1398" y="28"/>
                  </a:cubicBezTo>
                  <a:cubicBezTo>
                    <a:pt x="1399" y="28"/>
                    <a:pt x="1400" y="28"/>
                    <a:pt x="1401" y="28"/>
                  </a:cubicBezTo>
                  <a:cubicBezTo>
                    <a:pt x="1402" y="28"/>
                    <a:pt x="1404" y="28"/>
                    <a:pt x="1406" y="29"/>
                  </a:cubicBezTo>
                  <a:cubicBezTo>
                    <a:pt x="1407" y="30"/>
                    <a:pt x="1408" y="31"/>
                    <a:pt x="1409" y="33"/>
                  </a:cubicBezTo>
                  <a:cubicBezTo>
                    <a:pt x="1410" y="34"/>
                    <a:pt x="1411" y="35"/>
                    <a:pt x="1411" y="37"/>
                  </a:cubicBezTo>
                  <a:lnTo>
                    <a:pt x="1440" y="34"/>
                  </a:lnTo>
                  <a:lnTo>
                    <a:pt x="1447" y="33"/>
                  </a:lnTo>
                  <a:cubicBezTo>
                    <a:pt x="1447" y="27"/>
                    <a:pt x="1447" y="21"/>
                    <a:pt x="1447" y="15"/>
                  </a:cubicBezTo>
                  <a:cubicBezTo>
                    <a:pt x="1447" y="9"/>
                    <a:pt x="1457" y="2"/>
                    <a:pt x="1463" y="6"/>
                  </a:cubicBezTo>
                  <a:cubicBezTo>
                    <a:pt x="1463" y="5"/>
                    <a:pt x="1463" y="4"/>
                    <a:pt x="1463" y="3"/>
                  </a:cubicBezTo>
                  <a:cubicBezTo>
                    <a:pt x="1463" y="2"/>
                    <a:pt x="1463" y="1"/>
                    <a:pt x="1463" y="0"/>
                  </a:cubicBezTo>
                  <a:cubicBezTo>
                    <a:pt x="1462" y="0"/>
                    <a:pt x="1461" y="0"/>
                    <a:pt x="1461" y="0"/>
                  </a:cubicBezTo>
                  <a:cubicBezTo>
                    <a:pt x="1460" y="0"/>
                    <a:pt x="1459" y="0"/>
                    <a:pt x="1458" y="0"/>
                  </a:cubicBezTo>
                  <a:cubicBezTo>
                    <a:pt x="1391" y="4"/>
                    <a:pt x="1324" y="27"/>
                    <a:pt x="1256" y="24"/>
                  </a:cubicBezTo>
                  <a:lnTo>
                    <a:pt x="1246" y="24"/>
                  </a:lnTo>
                  <a:cubicBezTo>
                    <a:pt x="1213" y="29"/>
                    <a:pt x="1180" y="33"/>
                    <a:pt x="1146" y="35"/>
                  </a:cubicBezTo>
                  <a:cubicBezTo>
                    <a:pt x="1113" y="42"/>
                    <a:pt x="1079" y="47"/>
                    <a:pt x="1045" y="48"/>
                  </a:cubicBezTo>
                  <a:cubicBezTo>
                    <a:pt x="999" y="48"/>
                    <a:pt x="956" y="58"/>
                    <a:pt x="909" y="57"/>
                  </a:cubicBezTo>
                  <a:cubicBezTo>
                    <a:pt x="866" y="56"/>
                    <a:pt x="823" y="66"/>
                    <a:pt x="780" y="65"/>
                  </a:cubicBezTo>
                  <a:lnTo>
                    <a:pt x="754" y="65"/>
                  </a:lnTo>
                  <a:cubicBezTo>
                    <a:pt x="681" y="69"/>
                    <a:pt x="609" y="67"/>
                    <a:pt x="534" y="67"/>
                  </a:cubicBezTo>
                  <a:lnTo>
                    <a:pt x="486" y="67"/>
                  </a:lnTo>
                  <a:cubicBezTo>
                    <a:pt x="403" y="67"/>
                    <a:pt x="320" y="67"/>
                    <a:pt x="237" y="67"/>
                  </a:cubicBezTo>
                  <a:cubicBezTo>
                    <a:pt x="203" y="67"/>
                    <a:pt x="165" y="63"/>
                    <a:pt x="128" y="62"/>
                  </a:cubicBezTo>
                  <a:lnTo>
                    <a:pt x="102" y="62"/>
                  </a:lnTo>
                  <a:cubicBezTo>
                    <a:pt x="80" y="62"/>
                    <a:pt x="58" y="64"/>
                    <a:pt x="37" y="70"/>
                  </a:cubicBezTo>
                  <a:cubicBezTo>
                    <a:pt x="25" y="74"/>
                    <a:pt x="13" y="76"/>
                    <a:pt x="0"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5"/>
            <p:cNvSpPr/>
            <p:nvPr/>
          </p:nvSpPr>
          <p:spPr>
            <a:xfrm>
              <a:off x="2243165" y="-831815"/>
              <a:ext cx="66240" cy="10080"/>
            </a:xfrm>
            <a:custGeom>
              <a:rect b="b" l="l" r="r" t="t"/>
              <a:pathLst>
                <a:path extrusionOk="0" h="28" w="184">
                  <a:moveTo>
                    <a:pt x="6" y="5"/>
                  </a:moveTo>
                  <a:lnTo>
                    <a:pt x="5" y="5"/>
                  </a:lnTo>
                  <a:cubicBezTo>
                    <a:pt x="5" y="5"/>
                    <a:pt x="4" y="5"/>
                    <a:pt x="3" y="6"/>
                  </a:cubicBezTo>
                  <a:cubicBezTo>
                    <a:pt x="2" y="7"/>
                    <a:pt x="2" y="7"/>
                    <a:pt x="1" y="8"/>
                  </a:cubicBezTo>
                  <a:cubicBezTo>
                    <a:pt x="0" y="9"/>
                    <a:pt x="0" y="10"/>
                    <a:pt x="0" y="11"/>
                  </a:cubicBezTo>
                  <a:cubicBezTo>
                    <a:pt x="0" y="12"/>
                    <a:pt x="0" y="13"/>
                    <a:pt x="1" y="14"/>
                  </a:cubicBezTo>
                  <a:lnTo>
                    <a:pt x="1" y="15"/>
                  </a:lnTo>
                  <a:cubicBezTo>
                    <a:pt x="2" y="13"/>
                    <a:pt x="4" y="12"/>
                    <a:pt x="5" y="11"/>
                  </a:cubicBezTo>
                  <a:cubicBezTo>
                    <a:pt x="7" y="10"/>
                    <a:pt x="9" y="10"/>
                    <a:pt x="11" y="10"/>
                  </a:cubicBezTo>
                  <a:cubicBezTo>
                    <a:pt x="13" y="10"/>
                    <a:pt x="15" y="10"/>
                    <a:pt x="17" y="11"/>
                  </a:cubicBezTo>
                  <a:cubicBezTo>
                    <a:pt x="19" y="12"/>
                    <a:pt x="21" y="14"/>
                    <a:pt x="22" y="16"/>
                  </a:cubicBezTo>
                  <a:cubicBezTo>
                    <a:pt x="23" y="18"/>
                    <a:pt x="23" y="20"/>
                    <a:pt x="23" y="22"/>
                  </a:cubicBezTo>
                  <a:cubicBezTo>
                    <a:pt x="32" y="24"/>
                    <a:pt x="41" y="25"/>
                    <a:pt x="51" y="25"/>
                  </a:cubicBezTo>
                  <a:cubicBezTo>
                    <a:pt x="51" y="25"/>
                    <a:pt x="52" y="24"/>
                    <a:pt x="53" y="23"/>
                  </a:cubicBezTo>
                  <a:cubicBezTo>
                    <a:pt x="53" y="23"/>
                    <a:pt x="53" y="22"/>
                    <a:pt x="54" y="22"/>
                  </a:cubicBezTo>
                  <a:cubicBezTo>
                    <a:pt x="55" y="21"/>
                    <a:pt x="55" y="21"/>
                    <a:pt x="57" y="21"/>
                  </a:cubicBezTo>
                  <a:cubicBezTo>
                    <a:pt x="58" y="21"/>
                    <a:pt x="60" y="21"/>
                    <a:pt x="61" y="22"/>
                  </a:cubicBezTo>
                  <a:lnTo>
                    <a:pt x="62" y="23"/>
                  </a:lnTo>
                  <a:cubicBezTo>
                    <a:pt x="63" y="24"/>
                    <a:pt x="64" y="25"/>
                    <a:pt x="65" y="26"/>
                  </a:cubicBezTo>
                  <a:cubicBezTo>
                    <a:pt x="87" y="26"/>
                    <a:pt x="109" y="25"/>
                    <a:pt x="131" y="26"/>
                  </a:cubicBezTo>
                  <a:lnTo>
                    <a:pt x="138" y="26"/>
                  </a:lnTo>
                  <a:cubicBezTo>
                    <a:pt x="138" y="20"/>
                    <a:pt x="139" y="14"/>
                    <a:pt x="141" y="8"/>
                  </a:cubicBezTo>
                  <a:cubicBezTo>
                    <a:pt x="145" y="0"/>
                    <a:pt x="157" y="3"/>
                    <a:pt x="160" y="10"/>
                  </a:cubicBezTo>
                  <a:cubicBezTo>
                    <a:pt x="162" y="15"/>
                    <a:pt x="163" y="21"/>
                    <a:pt x="163" y="26"/>
                  </a:cubicBezTo>
                  <a:cubicBezTo>
                    <a:pt x="163" y="27"/>
                    <a:pt x="163" y="27"/>
                    <a:pt x="163" y="27"/>
                  </a:cubicBezTo>
                  <a:lnTo>
                    <a:pt x="173" y="27"/>
                  </a:lnTo>
                  <a:cubicBezTo>
                    <a:pt x="174" y="18"/>
                    <a:pt x="178" y="10"/>
                    <a:pt x="182" y="3"/>
                  </a:cubicBezTo>
                  <a:cubicBezTo>
                    <a:pt x="182" y="2"/>
                    <a:pt x="183" y="1"/>
                    <a:pt x="183" y="1"/>
                  </a:cubicBezTo>
                  <a:lnTo>
                    <a:pt x="149" y="1"/>
                  </a:lnTo>
                  <a:cubicBezTo>
                    <a:pt x="113" y="4"/>
                    <a:pt x="77" y="6"/>
                    <a:pt x="40" y="6"/>
                  </a:cubicBezTo>
                  <a:cubicBezTo>
                    <a:pt x="29" y="6"/>
                    <a:pt x="17" y="6"/>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5"/>
            <p:cNvSpPr/>
            <p:nvPr/>
          </p:nvSpPr>
          <p:spPr>
            <a:xfrm>
              <a:off x="3023285" y="-854135"/>
              <a:ext cx="6120" cy="4680"/>
            </a:xfrm>
            <a:custGeom>
              <a:rect b="b" l="l" r="r" t="t"/>
              <a:pathLst>
                <a:path extrusionOk="0" h="13" w="17">
                  <a:moveTo>
                    <a:pt x="16" y="6"/>
                  </a:moveTo>
                  <a:lnTo>
                    <a:pt x="9" y="5"/>
                  </a:lnTo>
                  <a:cubicBezTo>
                    <a:pt x="7" y="4"/>
                    <a:pt x="5" y="4"/>
                    <a:pt x="3" y="3"/>
                  </a:cubicBezTo>
                  <a:cubicBezTo>
                    <a:pt x="2" y="2"/>
                    <a:pt x="1" y="1"/>
                    <a:pt x="0" y="0"/>
                  </a:cubicBezTo>
                  <a:cubicBezTo>
                    <a:pt x="0" y="4"/>
                    <a:pt x="0" y="8"/>
                    <a:pt x="0" y="12"/>
                  </a:cubicBezTo>
                  <a:cubicBezTo>
                    <a:pt x="2" y="12"/>
                    <a:pt x="3" y="12"/>
                    <a:pt x="5" y="12"/>
                  </a:cubicBezTo>
                  <a:cubicBezTo>
                    <a:pt x="7" y="12"/>
                    <a:pt x="9" y="12"/>
                    <a:pt x="11" y="12"/>
                  </a:cubicBezTo>
                  <a:cubicBezTo>
                    <a:pt x="13" y="11"/>
                    <a:pt x="14" y="9"/>
                    <a:pt x="15" y="7"/>
                  </a:cubicBezTo>
                  <a:lnTo>
                    <a:pt x="16"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5"/>
            <p:cNvSpPr/>
            <p:nvPr/>
          </p:nvSpPr>
          <p:spPr>
            <a:xfrm>
              <a:off x="3021485" y="-860255"/>
              <a:ext cx="8280" cy="8640"/>
            </a:xfrm>
            <a:custGeom>
              <a:rect b="b" l="l" r="r" t="t"/>
              <a:pathLst>
                <a:path extrusionOk="0" h="24" w="23">
                  <a:moveTo>
                    <a:pt x="5" y="12"/>
                  </a:moveTo>
                  <a:cubicBezTo>
                    <a:pt x="5" y="14"/>
                    <a:pt x="5" y="15"/>
                    <a:pt x="5" y="17"/>
                  </a:cubicBezTo>
                  <a:cubicBezTo>
                    <a:pt x="6" y="18"/>
                    <a:pt x="7" y="19"/>
                    <a:pt x="8" y="20"/>
                  </a:cubicBezTo>
                  <a:cubicBezTo>
                    <a:pt x="10" y="21"/>
                    <a:pt x="12" y="21"/>
                    <a:pt x="14" y="22"/>
                  </a:cubicBezTo>
                  <a:lnTo>
                    <a:pt x="20" y="23"/>
                  </a:lnTo>
                  <a:cubicBezTo>
                    <a:pt x="21" y="21"/>
                    <a:pt x="22" y="19"/>
                    <a:pt x="22" y="17"/>
                  </a:cubicBezTo>
                  <a:cubicBezTo>
                    <a:pt x="22" y="14"/>
                    <a:pt x="21" y="12"/>
                    <a:pt x="19" y="9"/>
                  </a:cubicBezTo>
                  <a:cubicBezTo>
                    <a:pt x="17" y="6"/>
                    <a:pt x="16" y="4"/>
                    <a:pt x="14" y="3"/>
                  </a:cubicBezTo>
                  <a:cubicBezTo>
                    <a:pt x="11" y="1"/>
                    <a:pt x="8" y="1"/>
                    <a:pt x="6" y="0"/>
                  </a:cubicBezTo>
                  <a:lnTo>
                    <a:pt x="0" y="0"/>
                  </a:lnTo>
                  <a:cubicBezTo>
                    <a:pt x="0" y="1"/>
                    <a:pt x="0" y="2"/>
                    <a:pt x="0" y="3"/>
                  </a:cubicBezTo>
                  <a:cubicBezTo>
                    <a:pt x="0" y="4"/>
                    <a:pt x="0" y="5"/>
                    <a:pt x="0" y="6"/>
                  </a:cubicBezTo>
                  <a:lnTo>
                    <a:pt x="1" y="6"/>
                  </a:lnTo>
                  <a:cubicBezTo>
                    <a:pt x="2" y="6"/>
                    <a:pt x="2" y="7"/>
                    <a:pt x="3" y="9"/>
                  </a:cubicBezTo>
                  <a:cubicBezTo>
                    <a:pt x="3" y="10"/>
                    <a:pt x="5" y="11"/>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5"/>
            <p:cNvSpPr/>
            <p:nvPr/>
          </p:nvSpPr>
          <p:spPr>
            <a:xfrm>
              <a:off x="2243885" y="-828575"/>
              <a:ext cx="8280" cy="5040"/>
            </a:xfrm>
            <a:custGeom>
              <a:rect b="b" l="l" r="r" t="t"/>
              <a:pathLst>
                <a:path extrusionOk="0" h="14" w="23">
                  <a:moveTo>
                    <a:pt x="22" y="13"/>
                  </a:moveTo>
                  <a:lnTo>
                    <a:pt x="22" y="12"/>
                  </a:lnTo>
                  <a:cubicBezTo>
                    <a:pt x="22" y="10"/>
                    <a:pt x="22" y="8"/>
                    <a:pt x="21" y="6"/>
                  </a:cubicBezTo>
                  <a:cubicBezTo>
                    <a:pt x="20" y="4"/>
                    <a:pt x="18" y="3"/>
                    <a:pt x="16" y="2"/>
                  </a:cubicBezTo>
                  <a:cubicBezTo>
                    <a:pt x="14" y="1"/>
                    <a:pt x="12" y="0"/>
                    <a:pt x="10" y="0"/>
                  </a:cubicBezTo>
                  <a:cubicBezTo>
                    <a:pt x="8" y="0"/>
                    <a:pt x="6" y="1"/>
                    <a:pt x="4" y="2"/>
                  </a:cubicBezTo>
                  <a:cubicBezTo>
                    <a:pt x="3" y="3"/>
                    <a:pt x="1" y="4"/>
                    <a:pt x="0" y="5"/>
                  </a:cubicBezTo>
                  <a:cubicBezTo>
                    <a:pt x="1" y="6"/>
                    <a:pt x="2" y="7"/>
                    <a:pt x="2" y="7"/>
                  </a:cubicBezTo>
                  <a:cubicBezTo>
                    <a:pt x="3" y="7"/>
                    <a:pt x="3" y="7"/>
                    <a:pt x="3" y="7"/>
                  </a:cubicBezTo>
                  <a:cubicBezTo>
                    <a:pt x="9" y="10"/>
                    <a:pt x="16" y="11"/>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5"/>
            <p:cNvSpPr/>
            <p:nvPr/>
          </p:nvSpPr>
          <p:spPr>
            <a:xfrm>
              <a:off x="2261525" y="-824615"/>
              <a:ext cx="5400" cy="2160"/>
            </a:xfrm>
            <a:custGeom>
              <a:rect b="b" l="l" r="r" t="t"/>
              <a:pathLst>
                <a:path extrusionOk="0" h="6" w="15">
                  <a:moveTo>
                    <a:pt x="11" y="2"/>
                  </a:moveTo>
                  <a:lnTo>
                    <a:pt x="10" y="1"/>
                  </a:lnTo>
                  <a:cubicBezTo>
                    <a:pt x="9" y="0"/>
                    <a:pt x="7" y="0"/>
                    <a:pt x="6" y="0"/>
                  </a:cubicBezTo>
                  <a:cubicBezTo>
                    <a:pt x="4" y="0"/>
                    <a:pt x="4" y="1"/>
                    <a:pt x="3" y="1"/>
                  </a:cubicBezTo>
                  <a:cubicBezTo>
                    <a:pt x="2" y="2"/>
                    <a:pt x="2" y="2"/>
                    <a:pt x="2" y="2"/>
                  </a:cubicBezTo>
                  <a:cubicBezTo>
                    <a:pt x="1" y="3"/>
                    <a:pt x="0" y="4"/>
                    <a:pt x="0" y="5"/>
                  </a:cubicBezTo>
                  <a:lnTo>
                    <a:pt x="14" y="5"/>
                  </a:lnTo>
                  <a:cubicBezTo>
                    <a:pt x="13" y="4"/>
                    <a:pt x="12" y="3"/>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5"/>
            <p:cNvSpPr/>
            <p:nvPr/>
          </p:nvSpPr>
          <p:spPr>
            <a:xfrm>
              <a:off x="2292845" y="-832535"/>
              <a:ext cx="9000" cy="10080"/>
            </a:xfrm>
            <a:custGeom>
              <a:rect b="b" l="l" r="r" t="t"/>
              <a:pathLst>
                <a:path extrusionOk="0" h="28" w="25">
                  <a:moveTo>
                    <a:pt x="22" y="11"/>
                  </a:moveTo>
                  <a:cubicBezTo>
                    <a:pt x="19" y="4"/>
                    <a:pt x="7" y="0"/>
                    <a:pt x="3" y="9"/>
                  </a:cubicBezTo>
                  <a:cubicBezTo>
                    <a:pt x="1" y="15"/>
                    <a:pt x="0" y="21"/>
                    <a:pt x="0" y="27"/>
                  </a:cubicBezTo>
                  <a:lnTo>
                    <a:pt x="24" y="27"/>
                  </a:lnTo>
                  <a:cubicBezTo>
                    <a:pt x="24" y="22"/>
                    <a:pt x="24" y="16"/>
                    <a:pt x="2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5"/>
            <p:cNvSpPr/>
            <p:nvPr/>
          </p:nvSpPr>
          <p:spPr>
            <a:xfrm>
              <a:off x="2309045" y="-833255"/>
              <a:ext cx="5400" cy="1800"/>
            </a:xfrm>
            <a:custGeom>
              <a:rect b="b" l="l" r="r" t="t"/>
              <a:pathLst>
                <a:path extrusionOk="0" h="5" w="15">
                  <a:moveTo>
                    <a:pt x="0" y="4"/>
                  </a:moveTo>
                  <a:lnTo>
                    <a:pt x="14" y="4"/>
                  </a:lnTo>
                  <a:cubicBezTo>
                    <a:pt x="13" y="2"/>
                    <a:pt x="12" y="1"/>
                    <a:pt x="11" y="1"/>
                  </a:cubicBezTo>
                  <a:cubicBezTo>
                    <a:pt x="10" y="0"/>
                    <a:pt x="8" y="0"/>
                    <a:pt x="7" y="0"/>
                  </a:cubicBezTo>
                  <a:cubicBezTo>
                    <a:pt x="5" y="0"/>
                    <a:pt x="4" y="0"/>
                    <a:pt x="3" y="1"/>
                  </a:cubicBezTo>
                  <a:cubicBezTo>
                    <a:pt x="2" y="1"/>
                    <a:pt x="1"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5"/>
            <p:cNvSpPr/>
            <p:nvPr/>
          </p:nvSpPr>
          <p:spPr>
            <a:xfrm>
              <a:off x="2305445" y="-831815"/>
              <a:ext cx="10080" cy="9720"/>
            </a:xfrm>
            <a:custGeom>
              <a:rect b="b" l="l" r="r" t="t"/>
              <a:pathLst>
                <a:path extrusionOk="0" h="27" w="28">
                  <a:moveTo>
                    <a:pt x="24" y="25"/>
                  </a:moveTo>
                  <a:cubicBezTo>
                    <a:pt x="26" y="21"/>
                    <a:pt x="27" y="16"/>
                    <a:pt x="27" y="11"/>
                  </a:cubicBezTo>
                  <a:cubicBezTo>
                    <a:pt x="27" y="9"/>
                    <a:pt x="27" y="6"/>
                    <a:pt x="26" y="4"/>
                  </a:cubicBezTo>
                  <a:cubicBezTo>
                    <a:pt x="26" y="3"/>
                    <a:pt x="26" y="2"/>
                    <a:pt x="25" y="1"/>
                  </a:cubicBezTo>
                  <a:cubicBezTo>
                    <a:pt x="25" y="0"/>
                    <a:pt x="25" y="0"/>
                    <a:pt x="24" y="0"/>
                  </a:cubicBezTo>
                  <a:lnTo>
                    <a:pt x="10" y="0"/>
                  </a:lnTo>
                  <a:cubicBezTo>
                    <a:pt x="9" y="0"/>
                    <a:pt x="9" y="1"/>
                    <a:pt x="9" y="2"/>
                  </a:cubicBezTo>
                  <a:cubicBezTo>
                    <a:pt x="4" y="9"/>
                    <a:pt x="1" y="17"/>
                    <a:pt x="0" y="26"/>
                  </a:cubicBezTo>
                  <a:lnTo>
                    <a:pt x="24"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5"/>
            <p:cNvSpPr/>
            <p:nvPr/>
          </p:nvSpPr>
          <p:spPr>
            <a:xfrm>
              <a:off x="2324885" y="-826775"/>
              <a:ext cx="9000" cy="5040"/>
            </a:xfrm>
            <a:custGeom>
              <a:rect b="b" l="l" r="r" t="t"/>
              <a:pathLst>
                <a:path extrusionOk="0" h="14" w="25">
                  <a:moveTo>
                    <a:pt x="24" y="12"/>
                  </a:moveTo>
                  <a:cubicBezTo>
                    <a:pt x="24" y="10"/>
                    <a:pt x="24" y="9"/>
                    <a:pt x="23" y="7"/>
                  </a:cubicBezTo>
                  <a:lnTo>
                    <a:pt x="23" y="6"/>
                  </a:lnTo>
                  <a:lnTo>
                    <a:pt x="23" y="5"/>
                  </a:lnTo>
                  <a:cubicBezTo>
                    <a:pt x="22" y="4"/>
                    <a:pt x="21" y="3"/>
                    <a:pt x="20" y="2"/>
                  </a:cubicBezTo>
                  <a:cubicBezTo>
                    <a:pt x="18" y="1"/>
                    <a:pt x="17" y="0"/>
                    <a:pt x="17" y="1"/>
                  </a:cubicBezTo>
                  <a:cubicBezTo>
                    <a:pt x="15" y="0"/>
                    <a:pt x="14" y="0"/>
                    <a:pt x="12" y="0"/>
                  </a:cubicBezTo>
                  <a:cubicBezTo>
                    <a:pt x="10" y="0"/>
                    <a:pt x="8" y="0"/>
                    <a:pt x="6" y="1"/>
                  </a:cubicBezTo>
                  <a:cubicBezTo>
                    <a:pt x="4" y="2"/>
                    <a:pt x="3" y="4"/>
                    <a:pt x="2" y="6"/>
                  </a:cubicBezTo>
                  <a:cubicBezTo>
                    <a:pt x="1" y="7"/>
                    <a:pt x="0" y="9"/>
                    <a:pt x="0" y="10"/>
                  </a:cubicBezTo>
                  <a:cubicBezTo>
                    <a:pt x="0" y="12"/>
                    <a:pt x="0" y="12"/>
                    <a:pt x="0" y="13"/>
                  </a:cubicBezTo>
                  <a:lnTo>
                    <a:pt x="20" y="13"/>
                  </a:lnTo>
                  <a:lnTo>
                    <a:pt x="24"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5"/>
            <p:cNvSpPr/>
            <p:nvPr/>
          </p:nvSpPr>
          <p:spPr>
            <a:xfrm>
              <a:off x="2345405" y="-773855"/>
              <a:ext cx="10440" cy="19440"/>
            </a:xfrm>
            <a:custGeom>
              <a:rect b="b" l="l" r="r" t="t"/>
              <a:pathLst>
                <a:path extrusionOk="0" h="54" w="29">
                  <a:moveTo>
                    <a:pt x="1" y="38"/>
                  </a:moveTo>
                  <a:cubicBezTo>
                    <a:pt x="1" y="40"/>
                    <a:pt x="2" y="42"/>
                    <a:pt x="3" y="44"/>
                  </a:cubicBezTo>
                  <a:cubicBezTo>
                    <a:pt x="4" y="47"/>
                    <a:pt x="7" y="48"/>
                    <a:pt x="9" y="50"/>
                  </a:cubicBezTo>
                  <a:cubicBezTo>
                    <a:pt x="10" y="50"/>
                    <a:pt x="10" y="51"/>
                    <a:pt x="10" y="51"/>
                  </a:cubicBezTo>
                  <a:cubicBezTo>
                    <a:pt x="10" y="53"/>
                    <a:pt x="19" y="51"/>
                    <a:pt x="20" y="51"/>
                  </a:cubicBezTo>
                  <a:cubicBezTo>
                    <a:pt x="21" y="51"/>
                    <a:pt x="21" y="50"/>
                    <a:pt x="22" y="50"/>
                  </a:cubicBezTo>
                  <a:cubicBezTo>
                    <a:pt x="23" y="49"/>
                    <a:pt x="24" y="48"/>
                    <a:pt x="25" y="47"/>
                  </a:cubicBezTo>
                  <a:cubicBezTo>
                    <a:pt x="26" y="47"/>
                    <a:pt x="26" y="46"/>
                    <a:pt x="27" y="45"/>
                  </a:cubicBezTo>
                  <a:cubicBezTo>
                    <a:pt x="28" y="43"/>
                    <a:pt x="28" y="41"/>
                    <a:pt x="28" y="39"/>
                  </a:cubicBezTo>
                  <a:cubicBezTo>
                    <a:pt x="28" y="37"/>
                    <a:pt x="28" y="36"/>
                    <a:pt x="28" y="35"/>
                  </a:cubicBezTo>
                  <a:cubicBezTo>
                    <a:pt x="26" y="30"/>
                    <a:pt x="26" y="26"/>
                    <a:pt x="25" y="21"/>
                  </a:cubicBezTo>
                  <a:cubicBezTo>
                    <a:pt x="23" y="13"/>
                    <a:pt x="15" y="0"/>
                    <a:pt x="7" y="10"/>
                  </a:cubicBezTo>
                  <a:cubicBezTo>
                    <a:pt x="6" y="11"/>
                    <a:pt x="5" y="12"/>
                    <a:pt x="4" y="14"/>
                  </a:cubicBezTo>
                  <a:cubicBezTo>
                    <a:pt x="2" y="18"/>
                    <a:pt x="0" y="24"/>
                    <a:pt x="0" y="29"/>
                  </a:cubicBezTo>
                  <a:cubicBezTo>
                    <a:pt x="0" y="30"/>
                    <a:pt x="0" y="31"/>
                    <a:pt x="0" y="31"/>
                  </a:cubicBezTo>
                  <a:cubicBezTo>
                    <a:pt x="0" y="32"/>
                    <a:pt x="0" y="33"/>
                    <a:pt x="0" y="33"/>
                  </a:cubicBezTo>
                  <a:cubicBezTo>
                    <a:pt x="0" y="35"/>
                    <a:pt x="0" y="37"/>
                    <a:pt x="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5"/>
            <p:cNvSpPr/>
            <p:nvPr/>
          </p:nvSpPr>
          <p:spPr>
            <a:xfrm>
              <a:off x="2346845" y="-821375"/>
              <a:ext cx="7920" cy="34920"/>
            </a:xfrm>
            <a:custGeom>
              <a:rect b="b" l="l" r="r" t="t"/>
              <a:pathLst>
                <a:path extrusionOk="0" h="97" w="22">
                  <a:moveTo>
                    <a:pt x="0" y="4"/>
                  </a:moveTo>
                  <a:cubicBezTo>
                    <a:pt x="0" y="9"/>
                    <a:pt x="0" y="14"/>
                    <a:pt x="0" y="18"/>
                  </a:cubicBezTo>
                  <a:cubicBezTo>
                    <a:pt x="0" y="43"/>
                    <a:pt x="2" y="68"/>
                    <a:pt x="7" y="93"/>
                  </a:cubicBezTo>
                  <a:cubicBezTo>
                    <a:pt x="7" y="94"/>
                    <a:pt x="7" y="94"/>
                    <a:pt x="8" y="95"/>
                  </a:cubicBezTo>
                  <a:cubicBezTo>
                    <a:pt x="9" y="96"/>
                    <a:pt x="9" y="95"/>
                    <a:pt x="10" y="95"/>
                  </a:cubicBezTo>
                  <a:cubicBezTo>
                    <a:pt x="11" y="95"/>
                    <a:pt x="11" y="96"/>
                    <a:pt x="12" y="95"/>
                  </a:cubicBezTo>
                  <a:cubicBezTo>
                    <a:pt x="13" y="94"/>
                    <a:pt x="13" y="94"/>
                    <a:pt x="13" y="93"/>
                  </a:cubicBezTo>
                  <a:cubicBezTo>
                    <a:pt x="19" y="67"/>
                    <a:pt x="21" y="41"/>
                    <a:pt x="21" y="14"/>
                  </a:cubicBezTo>
                  <a:cubicBezTo>
                    <a:pt x="21" y="12"/>
                    <a:pt x="21" y="9"/>
                    <a:pt x="21" y="6"/>
                  </a:cubicBezTo>
                  <a:cubicBezTo>
                    <a:pt x="21" y="5"/>
                    <a:pt x="21" y="5"/>
                    <a:pt x="21" y="4"/>
                  </a:cubicBezTo>
                  <a:cubicBezTo>
                    <a:pt x="21" y="3"/>
                    <a:pt x="21" y="3"/>
                    <a:pt x="21" y="2"/>
                  </a:cubicBezTo>
                  <a:lnTo>
                    <a:pt x="1" y="0"/>
                  </a:lnTo>
                  <a:cubicBezTo>
                    <a:pt x="1" y="1"/>
                    <a:pt x="1" y="1"/>
                    <a:pt x="1"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5"/>
            <p:cNvSpPr/>
            <p:nvPr/>
          </p:nvSpPr>
          <p:spPr>
            <a:xfrm>
              <a:off x="2347205" y="-822455"/>
              <a:ext cx="7200" cy="2160"/>
            </a:xfrm>
            <a:custGeom>
              <a:rect b="b" l="l" r="r" t="t"/>
              <a:pathLst>
                <a:path extrusionOk="0" h="6" w="20">
                  <a:moveTo>
                    <a:pt x="15" y="0"/>
                  </a:moveTo>
                  <a:lnTo>
                    <a:pt x="2" y="0"/>
                  </a:lnTo>
                  <a:cubicBezTo>
                    <a:pt x="1" y="0"/>
                    <a:pt x="1" y="1"/>
                    <a:pt x="0" y="2"/>
                  </a:cubicBezTo>
                  <a:lnTo>
                    <a:pt x="0" y="3"/>
                  </a:lnTo>
                  <a:lnTo>
                    <a:pt x="19" y="5"/>
                  </a:lnTo>
                  <a:cubicBezTo>
                    <a:pt x="19" y="4"/>
                    <a:pt x="19" y="4"/>
                    <a:pt x="19" y="4"/>
                  </a:cubicBezTo>
                  <a:cubicBezTo>
                    <a:pt x="18" y="2"/>
                    <a:pt x="17"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5"/>
            <p:cNvSpPr/>
            <p:nvPr/>
          </p:nvSpPr>
          <p:spPr>
            <a:xfrm>
              <a:off x="2347925" y="-823175"/>
              <a:ext cx="5040" cy="1080"/>
            </a:xfrm>
            <a:custGeom>
              <a:rect b="b" l="l" r="r" t="t"/>
              <a:pathLst>
                <a:path extrusionOk="0" h="3" w="14">
                  <a:moveTo>
                    <a:pt x="0" y="2"/>
                  </a:moveTo>
                  <a:lnTo>
                    <a:pt x="13" y="2"/>
                  </a:lnTo>
                  <a:lnTo>
                    <a:pt x="12" y="2"/>
                  </a:lnTo>
                  <a:cubicBezTo>
                    <a:pt x="11" y="1"/>
                    <a:pt x="9" y="0"/>
                    <a:pt x="7"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5"/>
            <p:cNvSpPr/>
            <p:nvPr/>
          </p:nvSpPr>
          <p:spPr>
            <a:xfrm>
              <a:off x="2363765" y="-820655"/>
              <a:ext cx="8640" cy="42840"/>
            </a:xfrm>
            <a:custGeom>
              <a:rect b="b" l="l" r="r" t="t"/>
              <a:pathLst>
                <a:path extrusionOk="0" h="119" w="24">
                  <a:moveTo>
                    <a:pt x="1" y="1"/>
                  </a:moveTo>
                  <a:cubicBezTo>
                    <a:pt x="0" y="11"/>
                    <a:pt x="0" y="21"/>
                    <a:pt x="0" y="32"/>
                  </a:cubicBezTo>
                  <a:cubicBezTo>
                    <a:pt x="0" y="58"/>
                    <a:pt x="3" y="85"/>
                    <a:pt x="10" y="111"/>
                  </a:cubicBezTo>
                  <a:cubicBezTo>
                    <a:pt x="11" y="116"/>
                    <a:pt x="20" y="118"/>
                    <a:pt x="21" y="111"/>
                  </a:cubicBezTo>
                  <a:cubicBezTo>
                    <a:pt x="22" y="95"/>
                    <a:pt x="23" y="80"/>
                    <a:pt x="23" y="64"/>
                  </a:cubicBezTo>
                  <a:cubicBezTo>
                    <a:pt x="23" y="58"/>
                    <a:pt x="23" y="52"/>
                    <a:pt x="23" y="46"/>
                  </a:cubicBezTo>
                  <a:cubicBezTo>
                    <a:pt x="23" y="39"/>
                    <a:pt x="23" y="30"/>
                    <a:pt x="23" y="23"/>
                  </a:cubicBezTo>
                  <a:cubicBezTo>
                    <a:pt x="23" y="15"/>
                    <a:pt x="23" y="8"/>
                    <a:pt x="23"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5"/>
            <p:cNvSpPr/>
            <p:nvPr/>
          </p:nvSpPr>
          <p:spPr>
            <a:xfrm>
              <a:off x="2364125" y="-822815"/>
              <a:ext cx="7920" cy="2880"/>
            </a:xfrm>
            <a:custGeom>
              <a:rect b="b" l="l" r="r" t="t"/>
              <a:pathLst>
                <a:path extrusionOk="0" h="8" w="22">
                  <a:moveTo>
                    <a:pt x="1" y="1"/>
                  </a:moveTo>
                  <a:cubicBezTo>
                    <a:pt x="1" y="3"/>
                    <a:pt x="1" y="5"/>
                    <a:pt x="0" y="7"/>
                  </a:cubicBezTo>
                  <a:lnTo>
                    <a:pt x="21" y="7"/>
                  </a:lnTo>
                  <a:cubicBezTo>
                    <a:pt x="21" y="5"/>
                    <a:pt x="21" y="2"/>
                    <a:pt x="21"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5"/>
            <p:cNvSpPr/>
            <p:nvPr/>
          </p:nvSpPr>
          <p:spPr>
            <a:xfrm>
              <a:off x="2364845" y="-827855"/>
              <a:ext cx="7560" cy="5400"/>
            </a:xfrm>
            <a:custGeom>
              <a:rect b="b" l="l" r="r" t="t"/>
              <a:pathLst>
                <a:path extrusionOk="0" h="15" w="21">
                  <a:moveTo>
                    <a:pt x="18" y="11"/>
                  </a:moveTo>
                  <a:cubicBezTo>
                    <a:pt x="16" y="3"/>
                    <a:pt x="3" y="0"/>
                    <a:pt x="0" y="10"/>
                  </a:cubicBezTo>
                  <a:cubicBezTo>
                    <a:pt x="0" y="11"/>
                    <a:pt x="0" y="12"/>
                    <a:pt x="0" y="14"/>
                  </a:cubicBezTo>
                  <a:lnTo>
                    <a:pt x="20" y="14"/>
                  </a:lnTo>
                  <a:cubicBezTo>
                    <a:pt x="20" y="14"/>
                    <a:pt x="18" y="12"/>
                    <a:pt x="18"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5"/>
            <p:cNvSpPr/>
            <p:nvPr/>
          </p:nvSpPr>
          <p:spPr>
            <a:xfrm>
              <a:off x="2381405" y="-820295"/>
              <a:ext cx="9360" cy="41400"/>
            </a:xfrm>
            <a:custGeom>
              <a:rect b="b" l="l" r="r" t="t"/>
              <a:pathLst>
                <a:path extrusionOk="0" h="115" w="26">
                  <a:moveTo>
                    <a:pt x="5" y="105"/>
                  </a:moveTo>
                  <a:cubicBezTo>
                    <a:pt x="5" y="106"/>
                    <a:pt x="6" y="108"/>
                    <a:pt x="6" y="109"/>
                  </a:cubicBezTo>
                  <a:cubicBezTo>
                    <a:pt x="7" y="111"/>
                    <a:pt x="8" y="112"/>
                    <a:pt x="10" y="113"/>
                  </a:cubicBezTo>
                  <a:cubicBezTo>
                    <a:pt x="12" y="114"/>
                    <a:pt x="13" y="114"/>
                    <a:pt x="15" y="114"/>
                  </a:cubicBezTo>
                  <a:cubicBezTo>
                    <a:pt x="16" y="114"/>
                    <a:pt x="17" y="114"/>
                    <a:pt x="19" y="113"/>
                  </a:cubicBezTo>
                  <a:cubicBezTo>
                    <a:pt x="21" y="112"/>
                    <a:pt x="22" y="111"/>
                    <a:pt x="23" y="109"/>
                  </a:cubicBezTo>
                  <a:cubicBezTo>
                    <a:pt x="24" y="102"/>
                    <a:pt x="25" y="95"/>
                    <a:pt x="25" y="89"/>
                  </a:cubicBezTo>
                  <a:cubicBezTo>
                    <a:pt x="25" y="82"/>
                    <a:pt x="24" y="76"/>
                    <a:pt x="23" y="70"/>
                  </a:cubicBezTo>
                  <a:cubicBezTo>
                    <a:pt x="23" y="52"/>
                    <a:pt x="23" y="35"/>
                    <a:pt x="23" y="18"/>
                  </a:cubicBezTo>
                  <a:cubicBezTo>
                    <a:pt x="23" y="12"/>
                    <a:pt x="23" y="6"/>
                    <a:pt x="23" y="0"/>
                  </a:cubicBezTo>
                  <a:lnTo>
                    <a:pt x="0" y="0"/>
                  </a:lnTo>
                  <a:cubicBezTo>
                    <a:pt x="0" y="6"/>
                    <a:pt x="0" y="13"/>
                    <a:pt x="0" y="19"/>
                  </a:cubicBezTo>
                  <a:cubicBezTo>
                    <a:pt x="0" y="48"/>
                    <a:pt x="2" y="76"/>
                    <a:pt x="5"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5"/>
            <p:cNvSpPr/>
            <p:nvPr/>
          </p:nvSpPr>
          <p:spPr>
            <a:xfrm>
              <a:off x="2382125" y="-822455"/>
              <a:ext cx="9000" cy="2520"/>
            </a:xfrm>
            <a:custGeom>
              <a:rect b="b" l="l" r="r" t="t"/>
              <a:pathLst>
                <a:path extrusionOk="0" h="7" w="25">
                  <a:moveTo>
                    <a:pt x="24" y="0"/>
                  </a:moveTo>
                  <a:lnTo>
                    <a:pt x="1" y="0"/>
                  </a:lnTo>
                  <a:cubicBezTo>
                    <a:pt x="1" y="2"/>
                    <a:pt x="1" y="4"/>
                    <a:pt x="0" y="6"/>
                  </a:cubicBezTo>
                  <a:lnTo>
                    <a:pt x="23" y="6"/>
                  </a:lnTo>
                  <a:cubicBezTo>
                    <a:pt x="23" y="5"/>
                    <a:pt x="23" y="4"/>
                    <a:pt x="23" y="3"/>
                  </a:cubicBezTo>
                  <a:lnTo>
                    <a:pt x="2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5"/>
            <p:cNvSpPr/>
            <p:nvPr/>
          </p:nvSpPr>
          <p:spPr>
            <a:xfrm>
              <a:off x="2382485" y="-831095"/>
              <a:ext cx="9000" cy="8640"/>
            </a:xfrm>
            <a:custGeom>
              <a:rect b="b" l="l" r="r" t="t"/>
              <a:pathLst>
                <a:path extrusionOk="0" h="24" w="25">
                  <a:moveTo>
                    <a:pt x="23" y="23"/>
                  </a:moveTo>
                  <a:cubicBezTo>
                    <a:pt x="23" y="19"/>
                    <a:pt x="24" y="13"/>
                    <a:pt x="23" y="15"/>
                  </a:cubicBezTo>
                  <a:cubicBezTo>
                    <a:pt x="24" y="14"/>
                    <a:pt x="24" y="13"/>
                    <a:pt x="24" y="11"/>
                  </a:cubicBezTo>
                  <a:cubicBezTo>
                    <a:pt x="24" y="10"/>
                    <a:pt x="24" y="7"/>
                    <a:pt x="23" y="6"/>
                  </a:cubicBezTo>
                  <a:cubicBezTo>
                    <a:pt x="22" y="5"/>
                    <a:pt x="21" y="5"/>
                    <a:pt x="19" y="3"/>
                  </a:cubicBezTo>
                  <a:cubicBezTo>
                    <a:pt x="18" y="3"/>
                    <a:pt x="18" y="2"/>
                    <a:pt x="18" y="2"/>
                  </a:cubicBezTo>
                  <a:cubicBezTo>
                    <a:pt x="8" y="0"/>
                    <a:pt x="3" y="9"/>
                    <a:pt x="0" y="22"/>
                  </a:cubicBezTo>
                  <a:lnTo>
                    <a:pt x="23"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5"/>
            <p:cNvSpPr/>
            <p:nvPr/>
          </p:nvSpPr>
          <p:spPr>
            <a:xfrm>
              <a:off x="2403365" y="-819215"/>
              <a:ext cx="9360" cy="37440"/>
            </a:xfrm>
            <a:custGeom>
              <a:rect b="b" l="l" r="r" t="t"/>
              <a:pathLst>
                <a:path extrusionOk="0" h="104" w="26">
                  <a:moveTo>
                    <a:pt x="4" y="96"/>
                  </a:moveTo>
                  <a:cubicBezTo>
                    <a:pt x="4" y="103"/>
                    <a:pt x="15" y="102"/>
                    <a:pt x="16" y="96"/>
                  </a:cubicBezTo>
                  <a:cubicBezTo>
                    <a:pt x="18" y="76"/>
                    <a:pt x="19" y="58"/>
                    <a:pt x="19" y="39"/>
                  </a:cubicBezTo>
                  <a:cubicBezTo>
                    <a:pt x="19" y="25"/>
                    <a:pt x="25" y="15"/>
                    <a:pt x="24" y="1"/>
                  </a:cubicBezTo>
                  <a:lnTo>
                    <a:pt x="6" y="0"/>
                  </a:lnTo>
                  <a:cubicBezTo>
                    <a:pt x="2" y="17"/>
                    <a:pt x="0" y="35"/>
                    <a:pt x="0" y="53"/>
                  </a:cubicBezTo>
                  <a:cubicBezTo>
                    <a:pt x="0" y="68"/>
                    <a:pt x="1" y="82"/>
                    <a:pt x="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5"/>
            <p:cNvSpPr/>
            <p:nvPr/>
          </p:nvSpPr>
          <p:spPr>
            <a:xfrm>
              <a:off x="2405525" y="-822095"/>
              <a:ext cx="7200" cy="3600"/>
            </a:xfrm>
            <a:custGeom>
              <a:rect b="b" l="l" r="r" t="t"/>
              <a:pathLst>
                <a:path extrusionOk="0" h="10" w="20">
                  <a:moveTo>
                    <a:pt x="15" y="0"/>
                  </a:moveTo>
                  <a:lnTo>
                    <a:pt x="4" y="0"/>
                  </a:lnTo>
                  <a:cubicBezTo>
                    <a:pt x="3" y="1"/>
                    <a:pt x="2" y="2"/>
                    <a:pt x="1" y="3"/>
                  </a:cubicBezTo>
                  <a:cubicBezTo>
                    <a:pt x="1" y="3"/>
                    <a:pt x="0" y="4"/>
                    <a:pt x="0" y="5"/>
                  </a:cubicBezTo>
                  <a:lnTo>
                    <a:pt x="0" y="7"/>
                  </a:lnTo>
                  <a:lnTo>
                    <a:pt x="19" y="9"/>
                  </a:lnTo>
                  <a:cubicBezTo>
                    <a:pt x="19" y="9"/>
                    <a:pt x="19" y="7"/>
                    <a:pt x="19" y="6"/>
                  </a:cubicBezTo>
                  <a:cubicBezTo>
                    <a:pt x="19" y="5"/>
                    <a:pt x="18" y="4"/>
                    <a:pt x="18" y="3"/>
                  </a:cubicBezTo>
                  <a:cubicBezTo>
                    <a:pt x="17" y="2"/>
                    <a:pt x="16"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5"/>
            <p:cNvSpPr/>
            <p:nvPr/>
          </p:nvSpPr>
          <p:spPr>
            <a:xfrm>
              <a:off x="2406965" y="-822815"/>
              <a:ext cx="4320" cy="1080"/>
            </a:xfrm>
            <a:custGeom>
              <a:rect b="b" l="l" r="r" t="t"/>
              <a:pathLst>
                <a:path extrusionOk="0" h="3" w="12">
                  <a:moveTo>
                    <a:pt x="0" y="2"/>
                  </a:moveTo>
                  <a:lnTo>
                    <a:pt x="11" y="2"/>
                  </a:lnTo>
                  <a:lnTo>
                    <a:pt x="10" y="2"/>
                  </a:lnTo>
                  <a:cubicBezTo>
                    <a:pt x="9" y="1"/>
                    <a:pt x="7" y="0"/>
                    <a:pt x="5" y="0"/>
                  </a:cubicBezTo>
                  <a:cubicBezTo>
                    <a:pt x="3"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5"/>
            <p:cNvSpPr/>
            <p:nvPr/>
          </p:nvSpPr>
          <p:spPr>
            <a:xfrm>
              <a:off x="2422805" y="-818135"/>
              <a:ext cx="10080" cy="26280"/>
            </a:xfrm>
            <a:custGeom>
              <a:rect b="b" l="l" r="r" t="t"/>
              <a:pathLst>
                <a:path extrusionOk="0" h="73" w="28">
                  <a:moveTo>
                    <a:pt x="9" y="0"/>
                  </a:moveTo>
                  <a:cubicBezTo>
                    <a:pt x="9" y="21"/>
                    <a:pt x="6" y="42"/>
                    <a:pt x="2" y="63"/>
                  </a:cubicBezTo>
                  <a:cubicBezTo>
                    <a:pt x="0" y="69"/>
                    <a:pt x="9" y="72"/>
                    <a:pt x="12" y="67"/>
                  </a:cubicBezTo>
                  <a:cubicBezTo>
                    <a:pt x="18" y="54"/>
                    <a:pt x="22" y="41"/>
                    <a:pt x="24" y="27"/>
                  </a:cubicBezTo>
                  <a:cubicBezTo>
                    <a:pt x="24" y="18"/>
                    <a:pt x="26" y="9"/>
                    <a:pt x="27"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5"/>
            <p:cNvSpPr/>
            <p:nvPr/>
          </p:nvSpPr>
          <p:spPr>
            <a:xfrm>
              <a:off x="2426405" y="-822455"/>
              <a:ext cx="7200" cy="4680"/>
            </a:xfrm>
            <a:custGeom>
              <a:rect b="b" l="l" r="r" t="t"/>
              <a:pathLst>
                <a:path extrusionOk="0" h="13" w="20">
                  <a:moveTo>
                    <a:pt x="1" y="1"/>
                  </a:moveTo>
                  <a:cubicBezTo>
                    <a:pt x="1" y="5"/>
                    <a:pt x="1" y="8"/>
                    <a:pt x="0" y="12"/>
                  </a:cubicBezTo>
                  <a:lnTo>
                    <a:pt x="18" y="12"/>
                  </a:lnTo>
                  <a:cubicBezTo>
                    <a:pt x="18" y="8"/>
                    <a:pt x="18" y="4"/>
                    <a:pt x="19"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5"/>
            <p:cNvSpPr/>
            <p:nvPr/>
          </p:nvSpPr>
          <p:spPr>
            <a:xfrm>
              <a:off x="2426765" y="-827495"/>
              <a:ext cx="7200" cy="6120"/>
            </a:xfrm>
            <a:custGeom>
              <a:rect b="b" l="l" r="r" t="t"/>
              <a:pathLst>
                <a:path extrusionOk="0" h="17" w="20">
                  <a:moveTo>
                    <a:pt x="19" y="10"/>
                  </a:moveTo>
                  <a:cubicBezTo>
                    <a:pt x="19" y="0"/>
                    <a:pt x="4" y="0"/>
                    <a:pt x="2" y="9"/>
                  </a:cubicBezTo>
                  <a:cubicBezTo>
                    <a:pt x="2" y="11"/>
                    <a:pt x="1" y="13"/>
                    <a:pt x="0" y="16"/>
                  </a:cubicBezTo>
                  <a:lnTo>
                    <a:pt x="18" y="16"/>
                  </a:lnTo>
                  <a:cubicBezTo>
                    <a:pt x="18" y="13"/>
                    <a:pt x="19" y="12"/>
                    <a:pt x="1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5"/>
            <p:cNvSpPr/>
            <p:nvPr/>
          </p:nvSpPr>
          <p:spPr>
            <a:xfrm>
              <a:off x="2444045" y="-819215"/>
              <a:ext cx="9360" cy="40680"/>
            </a:xfrm>
            <a:custGeom>
              <a:rect b="b" l="l" r="r" t="t"/>
              <a:pathLst>
                <a:path extrusionOk="0" h="113" w="26">
                  <a:moveTo>
                    <a:pt x="1" y="23"/>
                  </a:moveTo>
                  <a:cubicBezTo>
                    <a:pt x="1" y="50"/>
                    <a:pt x="4" y="77"/>
                    <a:pt x="7" y="105"/>
                  </a:cubicBezTo>
                  <a:cubicBezTo>
                    <a:pt x="7" y="112"/>
                    <a:pt x="19" y="111"/>
                    <a:pt x="19" y="105"/>
                  </a:cubicBezTo>
                  <a:cubicBezTo>
                    <a:pt x="21" y="81"/>
                    <a:pt x="24" y="57"/>
                    <a:pt x="25" y="33"/>
                  </a:cubicBezTo>
                  <a:cubicBezTo>
                    <a:pt x="25" y="22"/>
                    <a:pt x="25" y="11"/>
                    <a:pt x="25" y="0"/>
                  </a:cubicBezTo>
                  <a:cubicBezTo>
                    <a:pt x="17" y="1"/>
                    <a:pt x="9" y="2"/>
                    <a:pt x="0" y="3"/>
                  </a:cubicBezTo>
                  <a:cubicBezTo>
                    <a:pt x="1" y="9"/>
                    <a:pt x="1" y="16"/>
                    <a:pt x="1"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5"/>
            <p:cNvSpPr/>
            <p:nvPr/>
          </p:nvSpPr>
          <p:spPr>
            <a:xfrm>
              <a:off x="2445125" y="-835415"/>
              <a:ext cx="9000" cy="3960"/>
            </a:xfrm>
            <a:custGeom>
              <a:rect b="b" l="l" r="r" t="t"/>
              <a:pathLst>
                <a:path extrusionOk="0" h="11" w="25">
                  <a:moveTo>
                    <a:pt x="21" y="4"/>
                  </a:moveTo>
                  <a:lnTo>
                    <a:pt x="19" y="2"/>
                  </a:lnTo>
                  <a:cubicBezTo>
                    <a:pt x="18" y="2"/>
                    <a:pt x="18" y="2"/>
                    <a:pt x="18" y="2"/>
                  </a:cubicBezTo>
                  <a:cubicBezTo>
                    <a:pt x="16" y="1"/>
                    <a:pt x="14" y="0"/>
                    <a:pt x="12" y="0"/>
                  </a:cubicBezTo>
                  <a:cubicBezTo>
                    <a:pt x="10" y="0"/>
                    <a:pt x="8" y="1"/>
                    <a:pt x="6" y="2"/>
                  </a:cubicBezTo>
                  <a:cubicBezTo>
                    <a:pt x="4" y="3"/>
                    <a:pt x="2" y="5"/>
                    <a:pt x="1" y="7"/>
                  </a:cubicBezTo>
                  <a:lnTo>
                    <a:pt x="0" y="8"/>
                  </a:lnTo>
                  <a:cubicBezTo>
                    <a:pt x="0" y="9"/>
                    <a:pt x="0" y="9"/>
                    <a:pt x="0" y="10"/>
                  </a:cubicBezTo>
                  <a:lnTo>
                    <a:pt x="24" y="8"/>
                  </a:lnTo>
                  <a:cubicBezTo>
                    <a:pt x="23" y="6"/>
                    <a:pt x="22" y="5"/>
                    <a:pt x="2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5"/>
            <p:cNvSpPr/>
            <p:nvPr/>
          </p:nvSpPr>
          <p:spPr>
            <a:xfrm>
              <a:off x="2444045" y="-823535"/>
              <a:ext cx="9360" cy="5400"/>
            </a:xfrm>
            <a:custGeom>
              <a:rect b="b" l="l" r="r" t="t"/>
              <a:pathLst>
                <a:path extrusionOk="0" h="15" w="26">
                  <a:moveTo>
                    <a:pt x="0" y="2"/>
                  </a:moveTo>
                  <a:cubicBezTo>
                    <a:pt x="0" y="6"/>
                    <a:pt x="0" y="10"/>
                    <a:pt x="0" y="14"/>
                  </a:cubicBezTo>
                  <a:cubicBezTo>
                    <a:pt x="9" y="14"/>
                    <a:pt x="17" y="13"/>
                    <a:pt x="25" y="12"/>
                  </a:cubicBezTo>
                  <a:cubicBezTo>
                    <a:pt x="25" y="8"/>
                    <a:pt x="25" y="4"/>
                    <a:pt x="25"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5"/>
            <p:cNvSpPr/>
            <p:nvPr/>
          </p:nvSpPr>
          <p:spPr>
            <a:xfrm>
              <a:off x="2443685" y="-832535"/>
              <a:ext cx="10440" cy="10080"/>
            </a:xfrm>
            <a:custGeom>
              <a:rect b="b" l="l" r="r" t="t"/>
              <a:pathLst>
                <a:path extrusionOk="0" h="28" w="29">
                  <a:moveTo>
                    <a:pt x="26" y="25"/>
                  </a:moveTo>
                  <a:cubicBezTo>
                    <a:pt x="26" y="21"/>
                    <a:pt x="26" y="16"/>
                    <a:pt x="26" y="12"/>
                  </a:cubicBezTo>
                  <a:cubicBezTo>
                    <a:pt x="27" y="10"/>
                    <a:pt x="28" y="8"/>
                    <a:pt x="28" y="6"/>
                  </a:cubicBezTo>
                  <a:cubicBezTo>
                    <a:pt x="28" y="4"/>
                    <a:pt x="27" y="2"/>
                    <a:pt x="26" y="0"/>
                  </a:cubicBezTo>
                  <a:lnTo>
                    <a:pt x="3" y="2"/>
                  </a:lnTo>
                  <a:cubicBezTo>
                    <a:pt x="1" y="9"/>
                    <a:pt x="0" y="17"/>
                    <a:pt x="0" y="25"/>
                  </a:cubicBezTo>
                  <a:cubicBezTo>
                    <a:pt x="0" y="26"/>
                    <a:pt x="0" y="27"/>
                    <a:pt x="0" y="27"/>
                  </a:cubicBezTo>
                  <a:lnTo>
                    <a:pt x="2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5"/>
            <p:cNvSpPr/>
            <p:nvPr/>
          </p:nvSpPr>
          <p:spPr>
            <a:xfrm>
              <a:off x="2463485" y="-821735"/>
              <a:ext cx="10440" cy="24120"/>
            </a:xfrm>
            <a:custGeom>
              <a:rect b="b" l="l" r="r" t="t"/>
              <a:pathLst>
                <a:path extrusionOk="0" h="67" w="29">
                  <a:moveTo>
                    <a:pt x="1" y="56"/>
                  </a:moveTo>
                  <a:cubicBezTo>
                    <a:pt x="1" y="57"/>
                    <a:pt x="1" y="59"/>
                    <a:pt x="2" y="60"/>
                  </a:cubicBezTo>
                  <a:cubicBezTo>
                    <a:pt x="3" y="62"/>
                    <a:pt x="4" y="63"/>
                    <a:pt x="6" y="64"/>
                  </a:cubicBezTo>
                  <a:cubicBezTo>
                    <a:pt x="8" y="65"/>
                    <a:pt x="9" y="66"/>
                    <a:pt x="11" y="66"/>
                  </a:cubicBezTo>
                  <a:cubicBezTo>
                    <a:pt x="12" y="66"/>
                    <a:pt x="15" y="65"/>
                    <a:pt x="17" y="64"/>
                  </a:cubicBezTo>
                  <a:cubicBezTo>
                    <a:pt x="19" y="63"/>
                    <a:pt x="20" y="62"/>
                    <a:pt x="21" y="60"/>
                  </a:cubicBezTo>
                  <a:cubicBezTo>
                    <a:pt x="22" y="59"/>
                    <a:pt x="22" y="57"/>
                    <a:pt x="22" y="56"/>
                  </a:cubicBezTo>
                  <a:cubicBezTo>
                    <a:pt x="22" y="40"/>
                    <a:pt x="25" y="23"/>
                    <a:pt x="27" y="7"/>
                  </a:cubicBezTo>
                  <a:cubicBezTo>
                    <a:pt x="27" y="4"/>
                    <a:pt x="27" y="2"/>
                    <a:pt x="28" y="0"/>
                  </a:cubicBezTo>
                  <a:cubicBezTo>
                    <a:pt x="19" y="0"/>
                    <a:pt x="10" y="1"/>
                    <a:pt x="1" y="2"/>
                  </a:cubicBezTo>
                  <a:cubicBezTo>
                    <a:pt x="0" y="13"/>
                    <a:pt x="0" y="23"/>
                    <a:pt x="0" y="34"/>
                  </a:cubicBezTo>
                  <a:cubicBezTo>
                    <a:pt x="0" y="41"/>
                    <a:pt x="0" y="49"/>
                    <a:pt x="1"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5"/>
            <p:cNvSpPr/>
            <p:nvPr/>
          </p:nvSpPr>
          <p:spPr>
            <a:xfrm>
              <a:off x="2466725" y="-837575"/>
              <a:ext cx="8640" cy="3960"/>
            </a:xfrm>
            <a:custGeom>
              <a:rect b="b" l="l" r="r" t="t"/>
              <a:pathLst>
                <a:path extrusionOk="0" h="11" w="24">
                  <a:moveTo>
                    <a:pt x="23" y="10"/>
                  </a:moveTo>
                  <a:cubicBezTo>
                    <a:pt x="23" y="9"/>
                    <a:pt x="23" y="7"/>
                    <a:pt x="22" y="5"/>
                  </a:cubicBezTo>
                  <a:cubicBezTo>
                    <a:pt x="21" y="4"/>
                    <a:pt x="19" y="2"/>
                    <a:pt x="17" y="1"/>
                  </a:cubicBezTo>
                  <a:cubicBezTo>
                    <a:pt x="15" y="0"/>
                    <a:pt x="14" y="0"/>
                    <a:pt x="12" y="0"/>
                  </a:cubicBezTo>
                  <a:cubicBezTo>
                    <a:pt x="10" y="0"/>
                    <a:pt x="8" y="0"/>
                    <a:pt x="6" y="1"/>
                  </a:cubicBezTo>
                  <a:cubicBezTo>
                    <a:pt x="4" y="2"/>
                    <a:pt x="3" y="4"/>
                    <a:pt x="2" y="5"/>
                  </a:cubicBezTo>
                  <a:lnTo>
                    <a:pt x="2" y="6"/>
                  </a:lnTo>
                  <a:cubicBezTo>
                    <a:pt x="2" y="7"/>
                    <a:pt x="0" y="9"/>
                    <a:pt x="0" y="10"/>
                  </a:cubicBezTo>
                  <a:cubicBezTo>
                    <a:pt x="7" y="10"/>
                    <a:pt x="15" y="10"/>
                    <a:pt x="2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5"/>
            <p:cNvSpPr/>
            <p:nvPr/>
          </p:nvSpPr>
          <p:spPr>
            <a:xfrm>
              <a:off x="2463845" y="-824975"/>
              <a:ext cx="10800" cy="4320"/>
            </a:xfrm>
            <a:custGeom>
              <a:rect b="b" l="l" r="r" t="t"/>
              <a:pathLst>
                <a:path extrusionOk="0" h="12" w="30">
                  <a:moveTo>
                    <a:pt x="1" y="2"/>
                  </a:moveTo>
                  <a:cubicBezTo>
                    <a:pt x="1" y="5"/>
                    <a:pt x="1" y="8"/>
                    <a:pt x="0" y="11"/>
                  </a:cubicBezTo>
                  <a:cubicBezTo>
                    <a:pt x="9" y="10"/>
                    <a:pt x="18" y="10"/>
                    <a:pt x="27" y="9"/>
                  </a:cubicBezTo>
                  <a:lnTo>
                    <a:pt x="29" y="0"/>
                  </a:ln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5"/>
            <p:cNvSpPr/>
            <p:nvPr/>
          </p:nvSpPr>
          <p:spPr>
            <a:xfrm>
              <a:off x="2464205" y="-836495"/>
              <a:ext cx="11160" cy="12600"/>
            </a:xfrm>
            <a:custGeom>
              <a:rect b="b" l="l" r="r" t="t"/>
              <a:pathLst>
                <a:path extrusionOk="0" h="35" w="31">
                  <a:moveTo>
                    <a:pt x="28" y="32"/>
                  </a:moveTo>
                  <a:cubicBezTo>
                    <a:pt x="29" y="24"/>
                    <a:pt x="30" y="16"/>
                    <a:pt x="30" y="8"/>
                  </a:cubicBezTo>
                  <a:cubicBezTo>
                    <a:pt x="30" y="0"/>
                    <a:pt x="30" y="8"/>
                    <a:pt x="30" y="8"/>
                  </a:cubicBezTo>
                  <a:cubicBezTo>
                    <a:pt x="23" y="8"/>
                    <a:pt x="15" y="8"/>
                    <a:pt x="7" y="8"/>
                  </a:cubicBezTo>
                  <a:cubicBezTo>
                    <a:pt x="4" y="16"/>
                    <a:pt x="2" y="25"/>
                    <a:pt x="0" y="34"/>
                  </a:cubicBezTo>
                  <a:lnTo>
                    <a:pt x="28"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5"/>
            <p:cNvSpPr/>
            <p:nvPr/>
          </p:nvSpPr>
          <p:spPr>
            <a:xfrm>
              <a:off x="2482565" y="-822455"/>
              <a:ext cx="12600" cy="31320"/>
            </a:xfrm>
            <a:custGeom>
              <a:rect b="b" l="l" r="r" t="t"/>
              <a:pathLst>
                <a:path extrusionOk="0" h="87" w="35">
                  <a:moveTo>
                    <a:pt x="7" y="0"/>
                  </a:moveTo>
                  <a:cubicBezTo>
                    <a:pt x="7" y="5"/>
                    <a:pt x="5" y="9"/>
                    <a:pt x="4" y="13"/>
                  </a:cubicBezTo>
                  <a:cubicBezTo>
                    <a:pt x="2" y="25"/>
                    <a:pt x="0" y="38"/>
                    <a:pt x="0" y="51"/>
                  </a:cubicBezTo>
                  <a:cubicBezTo>
                    <a:pt x="0" y="59"/>
                    <a:pt x="1" y="67"/>
                    <a:pt x="2" y="75"/>
                  </a:cubicBezTo>
                  <a:cubicBezTo>
                    <a:pt x="3" y="86"/>
                    <a:pt x="18" y="82"/>
                    <a:pt x="19" y="73"/>
                  </a:cubicBezTo>
                  <a:cubicBezTo>
                    <a:pt x="23" y="50"/>
                    <a:pt x="27" y="28"/>
                    <a:pt x="33" y="5"/>
                  </a:cubicBezTo>
                  <a:lnTo>
                    <a:pt x="34" y="0"/>
                  </a:ln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5"/>
            <p:cNvSpPr/>
            <p:nvPr/>
          </p:nvSpPr>
          <p:spPr>
            <a:xfrm>
              <a:off x="2485085" y="-825695"/>
              <a:ext cx="10440" cy="3600"/>
            </a:xfrm>
            <a:custGeom>
              <a:rect b="b" l="l" r="r" t="t"/>
              <a:pathLst>
                <a:path extrusionOk="0" h="10" w="29">
                  <a:moveTo>
                    <a:pt x="1" y="1"/>
                  </a:moveTo>
                  <a:lnTo>
                    <a:pt x="0" y="9"/>
                  </a:lnTo>
                  <a:lnTo>
                    <a:pt x="27" y="9"/>
                  </a:lnTo>
                  <a:cubicBezTo>
                    <a:pt x="28" y="6"/>
                    <a:pt x="28" y="3"/>
                    <a:pt x="28" y="0"/>
                  </a:cubicBezTo>
                  <a:lnTo>
                    <a:pt x="19" y="0"/>
                  </a:ln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5"/>
            <p:cNvSpPr/>
            <p:nvPr/>
          </p:nvSpPr>
          <p:spPr>
            <a:xfrm>
              <a:off x="2488325" y="-834335"/>
              <a:ext cx="5760" cy="1800"/>
            </a:xfrm>
            <a:custGeom>
              <a:rect b="b" l="l" r="r" t="t"/>
              <a:pathLst>
                <a:path extrusionOk="0" h="5" w="16">
                  <a:moveTo>
                    <a:pt x="15" y="4"/>
                  </a:moveTo>
                  <a:cubicBezTo>
                    <a:pt x="14" y="3"/>
                    <a:pt x="13" y="2"/>
                    <a:pt x="12" y="2"/>
                  </a:cubicBezTo>
                  <a:cubicBezTo>
                    <a:pt x="11" y="1"/>
                    <a:pt x="10" y="0"/>
                    <a:pt x="8" y="0"/>
                  </a:cubicBezTo>
                  <a:cubicBezTo>
                    <a:pt x="6" y="0"/>
                    <a:pt x="4" y="1"/>
                    <a:pt x="2" y="2"/>
                  </a:cubicBezTo>
                  <a:cubicBezTo>
                    <a:pt x="1" y="2"/>
                    <a:pt x="1" y="3"/>
                    <a:pt x="0" y="4"/>
                  </a:cubicBezTo>
                  <a:lnTo>
                    <a:pt x="15"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5"/>
            <p:cNvSpPr/>
            <p:nvPr/>
          </p:nvSpPr>
          <p:spPr>
            <a:xfrm>
              <a:off x="2485445" y="-833255"/>
              <a:ext cx="10440" cy="8280"/>
            </a:xfrm>
            <a:custGeom>
              <a:rect b="b" l="l" r="r" t="t"/>
              <a:pathLst>
                <a:path extrusionOk="0" h="23" w="29">
                  <a:moveTo>
                    <a:pt x="0" y="22"/>
                  </a:moveTo>
                  <a:lnTo>
                    <a:pt x="18" y="22"/>
                  </a:lnTo>
                  <a:lnTo>
                    <a:pt x="27" y="22"/>
                  </a:lnTo>
                  <a:cubicBezTo>
                    <a:pt x="28" y="20"/>
                    <a:pt x="28" y="18"/>
                    <a:pt x="28" y="16"/>
                  </a:cubicBezTo>
                  <a:cubicBezTo>
                    <a:pt x="28" y="12"/>
                    <a:pt x="27" y="7"/>
                    <a:pt x="24" y="3"/>
                  </a:cubicBezTo>
                  <a:cubicBezTo>
                    <a:pt x="23" y="2"/>
                    <a:pt x="23" y="1"/>
                    <a:pt x="22" y="0"/>
                  </a:cubicBezTo>
                  <a:lnTo>
                    <a:pt x="7" y="0"/>
                  </a:lnTo>
                  <a:cubicBezTo>
                    <a:pt x="6" y="1"/>
                    <a:pt x="6" y="2"/>
                    <a:pt x="5" y="4"/>
                  </a:cubicBezTo>
                  <a:cubicBezTo>
                    <a:pt x="5" y="5"/>
                    <a:pt x="4" y="5"/>
                    <a:pt x="3" y="6"/>
                  </a:cubicBezTo>
                  <a:cubicBezTo>
                    <a:pt x="3" y="11"/>
                    <a:pt x="2"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5"/>
            <p:cNvSpPr/>
            <p:nvPr/>
          </p:nvSpPr>
          <p:spPr>
            <a:xfrm>
              <a:off x="2497325" y="-822095"/>
              <a:ext cx="10440" cy="32760"/>
            </a:xfrm>
            <a:custGeom>
              <a:rect b="b" l="l" r="r" t="t"/>
              <a:pathLst>
                <a:path extrusionOk="0" h="91" w="29">
                  <a:moveTo>
                    <a:pt x="1" y="35"/>
                  </a:moveTo>
                  <a:cubicBezTo>
                    <a:pt x="1" y="51"/>
                    <a:pt x="4" y="68"/>
                    <a:pt x="10" y="83"/>
                  </a:cubicBezTo>
                  <a:cubicBezTo>
                    <a:pt x="10" y="84"/>
                    <a:pt x="10" y="85"/>
                    <a:pt x="11" y="86"/>
                  </a:cubicBezTo>
                  <a:cubicBezTo>
                    <a:pt x="12" y="87"/>
                    <a:pt x="13" y="88"/>
                    <a:pt x="14" y="89"/>
                  </a:cubicBezTo>
                  <a:cubicBezTo>
                    <a:pt x="15" y="90"/>
                    <a:pt x="16" y="90"/>
                    <a:pt x="18" y="90"/>
                  </a:cubicBezTo>
                  <a:cubicBezTo>
                    <a:pt x="19" y="90"/>
                    <a:pt x="20" y="90"/>
                    <a:pt x="22" y="89"/>
                  </a:cubicBezTo>
                  <a:cubicBezTo>
                    <a:pt x="24" y="88"/>
                    <a:pt x="24" y="87"/>
                    <a:pt x="25" y="86"/>
                  </a:cubicBezTo>
                  <a:lnTo>
                    <a:pt x="25" y="85"/>
                  </a:lnTo>
                  <a:cubicBezTo>
                    <a:pt x="27" y="77"/>
                    <a:pt x="28" y="69"/>
                    <a:pt x="28" y="60"/>
                  </a:cubicBezTo>
                  <a:cubicBezTo>
                    <a:pt x="28" y="53"/>
                    <a:pt x="27" y="46"/>
                    <a:pt x="26" y="39"/>
                  </a:cubicBezTo>
                  <a:cubicBezTo>
                    <a:pt x="26" y="27"/>
                    <a:pt x="28" y="13"/>
                    <a:pt x="27" y="0"/>
                  </a:cubicBezTo>
                  <a:lnTo>
                    <a:pt x="1" y="0"/>
                  </a:lnTo>
                  <a:cubicBezTo>
                    <a:pt x="0" y="6"/>
                    <a:pt x="0" y="11"/>
                    <a:pt x="0" y="17"/>
                  </a:cubicBezTo>
                  <a:cubicBezTo>
                    <a:pt x="0" y="23"/>
                    <a:pt x="0" y="29"/>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5"/>
            <p:cNvSpPr/>
            <p:nvPr/>
          </p:nvSpPr>
          <p:spPr>
            <a:xfrm>
              <a:off x="2497685" y="-826415"/>
              <a:ext cx="9720" cy="4680"/>
            </a:xfrm>
            <a:custGeom>
              <a:rect b="b" l="l" r="r" t="t"/>
              <a:pathLst>
                <a:path extrusionOk="0" h="13" w="27">
                  <a:moveTo>
                    <a:pt x="26" y="12"/>
                  </a:moveTo>
                  <a:cubicBezTo>
                    <a:pt x="26" y="8"/>
                    <a:pt x="26" y="4"/>
                    <a:pt x="25" y="0"/>
                  </a:cubicBezTo>
                  <a:cubicBezTo>
                    <a:pt x="17" y="0"/>
                    <a:pt x="9" y="1"/>
                    <a:pt x="1" y="2"/>
                  </a:cubicBezTo>
                  <a:cubicBezTo>
                    <a:pt x="1" y="5"/>
                    <a:pt x="0" y="8"/>
                    <a:pt x="0" y="11"/>
                  </a:cubicBezTo>
                  <a:lnTo>
                    <a:pt x="26"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5"/>
            <p:cNvSpPr/>
            <p:nvPr/>
          </p:nvSpPr>
          <p:spPr>
            <a:xfrm>
              <a:off x="2498045" y="-832535"/>
              <a:ext cx="9000" cy="7200"/>
            </a:xfrm>
            <a:custGeom>
              <a:rect b="b" l="l" r="r" t="t"/>
              <a:pathLst>
                <a:path extrusionOk="0" h="20" w="25">
                  <a:moveTo>
                    <a:pt x="21" y="9"/>
                  </a:moveTo>
                  <a:cubicBezTo>
                    <a:pt x="18" y="4"/>
                    <a:pt x="9" y="0"/>
                    <a:pt x="5" y="7"/>
                  </a:cubicBezTo>
                  <a:cubicBezTo>
                    <a:pt x="3" y="11"/>
                    <a:pt x="1" y="15"/>
                    <a:pt x="0" y="19"/>
                  </a:cubicBezTo>
                  <a:cubicBezTo>
                    <a:pt x="8" y="19"/>
                    <a:pt x="16" y="19"/>
                    <a:pt x="24" y="17"/>
                  </a:cubicBezTo>
                  <a:cubicBezTo>
                    <a:pt x="23" y="14"/>
                    <a:pt x="22" y="12"/>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5"/>
            <p:cNvSpPr/>
            <p:nvPr/>
          </p:nvSpPr>
          <p:spPr>
            <a:xfrm>
              <a:off x="2519285" y="-821015"/>
              <a:ext cx="8280" cy="40680"/>
            </a:xfrm>
            <a:custGeom>
              <a:rect b="b" l="l" r="r" t="t"/>
              <a:pathLst>
                <a:path extrusionOk="0" h="113" w="23">
                  <a:moveTo>
                    <a:pt x="5" y="107"/>
                  </a:moveTo>
                  <a:cubicBezTo>
                    <a:pt x="5" y="112"/>
                    <a:pt x="13" y="111"/>
                    <a:pt x="13" y="107"/>
                  </a:cubicBezTo>
                  <a:cubicBezTo>
                    <a:pt x="16" y="78"/>
                    <a:pt x="18" y="51"/>
                    <a:pt x="19" y="22"/>
                  </a:cubicBezTo>
                  <a:cubicBezTo>
                    <a:pt x="19" y="15"/>
                    <a:pt x="21" y="7"/>
                    <a:pt x="22" y="0"/>
                  </a:cubicBezTo>
                  <a:lnTo>
                    <a:pt x="1" y="0"/>
                  </a:lnTo>
                  <a:cubicBezTo>
                    <a:pt x="0" y="10"/>
                    <a:pt x="0" y="21"/>
                    <a:pt x="0" y="31"/>
                  </a:cubicBezTo>
                  <a:cubicBezTo>
                    <a:pt x="0" y="56"/>
                    <a:pt x="2" y="82"/>
                    <a:pt x="5"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5"/>
            <p:cNvSpPr/>
            <p:nvPr/>
          </p:nvSpPr>
          <p:spPr>
            <a:xfrm>
              <a:off x="2519645" y="-828215"/>
              <a:ext cx="8280" cy="7200"/>
            </a:xfrm>
            <a:custGeom>
              <a:rect b="b" l="l" r="r" t="t"/>
              <a:pathLst>
                <a:path extrusionOk="0" h="20" w="23">
                  <a:moveTo>
                    <a:pt x="20" y="19"/>
                  </a:moveTo>
                  <a:cubicBezTo>
                    <a:pt x="21" y="13"/>
                    <a:pt x="22" y="6"/>
                    <a:pt x="22" y="0"/>
                  </a:cubicBezTo>
                  <a:cubicBezTo>
                    <a:pt x="15" y="0"/>
                    <a:pt x="8" y="0"/>
                    <a:pt x="2" y="1"/>
                  </a:cubicBezTo>
                  <a:cubicBezTo>
                    <a:pt x="1" y="6"/>
                    <a:pt x="0" y="12"/>
                    <a:pt x="0" y="18"/>
                  </a:cubicBezTo>
                  <a:lnTo>
                    <a:pt x="2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5"/>
            <p:cNvSpPr/>
            <p:nvPr/>
          </p:nvSpPr>
          <p:spPr>
            <a:xfrm>
              <a:off x="2520365" y="-835055"/>
              <a:ext cx="7560" cy="7560"/>
            </a:xfrm>
            <a:custGeom>
              <a:rect b="b" l="l" r="r" t="t"/>
              <a:pathLst>
                <a:path extrusionOk="0" h="21" w="21">
                  <a:moveTo>
                    <a:pt x="19" y="11"/>
                  </a:moveTo>
                  <a:cubicBezTo>
                    <a:pt x="18" y="2"/>
                    <a:pt x="4" y="0"/>
                    <a:pt x="2" y="9"/>
                  </a:cubicBezTo>
                  <a:cubicBezTo>
                    <a:pt x="2" y="13"/>
                    <a:pt x="0" y="16"/>
                    <a:pt x="0" y="20"/>
                  </a:cubicBezTo>
                  <a:cubicBezTo>
                    <a:pt x="6" y="20"/>
                    <a:pt x="13" y="20"/>
                    <a:pt x="19" y="19"/>
                  </a:cubicBezTo>
                  <a:cubicBezTo>
                    <a:pt x="20" y="18"/>
                    <a:pt x="20" y="16"/>
                    <a:pt x="20" y="15"/>
                  </a:cubicBezTo>
                  <a:cubicBezTo>
                    <a:pt x="20" y="14"/>
                    <a:pt x="20" y="12"/>
                    <a:pt x="19"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5"/>
            <p:cNvSpPr/>
            <p:nvPr/>
          </p:nvSpPr>
          <p:spPr>
            <a:xfrm>
              <a:off x="2543405" y="-820655"/>
              <a:ext cx="9000" cy="27360"/>
            </a:xfrm>
            <a:custGeom>
              <a:rect b="b" l="l" r="r" t="t"/>
              <a:pathLst>
                <a:path extrusionOk="0" h="76" w="25">
                  <a:moveTo>
                    <a:pt x="0" y="17"/>
                  </a:moveTo>
                  <a:cubicBezTo>
                    <a:pt x="0" y="35"/>
                    <a:pt x="0" y="52"/>
                    <a:pt x="0" y="70"/>
                  </a:cubicBezTo>
                  <a:cubicBezTo>
                    <a:pt x="0" y="70"/>
                    <a:pt x="0" y="71"/>
                    <a:pt x="1" y="72"/>
                  </a:cubicBezTo>
                  <a:cubicBezTo>
                    <a:pt x="1" y="73"/>
                    <a:pt x="2" y="73"/>
                    <a:pt x="3" y="74"/>
                  </a:cubicBezTo>
                  <a:cubicBezTo>
                    <a:pt x="4" y="75"/>
                    <a:pt x="5" y="75"/>
                    <a:pt x="6" y="75"/>
                  </a:cubicBezTo>
                  <a:cubicBezTo>
                    <a:pt x="7" y="75"/>
                    <a:pt x="9" y="75"/>
                    <a:pt x="10" y="74"/>
                  </a:cubicBezTo>
                  <a:cubicBezTo>
                    <a:pt x="11" y="73"/>
                    <a:pt x="12" y="73"/>
                    <a:pt x="12" y="72"/>
                  </a:cubicBezTo>
                  <a:cubicBezTo>
                    <a:pt x="12" y="71"/>
                    <a:pt x="13" y="70"/>
                    <a:pt x="13" y="70"/>
                  </a:cubicBezTo>
                  <a:cubicBezTo>
                    <a:pt x="15" y="52"/>
                    <a:pt x="20" y="36"/>
                    <a:pt x="21" y="18"/>
                  </a:cubicBezTo>
                  <a:cubicBezTo>
                    <a:pt x="21" y="12"/>
                    <a:pt x="23" y="7"/>
                    <a:pt x="24" y="1"/>
                  </a:cubicBezTo>
                  <a:lnTo>
                    <a:pt x="1" y="0"/>
                  </a:lnTo>
                  <a:cubicBezTo>
                    <a:pt x="0" y="5"/>
                    <a:pt x="0" y="9"/>
                    <a:pt x="0" y="14"/>
                  </a:cubicBezTo>
                  <a:cubicBezTo>
                    <a:pt x="0" y="15"/>
                    <a:pt x="0" y="16"/>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5"/>
            <p:cNvSpPr/>
            <p:nvPr/>
          </p:nvSpPr>
          <p:spPr>
            <a:xfrm>
              <a:off x="2543765" y="-827135"/>
              <a:ext cx="9000" cy="7200"/>
            </a:xfrm>
            <a:custGeom>
              <a:rect b="b" l="l" r="r" t="t"/>
              <a:pathLst>
                <a:path extrusionOk="0" h="20" w="25">
                  <a:moveTo>
                    <a:pt x="19" y="2"/>
                  </a:moveTo>
                  <a:cubicBezTo>
                    <a:pt x="18" y="1"/>
                    <a:pt x="18" y="1"/>
                    <a:pt x="17" y="1"/>
                  </a:cubicBezTo>
                  <a:cubicBezTo>
                    <a:pt x="16" y="0"/>
                    <a:pt x="15" y="0"/>
                    <a:pt x="14" y="0"/>
                  </a:cubicBezTo>
                  <a:cubicBezTo>
                    <a:pt x="12" y="0"/>
                    <a:pt x="11" y="0"/>
                    <a:pt x="10" y="0"/>
                  </a:cubicBezTo>
                  <a:cubicBezTo>
                    <a:pt x="7" y="2"/>
                    <a:pt x="5" y="5"/>
                    <a:pt x="3" y="8"/>
                  </a:cubicBezTo>
                  <a:cubicBezTo>
                    <a:pt x="1" y="11"/>
                    <a:pt x="0" y="15"/>
                    <a:pt x="0" y="18"/>
                  </a:cubicBezTo>
                  <a:lnTo>
                    <a:pt x="23" y="19"/>
                  </a:lnTo>
                  <a:cubicBezTo>
                    <a:pt x="23" y="18"/>
                    <a:pt x="24" y="16"/>
                    <a:pt x="24" y="15"/>
                  </a:cubicBezTo>
                  <a:cubicBezTo>
                    <a:pt x="24" y="11"/>
                    <a:pt x="23" y="8"/>
                    <a:pt x="21" y="5"/>
                  </a:cubicBezTo>
                  <a:cubicBezTo>
                    <a:pt x="20" y="4"/>
                    <a:pt x="20" y="3"/>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5"/>
            <p:cNvSpPr/>
            <p:nvPr/>
          </p:nvSpPr>
          <p:spPr>
            <a:xfrm>
              <a:off x="2568245" y="-819575"/>
              <a:ext cx="12240" cy="48600"/>
            </a:xfrm>
            <a:custGeom>
              <a:rect b="b" l="l" r="r" t="t"/>
              <a:pathLst>
                <a:path extrusionOk="0" h="135" w="34">
                  <a:moveTo>
                    <a:pt x="2" y="50"/>
                  </a:moveTo>
                  <a:cubicBezTo>
                    <a:pt x="2" y="68"/>
                    <a:pt x="7" y="83"/>
                    <a:pt x="7" y="100"/>
                  </a:cubicBezTo>
                  <a:cubicBezTo>
                    <a:pt x="7" y="101"/>
                    <a:pt x="7" y="103"/>
                    <a:pt x="7" y="104"/>
                  </a:cubicBezTo>
                  <a:cubicBezTo>
                    <a:pt x="7" y="110"/>
                    <a:pt x="9" y="117"/>
                    <a:pt x="12" y="122"/>
                  </a:cubicBezTo>
                  <a:cubicBezTo>
                    <a:pt x="13" y="124"/>
                    <a:pt x="14" y="126"/>
                    <a:pt x="16" y="128"/>
                  </a:cubicBezTo>
                  <a:cubicBezTo>
                    <a:pt x="21" y="134"/>
                    <a:pt x="33" y="128"/>
                    <a:pt x="28" y="119"/>
                  </a:cubicBezTo>
                  <a:cubicBezTo>
                    <a:pt x="23" y="110"/>
                    <a:pt x="28" y="93"/>
                    <a:pt x="28" y="84"/>
                  </a:cubicBezTo>
                  <a:cubicBezTo>
                    <a:pt x="27" y="76"/>
                    <a:pt x="26" y="66"/>
                    <a:pt x="26" y="57"/>
                  </a:cubicBezTo>
                  <a:cubicBezTo>
                    <a:pt x="26" y="56"/>
                    <a:pt x="26" y="54"/>
                    <a:pt x="26" y="52"/>
                  </a:cubicBezTo>
                  <a:cubicBezTo>
                    <a:pt x="26" y="43"/>
                    <a:pt x="25" y="35"/>
                    <a:pt x="25" y="26"/>
                  </a:cubicBezTo>
                  <a:cubicBezTo>
                    <a:pt x="25" y="17"/>
                    <a:pt x="26" y="8"/>
                    <a:pt x="26" y="0"/>
                  </a:cubicBezTo>
                  <a:lnTo>
                    <a:pt x="0" y="0"/>
                  </a:lnTo>
                  <a:cubicBezTo>
                    <a:pt x="0" y="3"/>
                    <a:pt x="0" y="6"/>
                    <a:pt x="0" y="10"/>
                  </a:cubicBezTo>
                  <a:cubicBezTo>
                    <a:pt x="0" y="23"/>
                    <a:pt x="0" y="37"/>
                    <a:pt x="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5"/>
            <p:cNvSpPr/>
            <p:nvPr/>
          </p:nvSpPr>
          <p:spPr>
            <a:xfrm>
              <a:off x="2568245" y="-828215"/>
              <a:ext cx="11160" cy="9000"/>
            </a:xfrm>
            <a:custGeom>
              <a:rect b="b" l="l" r="r" t="t"/>
              <a:pathLst>
                <a:path extrusionOk="0" h="25" w="31">
                  <a:moveTo>
                    <a:pt x="26" y="24"/>
                  </a:moveTo>
                  <a:cubicBezTo>
                    <a:pt x="26" y="19"/>
                    <a:pt x="28" y="15"/>
                    <a:pt x="29" y="11"/>
                  </a:cubicBezTo>
                  <a:cubicBezTo>
                    <a:pt x="30" y="9"/>
                    <a:pt x="30" y="6"/>
                    <a:pt x="30" y="5"/>
                  </a:cubicBezTo>
                  <a:cubicBezTo>
                    <a:pt x="30" y="3"/>
                    <a:pt x="30" y="2"/>
                    <a:pt x="29" y="0"/>
                  </a:cubicBezTo>
                  <a:lnTo>
                    <a:pt x="8" y="0"/>
                  </a:lnTo>
                  <a:cubicBezTo>
                    <a:pt x="7" y="1"/>
                    <a:pt x="6" y="3"/>
                    <a:pt x="5" y="4"/>
                  </a:cubicBezTo>
                  <a:cubicBezTo>
                    <a:pt x="2" y="10"/>
                    <a:pt x="0" y="17"/>
                    <a:pt x="0" y="23"/>
                  </a:cubicBezTo>
                  <a:lnTo>
                    <a:pt x="26"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5"/>
            <p:cNvSpPr/>
            <p:nvPr/>
          </p:nvSpPr>
          <p:spPr>
            <a:xfrm>
              <a:off x="2571125" y="-831455"/>
              <a:ext cx="7920" cy="3600"/>
            </a:xfrm>
            <a:custGeom>
              <a:rect b="b" l="l" r="r" t="t"/>
              <a:pathLst>
                <a:path extrusionOk="0" h="10" w="22">
                  <a:moveTo>
                    <a:pt x="21" y="5"/>
                  </a:moveTo>
                  <a:cubicBezTo>
                    <a:pt x="20" y="4"/>
                    <a:pt x="20" y="4"/>
                    <a:pt x="20" y="4"/>
                  </a:cubicBezTo>
                  <a:cubicBezTo>
                    <a:pt x="19" y="2"/>
                    <a:pt x="18" y="2"/>
                    <a:pt x="17" y="1"/>
                  </a:cubicBezTo>
                  <a:cubicBezTo>
                    <a:pt x="16" y="0"/>
                    <a:pt x="15" y="0"/>
                    <a:pt x="14" y="0"/>
                  </a:cubicBezTo>
                  <a:cubicBezTo>
                    <a:pt x="13" y="0"/>
                    <a:pt x="12" y="0"/>
                    <a:pt x="12" y="0"/>
                  </a:cubicBezTo>
                  <a:cubicBezTo>
                    <a:pt x="10" y="1"/>
                    <a:pt x="9" y="1"/>
                    <a:pt x="8" y="2"/>
                  </a:cubicBezTo>
                  <a:cubicBezTo>
                    <a:pt x="5" y="4"/>
                    <a:pt x="2" y="6"/>
                    <a:pt x="0" y="9"/>
                  </a:cubicBezTo>
                  <a:lnTo>
                    <a:pt x="21" y="9"/>
                  </a:ln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5"/>
            <p:cNvSpPr/>
            <p:nvPr/>
          </p:nvSpPr>
          <p:spPr>
            <a:xfrm>
              <a:off x="2590205" y="-818855"/>
              <a:ext cx="9360" cy="38880"/>
            </a:xfrm>
            <a:custGeom>
              <a:rect b="b" l="l" r="r" t="t"/>
              <a:pathLst>
                <a:path extrusionOk="0" h="108" w="26">
                  <a:moveTo>
                    <a:pt x="1" y="28"/>
                  </a:moveTo>
                  <a:cubicBezTo>
                    <a:pt x="2" y="52"/>
                    <a:pt x="3" y="75"/>
                    <a:pt x="5" y="98"/>
                  </a:cubicBezTo>
                  <a:cubicBezTo>
                    <a:pt x="5" y="107"/>
                    <a:pt x="19" y="106"/>
                    <a:pt x="20" y="98"/>
                  </a:cubicBezTo>
                  <a:cubicBezTo>
                    <a:pt x="23" y="75"/>
                    <a:pt x="25" y="52"/>
                    <a:pt x="25" y="29"/>
                  </a:cubicBezTo>
                  <a:lnTo>
                    <a:pt x="25" y="28"/>
                  </a:lnTo>
                  <a:cubicBezTo>
                    <a:pt x="25" y="19"/>
                    <a:pt x="25" y="8"/>
                    <a:pt x="25" y="0"/>
                  </a:cubicBezTo>
                  <a:lnTo>
                    <a:pt x="0" y="0"/>
                  </a:lnTo>
                  <a:cubicBezTo>
                    <a:pt x="0" y="3"/>
                    <a:pt x="0" y="6"/>
                    <a:pt x="0" y="10"/>
                  </a:cubicBezTo>
                  <a:cubicBezTo>
                    <a:pt x="0" y="16"/>
                    <a:pt x="0" y="22"/>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35"/>
            <p:cNvSpPr/>
            <p:nvPr/>
          </p:nvSpPr>
          <p:spPr>
            <a:xfrm>
              <a:off x="2590205" y="-826415"/>
              <a:ext cx="9000" cy="7200"/>
            </a:xfrm>
            <a:custGeom>
              <a:rect b="b" l="l" r="r" t="t"/>
              <a:pathLst>
                <a:path extrusionOk="0" h="20" w="25">
                  <a:moveTo>
                    <a:pt x="8" y="2"/>
                  </a:moveTo>
                  <a:cubicBezTo>
                    <a:pt x="6" y="4"/>
                    <a:pt x="5" y="6"/>
                    <a:pt x="3" y="8"/>
                  </a:cubicBezTo>
                  <a:cubicBezTo>
                    <a:pt x="1" y="12"/>
                    <a:pt x="0" y="15"/>
                    <a:pt x="0" y="19"/>
                  </a:cubicBezTo>
                  <a:lnTo>
                    <a:pt x="24" y="19"/>
                  </a:lnTo>
                  <a:cubicBezTo>
                    <a:pt x="24" y="15"/>
                    <a:pt x="24" y="10"/>
                    <a:pt x="22" y="5"/>
                  </a:cubicBezTo>
                  <a:cubicBezTo>
                    <a:pt x="21" y="3"/>
                    <a:pt x="21" y="2"/>
                    <a:pt x="19" y="1"/>
                  </a:cubicBezTo>
                  <a:cubicBezTo>
                    <a:pt x="17" y="0"/>
                    <a:pt x="16" y="0"/>
                    <a:pt x="14" y="0"/>
                  </a:cubicBezTo>
                  <a:cubicBezTo>
                    <a:pt x="12" y="0"/>
                    <a:pt x="11" y="0"/>
                    <a:pt x="9" y="1"/>
                  </a:cubicBezTo>
                  <a:cubicBezTo>
                    <a:pt x="8" y="1"/>
                    <a:pt x="8" y="2"/>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35"/>
            <p:cNvSpPr/>
            <p:nvPr/>
          </p:nvSpPr>
          <p:spPr>
            <a:xfrm>
              <a:off x="2609645" y="-818855"/>
              <a:ext cx="10440" cy="42840"/>
            </a:xfrm>
            <a:custGeom>
              <a:rect b="b" l="l" r="r" t="t"/>
              <a:pathLst>
                <a:path extrusionOk="0" h="119" w="29">
                  <a:moveTo>
                    <a:pt x="3" y="20"/>
                  </a:moveTo>
                  <a:cubicBezTo>
                    <a:pt x="3" y="50"/>
                    <a:pt x="0" y="80"/>
                    <a:pt x="0" y="110"/>
                  </a:cubicBezTo>
                  <a:cubicBezTo>
                    <a:pt x="0" y="118"/>
                    <a:pt x="12" y="117"/>
                    <a:pt x="13" y="110"/>
                  </a:cubicBezTo>
                  <a:cubicBezTo>
                    <a:pt x="21" y="87"/>
                    <a:pt x="26" y="62"/>
                    <a:pt x="28" y="38"/>
                  </a:cubicBezTo>
                  <a:cubicBezTo>
                    <a:pt x="28" y="25"/>
                    <a:pt x="28" y="13"/>
                    <a:pt x="27" y="0"/>
                  </a:cubicBezTo>
                  <a:lnTo>
                    <a:pt x="2" y="0"/>
                  </a:lnTo>
                  <a:cubicBezTo>
                    <a:pt x="2" y="6"/>
                    <a:pt x="3" y="13"/>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5"/>
            <p:cNvSpPr/>
            <p:nvPr/>
          </p:nvSpPr>
          <p:spPr>
            <a:xfrm>
              <a:off x="2610365" y="-827855"/>
              <a:ext cx="9360" cy="9360"/>
            </a:xfrm>
            <a:custGeom>
              <a:rect b="b" l="l" r="r" t="t"/>
              <a:pathLst>
                <a:path extrusionOk="0" h="26" w="26">
                  <a:moveTo>
                    <a:pt x="0" y="25"/>
                  </a:moveTo>
                  <a:lnTo>
                    <a:pt x="25" y="25"/>
                  </a:lnTo>
                  <a:cubicBezTo>
                    <a:pt x="25" y="18"/>
                    <a:pt x="25" y="11"/>
                    <a:pt x="24" y="5"/>
                  </a:cubicBezTo>
                  <a:cubicBezTo>
                    <a:pt x="24" y="4"/>
                    <a:pt x="23" y="3"/>
                    <a:pt x="23" y="3"/>
                  </a:cubicBezTo>
                  <a:cubicBezTo>
                    <a:pt x="22" y="2"/>
                    <a:pt x="21" y="1"/>
                    <a:pt x="20" y="0"/>
                  </a:cubicBezTo>
                  <a:lnTo>
                    <a:pt x="19" y="0"/>
                  </a:lnTo>
                  <a:lnTo>
                    <a:pt x="15" y="0"/>
                  </a:lnTo>
                  <a:cubicBezTo>
                    <a:pt x="2" y="2"/>
                    <a:pt x="0" y="1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5"/>
            <p:cNvSpPr/>
            <p:nvPr/>
          </p:nvSpPr>
          <p:spPr>
            <a:xfrm>
              <a:off x="2615765" y="-828215"/>
              <a:ext cx="2160" cy="360"/>
            </a:xfrm>
            <a:custGeom>
              <a:rect b="b" l="l" r="r" t="t"/>
              <a:pathLst>
                <a:path extrusionOk="0" h="1" w="6">
                  <a:moveTo>
                    <a:pt x="2" y="0"/>
                  </a:moveTo>
                  <a:lnTo>
                    <a:pt x="0" y="0"/>
                  </a:lnTo>
                  <a:lnTo>
                    <a:pt x="5" y="0"/>
                  </a:lnTo>
                  <a:cubicBezTo>
                    <a:pt x="4" y="0"/>
                    <a:pt x="4" y="0"/>
                    <a:pt x="3" y="0"/>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5"/>
            <p:cNvSpPr/>
            <p:nvPr/>
          </p:nvSpPr>
          <p:spPr>
            <a:xfrm>
              <a:off x="2631605" y="-817775"/>
              <a:ext cx="8640" cy="30960"/>
            </a:xfrm>
            <a:custGeom>
              <a:rect b="b" l="l" r="r" t="t"/>
              <a:pathLst>
                <a:path extrusionOk="0" h="86" w="24">
                  <a:moveTo>
                    <a:pt x="2" y="15"/>
                  </a:moveTo>
                  <a:cubicBezTo>
                    <a:pt x="1" y="25"/>
                    <a:pt x="1" y="35"/>
                    <a:pt x="1" y="45"/>
                  </a:cubicBezTo>
                  <a:cubicBezTo>
                    <a:pt x="1" y="56"/>
                    <a:pt x="1" y="66"/>
                    <a:pt x="2" y="76"/>
                  </a:cubicBezTo>
                  <a:cubicBezTo>
                    <a:pt x="2" y="85"/>
                    <a:pt x="16" y="83"/>
                    <a:pt x="17" y="76"/>
                  </a:cubicBezTo>
                  <a:cubicBezTo>
                    <a:pt x="19" y="54"/>
                    <a:pt x="22" y="32"/>
                    <a:pt x="23" y="9"/>
                  </a:cubicBezTo>
                  <a:cubicBezTo>
                    <a:pt x="23" y="6"/>
                    <a:pt x="23" y="3"/>
                    <a:pt x="23" y="0"/>
                  </a:cubicBezTo>
                  <a:lnTo>
                    <a:pt x="0" y="0"/>
                  </a:lnTo>
                  <a:cubicBezTo>
                    <a:pt x="2" y="4"/>
                    <a:pt x="2" y="10"/>
                    <a:pt x="2"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5"/>
            <p:cNvSpPr/>
            <p:nvPr/>
          </p:nvSpPr>
          <p:spPr>
            <a:xfrm>
              <a:off x="2632325" y="-828215"/>
              <a:ext cx="9000" cy="10080"/>
            </a:xfrm>
            <a:custGeom>
              <a:rect b="b" l="l" r="r" t="t"/>
              <a:pathLst>
                <a:path extrusionOk="0" h="28" w="25">
                  <a:moveTo>
                    <a:pt x="0" y="27"/>
                  </a:moveTo>
                  <a:lnTo>
                    <a:pt x="23" y="27"/>
                  </a:lnTo>
                  <a:cubicBezTo>
                    <a:pt x="23" y="24"/>
                    <a:pt x="24" y="20"/>
                    <a:pt x="24" y="17"/>
                  </a:cubicBezTo>
                  <a:cubicBezTo>
                    <a:pt x="24" y="11"/>
                    <a:pt x="23" y="6"/>
                    <a:pt x="21" y="0"/>
                  </a:cubicBezTo>
                  <a:lnTo>
                    <a:pt x="4" y="0"/>
                  </a:lnTo>
                  <a:cubicBezTo>
                    <a:pt x="1" y="8"/>
                    <a:pt x="0" y="16"/>
                    <a:pt x="0" y="24"/>
                  </a:cubicBezTo>
                  <a:cubicBezTo>
                    <a:pt x="0" y="25"/>
                    <a:pt x="0" y="26"/>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5"/>
            <p:cNvSpPr/>
            <p:nvPr/>
          </p:nvSpPr>
          <p:spPr>
            <a:xfrm>
              <a:off x="2633765" y="-831815"/>
              <a:ext cx="6480" cy="4320"/>
            </a:xfrm>
            <a:custGeom>
              <a:rect b="b" l="l" r="r" t="t"/>
              <a:pathLst>
                <a:path extrusionOk="0" h="12" w="18">
                  <a:moveTo>
                    <a:pt x="13" y="2"/>
                  </a:moveTo>
                  <a:cubicBezTo>
                    <a:pt x="13" y="1"/>
                    <a:pt x="12" y="2"/>
                    <a:pt x="11" y="1"/>
                  </a:cubicBezTo>
                  <a:cubicBezTo>
                    <a:pt x="10" y="0"/>
                    <a:pt x="10" y="0"/>
                    <a:pt x="9" y="0"/>
                  </a:cubicBezTo>
                  <a:cubicBezTo>
                    <a:pt x="8" y="0"/>
                    <a:pt x="7" y="0"/>
                    <a:pt x="6" y="1"/>
                  </a:cubicBezTo>
                  <a:cubicBezTo>
                    <a:pt x="5" y="1"/>
                    <a:pt x="5" y="1"/>
                    <a:pt x="5" y="2"/>
                  </a:cubicBezTo>
                  <a:cubicBezTo>
                    <a:pt x="4" y="3"/>
                    <a:pt x="3" y="4"/>
                    <a:pt x="2" y="5"/>
                  </a:cubicBezTo>
                  <a:cubicBezTo>
                    <a:pt x="1" y="7"/>
                    <a:pt x="0" y="9"/>
                    <a:pt x="0" y="11"/>
                  </a:cubicBezTo>
                  <a:lnTo>
                    <a:pt x="17" y="11"/>
                  </a:lnTo>
                  <a:cubicBezTo>
                    <a:pt x="17" y="9"/>
                    <a:pt x="16" y="6"/>
                    <a:pt x="14" y="4"/>
                  </a:cubicBezTo>
                  <a:cubicBezTo>
                    <a:pt x="13" y="3"/>
                    <a:pt x="13"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35"/>
            <p:cNvSpPr/>
            <p:nvPr/>
          </p:nvSpPr>
          <p:spPr>
            <a:xfrm>
              <a:off x="2657525" y="-817775"/>
              <a:ext cx="7200" cy="23760"/>
            </a:xfrm>
            <a:custGeom>
              <a:rect b="b" l="l" r="r" t="t"/>
              <a:pathLst>
                <a:path extrusionOk="0" h="66" w="20">
                  <a:moveTo>
                    <a:pt x="0" y="21"/>
                  </a:moveTo>
                  <a:cubicBezTo>
                    <a:pt x="0" y="32"/>
                    <a:pt x="1" y="43"/>
                    <a:pt x="2" y="54"/>
                  </a:cubicBezTo>
                  <a:cubicBezTo>
                    <a:pt x="3" y="65"/>
                    <a:pt x="16" y="65"/>
                    <a:pt x="17" y="55"/>
                  </a:cubicBezTo>
                  <a:cubicBezTo>
                    <a:pt x="17" y="42"/>
                    <a:pt x="19" y="28"/>
                    <a:pt x="19" y="14"/>
                  </a:cubicBezTo>
                  <a:cubicBezTo>
                    <a:pt x="19" y="9"/>
                    <a:pt x="19" y="5"/>
                    <a:pt x="19" y="0"/>
                  </a:cubicBezTo>
                  <a:lnTo>
                    <a:pt x="1" y="0"/>
                  </a:lnTo>
                  <a:cubicBezTo>
                    <a:pt x="0" y="4"/>
                    <a:pt x="0" y="9"/>
                    <a:pt x="0" y="13"/>
                  </a:cubicBezTo>
                  <a:cubicBezTo>
                    <a:pt x="0" y="16"/>
                    <a:pt x="0" y="18"/>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35"/>
            <p:cNvSpPr/>
            <p:nvPr/>
          </p:nvSpPr>
          <p:spPr>
            <a:xfrm>
              <a:off x="2657525" y="-823895"/>
              <a:ext cx="7200" cy="6480"/>
            </a:xfrm>
            <a:custGeom>
              <a:rect b="b" l="l" r="r" t="t"/>
              <a:pathLst>
                <a:path extrusionOk="0" h="18" w="20">
                  <a:moveTo>
                    <a:pt x="6" y="3"/>
                  </a:moveTo>
                  <a:cubicBezTo>
                    <a:pt x="5" y="4"/>
                    <a:pt x="5" y="4"/>
                    <a:pt x="4" y="6"/>
                  </a:cubicBezTo>
                  <a:cubicBezTo>
                    <a:pt x="2" y="8"/>
                    <a:pt x="1" y="13"/>
                    <a:pt x="0" y="17"/>
                  </a:cubicBezTo>
                  <a:lnTo>
                    <a:pt x="19" y="17"/>
                  </a:lnTo>
                  <a:cubicBezTo>
                    <a:pt x="19" y="13"/>
                    <a:pt x="18" y="10"/>
                    <a:pt x="16" y="6"/>
                  </a:cubicBezTo>
                  <a:cubicBezTo>
                    <a:pt x="16" y="6"/>
                    <a:pt x="15" y="5"/>
                    <a:pt x="15" y="4"/>
                  </a:cubicBezTo>
                  <a:cubicBezTo>
                    <a:pt x="13" y="2"/>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5"/>
            <p:cNvSpPr/>
            <p:nvPr/>
          </p:nvSpPr>
          <p:spPr>
            <a:xfrm>
              <a:off x="2675525" y="-817415"/>
              <a:ext cx="11880" cy="56880"/>
            </a:xfrm>
            <a:custGeom>
              <a:rect b="b" l="l" r="r" t="t"/>
              <a:pathLst>
                <a:path extrusionOk="0" h="158" w="33">
                  <a:moveTo>
                    <a:pt x="2" y="42"/>
                  </a:moveTo>
                  <a:cubicBezTo>
                    <a:pt x="1" y="56"/>
                    <a:pt x="0" y="71"/>
                    <a:pt x="0" y="85"/>
                  </a:cubicBezTo>
                  <a:cubicBezTo>
                    <a:pt x="0" y="104"/>
                    <a:pt x="1" y="122"/>
                    <a:pt x="4" y="140"/>
                  </a:cubicBezTo>
                  <a:cubicBezTo>
                    <a:pt x="2" y="151"/>
                    <a:pt x="24" y="157"/>
                    <a:pt x="26" y="142"/>
                  </a:cubicBezTo>
                  <a:cubicBezTo>
                    <a:pt x="28" y="109"/>
                    <a:pt x="22" y="72"/>
                    <a:pt x="29" y="39"/>
                  </a:cubicBezTo>
                  <a:cubicBezTo>
                    <a:pt x="31" y="34"/>
                    <a:pt x="31" y="13"/>
                    <a:pt x="32" y="0"/>
                  </a:cubicBezTo>
                  <a:lnTo>
                    <a:pt x="7" y="0"/>
                  </a:lnTo>
                  <a:cubicBezTo>
                    <a:pt x="6" y="14"/>
                    <a:pt x="5" y="28"/>
                    <a:pt x="2"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5"/>
            <p:cNvSpPr/>
            <p:nvPr/>
          </p:nvSpPr>
          <p:spPr>
            <a:xfrm>
              <a:off x="2678405" y="-827855"/>
              <a:ext cx="11520" cy="10440"/>
            </a:xfrm>
            <a:custGeom>
              <a:rect b="b" l="l" r="r" t="t"/>
              <a:pathLst>
                <a:path extrusionOk="0" h="29" w="32">
                  <a:moveTo>
                    <a:pt x="0" y="28"/>
                  </a:moveTo>
                  <a:lnTo>
                    <a:pt x="24" y="28"/>
                  </a:lnTo>
                  <a:lnTo>
                    <a:pt x="24" y="27"/>
                  </a:lnTo>
                  <a:cubicBezTo>
                    <a:pt x="24" y="23"/>
                    <a:pt x="25" y="19"/>
                    <a:pt x="26" y="16"/>
                  </a:cubicBezTo>
                  <a:cubicBezTo>
                    <a:pt x="28" y="15"/>
                    <a:pt x="29" y="13"/>
                    <a:pt x="30" y="12"/>
                  </a:cubicBezTo>
                  <a:cubicBezTo>
                    <a:pt x="31" y="10"/>
                    <a:pt x="31" y="9"/>
                    <a:pt x="31" y="7"/>
                  </a:cubicBezTo>
                  <a:cubicBezTo>
                    <a:pt x="31" y="5"/>
                    <a:pt x="31" y="3"/>
                    <a:pt x="30" y="1"/>
                  </a:cubicBezTo>
                  <a:cubicBezTo>
                    <a:pt x="30" y="1"/>
                    <a:pt x="29" y="1"/>
                    <a:pt x="29" y="0"/>
                  </a:cubicBezTo>
                  <a:lnTo>
                    <a:pt x="6" y="0"/>
                  </a:lnTo>
                  <a:lnTo>
                    <a:pt x="6" y="1"/>
                  </a:lnTo>
                  <a:cubicBezTo>
                    <a:pt x="5" y="1"/>
                    <a:pt x="5" y="2"/>
                    <a:pt x="5" y="2"/>
                  </a:cubicBezTo>
                  <a:cubicBezTo>
                    <a:pt x="2" y="11"/>
                    <a:pt x="1" y="19"/>
                    <a:pt x="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5"/>
            <p:cNvSpPr/>
            <p:nvPr/>
          </p:nvSpPr>
          <p:spPr>
            <a:xfrm>
              <a:off x="2680565" y="-829295"/>
              <a:ext cx="8640" cy="2160"/>
            </a:xfrm>
            <a:custGeom>
              <a:rect b="b" l="l" r="r" t="t"/>
              <a:pathLst>
                <a:path extrusionOk="0" h="6" w="24">
                  <a:moveTo>
                    <a:pt x="16" y="0"/>
                  </a:moveTo>
                  <a:lnTo>
                    <a:pt x="12" y="0"/>
                  </a:lnTo>
                  <a:lnTo>
                    <a:pt x="11" y="0"/>
                  </a:lnTo>
                  <a:cubicBezTo>
                    <a:pt x="9" y="0"/>
                    <a:pt x="6" y="0"/>
                    <a:pt x="5" y="1"/>
                  </a:cubicBezTo>
                  <a:cubicBezTo>
                    <a:pt x="3" y="2"/>
                    <a:pt x="1" y="4"/>
                    <a:pt x="0" y="5"/>
                  </a:cubicBezTo>
                  <a:lnTo>
                    <a:pt x="23" y="5"/>
                  </a:lnTo>
                  <a:cubicBezTo>
                    <a:pt x="22" y="3"/>
                    <a:pt x="21" y="2"/>
                    <a:pt x="19" y="1"/>
                  </a:cubicBezTo>
                  <a:cubicBezTo>
                    <a:pt x="18" y="0"/>
                    <a:pt x="17"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5"/>
            <p:cNvSpPr/>
            <p:nvPr/>
          </p:nvSpPr>
          <p:spPr>
            <a:xfrm>
              <a:off x="2697125" y="-816695"/>
              <a:ext cx="10440" cy="36000"/>
            </a:xfrm>
            <a:custGeom>
              <a:rect b="b" l="l" r="r" t="t"/>
              <a:pathLst>
                <a:path extrusionOk="0" h="100" w="29">
                  <a:moveTo>
                    <a:pt x="0" y="20"/>
                  </a:moveTo>
                  <a:cubicBezTo>
                    <a:pt x="0" y="44"/>
                    <a:pt x="1" y="67"/>
                    <a:pt x="4" y="90"/>
                  </a:cubicBezTo>
                  <a:cubicBezTo>
                    <a:pt x="5" y="99"/>
                    <a:pt x="18" y="97"/>
                    <a:pt x="19" y="90"/>
                  </a:cubicBezTo>
                  <a:cubicBezTo>
                    <a:pt x="22" y="67"/>
                    <a:pt x="23" y="45"/>
                    <a:pt x="24" y="23"/>
                  </a:cubicBezTo>
                  <a:cubicBezTo>
                    <a:pt x="25" y="15"/>
                    <a:pt x="26" y="7"/>
                    <a:pt x="28" y="0"/>
                  </a:cubicBezTo>
                  <a:lnTo>
                    <a:pt x="1" y="0"/>
                  </a:lnTo>
                  <a:cubicBezTo>
                    <a:pt x="0" y="6"/>
                    <a:pt x="0" y="12"/>
                    <a:pt x="0" y="19"/>
                  </a:cubicBezTo>
                  <a:lnTo>
                    <a:pt x="0"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5"/>
            <p:cNvSpPr/>
            <p:nvPr/>
          </p:nvSpPr>
          <p:spPr>
            <a:xfrm>
              <a:off x="2697485" y="-825335"/>
              <a:ext cx="10080" cy="7920"/>
            </a:xfrm>
            <a:custGeom>
              <a:rect b="b" l="l" r="r" t="t"/>
              <a:pathLst>
                <a:path extrusionOk="0" h="22" w="28">
                  <a:moveTo>
                    <a:pt x="20" y="2"/>
                  </a:moveTo>
                  <a:lnTo>
                    <a:pt x="19" y="1"/>
                  </a:lnTo>
                  <a:cubicBezTo>
                    <a:pt x="18" y="0"/>
                    <a:pt x="16" y="0"/>
                    <a:pt x="15" y="0"/>
                  </a:cubicBezTo>
                  <a:cubicBezTo>
                    <a:pt x="14" y="0"/>
                    <a:pt x="12" y="0"/>
                    <a:pt x="11" y="1"/>
                  </a:cubicBezTo>
                  <a:lnTo>
                    <a:pt x="10" y="2"/>
                  </a:lnTo>
                  <a:cubicBezTo>
                    <a:pt x="8" y="4"/>
                    <a:pt x="6" y="6"/>
                    <a:pt x="4" y="9"/>
                  </a:cubicBezTo>
                  <a:cubicBezTo>
                    <a:pt x="2" y="13"/>
                    <a:pt x="1" y="17"/>
                    <a:pt x="0" y="21"/>
                  </a:cubicBezTo>
                  <a:lnTo>
                    <a:pt x="26" y="21"/>
                  </a:lnTo>
                  <a:cubicBezTo>
                    <a:pt x="27" y="20"/>
                    <a:pt x="27" y="18"/>
                    <a:pt x="27" y="17"/>
                  </a:cubicBezTo>
                  <a:cubicBezTo>
                    <a:pt x="27" y="14"/>
                    <a:pt x="26" y="10"/>
                    <a:pt x="24" y="7"/>
                  </a:cubicBezTo>
                  <a:cubicBezTo>
                    <a:pt x="23" y="5"/>
                    <a:pt x="22" y="3"/>
                    <a:pt x="2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35"/>
            <p:cNvSpPr/>
            <p:nvPr/>
          </p:nvSpPr>
          <p:spPr>
            <a:xfrm>
              <a:off x="2720165" y="-816695"/>
              <a:ext cx="11160" cy="32040"/>
            </a:xfrm>
            <a:custGeom>
              <a:rect b="b" l="l" r="r" t="t"/>
              <a:pathLst>
                <a:path extrusionOk="0" h="89" w="31">
                  <a:moveTo>
                    <a:pt x="0" y="27"/>
                  </a:moveTo>
                  <a:cubicBezTo>
                    <a:pt x="0" y="34"/>
                    <a:pt x="0" y="41"/>
                    <a:pt x="0" y="48"/>
                  </a:cubicBezTo>
                  <a:cubicBezTo>
                    <a:pt x="0" y="59"/>
                    <a:pt x="0" y="70"/>
                    <a:pt x="1" y="80"/>
                  </a:cubicBezTo>
                  <a:cubicBezTo>
                    <a:pt x="2" y="81"/>
                    <a:pt x="2" y="82"/>
                    <a:pt x="2" y="83"/>
                  </a:cubicBezTo>
                  <a:cubicBezTo>
                    <a:pt x="3" y="84"/>
                    <a:pt x="4" y="85"/>
                    <a:pt x="6" y="86"/>
                  </a:cubicBezTo>
                  <a:cubicBezTo>
                    <a:pt x="8" y="87"/>
                    <a:pt x="9" y="88"/>
                    <a:pt x="11" y="88"/>
                  </a:cubicBezTo>
                  <a:cubicBezTo>
                    <a:pt x="13" y="88"/>
                    <a:pt x="14" y="87"/>
                    <a:pt x="16" y="86"/>
                  </a:cubicBezTo>
                  <a:cubicBezTo>
                    <a:pt x="18" y="85"/>
                    <a:pt x="19" y="84"/>
                    <a:pt x="20" y="83"/>
                  </a:cubicBezTo>
                  <a:cubicBezTo>
                    <a:pt x="21" y="82"/>
                    <a:pt x="21" y="81"/>
                    <a:pt x="21" y="80"/>
                  </a:cubicBezTo>
                  <a:cubicBezTo>
                    <a:pt x="21" y="61"/>
                    <a:pt x="23" y="42"/>
                    <a:pt x="26" y="24"/>
                  </a:cubicBezTo>
                  <a:cubicBezTo>
                    <a:pt x="27" y="16"/>
                    <a:pt x="30" y="8"/>
                    <a:pt x="30" y="0"/>
                  </a:cubicBezTo>
                  <a:lnTo>
                    <a:pt x="4" y="0"/>
                  </a:lnTo>
                  <a:cubicBezTo>
                    <a:pt x="2" y="9"/>
                    <a:pt x="1" y="18"/>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35"/>
            <p:cNvSpPr/>
            <p:nvPr/>
          </p:nvSpPr>
          <p:spPr>
            <a:xfrm>
              <a:off x="2721965" y="-824975"/>
              <a:ext cx="10080" cy="8640"/>
            </a:xfrm>
            <a:custGeom>
              <a:rect b="b" l="l" r="r" t="t"/>
              <a:pathLst>
                <a:path extrusionOk="0" h="24" w="28">
                  <a:moveTo>
                    <a:pt x="21" y="2"/>
                  </a:moveTo>
                  <a:cubicBezTo>
                    <a:pt x="20" y="2"/>
                    <a:pt x="20" y="1"/>
                    <a:pt x="19" y="1"/>
                  </a:cubicBezTo>
                  <a:cubicBezTo>
                    <a:pt x="18" y="0"/>
                    <a:pt x="16" y="0"/>
                    <a:pt x="15" y="0"/>
                  </a:cubicBezTo>
                  <a:cubicBezTo>
                    <a:pt x="13" y="0"/>
                    <a:pt x="13" y="0"/>
                    <a:pt x="12" y="1"/>
                  </a:cubicBezTo>
                  <a:cubicBezTo>
                    <a:pt x="11" y="1"/>
                    <a:pt x="11" y="2"/>
                    <a:pt x="10" y="2"/>
                  </a:cubicBezTo>
                  <a:cubicBezTo>
                    <a:pt x="8" y="5"/>
                    <a:pt x="7" y="7"/>
                    <a:pt x="5" y="10"/>
                  </a:cubicBezTo>
                  <a:cubicBezTo>
                    <a:pt x="3" y="14"/>
                    <a:pt x="1" y="19"/>
                    <a:pt x="0" y="23"/>
                  </a:cubicBezTo>
                  <a:lnTo>
                    <a:pt x="26" y="23"/>
                  </a:lnTo>
                  <a:cubicBezTo>
                    <a:pt x="27" y="22"/>
                    <a:pt x="27" y="20"/>
                    <a:pt x="27" y="19"/>
                  </a:cubicBezTo>
                  <a:cubicBezTo>
                    <a:pt x="27" y="14"/>
                    <a:pt x="25" y="10"/>
                    <a:pt x="23" y="6"/>
                  </a:cubicBezTo>
                  <a:cubicBezTo>
                    <a:pt x="22" y="5"/>
                    <a:pt x="22" y="4"/>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35"/>
            <p:cNvSpPr/>
            <p:nvPr/>
          </p:nvSpPr>
          <p:spPr>
            <a:xfrm>
              <a:off x="2742125" y="-816695"/>
              <a:ext cx="12240" cy="25200"/>
            </a:xfrm>
            <a:custGeom>
              <a:rect b="b" l="l" r="r" t="t"/>
              <a:pathLst>
                <a:path extrusionOk="0" h="70" w="34">
                  <a:moveTo>
                    <a:pt x="7" y="5"/>
                  </a:moveTo>
                  <a:cubicBezTo>
                    <a:pt x="5" y="11"/>
                    <a:pt x="4" y="16"/>
                    <a:pt x="3" y="22"/>
                  </a:cubicBezTo>
                  <a:cubicBezTo>
                    <a:pt x="1" y="31"/>
                    <a:pt x="0" y="40"/>
                    <a:pt x="0" y="49"/>
                  </a:cubicBezTo>
                  <a:cubicBezTo>
                    <a:pt x="0" y="53"/>
                    <a:pt x="0" y="57"/>
                    <a:pt x="1" y="61"/>
                  </a:cubicBezTo>
                  <a:cubicBezTo>
                    <a:pt x="1" y="62"/>
                    <a:pt x="1" y="63"/>
                    <a:pt x="2" y="64"/>
                  </a:cubicBezTo>
                  <a:cubicBezTo>
                    <a:pt x="3" y="65"/>
                    <a:pt x="4" y="66"/>
                    <a:pt x="6" y="67"/>
                  </a:cubicBezTo>
                  <a:cubicBezTo>
                    <a:pt x="8" y="68"/>
                    <a:pt x="9" y="69"/>
                    <a:pt x="11" y="69"/>
                  </a:cubicBezTo>
                  <a:cubicBezTo>
                    <a:pt x="12" y="69"/>
                    <a:pt x="14" y="68"/>
                    <a:pt x="16" y="67"/>
                  </a:cubicBezTo>
                  <a:cubicBezTo>
                    <a:pt x="18" y="66"/>
                    <a:pt x="19" y="65"/>
                    <a:pt x="19" y="64"/>
                  </a:cubicBezTo>
                  <a:cubicBezTo>
                    <a:pt x="20" y="63"/>
                    <a:pt x="20" y="62"/>
                    <a:pt x="20" y="61"/>
                  </a:cubicBezTo>
                  <a:cubicBezTo>
                    <a:pt x="21" y="50"/>
                    <a:pt x="22" y="39"/>
                    <a:pt x="25" y="28"/>
                  </a:cubicBezTo>
                  <a:cubicBezTo>
                    <a:pt x="27" y="19"/>
                    <a:pt x="31" y="9"/>
                    <a:pt x="33" y="0"/>
                  </a:cubicBezTo>
                  <a:lnTo>
                    <a:pt x="8" y="0"/>
                  </a:lnTo>
                  <a:cubicBezTo>
                    <a:pt x="7" y="1"/>
                    <a:pt x="7" y="3"/>
                    <a:pt x="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35"/>
            <p:cNvSpPr/>
            <p:nvPr/>
          </p:nvSpPr>
          <p:spPr>
            <a:xfrm>
              <a:off x="2745365" y="-821375"/>
              <a:ext cx="9360" cy="5040"/>
            </a:xfrm>
            <a:custGeom>
              <a:rect b="b" l="l" r="r" t="t"/>
              <a:pathLst>
                <a:path extrusionOk="0" h="14" w="26">
                  <a:moveTo>
                    <a:pt x="6" y="4"/>
                  </a:moveTo>
                  <a:cubicBezTo>
                    <a:pt x="4" y="7"/>
                    <a:pt x="2" y="10"/>
                    <a:pt x="0" y="13"/>
                  </a:cubicBezTo>
                  <a:lnTo>
                    <a:pt x="25" y="13"/>
                  </a:lnTo>
                  <a:cubicBezTo>
                    <a:pt x="25" y="13"/>
                    <a:pt x="25" y="12"/>
                    <a:pt x="25" y="11"/>
                  </a:cubicBezTo>
                  <a:lnTo>
                    <a:pt x="25" y="10"/>
                  </a:lnTo>
                  <a:cubicBezTo>
                    <a:pt x="25" y="9"/>
                    <a:pt x="24" y="7"/>
                    <a:pt x="23" y="5"/>
                  </a:cubicBezTo>
                  <a:cubicBezTo>
                    <a:pt x="22" y="3"/>
                    <a:pt x="21" y="2"/>
                    <a:pt x="19" y="1"/>
                  </a:cubicBezTo>
                  <a:cubicBezTo>
                    <a:pt x="17" y="0"/>
                    <a:pt x="16" y="0"/>
                    <a:pt x="14" y="0"/>
                  </a:cubicBezTo>
                  <a:cubicBezTo>
                    <a:pt x="12" y="0"/>
                    <a:pt x="10" y="0"/>
                    <a:pt x="9" y="1"/>
                  </a:cubicBezTo>
                  <a:cubicBezTo>
                    <a:pt x="8" y="2"/>
                    <a:pt x="7" y="3"/>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35"/>
            <p:cNvSpPr/>
            <p:nvPr/>
          </p:nvSpPr>
          <p:spPr>
            <a:xfrm>
              <a:off x="2765885" y="-817775"/>
              <a:ext cx="11520" cy="52200"/>
            </a:xfrm>
            <a:custGeom>
              <a:rect b="b" l="l" r="r" t="t"/>
              <a:pathLst>
                <a:path extrusionOk="0" h="145" w="32">
                  <a:moveTo>
                    <a:pt x="4" y="41"/>
                  </a:moveTo>
                  <a:cubicBezTo>
                    <a:pt x="3" y="52"/>
                    <a:pt x="2" y="63"/>
                    <a:pt x="2" y="74"/>
                  </a:cubicBezTo>
                  <a:cubicBezTo>
                    <a:pt x="2" y="79"/>
                    <a:pt x="2" y="83"/>
                    <a:pt x="2" y="87"/>
                  </a:cubicBezTo>
                  <a:cubicBezTo>
                    <a:pt x="2" y="103"/>
                    <a:pt x="0" y="118"/>
                    <a:pt x="1" y="133"/>
                  </a:cubicBezTo>
                  <a:cubicBezTo>
                    <a:pt x="1" y="142"/>
                    <a:pt x="17" y="144"/>
                    <a:pt x="17" y="134"/>
                  </a:cubicBezTo>
                  <a:cubicBezTo>
                    <a:pt x="19" y="121"/>
                    <a:pt x="24" y="108"/>
                    <a:pt x="25" y="95"/>
                  </a:cubicBezTo>
                  <a:cubicBezTo>
                    <a:pt x="25" y="93"/>
                    <a:pt x="25" y="92"/>
                    <a:pt x="25" y="90"/>
                  </a:cubicBezTo>
                  <a:cubicBezTo>
                    <a:pt x="25" y="78"/>
                    <a:pt x="25" y="65"/>
                    <a:pt x="27" y="53"/>
                  </a:cubicBezTo>
                  <a:cubicBezTo>
                    <a:pt x="30" y="42"/>
                    <a:pt x="31" y="31"/>
                    <a:pt x="31" y="20"/>
                  </a:cubicBezTo>
                  <a:cubicBezTo>
                    <a:pt x="31" y="13"/>
                    <a:pt x="31" y="6"/>
                    <a:pt x="30" y="0"/>
                  </a:cubicBezTo>
                  <a:lnTo>
                    <a:pt x="8" y="1"/>
                  </a:lnTo>
                  <a:cubicBezTo>
                    <a:pt x="5" y="13"/>
                    <a:pt x="4" y="24"/>
                    <a:pt x="4" y="36"/>
                  </a:cubicBezTo>
                  <a:cubicBezTo>
                    <a:pt x="4" y="37"/>
                    <a:pt x="4" y="39"/>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35"/>
            <p:cNvSpPr/>
            <p:nvPr/>
          </p:nvSpPr>
          <p:spPr>
            <a:xfrm>
              <a:off x="2768765" y="-821735"/>
              <a:ext cx="8280" cy="4680"/>
            </a:xfrm>
            <a:custGeom>
              <a:rect b="b" l="l" r="r" t="t"/>
              <a:pathLst>
                <a:path extrusionOk="0" h="13" w="23">
                  <a:moveTo>
                    <a:pt x="10" y="1"/>
                  </a:moveTo>
                  <a:cubicBezTo>
                    <a:pt x="9" y="1"/>
                    <a:pt x="9" y="2"/>
                    <a:pt x="8" y="2"/>
                  </a:cubicBezTo>
                  <a:cubicBezTo>
                    <a:pt x="5" y="4"/>
                    <a:pt x="3" y="6"/>
                    <a:pt x="1" y="9"/>
                  </a:cubicBezTo>
                  <a:cubicBezTo>
                    <a:pt x="0" y="10"/>
                    <a:pt x="0" y="11"/>
                    <a:pt x="0" y="12"/>
                  </a:cubicBezTo>
                  <a:lnTo>
                    <a:pt x="22" y="10"/>
                  </a:lnTo>
                  <a:cubicBezTo>
                    <a:pt x="21" y="8"/>
                    <a:pt x="21" y="7"/>
                    <a:pt x="20" y="5"/>
                  </a:cubicBezTo>
                  <a:lnTo>
                    <a:pt x="20" y="4"/>
                  </a:lnTo>
                  <a:cubicBezTo>
                    <a:pt x="19" y="3"/>
                    <a:pt x="18" y="2"/>
                    <a:pt x="17" y="1"/>
                  </a:cubicBezTo>
                  <a:cubicBezTo>
                    <a:pt x="16" y="0"/>
                    <a:pt x="15" y="0"/>
                    <a:pt x="14" y="0"/>
                  </a:cubicBezTo>
                  <a:cubicBezTo>
                    <a:pt x="12" y="0"/>
                    <a:pt x="11" y="0"/>
                    <a:pt x="1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35"/>
            <p:cNvSpPr/>
            <p:nvPr/>
          </p:nvSpPr>
          <p:spPr>
            <a:xfrm>
              <a:off x="2790005" y="-819575"/>
              <a:ext cx="10080" cy="33840"/>
            </a:xfrm>
            <a:custGeom>
              <a:rect b="b" l="l" r="r" t="t"/>
              <a:pathLst>
                <a:path extrusionOk="0" h="94" w="28">
                  <a:moveTo>
                    <a:pt x="1" y="29"/>
                  </a:moveTo>
                  <a:cubicBezTo>
                    <a:pt x="3" y="45"/>
                    <a:pt x="3" y="61"/>
                    <a:pt x="4" y="77"/>
                  </a:cubicBezTo>
                  <a:cubicBezTo>
                    <a:pt x="5" y="93"/>
                    <a:pt x="24" y="92"/>
                    <a:pt x="25" y="78"/>
                  </a:cubicBezTo>
                  <a:cubicBezTo>
                    <a:pt x="26" y="65"/>
                    <a:pt x="27" y="51"/>
                    <a:pt x="27" y="38"/>
                  </a:cubicBezTo>
                  <a:cubicBezTo>
                    <a:pt x="27" y="36"/>
                    <a:pt x="27" y="34"/>
                    <a:pt x="27" y="31"/>
                  </a:cubicBezTo>
                  <a:cubicBezTo>
                    <a:pt x="26" y="26"/>
                    <a:pt x="26" y="21"/>
                    <a:pt x="26" y="16"/>
                  </a:cubicBezTo>
                  <a:cubicBezTo>
                    <a:pt x="26" y="10"/>
                    <a:pt x="26" y="5"/>
                    <a:pt x="27" y="0"/>
                  </a:cubicBezTo>
                  <a:lnTo>
                    <a:pt x="1" y="2"/>
                  </a:lnTo>
                  <a:cubicBezTo>
                    <a:pt x="0" y="6"/>
                    <a:pt x="0" y="10"/>
                    <a:pt x="0" y="14"/>
                  </a:cubicBezTo>
                  <a:cubicBezTo>
                    <a:pt x="0" y="19"/>
                    <a:pt x="0" y="24"/>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35"/>
            <p:cNvSpPr/>
            <p:nvPr/>
          </p:nvSpPr>
          <p:spPr>
            <a:xfrm>
              <a:off x="2790365" y="-827135"/>
              <a:ext cx="10440" cy="8280"/>
            </a:xfrm>
            <a:custGeom>
              <a:rect b="b" l="l" r="r" t="t"/>
              <a:pathLst>
                <a:path extrusionOk="0" h="23" w="29">
                  <a:moveTo>
                    <a:pt x="5" y="11"/>
                  </a:moveTo>
                  <a:cubicBezTo>
                    <a:pt x="3" y="15"/>
                    <a:pt x="1" y="18"/>
                    <a:pt x="0" y="22"/>
                  </a:cubicBezTo>
                  <a:lnTo>
                    <a:pt x="27" y="20"/>
                  </a:lnTo>
                  <a:cubicBezTo>
                    <a:pt x="28" y="8"/>
                    <a:pt x="11" y="0"/>
                    <a:pt x="5"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35"/>
            <p:cNvSpPr/>
            <p:nvPr/>
          </p:nvSpPr>
          <p:spPr>
            <a:xfrm>
              <a:off x="2811245" y="-822455"/>
              <a:ext cx="13320" cy="37800"/>
            </a:xfrm>
            <a:custGeom>
              <a:rect b="b" l="l" r="r" t="t"/>
              <a:pathLst>
                <a:path extrusionOk="0" h="105" w="37">
                  <a:moveTo>
                    <a:pt x="4" y="30"/>
                  </a:moveTo>
                  <a:cubicBezTo>
                    <a:pt x="4" y="51"/>
                    <a:pt x="0" y="70"/>
                    <a:pt x="1" y="91"/>
                  </a:cubicBezTo>
                  <a:cubicBezTo>
                    <a:pt x="1" y="104"/>
                    <a:pt x="22" y="104"/>
                    <a:pt x="23" y="91"/>
                  </a:cubicBezTo>
                  <a:cubicBezTo>
                    <a:pt x="24" y="66"/>
                    <a:pt x="36" y="29"/>
                    <a:pt x="30" y="0"/>
                  </a:cubicBezTo>
                  <a:lnTo>
                    <a:pt x="4" y="3"/>
                  </a:lnTo>
                  <a:cubicBezTo>
                    <a:pt x="4" y="12"/>
                    <a:pt x="5" y="21"/>
                    <a:pt x="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35"/>
            <p:cNvSpPr/>
            <p:nvPr/>
          </p:nvSpPr>
          <p:spPr>
            <a:xfrm>
              <a:off x="2812685" y="-829295"/>
              <a:ext cx="9720" cy="8280"/>
            </a:xfrm>
            <a:custGeom>
              <a:rect b="b" l="l" r="r" t="t"/>
              <a:pathLst>
                <a:path extrusionOk="0" h="23" w="27">
                  <a:moveTo>
                    <a:pt x="0" y="22"/>
                  </a:moveTo>
                  <a:lnTo>
                    <a:pt x="26" y="20"/>
                  </a:lnTo>
                  <a:cubicBezTo>
                    <a:pt x="25" y="14"/>
                    <a:pt x="23" y="8"/>
                    <a:pt x="20" y="2"/>
                  </a:cubicBezTo>
                  <a:cubicBezTo>
                    <a:pt x="20" y="2"/>
                    <a:pt x="19" y="1"/>
                    <a:pt x="19" y="0"/>
                  </a:cubicBezTo>
                  <a:lnTo>
                    <a:pt x="6" y="0"/>
                  </a:lnTo>
                  <a:cubicBezTo>
                    <a:pt x="6" y="1"/>
                    <a:pt x="5" y="1"/>
                    <a:pt x="5" y="2"/>
                  </a:cubicBezTo>
                  <a:cubicBezTo>
                    <a:pt x="2" y="8"/>
                    <a:pt x="0" y="14"/>
                    <a:pt x="0" y="21"/>
                  </a:cubicBezTo>
                  <a:cubicBezTo>
                    <a:pt x="0" y="22"/>
                    <a:pt x="0" y="22"/>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35"/>
            <p:cNvSpPr/>
            <p:nvPr/>
          </p:nvSpPr>
          <p:spPr>
            <a:xfrm>
              <a:off x="2814845" y="-830375"/>
              <a:ext cx="4680" cy="1440"/>
            </a:xfrm>
            <a:custGeom>
              <a:rect b="b" l="l" r="r" t="t"/>
              <a:pathLst>
                <a:path extrusionOk="0" h="4" w="13">
                  <a:moveTo>
                    <a:pt x="12" y="3"/>
                  </a:moveTo>
                  <a:cubicBezTo>
                    <a:pt x="12" y="2"/>
                    <a:pt x="11" y="1"/>
                    <a:pt x="10" y="1"/>
                  </a:cubicBezTo>
                  <a:cubicBezTo>
                    <a:pt x="9" y="0"/>
                    <a:pt x="7" y="0"/>
                    <a:pt x="6" y="0"/>
                  </a:cubicBezTo>
                  <a:cubicBezTo>
                    <a:pt x="4" y="0"/>
                    <a:pt x="3" y="0"/>
                    <a:pt x="2" y="1"/>
                  </a:cubicBezTo>
                  <a:cubicBezTo>
                    <a:pt x="1" y="1"/>
                    <a:pt x="1" y="2"/>
                    <a:pt x="0" y="3"/>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35"/>
            <p:cNvSpPr/>
            <p:nvPr/>
          </p:nvSpPr>
          <p:spPr>
            <a:xfrm>
              <a:off x="2835005" y="-824615"/>
              <a:ext cx="11880" cy="39600"/>
            </a:xfrm>
            <a:custGeom>
              <a:rect b="b" l="l" r="r" t="t"/>
              <a:pathLst>
                <a:path extrusionOk="0" h="110" w="33">
                  <a:moveTo>
                    <a:pt x="1" y="95"/>
                  </a:moveTo>
                  <a:cubicBezTo>
                    <a:pt x="1" y="106"/>
                    <a:pt x="19" y="109"/>
                    <a:pt x="19" y="96"/>
                  </a:cubicBezTo>
                  <a:cubicBezTo>
                    <a:pt x="19" y="70"/>
                    <a:pt x="22" y="45"/>
                    <a:pt x="27" y="19"/>
                  </a:cubicBezTo>
                  <a:cubicBezTo>
                    <a:pt x="28" y="12"/>
                    <a:pt x="31" y="6"/>
                    <a:pt x="32" y="0"/>
                  </a:cubicBezTo>
                  <a:lnTo>
                    <a:pt x="9" y="1"/>
                  </a:lnTo>
                  <a:cubicBezTo>
                    <a:pt x="3" y="25"/>
                    <a:pt x="0" y="50"/>
                    <a:pt x="0" y="75"/>
                  </a:cubicBezTo>
                  <a:cubicBezTo>
                    <a:pt x="0" y="82"/>
                    <a:pt x="0" y="88"/>
                    <a:pt x="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35"/>
            <p:cNvSpPr/>
            <p:nvPr/>
          </p:nvSpPr>
          <p:spPr>
            <a:xfrm>
              <a:off x="2838245" y="-829295"/>
              <a:ext cx="8640" cy="5760"/>
            </a:xfrm>
            <a:custGeom>
              <a:rect b="b" l="l" r="r" t="t"/>
              <a:pathLst>
                <a:path extrusionOk="0" h="16" w="24">
                  <a:moveTo>
                    <a:pt x="22" y="14"/>
                  </a:moveTo>
                  <a:cubicBezTo>
                    <a:pt x="23" y="12"/>
                    <a:pt x="23" y="9"/>
                    <a:pt x="23" y="7"/>
                  </a:cubicBezTo>
                  <a:cubicBezTo>
                    <a:pt x="23" y="4"/>
                    <a:pt x="23" y="3"/>
                    <a:pt x="22" y="0"/>
                  </a:cubicBezTo>
                  <a:lnTo>
                    <a:pt x="17" y="0"/>
                  </a:lnTo>
                  <a:lnTo>
                    <a:pt x="5" y="0"/>
                  </a:lnTo>
                  <a:cubicBezTo>
                    <a:pt x="3" y="5"/>
                    <a:pt x="1" y="10"/>
                    <a:pt x="0" y="15"/>
                  </a:cubicBezTo>
                  <a:lnTo>
                    <a:pt x="22"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35"/>
            <p:cNvSpPr/>
            <p:nvPr/>
          </p:nvSpPr>
          <p:spPr>
            <a:xfrm>
              <a:off x="2840405" y="-831815"/>
              <a:ext cx="6120" cy="3600"/>
            </a:xfrm>
            <a:custGeom>
              <a:rect b="b" l="l" r="r" t="t"/>
              <a:pathLst>
                <a:path extrusionOk="0" h="10" w="17">
                  <a:moveTo>
                    <a:pt x="16" y="7"/>
                  </a:moveTo>
                  <a:lnTo>
                    <a:pt x="16" y="6"/>
                  </a:lnTo>
                  <a:lnTo>
                    <a:pt x="16" y="5"/>
                  </a:lnTo>
                  <a:lnTo>
                    <a:pt x="16" y="4"/>
                  </a:lnTo>
                  <a:cubicBezTo>
                    <a:pt x="15" y="3"/>
                    <a:pt x="15" y="2"/>
                    <a:pt x="13" y="1"/>
                  </a:cubicBezTo>
                  <a:cubicBezTo>
                    <a:pt x="11" y="0"/>
                    <a:pt x="9" y="0"/>
                    <a:pt x="8" y="0"/>
                  </a:cubicBezTo>
                  <a:cubicBezTo>
                    <a:pt x="6" y="0"/>
                    <a:pt x="6" y="0"/>
                    <a:pt x="4" y="1"/>
                  </a:cubicBezTo>
                  <a:cubicBezTo>
                    <a:pt x="2" y="2"/>
                    <a:pt x="2" y="3"/>
                    <a:pt x="1" y="4"/>
                  </a:cubicBezTo>
                  <a:cubicBezTo>
                    <a:pt x="1" y="5"/>
                    <a:pt x="1" y="5"/>
                    <a:pt x="1" y="5"/>
                  </a:cubicBezTo>
                  <a:lnTo>
                    <a:pt x="0" y="9"/>
                  </a:lnTo>
                  <a:lnTo>
                    <a:pt x="12" y="9"/>
                  </a:lnTo>
                  <a:lnTo>
                    <a:pt x="16"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35"/>
            <p:cNvSpPr/>
            <p:nvPr/>
          </p:nvSpPr>
          <p:spPr>
            <a:xfrm>
              <a:off x="2856605" y="-824975"/>
              <a:ext cx="11160" cy="24840"/>
            </a:xfrm>
            <a:custGeom>
              <a:rect b="b" l="l" r="r" t="t"/>
              <a:pathLst>
                <a:path extrusionOk="0" h="69" w="31">
                  <a:moveTo>
                    <a:pt x="4" y="0"/>
                  </a:moveTo>
                  <a:cubicBezTo>
                    <a:pt x="2" y="11"/>
                    <a:pt x="0" y="22"/>
                    <a:pt x="0" y="33"/>
                  </a:cubicBezTo>
                  <a:cubicBezTo>
                    <a:pt x="0" y="43"/>
                    <a:pt x="1" y="52"/>
                    <a:pt x="3" y="62"/>
                  </a:cubicBezTo>
                  <a:cubicBezTo>
                    <a:pt x="3" y="63"/>
                    <a:pt x="4" y="63"/>
                    <a:pt x="4" y="64"/>
                  </a:cubicBezTo>
                  <a:cubicBezTo>
                    <a:pt x="5" y="65"/>
                    <a:pt x="6" y="66"/>
                    <a:pt x="7" y="67"/>
                  </a:cubicBezTo>
                  <a:cubicBezTo>
                    <a:pt x="8" y="68"/>
                    <a:pt x="8" y="68"/>
                    <a:pt x="10" y="68"/>
                  </a:cubicBezTo>
                  <a:cubicBezTo>
                    <a:pt x="11" y="68"/>
                    <a:pt x="13" y="68"/>
                    <a:pt x="14" y="67"/>
                  </a:cubicBezTo>
                  <a:cubicBezTo>
                    <a:pt x="15" y="66"/>
                    <a:pt x="16" y="65"/>
                    <a:pt x="17" y="64"/>
                  </a:cubicBezTo>
                  <a:cubicBezTo>
                    <a:pt x="17" y="63"/>
                    <a:pt x="17" y="63"/>
                    <a:pt x="18" y="62"/>
                  </a:cubicBezTo>
                  <a:cubicBezTo>
                    <a:pt x="18" y="60"/>
                    <a:pt x="18" y="59"/>
                    <a:pt x="18" y="57"/>
                  </a:cubicBezTo>
                  <a:cubicBezTo>
                    <a:pt x="18" y="46"/>
                    <a:pt x="19" y="34"/>
                    <a:pt x="21" y="22"/>
                  </a:cubicBezTo>
                  <a:cubicBezTo>
                    <a:pt x="22" y="18"/>
                    <a:pt x="23" y="14"/>
                    <a:pt x="24" y="10"/>
                  </a:cubicBezTo>
                  <a:cubicBezTo>
                    <a:pt x="25" y="8"/>
                    <a:pt x="25" y="7"/>
                    <a:pt x="26" y="5"/>
                  </a:cubicBezTo>
                  <a:cubicBezTo>
                    <a:pt x="26" y="4"/>
                    <a:pt x="27" y="3"/>
                    <a:pt x="28" y="3"/>
                  </a:cubicBezTo>
                  <a:cubicBezTo>
                    <a:pt x="28" y="2"/>
                    <a:pt x="28" y="3"/>
                    <a:pt x="29" y="2"/>
                  </a:cubicBezTo>
                  <a:cubicBezTo>
                    <a:pt x="30" y="1"/>
                    <a:pt x="29" y="0"/>
                    <a:pt x="29" y="0"/>
                  </a:cubicBezTo>
                  <a:lnTo>
                    <a:pt x="10"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35"/>
            <p:cNvSpPr/>
            <p:nvPr/>
          </p:nvSpPr>
          <p:spPr>
            <a:xfrm>
              <a:off x="2858045" y="-832535"/>
              <a:ext cx="10800" cy="7560"/>
            </a:xfrm>
            <a:custGeom>
              <a:rect b="b" l="l" r="r" t="t"/>
              <a:pathLst>
                <a:path extrusionOk="0" h="21" w="30">
                  <a:moveTo>
                    <a:pt x="6" y="10"/>
                  </a:moveTo>
                  <a:cubicBezTo>
                    <a:pt x="5" y="11"/>
                    <a:pt x="4" y="13"/>
                    <a:pt x="3" y="14"/>
                  </a:cubicBezTo>
                  <a:cubicBezTo>
                    <a:pt x="2" y="16"/>
                    <a:pt x="1" y="18"/>
                    <a:pt x="0" y="20"/>
                  </a:cubicBezTo>
                  <a:lnTo>
                    <a:pt x="7" y="20"/>
                  </a:lnTo>
                  <a:lnTo>
                    <a:pt x="26" y="19"/>
                  </a:lnTo>
                  <a:cubicBezTo>
                    <a:pt x="29" y="9"/>
                    <a:pt x="14" y="0"/>
                    <a:pt x="6"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35"/>
            <p:cNvSpPr/>
            <p:nvPr/>
          </p:nvSpPr>
          <p:spPr>
            <a:xfrm>
              <a:off x="2882165" y="-827495"/>
              <a:ext cx="11160" cy="45720"/>
            </a:xfrm>
            <a:custGeom>
              <a:rect b="b" l="l" r="r" t="t"/>
              <a:pathLst>
                <a:path extrusionOk="0" h="127" w="31">
                  <a:moveTo>
                    <a:pt x="0" y="118"/>
                  </a:moveTo>
                  <a:cubicBezTo>
                    <a:pt x="0" y="125"/>
                    <a:pt x="13" y="126"/>
                    <a:pt x="14" y="118"/>
                  </a:cubicBezTo>
                  <a:cubicBezTo>
                    <a:pt x="18" y="78"/>
                    <a:pt x="26" y="39"/>
                    <a:pt x="30" y="0"/>
                  </a:cubicBezTo>
                  <a:lnTo>
                    <a:pt x="6" y="2"/>
                  </a:lnTo>
                  <a:cubicBezTo>
                    <a:pt x="2" y="31"/>
                    <a:pt x="0" y="60"/>
                    <a:pt x="0" y="89"/>
                  </a:cubicBezTo>
                  <a:cubicBezTo>
                    <a:pt x="0" y="99"/>
                    <a:pt x="0" y="108"/>
                    <a:pt x="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35"/>
            <p:cNvSpPr/>
            <p:nvPr/>
          </p:nvSpPr>
          <p:spPr>
            <a:xfrm>
              <a:off x="2884685" y="-833975"/>
              <a:ext cx="9360" cy="7920"/>
            </a:xfrm>
            <a:custGeom>
              <a:rect b="b" l="l" r="r" t="t"/>
              <a:pathLst>
                <a:path extrusionOk="0" h="22" w="26">
                  <a:moveTo>
                    <a:pt x="24" y="19"/>
                  </a:moveTo>
                  <a:cubicBezTo>
                    <a:pt x="24" y="13"/>
                    <a:pt x="25" y="8"/>
                    <a:pt x="25" y="3"/>
                  </a:cubicBezTo>
                  <a:cubicBezTo>
                    <a:pt x="25" y="2"/>
                    <a:pt x="25" y="2"/>
                    <a:pt x="25" y="1"/>
                  </a:cubicBezTo>
                  <a:lnTo>
                    <a:pt x="25" y="0"/>
                  </a:lnTo>
                  <a:lnTo>
                    <a:pt x="3" y="2"/>
                  </a:lnTo>
                  <a:cubicBezTo>
                    <a:pt x="2" y="8"/>
                    <a:pt x="1" y="15"/>
                    <a:pt x="0" y="21"/>
                  </a:cubicBezTo>
                  <a:lnTo>
                    <a:pt x="24"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35"/>
            <p:cNvSpPr/>
            <p:nvPr/>
          </p:nvSpPr>
          <p:spPr>
            <a:xfrm>
              <a:off x="2885765" y="-836855"/>
              <a:ext cx="8280" cy="4320"/>
            </a:xfrm>
            <a:custGeom>
              <a:rect b="b" l="l" r="r" t="t"/>
              <a:pathLst>
                <a:path extrusionOk="0" h="12" w="23">
                  <a:moveTo>
                    <a:pt x="0" y="9"/>
                  </a:moveTo>
                  <a:lnTo>
                    <a:pt x="0" y="11"/>
                  </a:lnTo>
                  <a:lnTo>
                    <a:pt x="22" y="9"/>
                  </a:lnTo>
                  <a:cubicBezTo>
                    <a:pt x="22" y="8"/>
                    <a:pt x="21" y="7"/>
                    <a:pt x="21" y="6"/>
                  </a:cubicBezTo>
                  <a:cubicBezTo>
                    <a:pt x="20" y="4"/>
                    <a:pt x="19" y="3"/>
                    <a:pt x="17" y="2"/>
                  </a:cubicBezTo>
                  <a:cubicBezTo>
                    <a:pt x="15" y="1"/>
                    <a:pt x="13" y="0"/>
                    <a:pt x="11" y="0"/>
                  </a:cubicBezTo>
                  <a:cubicBezTo>
                    <a:pt x="9" y="0"/>
                    <a:pt x="7" y="1"/>
                    <a:pt x="5" y="2"/>
                  </a:cubicBezTo>
                  <a:cubicBezTo>
                    <a:pt x="3" y="3"/>
                    <a:pt x="2" y="4"/>
                    <a:pt x="1" y="6"/>
                  </a:cubicBezTo>
                  <a:cubicBezTo>
                    <a:pt x="0" y="7"/>
                    <a:pt x="0" y="8"/>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35"/>
            <p:cNvSpPr/>
            <p:nvPr/>
          </p:nvSpPr>
          <p:spPr>
            <a:xfrm>
              <a:off x="2907365" y="-829295"/>
              <a:ext cx="11520" cy="33120"/>
            </a:xfrm>
            <a:custGeom>
              <a:rect b="b" l="l" r="r" t="t"/>
              <a:pathLst>
                <a:path extrusionOk="0" h="92" w="32">
                  <a:moveTo>
                    <a:pt x="2" y="40"/>
                  </a:moveTo>
                  <a:cubicBezTo>
                    <a:pt x="1" y="47"/>
                    <a:pt x="0" y="53"/>
                    <a:pt x="0" y="60"/>
                  </a:cubicBezTo>
                  <a:cubicBezTo>
                    <a:pt x="0" y="67"/>
                    <a:pt x="1" y="73"/>
                    <a:pt x="2" y="80"/>
                  </a:cubicBezTo>
                  <a:cubicBezTo>
                    <a:pt x="3" y="88"/>
                    <a:pt x="17" y="91"/>
                    <a:pt x="18" y="80"/>
                  </a:cubicBezTo>
                  <a:cubicBezTo>
                    <a:pt x="21" y="53"/>
                    <a:pt x="28" y="27"/>
                    <a:pt x="31" y="0"/>
                  </a:cubicBezTo>
                  <a:lnTo>
                    <a:pt x="4" y="1"/>
                  </a:lnTo>
                  <a:cubicBezTo>
                    <a:pt x="3" y="15"/>
                    <a:pt x="4" y="28"/>
                    <a:pt x="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35"/>
            <p:cNvSpPr/>
            <p:nvPr/>
          </p:nvSpPr>
          <p:spPr>
            <a:xfrm>
              <a:off x="2908805" y="-836495"/>
              <a:ext cx="10440" cy="8280"/>
            </a:xfrm>
            <a:custGeom>
              <a:rect b="b" l="l" r="r" t="t"/>
              <a:pathLst>
                <a:path extrusionOk="0" h="23" w="29">
                  <a:moveTo>
                    <a:pt x="0" y="22"/>
                  </a:moveTo>
                  <a:lnTo>
                    <a:pt x="26" y="20"/>
                  </a:lnTo>
                  <a:cubicBezTo>
                    <a:pt x="26" y="16"/>
                    <a:pt x="26" y="13"/>
                    <a:pt x="27" y="9"/>
                  </a:cubicBezTo>
                  <a:lnTo>
                    <a:pt x="27" y="8"/>
                  </a:lnTo>
                  <a:cubicBezTo>
                    <a:pt x="27" y="6"/>
                    <a:pt x="28" y="3"/>
                    <a:pt x="26" y="1"/>
                  </a:cubicBezTo>
                  <a:cubicBezTo>
                    <a:pt x="25" y="0"/>
                    <a:pt x="25" y="0"/>
                    <a:pt x="24" y="0"/>
                  </a:cubicBezTo>
                  <a:lnTo>
                    <a:pt x="3" y="2"/>
                  </a:lnTo>
                  <a:cubicBezTo>
                    <a:pt x="3" y="3"/>
                    <a:pt x="2" y="4"/>
                    <a:pt x="2" y="5"/>
                  </a:cubicBezTo>
                  <a:cubicBezTo>
                    <a:pt x="1" y="10"/>
                    <a:pt x="0"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35"/>
            <p:cNvSpPr/>
            <p:nvPr/>
          </p:nvSpPr>
          <p:spPr>
            <a:xfrm>
              <a:off x="2909885" y="-838295"/>
              <a:ext cx="7920" cy="2880"/>
            </a:xfrm>
            <a:custGeom>
              <a:rect b="b" l="l" r="r" t="t"/>
              <a:pathLst>
                <a:path extrusionOk="0" h="8" w="22">
                  <a:moveTo>
                    <a:pt x="0" y="7"/>
                  </a:moveTo>
                  <a:lnTo>
                    <a:pt x="21" y="5"/>
                  </a:lnTo>
                  <a:cubicBezTo>
                    <a:pt x="20" y="3"/>
                    <a:pt x="19" y="2"/>
                    <a:pt x="17" y="1"/>
                  </a:cubicBezTo>
                  <a:cubicBezTo>
                    <a:pt x="15" y="0"/>
                    <a:pt x="13" y="0"/>
                    <a:pt x="11" y="0"/>
                  </a:cubicBezTo>
                  <a:cubicBezTo>
                    <a:pt x="9" y="0"/>
                    <a:pt x="7" y="0"/>
                    <a:pt x="5" y="1"/>
                  </a:cubicBezTo>
                  <a:cubicBezTo>
                    <a:pt x="3" y="2"/>
                    <a:pt x="3" y="4"/>
                    <a:pt x="1" y="6"/>
                  </a:cubicBezTo>
                  <a:cubicBezTo>
                    <a:pt x="0" y="7"/>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35"/>
            <p:cNvSpPr/>
            <p:nvPr/>
          </p:nvSpPr>
          <p:spPr>
            <a:xfrm>
              <a:off x="2935085" y="-832895"/>
              <a:ext cx="14400" cy="37800"/>
            </a:xfrm>
            <a:custGeom>
              <a:rect b="b" l="l" r="r" t="t"/>
              <a:pathLst>
                <a:path extrusionOk="0" h="105" w="40">
                  <a:moveTo>
                    <a:pt x="14" y="5"/>
                  </a:moveTo>
                  <a:cubicBezTo>
                    <a:pt x="6" y="35"/>
                    <a:pt x="1" y="66"/>
                    <a:pt x="0" y="97"/>
                  </a:cubicBezTo>
                  <a:cubicBezTo>
                    <a:pt x="1" y="98"/>
                    <a:pt x="1" y="99"/>
                    <a:pt x="1" y="100"/>
                  </a:cubicBezTo>
                  <a:cubicBezTo>
                    <a:pt x="2" y="101"/>
                    <a:pt x="3" y="102"/>
                    <a:pt x="5" y="103"/>
                  </a:cubicBezTo>
                  <a:cubicBezTo>
                    <a:pt x="7" y="104"/>
                    <a:pt x="7" y="104"/>
                    <a:pt x="9" y="104"/>
                  </a:cubicBezTo>
                  <a:cubicBezTo>
                    <a:pt x="10" y="104"/>
                    <a:pt x="12" y="104"/>
                    <a:pt x="14" y="103"/>
                  </a:cubicBezTo>
                  <a:cubicBezTo>
                    <a:pt x="16" y="102"/>
                    <a:pt x="16" y="101"/>
                    <a:pt x="17" y="100"/>
                  </a:cubicBezTo>
                  <a:cubicBezTo>
                    <a:pt x="17" y="99"/>
                    <a:pt x="18" y="98"/>
                    <a:pt x="18" y="97"/>
                  </a:cubicBezTo>
                  <a:cubicBezTo>
                    <a:pt x="19" y="64"/>
                    <a:pt x="33" y="32"/>
                    <a:pt x="39" y="0"/>
                  </a:cubicBezTo>
                  <a:lnTo>
                    <a:pt x="34" y="1"/>
                  </a:lnTo>
                  <a:cubicBezTo>
                    <a:pt x="28" y="3"/>
                    <a:pt x="21" y="4"/>
                    <a:pt x="1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35"/>
            <p:cNvSpPr/>
            <p:nvPr/>
          </p:nvSpPr>
          <p:spPr>
            <a:xfrm>
              <a:off x="2940125" y="-839735"/>
              <a:ext cx="10080" cy="9000"/>
            </a:xfrm>
            <a:custGeom>
              <a:rect b="b" l="l" r="r" t="t"/>
              <a:pathLst>
                <a:path extrusionOk="0" h="25" w="28">
                  <a:moveTo>
                    <a:pt x="20" y="20"/>
                  </a:moveTo>
                  <a:lnTo>
                    <a:pt x="25" y="19"/>
                  </a:lnTo>
                  <a:cubicBezTo>
                    <a:pt x="26" y="13"/>
                    <a:pt x="27" y="6"/>
                    <a:pt x="27" y="0"/>
                  </a:cubicBezTo>
                  <a:lnTo>
                    <a:pt x="20" y="0"/>
                  </a:lnTo>
                  <a:lnTo>
                    <a:pt x="3" y="1"/>
                  </a:lnTo>
                  <a:cubicBezTo>
                    <a:pt x="3" y="9"/>
                    <a:pt x="1" y="16"/>
                    <a:pt x="0" y="24"/>
                  </a:cubicBezTo>
                  <a:cubicBezTo>
                    <a:pt x="6" y="23"/>
                    <a:pt x="13" y="22"/>
                    <a:pt x="2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35"/>
            <p:cNvSpPr/>
            <p:nvPr/>
          </p:nvSpPr>
          <p:spPr>
            <a:xfrm>
              <a:off x="2941205" y="-849095"/>
              <a:ext cx="9000" cy="10080"/>
            </a:xfrm>
            <a:custGeom>
              <a:rect b="b" l="l" r="r" t="t"/>
              <a:pathLst>
                <a:path extrusionOk="0" h="28" w="25">
                  <a:moveTo>
                    <a:pt x="24" y="25"/>
                  </a:moveTo>
                  <a:cubicBezTo>
                    <a:pt x="24" y="22"/>
                    <a:pt x="24" y="20"/>
                    <a:pt x="24" y="18"/>
                  </a:cubicBezTo>
                  <a:cubicBezTo>
                    <a:pt x="24" y="15"/>
                    <a:pt x="24" y="13"/>
                    <a:pt x="24" y="10"/>
                  </a:cubicBezTo>
                  <a:cubicBezTo>
                    <a:pt x="24" y="9"/>
                    <a:pt x="23" y="7"/>
                    <a:pt x="22" y="6"/>
                  </a:cubicBezTo>
                  <a:cubicBezTo>
                    <a:pt x="21" y="4"/>
                    <a:pt x="20" y="2"/>
                    <a:pt x="18" y="1"/>
                  </a:cubicBezTo>
                  <a:cubicBezTo>
                    <a:pt x="16" y="0"/>
                    <a:pt x="15" y="0"/>
                    <a:pt x="13" y="0"/>
                  </a:cubicBezTo>
                  <a:cubicBezTo>
                    <a:pt x="11" y="0"/>
                    <a:pt x="9" y="0"/>
                    <a:pt x="7" y="1"/>
                  </a:cubicBezTo>
                  <a:cubicBezTo>
                    <a:pt x="5" y="2"/>
                    <a:pt x="4" y="4"/>
                    <a:pt x="3" y="6"/>
                  </a:cubicBezTo>
                  <a:cubicBezTo>
                    <a:pt x="2" y="8"/>
                    <a:pt x="1" y="9"/>
                    <a:pt x="1" y="11"/>
                  </a:cubicBezTo>
                  <a:lnTo>
                    <a:pt x="1" y="12"/>
                  </a:lnTo>
                  <a:cubicBezTo>
                    <a:pt x="1" y="17"/>
                    <a:pt x="1" y="22"/>
                    <a:pt x="0" y="27"/>
                  </a:cubicBezTo>
                  <a:lnTo>
                    <a:pt x="18"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35"/>
            <p:cNvSpPr/>
            <p:nvPr/>
          </p:nvSpPr>
          <p:spPr>
            <a:xfrm>
              <a:off x="2955965" y="-836135"/>
              <a:ext cx="9360" cy="34200"/>
            </a:xfrm>
            <a:custGeom>
              <a:rect b="b" l="l" r="r" t="t"/>
              <a:pathLst>
                <a:path extrusionOk="0" h="95" w="26">
                  <a:moveTo>
                    <a:pt x="2" y="83"/>
                  </a:moveTo>
                  <a:cubicBezTo>
                    <a:pt x="2" y="94"/>
                    <a:pt x="21" y="94"/>
                    <a:pt x="22" y="83"/>
                  </a:cubicBezTo>
                  <a:cubicBezTo>
                    <a:pt x="24" y="67"/>
                    <a:pt x="25" y="51"/>
                    <a:pt x="25" y="36"/>
                  </a:cubicBezTo>
                  <a:cubicBezTo>
                    <a:pt x="25" y="24"/>
                    <a:pt x="24" y="12"/>
                    <a:pt x="23" y="0"/>
                  </a:cubicBezTo>
                  <a:lnTo>
                    <a:pt x="1" y="4"/>
                  </a:lnTo>
                  <a:cubicBezTo>
                    <a:pt x="0" y="16"/>
                    <a:pt x="0" y="28"/>
                    <a:pt x="0" y="39"/>
                  </a:cubicBezTo>
                  <a:cubicBezTo>
                    <a:pt x="0" y="54"/>
                    <a:pt x="0" y="69"/>
                    <a:pt x="2"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35"/>
            <p:cNvSpPr/>
            <p:nvPr/>
          </p:nvSpPr>
          <p:spPr>
            <a:xfrm>
              <a:off x="2956325" y="-841535"/>
              <a:ext cx="7920" cy="7560"/>
            </a:xfrm>
            <a:custGeom>
              <a:rect b="b" l="l" r="r" t="t"/>
              <a:pathLst>
                <a:path extrusionOk="0" h="21" w="22">
                  <a:moveTo>
                    <a:pt x="21" y="15"/>
                  </a:moveTo>
                  <a:cubicBezTo>
                    <a:pt x="20" y="10"/>
                    <a:pt x="19" y="5"/>
                    <a:pt x="17" y="0"/>
                  </a:cubicBezTo>
                  <a:lnTo>
                    <a:pt x="5" y="1"/>
                  </a:lnTo>
                  <a:cubicBezTo>
                    <a:pt x="2" y="7"/>
                    <a:pt x="1" y="13"/>
                    <a:pt x="0" y="20"/>
                  </a:cubicBezTo>
                  <a:lnTo>
                    <a:pt x="2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35"/>
            <p:cNvSpPr/>
            <p:nvPr/>
          </p:nvSpPr>
          <p:spPr>
            <a:xfrm>
              <a:off x="2957765" y="-843335"/>
              <a:ext cx="4680" cy="2520"/>
            </a:xfrm>
            <a:custGeom>
              <a:rect b="b" l="l" r="r" t="t"/>
              <a:pathLst>
                <a:path extrusionOk="0" h="7" w="13">
                  <a:moveTo>
                    <a:pt x="12" y="3"/>
                  </a:moveTo>
                  <a:cubicBezTo>
                    <a:pt x="11" y="2"/>
                    <a:pt x="11" y="1"/>
                    <a:pt x="10" y="1"/>
                  </a:cubicBezTo>
                  <a:cubicBezTo>
                    <a:pt x="9" y="0"/>
                    <a:pt x="8" y="0"/>
                    <a:pt x="7" y="0"/>
                  </a:cubicBezTo>
                  <a:cubicBezTo>
                    <a:pt x="6" y="0"/>
                    <a:pt x="5" y="0"/>
                    <a:pt x="4" y="1"/>
                  </a:cubicBezTo>
                  <a:cubicBezTo>
                    <a:pt x="3" y="1"/>
                    <a:pt x="2" y="2"/>
                    <a:pt x="2" y="3"/>
                  </a:cubicBezTo>
                  <a:cubicBezTo>
                    <a:pt x="2" y="4"/>
                    <a:pt x="2" y="5"/>
                    <a:pt x="0" y="6"/>
                  </a:cubicBezTo>
                  <a:lnTo>
                    <a:pt x="12" y="5"/>
                  </a:ln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35"/>
            <p:cNvSpPr/>
            <p:nvPr/>
          </p:nvSpPr>
          <p:spPr>
            <a:xfrm>
              <a:off x="2963885" y="-839015"/>
              <a:ext cx="19080" cy="64440"/>
            </a:xfrm>
            <a:custGeom>
              <a:rect b="b" l="l" r="r" t="t"/>
              <a:pathLst>
                <a:path extrusionOk="0" h="179" w="53">
                  <a:moveTo>
                    <a:pt x="25" y="9"/>
                  </a:moveTo>
                  <a:lnTo>
                    <a:pt x="25" y="11"/>
                  </a:lnTo>
                  <a:cubicBezTo>
                    <a:pt x="24" y="12"/>
                    <a:pt x="24" y="13"/>
                    <a:pt x="24" y="14"/>
                  </a:cubicBezTo>
                  <a:cubicBezTo>
                    <a:pt x="24" y="15"/>
                    <a:pt x="24" y="17"/>
                    <a:pt x="25" y="18"/>
                  </a:cubicBezTo>
                  <a:cubicBezTo>
                    <a:pt x="27" y="48"/>
                    <a:pt x="11" y="77"/>
                    <a:pt x="5" y="106"/>
                  </a:cubicBezTo>
                  <a:cubicBezTo>
                    <a:pt x="2" y="122"/>
                    <a:pt x="0" y="140"/>
                    <a:pt x="0" y="157"/>
                  </a:cubicBezTo>
                  <a:cubicBezTo>
                    <a:pt x="0" y="160"/>
                    <a:pt x="0" y="164"/>
                    <a:pt x="0" y="168"/>
                  </a:cubicBezTo>
                  <a:cubicBezTo>
                    <a:pt x="0" y="176"/>
                    <a:pt x="13" y="178"/>
                    <a:pt x="17" y="172"/>
                  </a:cubicBezTo>
                  <a:cubicBezTo>
                    <a:pt x="19" y="170"/>
                    <a:pt x="21" y="168"/>
                    <a:pt x="22" y="166"/>
                  </a:cubicBezTo>
                  <a:cubicBezTo>
                    <a:pt x="25" y="160"/>
                    <a:pt x="27" y="153"/>
                    <a:pt x="27" y="146"/>
                  </a:cubicBezTo>
                  <a:cubicBezTo>
                    <a:pt x="28" y="125"/>
                    <a:pt x="33" y="104"/>
                    <a:pt x="41" y="84"/>
                  </a:cubicBezTo>
                  <a:cubicBezTo>
                    <a:pt x="48" y="68"/>
                    <a:pt x="52" y="51"/>
                    <a:pt x="52" y="33"/>
                  </a:cubicBezTo>
                  <a:cubicBezTo>
                    <a:pt x="52" y="24"/>
                    <a:pt x="51" y="15"/>
                    <a:pt x="49" y="6"/>
                  </a:cubicBezTo>
                  <a:cubicBezTo>
                    <a:pt x="49" y="5"/>
                    <a:pt x="48" y="4"/>
                    <a:pt x="48" y="3"/>
                  </a:cubicBezTo>
                  <a:cubicBezTo>
                    <a:pt x="47" y="2"/>
                    <a:pt x="46" y="1"/>
                    <a:pt x="45" y="0"/>
                  </a:cubicBezTo>
                  <a:lnTo>
                    <a:pt x="29" y="3"/>
                  </a:lnTo>
                  <a:cubicBezTo>
                    <a:pt x="28" y="4"/>
                    <a:pt x="27" y="5"/>
                    <a:pt x="26" y="6"/>
                  </a:cubicBezTo>
                  <a:cubicBezTo>
                    <a:pt x="25" y="7"/>
                    <a:pt x="25" y="8"/>
                    <a:pt x="25"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35"/>
            <p:cNvSpPr/>
            <p:nvPr/>
          </p:nvSpPr>
          <p:spPr>
            <a:xfrm>
              <a:off x="2973965" y="-839735"/>
              <a:ext cx="6120" cy="2160"/>
            </a:xfrm>
            <a:custGeom>
              <a:rect b="b" l="l" r="r" t="t"/>
              <a:pathLst>
                <a:path extrusionOk="0" h="6" w="17">
                  <a:moveTo>
                    <a:pt x="0" y="5"/>
                  </a:moveTo>
                  <a:lnTo>
                    <a:pt x="16" y="2"/>
                  </a:lnTo>
                  <a:cubicBezTo>
                    <a:pt x="15" y="1"/>
                    <a:pt x="12" y="0"/>
                    <a:pt x="10" y="0"/>
                  </a:cubicBezTo>
                  <a:cubicBezTo>
                    <a:pt x="8" y="0"/>
                    <a:pt x="6" y="1"/>
                    <a:pt x="4" y="2"/>
                  </a:cubicBezTo>
                  <a:cubicBezTo>
                    <a:pt x="2" y="3"/>
                    <a:pt x="1"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35"/>
            <p:cNvSpPr/>
            <p:nvPr/>
          </p:nvSpPr>
          <p:spPr>
            <a:xfrm>
              <a:off x="2993045" y="-845135"/>
              <a:ext cx="9720" cy="63000"/>
            </a:xfrm>
            <a:custGeom>
              <a:rect b="b" l="l" r="r" t="t"/>
              <a:pathLst>
                <a:path extrusionOk="0" h="175" w="27">
                  <a:moveTo>
                    <a:pt x="2" y="45"/>
                  </a:moveTo>
                  <a:cubicBezTo>
                    <a:pt x="3" y="86"/>
                    <a:pt x="2" y="127"/>
                    <a:pt x="3" y="168"/>
                  </a:cubicBezTo>
                  <a:cubicBezTo>
                    <a:pt x="3" y="169"/>
                    <a:pt x="3" y="170"/>
                    <a:pt x="4" y="171"/>
                  </a:cubicBezTo>
                  <a:cubicBezTo>
                    <a:pt x="4" y="171"/>
                    <a:pt x="5" y="172"/>
                    <a:pt x="6" y="173"/>
                  </a:cubicBezTo>
                  <a:cubicBezTo>
                    <a:pt x="7" y="174"/>
                    <a:pt x="8" y="173"/>
                    <a:pt x="9" y="173"/>
                  </a:cubicBezTo>
                  <a:cubicBezTo>
                    <a:pt x="10" y="173"/>
                    <a:pt x="11" y="173"/>
                    <a:pt x="11" y="173"/>
                  </a:cubicBezTo>
                  <a:cubicBezTo>
                    <a:pt x="12" y="172"/>
                    <a:pt x="13" y="172"/>
                    <a:pt x="14" y="171"/>
                  </a:cubicBezTo>
                  <a:cubicBezTo>
                    <a:pt x="15" y="170"/>
                    <a:pt x="14" y="169"/>
                    <a:pt x="14" y="168"/>
                  </a:cubicBezTo>
                  <a:cubicBezTo>
                    <a:pt x="16" y="135"/>
                    <a:pt x="22" y="104"/>
                    <a:pt x="22" y="71"/>
                  </a:cubicBezTo>
                  <a:cubicBezTo>
                    <a:pt x="22" y="53"/>
                    <a:pt x="22" y="36"/>
                    <a:pt x="22" y="18"/>
                  </a:cubicBezTo>
                  <a:cubicBezTo>
                    <a:pt x="22" y="14"/>
                    <a:pt x="26" y="2"/>
                    <a:pt x="21" y="4"/>
                  </a:cubicBezTo>
                  <a:lnTo>
                    <a:pt x="22" y="4"/>
                  </a:lnTo>
                  <a:cubicBezTo>
                    <a:pt x="23" y="3"/>
                    <a:pt x="24" y="2"/>
                    <a:pt x="25" y="1"/>
                  </a:cubicBezTo>
                  <a:lnTo>
                    <a:pt x="25" y="0"/>
                  </a:lnTo>
                  <a:lnTo>
                    <a:pt x="1" y="7"/>
                  </a:lnTo>
                  <a:cubicBezTo>
                    <a:pt x="0" y="12"/>
                    <a:pt x="0" y="16"/>
                    <a:pt x="0" y="20"/>
                  </a:cubicBezTo>
                  <a:cubicBezTo>
                    <a:pt x="0" y="28"/>
                    <a:pt x="1" y="36"/>
                    <a:pt x="2"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35"/>
            <p:cNvSpPr/>
            <p:nvPr/>
          </p:nvSpPr>
          <p:spPr>
            <a:xfrm>
              <a:off x="2993045" y="-846935"/>
              <a:ext cx="9720" cy="5040"/>
            </a:xfrm>
            <a:custGeom>
              <a:rect b="b" l="l" r="r" t="t"/>
              <a:pathLst>
                <a:path extrusionOk="0" h="14" w="27">
                  <a:moveTo>
                    <a:pt x="25" y="5"/>
                  </a:moveTo>
                  <a:cubicBezTo>
                    <a:pt x="25" y="4"/>
                    <a:pt x="26" y="2"/>
                    <a:pt x="26" y="0"/>
                  </a:cubicBezTo>
                  <a:lnTo>
                    <a:pt x="3" y="3"/>
                  </a:lnTo>
                  <a:cubicBezTo>
                    <a:pt x="1" y="6"/>
                    <a:pt x="1" y="10"/>
                    <a:pt x="0" y="13"/>
                  </a:cubicBezTo>
                  <a:lnTo>
                    <a:pt x="25"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35"/>
            <p:cNvSpPr/>
            <p:nvPr/>
          </p:nvSpPr>
          <p:spPr>
            <a:xfrm>
              <a:off x="2994125" y="-850175"/>
              <a:ext cx="8640" cy="4680"/>
            </a:xfrm>
            <a:custGeom>
              <a:rect b="b" l="l" r="r" t="t"/>
              <a:pathLst>
                <a:path extrusionOk="0" h="13" w="24">
                  <a:moveTo>
                    <a:pt x="11" y="0"/>
                  </a:moveTo>
                  <a:cubicBezTo>
                    <a:pt x="10" y="0"/>
                    <a:pt x="9" y="1"/>
                    <a:pt x="8" y="1"/>
                  </a:cubicBezTo>
                  <a:cubicBezTo>
                    <a:pt x="5" y="3"/>
                    <a:pt x="3" y="5"/>
                    <a:pt x="2" y="7"/>
                  </a:cubicBezTo>
                  <a:cubicBezTo>
                    <a:pt x="1" y="9"/>
                    <a:pt x="1" y="10"/>
                    <a:pt x="0" y="12"/>
                  </a:cubicBezTo>
                  <a:lnTo>
                    <a:pt x="23" y="9"/>
                  </a:lnTo>
                  <a:cubicBezTo>
                    <a:pt x="23" y="7"/>
                    <a:pt x="23" y="6"/>
                    <a:pt x="22" y="5"/>
                  </a:cubicBezTo>
                  <a:cubicBezTo>
                    <a:pt x="21" y="3"/>
                    <a:pt x="20" y="2"/>
                    <a:pt x="18" y="1"/>
                  </a:cubicBezTo>
                  <a:cubicBezTo>
                    <a:pt x="16" y="0"/>
                    <a:pt x="15" y="0"/>
                    <a:pt x="13" y="0"/>
                  </a:cubicBezTo>
                  <a:cubicBezTo>
                    <a:pt x="12" y="0"/>
                    <a:pt x="11"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35"/>
            <p:cNvSpPr/>
            <p:nvPr/>
          </p:nvSpPr>
          <p:spPr>
            <a:xfrm>
              <a:off x="3014285" y="-848375"/>
              <a:ext cx="10080" cy="63000"/>
            </a:xfrm>
            <a:custGeom>
              <a:rect b="b" l="l" r="r" t="t"/>
              <a:pathLst>
                <a:path extrusionOk="0" h="175" w="28">
                  <a:moveTo>
                    <a:pt x="0" y="165"/>
                  </a:moveTo>
                  <a:cubicBezTo>
                    <a:pt x="0" y="171"/>
                    <a:pt x="10" y="174"/>
                    <a:pt x="11" y="167"/>
                  </a:cubicBezTo>
                  <a:cubicBezTo>
                    <a:pt x="22" y="122"/>
                    <a:pt x="27" y="77"/>
                    <a:pt x="27" y="31"/>
                  </a:cubicBezTo>
                  <a:cubicBezTo>
                    <a:pt x="27" y="20"/>
                    <a:pt x="26" y="10"/>
                    <a:pt x="26" y="0"/>
                  </a:cubicBezTo>
                  <a:lnTo>
                    <a:pt x="3" y="1"/>
                  </a:lnTo>
                  <a:cubicBezTo>
                    <a:pt x="1" y="55"/>
                    <a:pt x="7" y="110"/>
                    <a:pt x="0"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35"/>
            <p:cNvSpPr/>
            <p:nvPr/>
          </p:nvSpPr>
          <p:spPr>
            <a:xfrm>
              <a:off x="3015725" y="-849815"/>
              <a:ext cx="8280" cy="1800"/>
            </a:xfrm>
            <a:custGeom>
              <a:rect b="b" l="l" r="r" t="t"/>
              <a:pathLst>
                <a:path extrusionOk="0" h="5" w="23">
                  <a:moveTo>
                    <a:pt x="22" y="4"/>
                  </a:moveTo>
                  <a:cubicBezTo>
                    <a:pt x="22" y="2"/>
                    <a:pt x="22" y="1"/>
                    <a:pt x="22" y="0"/>
                  </a:cubicBezTo>
                  <a:cubicBezTo>
                    <a:pt x="14" y="1"/>
                    <a:pt x="7" y="2"/>
                    <a:pt x="0" y="4"/>
                  </a:cubicBezTo>
                  <a:lnTo>
                    <a:pt x="22"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35"/>
            <p:cNvSpPr/>
            <p:nvPr/>
          </p:nvSpPr>
          <p:spPr>
            <a:xfrm>
              <a:off x="3015725" y="-859535"/>
              <a:ext cx="8280" cy="11520"/>
            </a:xfrm>
            <a:custGeom>
              <a:rect b="b" l="l" r="r" t="t"/>
              <a:pathLst>
                <a:path extrusionOk="0" h="32" w="23">
                  <a:moveTo>
                    <a:pt x="21" y="15"/>
                  </a:moveTo>
                  <a:cubicBezTo>
                    <a:pt x="20" y="14"/>
                    <a:pt x="19" y="12"/>
                    <a:pt x="18" y="11"/>
                  </a:cubicBezTo>
                  <a:cubicBezTo>
                    <a:pt x="17" y="9"/>
                    <a:pt x="16" y="6"/>
                    <a:pt x="16" y="3"/>
                  </a:cubicBezTo>
                  <a:cubicBezTo>
                    <a:pt x="10" y="0"/>
                    <a:pt x="0" y="5"/>
                    <a:pt x="0" y="13"/>
                  </a:cubicBezTo>
                  <a:cubicBezTo>
                    <a:pt x="1" y="21"/>
                    <a:pt x="0" y="25"/>
                    <a:pt x="0" y="31"/>
                  </a:cubicBezTo>
                  <a:cubicBezTo>
                    <a:pt x="7" y="29"/>
                    <a:pt x="14" y="28"/>
                    <a:pt x="22" y="27"/>
                  </a:cubicBezTo>
                  <a:cubicBezTo>
                    <a:pt x="21" y="23"/>
                    <a:pt x="21" y="19"/>
                    <a:pt x="2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35"/>
            <p:cNvSpPr/>
            <p:nvPr/>
          </p:nvSpPr>
          <p:spPr>
            <a:xfrm>
              <a:off x="3021485" y="-858095"/>
              <a:ext cx="2160" cy="4320"/>
            </a:xfrm>
            <a:custGeom>
              <a:rect b="b" l="l" r="r" t="t"/>
              <a:pathLst>
                <a:path extrusionOk="0" h="12" w="6">
                  <a:moveTo>
                    <a:pt x="5" y="6"/>
                  </a:moveTo>
                  <a:cubicBezTo>
                    <a:pt x="5" y="5"/>
                    <a:pt x="4" y="4"/>
                    <a:pt x="3" y="3"/>
                  </a:cubicBezTo>
                  <a:cubicBezTo>
                    <a:pt x="3" y="2"/>
                    <a:pt x="2" y="1"/>
                    <a:pt x="1" y="0"/>
                  </a:cubicBezTo>
                  <a:cubicBezTo>
                    <a:pt x="0" y="0"/>
                    <a:pt x="0" y="0"/>
                    <a:pt x="0" y="0"/>
                  </a:cubicBezTo>
                  <a:cubicBezTo>
                    <a:pt x="0" y="2"/>
                    <a:pt x="1" y="5"/>
                    <a:pt x="2" y="7"/>
                  </a:cubicBezTo>
                  <a:cubicBezTo>
                    <a:pt x="3" y="9"/>
                    <a:pt x="4" y="10"/>
                    <a:pt x="5" y="11"/>
                  </a:cubicBezTo>
                  <a:cubicBezTo>
                    <a:pt x="5" y="9"/>
                    <a:pt x="5" y="8"/>
                    <a:pt x="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35"/>
            <p:cNvSpPr/>
            <p:nvPr/>
          </p:nvSpPr>
          <p:spPr>
            <a:xfrm>
              <a:off x="3034085" y="-849095"/>
              <a:ext cx="10440" cy="64440"/>
            </a:xfrm>
            <a:custGeom>
              <a:rect b="b" l="l" r="r" t="t"/>
              <a:pathLst>
                <a:path extrusionOk="0" h="179" w="29">
                  <a:moveTo>
                    <a:pt x="19" y="10"/>
                  </a:moveTo>
                  <a:cubicBezTo>
                    <a:pt x="16" y="10"/>
                    <a:pt x="14" y="9"/>
                    <a:pt x="12" y="8"/>
                  </a:cubicBezTo>
                  <a:cubicBezTo>
                    <a:pt x="11" y="7"/>
                    <a:pt x="10" y="6"/>
                    <a:pt x="9" y="5"/>
                  </a:cubicBezTo>
                  <a:cubicBezTo>
                    <a:pt x="8" y="4"/>
                    <a:pt x="6" y="3"/>
                    <a:pt x="5" y="2"/>
                  </a:cubicBezTo>
                  <a:cubicBezTo>
                    <a:pt x="3" y="1"/>
                    <a:pt x="2" y="1"/>
                    <a:pt x="0" y="0"/>
                  </a:cubicBezTo>
                  <a:cubicBezTo>
                    <a:pt x="3" y="57"/>
                    <a:pt x="10" y="113"/>
                    <a:pt x="8" y="171"/>
                  </a:cubicBezTo>
                  <a:cubicBezTo>
                    <a:pt x="8" y="172"/>
                    <a:pt x="9" y="173"/>
                    <a:pt x="9" y="174"/>
                  </a:cubicBezTo>
                  <a:cubicBezTo>
                    <a:pt x="10" y="176"/>
                    <a:pt x="10" y="176"/>
                    <a:pt x="12" y="177"/>
                  </a:cubicBezTo>
                  <a:cubicBezTo>
                    <a:pt x="14" y="178"/>
                    <a:pt x="14" y="178"/>
                    <a:pt x="16" y="178"/>
                  </a:cubicBezTo>
                  <a:cubicBezTo>
                    <a:pt x="17" y="178"/>
                    <a:pt x="18" y="178"/>
                    <a:pt x="20" y="177"/>
                  </a:cubicBezTo>
                  <a:cubicBezTo>
                    <a:pt x="22" y="176"/>
                    <a:pt x="21" y="176"/>
                    <a:pt x="22" y="174"/>
                  </a:cubicBezTo>
                  <a:cubicBezTo>
                    <a:pt x="22" y="173"/>
                    <a:pt x="23" y="173"/>
                    <a:pt x="23" y="172"/>
                  </a:cubicBezTo>
                  <a:cubicBezTo>
                    <a:pt x="27" y="138"/>
                    <a:pt x="28" y="104"/>
                    <a:pt x="28" y="70"/>
                  </a:cubicBezTo>
                  <a:cubicBezTo>
                    <a:pt x="28" y="54"/>
                    <a:pt x="28" y="39"/>
                    <a:pt x="27" y="23"/>
                  </a:cubicBezTo>
                  <a:lnTo>
                    <a:pt x="20" y="11"/>
                  </a:lnTo>
                  <a:lnTo>
                    <a:pt x="19"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35"/>
            <p:cNvSpPr/>
            <p:nvPr/>
          </p:nvSpPr>
          <p:spPr>
            <a:xfrm>
              <a:off x="3033725" y="-850895"/>
              <a:ext cx="7560" cy="5760"/>
            </a:xfrm>
            <a:custGeom>
              <a:rect b="b" l="l" r="r" t="t"/>
              <a:pathLst>
                <a:path extrusionOk="0" h="16" w="21">
                  <a:moveTo>
                    <a:pt x="20" y="15"/>
                  </a:moveTo>
                  <a:cubicBezTo>
                    <a:pt x="19" y="15"/>
                    <a:pt x="19" y="15"/>
                    <a:pt x="19" y="15"/>
                  </a:cubicBezTo>
                  <a:cubicBezTo>
                    <a:pt x="19" y="14"/>
                    <a:pt x="18" y="13"/>
                    <a:pt x="18" y="12"/>
                  </a:cubicBezTo>
                  <a:cubicBezTo>
                    <a:pt x="18" y="10"/>
                    <a:pt x="19" y="9"/>
                    <a:pt x="19" y="8"/>
                  </a:cubicBezTo>
                  <a:lnTo>
                    <a:pt x="20" y="8"/>
                  </a:lnTo>
                  <a:cubicBezTo>
                    <a:pt x="13" y="5"/>
                    <a:pt x="7" y="2"/>
                    <a:pt x="0" y="0"/>
                  </a:cubicBezTo>
                  <a:lnTo>
                    <a:pt x="0" y="5"/>
                  </a:lnTo>
                  <a:cubicBezTo>
                    <a:pt x="1" y="6"/>
                    <a:pt x="3" y="6"/>
                    <a:pt x="4" y="7"/>
                  </a:cubicBezTo>
                  <a:cubicBezTo>
                    <a:pt x="6" y="8"/>
                    <a:pt x="7" y="9"/>
                    <a:pt x="9" y="10"/>
                  </a:cubicBezTo>
                  <a:cubicBezTo>
                    <a:pt x="10" y="11"/>
                    <a:pt x="11" y="12"/>
                    <a:pt x="12" y="13"/>
                  </a:cubicBezTo>
                  <a:cubicBezTo>
                    <a:pt x="14" y="14"/>
                    <a:pt x="17" y="15"/>
                    <a:pt x="2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35"/>
            <p:cNvSpPr/>
            <p:nvPr/>
          </p:nvSpPr>
          <p:spPr>
            <a:xfrm>
              <a:off x="3035165" y="-863855"/>
              <a:ext cx="8280" cy="4320"/>
            </a:xfrm>
            <a:custGeom>
              <a:rect b="b" l="l" r="r" t="t"/>
              <a:pathLst>
                <a:path extrusionOk="0" h="12" w="23">
                  <a:moveTo>
                    <a:pt x="0" y="2"/>
                  </a:moveTo>
                  <a:cubicBezTo>
                    <a:pt x="8" y="5"/>
                    <a:pt x="15" y="8"/>
                    <a:pt x="22" y="11"/>
                  </a:cubicBezTo>
                  <a:cubicBezTo>
                    <a:pt x="22" y="10"/>
                    <a:pt x="21" y="9"/>
                    <a:pt x="20" y="7"/>
                  </a:cubicBezTo>
                  <a:cubicBezTo>
                    <a:pt x="19" y="5"/>
                    <a:pt x="17" y="3"/>
                    <a:pt x="15" y="2"/>
                  </a:cubicBezTo>
                  <a:cubicBezTo>
                    <a:pt x="13" y="1"/>
                    <a:pt x="10" y="0"/>
                    <a:pt x="8"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35"/>
            <p:cNvSpPr/>
            <p:nvPr/>
          </p:nvSpPr>
          <p:spPr>
            <a:xfrm>
              <a:off x="3034085" y="-863135"/>
              <a:ext cx="9720" cy="15480"/>
            </a:xfrm>
            <a:custGeom>
              <a:rect b="b" l="l" r="r" t="t"/>
              <a:pathLst>
                <a:path extrusionOk="0" h="43" w="27">
                  <a:moveTo>
                    <a:pt x="20" y="41"/>
                  </a:moveTo>
                  <a:lnTo>
                    <a:pt x="21" y="40"/>
                  </a:lnTo>
                  <a:cubicBezTo>
                    <a:pt x="23" y="39"/>
                    <a:pt x="24" y="39"/>
                    <a:pt x="26" y="38"/>
                  </a:cubicBezTo>
                  <a:cubicBezTo>
                    <a:pt x="26" y="29"/>
                    <a:pt x="26" y="21"/>
                    <a:pt x="26" y="12"/>
                  </a:cubicBezTo>
                  <a:lnTo>
                    <a:pt x="26" y="11"/>
                  </a:lnTo>
                  <a:cubicBezTo>
                    <a:pt x="26" y="10"/>
                    <a:pt x="26" y="10"/>
                    <a:pt x="26" y="9"/>
                  </a:cubicBezTo>
                  <a:cubicBezTo>
                    <a:pt x="19" y="6"/>
                    <a:pt x="12" y="3"/>
                    <a:pt x="5" y="0"/>
                  </a:cubicBezTo>
                  <a:cubicBezTo>
                    <a:pt x="3" y="1"/>
                    <a:pt x="2" y="2"/>
                    <a:pt x="1" y="4"/>
                  </a:cubicBezTo>
                  <a:cubicBezTo>
                    <a:pt x="0" y="6"/>
                    <a:pt x="0" y="8"/>
                    <a:pt x="0" y="10"/>
                  </a:cubicBezTo>
                  <a:cubicBezTo>
                    <a:pt x="0" y="11"/>
                    <a:pt x="0" y="12"/>
                    <a:pt x="0" y="13"/>
                  </a:cubicBezTo>
                  <a:cubicBezTo>
                    <a:pt x="0" y="14"/>
                    <a:pt x="0" y="15"/>
                    <a:pt x="0" y="16"/>
                  </a:cubicBezTo>
                  <a:cubicBezTo>
                    <a:pt x="0" y="22"/>
                    <a:pt x="0" y="28"/>
                    <a:pt x="0" y="34"/>
                  </a:cubicBezTo>
                  <a:cubicBezTo>
                    <a:pt x="6" y="36"/>
                    <a:pt x="13" y="39"/>
                    <a:pt x="19" y="42"/>
                  </a:cubicBezTo>
                  <a:lnTo>
                    <a:pt x="20"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35"/>
            <p:cNvSpPr/>
            <p:nvPr/>
          </p:nvSpPr>
          <p:spPr>
            <a:xfrm>
              <a:off x="3043445" y="-845495"/>
              <a:ext cx="17640" cy="37440"/>
            </a:xfrm>
            <a:custGeom>
              <a:rect b="b" l="l" r="r" t="t"/>
              <a:pathLst>
                <a:path extrusionOk="0" h="104" w="49">
                  <a:moveTo>
                    <a:pt x="4" y="0"/>
                  </a:moveTo>
                  <a:lnTo>
                    <a:pt x="0" y="0"/>
                  </a:lnTo>
                  <a:lnTo>
                    <a:pt x="0" y="13"/>
                  </a:lnTo>
                  <a:cubicBezTo>
                    <a:pt x="4" y="18"/>
                    <a:pt x="8" y="24"/>
                    <a:pt x="11" y="30"/>
                  </a:cubicBezTo>
                  <a:cubicBezTo>
                    <a:pt x="23" y="50"/>
                    <a:pt x="31" y="72"/>
                    <a:pt x="34" y="94"/>
                  </a:cubicBezTo>
                  <a:cubicBezTo>
                    <a:pt x="35" y="96"/>
                    <a:pt x="35" y="97"/>
                    <a:pt x="36" y="99"/>
                  </a:cubicBezTo>
                  <a:cubicBezTo>
                    <a:pt x="37" y="100"/>
                    <a:pt x="37" y="101"/>
                    <a:pt x="39" y="102"/>
                  </a:cubicBezTo>
                  <a:cubicBezTo>
                    <a:pt x="41" y="103"/>
                    <a:pt x="42" y="103"/>
                    <a:pt x="44" y="103"/>
                  </a:cubicBezTo>
                  <a:cubicBezTo>
                    <a:pt x="45" y="103"/>
                    <a:pt x="47" y="103"/>
                    <a:pt x="48" y="102"/>
                  </a:cubicBezTo>
                  <a:cubicBezTo>
                    <a:pt x="48" y="60"/>
                    <a:pt x="35" y="2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35"/>
            <p:cNvSpPr/>
            <p:nvPr/>
          </p:nvSpPr>
          <p:spPr>
            <a:xfrm>
              <a:off x="3044885" y="-848375"/>
              <a:ext cx="19080" cy="40320"/>
            </a:xfrm>
            <a:custGeom>
              <a:rect b="b" l="l" r="r" t="t"/>
              <a:pathLst>
                <a:path extrusionOk="0" h="112" w="53">
                  <a:moveTo>
                    <a:pt x="52" y="100"/>
                  </a:moveTo>
                  <a:cubicBezTo>
                    <a:pt x="52" y="75"/>
                    <a:pt x="45" y="50"/>
                    <a:pt x="33" y="28"/>
                  </a:cubicBezTo>
                  <a:cubicBezTo>
                    <a:pt x="31" y="26"/>
                    <a:pt x="30" y="23"/>
                    <a:pt x="29" y="21"/>
                  </a:cubicBezTo>
                  <a:cubicBezTo>
                    <a:pt x="28" y="21"/>
                    <a:pt x="28" y="20"/>
                    <a:pt x="28" y="20"/>
                  </a:cubicBezTo>
                  <a:cubicBezTo>
                    <a:pt x="24" y="12"/>
                    <a:pt x="18" y="6"/>
                    <a:pt x="12" y="0"/>
                  </a:cubicBezTo>
                  <a:cubicBezTo>
                    <a:pt x="10" y="2"/>
                    <a:pt x="8" y="4"/>
                    <a:pt x="5" y="6"/>
                  </a:cubicBezTo>
                  <a:cubicBezTo>
                    <a:pt x="4" y="7"/>
                    <a:pt x="2" y="7"/>
                    <a:pt x="0" y="8"/>
                  </a:cubicBezTo>
                  <a:cubicBezTo>
                    <a:pt x="31" y="30"/>
                    <a:pt x="44" y="67"/>
                    <a:pt x="44" y="111"/>
                  </a:cubicBezTo>
                  <a:cubicBezTo>
                    <a:pt x="45" y="111"/>
                    <a:pt x="46" y="111"/>
                    <a:pt x="47" y="110"/>
                  </a:cubicBezTo>
                  <a:cubicBezTo>
                    <a:pt x="48" y="109"/>
                    <a:pt x="50" y="108"/>
                    <a:pt x="51" y="106"/>
                  </a:cubicBezTo>
                  <a:cubicBezTo>
                    <a:pt x="52" y="104"/>
                    <a:pt x="52" y="102"/>
                    <a:pt x="52"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35"/>
            <p:cNvSpPr/>
            <p:nvPr/>
          </p:nvSpPr>
          <p:spPr>
            <a:xfrm>
              <a:off x="3043445" y="-846215"/>
              <a:ext cx="1800" cy="1080"/>
            </a:xfrm>
            <a:custGeom>
              <a:rect b="b" l="l" r="r" t="t"/>
              <a:pathLst>
                <a:path extrusionOk="0" h="3" w="5">
                  <a:moveTo>
                    <a:pt x="0" y="2"/>
                  </a:moveTo>
                  <a:lnTo>
                    <a:pt x="4" y="2"/>
                  </a:lnTo>
                  <a:lnTo>
                    <a:pt x="0" y="0"/>
                  </a:lnTo>
                  <a:lnTo>
                    <a:pt x="0" y="2"/>
                  </a:lnTo>
                </a:path>
              </a:pathLst>
            </a:custGeom>
            <a:solidFill>
              <a:schemeClr val="dk1"/>
            </a:solidFill>
            <a:ln>
              <a:noFill/>
            </a:ln>
          </p:spPr>
        </p:sp>
        <p:sp>
          <p:nvSpPr>
            <p:cNvPr id="3578" name="Google Shape;3578;p35"/>
            <p:cNvSpPr/>
            <p:nvPr/>
          </p:nvSpPr>
          <p:spPr>
            <a:xfrm>
              <a:off x="3043445" y="-849815"/>
              <a:ext cx="6120" cy="4680"/>
            </a:xfrm>
            <a:custGeom>
              <a:rect b="b" l="l" r="r" t="t"/>
              <a:pathLst>
                <a:path extrusionOk="0" h="13" w="17">
                  <a:moveTo>
                    <a:pt x="0" y="1"/>
                  </a:moveTo>
                  <a:cubicBezTo>
                    <a:pt x="0" y="4"/>
                    <a:pt x="0" y="7"/>
                    <a:pt x="0" y="9"/>
                  </a:cubicBezTo>
                  <a:lnTo>
                    <a:pt x="4" y="12"/>
                  </a:lnTo>
                  <a:cubicBezTo>
                    <a:pt x="6" y="11"/>
                    <a:pt x="8" y="11"/>
                    <a:pt x="9" y="10"/>
                  </a:cubicBezTo>
                  <a:cubicBezTo>
                    <a:pt x="12" y="8"/>
                    <a:pt x="14" y="6"/>
                    <a:pt x="16" y="4"/>
                  </a:cubicBezTo>
                  <a:cubicBezTo>
                    <a:pt x="15" y="3"/>
                    <a:pt x="15" y="3"/>
                    <a:pt x="14" y="2"/>
                  </a:cubicBezTo>
                  <a:cubicBezTo>
                    <a:pt x="11" y="0"/>
                    <a:pt x="8" y="0"/>
                    <a:pt x="5" y="0"/>
                  </a:cubicBezTo>
                  <a:cubicBezTo>
                    <a:pt x="4" y="0"/>
                    <a:pt x="2"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35"/>
            <p:cNvSpPr/>
            <p:nvPr/>
          </p:nvSpPr>
          <p:spPr>
            <a:xfrm>
              <a:off x="3040925" y="-845495"/>
              <a:ext cx="2880" cy="5040"/>
            </a:xfrm>
            <a:custGeom>
              <a:rect b="b" l="l" r="r" t="t"/>
              <a:pathLst>
                <a:path extrusionOk="0" h="14" w="8">
                  <a:moveTo>
                    <a:pt x="0" y="0"/>
                  </a:moveTo>
                  <a:lnTo>
                    <a:pt x="7" y="13"/>
                  </a:lnTo>
                  <a:lnTo>
                    <a:pt x="7" y="0"/>
                  </a:lnTo>
                  <a:cubicBezTo>
                    <a:pt x="6" y="0"/>
                    <a:pt x="4"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35"/>
            <p:cNvSpPr/>
            <p:nvPr/>
          </p:nvSpPr>
          <p:spPr>
            <a:xfrm>
              <a:off x="3040565" y="-848015"/>
              <a:ext cx="3600" cy="2880"/>
            </a:xfrm>
            <a:custGeom>
              <a:rect b="b" l="l" r="r" t="t"/>
              <a:pathLst>
                <a:path extrusionOk="0" h="8" w="10">
                  <a:moveTo>
                    <a:pt x="1" y="0"/>
                  </a:moveTo>
                  <a:cubicBezTo>
                    <a:pt x="0" y="1"/>
                    <a:pt x="0" y="1"/>
                    <a:pt x="0" y="3"/>
                  </a:cubicBezTo>
                  <a:cubicBezTo>
                    <a:pt x="0" y="4"/>
                    <a:pt x="0" y="6"/>
                    <a:pt x="1" y="7"/>
                  </a:cubicBezTo>
                  <a:cubicBezTo>
                    <a:pt x="2" y="7"/>
                    <a:pt x="4" y="7"/>
                    <a:pt x="5" y="7"/>
                  </a:cubicBezTo>
                  <a:cubicBezTo>
                    <a:pt x="6" y="7"/>
                    <a:pt x="7" y="7"/>
                    <a:pt x="9" y="7"/>
                  </a:cubicBezTo>
                  <a:lnTo>
                    <a:pt x="9" y="4"/>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35"/>
            <p:cNvSpPr/>
            <p:nvPr/>
          </p:nvSpPr>
          <p:spPr>
            <a:xfrm>
              <a:off x="3040925" y="-849455"/>
              <a:ext cx="2880" cy="3600"/>
            </a:xfrm>
            <a:custGeom>
              <a:rect b="b" l="l" r="r" t="t"/>
              <a:pathLst>
                <a:path extrusionOk="0" h="10" w="8">
                  <a:moveTo>
                    <a:pt x="7" y="0"/>
                  </a:moveTo>
                  <a:cubicBezTo>
                    <a:pt x="5" y="1"/>
                    <a:pt x="4" y="1"/>
                    <a:pt x="2" y="2"/>
                  </a:cubicBezTo>
                  <a:lnTo>
                    <a:pt x="1" y="3"/>
                  </a:lnTo>
                  <a:lnTo>
                    <a:pt x="0" y="4"/>
                  </a:lnTo>
                  <a:lnTo>
                    <a:pt x="7" y="9"/>
                  </a:lnTo>
                  <a:cubicBezTo>
                    <a:pt x="7" y="6"/>
                    <a:pt x="7" y="3"/>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35"/>
            <p:cNvSpPr/>
            <p:nvPr/>
          </p:nvSpPr>
          <p:spPr>
            <a:xfrm>
              <a:off x="3326045" y="-625175"/>
              <a:ext cx="10440" cy="21240"/>
            </a:xfrm>
            <a:custGeom>
              <a:rect b="b" l="l" r="r" t="t"/>
              <a:pathLst>
                <a:path extrusionOk="0" h="59" w="29">
                  <a:moveTo>
                    <a:pt x="24" y="27"/>
                  </a:moveTo>
                  <a:cubicBezTo>
                    <a:pt x="24" y="18"/>
                    <a:pt x="28" y="10"/>
                    <a:pt x="21" y="2"/>
                  </a:cubicBezTo>
                  <a:lnTo>
                    <a:pt x="20" y="1"/>
                  </a:lnTo>
                  <a:cubicBezTo>
                    <a:pt x="19" y="0"/>
                    <a:pt x="17" y="0"/>
                    <a:pt x="16" y="0"/>
                  </a:cubicBezTo>
                  <a:cubicBezTo>
                    <a:pt x="15" y="0"/>
                    <a:pt x="14" y="1"/>
                    <a:pt x="13" y="1"/>
                  </a:cubicBezTo>
                  <a:cubicBezTo>
                    <a:pt x="12" y="2"/>
                    <a:pt x="12" y="2"/>
                    <a:pt x="11" y="2"/>
                  </a:cubicBezTo>
                  <a:cubicBezTo>
                    <a:pt x="9" y="5"/>
                    <a:pt x="7" y="7"/>
                    <a:pt x="5" y="10"/>
                  </a:cubicBezTo>
                  <a:cubicBezTo>
                    <a:pt x="2" y="15"/>
                    <a:pt x="1" y="21"/>
                    <a:pt x="0" y="27"/>
                  </a:cubicBezTo>
                  <a:cubicBezTo>
                    <a:pt x="0" y="33"/>
                    <a:pt x="0" y="38"/>
                    <a:pt x="0" y="44"/>
                  </a:cubicBezTo>
                  <a:cubicBezTo>
                    <a:pt x="5" y="47"/>
                    <a:pt x="9" y="50"/>
                    <a:pt x="14" y="53"/>
                  </a:cubicBezTo>
                  <a:cubicBezTo>
                    <a:pt x="17" y="55"/>
                    <a:pt x="20" y="56"/>
                    <a:pt x="23" y="58"/>
                  </a:cubicBezTo>
                  <a:cubicBezTo>
                    <a:pt x="24" y="48"/>
                    <a:pt x="24" y="38"/>
                    <a:pt x="24"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35"/>
            <p:cNvSpPr/>
            <p:nvPr/>
          </p:nvSpPr>
          <p:spPr>
            <a:xfrm>
              <a:off x="3339365" y="-590975"/>
              <a:ext cx="1800" cy="1080"/>
            </a:xfrm>
            <a:custGeom>
              <a:rect b="b" l="l" r="r" t="t"/>
              <a:pathLst>
                <a:path extrusionOk="0" h="3" w="5">
                  <a:moveTo>
                    <a:pt x="4" y="2"/>
                  </a:moveTo>
                  <a:lnTo>
                    <a:pt x="0" y="0"/>
                  </a:lnTo>
                  <a:cubicBezTo>
                    <a:pt x="0" y="0"/>
                    <a:pt x="1" y="0"/>
                    <a:pt x="2" y="1"/>
                  </a:cubicBezTo>
                  <a:cubicBezTo>
                    <a:pt x="3" y="2"/>
                    <a:pt x="3"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35"/>
            <p:cNvSpPr/>
            <p:nvPr/>
          </p:nvSpPr>
          <p:spPr>
            <a:xfrm>
              <a:off x="3337205" y="-623015"/>
              <a:ext cx="9360" cy="25200"/>
            </a:xfrm>
            <a:custGeom>
              <a:rect b="b" l="l" r="r" t="t"/>
              <a:pathLst>
                <a:path extrusionOk="0" h="70" w="26">
                  <a:moveTo>
                    <a:pt x="24" y="35"/>
                  </a:moveTo>
                  <a:cubicBezTo>
                    <a:pt x="24" y="31"/>
                    <a:pt x="22" y="16"/>
                    <a:pt x="22" y="10"/>
                  </a:cubicBezTo>
                  <a:cubicBezTo>
                    <a:pt x="16" y="6"/>
                    <a:pt x="11" y="3"/>
                    <a:pt x="5" y="0"/>
                  </a:cubicBezTo>
                  <a:cubicBezTo>
                    <a:pt x="2" y="8"/>
                    <a:pt x="0" y="16"/>
                    <a:pt x="0" y="24"/>
                  </a:cubicBezTo>
                  <a:cubicBezTo>
                    <a:pt x="0" y="28"/>
                    <a:pt x="0" y="31"/>
                    <a:pt x="1" y="35"/>
                  </a:cubicBezTo>
                  <a:cubicBezTo>
                    <a:pt x="1" y="42"/>
                    <a:pt x="2" y="49"/>
                    <a:pt x="2" y="57"/>
                  </a:cubicBezTo>
                  <a:cubicBezTo>
                    <a:pt x="7" y="59"/>
                    <a:pt x="12" y="61"/>
                    <a:pt x="16" y="64"/>
                  </a:cubicBezTo>
                  <a:cubicBezTo>
                    <a:pt x="20" y="67"/>
                    <a:pt x="21" y="67"/>
                    <a:pt x="24" y="69"/>
                  </a:cubicBezTo>
                  <a:cubicBezTo>
                    <a:pt x="24" y="62"/>
                    <a:pt x="25" y="55"/>
                    <a:pt x="25" y="49"/>
                  </a:cubicBezTo>
                  <a:cubicBezTo>
                    <a:pt x="25" y="44"/>
                    <a:pt x="25" y="40"/>
                    <a:pt x="2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35"/>
            <p:cNvSpPr/>
            <p:nvPr/>
          </p:nvSpPr>
          <p:spPr>
            <a:xfrm>
              <a:off x="3339365" y="-625535"/>
              <a:ext cx="7200" cy="6120"/>
            </a:xfrm>
            <a:custGeom>
              <a:rect b="b" l="l" r="r" t="t"/>
              <a:pathLst>
                <a:path extrusionOk="0" h="17" w="20">
                  <a:moveTo>
                    <a:pt x="17" y="13"/>
                  </a:moveTo>
                  <a:lnTo>
                    <a:pt x="18" y="12"/>
                  </a:lnTo>
                  <a:cubicBezTo>
                    <a:pt x="18" y="11"/>
                    <a:pt x="18" y="10"/>
                    <a:pt x="18" y="9"/>
                  </a:cubicBezTo>
                  <a:cubicBezTo>
                    <a:pt x="18" y="8"/>
                    <a:pt x="19" y="6"/>
                    <a:pt x="18" y="5"/>
                  </a:cubicBezTo>
                  <a:cubicBezTo>
                    <a:pt x="17" y="4"/>
                    <a:pt x="17" y="5"/>
                    <a:pt x="17" y="4"/>
                  </a:cubicBezTo>
                  <a:lnTo>
                    <a:pt x="14" y="2"/>
                  </a:lnTo>
                  <a:lnTo>
                    <a:pt x="13" y="2"/>
                  </a:lnTo>
                  <a:cubicBezTo>
                    <a:pt x="11" y="1"/>
                    <a:pt x="9" y="0"/>
                    <a:pt x="8" y="0"/>
                  </a:cubicBezTo>
                  <a:cubicBezTo>
                    <a:pt x="6" y="0"/>
                    <a:pt x="5" y="1"/>
                    <a:pt x="4" y="2"/>
                  </a:cubicBezTo>
                  <a:lnTo>
                    <a:pt x="3" y="2"/>
                  </a:lnTo>
                  <a:cubicBezTo>
                    <a:pt x="2" y="3"/>
                    <a:pt x="2" y="4"/>
                    <a:pt x="1" y="5"/>
                  </a:cubicBezTo>
                  <a:cubicBezTo>
                    <a:pt x="1" y="6"/>
                    <a:pt x="0" y="6"/>
                    <a:pt x="0" y="7"/>
                  </a:cubicBezTo>
                  <a:cubicBezTo>
                    <a:pt x="6" y="10"/>
                    <a:pt x="11" y="13"/>
                    <a:pt x="17" y="16"/>
                  </a:cubicBezTo>
                  <a:cubicBezTo>
                    <a:pt x="17" y="16"/>
                    <a:pt x="17" y="15"/>
                    <a:pt x="17" y="14"/>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35"/>
            <p:cNvSpPr/>
            <p:nvPr/>
          </p:nvSpPr>
          <p:spPr>
            <a:xfrm>
              <a:off x="3357725" y="-581615"/>
              <a:ext cx="1800" cy="720"/>
            </a:xfrm>
            <a:custGeom>
              <a:rect b="b" l="l" r="r" t="t"/>
              <a:pathLst>
                <a:path extrusionOk="0" h="2" w="5">
                  <a:moveTo>
                    <a:pt x="4" y="1"/>
                  </a:moveTo>
                  <a:lnTo>
                    <a:pt x="0" y="0"/>
                  </a:lnTo>
                  <a:cubicBezTo>
                    <a:pt x="1" y="1"/>
                    <a:pt x="2"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35"/>
            <p:cNvSpPr/>
            <p:nvPr/>
          </p:nvSpPr>
          <p:spPr>
            <a:xfrm>
              <a:off x="3355565" y="-612575"/>
              <a:ext cx="10800" cy="20880"/>
            </a:xfrm>
            <a:custGeom>
              <a:rect b="b" l="l" r="r" t="t"/>
              <a:pathLst>
                <a:path extrusionOk="0" h="58" w="30">
                  <a:moveTo>
                    <a:pt x="17" y="53"/>
                  </a:moveTo>
                  <a:cubicBezTo>
                    <a:pt x="18" y="53"/>
                    <a:pt x="19" y="52"/>
                    <a:pt x="20" y="52"/>
                  </a:cubicBezTo>
                  <a:cubicBezTo>
                    <a:pt x="21" y="52"/>
                    <a:pt x="22" y="53"/>
                    <a:pt x="23" y="53"/>
                  </a:cubicBezTo>
                  <a:cubicBezTo>
                    <a:pt x="24" y="44"/>
                    <a:pt x="25" y="36"/>
                    <a:pt x="26" y="27"/>
                  </a:cubicBezTo>
                  <a:cubicBezTo>
                    <a:pt x="26" y="18"/>
                    <a:pt x="29" y="13"/>
                    <a:pt x="29" y="7"/>
                  </a:cubicBezTo>
                  <a:cubicBezTo>
                    <a:pt x="22" y="5"/>
                    <a:pt x="16" y="3"/>
                    <a:pt x="10" y="0"/>
                  </a:cubicBezTo>
                  <a:cubicBezTo>
                    <a:pt x="9" y="2"/>
                    <a:pt x="8" y="3"/>
                    <a:pt x="7" y="4"/>
                  </a:cubicBezTo>
                  <a:cubicBezTo>
                    <a:pt x="4" y="11"/>
                    <a:pt x="2" y="18"/>
                    <a:pt x="2" y="25"/>
                  </a:cubicBezTo>
                  <a:lnTo>
                    <a:pt x="2" y="26"/>
                  </a:lnTo>
                  <a:cubicBezTo>
                    <a:pt x="2" y="27"/>
                    <a:pt x="2" y="28"/>
                    <a:pt x="2" y="29"/>
                  </a:cubicBezTo>
                  <a:cubicBezTo>
                    <a:pt x="2" y="37"/>
                    <a:pt x="1" y="45"/>
                    <a:pt x="0" y="53"/>
                  </a:cubicBezTo>
                  <a:lnTo>
                    <a:pt x="14" y="57"/>
                  </a:lnTo>
                  <a:cubicBezTo>
                    <a:pt x="14" y="56"/>
                    <a:pt x="14" y="56"/>
                    <a:pt x="14" y="56"/>
                  </a:cubicBezTo>
                  <a:cubicBezTo>
                    <a:pt x="15" y="54"/>
                    <a:pt x="16" y="54"/>
                    <a:pt x="17"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35"/>
            <p:cNvSpPr/>
            <p:nvPr/>
          </p:nvSpPr>
          <p:spPr>
            <a:xfrm>
              <a:off x="3360605" y="-593855"/>
              <a:ext cx="3600" cy="1800"/>
            </a:xfrm>
            <a:custGeom>
              <a:rect b="b" l="l" r="r" t="t"/>
              <a:pathLst>
                <a:path extrusionOk="0" h="5" w="10">
                  <a:moveTo>
                    <a:pt x="9" y="0"/>
                  </a:moveTo>
                  <a:cubicBezTo>
                    <a:pt x="8" y="0"/>
                    <a:pt x="7" y="0"/>
                    <a:pt x="6" y="0"/>
                  </a:cubicBezTo>
                  <a:cubicBezTo>
                    <a:pt x="5" y="0"/>
                    <a:pt x="4" y="0"/>
                    <a:pt x="3" y="0"/>
                  </a:cubicBezTo>
                  <a:lnTo>
                    <a:pt x="2" y="1"/>
                  </a:lnTo>
                  <a:cubicBezTo>
                    <a:pt x="1" y="2"/>
                    <a:pt x="0" y="2"/>
                    <a:pt x="0" y="2"/>
                  </a:cubicBezTo>
                  <a:lnTo>
                    <a:pt x="9" y="4"/>
                  </a:lnTo>
                  <a:cubicBezTo>
                    <a:pt x="9" y="4"/>
                    <a:pt x="9" y="2"/>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35"/>
            <p:cNvSpPr/>
            <p:nvPr/>
          </p:nvSpPr>
          <p:spPr>
            <a:xfrm>
              <a:off x="3359165" y="-614735"/>
              <a:ext cx="7200" cy="4680"/>
            </a:xfrm>
            <a:custGeom>
              <a:rect b="b" l="l" r="r" t="t"/>
              <a:pathLst>
                <a:path extrusionOk="0" h="13" w="20">
                  <a:moveTo>
                    <a:pt x="14" y="2"/>
                  </a:moveTo>
                  <a:cubicBezTo>
                    <a:pt x="14" y="1"/>
                    <a:pt x="13" y="1"/>
                    <a:pt x="13" y="1"/>
                  </a:cubicBezTo>
                  <a:cubicBezTo>
                    <a:pt x="11" y="0"/>
                    <a:pt x="10" y="0"/>
                    <a:pt x="9" y="0"/>
                  </a:cubicBezTo>
                  <a:cubicBezTo>
                    <a:pt x="7" y="0"/>
                    <a:pt x="6" y="0"/>
                    <a:pt x="5" y="1"/>
                  </a:cubicBezTo>
                  <a:cubicBezTo>
                    <a:pt x="4" y="1"/>
                    <a:pt x="4" y="1"/>
                    <a:pt x="3" y="2"/>
                  </a:cubicBezTo>
                  <a:cubicBezTo>
                    <a:pt x="2" y="3"/>
                    <a:pt x="1" y="4"/>
                    <a:pt x="0" y="5"/>
                  </a:cubicBezTo>
                  <a:cubicBezTo>
                    <a:pt x="6" y="8"/>
                    <a:pt x="12" y="10"/>
                    <a:pt x="19" y="12"/>
                  </a:cubicBezTo>
                  <a:cubicBezTo>
                    <a:pt x="19" y="10"/>
                    <a:pt x="18" y="7"/>
                    <a:pt x="17" y="5"/>
                  </a:cubicBezTo>
                  <a:cubicBezTo>
                    <a:pt x="16" y="4"/>
                    <a:pt x="15" y="3"/>
                    <a:pt x="1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35"/>
            <p:cNvSpPr/>
            <p:nvPr/>
          </p:nvSpPr>
          <p:spPr>
            <a:xfrm>
              <a:off x="3370685" y="-608255"/>
              <a:ext cx="10440" cy="19080"/>
            </a:xfrm>
            <a:custGeom>
              <a:rect b="b" l="l" r="r" t="t"/>
              <a:pathLst>
                <a:path extrusionOk="0" h="53" w="29">
                  <a:moveTo>
                    <a:pt x="28" y="5"/>
                  </a:moveTo>
                  <a:lnTo>
                    <a:pt x="26" y="5"/>
                  </a:lnTo>
                  <a:cubicBezTo>
                    <a:pt x="19" y="4"/>
                    <a:pt x="12" y="2"/>
                    <a:pt x="6" y="0"/>
                  </a:cubicBezTo>
                  <a:cubicBezTo>
                    <a:pt x="2" y="11"/>
                    <a:pt x="0" y="22"/>
                    <a:pt x="0" y="34"/>
                  </a:cubicBezTo>
                  <a:cubicBezTo>
                    <a:pt x="0" y="39"/>
                    <a:pt x="0" y="43"/>
                    <a:pt x="1" y="48"/>
                  </a:cubicBezTo>
                  <a:lnTo>
                    <a:pt x="5" y="50"/>
                  </a:lnTo>
                  <a:lnTo>
                    <a:pt x="25" y="52"/>
                  </a:lnTo>
                  <a:cubicBezTo>
                    <a:pt x="25" y="45"/>
                    <a:pt x="26" y="38"/>
                    <a:pt x="27" y="31"/>
                  </a:cubicBezTo>
                  <a:cubicBezTo>
                    <a:pt x="28" y="25"/>
                    <a:pt x="28" y="20"/>
                    <a:pt x="28" y="14"/>
                  </a:cubicBezTo>
                  <a:cubicBezTo>
                    <a:pt x="28" y="11"/>
                    <a:pt x="28" y="8"/>
                    <a:pt x="28"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35"/>
            <p:cNvSpPr/>
            <p:nvPr/>
          </p:nvSpPr>
          <p:spPr>
            <a:xfrm>
              <a:off x="3370685" y="-590975"/>
              <a:ext cx="1800" cy="720"/>
            </a:xfrm>
            <a:custGeom>
              <a:rect b="b" l="l" r="r" t="t"/>
              <a:pathLst>
                <a:path extrusionOk="0" h="2" w="5">
                  <a:moveTo>
                    <a:pt x="4" y="1"/>
                  </a:moveTo>
                  <a:lnTo>
                    <a:pt x="0" y="0"/>
                  </a:lnTo>
                  <a:lnTo>
                    <a:pt x="0" y="0"/>
                  </a:lnTo>
                  <a:lnTo>
                    <a:pt x="4" y="1"/>
                  </a:lnTo>
                </a:path>
              </a:pathLst>
            </a:custGeom>
            <a:solidFill>
              <a:schemeClr val="dk1"/>
            </a:solidFill>
            <a:ln>
              <a:noFill/>
            </a:ln>
          </p:spPr>
        </p:sp>
        <p:sp>
          <p:nvSpPr>
            <p:cNvPr id="3592" name="Google Shape;3592;p35"/>
            <p:cNvSpPr/>
            <p:nvPr/>
          </p:nvSpPr>
          <p:spPr>
            <a:xfrm>
              <a:off x="3372485" y="-611855"/>
              <a:ext cx="8640" cy="5760"/>
            </a:xfrm>
            <a:custGeom>
              <a:rect b="b" l="l" r="r" t="t"/>
              <a:pathLst>
                <a:path extrusionOk="0" h="16" w="24">
                  <a:moveTo>
                    <a:pt x="23" y="15"/>
                  </a:moveTo>
                  <a:cubicBezTo>
                    <a:pt x="22" y="12"/>
                    <a:pt x="22" y="9"/>
                    <a:pt x="20" y="6"/>
                  </a:cubicBezTo>
                  <a:cubicBezTo>
                    <a:pt x="19" y="5"/>
                    <a:pt x="18" y="4"/>
                    <a:pt x="18" y="3"/>
                  </a:cubicBezTo>
                  <a:cubicBezTo>
                    <a:pt x="17" y="2"/>
                    <a:pt x="16" y="1"/>
                    <a:pt x="15" y="1"/>
                  </a:cubicBezTo>
                  <a:cubicBezTo>
                    <a:pt x="14" y="0"/>
                    <a:pt x="12" y="0"/>
                    <a:pt x="11" y="0"/>
                  </a:cubicBezTo>
                  <a:cubicBezTo>
                    <a:pt x="9" y="0"/>
                    <a:pt x="9" y="0"/>
                    <a:pt x="8" y="1"/>
                  </a:cubicBezTo>
                  <a:cubicBezTo>
                    <a:pt x="7" y="1"/>
                    <a:pt x="7" y="1"/>
                    <a:pt x="7" y="2"/>
                  </a:cubicBezTo>
                  <a:cubicBezTo>
                    <a:pt x="4" y="4"/>
                    <a:pt x="3" y="6"/>
                    <a:pt x="1" y="9"/>
                  </a:cubicBezTo>
                  <a:lnTo>
                    <a:pt x="0" y="10"/>
                  </a:lnTo>
                  <a:cubicBezTo>
                    <a:pt x="7" y="11"/>
                    <a:pt x="14" y="13"/>
                    <a:pt x="20" y="14"/>
                  </a:cubicBezTo>
                  <a:lnTo>
                    <a:pt x="23"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35"/>
            <p:cNvSpPr/>
            <p:nvPr/>
          </p:nvSpPr>
          <p:spPr>
            <a:xfrm>
              <a:off x="3387245" y="-605375"/>
              <a:ext cx="10800" cy="16560"/>
            </a:xfrm>
            <a:custGeom>
              <a:rect b="b" l="l" r="r" t="t"/>
              <a:pathLst>
                <a:path extrusionOk="0" h="46" w="30">
                  <a:moveTo>
                    <a:pt x="29" y="2"/>
                  </a:moveTo>
                  <a:cubicBezTo>
                    <a:pt x="21" y="2"/>
                    <a:pt x="13" y="0"/>
                    <a:pt x="5" y="0"/>
                  </a:cubicBezTo>
                  <a:cubicBezTo>
                    <a:pt x="2" y="6"/>
                    <a:pt x="0" y="14"/>
                    <a:pt x="0" y="21"/>
                  </a:cubicBezTo>
                  <a:cubicBezTo>
                    <a:pt x="0" y="22"/>
                    <a:pt x="0" y="23"/>
                    <a:pt x="0" y="24"/>
                  </a:cubicBezTo>
                  <a:cubicBezTo>
                    <a:pt x="0" y="31"/>
                    <a:pt x="0" y="38"/>
                    <a:pt x="0" y="44"/>
                  </a:cubicBezTo>
                  <a:lnTo>
                    <a:pt x="16" y="45"/>
                  </a:lnTo>
                  <a:lnTo>
                    <a:pt x="27" y="45"/>
                  </a:lnTo>
                  <a:cubicBezTo>
                    <a:pt x="27" y="42"/>
                    <a:pt x="27" y="38"/>
                    <a:pt x="27" y="35"/>
                  </a:cubicBezTo>
                  <a:cubicBezTo>
                    <a:pt x="28" y="27"/>
                    <a:pt x="29" y="19"/>
                    <a:pt x="29" y="11"/>
                  </a:cubicBezTo>
                  <a:cubicBezTo>
                    <a:pt x="29" y="8"/>
                    <a:pt x="29" y="5"/>
                    <a:pt x="2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35"/>
            <p:cNvSpPr/>
            <p:nvPr/>
          </p:nvSpPr>
          <p:spPr>
            <a:xfrm>
              <a:off x="3389045" y="-609335"/>
              <a:ext cx="8640" cy="5040"/>
            </a:xfrm>
            <a:custGeom>
              <a:rect b="b" l="l" r="r" t="t"/>
              <a:pathLst>
                <a:path extrusionOk="0" h="14" w="24">
                  <a:moveTo>
                    <a:pt x="21" y="5"/>
                  </a:moveTo>
                  <a:cubicBezTo>
                    <a:pt x="19" y="3"/>
                    <a:pt x="16" y="0"/>
                    <a:pt x="12" y="1"/>
                  </a:cubicBezTo>
                  <a:cubicBezTo>
                    <a:pt x="10" y="1"/>
                    <a:pt x="9" y="2"/>
                    <a:pt x="7" y="3"/>
                  </a:cubicBezTo>
                  <a:cubicBezTo>
                    <a:pt x="4" y="4"/>
                    <a:pt x="2" y="7"/>
                    <a:pt x="0" y="10"/>
                  </a:cubicBezTo>
                  <a:lnTo>
                    <a:pt x="0" y="11"/>
                  </a:lnTo>
                  <a:cubicBezTo>
                    <a:pt x="8" y="11"/>
                    <a:pt x="16" y="12"/>
                    <a:pt x="23" y="13"/>
                  </a:cubicBezTo>
                  <a:cubicBezTo>
                    <a:pt x="23" y="10"/>
                    <a:pt x="22" y="8"/>
                    <a:pt x="21" y="6"/>
                  </a:cubicBez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35"/>
            <p:cNvSpPr/>
            <p:nvPr/>
          </p:nvSpPr>
          <p:spPr>
            <a:xfrm>
              <a:off x="3405965" y="-602855"/>
              <a:ext cx="11520" cy="15120"/>
            </a:xfrm>
            <a:custGeom>
              <a:rect b="b" l="l" r="r" t="t"/>
              <a:pathLst>
                <a:path extrusionOk="0" h="42" w="32">
                  <a:moveTo>
                    <a:pt x="28" y="3"/>
                  </a:moveTo>
                  <a:cubicBezTo>
                    <a:pt x="28" y="2"/>
                    <a:pt x="27" y="1"/>
                    <a:pt x="26" y="0"/>
                  </a:cubicBezTo>
                  <a:cubicBezTo>
                    <a:pt x="25" y="0"/>
                    <a:pt x="24" y="0"/>
                    <a:pt x="23" y="0"/>
                  </a:cubicBezTo>
                  <a:cubicBezTo>
                    <a:pt x="22" y="0"/>
                    <a:pt x="21" y="0"/>
                    <a:pt x="20" y="0"/>
                  </a:cubicBezTo>
                  <a:cubicBezTo>
                    <a:pt x="6" y="5"/>
                    <a:pt x="0" y="23"/>
                    <a:pt x="0" y="39"/>
                  </a:cubicBezTo>
                  <a:lnTo>
                    <a:pt x="27" y="41"/>
                  </a:lnTo>
                  <a:cubicBezTo>
                    <a:pt x="27" y="37"/>
                    <a:pt x="28" y="32"/>
                    <a:pt x="29" y="27"/>
                  </a:cubicBezTo>
                  <a:cubicBezTo>
                    <a:pt x="30" y="24"/>
                    <a:pt x="31" y="20"/>
                    <a:pt x="31" y="16"/>
                  </a:cubicBezTo>
                  <a:cubicBezTo>
                    <a:pt x="31" y="12"/>
                    <a:pt x="30" y="7"/>
                    <a:pt x="2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35"/>
            <p:cNvSpPr/>
            <p:nvPr/>
          </p:nvSpPr>
          <p:spPr>
            <a:xfrm>
              <a:off x="3424685" y="-603215"/>
              <a:ext cx="6840" cy="16920"/>
            </a:xfrm>
            <a:custGeom>
              <a:rect b="b" l="l" r="r" t="t"/>
              <a:pathLst>
                <a:path extrusionOk="0" h="47" w="19">
                  <a:moveTo>
                    <a:pt x="15" y="2"/>
                  </a:moveTo>
                  <a:cubicBezTo>
                    <a:pt x="15" y="1"/>
                    <a:pt x="14" y="1"/>
                    <a:pt x="13" y="0"/>
                  </a:cubicBezTo>
                  <a:cubicBezTo>
                    <a:pt x="13" y="0"/>
                    <a:pt x="12" y="0"/>
                    <a:pt x="11" y="0"/>
                  </a:cubicBezTo>
                  <a:cubicBezTo>
                    <a:pt x="10" y="0"/>
                    <a:pt x="9" y="0"/>
                    <a:pt x="9" y="0"/>
                  </a:cubicBezTo>
                  <a:cubicBezTo>
                    <a:pt x="8" y="1"/>
                    <a:pt x="7" y="1"/>
                    <a:pt x="7" y="2"/>
                  </a:cubicBezTo>
                  <a:cubicBezTo>
                    <a:pt x="3" y="10"/>
                    <a:pt x="1" y="19"/>
                    <a:pt x="0" y="28"/>
                  </a:cubicBezTo>
                  <a:cubicBezTo>
                    <a:pt x="0" y="31"/>
                    <a:pt x="0" y="34"/>
                    <a:pt x="0" y="37"/>
                  </a:cubicBezTo>
                  <a:cubicBezTo>
                    <a:pt x="0" y="40"/>
                    <a:pt x="0" y="43"/>
                    <a:pt x="0" y="46"/>
                  </a:cubicBezTo>
                  <a:lnTo>
                    <a:pt x="14" y="46"/>
                  </a:lnTo>
                  <a:cubicBezTo>
                    <a:pt x="14" y="37"/>
                    <a:pt x="15" y="28"/>
                    <a:pt x="16" y="20"/>
                  </a:cubicBezTo>
                  <a:cubicBezTo>
                    <a:pt x="17" y="18"/>
                    <a:pt x="18" y="15"/>
                    <a:pt x="18" y="13"/>
                  </a:cubicBezTo>
                  <a:cubicBezTo>
                    <a:pt x="18" y="9"/>
                    <a:pt x="17" y="5"/>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35"/>
            <p:cNvSpPr/>
            <p:nvPr/>
          </p:nvSpPr>
          <p:spPr>
            <a:xfrm>
              <a:off x="3437645" y="-606095"/>
              <a:ext cx="10080" cy="19800"/>
            </a:xfrm>
            <a:custGeom>
              <a:rect b="b" l="l" r="r" t="t"/>
              <a:pathLst>
                <a:path extrusionOk="0" h="55" w="28">
                  <a:moveTo>
                    <a:pt x="25" y="26"/>
                  </a:moveTo>
                  <a:cubicBezTo>
                    <a:pt x="23" y="17"/>
                    <a:pt x="23" y="8"/>
                    <a:pt x="20" y="0"/>
                  </a:cubicBezTo>
                  <a:lnTo>
                    <a:pt x="1" y="1"/>
                  </a:lnTo>
                  <a:cubicBezTo>
                    <a:pt x="0" y="6"/>
                    <a:pt x="0" y="10"/>
                    <a:pt x="0" y="14"/>
                  </a:cubicBezTo>
                  <a:cubicBezTo>
                    <a:pt x="0" y="20"/>
                    <a:pt x="1" y="27"/>
                    <a:pt x="3" y="33"/>
                  </a:cubicBezTo>
                  <a:cubicBezTo>
                    <a:pt x="4" y="40"/>
                    <a:pt x="4" y="47"/>
                    <a:pt x="4" y="54"/>
                  </a:cubicBezTo>
                  <a:lnTo>
                    <a:pt x="27" y="54"/>
                  </a:lnTo>
                  <a:cubicBezTo>
                    <a:pt x="27" y="52"/>
                    <a:pt x="27" y="49"/>
                    <a:pt x="27" y="46"/>
                  </a:cubicBezTo>
                  <a:cubicBezTo>
                    <a:pt x="27" y="39"/>
                    <a:pt x="26" y="33"/>
                    <a:pt x="2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35"/>
            <p:cNvSpPr/>
            <p:nvPr/>
          </p:nvSpPr>
          <p:spPr>
            <a:xfrm>
              <a:off x="3438005" y="-609695"/>
              <a:ext cx="7200" cy="4680"/>
            </a:xfrm>
            <a:custGeom>
              <a:rect b="b" l="l" r="r" t="t"/>
              <a:pathLst>
                <a:path extrusionOk="0" h="13" w="20">
                  <a:moveTo>
                    <a:pt x="15" y="2"/>
                  </a:moveTo>
                  <a:cubicBezTo>
                    <a:pt x="14" y="2"/>
                    <a:pt x="14" y="1"/>
                    <a:pt x="13" y="1"/>
                  </a:cubicBezTo>
                  <a:cubicBezTo>
                    <a:pt x="12" y="1"/>
                    <a:pt x="11" y="0"/>
                    <a:pt x="10" y="0"/>
                  </a:cubicBezTo>
                  <a:cubicBezTo>
                    <a:pt x="9" y="0"/>
                    <a:pt x="8" y="1"/>
                    <a:pt x="7" y="1"/>
                  </a:cubicBezTo>
                  <a:lnTo>
                    <a:pt x="6" y="2"/>
                  </a:lnTo>
                  <a:cubicBezTo>
                    <a:pt x="5" y="4"/>
                    <a:pt x="4" y="5"/>
                    <a:pt x="3" y="7"/>
                  </a:cubicBezTo>
                  <a:cubicBezTo>
                    <a:pt x="2" y="8"/>
                    <a:pt x="1" y="10"/>
                    <a:pt x="0" y="12"/>
                  </a:cubicBezTo>
                  <a:lnTo>
                    <a:pt x="19" y="10"/>
                  </a:lnTo>
                  <a:cubicBezTo>
                    <a:pt x="18" y="8"/>
                    <a:pt x="17" y="6"/>
                    <a:pt x="16" y="5"/>
                  </a:cubicBezTo>
                  <a:cubicBezTo>
                    <a:pt x="16" y="4"/>
                    <a:pt x="15"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35"/>
            <p:cNvSpPr/>
            <p:nvPr/>
          </p:nvSpPr>
          <p:spPr>
            <a:xfrm>
              <a:off x="3451685" y="-607535"/>
              <a:ext cx="9000" cy="20880"/>
            </a:xfrm>
            <a:custGeom>
              <a:rect b="b" l="l" r="r" t="t"/>
              <a:pathLst>
                <a:path extrusionOk="0" h="58" w="25">
                  <a:moveTo>
                    <a:pt x="24" y="24"/>
                  </a:moveTo>
                  <a:cubicBezTo>
                    <a:pt x="24" y="22"/>
                    <a:pt x="24" y="20"/>
                    <a:pt x="24" y="18"/>
                  </a:cubicBezTo>
                  <a:cubicBezTo>
                    <a:pt x="24" y="12"/>
                    <a:pt x="23" y="6"/>
                    <a:pt x="22" y="0"/>
                  </a:cubicBezTo>
                  <a:lnTo>
                    <a:pt x="2" y="2"/>
                  </a:lnTo>
                  <a:cubicBezTo>
                    <a:pt x="1" y="8"/>
                    <a:pt x="0" y="15"/>
                    <a:pt x="0" y="21"/>
                  </a:cubicBezTo>
                  <a:cubicBezTo>
                    <a:pt x="0" y="24"/>
                    <a:pt x="0" y="27"/>
                    <a:pt x="1" y="30"/>
                  </a:cubicBezTo>
                  <a:cubicBezTo>
                    <a:pt x="1" y="39"/>
                    <a:pt x="1" y="48"/>
                    <a:pt x="2" y="57"/>
                  </a:cubicBezTo>
                  <a:cubicBezTo>
                    <a:pt x="9" y="57"/>
                    <a:pt x="16" y="56"/>
                    <a:pt x="22" y="55"/>
                  </a:cubicBezTo>
                  <a:cubicBezTo>
                    <a:pt x="23" y="45"/>
                    <a:pt x="24" y="34"/>
                    <a:pt x="24"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35"/>
            <p:cNvSpPr/>
            <p:nvPr/>
          </p:nvSpPr>
          <p:spPr>
            <a:xfrm>
              <a:off x="3452405" y="-611495"/>
              <a:ext cx="7560" cy="5040"/>
            </a:xfrm>
            <a:custGeom>
              <a:rect b="b" l="l" r="r" t="t"/>
              <a:pathLst>
                <a:path extrusionOk="0" h="14" w="21">
                  <a:moveTo>
                    <a:pt x="15" y="2"/>
                  </a:moveTo>
                  <a:cubicBezTo>
                    <a:pt x="15" y="2"/>
                    <a:pt x="15" y="1"/>
                    <a:pt x="14" y="1"/>
                  </a:cubicBezTo>
                  <a:cubicBezTo>
                    <a:pt x="12" y="0"/>
                    <a:pt x="11" y="0"/>
                    <a:pt x="10" y="0"/>
                  </a:cubicBezTo>
                  <a:cubicBezTo>
                    <a:pt x="9" y="0"/>
                    <a:pt x="8" y="1"/>
                    <a:pt x="7" y="1"/>
                  </a:cubicBezTo>
                  <a:cubicBezTo>
                    <a:pt x="6" y="2"/>
                    <a:pt x="6" y="2"/>
                    <a:pt x="5" y="2"/>
                  </a:cubicBezTo>
                  <a:cubicBezTo>
                    <a:pt x="4" y="3"/>
                    <a:pt x="4" y="4"/>
                    <a:pt x="3" y="6"/>
                  </a:cubicBezTo>
                  <a:cubicBezTo>
                    <a:pt x="2" y="8"/>
                    <a:pt x="1" y="10"/>
                    <a:pt x="0" y="13"/>
                  </a:cubicBezTo>
                  <a:lnTo>
                    <a:pt x="20" y="11"/>
                  </a:lnTo>
                  <a:cubicBezTo>
                    <a:pt x="19" y="9"/>
                    <a:pt x="18" y="7"/>
                    <a:pt x="17" y="6"/>
                  </a:cubicBezTo>
                  <a:cubicBezTo>
                    <a:pt x="17" y="5"/>
                    <a:pt x="16"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35"/>
            <p:cNvSpPr/>
            <p:nvPr/>
          </p:nvSpPr>
          <p:spPr>
            <a:xfrm>
              <a:off x="3467885" y="-606455"/>
              <a:ext cx="7560" cy="15840"/>
            </a:xfrm>
            <a:custGeom>
              <a:rect b="b" l="l" r="r" t="t"/>
              <a:pathLst>
                <a:path extrusionOk="0" h="44" w="21">
                  <a:moveTo>
                    <a:pt x="1" y="13"/>
                  </a:moveTo>
                  <a:cubicBezTo>
                    <a:pt x="2" y="15"/>
                    <a:pt x="2" y="18"/>
                    <a:pt x="2" y="21"/>
                  </a:cubicBezTo>
                  <a:cubicBezTo>
                    <a:pt x="2" y="23"/>
                    <a:pt x="2" y="26"/>
                    <a:pt x="1" y="29"/>
                  </a:cubicBezTo>
                  <a:cubicBezTo>
                    <a:pt x="1" y="41"/>
                    <a:pt x="20" y="43"/>
                    <a:pt x="20" y="31"/>
                  </a:cubicBezTo>
                  <a:cubicBezTo>
                    <a:pt x="20" y="26"/>
                    <a:pt x="20" y="22"/>
                    <a:pt x="20" y="17"/>
                  </a:cubicBezTo>
                  <a:cubicBezTo>
                    <a:pt x="13" y="11"/>
                    <a:pt x="6" y="6"/>
                    <a:pt x="0" y="0"/>
                  </a:cubicBezTo>
                  <a:cubicBezTo>
                    <a:pt x="0" y="1"/>
                    <a:pt x="0" y="3"/>
                    <a:pt x="0" y="4"/>
                  </a:cubicBezTo>
                  <a:cubicBezTo>
                    <a:pt x="0" y="7"/>
                    <a:pt x="0" y="1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35"/>
            <p:cNvSpPr/>
            <p:nvPr/>
          </p:nvSpPr>
          <p:spPr>
            <a:xfrm>
              <a:off x="3468245" y="-608975"/>
              <a:ext cx="7200" cy="9000"/>
            </a:xfrm>
            <a:custGeom>
              <a:rect b="b" l="l" r="r" t="t"/>
              <a:pathLst>
                <a:path extrusionOk="0" h="25" w="20">
                  <a:moveTo>
                    <a:pt x="0" y="7"/>
                  </a:moveTo>
                  <a:cubicBezTo>
                    <a:pt x="6" y="13"/>
                    <a:pt x="13" y="19"/>
                    <a:pt x="19" y="24"/>
                  </a:cubicBezTo>
                  <a:cubicBezTo>
                    <a:pt x="19" y="24"/>
                    <a:pt x="19" y="23"/>
                    <a:pt x="19" y="22"/>
                  </a:cubicBezTo>
                  <a:lnTo>
                    <a:pt x="19" y="21"/>
                  </a:lnTo>
                  <a:cubicBezTo>
                    <a:pt x="18" y="16"/>
                    <a:pt x="17" y="11"/>
                    <a:pt x="14" y="7"/>
                  </a:cubicBezTo>
                  <a:cubicBezTo>
                    <a:pt x="13" y="5"/>
                    <a:pt x="11" y="3"/>
                    <a:pt x="10" y="1"/>
                  </a:cubicBezTo>
                  <a:cubicBezTo>
                    <a:pt x="9" y="1"/>
                    <a:pt x="9" y="0"/>
                    <a:pt x="9" y="0"/>
                  </a:cubicBezTo>
                  <a:cubicBezTo>
                    <a:pt x="8" y="0"/>
                    <a:pt x="7" y="0"/>
                    <a:pt x="6" y="0"/>
                  </a:cubicBezTo>
                  <a:cubicBezTo>
                    <a:pt x="6" y="0"/>
                    <a:pt x="5" y="0"/>
                    <a:pt x="4" y="0"/>
                  </a:cubicBezTo>
                  <a:lnTo>
                    <a:pt x="3" y="1"/>
                  </a:lnTo>
                  <a:cubicBezTo>
                    <a:pt x="2" y="2"/>
                    <a:pt x="2" y="2"/>
                    <a:pt x="1" y="3"/>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35"/>
            <p:cNvSpPr/>
            <p:nvPr/>
          </p:nvSpPr>
          <p:spPr>
            <a:xfrm>
              <a:off x="3340805" y="-598535"/>
              <a:ext cx="17640" cy="17280"/>
            </a:xfrm>
            <a:custGeom>
              <a:rect b="b" l="l" r="r" t="t"/>
              <a:pathLst>
                <a:path extrusionOk="0" h="48" w="49">
                  <a:moveTo>
                    <a:pt x="40" y="37"/>
                  </a:moveTo>
                  <a:cubicBezTo>
                    <a:pt x="40" y="36"/>
                    <a:pt x="40" y="34"/>
                    <a:pt x="40" y="33"/>
                  </a:cubicBezTo>
                  <a:cubicBezTo>
                    <a:pt x="40" y="26"/>
                    <a:pt x="41" y="19"/>
                    <a:pt x="42" y="12"/>
                  </a:cubicBezTo>
                  <a:cubicBezTo>
                    <a:pt x="32" y="9"/>
                    <a:pt x="23" y="5"/>
                    <a:pt x="14" y="0"/>
                  </a:cubicBezTo>
                  <a:cubicBezTo>
                    <a:pt x="14" y="5"/>
                    <a:pt x="14" y="9"/>
                    <a:pt x="14" y="14"/>
                  </a:cubicBezTo>
                  <a:cubicBezTo>
                    <a:pt x="14" y="16"/>
                    <a:pt x="14" y="17"/>
                    <a:pt x="13" y="19"/>
                  </a:cubicBezTo>
                  <a:cubicBezTo>
                    <a:pt x="12" y="21"/>
                    <a:pt x="11" y="21"/>
                    <a:pt x="9" y="22"/>
                  </a:cubicBezTo>
                  <a:cubicBezTo>
                    <a:pt x="7" y="23"/>
                    <a:pt x="6" y="24"/>
                    <a:pt x="5" y="24"/>
                  </a:cubicBezTo>
                  <a:cubicBezTo>
                    <a:pt x="3" y="24"/>
                    <a:pt x="2" y="23"/>
                    <a:pt x="0" y="23"/>
                  </a:cubicBezTo>
                  <a:lnTo>
                    <a:pt x="8" y="28"/>
                  </a:lnTo>
                  <a:cubicBezTo>
                    <a:pt x="12" y="30"/>
                    <a:pt x="16" y="33"/>
                    <a:pt x="20" y="35"/>
                  </a:cubicBezTo>
                  <a:cubicBezTo>
                    <a:pt x="29" y="40"/>
                    <a:pt x="38" y="44"/>
                    <a:pt x="48" y="47"/>
                  </a:cubicBezTo>
                  <a:cubicBezTo>
                    <a:pt x="47" y="47"/>
                    <a:pt x="46" y="47"/>
                    <a:pt x="46" y="47"/>
                  </a:cubicBezTo>
                  <a:cubicBezTo>
                    <a:pt x="44" y="46"/>
                    <a:pt x="43" y="45"/>
                    <a:pt x="42" y="43"/>
                  </a:cubicBezTo>
                  <a:cubicBezTo>
                    <a:pt x="41" y="41"/>
                    <a:pt x="40" y="39"/>
                    <a:pt x="4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35"/>
            <p:cNvSpPr/>
            <p:nvPr/>
          </p:nvSpPr>
          <p:spPr>
            <a:xfrm>
              <a:off x="3360605" y="-590255"/>
              <a:ext cx="130680" cy="22320"/>
            </a:xfrm>
            <a:custGeom>
              <a:rect b="b" l="l" r="r" t="t"/>
              <a:pathLst>
                <a:path extrusionOk="0" h="62" w="363">
                  <a:moveTo>
                    <a:pt x="262" y="29"/>
                  </a:moveTo>
                  <a:cubicBezTo>
                    <a:pt x="261" y="29"/>
                    <a:pt x="260" y="29"/>
                    <a:pt x="259" y="28"/>
                  </a:cubicBezTo>
                  <a:lnTo>
                    <a:pt x="258" y="28"/>
                  </a:lnTo>
                  <a:lnTo>
                    <a:pt x="257" y="27"/>
                  </a:lnTo>
                  <a:cubicBezTo>
                    <a:pt x="257" y="26"/>
                    <a:pt x="257" y="26"/>
                    <a:pt x="257" y="26"/>
                  </a:cubicBezTo>
                  <a:cubicBezTo>
                    <a:pt x="257" y="25"/>
                    <a:pt x="256" y="25"/>
                    <a:pt x="256" y="24"/>
                  </a:cubicBezTo>
                  <a:cubicBezTo>
                    <a:pt x="256" y="23"/>
                    <a:pt x="257" y="23"/>
                    <a:pt x="257" y="22"/>
                  </a:cubicBezTo>
                  <a:lnTo>
                    <a:pt x="257" y="9"/>
                  </a:lnTo>
                  <a:lnTo>
                    <a:pt x="243" y="9"/>
                  </a:lnTo>
                  <a:cubicBezTo>
                    <a:pt x="242" y="18"/>
                    <a:pt x="241" y="26"/>
                    <a:pt x="239" y="34"/>
                  </a:cubicBezTo>
                  <a:cubicBezTo>
                    <a:pt x="239" y="35"/>
                    <a:pt x="239" y="35"/>
                    <a:pt x="238" y="36"/>
                  </a:cubicBezTo>
                  <a:cubicBezTo>
                    <a:pt x="238" y="37"/>
                    <a:pt x="236" y="38"/>
                    <a:pt x="235" y="39"/>
                  </a:cubicBezTo>
                  <a:cubicBezTo>
                    <a:pt x="234" y="40"/>
                    <a:pt x="232" y="40"/>
                    <a:pt x="231" y="40"/>
                  </a:cubicBezTo>
                  <a:cubicBezTo>
                    <a:pt x="229" y="40"/>
                    <a:pt x="228" y="40"/>
                    <a:pt x="226" y="39"/>
                  </a:cubicBezTo>
                  <a:cubicBezTo>
                    <a:pt x="224" y="38"/>
                    <a:pt x="224" y="37"/>
                    <a:pt x="223" y="36"/>
                  </a:cubicBezTo>
                  <a:cubicBezTo>
                    <a:pt x="223" y="35"/>
                    <a:pt x="222" y="35"/>
                    <a:pt x="222" y="34"/>
                  </a:cubicBezTo>
                  <a:cubicBezTo>
                    <a:pt x="221" y="26"/>
                    <a:pt x="220" y="18"/>
                    <a:pt x="220" y="10"/>
                  </a:cubicBezTo>
                  <a:lnTo>
                    <a:pt x="193" y="10"/>
                  </a:lnTo>
                  <a:cubicBezTo>
                    <a:pt x="193" y="15"/>
                    <a:pt x="193" y="19"/>
                    <a:pt x="193" y="25"/>
                  </a:cubicBezTo>
                  <a:cubicBezTo>
                    <a:pt x="193" y="33"/>
                    <a:pt x="181" y="31"/>
                    <a:pt x="181" y="23"/>
                  </a:cubicBezTo>
                  <a:cubicBezTo>
                    <a:pt x="181" y="19"/>
                    <a:pt x="181" y="14"/>
                    <a:pt x="181" y="9"/>
                  </a:cubicBezTo>
                  <a:lnTo>
                    <a:pt x="157" y="8"/>
                  </a:lnTo>
                  <a:cubicBezTo>
                    <a:pt x="157" y="12"/>
                    <a:pt x="157" y="17"/>
                    <a:pt x="156" y="21"/>
                  </a:cubicBezTo>
                  <a:lnTo>
                    <a:pt x="180" y="26"/>
                  </a:lnTo>
                  <a:cubicBezTo>
                    <a:pt x="181" y="26"/>
                    <a:pt x="181" y="26"/>
                    <a:pt x="181" y="27"/>
                  </a:cubicBezTo>
                  <a:cubicBezTo>
                    <a:pt x="181" y="28"/>
                    <a:pt x="181" y="28"/>
                    <a:pt x="181" y="28"/>
                  </a:cubicBezTo>
                  <a:cubicBezTo>
                    <a:pt x="181" y="29"/>
                    <a:pt x="181" y="29"/>
                    <a:pt x="180" y="29"/>
                  </a:cubicBezTo>
                  <a:cubicBezTo>
                    <a:pt x="173" y="30"/>
                    <a:pt x="163" y="33"/>
                    <a:pt x="153" y="34"/>
                  </a:cubicBezTo>
                  <a:lnTo>
                    <a:pt x="153" y="35"/>
                  </a:lnTo>
                  <a:cubicBezTo>
                    <a:pt x="151" y="46"/>
                    <a:pt x="138" y="43"/>
                    <a:pt x="134" y="35"/>
                  </a:cubicBezTo>
                  <a:cubicBezTo>
                    <a:pt x="133" y="35"/>
                    <a:pt x="133" y="35"/>
                    <a:pt x="132" y="35"/>
                  </a:cubicBezTo>
                  <a:cubicBezTo>
                    <a:pt x="126" y="35"/>
                    <a:pt x="121" y="34"/>
                    <a:pt x="116" y="31"/>
                  </a:cubicBezTo>
                  <a:cubicBezTo>
                    <a:pt x="113" y="29"/>
                    <a:pt x="110" y="27"/>
                    <a:pt x="108" y="25"/>
                  </a:cubicBezTo>
                  <a:cubicBezTo>
                    <a:pt x="108" y="24"/>
                    <a:pt x="107" y="23"/>
                    <a:pt x="107" y="22"/>
                  </a:cubicBezTo>
                  <a:cubicBezTo>
                    <a:pt x="107" y="22"/>
                    <a:pt x="108" y="21"/>
                    <a:pt x="108" y="20"/>
                  </a:cubicBezTo>
                  <a:cubicBezTo>
                    <a:pt x="109" y="19"/>
                    <a:pt x="110" y="18"/>
                    <a:pt x="112" y="17"/>
                  </a:cubicBezTo>
                  <a:cubicBezTo>
                    <a:pt x="115" y="15"/>
                    <a:pt x="119" y="14"/>
                    <a:pt x="123" y="14"/>
                  </a:cubicBezTo>
                  <a:cubicBezTo>
                    <a:pt x="125" y="14"/>
                    <a:pt x="128" y="15"/>
                    <a:pt x="130" y="16"/>
                  </a:cubicBezTo>
                  <a:cubicBezTo>
                    <a:pt x="130" y="12"/>
                    <a:pt x="130" y="9"/>
                    <a:pt x="130" y="6"/>
                  </a:cubicBezTo>
                  <a:lnTo>
                    <a:pt x="104" y="4"/>
                  </a:lnTo>
                  <a:cubicBezTo>
                    <a:pt x="104" y="11"/>
                    <a:pt x="103" y="19"/>
                    <a:pt x="101" y="27"/>
                  </a:cubicBezTo>
                  <a:cubicBezTo>
                    <a:pt x="99" y="38"/>
                    <a:pt x="82" y="35"/>
                    <a:pt x="81" y="25"/>
                  </a:cubicBezTo>
                  <a:cubicBezTo>
                    <a:pt x="79" y="17"/>
                    <a:pt x="78" y="10"/>
                    <a:pt x="78" y="2"/>
                  </a:cubicBezTo>
                  <a:lnTo>
                    <a:pt x="54" y="0"/>
                  </a:lnTo>
                  <a:cubicBezTo>
                    <a:pt x="54" y="3"/>
                    <a:pt x="54" y="4"/>
                    <a:pt x="54" y="7"/>
                  </a:cubicBezTo>
                  <a:lnTo>
                    <a:pt x="57" y="7"/>
                  </a:lnTo>
                  <a:lnTo>
                    <a:pt x="58" y="7"/>
                  </a:lnTo>
                  <a:cubicBezTo>
                    <a:pt x="59" y="7"/>
                    <a:pt x="59" y="7"/>
                    <a:pt x="60" y="8"/>
                  </a:cubicBezTo>
                  <a:cubicBezTo>
                    <a:pt x="61" y="9"/>
                    <a:pt x="60" y="10"/>
                    <a:pt x="60" y="10"/>
                  </a:cubicBezTo>
                  <a:cubicBezTo>
                    <a:pt x="60" y="11"/>
                    <a:pt x="61" y="11"/>
                    <a:pt x="60" y="12"/>
                  </a:cubicBezTo>
                  <a:cubicBezTo>
                    <a:pt x="59" y="13"/>
                    <a:pt x="59" y="12"/>
                    <a:pt x="58" y="13"/>
                  </a:cubicBezTo>
                  <a:cubicBezTo>
                    <a:pt x="57" y="14"/>
                    <a:pt x="57" y="14"/>
                    <a:pt x="57" y="14"/>
                  </a:cubicBezTo>
                  <a:lnTo>
                    <a:pt x="54" y="14"/>
                  </a:lnTo>
                  <a:cubicBezTo>
                    <a:pt x="54" y="16"/>
                    <a:pt x="54" y="17"/>
                    <a:pt x="54" y="19"/>
                  </a:cubicBezTo>
                  <a:cubicBezTo>
                    <a:pt x="54" y="21"/>
                    <a:pt x="53" y="22"/>
                    <a:pt x="52" y="24"/>
                  </a:cubicBezTo>
                  <a:cubicBezTo>
                    <a:pt x="51" y="26"/>
                    <a:pt x="51" y="27"/>
                    <a:pt x="49" y="28"/>
                  </a:cubicBezTo>
                  <a:cubicBezTo>
                    <a:pt x="47" y="29"/>
                    <a:pt x="46" y="29"/>
                    <a:pt x="44" y="29"/>
                  </a:cubicBezTo>
                  <a:cubicBezTo>
                    <a:pt x="42" y="29"/>
                    <a:pt x="41" y="29"/>
                    <a:pt x="39" y="28"/>
                  </a:cubicBezTo>
                  <a:cubicBezTo>
                    <a:pt x="37" y="27"/>
                    <a:pt x="36" y="26"/>
                    <a:pt x="35" y="24"/>
                  </a:cubicBezTo>
                  <a:cubicBezTo>
                    <a:pt x="34" y="22"/>
                    <a:pt x="34" y="21"/>
                    <a:pt x="34" y="19"/>
                  </a:cubicBezTo>
                  <a:lnTo>
                    <a:pt x="34" y="16"/>
                  </a:lnTo>
                  <a:lnTo>
                    <a:pt x="24" y="17"/>
                  </a:lnTo>
                  <a:cubicBezTo>
                    <a:pt x="23" y="17"/>
                    <a:pt x="23" y="17"/>
                    <a:pt x="22" y="17"/>
                  </a:cubicBezTo>
                  <a:cubicBezTo>
                    <a:pt x="19" y="17"/>
                    <a:pt x="16" y="16"/>
                    <a:pt x="13" y="15"/>
                  </a:cubicBezTo>
                  <a:cubicBezTo>
                    <a:pt x="12" y="14"/>
                    <a:pt x="11" y="14"/>
                    <a:pt x="10" y="13"/>
                  </a:cubicBezTo>
                  <a:cubicBezTo>
                    <a:pt x="10" y="12"/>
                    <a:pt x="10" y="14"/>
                    <a:pt x="10" y="15"/>
                  </a:cubicBezTo>
                  <a:cubicBezTo>
                    <a:pt x="10" y="16"/>
                    <a:pt x="10" y="18"/>
                    <a:pt x="9" y="20"/>
                  </a:cubicBezTo>
                  <a:cubicBezTo>
                    <a:pt x="8" y="22"/>
                    <a:pt x="8" y="22"/>
                    <a:pt x="6" y="23"/>
                  </a:cubicBezTo>
                  <a:cubicBezTo>
                    <a:pt x="4" y="24"/>
                    <a:pt x="3" y="24"/>
                    <a:pt x="1" y="24"/>
                  </a:cubicBezTo>
                  <a:lnTo>
                    <a:pt x="0" y="24"/>
                  </a:lnTo>
                  <a:cubicBezTo>
                    <a:pt x="36" y="32"/>
                    <a:pt x="73" y="37"/>
                    <a:pt x="111" y="41"/>
                  </a:cubicBezTo>
                  <a:cubicBezTo>
                    <a:pt x="153" y="48"/>
                    <a:pt x="318" y="61"/>
                    <a:pt x="362" y="12"/>
                  </a:cubicBezTo>
                  <a:cubicBezTo>
                    <a:pt x="352" y="17"/>
                    <a:pt x="342" y="21"/>
                    <a:pt x="332" y="24"/>
                  </a:cubicBezTo>
                  <a:cubicBezTo>
                    <a:pt x="308" y="30"/>
                    <a:pt x="282" y="38"/>
                    <a:pt x="26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35"/>
            <p:cNvSpPr/>
            <p:nvPr/>
          </p:nvSpPr>
          <p:spPr>
            <a:xfrm>
              <a:off x="3318125" y="-615095"/>
              <a:ext cx="8280" cy="7560"/>
            </a:xfrm>
            <a:custGeom>
              <a:rect b="b" l="l" r="r" t="t"/>
              <a:pathLst>
                <a:path extrusionOk="0" h="21" w="23">
                  <a:moveTo>
                    <a:pt x="22" y="16"/>
                  </a:moveTo>
                  <a:cubicBezTo>
                    <a:pt x="19" y="13"/>
                    <a:pt x="16" y="10"/>
                    <a:pt x="14" y="7"/>
                  </a:cubicBezTo>
                  <a:cubicBezTo>
                    <a:pt x="14" y="6"/>
                    <a:pt x="13" y="5"/>
                    <a:pt x="13" y="4"/>
                  </a:cubicBezTo>
                  <a:cubicBezTo>
                    <a:pt x="13" y="4"/>
                    <a:pt x="12" y="4"/>
                    <a:pt x="12" y="3"/>
                  </a:cubicBezTo>
                  <a:cubicBezTo>
                    <a:pt x="12" y="2"/>
                    <a:pt x="11" y="2"/>
                    <a:pt x="10" y="1"/>
                  </a:cubicBezTo>
                  <a:cubicBezTo>
                    <a:pt x="9" y="0"/>
                    <a:pt x="8" y="0"/>
                    <a:pt x="6" y="0"/>
                  </a:cubicBezTo>
                  <a:cubicBezTo>
                    <a:pt x="5" y="0"/>
                    <a:pt x="4" y="0"/>
                    <a:pt x="3" y="1"/>
                  </a:cubicBezTo>
                  <a:cubicBezTo>
                    <a:pt x="2" y="2"/>
                    <a:pt x="1" y="2"/>
                    <a:pt x="0" y="3"/>
                  </a:cubicBezTo>
                  <a:cubicBezTo>
                    <a:pt x="0" y="4"/>
                    <a:pt x="0" y="4"/>
                    <a:pt x="0" y="4"/>
                  </a:cubicBezTo>
                  <a:cubicBezTo>
                    <a:pt x="7" y="10"/>
                    <a:pt x="15" y="15"/>
                    <a:pt x="22" y="20"/>
                  </a:cubicBezTo>
                  <a:cubicBezTo>
                    <a:pt x="22" y="19"/>
                    <a:pt x="22" y="17"/>
                    <a:pt x="22"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35"/>
            <p:cNvSpPr/>
            <p:nvPr/>
          </p:nvSpPr>
          <p:spPr>
            <a:xfrm>
              <a:off x="3459605" y="-595655"/>
              <a:ext cx="25920" cy="10440"/>
            </a:xfrm>
            <a:custGeom>
              <a:rect b="b" l="l" r="r" t="t"/>
              <a:pathLst>
                <a:path extrusionOk="0" h="29" w="72">
                  <a:moveTo>
                    <a:pt x="58" y="0"/>
                  </a:moveTo>
                  <a:cubicBezTo>
                    <a:pt x="54" y="3"/>
                    <a:pt x="50" y="6"/>
                    <a:pt x="45" y="9"/>
                  </a:cubicBezTo>
                  <a:cubicBezTo>
                    <a:pt x="32" y="17"/>
                    <a:pt x="16" y="21"/>
                    <a:pt x="0" y="22"/>
                  </a:cubicBezTo>
                  <a:lnTo>
                    <a:pt x="0" y="28"/>
                  </a:lnTo>
                  <a:cubicBezTo>
                    <a:pt x="14" y="25"/>
                    <a:pt x="29" y="23"/>
                    <a:pt x="43" y="23"/>
                  </a:cubicBezTo>
                  <a:cubicBezTo>
                    <a:pt x="53" y="22"/>
                    <a:pt x="62" y="20"/>
                    <a:pt x="71" y="17"/>
                  </a:cubicBezTo>
                  <a:cubicBezTo>
                    <a:pt x="70" y="16"/>
                    <a:pt x="69" y="16"/>
                    <a:pt x="69" y="15"/>
                  </a:cubicBezTo>
                  <a:lnTo>
                    <a:pt x="69" y="14"/>
                  </a:lnTo>
                  <a:cubicBezTo>
                    <a:pt x="68" y="14"/>
                    <a:pt x="68" y="13"/>
                    <a:pt x="68" y="13"/>
                  </a:cubicBezTo>
                  <a:cubicBezTo>
                    <a:pt x="65" y="8"/>
                    <a:pt x="62" y="4"/>
                    <a:pt x="5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35"/>
            <p:cNvSpPr/>
            <p:nvPr/>
          </p:nvSpPr>
          <p:spPr>
            <a:xfrm>
              <a:off x="3485525" y="-603575"/>
              <a:ext cx="6840" cy="8640"/>
            </a:xfrm>
            <a:custGeom>
              <a:rect b="b" l="l" r="r" t="t"/>
              <a:pathLst>
                <a:path extrusionOk="0" h="24" w="19">
                  <a:moveTo>
                    <a:pt x="0" y="2"/>
                  </a:moveTo>
                  <a:cubicBezTo>
                    <a:pt x="1" y="3"/>
                    <a:pt x="2" y="4"/>
                    <a:pt x="2" y="5"/>
                  </a:cubicBezTo>
                  <a:cubicBezTo>
                    <a:pt x="6" y="11"/>
                    <a:pt x="8" y="17"/>
                    <a:pt x="9" y="23"/>
                  </a:cubicBezTo>
                  <a:cubicBezTo>
                    <a:pt x="11" y="22"/>
                    <a:pt x="12" y="20"/>
                    <a:pt x="13" y="18"/>
                  </a:cubicBezTo>
                  <a:cubicBezTo>
                    <a:pt x="15" y="14"/>
                    <a:pt x="17" y="10"/>
                    <a:pt x="18" y="6"/>
                  </a:cubicBezTo>
                  <a:cubicBezTo>
                    <a:pt x="17" y="5"/>
                    <a:pt x="15" y="3"/>
                    <a:pt x="13" y="2"/>
                  </a:cubicBezTo>
                  <a:cubicBezTo>
                    <a:pt x="11" y="1"/>
                    <a:pt x="9" y="0"/>
                    <a:pt x="6" y="0"/>
                  </a:cubicBezTo>
                  <a:cubicBezTo>
                    <a:pt x="4"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35"/>
            <p:cNvSpPr/>
            <p:nvPr/>
          </p:nvSpPr>
          <p:spPr>
            <a:xfrm>
              <a:off x="3318845" y="-606815"/>
              <a:ext cx="20880" cy="16200"/>
            </a:xfrm>
            <a:custGeom>
              <a:rect b="b" l="l" r="r" t="t"/>
              <a:pathLst>
                <a:path extrusionOk="0" h="45" w="58">
                  <a:moveTo>
                    <a:pt x="53" y="22"/>
                  </a:moveTo>
                  <a:cubicBezTo>
                    <a:pt x="49" y="21"/>
                    <a:pt x="44" y="19"/>
                    <a:pt x="39" y="18"/>
                  </a:cubicBezTo>
                  <a:cubicBezTo>
                    <a:pt x="39" y="19"/>
                    <a:pt x="38" y="20"/>
                    <a:pt x="36" y="21"/>
                  </a:cubicBezTo>
                  <a:cubicBezTo>
                    <a:pt x="35" y="21"/>
                    <a:pt x="33" y="22"/>
                    <a:pt x="32" y="22"/>
                  </a:cubicBezTo>
                  <a:cubicBezTo>
                    <a:pt x="30" y="22"/>
                    <a:pt x="29" y="22"/>
                    <a:pt x="27" y="21"/>
                  </a:cubicBezTo>
                  <a:cubicBezTo>
                    <a:pt x="25" y="20"/>
                    <a:pt x="25" y="19"/>
                    <a:pt x="24" y="17"/>
                  </a:cubicBezTo>
                  <a:lnTo>
                    <a:pt x="23" y="16"/>
                  </a:lnTo>
                  <a:cubicBezTo>
                    <a:pt x="23" y="15"/>
                    <a:pt x="23" y="13"/>
                    <a:pt x="22" y="11"/>
                  </a:cubicBezTo>
                  <a:cubicBezTo>
                    <a:pt x="15" y="8"/>
                    <a:pt x="7" y="4"/>
                    <a:pt x="0" y="0"/>
                  </a:cubicBezTo>
                  <a:cubicBezTo>
                    <a:pt x="10" y="18"/>
                    <a:pt x="37" y="33"/>
                    <a:pt x="57" y="44"/>
                  </a:cubicBezTo>
                  <a:cubicBezTo>
                    <a:pt x="56" y="43"/>
                    <a:pt x="55" y="42"/>
                    <a:pt x="55" y="41"/>
                  </a:cubicBezTo>
                  <a:cubicBezTo>
                    <a:pt x="54" y="40"/>
                    <a:pt x="53" y="38"/>
                    <a:pt x="53" y="36"/>
                  </a:cubicBezTo>
                  <a:cubicBezTo>
                    <a:pt x="53" y="31"/>
                    <a:pt x="53" y="27"/>
                    <a:pt x="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35"/>
            <p:cNvSpPr/>
            <p:nvPr/>
          </p:nvSpPr>
          <p:spPr>
            <a:xfrm>
              <a:off x="3333965" y="-604295"/>
              <a:ext cx="4320" cy="3240"/>
            </a:xfrm>
            <a:custGeom>
              <a:rect b="b" l="l" r="r" t="t"/>
              <a:pathLst>
                <a:path extrusionOk="0" h="9" w="12">
                  <a:moveTo>
                    <a:pt x="0" y="3"/>
                  </a:moveTo>
                  <a:lnTo>
                    <a:pt x="11" y="8"/>
                  </a:lnTo>
                  <a:cubicBezTo>
                    <a:pt x="11" y="7"/>
                    <a:pt x="11" y="6"/>
                    <a:pt x="11" y="5"/>
                  </a:cubicBezTo>
                  <a:lnTo>
                    <a:pt x="1" y="0"/>
                  </a:lnTo>
                  <a:cubicBezTo>
                    <a:pt x="1" y="0"/>
                    <a:pt x="0"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35"/>
            <p:cNvSpPr/>
            <p:nvPr/>
          </p:nvSpPr>
          <p:spPr>
            <a:xfrm>
              <a:off x="3452765" y="-581255"/>
              <a:ext cx="1440" cy="1440"/>
            </a:xfrm>
            <a:custGeom>
              <a:rect b="b" l="l" r="r" t="t"/>
              <a:pathLst>
                <a:path extrusionOk="0" h="4" w="4">
                  <a:moveTo>
                    <a:pt x="2" y="3"/>
                  </a:moveTo>
                  <a:cubicBezTo>
                    <a:pt x="2" y="2"/>
                    <a:pt x="1" y="1"/>
                    <a:pt x="0" y="0"/>
                  </a:cubicBezTo>
                  <a:cubicBezTo>
                    <a:pt x="0" y="1"/>
                    <a:pt x="0" y="0"/>
                    <a:pt x="1" y="1"/>
                  </a:cubicBezTo>
                  <a:cubicBezTo>
                    <a:pt x="2" y="2"/>
                    <a:pt x="1" y="1"/>
                    <a:pt x="2" y="2"/>
                  </a:cubicBezTo>
                  <a:cubicBezTo>
                    <a:pt x="3" y="3"/>
                    <a:pt x="2"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35"/>
            <p:cNvSpPr/>
            <p:nvPr/>
          </p:nvSpPr>
          <p:spPr>
            <a:xfrm>
              <a:off x="3455285" y="-589535"/>
              <a:ext cx="36720" cy="12960"/>
            </a:xfrm>
            <a:custGeom>
              <a:rect b="b" l="l" r="r" t="t"/>
              <a:pathLst>
                <a:path extrusionOk="0" h="36" w="102">
                  <a:moveTo>
                    <a:pt x="90" y="0"/>
                  </a:moveTo>
                  <a:cubicBezTo>
                    <a:pt x="89" y="0"/>
                    <a:pt x="88" y="1"/>
                    <a:pt x="87" y="1"/>
                  </a:cubicBezTo>
                  <a:cubicBezTo>
                    <a:pt x="85" y="1"/>
                    <a:pt x="84" y="0"/>
                    <a:pt x="83" y="0"/>
                  </a:cubicBezTo>
                  <a:cubicBezTo>
                    <a:pt x="74" y="2"/>
                    <a:pt x="64" y="4"/>
                    <a:pt x="55" y="5"/>
                  </a:cubicBezTo>
                  <a:cubicBezTo>
                    <a:pt x="40" y="6"/>
                    <a:pt x="26" y="7"/>
                    <a:pt x="12" y="11"/>
                  </a:cubicBezTo>
                  <a:cubicBezTo>
                    <a:pt x="12" y="13"/>
                    <a:pt x="12" y="16"/>
                    <a:pt x="12" y="19"/>
                  </a:cubicBezTo>
                  <a:cubicBezTo>
                    <a:pt x="12" y="20"/>
                    <a:pt x="11" y="21"/>
                    <a:pt x="11" y="22"/>
                  </a:cubicBezTo>
                  <a:cubicBezTo>
                    <a:pt x="10" y="24"/>
                    <a:pt x="9" y="25"/>
                    <a:pt x="7" y="26"/>
                  </a:cubicBezTo>
                  <a:cubicBezTo>
                    <a:pt x="5" y="27"/>
                    <a:pt x="4" y="27"/>
                    <a:pt x="2" y="27"/>
                  </a:cubicBezTo>
                  <a:cubicBezTo>
                    <a:pt x="2" y="27"/>
                    <a:pt x="1" y="27"/>
                    <a:pt x="0" y="27"/>
                  </a:cubicBezTo>
                  <a:cubicBezTo>
                    <a:pt x="20" y="35"/>
                    <a:pt x="46" y="27"/>
                    <a:pt x="65" y="23"/>
                  </a:cubicBezTo>
                  <a:cubicBezTo>
                    <a:pt x="76" y="19"/>
                    <a:pt x="86" y="15"/>
                    <a:pt x="95" y="10"/>
                  </a:cubicBezTo>
                  <a:cubicBezTo>
                    <a:pt x="97" y="8"/>
                    <a:pt x="99" y="6"/>
                    <a:pt x="101" y="3"/>
                  </a:cubicBezTo>
                  <a:cubicBezTo>
                    <a:pt x="100" y="3"/>
                    <a:pt x="99" y="3"/>
                    <a:pt x="98" y="3"/>
                  </a:cubicBezTo>
                  <a:cubicBezTo>
                    <a:pt x="97" y="3"/>
                    <a:pt x="95" y="3"/>
                    <a:pt x="93" y="2"/>
                  </a:cubicBezTo>
                  <a:cubicBezTo>
                    <a:pt x="92" y="1"/>
                    <a:pt x="91" y="0"/>
                    <a:pt x="9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35"/>
            <p:cNvSpPr/>
            <p:nvPr/>
          </p:nvSpPr>
          <p:spPr>
            <a:xfrm>
              <a:off x="3414965" y="-582695"/>
              <a:ext cx="10080" cy="5400"/>
            </a:xfrm>
            <a:custGeom>
              <a:rect b="b" l="l" r="r" t="t"/>
              <a:pathLst>
                <a:path extrusionOk="0" h="15" w="28">
                  <a:moveTo>
                    <a:pt x="26" y="8"/>
                  </a:moveTo>
                  <a:cubicBezTo>
                    <a:pt x="27" y="8"/>
                    <a:pt x="27" y="8"/>
                    <a:pt x="27" y="8"/>
                  </a:cubicBezTo>
                  <a:cubicBezTo>
                    <a:pt x="27" y="7"/>
                    <a:pt x="27" y="7"/>
                    <a:pt x="27" y="7"/>
                  </a:cubicBezTo>
                  <a:cubicBezTo>
                    <a:pt x="27" y="6"/>
                    <a:pt x="27" y="6"/>
                    <a:pt x="27" y="6"/>
                  </a:cubicBezTo>
                  <a:cubicBezTo>
                    <a:pt x="27" y="6"/>
                    <a:pt x="27" y="5"/>
                    <a:pt x="26" y="5"/>
                  </a:cubicBezTo>
                  <a:lnTo>
                    <a:pt x="2" y="0"/>
                  </a:lnTo>
                  <a:cubicBezTo>
                    <a:pt x="1" y="5"/>
                    <a:pt x="1" y="9"/>
                    <a:pt x="0" y="14"/>
                  </a:cubicBezTo>
                  <a:cubicBezTo>
                    <a:pt x="9" y="12"/>
                    <a:pt x="19" y="10"/>
                    <a:pt x="2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35"/>
            <p:cNvSpPr/>
            <p:nvPr/>
          </p:nvSpPr>
          <p:spPr>
            <a:xfrm>
              <a:off x="3398405" y="-584855"/>
              <a:ext cx="9720" cy="7920"/>
            </a:xfrm>
            <a:custGeom>
              <a:rect b="b" l="l" r="r" t="t"/>
              <a:pathLst>
                <a:path extrusionOk="0" h="22" w="27">
                  <a:moveTo>
                    <a:pt x="22" y="1"/>
                  </a:moveTo>
                  <a:cubicBezTo>
                    <a:pt x="20" y="1"/>
                    <a:pt x="18" y="0"/>
                    <a:pt x="15" y="0"/>
                  </a:cubicBezTo>
                  <a:cubicBezTo>
                    <a:pt x="11" y="0"/>
                    <a:pt x="8" y="1"/>
                    <a:pt x="4" y="3"/>
                  </a:cubicBezTo>
                  <a:cubicBezTo>
                    <a:pt x="3" y="4"/>
                    <a:pt x="2" y="5"/>
                    <a:pt x="1" y="6"/>
                  </a:cubicBezTo>
                  <a:lnTo>
                    <a:pt x="0" y="6"/>
                  </a:lnTo>
                  <a:cubicBezTo>
                    <a:pt x="0" y="7"/>
                    <a:pt x="0" y="8"/>
                    <a:pt x="0" y="8"/>
                  </a:cubicBezTo>
                  <a:cubicBezTo>
                    <a:pt x="0" y="9"/>
                    <a:pt x="0" y="10"/>
                    <a:pt x="0" y="10"/>
                  </a:cubicBezTo>
                  <a:lnTo>
                    <a:pt x="1" y="11"/>
                  </a:lnTo>
                  <a:cubicBezTo>
                    <a:pt x="3" y="13"/>
                    <a:pt x="5" y="15"/>
                    <a:pt x="8" y="17"/>
                  </a:cubicBezTo>
                  <a:cubicBezTo>
                    <a:pt x="13" y="20"/>
                    <a:pt x="19" y="21"/>
                    <a:pt x="25" y="21"/>
                  </a:cubicBezTo>
                  <a:lnTo>
                    <a:pt x="26" y="21"/>
                  </a:lnTo>
                  <a:cubicBezTo>
                    <a:pt x="26" y="20"/>
                    <a:pt x="25" y="20"/>
                    <a:pt x="25" y="19"/>
                  </a:cubicBezTo>
                  <a:cubicBezTo>
                    <a:pt x="24" y="13"/>
                    <a:pt x="23" y="7"/>
                    <a:pt x="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35"/>
            <p:cNvSpPr/>
            <p:nvPr/>
          </p:nvSpPr>
          <p:spPr>
            <a:xfrm>
              <a:off x="3378965" y="-587735"/>
              <a:ext cx="2160" cy="3240"/>
            </a:xfrm>
            <a:custGeom>
              <a:rect b="b" l="l" r="r" t="t"/>
              <a:pathLst>
                <a:path extrusionOk="0" h="9" w="6">
                  <a:moveTo>
                    <a:pt x="2" y="7"/>
                  </a:moveTo>
                  <a:cubicBezTo>
                    <a:pt x="3" y="7"/>
                    <a:pt x="3" y="7"/>
                    <a:pt x="4" y="6"/>
                  </a:cubicBezTo>
                  <a:cubicBezTo>
                    <a:pt x="4" y="6"/>
                    <a:pt x="5" y="6"/>
                    <a:pt x="5" y="5"/>
                  </a:cubicBezTo>
                  <a:cubicBezTo>
                    <a:pt x="5" y="5"/>
                    <a:pt x="5" y="4"/>
                    <a:pt x="5" y="3"/>
                  </a:cubicBezTo>
                  <a:lnTo>
                    <a:pt x="5" y="2"/>
                  </a:lnTo>
                  <a:cubicBezTo>
                    <a:pt x="5" y="1"/>
                    <a:pt x="5" y="1"/>
                    <a:pt x="4" y="0"/>
                  </a:cubicBezTo>
                  <a:cubicBezTo>
                    <a:pt x="3" y="0"/>
                    <a:pt x="3" y="0"/>
                    <a:pt x="2" y="0"/>
                  </a:cubicBezTo>
                  <a:lnTo>
                    <a:pt x="0" y="0"/>
                  </a:lnTo>
                  <a:cubicBezTo>
                    <a:pt x="0" y="2"/>
                    <a:pt x="0" y="5"/>
                    <a:pt x="0" y="8"/>
                  </a:cubicBezTo>
                  <a:lnTo>
                    <a:pt x="2"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35"/>
            <p:cNvSpPr/>
            <p:nvPr/>
          </p:nvSpPr>
          <p:spPr>
            <a:xfrm>
              <a:off x="3363125" y="-592055"/>
              <a:ext cx="8640" cy="9000"/>
            </a:xfrm>
            <a:custGeom>
              <a:rect b="b" l="l" r="r" t="t"/>
              <a:pathLst>
                <a:path extrusionOk="0" h="25" w="24">
                  <a:moveTo>
                    <a:pt x="2" y="0"/>
                  </a:moveTo>
                  <a:cubicBezTo>
                    <a:pt x="2" y="6"/>
                    <a:pt x="0" y="13"/>
                    <a:pt x="0" y="20"/>
                  </a:cubicBezTo>
                  <a:cubicBezTo>
                    <a:pt x="1" y="20"/>
                    <a:pt x="2" y="21"/>
                    <a:pt x="3" y="22"/>
                  </a:cubicBezTo>
                  <a:cubicBezTo>
                    <a:pt x="5" y="23"/>
                    <a:pt x="8" y="24"/>
                    <a:pt x="11" y="24"/>
                  </a:cubicBezTo>
                  <a:cubicBezTo>
                    <a:pt x="12" y="24"/>
                    <a:pt x="13" y="24"/>
                    <a:pt x="13" y="24"/>
                  </a:cubicBezTo>
                  <a:lnTo>
                    <a:pt x="23" y="22"/>
                  </a:lnTo>
                  <a:cubicBezTo>
                    <a:pt x="23" y="17"/>
                    <a:pt x="22" y="10"/>
                    <a:pt x="21" y="3"/>
                  </a:cubicBezTo>
                  <a:cubicBezTo>
                    <a:pt x="15" y="2"/>
                    <a:pt x="8"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35"/>
            <p:cNvSpPr/>
            <p:nvPr/>
          </p:nvSpPr>
          <p:spPr>
            <a:xfrm>
              <a:off x="3317765" y="-613655"/>
              <a:ext cx="9360" cy="11160"/>
            </a:xfrm>
            <a:custGeom>
              <a:rect b="b" l="l" r="r" t="t"/>
              <a:pathLst>
                <a:path extrusionOk="0" h="31" w="26">
                  <a:moveTo>
                    <a:pt x="23" y="16"/>
                  </a:moveTo>
                  <a:cubicBezTo>
                    <a:pt x="16" y="11"/>
                    <a:pt x="8" y="6"/>
                    <a:pt x="1" y="0"/>
                  </a:cubicBezTo>
                  <a:cubicBezTo>
                    <a:pt x="1" y="0"/>
                    <a:pt x="2" y="0"/>
                    <a:pt x="1" y="1"/>
                  </a:cubicBezTo>
                  <a:cubicBezTo>
                    <a:pt x="0" y="2"/>
                    <a:pt x="0" y="2"/>
                    <a:pt x="0" y="3"/>
                  </a:cubicBezTo>
                  <a:cubicBezTo>
                    <a:pt x="0" y="4"/>
                    <a:pt x="0" y="4"/>
                    <a:pt x="0" y="5"/>
                  </a:cubicBezTo>
                  <a:cubicBezTo>
                    <a:pt x="0" y="10"/>
                    <a:pt x="1" y="15"/>
                    <a:pt x="3" y="19"/>
                  </a:cubicBezTo>
                  <a:cubicBezTo>
                    <a:pt x="10" y="23"/>
                    <a:pt x="18" y="27"/>
                    <a:pt x="25" y="30"/>
                  </a:cubicBezTo>
                  <a:cubicBezTo>
                    <a:pt x="24" y="25"/>
                    <a:pt x="24" y="21"/>
                    <a:pt x="2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35"/>
            <p:cNvSpPr/>
            <p:nvPr/>
          </p:nvSpPr>
          <p:spPr>
            <a:xfrm>
              <a:off x="3332885" y="-603215"/>
              <a:ext cx="5400" cy="4680"/>
            </a:xfrm>
            <a:custGeom>
              <a:rect b="b" l="l" r="r" t="t"/>
              <a:pathLst>
                <a:path extrusionOk="0" h="13" w="15">
                  <a:moveTo>
                    <a:pt x="2" y="6"/>
                  </a:moveTo>
                  <a:cubicBezTo>
                    <a:pt x="2" y="6"/>
                    <a:pt x="2" y="7"/>
                    <a:pt x="0" y="8"/>
                  </a:cubicBezTo>
                  <a:cubicBezTo>
                    <a:pt x="5" y="9"/>
                    <a:pt x="10" y="11"/>
                    <a:pt x="14" y="12"/>
                  </a:cubicBezTo>
                  <a:cubicBezTo>
                    <a:pt x="14" y="9"/>
                    <a:pt x="14" y="7"/>
                    <a:pt x="14" y="5"/>
                  </a:cubicBezTo>
                  <a:lnTo>
                    <a:pt x="3" y="0"/>
                  </a:lnTo>
                  <a:cubicBezTo>
                    <a:pt x="3" y="2"/>
                    <a:pt x="2"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35"/>
            <p:cNvSpPr/>
            <p:nvPr/>
          </p:nvSpPr>
          <p:spPr>
            <a:xfrm>
              <a:off x="3488405" y="-601055"/>
              <a:ext cx="5400" cy="11160"/>
            </a:xfrm>
            <a:custGeom>
              <a:rect b="b" l="l" r="r" t="t"/>
              <a:pathLst>
                <a:path extrusionOk="0" h="31" w="15">
                  <a:moveTo>
                    <a:pt x="2" y="26"/>
                  </a:moveTo>
                  <a:cubicBezTo>
                    <a:pt x="2" y="27"/>
                    <a:pt x="1" y="28"/>
                    <a:pt x="1" y="29"/>
                  </a:cubicBezTo>
                  <a:lnTo>
                    <a:pt x="0" y="30"/>
                  </a:lnTo>
                  <a:cubicBezTo>
                    <a:pt x="2" y="30"/>
                    <a:pt x="4" y="30"/>
                    <a:pt x="6" y="30"/>
                  </a:cubicBezTo>
                  <a:cubicBezTo>
                    <a:pt x="7" y="30"/>
                    <a:pt x="9" y="30"/>
                    <a:pt x="11" y="30"/>
                  </a:cubicBezTo>
                  <a:cubicBezTo>
                    <a:pt x="13" y="25"/>
                    <a:pt x="14" y="21"/>
                    <a:pt x="14" y="16"/>
                  </a:cubicBezTo>
                  <a:cubicBezTo>
                    <a:pt x="14" y="13"/>
                    <a:pt x="13" y="10"/>
                    <a:pt x="13" y="7"/>
                  </a:cubicBezTo>
                  <a:cubicBezTo>
                    <a:pt x="12" y="5"/>
                    <a:pt x="12" y="3"/>
                    <a:pt x="11" y="2"/>
                  </a:cubicBezTo>
                  <a:cubicBezTo>
                    <a:pt x="11" y="1"/>
                    <a:pt x="10" y="1"/>
                    <a:pt x="10" y="0"/>
                  </a:cubicBezTo>
                  <a:cubicBezTo>
                    <a:pt x="9" y="4"/>
                    <a:pt x="7" y="8"/>
                    <a:pt x="5" y="12"/>
                  </a:cubicBezTo>
                  <a:cubicBezTo>
                    <a:pt x="4" y="14"/>
                    <a:pt x="3" y="15"/>
                    <a:pt x="1" y="17"/>
                  </a:cubicBezTo>
                  <a:cubicBezTo>
                    <a:pt x="2" y="19"/>
                    <a:pt x="2" y="22"/>
                    <a:pt x="2" y="24"/>
                  </a:cubicBezTo>
                  <a:cubicBezTo>
                    <a:pt x="2" y="25"/>
                    <a:pt x="2" y="25"/>
                    <a:pt x="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35"/>
            <p:cNvSpPr/>
            <p:nvPr/>
          </p:nvSpPr>
          <p:spPr>
            <a:xfrm>
              <a:off x="3487685" y="-590615"/>
              <a:ext cx="5040" cy="2880"/>
            </a:xfrm>
            <a:custGeom>
              <a:rect b="b" l="l" r="r" t="t"/>
              <a:pathLst>
                <a:path extrusionOk="0" h="8" w="14">
                  <a:moveTo>
                    <a:pt x="0" y="3"/>
                  </a:moveTo>
                  <a:cubicBezTo>
                    <a:pt x="1" y="4"/>
                    <a:pt x="2" y="4"/>
                    <a:pt x="3" y="5"/>
                  </a:cubicBezTo>
                  <a:cubicBezTo>
                    <a:pt x="5" y="6"/>
                    <a:pt x="7" y="7"/>
                    <a:pt x="9" y="7"/>
                  </a:cubicBezTo>
                  <a:cubicBezTo>
                    <a:pt x="9" y="7"/>
                    <a:pt x="10" y="7"/>
                    <a:pt x="10" y="6"/>
                  </a:cubicBezTo>
                  <a:cubicBezTo>
                    <a:pt x="11" y="4"/>
                    <a:pt x="12" y="2"/>
                    <a:pt x="13" y="0"/>
                  </a:cubicBezTo>
                  <a:cubicBezTo>
                    <a:pt x="11" y="0"/>
                    <a:pt x="9" y="0"/>
                    <a:pt x="8" y="0"/>
                  </a:cubicBezTo>
                  <a:cubicBezTo>
                    <a:pt x="6" y="0"/>
                    <a:pt x="4" y="0"/>
                    <a:pt x="2" y="0"/>
                  </a:cubicBezTo>
                  <a:cubicBezTo>
                    <a:pt x="2" y="0"/>
                    <a:pt x="3" y="0"/>
                    <a:pt x="2" y="1"/>
                  </a:cubicBezTo>
                  <a:cubicBezTo>
                    <a:pt x="1" y="2"/>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35"/>
            <p:cNvSpPr/>
            <p:nvPr/>
          </p:nvSpPr>
          <p:spPr>
            <a:xfrm>
              <a:off x="3480485" y="-602855"/>
              <a:ext cx="8640" cy="13680"/>
            </a:xfrm>
            <a:custGeom>
              <a:rect b="b" l="l" r="r" t="t"/>
              <a:pathLst>
                <a:path extrusionOk="0" h="38" w="24">
                  <a:moveTo>
                    <a:pt x="19" y="34"/>
                  </a:moveTo>
                  <a:cubicBezTo>
                    <a:pt x="18" y="34"/>
                    <a:pt x="18" y="34"/>
                    <a:pt x="17" y="34"/>
                  </a:cubicBezTo>
                  <a:cubicBezTo>
                    <a:pt x="16" y="34"/>
                    <a:pt x="16" y="35"/>
                    <a:pt x="15" y="34"/>
                  </a:cubicBezTo>
                  <a:cubicBezTo>
                    <a:pt x="14" y="33"/>
                    <a:pt x="14" y="33"/>
                    <a:pt x="14" y="32"/>
                  </a:cubicBezTo>
                  <a:lnTo>
                    <a:pt x="13" y="31"/>
                  </a:lnTo>
                  <a:cubicBezTo>
                    <a:pt x="13" y="28"/>
                    <a:pt x="17" y="27"/>
                    <a:pt x="19" y="29"/>
                  </a:cubicBezTo>
                  <a:cubicBezTo>
                    <a:pt x="19" y="28"/>
                    <a:pt x="19" y="27"/>
                    <a:pt x="20" y="26"/>
                  </a:cubicBezTo>
                  <a:cubicBezTo>
                    <a:pt x="20" y="25"/>
                    <a:pt x="21" y="24"/>
                    <a:pt x="22" y="24"/>
                  </a:cubicBezTo>
                  <a:lnTo>
                    <a:pt x="23" y="21"/>
                  </a:lnTo>
                  <a:cubicBezTo>
                    <a:pt x="22" y="15"/>
                    <a:pt x="20" y="9"/>
                    <a:pt x="16" y="3"/>
                  </a:cubicBezTo>
                  <a:cubicBezTo>
                    <a:pt x="16" y="2"/>
                    <a:pt x="15" y="1"/>
                    <a:pt x="14" y="0"/>
                  </a:cubicBezTo>
                  <a:lnTo>
                    <a:pt x="13" y="0"/>
                  </a:lnTo>
                  <a:cubicBezTo>
                    <a:pt x="11" y="1"/>
                    <a:pt x="9" y="3"/>
                    <a:pt x="8" y="5"/>
                  </a:cubicBezTo>
                  <a:cubicBezTo>
                    <a:pt x="7" y="6"/>
                    <a:pt x="7" y="8"/>
                    <a:pt x="6" y="9"/>
                  </a:cubicBezTo>
                  <a:cubicBezTo>
                    <a:pt x="6" y="11"/>
                    <a:pt x="5" y="13"/>
                    <a:pt x="4" y="15"/>
                  </a:cubicBezTo>
                  <a:cubicBezTo>
                    <a:pt x="3" y="17"/>
                    <a:pt x="2" y="19"/>
                    <a:pt x="0" y="20"/>
                  </a:cubicBezTo>
                  <a:cubicBezTo>
                    <a:pt x="3" y="24"/>
                    <a:pt x="6" y="27"/>
                    <a:pt x="8" y="31"/>
                  </a:cubicBezTo>
                  <a:cubicBezTo>
                    <a:pt x="9" y="32"/>
                    <a:pt x="10" y="34"/>
                    <a:pt x="10" y="35"/>
                  </a:cubicBezTo>
                  <a:cubicBezTo>
                    <a:pt x="11" y="36"/>
                    <a:pt x="12" y="37"/>
                    <a:pt x="13" y="37"/>
                  </a:cubicBezTo>
                  <a:lnTo>
                    <a:pt x="20" y="36"/>
                  </a:lnTo>
                  <a:cubicBezTo>
                    <a:pt x="19" y="35"/>
                    <a:pt x="19" y="34"/>
                    <a:pt x="1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35"/>
            <p:cNvSpPr/>
            <p:nvPr/>
          </p:nvSpPr>
          <p:spPr>
            <a:xfrm>
              <a:off x="3485165" y="-589535"/>
              <a:ext cx="2880" cy="720"/>
            </a:xfrm>
            <a:custGeom>
              <a:rect b="b" l="l" r="r" t="t"/>
              <a:pathLst>
                <a:path extrusionOk="0" h="2" w="8">
                  <a:moveTo>
                    <a:pt x="0" y="0"/>
                  </a:moveTo>
                  <a:cubicBezTo>
                    <a:pt x="1" y="1"/>
                    <a:pt x="2" y="1"/>
                    <a:pt x="4" y="1"/>
                  </a:cubicBezTo>
                  <a:cubicBezTo>
                    <a:pt x="5" y="1"/>
                    <a:pt x="6" y="1"/>
                    <a:pt x="7"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35"/>
            <p:cNvSpPr/>
            <p:nvPr/>
          </p:nvSpPr>
          <p:spPr>
            <a:xfrm>
              <a:off x="3487325" y="-594935"/>
              <a:ext cx="2160" cy="5400"/>
            </a:xfrm>
            <a:custGeom>
              <a:rect b="b" l="l" r="r" t="t"/>
              <a:pathLst>
                <a:path extrusionOk="0" h="15" w="6">
                  <a:moveTo>
                    <a:pt x="0" y="7"/>
                  </a:moveTo>
                  <a:lnTo>
                    <a:pt x="0" y="8"/>
                  </a:lnTo>
                  <a:cubicBezTo>
                    <a:pt x="1" y="8"/>
                    <a:pt x="1" y="9"/>
                    <a:pt x="1" y="10"/>
                  </a:cubicBezTo>
                  <a:cubicBezTo>
                    <a:pt x="1" y="10"/>
                    <a:pt x="1" y="11"/>
                    <a:pt x="0" y="11"/>
                  </a:cubicBezTo>
                  <a:lnTo>
                    <a:pt x="0" y="12"/>
                  </a:lnTo>
                  <a:cubicBezTo>
                    <a:pt x="0" y="13"/>
                    <a:pt x="0" y="13"/>
                    <a:pt x="0" y="14"/>
                  </a:cubicBezTo>
                  <a:lnTo>
                    <a:pt x="1" y="14"/>
                  </a:lnTo>
                  <a:lnTo>
                    <a:pt x="3" y="14"/>
                  </a:lnTo>
                  <a:lnTo>
                    <a:pt x="4" y="13"/>
                  </a:lnTo>
                  <a:cubicBezTo>
                    <a:pt x="4" y="12"/>
                    <a:pt x="5" y="11"/>
                    <a:pt x="5" y="10"/>
                  </a:cubicBezTo>
                  <a:cubicBezTo>
                    <a:pt x="5" y="8"/>
                    <a:pt x="5" y="6"/>
                    <a:pt x="5" y="5"/>
                  </a:cubicBezTo>
                  <a:cubicBezTo>
                    <a:pt x="5" y="3"/>
                    <a:pt x="5" y="2"/>
                    <a:pt x="5" y="0"/>
                  </a:cubicBezTo>
                  <a:lnTo>
                    <a:pt x="3" y="3"/>
                  </a:lnTo>
                  <a:cubicBezTo>
                    <a:pt x="2" y="3"/>
                    <a:pt x="1" y="4"/>
                    <a:pt x="0"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35"/>
            <p:cNvSpPr/>
            <p:nvPr/>
          </p:nvSpPr>
          <p:spPr>
            <a:xfrm>
              <a:off x="3487685" y="-590255"/>
              <a:ext cx="1080" cy="360"/>
            </a:xfrm>
            <a:custGeom>
              <a:rect b="b" l="l" r="r" t="t"/>
              <a:pathLst>
                <a:path extrusionOk="0" h="1" w="3">
                  <a:moveTo>
                    <a:pt x="2" y="0"/>
                  </a:moveTo>
                  <a:lnTo>
                    <a:pt x="0" y="0"/>
                  </a:lnTo>
                  <a:lnTo>
                    <a:pt x="0" y="0"/>
                  </a:lnTo>
                  <a:lnTo>
                    <a:pt x="0" y="0"/>
                  </a:lnTo>
                  <a:lnTo>
                    <a:pt x="1" y="0"/>
                  </a:lnTo>
                  <a:lnTo>
                    <a:pt x="2" y="0"/>
                  </a:lnTo>
                </a:path>
              </a:pathLst>
            </a:custGeom>
            <a:solidFill>
              <a:schemeClr val="dk1"/>
            </a:solidFill>
            <a:ln>
              <a:noFill/>
            </a:ln>
          </p:spPr>
        </p:sp>
        <p:sp>
          <p:nvSpPr>
            <p:cNvPr id="3624" name="Google Shape;3624;p35"/>
            <p:cNvSpPr/>
            <p:nvPr/>
          </p:nvSpPr>
          <p:spPr>
            <a:xfrm>
              <a:off x="3485165" y="-592775"/>
              <a:ext cx="2520" cy="2520"/>
            </a:xfrm>
            <a:custGeom>
              <a:rect b="b" l="l" r="r" t="t"/>
              <a:pathLst>
                <a:path extrusionOk="0" h="7" w="7">
                  <a:moveTo>
                    <a:pt x="6" y="1"/>
                  </a:moveTo>
                  <a:cubicBezTo>
                    <a:pt x="4" y="0"/>
                    <a:pt x="0" y="0"/>
                    <a:pt x="0" y="3"/>
                  </a:cubicBezTo>
                  <a:cubicBezTo>
                    <a:pt x="0" y="4"/>
                    <a:pt x="1" y="4"/>
                    <a:pt x="1" y="5"/>
                  </a:cubicBezTo>
                  <a:lnTo>
                    <a:pt x="2" y="6"/>
                  </a:lnTo>
                  <a:cubicBezTo>
                    <a:pt x="3" y="6"/>
                    <a:pt x="3" y="6"/>
                    <a:pt x="4" y="6"/>
                  </a:cubicBezTo>
                  <a:cubicBezTo>
                    <a:pt x="5" y="6"/>
                    <a:pt x="5" y="6"/>
                    <a:pt x="6" y="6"/>
                  </a:cubicBezTo>
                  <a:cubicBezTo>
                    <a:pt x="5" y="5"/>
                    <a:pt x="5" y="4"/>
                    <a:pt x="5" y="3"/>
                  </a:cubicBezTo>
                  <a:cubicBezTo>
                    <a:pt x="5" y="2"/>
                    <a:pt x="5" y="2"/>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35"/>
            <p:cNvSpPr/>
            <p:nvPr/>
          </p:nvSpPr>
          <p:spPr>
            <a:xfrm>
              <a:off x="3486965" y="-592415"/>
              <a:ext cx="1080" cy="2160"/>
            </a:xfrm>
            <a:custGeom>
              <a:rect b="b" l="l" r="r" t="t"/>
              <a:pathLst>
                <a:path extrusionOk="0" h="6" w="3">
                  <a:moveTo>
                    <a:pt x="2" y="2"/>
                  </a:moveTo>
                  <a:lnTo>
                    <a:pt x="1" y="1"/>
                  </a:lnTo>
                  <a:cubicBezTo>
                    <a:pt x="0" y="0"/>
                    <a:pt x="1" y="0"/>
                    <a:pt x="1" y="0"/>
                  </a:cubicBezTo>
                  <a:cubicBezTo>
                    <a:pt x="0" y="0"/>
                    <a:pt x="0" y="1"/>
                    <a:pt x="0" y="2"/>
                  </a:cubicBezTo>
                  <a:cubicBezTo>
                    <a:pt x="0" y="3"/>
                    <a:pt x="0" y="4"/>
                    <a:pt x="1" y="5"/>
                  </a:cubicBezTo>
                  <a:cubicBezTo>
                    <a:pt x="1" y="4"/>
                    <a:pt x="1" y="4"/>
                    <a:pt x="1" y="4"/>
                  </a:cubicBezTo>
                  <a:cubicBezTo>
                    <a:pt x="2" y="3"/>
                    <a:pt x="2" y="3"/>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35"/>
            <p:cNvSpPr/>
            <p:nvPr/>
          </p:nvSpPr>
          <p:spPr>
            <a:xfrm>
              <a:off x="3327125" y="-602855"/>
              <a:ext cx="6480" cy="4320"/>
            </a:xfrm>
            <a:custGeom>
              <a:rect b="b" l="l" r="r" t="t"/>
              <a:pathLst>
                <a:path extrusionOk="0" h="12" w="18">
                  <a:moveTo>
                    <a:pt x="1" y="5"/>
                  </a:moveTo>
                  <a:cubicBezTo>
                    <a:pt x="1" y="5"/>
                    <a:pt x="2" y="5"/>
                    <a:pt x="2" y="6"/>
                  </a:cubicBezTo>
                  <a:cubicBezTo>
                    <a:pt x="3" y="8"/>
                    <a:pt x="4" y="9"/>
                    <a:pt x="5" y="10"/>
                  </a:cubicBezTo>
                  <a:cubicBezTo>
                    <a:pt x="6" y="11"/>
                    <a:pt x="8" y="11"/>
                    <a:pt x="10" y="11"/>
                  </a:cubicBezTo>
                  <a:cubicBezTo>
                    <a:pt x="11" y="11"/>
                    <a:pt x="13" y="10"/>
                    <a:pt x="14" y="10"/>
                  </a:cubicBezTo>
                  <a:cubicBezTo>
                    <a:pt x="15" y="9"/>
                    <a:pt x="16" y="8"/>
                    <a:pt x="17" y="7"/>
                  </a:cubicBezTo>
                  <a:cubicBezTo>
                    <a:pt x="12" y="5"/>
                    <a:pt x="6" y="3"/>
                    <a:pt x="0" y="0"/>
                  </a:cubicBezTo>
                  <a:cubicBezTo>
                    <a:pt x="0" y="2"/>
                    <a:pt x="0" y="4"/>
                    <a:pt x="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35"/>
            <p:cNvSpPr/>
            <p:nvPr/>
          </p:nvSpPr>
          <p:spPr>
            <a:xfrm>
              <a:off x="3326045" y="-609335"/>
              <a:ext cx="8640" cy="6120"/>
            </a:xfrm>
            <a:custGeom>
              <a:rect b="b" l="l" r="r" t="t"/>
              <a:pathLst>
                <a:path extrusionOk="0" h="17" w="24">
                  <a:moveTo>
                    <a:pt x="23" y="14"/>
                  </a:moveTo>
                  <a:cubicBezTo>
                    <a:pt x="20" y="12"/>
                    <a:pt x="17" y="11"/>
                    <a:pt x="14" y="9"/>
                  </a:cubicBezTo>
                  <a:cubicBezTo>
                    <a:pt x="9" y="6"/>
                    <a:pt x="5" y="3"/>
                    <a:pt x="0" y="0"/>
                  </a:cubicBezTo>
                  <a:cubicBezTo>
                    <a:pt x="0" y="1"/>
                    <a:pt x="0" y="2"/>
                    <a:pt x="0" y="4"/>
                  </a:cubicBezTo>
                  <a:cubicBezTo>
                    <a:pt x="7" y="8"/>
                    <a:pt x="15" y="13"/>
                    <a:pt x="22" y="16"/>
                  </a:cubicBezTo>
                  <a:cubicBezTo>
                    <a:pt x="22" y="16"/>
                    <a:pt x="23" y="15"/>
                    <a:pt x="23"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35"/>
            <p:cNvSpPr/>
            <p:nvPr/>
          </p:nvSpPr>
          <p:spPr>
            <a:xfrm>
              <a:off x="3326045" y="-607895"/>
              <a:ext cx="9360" cy="8640"/>
            </a:xfrm>
            <a:custGeom>
              <a:rect b="b" l="l" r="r" t="t"/>
              <a:pathLst>
                <a:path extrusionOk="0" h="24" w="26">
                  <a:moveTo>
                    <a:pt x="22" y="13"/>
                  </a:moveTo>
                  <a:cubicBezTo>
                    <a:pt x="15" y="9"/>
                    <a:pt x="8" y="5"/>
                    <a:pt x="0" y="0"/>
                  </a:cubicBezTo>
                  <a:cubicBezTo>
                    <a:pt x="1" y="5"/>
                    <a:pt x="1" y="10"/>
                    <a:pt x="2" y="14"/>
                  </a:cubicBezTo>
                  <a:cubicBezTo>
                    <a:pt x="8" y="17"/>
                    <a:pt x="13" y="19"/>
                    <a:pt x="19" y="21"/>
                  </a:cubicBezTo>
                  <a:cubicBezTo>
                    <a:pt x="25" y="23"/>
                    <a:pt x="21" y="20"/>
                    <a:pt x="21" y="19"/>
                  </a:cubicBezTo>
                  <a:cubicBezTo>
                    <a:pt x="21" y="17"/>
                    <a:pt x="22" y="15"/>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35"/>
            <p:cNvSpPr/>
            <p:nvPr/>
          </p:nvSpPr>
          <p:spPr>
            <a:xfrm>
              <a:off x="3337925" y="-602495"/>
              <a:ext cx="8280" cy="13320"/>
            </a:xfrm>
            <a:custGeom>
              <a:rect b="b" l="l" r="r" t="t"/>
              <a:pathLst>
                <a:path extrusionOk="0" h="37" w="23">
                  <a:moveTo>
                    <a:pt x="22" y="26"/>
                  </a:moveTo>
                  <a:cubicBezTo>
                    <a:pt x="22" y="21"/>
                    <a:pt x="22" y="16"/>
                    <a:pt x="22" y="12"/>
                  </a:cubicBezTo>
                  <a:cubicBezTo>
                    <a:pt x="19" y="10"/>
                    <a:pt x="16" y="10"/>
                    <a:pt x="14" y="8"/>
                  </a:cubicBezTo>
                  <a:cubicBezTo>
                    <a:pt x="12" y="6"/>
                    <a:pt x="5" y="3"/>
                    <a:pt x="0" y="0"/>
                  </a:cubicBezTo>
                  <a:cubicBezTo>
                    <a:pt x="0" y="1"/>
                    <a:pt x="0" y="2"/>
                    <a:pt x="0" y="3"/>
                  </a:cubicBezTo>
                  <a:lnTo>
                    <a:pt x="8" y="7"/>
                  </a:lnTo>
                  <a:lnTo>
                    <a:pt x="8" y="8"/>
                  </a:lnTo>
                  <a:cubicBezTo>
                    <a:pt x="9" y="8"/>
                    <a:pt x="9" y="9"/>
                    <a:pt x="9" y="9"/>
                  </a:cubicBezTo>
                  <a:lnTo>
                    <a:pt x="8" y="10"/>
                  </a:lnTo>
                  <a:cubicBezTo>
                    <a:pt x="7" y="11"/>
                    <a:pt x="8" y="11"/>
                    <a:pt x="7" y="11"/>
                  </a:cubicBezTo>
                  <a:lnTo>
                    <a:pt x="6" y="11"/>
                  </a:lnTo>
                  <a:lnTo>
                    <a:pt x="0" y="10"/>
                  </a:lnTo>
                  <a:cubicBezTo>
                    <a:pt x="0" y="15"/>
                    <a:pt x="0" y="20"/>
                    <a:pt x="0" y="24"/>
                  </a:cubicBezTo>
                  <a:cubicBezTo>
                    <a:pt x="0" y="26"/>
                    <a:pt x="0" y="28"/>
                    <a:pt x="1" y="30"/>
                  </a:cubicBezTo>
                  <a:cubicBezTo>
                    <a:pt x="1" y="31"/>
                    <a:pt x="2" y="31"/>
                    <a:pt x="3" y="32"/>
                  </a:cubicBezTo>
                  <a:lnTo>
                    <a:pt x="7" y="35"/>
                  </a:lnTo>
                  <a:cubicBezTo>
                    <a:pt x="9" y="36"/>
                    <a:pt x="10" y="36"/>
                    <a:pt x="12" y="36"/>
                  </a:cubicBezTo>
                  <a:cubicBezTo>
                    <a:pt x="14" y="36"/>
                    <a:pt x="15" y="36"/>
                    <a:pt x="17" y="35"/>
                  </a:cubicBezTo>
                  <a:cubicBezTo>
                    <a:pt x="19" y="34"/>
                    <a:pt x="19" y="33"/>
                    <a:pt x="20" y="31"/>
                  </a:cubicBezTo>
                  <a:cubicBezTo>
                    <a:pt x="21" y="29"/>
                    <a:pt x="22" y="28"/>
                    <a:pt x="2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35"/>
            <p:cNvSpPr/>
            <p:nvPr/>
          </p:nvSpPr>
          <p:spPr>
            <a:xfrm>
              <a:off x="3337925" y="-601415"/>
              <a:ext cx="3600" cy="3240"/>
            </a:xfrm>
            <a:custGeom>
              <a:rect b="b" l="l" r="r" t="t"/>
              <a:pathLst>
                <a:path extrusionOk="0" h="9" w="10">
                  <a:moveTo>
                    <a:pt x="7" y="8"/>
                  </a:moveTo>
                  <a:lnTo>
                    <a:pt x="8" y="8"/>
                  </a:lnTo>
                  <a:lnTo>
                    <a:pt x="9" y="7"/>
                  </a:lnTo>
                  <a:lnTo>
                    <a:pt x="9" y="6"/>
                  </a:lnTo>
                  <a:cubicBezTo>
                    <a:pt x="9" y="5"/>
                    <a:pt x="9" y="5"/>
                    <a:pt x="9" y="5"/>
                  </a:cubicBezTo>
                  <a:cubicBezTo>
                    <a:pt x="9" y="4"/>
                    <a:pt x="8" y="4"/>
                    <a:pt x="8" y="4"/>
                  </a:cubicBezTo>
                  <a:lnTo>
                    <a:pt x="0" y="0"/>
                  </a:lnTo>
                  <a:cubicBezTo>
                    <a:pt x="0" y="2"/>
                    <a:pt x="0" y="4"/>
                    <a:pt x="0" y="7"/>
                  </a:cubicBezTo>
                  <a:lnTo>
                    <a:pt x="7"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35"/>
            <p:cNvSpPr/>
            <p:nvPr/>
          </p:nvSpPr>
          <p:spPr>
            <a:xfrm>
              <a:off x="3355205" y="-593855"/>
              <a:ext cx="7920" cy="12960"/>
            </a:xfrm>
            <a:custGeom>
              <a:rect b="b" l="l" r="r" t="t"/>
              <a:pathLst>
                <a:path extrusionOk="0" h="36" w="22">
                  <a:moveTo>
                    <a:pt x="21" y="26"/>
                  </a:moveTo>
                  <a:cubicBezTo>
                    <a:pt x="21" y="26"/>
                    <a:pt x="21" y="25"/>
                    <a:pt x="21" y="24"/>
                  </a:cubicBezTo>
                  <a:cubicBezTo>
                    <a:pt x="18" y="22"/>
                    <a:pt x="16" y="19"/>
                    <a:pt x="14" y="16"/>
                  </a:cubicBezTo>
                  <a:cubicBezTo>
                    <a:pt x="13" y="15"/>
                    <a:pt x="13" y="14"/>
                    <a:pt x="13" y="13"/>
                  </a:cubicBezTo>
                  <a:cubicBezTo>
                    <a:pt x="12" y="12"/>
                    <a:pt x="12" y="11"/>
                    <a:pt x="12" y="10"/>
                  </a:cubicBezTo>
                  <a:cubicBezTo>
                    <a:pt x="12" y="8"/>
                    <a:pt x="12" y="6"/>
                    <a:pt x="13" y="5"/>
                  </a:cubicBezTo>
                  <a:cubicBezTo>
                    <a:pt x="14" y="4"/>
                    <a:pt x="14" y="4"/>
                    <a:pt x="14" y="3"/>
                  </a:cubicBezTo>
                  <a:lnTo>
                    <a:pt x="1" y="0"/>
                  </a:lnTo>
                  <a:cubicBezTo>
                    <a:pt x="0" y="7"/>
                    <a:pt x="0" y="14"/>
                    <a:pt x="0" y="21"/>
                  </a:cubicBezTo>
                  <a:cubicBezTo>
                    <a:pt x="0" y="22"/>
                    <a:pt x="0" y="23"/>
                    <a:pt x="0" y="25"/>
                  </a:cubicBezTo>
                  <a:cubicBezTo>
                    <a:pt x="0" y="26"/>
                    <a:pt x="1" y="28"/>
                    <a:pt x="2" y="30"/>
                  </a:cubicBezTo>
                  <a:cubicBezTo>
                    <a:pt x="3" y="31"/>
                    <a:pt x="4" y="33"/>
                    <a:pt x="6" y="34"/>
                  </a:cubicBezTo>
                  <a:lnTo>
                    <a:pt x="11" y="35"/>
                  </a:lnTo>
                  <a:lnTo>
                    <a:pt x="12" y="35"/>
                  </a:lnTo>
                  <a:cubicBezTo>
                    <a:pt x="14" y="35"/>
                    <a:pt x="15" y="35"/>
                    <a:pt x="17" y="34"/>
                  </a:cubicBezTo>
                  <a:cubicBezTo>
                    <a:pt x="19" y="33"/>
                    <a:pt x="19" y="33"/>
                    <a:pt x="20" y="31"/>
                  </a:cubicBezTo>
                  <a:cubicBezTo>
                    <a:pt x="21" y="29"/>
                    <a:pt x="21" y="28"/>
                    <a:pt x="2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35"/>
            <p:cNvSpPr/>
            <p:nvPr/>
          </p:nvSpPr>
          <p:spPr>
            <a:xfrm>
              <a:off x="3359525" y="-592415"/>
              <a:ext cx="4320" cy="7920"/>
            </a:xfrm>
            <a:custGeom>
              <a:rect b="b" l="l" r="r" t="t"/>
              <a:pathLst>
                <a:path extrusionOk="0" h="22" w="12">
                  <a:moveTo>
                    <a:pt x="3" y="0"/>
                  </a:moveTo>
                  <a:cubicBezTo>
                    <a:pt x="2" y="1"/>
                    <a:pt x="2" y="1"/>
                    <a:pt x="2" y="2"/>
                  </a:cubicBezTo>
                  <a:cubicBezTo>
                    <a:pt x="1" y="3"/>
                    <a:pt x="0" y="5"/>
                    <a:pt x="0" y="7"/>
                  </a:cubicBezTo>
                  <a:cubicBezTo>
                    <a:pt x="0" y="8"/>
                    <a:pt x="0" y="9"/>
                    <a:pt x="1" y="10"/>
                  </a:cubicBezTo>
                  <a:cubicBezTo>
                    <a:pt x="1" y="11"/>
                    <a:pt x="2" y="12"/>
                    <a:pt x="2" y="12"/>
                  </a:cubicBezTo>
                  <a:cubicBezTo>
                    <a:pt x="4" y="16"/>
                    <a:pt x="7" y="19"/>
                    <a:pt x="10" y="21"/>
                  </a:cubicBezTo>
                  <a:cubicBezTo>
                    <a:pt x="10" y="15"/>
                    <a:pt x="11" y="8"/>
                    <a:pt x="11"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35"/>
            <p:cNvSpPr/>
            <p:nvPr/>
          </p:nvSpPr>
          <p:spPr>
            <a:xfrm>
              <a:off x="3371765" y="-590615"/>
              <a:ext cx="7560" cy="3240"/>
            </a:xfrm>
            <a:custGeom>
              <a:rect b="b" l="l" r="r" t="t"/>
              <a:pathLst>
                <a:path extrusionOk="0" h="9" w="21">
                  <a:moveTo>
                    <a:pt x="6" y="2"/>
                  </a:moveTo>
                  <a:cubicBezTo>
                    <a:pt x="7" y="2"/>
                    <a:pt x="6" y="2"/>
                    <a:pt x="7" y="3"/>
                  </a:cubicBezTo>
                  <a:cubicBezTo>
                    <a:pt x="11" y="6"/>
                    <a:pt x="15" y="7"/>
                    <a:pt x="20" y="8"/>
                  </a:cubicBezTo>
                  <a:cubicBezTo>
                    <a:pt x="20" y="6"/>
                    <a:pt x="20" y="4"/>
                    <a:pt x="20" y="2"/>
                  </a:cubicBezTo>
                  <a:lnTo>
                    <a:pt x="0" y="0"/>
                  </a:lnTo>
                  <a:lnTo>
                    <a:pt x="6"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35"/>
            <p:cNvSpPr/>
            <p:nvPr/>
          </p:nvSpPr>
          <p:spPr>
            <a:xfrm>
              <a:off x="3371765" y="-584855"/>
              <a:ext cx="7200" cy="5760"/>
            </a:xfrm>
            <a:custGeom>
              <a:rect b="b" l="l" r="r" t="t"/>
              <a:pathLst>
                <a:path extrusionOk="0" h="16" w="20">
                  <a:moveTo>
                    <a:pt x="0" y="6"/>
                  </a:moveTo>
                  <a:cubicBezTo>
                    <a:pt x="0" y="7"/>
                    <a:pt x="0" y="9"/>
                    <a:pt x="1" y="11"/>
                  </a:cubicBezTo>
                  <a:cubicBezTo>
                    <a:pt x="2" y="13"/>
                    <a:pt x="3" y="13"/>
                    <a:pt x="5" y="14"/>
                  </a:cubicBezTo>
                  <a:cubicBezTo>
                    <a:pt x="7" y="15"/>
                    <a:pt x="8" y="15"/>
                    <a:pt x="10" y="15"/>
                  </a:cubicBezTo>
                  <a:cubicBezTo>
                    <a:pt x="11" y="15"/>
                    <a:pt x="12" y="15"/>
                    <a:pt x="14" y="14"/>
                  </a:cubicBezTo>
                  <a:cubicBezTo>
                    <a:pt x="16" y="13"/>
                    <a:pt x="17" y="13"/>
                    <a:pt x="18" y="11"/>
                  </a:cubicBezTo>
                  <a:cubicBezTo>
                    <a:pt x="19" y="9"/>
                    <a:pt x="19" y="7"/>
                    <a:pt x="19" y="6"/>
                  </a:cubicBezTo>
                  <a:cubicBezTo>
                    <a:pt x="19" y="4"/>
                    <a:pt x="19" y="2"/>
                    <a:pt x="19" y="0"/>
                  </a:cubicBezTo>
                  <a:lnTo>
                    <a:pt x="0" y="2"/>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35"/>
            <p:cNvSpPr/>
            <p:nvPr/>
          </p:nvSpPr>
          <p:spPr>
            <a:xfrm>
              <a:off x="3370685" y="-590615"/>
              <a:ext cx="8280" cy="7560"/>
            </a:xfrm>
            <a:custGeom>
              <a:rect b="b" l="l" r="r" t="t"/>
              <a:pathLst>
                <a:path extrusionOk="0" h="21" w="23">
                  <a:moveTo>
                    <a:pt x="4" y="0"/>
                  </a:moveTo>
                  <a:lnTo>
                    <a:pt x="0" y="0"/>
                  </a:lnTo>
                  <a:cubicBezTo>
                    <a:pt x="0" y="7"/>
                    <a:pt x="2" y="13"/>
                    <a:pt x="2" y="20"/>
                  </a:cubicBezTo>
                  <a:lnTo>
                    <a:pt x="22" y="18"/>
                  </a:lnTo>
                  <a:cubicBezTo>
                    <a:pt x="22" y="15"/>
                    <a:pt x="22" y="12"/>
                    <a:pt x="22" y="10"/>
                  </a:cubicBezTo>
                  <a:cubicBezTo>
                    <a:pt x="18" y="8"/>
                    <a:pt x="14" y="6"/>
                    <a:pt x="10" y="4"/>
                  </a:cubicBezTo>
                  <a:cubicBezTo>
                    <a:pt x="9" y="4"/>
                    <a:pt x="9" y="4"/>
                    <a:pt x="8"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35"/>
            <p:cNvSpPr/>
            <p:nvPr/>
          </p:nvSpPr>
          <p:spPr>
            <a:xfrm>
              <a:off x="3387605" y="-589175"/>
              <a:ext cx="9720" cy="13320"/>
            </a:xfrm>
            <a:custGeom>
              <a:rect b="b" l="l" r="r" t="t"/>
              <a:pathLst>
                <a:path extrusionOk="0" h="37" w="27">
                  <a:moveTo>
                    <a:pt x="0" y="0"/>
                  </a:moveTo>
                  <a:cubicBezTo>
                    <a:pt x="0" y="7"/>
                    <a:pt x="1" y="15"/>
                    <a:pt x="3" y="23"/>
                  </a:cubicBezTo>
                  <a:cubicBezTo>
                    <a:pt x="5" y="32"/>
                    <a:pt x="21" y="36"/>
                    <a:pt x="23" y="24"/>
                  </a:cubicBezTo>
                  <a:cubicBezTo>
                    <a:pt x="25" y="17"/>
                    <a:pt x="26" y="9"/>
                    <a:pt x="26" y="1"/>
                  </a:cubicBezTo>
                  <a:lnTo>
                    <a:pt x="16" y="1"/>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35"/>
            <p:cNvSpPr/>
            <p:nvPr/>
          </p:nvSpPr>
          <p:spPr>
            <a:xfrm>
              <a:off x="3407765" y="-577655"/>
              <a:ext cx="7200" cy="4320"/>
            </a:xfrm>
            <a:custGeom>
              <a:rect b="b" l="l" r="r" t="t"/>
              <a:pathLst>
                <a:path extrusionOk="0" h="12" w="20">
                  <a:moveTo>
                    <a:pt x="19" y="1"/>
                  </a:moveTo>
                  <a:lnTo>
                    <a:pt x="19" y="0"/>
                  </a:lnTo>
                  <a:cubicBezTo>
                    <a:pt x="13" y="1"/>
                    <a:pt x="7" y="1"/>
                    <a:pt x="1" y="1"/>
                  </a:cubicBezTo>
                  <a:lnTo>
                    <a:pt x="0" y="1"/>
                  </a:lnTo>
                  <a:cubicBezTo>
                    <a:pt x="4" y="9"/>
                    <a:pt x="17" y="11"/>
                    <a:pt x="1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35"/>
            <p:cNvSpPr/>
            <p:nvPr/>
          </p:nvSpPr>
          <p:spPr>
            <a:xfrm>
              <a:off x="3406325" y="-588095"/>
              <a:ext cx="10080" cy="6120"/>
            </a:xfrm>
            <a:custGeom>
              <a:rect b="b" l="l" r="r" t="t"/>
              <a:pathLst>
                <a:path extrusionOk="0" h="17" w="28">
                  <a:moveTo>
                    <a:pt x="0" y="10"/>
                  </a:moveTo>
                  <a:lnTo>
                    <a:pt x="11" y="13"/>
                  </a:lnTo>
                  <a:lnTo>
                    <a:pt x="26" y="16"/>
                  </a:lnTo>
                  <a:cubicBezTo>
                    <a:pt x="26" y="11"/>
                    <a:pt x="26" y="7"/>
                    <a:pt x="27" y="2"/>
                  </a:cubicBezTo>
                  <a:lnTo>
                    <a:pt x="0" y="0"/>
                  </a:lnTo>
                  <a:cubicBezTo>
                    <a:pt x="0" y="4"/>
                    <a:pt x="0"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35"/>
            <p:cNvSpPr/>
            <p:nvPr/>
          </p:nvSpPr>
          <p:spPr>
            <a:xfrm>
              <a:off x="3406325" y="-584495"/>
              <a:ext cx="9360" cy="7560"/>
            </a:xfrm>
            <a:custGeom>
              <a:rect b="b" l="l" r="r" t="t"/>
              <a:pathLst>
                <a:path extrusionOk="0" h="21" w="26">
                  <a:moveTo>
                    <a:pt x="0" y="0"/>
                  </a:moveTo>
                  <a:cubicBezTo>
                    <a:pt x="1" y="6"/>
                    <a:pt x="1" y="12"/>
                    <a:pt x="3" y="18"/>
                  </a:cubicBezTo>
                  <a:cubicBezTo>
                    <a:pt x="3" y="19"/>
                    <a:pt x="3" y="19"/>
                    <a:pt x="4" y="20"/>
                  </a:cubicBezTo>
                  <a:lnTo>
                    <a:pt x="5" y="20"/>
                  </a:lnTo>
                  <a:cubicBezTo>
                    <a:pt x="11" y="20"/>
                    <a:pt x="17" y="20"/>
                    <a:pt x="23" y="19"/>
                  </a:cubicBezTo>
                  <a:cubicBezTo>
                    <a:pt x="24" y="14"/>
                    <a:pt x="25" y="10"/>
                    <a:pt x="25" y="5"/>
                  </a:cubicBezTo>
                  <a:lnTo>
                    <a:pt x="10" y="2"/>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35"/>
            <p:cNvSpPr/>
            <p:nvPr/>
          </p:nvSpPr>
          <p:spPr>
            <a:xfrm>
              <a:off x="3424325" y="-586655"/>
              <a:ext cx="5400" cy="8640"/>
            </a:xfrm>
            <a:custGeom>
              <a:rect b="b" l="l" r="r" t="t"/>
              <a:pathLst>
                <a:path extrusionOk="0" h="24" w="15">
                  <a:moveTo>
                    <a:pt x="1" y="14"/>
                  </a:moveTo>
                  <a:cubicBezTo>
                    <a:pt x="1" y="21"/>
                    <a:pt x="14" y="23"/>
                    <a:pt x="14" y="15"/>
                  </a:cubicBezTo>
                  <a:cubicBezTo>
                    <a:pt x="14" y="10"/>
                    <a:pt x="14" y="5"/>
                    <a:pt x="14" y="0"/>
                  </a:cubicBezTo>
                  <a:lnTo>
                    <a:pt x="0" y="0"/>
                  </a:lnTo>
                  <a:cubicBezTo>
                    <a:pt x="1" y="4"/>
                    <a:pt x="1" y="9"/>
                    <a:pt x="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35"/>
            <p:cNvSpPr/>
            <p:nvPr/>
          </p:nvSpPr>
          <p:spPr>
            <a:xfrm>
              <a:off x="3439085" y="-586655"/>
              <a:ext cx="8640" cy="11520"/>
            </a:xfrm>
            <a:custGeom>
              <a:rect b="b" l="l" r="r" t="t"/>
              <a:pathLst>
                <a:path extrusionOk="0" h="32" w="24">
                  <a:moveTo>
                    <a:pt x="2" y="25"/>
                  </a:moveTo>
                  <a:lnTo>
                    <a:pt x="3" y="26"/>
                  </a:lnTo>
                  <a:cubicBezTo>
                    <a:pt x="4" y="28"/>
                    <a:pt x="4" y="29"/>
                    <a:pt x="6" y="30"/>
                  </a:cubicBezTo>
                  <a:cubicBezTo>
                    <a:pt x="8" y="31"/>
                    <a:pt x="9" y="31"/>
                    <a:pt x="11" y="31"/>
                  </a:cubicBezTo>
                  <a:cubicBezTo>
                    <a:pt x="12" y="31"/>
                    <a:pt x="14" y="31"/>
                    <a:pt x="15" y="30"/>
                  </a:cubicBezTo>
                  <a:cubicBezTo>
                    <a:pt x="16" y="29"/>
                    <a:pt x="17" y="28"/>
                    <a:pt x="18" y="26"/>
                  </a:cubicBezTo>
                  <a:cubicBezTo>
                    <a:pt x="18" y="25"/>
                    <a:pt x="19" y="25"/>
                    <a:pt x="19" y="25"/>
                  </a:cubicBezTo>
                  <a:cubicBezTo>
                    <a:pt x="21" y="16"/>
                    <a:pt x="22" y="8"/>
                    <a:pt x="23" y="0"/>
                  </a:cubicBezTo>
                  <a:lnTo>
                    <a:pt x="0" y="0"/>
                  </a:lnTo>
                  <a:cubicBezTo>
                    <a:pt x="0" y="9"/>
                    <a:pt x="1" y="17"/>
                    <a:pt x="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35"/>
            <p:cNvSpPr/>
            <p:nvPr/>
          </p:nvSpPr>
          <p:spPr>
            <a:xfrm>
              <a:off x="3453485" y="-580175"/>
              <a:ext cx="1800" cy="720"/>
            </a:xfrm>
            <a:custGeom>
              <a:rect b="b" l="l" r="r" t="t"/>
              <a:pathLst>
                <a:path extrusionOk="0" h="2" w="5">
                  <a:moveTo>
                    <a:pt x="4" y="1"/>
                  </a:moveTo>
                  <a:lnTo>
                    <a:pt x="0" y="0"/>
                  </a:lnTo>
                  <a:cubicBezTo>
                    <a:pt x="1" y="0"/>
                    <a:pt x="1" y="0"/>
                    <a:pt x="1" y="0"/>
                  </a:cubicBezTo>
                  <a:cubicBezTo>
                    <a:pt x="2" y="1"/>
                    <a:pt x="3"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35"/>
            <p:cNvSpPr/>
            <p:nvPr/>
          </p:nvSpPr>
          <p:spPr>
            <a:xfrm>
              <a:off x="3452045" y="-587735"/>
              <a:ext cx="7200" cy="6840"/>
            </a:xfrm>
            <a:custGeom>
              <a:rect b="b" l="l" r="r" t="t"/>
              <a:pathLst>
                <a:path extrusionOk="0" h="19" w="20">
                  <a:moveTo>
                    <a:pt x="1" y="2"/>
                  </a:moveTo>
                  <a:lnTo>
                    <a:pt x="1" y="15"/>
                  </a:lnTo>
                  <a:cubicBezTo>
                    <a:pt x="1" y="16"/>
                    <a:pt x="0" y="16"/>
                    <a:pt x="0" y="17"/>
                  </a:cubicBezTo>
                  <a:lnTo>
                    <a:pt x="1" y="18"/>
                  </a:lnTo>
                  <a:lnTo>
                    <a:pt x="1" y="17"/>
                  </a:lnTo>
                  <a:cubicBezTo>
                    <a:pt x="1" y="16"/>
                    <a:pt x="0" y="15"/>
                    <a:pt x="1" y="14"/>
                  </a:cubicBezTo>
                  <a:cubicBezTo>
                    <a:pt x="2" y="13"/>
                    <a:pt x="2" y="13"/>
                    <a:pt x="3" y="12"/>
                  </a:cubicBezTo>
                  <a:lnTo>
                    <a:pt x="4" y="12"/>
                  </a:lnTo>
                  <a:cubicBezTo>
                    <a:pt x="9" y="9"/>
                    <a:pt x="14" y="7"/>
                    <a:pt x="19" y="6"/>
                  </a:cubicBezTo>
                  <a:lnTo>
                    <a:pt x="19" y="0"/>
                  </a:lnTo>
                  <a:cubicBezTo>
                    <a:pt x="14" y="1"/>
                    <a:pt x="8" y="1"/>
                    <a:pt x="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35"/>
            <p:cNvSpPr/>
            <p:nvPr/>
          </p:nvSpPr>
          <p:spPr>
            <a:xfrm>
              <a:off x="3452765" y="-585575"/>
              <a:ext cx="6840" cy="6480"/>
            </a:xfrm>
            <a:custGeom>
              <a:rect b="b" l="l" r="r" t="t"/>
              <a:pathLst>
                <a:path extrusionOk="0" h="18" w="19">
                  <a:moveTo>
                    <a:pt x="1" y="12"/>
                  </a:moveTo>
                  <a:lnTo>
                    <a:pt x="1" y="13"/>
                  </a:lnTo>
                  <a:cubicBezTo>
                    <a:pt x="1" y="14"/>
                    <a:pt x="2" y="14"/>
                    <a:pt x="3" y="15"/>
                  </a:cubicBezTo>
                  <a:lnTo>
                    <a:pt x="6" y="16"/>
                  </a:lnTo>
                  <a:cubicBezTo>
                    <a:pt x="7" y="16"/>
                    <a:pt x="8" y="17"/>
                    <a:pt x="9" y="17"/>
                  </a:cubicBezTo>
                  <a:cubicBezTo>
                    <a:pt x="10" y="17"/>
                    <a:pt x="11" y="16"/>
                    <a:pt x="13" y="15"/>
                  </a:cubicBezTo>
                  <a:cubicBezTo>
                    <a:pt x="15" y="14"/>
                    <a:pt x="16" y="13"/>
                    <a:pt x="17" y="12"/>
                  </a:cubicBezTo>
                  <a:cubicBezTo>
                    <a:pt x="18" y="11"/>
                    <a:pt x="18" y="10"/>
                    <a:pt x="18" y="8"/>
                  </a:cubicBezTo>
                  <a:cubicBezTo>
                    <a:pt x="18" y="6"/>
                    <a:pt x="18" y="3"/>
                    <a:pt x="18" y="0"/>
                  </a:cubicBezTo>
                  <a:cubicBezTo>
                    <a:pt x="13" y="1"/>
                    <a:pt x="8" y="3"/>
                    <a:pt x="3" y="6"/>
                  </a:cubicBezTo>
                  <a:cubicBezTo>
                    <a:pt x="2" y="7"/>
                    <a:pt x="2" y="7"/>
                    <a:pt x="1" y="8"/>
                  </a:cubicBezTo>
                  <a:cubicBezTo>
                    <a:pt x="1" y="9"/>
                    <a:pt x="0" y="10"/>
                    <a:pt x="0" y="11"/>
                  </a:cubicBezTo>
                  <a:cubicBezTo>
                    <a:pt x="0" y="11"/>
                    <a:pt x="0" y="12"/>
                    <a:pt x="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35"/>
            <p:cNvSpPr/>
            <p:nvPr/>
          </p:nvSpPr>
          <p:spPr>
            <a:xfrm>
              <a:off x="3031205" y="-878255"/>
              <a:ext cx="2880" cy="4320"/>
            </a:xfrm>
            <a:custGeom>
              <a:rect b="b" l="l" r="r" t="t"/>
              <a:pathLst>
                <a:path extrusionOk="0" h="12" w="8">
                  <a:moveTo>
                    <a:pt x="0" y="11"/>
                  </a:moveTo>
                  <a:cubicBezTo>
                    <a:pt x="2" y="7"/>
                    <a:pt x="5" y="3"/>
                    <a:pt x="7" y="0"/>
                  </a:cubicBezTo>
                  <a:cubicBezTo>
                    <a:pt x="6" y="0"/>
                    <a:pt x="6" y="0"/>
                    <a:pt x="5" y="0"/>
                  </a:cubicBezTo>
                  <a:cubicBezTo>
                    <a:pt x="4" y="1"/>
                    <a:pt x="2" y="4"/>
                    <a:pt x="1" y="5"/>
                  </a:cubicBezTo>
                  <a:cubicBezTo>
                    <a:pt x="0" y="7"/>
                    <a:pt x="0" y="8"/>
                    <a:pt x="0" y="10"/>
                  </a:cubicBezTo>
                  <a:lnTo>
                    <a:pt x="0"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35"/>
            <p:cNvSpPr/>
            <p:nvPr/>
          </p:nvSpPr>
          <p:spPr>
            <a:xfrm>
              <a:off x="3035165" y="-878615"/>
              <a:ext cx="32400" cy="17640"/>
            </a:xfrm>
            <a:custGeom>
              <a:rect b="b" l="l" r="r" t="t"/>
              <a:pathLst>
                <a:path extrusionOk="0" h="49" w="90">
                  <a:moveTo>
                    <a:pt x="87" y="38"/>
                  </a:moveTo>
                  <a:cubicBezTo>
                    <a:pt x="87" y="37"/>
                    <a:pt x="87" y="37"/>
                    <a:pt x="88" y="36"/>
                  </a:cubicBezTo>
                  <a:cubicBezTo>
                    <a:pt x="88" y="35"/>
                    <a:pt x="89" y="34"/>
                    <a:pt x="89" y="33"/>
                  </a:cubicBezTo>
                  <a:cubicBezTo>
                    <a:pt x="89" y="32"/>
                    <a:pt x="89" y="30"/>
                    <a:pt x="88" y="29"/>
                  </a:cubicBezTo>
                  <a:cubicBezTo>
                    <a:pt x="87" y="28"/>
                    <a:pt x="87" y="28"/>
                    <a:pt x="87" y="28"/>
                  </a:cubicBezTo>
                  <a:cubicBezTo>
                    <a:pt x="82" y="24"/>
                    <a:pt x="77" y="21"/>
                    <a:pt x="72" y="18"/>
                  </a:cubicBezTo>
                  <a:cubicBezTo>
                    <a:pt x="62" y="12"/>
                    <a:pt x="51" y="8"/>
                    <a:pt x="40" y="5"/>
                  </a:cubicBezTo>
                  <a:cubicBezTo>
                    <a:pt x="34" y="3"/>
                    <a:pt x="28" y="2"/>
                    <a:pt x="23" y="0"/>
                  </a:cubicBezTo>
                  <a:cubicBezTo>
                    <a:pt x="16" y="9"/>
                    <a:pt x="8" y="17"/>
                    <a:pt x="0" y="25"/>
                  </a:cubicBezTo>
                  <a:cubicBezTo>
                    <a:pt x="17" y="27"/>
                    <a:pt x="33" y="37"/>
                    <a:pt x="50" y="39"/>
                  </a:cubicBezTo>
                  <a:cubicBezTo>
                    <a:pt x="62" y="40"/>
                    <a:pt x="76" y="48"/>
                    <a:pt x="8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35"/>
            <p:cNvSpPr/>
            <p:nvPr/>
          </p:nvSpPr>
          <p:spPr>
            <a:xfrm>
              <a:off x="3031205" y="-878975"/>
              <a:ext cx="12240" cy="9720"/>
            </a:xfrm>
            <a:custGeom>
              <a:rect b="b" l="l" r="r" t="t"/>
              <a:pathLst>
                <a:path extrusionOk="0" h="27" w="34">
                  <a:moveTo>
                    <a:pt x="10" y="26"/>
                  </a:moveTo>
                  <a:lnTo>
                    <a:pt x="11" y="26"/>
                  </a:lnTo>
                  <a:cubicBezTo>
                    <a:pt x="19" y="18"/>
                    <a:pt x="26" y="10"/>
                    <a:pt x="33" y="1"/>
                  </a:cubicBezTo>
                  <a:cubicBezTo>
                    <a:pt x="29" y="0"/>
                    <a:pt x="25" y="0"/>
                    <a:pt x="21" y="0"/>
                  </a:cubicBezTo>
                  <a:cubicBezTo>
                    <a:pt x="16" y="0"/>
                    <a:pt x="12" y="0"/>
                    <a:pt x="8" y="1"/>
                  </a:cubicBezTo>
                  <a:lnTo>
                    <a:pt x="7" y="1"/>
                  </a:lnTo>
                  <a:cubicBezTo>
                    <a:pt x="5" y="5"/>
                    <a:pt x="2" y="9"/>
                    <a:pt x="0" y="12"/>
                  </a:cubicBezTo>
                  <a:cubicBezTo>
                    <a:pt x="0" y="13"/>
                    <a:pt x="0" y="14"/>
                    <a:pt x="0" y="14"/>
                  </a:cubicBezTo>
                  <a:cubicBezTo>
                    <a:pt x="0" y="16"/>
                    <a:pt x="0" y="18"/>
                    <a:pt x="1" y="20"/>
                  </a:cubicBezTo>
                  <a:cubicBezTo>
                    <a:pt x="2" y="22"/>
                    <a:pt x="4" y="24"/>
                    <a:pt x="6" y="25"/>
                  </a:cubicBezTo>
                  <a:cubicBezTo>
                    <a:pt x="7" y="25"/>
                    <a:pt x="8" y="26"/>
                    <a:pt x="1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35"/>
            <p:cNvSpPr/>
            <p:nvPr/>
          </p:nvSpPr>
          <p:spPr>
            <a:xfrm>
              <a:off x="3093125" y="-843695"/>
              <a:ext cx="12960" cy="12960"/>
            </a:xfrm>
            <a:custGeom>
              <a:rect b="b" l="l" r="r" t="t"/>
              <a:pathLst>
                <a:path extrusionOk="0" h="36" w="36">
                  <a:moveTo>
                    <a:pt x="26" y="33"/>
                  </a:moveTo>
                  <a:cubicBezTo>
                    <a:pt x="29" y="35"/>
                    <a:pt x="35" y="31"/>
                    <a:pt x="32" y="27"/>
                  </a:cubicBezTo>
                  <a:cubicBezTo>
                    <a:pt x="28" y="20"/>
                    <a:pt x="21" y="14"/>
                    <a:pt x="14" y="9"/>
                  </a:cubicBezTo>
                  <a:cubicBezTo>
                    <a:pt x="13" y="9"/>
                    <a:pt x="13" y="9"/>
                    <a:pt x="13" y="9"/>
                  </a:cubicBezTo>
                  <a:cubicBezTo>
                    <a:pt x="9" y="6"/>
                    <a:pt x="5" y="3"/>
                    <a:pt x="2" y="0"/>
                  </a:cubicBezTo>
                  <a:cubicBezTo>
                    <a:pt x="2" y="5"/>
                    <a:pt x="1" y="11"/>
                    <a:pt x="0" y="16"/>
                  </a:cubicBezTo>
                  <a:cubicBezTo>
                    <a:pt x="7" y="21"/>
                    <a:pt x="13" y="26"/>
                    <a:pt x="20" y="30"/>
                  </a:cubicBezTo>
                  <a:cubicBezTo>
                    <a:pt x="22" y="31"/>
                    <a:pt x="24" y="32"/>
                    <a:pt x="26"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35"/>
            <p:cNvSpPr/>
            <p:nvPr/>
          </p:nvSpPr>
          <p:spPr>
            <a:xfrm>
              <a:off x="3073685" y="-858455"/>
              <a:ext cx="10080" cy="8640"/>
            </a:xfrm>
            <a:custGeom>
              <a:rect b="b" l="l" r="r" t="t"/>
              <a:pathLst>
                <a:path extrusionOk="0" h="24" w="28">
                  <a:moveTo>
                    <a:pt x="27" y="11"/>
                  </a:moveTo>
                  <a:cubicBezTo>
                    <a:pt x="23" y="7"/>
                    <a:pt x="19" y="5"/>
                    <a:pt x="13" y="2"/>
                  </a:cubicBezTo>
                  <a:cubicBezTo>
                    <a:pt x="8" y="0"/>
                    <a:pt x="0" y="9"/>
                    <a:pt x="8" y="14"/>
                  </a:cubicBezTo>
                  <a:cubicBezTo>
                    <a:pt x="9" y="14"/>
                    <a:pt x="10" y="15"/>
                    <a:pt x="11" y="16"/>
                  </a:cubicBezTo>
                  <a:cubicBezTo>
                    <a:pt x="15" y="18"/>
                    <a:pt x="19" y="20"/>
                    <a:pt x="22" y="23"/>
                  </a:cubicBezTo>
                  <a:cubicBezTo>
                    <a:pt x="22" y="22"/>
                    <a:pt x="22" y="22"/>
                    <a:pt x="22" y="22"/>
                  </a:cubicBezTo>
                  <a:cubicBezTo>
                    <a:pt x="22" y="19"/>
                    <a:pt x="23" y="17"/>
                    <a:pt x="24" y="14"/>
                  </a:cubicBezTo>
                  <a:cubicBezTo>
                    <a:pt x="25" y="13"/>
                    <a:pt x="26" y="12"/>
                    <a:pt x="27"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35"/>
            <p:cNvSpPr/>
            <p:nvPr/>
          </p:nvSpPr>
          <p:spPr>
            <a:xfrm>
              <a:off x="3081605" y="-854135"/>
              <a:ext cx="7200" cy="9720"/>
            </a:xfrm>
            <a:custGeom>
              <a:rect b="b" l="l" r="r" t="t"/>
              <a:pathLst>
                <a:path extrusionOk="0" h="27" w="20">
                  <a:moveTo>
                    <a:pt x="9" y="20"/>
                  </a:moveTo>
                  <a:lnTo>
                    <a:pt x="14" y="26"/>
                  </a:lnTo>
                  <a:cubicBezTo>
                    <a:pt x="13" y="26"/>
                    <a:pt x="13" y="25"/>
                    <a:pt x="13" y="24"/>
                  </a:cubicBezTo>
                  <a:cubicBezTo>
                    <a:pt x="13" y="21"/>
                    <a:pt x="14" y="18"/>
                    <a:pt x="16" y="16"/>
                  </a:cubicBezTo>
                  <a:cubicBezTo>
                    <a:pt x="17" y="15"/>
                    <a:pt x="18" y="13"/>
                    <a:pt x="19" y="12"/>
                  </a:cubicBezTo>
                  <a:cubicBezTo>
                    <a:pt x="15" y="8"/>
                    <a:pt x="10" y="4"/>
                    <a:pt x="5" y="0"/>
                  </a:cubicBezTo>
                  <a:cubicBezTo>
                    <a:pt x="4" y="1"/>
                    <a:pt x="3" y="3"/>
                    <a:pt x="2" y="4"/>
                  </a:cubicBezTo>
                  <a:cubicBezTo>
                    <a:pt x="1" y="6"/>
                    <a:pt x="0" y="9"/>
                    <a:pt x="0" y="11"/>
                  </a:cubicBezTo>
                  <a:cubicBezTo>
                    <a:pt x="0" y="12"/>
                    <a:pt x="0" y="12"/>
                    <a:pt x="0" y="12"/>
                  </a:cubicBezTo>
                  <a:cubicBezTo>
                    <a:pt x="4" y="14"/>
                    <a:pt x="7" y="17"/>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35"/>
            <p:cNvSpPr/>
            <p:nvPr/>
          </p:nvSpPr>
          <p:spPr>
            <a:xfrm>
              <a:off x="3088085" y="-846215"/>
              <a:ext cx="6120" cy="8640"/>
            </a:xfrm>
            <a:custGeom>
              <a:rect b="b" l="l" r="r" t="t"/>
              <a:pathLst>
                <a:path extrusionOk="0" h="24" w="17">
                  <a:moveTo>
                    <a:pt x="10" y="0"/>
                  </a:moveTo>
                  <a:cubicBezTo>
                    <a:pt x="8" y="3"/>
                    <a:pt x="5" y="6"/>
                    <a:pt x="2" y="9"/>
                  </a:cubicBezTo>
                  <a:lnTo>
                    <a:pt x="1" y="9"/>
                  </a:lnTo>
                  <a:lnTo>
                    <a:pt x="0" y="9"/>
                  </a:lnTo>
                  <a:cubicBezTo>
                    <a:pt x="1" y="10"/>
                    <a:pt x="2" y="12"/>
                    <a:pt x="4" y="13"/>
                  </a:cubicBezTo>
                  <a:cubicBezTo>
                    <a:pt x="7" y="17"/>
                    <a:pt x="11" y="20"/>
                    <a:pt x="15" y="23"/>
                  </a:cubicBezTo>
                  <a:cubicBezTo>
                    <a:pt x="16" y="17"/>
                    <a:pt x="16" y="11"/>
                    <a:pt x="16" y="6"/>
                  </a:cubicBezTo>
                  <a:cubicBezTo>
                    <a:pt x="14" y="5"/>
                    <a:pt x="12" y="2"/>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35"/>
            <p:cNvSpPr/>
            <p:nvPr/>
          </p:nvSpPr>
          <p:spPr>
            <a:xfrm>
              <a:off x="3086645" y="-849815"/>
              <a:ext cx="5400" cy="7560"/>
            </a:xfrm>
            <a:custGeom>
              <a:rect b="b" l="l" r="r" t="t"/>
              <a:pathLst>
                <a:path extrusionOk="0" h="21" w="15">
                  <a:moveTo>
                    <a:pt x="7" y="19"/>
                  </a:moveTo>
                  <a:cubicBezTo>
                    <a:pt x="10" y="16"/>
                    <a:pt x="12" y="13"/>
                    <a:pt x="14" y="10"/>
                  </a:cubicBezTo>
                  <a:cubicBezTo>
                    <a:pt x="13" y="8"/>
                    <a:pt x="11" y="6"/>
                    <a:pt x="9" y="4"/>
                  </a:cubicBezTo>
                  <a:cubicBezTo>
                    <a:pt x="7" y="2"/>
                    <a:pt x="6" y="2"/>
                    <a:pt x="5" y="0"/>
                  </a:cubicBezTo>
                  <a:cubicBezTo>
                    <a:pt x="4" y="1"/>
                    <a:pt x="3" y="3"/>
                    <a:pt x="2" y="4"/>
                  </a:cubicBezTo>
                  <a:cubicBezTo>
                    <a:pt x="0" y="7"/>
                    <a:pt x="0" y="9"/>
                    <a:pt x="0" y="12"/>
                  </a:cubicBezTo>
                  <a:cubicBezTo>
                    <a:pt x="0" y="13"/>
                    <a:pt x="0" y="14"/>
                    <a:pt x="0" y="15"/>
                  </a:cubicBezTo>
                  <a:lnTo>
                    <a:pt x="4" y="20"/>
                  </a:lnTo>
                  <a:cubicBezTo>
                    <a:pt x="5" y="20"/>
                    <a:pt x="6" y="20"/>
                    <a:pt x="6" y="19"/>
                  </a:cubicBezTo>
                  <a:lnTo>
                    <a:pt x="7"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35"/>
            <p:cNvSpPr/>
            <p:nvPr/>
          </p:nvSpPr>
          <p:spPr>
            <a:xfrm>
              <a:off x="3049565" y="-890495"/>
              <a:ext cx="57600" cy="34920"/>
            </a:xfrm>
            <a:custGeom>
              <a:rect b="b" l="l" r="r" t="t"/>
              <a:pathLst>
                <a:path extrusionOk="0" h="97" w="160">
                  <a:moveTo>
                    <a:pt x="158" y="88"/>
                  </a:moveTo>
                  <a:cubicBezTo>
                    <a:pt x="139" y="63"/>
                    <a:pt x="116" y="43"/>
                    <a:pt x="90" y="27"/>
                  </a:cubicBezTo>
                  <a:cubicBezTo>
                    <a:pt x="86" y="24"/>
                    <a:pt x="81" y="21"/>
                    <a:pt x="77" y="19"/>
                  </a:cubicBezTo>
                  <a:cubicBezTo>
                    <a:pt x="57" y="7"/>
                    <a:pt x="33" y="0"/>
                    <a:pt x="9" y="0"/>
                  </a:cubicBezTo>
                  <a:lnTo>
                    <a:pt x="0" y="12"/>
                  </a:lnTo>
                  <a:cubicBezTo>
                    <a:pt x="61" y="20"/>
                    <a:pt x="99" y="68"/>
                    <a:pt x="151" y="95"/>
                  </a:cubicBezTo>
                  <a:cubicBezTo>
                    <a:pt x="152" y="96"/>
                    <a:pt x="153" y="96"/>
                    <a:pt x="153" y="96"/>
                  </a:cubicBezTo>
                  <a:cubicBezTo>
                    <a:pt x="154" y="96"/>
                    <a:pt x="155" y="96"/>
                    <a:pt x="156" y="95"/>
                  </a:cubicBezTo>
                  <a:cubicBezTo>
                    <a:pt x="157" y="94"/>
                    <a:pt x="157" y="94"/>
                    <a:pt x="158" y="93"/>
                  </a:cubicBezTo>
                  <a:cubicBezTo>
                    <a:pt x="159" y="92"/>
                    <a:pt x="159" y="91"/>
                    <a:pt x="159" y="90"/>
                  </a:cubicBezTo>
                  <a:cubicBezTo>
                    <a:pt x="159" y="90"/>
                    <a:pt x="158" y="89"/>
                    <a:pt x="158"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35"/>
            <p:cNvSpPr/>
            <p:nvPr/>
          </p:nvSpPr>
          <p:spPr>
            <a:xfrm>
              <a:off x="3046685" y="-890495"/>
              <a:ext cx="6840" cy="4680"/>
            </a:xfrm>
            <a:custGeom>
              <a:rect b="b" l="l" r="r" t="t"/>
              <a:pathLst>
                <a:path extrusionOk="0" h="13" w="19">
                  <a:moveTo>
                    <a:pt x="6" y="0"/>
                  </a:moveTo>
                  <a:cubicBezTo>
                    <a:pt x="5" y="0"/>
                    <a:pt x="4" y="0"/>
                    <a:pt x="3" y="1"/>
                  </a:cubicBezTo>
                  <a:cubicBezTo>
                    <a:pt x="2" y="2"/>
                    <a:pt x="2" y="2"/>
                    <a:pt x="1" y="3"/>
                  </a:cubicBezTo>
                  <a:cubicBezTo>
                    <a:pt x="0" y="4"/>
                    <a:pt x="0" y="5"/>
                    <a:pt x="0" y="6"/>
                  </a:cubicBezTo>
                  <a:cubicBezTo>
                    <a:pt x="0" y="7"/>
                    <a:pt x="0" y="7"/>
                    <a:pt x="1" y="8"/>
                  </a:cubicBezTo>
                  <a:cubicBezTo>
                    <a:pt x="2" y="9"/>
                    <a:pt x="2" y="10"/>
                    <a:pt x="3" y="11"/>
                  </a:cubicBezTo>
                  <a:cubicBezTo>
                    <a:pt x="4" y="12"/>
                    <a:pt x="5" y="11"/>
                    <a:pt x="6" y="11"/>
                  </a:cubicBezTo>
                  <a:lnTo>
                    <a:pt x="8" y="11"/>
                  </a:lnTo>
                  <a:lnTo>
                    <a:pt x="18" y="0"/>
                  </a:lnTo>
                  <a:cubicBezTo>
                    <a:pt x="13" y="0"/>
                    <a:pt x="9"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35"/>
            <p:cNvSpPr/>
            <p:nvPr/>
          </p:nvSpPr>
          <p:spPr>
            <a:xfrm>
              <a:off x="3115085" y="-872135"/>
              <a:ext cx="6120" cy="6480"/>
            </a:xfrm>
            <a:custGeom>
              <a:rect b="b" l="l" r="r" t="t"/>
              <a:pathLst>
                <a:path extrusionOk="0" h="18" w="17">
                  <a:moveTo>
                    <a:pt x="5" y="14"/>
                  </a:moveTo>
                  <a:cubicBezTo>
                    <a:pt x="10" y="17"/>
                    <a:pt x="16" y="10"/>
                    <a:pt x="14" y="5"/>
                  </a:cubicBezTo>
                  <a:cubicBezTo>
                    <a:pt x="14" y="4"/>
                    <a:pt x="12" y="2"/>
                    <a:pt x="11" y="0"/>
                  </a:cubicBezTo>
                  <a:lnTo>
                    <a:pt x="0" y="10"/>
                  </a:lnTo>
                  <a:lnTo>
                    <a:pt x="5"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35"/>
            <p:cNvSpPr/>
            <p:nvPr/>
          </p:nvSpPr>
          <p:spPr>
            <a:xfrm>
              <a:off x="3062165" y="-903455"/>
              <a:ext cx="52200" cy="30960"/>
            </a:xfrm>
            <a:custGeom>
              <a:rect b="b" l="l" r="r" t="t"/>
              <a:pathLst>
                <a:path extrusionOk="0" h="86" w="145">
                  <a:moveTo>
                    <a:pt x="10" y="20"/>
                  </a:moveTo>
                  <a:cubicBezTo>
                    <a:pt x="33" y="24"/>
                    <a:pt x="55" y="33"/>
                    <a:pt x="75" y="44"/>
                  </a:cubicBezTo>
                  <a:cubicBezTo>
                    <a:pt x="81" y="48"/>
                    <a:pt x="87" y="51"/>
                    <a:pt x="92" y="55"/>
                  </a:cubicBezTo>
                  <a:cubicBezTo>
                    <a:pt x="105" y="64"/>
                    <a:pt x="118" y="74"/>
                    <a:pt x="130" y="85"/>
                  </a:cubicBezTo>
                  <a:cubicBezTo>
                    <a:pt x="132" y="81"/>
                    <a:pt x="135" y="78"/>
                    <a:pt x="139" y="75"/>
                  </a:cubicBezTo>
                  <a:lnTo>
                    <a:pt x="144" y="69"/>
                  </a:lnTo>
                  <a:cubicBezTo>
                    <a:pt x="130" y="52"/>
                    <a:pt x="112" y="37"/>
                    <a:pt x="92" y="25"/>
                  </a:cubicBezTo>
                  <a:cubicBezTo>
                    <a:pt x="68" y="11"/>
                    <a:pt x="42" y="3"/>
                    <a:pt x="14" y="0"/>
                  </a:cubicBezTo>
                  <a:lnTo>
                    <a:pt x="0" y="11"/>
                  </a:lnTo>
                  <a:cubicBezTo>
                    <a:pt x="0" y="12"/>
                    <a:pt x="1" y="14"/>
                    <a:pt x="1" y="15"/>
                  </a:cubicBezTo>
                  <a:cubicBezTo>
                    <a:pt x="2" y="17"/>
                    <a:pt x="4" y="18"/>
                    <a:pt x="5" y="19"/>
                  </a:cubicBezTo>
                  <a:cubicBezTo>
                    <a:pt x="7" y="20"/>
                    <a:pt x="8" y="20"/>
                    <a:pt x="1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35"/>
            <p:cNvSpPr/>
            <p:nvPr/>
          </p:nvSpPr>
          <p:spPr>
            <a:xfrm>
              <a:off x="3062525" y="-903815"/>
              <a:ext cx="5400" cy="4680"/>
            </a:xfrm>
            <a:custGeom>
              <a:rect b="b" l="l" r="r" t="t"/>
              <a:pathLst>
                <a:path extrusionOk="0" h="13" w="15">
                  <a:moveTo>
                    <a:pt x="10" y="0"/>
                  </a:moveTo>
                  <a:lnTo>
                    <a:pt x="9" y="0"/>
                  </a:lnTo>
                  <a:cubicBezTo>
                    <a:pt x="8" y="0"/>
                    <a:pt x="7" y="0"/>
                    <a:pt x="5" y="1"/>
                  </a:cubicBezTo>
                  <a:cubicBezTo>
                    <a:pt x="3" y="2"/>
                    <a:pt x="2" y="3"/>
                    <a:pt x="1" y="5"/>
                  </a:cubicBezTo>
                  <a:cubicBezTo>
                    <a:pt x="0" y="7"/>
                    <a:pt x="0" y="8"/>
                    <a:pt x="0" y="9"/>
                  </a:cubicBezTo>
                  <a:cubicBezTo>
                    <a:pt x="0" y="10"/>
                    <a:pt x="0" y="11"/>
                    <a:pt x="0" y="12"/>
                  </a:cubicBezTo>
                  <a:lnTo>
                    <a:pt x="14" y="1"/>
                  </a:ln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35"/>
            <p:cNvSpPr/>
            <p:nvPr/>
          </p:nvSpPr>
          <p:spPr>
            <a:xfrm>
              <a:off x="3109325" y="-878615"/>
              <a:ext cx="10080" cy="10440"/>
            </a:xfrm>
            <a:custGeom>
              <a:rect b="b" l="l" r="r" t="t"/>
              <a:pathLst>
                <a:path extrusionOk="0" h="29" w="28">
                  <a:moveTo>
                    <a:pt x="9" y="6"/>
                  </a:moveTo>
                  <a:cubicBezTo>
                    <a:pt x="5" y="9"/>
                    <a:pt x="2" y="12"/>
                    <a:pt x="0" y="16"/>
                  </a:cubicBezTo>
                  <a:cubicBezTo>
                    <a:pt x="5" y="20"/>
                    <a:pt x="11" y="25"/>
                    <a:pt x="17" y="28"/>
                  </a:cubicBezTo>
                  <a:lnTo>
                    <a:pt x="27" y="18"/>
                  </a:lnTo>
                  <a:cubicBezTo>
                    <a:pt x="27" y="18"/>
                    <a:pt x="26" y="18"/>
                    <a:pt x="26" y="17"/>
                  </a:cubicBezTo>
                  <a:cubicBezTo>
                    <a:pt x="23" y="11"/>
                    <a:pt x="19" y="6"/>
                    <a:pt x="15" y="0"/>
                  </a:cubicBezTo>
                  <a:lnTo>
                    <a:pt x="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35"/>
            <p:cNvSpPr/>
            <p:nvPr/>
          </p:nvSpPr>
          <p:spPr>
            <a:xfrm>
              <a:off x="3078365" y="-916055"/>
              <a:ext cx="53280" cy="30960"/>
            </a:xfrm>
            <a:custGeom>
              <a:rect b="b" l="l" r="r" t="t"/>
              <a:pathLst>
                <a:path extrusionOk="0" h="86" w="148">
                  <a:moveTo>
                    <a:pt x="6" y="19"/>
                  </a:moveTo>
                  <a:cubicBezTo>
                    <a:pt x="34" y="23"/>
                    <a:pt x="61" y="32"/>
                    <a:pt x="86" y="46"/>
                  </a:cubicBezTo>
                  <a:cubicBezTo>
                    <a:pt x="86" y="46"/>
                    <a:pt x="87" y="46"/>
                    <a:pt x="87" y="47"/>
                  </a:cubicBezTo>
                  <a:cubicBezTo>
                    <a:pt x="105" y="59"/>
                    <a:pt x="122" y="72"/>
                    <a:pt x="140" y="85"/>
                  </a:cubicBezTo>
                  <a:cubicBezTo>
                    <a:pt x="140" y="85"/>
                    <a:pt x="141" y="85"/>
                    <a:pt x="142" y="85"/>
                  </a:cubicBezTo>
                  <a:cubicBezTo>
                    <a:pt x="143" y="85"/>
                    <a:pt x="144" y="85"/>
                    <a:pt x="144" y="85"/>
                  </a:cubicBezTo>
                  <a:cubicBezTo>
                    <a:pt x="145" y="84"/>
                    <a:pt x="146" y="84"/>
                    <a:pt x="146" y="83"/>
                  </a:cubicBezTo>
                  <a:cubicBezTo>
                    <a:pt x="146" y="82"/>
                    <a:pt x="147" y="81"/>
                    <a:pt x="147" y="80"/>
                  </a:cubicBezTo>
                  <a:cubicBezTo>
                    <a:pt x="147" y="79"/>
                    <a:pt x="146" y="79"/>
                    <a:pt x="146" y="78"/>
                  </a:cubicBezTo>
                  <a:cubicBezTo>
                    <a:pt x="114" y="31"/>
                    <a:pt x="72" y="0"/>
                    <a:pt x="14" y="4"/>
                  </a:cubicBezTo>
                  <a:lnTo>
                    <a:pt x="0" y="13"/>
                  </a:lnTo>
                  <a:cubicBezTo>
                    <a:pt x="0" y="14"/>
                    <a:pt x="0" y="15"/>
                    <a:pt x="0" y="15"/>
                  </a:cubicBezTo>
                  <a:cubicBezTo>
                    <a:pt x="1" y="17"/>
                    <a:pt x="2" y="19"/>
                    <a:pt x="3" y="19"/>
                  </a:cubicBezTo>
                  <a:cubicBezTo>
                    <a:pt x="4" y="20"/>
                    <a:pt x="5" y="19"/>
                    <a:pt x="6"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35"/>
            <p:cNvSpPr/>
            <p:nvPr/>
          </p:nvSpPr>
          <p:spPr>
            <a:xfrm>
              <a:off x="3077645" y="-914255"/>
              <a:ext cx="5760" cy="3600"/>
            </a:xfrm>
            <a:custGeom>
              <a:rect b="b" l="l" r="r" t="t"/>
              <a:pathLst>
                <a:path extrusionOk="0" h="10" w="16">
                  <a:moveTo>
                    <a:pt x="6" y="0"/>
                  </a:moveTo>
                  <a:cubicBezTo>
                    <a:pt x="5" y="0"/>
                    <a:pt x="4" y="1"/>
                    <a:pt x="3" y="1"/>
                  </a:cubicBezTo>
                  <a:cubicBezTo>
                    <a:pt x="2" y="2"/>
                    <a:pt x="2" y="2"/>
                    <a:pt x="1" y="3"/>
                  </a:cubicBezTo>
                  <a:cubicBezTo>
                    <a:pt x="0" y="4"/>
                    <a:pt x="0" y="5"/>
                    <a:pt x="0" y="7"/>
                  </a:cubicBezTo>
                  <a:cubicBezTo>
                    <a:pt x="0" y="7"/>
                    <a:pt x="0" y="8"/>
                    <a:pt x="1" y="9"/>
                  </a:cubicBezTo>
                  <a:lnTo>
                    <a:pt x="15" y="0"/>
                  </a:lnTo>
                  <a:cubicBezTo>
                    <a:pt x="13" y="0"/>
                    <a:pt x="10"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35"/>
            <p:cNvSpPr/>
            <p:nvPr/>
          </p:nvSpPr>
          <p:spPr>
            <a:xfrm>
              <a:off x="3092765" y="-930095"/>
              <a:ext cx="3960" cy="2160"/>
            </a:xfrm>
            <a:custGeom>
              <a:rect b="b" l="l" r="r" t="t"/>
              <a:pathLst>
                <a:path extrusionOk="0" h="6" w="11">
                  <a:moveTo>
                    <a:pt x="4" y="1"/>
                  </a:moveTo>
                  <a:lnTo>
                    <a:pt x="3" y="2"/>
                  </a:lnTo>
                  <a:cubicBezTo>
                    <a:pt x="2" y="2"/>
                    <a:pt x="1" y="3"/>
                    <a:pt x="1" y="4"/>
                  </a:cubicBezTo>
                  <a:cubicBezTo>
                    <a:pt x="1" y="4"/>
                    <a:pt x="1" y="5"/>
                    <a:pt x="0" y="5"/>
                  </a:cubicBezTo>
                  <a:lnTo>
                    <a:pt x="10" y="0"/>
                  </a:lnTo>
                  <a:lnTo>
                    <a:pt x="4"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35"/>
            <p:cNvSpPr/>
            <p:nvPr/>
          </p:nvSpPr>
          <p:spPr>
            <a:xfrm>
              <a:off x="3099245" y="-929735"/>
              <a:ext cx="52560" cy="30960"/>
            </a:xfrm>
            <a:custGeom>
              <a:rect b="b" l="l" r="r" t="t"/>
              <a:pathLst>
                <a:path extrusionOk="0" h="86" w="146">
                  <a:moveTo>
                    <a:pt x="82" y="59"/>
                  </a:moveTo>
                  <a:cubicBezTo>
                    <a:pt x="90" y="63"/>
                    <a:pt x="97" y="66"/>
                    <a:pt x="104" y="70"/>
                  </a:cubicBezTo>
                  <a:cubicBezTo>
                    <a:pt x="108" y="73"/>
                    <a:pt x="112" y="75"/>
                    <a:pt x="116" y="77"/>
                  </a:cubicBezTo>
                  <a:cubicBezTo>
                    <a:pt x="118" y="80"/>
                    <a:pt x="121" y="82"/>
                    <a:pt x="125" y="85"/>
                  </a:cubicBezTo>
                  <a:cubicBezTo>
                    <a:pt x="128" y="82"/>
                    <a:pt x="131" y="79"/>
                    <a:pt x="135" y="77"/>
                  </a:cubicBezTo>
                  <a:cubicBezTo>
                    <a:pt x="138" y="75"/>
                    <a:pt x="142" y="74"/>
                    <a:pt x="145" y="72"/>
                  </a:cubicBezTo>
                  <a:cubicBezTo>
                    <a:pt x="135" y="63"/>
                    <a:pt x="131" y="53"/>
                    <a:pt x="118" y="46"/>
                  </a:cubicBezTo>
                  <a:cubicBezTo>
                    <a:pt x="98" y="36"/>
                    <a:pt x="78" y="22"/>
                    <a:pt x="59" y="11"/>
                  </a:cubicBezTo>
                  <a:lnTo>
                    <a:pt x="58" y="11"/>
                  </a:lnTo>
                  <a:cubicBezTo>
                    <a:pt x="51" y="7"/>
                    <a:pt x="43" y="3"/>
                    <a:pt x="35" y="0"/>
                  </a:cubicBezTo>
                  <a:cubicBezTo>
                    <a:pt x="24" y="6"/>
                    <a:pt x="12" y="12"/>
                    <a:pt x="0" y="18"/>
                  </a:cubicBezTo>
                  <a:cubicBezTo>
                    <a:pt x="16" y="21"/>
                    <a:pt x="30" y="27"/>
                    <a:pt x="44" y="35"/>
                  </a:cubicBezTo>
                  <a:cubicBezTo>
                    <a:pt x="57" y="43"/>
                    <a:pt x="69" y="52"/>
                    <a:pt x="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35"/>
            <p:cNvSpPr/>
            <p:nvPr/>
          </p:nvSpPr>
          <p:spPr>
            <a:xfrm>
              <a:off x="3092765" y="-931535"/>
              <a:ext cx="19440" cy="8280"/>
            </a:xfrm>
            <a:custGeom>
              <a:rect b="b" l="l" r="r" t="t"/>
              <a:pathLst>
                <a:path extrusionOk="0" h="23" w="54">
                  <a:moveTo>
                    <a:pt x="5" y="18"/>
                  </a:moveTo>
                  <a:lnTo>
                    <a:pt x="19" y="22"/>
                  </a:lnTo>
                  <a:cubicBezTo>
                    <a:pt x="30" y="16"/>
                    <a:pt x="42" y="10"/>
                    <a:pt x="53" y="5"/>
                  </a:cubicBezTo>
                  <a:cubicBezTo>
                    <a:pt x="46" y="2"/>
                    <a:pt x="38" y="0"/>
                    <a:pt x="29" y="0"/>
                  </a:cubicBezTo>
                  <a:cubicBezTo>
                    <a:pt x="23" y="0"/>
                    <a:pt x="16" y="1"/>
                    <a:pt x="10" y="3"/>
                  </a:cubicBezTo>
                  <a:lnTo>
                    <a:pt x="0" y="8"/>
                  </a:lnTo>
                  <a:cubicBezTo>
                    <a:pt x="0" y="9"/>
                    <a:pt x="0" y="10"/>
                    <a:pt x="0" y="11"/>
                  </a:cubicBezTo>
                  <a:cubicBezTo>
                    <a:pt x="0" y="12"/>
                    <a:pt x="0" y="13"/>
                    <a:pt x="1" y="15"/>
                  </a:cubicBezTo>
                  <a:cubicBezTo>
                    <a:pt x="2" y="17"/>
                    <a:pt x="3" y="16"/>
                    <a:pt x="4" y="17"/>
                  </a:cubicBezTo>
                  <a:cubicBezTo>
                    <a:pt x="5" y="18"/>
                    <a:pt x="5" y="18"/>
                    <a:pt x="5"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35"/>
            <p:cNvSpPr/>
            <p:nvPr/>
          </p:nvSpPr>
          <p:spPr>
            <a:xfrm>
              <a:off x="3143885" y="-903455"/>
              <a:ext cx="9360" cy="6120"/>
            </a:xfrm>
            <a:custGeom>
              <a:rect b="b" l="l" r="r" t="t"/>
              <a:pathLst>
                <a:path extrusionOk="0" h="17" w="26">
                  <a:moveTo>
                    <a:pt x="17" y="15"/>
                  </a:moveTo>
                  <a:cubicBezTo>
                    <a:pt x="18" y="15"/>
                    <a:pt x="20" y="15"/>
                    <a:pt x="21" y="14"/>
                  </a:cubicBezTo>
                  <a:cubicBezTo>
                    <a:pt x="22" y="14"/>
                    <a:pt x="23" y="13"/>
                    <a:pt x="24" y="11"/>
                  </a:cubicBezTo>
                  <a:cubicBezTo>
                    <a:pt x="25" y="9"/>
                    <a:pt x="25" y="8"/>
                    <a:pt x="25" y="7"/>
                  </a:cubicBezTo>
                  <a:cubicBezTo>
                    <a:pt x="25" y="5"/>
                    <a:pt x="25" y="4"/>
                    <a:pt x="24" y="3"/>
                  </a:cubicBezTo>
                  <a:cubicBezTo>
                    <a:pt x="23" y="2"/>
                    <a:pt x="23" y="1"/>
                    <a:pt x="22" y="1"/>
                  </a:cubicBezTo>
                  <a:lnTo>
                    <a:pt x="21" y="0"/>
                  </a:lnTo>
                  <a:cubicBezTo>
                    <a:pt x="18" y="1"/>
                    <a:pt x="14" y="3"/>
                    <a:pt x="11" y="5"/>
                  </a:cubicBezTo>
                  <a:cubicBezTo>
                    <a:pt x="7" y="7"/>
                    <a:pt x="4" y="9"/>
                    <a:pt x="0" y="12"/>
                  </a:cubicBezTo>
                  <a:cubicBezTo>
                    <a:pt x="1" y="12"/>
                    <a:pt x="2" y="13"/>
                    <a:pt x="2" y="13"/>
                  </a:cubicBezTo>
                  <a:cubicBezTo>
                    <a:pt x="6" y="15"/>
                    <a:pt x="9" y="16"/>
                    <a:pt x="13" y="16"/>
                  </a:cubicBezTo>
                  <a:cubicBezTo>
                    <a:pt x="14" y="16"/>
                    <a:pt x="16" y="16"/>
                    <a:pt x="17"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35"/>
            <p:cNvSpPr/>
            <p:nvPr/>
          </p:nvSpPr>
          <p:spPr>
            <a:xfrm>
              <a:off x="3166925" y="-900575"/>
              <a:ext cx="1080" cy="720"/>
            </a:xfrm>
            <a:custGeom>
              <a:rect b="b" l="l" r="r" t="t"/>
              <a:pathLst>
                <a:path extrusionOk="0" h="2" w="3">
                  <a:moveTo>
                    <a:pt x="2" y="0"/>
                  </a:moveTo>
                  <a:lnTo>
                    <a:pt x="0" y="1"/>
                  </a:lnTo>
                  <a:lnTo>
                    <a:pt x="1" y="1"/>
                  </a:lnTo>
                  <a:cubicBezTo>
                    <a:pt x="1" y="1"/>
                    <a:pt x="1"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35"/>
            <p:cNvSpPr/>
            <p:nvPr/>
          </p:nvSpPr>
          <p:spPr>
            <a:xfrm>
              <a:off x="3121925" y="-939455"/>
              <a:ext cx="42840" cy="33840"/>
            </a:xfrm>
            <a:custGeom>
              <a:rect b="b" l="l" r="r" t="t"/>
              <a:pathLst>
                <a:path extrusionOk="0" h="94" w="119">
                  <a:moveTo>
                    <a:pt x="97" y="93"/>
                  </a:moveTo>
                  <a:cubicBezTo>
                    <a:pt x="101" y="91"/>
                    <a:pt x="104" y="90"/>
                    <a:pt x="108" y="88"/>
                  </a:cubicBezTo>
                  <a:lnTo>
                    <a:pt x="118" y="82"/>
                  </a:lnTo>
                  <a:cubicBezTo>
                    <a:pt x="98" y="49"/>
                    <a:pt x="68" y="10"/>
                    <a:pt x="32" y="0"/>
                  </a:cubicBezTo>
                  <a:lnTo>
                    <a:pt x="26" y="2"/>
                  </a:lnTo>
                  <a:lnTo>
                    <a:pt x="0" y="14"/>
                  </a:lnTo>
                  <a:cubicBezTo>
                    <a:pt x="9" y="16"/>
                    <a:pt x="18" y="20"/>
                    <a:pt x="26" y="25"/>
                  </a:cubicBezTo>
                  <a:cubicBezTo>
                    <a:pt x="38" y="32"/>
                    <a:pt x="49" y="41"/>
                    <a:pt x="57" y="51"/>
                  </a:cubicBezTo>
                  <a:cubicBezTo>
                    <a:pt x="70" y="65"/>
                    <a:pt x="83" y="79"/>
                    <a:pt x="97"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35"/>
            <p:cNvSpPr/>
            <p:nvPr/>
          </p:nvSpPr>
          <p:spPr>
            <a:xfrm>
              <a:off x="3117965" y="-940175"/>
              <a:ext cx="15840" cy="6480"/>
            </a:xfrm>
            <a:custGeom>
              <a:rect b="b" l="l" r="r" t="t"/>
              <a:pathLst>
                <a:path extrusionOk="0" h="18" w="44">
                  <a:moveTo>
                    <a:pt x="43" y="3"/>
                  </a:moveTo>
                  <a:cubicBezTo>
                    <a:pt x="37" y="1"/>
                    <a:pt x="31" y="0"/>
                    <a:pt x="25" y="0"/>
                  </a:cubicBezTo>
                  <a:cubicBezTo>
                    <a:pt x="19" y="0"/>
                    <a:pt x="12" y="1"/>
                    <a:pt x="7" y="3"/>
                  </a:cubicBezTo>
                  <a:cubicBezTo>
                    <a:pt x="0" y="5"/>
                    <a:pt x="2" y="14"/>
                    <a:pt x="8" y="15"/>
                  </a:cubicBezTo>
                  <a:lnTo>
                    <a:pt x="12" y="17"/>
                  </a:lnTo>
                  <a:lnTo>
                    <a:pt x="37" y="5"/>
                  </a:lnTo>
                  <a:lnTo>
                    <a:pt x="43"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35"/>
            <p:cNvSpPr/>
            <p:nvPr/>
          </p:nvSpPr>
          <p:spPr>
            <a:xfrm>
              <a:off x="3156845" y="-909935"/>
              <a:ext cx="11880" cy="10440"/>
            </a:xfrm>
            <a:custGeom>
              <a:rect b="b" l="l" r="r" t="t"/>
              <a:pathLst>
                <a:path extrusionOk="0" h="29" w="33">
                  <a:moveTo>
                    <a:pt x="31" y="17"/>
                  </a:moveTo>
                  <a:cubicBezTo>
                    <a:pt x="28" y="12"/>
                    <a:pt x="25" y="6"/>
                    <a:pt x="21" y="0"/>
                  </a:cubicBezTo>
                  <a:lnTo>
                    <a:pt x="11" y="5"/>
                  </a:lnTo>
                  <a:cubicBezTo>
                    <a:pt x="7" y="7"/>
                    <a:pt x="4" y="9"/>
                    <a:pt x="0" y="10"/>
                  </a:cubicBezTo>
                  <a:cubicBezTo>
                    <a:pt x="7" y="17"/>
                    <a:pt x="14" y="22"/>
                    <a:pt x="21" y="27"/>
                  </a:cubicBezTo>
                  <a:cubicBezTo>
                    <a:pt x="22" y="27"/>
                    <a:pt x="22" y="28"/>
                    <a:pt x="24" y="28"/>
                  </a:cubicBezTo>
                  <a:cubicBezTo>
                    <a:pt x="25" y="28"/>
                    <a:pt x="27" y="27"/>
                    <a:pt x="28" y="27"/>
                  </a:cubicBezTo>
                  <a:lnTo>
                    <a:pt x="30" y="25"/>
                  </a:lnTo>
                  <a:lnTo>
                    <a:pt x="31" y="24"/>
                  </a:lnTo>
                  <a:cubicBezTo>
                    <a:pt x="32" y="23"/>
                    <a:pt x="32" y="22"/>
                    <a:pt x="32" y="20"/>
                  </a:cubicBezTo>
                  <a:cubicBezTo>
                    <a:pt x="32" y="19"/>
                    <a:pt x="32" y="18"/>
                    <a:pt x="3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35"/>
            <p:cNvSpPr/>
            <p:nvPr/>
          </p:nvSpPr>
          <p:spPr>
            <a:xfrm>
              <a:off x="3186005" y="-913535"/>
              <a:ext cx="11520" cy="8640"/>
            </a:xfrm>
            <a:custGeom>
              <a:rect b="b" l="l" r="r" t="t"/>
              <a:pathLst>
                <a:path extrusionOk="0" h="24" w="32">
                  <a:moveTo>
                    <a:pt x="18" y="20"/>
                  </a:moveTo>
                  <a:cubicBezTo>
                    <a:pt x="25" y="23"/>
                    <a:pt x="31" y="14"/>
                    <a:pt x="28" y="7"/>
                  </a:cubicBezTo>
                  <a:lnTo>
                    <a:pt x="24" y="0"/>
                  </a:lnTo>
                  <a:lnTo>
                    <a:pt x="0" y="9"/>
                  </a:lnTo>
                  <a:cubicBezTo>
                    <a:pt x="3" y="12"/>
                    <a:pt x="6" y="14"/>
                    <a:pt x="9" y="16"/>
                  </a:cubicBezTo>
                  <a:cubicBezTo>
                    <a:pt x="12" y="17"/>
                    <a:pt x="15" y="19"/>
                    <a:pt x="18"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35"/>
            <p:cNvSpPr/>
            <p:nvPr/>
          </p:nvSpPr>
          <p:spPr>
            <a:xfrm>
              <a:off x="3140645" y="-948095"/>
              <a:ext cx="49320" cy="31680"/>
            </a:xfrm>
            <a:custGeom>
              <a:rect b="b" l="l" r="r" t="t"/>
              <a:pathLst>
                <a:path extrusionOk="0" h="88" w="137">
                  <a:moveTo>
                    <a:pt x="72" y="61"/>
                  </a:moveTo>
                  <a:cubicBezTo>
                    <a:pt x="84" y="69"/>
                    <a:pt x="95" y="77"/>
                    <a:pt x="105" y="87"/>
                  </a:cubicBezTo>
                  <a:lnTo>
                    <a:pt x="136" y="73"/>
                  </a:lnTo>
                  <a:cubicBezTo>
                    <a:pt x="133" y="68"/>
                    <a:pt x="130" y="64"/>
                    <a:pt x="126" y="59"/>
                  </a:cubicBezTo>
                  <a:cubicBezTo>
                    <a:pt x="114" y="47"/>
                    <a:pt x="96" y="42"/>
                    <a:pt x="84" y="30"/>
                  </a:cubicBezTo>
                  <a:cubicBezTo>
                    <a:pt x="77" y="22"/>
                    <a:pt x="69" y="15"/>
                    <a:pt x="60" y="10"/>
                  </a:cubicBezTo>
                  <a:cubicBezTo>
                    <a:pt x="52" y="6"/>
                    <a:pt x="44" y="2"/>
                    <a:pt x="36" y="0"/>
                  </a:cubicBezTo>
                  <a:cubicBezTo>
                    <a:pt x="24" y="5"/>
                    <a:pt x="12" y="10"/>
                    <a:pt x="0" y="15"/>
                  </a:cubicBezTo>
                  <a:cubicBezTo>
                    <a:pt x="11" y="19"/>
                    <a:pt x="23" y="23"/>
                    <a:pt x="33" y="30"/>
                  </a:cubicBezTo>
                  <a:cubicBezTo>
                    <a:pt x="37" y="32"/>
                    <a:pt x="41" y="35"/>
                    <a:pt x="45" y="37"/>
                  </a:cubicBezTo>
                  <a:cubicBezTo>
                    <a:pt x="54" y="46"/>
                    <a:pt x="63" y="54"/>
                    <a:pt x="72"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35"/>
            <p:cNvSpPr/>
            <p:nvPr/>
          </p:nvSpPr>
          <p:spPr>
            <a:xfrm>
              <a:off x="3138485" y="-949175"/>
              <a:ext cx="15840" cy="6840"/>
            </a:xfrm>
            <a:custGeom>
              <a:rect b="b" l="l" r="r" t="t"/>
              <a:pathLst>
                <a:path extrusionOk="0" h="19" w="44">
                  <a:moveTo>
                    <a:pt x="6" y="1"/>
                  </a:moveTo>
                  <a:cubicBezTo>
                    <a:pt x="6" y="1"/>
                    <a:pt x="5" y="1"/>
                    <a:pt x="4" y="1"/>
                  </a:cubicBezTo>
                  <a:cubicBezTo>
                    <a:pt x="3" y="2"/>
                    <a:pt x="2" y="3"/>
                    <a:pt x="1" y="5"/>
                  </a:cubicBezTo>
                  <a:cubicBezTo>
                    <a:pt x="0" y="7"/>
                    <a:pt x="0" y="7"/>
                    <a:pt x="0" y="9"/>
                  </a:cubicBezTo>
                  <a:cubicBezTo>
                    <a:pt x="0" y="10"/>
                    <a:pt x="0" y="12"/>
                    <a:pt x="1" y="14"/>
                  </a:cubicBezTo>
                  <a:cubicBezTo>
                    <a:pt x="2" y="16"/>
                    <a:pt x="3" y="16"/>
                    <a:pt x="4" y="17"/>
                  </a:cubicBezTo>
                  <a:cubicBezTo>
                    <a:pt x="5" y="18"/>
                    <a:pt x="6" y="18"/>
                    <a:pt x="6" y="18"/>
                  </a:cubicBezTo>
                  <a:cubicBezTo>
                    <a:pt x="18" y="13"/>
                    <a:pt x="30" y="8"/>
                    <a:pt x="43" y="3"/>
                  </a:cubicBezTo>
                  <a:cubicBezTo>
                    <a:pt x="35" y="1"/>
                    <a:pt x="27" y="0"/>
                    <a:pt x="19" y="0"/>
                  </a:cubicBezTo>
                  <a:cubicBezTo>
                    <a:pt x="15" y="0"/>
                    <a:pt x="10" y="0"/>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35"/>
            <p:cNvSpPr/>
            <p:nvPr/>
          </p:nvSpPr>
          <p:spPr>
            <a:xfrm>
              <a:off x="3178445" y="-921815"/>
              <a:ext cx="16560" cy="11880"/>
            </a:xfrm>
            <a:custGeom>
              <a:rect b="b" l="l" r="r" t="t"/>
              <a:pathLst>
                <a:path extrusionOk="0" h="33" w="46">
                  <a:moveTo>
                    <a:pt x="0" y="14"/>
                  </a:moveTo>
                  <a:cubicBezTo>
                    <a:pt x="7" y="21"/>
                    <a:pt x="14" y="27"/>
                    <a:pt x="21" y="32"/>
                  </a:cubicBezTo>
                  <a:lnTo>
                    <a:pt x="45" y="22"/>
                  </a:lnTo>
                  <a:cubicBezTo>
                    <a:pt x="44" y="20"/>
                    <a:pt x="42" y="17"/>
                    <a:pt x="40" y="14"/>
                  </a:cubicBezTo>
                  <a:cubicBezTo>
                    <a:pt x="38" y="9"/>
                    <a:pt x="35" y="4"/>
                    <a:pt x="32" y="0"/>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35"/>
            <p:cNvSpPr/>
            <p:nvPr/>
          </p:nvSpPr>
          <p:spPr>
            <a:xfrm>
              <a:off x="3164045" y="-955295"/>
              <a:ext cx="45000" cy="29160"/>
            </a:xfrm>
            <a:custGeom>
              <a:rect b="b" l="l" r="r" t="t"/>
              <a:pathLst>
                <a:path extrusionOk="0" h="81" w="125">
                  <a:moveTo>
                    <a:pt x="61" y="51"/>
                  </a:moveTo>
                  <a:cubicBezTo>
                    <a:pt x="74" y="60"/>
                    <a:pt x="86" y="70"/>
                    <a:pt x="99" y="80"/>
                  </a:cubicBezTo>
                  <a:lnTo>
                    <a:pt x="116" y="72"/>
                  </a:lnTo>
                  <a:lnTo>
                    <a:pt x="124" y="69"/>
                  </a:lnTo>
                  <a:cubicBezTo>
                    <a:pt x="111" y="54"/>
                    <a:pt x="97" y="42"/>
                    <a:pt x="80" y="32"/>
                  </a:cubicBezTo>
                  <a:cubicBezTo>
                    <a:pt x="66" y="21"/>
                    <a:pt x="51" y="12"/>
                    <a:pt x="36" y="3"/>
                  </a:cubicBezTo>
                  <a:cubicBezTo>
                    <a:pt x="34" y="2"/>
                    <a:pt x="32" y="1"/>
                    <a:pt x="30" y="0"/>
                  </a:cubicBezTo>
                  <a:cubicBezTo>
                    <a:pt x="20" y="3"/>
                    <a:pt x="11" y="7"/>
                    <a:pt x="0" y="10"/>
                  </a:cubicBezTo>
                  <a:cubicBezTo>
                    <a:pt x="6" y="13"/>
                    <a:pt x="12" y="16"/>
                    <a:pt x="17" y="19"/>
                  </a:cubicBezTo>
                  <a:cubicBezTo>
                    <a:pt x="33" y="28"/>
                    <a:pt x="47" y="39"/>
                    <a:pt x="6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35"/>
            <p:cNvSpPr/>
            <p:nvPr/>
          </p:nvSpPr>
          <p:spPr>
            <a:xfrm>
              <a:off x="3208685" y="-922895"/>
              <a:ext cx="4680" cy="3600"/>
            </a:xfrm>
            <a:custGeom>
              <a:rect b="b" l="l" r="r" t="t"/>
              <a:pathLst>
                <a:path extrusionOk="0" h="10" w="13">
                  <a:moveTo>
                    <a:pt x="2" y="8"/>
                  </a:moveTo>
                  <a:cubicBezTo>
                    <a:pt x="3" y="8"/>
                    <a:pt x="4" y="9"/>
                    <a:pt x="5" y="9"/>
                  </a:cubicBezTo>
                  <a:cubicBezTo>
                    <a:pt x="6" y="9"/>
                    <a:pt x="8" y="9"/>
                    <a:pt x="9" y="8"/>
                  </a:cubicBezTo>
                  <a:cubicBezTo>
                    <a:pt x="10" y="7"/>
                    <a:pt x="10" y="6"/>
                    <a:pt x="11" y="5"/>
                  </a:cubicBezTo>
                  <a:cubicBezTo>
                    <a:pt x="12" y="4"/>
                    <a:pt x="12" y="3"/>
                    <a:pt x="12" y="2"/>
                  </a:cubicBezTo>
                  <a:cubicBezTo>
                    <a:pt x="12" y="1"/>
                    <a:pt x="12" y="0"/>
                    <a:pt x="12" y="0"/>
                  </a:cubicBezTo>
                  <a:lnTo>
                    <a:pt x="0" y="6"/>
                  </a:lnTo>
                  <a:lnTo>
                    <a:pt x="2"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35"/>
            <p:cNvSpPr/>
            <p:nvPr/>
          </p:nvSpPr>
          <p:spPr>
            <a:xfrm>
              <a:off x="3162245" y="-957455"/>
              <a:ext cx="13320" cy="6120"/>
            </a:xfrm>
            <a:custGeom>
              <a:rect b="b" l="l" r="r" t="t"/>
              <a:pathLst>
                <a:path extrusionOk="0" h="17" w="37">
                  <a:moveTo>
                    <a:pt x="7" y="0"/>
                  </a:moveTo>
                  <a:cubicBezTo>
                    <a:pt x="6" y="0"/>
                    <a:pt x="5" y="1"/>
                    <a:pt x="4" y="1"/>
                  </a:cubicBezTo>
                  <a:cubicBezTo>
                    <a:pt x="3" y="2"/>
                    <a:pt x="2" y="2"/>
                    <a:pt x="1" y="4"/>
                  </a:cubicBezTo>
                  <a:cubicBezTo>
                    <a:pt x="0" y="6"/>
                    <a:pt x="0" y="7"/>
                    <a:pt x="0" y="9"/>
                  </a:cubicBezTo>
                  <a:cubicBezTo>
                    <a:pt x="0" y="10"/>
                    <a:pt x="0" y="11"/>
                    <a:pt x="1" y="13"/>
                  </a:cubicBezTo>
                  <a:cubicBezTo>
                    <a:pt x="2" y="15"/>
                    <a:pt x="3" y="15"/>
                    <a:pt x="4" y="16"/>
                  </a:cubicBezTo>
                  <a:lnTo>
                    <a:pt x="5" y="16"/>
                  </a:lnTo>
                  <a:cubicBezTo>
                    <a:pt x="15" y="13"/>
                    <a:pt x="25" y="9"/>
                    <a:pt x="36" y="6"/>
                  </a:cubicBezTo>
                  <a:cubicBezTo>
                    <a:pt x="28" y="2"/>
                    <a:pt x="21" y="0"/>
                    <a:pt x="13" y="0"/>
                  </a:cubicBezTo>
                  <a:cubicBezTo>
                    <a:pt x="11" y="0"/>
                    <a:pt x="9"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35"/>
            <p:cNvSpPr/>
            <p:nvPr/>
          </p:nvSpPr>
          <p:spPr>
            <a:xfrm>
              <a:off x="3199325" y="-930455"/>
              <a:ext cx="14040" cy="10440"/>
            </a:xfrm>
            <a:custGeom>
              <a:rect b="b" l="l" r="r" t="t"/>
              <a:pathLst>
                <a:path extrusionOk="0" h="29" w="39">
                  <a:moveTo>
                    <a:pt x="25" y="0"/>
                  </a:moveTo>
                  <a:lnTo>
                    <a:pt x="18" y="3"/>
                  </a:lnTo>
                  <a:lnTo>
                    <a:pt x="0" y="12"/>
                  </a:lnTo>
                  <a:cubicBezTo>
                    <a:pt x="5" y="16"/>
                    <a:pt x="10" y="20"/>
                    <a:pt x="16" y="23"/>
                  </a:cubicBezTo>
                  <a:cubicBezTo>
                    <a:pt x="20" y="25"/>
                    <a:pt x="23" y="26"/>
                    <a:pt x="26" y="28"/>
                  </a:cubicBezTo>
                  <a:lnTo>
                    <a:pt x="38" y="21"/>
                  </a:lnTo>
                  <a:lnTo>
                    <a:pt x="38" y="20"/>
                  </a:lnTo>
                  <a:lnTo>
                    <a:pt x="38" y="19"/>
                  </a:lnTo>
                  <a:cubicBezTo>
                    <a:pt x="37" y="17"/>
                    <a:pt x="36" y="15"/>
                    <a:pt x="35" y="13"/>
                  </a:cubicBezTo>
                  <a:cubicBezTo>
                    <a:pt x="32" y="9"/>
                    <a:pt x="29" y="4"/>
                    <a:pt x="2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35"/>
            <p:cNvSpPr/>
            <p:nvPr/>
          </p:nvSpPr>
          <p:spPr>
            <a:xfrm>
              <a:off x="3184565" y="-962495"/>
              <a:ext cx="42120" cy="27360"/>
            </a:xfrm>
            <a:custGeom>
              <a:rect b="b" l="l" r="r" t="t"/>
              <a:pathLst>
                <a:path extrusionOk="0" h="76" w="117">
                  <a:moveTo>
                    <a:pt x="63" y="47"/>
                  </a:moveTo>
                  <a:cubicBezTo>
                    <a:pt x="75" y="55"/>
                    <a:pt x="87" y="64"/>
                    <a:pt x="98" y="75"/>
                  </a:cubicBezTo>
                  <a:lnTo>
                    <a:pt x="116" y="67"/>
                  </a:lnTo>
                  <a:cubicBezTo>
                    <a:pt x="115" y="65"/>
                    <a:pt x="114" y="62"/>
                    <a:pt x="112" y="59"/>
                  </a:cubicBezTo>
                  <a:cubicBezTo>
                    <a:pt x="109" y="53"/>
                    <a:pt x="105" y="48"/>
                    <a:pt x="100" y="43"/>
                  </a:cubicBezTo>
                  <a:cubicBezTo>
                    <a:pt x="87" y="32"/>
                    <a:pt x="72" y="24"/>
                    <a:pt x="60" y="13"/>
                  </a:cubicBezTo>
                  <a:cubicBezTo>
                    <a:pt x="55" y="8"/>
                    <a:pt x="49" y="4"/>
                    <a:pt x="43" y="0"/>
                  </a:cubicBezTo>
                  <a:cubicBezTo>
                    <a:pt x="28" y="4"/>
                    <a:pt x="14" y="7"/>
                    <a:pt x="0" y="12"/>
                  </a:cubicBezTo>
                  <a:cubicBezTo>
                    <a:pt x="11" y="14"/>
                    <a:pt x="21" y="17"/>
                    <a:pt x="31" y="23"/>
                  </a:cubicBezTo>
                  <a:cubicBezTo>
                    <a:pt x="34" y="25"/>
                    <a:pt x="37" y="27"/>
                    <a:pt x="40" y="29"/>
                  </a:cubicBezTo>
                  <a:cubicBezTo>
                    <a:pt x="48" y="35"/>
                    <a:pt x="55" y="41"/>
                    <a:pt x="63"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35"/>
            <p:cNvSpPr/>
            <p:nvPr/>
          </p:nvSpPr>
          <p:spPr>
            <a:xfrm>
              <a:off x="3183125" y="-965375"/>
              <a:ext cx="7200" cy="2160"/>
            </a:xfrm>
            <a:custGeom>
              <a:rect b="b" l="l" r="r" t="t"/>
              <a:pathLst>
                <a:path extrusionOk="0" h="6" w="20">
                  <a:moveTo>
                    <a:pt x="2" y="3"/>
                  </a:moveTo>
                  <a:cubicBezTo>
                    <a:pt x="1" y="4"/>
                    <a:pt x="0" y="4"/>
                    <a:pt x="0" y="5"/>
                  </a:cubicBezTo>
                  <a:lnTo>
                    <a:pt x="19" y="0"/>
                  </a:lnTo>
                  <a:cubicBezTo>
                    <a:pt x="14" y="0"/>
                    <a:pt x="8"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35"/>
            <p:cNvSpPr/>
            <p:nvPr/>
          </p:nvSpPr>
          <p:spPr>
            <a:xfrm>
              <a:off x="3226325" y="-931175"/>
              <a:ext cx="4320" cy="2880"/>
            </a:xfrm>
            <a:custGeom>
              <a:rect b="b" l="l" r="r" t="t"/>
              <a:pathLst>
                <a:path extrusionOk="0" h="8" w="12">
                  <a:moveTo>
                    <a:pt x="2" y="6"/>
                  </a:moveTo>
                  <a:cubicBezTo>
                    <a:pt x="3" y="6"/>
                    <a:pt x="4" y="7"/>
                    <a:pt x="5" y="7"/>
                  </a:cubicBezTo>
                  <a:cubicBezTo>
                    <a:pt x="6" y="7"/>
                    <a:pt x="7" y="7"/>
                    <a:pt x="8" y="6"/>
                  </a:cubicBezTo>
                  <a:cubicBezTo>
                    <a:pt x="9" y="5"/>
                    <a:pt x="9" y="5"/>
                    <a:pt x="10" y="4"/>
                  </a:cubicBezTo>
                  <a:cubicBezTo>
                    <a:pt x="11" y="3"/>
                    <a:pt x="11" y="2"/>
                    <a:pt x="11" y="1"/>
                  </a:cubicBezTo>
                  <a:cubicBezTo>
                    <a:pt x="11" y="0"/>
                    <a:pt x="10" y="0"/>
                    <a:pt x="10" y="0"/>
                  </a:cubicBezTo>
                  <a:lnTo>
                    <a:pt x="0" y="5"/>
                  </a:lnTo>
                  <a:lnTo>
                    <a:pt x="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35"/>
            <p:cNvSpPr/>
            <p:nvPr/>
          </p:nvSpPr>
          <p:spPr>
            <a:xfrm>
              <a:off x="3182045" y="-965735"/>
              <a:ext cx="18000" cy="7560"/>
            </a:xfrm>
            <a:custGeom>
              <a:rect b="b" l="l" r="r" t="t"/>
              <a:pathLst>
                <a:path extrusionOk="0" h="21" w="50">
                  <a:moveTo>
                    <a:pt x="6" y="20"/>
                  </a:moveTo>
                  <a:lnTo>
                    <a:pt x="7" y="20"/>
                  </a:lnTo>
                  <a:cubicBezTo>
                    <a:pt x="21" y="16"/>
                    <a:pt x="35" y="12"/>
                    <a:pt x="49" y="8"/>
                  </a:cubicBezTo>
                  <a:cubicBezTo>
                    <a:pt x="49" y="8"/>
                    <a:pt x="48" y="8"/>
                    <a:pt x="47" y="7"/>
                  </a:cubicBezTo>
                  <a:cubicBezTo>
                    <a:pt x="40" y="3"/>
                    <a:pt x="32" y="1"/>
                    <a:pt x="23" y="0"/>
                  </a:cubicBezTo>
                  <a:lnTo>
                    <a:pt x="3" y="5"/>
                  </a:lnTo>
                  <a:cubicBezTo>
                    <a:pt x="2" y="6"/>
                    <a:pt x="2" y="7"/>
                    <a:pt x="1" y="8"/>
                  </a:cubicBezTo>
                  <a:cubicBezTo>
                    <a:pt x="0" y="9"/>
                    <a:pt x="0" y="10"/>
                    <a:pt x="0" y="12"/>
                  </a:cubicBezTo>
                  <a:cubicBezTo>
                    <a:pt x="0" y="13"/>
                    <a:pt x="0" y="14"/>
                    <a:pt x="1" y="16"/>
                  </a:cubicBezTo>
                  <a:cubicBezTo>
                    <a:pt x="2" y="18"/>
                    <a:pt x="3" y="19"/>
                    <a:pt x="4" y="19"/>
                  </a:cubicBezTo>
                  <a:cubicBezTo>
                    <a:pt x="5" y="20"/>
                    <a:pt x="5" y="20"/>
                    <a:pt x="6"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35"/>
            <p:cNvSpPr/>
            <p:nvPr/>
          </p:nvSpPr>
          <p:spPr>
            <a:xfrm>
              <a:off x="3219845" y="-938375"/>
              <a:ext cx="10800" cy="9360"/>
            </a:xfrm>
            <a:custGeom>
              <a:rect b="b" l="l" r="r" t="t"/>
              <a:pathLst>
                <a:path extrusionOk="0" h="26" w="30">
                  <a:moveTo>
                    <a:pt x="19" y="0"/>
                  </a:moveTo>
                  <a:lnTo>
                    <a:pt x="0" y="7"/>
                  </a:lnTo>
                  <a:lnTo>
                    <a:pt x="3" y="10"/>
                  </a:lnTo>
                  <a:cubicBezTo>
                    <a:pt x="7" y="16"/>
                    <a:pt x="12" y="21"/>
                    <a:pt x="18" y="25"/>
                  </a:cubicBezTo>
                  <a:lnTo>
                    <a:pt x="28" y="20"/>
                  </a:lnTo>
                  <a:cubicBezTo>
                    <a:pt x="29" y="20"/>
                    <a:pt x="29" y="19"/>
                    <a:pt x="29" y="19"/>
                  </a:cubicBezTo>
                  <a:cubicBezTo>
                    <a:pt x="29" y="18"/>
                    <a:pt x="29" y="18"/>
                    <a:pt x="28" y="18"/>
                  </a:cubicBezTo>
                  <a:cubicBezTo>
                    <a:pt x="27" y="16"/>
                    <a:pt x="26" y="14"/>
                    <a:pt x="25" y="13"/>
                  </a:cubicBezTo>
                  <a:cubicBezTo>
                    <a:pt x="23" y="9"/>
                    <a:pt x="21" y="4"/>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35"/>
            <p:cNvSpPr/>
            <p:nvPr/>
          </p:nvSpPr>
          <p:spPr>
            <a:xfrm>
              <a:off x="3242525" y="-937655"/>
              <a:ext cx="6120" cy="2880"/>
            </a:xfrm>
            <a:custGeom>
              <a:rect b="b" l="l" r="r" t="t"/>
              <a:pathLst>
                <a:path extrusionOk="0" h="8" w="17">
                  <a:moveTo>
                    <a:pt x="7" y="7"/>
                  </a:moveTo>
                  <a:lnTo>
                    <a:pt x="8" y="7"/>
                  </a:lnTo>
                  <a:cubicBezTo>
                    <a:pt x="9" y="7"/>
                    <a:pt x="11" y="7"/>
                    <a:pt x="12" y="6"/>
                  </a:cubicBezTo>
                  <a:cubicBezTo>
                    <a:pt x="13" y="5"/>
                    <a:pt x="14" y="4"/>
                    <a:pt x="15" y="3"/>
                  </a:cubicBezTo>
                  <a:cubicBezTo>
                    <a:pt x="16" y="2"/>
                    <a:pt x="16" y="1"/>
                    <a:pt x="16" y="0"/>
                  </a:cubicBezTo>
                  <a:lnTo>
                    <a:pt x="0" y="5"/>
                  </a:lnTo>
                  <a:cubicBezTo>
                    <a:pt x="2" y="6"/>
                    <a:pt x="4" y="7"/>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35"/>
            <p:cNvSpPr/>
            <p:nvPr/>
          </p:nvSpPr>
          <p:spPr>
            <a:xfrm>
              <a:off x="3211205" y="-968255"/>
              <a:ext cx="35640" cy="26640"/>
            </a:xfrm>
            <a:custGeom>
              <a:rect b="b" l="l" r="r" t="t"/>
              <a:pathLst>
                <a:path extrusionOk="0" h="74" w="99">
                  <a:moveTo>
                    <a:pt x="5" y="12"/>
                  </a:moveTo>
                  <a:cubicBezTo>
                    <a:pt x="28" y="18"/>
                    <a:pt x="41" y="44"/>
                    <a:pt x="60" y="58"/>
                  </a:cubicBezTo>
                  <a:cubicBezTo>
                    <a:pt x="64" y="62"/>
                    <a:pt x="68" y="67"/>
                    <a:pt x="71" y="72"/>
                  </a:cubicBezTo>
                  <a:lnTo>
                    <a:pt x="71" y="73"/>
                  </a:lnTo>
                  <a:lnTo>
                    <a:pt x="86" y="68"/>
                  </a:lnTo>
                  <a:cubicBezTo>
                    <a:pt x="90" y="66"/>
                    <a:pt x="94" y="65"/>
                    <a:pt x="98" y="64"/>
                  </a:cubicBezTo>
                  <a:cubicBezTo>
                    <a:pt x="96" y="60"/>
                    <a:pt x="94" y="56"/>
                    <a:pt x="93" y="53"/>
                  </a:cubicBezTo>
                  <a:cubicBezTo>
                    <a:pt x="86" y="39"/>
                    <a:pt x="73" y="36"/>
                    <a:pt x="64" y="24"/>
                  </a:cubicBezTo>
                  <a:cubicBezTo>
                    <a:pt x="58" y="15"/>
                    <a:pt x="50" y="7"/>
                    <a:pt x="40" y="1"/>
                  </a:cubicBezTo>
                  <a:cubicBezTo>
                    <a:pt x="39" y="1"/>
                    <a:pt x="38" y="0"/>
                    <a:pt x="37" y="0"/>
                  </a:cubicBezTo>
                  <a:cubicBezTo>
                    <a:pt x="25" y="2"/>
                    <a:pt x="12" y="5"/>
                    <a:pt x="0" y="8"/>
                  </a:cubicBezTo>
                  <a:cubicBezTo>
                    <a:pt x="0" y="9"/>
                    <a:pt x="1" y="10"/>
                    <a:pt x="3" y="11"/>
                  </a:cubicBezTo>
                  <a:cubicBezTo>
                    <a:pt x="3" y="11"/>
                    <a:pt x="4" y="12"/>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35"/>
            <p:cNvSpPr/>
            <p:nvPr/>
          </p:nvSpPr>
          <p:spPr>
            <a:xfrm>
              <a:off x="3210485" y="-970415"/>
              <a:ext cx="14400" cy="5400"/>
            </a:xfrm>
            <a:custGeom>
              <a:rect b="b" l="l" r="r" t="t"/>
              <a:pathLst>
                <a:path extrusionOk="0" h="15" w="40">
                  <a:moveTo>
                    <a:pt x="7" y="0"/>
                  </a:moveTo>
                  <a:cubicBezTo>
                    <a:pt x="7" y="1"/>
                    <a:pt x="6" y="1"/>
                    <a:pt x="5" y="1"/>
                  </a:cubicBezTo>
                  <a:cubicBezTo>
                    <a:pt x="4" y="2"/>
                    <a:pt x="3" y="3"/>
                    <a:pt x="2" y="5"/>
                  </a:cubicBezTo>
                  <a:cubicBezTo>
                    <a:pt x="1" y="7"/>
                    <a:pt x="0" y="8"/>
                    <a:pt x="0" y="9"/>
                  </a:cubicBezTo>
                  <a:cubicBezTo>
                    <a:pt x="0" y="11"/>
                    <a:pt x="1" y="12"/>
                    <a:pt x="2" y="14"/>
                  </a:cubicBezTo>
                  <a:cubicBezTo>
                    <a:pt x="14" y="11"/>
                    <a:pt x="27" y="8"/>
                    <a:pt x="39" y="6"/>
                  </a:cubicBezTo>
                  <a:cubicBezTo>
                    <a:pt x="32" y="2"/>
                    <a:pt x="24" y="0"/>
                    <a:pt x="16" y="0"/>
                  </a:cubicBezTo>
                  <a:cubicBezTo>
                    <a:pt x="13" y="0"/>
                    <a:pt x="10"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35"/>
            <p:cNvSpPr/>
            <p:nvPr/>
          </p:nvSpPr>
          <p:spPr>
            <a:xfrm>
              <a:off x="3236765" y="-945215"/>
              <a:ext cx="11880" cy="9720"/>
            </a:xfrm>
            <a:custGeom>
              <a:rect b="b" l="l" r="r" t="t"/>
              <a:pathLst>
                <a:path extrusionOk="0" h="27" w="33">
                  <a:moveTo>
                    <a:pt x="27" y="0"/>
                  </a:moveTo>
                  <a:cubicBezTo>
                    <a:pt x="23" y="2"/>
                    <a:pt x="19" y="2"/>
                    <a:pt x="15" y="4"/>
                  </a:cubicBezTo>
                  <a:lnTo>
                    <a:pt x="0" y="9"/>
                  </a:lnTo>
                  <a:cubicBezTo>
                    <a:pt x="1" y="10"/>
                    <a:pt x="1" y="10"/>
                    <a:pt x="2" y="11"/>
                  </a:cubicBezTo>
                  <a:cubicBezTo>
                    <a:pt x="5" y="17"/>
                    <a:pt x="10" y="22"/>
                    <a:pt x="16" y="26"/>
                  </a:cubicBezTo>
                  <a:lnTo>
                    <a:pt x="32" y="21"/>
                  </a:lnTo>
                  <a:cubicBezTo>
                    <a:pt x="32" y="20"/>
                    <a:pt x="32" y="20"/>
                    <a:pt x="32" y="20"/>
                  </a:cubicBezTo>
                  <a:lnTo>
                    <a:pt x="32" y="19"/>
                  </a:lnTo>
                  <a:cubicBezTo>
                    <a:pt x="31" y="13"/>
                    <a:pt x="29" y="6"/>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35"/>
            <p:cNvSpPr/>
            <p:nvPr/>
          </p:nvSpPr>
          <p:spPr>
            <a:xfrm>
              <a:off x="3233885" y="-972215"/>
              <a:ext cx="36000" cy="24480"/>
            </a:xfrm>
            <a:custGeom>
              <a:rect b="b" l="l" r="r" t="t"/>
              <a:pathLst>
                <a:path extrusionOk="0" h="68" w="100">
                  <a:moveTo>
                    <a:pt x="55" y="57"/>
                  </a:moveTo>
                  <a:lnTo>
                    <a:pt x="65" y="67"/>
                  </a:lnTo>
                  <a:lnTo>
                    <a:pt x="76" y="65"/>
                  </a:lnTo>
                  <a:cubicBezTo>
                    <a:pt x="81" y="64"/>
                    <a:pt x="86" y="63"/>
                    <a:pt x="91" y="63"/>
                  </a:cubicBezTo>
                  <a:cubicBezTo>
                    <a:pt x="94" y="63"/>
                    <a:pt x="97" y="63"/>
                    <a:pt x="99" y="64"/>
                  </a:cubicBezTo>
                  <a:cubicBezTo>
                    <a:pt x="91" y="52"/>
                    <a:pt x="82" y="41"/>
                    <a:pt x="72" y="31"/>
                  </a:cubicBezTo>
                  <a:cubicBezTo>
                    <a:pt x="62" y="18"/>
                    <a:pt x="50" y="8"/>
                    <a:pt x="36" y="0"/>
                  </a:cubicBezTo>
                  <a:cubicBezTo>
                    <a:pt x="24" y="1"/>
                    <a:pt x="12" y="3"/>
                    <a:pt x="0" y="6"/>
                  </a:cubicBezTo>
                  <a:cubicBezTo>
                    <a:pt x="0" y="6"/>
                    <a:pt x="1" y="7"/>
                    <a:pt x="2" y="7"/>
                  </a:cubicBezTo>
                  <a:cubicBezTo>
                    <a:pt x="23" y="20"/>
                    <a:pt x="41" y="37"/>
                    <a:pt x="55"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35"/>
            <p:cNvSpPr/>
            <p:nvPr/>
          </p:nvSpPr>
          <p:spPr>
            <a:xfrm>
              <a:off x="3262325" y="-944495"/>
              <a:ext cx="14040" cy="11520"/>
            </a:xfrm>
            <a:custGeom>
              <a:rect b="b" l="l" r="r" t="t"/>
              <a:pathLst>
                <a:path extrusionOk="0" h="32" w="39">
                  <a:moveTo>
                    <a:pt x="2" y="10"/>
                  </a:moveTo>
                  <a:cubicBezTo>
                    <a:pt x="8" y="18"/>
                    <a:pt x="17" y="21"/>
                    <a:pt x="23" y="29"/>
                  </a:cubicBezTo>
                  <a:cubicBezTo>
                    <a:pt x="24" y="29"/>
                    <a:pt x="24" y="30"/>
                    <a:pt x="25" y="30"/>
                  </a:cubicBezTo>
                  <a:cubicBezTo>
                    <a:pt x="26" y="31"/>
                    <a:pt x="27" y="31"/>
                    <a:pt x="29" y="31"/>
                  </a:cubicBezTo>
                  <a:cubicBezTo>
                    <a:pt x="30" y="31"/>
                    <a:pt x="32" y="31"/>
                    <a:pt x="34" y="30"/>
                  </a:cubicBezTo>
                  <a:cubicBezTo>
                    <a:pt x="36" y="29"/>
                    <a:pt x="36" y="28"/>
                    <a:pt x="37" y="27"/>
                  </a:cubicBezTo>
                  <a:cubicBezTo>
                    <a:pt x="37" y="26"/>
                    <a:pt x="38" y="25"/>
                    <a:pt x="38" y="25"/>
                  </a:cubicBezTo>
                  <a:cubicBezTo>
                    <a:pt x="38" y="23"/>
                    <a:pt x="38" y="21"/>
                    <a:pt x="38" y="19"/>
                  </a:cubicBezTo>
                  <a:cubicBezTo>
                    <a:pt x="38" y="15"/>
                    <a:pt x="37" y="10"/>
                    <a:pt x="35" y="6"/>
                  </a:cubicBezTo>
                  <a:cubicBezTo>
                    <a:pt x="34" y="4"/>
                    <a:pt x="32" y="2"/>
                    <a:pt x="30" y="0"/>
                  </a:cubicBezTo>
                  <a:cubicBezTo>
                    <a:pt x="21" y="3"/>
                    <a:pt x="11" y="5"/>
                    <a:pt x="0" y="7"/>
                  </a:cubicBezTo>
                  <a:lnTo>
                    <a:pt x="2"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35"/>
            <p:cNvSpPr/>
            <p:nvPr/>
          </p:nvSpPr>
          <p:spPr>
            <a:xfrm>
              <a:off x="3233525" y="-974015"/>
              <a:ext cx="13680" cy="4320"/>
            </a:xfrm>
            <a:custGeom>
              <a:rect b="b" l="l" r="r" t="t"/>
              <a:pathLst>
                <a:path extrusionOk="0" h="12" w="38">
                  <a:moveTo>
                    <a:pt x="4" y="2"/>
                  </a:moveTo>
                  <a:lnTo>
                    <a:pt x="3" y="3"/>
                  </a:lnTo>
                  <a:cubicBezTo>
                    <a:pt x="2" y="4"/>
                    <a:pt x="2" y="4"/>
                    <a:pt x="1" y="5"/>
                  </a:cubicBezTo>
                  <a:cubicBezTo>
                    <a:pt x="0" y="6"/>
                    <a:pt x="0" y="7"/>
                    <a:pt x="0" y="8"/>
                  </a:cubicBezTo>
                  <a:cubicBezTo>
                    <a:pt x="0" y="9"/>
                    <a:pt x="0" y="10"/>
                    <a:pt x="1" y="11"/>
                  </a:cubicBezTo>
                  <a:cubicBezTo>
                    <a:pt x="13" y="8"/>
                    <a:pt x="25" y="6"/>
                    <a:pt x="37" y="5"/>
                  </a:cubicBezTo>
                  <a:cubicBezTo>
                    <a:pt x="32" y="1"/>
                    <a:pt x="25" y="0"/>
                    <a:pt x="18" y="0"/>
                  </a:cubicBezTo>
                  <a:cubicBezTo>
                    <a:pt x="13" y="0"/>
                    <a:pt x="9" y="0"/>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35"/>
            <p:cNvSpPr/>
            <p:nvPr/>
          </p:nvSpPr>
          <p:spPr>
            <a:xfrm>
              <a:off x="3257285" y="-949535"/>
              <a:ext cx="16200" cy="7920"/>
            </a:xfrm>
            <a:custGeom>
              <a:rect b="b" l="l" r="r" t="t"/>
              <a:pathLst>
                <a:path extrusionOk="0" h="22" w="45">
                  <a:moveTo>
                    <a:pt x="11" y="2"/>
                  </a:moveTo>
                  <a:lnTo>
                    <a:pt x="0" y="4"/>
                  </a:lnTo>
                  <a:lnTo>
                    <a:pt x="14" y="21"/>
                  </a:lnTo>
                  <a:cubicBezTo>
                    <a:pt x="25" y="19"/>
                    <a:pt x="35" y="17"/>
                    <a:pt x="44" y="14"/>
                  </a:cubicBezTo>
                  <a:lnTo>
                    <a:pt x="39" y="8"/>
                  </a:lnTo>
                  <a:lnTo>
                    <a:pt x="34" y="1"/>
                  </a:lnTo>
                  <a:cubicBezTo>
                    <a:pt x="32" y="0"/>
                    <a:pt x="29" y="0"/>
                    <a:pt x="26" y="0"/>
                  </a:cubicBezTo>
                  <a:cubicBezTo>
                    <a:pt x="21" y="0"/>
                    <a:pt x="16" y="1"/>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35"/>
            <p:cNvSpPr/>
            <p:nvPr/>
          </p:nvSpPr>
          <p:spPr>
            <a:xfrm>
              <a:off x="3263045" y="-975095"/>
              <a:ext cx="36360" cy="37440"/>
            </a:xfrm>
            <a:custGeom>
              <a:rect b="b" l="l" r="r" t="t"/>
              <a:pathLst>
                <a:path extrusionOk="0" h="104" w="101">
                  <a:moveTo>
                    <a:pt x="6" y="18"/>
                  </a:moveTo>
                  <a:cubicBezTo>
                    <a:pt x="10" y="20"/>
                    <a:pt x="14" y="21"/>
                    <a:pt x="19" y="22"/>
                  </a:cubicBezTo>
                  <a:cubicBezTo>
                    <a:pt x="21" y="25"/>
                    <a:pt x="24" y="28"/>
                    <a:pt x="27" y="31"/>
                  </a:cubicBezTo>
                  <a:cubicBezTo>
                    <a:pt x="35" y="38"/>
                    <a:pt x="43" y="45"/>
                    <a:pt x="50" y="53"/>
                  </a:cubicBezTo>
                  <a:cubicBezTo>
                    <a:pt x="56" y="60"/>
                    <a:pt x="60" y="69"/>
                    <a:pt x="66" y="76"/>
                  </a:cubicBezTo>
                  <a:cubicBezTo>
                    <a:pt x="74" y="83"/>
                    <a:pt x="80" y="90"/>
                    <a:pt x="85" y="99"/>
                  </a:cubicBezTo>
                  <a:lnTo>
                    <a:pt x="86" y="99"/>
                  </a:lnTo>
                  <a:cubicBezTo>
                    <a:pt x="86" y="100"/>
                    <a:pt x="86" y="100"/>
                    <a:pt x="86" y="100"/>
                  </a:cubicBezTo>
                  <a:cubicBezTo>
                    <a:pt x="86" y="101"/>
                    <a:pt x="87" y="101"/>
                    <a:pt x="89" y="102"/>
                  </a:cubicBezTo>
                  <a:cubicBezTo>
                    <a:pt x="91" y="103"/>
                    <a:pt x="90" y="103"/>
                    <a:pt x="92" y="103"/>
                  </a:cubicBezTo>
                  <a:cubicBezTo>
                    <a:pt x="93" y="103"/>
                    <a:pt x="95" y="103"/>
                    <a:pt x="96" y="102"/>
                  </a:cubicBezTo>
                  <a:cubicBezTo>
                    <a:pt x="97" y="101"/>
                    <a:pt x="98" y="101"/>
                    <a:pt x="99" y="100"/>
                  </a:cubicBezTo>
                  <a:cubicBezTo>
                    <a:pt x="99" y="99"/>
                    <a:pt x="99" y="99"/>
                    <a:pt x="99" y="98"/>
                  </a:cubicBezTo>
                  <a:cubicBezTo>
                    <a:pt x="100" y="96"/>
                    <a:pt x="100" y="94"/>
                    <a:pt x="100" y="92"/>
                  </a:cubicBezTo>
                  <a:cubicBezTo>
                    <a:pt x="100" y="85"/>
                    <a:pt x="98" y="78"/>
                    <a:pt x="95" y="73"/>
                  </a:cubicBezTo>
                  <a:cubicBezTo>
                    <a:pt x="94" y="71"/>
                    <a:pt x="92" y="69"/>
                    <a:pt x="91" y="67"/>
                  </a:cubicBezTo>
                  <a:cubicBezTo>
                    <a:pt x="91" y="67"/>
                    <a:pt x="90" y="66"/>
                    <a:pt x="90" y="65"/>
                  </a:cubicBezTo>
                  <a:cubicBezTo>
                    <a:pt x="83" y="53"/>
                    <a:pt x="74" y="41"/>
                    <a:pt x="65" y="30"/>
                  </a:cubicBezTo>
                  <a:cubicBezTo>
                    <a:pt x="59" y="24"/>
                    <a:pt x="53" y="18"/>
                    <a:pt x="46" y="13"/>
                  </a:cubicBezTo>
                  <a:cubicBezTo>
                    <a:pt x="42" y="10"/>
                    <a:pt x="38" y="5"/>
                    <a:pt x="34" y="2"/>
                  </a:cubicBezTo>
                  <a:cubicBezTo>
                    <a:pt x="31" y="1"/>
                    <a:pt x="29" y="0"/>
                    <a:pt x="26" y="0"/>
                  </a:cubicBezTo>
                  <a:lnTo>
                    <a:pt x="17" y="0"/>
                  </a:lnTo>
                  <a:cubicBezTo>
                    <a:pt x="13" y="1"/>
                    <a:pt x="9" y="2"/>
                    <a:pt x="5" y="4"/>
                  </a:cubicBezTo>
                  <a:lnTo>
                    <a:pt x="4" y="4"/>
                  </a:lnTo>
                  <a:cubicBezTo>
                    <a:pt x="3" y="5"/>
                    <a:pt x="2" y="6"/>
                    <a:pt x="1" y="7"/>
                  </a:cubicBezTo>
                  <a:cubicBezTo>
                    <a:pt x="0" y="8"/>
                    <a:pt x="0" y="10"/>
                    <a:pt x="0" y="11"/>
                  </a:cubicBezTo>
                  <a:cubicBezTo>
                    <a:pt x="0" y="12"/>
                    <a:pt x="0" y="13"/>
                    <a:pt x="1" y="15"/>
                  </a:cubicBezTo>
                  <a:cubicBezTo>
                    <a:pt x="2" y="17"/>
                    <a:pt x="3" y="17"/>
                    <a:pt x="4" y="17"/>
                  </a:cubicBezTo>
                  <a:cubicBezTo>
                    <a:pt x="5" y="18"/>
                    <a:pt x="5" y="18"/>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35"/>
            <p:cNvSpPr/>
            <p:nvPr/>
          </p:nvSpPr>
          <p:spPr>
            <a:xfrm>
              <a:off x="3268805" y="-975095"/>
              <a:ext cx="3600" cy="360"/>
            </a:xfrm>
            <a:custGeom>
              <a:rect b="b" l="l" r="r" t="t"/>
              <a:pathLst>
                <a:path extrusionOk="0" h="1" w="10">
                  <a:moveTo>
                    <a:pt x="0" y="0"/>
                  </a:moveTo>
                  <a:lnTo>
                    <a:pt x="9" y="0"/>
                  </a:lnTo>
                  <a:cubicBezTo>
                    <a:pt x="8" y="0"/>
                    <a:pt x="6"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35"/>
            <p:cNvSpPr/>
            <p:nvPr/>
          </p:nvSpPr>
          <p:spPr>
            <a:xfrm>
              <a:off x="3294365" y="-976895"/>
              <a:ext cx="25200" cy="20880"/>
            </a:xfrm>
            <a:custGeom>
              <a:rect b="b" l="l" r="r" t="t"/>
              <a:pathLst>
                <a:path extrusionOk="0" h="58" w="70">
                  <a:moveTo>
                    <a:pt x="18" y="19"/>
                  </a:moveTo>
                  <a:cubicBezTo>
                    <a:pt x="22" y="24"/>
                    <a:pt x="27" y="29"/>
                    <a:pt x="32" y="34"/>
                  </a:cubicBezTo>
                  <a:cubicBezTo>
                    <a:pt x="38" y="43"/>
                    <a:pt x="45" y="50"/>
                    <a:pt x="53" y="57"/>
                  </a:cubicBezTo>
                  <a:lnTo>
                    <a:pt x="68" y="55"/>
                  </a:lnTo>
                  <a:cubicBezTo>
                    <a:pt x="69" y="54"/>
                    <a:pt x="69" y="53"/>
                    <a:pt x="69" y="52"/>
                  </a:cubicBezTo>
                  <a:cubicBezTo>
                    <a:pt x="69" y="51"/>
                    <a:pt x="69" y="50"/>
                    <a:pt x="68" y="50"/>
                  </a:cubicBezTo>
                  <a:cubicBezTo>
                    <a:pt x="67" y="42"/>
                    <a:pt x="64" y="34"/>
                    <a:pt x="60" y="27"/>
                  </a:cubicBezTo>
                  <a:cubicBezTo>
                    <a:pt x="59" y="24"/>
                    <a:pt x="57" y="22"/>
                    <a:pt x="55" y="19"/>
                  </a:cubicBezTo>
                  <a:cubicBezTo>
                    <a:pt x="49" y="12"/>
                    <a:pt x="42" y="6"/>
                    <a:pt x="36" y="0"/>
                  </a:cubicBezTo>
                  <a:lnTo>
                    <a:pt x="24" y="0"/>
                  </a:lnTo>
                  <a:cubicBezTo>
                    <a:pt x="16" y="0"/>
                    <a:pt x="8" y="0"/>
                    <a:pt x="0" y="0"/>
                  </a:cubicBezTo>
                  <a:cubicBezTo>
                    <a:pt x="7" y="5"/>
                    <a:pt x="12" y="12"/>
                    <a:pt x="1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35"/>
            <p:cNvSpPr/>
            <p:nvPr/>
          </p:nvSpPr>
          <p:spPr>
            <a:xfrm>
              <a:off x="3288605" y="-984095"/>
              <a:ext cx="18360" cy="7920"/>
            </a:xfrm>
            <a:custGeom>
              <a:rect b="b" l="l" r="r" t="t"/>
              <a:pathLst>
                <a:path extrusionOk="0" h="22" w="51">
                  <a:moveTo>
                    <a:pt x="50" y="19"/>
                  </a:moveTo>
                  <a:cubicBezTo>
                    <a:pt x="46" y="14"/>
                    <a:pt x="41" y="10"/>
                    <a:pt x="36" y="7"/>
                  </a:cubicBezTo>
                  <a:cubicBezTo>
                    <a:pt x="27" y="2"/>
                    <a:pt x="18" y="0"/>
                    <a:pt x="8" y="0"/>
                  </a:cubicBezTo>
                  <a:cubicBezTo>
                    <a:pt x="7" y="0"/>
                    <a:pt x="6" y="0"/>
                    <a:pt x="5" y="1"/>
                  </a:cubicBezTo>
                  <a:cubicBezTo>
                    <a:pt x="4" y="2"/>
                    <a:pt x="2" y="2"/>
                    <a:pt x="1" y="4"/>
                  </a:cubicBezTo>
                  <a:cubicBezTo>
                    <a:pt x="0" y="6"/>
                    <a:pt x="0" y="7"/>
                    <a:pt x="0" y="9"/>
                  </a:cubicBezTo>
                  <a:cubicBezTo>
                    <a:pt x="0" y="11"/>
                    <a:pt x="0" y="12"/>
                    <a:pt x="1" y="14"/>
                  </a:cubicBezTo>
                  <a:cubicBezTo>
                    <a:pt x="2" y="16"/>
                    <a:pt x="4" y="16"/>
                    <a:pt x="5" y="17"/>
                  </a:cubicBezTo>
                  <a:cubicBezTo>
                    <a:pt x="6" y="18"/>
                    <a:pt x="7" y="18"/>
                    <a:pt x="8" y="18"/>
                  </a:cubicBezTo>
                  <a:cubicBezTo>
                    <a:pt x="9" y="18"/>
                    <a:pt x="11" y="19"/>
                    <a:pt x="12" y="20"/>
                  </a:cubicBezTo>
                  <a:cubicBezTo>
                    <a:pt x="13" y="20"/>
                    <a:pt x="14" y="21"/>
                    <a:pt x="14" y="21"/>
                  </a:cubicBezTo>
                  <a:cubicBezTo>
                    <a:pt x="22" y="21"/>
                    <a:pt x="30" y="21"/>
                    <a:pt x="38" y="21"/>
                  </a:cubicBezTo>
                  <a:lnTo>
                    <a:pt x="5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35"/>
            <p:cNvSpPr/>
            <p:nvPr/>
          </p:nvSpPr>
          <p:spPr>
            <a:xfrm>
              <a:off x="3313445" y="-957095"/>
              <a:ext cx="5760" cy="2520"/>
            </a:xfrm>
            <a:custGeom>
              <a:rect b="b" l="l" r="r" t="t"/>
              <a:pathLst>
                <a:path extrusionOk="0" h="7" w="16">
                  <a:moveTo>
                    <a:pt x="15" y="0"/>
                  </a:moveTo>
                  <a:lnTo>
                    <a:pt x="0" y="2"/>
                  </a:lnTo>
                  <a:cubicBezTo>
                    <a:pt x="1" y="3"/>
                    <a:pt x="2" y="4"/>
                    <a:pt x="3" y="4"/>
                  </a:cubicBezTo>
                  <a:cubicBezTo>
                    <a:pt x="4" y="5"/>
                    <a:pt x="5" y="5"/>
                    <a:pt x="5" y="5"/>
                  </a:cubicBezTo>
                  <a:cubicBezTo>
                    <a:pt x="6" y="6"/>
                    <a:pt x="7" y="6"/>
                    <a:pt x="8" y="6"/>
                  </a:cubicBezTo>
                  <a:cubicBezTo>
                    <a:pt x="9" y="6"/>
                    <a:pt x="11" y="6"/>
                    <a:pt x="12" y="5"/>
                  </a:cubicBezTo>
                  <a:cubicBezTo>
                    <a:pt x="13" y="4"/>
                    <a:pt x="14" y="4"/>
                    <a:pt x="15" y="2"/>
                  </a:cubicBezTo>
                  <a:cubicBezTo>
                    <a:pt x="15" y="2"/>
                    <a:pt x="15"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35"/>
            <p:cNvSpPr/>
            <p:nvPr/>
          </p:nvSpPr>
          <p:spPr>
            <a:xfrm>
              <a:off x="3310925" y="-979415"/>
              <a:ext cx="29160" cy="21240"/>
            </a:xfrm>
            <a:custGeom>
              <a:rect b="b" l="l" r="r" t="t"/>
              <a:pathLst>
                <a:path extrusionOk="0" h="59" w="81">
                  <a:moveTo>
                    <a:pt x="45" y="49"/>
                  </a:moveTo>
                  <a:cubicBezTo>
                    <a:pt x="47" y="52"/>
                    <a:pt x="49" y="55"/>
                    <a:pt x="51" y="58"/>
                  </a:cubicBezTo>
                  <a:cubicBezTo>
                    <a:pt x="60" y="57"/>
                    <a:pt x="68" y="55"/>
                    <a:pt x="76" y="53"/>
                  </a:cubicBezTo>
                  <a:lnTo>
                    <a:pt x="80" y="53"/>
                  </a:lnTo>
                  <a:cubicBezTo>
                    <a:pt x="73" y="43"/>
                    <a:pt x="66" y="33"/>
                    <a:pt x="59" y="22"/>
                  </a:cubicBezTo>
                  <a:cubicBezTo>
                    <a:pt x="54" y="14"/>
                    <a:pt x="48" y="7"/>
                    <a:pt x="41" y="0"/>
                  </a:cubicBezTo>
                  <a:cubicBezTo>
                    <a:pt x="30" y="2"/>
                    <a:pt x="14" y="4"/>
                    <a:pt x="0" y="6"/>
                  </a:cubicBezTo>
                  <a:cubicBezTo>
                    <a:pt x="4" y="7"/>
                    <a:pt x="8" y="9"/>
                    <a:pt x="12" y="11"/>
                  </a:cubicBezTo>
                  <a:cubicBezTo>
                    <a:pt x="16" y="14"/>
                    <a:pt x="21" y="17"/>
                    <a:pt x="24" y="21"/>
                  </a:cubicBezTo>
                  <a:cubicBezTo>
                    <a:pt x="32" y="29"/>
                    <a:pt x="37" y="40"/>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35"/>
            <p:cNvSpPr/>
            <p:nvPr/>
          </p:nvSpPr>
          <p:spPr>
            <a:xfrm>
              <a:off x="3335405" y="-953495"/>
              <a:ext cx="13320" cy="13320"/>
            </a:xfrm>
            <a:custGeom>
              <a:rect b="b" l="l" r="r" t="t"/>
              <a:pathLst>
                <a:path extrusionOk="0" h="37" w="37">
                  <a:moveTo>
                    <a:pt x="0" y="7"/>
                  </a:moveTo>
                  <a:cubicBezTo>
                    <a:pt x="8" y="14"/>
                    <a:pt x="15" y="21"/>
                    <a:pt x="21" y="29"/>
                  </a:cubicBezTo>
                  <a:cubicBezTo>
                    <a:pt x="25" y="36"/>
                    <a:pt x="34" y="31"/>
                    <a:pt x="35" y="25"/>
                  </a:cubicBezTo>
                  <a:cubicBezTo>
                    <a:pt x="35" y="24"/>
                    <a:pt x="36" y="22"/>
                    <a:pt x="36" y="20"/>
                  </a:cubicBezTo>
                  <a:cubicBezTo>
                    <a:pt x="36" y="15"/>
                    <a:pt x="35" y="10"/>
                    <a:pt x="32" y="5"/>
                  </a:cubicBezTo>
                  <a:cubicBezTo>
                    <a:pt x="31" y="3"/>
                    <a:pt x="29" y="1"/>
                    <a:pt x="28" y="0"/>
                  </a:cubicBezTo>
                  <a:cubicBezTo>
                    <a:pt x="19" y="2"/>
                    <a:pt x="11" y="4"/>
                    <a:pt x="3" y="7"/>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35"/>
            <p:cNvSpPr/>
            <p:nvPr/>
          </p:nvSpPr>
          <p:spPr>
            <a:xfrm>
              <a:off x="3306245" y="-984815"/>
              <a:ext cx="19800" cy="7560"/>
            </a:xfrm>
            <a:custGeom>
              <a:rect b="b" l="l" r="r" t="t"/>
              <a:pathLst>
                <a:path extrusionOk="0" h="21" w="55">
                  <a:moveTo>
                    <a:pt x="10" y="2"/>
                  </a:moveTo>
                  <a:cubicBezTo>
                    <a:pt x="4" y="4"/>
                    <a:pt x="0" y="14"/>
                    <a:pt x="8" y="18"/>
                  </a:cubicBezTo>
                  <a:lnTo>
                    <a:pt x="13" y="20"/>
                  </a:lnTo>
                  <a:cubicBezTo>
                    <a:pt x="27" y="19"/>
                    <a:pt x="42" y="16"/>
                    <a:pt x="54" y="14"/>
                  </a:cubicBezTo>
                  <a:cubicBezTo>
                    <a:pt x="51" y="11"/>
                    <a:pt x="49" y="7"/>
                    <a:pt x="44" y="5"/>
                  </a:cubicBezTo>
                  <a:cubicBezTo>
                    <a:pt x="38" y="1"/>
                    <a:pt x="30" y="0"/>
                    <a:pt x="23" y="0"/>
                  </a:cubicBezTo>
                  <a:cubicBezTo>
                    <a:pt x="19" y="0"/>
                    <a:pt x="14" y="1"/>
                    <a:pt x="1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35"/>
            <p:cNvSpPr/>
            <p:nvPr/>
          </p:nvSpPr>
          <p:spPr>
            <a:xfrm>
              <a:off x="3329285" y="-960335"/>
              <a:ext cx="16560" cy="9720"/>
            </a:xfrm>
            <a:custGeom>
              <a:rect b="b" l="l" r="r" t="t"/>
              <a:pathLst>
                <a:path extrusionOk="0" h="27" w="46">
                  <a:moveTo>
                    <a:pt x="29" y="0"/>
                  </a:moveTo>
                  <a:lnTo>
                    <a:pt x="25" y="0"/>
                  </a:lnTo>
                  <a:cubicBezTo>
                    <a:pt x="17" y="2"/>
                    <a:pt x="9" y="4"/>
                    <a:pt x="0" y="5"/>
                  </a:cubicBezTo>
                  <a:cubicBezTo>
                    <a:pt x="4" y="11"/>
                    <a:pt x="8" y="16"/>
                    <a:pt x="13" y="22"/>
                  </a:cubicBezTo>
                  <a:lnTo>
                    <a:pt x="17" y="26"/>
                  </a:lnTo>
                  <a:lnTo>
                    <a:pt x="20" y="26"/>
                  </a:lnTo>
                  <a:cubicBezTo>
                    <a:pt x="28" y="23"/>
                    <a:pt x="36" y="21"/>
                    <a:pt x="45" y="19"/>
                  </a:cubicBezTo>
                  <a:cubicBezTo>
                    <a:pt x="42" y="15"/>
                    <a:pt x="38" y="11"/>
                    <a:pt x="35" y="8"/>
                  </a:cubicBezTo>
                  <a:lnTo>
                    <a:pt x="2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35"/>
            <p:cNvSpPr/>
            <p:nvPr/>
          </p:nvSpPr>
          <p:spPr>
            <a:xfrm>
              <a:off x="3332525" y="-980855"/>
              <a:ext cx="27720" cy="19080"/>
            </a:xfrm>
            <a:custGeom>
              <a:rect b="b" l="l" r="r" t="t"/>
              <a:pathLst>
                <a:path extrusionOk="0" h="53" w="77">
                  <a:moveTo>
                    <a:pt x="6" y="12"/>
                  </a:moveTo>
                  <a:cubicBezTo>
                    <a:pt x="6" y="13"/>
                    <a:pt x="7" y="13"/>
                    <a:pt x="7" y="13"/>
                  </a:cubicBezTo>
                  <a:cubicBezTo>
                    <a:pt x="22" y="21"/>
                    <a:pt x="34" y="32"/>
                    <a:pt x="42" y="47"/>
                  </a:cubicBezTo>
                  <a:cubicBezTo>
                    <a:pt x="43" y="49"/>
                    <a:pt x="43" y="50"/>
                    <a:pt x="44" y="52"/>
                  </a:cubicBezTo>
                  <a:cubicBezTo>
                    <a:pt x="54" y="50"/>
                    <a:pt x="65" y="49"/>
                    <a:pt x="76" y="48"/>
                  </a:cubicBezTo>
                  <a:cubicBezTo>
                    <a:pt x="73" y="43"/>
                    <a:pt x="70" y="38"/>
                    <a:pt x="66" y="34"/>
                  </a:cubicBezTo>
                  <a:cubicBezTo>
                    <a:pt x="56" y="20"/>
                    <a:pt x="43" y="9"/>
                    <a:pt x="29" y="0"/>
                  </a:cubicBezTo>
                  <a:cubicBezTo>
                    <a:pt x="19" y="0"/>
                    <a:pt x="9" y="0"/>
                    <a:pt x="0" y="1"/>
                  </a:cubicBezTo>
                  <a:cubicBezTo>
                    <a:pt x="0" y="2"/>
                    <a:pt x="0" y="3"/>
                    <a:pt x="0" y="3"/>
                  </a:cubicBezTo>
                  <a:cubicBezTo>
                    <a:pt x="0" y="5"/>
                    <a:pt x="0" y="6"/>
                    <a:pt x="1" y="8"/>
                  </a:cubicBezTo>
                  <a:cubicBezTo>
                    <a:pt x="2" y="10"/>
                    <a:pt x="3" y="11"/>
                    <a:pt x="4" y="12"/>
                  </a:cubicBezTo>
                  <a:cubicBezTo>
                    <a:pt x="5" y="12"/>
                    <a:pt x="5" y="12"/>
                    <a:pt x="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35"/>
            <p:cNvSpPr/>
            <p:nvPr/>
          </p:nvSpPr>
          <p:spPr>
            <a:xfrm>
              <a:off x="3352685" y="-957815"/>
              <a:ext cx="18360" cy="21600"/>
            </a:xfrm>
            <a:custGeom>
              <a:rect b="b" l="l" r="r" t="t"/>
              <a:pathLst>
                <a:path extrusionOk="0" h="60" w="51">
                  <a:moveTo>
                    <a:pt x="21" y="37"/>
                  </a:moveTo>
                  <a:cubicBezTo>
                    <a:pt x="27" y="42"/>
                    <a:pt x="33" y="48"/>
                    <a:pt x="37" y="55"/>
                  </a:cubicBezTo>
                  <a:lnTo>
                    <a:pt x="38" y="56"/>
                  </a:lnTo>
                  <a:cubicBezTo>
                    <a:pt x="38" y="57"/>
                    <a:pt x="39" y="57"/>
                    <a:pt x="40" y="58"/>
                  </a:cubicBezTo>
                  <a:cubicBezTo>
                    <a:pt x="41" y="59"/>
                    <a:pt x="42" y="59"/>
                    <a:pt x="43" y="59"/>
                  </a:cubicBezTo>
                  <a:cubicBezTo>
                    <a:pt x="44" y="59"/>
                    <a:pt x="46" y="59"/>
                    <a:pt x="47" y="58"/>
                  </a:cubicBezTo>
                  <a:cubicBezTo>
                    <a:pt x="48" y="57"/>
                    <a:pt x="48" y="57"/>
                    <a:pt x="49" y="56"/>
                  </a:cubicBezTo>
                  <a:cubicBezTo>
                    <a:pt x="49" y="55"/>
                    <a:pt x="50" y="54"/>
                    <a:pt x="50" y="54"/>
                  </a:cubicBezTo>
                  <a:lnTo>
                    <a:pt x="50" y="53"/>
                  </a:lnTo>
                  <a:cubicBezTo>
                    <a:pt x="50" y="42"/>
                    <a:pt x="47" y="31"/>
                    <a:pt x="41" y="22"/>
                  </a:cubicBezTo>
                  <a:cubicBezTo>
                    <a:pt x="40" y="20"/>
                    <a:pt x="39" y="19"/>
                    <a:pt x="38" y="17"/>
                  </a:cubicBezTo>
                  <a:lnTo>
                    <a:pt x="30" y="0"/>
                  </a:lnTo>
                  <a:lnTo>
                    <a:pt x="0" y="6"/>
                  </a:lnTo>
                  <a:cubicBezTo>
                    <a:pt x="1" y="9"/>
                    <a:pt x="2" y="12"/>
                    <a:pt x="4" y="14"/>
                  </a:cubicBezTo>
                  <a:cubicBezTo>
                    <a:pt x="9" y="22"/>
                    <a:pt x="14" y="30"/>
                    <a:pt x="2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35"/>
            <p:cNvSpPr/>
            <p:nvPr/>
          </p:nvSpPr>
          <p:spPr>
            <a:xfrm>
              <a:off x="3332885" y="-982655"/>
              <a:ext cx="10800" cy="2520"/>
            </a:xfrm>
            <a:custGeom>
              <a:rect b="b" l="l" r="r" t="t"/>
              <a:pathLst>
                <a:path extrusionOk="0" h="7" w="30">
                  <a:moveTo>
                    <a:pt x="5" y="1"/>
                  </a:moveTo>
                  <a:cubicBezTo>
                    <a:pt x="4" y="1"/>
                    <a:pt x="4" y="1"/>
                    <a:pt x="3" y="2"/>
                  </a:cubicBezTo>
                  <a:cubicBezTo>
                    <a:pt x="2" y="3"/>
                    <a:pt x="1" y="3"/>
                    <a:pt x="0" y="4"/>
                  </a:cubicBezTo>
                  <a:cubicBezTo>
                    <a:pt x="0" y="5"/>
                    <a:pt x="0" y="5"/>
                    <a:pt x="0" y="6"/>
                  </a:cubicBezTo>
                  <a:cubicBezTo>
                    <a:pt x="9" y="5"/>
                    <a:pt x="19" y="5"/>
                    <a:pt x="29" y="4"/>
                  </a:cubicBezTo>
                  <a:cubicBezTo>
                    <a:pt x="24" y="2"/>
                    <a:pt x="18" y="0"/>
                    <a:pt x="12" y="0"/>
                  </a:cubicBezTo>
                  <a:cubicBezTo>
                    <a:pt x="10" y="0"/>
                    <a:pt x="7" y="0"/>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35"/>
            <p:cNvSpPr/>
            <p:nvPr/>
          </p:nvSpPr>
          <p:spPr>
            <a:xfrm>
              <a:off x="3348365" y="-963935"/>
              <a:ext cx="15480" cy="9000"/>
            </a:xfrm>
            <a:custGeom>
              <a:rect b="b" l="l" r="r" t="t"/>
              <a:pathLst>
                <a:path extrusionOk="0" h="25" w="43">
                  <a:moveTo>
                    <a:pt x="0" y="4"/>
                  </a:moveTo>
                  <a:cubicBezTo>
                    <a:pt x="5" y="11"/>
                    <a:pt x="9" y="18"/>
                    <a:pt x="12" y="24"/>
                  </a:cubicBezTo>
                  <a:lnTo>
                    <a:pt x="42" y="17"/>
                  </a:lnTo>
                  <a:cubicBezTo>
                    <a:pt x="39" y="11"/>
                    <a:pt x="35" y="6"/>
                    <a:pt x="32" y="0"/>
                  </a:cubicBezTo>
                  <a:cubicBezTo>
                    <a:pt x="21" y="1"/>
                    <a:pt x="10"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35"/>
            <p:cNvSpPr/>
            <p:nvPr/>
          </p:nvSpPr>
          <p:spPr>
            <a:xfrm>
              <a:off x="3363485" y="-984455"/>
              <a:ext cx="31320" cy="31320"/>
            </a:xfrm>
            <a:custGeom>
              <a:rect b="b" l="l" r="r" t="t"/>
              <a:pathLst>
                <a:path extrusionOk="0" h="87" w="87">
                  <a:moveTo>
                    <a:pt x="27" y="29"/>
                  </a:moveTo>
                  <a:cubicBezTo>
                    <a:pt x="34" y="38"/>
                    <a:pt x="41" y="46"/>
                    <a:pt x="47" y="55"/>
                  </a:cubicBezTo>
                  <a:lnTo>
                    <a:pt x="55" y="55"/>
                  </a:lnTo>
                  <a:cubicBezTo>
                    <a:pt x="59" y="55"/>
                    <a:pt x="59" y="61"/>
                    <a:pt x="55" y="62"/>
                  </a:cubicBezTo>
                  <a:lnTo>
                    <a:pt x="52" y="62"/>
                  </a:lnTo>
                  <a:cubicBezTo>
                    <a:pt x="52" y="64"/>
                    <a:pt x="53" y="66"/>
                    <a:pt x="54" y="68"/>
                  </a:cubicBezTo>
                  <a:cubicBezTo>
                    <a:pt x="58" y="74"/>
                    <a:pt x="64" y="80"/>
                    <a:pt x="71" y="84"/>
                  </a:cubicBezTo>
                  <a:cubicBezTo>
                    <a:pt x="72" y="84"/>
                    <a:pt x="73" y="85"/>
                    <a:pt x="74" y="86"/>
                  </a:cubicBezTo>
                  <a:cubicBezTo>
                    <a:pt x="75" y="86"/>
                    <a:pt x="76" y="86"/>
                    <a:pt x="78" y="86"/>
                  </a:cubicBezTo>
                  <a:cubicBezTo>
                    <a:pt x="79" y="86"/>
                    <a:pt x="81" y="86"/>
                    <a:pt x="82" y="85"/>
                  </a:cubicBezTo>
                  <a:cubicBezTo>
                    <a:pt x="83" y="84"/>
                    <a:pt x="84" y="84"/>
                    <a:pt x="85" y="82"/>
                  </a:cubicBezTo>
                  <a:cubicBezTo>
                    <a:pt x="86" y="80"/>
                    <a:pt x="86" y="79"/>
                    <a:pt x="86" y="78"/>
                  </a:cubicBezTo>
                  <a:cubicBezTo>
                    <a:pt x="86" y="77"/>
                    <a:pt x="86" y="75"/>
                    <a:pt x="85" y="74"/>
                  </a:cubicBezTo>
                  <a:cubicBezTo>
                    <a:pt x="80" y="64"/>
                    <a:pt x="78" y="53"/>
                    <a:pt x="72" y="44"/>
                  </a:cubicBezTo>
                  <a:cubicBezTo>
                    <a:pt x="64" y="32"/>
                    <a:pt x="55" y="21"/>
                    <a:pt x="46" y="12"/>
                  </a:cubicBezTo>
                  <a:cubicBezTo>
                    <a:pt x="42" y="7"/>
                    <a:pt x="38" y="4"/>
                    <a:pt x="33" y="0"/>
                  </a:cubicBezTo>
                  <a:cubicBezTo>
                    <a:pt x="22" y="0"/>
                    <a:pt x="11" y="1"/>
                    <a:pt x="0" y="3"/>
                  </a:cubicBezTo>
                  <a:cubicBezTo>
                    <a:pt x="11" y="9"/>
                    <a:pt x="20" y="18"/>
                    <a:pt x="2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35"/>
            <p:cNvSpPr/>
            <p:nvPr/>
          </p:nvSpPr>
          <p:spPr>
            <a:xfrm>
              <a:off x="3362045" y="-987695"/>
              <a:ext cx="14040" cy="5040"/>
            </a:xfrm>
            <a:custGeom>
              <a:rect b="b" l="l" r="r" t="t"/>
              <a:pathLst>
                <a:path extrusionOk="0" h="14" w="39">
                  <a:moveTo>
                    <a:pt x="5" y="1"/>
                  </a:moveTo>
                  <a:cubicBezTo>
                    <a:pt x="4" y="1"/>
                    <a:pt x="4" y="2"/>
                    <a:pt x="4" y="2"/>
                  </a:cubicBezTo>
                  <a:cubicBezTo>
                    <a:pt x="3" y="2"/>
                    <a:pt x="2" y="3"/>
                    <a:pt x="1" y="4"/>
                  </a:cubicBezTo>
                  <a:cubicBezTo>
                    <a:pt x="0" y="5"/>
                    <a:pt x="0" y="6"/>
                    <a:pt x="0" y="7"/>
                  </a:cubicBezTo>
                  <a:cubicBezTo>
                    <a:pt x="0" y="8"/>
                    <a:pt x="0" y="9"/>
                    <a:pt x="1" y="10"/>
                  </a:cubicBezTo>
                  <a:cubicBezTo>
                    <a:pt x="2" y="11"/>
                    <a:pt x="3" y="11"/>
                    <a:pt x="4" y="12"/>
                  </a:cubicBezTo>
                  <a:cubicBezTo>
                    <a:pt x="5" y="13"/>
                    <a:pt x="4" y="13"/>
                    <a:pt x="5" y="13"/>
                  </a:cubicBezTo>
                  <a:cubicBezTo>
                    <a:pt x="16" y="11"/>
                    <a:pt x="27" y="10"/>
                    <a:pt x="38" y="10"/>
                  </a:cubicBezTo>
                  <a:cubicBezTo>
                    <a:pt x="36" y="8"/>
                    <a:pt x="34" y="6"/>
                    <a:pt x="31" y="5"/>
                  </a:cubicBezTo>
                  <a:cubicBezTo>
                    <a:pt x="26" y="2"/>
                    <a:pt x="20" y="0"/>
                    <a:pt x="14" y="0"/>
                  </a:cubicBezTo>
                  <a:cubicBezTo>
                    <a:pt x="11" y="0"/>
                    <a:pt x="8" y="1"/>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35"/>
            <p:cNvSpPr/>
            <p:nvPr/>
          </p:nvSpPr>
          <p:spPr>
            <a:xfrm>
              <a:off x="3380405" y="-964655"/>
              <a:ext cx="4680" cy="3240"/>
            </a:xfrm>
            <a:custGeom>
              <a:rect b="b" l="l" r="r" t="t"/>
              <a:pathLst>
                <a:path extrusionOk="0" h="9" w="13">
                  <a:moveTo>
                    <a:pt x="9" y="0"/>
                  </a:moveTo>
                  <a:lnTo>
                    <a:pt x="0" y="0"/>
                  </a:lnTo>
                  <a:lnTo>
                    <a:pt x="2" y="3"/>
                  </a:lnTo>
                  <a:lnTo>
                    <a:pt x="5" y="8"/>
                  </a:lnTo>
                  <a:lnTo>
                    <a:pt x="9" y="8"/>
                  </a:lnTo>
                  <a:cubicBezTo>
                    <a:pt x="12" y="6"/>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35"/>
            <p:cNvSpPr/>
            <p:nvPr/>
          </p:nvSpPr>
          <p:spPr>
            <a:xfrm>
              <a:off x="3388325" y="-985175"/>
              <a:ext cx="42480" cy="42120"/>
            </a:xfrm>
            <a:custGeom>
              <a:rect b="b" l="l" r="r" t="t"/>
              <a:pathLst>
                <a:path extrusionOk="0" h="117" w="118">
                  <a:moveTo>
                    <a:pt x="64" y="72"/>
                  </a:moveTo>
                  <a:cubicBezTo>
                    <a:pt x="73" y="82"/>
                    <a:pt x="80" y="92"/>
                    <a:pt x="89" y="103"/>
                  </a:cubicBezTo>
                  <a:cubicBezTo>
                    <a:pt x="91" y="107"/>
                    <a:pt x="94" y="110"/>
                    <a:pt x="98" y="113"/>
                  </a:cubicBezTo>
                  <a:cubicBezTo>
                    <a:pt x="102" y="115"/>
                    <a:pt x="106" y="116"/>
                    <a:pt x="109" y="116"/>
                  </a:cubicBezTo>
                  <a:cubicBezTo>
                    <a:pt x="115" y="116"/>
                    <a:pt x="117" y="110"/>
                    <a:pt x="115" y="106"/>
                  </a:cubicBezTo>
                  <a:cubicBezTo>
                    <a:pt x="109" y="97"/>
                    <a:pt x="107" y="87"/>
                    <a:pt x="102" y="78"/>
                  </a:cubicBezTo>
                  <a:cubicBezTo>
                    <a:pt x="94" y="68"/>
                    <a:pt x="86" y="58"/>
                    <a:pt x="76" y="50"/>
                  </a:cubicBezTo>
                  <a:cubicBezTo>
                    <a:pt x="59" y="32"/>
                    <a:pt x="41" y="16"/>
                    <a:pt x="22" y="0"/>
                  </a:cubicBezTo>
                  <a:cubicBezTo>
                    <a:pt x="15" y="1"/>
                    <a:pt x="7" y="2"/>
                    <a:pt x="0" y="2"/>
                  </a:cubicBezTo>
                  <a:cubicBezTo>
                    <a:pt x="0" y="3"/>
                    <a:pt x="0" y="4"/>
                    <a:pt x="1" y="5"/>
                  </a:cubicBezTo>
                  <a:lnTo>
                    <a:pt x="2" y="6"/>
                  </a:lnTo>
                  <a:cubicBezTo>
                    <a:pt x="22" y="29"/>
                    <a:pt x="44" y="50"/>
                    <a:pt x="6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35"/>
            <p:cNvSpPr/>
            <p:nvPr/>
          </p:nvSpPr>
          <p:spPr>
            <a:xfrm>
              <a:off x="3388325" y="-989855"/>
              <a:ext cx="8640" cy="5760"/>
            </a:xfrm>
            <a:custGeom>
              <a:rect b="b" l="l" r="r" t="t"/>
              <a:pathLst>
                <a:path extrusionOk="0" h="16" w="24">
                  <a:moveTo>
                    <a:pt x="15" y="6"/>
                  </a:moveTo>
                  <a:cubicBezTo>
                    <a:pt x="9" y="0"/>
                    <a:pt x="0" y="8"/>
                    <a:pt x="0" y="15"/>
                  </a:cubicBezTo>
                  <a:cubicBezTo>
                    <a:pt x="8" y="15"/>
                    <a:pt x="15" y="14"/>
                    <a:pt x="23" y="13"/>
                  </a:cubicBezTo>
                  <a:lnTo>
                    <a:pt x="1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35"/>
            <p:cNvSpPr/>
            <p:nvPr/>
          </p:nvSpPr>
          <p:spPr>
            <a:xfrm>
              <a:off x="3413525" y="-989495"/>
              <a:ext cx="28800" cy="35280"/>
            </a:xfrm>
            <a:custGeom>
              <a:rect b="b" l="l" r="r" t="t"/>
              <a:pathLst>
                <a:path extrusionOk="0" h="98" w="80">
                  <a:moveTo>
                    <a:pt x="9" y="20"/>
                  </a:moveTo>
                  <a:cubicBezTo>
                    <a:pt x="20" y="22"/>
                    <a:pt x="22" y="25"/>
                    <a:pt x="27" y="35"/>
                  </a:cubicBezTo>
                  <a:cubicBezTo>
                    <a:pt x="32" y="44"/>
                    <a:pt x="34" y="49"/>
                    <a:pt x="37" y="55"/>
                  </a:cubicBezTo>
                  <a:cubicBezTo>
                    <a:pt x="45" y="56"/>
                    <a:pt x="51" y="58"/>
                    <a:pt x="58" y="60"/>
                  </a:cubicBezTo>
                  <a:cubicBezTo>
                    <a:pt x="63" y="62"/>
                    <a:pt x="61" y="68"/>
                    <a:pt x="58" y="69"/>
                  </a:cubicBezTo>
                  <a:lnTo>
                    <a:pt x="47" y="73"/>
                  </a:lnTo>
                  <a:cubicBezTo>
                    <a:pt x="48" y="74"/>
                    <a:pt x="49" y="76"/>
                    <a:pt x="50" y="77"/>
                  </a:cubicBezTo>
                  <a:cubicBezTo>
                    <a:pt x="54" y="85"/>
                    <a:pt x="60" y="91"/>
                    <a:pt x="67" y="96"/>
                  </a:cubicBezTo>
                  <a:lnTo>
                    <a:pt x="68" y="96"/>
                  </a:lnTo>
                  <a:cubicBezTo>
                    <a:pt x="69" y="97"/>
                    <a:pt x="69" y="97"/>
                    <a:pt x="71" y="97"/>
                  </a:cubicBezTo>
                  <a:cubicBezTo>
                    <a:pt x="72" y="97"/>
                    <a:pt x="74" y="97"/>
                    <a:pt x="75" y="96"/>
                  </a:cubicBezTo>
                  <a:cubicBezTo>
                    <a:pt x="76" y="95"/>
                    <a:pt x="77" y="94"/>
                    <a:pt x="78" y="93"/>
                  </a:cubicBezTo>
                  <a:cubicBezTo>
                    <a:pt x="79" y="92"/>
                    <a:pt x="79" y="91"/>
                    <a:pt x="79" y="89"/>
                  </a:cubicBezTo>
                  <a:cubicBezTo>
                    <a:pt x="79" y="88"/>
                    <a:pt x="79" y="87"/>
                    <a:pt x="78" y="86"/>
                  </a:cubicBezTo>
                  <a:cubicBezTo>
                    <a:pt x="75" y="76"/>
                    <a:pt x="74" y="65"/>
                    <a:pt x="70" y="56"/>
                  </a:cubicBezTo>
                  <a:cubicBezTo>
                    <a:pt x="65" y="44"/>
                    <a:pt x="59" y="32"/>
                    <a:pt x="52" y="21"/>
                  </a:cubicBezTo>
                  <a:cubicBezTo>
                    <a:pt x="52" y="20"/>
                    <a:pt x="52" y="20"/>
                    <a:pt x="52" y="20"/>
                  </a:cubicBezTo>
                  <a:cubicBezTo>
                    <a:pt x="52" y="20"/>
                    <a:pt x="52" y="19"/>
                    <a:pt x="51" y="19"/>
                  </a:cubicBezTo>
                  <a:cubicBezTo>
                    <a:pt x="47" y="12"/>
                    <a:pt x="42" y="6"/>
                    <a:pt x="36" y="0"/>
                  </a:cubicBezTo>
                  <a:lnTo>
                    <a:pt x="2" y="4"/>
                  </a:lnTo>
                  <a:cubicBezTo>
                    <a:pt x="1" y="6"/>
                    <a:pt x="0" y="8"/>
                    <a:pt x="0" y="9"/>
                  </a:cubicBezTo>
                  <a:cubicBezTo>
                    <a:pt x="0" y="11"/>
                    <a:pt x="1" y="13"/>
                    <a:pt x="2" y="15"/>
                  </a:cubicBezTo>
                  <a:cubicBezTo>
                    <a:pt x="3" y="17"/>
                    <a:pt x="4" y="18"/>
                    <a:pt x="6" y="19"/>
                  </a:cubicBezTo>
                  <a:cubicBezTo>
                    <a:pt x="7" y="20"/>
                    <a:pt x="8" y="20"/>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35"/>
            <p:cNvSpPr/>
            <p:nvPr/>
          </p:nvSpPr>
          <p:spPr>
            <a:xfrm>
              <a:off x="3413885" y="-992375"/>
              <a:ext cx="12960" cy="4320"/>
            </a:xfrm>
            <a:custGeom>
              <a:rect b="b" l="l" r="r" t="t"/>
              <a:pathLst>
                <a:path extrusionOk="0" h="12" w="36">
                  <a:moveTo>
                    <a:pt x="34" y="6"/>
                  </a:moveTo>
                  <a:cubicBezTo>
                    <a:pt x="26" y="0"/>
                    <a:pt x="16" y="3"/>
                    <a:pt x="7" y="6"/>
                  </a:cubicBezTo>
                  <a:cubicBezTo>
                    <a:pt x="6" y="6"/>
                    <a:pt x="6" y="7"/>
                    <a:pt x="5" y="7"/>
                  </a:cubicBezTo>
                  <a:cubicBezTo>
                    <a:pt x="3" y="9"/>
                    <a:pt x="2" y="9"/>
                    <a:pt x="1" y="10"/>
                  </a:cubicBezTo>
                  <a:cubicBezTo>
                    <a:pt x="1" y="11"/>
                    <a:pt x="1" y="11"/>
                    <a:pt x="0" y="11"/>
                  </a:cubicBezTo>
                  <a:lnTo>
                    <a:pt x="35" y="8"/>
                  </a:lnTo>
                  <a:lnTo>
                    <a:pt x="34"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35"/>
            <p:cNvSpPr/>
            <p:nvPr/>
          </p:nvSpPr>
          <p:spPr>
            <a:xfrm>
              <a:off x="3426845" y="-969335"/>
              <a:ext cx="9720" cy="6480"/>
            </a:xfrm>
            <a:custGeom>
              <a:rect b="b" l="l" r="r" t="t"/>
              <a:pathLst>
                <a:path extrusionOk="0" h="18" w="27">
                  <a:moveTo>
                    <a:pt x="21" y="5"/>
                  </a:moveTo>
                  <a:cubicBezTo>
                    <a:pt x="14" y="2"/>
                    <a:pt x="8" y="1"/>
                    <a:pt x="0" y="0"/>
                  </a:cubicBezTo>
                  <a:lnTo>
                    <a:pt x="0" y="1"/>
                  </a:lnTo>
                  <a:lnTo>
                    <a:pt x="9" y="17"/>
                  </a:lnTo>
                  <a:lnTo>
                    <a:pt x="20" y="14"/>
                  </a:lnTo>
                  <a:cubicBezTo>
                    <a:pt x="24" y="12"/>
                    <a:pt x="26" y="6"/>
                    <a:pt x="2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35"/>
            <p:cNvSpPr/>
            <p:nvPr/>
          </p:nvSpPr>
          <p:spPr>
            <a:xfrm>
              <a:off x="3439445" y="-992015"/>
              <a:ext cx="24480" cy="38520"/>
            </a:xfrm>
            <a:custGeom>
              <a:rect b="b" l="l" r="r" t="t"/>
              <a:pathLst>
                <a:path extrusionOk="0" h="107" w="68">
                  <a:moveTo>
                    <a:pt x="22" y="38"/>
                  </a:moveTo>
                  <a:cubicBezTo>
                    <a:pt x="23" y="40"/>
                    <a:pt x="24" y="42"/>
                    <a:pt x="25" y="44"/>
                  </a:cubicBezTo>
                  <a:cubicBezTo>
                    <a:pt x="29" y="50"/>
                    <a:pt x="32" y="57"/>
                    <a:pt x="34" y="64"/>
                  </a:cubicBezTo>
                  <a:cubicBezTo>
                    <a:pt x="36" y="71"/>
                    <a:pt x="39" y="78"/>
                    <a:pt x="42" y="84"/>
                  </a:cubicBezTo>
                  <a:cubicBezTo>
                    <a:pt x="46" y="91"/>
                    <a:pt x="51" y="97"/>
                    <a:pt x="56" y="102"/>
                  </a:cubicBezTo>
                  <a:cubicBezTo>
                    <a:pt x="62" y="106"/>
                    <a:pt x="67" y="99"/>
                    <a:pt x="65" y="94"/>
                  </a:cubicBezTo>
                  <a:cubicBezTo>
                    <a:pt x="60" y="82"/>
                    <a:pt x="63" y="68"/>
                    <a:pt x="59" y="56"/>
                  </a:cubicBezTo>
                  <a:cubicBezTo>
                    <a:pt x="57" y="49"/>
                    <a:pt x="54" y="42"/>
                    <a:pt x="50" y="36"/>
                  </a:cubicBezTo>
                  <a:lnTo>
                    <a:pt x="50" y="35"/>
                  </a:lnTo>
                  <a:cubicBezTo>
                    <a:pt x="42" y="23"/>
                    <a:pt x="34" y="11"/>
                    <a:pt x="26" y="0"/>
                  </a:cubicBezTo>
                  <a:lnTo>
                    <a:pt x="0" y="3"/>
                  </a:lnTo>
                  <a:cubicBezTo>
                    <a:pt x="5" y="10"/>
                    <a:pt x="10" y="17"/>
                    <a:pt x="15" y="25"/>
                  </a:cubicBezTo>
                  <a:cubicBezTo>
                    <a:pt x="17" y="29"/>
                    <a:pt x="20" y="34"/>
                    <a:pt x="22"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35"/>
            <p:cNvSpPr/>
            <p:nvPr/>
          </p:nvSpPr>
          <p:spPr>
            <a:xfrm>
              <a:off x="3438365" y="-997055"/>
              <a:ext cx="10440" cy="6480"/>
            </a:xfrm>
            <a:custGeom>
              <a:rect b="b" l="l" r="r" t="t"/>
              <a:pathLst>
                <a:path extrusionOk="0" h="18" w="29">
                  <a:moveTo>
                    <a:pt x="18" y="3"/>
                  </a:moveTo>
                  <a:cubicBezTo>
                    <a:pt x="17" y="3"/>
                    <a:pt x="17" y="2"/>
                    <a:pt x="16" y="1"/>
                  </a:cubicBezTo>
                  <a:cubicBezTo>
                    <a:pt x="14" y="0"/>
                    <a:pt x="12" y="0"/>
                    <a:pt x="11" y="0"/>
                  </a:cubicBezTo>
                  <a:cubicBezTo>
                    <a:pt x="9" y="0"/>
                    <a:pt x="7" y="0"/>
                    <a:pt x="5" y="1"/>
                  </a:cubicBezTo>
                  <a:cubicBezTo>
                    <a:pt x="3" y="2"/>
                    <a:pt x="3" y="3"/>
                    <a:pt x="2" y="5"/>
                  </a:cubicBezTo>
                  <a:cubicBezTo>
                    <a:pt x="1" y="7"/>
                    <a:pt x="0" y="8"/>
                    <a:pt x="0" y="10"/>
                  </a:cubicBezTo>
                  <a:cubicBezTo>
                    <a:pt x="0" y="12"/>
                    <a:pt x="1" y="14"/>
                    <a:pt x="2" y="15"/>
                  </a:cubicBezTo>
                  <a:cubicBezTo>
                    <a:pt x="2" y="16"/>
                    <a:pt x="2" y="16"/>
                    <a:pt x="3" y="17"/>
                  </a:cubicBezTo>
                  <a:lnTo>
                    <a:pt x="28" y="14"/>
                  </a:lnTo>
                  <a:cubicBezTo>
                    <a:pt x="25" y="10"/>
                    <a:pt x="22" y="7"/>
                    <a:pt x="1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35"/>
            <p:cNvSpPr/>
            <p:nvPr/>
          </p:nvSpPr>
          <p:spPr>
            <a:xfrm>
              <a:off x="3461045" y="-1002095"/>
              <a:ext cx="7920" cy="2160"/>
            </a:xfrm>
            <a:custGeom>
              <a:rect b="b" l="l" r="r" t="t"/>
              <a:pathLst>
                <a:path extrusionOk="0" h="6" w="22">
                  <a:moveTo>
                    <a:pt x="9" y="0"/>
                  </a:moveTo>
                  <a:lnTo>
                    <a:pt x="8" y="0"/>
                  </a:lnTo>
                  <a:cubicBezTo>
                    <a:pt x="7" y="0"/>
                    <a:pt x="6" y="0"/>
                    <a:pt x="4" y="1"/>
                  </a:cubicBezTo>
                  <a:cubicBezTo>
                    <a:pt x="2" y="2"/>
                    <a:pt x="1" y="3"/>
                    <a:pt x="0" y="4"/>
                  </a:cubicBezTo>
                  <a:cubicBezTo>
                    <a:pt x="0" y="5"/>
                    <a:pt x="0" y="5"/>
                    <a:pt x="0" y="5"/>
                  </a:cubicBezTo>
                  <a:lnTo>
                    <a:pt x="21" y="5"/>
                  </a:lnTo>
                  <a:cubicBezTo>
                    <a:pt x="20" y="4"/>
                    <a:pt x="19" y="3"/>
                    <a:pt x="18" y="3"/>
                  </a:cubicBezTo>
                  <a:cubicBezTo>
                    <a:pt x="15" y="1"/>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35"/>
            <p:cNvSpPr/>
            <p:nvPr/>
          </p:nvSpPr>
          <p:spPr>
            <a:xfrm>
              <a:off x="3463925" y="-993455"/>
              <a:ext cx="15840" cy="24840"/>
            </a:xfrm>
            <a:custGeom>
              <a:rect b="b" l="l" r="r" t="t"/>
              <a:pathLst>
                <a:path extrusionOk="0" h="69" w="44">
                  <a:moveTo>
                    <a:pt x="23" y="64"/>
                  </a:moveTo>
                  <a:cubicBezTo>
                    <a:pt x="30" y="65"/>
                    <a:pt x="37" y="66"/>
                    <a:pt x="43" y="68"/>
                  </a:cubicBezTo>
                  <a:cubicBezTo>
                    <a:pt x="43" y="67"/>
                    <a:pt x="43" y="67"/>
                    <a:pt x="43" y="66"/>
                  </a:cubicBezTo>
                  <a:cubicBezTo>
                    <a:pt x="43" y="65"/>
                    <a:pt x="43" y="64"/>
                    <a:pt x="43" y="63"/>
                  </a:cubicBezTo>
                  <a:cubicBezTo>
                    <a:pt x="40" y="54"/>
                    <a:pt x="43" y="44"/>
                    <a:pt x="41" y="35"/>
                  </a:cubicBezTo>
                  <a:cubicBezTo>
                    <a:pt x="39" y="26"/>
                    <a:pt x="35" y="17"/>
                    <a:pt x="31" y="8"/>
                  </a:cubicBezTo>
                  <a:lnTo>
                    <a:pt x="27" y="0"/>
                  </a:lnTo>
                  <a:lnTo>
                    <a:pt x="0" y="0"/>
                  </a:lnTo>
                  <a:cubicBezTo>
                    <a:pt x="6" y="12"/>
                    <a:pt x="10" y="24"/>
                    <a:pt x="13" y="37"/>
                  </a:cubicBezTo>
                  <a:cubicBezTo>
                    <a:pt x="16" y="46"/>
                    <a:pt x="19" y="55"/>
                    <a:pt x="23"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35"/>
            <p:cNvSpPr/>
            <p:nvPr/>
          </p:nvSpPr>
          <p:spPr>
            <a:xfrm>
              <a:off x="3460685" y="-1000295"/>
              <a:ext cx="13320" cy="7560"/>
            </a:xfrm>
            <a:custGeom>
              <a:rect b="b" l="l" r="r" t="t"/>
              <a:pathLst>
                <a:path extrusionOk="0" h="21" w="37">
                  <a:moveTo>
                    <a:pt x="2" y="10"/>
                  </a:moveTo>
                  <a:cubicBezTo>
                    <a:pt x="5" y="12"/>
                    <a:pt x="7" y="14"/>
                    <a:pt x="8" y="17"/>
                  </a:cubicBezTo>
                  <a:cubicBezTo>
                    <a:pt x="9" y="18"/>
                    <a:pt x="9" y="19"/>
                    <a:pt x="10" y="20"/>
                  </a:cubicBezTo>
                  <a:lnTo>
                    <a:pt x="36" y="20"/>
                  </a:lnTo>
                  <a:cubicBezTo>
                    <a:pt x="36" y="18"/>
                    <a:pt x="35" y="16"/>
                    <a:pt x="34" y="14"/>
                  </a:cubicBezTo>
                  <a:cubicBezTo>
                    <a:pt x="31" y="9"/>
                    <a:pt x="27" y="4"/>
                    <a:pt x="22" y="0"/>
                  </a:cubicBezTo>
                  <a:lnTo>
                    <a:pt x="1" y="0"/>
                  </a:lnTo>
                  <a:cubicBezTo>
                    <a:pt x="0" y="1"/>
                    <a:pt x="0" y="3"/>
                    <a:pt x="0" y="4"/>
                  </a:cubicBezTo>
                  <a:cubicBezTo>
                    <a:pt x="0" y="5"/>
                    <a:pt x="0" y="7"/>
                    <a:pt x="1" y="8"/>
                  </a:cubicBezTo>
                  <a:cubicBezTo>
                    <a:pt x="1" y="9"/>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35"/>
            <p:cNvSpPr/>
            <p:nvPr/>
          </p:nvSpPr>
          <p:spPr>
            <a:xfrm>
              <a:off x="3472205" y="-970415"/>
              <a:ext cx="7560" cy="3600"/>
            </a:xfrm>
            <a:custGeom>
              <a:rect b="b" l="l" r="r" t="t"/>
              <a:pathLst>
                <a:path extrusionOk="0" h="10" w="21">
                  <a:moveTo>
                    <a:pt x="0" y="0"/>
                  </a:moveTo>
                  <a:cubicBezTo>
                    <a:pt x="2" y="3"/>
                    <a:pt x="5" y="5"/>
                    <a:pt x="7" y="7"/>
                  </a:cubicBezTo>
                  <a:cubicBezTo>
                    <a:pt x="8" y="8"/>
                    <a:pt x="10" y="8"/>
                    <a:pt x="11" y="8"/>
                  </a:cubicBezTo>
                  <a:cubicBezTo>
                    <a:pt x="11" y="8"/>
                    <a:pt x="12" y="9"/>
                    <a:pt x="13" y="9"/>
                  </a:cubicBezTo>
                  <a:cubicBezTo>
                    <a:pt x="14" y="9"/>
                    <a:pt x="15" y="9"/>
                    <a:pt x="17" y="8"/>
                  </a:cubicBezTo>
                  <a:cubicBezTo>
                    <a:pt x="19" y="7"/>
                    <a:pt x="19" y="6"/>
                    <a:pt x="19" y="5"/>
                  </a:cubicBezTo>
                  <a:cubicBezTo>
                    <a:pt x="19" y="5"/>
                    <a:pt x="19" y="4"/>
                    <a:pt x="20" y="4"/>
                  </a:cubicBezTo>
                  <a:cubicBezTo>
                    <a:pt x="13" y="2"/>
                    <a:pt x="7"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35"/>
            <p:cNvSpPr/>
            <p:nvPr/>
          </p:nvSpPr>
          <p:spPr>
            <a:xfrm>
              <a:off x="3483365" y="-993455"/>
              <a:ext cx="24480" cy="37800"/>
            </a:xfrm>
            <a:custGeom>
              <a:rect b="b" l="l" r="r" t="t"/>
              <a:pathLst>
                <a:path extrusionOk="0" h="105" w="68">
                  <a:moveTo>
                    <a:pt x="38" y="71"/>
                  </a:moveTo>
                  <a:cubicBezTo>
                    <a:pt x="41" y="83"/>
                    <a:pt x="43" y="93"/>
                    <a:pt x="54" y="100"/>
                  </a:cubicBezTo>
                  <a:cubicBezTo>
                    <a:pt x="61" y="104"/>
                    <a:pt x="67" y="96"/>
                    <a:pt x="64" y="90"/>
                  </a:cubicBezTo>
                  <a:cubicBezTo>
                    <a:pt x="63" y="85"/>
                    <a:pt x="62" y="81"/>
                    <a:pt x="61" y="76"/>
                  </a:cubicBezTo>
                  <a:cubicBezTo>
                    <a:pt x="60" y="75"/>
                    <a:pt x="59" y="75"/>
                    <a:pt x="58" y="74"/>
                  </a:cubicBezTo>
                  <a:cubicBezTo>
                    <a:pt x="56" y="73"/>
                    <a:pt x="55" y="72"/>
                    <a:pt x="54" y="70"/>
                  </a:cubicBezTo>
                  <a:cubicBezTo>
                    <a:pt x="53" y="68"/>
                    <a:pt x="52" y="66"/>
                    <a:pt x="52" y="64"/>
                  </a:cubicBezTo>
                  <a:cubicBezTo>
                    <a:pt x="52" y="62"/>
                    <a:pt x="53" y="60"/>
                    <a:pt x="54" y="58"/>
                  </a:cubicBezTo>
                  <a:cubicBezTo>
                    <a:pt x="54" y="57"/>
                    <a:pt x="54" y="57"/>
                    <a:pt x="55" y="56"/>
                  </a:cubicBezTo>
                  <a:cubicBezTo>
                    <a:pt x="54" y="53"/>
                    <a:pt x="52" y="50"/>
                    <a:pt x="51" y="48"/>
                  </a:cubicBezTo>
                  <a:cubicBezTo>
                    <a:pt x="49" y="46"/>
                    <a:pt x="48" y="44"/>
                    <a:pt x="47" y="42"/>
                  </a:cubicBezTo>
                  <a:cubicBezTo>
                    <a:pt x="38" y="28"/>
                    <a:pt x="30" y="13"/>
                    <a:pt x="21" y="0"/>
                  </a:cubicBezTo>
                  <a:lnTo>
                    <a:pt x="0" y="0"/>
                  </a:lnTo>
                  <a:cubicBezTo>
                    <a:pt x="1" y="1"/>
                    <a:pt x="2" y="3"/>
                    <a:pt x="3" y="5"/>
                  </a:cubicBezTo>
                  <a:cubicBezTo>
                    <a:pt x="7" y="12"/>
                    <a:pt x="11" y="20"/>
                    <a:pt x="15" y="28"/>
                  </a:cubicBezTo>
                  <a:cubicBezTo>
                    <a:pt x="18" y="33"/>
                    <a:pt x="20" y="37"/>
                    <a:pt x="23" y="42"/>
                  </a:cubicBezTo>
                  <a:cubicBezTo>
                    <a:pt x="28" y="51"/>
                    <a:pt x="34" y="61"/>
                    <a:pt x="38"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35"/>
            <p:cNvSpPr/>
            <p:nvPr/>
          </p:nvSpPr>
          <p:spPr>
            <a:xfrm>
              <a:off x="3483365" y="-1000655"/>
              <a:ext cx="2160" cy="360"/>
            </a:xfrm>
            <a:custGeom>
              <a:rect b="b" l="l" r="r" t="t"/>
              <a:pathLst>
                <a:path extrusionOk="0" h="1" w="6">
                  <a:moveTo>
                    <a:pt x="0" y="0"/>
                  </a:moveTo>
                  <a:lnTo>
                    <a:pt x="5" y="0"/>
                  </a:lnTo>
                  <a:cubicBezTo>
                    <a:pt x="4" y="0"/>
                    <a:pt x="3"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35"/>
            <p:cNvSpPr/>
            <p:nvPr/>
          </p:nvSpPr>
          <p:spPr>
            <a:xfrm>
              <a:off x="3502085" y="-973295"/>
              <a:ext cx="3600" cy="7560"/>
            </a:xfrm>
            <a:custGeom>
              <a:rect b="b" l="l" r="r" t="t"/>
              <a:pathLst>
                <a:path extrusionOk="0" h="21" w="10">
                  <a:moveTo>
                    <a:pt x="3" y="0"/>
                  </a:moveTo>
                  <a:cubicBezTo>
                    <a:pt x="2" y="1"/>
                    <a:pt x="2" y="1"/>
                    <a:pt x="2" y="2"/>
                  </a:cubicBezTo>
                  <a:cubicBezTo>
                    <a:pt x="1" y="4"/>
                    <a:pt x="0" y="6"/>
                    <a:pt x="0" y="8"/>
                  </a:cubicBezTo>
                  <a:cubicBezTo>
                    <a:pt x="0" y="10"/>
                    <a:pt x="1" y="12"/>
                    <a:pt x="2" y="14"/>
                  </a:cubicBezTo>
                  <a:cubicBezTo>
                    <a:pt x="3" y="16"/>
                    <a:pt x="4" y="17"/>
                    <a:pt x="6" y="18"/>
                  </a:cubicBezTo>
                  <a:cubicBezTo>
                    <a:pt x="7" y="19"/>
                    <a:pt x="8" y="19"/>
                    <a:pt x="9" y="20"/>
                  </a:cubicBezTo>
                  <a:cubicBezTo>
                    <a:pt x="9" y="17"/>
                    <a:pt x="8" y="14"/>
                    <a:pt x="8" y="12"/>
                  </a:cubicBezTo>
                  <a:cubicBezTo>
                    <a:pt x="7" y="8"/>
                    <a:pt x="5" y="4"/>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35"/>
            <p:cNvSpPr/>
            <p:nvPr/>
          </p:nvSpPr>
          <p:spPr>
            <a:xfrm>
              <a:off x="3481205" y="-1000655"/>
              <a:ext cx="10080" cy="7560"/>
            </a:xfrm>
            <a:custGeom>
              <a:rect b="b" l="l" r="r" t="t"/>
              <a:pathLst>
                <a:path extrusionOk="0" h="21" w="28">
                  <a:moveTo>
                    <a:pt x="2" y="15"/>
                  </a:moveTo>
                  <a:cubicBezTo>
                    <a:pt x="3" y="17"/>
                    <a:pt x="4" y="18"/>
                    <a:pt x="5" y="20"/>
                  </a:cubicBezTo>
                  <a:lnTo>
                    <a:pt x="27" y="20"/>
                  </a:lnTo>
                  <a:cubicBezTo>
                    <a:pt x="23" y="14"/>
                    <a:pt x="19" y="8"/>
                    <a:pt x="15" y="3"/>
                  </a:cubicBezTo>
                  <a:cubicBezTo>
                    <a:pt x="14" y="2"/>
                    <a:pt x="13" y="1"/>
                    <a:pt x="12" y="1"/>
                  </a:cubicBezTo>
                  <a:lnTo>
                    <a:pt x="11" y="0"/>
                  </a:lnTo>
                  <a:lnTo>
                    <a:pt x="6" y="0"/>
                  </a:lnTo>
                  <a:cubicBezTo>
                    <a:pt x="5" y="0"/>
                    <a:pt x="5" y="1"/>
                    <a:pt x="5" y="1"/>
                  </a:cubicBezTo>
                  <a:cubicBezTo>
                    <a:pt x="3" y="2"/>
                    <a:pt x="2" y="2"/>
                    <a:pt x="1" y="4"/>
                  </a:cubicBezTo>
                  <a:cubicBezTo>
                    <a:pt x="0" y="6"/>
                    <a:pt x="0" y="7"/>
                    <a:pt x="0" y="9"/>
                  </a:cubicBezTo>
                  <a:cubicBezTo>
                    <a:pt x="0" y="10"/>
                    <a:pt x="0" y="13"/>
                    <a:pt x="1" y="14"/>
                  </a:cubicBezTo>
                  <a:lnTo>
                    <a:pt x="2"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35"/>
            <p:cNvSpPr/>
            <p:nvPr/>
          </p:nvSpPr>
          <p:spPr>
            <a:xfrm>
              <a:off x="3514685" y="-966815"/>
              <a:ext cx="10080" cy="6120"/>
            </a:xfrm>
            <a:custGeom>
              <a:rect b="b" l="l" r="r" t="t"/>
              <a:pathLst>
                <a:path extrusionOk="0" h="17" w="28">
                  <a:moveTo>
                    <a:pt x="16" y="15"/>
                  </a:moveTo>
                  <a:cubicBezTo>
                    <a:pt x="17" y="16"/>
                    <a:pt x="18" y="16"/>
                    <a:pt x="19" y="16"/>
                  </a:cubicBezTo>
                  <a:cubicBezTo>
                    <a:pt x="21" y="16"/>
                    <a:pt x="22" y="16"/>
                    <a:pt x="23" y="15"/>
                  </a:cubicBezTo>
                  <a:cubicBezTo>
                    <a:pt x="24" y="14"/>
                    <a:pt x="25" y="13"/>
                    <a:pt x="26" y="12"/>
                  </a:cubicBezTo>
                  <a:cubicBezTo>
                    <a:pt x="27" y="11"/>
                    <a:pt x="27" y="9"/>
                    <a:pt x="27" y="8"/>
                  </a:cubicBezTo>
                  <a:cubicBezTo>
                    <a:pt x="27" y="7"/>
                    <a:pt x="27" y="6"/>
                    <a:pt x="27" y="5"/>
                  </a:cubicBezTo>
                  <a:lnTo>
                    <a:pt x="25" y="0"/>
                  </a:lnTo>
                  <a:lnTo>
                    <a:pt x="0" y="1"/>
                  </a:lnTo>
                  <a:cubicBezTo>
                    <a:pt x="3" y="6"/>
                    <a:pt x="8" y="11"/>
                    <a:pt x="13" y="14"/>
                  </a:cubicBezTo>
                  <a:cubicBezTo>
                    <a:pt x="14" y="14"/>
                    <a:pt x="15" y="15"/>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35"/>
            <p:cNvSpPr/>
            <p:nvPr/>
          </p:nvSpPr>
          <p:spPr>
            <a:xfrm>
              <a:off x="3501725" y="-993455"/>
              <a:ext cx="19440" cy="19440"/>
            </a:xfrm>
            <a:custGeom>
              <a:rect b="b" l="l" r="r" t="t"/>
              <a:pathLst>
                <a:path extrusionOk="0" h="54" w="54">
                  <a:moveTo>
                    <a:pt x="8" y="9"/>
                  </a:moveTo>
                  <a:cubicBezTo>
                    <a:pt x="10" y="14"/>
                    <a:pt x="11" y="18"/>
                    <a:pt x="13" y="22"/>
                  </a:cubicBezTo>
                  <a:cubicBezTo>
                    <a:pt x="17" y="33"/>
                    <a:pt x="21" y="42"/>
                    <a:pt x="25" y="53"/>
                  </a:cubicBezTo>
                  <a:cubicBezTo>
                    <a:pt x="34" y="53"/>
                    <a:pt x="44" y="51"/>
                    <a:pt x="53" y="51"/>
                  </a:cubicBezTo>
                  <a:cubicBezTo>
                    <a:pt x="50" y="42"/>
                    <a:pt x="47" y="33"/>
                    <a:pt x="43" y="25"/>
                  </a:cubicBezTo>
                  <a:cubicBezTo>
                    <a:pt x="39" y="17"/>
                    <a:pt x="35" y="9"/>
                    <a:pt x="30" y="1"/>
                  </a:cubicBezTo>
                  <a:lnTo>
                    <a:pt x="30" y="0"/>
                  </a:lnTo>
                  <a:lnTo>
                    <a:pt x="0" y="0"/>
                  </a:lnTo>
                  <a:cubicBezTo>
                    <a:pt x="2" y="3"/>
                    <a:pt x="5" y="3"/>
                    <a:pt x="8"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35"/>
            <p:cNvSpPr/>
            <p:nvPr/>
          </p:nvSpPr>
          <p:spPr>
            <a:xfrm>
              <a:off x="3499565" y="-1000655"/>
              <a:ext cx="13320" cy="7560"/>
            </a:xfrm>
            <a:custGeom>
              <a:rect b="b" l="l" r="r" t="t"/>
              <a:pathLst>
                <a:path extrusionOk="0" h="21" w="37">
                  <a:moveTo>
                    <a:pt x="29" y="10"/>
                  </a:moveTo>
                  <a:cubicBezTo>
                    <a:pt x="27" y="9"/>
                    <a:pt x="16" y="2"/>
                    <a:pt x="16" y="4"/>
                  </a:cubicBezTo>
                  <a:cubicBezTo>
                    <a:pt x="15" y="0"/>
                    <a:pt x="0" y="10"/>
                    <a:pt x="5" y="18"/>
                  </a:cubicBezTo>
                  <a:lnTo>
                    <a:pt x="6" y="20"/>
                  </a:lnTo>
                  <a:lnTo>
                    <a:pt x="36" y="20"/>
                  </a:lnTo>
                  <a:cubicBezTo>
                    <a:pt x="33" y="17"/>
                    <a:pt x="31" y="13"/>
                    <a:pt x="2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35"/>
            <p:cNvSpPr/>
            <p:nvPr/>
          </p:nvSpPr>
          <p:spPr>
            <a:xfrm>
              <a:off x="3511085" y="-975455"/>
              <a:ext cx="12960" cy="9360"/>
            </a:xfrm>
            <a:custGeom>
              <a:rect b="b" l="l" r="r" t="t"/>
              <a:pathLst>
                <a:path extrusionOk="0" h="26" w="36">
                  <a:moveTo>
                    <a:pt x="0" y="2"/>
                  </a:moveTo>
                  <a:lnTo>
                    <a:pt x="3" y="11"/>
                  </a:lnTo>
                  <a:cubicBezTo>
                    <a:pt x="5" y="15"/>
                    <a:pt x="7" y="19"/>
                    <a:pt x="9" y="23"/>
                  </a:cubicBezTo>
                  <a:cubicBezTo>
                    <a:pt x="9" y="24"/>
                    <a:pt x="10" y="24"/>
                    <a:pt x="10" y="25"/>
                  </a:cubicBezTo>
                  <a:lnTo>
                    <a:pt x="35" y="24"/>
                  </a:lnTo>
                  <a:cubicBezTo>
                    <a:pt x="32" y="16"/>
                    <a:pt x="30" y="8"/>
                    <a:pt x="27" y="0"/>
                  </a:cubicBezTo>
                  <a:cubicBezTo>
                    <a:pt x="18" y="2"/>
                    <a:pt x="9" y="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35"/>
            <p:cNvSpPr/>
            <p:nvPr/>
          </p:nvSpPr>
          <p:spPr>
            <a:xfrm>
              <a:off x="3532685" y="-968615"/>
              <a:ext cx="16560" cy="24480"/>
            </a:xfrm>
            <a:custGeom>
              <a:rect b="b" l="l" r="r" t="t"/>
              <a:pathLst>
                <a:path extrusionOk="0" h="68" w="46">
                  <a:moveTo>
                    <a:pt x="7" y="17"/>
                  </a:moveTo>
                  <a:cubicBezTo>
                    <a:pt x="13" y="32"/>
                    <a:pt x="20" y="54"/>
                    <a:pt x="34" y="63"/>
                  </a:cubicBezTo>
                  <a:cubicBezTo>
                    <a:pt x="40" y="67"/>
                    <a:pt x="45" y="60"/>
                    <a:pt x="43" y="55"/>
                  </a:cubicBezTo>
                  <a:cubicBezTo>
                    <a:pt x="42" y="44"/>
                    <a:pt x="39" y="32"/>
                    <a:pt x="36" y="21"/>
                  </a:cubicBezTo>
                  <a:lnTo>
                    <a:pt x="27" y="0"/>
                  </a:lnTo>
                  <a:lnTo>
                    <a:pt x="0" y="3"/>
                  </a:lnTo>
                  <a:lnTo>
                    <a:pt x="7"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35"/>
            <p:cNvSpPr/>
            <p:nvPr/>
          </p:nvSpPr>
          <p:spPr>
            <a:xfrm>
              <a:off x="3523325" y="-993095"/>
              <a:ext cx="15840" cy="17280"/>
            </a:xfrm>
            <a:custGeom>
              <a:rect b="b" l="l" r="r" t="t"/>
              <a:pathLst>
                <a:path extrusionOk="0" h="48" w="44">
                  <a:moveTo>
                    <a:pt x="1" y="9"/>
                  </a:moveTo>
                  <a:cubicBezTo>
                    <a:pt x="7" y="19"/>
                    <a:pt x="11" y="29"/>
                    <a:pt x="13" y="40"/>
                  </a:cubicBezTo>
                  <a:cubicBezTo>
                    <a:pt x="13" y="42"/>
                    <a:pt x="15" y="45"/>
                    <a:pt x="16" y="47"/>
                  </a:cubicBezTo>
                  <a:cubicBezTo>
                    <a:pt x="25" y="47"/>
                    <a:pt x="34" y="46"/>
                    <a:pt x="43" y="46"/>
                  </a:cubicBezTo>
                  <a:cubicBezTo>
                    <a:pt x="40" y="39"/>
                    <a:pt x="37" y="33"/>
                    <a:pt x="34" y="27"/>
                  </a:cubicBezTo>
                  <a:cubicBezTo>
                    <a:pt x="28" y="18"/>
                    <a:pt x="22" y="9"/>
                    <a:pt x="15" y="1"/>
                  </a:cubicBezTo>
                  <a:cubicBezTo>
                    <a:pt x="11" y="1"/>
                    <a:pt x="7" y="1"/>
                    <a:pt x="2" y="0"/>
                  </a:cubicBezTo>
                  <a:lnTo>
                    <a:pt x="1" y="1"/>
                  </a:lnTo>
                  <a:cubicBezTo>
                    <a:pt x="0" y="2"/>
                    <a:pt x="0" y="4"/>
                    <a:pt x="0" y="5"/>
                  </a:cubicBezTo>
                  <a:cubicBezTo>
                    <a:pt x="0" y="6"/>
                    <a:pt x="0" y="8"/>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35"/>
            <p:cNvSpPr/>
            <p:nvPr/>
          </p:nvSpPr>
          <p:spPr>
            <a:xfrm>
              <a:off x="3529085" y="-976895"/>
              <a:ext cx="13680" cy="9720"/>
            </a:xfrm>
            <a:custGeom>
              <a:rect b="b" l="l" r="r" t="t"/>
              <a:pathLst>
                <a:path extrusionOk="0" h="27" w="38">
                  <a:moveTo>
                    <a:pt x="27" y="0"/>
                  </a:moveTo>
                  <a:cubicBezTo>
                    <a:pt x="18" y="0"/>
                    <a:pt x="9" y="1"/>
                    <a:pt x="0" y="2"/>
                  </a:cubicBezTo>
                  <a:cubicBezTo>
                    <a:pt x="3" y="10"/>
                    <a:pt x="6" y="18"/>
                    <a:pt x="10" y="26"/>
                  </a:cubicBezTo>
                  <a:lnTo>
                    <a:pt x="37" y="23"/>
                  </a:lnTo>
                  <a:cubicBezTo>
                    <a:pt x="34" y="18"/>
                    <a:pt x="32" y="13"/>
                    <a:pt x="30" y="7"/>
                  </a:cubicBezTo>
                  <a:lnTo>
                    <a:pt x="2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35"/>
            <p:cNvSpPr/>
            <p:nvPr/>
          </p:nvSpPr>
          <p:spPr>
            <a:xfrm>
              <a:off x="3524045" y="-994175"/>
              <a:ext cx="5040" cy="1800"/>
            </a:xfrm>
            <a:custGeom>
              <a:rect b="b" l="l" r="r" t="t"/>
              <a:pathLst>
                <a:path extrusionOk="0" h="5" w="14">
                  <a:moveTo>
                    <a:pt x="12" y="3"/>
                  </a:moveTo>
                  <a:cubicBezTo>
                    <a:pt x="11" y="2"/>
                    <a:pt x="11" y="2"/>
                    <a:pt x="10" y="1"/>
                  </a:cubicBezTo>
                  <a:cubicBezTo>
                    <a:pt x="9" y="1"/>
                    <a:pt x="7" y="0"/>
                    <a:pt x="6" y="0"/>
                  </a:cubicBezTo>
                  <a:cubicBezTo>
                    <a:pt x="4" y="0"/>
                    <a:pt x="3" y="1"/>
                    <a:pt x="2" y="1"/>
                  </a:cubicBezTo>
                  <a:cubicBezTo>
                    <a:pt x="1" y="2"/>
                    <a:pt x="1" y="2"/>
                    <a:pt x="0" y="3"/>
                  </a:cubicBezTo>
                  <a:cubicBezTo>
                    <a:pt x="4" y="3"/>
                    <a:pt x="8" y="3"/>
                    <a:pt x="13" y="4"/>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35"/>
            <p:cNvSpPr/>
            <p:nvPr/>
          </p:nvSpPr>
          <p:spPr>
            <a:xfrm>
              <a:off x="3540245" y="-988775"/>
              <a:ext cx="13320" cy="12960"/>
            </a:xfrm>
            <a:custGeom>
              <a:rect b="b" l="l" r="r" t="t"/>
              <a:pathLst>
                <a:path extrusionOk="0" h="36" w="37">
                  <a:moveTo>
                    <a:pt x="0" y="7"/>
                  </a:moveTo>
                  <a:cubicBezTo>
                    <a:pt x="3" y="16"/>
                    <a:pt x="5" y="24"/>
                    <a:pt x="7" y="33"/>
                  </a:cubicBezTo>
                  <a:cubicBezTo>
                    <a:pt x="12" y="33"/>
                    <a:pt x="18" y="33"/>
                    <a:pt x="23" y="33"/>
                  </a:cubicBezTo>
                  <a:cubicBezTo>
                    <a:pt x="36" y="35"/>
                    <a:pt x="9" y="6"/>
                    <a:pt x="15" y="14"/>
                  </a:cubicBezTo>
                  <a:cubicBezTo>
                    <a:pt x="11" y="8"/>
                    <a:pt x="6" y="4"/>
                    <a:pt x="1" y="0"/>
                  </a:cubicBezTo>
                  <a:lnTo>
                    <a:pt x="1" y="1"/>
                  </a:lnTo>
                  <a:cubicBezTo>
                    <a:pt x="0" y="2"/>
                    <a:pt x="0" y="3"/>
                    <a:pt x="0" y="4"/>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35"/>
            <p:cNvSpPr/>
            <p:nvPr/>
          </p:nvSpPr>
          <p:spPr>
            <a:xfrm>
              <a:off x="3546725" y="-969695"/>
              <a:ext cx="11520" cy="15480"/>
            </a:xfrm>
            <a:custGeom>
              <a:rect b="b" l="l" r="r" t="t"/>
              <a:pathLst>
                <a:path extrusionOk="0" h="43" w="32">
                  <a:moveTo>
                    <a:pt x="1" y="6"/>
                  </a:moveTo>
                  <a:cubicBezTo>
                    <a:pt x="1" y="13"/>
                    <a:pt x="3" y="19"/>
                    <a:pt x="6" y="24"/>
                  </a:cubicBezTo>
                  <a:cubicBezTo>
                    <a:pt x="10" y="30"/>
                    <a:pt x="15" y="35"/>
                    <a:pt x="20" y="39"/>
                  </a:cubicBezTo>
                  <a:cubicBezTo>
                    <a:pt x="25" y="42"/>
                    <a:pt x="31" y="36"/>
                    <a:pt x="29" y="31"/>
                  </a:cubicBezTo>
                  <a:cubicBezTo>
                    <a:pt x="25" y="21"/>
                    <a:pt x="23" y="10"/>
                    <a:pt x="23" y="0"/>
                  </a:cubicBezTo>
                  <a:lnTo>
                    <a:pt x="0" y="3"/>
                  </a:lnTo>
                  <a:cubicBezTo>
                    <a:pt x="0" y="4"/>
                    <a:pt x="0"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35"/>
            <p:cNvSpPr/>
            <p:nvPr/>
          </p:nvSpPr>
          <p:spPr>
            <a:xfrm>
              <a:off x="3540245" y="-989135"/>
              <a:ext cx="14760" cy="20880"/>
            </a:xfrm>
            <a:custGeom>
              <a:rect b="b" l="l" r="r" t="t"/>
              <a:pathLst>
                <a:path extrusionOk="0" h="58" w="41">
                  <a:moveTo>
                    <a:pt x="15" y="15"/>
                  </a:moveTo>
                  <a:cubicBezTo>
                    <a:pt x="9" y="8"/>
                    <a:pt x="36" y="37"/>
                    <a:pt x="23" y="35"/>
                  </a:cubicBezTo>
                  <a:cubicBezTo>
                    <a:pt x="18" y="35"/>
                    <a:pt x="12" y="35"/>
                    <a:pt x="7" y="35"/>
                  </a:cubicBezTo>
                  <a:lnTo>
                    <a:pt x="7" y="37"/>
                  </a:lnTo>
                  <a:cubicBezTo>
                    <a:pt x="9" y="44"/>
                    <a:pt x="14" y="49"/>
                    <a:pt x="17" y="57"/>
                  </a:cubicBezTo>
                  <a:lnTo>
                    <a:pt x="40" y="54"/>
                  </a:lnTo>
                  <a:cubicBezTo>
                    <a:pt x="39" y="50"/>
                    <a:pt x="38" y="47"/>
                    <a:pt x="36" y="43"/>
                  </a:cubicBezTo>
                  <a:cubicBezTo>
                    <a:pt x="32" y="36"/>
                    <a:pt x="26" y="31"/>
                    <a:pt x="25" y="23"/>
                  </a:cubicBezTo>
                  <a:cubicBezTo>
                    <a:pt x="23" y="18"/>
                    <a:pt x="21" y="12"/>
                    <a:pt x="18" y="7"/>
                  </a:cubicBezTo>
                  <a:cubicBezTo>
                    <a:pt x="17" y="6"/>
                    <a:pt x="17" y="5"/>
                    <a:pt x="16" y="4"/>
                  </a:cubicBezTo>
                  <a:cubicBezTo>
                    <a:pt x="15" y="3"/>
                    <a:pt x="14" y="2"/>
                    <a:pt x="13" y="1"/>
                  </a:cubicBezTo>
                  <a:cubicBezTo>
                    <a:pt x="11" y="0"/>
                    <a:pt x="9" y="0"/>
                    <a:pt x="8" y="0"/>
                  </a:cubicBezTo>
                  <a:cubicBezTo>
                    <a:pt x="6" y="0"/>
                    <a:pt x="5" y="0"/>
                    <a:pt x="4" y="1"/>
                  </a:cubicBezTo>
                  <a:cubicBezTo>
                    <a:pt x="2" y="2"/>
                    <a:pt x="1" y="3"/>
                    <a:pt x="0" y="4"/>
                  </a:cubicBezTo>
                  <a:cubicBezTo>
                    <a:pt x="1" y="4"/>
                    <a:pt x="1" y="4"/>
                    <a:pt x="1" y="4"/>
                  </a:cubicBezTo>
                  <a:cubicBezTo>
                    <a:pt x="6" y="7"/>
                    <a:pt x="11" y="11"/>
                    <a:pt x="1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35"/>
            <p:cNvSpPr/>
            <p:nvPr/>
          </p:nvSpPr>
          <p:spPr>
            <a:xfrm>
              <a:off x="2405885" y="-715535"/>
              <a:ext cx="71640" cy="14400"/>
            </a:xfrm>
            <a:custGeom>
              <a:rect b="b" l="l" r="r" t="t"/>
              <a:pathLst>
                <a:path extrusionOk="0" h="40" w="199">
                  <a:moveTo>
                    <a:pt x="4" y="25"/>
                  </a:moveTo>
                  <a:cubicBezTo>
                    <a:pt x="64" y="30"/>
                    <a:pt x="135" y="39"/>
                    <a:pt x="194" y="25"/>
                  </a:cubicBezTo>
                  <a:cubicBezTo>
                    <a:pt x="194" y="24"/>
                    <a:pt x="195" y="24"/>
                    <a:pt x="195" y="24"/>
                  </a:cubicBezTo>
                  <a:cubicBezTo>
                    <a:pt x="196" y="24"/>
                    <a:pt x="196" y="23"/>
                    <a:pt x="197" y="22"/>
                  </a:cubicBezTo>
                  <a:cubicBezTo>
                    <a:pt x="197" y="22"/>
                    <a:pt x="197" y="21"/>
                    <a:pt x="197" y="20"/>
                  </a:cubicBezTo>
                  <a:cubicBezTo>
                    <a:pt x="197" y="20"/>
                    <a:pt x="198" y="19"/>
                    <a:pt x="197" y="18"/>
                  </a:cubicBezTo>
                  <a:cubicBezTo>
                    <a:pt x="197" y="17"/>
                    <a:pt x="196" y="18"/>
                    <a:pt x="195" y="17"/>
                  </a:cubicBezTo>
                  <a:lnTo>
                    <a:pt x="194" y="16"/>
                  </a:lnTo>
                  <a:cubicBezTo>
                    <a:pt x="136" y="0"/>
                    <a:pt x="63" y="8"/>
                    <a:pt x="4" y="14"/>
                  </a:cubicBezTo>
                  <a:cubicBezTo>
                    <a:pt x="3" y="14"/>
                    <a:pt x="3" y="14"/>
                    <a:pt x="3" y="14"/>
                  </a:cubicBezTo>
                  <a:cubicBezTo>
                    <a:pt x="2" y="15"/>
                    <a:pt x="1" y="15"/>
                    <a:pt x="0" y="16"/>
                  </a:cubicBezTo>
                  <a:cubicBezTo>
                    <a:pt x="0" y="17"/>
                    <a:pt x="0" y="18"/>
                    <a:pt x="0" y="19"/>
                  </a:cubicBezTo>
                  <a:cubicBezTo>
                    <a:pt x="0" y="20"/>
                    <a:pt x="0" y="21"/>
                    <a:pt x="0" y="22"/>
                  </a:cubicBezTo>
                  <a:cubicBezTo>
                    <a:pt x="1" y="23"/>
                    <a:pt x="2" y="23"/>
                    <a:pt x="3" y="24"/>
                  </a:cubicBezTo>
                  <a:lnTo>
                    <a:pt x="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35"/>
            <p:cNvSpPr/>
            <p:nvPr/>
          </p:nvSpPr>
          <p:spPr>
            <a:xfrm>
              <a:off x="2526485" y="-728495"/>
              <a:ext cx="510120" cy="21600"/>
            </a:xfrm>
            <a:custGeom>
              <a:rect b="b" l="l" r="r" t="t"/>
              <a:pathLst>
                <a:path extrusionOk="0" h="60" w="1417">
                  <a:moveTo>
                    <a:pt x="1044" y="37"/>
                  </a:moveTo>
                  <a:cubicBezTo>
                    <a:pt x="1095" y="39"/>
                    <a:pt x="1147" y="37"/>
                    <a:pt x="1199" y="38"/>
                  </a:cubicBezTo>
                  <a:cubicBezTo>
                    <a:pt x="1234" y="40"/>
                    <a:pt x="1269" y="45"/>
                    <a:pt x="1303" y="53"/>
                  </a:cubicBezTo>
                  <a:cubicBezTo>
                    <a:pt x="1309" y="55"/>
                    <a:pt x="1326" y="56"/>
                    <a:pt x="1342" y="58"/>
                  </a:cubicBezTo>
                  <a:cubicBezTo>
                    <a:pt x="1342" y="57"/>
                    <a:pt x="1342" y="57"/>
                    <a:pt x="1342" y="56"/>
                  </a:cubicBezTo>
                  <a:cubicBezTo>
                    <a:pt x="1342" y="54"/>
                    <a:pt x="1343" y="52"/>
                    <a:pt x="1344" y="50"/>
                  </a:cubicBezTo>
                  <a:cubicBezTo>
                    <a:pt x="1345" y="48"/>
                    <a:pt x="1346" y="46"/>
                    <a:pt x="1348" y="45"/>
                  </a:cubicBezTo>
                  <a:cubicBezTo>
                    <a:pt x="1355" y="42"/>
                    <a:pt x="1361" y="39"/>
                    <a:pt x="1367" y="35"/>
                  </a:cubicBezTo>
                  <a:cubicBezTo>
                    <a:pt x="1384" y="25"/>
                    <a:pt x="1401" y="14"/>
                    <a:pt x="1416" y="0"/>
                  </a:cubicBezTo>
                  <a:cubicBezTo>
                    <a:pt x="1414" y="0"/>
                    <a:pt x="1412" y="0"/>
                    <a:pt x="1410" y="0"/>
                  </a:cubicBezTo>
                  <a:cubicBezTo>
                    <a:pt x="1407" y="0"/>
                    <a:pt x="1404" y="0"/>
                    <a:pt x="1401" y="2"/>
                  </a:cubicBezTo>
                  <a:lnTo>
                    <a:pt x="1400" y="3"/>
                  </a:lnTo>
                  <a:cubicBezTo>
                    <a:pt x="1347" y="39"/>
                    <a:pt x="1262" y="12"/>
                    <a:pt x="1203" y="14"/>
                  </a:cubicBezTo>
                  <a:cubicBezTo>
                    <a:pt x="1151" y="16"/>
                    <a:pt x="1099" y="11"/>
                    <a:pt x="1046" y="12"/>
                  </a:cubicBezTo>
                  <a:cubicBezTo>
                    <a:pt x="925" y="13"/>
                    <a:pt x="801" y="5"/>
                    <a:pt x="680" y="13"/>
                  </a:cubicBezTo>
                  <a:cubicBezTo>
                    <a:pt x="454" y="27"/>
                    <a:pt x="228" y="38"/>
                    <a:pt x="1" y="48"/>
                  </a:cubicBezTo>
                  <a:cubicBezTo>
                    <a:pt x="0" y="48"/>
                    <a:pt x="0" y="51"/>
                    <a:pt x="1" y="51"/>
                  </a:cubicBezTo>
                  <a:cubicBezTo>
                    <a:pt x="72" y="56"/>
                    <a:pt x="143" y="59"/>
                    <a:pt x="214" y="59"/>
                  </a:cubicBezTo>
                  <a:cubicBezTo>
                    <a:pt x="263" y="59"/>
                    <a:pt x="311" y="58"/>
                    <a:pt x="359" y="55"/>
                  </a:cubicBezTo>
                  <a:cubicBezTo>
                    <a:pt x="494" y="46"/>
                    <a:pt x="628" y="37"/>
                    <a:pt x="763" y="38"/>
                  </a:cubicBezTo>
                  <a:cubicBezTo>
                    <a:pt x="815" y="38"/>
                    <a:pt x="867" y="40"/>
                    <a:pt x="919" y="42"/>
                  </a:cubicBezTo>
                  <a:cubicBezTo>
                    <a:pt x="925" y="42"/>
                    <a:pt x="931" y="40"/>
                    <a:pt x="938" y="39"/>
                  </a:cubicBezTo>
                  <a:cubicBezTo>
                    <a:pt x="958" y="36"/>
                    <a:pt x="979" y="34"/>
                    <a:pt x="999" y="34"/>
                  </a:cubicBezTo>
                  <a:cubicBezTo>
                    <a:pt x="1014" y="34"/>
                    <a:pt x="1029" y="35"/>
                    <a:pt x="1044"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35"/>
            <p:cNvSpPr/>
            <p:nvPr/>
          </p:nvSpPr>
          <p:spPr>
            <a:xfrm>
              <a:off x="2857325" y="-715895"/>
              <a:ext cx="153000" cy="10800"/>
            </a:xfrm>
            <a:custGeom>
              <a:rect b="b" l="l" r="r" t="t"/>
              <a:pathLst>
                <a:path extrusionOk="0" h="30" w="425">
                  <a:moveTo>
                    <a:pt x="384" y="19"/>
                  </a:moveTo>
                  <a:cubicBezTo>
                    <a:pt x="350" y="10"/>
                    <a:pt x="315" y="5"/>
                    <a:pt x="280" y="3"/>
                  </a:cubicBezTo>
                  <a:cubicBezTo>
                    <a:pt x="228" y="2"/>
                    <a:pt x="176" y="3"/>
                    <a:pt x="125" y="2"/>
                  </a:cubicBezTo>
                  <a:cubicBezTo>
                    <a:pt x="110" y="0"/>
                    <a:pt x="96" y="0"/>
                    <a:pt x="81" y="0"/>
                  </a:cubicBezTo>
                  <a:cubicBezTo>
                    <a:pt x="61" y="0"/>
                    <a:pt x="40" y="1"/>
                    <a:pt x="20" y="4"/>
                  </a:cubicBezTo>
                  <a:cubicBezTo>
                    <a:pt x="14" y="5"/>
                    <a:pt x="7" y="6"/>
                    <a:pt x="0" y="7"/>
                  </a:cubicBezTo>
                  <a:cubicBezTo>
                    <a:pt x="79" y="10"/>
                    <a:pt x="158" y="13"/>
                    <a:pt x="236" y="14"/>
                  </a:cubicBezTo>
                  <a:cubicBezTo>
                    <a:pt x="292" y="14"/>
                    <a:pt x="362" y="29"/>
                    <a:pt x="424" y="23"/>
                  </a:cubicBezTo>
                  <a:cubicBezTo>
                    <a:pt x="407" y="21"/>
                    <a:pt x="390" y="20"/>
                    <a:pt x="38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35"/>
            <p:cNvSpPr/>
            <p:nvPr/>
          </p:nvSpPr>
          <p:spPr>
            <a:xfrm>
              <a:off x="2779925" y="-738215"/>
              <a:ext cx="263160" cy="13680"/>
            </a:xfrm>
            <a:custGeom>
              <a:rect b="b" l="l" r="r" t="t"/>
              <a:pathLst>
                <a:path extrusionOk="0" h="38" w="731">
                  <a:moveTo>
                    <a:pt x="722" y="17"/>
                  </a:moveTo>
                  <a:cubicBezTo>
                    <a:pt x="725" y="11"/>
                    <a:pt x="728" y="6"/>
                    <a:pt x="730" y="0"/>
                  </a:cubicBezTo>
                  <a:cubicBezTo>
                    <a:pt x="720" y="0"/>
                    <a:pt x="709" y="0"/>
                    <a:pt x="698" y="0"/>
                  </a:cubicBezTo>
                  <a:cubicBezTo>
                    <a:pt x="687" y="0"/>
                    <a:pt x="677" y="0"/>
                    <a:pt x="666" y="0"/>
                  </a:cubicBezTo>
                  <a:cubicBezTo>
                    <a:pt x="631" y="6"/>
                    <a:pt x="595" y="10"/>
                    <a:pt x="560" y="10"/>
                  </a:cubicBezTo>
                  <a:cubicBezTo>
                    <a:pt x="504" y="9"/>
                    <a:pt x="447" y="10"/>
                    <a:pt x="391" y="11"/>
                  </a:cubicBezTo>
                  <a:cubicBezTo>
                    <a:pt x="263" y="15"/>
                    <a:pt x="133" y="5"/>
                    <a:pt x="5" y="14"/>
                  </a:cubicBezTo>
                  <a:cubicBezTo>
                    <a:pt x="4" y="14"/>
                    <a:pt x="4" y="14"/>
                    <a:pt x="3" y="15"/>
                  </a:cubicBezTo>
                  <a:cubicBezTo>
                    <a:pt x="2" y="16"/>
                    <a:pt x="2" y="16"/>
                    <a:pt x="1" y="17"/>
                  </a:cubicBezTo>
                  <a:cubicBezTo>
                    <a:pt x="0" y="18"/>
                    <a:pt x="0" y="18"/>
                    <a:pt x="0" y="19"/>
                  </a:cubicBezTo>
                  <a:cubicBezTo>
                    <a:pt x="0" y="20"/>
                    <a:pt x="0" y="21"/>
                    <a:pt x="1" y="22"/>
                  </a:cubicBezTo>
                  <a:cubicBezTo>
                    <a:pt x="2" y="23"/>
                    <a:pt x="2" y="23"/>
                    <a:pt x="3" y="24"/>
                  </a:cubicBezTo>
                  <a:cubicBezTo>
                    <a:pt x="4" y="25"/>
                    <a:pt x="4" y="25"/>
                    <a:pt x="5" y="25"/>
                  </a:cubicBezTo>
                  <a:cubicBezTo>
                    <a:pt x="139" y="36"/>
                    <a:pt x="275" y="29"/>
                    <a:pt x="409" y="32"/>
                  </a:cubicBezTo>
                  <a:cubicBezTo>
                    <a:pt x="450" y="35"/>
                    <a:pt x="490" y="37"/>
                    <a:pt x="531" y="37"/>
                  </a:cubicBezTo>
                  <a:cubicBezTo>
                    <a:pt x="554" y="37"/>
                    <a:pt x="578" y="36"/>
                    <a:pt x="602" y="35"/>
                  </a:cubicBezTo>
                  <a:cubicBezTo>
                    <a:pt x="640" y="32"/>
                    <a:pt x="678" y="27"/>
                    <a:pt x="716" y="23"/>
                  </a:cubicBezTo>
                  <a:cubicBezTo>
                    <a:pt x="718" y="21"/>
                    <a:pt x="720" y="19"/>
                    <a:pt x="722"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35"/>
            <p:cNvSpPr/>
            <p:nvPr/>
          </p:nvSpPr>
          <p:spPr>
            <a:xfrm>
              <a:off x="3039845" y="-738215"/>
              <a:ext cx="4320" cy="6480"/>
            </a:xfrm>
            <a:custGeom>
              <a:rect b="b" l="l" r="r" t="t"/>
              <a:pathLst>
                <a:path extrusionOk="0" h="18" w="12">
                  <a:moveTo>
                    <a:pt x="8" y="0"/>
                  </a:moveTo>
                  <a:cubicBezTo>
                    <a:pt x="6" y="6"/>
                    <a:pt x="3" y="11"/>
                    <a:pt x="0" y="17"/>
                  </a:cubicBezTo>
                  <a:cubicBezTo>
                    <a:pt x="3" y="13"/>
                    <a:pt x="6" y="9"/>
                    <a:pt x="8" y="5"/>
                  </a:cubicBezTo>
                  <a:cubicBezTo>
                    <a:pt x="9" y="3"/>
                    <a:pt x="10" y="2"/>
                    <a:pt x="11" y="0"/>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35"/>
            <p:cNvSpPr/>
            <p:nvPr/>
          </p:nvSpPr>
          <p:spPr>
            <a:xfrm>
              <a:off x="2935085" y="-752615"/>
              <a:ext cx="114480" cy="14760"/>
            </a:xfrm>
            <a:custGeom>
              <a:rect b="b" l="l" r="r" t="t"/>
              <a:pathLst>
                <a:path extrusionOk="0" h="41" w="318">
                  <a:moveTo>
                    <a:pt x="317" y="0"/>
                  </a:moveTo>
                  <a:cubicBezTo>
                    <a:pt x="222" y="30"/>
                    <a:pt x="105" y="15"/>
                    <a:pt x="7" y="16"/>
                  </a:cubicBezTo>
                  <a:cubicBezTo>
                    <a:pt x="0" y="16"/>
                    <a:pt x="0" y="28"/>
                    <a:pt x="7" y="29"/>
                  </a:cubicBezTo>
                  <a:cubicBezTo>
                    <a:pt x="66" y="36"/>
                    <a:pt x="125" y="40"/>
                    <a:pt x="185" y="40"/>
                  </a:cubicBezTo>
                  <a:cubicBezTo>
                    <a:pt x="189" y="40"/>
                    <a:pt x="193" y="40"/>
                    <a:pt x="197" y="40"/>
                  </a:cubicBezTo>
                  <a:cubicBezTo>
                    <a:pt x="209" y="40"/>
                    <a:pt x="222" y="40"/>
                    <a:pt x="235" y="40"/>
                  </a:cubicBezTo>
                  <a:cubicBezTo>
                    <a:pt x="258" y="37"/>
                    <a:pt x="281" y="33"/>
                    <a:pt x="304" y="31"/>
                  </a:cubicBezTo>
                  <a:cubicBezTo>
                    <a:pt x="308" y="21"/>
                    <a:pt x="312" y="11"/>
                    <a:pt x="31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35"/>
            <p:cNvSpPr/>
            <p:nvPr/>
          </p:nvSpPr>
          <p:spPr>
            <a:xfrm>
              <a:off x="3036245" y="-729935"/>
              <a:ext cx="2520" cy="2520"/>
            </a:xfrm>
            <a:custGeom>
              <a:rect b="b" l="l" r="r" t="t"/>
              <a:pathLst>
                <a:path extrusionOk="0" h="7" w="7">
                  <a:moveTo>
                    <a:pt x="6" y="0"/>
                  </a:moveTo>
                  <a:lnTo>
                    <a:pt x="4" y="0"/>
                  </a:lnTo>
                  <a:lnTo>
                    <a:pt x="0" y="4"/>
                  </a:lnTo>
                  <a:lnTo>
                    <a:pt x="3" y="6"/>
                  </a:lnTo>
                  <a:lnTo>
                    <a:pt x="6" y="0"/>
                  </a:lnTo>
                </a:path>
              </a:pathLst>
            </a:custGeom>
            <a:solidFill>
              <a:schemeClr val="dk1"/>
            </a:solidFill>
            <a:ln>
              <a:noFill/>
            </a:ln>
          </p:spPr>
        </p:sp>
        <p:sp>
          <p:nvSpPr>
            <p:cNvPr id="3739" name="Google Shape;3739;p35"/>
            <p:cNvSpPr/>
            <p:nvPr/>
          </p:nvSpPr>
          <p:spPr>
            <a:xfrm>
              <a:off x="3009965" y="-710135"/>
              <a:ext cx="14040" cy="5400"/>
            </a:xfrm>
            <a:custGeom>
              <a:rect b="b" l="l" r="r" t="t"/>
              <a:pathLst>
                <a:path extrusionOk="0" h="15" w="39">
                  <a:moveTo>
                    <a:pt x="38" y="0"/>
                  </a:moveTo>
                  <a:cubicBezTo>
                    <a:pt x="26" y="3"/>
                    <a:pt x="13" y="6"/>
                    <a:pt x="0" y="7"/>
                  </a:cubicBezTo>
                  <a:cubicBezTo>
                    <a:pt x="11" y="8"/>
                    <a:pt x="22" y="10"/>
                    <a:pt x="32" y="14"/>
                  </a:cubicBezTo>
                  <a:cubicBezTo>
                    <a:pt x="33" y="13"/>
                    <a:pt x="33" y="12"/>
                    <a:pt x="34" y="11"/>
                  </a:cubicBezTo>
                  <a:lnTo>
                    <a:pt x="34" y="10"/>
                  </a:lnTo>
                  <a:lnTo>
                    <a:pt x="34" y="9"/>
                  </a:lnTo>
                  <a:cubicBezTo>
                    <a:pt x="34" y="7"/>
                    <a:pt x="35" y="5"/>
                    <a:pt x="36" y="3"/>
                  </a:cubicBezTo>
                  <a:cubicBezTo>
                    <a:pt x="36" y="2"/>
                    <a:pt x="37" y="1"/>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35"/>
            <p:cNvSpPr/>
            <p:nvPr/>
          </p:nvSpPr>
          <p:spPr>
            <a:xfrm>
              <a:off x="3032285" y="-743975"/>
              <a:ext cx="26640" cy="38160"/>
            </a:xfrm>
            <a:custGeom>
              <a:rect b="b" l="l" r="r" t="t"/>
              <a:pathLst>
                <a:path extrusionOk="0" h="106" w="74">
                  <a:moveTo>
                    <a:pt x="73" y="0"/>
                  </a:moveTo>
                  <a:cubicBezTo>
                    <a:pt x="71" y="4"/>
                    <a:pt x="69" y="8"/>
                    <a:pt x="67" y="12"/>
                  </a:cubicBezTo>
                  <a:cubicBezTo>
                    <a:pt x="72" y="20"/>
                    <a:pt x="69" y="34"/>
                    <a:pt x="58" y="35"/>
                  </a:cubicBezTo>
                  <a:lnTo>
                    <a:pt x="50" y="35"/>
                  </a:lnTo>
                  <a:cubicBezTo>
                    <a:pt x="36" y="55"/>
                    <a:pt x="26" y="74"/>
                    <a:pt x="11" y="93"/>
                  </a:cubicBezTo>
                  <a:cubicBezTo>
                    <a:pt x="10" y="94"/>
                    <a:pt x="9" y="94"/>
                    <a:pt x="7" y="95"/>
                  </a:cubicBezTo>
                  <a:cubicBezTo>
                    <a:pt x="4" y="96"/>
                    <a:pt x="3" y="97"/>
                    <a:pt x="0" y="98"/>
                  </a:cubicBezTo>
                  <a:lnTo>
                    <a:pt x="4" y="102"/>
                  </a:lnTo>
                  <a:lnTo>
                    <a:pt x="13" y="105"/>
                  </a:lnTo>
                  <a:cubicBezTo>
                    <a:pt x="30" y="93"/>
                    <a:pt x="44" y="78"/>
                    <a:pt x="55" y="60"/>
                  </a:cubicBezTo>
                  <a:cubicBezTo>
                    <a:pt x="65" y="42"/>
                    <a:pt x="71" y="21"/>
                    <a:pt x="7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35"/>
            <p:cNvSpPr/>
            <p:nvPr/>
          </p:nvSpPr>
          <p:spPr>
            <a:xfrm>
              <a:off x="3021485" y="-706535"/>
              <a:ext cx="2160" cy="2880"/>
            </a:xfrm>
            <a:custGeom>
              <a:rect b="b" l="l" r="r" t="t"/>
              <a:pathLst>
                <a:path extrusionOk="0" h="8" w="6">
                  <a:moveTo>
                    <a:pt x="5" y="7"/>
                  </a:moveTo>
                  <a:cubicBezTo>
                    <a:pt x="4" y="7"/>
                    <a:pt x="4" y="6"/>
                    <a:pt x="4" y="6"/>
                  </a:cubicBezTo>
                  <a:cubicBezTo>
                    <a:pt x="3" y="4"/>
                    <a:pt x="2" y="2"/>
                    <a:pt x="2" y="0"/>
                  </a:cubicBezTo>
                  <a:cubicBezTo>
                    <a:pt x="1" y="2"/>
                    <a:pt x="0" y="3"/>
                    <a:pt x="0" y="4"/>
                  </a:cubicBezTo>
                  <a:cubicBezTo>
                    <a:pt x="1" y="4"/>
                    <a:pt x="1" y="5"/>
                    <a:pt x="1" y="5"/>
                  </a:cubicBezTo>
                  <a:cubicBezTo>
                    <a:pt x="3" y="6"/>
                    <a:pt x="4" y="6"/>
                    <a:pt x="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35"/>
            <p:cNvSpPr/>
            <p:nvPr/>
          </p:nvSpPr>
          <p:spPr>
            <a:xfrm>
              <a:off x="3033365" y="-706895"/>
              <a:ext cx="3960" cy="2520"/>
            </a:xfrm>
            <a:custGeom>
              <a:rect b="b" l="l" r="r" t="t"/>
              <a:pathLst>
                <a:path extrusionOk="0" h="7" w="11">
                  <a:moveTo>
                    <a:pt x="2" y="2"/>
                  </a:moveTo>
                  <a:cubicBezTo>
                    <a:pt x="2" y="2"/>
                    <a:pt x="3" y="2"/>
                    <a:pt x="3" y="3"/>
                  </a:cubicBezTo>
                  <a:cubicBezTo>
                    <a:pt x="4" y="4"/>
                    <a:pt x="4" y="5"/>
                    <a:pt x="4" y="6"/>
                  </a:cubicBezTo>
                  <a:lnTo>
                    <a:pt x="10" y="3"/>
                  </a:lnTo>
                  <a:lnTo>
                    <a:pt x="0" y="0"/>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35"/>
            <p:cNvSpPr/>
            <p:nvPr/>
          </p:nvSpPr>
          <p:spPr>
            <a:xfrm>
              <a:off x="3044525" y="-752975"/>
              <a:ext cx="14760" cy="13680"/>
            </a:xfrm>
            <a:custGeom>
              <a:rect b="b" l="l" r="r" t="t"/>
              <a:pathLst>
                <a:path extrusionOk="0" h="38" w="41">
                  <a:moveTo>
                    <a:pt x="22" y="30"/>
                  </a:moveTo>
                  <a:lnTo>
                    <a:pt x="23" y="30"/>
                  </a:lnTo>
                  <a:cubicBezTo>
                    <a:pt x="25" y="30"/>
                    <a:pt x="27" y="31"/>
                    <a:pt x="29" y="32"/>
                  </a:cubicBezTo>
                  <a:cubicBezTo>
                    <a:pt x="31" y="33"/>
                    <a:pt x="32" y="34"/>
                    <a:pt x="33" y="36"/>
                  </a:cubicBezTo>
                  <a:lnTo>
                    <a:pt x="34" y="37"/>
                  </a:lnTo>
                  <a:cubicBezTo>
                    <a:pt x="36" y="33"/>
                    <a:pt x="38" y="29"/>
                    <a:pt x="40" y="25"/>
                  </a:cubicBezTo>
                  <a:cubicBezTo>
                    <a:pt x="40" y="24"/>
                    <a:pt x="40" y="22"/>
                    <a:pt x="40" y="21"/>
                  </a:cubicBezTo>
                  <a:cubicBezTo>
                    <a:pt x="40" y="19"/>
                    <a:pt x="40" y="18"/>
                    <a:pt x="40" y="16"/>
                  </a:cubicBezTo>
                  <a:cubicBezTo>
                    <a:pt x="39" y="14"/>
                    <a:pt x="38" y="12"/>
                    <a:pt x="37" y="10"/>
                  </a:cubicBezTo>
                  <a:cubicBezTo>
                    <a:pt x="36" y="7"/>
                    <a:pt x="33" y="4"/>
                    <a:pt x="30" y="2"/>
                  </a:cubicBezTo>
                  <a:cubicBezTo>
                    <a:pt x="27" y="0"/>
                    <a:pt x="24" y="0"/>
                    <a:pt x="20" y="0"/>
                  </a:cubicBezTo>
                  <a:cubicBezTo>
                    <a:pt x="18" y="0"/>
                    <a:pt x="16" y="0"/>
                    <a:pt x="15" y="1"/>
                  </a:cubicBezTo>
                  <a:lnTo>
                    <a:pt x="13" y="1"/>
                  </a:lnTo>
                  <a:cubicBezTo>
                    <a:pt x="9" y="11"/>
                    <a:pt x="4" y="21"/>
                    <a:pt x="0" y="31"/>
                  </a:cubicBezTo>
                  <a:cubicBezTo>
                    <a:pt x="7" y="31"/>
                    <a:pt x="15" y="30"/>
                    <a:pt x="22"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35"/>
            <p:cNvSpPr/>
            <p:nvPr/>
          </p:nvSpPr>
          <p:spPr>
            <a:xfrm>
              <a:off x="3028325" y="-731015"/>
              <a:ext cx="22320" cy="22680"/>
            </a:xfrm>
            <a:custGeom>
              <a:rect b="b" l="l" r="r" t="t"/>
              <a:pathLst>
                <a:path extrusionOk="0" h="63" w="62">
                  <a:moveTo>
                    <a:pt x="25" y="9"/>
                  </a:moveTo>
                  <a:cubicBezTo>
                    <a:pt x="26" y="9"/>
                    <a:pt x="27" y="9"/>
                    <a:pt x="28" y="10"/>
                  </a:cubicBezTo>
                  <a:cubicBezTo>
                    <a:pt x="30" y="12"/>
                    <a:pt x="32" y="13"/>
                    <a:pt x="34" y="16"/>
                  </a:cubicBezTo>
                  <a:cubicBezTo>
                    <a:pt x="36" y="19"/>
                    <a:pt x="36" y="21"/>
                    <a:pt x="36" y="24"/>
                  </a:cubicBezTo>
                  <a:cubicBezTo>
                    <a:pt x="36" y="26"/>
                    <a:pt x="35" y="30"/>
                    <a:pt x="34" y="33"/>
                  </a:cubicBezTo>
                  <a:cubicBezTo>
                    <a:pt x="33" y="35"/>
                    <a:pt x="31" y="36"/>
                    <a:pt x="29" y="38"/>
                  </a:cubicBezTo>
                  <a:cubicBezTo>
                    <a:pt x="26" y="40"/>
                    <a:pt x="23" y="42"/>
                    <a:pt x="20" y="44"/>
                  </a:cubicBezTo>
                  <a:cubicBezTo>
                    <a:pt x="13" y="48"/>
                    <a:pt x="7" y="51"/>
                    <a:pt x="0" y="53"/>
                  </a:cubicBezTo>
                  <a:cubicBezTo>
                    <a:pt x="1" y="54"/>
                    <a:pt x="3" y="54"/>
                    <a:pt x="4" y="55"/>
                  </a:cubicBezTo>
                  <a:cubicBezTo>
                    <a:pt x="5" y="56"/>
                    <a:pt x="7" y="57"/>
                    <a:pt x="8" y="58"/>
                  </a:cubicBezTo>
                  <a:lnTo>
                    <a:pt x="11" y="62"/>
                  </a:lnTo>
                  <a:cubicBezTo>
                    <a:pt x="13" y="62"/>
                    <a:pt x="16" y="61"/>
                    <a:pt x="18" y="60"/>
                  </a:cubicBezTo>
                  <a:cubicBezTo>
                    <a:pt x="19" y="59"/>
                    <a:pt x="20" y="58"/>
                    <a:pt x="21" y="57"/>
                  </a:cubicBezTo>
                  <a:cubicBezTo>
                    <a:pt x="37" y="40"/>
                    <a:pt x="48" y="18"/>
                    <a:pt x="61" y="0"/>
                  </a:cubicBezTo>
                  <a:lnTo>
                    <a:pt x="27" y="3"/>
                  </a:lnTo>
                  <a:lnTo>
                    <a:pt x="2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35"/>
            <p:cNvSpPr/>
            <p:nvPr/>
          </p:nvSpPr>
          <p:spPr>
            <a:xfrm>
              <a:off x="3021845" y="-711215"/>
              <a:ext cx="4680" cy="5400"/>
            </a:xfrm>
            <a:custGeom>
              <a:rect b="b" l="l" r="r" t="t"/>
              <a:pathLst>
                <a:path extrusionOk="0" h="15" w="13">
                  <a:moveTo>
                    <a:pt x="12" y="2"/>
                  </a:moveTo>
                  <a:lnTo>
                    <a:pt x="12" y="0"/>
                  </a:lnTo>
                  <a:lnTo>
                    <a:pt x="4" y="3"/>
                  </a:lnTo>
                  <a:cubicBezTo>
                    <a:pt x="3" y="4"/>
                    <a:pt x="3" y="5"/>
                    <a:pt x="2" y="6"/>
                  </a:cubicBezTo>
                  <a:cubicBezTo>
                    <a:pt x="1" y="8"/>
                    <a:pt x="0" y="10"/>
                    <a:pt x="0" y="12"/>
                  </a:cubicBezTo>
                  <a:cubicBezTo>
                    <a:pt x="0" y="13"/>
                    <a:pt x="0" y="13"/>
                    <a:pt x="0" y="14"/>
                  </a:cubicBezTo>
                  <a:lnTo>
                    <a:pt x="0" y="13"/>
                  </a:lnTo>
                  <a:cubicBezTo>
                    <a:pt x="1" y="12"/>
                    <a:pt x="2" y="11"/>
                    <a:pt x="4" y="10"/>
                  </a:cubicBezTo>
                  <a:cubicBezTo>
                    <a:pt x="6" y="9"/>
                    <a:pt x="8" y="8"/>
                    <a:pt x="9" y="8"/>
                  </a:cubicBezTo>
                  <a:cubicBezTo>
                    <a:pt x="10" y="8"/>
                    <a:pt x="10" y="8"/>
                    <a:pt x="10" y="8"/>
                  </a:cubicBezTo>
                  <a:lnTo>
                    <a:pt x="10" y="7"/>
                  </a:lnTo>
                  <a:cubicBezTo>
                    <a:pt x="10" y="6"/>
                    <a:pt x="10" y="6"/>
                    <a:pt x="10" y="5"/>
                  </a:cubicBezTo>
                  <a:cubicBezTo>
                    <a:pt x="10" y="4"/>
                    <a:pt x="10" y="4"/>
                    <a:pt x="11" y="3"/>
                  </a:cubicBezTo>
                  <a:cubicBezTo>
                    <a:pt x="12" y="2"/>
                    <a:pt x="11" y="2"/>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35"/>
            <p:cNvSpPr/>
            <p:nvPr/>
          </p:nvSpPr>
          <p:spPr>
            <a:xfrm>
              <a:off x="3009965" y="-707615"/>
              <a:ext cx="13320" cy="6480"/>
            </a:xfrm>
            <a:custGeom>
              <a:rect b="b" l="l" r="r" t="t"/>
              <a:pathLst>
                <a:path extrusionOk="0" h="18" w="37">
                  <a:moveTo>
                    <a:pt x="33" y="7"/>
                  </a:moveTo>
                  <a:cubicBezTo>
                    <a:pt x="22" y="3"/>
                    <a:pt x="11" y="1"/>
                    <a:pt x="0" y="0"/>
                  </a:cubicBezTo>
                  <a:cubicBezTo>
                    <a:pt x="0" y="2"/>
                    <a:pt x="1" y="4"/>
                    <a:pt x="2" y="6"/>
                  </a:cubicBezTo>
                  <a:cubicBezTo>
                    <a:pt x="3" y="7"/>
                    <a:pt x="5" y="9"/>
                    <a:pt x="6" y="10"/>
                  </a:cubicBezTo>
                  <a:cubicBezTo>
                    <a:pt x="15" y="15"/>
                    <a:pt x="25" y="17"/>
                    <a:pt x="34" y="17"/>
                  </a:cubicBezTo>
                  <a:cubicBezTo>
                    <a:pt x="35" y="17"/>
                    <a:pt x="35" y="17"/>
                    <a:pt x="36" y="17"/>
                  </a:cubicBezTo>
                  <a:cubicBezTo>
                    <a:pt x="35" y="16"/>
                    <a:pt x="35" y="16"/>
                    <a:pt x="34" y="15"/>
                  </a:cubicBezTo>
                  <a:cubicBezTo>
                    <a:pt x="33" y="13"/>
                    <a:pt x="33" y="11"/>
                    <a:pt x="33" y="9"/>
                  </a:cubicBezTo>
                  <a:cubicBezTo>
                    <a:pt x="33" y="8"/>
                    <a:pt x="33" y="8"/>
                    <a:pt x="3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35"/>
            <p:cNvSpPr/>
            <p:nvPr/>
          </p:nvSpPr>
          <p:spPr>
            <a:xfrm>
              <a:off x="3029045" y="-708695"/>
              <a:ext cx="4680" cy="2160"/>
            </a:xfrm>
            <a:custGeom>
              <a:rect b="b" l="l" r="r" t="t"/>
              <a:pathLst>
                <a:path extrusionOk="0" h="6" w="13">
                  <a:moveTo>
                    <a:pt x="12" y="5"/>
                  </a:moveTo>
                  <a:lnTo>
                    <a:pt x="9" y="0"/>
                  </a:lnTo>
                  <a:cubicBezTo>
                    <a:pt x="6" y="1"/>
                    <a:pt x="3" y="1"/>
                    <a:pt x="0" y="2"/>
                  </a:cubicBezTo>
                  <a:cubicBezTo>
                    <a:pt x="4" y="3"/>
                    <a:pt x="8" y="3"/>
                    <a:pt x="1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35"/>
            <p:cNvSpPr/>
            <p:nvPr/>
          </p:nvSpPr>
          <p:spPr>
            <a:xfrm>
              <a:off x="3021845" y="-707975"/>
              <a:ext cx="13680" cy="7200"/>
            </a:xfrm>
            <a:custGeom>
              <a:rect b="b" l="l" r="r" t="t"/>
              <a:pathLst>
                <a:path extrusionOk="0" h="20" w="38">
                  <a:moveTo>
                    <a:pt x="32" y="3"/>
                  </a:moveTo>
                  <a:cubicBezTo>
                    <a:pt x="28" y="1"/>
                    <a:pt x="24" y="1"/>
                    <a:pt x="20" y="0"/>
                  </a:cubicBezTo>
                  <a:cubicBezTo>
                    <a:pt x="19" y="0"/>
                    <a:pt x="18" y="1"/>
                    <a:pt x="17" y="1"/>
                  </a:cubicBezTo>
                  <a:lnTo>
                    <a:pt x="16" y="2"/>
                  </a:lnTo>
                  <a:cubicBezTo>
                    <a:pt x="16" y="2"/>
                    <a:pt x="15" y="2"/>
                    <a:pt x="14" y="2"/>
                  </a:cubicBezTo>
                  <a:lnTo>
                    <a:pt x="13" y="2"/>
                  </a:lnTo>
                  <a:lnTo>
                    <a:pt x="12" y="1"/>
                  </a:lnTo>
                  <a:lnTo>
                    <a:pt x="12" y="0"/>
                  </a:lnTo>
                  <a:lnTo>
                    <a:pt x="11" y="0"/>
                  </a:lnTo>
                  <a:cubicBezTo>
                    <a:pt x="9" y="0"/>
                    <a:pt x="8" y="0"/>
                    <a:pt x="6" y="1"/>
                  </a:cubicBezTo>
                  <a:cubicBezTo>
                    <a:pt x="4" y="2"/>
                    <a:pt x="3" y="4"/>
                    <a:pt x="2" y="5"/>
                  </a:cubicBezTo>
                  <a:cubicBezTo>
                    <a:pt x="2" y="7"/>
                    <a:pt x="3" y="9"/>
                    <a:pt x="4" y="11"/>
                  </a:cubicBezTo>
                  <a:cubicBezTo>
                    <a:pt x="4" y="12"/>
                    <a:pt x="4" y="12"/>
                    <a:pt x="5" y="13"/>
                  </a:cubicBezTo>
                  <a:cubicBezTo>
                    <a:pt x="4" y="12"/>
                    <a:pt x="3" y="11"/>
                    <a:pt x="2" y="10"/>
                  </a:cubicBezTo>
                  <a:cubicBezTo>
                    <a:pt x="1" y="10"/>
                    <a:pt x="1" y="10"/>
                    <a:pt x="0" y="10"/>
                  </a:cubicBezTo>
                  <a:lnTo>
                    <a:pt x="0" y="11"/>
                  </a:lnTo>
                  <a:cubicBezTo>
                    <a:pt x="0" y="14"/>
                    <a:pt x="1" y="16"/>
                    <a:pt x="2" y="18"/>
                  </a:cubicBezTo>
                  <a:lnTo>
                    <a:pt x="3" y="19"/>
                  </a:lnTo>
                  <a:cubicBezTo>
                    <a:pt x="15" y="19"/>
                    <a:pt x="27" y="16"/>
                    <a:pt x="37" y="10"/>
                  </a:cubicBezTo>
                  <a:cubicBezTo>
                    <a:pt x="37" y="9"/>
                    <a:pt x="36" y="8"/>
                    <a:pt x="36" y="7"/>
                  </a:cubicBezTo>
                  <a:lnTo>
                    <a:pt x="35" y="6"/>
                  </a:lnTo>
                  <a:lnTo>
                    <a:pt x="3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35"/>
            <p:cNvSpPr/>
            <p:nvPr/>
          </p:nvSpPr>
          <p:spPr>
            <a:xfrm>
              <a:off x="3026165" y="-711935"/>
              <a:ext cx="6840" cy="3960"/>
            </a:xfrm>
            <a:custGeom>
              <a:rect b="b" l="l" r="r" t="t"/>
              <a:pathLst>
                <a:path extrusionOk="0" h="11" w="19">
                  <a:moveTo>
                    <a:pt x="6" y="0"/>
                  </a:moveTo>
                  <a:lnTo>
                    <a:pt x="1" y="2"/>
                  </a:lnTo>
                  <a:lnTo>
                    <a:pt x="1" y="3"/>
                  </a:lnTo>
                  <a:cubicBezTo>
                    <a:pt x="0" y="4"/>
                    <a:pt x="0" y="5"/>
                    <a:pt x="0" y="6"/>
                  </a:cubicBezTo>
                  <a:cubicBezTo>
                    <a:pt x="0" y="7"/>
                    <a:pt x="0" y="8"/>
                    <a:pt x="1" y="8"/>
                  </a:cubicBezTo>
                  <a:lnTo>
                    <a:pt x="1" y="10"/>
                  </a:lnTo>
                  <a:lnTo>
                    <a:pt x="9" y="10"/>
                  </a:lnTo>
                  <a:cubicBezTo>
                    <a:pt x="12" y="9"/>
                    <a:pt x="15" y="9"/>
                    <a:pt x="18" y="8"/>
                  </a:cubicBezTo>
                  <a:lnTo>
                    <a:pt x="15" y="4"/>
                  </a:lnTo>
                  <a:cubicBezTo>
                    <a:pt x="14" y="3"/>
                    <a:pt x="13" y="3"/>
                    <a:pt x="12" y="2"/>
                  </a:cubicBezTo>
                  <a:cubicBezTo>
                    <a:pt x="10" y="1"/>
                    <a:pt x="8"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35"/>
            <p:cNvSpPr/>
            <p:nvPr/>
          </p:nvSpPr>
          <p:spPr>
            <a:xfrm>
              <a:off x="3026165" y="-708335"/>
              <a:ext cx="3240" cy="1080"/>
            </a:xfrm>
            <a:custGeom>
              <a:rect b="b" l="l" r="r" t="t"/>
              <a:pathLst>
                <a:path extrusionOk="0" h="3" w="9">
                  <a:moveTo>
                    <a:pt x="0" y="1"/>
                  </a:moveTo>
                  <a:cubicBezTo>
                    <a:pt x="0" y="2"/>
                    <a:pt x="1" y="2"/>
                    <a:pt x="1" y="2"/>
                  </a:cubicBezTo>
                  <a:lnTo>
                    <a:pt x="2" y="2"/>
                  </a:lnTo>
                  <a:cubicBezTo>
                    <a:pt x="3" y="2"/>
                    <a:pt x="4" y="2"/>
                    <a:pt x="4" y="2"/>
                  </a:cubicBezTo>
                  <a:cubicBezTo>
                    <a:pt x="4" y="2"/>
                    <a:pt x="5" y="2"/>
                    <a:pt x="5" y="1"/>
                  </a:cubicBezTo>
                  <a:cubicBezTo>
                    <a:pt x="6" y="1"/>
                    <a:pt x="7" y="0"/>
                    <a:pt x="8"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35"/>
            <p:cNvSpPr/>
            <p:nvPr/>
          </p:nvSpPr>
          <p:spPr>
            <a:xfrm>
              <a:off x="3009605" y="-728495"/>
              <a:ext cx="28080" cy="21240"/>
            </a:xfrm>
            <a:custGeom>
              <a:rect b="b" l="l" r="r" t="t"/>
              <a:pathLst>
                <a:path extrusionOk="0" h="59" w="78">
                  <a:moveTo>
                    <a:pt x="1" y="58"/>
                  </a:moveTo>
                  <a:cubicBezTo>
                    <a:pt x="13" y="57"/>
                    <a:pt x="26" y="54"/>
                    <a:pt x="39" y="51"/>
                  </a:cubicBezTo>
                  <a:cubicBezTo>
                    <a:pt x="40" y="50"/>
                    <a:pt x="41" y="49"/>
                    <a:pt x="42" y="48"/>
                  </a:cubicBezTo>
                  <a:cubicBezTo>
                    <a:pt x="44" y="47"/>
                    <a:pt x="46" y="46"/>
                    <a:pt x="48" y="46"/>
                  </a:cubicBezTo>
                  <a:cubicBezTo>
                    <a:pt x="57" y="34"/>
                    <a:pt x="65" y="22"/>
                    <a:pt x="73" y="9"/>
                  </a:cubicBezTo>
                  <a:cubicBezTo>
                    <a:pt x="74" y="6"/>
                    <a:pt x="75" y="4"/>
                    <a:pt x="77" y="2"/>
                  </a:cubicBezTo>
                  <a:lnTo>
                    <a:pt x="73" y="0"/>
                  </a:lnTo>
                  <a:cubicBezTo>
                    <a:pt x="58" y="14"/>
                    <a:pt x="42" y="25"/>
                    <a:pt x="25" y="35"/>
                  </a:cubicBezTo>
                  <a:cubicBezTo>
                    <a:pt x="19" y="39"/>
                    <a:pt x="13" y="42"/>
                    <a:pt x="6" y="45"/>
                  </a:cubicBezTo>
                  <a:cubicBezTo>
                    <a:pt x="4" y="46"/>
                    <a:pt x="3" y="48"/>
                    <a:pt x="2" y="49"/>
                  </a:cubicBezTo>
                  <a:cubicBezTo>
                    <a:pt x="1" y="51"/>
                    <a:pt x="0" y="54"/>
                    <a:pt x="0" y="56"/>
                  </a:cubicBezTo>
                  <a:cubicBezTo>
                    <a:pt x="0" y="56"/>
                    <a:pt x="0" y="57"/>
                    <a:pt x="1"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35"/>
            <p:cNvSpPr/>
            <p:nvPr/>
          </p:nvSpPr>
          <p:spPr>
            <a:xfrm>
              <a:off x="3026885" y="-727775"/>
              <a:ext cx="15120" cy="16200"/>
            </a:xfrm>
            <a:custGeom>
              <a:rect b="b" l="l" r="r" t="t"/>
              <a:pathLst>
                <a:path extrusionOk="0" h="45" w="42">
                  <a:moveTo>
                    <a:pt x="4" y="44"/>
                  </a:moveTo>
                  <a:cubicBezTo>
                    <a:pt x="11" y="42"/>
                    <a:pt x="18" y="39"/>
                    <a:pt x="24" y="35"/>
                  </a:cubicBezTo>
                  <a:cubicBezTo>
                    <a:pt x="27" y="33"/>
                    <a:pt x="30" y="31"/>
                    <a:pt x="34" y="29"/>
                  </a:cubicBezTo>
                  <a:cubicBezTo>
                    <a:pt x="36" y="27"/>
                    <a:pt x="37" y="26"/>
                    <a:pt x="38" y="24"/>
                  </a:cubicBezTo>
                  <a:cubicBezTo>
                    <a:pt x="40" y="21"/>
                    <a:pt x="41" y="17"/>
                    <a:pt x="41" y="15"/>
                  </a:cubicBezTo>
                  <a:cubicBezTo>
                    <a:pt x="41" y="12"/>
                    <a:pt x="40" y="10"/>
                    <a:pt x="38" y="7"/>
                  </a:cubicBezTo>
                  <a:cubicBezTo>
                    <a:pt x="36" y="4"/>
                    <a:pt x="35" y="3"/>
                    <a:pt x="32" y="1"/>
                  </a:cubicBezTo>
                  <a:cubicBezTo>
                    <a:pt x="31" y="1"/>
                    <a:pt x="30" y="0"/>
                    <a:pt x="29" y="0"/>
                  </a:cubicBezTo>
                  <a:cubicBezTo>
                    <a:pt x="28" y="2"/>
                    <a:pt x="27" y="4"/>
                    <a:pt x="25" y="7"/>
                  </a:cubicBezTo>
                  <a:cubicBezTo>
                    <a:pt x="18" y="20"/>
                    <a:pt x="9" y="32"/>
                    <a:pt x="0" y="44"/>
                  </a:cubicBezTo>
                  <a:cubicBezTo>
                    <a:pt x="1" y="44"/>
                    <a:pt x="1" y="44"/>
                    <a:pt x="2" y="44"/>
                  </a:cubicBezTo>
                  <a:cubicBezTo>
                    <a:pt x="2" y="44"/>
                    <a:pt x="3" y="44"/>
                    <a:pt x="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35"/>
            <p:cNvSpPr/>
            <p:nvPr/>
          </p:nvSpPr>
          <p:spPr>
            <a:xfrm>
              <a:off x="3023645" y="-711935"/>
              <a:ext cx="3600" cy="2160"/>
            </a:xfrm>
            <a:custGeom>
              <a:rect b="b" l="l" r="r" t="t"/>
              <a:pathLst>
                <a:path extrusionOk="0" h="6" w="10">
                  <a:moveTo>
                    <a:pt x="9" y="0"/>
                  </a:moveTo>
                  <a:cubicBezTo>
                    <a:pt x="7" y="0"/>
                    <a:pt x="5" y="1"/>
                    <a:pt x="3" y="2"/>
                  </a:cubicBezTo>
                  <a:cubicBezTo>
                    <a:pt x="2" y="3"/>
                    <a:pt x="1" y="4"/>
                    <a:pt x="0" y="5"/>
                  </a:cubicBezTo>
                  <a:lnTo>
                    <a:pt x="8" y="2"/>
                  </a:ln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35"/>
            <p:cNvSpPr/>
            <p:nvPr/>
          </p:nvSpPr>
          <p:spPr>
            <a:xfrm>
              <a:off x="3026525" y="-711935"/>
              <a:ext cx="2160" cy="1080"/>
            </a:xfrm>
            <a:custGeom>
              <a:rect b="b" l="l" r="r" t="t"/>
              <a:pathLst>
                <a:path extrusionOk="0" h="3" w="6">
                  <a:moveTo>
                    <a:pt x="5" y="0"/>
                  </a:moveTo>
                  <a:cubicBezTo>
                    <a:pt x="5" y="0"/>
                    <a:pt x="4" y="0"/>
                    <a:pt x="3" y="0"/>
                  </a:cubicBezTo>
                  <a:cubicBezTo>
                    <a:pt x="3" y="0"/>
                    <a:pt x="2" y="0"/>
                    <a:pt x="1" y="0"/>
                  </a:cubicBezTo>
                  <a:lnTo>
                    <a:pt x="0" y="2"/>
                  </a:ln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35"/>
            <p:cNvSpPr/>
            <p:nvPr/>
          </p:nvSpPr>
          <p:spPr>
            <a:xfrm>
              <a:off x="3019685" y="-741455"/>
              <a:ext cx="25200" cy="3960"/>
            </a:xfrm>
            <a:custGeom>
              <a:rect b="b" l="l" r="r" t="t"/>
              <a:pathLst>
                <a:path extrusionOk="0" h="11" w="70">
                  <a:moveTo>
                    <a:pt x="64" y="9"/>
                  </a:moveTo>
                  <a:lnTo>
                    <a:pt x="69" y="0"/>
                  </a:lnTo>
                  <a:cubicBezTo>
                    <a:pt x="46" y="2"/>
                    <a:pt x="23" y="6"/>
                    <a:pt x="0" y="9"/>
                  </a:cubicBezTo>
                  <a:cubicBezTo>
                    <a:pt x="9" y="10"/>
                    <a:pt x="18" y="10"/>
                    <a:pt x="26" y="10"/>
                  </a:cubicBezTo>
                  <a:cubicBezTo>
                    <a:pt x="39" y="10"/>
                    <a:pt x="52" y="9"/>
                    <a:pt x="6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35"/>
            <p:cNvSpPr/>
            <p:nvPr/>
          </p:nvSpPr>
          <p:spPr>
            <a:xfrm>
              <a:off x="3050645" y="-739295"/>
              <a:ext cx="7920" cy="8640"/>
            </a:xfrm>
            <a:custGeom>
              <a:rect b="b" l="l" r="r" t="t"/>
              <a:pathLst>
                <a:path extrusionOk="0" h="24" w="22">
                  <a:moveTo>
                    <a:pt x="0" y="23"/>
                  </a:moveTo>
                  <a:lnTo>
                    <a:pt x="7" y="23"/>
                  </a:lnTo>
                  <a:cubicBezTo>
                    <a:pt x="19" y="22"/>
                    <a:pt x="21" y="8"/>
                    <a:pt x="16" y="0"/>
                  </a:cubicBezTo>
                  <a:lnTo>
                    <a:pt x="16" y="1"/>
                  </a:lnTo>
                  <a:cubicBezTo>
                    <a:pt x="12" y="7"/>
                    <a:pt x="8" y="13"/>
                    <a:pt x="3" y="19"/>
                  </a:cubicBezTo>
                  <a:lnTo>
                    <a:pt x="0"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35"/>
            <p:cNvSpPr/>
            <p:nvPr/>
          </p:nvSpPr>
          <p:spPr>
            <a:xfrm>
              <a:off x="3037685" y="-732095"/>
              <a:ext cx="2520" cy="2880"/>
            </a:xfrm>
            <a:custGeom>
              <a:rect b="b" l="l" r="r" t="t"/>
              <a:pathLst>
                <a:path extrusionOk="0" h="8" w="7">
                  <a:moveTo>
                    <a:pt x="6" y="0"/>
                  </a:moveTo>
                  <a:cubicBezTo>
                    <a:pt x="4" y="2"/>
                    <a:pt x="2" y="4"/>
                    <a:pt x="0" y="7"/>
                  </a:cubicBezTo>
                  <a:lnTo>
                    <a:pt x="2" y="7"/>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35"/>
            <p:cNvSpPr/>
            <p:nvPr/>
          </p:nvSpPr>
          <p:spPr>
            <a:xfrm>
              <a:off x="3038405" y="-742175"/>
              <a:ext cx="18720" cy="12960"/>
            </a:xfrm>
            <a:custGeom>
              <a:rect b="b" l="l" r="r" t="t"/>
              <a:pathLst>
                <a:path extrusionOk="0" h="36" w="52">
                  <a:moveTo>
                    <a:pt x="39" y="0"/>
                  </a:moveTo>
                  <a:cubicBezTo>
                    <a:pt x="31" y="0"/>
                    <a:pt x="24" y="0"/>
                    <a:pt x="17" y="2"/>
                  </a:cubicBezTo>
                  <a:lnTo>
                    <a:pt x="12" y="11"/>
                  </a:lnTo>
                  <a:lnTo>
                    <a:pt x="15" y="11"/>
                  </a:lnTo>
                  <a:cubicBezTo>
                    <a:pt x="14" y="13"/>
                    <a:pt x="13" y="15"/>
                    <a:pt x="12" y="17"/>
                  </a:cubicBezTo>
                  <a:cubicBezTo>
                    <a:pt x="10" y="21"/>
                    <a:pt x="7" y="25"/>
                    <a:pt x="4" y="28"/>
                  </a:cubicBezTo>
                  <a:lnTo>
                    <a:pt x="0" y="35"/>
                  </a:lnTo>
                  <a:lnTo>
                    <a:pt x="34" y="31"/>
                  </a:lnTo>
                  <a:lnTo>
                    <a:pt x="38" y="26"/>
                  </a:lnTo>
                  <a:cubicBezTo>
                    <a:pt x="42" y="20"/>
                    <a:pt x="46" y="14"/>
                    <a:pt x="50" y="7"/>
                  </a:cubicBezTo>
                  <a:cubicBezTo>
                    <a:pt x="50" y="7"/>
                    <a:pt x="51" y="7"/>
                    <a:pt x="51" y="6"/>
                  </a:cubicBezTo>
                  <a:cubicBezTo>
                    <a:pt x="50" y="4"/>
                    <a:pt x="48" y="3"/>
                    <a:pt x="46" y="2"/>
                  </a:cubicBezTo>
                  <a:cubicBezTo>
                    <a:pt x="44" y="1"/>
                    <a:pt x="42" y="0"/>
                    <a:pt x="40" y="0"/>
                  </a:cubicBezTo>
                  <a:lnTo>
                    <a:pt x="3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2" name="Shape 3762"/>
        <p:cNvGrpSpPr/>
        <p:nvPr/>
      </p:nvGrpSpPr>
      <p:grpSpPr>
        <a:xfrm>
          <a:off x="0" y="0"/>
          <a:ext cx="0" cy="0"/>
          <a:chOff x="0" y="0"/>
          <a:chExt cx="0" cy="0"/>
        </a:xfrm>
      </p:grpSpPr>
      <p:sp>
        <p:nvSpPr>
          <p:cNvPr id="3763" name="Google Shape;376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764" name="Google Shape;3764;p36"/>
          <p:cNvSpPr txBox="1"/>
          <p:nvPr>
            <p:ph idx="1" type="subTitle"/>
          </p:nvPr>
        </p:nvSpPr>
        <p:spPr>
          <a:xfrm>
            <a:off x="720000" y="17101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customer data management and</a:t>
            </a:r>
            <a:endParaRPr/>
          </a:p>
          <a:p>
            <a:pPr indent="0" lvl="0" marL="0" rtl="0" algn="l">
              <a:spcBef>
                <a:spcPts val="0"/>
              </a:spcBef>
              <a:spcAft>
                <a:spcPts val="0"/>
              </a:spcAft>
              <a:buNone/>
            </a:pPr>
            <a:r>
              <a:rPr lang="en"/>
              <a:t>sales tracking</a:t>
            </a:r>
            <a:endParaRPr/>
          </a:p>
        </p:txBody>
      </p:sp>
      <p:sp>
        <p:nvSpPr>
          <p:cNvPr id="3765" name="Google Shape;3765;p36"/>
          <p:cNvSpPr txBox="1"/>
          <p:nvPr>
            <p:ph idx="2" type="subTitle"/>
          </p:nvPr>
        </p:nvSpPr>
        <p:spPr>
          <a:xfrm>
            <a:off x="3455250" y="17101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3766" name="Google Shape;3766;p36"/>
          <p:cNvSpPr txBox="1"/>
          <p:nvPr>
            <p:ph idx="3" type="subTitle"/>
          </p:nvPr>
        </p:nvSpPr>
        <p:spPr>
          <a:xfrm>
            <a:off x="720000" y="3440454"/>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certain revenue streams</a:t>
            </a:r>
            <a:endParaRPr/>
          </a:p>
        </p:txBody>
      </p:sp>
      <p:sp>
        <p:nvSpPr>
          <p:cNvPr id="3767" name="Google Shape;3767;p36"/>
          <p:cNvSpPr txBox="1"/>
          <p:nvPr>
            <p:ph idx="4" type="subTitle"/>
          </p:nvPr>
        </p:nvSpPr>
        <p:spPr>
          <a:xfrm>
            <a:off x="3455250" y="3440454"/>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some expenses</a:t>
            </a:r>
            <a:endParaRPr/>
          </a:p>
        </p:txBody>
      </p:sp>
      <p:sp>
        <p:nvSpPr>
          <p:cNvPr id="3768" name="Google Shape;3768;p36"/>
          <p:cNvSpPr txBox="1"/>
          <p:nvPr>
            <p:ph idx="7" type="subTitle"/>
          </p:nvPr>
        </p:nvSpPr>
        <p:spPr>
          <a:xfrm>
            <a:off x="720000" y="1336275"/>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3769" name="Google Shape;3769;p36"/>
          <p:cNvSpPr txBox="1"/>
          <p:nvPr>
            <p:ph idx="8" type="subTitle"/>
          </p:nvPr>
        </p:nvSpPr>
        <p:spPr>
          <a:xfrm>
            <a:off x="3455250" y="1336275"/>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3770" name="Google Shape;3770;p36"/>
          <p:cNvSpPr txBox="1"/>
          <p:nvPr>
            <p:ph idx="9" type="subTitle"/>
          </p:nvPr>
        </p:nvSpPr>
        <p:spPr>
          <a:xfrm>
            <a:off x="6190500" y="1336275"/>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3771" name="Google Shape;3771;p36"/>
          <p:cNvSpPr txBox="1"/>
          <p:nvPr>
            <p:ph idx="5" type="subTitle"/>
          </p:nvPr>
        </p:nvSpPr>
        <p:spPr>
          <a:xfrm>
            <a:off x="6190500" y="17101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3772" name="Google Shape;3772;p36"/>
          <p:cNvSpPr txBox="1"/>
          <p:nvPr>
            <p:ph idx="6" type="subTitle"/>
          </p:nvPr>
        </p:nvSpPr>
        <p:spPr>
          <a:xfrm>
            <a:off x="6190500" y="3440454"/>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3773" name="Google Shape;3773;p36"/>
          <p:cNvSpPr txBox="1"/>
          <p:nvPr>
            <p:ph idx="13" type="subTitle"/>
          </p:nvPr>
        </p:nvSpPr>
        <p:spPr>
          <a:xfrm>
            <a:off x="720000" y="3063351"/>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3774" name="Google Shape;3774;p36"/>
          <p:cNvSpPr txBox="1"/>
          <p:nvPr>
            <p:ph idx="14" type="subTitle"/>
          </p:nvPr>
        </p:nvSpPr>
        <p:spPr>
          <a:xfrm>
            <a:off x="3455250" y="3063356"/>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3775" name="Google Shape;3775;p36"/>
          <p:cNvSpPr txBox="1"/>
          <p:nvPr>
            <p:ph idx="15" type="subTitle"/>
          </p:nvPr>
        </p:nvSpPr>
        <p:spPr>
          <a:xfrm>
            <a:off x="6190500" y="3063356"/>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9" name="Shape 3779"/>
        <p:cNvGrpSpPr/>
        <p:nvPr/>
      </p:nvGrpSpPr>
      <p:grpSpPr>
        <a:xfrm>
          <a:off x="0" y="0"/>
          <a:ext cx="0" cy="0"/>
          <a:chOff x="0" y="0"/>
          <a:chExt cx="0" cy="0"/>
        </a:xfrm>
      </p:grpSpPr>
      <p:sp>
        <p:nvSpPr>
          <p:cNvPr id="3780" name="Google Shape;3780;p37"/>
          <p:cNvSpPr txBox="1"/>
          <p:nvPr>
            <p:ph idx="1" type="subTitle"/>
          </p:nvPr>
        </p:nvSpPr>
        <p:spPr>
          <a:xfrm>
            <a:off x="713225" y="2810362"/>
            <a:ext cx="3492600" cy="3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Break-even point </a:t>
            </a:r>
            <a:endParaRPr/>
          </a:p>
        </p:txBody>
      </p:sp>
      <p:sp>
        <p:nvSpPr>
          <p:cNvPr id="3781" name="Google Shape;3781;p37"/>
          <p:cNvSpPr txBox="1"/>
          <p:nvPr>
            <p:ph type="title"/>
          </p:nvPr>
        </p:nvSpPr>
        <p:spPr>
          <a:xfrm>
            <a:off x="713213" y="1975238"/>
            <a:ext cx="34926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200 units</a:t>
            </a:r>
            <a:endParaRPr/>
          </a:p>
        </p:txBody>
      </p:sp>
      <p:sp>
        <p:nvSpPr>
          <p:cNvPr id="3782" name="Google Shape;3782;p37"/>
          <p:cNvSpPr txBox="1"/>
          <p:nvPr>
            <p:ph idx="2" type="title"/>
          </p:nvPr>
        </p:nvSpPr>
        <p:spPr>
          <a:xfrm>
            <a:off x="713225" y="539495"/>
            <a:ext cx="34926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$500,000</a:t>
            </a:r>
            <a:endParaRPr/>
          </a:p>
        </p:txBody>
      </p:sp>
      <p:sp>
        <p:nvSpPr>
          <p:cNvPr id="3783" name="Google Shape;3783;p37"/>
          <p:cNvSpPr txBox="1"/>
          <p:nvPr>
            <p:ph idx="3" type="subTitle"/>
          </p:nvPr>
        </p:nvSpPr>
        <p:spPr>
          <a:xfrm>
            <a:off x="713225" y="1374606"/>
            <a:ext cx="3492600" cy="3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Net profit of the project</a:t>
            </a:r>
            <a:endParaRPr/>
          </a:p>
        </p:txBody>
      </p:sp>
      <p:sp>
        <p:nvSpPr>
          <p:cNvPr id="3784" name="Google Shape;3784;p37"/>
          <p:cNvSpPr txBox="1"/>
          <p:nvPr>
            <p:ph idx="4" type="title"/>
          </p:nvPr>
        </p:nvSpPr>
        <p:spPr>
          <a:xfrm>
            <a:off x="713213" y="3410981"/>
            <a:ext cx="34926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25%</a:t>
            </a:r>
            <a:endParaRPr/>
          </a:p>
        </p:txBody>
      </p:sp>
      <p:sp>
        <p:nvSpPr>
          <p:cNvPr id="3785" name="Google Shape;3785;p37"/>
          <p:cNvSpPr txBox="1"/>
          <p:nvPr>
            <p:ph idx="5" type="subTitle"/>
          </p:nvPr>
        </p:nvSpPr>
        <p:spPr>
          <a:xfrm>
            <a:off x="713225" y="4246105"/>
            <a:ext cx="3492600" cy="3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share in the industry</a:t>
            </a:r>
            <a:endParaRPr/>
          </a:p>
        </p:txBody>
      </p:sp>
      <p:grpSp>
        <p:nvGrpSpPr>
          <p:cNvPr id="3786" name="Google Shape;3786;p37"/>
          <p:cNvGrpSpPr/>
          <p:nvPr/>
        </p:nvGrpSpPr>
        <p:grpSpPr>
          <a:xfrm>
            <a:off x="5442626" y="3486678"/>
            <a:ext cx="1309337" cy="1938454"/>
            <a:chOff x="19286235" y="1778760"/>
            <a:chExt cx="1137960" cy="1684440"/>
          </a:xfrm>
        </p:grpSpPr>
        <p:sp>
          <p:nvSpPr>
            <p:cNvPr id="3787" name="Google Shape;3787;p37"/>
            <p:cNvSpPr/>
            <p:nvPr/>
          </p:nvSpPr>
          <p:spPr>
            <a:xfrm>
              <a:off x="19608435" y="2363400"/>
              <a:ext cx="22320" cy="5040"/>
            </a:xfrm>
            <a:custGeom>
              <a:rect b="b" l="l" r="r" t="t"/>
              <a:pathLst>
                <a:path extrusionOk="0" h="14" w="62">
                  <a:moveTo>
                    <a:pt x="38" y="0"/>
                  </a:moveTo>
                  <a:cubicBezTo>
                    <a:pt x="27" y="0"/>
                    <a:pt x="15" y="1"/>
                    <a:pt x="4" y="3"/>
                  </a:cubicBezTo>
                  <a:cubicBezTo>
                    <a:pt x="3" y="3"/>
                    <a:pt x="2" y="3"/>
                    <a:pt x="2" y="3"/>
                  </a:cubicBezTo>
                  <a:lnTo>
                    <a:pt x="1" y="4"/>
                  </a:lnTo>
                  <a:cubicBezTo>
                    <a:pt x="1" y="5"/>
                    <a:pt x="0" y="5"/>
                    <a:pt x="0" y="6"/>
                  </a:cubicBezTo>
                  <a:cubicBezTo>
                    <a:pt x="0" y="6"/>
                    <a:pt x="1" y="7"/>
                    <a:pt x="1" y="8"/>
                  </a:cubicBezTo>
                  <a:cubicBezTo>
                    <a:pt x="1" y="8"/>
                    <a:pt x="2" y="8"/>
                    <a:pt x="2" y="9"/>
                  </a:cubicBezTo>
                  <a:cubicBezTo>
                    <a:pt x="2" y="9"/>
                    <a:pt x="3" y="9"/>
                    <a:pt x="4" y="9"/>
                  </a:cubicBezTo>
                  <a:cubicBezTo>
                    <a:pt x="13" y="11"/>
                    <a:pt x="23" y="12"/>
                    <a:pt x="33" y="12"/>
                  </a:cubicBezTo>
                  <a:cubicBezTo>
                    <a:pt x="36" y="13"/>
                    <a:pt x="39" y="13"/>
                    <a:pt x="41" y="13"/>
                  </a:cubicBezTo>
                  <a:cubicBezTo>
                    <a:pt x="48" y="13"/>
                    <a:pt x="54" y="11"/>
                    <a:pt x="60" y="8"/>
                  </a:cubicBezTo>
                  <a:cubicBezTo>
                    <a:pt x="61" y="8"/>
                    <a:pt x="61" y="8"/>
                    <a:pt x="61" y="8"/>
                  </a:cubicBezTo>
                  <a:cubicBezTo>
                    <a:pt x="61" y="7"/>
                    <a:pt x="61" y="7"/>
                    <a:pt x="61" y="6"/>
                  </a:cubicBezTo>
                  <a:lnTo>
                    <a:pt x="61" y="5"/>
                  </a:lnTo>
                  <a:cubicBezTo>
                    <a:pt x="61" y="5"/>
                    <a:pt x="61" y="4"/>
                    <a:pt x="60" y="4"/>
                  </a:cubicBezTo>
                  <a:cubicBezTo>
                    <a:pt x="55" y="1"/>
                    <a:pt x="49" y="0"/>
                    <a:pt x="43" y="0"/>
                  </a:cubicBezTo>
                  <a:cubicBezTo>
                    <a:pt x="41" y="0"/>
                    <a:pt x="40" y="0"/>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37"/>
            <p:cNvSpPr/>
            <p:nvPr/>
          </p:nvSpPr>
          <p:spPr>
            <a:xfrm>
              <a:off x="19420155" y="2768760"/>
              <a:ext cx="421200" cy="191520"/>
            </a:xfrm>
            <a:custGeom>
              <a:rect b="b" l="l" r="r" t="t"/>
              <a:pathLst>
                <a:path extrusionOk="0" h="532" w="1170">
                  <a:moveTo>
                    <a:pt x="1166" y="512"/>
                  </a:moveTo>
                  <a:cubicBezTo>
                    <a:pt x="1116" y="504"/>
                    <a:pt x="1066" y="511"/>
                    <a:pt x="1016" y="501"/>
                  </a:cubicBezTo>
                  <a:cubicBezTo>
                    <a:pt x="965" y="492"/>
                    <a:pt x="916" y="495"/>
                    <a:pt x="867" y="489"/>
                  </a:cubicBezTo>
                  <a:lnTo>
                    <a:pt x="836" y="486"/>
                  </a:lnTo>
                  <a:cubicBezTo>
                    <a:pt x="836" y="433"/>
                    <a:pt x="844" y="381"/>
                    <a:pt x="841" y="328"/>
                  </a:cubicBezTo>
                  <a:cubicBezTo>
                    <a:pt x="837" y="276"/>
                    <a:pt x="838" y="217"/>
                    <a:pt x="837" y="161"/>
                  </a:cubicBezTo>
                  <a:cubicBezTo>
                    <a:pt x="837" y="158"/>
                    <a:pt x="831" y="159"/>
                    <a:pt x="831" y="161"/>
                  </a:cubicBezTo>
                  <a:cubicBezTo>
                    <a:pt x="829" y="269"/>
                    <a:pt x="807" y="374"/>
                    <a:pt x="805" y="482"/>
                  </a:cubicBezTo>
                  <a:cubicBezTo>
                    <a:pt x="777" y="478"/>
                    <a:pt x="750" y="475"/>
                    <a:pt x="722" y="473"/>
                  </a:cubicBezTo>
                  <a:cubicBezTo>
                    <a:pt x="707" y="469"/>
                    <a:pt x="693" y="466"/>
                    <a:pt x="680" y="464"/>
                  </a:cubicBezTo>
                  <a:cubicBezTo>
                    <a:pt x="645" y="459"/>
                    <a:pt x="610" y="456"/>
                    <a:pt x="575" y="455"/>
                  </a:cubicBezTo>
                  <a:cubicBezTo>
                    <a:pt x="574" y="435"/>
                    <a:pt x="571" y="415"/>
                    <a:pt x="566" y="395"/>
                  </a:cubicBezTo>
                  <a:cubicBezTo>
                    <a:pt x="565" y="389"/>
                    <a:pt x="558" y="391"/>
                    <a:pt x="557" y="395"/>
                  </a:cubicBezTo>
                  <a:cubicBezTo>
                    <a:pt x="553" y="414"/>
                    <a:pt x="550" y="434"/>
                    <a:pt x="549" y="454"/>
                  </a:cubicBezTo>
                  <a:cubicBezTo>
                    <a:pt x="549" y="375"/>
                    <a:pt x="553" y="296"/>
                    <a:pt x="549" y="216"/>
                  </a:cubicBezTo>
                  <a:cubicBezTo>
                    <a:pt x="549" y="212"/>
                    <a:pt x="541" y="211"/>
                    <a:pt x="541" y="216"/>
                  </a:cubicBezTo>
                  <a:cubicBezTo>
                    <a:pt x="537" y="295"/>
                    <a:pt x="528" y="373"/>
                    <a:pt x="528" y="452"/>
                  </a:cubicBezTo>
                  <a:lnTo>
                    <a:pt x="493" y="444"/>
                  </a:lnTo>
                  <a:cubicBezTo>
                    <a:pt x="496" y="429"/>
                    <a:pt x="497" y="413"/>
                    <a:pt x="497" y="397"/>
                  </a:cubicBezTo>
                  <a:cubicBezTo>
                    <a:pt x="497" y="377"/>
                    <a:pt x="495" y="357"/>
                    <a:pt x="490" y="338"/>
                  </a:cubicBezTo>
                  <a:cubicBezTo>
                    <a:pt x="490" y="337"/>
                    <a:pt x="490" y="337"/>
                    <a:pt x="490" y="336"/>
                  </a:cubicBezTo>
                  <a:cubicBezTo>
                    <a:pt x="490" y="335"/>
                    <a:pt x="489" y="336"/>
                    <a:pt x="488" y="335"/>
                  </a:cubicBezTo>
                  <a:cubicBezTo>
                    <a:pt x="487" y="335"/>
                    <a:pt x="487" y="334"/>
                    <a:pt x="486" y="334"/>
                  </a:cubicBezTo>
                  <a:cubicBezTo>
                    <a:pt x="486" y="334"/>
                    <a:pt x="485" y="334"/>
                    <a:pt x="484" y="335"/>
                  </a:cubicBezTo>
                  <a:cubicBezTo>
                    <a:pt x="484" y="335"/>
                    <a:pt x="483" y="335"/>
                    <a:pt x="483" y="336"/>
                  </a:cubicBezTo>
                  <a:cubicBezTo>
                    <a:pt x="483" y="337"/>
                    <a:pt x="483" y="337"/>
                    <a:pt x="483" y="338"/>
                  </a:cubicBezTo>
                  <a:cubicBezTo>
                    <a:pt x="479" y="356"/>
                    <a:pt x="477" y="375"/>
                    <a:pt x="476" y="393"/>
                  </a:cubicBezTo>
                  <a:cubicBezTo>
                    <a:pt x="476" y="400"/>
                    <a:pt x="472" y="408"/>
                    <a:pt x="471" y="415"/>
                  </a:cubicBezTo>
                  <a:cubicBezTo>
                    <a:pt x="470" y="423"/>
                    <a:pt x="469" y="431"/>
                    <a:pt x="467" y="439"/>
                  </a:cubicBezTo>
                  <a:cubicBezTo>
                    <a:pt x="457" y="437"/>
                    <a:pt x="447" y="435"/>
                    <a:pt x="436" y="434"/>
                  </a:cubicBezTo>
                  <a:lnTo>
                    <a:pt x="419" y="431"/>
                  </a:lnTo>
                  <a:cubicBezTo>
                    <a:pt x="421" y="382"/>
                    <a:pt x="418" y="331"/>
                    <a:pt x="424" y="283"/>
                  </a:cubicBezTo>
                  <a:cubicBezTo>
                    <a:pt x="426" y="264"/>
                    <a:pt x="428" y="244"/>
                    <a:pt x="428" y="225"/>
                  </a:cubicBezTo>
                  <a:cubicBezTo>
                    <a:pt x="428" y="199"/>
                    <a:pt x="425" y="174"/>
                    <a:pt x="421" y="149"/>
                  </a:cubicBezTo>
                  <a:cubicBezTo>
                    <a:pt x="421" y="146"/>
                    <a:pt x="415" y="146"/>
                    <a:pt x="415" y="149"/>
                  </a:cubicBezTo>
                  <a:cubicBezTo>
                    <a:pt x="422" y="241"/>
                    <a:pt x="404" y="335"/>
                    <a:pt x="397" y="427"/>
                  </a:cubicBezTo>
                  <a:lnTo>
                    <a:pt x="383" y="424"/>
                  </a:lnTo>
                  <a:cubicBezTo>
                    <a:pt x="383" y="407"/>
                    <a:pt x="386" y="390"/>
                    <a:pt x="386" y="374"/>
                  </a:cubicBezTo>
                  <a:cubicBezTo>
                    <a:pt x="386" y="342"/>
                    <a:pt x="382" y="311"/>
                    <a:pt x="380" y="279"/>
                  </a:cubicBezTo>
                  <a:cubicBezTo>
                    <a:pt x="380" y="274"/>
                    <a:pt x="373" y="275"/>
                    <a:pt x="372" y="279"/>
                  </a:cubicBezTo>
                  <a:cubicBezTo>
                    <a:pt x="370" y="326"/>
                    <a:pt x="362" y="373"/>
                    <a:pt x="363" y="420"/>
                  </a:cubicBezTo>
                  <a:lnTo>
                    <a:pt x="338" y="415"/>
                  </a:lnTo>
                  <a:cubicBezTo>
                    <a:pt x="347" y="327"/>
                    <a:pt x="361" y="233"/>
                    <a:pt x="356" y="144"/>
                  </a:cubicBezTo>
                  <a:cubicBezTo>
                    <a:pt x="356" y="143"/>
                    <a:pt x="357" y="143"/>
                    <a:pt x="356" y="142"/>
                  </a:cubicBezTo>
                  <a:cubicBezTo>
                    <a:pt x="355" y="142"/>
                    <a:pt x="355" y="142"/>
                    <a:pt x="354" y="141"/>
                  </a:cubicBezTo>
                  <a:cubicBezTo>
                    <a:pt x="353" y="141"/>
                    <a:pt x="353" y="140"/>
                    <a:pt x="352" y="140"/>
                  </a:cubicBezTo>
                  <a:cubicBezTo>
                    <a:pt x="351" y="140"/>
                    <a:pt x="351" y="140"/>
                    <a:pt x="350" y="141"/>
                  </a:cubicBezTo>
                  <a:lnTo>
                    <a:pt x="349" y="142"/>
                  </a:lnTo>
                  <a:cubicBezTo>
                    <a:pt x="348" y="143"/>
                    <a:pt x="348" y="143"/>
                    <a:pt x="348" y="144"/>
                  </a:cubicBezTo>
                  <a:cubicBezTo>
                    <a:pt x="338" y="233"/>
                    <a:pt x="323" y="321"/>
                    <a:pt x="311" y="411"/>
                  </a:cubicBezTo>
                  <a:lnTo>
                    <a:pt x="288" y="406"/>
                  </a:lnTo>
                  <a:lnTo>
                    <a:pt x="286" y="406"/>
                  </a:lnTo>
                  <a:cubicBezTo>
                    <a:pt x="286" y="405"/>
                    <a:pt x="287" y="404"/>
                    <a:pt x="288" y="403"/>
                  </a:cubicBezTo>
                  <a:cubicBezTo>
                    <a:pt x="297" y="383"/>
                    <a:pt x="290" y="360"/>
                    <a:pt x="288" y="340"/>
                  </a:cubicBezTo>
                  <a:cubicBezTo>
                    <a:pt x="285" y="315"/>
                    <a:pt x="280" y="292"/>
                    <a:pt x="279" y="266"/>
                  </a:cubicBezTo>
                  <a:cubicBezTo>
                    <a:pt x="279" y="262"/>
                    <a:pt x="273" y="262"/>
                    <a:pt x="273" y="266"/>
                  </a:cubicBezTo>
                  <a:cubicBezTo>
                    <a:pt x="271" y="288"/>
                    <a:pt x="274" y="310"/>
                    <a:pt x="273" y="332"/>
                  </a:cubicBezTo>
                  <a:cubicBezTo>
                    <a:pt x="272" y="354"/>
                    <a:pt x="263" y="382"/>
                    <a:pt x="273" y="403"/>
                  </a:cubicBezTo>
                  <a:lnTo>
                    <a:pt x="253" y="399"/>
                  </a:lnTo>
                  <a:cubicBezTo>
                    <a:pt x="254" y="399"/>
                    <a:pt x="255" y="398"/>
                    <a:pt x="256" y="397"/>
                  </a:cubicBezTo>
                  <a:cubicBezTo>
                    <a:pt x="257" y="395"/>
                    <a:pt x="257" y="394"/>
                    <a:pt x="257" y="392"/>
                  </a:cubicBezTo>
                  <a:cubicBezTo>
                    <a:pt x="257" y="366"/>
                    <a:pt x="251" y="340"/>
                    <a:pt x="250" y="314"/>
                  </a:cubicBezTo>
                  <a:cubicBezTo>
                    <a:pt x="250" y="310"/>
                    <a:pt x="242" y="310"/>
                    <a:pt x="242" y="314"/>
                  </a:cubicBezTo>
                  <a:cubicBezTo>
                    <a:pt x="242" y="340"/>
                    <a:pt x="236" y="365"/>
                    <a:pt x="235" y="390"/>
                  </a:cubicBezTo>
                  <a:cubicBezTo>
                    <a:pt x="235" y="392"/>
                    <a:pt x="236" y="394"/>
                    <a:pt x="237" y="395"/>
                  </a:cubicBezTo>
                  <a:cubicBezTo>
                    <a:pt x="237" y="396"/>
                    <a:pt x="237" y="396"/>
                    <a:pt x="237" y="396"/>
                  </a:cubicBezTo>
                  <a:lnTo>
                    <a:pt x="212" y="391"/>
                  </a:lnTo>
                  <a:cubicBezTo>
                    <a:pt x="215" y="384"/>
                    <a:pt x="216" y="377"/>
                    <a:pt x="216" y="370"/>
                  </a:cubicBezTo>
                  <a:cubicBezTo>
                    <a:pt x="216" y="366"/>
                    <a:pt x="216" y="362"/>
                    <a:pt x="215" y="358"/>
                  </a:cubicBezTo>
                  <a:cubicBezTo>
                    <a:pt x="214" y="344"/>
                    <a:pt x="217" y="330"/>
                    <a:pt x="215" y="315"/>
                  </a:cubicBezTo>
                  <a:cubicBezTo>
                    <a:pt x="214" y="297"/>
                    <a:pt x="212" y="278"/>
                    <a:pt x="211" y="260"/>
                  </a:cubicBezTo>
                  <a:cubicBezTo>
                    <a:pt x="211" y="259"/>
                    <a:pt x="211" y="259"/>
                    <a:pt x="210" y="258"/>
                  </a:cubicBezTo>
                  <a:cubicBezTo>
                    <a:pt x="209" y="257"/>
                    <a:pt x="210" y="258"/>
                    <a:pt x="209" y="257"/>
                  </a:cubicBezTo>
                  <a:cubicBezTo>
                    <a:pt x="208" y="257"/>
                    <a:pt x="208" y="256"/>
                    <a:pt x="207" y="256"/>
                  </a:cubicBezTo>
                  <a:cubicBezTo>
                    <a:pt x="207" y="256"/>
                    <a:pt x="206" y="256"/>
                    <a:pt x="205" y="257"/>
                  </a:cubicBezTo>
                  <a:cubicBezTo>
                    <a:pt x="205" y="257"/>
                    <a:pt x="204" y="257"/>
                    <a:pt x="204" y="258"/>
                  </a:cubicBezTo>
                  <a:cubicBezTo>
                    <a:pt x="204" y="259"/>
                    <a:pt x="204" y="259"/>
                    <a:pt x="204" y="260"/>
                  </a:cubicBezTo>
                  <a:cubicBezTo>
                    <a:pt x="203" y="286"/>
                    <a:pt x="200" y="312"/>
                    <a:pt x="195" y="338"/>
                  </a:cubicBezTo>
                  <a:cubicBezTo>
                    <a:pt x="193" y="346"/>
                    <a:pt x="198" y="373"/>
                    <a:pt x="193" y="378"/>
                  </a:cubicBezTo>
                  <a:cubicBezTo>
                    <a:pt x="192" y="378"/>
                    <a:pt x="191" y="379"/>
                    <a:pt x="191" y="380"/>
                  </a:cubicBezTo>
                  <a:cubicBezTo>
                    <a:pt x="190" y="382"/>
                    <a:pt x="190" y="384"/>
                    <a:pt x="190" y="385"/>
                  </a:cubicBezTo>
                  <a:cubicBezTo>
                    <a:pt x="190" y="386"/>
                    <a:pt x="190" y="386"/>
                    <a:pt x="190" y="386"/>
                  </a:cubicBezTo>
                  <a:lnTo>
                    <a:pt x="175" y="383"/>
                  </a:lnTo>
                  <a:cubicBezTo>
                    <a:pt x="175" y="380"/>
                    <a:pt x="176" y="379"/>
                    <a:pt x="176" y="376"/>
                  </a:cubicBezTo>
                  <a:cubicBezTo>
                    <a:pt x="176" y="374"/>
                    <a:pt x="175" y="371"/>
                    <a:pt x="175" y="368"/>
                  </a:cubicBezTo>
                  <a:cubicBezTo>
                    <a:pt x="175" y="364"/>
                    <a:pt x="175" y="360"/>
                    <a:pt x="175" y="356"/>
                  </a:cubicBezTo>
                  <a:cubicBezTo>
                    <a:pt x="175" y="351"/>
                    <a:pt x="175" y="347"/>
                    <a:pt x="175" y="343"/>
                  </a:cubicBezTo>
                  <a:cubicBezTo>
                    <a:pt x="175" y="327"/>
                    <a:pt x="170" y="312"/>
                    <a:pt x="169" y="297"/>
                  </a:cubicBezTo>
                  <a:cubicBezTo>
                    <a:pt x="169" y="292"/>
                    <a:pt x="161" y="292"/>
                    <a:pt x="161" y="297"/>
                  </a:cubicBezTo>
                  <a:cubicBezTo>
                    <a:pt x="161" y="308"/>
                    <a:pt x="157" y="321"/>
                    <a:pt x="155" y="332"/>
                  </a:cubicBezTo>
                  <a:cubicBezTo>
                    <a:pt x="153" y="344"/>
                    <a:pt x="151" y="362"/>
                    <a:pt x="147" y="376"/>
                  </a:cubicBezTo>
                  <a:cubicBezTo>
                    <a:pt x="147" y="377"/>
                    <a:pt x="147" y="377"/>
                    <a:pt x="147" y="377"/>
                  </a:cubicBezTo>
                  <a:lnTo>
                    <a:pt x="128" y="372"/>
                  </a:lnTo>
                  <a:cubicBezTo>
                    <a:pt x="129" y="366"/>
                    <a:pt x="129" y="360"/>
                    <a:pt x="129" y="354"/>
                  </a:cubicBezTo>
                  <a:cubicBezTo>
                    <a:pt x="129" y="353"/>
                    <a:pt x="129" y="352"/>
                    <a:pt x="129" y="351"/>
                  </a:cubicBezTo>
                  <a:cubicBezTo>
                    <a:pt x="128" y="329"/>
                    <a:pt x="122" y="308"/>
                    <a:pt x="120" y="287"/>
                  </a:cubicBezTo>
                  <a:cubicBezTo>
                    <a:pt x="120" y="286"/>
                    <a:pt x="120" y="285"/>
                    <a:pt x="120" y="285"/>
                  </a:cubicBezTo>
                  <a:cubicBezTo>
                    <a:pt x="119" y="285"/>
                    <a:pt x="119" y="284"/>
                    <a:pt x="118" y="284"/>
                  </a:cubicBezTo>
                  <a:lnTo>
                    <a:pt x="117" y="283"/>
                  </a:lnTo>
                  <a:cubicBezTo>
                    <a:pt x="116" y="283"/>
                    <a:pt x="116" y="284"/>
                    <a:pt x="115" y="284"/>
                  </a:cubicBezTo>
                  <a:cubicBezTo>
                    <a:pt x="115" y="284"/>
                    <a:pt x="115" y="285"/>
                    <a:pt x="114" y="285"/>
                  </a:cubicBezTo>
                  <a:cubicBezTo>
                    <a:pt x="114" y="285"/>
                    <a:pt x="114" y="286"/>
                    <a:pt x="114" y="287"/>
                  </a:cubicBezTo>
                  <a:cubicBezTo>
                    <a:pt x="112" y="306"/>
                    <a:pt x="108" y="324"/>
                    <a:pt x="106" y="344"/>
                  </a:cubicBezTo>
                  <a:cubicBezTo>
                    <a:pt x="106" y="351"/>
                    <a:pt x="104" y="359"/>
                    <a:pt x="103" y="366"/>
                  </a:cubicBezTo>
                  <a:lnTo>
                    <a:pt x="86" y="362"/>
                  </a:lnTo>
                  <a:cubicBezTo>
                    <a:pt x="88" y="346"/>
                    <a:pt x="88" y="330"/>
                    <a:pt x="88" y="314"/>
                  </a:cubicBezTo>
                  <a:cubicBezTo>
                    <a:pt x="88" y="298"/>
                    <a:pt x="88" y="282"/>
                    <a:pt x="86" y="266"/>
                  </a:cubicBezTo>
                  <a:cubicBezTo>
                    <a:pt x="85" y="245"/>
                    <a:pt x="91" y="222"/>
                    <a:pt x="90" y="200"/>
                  </a:cubicBezTo>
                  <a:cubicBezTo>
                    <a:pt x="89" y="135"/>
                    <a:pt x="99" y="69"/>
                    <a:pt x="98" y="3"/>
                  </a:cubicBezTo>
                  <a:cubicBezTo>
                    <a:pt x="98" y="0"/>
                    <a:pt x="93" y="0"/>
                    <a:pt x="93" y="3"/>
                  </a:cubicBezTo>
                  <a:cubicBezTo>
                    <a:pt x="92" y="119"/>
                    <a:pt x="51" y="239"/>
                    <a:pt x="63" y="354"/>
                  </a:cubicBezTo>
                  <a:cubicBezTo>
                    <a:pt x="50" y="350"/>
                    <a:pt x="37" y="346"/>
                    <a:pt x="24" y="341"/>
                  </a:cubicBezTo>
                  <a:lnTo>
                    <a:pt x="24" y="340"/>
                  </a:lnTo>
                  <a:cubicBezTo>
                    <a:pt x="24" y="339"/>
                    <a:pt x="24" y="339"/>
                    <a:pt x="24" y="338"/>
                  </a:cubicBezTo>
                  <a:cubicBezTo>
                    <a:pt x="27" y="317"/>
                    <a:pt x="28" y="296"/>
                    <a:pt x="28" y="275"/>
                  </a:cubicBezTo>
                  <a:cubicBezTo>
                    <a:pt x="28" y="237"/>
                    <a:pt x="24" y="200"/>
                    <a:pt x="15" y="164"/>
                  </a:cubicBezTo>
                  <a:cubicBezTo>
                    <a:pt x="14" y="160"/>
                    <a:pt x="8" y="163"/>
                    <a:pt x="9" y="166"/>
                  </a:cubicBezTo>
                  <a:cubicBezTo>
                    <a:pt x="16" y="188"/>
                    <a:pt x="6" y="222"/>
                    <a:pt x="5" y="245"/>
                  </a:cubicBezTo>
                  <a:cubicBezTo>
                    <a:pt x="5" y="275"/>
                    <a:pt x="3" y="304"/>
                    <a:pt x="0" y="334"/>
                  </a:cubicBezTo>
                  <a:cubicBezTo>
                    <a:pt x="0" y="335"/>
                    <a:pt x="0" y="335"/>
                    <a:pt x="0" y="336"/>
                  </a:cubicBezTo>
                  <a:cubicBezTo>
                    <a:pt x="0" y="338"/>
                    <a:pt x="1" y="340"/>
                    <a:pt x="2" y="342"/>
                  </a:cubicBezTo>
                  <a:cubicBezTo>
                    <a:pt x="3" y="344"/>
                    <a:pt x="4" y="345"/>
                    <a:pt x="6" y="346"/>
                  </a:cubicBezTo>
                  <a:cubicBezTo>
                    <a:pt x="8" y="347"/>
                    <a:pt x="10" y="348"/>
                    <a:pt x="13" y="348"/>
                  </a:cubicBezTo>
                  <a:cubicBezTo>
                    <a:pt x="14" y="348"/>
                    <a:pt x="15" y="348"/>
                    <a:pt x="16" y="347"/>
                  </a:cubicBezTo>
                  <a:cubicBezTo>
                    <a:pt x="18" y="347"/>
                    <a:pt x="16" y="347"/>
                    <a:pt x="17" y="349"/>
                  </a:cubicBezTo>
                  <a:lnTo>
                    <a:pt x="8" y="347"/>
                  </a:lnTo>
                  <a:cubicBezTo>
                    <a:pt x="7" y="347"/>
                    <a:pt x="7" y="348"/>
                    <a:pt x="6" y="348"/>
                  </a:cubicBezTo>
                  <a:lnTo>
                    <a:pt x="5" y="349"/>
                  </a:lnTo>
                  <a:cubicBezTo>
                    <a:pt x="5" y="350"/>
                    <a:pt x="5" y="350"/>
                    <a:pt x="5" y="351"/>
                  </a:cubicBezTo>
                  <a:lnTo>
                    <a:pt x="5" y="352"/>
                  </a:lnTo>
                  <a:cubicBezTo>
                    <a:pt x="5" y="353"/>
                    <a:pt x="6" y="353"/>
                    <a:pt x="6" y="353"/>
                  </a:cubicBezTo>
                  <a:cubicBezTo>
                    <a:pt x="60" y="408"/>
                    <a:pt x="159" y="414"/>
                    <a:pt x="229" y="438"/>
                  </a:cubicBezTo>
                  <a:cubicBezTo>
                    <a:pt x="314" y="463"/>
                    <a:pt x="401" y="479"/>
                    <a:pt x="489" y="485"/>
                  </a:cubicBezTo>
                  <a:cubicBezTo>
                    <a:pt x="561" y="492"/>
                    <a:pt x="633" y="494"/>
                    <a:pt x="705" y="499"/>
                  </a:cubicBezTo>
                  <a:cubicBezTo>
                    <a:pt x="742" y="501"/>
                    <a:pt x="795" y="519"/>
                    <a:pt x="834" y="508"/>
                  </a:cubicBezTo>
                  <a:cubicBezTo>
                    <a:pt x="839" y="508"/>
                    <a:pt x="843" y="509"/>
                    <a:pt x="847" y="510"/>
                  </a:cubicBezTo>
                  <a:cubicBezTo>
                    <a:pt x="891" y="522"/>
                    <a:pt x="954" y="519"/>
                    <a:pt x="999" y="520"/>
                  </a:cubicBezTo>
                  <a:cubicBezTo>
                    <a:pt x="1055" y="521"/>
                    <a:pt x="1107" y="531"/>
                    <a:pt x="1165" y="521"/>
                  </a:cubicBezTo>
                  <a:lnTo>
                    <a:pt x="1166" y="521"/>
                  </a:lnTo>
                  <a:cubicBezTo>
                    <a:pt x="1167" y="520"/>
                    <a:pt x="1167" y="520"/>
                    <a:pt x="1168" y="519"/>
                  </a:cubicBezTo>
                  <a:cubicBezTo>
                    <a:pt x="1168" y="518"/>
                    <a:pt x="1169" y="517"/>
                    <a:pt x="1169" y="516"/>
                  </a:cubicBezTo>
                  <a:cubicBezTo>
                    <a:pt x="1169" y="516"/>
                    <a:pt x="1168" y="515"/>
                    <a:pt x="1168" y="514"/>
                  </a:cubicBezTo>
                  <a:cubicBezTo>
                    <a:pt x="1167" y="513"/>
                    <a:pt x="1167" y="513"/>
                    <a:pt x="1166" y="5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37"/>
            <p:cNvSpPr/>
            <p:nvPr/>
          </p:nvSpPr>
          <p:spPr>
            <a:xfrm>
              <a:off x="19850715" y="2950560"/>
              <a:ext cx="31320" cy="8280"/>
            </a:xfrm>
            <a:custGeom>
              <a:rect b="b" l="l" r="r" t="t"/>
              <a:pathLst>
                <a:path extrusionOk="0" h="23" w="87">
                  <a:moveTo>
                    <a:pt x="83" y="1"/>
                  </a:moveTo>
                  <a:cubicBezTo>
                    <a:pt x="77" y="0"/>
                    <a:pt x="71" y="0"/>
                    <a:pt x="65" y="0"/>
                  </a:cubicBezTo>
                  <a:cubicBezTo>
                    <a:pt x="59" y="0"/>
                    <a:pt x="54" y="0"/>
                    <a:pt x="48" y="1"/>
                  </a:cubicBezTo>
                  <a:cubicBezTo>
                    <a:pt x="39" y="2"/>
                    <a:pt x="30" y="4"/>
                    <a:pt x="22" y="5"/>
                  </a:cubicBezTo>
                  <a:cubicBezTo>
                    <a:pt x="16" y="5"/>
                    <a:pt x="11" y="9"/>
                    <a:pt x="5" y="9"/>
                  </a:cubicBezTo>
                  <a:cubicBezTo>
                    <a:pt x="0" y="9"/>
                    <a:pt x="2" y="15"/>
                    <a:pt x="5" y="15"/>
                  </a:cubicBezTo>
                  <a:cubicBezTo>
                    <a:pt x="11" y="17"/>
                    <a:pt x="16" y="19"/>
                    <a:pt x="21" y="21"/>
                  </a:cubicBezTo>
                  <a:cubicBezTo>
                    <a:pt x="25" y="21"/>
                    <a:pt x="29" y="22"/>
                    <a:pt x="33" y="22"/>
                  </a:cubicBezTo>
                  <a:cubicBezTo>
                    <a:pt x="37" y="22"/>
                    <a:pt x="42" y="21"/>
                    <a:pt x="46" y="21"/>
                  </a:cubicBezTo>
                  <a:cubicBezTo>
                    <a:pt x="61" y="18"/>
                    <a:pt x="75" y="21"/>
                    <a:pt x="85" y="7"/>
                  </a:cubicBezTo>
                  <a:cubicBezTo>
                    <a:pt x="85" y="6"/>
                    <a:pt x="85" y="6"/>
                    <a:pt x="85" y="5"/>
                  </a:cubicBezTo>
                  <a:cubicBezTo>
                    <a:pt x="85" y="4"/>
                    <a:pt x="86" y="4"/>
                    <a:pt x="85" y="3"/>
                  </a:cubicBezTo>
                  <a:cubicBezTo>
                    <a:pt x="85" y="2"/>
                    <a:pt x="84" y="2"/>
                    <a:pt x="83" y="2"/>
                  </a:cubicBezTo>
                  <a:lnTo>
                    <a:pt x="8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37"/>
            <p:cNvSpPr/>
            <p:nvPr/>
          </p:nvSpPr>
          <p:spPr>
            <a:xfrm>
              <a:off x="19555515" y="3260520"/>
              <a:ext cx="17640" cy="7920"/>
            </a:xfrm>
            <a:custGeom>
              <a:rect b="b" l="l" r="r" t="t"/>
              <a:pathLst>
                <a:path extrusionOk="0" h="22" w="49">
                  <a:moveTo>
                    <a:pt x="27" y="0"/>
                  </a:moveTo>
                  <a:cubicBezTo>
                    <a:pt x="27" y="0"/>
                    <a:pt x="26" y="0"/>
                    <a:pt x="25" y="0"/>
                  </a:cubicBezTo>
                  <a:cubicBezTo>
                    <a:pt x="19" y="0"/>
                    <a:pt x="13" y="1"/>
                    <a:pt x="8" y="3"/>
                  </a:cubicBezTo>
                  <a:cubicBezTo>
                    <a:pt x="7" y="3"/>
                    <a:pt x="7" y="3"/>
                    <a:pt x="6" y="3"/>
                  </a:cubicBezTo>
                  <a:cubicBezTo>
                    <a:pt x="6" y="3"/>
                    <a:pt x="5" y="3"/>
                    <a:pt x="5" y="4"/>
                  </a:cubicBezTo>
                  <a:cubicBezTo>
                    <a:pt x="5" y="4"/>
                    <a:pt x="4" y="4"/>
                    <a:pt x="4" y="5"/>
                  </a:cubicBezTo>
                  <a:cubicBezTo>
                    <a:pt x="0" y="16"/>
                    <a:pt x="12" y="21"/>
                    <a:pt x="21" y="21"/>
                  </a:cubicBezTo>
                  <a:cubicBezTo>
                    <a:pt x="26" y="21"/>
                    <a:pt x="30" y="21"/>
                    <a:pt x="35" y="20"/>
                  </a:cubicBezTo>
                  <a:cubicBezTo>
                    <a:pt x="37" y="19"/>
                    <a:pt x="39" y="18"/>
                    <a:pt x="41" y="17"/>
                  </a:cubicBezTo>
                  <a:cubicBezTo>
                    <a:pt x="43" y="16"/>
                    <a:pt x="45" y="14"/>
                    <a:pt x="47" y="12"/>
                  </a:cubicBezTo>
                  <a:cubicBezTo>
                    <a:pt x="48" y="11"/>
                    <a:pt x="48" y="10"/>
                    <a:pt x="48" y="10"/>
                  </a:cubicBezTo>
                  <a:cubicBezTo>
                    <a:pt x="48" y="9"/>
                    <a:pt x="48" y="8"/>
                    <a:pt x="47" y="8"/>
                  </a:cubicBezTo>
                  <a:lnTo>
                    <a:pt x="47" y="7"/>
                  </a:lnTo>
                  <a:cubicBezTo>
                    <a:pt x="45" y="6"/>
                    <a:pt x="44" y="4"/>
                    <a:pt x="42" y="3"/>
                  </a:cubicBezTo>
                  <a:cubicBezTo>
                    <a:pt x="38" y="1"/>
                    <a:pt x="34" y="0"/>
                    <a:pt x="30" y="0"/>
                  </a:cubicBezTo>
                  <a:cubicBezTo>
                    <a:pt x="29" y="0"/>
                    <a:pt x="28" y="0"/>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37"/>
            <p:cNvSpPr/>
            <p:nvPr/>
          </p:nvSpPr>
          <p:spPr>
            <a:xfrm>
              <a:off x="19584315" y="3063600"/>
              <a:ext cx="525960" cy="243000"/>
            </a:xfrm>
            <a:custGeom>
              <a:rect b="b" l="l" r="r" t="t"/>
              <a:pathLst>
                <a:path extrusionOk="0" h="675" w="1461">
                  <a:moveTo>
                    <a:pt x="1446" y="569"/>
                  </a:moveTo>
                  <a:lnTo>
                    <a:pt x="1445" y="569"/>
                  </a:lnTo>
                  <a:cubicBezTo>
                    <a:pt x="1429" y="578"/>
                    <a:pt x="1412" y="584"/>
                    <a:pt x="1394" y="586"/>
                  </a:cubicBezTo>
                  <a:cubicBezTo>
                    <a:pt x="1392" y="495"/>
                    <a:pt x="1397" y="399"/>
                    <a:pt x="1375" y="311"/>
                  </a:cubicBezTo>
                  <a:cubicBezTo>
                    <a:pt x="1374" y="306"/>
                    <a:pt x="1367" y="308"/>
                    <a:pt x="1368" y="313"/>
                  </a:cubicBezTo>
                  <a:cubicBezTo>
                    <a:pt x="1382" y="402"/>
                    <a:pt x="1372" y="500"/>
                    <a:pt x="1370" y="591"/>
                  </a:cubicBezTo>
                  <a:lnTo>
                    <a:pt x="1368" y="591"/>
                  </a:lnTo>
                  <a:cubicBezTo>
                    <a:pt x="1368" y="574"/>
                    <a:pt x="1363" y="558"/>
                    <a:pt x="1363" y="541"/>
                  </a:cubicBezTo>
                  <a:cubicBezTo>
                    <a:pt x="1360" y="521"/>
                    <a:pt x="1357" y="502"/>
                    <a:pt x="1352" y="482"/>
                  </a:cubicBezTo>
                  <a:cubicBezTo>
                    <a:pt x="1351" y="477"/>
                    <a:pt x="1342" y="478"/>
                    <a:pt x="1343" y="483"/>
                  </a:cubicBezTo>
                  <a:cubicBezTo>
                    <a:pt x="1349" y="520"/>
                    <a:pt x="1346" y="557"/>
                    <a:pt x="1348" y="594"/>
                  </a:cubicBezTo>
                  <a:lnTo>
                    <a:pt x="1336" y="595"/>
                  </a:lnTo>
                  <a:cubicBezTo>
                    <a:pt x="1336" y="574"/>
                    <a:pt x="1334" y="552"/>
                    <a:pt x="1331" y="531"/>
                  </a:cubicBezTo>
                  <a:cubicBezTo>
                    <a:pt x="1330" y="518"/>
                    <a:pt x="1327" y="506"/>
                    <a:pt x="1320" y="495"/>
                  </a:cubicBezTo>
                  <a:lnTo>
                    <a:pt x="1320" y="494"/>
                  </a:lnTo>
                  <a:cubicBezTo>
                    <a:pt x="1319" y="494"/>
                    <a:pt x="1319" y="494"/>
                    <a:pt x="1319" y="494"/>
                  </a:cubicBezTo>
                  <a:cubicBezTo>
                    <a:pt x="1318" y="493"/>
                    <a:pt x="1318" y="493"/>
                    <a:pt x="1317" y="493"/>
                  </a:cubicBezTo>
                  <a:cubicBezTo>
                    <a:pt x="1316" y="493"/>
                    <a:pt x="1316" y="493"/>
                    <a:pt x="1315" y="494"/>
                  </a:cubicBezTo>
                  <a:cubicBezTo>
                    <a:pt x="1314" y="495"/>
                    <a:pt x="1314" y="494"/>
                    <a:pt x="1313" y="495"/>
                  </a:cubicBezTo>
                  <a:cubicBezTo>
                    <a:pt x="1312" y="496"/>
                    <a:pt x="1313" y="497"/>
                    <a:pt x="1313" y="497"/>
                  </a:cubicBezTo>
                  <a:cubicBezTo>
                    <a:pt x="1313" y="498"/>
                    <a:pt x="1313" y="499"/>
                    <a:pt x="1313" y="499"/>
                  </a:cubicBezTo>
                  <a:cubicBezTo>
                    <a:pt x="1314" y="507"/>
                    <a:pt x="1314" y="514"/>
                    <a:pt x="1314" y="522"/>
                  </a:cubicBezTo>
                  <a:cubicBezTo>
                    <a:pt x="1314" y="529"/>
                    <a:pt x="1314" y="537"/>
                    <a:pt x="1313" y="544"/>
                  </a:cubicBezTo>
                  <a:cubicBezTo>
                    <a:pt x="1311" y="560"/>
                    <a:pt x="1310" y="575"/>
                    <a:pt x="1310" y="591"/>
                  </a:cubicBezTo>
                  <a:cubicBezTo>
                    <a:pt x="1310" y="593"/>
                    <a:pt x="1310" y="595"/>
                    <a:pt x="1310" y="596"/>
                  </a:cubicBezTo>
                  <a:cubicBezTo>
                    <a:pt x="1310" y="597"/>
                    <a:pt x="1310" y="597"/>
                    <a:pt x="1310" y="597"/>
                  </a:cubicBezTo>
                  <a:cubicBezTo>
                    <a:pt x="1310" y="598"/>
                    <a:pt x="1310" y="598"/>
                    <a:pt x="1310" y="598"/>
                  </a:cubicBezTo>
                  <a:lnTo>
                    <a:pt x="1308" y="598"/>
                  </a:lnTo>
                  <a:cubicBezTo>
                    <a:pt x="1308" y="583"/>
                    <a:pt x="1300" y="567"/>
                    <a:pt x="1299" y="551"/>
                  </a:cubicBezTo>
                  <a:lnTo>
                    <a:pt x="1299" y="550"/>
                  </a:lnTo>
                  <a:cubicBezTo>
                    <a:pt x="1298" y="549"/>
                    <a:pt x="1298" y="549"/>
                    <a:pt x="1297" y="548"/>
                  </a:cubicBezTo>
                  <a:cubicBezTo>
                    <a:pt x="1296" y="547"/>
                    <a:pt x="1296" y="548"/>
                    <a:pt x="1295" y="548"/>
                  </a:cubicBezTo>
                  <a:cubicBezTo>
                    <a:pt x="1294" y="548"/>
                    <a:pt x="1293" y="548"/>
                    <a:pt x="1293" y="548"/>
                  </a:cubicBezTo>
                  <a:cubicBezTo>
                    <a:pt x="1292" y="549"/>
                    <a:pt x="1292" y="549"/>
                    <a:pt x="1291" y="550"/>
                  </a:cubicBezTo>
                  <a:lnTo>
                    <a:pt x="1291" y="551"/>
                  </a:lnTo>
                  <a:cubicBezTo>
                    <a:pt x="1291" y="566"/>
                    <a:pt x="1282" y="580"/>
                    <a:pt x="1286" y="595"/>
                  </a:cubicBezTo>
                  <a:lnTo>
                    <a:pt x="1288" y="601"/>
                  </a:lnTo>
                  <a:lnTo>
                    <a:pt x="1280" y="601"/>
                  </a:lnTo>
                  <a:lnTo>
                    <a:pt x="1237" y="607"/>
                  </a:lnTo>
                  <a:cubicBezTo>
                    <a:pt x="1237" y="604"/>
                    <a:pt x="1236" y="601"/>
                    <a:pt x="1236" y="598"/>
                  </a:cubicBezTo>
                  <a:cubicBezTo>
                    <a:pt x="1236" y="595"/>
                    <a:pt x="1237" y="592"/>
                    <a:pt x="1237" y="589"/>
                  </a:cubicBezTo>
                  <a:lnTo>
                    <a:pt x="1237" y="588"/>
                  </a:lnTo>
                  <a:cubicBezTo>
                    <a:pt x="1237" y="579"/>
                    <a:pt x="1235" y="571"/>
                    <a:pt x="1231" y="564"/>
                  </a:cubicBezTo>
                  <a:cubicBezTo>
                    <a:pt x="1230" y="563"/>
                    <a:pt x="1230" y="562"/>
                    <a:pt x="1229" y="562"/>
                  </a:cubicBezTo>
                  <a:cubicBezTo>
                    <a:pt x="1229" y="561"/>
                    <a:pt x="1229" y="561"/>
                    <a:pt x="1228" y="561"/>
                  </a:cubicBezTo>
                  <a:cubicBezTo>
                    <a:pt x="1227" y="560"/>
                    <a:pt x="1227" y="560"/>
                    <a:pt x="1226" y="560"/>
                  </a:cubicBezTo>
                  <a:cubicBezTo>
                    <a:pt x="1225" y="560"/>
                    <a:pt x="1225" y="560"/>
                    <a:pt x="1224" y="561"/>
                  </a:cubicBezTo>
                  <a:cubicBezTo>
                    <a:pt x="1223" y="562"/>
                    <a:pt x="1223" y="561"/>
                    <a:pt x="1222" y="562"/>
                  </a:cubicBezTo>
                  <a:cubicBezTo>
                    <a:pt x="1217" y="572"/>
                    <a:pt x="1214" y="583"/>
                    <a:pt x="1214" y="594"/>
                  </a:cubicBezTo>
                  <a:lnTo>
                    <a:pt x="1214" y="595"/>
                  </a:lnTo>
                  <a:cubicBezTo>
                    <a:pt x="1213" y="597"/>
                    <a:pt x="1213" y="599"/>
                    <a:pt x="1213" y="602"/>
                  </a:cubicBezTo>
                  <a:cubicBezTo>
                    <a:pt x="1213" y="604"/>
                    <a:pt x="1213" y="607"/>
                    <a:pt x="1214" y="609"/>
                  </a:cubicBezTo>
                  <a:lnTo>
                    <a:pt x="1201" y="611"/>
                  </a:lnTo>
                  <a:lnTo>
                    <a:pt x="1201" y="609"/>
                  </a:lnTo>
                  <a:cubicBezTo>
                    <a:pt x="1201" y="608"/>
                    <a:pt x="1200" y="607"/>
                    <a:pt x="1200" y="606"/>
                  </a:cubicBezTo>
                  <a:cubicBezTo>
                    <a:pt x="1199" y="604"/>
                    <a:pt x="1198" y="603"/>
                    <a:pt x="1197" y="602"/>
                  </a:cubicBezTo>
                  <a:cubicBezTo>
                    <a:pt x="1199" y="602"/>
                    <a:pt x="1200" y="602"/>
                    <a:pt x="1200" y="599"/>
                  </a:cubicBezTo>
                  <a:cubicBezTo>
                    <a:pt x="1198" y="572"/>
                    <a:pt x="1190" y="545"/>
                    <a:pt x="1188" y="518"/>
                  </a:cubicBezTo>
                  <a:cubicBezTo>
                    <a:pt x="1186" y="490"/>
                    <a:pt x="1175" y="462"/>
                    <a:pt x="1174" y="433"/>
                  </a:cubicBezTo>
                  <a:cubicBezTo>
                    <a:pt x="1174" y="430"/>
                    <a:pt x="1168" y="429"/>
                    <a:pt x="1168" y="433"/>
                  </a:cubicBezTo>
                  <a:cubicBezTo>
                    <a:pt x="1168" y="459"/>
                    <a:pt x="1164" y="484"/>
                    <a:pt x="1166" y="510"/>
                  </a:cubicBezTo>
                  <a:cubicBezTo>
                    <a:pt x="1168" y="545"/>
                    <a:pt x="1174" y="579"/>
                    <a:pt x="1177" y="614"/>
                  </a:cubicBezTo>
                  <a:cubicBezTo>
                    <a:pt x="1154" y="617"/>
                    <a:pt x="1131" y="618"/>
                    <a:pt x="1108" y="619"/>
                  </a:cubicBezTo>
                  <a:cubicBezTo>
                    <a:pt x="1081" y="619"/>
                    <a:pt x="1054" y="623"/>
                    <a:pt x="1028" y="629"/>
                  </a:cubicBezTo>
                  <a:cubicBezTo>
                    <a:pt x="1005" y="633"/>
                    <a:pt x="981" y="636"/>
                    <a:pt x="957" y="637"/>
                  </a:cubicBezTo>
                  <a:cubicBezTo>
                    <a:pt x="958" y="634"/>
                    <a:pt x="958" y="631"/>
                    <a:pt x="958" y="628"/>
                  </a:cubicBezTo>
                  <a:cubicBezTo>
                    <a:pt x="958" y="611"/>
                    <a:pt x="956" y="594"/>
                    <a:pt x="954" y="577"/>
                  </a:cubicBezTo>
                  <a:cubicBezTo>
                    <a:pt x="952" y="547"/>
                    <a:pt x="947" y="518"/>
                    <a:pt x="946" y="489"/>
                  </a:cubicBezTo>
                  <a:cubicBezTo>
                    <a:pt x="946" y="485"/>
                    <a:pt x="940" y="485"/>
                    <a:pt x="940" y="489"/>
                  </a:cubicBezTo>
                  <a:cubicBezTo>
                    <a:pt x="939" y="539"/>
                    <a:pt x="933" y="590"/>
                    <a:pt x="930" y="641"/>
                  </a:cubicBezTo>
                  <a:cubicBezTo>
                    <a:pt x="923" y="642"/>
                    <a:pt x="916" y="643"/>
                    <a:pt x="909" y="644"/>
                  </a:cubicBezTo>
                  <a:cubicBezTo>
                    <a:pt x="909" y="643"/>
                    <a:pt x="909" y="643"/>
                    <a:pt x="909" y="643"/>
                  </a:cubicBezTo>
                  <a:cubicBezTo>
                    <a:pt x="909" y="642"/>
                    <a:pt x="909" y="642"/>
                    <a:pt x="909" y="641"/>
                  </a:cubicBezTo>
                  <a:cubicBezTo>
                    <a:pt x="912" y="618"/>
                    <a:pt x="914" y="595"/>
                    <a:pt x="914" y="572"/>
                  </a:cubicBezTo>
                  <a:cubicBezTo>
                    <a:pt x="914" y="558"/>
                    <a:pt x="913" y="544"/>
                    <a:pt x="912" y="530"/>
                  </a:cubicBezTo>
                  <a:cubicBezTo>
                    <a:pt x="909" y="484"/>
                    <a:pt x="909" y="438"/>
                    <a:pt x="908" y="392"/>
                  </a:cubicBezTo>
                  <a:cubicBezTo>
                    <a:pt x="908" y="388"/>
                    <a:pt x="902" y="387"/>
                    <a:pt x="902" y="392"/>
                  </a:cubicBezTo>
                  <a:cubicBezTo>
                    <a:pt x="899" y="474"/>
                    <a:pt x="874" y="560"/>
                    <a:pt x="887" y="641"/>
                  </a:cubicBezTo>
                  <a:cubicBezTo>
                    <a:pt x="887" y="642"/>
                    <a:pt x="887" y="643"/>
                    <a:pt x="887" y="643"/>
                  </a:cubicBezTo>
                  <a:cubicBezTo>
                    <a:pt x="887" y="644"/>
                    <a:pt x="887" y="645"/>
                    <a:pt x="887" y="645"/>
                  </a:cubicBezTo>
                  <a:cubicBezTo>
                    <a:pt x="843" y="647"/>
                    <a:pt x="798" y="642"/>
                    <a:pt x="754" y="642"/>
                  </a:cubicBezTo>
                  <a:cubicBezTo>
                    <a:pt x="695" y="644"/>
                    <a:pt x="637" y="631"/>
                    <a:pt x="578" y="632"/>
                  </a:cubicBezTo>
                  <a:cubicBezTo>
                    <a:pt x="511" y="632"/>
                    <a:pt x="444" y="611"/>
                    <a:pt x="376" y="613"/>
                  </a:cubicBezTo>
                  <a:cubicBezTo>
                    <a:pt x="366" y="613"/>
                    <a:pt x="355" y="613"/>
                    <a:pt x="345" y="613"/>
                  </a:cubicBezTo>
                  <a:cubicBezTo>
                    <a:pt x="346" y="611"/>
                    <a:pt x="346" y="610"/>
                    <a:pt x="347" y="608"/>
                  </a:cubicBezTo>
                  <a:cubicBezTo>
                    <a:pt x="347" y="597"/>
                    <a:pt x="348" y="586"/>
                    <a:pt x="348" y="575"/>
                  </a:cubicBezTo>
                  <a:cubicBezTo>
                    <a:pt x="348" y="544"/>
                    <a:pt x="345" y="514"/>
                    <a:pt x="340" y="483"/>
                  </a:cubicBezTo>
                  <a:cubicBezTo>
                    <a:pt x="337" y="449"/>
                    <a:pt x="354" y="415"/>
                    <a:pt x="338" y="382"/>
                  </a:cubicBezTo>
                  <a:cubicBezTo>
                    <a:pt x="337" y="379"/>
                    <a:pt x="332" y="380"/>
                    <a:pt x="332" y="383"/>
                  </a:cubicBezTo>
                  <a:cubicBezTo>
                    <a:pt x="334" y="421"/>
                    <a:pt x="321" y="458"/>
                    <a:pt x="316" y="495"/>
                  </a:cubicBezTo>
                  <a:cubicBezTo>
                    <a:pt x="310" y="532"/>
                    <a:pt x="314" y="570"/>
                    <a:pt x="309" y="606"/>
                  </a:cubicBezTo>
                  <a:cubicBezTo>
                    <a:pt x="309" y="607"/>
                    <a:pt x="309" y="607"/>
                    <a:pt x="309" y="608"/>
                  </a:cubicBezTo>
                  <a:lnTo>
                    <a:pt x="309" y="609"/>
                  </a:lnTo>
                  <a:cubicBezTo>
                    <a:pt x="264" y="603"/>
                    <a:pt x="220" y="593"/>
                    <a:pt x="176" y="589"/>
                  </a:cubicBezTo>
                  <a:lnTo>
                    <a:pt x="168" y="589"/>
                  </a:lnTo>
                  <a:cubicBezTo>
                    <a:pt x="176" y="561"/>
                    <a:pt x="165" y="532"/>
                    <a:pt x="164" y="504"/>
                  </a:cubicBezTo>
                  <a:cubicBezTo>
                    <a:pt x="164" y="499"/>
                    <a:pt x="156" y="499"/>
                    <a:pt x="155" y="504"/>
                  </a:cubicBezTo>
                  <a:cubicBezTo>
                    <a:pt x="155" y="518"/>
                    <a:pt x="152" y="531"/>
                    <a:pt x="152" y="546"/>
                  </a:cubicBezTo>
                  <a:cubicBezTo>
                    <a:pt x="152" y="549"/>
                    <a:pt x="152" y="553"/>
                    <a:pt x="152" y="556"/>
                  </a:cubicBezTo>
                  <a:cubicBezTo>
                    <a:pt x="152" y="566"/>
                    <a:pt x="151" y="575"/>
                    <a:pt x="149" y="585"/>
                  </a:cubicBezTo>
                  <a:lnTo>
                    <a:pt x="149" y="586"/>
                  </a:lnTo>
                  <a:lnTo>
                    <a:pt x="149" y="587"/>
                  </a:lnTo>
                  <a:lnTo>
                    <a:pt x="138" y="586"/>
                  </a:lnTo>
                  <a:cubicBezTo>
                    <a:pt x="140" y="558"/>
                    <a:pt x="140" y="530"/>
                    <a:pt x="140" y="502"/>
                  </a:cubicBezTo>
                  <a:cubicBezTo>
                    <a:pt x="140" y="458"/>
                    <a:pt x="139" y="414"/>
                    <a:pt x="135" y="370"/>
                  </a:cubicBezTo>
                  <a:cubicBezTo>
                    <a:pt x="135" y="369"/>
                    <a:pt x="135" y="369"/>
                    <a:pt x="135" y="369"/>
                  </a:cubicBezTo>
                  <a:cubicBezTo>
                    <a:pt x="135" y="368"/>
                    <a:pt x="134" y="368"/>
                    <a:pt x="134" y="368"/>
                  </a:cubicBezTo>
                  <a:cubicBezTo>
                    <a:pt x="133" y="367"/>
                    <a:pt x="133" y="367"/>
                    <a:pt x="132" y="367"/>
                  </a:cubicBezTo>
                  <a:lnTo>
                    <a:pt x="131" y="368"/>
                  </a:lnTo>
                  <a:cubicBezTo>
                    <a:pt x="131" y="368"/>
                    <a:pt x="130" y="368"/>
                    <a:pt x="130" y="369"/>
                  </a:cubicBezTo>
                  <a:lnTo>
                    <a:pt x="130" y="370"/>
                  </a:lnTo>
                  <a:cubicBezTo>
                    <a:pt x="123" y="434"/>
                    <a:pt x="120" y="497"/>
                    <a:pt x="120" y="561"/>
                  </a:cubicBezTo>
                  <a:cubicBezTo>
                    <a:pt x="120" y="570"/>
                    <a:pt x="120" y="578"/>
                    <a:pt x="120" y="586"/>
                  </a:cubicBezTo>
                  <a:lnTo>
                    <a:pt x="109" y="585"/>
                  </a:lnTo>
                  <a:lnTo>
                    <a:pt x="109" y="584"/>
                  </a:lnTo>
                  <a:cubicBezTo>
                    <a:pt x="110" y="582"/>
                    <a:pt x="111" y="580"/>
                    <a:pt x="111" y="578"/>
                  </a:cubicBezTo>
                  <a:cubicBezTo>
                    <a:pt x="111" y="576"/>
                    <a:pt x="110" y="574"/>
                    <a:pt x="109" y="573"/>
                  </a:cubicBezTo>
                  <a:cubicBezTo>
                    <a:pt x="109" y="572"/>
                    <a:pt x="108" y="571"/>
                    <a:pt x="108" y="571"/>
                  </a:cubicBezTo>
                  <a:cubicBezTo>
                    <a:pt x="99" y="381"/>
                    <a:pt x="128" y="192"/>
                    <a:pt x="117" y="3"/>
                  </a:cubicBezTo>
                  <a:cubicBezTo>
                    <a:pt x="117" y="2"/>
                    <a:pt x="117" y="2"/>
                    <a:pt x="116" y="1"/>
                  </a:cubicBezTo>
                  <a:cubicBezTo>
                    <a:pt x="115" y="0"/>
                    <a:pt x="115" y="0"/>
                    <a:pt x="115" y="0"/>
                  </a:cubicBezTo>
                  <a:cubicBezTo>
                    <a:pt x="114" y="0"/>
                    <a:pt x="115" y="0"/>
                    <a:pt x="114" y="1"/>
                  </a:cubicBezTo>
                  <a:cubicBezTo>
                    <a:pt x="113" y="2"/>
                    <a:pt x="113" y="1"/>
                    <a:pt x="113" y="1"/>
                  </a:cubicBezTo>
                  <a:cubicBezTo>
                    <a:pt x="113" y="2"/>
                    <a:pt x="112" y="2"/>
                    <a:pt x="112" y="3"/>
                  </a:cubicBezTo>
                  <a:cubicBezTo>
                    <a:pt x="109" y="55"/>
                    <a:pt x="109" y="106"/>
                    <a:pt x="105" y="158"/>
                  </a:cubicBezTo>
                  <a:cubicBezTo>
                    <a:pt x="100" y="209"/>
                    <a:pt x="94" y="258"/>
                    <a:pt x="89" y="309"/>
                  </a:cubicBezTo>
                  <a:cubicBezTo>
                    <a:pt x="85" y="348"/>
                    <a:pt x="81" y="387"/>
                    <a:pt x="80" y="428"/>
                  </a:cubicBezTo>
                  <a:cubicBezTo>
                    <a:pt x="80" y="476"/>
                    <a:pt x="71" y="534"/>
                    <a:pt x="80" y="581"/>
                  </a:cubicBezTo>
                  <a:cubicBezTo>
                    <a:pt x="54" y="578"/>
                    <a:pt x="29" y="571"/>
                    <a:pt x="4" y="562"/>
                  </a:cubicBezTo>
                  <a:lnTo>
                    <a:pt x="3" y="562"/>
                  </a:lnTo>
                  <a:lnTo>
                    <a:pt x="2" y="562"/>
                  </a:lnTo>
                  <a:cubicBezTo>
                    <a:pt x="1" y="562"/>
                    <a:pt x="1" y="563"/>
                    <a:pt x="1" y="563"/>
                  </a:cubicBezTo>
                  <a:cubicBezTo>
                    <a:pt x="0" y="564"/>
                    <a:pt x="0" y="564"/>
                    <a:pt x="0" y="565"/>
                  </a:cubicBezTo>
                  <a:cubicBezTo>
                    <a:pt x="0" y="566"/>
                    <a:pt x="0" y="566"/>
                    <a:pt x="1" y="567"/>
                  </a:cubicBezTo>
                  <a:cubicBezTo>
                    <a:pt x="34" y="588"/>
                    <a:pt x="81" y="595"/>
                    <a:pt x="123" y="602"/>
                  </a:cubicBezTo>
                  <a:cubicBezTo>
                    <a:pt x="124" y="602"/>
                    <a:pt x="125" y="603"/>
                    <a:pt x="126" y="603"/>
                  </a:cubicBezTo>
                  <a:cubicBezTo>
                    <a:pt x="126" y="603"/>
                    <a:pt x="127" y="602"/>
                    <a:pt x="128" y="602"/>
                  </a:cubicBezTo>
                  <a:cubicBezTo>
                    <a:pt x="138" y="604"/>
                    <a:pt x="148" y="606"/>
                    <a:pt x="157" y="608"/>
                  </a:cubicBezTo>
                  <a:cubicBezTo>
                    <a:pt x="214" y="620"/>
                    <a:pt x="271" y="629"/>
                    <a:pt x="329" y="635"/>
                  </a:cubicBezTo>
                  <a:cubicBezTo>
                    <a:pt x="393" y="642"/>
                    <a:pt x="461" y="639"/>
                    <a:pt x="524" y="655"/>
                  </a:cubicBezTo>
                  <a:cubicBezTo>
                    <a:pt x="560" y="664"/>
                    <a:pt x="603" y="658"/>
                    <a:pt x="638" y="662"/>
                  </a:cubicBezTo>
                  <a:cubicBezTo>
                    <a:pt x="672" y="666"/>
                    <a:pt x="705" y="668"/>
                    <a:pt x="739" y="669"/>
                  </a:cubicBezTo>
                  <a:cubicBezTo>
                    <a:pt x="807" y="669"/>
                    <a:pt x="874" y="674"/>
                    <a:pt x="942" y="665"/>
                  </a:cubicBezTo>
                  <a:cubicBezTo>
                    <a:pt x="1007" y="657"/>
                    <a:pt x="1073" y="653"/>
                    <a:pt x="1137" y="643"/>
                  </a:cubicBezTo>
                  <a:cubicBezTo>
                    <a:pt x="1201" y="633"/>
                    <a:pt x="1261" y="633"/>
                    <a:pt x="1323" y="621"/>
                  </a:cubicBezTo>
                  <a:cubicBezTo>
                    <a:pt x="1356" y="615"/>
                    <a:pt x="1434" y="611"/>
                    <a:pt x="1454" y="578"/>
                  </a:cubicBezTo>
                  <a:cubicBezTo>
                    <a:pt x="1460" y="572"/>
                    <a:pt x="1452" y="563"/>
                    <a:pt x="1446" y="5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37"/>
            <p:cNvSpPr/>
            <p:nvPr/>
          </p:nvSpPr>
          <p:spPr>
            <a:xfrm>
              <a:off x="20112435" y="3266640"/>
              <a:ext cx="19080" cy="7560"/>
            </a:xfrm>
            <a:custGeom>
              <a:rect b="b" l="l" r="r" t="t"/>
              <a:pathLst>
                <a:path extrusionOk="0" h="21" w="53">
                  <a:moveTo>
                    <a:pt x="47" y="1"/>
                  </a:moveTo>
                  <a:cubicBezTo>
                    <a:pt x="44" y="0"/>
                    <a:pt x="41" y="0"/>
                    <a:pt x="38" y="0"/>
                  </a:cubicBezTo>
                  <a:cubicBezTo>
                    <a:pt x="35" y="0"/>
                    <a:pt x="33" y="0"/>
                    <a:pt x="30" y="1"/>
                  </a:cubicBezTo>
                  <a:lnTo>
                    <a:pt x="29" y="1"/>
                  </a:lnTo>
                  <a:cubicBezTo>
                    <a:pt x="22" y="1"/>
                    <a:pt x="15" y="1"/>
                    <a:pt x="9" y="3"/>
                  </a:cubicBezTo>
                  <a:cubicBezTo>
                    <a:pt x="2" y="4"/>
                    <a:pt x="0" y="14"/>
                    <a:pt x="8" y="16"/>
                  </a:cubicBezTo>
                  <a:cubicBezTo>
                    <a:pt x="13" y="18"/>
                    <a:pt x="19" y="20"/>
                    <a:pt x="25" y="20"/>
                  </a:cubicBezTo>
                  <a:cubicBezTo>
                    <a:pt x="34" y="20"/>
                    <a:pt x="42" y="17"/>
                    <a:pt x="50" y="13"/>
                  </a:cubicBezTo>
                  <a:cubicBezTo>
                    <a:pt x="51" y="12"/>
                    <a:pt x="51" y="12"/>
                    <a:pt x="51" y="11"/>
                  </a:cubicBezTo>
                  <a:cubicBezTo>
                    <a:pt x="52" y="10"/>
                    <a:pt x="52" y="8"/>
                    <a:pt x="52" y="7"/>
                  </a:cubicBezTo>
                  <a:cubicBezTo>
                    <a:pt x="52" y="5"/>
                    <a:pt x="52" y="5"/>
                    <a:pt x="51" y="4"/>
                  </a:cubicBezTo>
                  <a:cubicBezTo>
                    <a:pt x="51" y="3"/>
                    <a:pt x="50" y="2"/>
                    <a:pt x="49" y="1"/>
                  </a:cubicBezTo>
                  <a:cubicBezTo>
                    <a:pt x="48" y="1"/>
                    <a:pt x="47" y="1"/>
                    <a:pt x="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37"/>
            <p:cNvSpPr/>
            <p:nvPr/>
          </p:nvSpPr>
          <p:spPr>
            <a:xfrm>
              <a:off x="19699875" y="3109320"/>
              <a:ext cx="9000" cy="25920"/>
            </a:xfrm>
            <a:custGeom>
              <a:rect b="b" l="l" r="r" t="t"/>
              <a:pathLst>
                <a:path extrusionOk="0" h="72" w="25">
                  <a:moveTo>
                    <a:pt x="12" y="70"/>
                  </a:moveTo>
                  <a:cubicBezTo>
                    <a:pt x="13" y="70"/>
                    <a:pt x="13" y="71"/>
                    <a:pt x="14" y="71"/>
                  </a:cubicBezTo>
                  <a:cubicBezTo>
                    <a:pt x="14" y="71"/>
                    <a:pt x="15" y="71"/>
                    <a:pt x="16" y="71"/>
                  </a:cubicBezTo>
                  <a:cubicBezTo>
                    <a:pt x="16" y="71"/>
                    <a:pt x="17" y="71"/>
                    <a:pt x="18" y="71"/>
                  </a:cubicBezTo>
                  <a:lnTo>
                    <a:pt x="19" y="70"/>
                  </a:lnTo>
                  <a:cubicBezTo>
                    <a:pt x="23" y="62"/>
                    <a:pt x="24" y="53"/>
                    <a:pt x="24" y="45"/>
                  </a:cubicBezTo>
                  <a:cubicBezTo>
                    <a:pt x="24" y="42"/>
                    <a:pt x="24" y="39"/>
                    <a:pt x="24" y="36"/>
                  </a:cubicBezTo>
                  <a:cubicBezTo>
                    <a:pt x="24" y="29"/>
                    <a:pt x="23" y="22"/>
                    <a:pt x="21" y="15"/>
                  </a:cubicBezTo>
                  <a:cubicBezTo>
                    <a:pt x="20" y="10"/>
                    <a:pt x="17" y="6"/>
                    <a:pt x="15" y="1"/>
                  </a:cubicBezTo>
                  <a:lnTo>
                    <a:pt x="14" y="0"/>
                  </a:lnTo>
                  <a:cubicBezTo>
                    <a:pt x="13" y="0"/>
                    <a:pt x="13" y="0"/>
                    <a:pt x="12" y="0"/>
                  </a:cubicBezTo>
                  <a:lnTo>
                    <a:pt x="11" y="0"/>
                  </a:lnTo>
                  <a:lnTo>
                    <a:pt x="10" y="1"/>
                  </a:lnTo>
                  <a:cubicBezTo>
                    <a:pt x="10" y="2"/>
                    <a:pt x="9" y="2"/>
                    <a:pt x="9" y="3"/>
                  </a:cubicBezTo>
                  <a:cubicBezTo>
                    <a:pt x="11" y="23"/>
                    <a:pt x="0" y="50"/>
                    <a:pt x="1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37"/>
            <p:cNvSpPr/>
            <p:nvPr/>
          </p:nvSpPr>
          <p:spPr>
            <a:xfrm>
              <a:off x="19701315" y="3157560"/>
              <a:ext cx="3600" cy="26640"/>
            </a:xfrm>
            <a:custGeom>
              <a:rect b="b" l="l" r="r" t="t"/>
              <a:pathLst>
                <a:path extrusionOk="0" h="74" w="10">
                  <a:moveTo>
                    <a:pt x="3" y="73"/>
                  </a:moveTo>
                  <a:cubicBezTo>
                    <a:pt x="6" y="63"/>
                    <a:pt x="8" y="53"/>
                    <a:pt x="9" y="43"/>
                  </a:cubicBezTo>
                  <a:cubicBezTo>
                    <a:pt x="9" y="30"/>
                    <a:pt x="8" y="17"/>
                    <a:pt x="7" y="4"/>
                  </a:cubicBezTo>
                  <a:cubicBezTo>
                    <a:pt x="7" y="0"/>
                    <a:pt x="2" y="1"/>
                    <a:pt x="2" y="4"/>
                  </a:cubicBezTo>
                  <a:cubicBezTo>
                    <a:pt x="2" y="15"/>
                    <a:pt x="2" y="27"/>
                    <a:pt x="2" y="38"/>
                  </a:cubicBezTo>
                  <a:cubicBezTo>
                    <a:pt x="2" y="42"/>
                    <a:pt x="3" y="44"/>
                    <a:pt x="3" y="48"/>
                  </a:cubicBezTo>
                  <a:cubicBezTo>
                    <a:pt x="3" y="51"/>
                    <a:pt x="2" y="55"/>
                    <a:pt x="2" y="58"/>
                  </a:cubicBezTo>
                  <a:cubicBezTo>
                    <a:pt x="1" y="61"/>
                    <a:pt x="0" y="65"/>
                    <a:pt x="0" y="68"/>
                  </a:cubicBezTo>
                  <a:cubicBezTo>
                    <a:pt x="0" y="70"/>
                    <a:pt x="1" y="72"/>
                    <a:pt x="1" y="73"/>
                  </a:cubicBezTo>
                  <a:lnTo>
                    <a:pt x="2" y="73"/>
                  </a:lnTo>
                  <a:lnTo>
                    <a:pt x="3" y="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37"/>
            <p:cNvSpPr/>
            <p:nvPr/>
          </p:nvSpPr>
          <p:spPr>
            <a:xfrm>
              <a:off x="19453635" y="3058200"/>
              <a:ext cx="5040" cy="44640"/>
            </a:xfrm>
            <a:custGeom>
              <a:rect b="b" l="l" r="r" t="t"/>
              <a:pathLst>
                <a:path extrusionOk="0" h="124" w="14">
                  <a:moveTo>
                    <a:pt x="4" y="2"/>
                  </a:moveTo>
                  <a:cubicBezTo>
                    <a:pt x="2" y="22"/>
                    <a:pt x="0" y="41"/>
                    <a:pt x="0" y="61"/>
                  </a:cubicBezTo>
                  <a:cubicBezTo>
                    <a:pt x="0" y="81"/>
                    <a:pt x="2" y="101"/>
                    <a:pt x="4" y="120"/>
                  </a:cubicBezTo>
                  <a:cubicBezTo>
                    <a:pt x="4" y="121"/>
                    <a:pt x="4" y="121"/>
                    <a:pt x="4" y="121"/>
                  </a:cubicBezTo>
                  <a:cubicBezTo>
                    <a:pt x="5" y="122"/>
                    <a:pt x="5" y="122"/>
                    <a:pt x="5" y="122"/>
                  </a:cubicBezTo>
                  <a:cubicBezTo>
                    <a:pt x="6" y="122"/>
                    <a:pt x="6" y="123"/>
                    <a:pt x="7" y="123"/>
                  </a:cubicBezTo>
                  <a:cubicBezTo>
                    <a:pt x="7" y="123"/>
                    <a:pt x="7" y="122"/>
                    <a:pt x="8" y="122"/>
                  </a:cubicBezTo>
                  <a:cubicBezTo>
                    <a:pt x="8" y="122"/>
                    <a:pt x="9" y="122"/>
                    <a:pt x="9" y="121"/>
                  </a:cubicBezTo>
                  <a:lnTo>
                    <a:pt x="9" y="120"/>
                  </a:lnTo>
                  <a:cubicBezTo>
                    <a:pt x="12" y="101"/>
                    <a:pt x="13" y="81"/>
                    <a:pt x="13" y="61"/>
                  </a:cubicBezTo>
                  <a:cubicBezTo>
                    <a:pt x="13" y="41"/>
                    <a:pt x="12" y="22"/>
                    <a:pt x="9" y="2"/>
                  </a:cubicBezTo>
                  <a:lnTo>
                    <a:pt x="9" y="1"/>
                  </a:lnTo>
                  <a:lnTo>
                    <a:pt x="8" y="0"/>
                  </a:lnTo>
                  <a:cubicBezTo>
                    <a:pt x="7" y="0"/>
                    <a:pt x="7" y="0"/>
                    <a:pt x="7" y="0"/>
                  </a:cubicBezTo>
                  <a:cubicBezTo>
                    <a:pt x="6" y="0"/>
                    <a:pt x="6" y="0"/>
                    <a:pt x="5" y="0"/>
                  </a:cubicBezTo>
                  <a:cubicBezTo>
                    <a:pt x="5" y="0"/>
                    <a:pt x="5" y="1"/>
                    <a:pt x="4" y="1"/>
                  </a:cubicBezTo>
                  <a:lnTo>
                    <a:pt x="4"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37"/>
            <p:cNvSpPr/>
            <p:nvPr/>
          </p:nvSpPr>
          <p:spPr>
            <a:xfrm>
              <a:off x="20137995" y="3120120"/>
              <a:ext cx="6480" cy="22320"/>
            </a:xfrm>
            <a:custGeom>
              <a:rect b="b" l="l" r="r" t="t"/>
              <a:pathLst>
                <a:path extrusionOk="0" h="62" w="18">
                  <a:moveTo>
                    <a:pt x="12" y="2"/>
                  </a:moveTo>
                  <a:cubicBezTo>
                    <a:pt x="11" y="1"/>
                    <a:pt x="11" y="0"/>
                    <a:pt x="10" y="0"/>
                  </a:cubicBezTo>
                  <a:cubicBezTo>
                    <a:pt x="10" y="0"/>
                    <a:pt x="9" y="0"/>
                    <a:pt x="8" y="0"/>
                  </a:cubicBezTo>
                  <a:cubicBezTo>
                    <a:pt x="8" y="0"/>
                    <a:pt x="7" y="0"/>
                    <a:pt x="6" y="0"/>
                  </a:cubicBezTo>
                  <a:cubicBezTo>
                    <a:pt x="6" y="0"/>
                    <a:pt x="5" y="1"/>
                    <a:pt x="5" y="2"/>
                  </a:cubicBezTo>
                  <a:cubicBezTo>
                    <a:pt x="5" y="6"/>
                    <a:pt x="1" y="11"/>
                    <a:pt x="0" y="15"/>
                  </a:cubicBezTo>
                  <a:cubicBezTo>
                    <a:pt x="0" y="18"/>
                    <a:pt x="0" y="21"/>
                    <a:pt x="0" y="24"/>
                  </a:cubicBezTo>
                  <a:cubicBezTo>
                    <a:pt x="0" y="26"/>
                    <a:pt x="0" y="29"/>
                    <a:pt x="0" y="32"/>
                  </a:cubicBezTo>
                  <a:cubicBezTo>
                    <a:pt x="2" y="41"/>
                    <a:pt x="4" y="50"/>
                    <a:pt x="7" y="59"/>
                  </a:cubicBezTo>
                  <a:cubicBezTo>
                    <a:pt x="7" y="61"/>
                    <a:pt x="10" y="61"/>
                    <a:pt x="11" y="59"/>
                  </a:cubicBezTo>
                  <a:cubicBezTo>
                    <a:pt x="14" y="48"/>
                    <a:pt x="16" y="36"/>
                    <a:pt x="17" y="25"/>
                  </a:cubicBezTo>
                  <a:cubicBezTo>
                    <a:pt x="17" y="23"/>
                    <a:pt x="17" y="21"/>
                    <a:pt x="17" y="20"/>
                  </a:cubicBezTo>
                  <a:cubicBezTo>
                    <a:pt x="17" y="18"/>
                    <a:pt x="17" y="16"/>
                    <a:pt x="17" y="15"/>
                  </a:cubicBezTo>
                  <a:cubicBezTo>
                    <a:pt x="16" y="10"/>
                    <a:pt x="14" y="7"/>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7"/>
            <p:cNvSpPr/>
            <p:nvPr/>
          </p:nvSpPr>
          <p:spPr>
            <a:xfrm>
              <a:off x="20270115" y="3051720"/>
              <a:ext cx="10080" cy="39240"/>
            </a:xfrm>
            <a:custGeom>
              <a:rect b="b" l="l" r="r" t="t"/>
              <a:pathLst>
                <a:path extrusionOk="0" h="109" w="28">
                  <a:moveTo>
                    <a:pt x="17" y="1"/>
                  </a:moveTo>
                  <a:cubicBezTo>
                    <a:pt x="17" y="1"/>
                    <a:pt x="17" y="0"/>
                    <a:pt x="16" y="0"/>
                  </a:cubicBezTo>
                  <a:cubicBezTo>
                    <a:pt x="15" y="0"/>
                    <a:pt x="15" y="0"/>
                    <a:pt x="14" y="0"/>
                  </a:cubicBezTo>
                  <a:cubicBezTo>
                    <a:pt x="13" y="0"/>
                    <a:pt x="13" y="0"/>
                    <a:pt x="12" y="0"/>
                  </a:cubicBezTo>
                  <a:lnTo>
                    <a:pt x="11" y="1"/>
                  </a:lnTo>
                  <a:cubicBezTo>
                    <a:pt x="4" y="15"/>
                    <a:pt x="1" y="29"/>
                    <a:pt x="1" y="44"/>
                  </a:cubicBezTo>
                  <a:cubicBezTo>
                    <a:pt x="1" y="48"/>
                    <a:pt x="1" y="52"/>
                    <a:pt x="1" y="56"/>
                  </a:cubicBezTo>
                  <a:cubicBezTo>
                    <a:pt x="1" y="61"/>
                    <a:pt x="2" y="67"/>
                    <a:pt x="3" y="73"/>
                  </a:cubicBezTo>
                  <a:cubicBezTo>
                    <a:pt x="4" y="79"/>
                    <a:pt x="8" y="96"/>
                    <a:pt x="4" y="102"/>
                  </a:cubicBezTo>
                  <a:cubicBezTo>
                    <a:pt x="0" y="108"/>
                    <a:pt x="7" y="107"/>
                    <a:pt x="9" y="106"/>
                  </a:cubicBezTo>
                  <a:cubicBezTo>
                    <a:pt x="11" y="103"/>
                    <a:pt x="13" y="100"/>
                    <a:pt x="15" y="97"/>
                  </a:cubicBezTo>
                  <a:cubicBezTo>
                    <a:pt x="19" y="90"/>
                    <a:pt x="22" y="82"/>
                    <a:pt x="22" y="74"/>
                  </a:cubicBezTo>
                  <a:cubicBezTo>
                    <a:pt x="22" y="70"/>
                    <a:pt x="21" y="67"/>
                    <a:pt x="20" y="63"/>
                  </a:cubicBezTo>
                  <a:cubicBezTo>
                    <a:pt x="19" y="42"/>
                    <a:pt x="27" y="21"/>
                    <a:pt x="1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37"/>
            <p:cNvSpPr/>
            <p:nvPr/>
          </p:nvSpPr>
          <p:spPr>
            <a:xfrm>
              <a:off x="19717515" y="2738160"/>
              <a:ext cx="6120" cy="16200"/>
            </a:xfrm>
            <a:custGeom>
              <a:rect b="b" l="l" r="r" t="t"/>
              <a:pathLst>
                <a:path extrusionOk="0" h="45" w="17">
                  <a:moveTo>
                    <a:pt x="10" y="41"/>
                  </a:moveTo>
                  <a:cubicBezTo>
                    <a:pt x="14" y="35"/>
                    <a:pt x="16" y="28"/>
                    <a:pt x="16" y="22"/>
                  </a:cubicBezTo>
                  <a:cubicBezTo>
                    <a:pt x="16" y="15"/>
                    <a:pt x="12" y="11"/>
                    <a:pt x="11" y="5"/>
                  </a:cubicBezTo>
                  <a:cubicBezTo>
                    <a:pt x="10" y="0"/>
                    <a:pt x="5" y="2"/>
                    <a:pt x="5" y="5"/>
                  </a:cubicBezTo>
                  <a:cubicBezTo>
                    <a:pt x="3" y="11"/>
                    <a:pt x="1" y="17"/>
                    <a:pt x="0" y="23"/>
                  </a:cubicBezTo>
                  <a:cubicBezTo>
                    <a:pt x="0" y="29"/>
                    <a:pt x="2" y="36"/>
                    <a:pt x="5" y="41"/>
                  </a:cubicBezTo>
                  <a:cubicBezTo>
                    <a:pt x="5" y="42"/>
                    <a:pt x="5" y="42"/>
                    <a:pt x="6" y="42"/>
                  </a:cubicBezTo>
                  <a:cubicBezTo>
                    <a:pt x="7" y="44"/>
                    <a:pt x="10" y="43"/>
                    <a:pt x="10"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37"/>
            <p:cNvSpPr/>
            <p:nvPr/>
          </p:nvSpPr>
          <p:spPr>
            <a:xfrm>
              <a:off x="19715355" y="2787480"/>
              <a:ext cx="9360" cy="21240"/>
            </a:xfrm>
            <a:custGeom>
              <a:rect b="b" l="l" r="r" t="t"/>
              <a:pathLst>
                <a:path extrusionOk="0" h="59" w="26">
                  <a:moveTo>
                    <a:pt x="10" y="4"/>
                  </a:moveTo>
                  <a:cubicBezTo>
                    <a:pt x="10" y="21"/>
                    <a:pt x="0" y="41"/>
                    <a:pt x="10" y="57"/>
                  </a:cubicBezTo>
                  <a:cubicBezTo>
                    <a:pt x="10" y="58"/>
                    <a:pt x="10" y="58"/>
                    <a:pt x="11" y="58"/>
                  </a:cubicBezTo>
                  <a:lnTo>
                    <a:pt x="12" y="58"/>
                  </a:lnTo>
                  <a:cubicBezTo>
                    <a:pt x="13" y="58"/>
                    <a:pt x="13" y="58"/>
                    <a:pt x="14" y="58"/>
                  </a:cubicBezTo>
                  <a:lnTo>
                    <a:pt x="14" y="57"/>
                  </a:lnTo>
                  <a:cubicBezTo>
                    <a:pt x="25" y="41"/>
                    <a:pt x="16" y="22"/>
                    <a:pt x="14" y="4"/>
                  </a:cubicBezTo>
                  <a:cubicBezTo>
                    <a:pt x="16" y="0"/>
                    <a:pt x="10" y="0"/>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37"/>
            <p:cNvSpPr/>
            <p:nvPr/>
          </p:nvSpPr>
          <p:spPr>
            <a:xfrm>
              <a:off x="20123595" y="2714400"/>
              <a:ext cx="9720" cy="40680"/>
            </a:xfrm>
            <a:custGeom>
              <a:rect b="b" l="l" r="r" t="t"/>
              <a:pathLst>
                <a:path extrusionOk="0" h="113" w="27">
                  <a:moveTo>
                    <a:pt x="1" y="3"/>
                  </a:moveTo>
                  <a:cubicBezTo>
                    <a:pt x="0" y="9"/>
                    <a:pt x="0" y="16"/>
                    <a:pt x="0" y="22"/>
                  </a:cubicBezTo>
                  <a:cubicBezTo>
                    <a:pt x="0" y="28"/>
                    <a:pt x="0" y="34"/>
                    <a:pt x="1" y="40"/>
                  </a:cubicBezTo>
                  <a:cubicBezTo>
                    <a:pt x="7" y="62"/>
                    <a:pt x="2" y="86"/>
                    <a:pt x="10" y="108"/>
                  </a:cubicBezTo>
                  <a:cubicBezTo>
                    <a:pt x="10" y="109"/>
                    <a:pt x="10" y="109"/>
                    <a:pt x="10" y="109"/>
                  </a:cubicBezTo>
                  <a:cubicBezTo>
                    <a:pt x="11" y="110"/>
                    <a:pt x="11" y="111"/>
                    <a:pt x="12" y="111"/>
                  </a:cubicBezTo>
                  <a:cubicBezTo>
                    <a:pt x="13" y="111"/>
                    <a:pt x="14" y="112"/>
                    <a:pt x="14" y="112"/>
                  </a:cubicBezTo>
                  <a:cubicBezTo>
                    <a:pt x="15" y="112"/>
                    <a:pt x="16" y="111"/>
                    <a:pt x="17" y="111"/>
                  </a:cubicBezTo>
                  <a:cubicBezTo>
                    <a:pt x="17" y="111"/>
                    <a:pt x="17" y="110"/>
                    <a:pt x="18" y="109"/>
                  </a:cubicBezTo>
                  <a:cubicBezTo>
                    <a:pt x="19" y="108"/>
                    <a:pt x="19" y="109"/>
                    <a:pt x="19" y="108"/>
                  </a:cubicBezTo>
                  <a:cubicBezTo>
                    <a:pt x="24" y="95"/>
                    <a:pt x="26" y="81"/>
                    <a:pt x="26" y="67"/>
                  </a:cubicBezTo>
                  <a:cubicBezTo>
                    <a:pt x="26" y="46"/>
                    <a:pt x="22" y="26"/>
                    <a:pt x="11" y="8"/>
                  </a:cubicBezTo>
                  <a:cubicBezTo>
                    <a:pt x="10" y="6"/>
                    <a:pt x="8" y="3"/>
                    <a:pt x="6" y="1"/>
                  </a:cubicBezTo>
                  <a:cubicBezTo>
                    <a:pt x="5" y="1"/>
                    <a:pt x="5" y="0"/>
                    <a:pt x="4" y="0"/>
                  </a:cubicBezTo>
                  <a:lnTo>
                    <a:pt x="3" y="1"/>
                  </a:lnTo>
                  <a:cubicBezTo>
                    <a:pt x="2" y="1"/>
                    <a:pt x="2" y="2"/>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37"/>
            <p:cNvSpPr/>
            <p:nvPr/>
          </p:nvSpPr>
          <p:spPr>
            <a:xfrm>
              <a:off x="19378755" y="2694960"/>
              <a:ext cx="8280" cy="40680"/>
            </a:xfrm>
            <a:custGeom>
              <a:rect b="b" l="l" r="r" t="t"/>
              <a:pathLst>
                <a:path extrusionOk="0" h="113" w="23">
                  <a:moveTo>
                    <a:pt x="6" y="2"/>
                  </a:moveTo>
                  <a:cubicBezTo>
                    <a:pt x="3" y="0"/>
                    <a:pt x="0" y="4"/>
                    <a:pt x="0" y="7"/>
                  </a:cubicBezTo>
                  <a:cubicBezTo>
                    <a:pt x="1" y="15"/>
                    <a:pt x="2" y="23"/>
                    <a:pt x="2" y="32"/>
                  </a:cubicBezTo>
                  <a:cubicBezTo>
                    <a:pt x="2" y="40"/>
                    <a:pt x="1" y="49"/>
                    <a:pt x="0" y="57"/>
                  </a:cubicBezTo>
                  <a:cubicBezTo>
                    <a:pt x="0" y="60"/>
                    <a:pt x="0" y="63"/>
                    <a:pt x="0" y="66"/>
                  </a:cubicBezTo>
                  <a:cubicBezTo>
                    <a:pt x="0" y="81"/>
                    <a:pt x="3" y="96"/>
                    <a:pt x="8" y="110"/>
                  </a:cubicBezTo>
                  <a:cubicBezTo>
                    <a:pt x="8" y="111"/>
                    <a:pt x="9" y="111"/>
                    <a:pt x="9" y="111"/>
                  </a:cubicBezTo>
                  <a:cubicBezTo>
                    <a:pt x="10" y="112"/>
                    <a:pt x="10" y="112"/>
                    <a:pt x="10" y="112"/>
                  </a:cubicBezTo>
                  <a:cubicBezTo>
                    <a:pt x="11" y="112"/>
                    <a:pt x="11" y="112"/>
                    <a:pt x="12" y="111"/>
                  </a:cubicBezTo>
                  <a:lnTo>
                    <a:pt x="13" y="110"/>
                  </a:lnTo>
                  <a:cubicBezTo>
                    <a:pt x="19" y="94"/>
                    <a:pt x="22" y="76"/>
                    <a:pt x="22" y="58"/>
                  </a:cubicBezTo>
                  <a:cubicBezTo>
                    <a:pt x="22" y="53"/>
                    <a:pt x="21" y="48"/>
                    <a:pt x="21" y="43"/>
                  </a:cubicBezTo>
                  <a:cubicBezTo>
                    <a:pt x="21" y="41"/>
                    <a:pt x="21" y="39"/>
                    <a:pt x="21" y="37"/>
                  </a:cubicBezTo>
                  <a:cubicBezTo>
                    <a:pt x="21" y="29"/>
                    <a:pt x="20" y="20"/>
                    <a:pt x="15" y="13"/>
                  </a:cubicBezTo>
                  <a:cubicBezTo>
                    <a:pt x="12" y="8"/>
                    <a:pt x="9" y="5"/>
                    <a:pt x="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37"/>
            <p:cNvSpPr/>
            <p:nvPr/>
          </p:nvSpPr>
          <p:spPr>
            <a:xfrm>
              <a:off x="20227275" y="2682000"/>
              <a:ext cx="5400" cy="21960"/>
            </a:xfrm>
            <a:custGeom>
              <a:rect b="b" l="l" r="r" t="t"/>
              <a:pathLst>
                <a:path extrusionOk="0" h="61" w="15">
                  <a:moveTo>
                    <a:pt x="3" y="3"/>
                  </a:moveTo>
                  <a:cubicBezTo>
                    <a:pt x="1" y="13"/>
                    <a:pt x="0" y="22"/>
                    <a:pt x="0" y="31"/>
                  </a:cubicBezTo>
                  <a:cubicBezTo>
                    <a:pt x="0" y="40"/>
                    <a:pt x="1" y="48"/>
                    <a:pt x="3" y="57"/>
                  </a:cubicBezTo>
                  <a:lnTo>
                    <a:pt x="4" y="58"/>
                  </a:lnTo>
                  <a:cubicBezTo>
                    <a:pt x="4" y="58"/>
                    <a:pt x="4" y="59"/>
                    <a:pt x="5" y="59"/>
                  </a:cubicBezTo>
                  <a:cubicBezTo>
                    <a:pt x="5" y="59"/>
                    <a:pt x="6" y="60"/>
                    <a:pt x="7" y="60"/>
                  </a:cubicBezTo>
                  <a:lnTo>
                    <a:pt x="8" y="59"/>
                  </a:lnTo>
                  <a:cubicBezTo>
                    <a:pt x="9" y="59"/>
                    <a:pt x="9" y="59"/>
                    <a:pt x="10" y="58"/>
                  </a:cubicBezTo>
                  <a:cubicBezTo>
                    <a:pt x="11" y="57"/>
                    <a:pt x="10" y="57"/>
                    <a:pt x="10" y="57"/>
                  </a:cubicBezTo>
                  <a:cubicBezTo>
                    <a:pt x="12" y="48"/>
                    <a:pt x="13" y="40"/>
                    <a:pt x="14" y="31"/>
                  </a:cubicBezTo>
                  <a:cubicBezTo>
                    <a:pt x="13" y="22"/>
                    <a:pt x="12" y="12"/>
                    <a:pt x="9" y="3"/>
                  </a:cubicBezTo>
                  <a:cubicBezTo>
                    <a:pt x="8" y="0"/>
                    <a:pt x="4" y="1"/>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37"/>
            <p:cNvSpPr/>
            <p:nvPr/>
          </p:nvSpPr>
          <p:spPr>
            <a:xfrm>
              <a:off x="20227275" y="2592360"/>
              <a:ext cx="6120" cy="68400"/>
            </a:xfrm>
            <a:custGeom>
              <a:rect b="b" l="l" r="r" t="t"/>
              <a:pathLst>
                <a:path extrusionOk="0" h="190" w="17">
                  <a:moveTo>
                    <a:pt x="4" y="1"/>
                  </a:moveTo>
                  <a:cubicBezTo>
                    <a:pt x="2" y="27"/>
                    <a:pt x="0" y="54"/>
                    <a:pt x="0" y="80"/>
                  </a:cubicBezTo>
                  <a:cubicBezTo>
                    <a:pt x="0" y="115"/>
                    <a:pt x="2" y="150"/>
                    <a:pt x="6" y="185"/>
                  </a:cubicBezTo>
                  <a:cubicBezTo>
                    <a:pt x="6" y="189"/>
                    <a:pt x="12" y="187"/>
                    <a:pt x="13" y="185"/>
                  </a:cubicBezTo>
                  <a:cubicBezTo>
                    <a:pt x="15" y="161"/>
                    <a:pt x="16" y="138"/>
                    <a:pt x="16" y="115"/>
                  </a:cubicBezTo>
                  <a:cubicBezTo>
                    <a:pt x="16" y="77"/>
                    <a:pt x="13" y="39"/>
                    <a:pt x="8" y="2"/>
                  </a:cubicBezTo>
                  <a:cubicBezTo>
                    <a:pt x="8" y="1"/>
                    <a:pt x="8" y="1"/>
                    <a:pt x="8" y="1"/>
                  </a:cubicBezTo>
                  <a:cubicBezTo>
                    <a:pt x="8" y="0"/>
                    <a:pt x="7" y="0"/>
                    <a:pt x="7" y="0"/>
                  </a:cubicBezTo>
                  <a:lnTo>
                    <a:pt x="6" y="0"/>
                  </a:lnTo>
                  <a:cubicBezTo>
                    <a:pt x="5" y="0"/>
                    <a:pt x="5" y="0"/>
                    <a:pt x="5" y="0"/>
                  </a:cubicBezTo>
                  <a:cubicBezTo>
                    <a:pt x="4" y="0"/>
                    <a:pt x="4" y="0"/>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37"/>
            <p:cNvSpPr/>
            <p:nvPr/>
          </p:nvSpPr>
          <p:spPr>
            <a:xfrm>
              <a:off x="20242755" y="2593800"/>
              <a:ext cx="9720" cy="133560"/>
            </a:xfrm>
            <a:custGeom>
              <a:rect b="b" l="l" r="r" t="t"/>
              <a:pathLst>
                <a:path extrusionOk="0" h="371" w="27">
                  <a:moveTo>
                    <a:pt x="12" y="7"/>
                  </a:moveTo>
                  <a:cubicBezTo>
                    <a:pt x="12" y="0"/>
                    <a:pt x="1" y="1"/>
                    <a:pt x="1" y="7"/>
                  </a:cubicBezTo>
                  <a:cubicBezTo>
                    <a:pt x="1" y="66"/>
                    <a:pt x="0" y="127"/>
                    <a:pt x="3" y="186"/>
                  </a:cubicBezTo>
                  <a:cubicBezTo>
                    <a:pt x="7" y="245"/>
                    <a:pt x="3" y="307"/>
                    <a:pt x="13" y="367"/>
                  </a:cubicBezTo>
                  <a:cubicBezTo>
                    <a:pt x="13" y="370"/>
                    <a:pt x="20" y="370"/>
                    <a:pt x="21" y="367"/>
                  </a:cubicBezTo>
                  <a:cubicBezTo>
                    <a:pt x="24" y="339"/>
                    <a:pt x="26" y="311"/>
                    <a:pt x="26" y="283"/>
                  </a:cubicBezTo>
                  <a:cubicBezTo>
                    <a:pt x="26" y="254"/>
                    <a:pt x="24" y="226"/>
                    <a:pt x="21" y="199"/>
                  </a:cubicBezTo>
                  <a:cubicBezTo>
                    <a:pt x="15" y="136"/>
                    <a:pt x="15" y="71"/>
                    <a:pt x="1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37"/>
            <p:cNvSpPr/>
            <p:nvPr/>
          </p:nvSpPr>
          <p:spPr>
            <a:xfrm>
              <a:off x="20256795" y="2630880"/>
              <a:ext cx="9360" cy="45720"/>
            </a:xfrm>
            <a:custGeom>
              <a:rect b="b" l="l" r="r" t="t"/>
              <a:pathLst>
                <a:path extrusionOk="0" h="127" w="26">
                  <a:moveTo>
                    <a:pt x="9" y="4"/>
                  </a:moveTo>
                  <a:cubicBezTo>
                    <a:pt x="9" y="43"/>
                    <a:pt x="0" y="84"/>
                    <a:pt x="9" y="122"/>
                  </a:cubicBezTo>
                  <a:cubicBezTo>
                    <a:pt x="9" y="126"/>
                    <a:pt x="16" y="125"/>
                    <a:pt x="17" y="122"/>
                  </a:cubicBezTo>
                  <a:cubicBezTo>
                    <a:pt x="25" y="83"/>
                    <a:pt x="17" y="43"/>
                    <a:pt x="17" y="4"/>
                  </a:cubicBezTo>
                  <a:cubicBezTo>
                    <a:pt x="15" y="1"/>
                    <a:pt x="9" y="0"/>
                    <a:pt x="9"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37"/>
            <p:cNvSpPr/>
            <p:nvPr/>
          </p:nvSpPr>
          <p:spPr>
            <a:xfrm>
              <a:off x="20294955" y="2520000"/>
              <a:ext cx="17640" cy="210240"/>
            </a:xfrm>
            <a:custGeom>
              <a:rect b="b" l="l" r="r" t="t"/>
              <a:pathLst>
                <a:path extrusionOk="0" h="584" w="49">
                  <a:moveTo>
                    <a:pt x="18" y="91"/>
                  </a:moveTo>
                  <a:cubicBezTo>
                    <a:pt x="18" y="85"/>
                    <a:pt x="18" y="79"/>
                    <a:pt x="18" y="73"/>
                  </a:cubicBezTo>
                  <a:cubicBezTo>
                    <a:pt x="18" y="50"/>
                    <a:pt x="16" y="27"/>
                    <a:pt x="10" y="5"/>
                  </a:cubicBezTo>
                  <a:cubicBezTo>
                    <a:pt x="9" y="0"/>
                    <a:pt x="2" y="2"/>
                    <a:pt x="3" y="6"/>
                  </a:cubicBezTo>
                  <a:cubicBezTo>
                    <a:pt x="15" y="50"/>
                    <a:pt x="0" y="107"/>
                    <a:pt x="3" y="152"/>
                  </a:cubicBezTo>
                  <a:cubicBezTo>
                    <a:pt x="5" y="204"/>
                    <a:pt x="9" y="256"/>
                    <a:pt x="11" y="309"/>
                  </a:cubicBezTo>
                  <a:cubicBezTo>
                    <a:pt x="16" y="399"/>
                    <a:pt x="17" y="490"/>
                    <a:pt x="29" y="579"/>
                  </a:cubicBezTo>
                  <a:cubicBezTo>
                    <a:pt x="29" y="582"/>
                    <a:pt x="33" y="583"/>
                    <a:pt x="34" y="579"/>
                  </a:cubicBezTo>
                  <a:cubicBezTo>
                    <a:pt x="48" y="476"/>
                    <a:pt x="34" y="372"/>
                    <a:pt x="28" y="269"/>
                  </a:cubicBezTo>
                  <a:cubicBezTo>
                    <a:pt x="25" y="210"/>
                    <a:pt x="18" y="150"/>
                    <a:pt x="18"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37"/>
            <p:cNvSpPr/>
            <p:nvPr/>
          </p:nvSpPr>
          <p:spPr>
            <a:xfrm>
              <a:off x="20313315" y="2522880"/>
              <a:ext cx="7920" cy="42480"/>
            </a:xfrm>
            <a:custGeom>
              <a:rect b="b" l="l" r="r" t="t"/>
              <a:pathLst>
                <a:path extrusionOk="0" h="118" w="22">
                  <a:moveTo>
                    <a:pt x="0" y="3"/>
                  </a:moveTo>
                  <a:cubicBezTo>
                    <a:pt x="1" y="41"/>
                    <a:pt x="5" y="78"/>
                    <a:pt x="12" y="114"/>
                  </a:cubicBezTo>
                  <a:cubicBezTo>
                    <a:pt x="12" y="115"/>
                    <a:pt x="12" y="115"/>
                    <a:pt x="12" y="116"/>
                  </a:cubicBezTo>
                  <a:lnTo>
                    <a:pt x="13" y="116"/>
                  </a:lnTo>
                  <a:cubicBezTo>
                    <a:pt x="13" y="117"/>
                    <a:pt x="14" y="117"/>
                    <a:pt x="14" y="117"/>
                  </a:cubicBezTo>
                  <a:cubicBezTo>
                    <a:pt x="15" y="117"/>
                    <a:pt x="14" y="117"/>
                    <a:pt x="15" y="116"/>
                  </a:cubicBezTo>
                  <a:cubicBezTo>
                    <a:pt x="16" y="116"/>
                    <a:pt x="16" y="116"/>
                    <a:pt x="16" y="116"/>
                  </a:cubicBezTo>
                  <a:cubicBezTo>
                    <a:pt x="17" y="115"/>
                    <a:pt x="17" y="115"/>
                    <a:pt x="17" y="114"/>
                  </a:cubicBezTo>
                  <a:cubicBezTo>
                    <a:pt x="21" y="76"/>
                    <a:pt x="9" y="41"/>
                    <a:pt x="7" y="4"/>
                  </a:cubicBezTo>
                  <a:cubicBezTo>
                    <a:pt x="7" y="3"/>
                    <a:pt x="7" y="3"/>
                    <a:pt x="7" y="3"/>
                  </a:cubicBezTo>
                  <a:lnTo>
                    <a:pt x="7" y="2"/>
                  </a:lnTo>
                  <a:cubicBezTo>
                    <a:pt x="7" y="1"/>
                    <a:pt x="7" y="1"/>
                    <a:pt x="6" y="0"/>
                  </a:cubicBezTo>
                  <a:cubicBezTo>
                    <a:pt x="5" y="0"/>
                    <a:pt x="4" y="0"/>
                    <a:pt x="4" y="0"/>
                  </a:cubicBezTo>
                  <a:cubicBezTo>
                    <a:pt x="3" y="0"/>
                    <a:pt x="3" y="0"/>
                    <a:pt x="2" y="0"/>
                  </a:cubicBezTo>
                  <a:cubicBezTo>
                    <a:pt x="1" y="1"/>
                    <a:pt x="2" y="2"/>
                    <a:pt x="1" y="2"/>
                  </a:cubicBezTo>
                  <a:cubicBezTo>
                    <a:pt x="0" y="3"/>
                    <a:pt x="0"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37"/>
            <p:cNvSpPr/>
            <p:nvPr/>
          </p:nvSpPr>
          <p:spPr>
            <a:xfrm>
              <a:off x="20330955" y="2491200"/>
              <a:ext cx="23760" cy="168480"/>
            </a:xfrm>
            <a:custGeom>
              <a:rect b="b" l="l" r="r" t="t"/>
              <a:pathLst>
                <a:path extrusionOk="0" h="468" w="66">
                  <a:moveTo>
                    <a:pt x="18" y="78"/>
                  </a:moveTo>
                  <a:cubicBezTo>
                    <a:pt x="18" y="52"/>
                    <a:pt x="14" y="26"/>
                    <a:pt x="6" y="2"/>
                  </a:cubicBezTo>
                  <a:lnTo>
                    <a:pt x="6" y="1"/>
                  </a:lnTo>
                  <a:cubicBezTo>
                    <a:pt x="5" y="1"/>
                    <a:pt x="5" y="0"/>
                    <a:pt x="4" y="0"/>
                  </a:cubicBezTo>
                  <a:lnTo>
                    <a:pt x="3" y="0"/>
                  </a:lnTo>
                  <a:cubicBezTo>
                    <a:pt x="2" y="0"/>
                    <a:pt x="2" y="0"/>
                    <a:pt x="2" y="0"/>
                  </a:cubicBezTo>
                  <a:cubicBezTo>
                    <a:pt x="1" y="0"/>
                    <a:pt x="1" y="0"/>
                    <a:pt x="0" y="1"/>
                  </a:cubicBezTo>
                  <a:cubicBezTo>
                    <a:pt x="0" y="2"/>
                    <a:pt x="0" y="2"/>
                    <a:pt x="0" y="3"/>
                  </a:cubicBezTo>
                  <a:lnTo>
                    <a:pt x="0" y="4"/>
                  </a:lnTo>
                  <a:cubicBezTo>
                    <a:pt x="7" y="27"/>
                    <a:pt x="10" y="51"/>
                    <a:pt x="10" y="75"/>
                  </a:cubicBezTo>
                  <a:cubicBezTo>
                    <a:pt x="10" y="86"/>
                    <a:pt x="9" y="96"/>
                    <a:pt x="8" y="107"/>
                  </a:cubicBezTo>
                  <a:cubicBezTo>
                    <a:pt x="8" y="112"/>
                    <a:pt x="8" y="117"/>
                    <a:pt x="8" y="122"/>
                  </a:cubicBezTo>
                  <a:cubicBezTo>
                    <a:pt x="8" y="158"/>
                    <a:pt x="9" y="194"/>
                    <a:pt x="13" y="229"/>
                  </a:cubicBezTo>
                  <a:cubicBezTo>
                    <a:pt x="18" y="307"/>
                    <a:pt x="27" y="385"/>
                    <a:pt x="40" y="462"/>
                  </a:cubicBezTo>
                  <a:cubicBezTo>
                    <a:pt x="40" y="463"/>
                    <a:pt x="41" y="463"/>
                    <a:pt x="41" y="464"/>
                  </a:cubicBezTo>
                  <a:cubicBezTo>
                    <a:pt x="42" y="465"/>
                    <a:pt x="42" y="465"/>
                    <a:pt x="42" y="466"/>
                  </a:cubicBezTo>
                  <a:cubicBezTo>
                    <a:pt x="43" y="467"/>
                    <a:pt x="44" y="466"/>
                    <a:pt x="44" y="466"/>
                  </a:cubicBezTo>
                  <a:cubicBezTo>
                    <a:pt x="45" y="466"/>
                    <a:pt x="46" y="466"/>
                    <a:pt x="46" y="466"/>
                  </a:cubicBezTo>
                  <a:cubicBezTo>
                    <a:pt x="47" y="465"/>
                    <a:pt x="48" y="465"/>
                    <a:pt x="48" y="464"/>
                  </a:cubicBezTo>
                  <a:cubicBezTo>
                    <a:pt x="48" y="463"/>
                    <a:pt x="48" y="463"/>
                    <a:pt x="48" y="462"/>
                  </a:cubicBezTo>
                  <a:cubicBezTo>
                    <a:pt x="65" y="381"/>
                    <a:pt x="32" y="293"/>
                    <a:pt x="26" y="212"/>
                  </a:cubicBezTo>
                  <a:cubicBezTo>
                    <a:pt x="24" y="168"/>
                    <a:pt x="21" y="123"/>
                    <a:pt x="18"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37"/>
            <p:cNvSpPr/>
            <p:nvPr/>
          </p:nvSpPr>
          <p:spPr>
            <a:xfrm>
              <a:off x="20000115" y="2809080"/>
              <a:ext cx="6120" cy="18360"/>
            </a:xfrm>
            <a:custGeom>
              <a:rect b="b" l="l" r="r" t="t"/>
              <a:pathLst>
                <a:path extrusionOk="0" h="51" w="17">
                  <a:moveTo>
                    <a:pt x="6" y="1"/>
                  </a:moveTo>
                  <a:cubicBezTo>
                    <a:pt x="2" y="8"/>
                    <a:pt x="0" y="16"/>
                    <a:pt x="0" y="25"/>
                  </a:cubicBezTo>
                  <a:cubicBezTo>
                    <a:pt x="0" y="33"/>
                    <a:pt x="2" y="41"/>
                    <a:pt x="6" y="48"/>
                  </a:cubicBezTo>
                  <a:cubicBezTo>
                    <a:pt x="6" y="49"/>
                    <a:pt x="6" y="49"/>
                    <a:pt x="6" y="49"/>
                  </a:cubicBezTo>
                  <a:cubicBezTo>
                    <a:pt x="6" y="49"/>
                    <a:pt x="6" y="50"/>
                    <a:pt x="7" y="50"/>
                  </a:cubicBezTo>
                  <a:lnTo>
                    <a:pt x="8" y="50"/>
                  </a:lnTo>
                  <a:cubicBezTo>
                    <a:pt x="9" y="50"/>
                    <a:pt x="9" y="50"/>
                    <a:pt x="10" y="50"/>
                  </a:cubicBezTo>
                  <a:lnTo>
                    <a:pt x="11" y="49"/>
                  </a:lnTo>
                  <a:lnTo>
                    <a:pt x="11" y="48"/>
                  </a:lnTo>
                  <a:cubicBezTo>
                    <a:pt x="15" y="41"/>
                    <a:pt x="16" y="32"/>
                    <a:pt x="16" y="24"/>
                  </a:cubicBezTo>
                  <a:cubicBezTo>
                    <a:pt x="16" y="15"/>
                    <a:pt x="15" y="8"/>
                    <a:pt x="11" y="0"/>
                  </a:cubicBezTo>
                  <a:cubicBezTo>
                    <a:pt x="10" y="0"/>
                    <a:pt x="9" y="0"/>
                    <a:pt x="9" y="0"/>
                  </a:cubicBezTo>
                  <a:cubicBezTo>
                    <a:pt x="8" y="0"/>
                    <a:pt x="7" y="0"/>
                    <a:pt x="7" y="0"/>
                  </a:cubicBezTo>
                  <a:cubicBezTo>
                    <a:pt x="6" y="0"/>
                    <a:pt x="6" y="1"/>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37"/>
            <p:cNvSpPr/>
            <p:nvPr/>
          </p:nvSpPr>
          <p:spPr>
            <a:xfrm>
              <a:off x="19909395" y="3155400"/>
              <a:ext cx="7200" cy="28440"/>
            </a:xfrm>
            <a:custGeom>
              <a:rect b="b" l="l" r="r" t="t"/>
              <a:pathLst>
                <a:path extrusionOk="0" h="79" w="20">
                  <a:moveTo>
                    <a:pt x="8" y="75"/>
                  </a:moveTo>
                  <a:cubicBezTo>
                    <a:pt x="10" y="71"/>
                    <a:pt x="11" y="66"/>
                    <a:pt x="12" y="63"/>
                  </a:cubicBezTo>
                  <a:cubicBezTo>
                    <a:pt x="13" y="59"/>
                    <a:pt x="18" y="56"/>
                    <a:pt x="19" y="50"/>
                  </a:cubicBezTo>
                  <a:cubicBezTo>
                    <a:pt x="19" y="46"/>
                    <a:pt x="19" y="42"/>
                    <a:pt x="19" y="38"/>
                  </a:cubicBezTo>
                  <a:cubicBezTo>
                    <a:pt x="19" y="27"/>
                    <a:pt x="17" y="15"/>
                    <a:pt x="14" y="4"/>
                  </a:cubicBezTo>
                  <a:cubicBezTo>
                    <a:pt x="14" y="3"/>
                    <a:pt x="15" y="3"/>
                    <a:pt x="14" y="2"/>
                  </a:cubicBezTo>
                  <a:cubicBezTo>
                    <a:pt x="13" y="1"/>
                    <a:pt x="13" y="2"/>
                    <a:pt x="12" y="1"/>
                  </a:cubicBezTo>
                  <a:cubicBezTo>
                    <a:pt x="11" y="0"/>
                    <a:pt x="10" y="0"/>
                    <a:pt x="10" y="0"/>
                  </a:cubicBezTo>
                  <a:cubicBezTo>
                    <a:pt x="9" y="0"/>
                    <a:pt x="8" y="0"/>
                    <a:pt x="7" y="1"/>
                  </a:cubicBezTo>
                  <a:cubicBezTo>
                    <a:pt x="6" y="2"/>
                    <a:pt x="6" y="1"/>
                    <a:pt x="5" y="2"/>
                  </a:cubicBezTo>
                  <a:cubicBezTo>
                    <a:pt x="4" y="3"/>
                    <a:pt x="5" y="3"/>
                    <a:pt x="5" y="4"/>
                  </a:cubicBezTo>
                  <a:cubicBezTo>
                    <a:pt x="2" y="15"/>
                    <a:pt x="0" y="26"/>
                    <a:pt x="0" y="38"/>
                  </a:cubicBezTo>
                  <a:cubicBezTo>
                    <a:pt x="0" y="40"/>
                    <a:pt x="0" y="41"/>
                    <a:pt x="0" y="43"/>
                  </a:cubicBezTo>
                  <a:cubicBezTo>
                    <a:pt x="0" y="45"/>
                    <a:pt x="0" y="48"/>
                    <a:pt x="0" y="50"/>
                  </a:cubicBezTo>
                  <a:cubicBezTo>
                    <a:pt x="0" y="58"/>
                    <a:pt x="1" y="66"/>
                    <a:pt x="4" y="74"/>
                  </a:cubicBezTo>
                  <a:cubicBezTo>
                    <a:pt x="4" y="77"/>
                    <a:pt x="8" y="78"/>
                    <a:pt x="8"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37"/>
            <p:cNvSpPr/>
            <p:nvPr/>
          </p:nvSpPr>
          <p:spPr>
            <a:xfrm>
              <a:off x="20034675" y="3070080"/>
              <a:ext cx="7560" cy="28440"/>
            </a:xfrm>
            <a:custGeom>
              <a:rect b="b" l="l" r="r" t="t"/>
              <a:pathLst>
                <a:path extrusionOk="0" h="79" w="21">
                  <a:moveTo>
                    <a:pt x="6" y="75"/>
                  </a:moveTo>
                  <a:cubicBezTo>
                    <a:pt x="6" y="76"/>
                    <a:pt x="6" y="75"/>
                    <a:pt x="7" y="76"/>
                  </a:cubicBezTo>
                  <a:cubicBezTo>
                    <a:pt x="8" y="76"/>
                    <a:pt x="7" y="77"/>
                    <a:pt x="8" y="78"/>
                  </a:cubicBezTo>
                  <a:cubicBezTo>
                    <a:pt x="8" y="78"/>
                    <a:pt x="9" y="78"/>
                    <a:pt x="10" y="78"/>
                  </a:cubicBezTo>
                  <a:cubicBezTo>
                    <a:pt x="10" y="78"/>
                    <a:pt x="11" y="78"/>
                    <a:pt x="12" y="78"/>
                  </a:cubicBezTo>
                  <a:cubicBezTo>
                    <a:pt x="13" y="77"/>
                    <a:pt x="13" y="77"/>
                    <a:pt x="13" y="76"/>
                  </a:cubicBezTo>
                  <a:lnTo>
                    <a:pt x="13" y="75"/>
                  </a:lnTo>
                  <a:cubicBezTo>
                    <a:pt x="16" y="69"/>
                    <a:pt x="18" y="62"/>
                    <a:pt x="19" y="56"/>
                  </a:cubicBezTo>
                  <a:cubicBezTo>
                    <a:pt x="20" y="51"/>
                    <a:pt x="20" y="46"/>
                    <a:pt x="20" y="41"/>
                  </a:cubicBezTo>
                  <a:cubicBezTo>
                    <a:pt x="20" y="36"/>
                    <a:pt x="20" y="31"/>
                    <a:pt x="19" y="27"/>
                  </a:cubicBezTo>
                  <a:cubicBezTo>
                    <a:pt x="19" y="18"/>
                    <a:pt x="17" y="6"/>
                    <a:pt x="8" y="2"/>
                  </a:cubicBezTo>
                  <a:cubicBezTo>
                    <a:pt x="5" y="0"/>
                    <a:pt x="3" y="4"/>
                    <a:pt x="4" y="7"/>
                  </a:cubicBezTo>
                  <a:cubicBezTo>
                    <a:pt x="7" y="17"/>
                    <a:pt x="2" y="28"/>
                    <a:pt x="0" y="39"/>
                  </a:cubicBezTo>
                  <a:cubicBezTo>
                    <a:pt x="0" y="41"/>
                    <a:pt x="0" y="43"/>
                    <a:pt x="0" y="45"/>
                  </a:cubicBezTo>
                  <a:cubicBezTo>
                    <a:pt x="0" y="50"/>
                    <a:pt x="1" y="56"/>
                    <a:pt x="2" y="61"/>
                  </a:cubicBezTo>
                  <a:cubicBezTo>
                    <a:pt x="3" y="66"/>
                    <a:pt x="4" y="71"/>
                    <a:pt x="6"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37"/>
            <p:cNvSpPr/>
            <p:nvPr/>
          </p:nvSpPr>
          <p:spPr>
            <a:xfrm>
              <a:off x="19589355" y="2817720"/>
              <a:ext cx="16200" cy="59040"/>
            </a:xfrm>
            <a:custGeom>
              <a:rect b="b" l="l" r="r" t="t"/>
              <a:pathLst>
                <a:path extrusionOk="0" h="164" w="45">
                  <a:moveTo>
                    <a:pt x="23" y="160"/>
                  </a:moveTo>
                  <a:cubicBezTo>
                    <a:pt x="37" y="142"/>
                    <a:pt x="29" y="128"/>
                    <a:pt x="32" y="104"/>
                  </a:cubicBezTo>
                  <a:lnTo>
                    <a:pt x="32" y="99"/>
                  </a:lnTo>
                  <a:cubicBezTo>
                    <a:pt x="33" y="92"/>
                    <a:pt x="35" y="85"/>
                    <a:pt x="37" y="79"/>
                  </a:cubicBezTo>
                  <a:cubicBezTo>
                    <a:pt x="38" y="76"/>
                    <a:pt x="38" y="73"/>
                    <a:pt x="38" y="69"/>
                  </a:cubicBezTo>
                  <a:cubicBezTo>
                    <a:pt x="38" y="66"/>
                    <a:pt x="38" y="63"/>
                    <a:pt x="37" y="59"/>
                  </a:cubicBezTo>
                  <a:cubicBezTo>
                    <a:pt x="37" y="50"/>
                    <a:pt x="39" y="40"/>
                    <a:pt x="42" y="31"/>
                  </a:cubicBezTo>
                  <a:cubicBezTo>
                    <a:pt x="43" y="27"/>
                    <a:pt x="44" y="23"/>
                    <a:pt x="44" y="20"/>
                  </a:cubicBezTo>
                  <a:cubicBezTo>
                    <a:pt x="44" y="14"/>
                    <a:pt x="43" y="8"/>
                    <a:pt x="40" y="3"/>
                  </a:cubicBezTo>
                  <a:lnTo>
                    <a:pt x="39" y="2"/>
                  </a:lnTo>
                  <a:cubicBezTo>
                    <a:pt x="39" y="1"/>
                    <a:pt x="39" y="1"/>
                    <a:pt x="38" y="0"/>
                  </a:cubicBezTo>
                  <a:cubicBezTo>
                    <a:pt x="37" y="0"/>
                    <a:pt x="36" y="0"/>
                    <a:pt x="36" y="0"/>
                  </a:cubicBezTo>
                  <a:cubicBezTo>
                    <a:pt x="35" y="0"/>
                    <a:pt x="35" y="0"/>
                    <a:pt x="34" y="0"/>
                  </a:cubicBezTo>
                  <a:cubicBezTo>
                    <a:pt x="33" y="1"/>
                    <a:pt x="33" y="1"/>
                    <a:pt x="33" y="2"/>
                  </a:cubicBezTo>
                  <a:cubicBezTo>
                    <a:pt x="23" y="26"/>
                    <a:pt x="22" y="55"/>
                    <a:pt x="13" y="78"/>
                  </a:cubicBezTo>
                  <a:cubicBezTo>
                    <a:pt x="4" y="101"/>
                    <a:pt x="0" y="142"/>
                    <a:pt x="15" y="161"/>
                  </a:cubicBezTo>
                  <a:lnTo>
                    <a:pt x="16" y="162"/>
                  </a:lnTo>
                  <a:cubicBezTo>
                    <a:pt x="17" y="162"/>
                    <a:pt x="18" y="163"/>
                    <a:pt x="19" y="163"/>
                  </a:cubicBezTo>
                  <a:cubicBezTo>
                    <a:pt x="20" y="163"/>
                    <a:pt x="20" y="163"/>
                    <a:pt x="21" y="162"/>
                  </a:cubicBezTo>
                  <a:cubicBezTo>
                    <a:pt x="22" y="162"/>
                    <a:pt x="22" y="161"/>
                    <a:pt x="23"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37"/>
            <p:cNvSpPr/>
            <p:nvPr/>
          </p:nvSpPr>
          <p:spPr>
            <a:xfrm>
              <a:off x="19286235" y="1778760"/>
              <a:ext cx="1137960" cy="1684440"/>
            </a:xfrm>
            <a:custGeom>
              <a:rect b="b" l="l" r="r" t="t"/>
              <a:pathLst>
                <a:path extrusionOk="0" h="4679" w="3161">
                  <a:moveTo>
                    <a:pt x="3007" y="2053"/>
                  </a:moveTo>
                  <a:cubicBezTo>
                    <a:pt x="3017" y="2039"/>
                    <a:pt x="3029" y="2026"/>
                    <a:pt x="3045" y="2018"/>
                  </a:cubicBezTo>
                  <a:cubicBezTo>
                    <a:pt x="3046" y="2017"/>
                    <a:pt x="3048" y="2016"/>
                    <a:pt x="3050" y="2015"/>
                  </a:cubicBezTo>
                  <a:cubicBezTo>
                    <a:pt x="3051" y="2016"/>
                    <a:pt x="3052" y="2017"/>
                    <a:pt x="3054" y="2018"/>
                  </a:cubicBezTo>
                  <a:cubicBezTo>
                    <a:pt x="3057" y="2020"/>
                    <a:pt x="3061" y="2021"/>
                    <a:pt x="3065" y="2021"/>
                  </a:cubicBezTo>
                  <a:cubicBezTo>
                    <a:pt x="3160" y="2031"/>
                    <a:pt x="3106" y="1908"/>
                    <a:pt x="3082" y="1866"/>
                  </a:cubicBezTo>
                  <a:cubicBezTo>
                    <a:pt x="3081" y="1866"/>
                    <a:pt x="3081" y="1865"/>
                    <a:pt x="3080" y="1865"/>
                  </a:cubicBezTo>
                  <a:lnTo>
                    <a:pt x="3079" y="1864"/>
                  </a:lnTo>
                  <a:cubicBezTo>
                    <a:pt x="3078" y="1864"/>
                    <a:pt x="3077" y="1865"/>
                    <a:pt x="3077" y="1865"/>
                  </a:cubicBezTo>
                  <a:cubicBezTo>
                    <a:pt x="3076" y="1865"/>
                    <a:pt x="3076" y="1866"/>
                    <a:pt x="3076" y="1866"/>
                  </a:cubicBezTo>
                  <a:cubicBezTo>
                    <a:pt x="3075" y="1867"/>
                    <a:pt x="3075" y="1867"/>
                    <a:pt x="3075" y="1868"/>
                  </a:cubicBezTo>
                  <a:lnTo>
                    <a:pt x="3075" y="1869"/>
                  </a:lnTo>
                  <a:cubicBezTo>
                    <a:pt x="3082" y="1886"/>
                    <a:pt x="3087" y="1903"/>
                    <a:pt x="3092" y="1921"/>
                  </a:cubicBezTo>
                  <a:cubicBezTo>
                    <a:pt x="3092" y="1923"/>
                    <a:pt x="3093" y="1924"/>
                    <a:pt x="3093" y="1926"/>
                  </a:cubicBezTo>
                  <a:lnTo>
                    <a:pt x="3088" y="1922"/>
                  </a:lnTo>
                  <a:cubicBezTo>
                    <a:pt x="3080" y="1914"/>
                    <a:pt x="3073" y="1906"/>
                    <a:pt x="3065" y="1898"/>
                  </a:cubicBezTo>
                  <a:cubicBezTo>
                    <a:pt x="3062" y="1860"/>
                    <a:pt x="3065" y="1822"/>
                    <a:pt x="3060" y="1783"/>
                  </a:cubicBezTo>
                  <a:cubicBezTo>
                    <a:pt x="3049" y="1703"/>
                    <a:pt x="3052" y="1624"/>
                    <a:pt x="3032" y="1544"/>
                  </a:cubicBezTo>
                  <a:cubicBezTo>
                    <a:pt x="3014" y="1468"/>
                    <a:pt x="3016" y="1389"/>
                    <a:pt x="2996" y="1314"/>
                  </a:cubicBezTo>
                  <a:cubicBezTo>
                    <a:pt x="2985" y="1271"/>
                    <a:pt x="2979" y="1228"/>
                    <a:pt x="2967" y="1186"/>
                  </a:cubicBezTo>
                  <a:cubicBezTo>
                    <a:pt x="2960" y="1160"/>
                    <a:pt x="2942" y="1144"/>
                    <a:pt x="2938" y="1116"/>
                  </a:cubicBezTo>
                  <a:cubicBezTo>
                    <a:pt x="2938" y="1114"/>
                    <a:pt x="2937" y="1113"/>
                    <a:pt x="2936" y="1111"/>
                  </a:cubicBezTo>
                  <a:cubicBezTo>
                    <a:pt x="2935" y="1108"/>
                    <a:pt x="2932" y="1106"/>
                    <a:pt x="2930" y="1105"/>
                  </a:cubicBezTo>
                  <a:cubicBezTo>
                    <a:pt x="2924" y="1090"/>
                    <a:pt x="2918" y="1075"/>
                    <a:pt x="2912" y="1061"/>
                  </a:cubicBezTo>
                  <a:cubicBezTo>
                    <a:pt x="2886" y="1005"/>
                    <a:pt x="2850" y="951"/>
                    <a:pt x="2829" y="893"/>
                  </a:cubicBezTo>
                  <a:cubicBezTo>
                    <a:pt x="2809" y="838"/>
                    <a:pt x="2765" y="789"/>
                    <a:pt x="2733" y="742"/>
                  </a:cubicBezTo>
                  <a:cubicBezTo>
                    <a:pt x="2691" y="681"/>
                    <a:pt x="2646" y="623"/>
                    <a:pt x="2599" y="567"/>
                  </a:cubicBezTo>
                  <a:cubicBezTo>
                    <a:pt x="2569" y="529"/>
                    <a:pt x="2536" y="496"/>
                    <a:pt x="2498" y="467"/>
                  </a:cubicBezTo>
                  <a:cubicBezTo>
                    <a:pt x="2439" y="428"/>
                    <a:pt x="2399" y="363"/>
                    <a:pt x="2345" y="318"/>
                  </a:cubicBezTo>
                  <a:cubicBezTo>
                    <a:pt x="2321" y="298"/>
                    <a:pt x="2301" y="274"/>
                    <a:pt x="2279" y="253"/>
                  </a:cubicBezTo>
                  <a:cubicBezTo>
                    <a:pt x="2252" y="227"/>
                    <a:pt x="2221" y="208"/>
                    <a:pt x="2195" y="182"/>
                  </a:cubicBezTo>
                  <a:cubicBezTo>
                    <a:pt x="2168" y="156"/>
                    <a:pt x="2141" y="119"/>
                    <a:pt x="2100" y="120"/>
                  </a:cubicBezTo>
                  <a:lnTo>
                    <a:pt x="2098" y="120"/>
                  </a:lnTo>
                  <a:cubicBezTo>
                    <a:pt x="2096" y="82"/>
                    <a:pt x="2089" y="45"/>
                    <a:pt x="2075" y="10"/>
                  </a:cubicBezTo>
                  <a:lnTo>
                    <a:pt x="2075" y="9"/>
                  </a:lnTo>
                  <a:cubicBezTo>
                    <a:pt x="2075" y="9"/>
                    <a:pt x="2074" y="9"/>
                    <a:pt x="2074" y="8"/>
                  </a:cubicBezTo>
                  <a:lnTo>
                    <a:pt x="2073" y="8"/>
                  </a:lnTo>
                  <a:cubicBezTo>
                    <a:pt x="2072" y="6"/>
                    <a:pt x="2070" y="5"/>
                    <a:pt x="2069" y="4"/>
                  </a:cubicBezTo>
                  <a:cubicBezTo>
                    <a:pt x="2067" y="3"/>
                    <a:pt x="2065" y="3"/>
                    <a:pt x="2064" y="3"/>
                  </a:cubicBezTo>
                  <a:cubicBezTo>
                    <a:pt x="2063" y="3"/>
                    <a:pt x="2063" y="3"/>
                    <a:pt x="2063" y="3"/>
                  </a:cubicBezTo>
                  <a:cubicBezTo>
                    <a:pt x="1982" y="8"/>
                    <a:pt x="1908" y="51"/>
                    <a:pt x="1828" y="50"/>
                  </a:cubicBezTo>
                  <a:cubicBezTo>
                    <a:pt x="1742" y="50"/>
                    <a:pt x="1660" y="18"/>
                    <a:pt x="1576" y="3"/>
                  </a:cubicBezTo>
                  <a:cubicBezTo>
                    <a:pt x="1558" y="1"/>
                    <a:pt x="1540" y="0"/>
                    <a:pt x="1522" y="0"/>
                  </a:cubicBezTo>
                  <a:cubicBezTo>
                    <a:pt x="1499" y="0"/>
                    <a:pt x="1477" y="1"/>
                    <a:pt x="1455" y="4"/>
                  </a:cubicBezTo>
                  <a:cubicBezTo>
                    <a:pt x="1445" y="3"/>
                    <a:pt x="1436" y="3"/>
                    <a:pt x="1426" y="3"/>
                  </a:cubicBezTo>
                  <a:cubicBezTo>
                    <a:pt x="1416" y="3"/>
                    <a:pt x="1407" y="3"/>
                    <a:pt x="1397" y="4"/>
                  </a:cubicBezTo>
                  <a:cubicBezTo>
                    <a:pt x="1373" y="10"/>
                    <a:pt x="1349" y="14"/>
                    <a:pt x="1324" y="15"/>
                  </a:cubicBezTo>
                  <a:cubicBezTo>
                    <a:pt x="1279" y="13"/>
                    <a:pt x="1235" y="18"/>
                    <a:pt x="1189" y="13"/>
                  </a:cubicBezTo>
                  <a:cubicBezTo>
                    <a:pt x="1155" y="9"/>
                    <a:pt x="1097" y="5"/>
                    <a:pt x="1068" y="25"/>
                  </a:cubicBezTo>
                  <a:cubicBezTo>
                    <a:pt x="1067" y="25"/>
                    <a:pt x="1067" y="26"/>
                    <a:pt x="1066" y="27"/>
                  </a:cubicBezTo>
                  <a:cubicBezTo>
                    <a:pt x="1065" y="28"/>
                    <a:pt x="1066" y="29"/>
                    <a:pt x="1066" y="30"/>
                  </a:cubicBezTo>
                  <a:cubicBezTo>
                    <a:pt x="1066" y="30"/>
                    <a:pt x="1066" y="31"/>
                    <a:pt x="1066" y="32"/>
                  </a:cubicBezTo>
                  <a:cubicBezTo>
                    <a:pt x="1046" y="58"/>
                    <a:pt x="1045" y="102"/>
                    <a:pt x="1044" y="132"/>
                  </a:cubicBezTo>
                  <a:cubicBezTo>
                    <a:pt x="1044" y="136"/>
                    <a:pt x="1044" y="139"/>
                    <a:pt x="1044" y="142"/>
                  </a:cubicBezTo>
                  <a:cubicBezTo>
                    <a:pt x="1044" y="142"/>
                    <a:pt x="1043" y="142"/>
                    <a:pt x="1042" y="142"/>
                  </a:cubicBezTo>
                  <a:cubicBezTo>
                    <a:pt x="1040" y="142"/>
                    <a:pt x="1037" y="143"/>
                    <a:pt x="1035" y="144"/>
                  </a:cubicBezTo>
                  <a:cubicBezTo>
                    <a:pt x="1033" y="145"/>
                    <a:pt x="1031" y="147"/>
                    <a:pt x="1030" y="149"/>
                  </a:cubicBezTo>
                  <a:cubicBezTo>
                    <a:pt x="1029" y="150"/>
                    <a:pt x="1029" y="151"/>
                    <a:pt x="1029" y="152"/>
                  </a:cubicBezTo>
                  <a:cubicBezTo>
                    <a:pt x="1021" y="169"/>
                    <a:pt x="991" y="197"/>
                    <a:pt x="979" y="212"/>
                  </a:cubicBezTo>
                  <a:cubicBezTo>
                    <a:pt x="964" y="230"/>
                    <a:pt x="950" y="250"/>
                    <a:pt x="935" y="268"/>
                  </a:cubicBezTo>
                  <a:cubicBezTo>
                    <a:pt x="916" y="290"/>
                    <a:pt x="896" y="310"/>
                    <a:pt x="876" y="329"/>
                  </a:cubicBezTo>
                  <a:cubicBezTo>
                    <a:pt x="857" y="351"/>
                    <a:pt x="836" y="371"/>
                    <a:pt x="814" y="388"/>
                  </a:cubicBezTo>
                  <a:cubicBezTo>
                    <a:pt x="792" y="401"/>
                    <a:pt x="772" y="415"/>
                    <a:pt x="753" y="432"/>
                  </a:cubicBezTo>
                  <a:cubicBezTo>
                    <a:pt x="731" y="453"/>
                    <a:pt x="707" y="471"/>
                    <a:pt x="681" y="486"/>
                  </a:cubicBezTo>
                  <a:cubicBezTo>
                    <a:pt x="668" y="494"/>
                    <a:pt x="643" y="504"/>
                    <a:pt x="634" y="517"/>
                  </a:cubicBezTo>
                  <a:cubicBezTo>
                    <a:pt x="614" y="549"/>
                    <a:pt x="581" y="568"/>
                    <a:pt x="562" y="600"/>
                  </a:cubicBezTo>
                  <a:cubicBezTo>
                    <a:pt x="536" y="643"/>
                    <a:pt x="482" y="679"/>
                    <a:pt x="445" y="713"/>
                  </a:cubicBezTo>
                  <a:cubicBezTo>
                    <a:pt x="425" y="731"/>
                    <a:pt x="408" y="752"/>
                    <a:pt x="388" y="770"/>
                  </a:cubicBezTo>
                  <a:cubicBezTo>
                    <a:pt x="375" y="783"/>
                    <a:pt x="353" y="796"/>
                    <a:pt x="345" y="812"/>
                  </a:cubicBezTo>
                  <a:cubicBezTo>
                    <a:pt x="320" y="865"/>
                    <a:pt x="289" y="916"/>
                    <a:pt x="260" y="966"/>
                  </a:cubicBezTo>
                  <a:cubicBezTo>
                    <a:pt x="234" y="1009"/>
                    <a:pt x="233" y="1065"/>
                    <a:pt x="208" y="1108"/>
                  </a:cubicBezTo>
                  <a:cubicBezTo>
                    <a:pt x="188" y="1144"/>
                    <a:pt x="181" y="1190"/>
                    <a:pt x="169" y="1228"/>
                  </a:cubicBezTo>
                  <a:cubicBezTo>
                    <a:pt x="141" y="1317"/>
                    <a:pt x="132" y="1413"/>
                    <a:pt x="119" y="1505"/>
                  </a:cubicBezTo>
                  <a:cubicBezTo>
                    <a:pt x="112" y="1548"/>
                    <a:pt x="105" y="1595"/>
                    <a:pt x="102" y="1638"/>
                  </a:cubicBezTo>
                  <a:cubicBezTo>
                    <a:pt x="99" y="1685"/>
                    <a:pt x="90" y="1736"/>
                    <a:pt x="90" y="1783"/>
                  </a:cubicBezTo>
                  <a:lnTo>
                    <a:pt x="89" y="1782"/>
                  </a:lnTo>
                  <a:cubicBezTo>
                    <a:pt x="88" y="1782"/>
                    <a:pt x="86" y="1781"/>
                    <a:pt x="85" y="1781"/>
                  </a:cubicBezTo>
                  <a:cubicBezTo>
                    <a:pt x="83" y="1781"/>
                    <a:pt x="83" y="1781"/>
                    <a:pt x="82" y="1782"/>
                  </a:cubicBezTo>
                  <a:cubicBezTo>
                    <a:pt x="81" y="1782"/>
                    <a:pt x="81" y="1784"/>
                    <a:pt x="80" y="1785"/>
                  </a:cubicBezTo>
                  <a:cubicBezTo>
                    <a:pt x="79" y="1786"/>
                    <a:pt x="79" y="1786"/>
                    <a:pt x="79" y="1787"/>
                  </a:cubicBezTo>
                  <a:cubicBezTo>
                    <a:pt x="75" y="1803"/>
                    <a:pt x="69" y="1820"/>
                    <a:pt x="61" y="1835"/>
                  </a:cubicBezTo>
                  <a:cubicBezTo>
                    <a:pt x="39" y="1844"/>
                    <a:pt x="20" y="1859"/>
                    <a:pt x="25" y="1883"/>
                  </a:cubicBezTo>
                  <a:cubicBezTo>
                    <a:pt x="27" y="1891"/>
                    <a:pt x="30" y="1900"/>
                    <a:pt x="34" y="1907"/>
                  </a:cubicBezTo>
                  <a:cubicBezTo>
                    <a:pt x="21" y="1950"/>
                    <a:pt x="22" y="1986"/>
                    <a:pt x="68" y="1981"/>
                  </a:cubicBezTo>
                  <a:cubicBezTo>
                    <a:pt x="74" y="1981"/>
                    <a:pt x="80" y="1979"/>
                    <a:pt x="85" y="1976"/>
                  </a:cubicBezTo>
                  <a:cubicBezTo>
                    <a:pt x="88" y="1974"/>
                    <a:pt x="91" y="1972"/>
                    <a:pt x="93" y="1969"/>
                  </a:cubicBezTo>
                  <a:cubicBezTo>
                    <a:pt x="101" y="1973"/>
                    <a:pt x="112" y="1979"/>
                    <a:pt x="113" y="1983"/>
                  </a:cubicBezTo>
                  <a:cubicBezTo>
                    <a:pt x="113" y="1984"/>
                    <a:pt x="113" y="1984"/>
                    <a:pt x="114" y="1985"/>
                  </a:cubicBezTo>
                  <a:cubicBezTo>
                    <a:pt x="114" y="1986"/>
                    <a:pt x="115" y="1986"/>
                    <a:pt x="117" y="1987"/>
                  </a:cubicBezTo>
                  <a:cubicBezTo>
                    <a:pt x="118" y="1987"/>
                    <a:pt x="118" y="1988"/>
                    <a:pt x="119" y="1988"/>
                  </a:cubicBezTo>
                  <a:cubicBezTo>
                    <a:pt x="119" y="2018"/>
                    <a:pt x="122" y="2047"/>
                    <a:pt x="126" y="2075"/>
                  </a:cubicBezTo>
                  <a:cubicBezTo>
                    <a:pt x="134" y="2123"/>
                    <a:pt x="126" y="2174"/>
                    <a:pt x="127" y="2223"/>
                  </a:cubicBezTo>
                  <a:cubicBezTo>
                    <a:pt x="126" y="2271"/>
                    <a:pt x="122" y="2318"/>
                    <a:pt x="113" y="2366"/>
                  </a:cubicBezTo>
                  <a:cubicBezTo>
                    <a:pt x="109" y="2398"/>
                    <a:pt x="102" y="2430"/>
                    <a:pt x="101" y="2462"/>
                  </a:cubicBezTo>
                  <a:cubicBezTo>
                    <a:pt x="99" y="2508"/>
                    <a:pt x="83" y="2554"/>
                    <a:pt x="83" y="2601"/>
                  </a:cubicBezTo>
                  <a:cubicBezTo>
                    <a:pt x="83" y="2635"/>
                    <a:pt x="77" y="2669"/>
                    <a:pt x="76" y="2703"/>
                  </a:cubicBezTo>
                  <a:cubicBezTo>
                    <a:pt x="74" y="2744"/>
                    <a:pt x="76" y="2784"/>
                    <a:pt x="74" y="2826"/>
                  </a:cubicBezTo>
                  <a:cubicBezTo>
                    <a:pt x="21" y="2865"/>
                    <a:pt x="40" y="2928"/>
                    <a:pt x="80" y="2986"/>
                  </a:cubicBezTo>
                  <a:cubicBezTo>
                    <a:pt x="80" y="2986"/>
                    <a:pt x="80" y="2987"/>
                    <a:pt x="80" y="2988"/>
                  </a:cubicBezTo>
                  <a:cubicBezTo>
                    <a:pt x="81" y="2989"/>
                    <a:pt x="81" y="2989"/>
                    <a:pt x="82" y="2990"/>
                  </a:cubicBezTo>
                  <a:lnTo>
                    <a:pt x="82" y="2991"/>
                  </a:lnTo>
                  <a:cubicBezTo>
                    <a:pt x="69" y="2999"/>
                    <a:pt x="66" y="3136"/>
                    <a:pt x="65" y="3153"/>
                  </a:cubicBezTo>
                  <a:cubicBezTo>
                    <a:pt x="62" y="3217"/>
                    <a:pt x="65" y="3279"/>
                    <a:pt x="57" y="3342"/>
                  </a:cubicBezTo>
                  <a:cubicBezTo>
                    <a:pt x="49" y="3400"/>
                    <a:pt x="56" y="3463"/>
                    <a:pt x="43" y="3519"/>
                  </a:cubicBezTo>
                  <a:cubicBezTo>
                    <a:pt x="35" y="3560"/>
                    <a:pt x="31" y="3601"/>
                    <a:pt x="31" y="3643"/>
                  </a:cubicBezTo>
                  <a:cubicBezTo>
                    <a:pt x="31" y="3647"/>
                    <a:pt x="31" y="3650"/>
                    <a:pt x="31" y="3654"/>
                  </a:cubicBezTo>
                  <a:cubicBezTo>
                    <a:pt x="31" y="3653"/>
                    <a:pt x="30" y="3653"/>
                    <a:pt x="29" y="3653"/>
                  </a:cubicBezTo>
                  <a:cubicBezTo>
                    <a:pt x="28" y="3653"/>
                    <a:pt x="27" y="3653"/>
                    <a:pt x="26" y="3654"/>
                  </a:cubicBezTo>
                  <a:cubicBezTo>
                    <a:pt x="25" y="3654"/>
                    <a:pt x="25" y="3655"/>
                    <a:pt x="24" y="3656"/>
                  </a:cubicBezTo>
                  <a:lnTo>
                    <a:pt x="24" y="3657"/>
                  </a:lnTo>
                  <a:lnTo>
                    <a:pt x="22" y="3661"/>
                  </a:lnTo>
                  <a:cubicBezTo>
                    <a:pt x="0" y="3671"/>
                    <a:pt x="6" y="3711"/>
                    <a:pt x="8" y="3730"/>
                  </a:cubicBezTo>
                  <a:cubicBezTo>
                    <a:pt x="11" y="3759"/>
                    <a:pt x="12" y="3788"/>
                    <a:pt x="12" y="3816"/>
                  </a:cubicBezTo>
                  <a:cubicBezTo>
                    <a:pt x="12" y="3858"/>
                    <a:pt x="9" y="3900"/>
                    <a:pt x="4" y="3942"/>
                  </a:cubicBezTo>
                  <a:cubicBezTo>
                    <a:pt x="3" y="3942"/>
                    <a:pt x="3" y="3943"/>
                    <a:pt x="3" y="3944"/>
                  </a:cubicBezTo>
                  <a:cubicBezTo>
                    <a:pt x="3" y="3946"/>
                    <a:pt x="4" y="3947"/>
                    <a:pt x="5" y="3949"/>
                  </a:cubicBezTo>
                  <a:cubicBezTo>
                    <a:pt x="6" y="3950"/>
                    <a:pt x="7" y="3953"/>
                    <a:pt x="9" y="3954"/>
                  </a:cubicBezTo>
                  <a:cubicBezTo>
                    <a:pt x="10" y="3957"/>
                    <a:pt x="12" y="3961"/>
                    <a:pt x="14" y="3964"/>
                  </a:cubicBezTo>
                  <a:cubicBezTo>
                    <a:pt x="16" y="3968"/>
                    <a:pt x="19" y="3972"/>
                    <a:pt x="22" y="3975"/>
                  </a:cubicBezTo>
                  <a:cubicBezTo>
                    <a:pt x="19" y="3994"/>
                    <a:pt x="17" y="4013"/>
                    <a:pt x="16" y="4033"/>
                  </a:cubicBezTo>
                  <a:cubicBezTo>
                    <a:pt x="15" y="4040"/>
                    <a:pt x="15" y="4047"/>
                    <a:pt x="15" y="4055"/>
                  </a:cubicBezTo>
                  <a:cubicBezTo>
                    <a:pt x="15" y="4062"/>
                    <a:pt x="15" y="4070"/>
                    <a:pt x="16" y="4078"/>
                  </a:cubicBezTo>
                  <a:cubicBezTo>
                    <a:pt x="17" y="4079"/>
                    <a:pt x="17" y="4080"/>
                    <a:pt x="18" y="4081"/>
                  </a:cubicBezTo>
                  <a:cubicBezTo>
                    <a:pt x="19" y="4083"/>
                    <a:pt x="21" y="4085"/>
                    <a:pt x="23" y="4086"/>
                  </a:cubicBezTo>
                  <a:cubicBezTo>
                    <a:pt x="24" y="4087"/>
                    <a:pt x="24" y="4087"/>
                    <a:pt x="24" y="4087"/>
                  </a:cubicBezTo>
                  <a:cubicBezTo>
                    <a:pt x="19" y="4104"/>
                    <a:pt x="42" y="4142"/>
                    <a:pt x="48" y="4152"/>
                  </a:cubicBezTo>
                  <a:cubicBezTo>
                    <a:pt x="73" y="4196"/>
                    <a:pt x="108" y="4233"/>
                    <a:pt x="150" y="4260"/>
                  </a:cubicBezTo>
                  <a:cubicBezTo>
                    <a:pt x="178" y="4278"/>
                    <a:pt x="204" y="4301"/>
                    <a:pt x="232" y="4319"/>
                  </a:cubicBezTo>
                  <a:cubicBezTo>
                    <a:pt x="254" y="4333"/>
                    <a:pt x="280" y="4346"/>
                    <a:pt x="303" y="4360"/>
                  </a:cubicBezTo>
                  <a:cubicBezTo>
                    <a:pt x="303" y="4361"/>
                    <a:pt x="303" y="4362"/>
                    <a:pt x="304" y="4363"/>
                  </a:cubicBezTo>
                  <a:cubicBezTo>
                    <a:pt x="306" y="4365"/>
                    <a:pt x="307" y="4367"/>
                    <a:pt x="310" y="4369"/>
                  </a:cubicBezTo>
                  <a:cubicBezTo>
                    <a:pt x="313" y="4370"/>
                    <a:pt x="316" y="4371"/>
                    <a:pt x="319" y="4371"/>
                  </a:cubicBezTo>
                  <a:lnTo>
                    <a:pt x="320" y="4371"/>
                  </a:lnTo>
                  <a:lnTo>
                    <a:pt x="326" y="4375"/>
                  </a:lnTo>
                  <a:cubicBezTo>
                    <a:pt x="335" y="4381"/>
                    <a:pt x="344" y="4386"/>
                    <a:pt x="353" y="4392"/>
                  </a:cubicBezTo>
                  <a:cubicBezTo>
                    <a:pt x="364" y="4398"/>
                    <a:pt x="376" y="4404"/>
                    <a:pt x="387" y="4409"/>
                  </a:cubicBezTo>
                  <a:lnTo>
                    <a:pt x="394" y="4419"/>
                  </a:lnTo>
                  <a:cubicBezTo>
                    <a:pt x="406" y="4436"/>
                    <a:pt x="421" y="4449"/>
                    <a:pt x="439" y="4460"/>
                  </a:cubicBezTo>
                  <a:cubicBezTo>
                    <a:pt x="440" y="4460"/>
                    <a:pt x="442" y="4461"/>
                    <a:pt x="443" y="4462"/>
                  </a:cubicBezTo>
                  <a:cubicBezTo>
                    <a:pt x="488" y="4489"/>
                    <a:pt x="518" y="4521"/>
                    <a:pt x="570" y="4534"/>
                  </a:cubicBezTo>
                  <a:cubicBezTo>
                    <a:pt x="653" y="4552"/>
                    <a:pt x="729" y="4589"/>
                    <a:pt x="812" y="4609"/>
                  </a:cubicBezTo>
                  <a:cubicBezTo>
                    <a:pt x="875" y="4624"/>
                    <a:pt x="939" y="4633"/>
                    <a:pt x="1004" y="4637"/>
                  </a:cubicBezTo>
                  <a:cubicBezTo>
                    <a:pt x="1036" y="4640"/>
                    <a:pt x="1084" y="4652"/>
                    <a:pt x="1118" y="4641"/>
                  </a:cubicBezTo>
                  <a:cubicBezTo>
                    <a:pt x="1120" y="4641"/>
                    <a:pt x="1123" y="4641"/>
                    <a:pt x="1126" y="4641"/>
                  </a:cubicBezTo>
                  <a:cubicBezTo>
                    <a:pt x="1134" y="4641"/>
                    <a:pt x="1141" y="4638"/>
                    <a:pt x="1148" y="4635"/>
                  </a:cubicBezTo>
                  <a:cubicBezTo>
                    <a:pt x="1150" y="4634"/>
                    <a:pt x="1151" y="4634"/>
                    <a:pt x="1152" y="4633"/>
                  </a:cubicBezTo>
                  <a:cubicBezTo>
                    <a:pt x="1161" y="4635"/>
                    <a:pt x="1169" y="4636"/>
                    <a:pt x="1178" y="4638"/>
                  </a:cubicBezTo>
                  <a:cubicBezTo>
                    <a:pt x="1217" y="4665"/>
                    <a:pt x="1277" y="4673"/>
                    <a:pt x="1324" y="4675"/>
                  </a:cubicBezTo>
                  <a:cubicBezTo>
                    <a:pt x="1398" y="4678"/>
                    <a:pt x="1473" y="4675"/>
                    <a:pt x="1547" y="4675"/>
                  </a:cubicBezTo>
                  <a:cubicBezTo>
                    <a:pt x="1571" y="4675"/>
                    <a:pt x="1596" y="4673"/>
                    <a:pt x="1620" y="4670"/>
                  </a:cubicBezTo>
                  <a:lnTo>
                    <a:pt x="1646" y="4670"/>
                  </a:lnTo>
                  <a:cubicBezTo>
                    <a:pt x="1665" y="4670"/>
                    <a:pt x="1702" y="4677"/>
                    <a:pt x="1720" y="4670"/>
                  </a:cubicBezTo>
                  <a:cubicBezTo>
                    <a:pt x="1737" y="4665"/>
                    <a:pt x="1755" y="4663"/>
                    <a:pt x="1773" y="4662"/>
                  </a:cubicBezTo>
                  <a:cubicBezTo>
                    <a:pt x="1810" y="4661"/>
                    <a:pt x="1848" y="4657"/>
                    <a:pt x="1885" y="4652"/>
                  </a:cubicBezTo>
                  <a:cubicBezTo>
                    <a:pt x="1917" y="4650"/>
                    <a:pt x="1959" y="4656"/>
                    <a:pt x="1989" y="4646"/>
                  </a:cubicBezTo>
                  <a:cubicBezTo>
                    <a:pt x="1993" y="4645"/>
                    <a:pt x="1997" y="4643"/>
                    <a:pt x="2001" y="4642"/>
                  </a:cubicBezTo>
                  <a:cubicBezTo>
                    <a:pt x="2037" y="4642"/>
                    <a:pt x="2072" y="4642"/>
                    <a:pt x="2106" y="4642"/>
                  </a:cubicBezTo>
                  <a:cubicBezTo>
                    <a:pt x="2171" y="4641"/>
                    <a:pt x="2236" y="4634"/>
                    <a:pt x="2300" y="4623"/>
                  </a:cubicBezTo>
                  <a:cubicBezTo>
                    <a:pt x="2316" y="4620"/>
                    <a:pt x="2331" y="4613"/>
                    <a:pt x="2345" y="4606"/>
                  </a:cubicBezTo>
                  <a:cubicBezTo>
                    <a:pt x="2360" y="4597"/>
                    <a:pt x="2373" y="4586"/>
                    <a:pt x="2384" y="4573"/>
                  </a:cubicBezTo>
                  <a:lnTo>
                    <a:pt x="2396" y="4569"/>
                  </a:lnTo>
                  <a:cubicBezTo>
                    <a:pt x="2436" y="4586"/>
                    <a:pt x="2493" y="4592"/>
                    <a:pt x="2517" y="4549"/>
                  </a:cubicBezTo>
                  <a:cubicBezTo>
                    <a:pt x="2517" y="4548"/>
                    <a:pt x="2518" y="4546"/>
                    <a:pt x="2518" y="4545"/>
                  </a:cubicBezTo>
                  <a:cubicBezTo>
                    <a:pt x="2518" y="4548"/>
                    <a:pt x="2521" y="4545"/>
                    <a:pt x="2535" y="4543"/>
                  </a:cubicBezTo>
                  <a:cubicBezTo>
                    <a:pt x="2562" y="4537"/>
                    <a:pt x="2589" y="4529"/>
                    <a:pt x="2614" y="4518"/>
                  </a:cubicBezTo>
                  <a:cubicBezTo>
                    <a:pt x="2637" y="4508"/>
                    <a:pt x="2653" y="4489"/>
                    <a:pt x="2677" y="4479"/>
                  </a:cubicBezTo>
                  <a:cubicBezTo>
                    <a:pt x="2699" y="4472"/>
                    <a:pt x="2720" y="4462"/>
                    <a:pt x="2740" y="4451"/>
                  </a:cubicBezTo>
                  <a:cubicBezTo>
                    <a:pt x="2793" y="4415"/>
                    <a:pt x="2852" y="4397"/>
                    <a:pt x="2885" y="4340"/>
                  </a:cubicBezTo>
                  <a:cubicBezTo>
                    <a:pt x="2919" y="4315"/>
                    <a:pt x="2952" y="4288"/>
                    <a:pt x="2983" y="4259"/>
                  </a:cubicBezTo>
                  <a:cubicBezTo>
                    <a:pt x="3006" y="4238"/>
                    <a:pt x="3021" y="4210"/>
                    <a:pt x="3042" y="4188"/>
                  </a:cubicBezTo>
                  <a:cubicBezTo>
                    <a:pt x="3056" y="4176"/>
                    <a:pt x="3067" y="4162"/>
                    <a:pt x="3076" y="4146"/>
                  </a:cubicBezTo>
                  <a:cubicBezTo>
                    <a:pt x="3084" y="4132"/>
                    <a:pt x="3090" y="4117"/>
                    <a:pt x="3094" y="4101"/>
                  </a:cubicBezTo>
                  <a:cubicBezTo>
                    <a:pt x="3095" y="4101"/>
                    <a:pt x="3095" y="4100"/>
                    <a:pt x="3095" y="4100"/>
                  </a:cubicBezTo>
                  <a:cubicBezTo>
                    <a:pt x="3096" y="4100"/>
                    <a:pt x="3097" y="4098"/>
                    <a:pt x="3098" y="4097"/>
                  </a:cubicBezTo>
                  <a:cubicBezTo>
                    <a:pt x="3098" y="4095"/>
                    <a:pt x="3099" y="4095"/>
                    <a:pt x="3099" y="4094"/>
                  </a:cubicBezTo>
                  <a:cubicBezTo>
                    <a:pt x="3100" y="4088"/>
                    <a:pt x="3101" y="4082"/>
                    <a:pt x="3101" y="4076"/>
                  </a:cubicBezTo>
                  <a:cubicBezTo>
                    <a:pt x="3101" y="4070"/>
                    <a:pt x="3100" y="4064"/>
                    <a:pt x="3099" y="4058"/>
                  </a:cubicBezTo>
                  <a:cubicBezTo>
                    <a:pt x="3100" y="4053"/>
                    <a:pt x="3100" y="4048"/>
                    <a:pt x="3100" y="4043"/>
                  </a:cubicBezTo>
                  <a:cubicBezTo>
                    <a:pt x="3100" y="4030"/>
                    <a:pt x="3099" y="4017"/>
                    <a:pt x="3097" y="4004"/>
                  </a:cubicBezTo>
                  <a:cubicBezTo>
                    <a:pt x="3097" y="4003"/>
                    <a:pt x="3096" y="4002"/>
                    <a:pt x="3096" y="4001"/>
                  </a:cubicBezTo>
                  <a:cubicBezTo>
                    <a:pt x="3095" y="3999"/>
                    <a:pt x="3094" y="3998"/>
                    <a:pt x="3093" y="3998"/>
                  </a:cubicBezTo>
                  <a:cubicBezTo>
                    <a:pt x="3092" y="3997"/>
                    <a:pt x="3092" y="3998"/>
                    <a:pt x="3092" y="3998"/>
                  </a:cubicBezTo>
                  <a:cubicBezTo>
                    <a:pt x="3099" y="3982"/>
                    <a:pt x="3103" y="3966"/>
                    <a:pt x="3103" y="3949"/>
                  </a:cubicBezTo>
                  <a:cubicBezTo>
                    <a:pt x="3103" y="3943"/>
                    <a:pt x="3103" y="3937"/>
                    <a:pt x="3102" y="3931"/>
                  </a:cubicBezTo>
                  <a:lnTo>
                    <a:pt x="3102" y="3930"/>
                  </a:lnTo>
                  <a:cubicBezTo>
                    <a:pt x="3102" y="3929"/>
                    <a:pt x="3102" y="3929"/>
                    <a:pt x="3102" y="3928"/>
                  </a:cubicBezTo>
                  <a:cubicBezTo>
                    <a:pt x="3104" y="3908"/>
                    <a:pt x="3105" y="3887"/>
                    <a:pt x="3105" y="3866"/>
                  </a:cubicBezTo>
                  <a:cubicBezTo>
                    <a:pt x="3105" y="3805"/>
                    <a:pt x="3097" y="3743"/>
                    <a:pt x="3081" y="3683"/>
                  </a:cubicBezTo>
                  <a:cubicBezTo>
                    <a:pt x="3081" y="3683"/>
                    <a:pt x="3080" y="3683"/>
                    <a:pt x="3080" y="3682"/>
                  </a:cubicBezTo>
                  <a:lnTo>
                    <a:pt x="3079" y="3681"/>
                  </a:lnTo>
                  <a:cubicBezTo>
                    <a:pt x="3078" y="3681"/>
                    <a:pt x="3078" y="3681"/>
                    <a:pt x="3077" y="3681"/>
                  </a:cubicBezTo>
                  <a:cubicBezTo>
                    <a:pt x="3077" y="3681"/>
                    <a:pt x="3076" y="3681"/>
                    <a:pt x="3075" y="3681"/>
                  </a:cubicBezTo>
                  <a:lnTo>
                    <a:pt x="3074" y="3682"/>
                  </a:lnTo>
                  <a:cubicBezTo>
                    <a:pt x="3074" y="3683"/>
                    <a:pt x="3074" y="3683"/>
                    <a:pt x="3074" y="3683"/>
                  </a:cubicBezTo>
                  <a:cubicBezTo>
                    <a:pt x="3074" y="3686"/>
                    <a:pt x="3072" y="3689"/>
                    <a:pt x="3072" y="3691"/>
                  </a:cubicBezTo>
                  <a:cubicBezTo>
                    <a:pt x="3071" y="3690"/>
                    <a:pt x="3070" y="3689"/>
                    <a:pt x="3070" y="3688"/>
                  </a:cubicBezTo>
                  <a:cubicBezTo>
                    <a:pt x="3075" y="3646"/>
                    <a:pt x="3060" y="3606"/>
                    <a:pt x="3061" y="3564"/>
                  </a:cubicBezTo>
                  <a:cubicBezTo>
                    <a:pt x="3061" y="3537"/>
                    <a:pt x="3052" y="3508"/>
                    <a:pt x="3051" y="3480"/>
                  </a:cubicBezTo>
                  <a:cubicBezTo>
                    <a:pt x="3050" y="3455"/>
                    <a:pt x="3047" y="3432"/>
                    <a:pt x="3047" y="3407"/>
                  </a:cubicBezTo>
                  <a:cubicBezTo>
                    <a:pt x="3047" y="3343"/>
                    <a:pt x="3056" y="3280"/>
                    <a:pt x="3054" y="3217"/>
                  </a:cubicBezTo>
                  <a:cubicBezTo>
                    <a:pt x="3052" y="3183"/>
                    <a:pt x="3052" y="3150"/>
                    <a:pt x="3052" y="3117"/>
                  </a:cubicBezTo>
                  <a:cubicBezTo>
                    <a:pt x="3052" y="3110"/>
                    <a:pt x="3045" y="3070"/>
                    <a:pt x="3046" y="3052"/>
                  </a:cubicBezTo>
                  <a:cubicBezTo>
                    <a:pt x="3049" y="3048"/>
                    <a:pt x="3051" y="3044"/>
                    <a:pt x="3054" y="3040"/>
                  </a:cubicBezTo>
                  <a:cubicBezTo>
                    <a:pt x="3063" y="3025"/>
                    <a:pt x="3070" y="3009"/>
                    <a:pt x="3076" y="2992"/>
                  </a:cubicBezTo>
                  <a:cubicBezTo>
                    <a:pt x="3091" y="2951"/>
                    <a:pt x="3085" y="2901"/>
                    <a:pt x="3044" y="2888"/>
                  </a:cubicBezTo>
                  <a:cubicBezTo>
                    <a:pt x="3044" y="2888"/>
                    <a:pt x="3044" y="2887"/>
                    <a:pt x="3044" y="2886"/>
                  </a:cubicBezTo>
                  <a:lnTo>
                    <a:pt x="3044" y="2885"/>
                  </a:lnTo>
                  <a:cubicBezTo>
                    <a:pt x="3047" y="2804"/>
                    <a:pt x="3034" y="2726"/>
                    <a:pt x="3033" y="2646"/>
                  </a:cubicBezTo>
                  <a:cubicBezTo>
                    <a:pt x="3030" y="2535"/>
                    <a:pt x="3019" y="2424"/>
                    <a:pt x="3020" y="2312"/>
                  </a:cubicBezTo>
                  <a:cubicBezTo>
                    <a:pt x="3020" y="2280"/>
                    <a:pt x="3014" y="2247"/>
                    <a:pt x="3012" y="2214"/>
                  </a:cubicBezTo>
                  <a:cubicBezTo>
                    <a:pt x="3011" y="2173"/>
                    <a:pt x="3008" y="2132"/>
                    <a:pt x="3003" y="2091"/>
                  </a:cubicBezTo>
                  <a:cubicBezTo>
                    <a:pt x="3002" y="2080"/>
                    <a:pt x="3000" y="2068"/>
                    <a:pt x="3000" y="2056"/>
                  </a:cubicBezTo>
                  <a:cubicBezTo>
                    <a:pt x="3001" y="2056"/>
                    <a:pt x="3001" y="2056"/>
                    <a:pt x="3002" y="2056"/>
                  </a:cubicBezTo>
                  <a:cubicBezTo>
                    <a:pt x="3003" y="2056"/>
                    <a:pt x="3004" y="2056"/>
                    <a:pt x="3005" y="2056"/>
                  </a:cubicBezTo>
                  <a:cubicBezTo>
                    <a:pt x="3006" y="2055"/>
                    <a:pt x="3006" y="2055"/>
                    <a:pt x="3007" y="2054"/>
                  </a:cubicBezTo>
                  <a:cubicBezTo>
                    <a:pt x="3008" y="2053"/>
                    <a:pt x="3007" y="2053"/>
                    <a:pt x="3007" y="2053"/>
                  </a:cubicBezTo>
                  <a:moveTo>
                    <a:pt x="3075" y="1957"/>
                  </a:moveTo>
                  <a:cubicBezTo>
                    <a:pt x="3078" y="1959"/>
                    <a:pt x="3079" y="1961"/>
                    <a:pt x="3079" y="1963"/>
                  </a:cubicBezTo>
                  <a:cubicBezTo>
                    <a:pt x="3076" y="1964"/>
                    <a:pt x="3073" y="1966"/>
                    <a:pt x="3070" y="1967"/>
                  </a:cubicBezTo>
                  <a:cubicBezTo>
                    <a:pt x="3070" y="1963"/>
                    <a:pt x="3070" y="1959"/>
                    <a:pt x="3070" y="1954"/>
                  </a:cubicBezTo>
                  <a:cubicBezTo>
                    <a:pt x="3071" y="1955"/>
                    <a:pt x="3073" y="1956"/>
                    <a:pt x="3075" y="1957"/>
                  </a:cubicBezTo>
                  <a:moveTo>
                    <a:pt x="58" y="1941"/>
                  </a:moveTo>
                  <a:lnTo>
                    <a:pt x="59" y="1943"/>
                  </a:lnTo>
                  <a:cubicBezTo>
                    <a:pt x="59" y="1943"/>
                    <a:pt x="58" y="1942"/>
                    <a:pt x="58" y="1941"/>
                  </a:cubicBezTo>
                  <a:moveTo>
                    <a:pt x="72" y="1909"/>
                  </a:moveTo>
                  <a:lnTo>
                    <a:pt x="69" y="1919"/>
                  </a:lnTo>
                  <a:cubicBezTo>
                    <a:pt x="65" y="1915"/>
                    <a:pt x="62" y="1910"/>
                    <a:pt x="59" y="1906"/>
                  </a:cubicBezTo>
                  <a:cubicBezTo>
                    <a:pt x="59" y="1899"/>
                    <a:pt x="61" y="1891"/>
                    <a:pt x="63" y="1884"/>
                  </a:cubicBezTo>
                  <a:cubicBezTo>
                    <a:pt x="64" y="1880"/>
                    <a:pt x="66" y="1876"/>
                    <a:pt x="68" y="1871"/>
                  </a:cubicBezTo>
                  <a:cubicBezTo>
                    <a:pt x="72" y="1869"/>
                    <a:pt x="77" y="1867"/>
                    <a:pt x="82" y="1866"/>
                  </a:cubicBezTo>
                  <a:cubicBezTo>
                    <a:pt x="79" y="1880"/>
                    <a:pt x="75" y="1895"/>
                    <a:pt x="72" y="1909"/>
                  </a:cubicBezTo>
                  <a:moveTo>
                    <a:pt x="88" y="1826"/>
                  </a:moveTo>
                  <a:lnTo>
                    <a:pt x="85" y="1827"/>
                  </a:lnTo>
                  <a:cubicBezTo>
                    <a:pt x="87" y="1822"/>
                    <a:pt x="88" y="1817"/>
                    <a:pt x="90" y="1813"/>
                  </a:cubicBezTo>
                  <a:cubicBezTo>
                    <a:pt x="89" y="1817"/>
                    <a:pt x="89" y="1821"/>
                    <a:pt x="88" y="1826"/>
                  </a:cubicBezTo>
                  <a:moveTo>
                    <a:pt x="121" y="1960"/>
                  </a:moveTo>
                  <a:lnTo>
                    <a:pt x="116" y="1957"/>
                  </a:lnTo>
                  <a:cubicBezTo>
                    <a:pt x="113" y="1956"/>
                    <a:pt x="110" y="1955"/>
                    <a:pt x="107" y="1953"/>
                  </a:cubicBezTo>
                  <a:cubicBezTo>
                    <a:pt x="108" y="1953"/>
                    <a:pt x="108" y="1952"/>
                    <a:pt x="109" y="1951"/>
                  </a:cubicBezTo>
                  <a:cubicBezTo>
                    <a:pt x="115" y="1939"/>
                    <a:pt x="121" y="1927"/>
                    <a:pt x="124" y="1914"/>
                  </a:cubicBezTo>
                  <a:cubicBezTo>
                    <a:pt x="122" y="1929"/>
                    <a:pt x="121" y="1944"/>
                    <a:pt x="120" y="1960"/>
                  </a:cubicBezTo>
                  <a:lnTo>
                    <a:pt x="121" y="1960"/>
                  </a:lnTo>
                  <a:moveTo>
                    <a:pt x="1062" y="122"/>
                  </a:moveTo>
                  <a:cubicBezTo>
                    <a:pt x="1062" y="118"/>
                    <a:pt x="1062" y="114"/>
                    <a:pt x="1062" y="110"/>
                  </a:cubicBezTo>
                  <a:cubicBezTo>
                    <a:pt x="1062" y="85"/>
                    <a:pt x="1065" y="61"/>
                    <a:pt x="1071" y="38"/>
                  </a:cubicBezTo>
                  <a:cubicBezTo>
                    <a:pt x="1077" y="15"/>
                    <a:pt x="1072" y="38"/>
                    <a:pt x="1073" y="38"/>
                  </a:cubicBezTo>
                  <a:cubicBezTo>
                    <a:pt x="1098" y="36"/>
                    <a:pt x="1122" y="35"/>
                    <a:pt x="1147" y="35"/>
                  </a:cubicBezTo>
                  <a:cubicBezTo>
                    <a:pt x="1172" y="35"/>
                    <a:pt x="1197" y="36"/>
                    <a:pt x="1222" y="38"/>
                  </a:cubicBezTo>
                  <a:cubicBezTo>
                    <a:pt x="1216" y="50"/>
                    <a:pt x="1214" y="65"/>
                    <a:pt x="1223" y="73"/>
                  </a:cubicBezTo>
                  <a:lnTo>
                    <a:pt x="1224" y="73"/>
                  </a:lnTo>
                  <a:cubicBezTo>
                    <a:pt x="1224" y="74"/>
                    <a:pt x="1225" y="74"/>
                    <a:pt x="1226" y="74"/>
                  </a:cubicBezTo>
                  <a:cubicBezTo>
                    <a:pt x="1227" y="74"/>
                    <a:pt x="1227" y="74"/>
                    <a:pt x="1228" y="73"/>
                  </a:cubicBezTo>
                  <a:cubicBezTo>
                    <a:pt x="1232" y="71"/>
                    <a:pt x="1235" y="68"/>
                    <a:pt x="1237" y="64"/>
                  </a:cubicBezTo>
                  <a:cubicBezTo>
                    <a:pt x="1239" y="60"/>
                    <a:pt x="1241" y="56"/>
                    <a:pt x="1241" y="52"/>
                  </a:cubicBezTo>
                  <a:cubicBezTo>
                    <a:pt x="1241" y="47"/>
                    <a:pt x="1243" y="43"/>
                    <a:pt x="1244" y="39"/>
                  </a:cubicBezTo>
                  <a:cubicBezTo>
                    <a:pt x="1269" y="39"/>
                    <a:pt x="1293" y="40"/>
                    <a:pt x="1318" y="39"/>
                  </a:cubicBezTo>
                  <a:cubicBezTo>
                    <a:pt x="1409" y="33"/>
                    <a:pt x="1503" y="13"/>
                    <a:pt x="1596" y="30"/>
                  </a:cubicBezTo>
                  <a:cubicBezTo>
                    <a:pt x="1669" y="44"/>
                    <a:pt x="1740" y="76"/>
                    <a:pt x="1816" y="74"/>
                  </a:cubicBezTo>
                  <a:cubicBezTo>
                    <a:pt x="1824" y="74"/>
                    <a:pt x="1833" y="73"/>
                    <a:pt x="1842" y="72"/>
                  </a:cubicBezTo>
                  <a:cubicBezTo>
                    <a:pt x="1842" y="74"/>
                    <a:pt x="1842" y="75"/>
                    <a:pt x="1841" y="76"/>
                  </a:cubicBezTo>
                  <a:cubicBezTo>
                    <a:pt x="1840" y="79"/>
                    <a:pt x="1840" y="81"/>
                    <a:pt x="1840" y="83"/>
                  </a:cubicBezTo>
                  <a:cubicBezTo>
                    <a:pt x="1840" y="88"/>
                    <a:pt x="1841" y="93"/>
                    <a:pt x="1843" y="97"/>
                  </a:cubicBezTo>
                  <a:cubicBezTo>
                    <a:pt x="1846" y="103"/>
                    <a:pt x="1855" y="101"/>
                    <a:pt x="1856" y="96"/>
                  </a:cubicBezTo>
                  <a:cubicBezTo>
                    <a:pt x="1858" y="90"/>
                    <a:pt x="1859" y="84"/>
                    <a:pt x="1859" y="78"/>
                  </a:cubicBezTo>
                  <a:cubicBezTo>
                    <a:pt x="1859" y="75"/>
                    <a:pt x="1861" y="72"/>
                    <a:pt x="1862" y="69"/>
                  </a:cubicBezTo>
                  <a:cubicBezTo>
                    <a:pt x="1929" y="59"/>
                    <a:pt x="1992" y="33"/>
                    <a:pt x="2061" y="28"/>
                  </a:cubicBezTo>
                  <a:cubicBezTo>
                    <a:pt x="2063" y="28"/>
                    <a:pt x="2065" y="27"/>
                    <a:pt x="2067" y="26"/>
                  </a:cubicBezTo>
                  <a:cubicBezTo>
                    <a:pt x="2068" y="26"/>
                    <a:pt x="2070" y="24"/>
                    <a:pt x="2071" y="23"/>
                  </a:cubicBezTo>
                  <a:cubicBezTo>
                    <a:pt x="2072" y="41"/>
                    <a:pt x="2073" y="59"/>
                    <a:pt x="2073" y="77"/>
                  </a:cubicBezTo>
                  <a:cubicBezTo>
                    <a:pt x="2073" y="80"/>
                    <a:pt x="2073" y="84"/>
                    <a:pt x="2073" y="87"/>
                  </a:cubicBezTo>
                  <a:cubicBezTo>
                    <a:pt x="2071" y="133"/>
                    <a:pt x="2090" y="186"/>
                    <a:pt x="2066" y="229"/>
                  </a:cubicBezTo>
                  <a:lnTo>
                    <a:pt x="2064" y="229"/>
                  </a:lnTo>
                  <a:cubicBezTo>
                    <a:pt x="2064" y="228"/>
                    <a:pt x="2064" y="227"/>
                    <a:pt x="2064" y="227"/>
                  </a:cubicBezTo>
                  <a:cubicBezTo>
                    <a:pt x="2064" y="216"/>
                    <a:pt x="2062" y="206"/>
                    <a:pt x="2058" y="196"/>
                  </a:cubicBezTo>
                  <a:cubicBezTo>
                    <a:pt x="2055" y="190"/>
                    <a:pt x="2053" y="184"/>
                    <a:pt x="2051" y="178"/>
                  </a:cubicBezTo>
                  <a:cubicBezTo>
                    <a:pt x="2046" y="158"/>
                    <a:pt x="2043" y="138"/>
                    <a:pt x="2043" y="118"/>
                  </a:cubicBezTo>
                  <a:cubicBezTo>
                    <a:pt x="2043" y="115"/>
                    <a:pt x="2043" y="112"/>
                    <a:pt x="2043" y="109"/>
                  </a:cubicBezTo>
                  <a:cubicBezTo>
                    <a:pt x="2043" y="108"/>
                    <a:pt x="2043" y="108"/>
                    <a:pt x="2043" y="107"/>
                  </a:cubicBezTo>
                  <a:cubicBezTo>
                    <a:pt x="2043" y="107"/>
                    <a:pt x="2042" y="107"/>
                    <a:pt x="2042" y="106"/>
                  </a:cubicBezTo>
                  <a:lnTo>
                    <a:pt x="2041" y="106"/>
                  </a:lnTo>
                  <a:cubicBezTo>
                    <a:pt x="2040" y="106"/>
                    <a:pt x="2040" y="106"/>
                    <a:pt x="2040" y="106"/>
                  </a:cubicBezTo>
                  <a:cubicBezTo>
                    <a:pt x="2039" y="107"/>
                    <a:pt x="2039" y="107"/>
                    <a:pt x="2039" y="107"/>
                  </a:cubicBezTo>
                  <a:cubicBezTo>
                    <a:pt x="2038" y="108"/>
                    <a:pt x="2038" y="108"/>
                    <a:pt x="2038" y="109"/>
                  </a:cubicBezTo>
                  <a:cubicBezTo>
                    <a:pt x="2038" y="122"/>
                    <a:pt x="2038" y="136"/>
                    <a:pt x="2037" y="150"/>
                  </a:cubicBezTo>
                  <a:cubicBezTo>
                    <a:pt x="2035" y="160"/>
                    <a:pt x="2033" y="171"/>
                    <a:pt x="2033" y="181"/>
                  </a:cubicBezTo>
                  <a:cubicBezTo>
                    <a:pt x="2033" y="195"/>
                    <a:pt x="2031" y="208"/>
                    <a:pt x="2029" y="221"/>
                  </a:cubicBezTo>
                  <a:cubicBezTo>
                    <a:pt x="2026" y="214"/>
                    <a:pt x="2024" y="208"/>
                    <a:pt x="2023" y="201"/>
                  </a:cubicBezTo>
                  <a:cubicBezTo>
                    <a:pt x="2023" y="200"/>
                    <a:pt x="2023" y="199"/>
                    <a:pt x="2022" y="198"/>
                  </a:cubicBezTo>
                  <a:cubicBezTo>
                    <a:pt x="2021" y="197"/>
                    <a:pt x="2020" y="196"/>
                    <a:pt x="2019" y="195"/>
                  </a:cubicBezTo>
                  <a:cubicBezTo>
                    <a:pt x="2018" y="194"/>
                    <a:pt x="2016" y="194"/>
                    <a:pt x="2015" y="194"/>
                  </a:cubicBezTo>
                  <a:cubicBezTo>
                    <a:pt x="2014" y="194"/>
                    <a:pt x="2012" y="194"/>
                    <a:pt x="2011" y="195"/>
                  </a:cubicBezTo>
                  <a:cubicBezTo>
                    <a:pt x="2010" y="196"/>
                    <a:pt x="2009" y="197"/>
                    <a:pt x="2008" y="198"/>
                  </a:cubicBezTo>
                  <a:cubicBezTo>
                    <a:pt x="2007" y="199"/>
                    <a:pt x="2007" y="200"/>
                    <a:pt x="2007" y="201"/>
                  </a:cubicBezTo>
                  <a:cubicBezTo>
                    <a:pt x="2006" y="206"/>
                    <a:pt x="2006" y="211"/>
                    <a:pt x="2006" y="216"/>
                  </a:cubicBezTo>
                  <a:cubicBezTo>
                    <a:pt x="2006" y="225"/>
                    <a:pt x="2007" y="233"/>
                    <a:pt x="2009" y="240"/>
                  </a:cubicBezTo>
                  <a:cubicBezTo>
                    <a:pt x="2009" y="237"/>
                    <a:pt x="2006" y="235"/>
                    <a:pt x="2005" y="231"/>
                  </a:cubicBezTo>
                  <a:cubicBezTo>
                    <a:pt x="2003" y="220"/>
                    <a:pt x="2001" y="208"/>
                    <a:pt x="1999" y="197"/>
                  </a:cubicBezTo>
                  <a:cubicBezTo>
                    <a:pt x="1999" y="196"/>
                    <a:pt x="1999" y="195"/>
                    <a:pt x="1999" y="195"/>
                  </a:cubicBezTo>
                  <a:cubicBezTo>
                    <a:pt x="1998" y="194"/>
                    <a:pt x="1998" y="194"/>
                    <a:pt x="1997" y="193"/>
                  </a:cubicBezTo>
                  <a:cubicBezTo>
                    <a:pt x="1996" y="192"/>
                    <a:pt x="1996" y="193"/>
                    <a:pt x="1995" y="193"/>
                  </a:cubicBezTo>
                  <a:cubicBezTo>
                    <a:pt x="1994" y="193"/>
                    <a:pt x="1993" y="193"/>
                    <a:pt x="1993" y="193"/>
                  </a:cubicBezTo>
                  <a:cubicBezTo>
                    <a:pt x="1992" y="194"/>
                    <a:pt x="1992" y="194"/>
                    <a:pt x="1991" y="195"/>
                  </a:cubicBezTo>
                  <a:cubicBezTo>
                    <a:pt x="1991" y="195"/>
                    <a:pt x="1991" y="196"/>
                    <a:pt x="1991" y="197"/>
                  </a:cubicBezTo>
                  <a:cubicBezTo>
                    <a:pt x="1988" y="208"/>
                    <a:pt x="1986" y="219"/>
                    <a:pt x="1984" y="230"/>
                  </a:cubicBezTo>
                  <a:cubicBezTo>
                    <a:pt x="1984" y="230"/>
                    <a:pt x="1985" y="230"/>
                    <a:pt x="1984" y="229"/>
                  </a:cubicBezTo>
                  <a:cubicBezTo>
                    <a:pt x="1983" y="228"/>
                    <a:pt x="1983" y="228"/>
                    <a:pt x="1983" y="227"/>
                  </a:cubicBezTo>
                  <a:cubicBezTo>
                    <a:pt x="1980" y="221"/>
                    <a:pt x="1979" y="214"/>
                    <a:pt x="1978" y="207"/>
                  </a:cubicBezTo>
                  <a:cubicBezTo>
                    <a:pt x="1976" y="196"/>
                    <a:pt x="1976" y="184"/>
                    <a:pt x="1975" y="172"/>
                  </a:cubicBezTo>
                  <a:cubicBezTo>
                    <a:pt x="1975" y="167"/>
                    <a:pt x="1968" y="167"/>
                    <a:pt x="1968" y="172"/>
                  </a:cubicBezTo>
                  <a:cubicBezTo>
                    <a:pt x="1965" y="189"/>
                    <a:pt x="1964" y="206"/>
                    <a:pt x="1964" y="223"/>
                  </a:cubicBezTo>
                  <a:cubicBezTo>
                    <a:pt x="1964" y="224"/>
                    <a:pt x="1964" y="225"/>
                    <a:pt x="1964" y="225"/>
                  </a:cubicBezTo>
                  <a:cubicBezTo>
                    <a:pt x="1964" y="231"/>
                    <a:pt x="1966" y="236"/>
                    <a:pt x="1969" y="241"/>
                  </a:cubicBezTo>
                  <a:lnTo>
                    <a:pt x="1962" y="241"/>
                  </a:lnTo>
                  <a:cubicBezTo>
                    <a:pt x="1961" y="240"/>
                    <a:pt x="1961" y="239"/>
                    <a:pt x="1960" y="238"/>
                  </a:cubicBezTo>
                  <a:cubicBezTo>
                    <a:pt x="1959" y="237"/>
                    <a:pt x="1959" y="235"/>
                    <a:pt x="1957" y="235"/>
                  </a:cubicBezTo>
                  <a:cubicBezTo>
                    <a:pt x="1956" y="233"/>
                    <a:pt x="1955" y="232"/>
                    <a:pt x="1954" y="230"/>
                  </a:cubicBezTo>
                  <a:cubicBezTo>
                    <a:pt x="1953" y="228"/>
                    <a:pt x="1952" y="227"/>
                    <a:pt x="1952" y="225"/>
                  </a:cubicBezTo>
                  <a:cubicBezTo>
                    <a:pt x="1950" y="222"/>
                    <a:pt x="1950" y="218"/>
                    <a:pt x="1949" y="214"/>
                  </a:cubicBezTo>
                  <a:cubicBezTo>
                    <a:pt x="1947" y="211"/>
                    <a:pt x="1946" y="208"/>
                    <a:pt x="1945" y="204"/>
                  </a:cubicBezTo>
                  <a:cubicBezTo>
                    <a:pt x="1945" y="200"/>
                    <a:pt x="1937" y="198"/>
                    <a:pt x="1937" y="204"/>
                  </a:cubicBezTo>
                  <a:cubicBezTo>
                    <a:pt x="1936" y="210"/>
                    <a:pt x="1937" y="211"/>
                    <a:pt x="1937" y="214"/>
                  </a:cubicBezTo>
                  <a:cubicBezTo>
                    <a:pt x="1937" y="216"/>
                    <a:pt x="1934" y="224"/>
                    <a:pt x="1934" y="229"/>
                  </a:cubicBezTo>
                  <a:cubicBezTo>
                    <a:pt x="1934" y="233"/>
                    <a:pt x="1935" y="237"/>
                    <a:pt x="1937" y="240"/>
                  </a:cubicBezTo>
                  <a:lnTo>
                    <a:pt x="1923" y="238"/>
                  </a:lnTo>
                  <a:cubicBezTo>
                    <a:pt x="1920" y="227"/>
                    <a:pt x="1918" y="214"/>
                    <a:pt x="1918" y="202"/>
                  </a:cubicBezTo>
                  <a:cubicBezTo>
                    <a:pt x="1918" y="199"/>
                    <a:pt x="1918" y="196"/>
                    <a:pt x="1918" y="193"/>
                  </a:cubicBezTo>
                  <a:cubicBezTo>
                    <a:pt x="1918" y="189"/>
                    <a:pt x="1913" y="187"/>
                    <a:pt x="1911" y="191"/>
                  </a:cubicBezTo>
                  <a:cubicBezTo>
                    <a:pt x="1907" y="205"/>
                    <a:pt x="1905" y="220"/>
                    <a:pt x="1904" y="235"/>
                  </a:cubicBezTo>
                  <a:cubicBezTo>
                    <a:pt x="1900" y="233"/>
                    <a:pt x="1898" y="217"/>
                    <a:pt x="1897" y="212"/>
                  </a:cubicBezTo>
                  <a:cubicBezTo>
                    <a:pt x="1896" y="202"/>
                    <a:pt x="1894" y="194"/>
                    <a:pt x="1892" y="184"/>
                  </a:cubicBezTo>
                  <a:cubicBezTo>
                    <a:pt x="1892" y="184"/>
                    <a:pt x="1892" y="183"/>
                    <a:pt x="1891" y="183"/>
                  </a:cubicBezTo>
                  <a:lnTo>
                    <a:pt x="1890" y="183"/>
                  </a:lnTo>
                  <a:lnTo>
                    <a:pt x="1889" y="183"/>
                  </a:lnTo>
                  <a:lnTo>
                    <a:pt x="1888" y="184"/>
                  </a:lnTo>
                  <a:cubicBezTo>
                    <a:pt x="1886" y="194"/>
                    <a:pt x="1880" y="211"/>
                    <a:pt x="1879" y="226"/>
                  </a:cubicBezTo>
                  <a:cubicBezTo>
                    <a:pt x="1870" y="224"/>
                    <a:pt x="1867" y="185"/>
                    <a:pt x="1867" y="178"/>
                  </a:cubicBezTo>
                  <a:cubicBezTo>
                    <a:pt x="1867" y="176"/>
                    <a:pt x="1867" y="175"/>
                    <a:pt x="1867" y="173"/>
                  </a:cubicBezTo>
                  <a:cubicBezTo>
                    <a:pt x="1867" y="159"/>
                    <a:pt x="1866" y="146"/>
                    <a:pt x="1864" y="133"/>
                  </a:cubicBezTo>
                  <a:cubicBezTo>
                    <a:pt x="1864" y="132"/>
                    <a:pt x="1864" y="132"/>
                    <a:pt x="1864" y="132"/>
                  </a:cubicBezTo>
                  <a:cubicBezTo>
                    <a:pt x="1863" y="131"/>
                    <a:pt x="1863" y="131"/>
                    <a:pt x="1863" y="131"/>
                  </a:cubicBezTo>
                  <a:cubicBezTo>
                    <a:pt x="1862" y="130"/>
                    <a:pt x="1862" y="130"/>
                    <a:pt x="1862" y="130"/>
                  </a:cubicBezTo>
                  <a:cubicBezTo>
                    <a:pt x="1861" y="130"/>
                    <a:pt x="1861" y="130"/>
                    <a:pt x="1860" y="131"/>
                  </a:cubicBezTo>
                  <a:cubicBezTo>
                    <a:pt x="1860" y="131"/>
                    <a:pt x="1861" y="131"/>
                    <a:pt x="1860" y="132"/>
                  </a:cubicBezTo>
                  <a:cubicBezTo>
                    <a:pt x="1859" y="133"/>
                    <a:pt x="1859" y="132"/>
                    <a:pt x="1859" y="133"/>
                  </a:cubicBezTo>
                  <a:cubicBezTo>
                    <a:pt x="1858" y="141"/>
                    <a:pt x="1853" y="148"/>
                    <a:pt x="1853" y="156"/>
                  </a:cubicBezTo>
                  <a:cubicBezTo>
                    <a:pt x="1852" y="165"/>
                    <a:pt x="1852" y="175"/>
                    <a:pt x="1852" y="184"/>
                  </a:cubicBezTo>
                  <a:cubicBezTo>
                    <a:pt x="1852" y="193"/>
                    <a:pt x="1852" y="203"/>
                    <a:pt x="1853" y="212"/>
                  </a:cubicBezTo>
                  <a:cubicBezTo>
                    <a:pt x="1853" y="218"/>
                    <a:pt x="1854" y="224"/>
                    <a:pt x="1856" y="230"/>
                  </a:cubicBezTo>
                  <a:lnTo>
                    <a:pt x="1838" y="230"/>
                  </a:lnTo>
                  <a:cubicBezTo>
                    <a:pt x="1838" y="229"/>
                    <a:pt x="1838" y="229"/>
                    <a:pt x="1838" y="229"/>
                  </a:cubicBezTo>
                  <a:cubicBezTo>
                    <a:pt x="1837" y="227"/>
                    <a:pt x="1835" y="226"/>
                    <a:pt x="1834" y="225"/>
                  </a:cubicBezTo>
                  <a:cubicBezTo>
                    <a:pt x="1833" y="224"/>
                    <a:pt x="1832" y="224"/>
                    <a:pt x="1831" y="223"/>
                  </a:cubicBezTo>
                  <a:cubicBezTo>
                    <a:pt x="1833" y="223"/>
                    <a:pt x="1832" y="223"/>
                    <a:pt x="1831" y="219"/>
                  </a:cubicBezTo>
                  <a:lnTo>
                    <a:pt x="1826" y="204"/>
                  </a:lnTo>
                  <a:cubicBezTo>
                    <a:pt x="1825" y="201"/>
                    <a:pt x="1822" y="198"/>
                    <a:pt x="1821" y="194"/>
                  </a:cubicBezTo>
                  <a:cubicBezTo>
                    <a:pt x="1821" y="193"/>
                    <a:pt x="1821" y="193"/>
                    <a:pt x="1820" y="192"/>
                  </a:cubicBezTo>
                  <a:cubicBezTo>
                    <a:pt x="1819" y="191"/>
                    <a:pt x="1818" y="192"/>
                    <a:pt x="1818" y="192"/>
                  </a:cubicBezTo>
                  <a:cubicBezTo>
                    <a:pt x="1817" y="192"/>
                    <a:pt x="1816" y="192"/>
                    <a:pt x="1816" y="192"/>
                  </a:cubicBezTo>
                  <a:cubicBezTo>
                    <a:pt x="1815" y="193"/>
                    <a:pt x="1816" y="193"/>
                    <a:pt x="1815" y="194"/>
                  </a:cubicBezTo>
                  <a:cubicBezTo>
                    <a:pt x="1814" y="195"/>
                    <a:pt x="1814" y="194"/>
                    <a:pt x="1814" y="194"/>
                  </a:cubicBezTo>
                  <a:cubicBezTo>
                    <a:pt x="1814" y="195"/>
                    <a:pt x="1814" y="196"/>
                    <a:pt x="1813" y="197"/>
                  </a:cubicBezTo>
                  <a:cubicBezTo>
                    <a:pt x="1813" y="197"/>
                    <a:pt x="1812" y="198"/>
                    <a:pt x="1812" y="199"/>
                  </a:cubicBezTo>
                  <a:cubicBezTo>
                    <a:pt x="1811" y="199"/>
                    <a:pt x="1811" y="200"/>
                    <a:pt x="1810" y="201"/>
                  </a:cubicBezTo>
                  <a:cubicBezTo>
                    <a:pt x="1809" y="203"/>
                    <a:pt x="1808" y="205"/>
                    <a:pt x="1808" y="208"/>
                  </a:cubicBezTo>
                  <a:cubicBezTo>
                    <a:pt x="1806" y="213"/>
                    <a:pt x="1805" y="218"/>
                    <a:pt x="1805" y="223"/>
                  </a:cubicBezTo>
                  <a:cubicBezTo>
                    <a:pt x="1805" y="225"/>
                    <a:pt x="1805" y="227"/>
                    <a:pt x="1805" y="229"/>
                  </a:cubicBezTo>
                  <a:lnTo>
                    <a:pt x="1799" y="229"/>
                  </a:lnTo>
                  <a:cubicBezTo>
                    <a:pt x="1799" y="227"/>
                    <a:pt x="1799" y="226"/>
                    <a:pt x="1799" y="225"/>
                  </a:cubicBezTo>
                  <a:cubicBezTo>
                    <a:pt x="1798" y="210"/>
                    <a:pt x="1797" y="195"/>
                    <a:pt x="1795" y="180"/>
                  </a:cubicBezTo>
                  <a:cubicBezTo>
                    <a:pt x="1795" y="177"/>
                    <a:pt x="1790" y="177"/>
                    <a:pt x="1790" y="180"/>
                  </a:cubicBezTo>
                  <a:cubicBezTo>
                    <a:pt x="1789" y="195"/>
                    <a:pt x="1788" y="210"/>
                    <a:pt x="1786" y="225"/>
                  </a:cubicBezTo>
                  <a:cubicBezTo>
                    <a:pt x="1786" y="226"/>
                    <a:pt x="1786" y="228"/>
                    <a:pt x="1786" y="229"/>
                  </a:cubicBezTo>
                  <a:lnTo>
                    <a:pt x="1780" y="229"/>
                  </a:lnTo>
                  <a:cubicBezTo>
                    <a:pt x="1780" y="226"/>
                    <a:pt x="1780" y="223"/>
                    <a:pt x="1779" y="220"/>
                  </a:cubicBezTo>
                  <a:cubicBezTo>
                    <a:pt x="1779" y="216"/>
                    <a:pt x="1776" y="213"/>
                    <a:pt x="1775" y="209"/>
                  </a:cubicBezTo>
                  <a:cubicBezTo>
                    <a:pt x="1774" y="204"/>
                    <a:pt x="1773" y="198"/>
                    <a:pt x="1773" y="192"/>
                  </a:cubicBezTo>
                  <a:lnTo>
                    <a:pt x="1773" y="191"/>
                  </a:lnTo>
                  <a:cubicBezTo>
                    <a:pt x="1773" y="186"/>
                    <a:pt x="1767" y="185"/>
                    <a:pt x="1766" y="191"/>
                  </a:cubicBezTo>
                  <a:cubicBezTo>
                    <a:pt x="1764" y="200"/>
                    <a:pt x="1763" y="209"/>
                    <a:pt x="1763" y="219"/>
                  </a:cubicBezTo>
                  <a:cubicBezTo>
                    <a:pt x="1763" y="222"/>
                    <a:pt x="1765" y="226"/>
                    <a:pt x="1765" y="230"/>
                  </a:cubicBezTo>
                  <a:lnTo>
                    <a:pt x="1755" y="230"/>
                  </a:lnTo>
                  <a:cubicBezTo>
                    <a:pt x="1755" y="223"/>
                    <a:pt x="1754" y="215"/>
                    <a:pt x="1753" y="208"/>
                  </a:cubicBezTo>
                  <a:cubicBezTo>
                    <a:pt x="1753" y="197"/>
                    <a:pt x="1751" y="186"/>
                    <a:pt x="1750" y="175"/>
                  </a:cubicBezTo>
                  <a:cubicBezTo>
                    <a:pt x="1749" y="175"/>
                    <a:pt x="1749" y="174"/>
                    <a:pt x="1749" y="174"/>
                  </a:cubicBezTo>
                  <a:cubicBezTo>
                    <a:pt x="1749" y="174"/>
                    <a:pt x="1749" y="173"/>
                    <a:pt x="1748" y="173"/>
                  </a:cubicBezTo>
                  <a:lnTo>
                    <a:pt x="1747" y="173"/>
                  </a:lnTo>
                  <a:cubicBezTo>
                    <a:pt x="1746" y="173"/>
                    <a:pt x="1746" y="173"/>
                    <a:pt x="1745" y="173"/>
                  </a:cubicBezTo>
                  <a:lnTo>
                    <a:pt x="1744" y="174"/>
                  </a:lnTo>
                  <a:lnTo>
                    <a:pt x="1744" y="175"/>
                  </a:lnTo>
                  <a:cubicBezTo>
                    <a:pt x="1744" y="186"/>
                    <a:pt x="1746" y="196"/>
                    <a:pt x="1745" y="208"/>
                  </a:cubicBezTo>
                  <a:cubicBezTo>
                    <a:pt x="1745" y="215"/>
                    <a:pt x="1744" y="222"/>
                    <a:pt x="1744" y="229"/>
                  </a:cubicBezTo>
                  <a:lnTo>
                    <a:pt x="1726" y="229"/>
                  </a:lnTo>
                  <a:cubicBezTo>
                    <a:pt x="1726" y="219"/>
                    <a:pt x="1725" y="208"/>
                    <a:pt x="1725" y="197"/>
                  </a:cubicBezTo>
                  <a:cubicBezTo>
                    <a:pt x="1725" y="191"/>
                    <a:pt x="1717" y="192"/>
                    <a:pt x="1717" y="197"/>
                  </a:cubicBezTo>
                  <a:cubicBezTo>
                    <a:pt x="1717" y="206"/>
                    <a:pt x="1717" y="216"/>
                    <a:pt x="1715" y="226"/>
                  </a:cubicBezTo>
                  <a:lnTo>
                    <a:pt x="1715" y="229"/>
                  </a:lnTo>
                  <a:lnTo>
                    <a:pt x="1700" y="231"/>
                  </a:lnTo>
                  <a:cubicBezTo>
                    <a:pt x="1700" y="224"/>
                    <a:pt x="1700" y="216"/>
                    <a:pt x="1700" y="209"/>
                  </a:cubicBezTo>
                  <a:cubicBezTo>
                    <a:pt x="1700" y="197"/>
                    <a:pt x="1696" y="185"/>
                    <a:pt x="1696" y="173"/>
                  </a:cubicBezTo>
                  <a:cubicBezTo>
                    <a:pt x="1696" y="169"/>
                    <a:pt x="1690" y="169"/>
                    <a:pt x="1690" y="173"/>
                  </a:cubicBezTo>
                  <a:cubicBezTo>
                    <a:pt x="1690" y="185"/>
                    <a:pt x="1692" y="197"/>
                    <a:pt x="1692" y="209"/>
                  </a:cubicBezTo>
                  <a:cubicBezTo>
                    <a:pt x="1692" y="217"/>
                    <a:pt x="1692" y="225"/>
                    <a:pt x="1692" y="232"/>
                  </a:cubicBezTo>
                  <a:lnTo>
                    <a:pt x="1675" y="234"/>
                  </a:lnTo>
                  <a:cubicBezTo>
                    <a:pt x="1675" y="229"/>
                    <a:pt x="1674" y="223"/>
                    <a:pt x="1673" y="218"/>
                  </a:cubicBezTo>
                  <a:cubicBezTo>
                    <a:pt x="1673" y="214"/>
                    <a:pt x="1672" y="211"/>
                    <a:pt x="1671" y="208"/>
                  </a:cubicBezTo>
                  <a:cubicBezTo>
                    <a:pt x="1670" y="207"/>
                    <a:pt x="1669" y="206"/>
                    <a:pt x="1668" y="204"/>
                  </a:cubicBezTo>
                  <a:cubicBezTo>
                    <a:pt x="1665" y="202"/>
                    <a:pt x="1659" y="205"/>
                    <a:pt x="1662" y="209"/>
                  </a:cubicBezTo>
                  <a:cubicBezTo>
                    <a:pt x="1665" y="212"/>
                    <a:pt x="1662" y="224"/>
                    <a:pt x="1662" y="230"/>
                  </a:cubicBezTo>
                  <a:cubicBezTo>
                    <a:pt x="1662" y="232"/>
                    <a:pt x="1662" y="234"/>
                    <a:pt x="1662" y="236"/>
                  </a:cubicBezTo>
                  <a:lnTo>
                    <a:pt x="1646" y="238"/>
                  </a:lnTo>
                  <a:cubicBezTo>
                    <a:pt x="1646" y="232"/>
                    <a:pt x="1646" y="226"/>
                    <a:pt x="1646" y="219"/>
                  </a:cubicBezTo>
                  <a:cubicBezTo>
                    <a:pt x="1646" y="207"/>
                    <a:pt x="1646" y="195"/>
                    <a:pt x="1645" y="183"/>
                  </a:cubicBezTo>
                  <a:cubicBezTo>
                    <a:pt x="1645" y="179"/>
                    <a:pt x="1639" y="179"/>
                    <a:pt x="1638" y="183"/>
                  </a:cubicBezTo>
                  <a:cubicBezTo>
                    <a:pt x="1638" y="195"/>
                    <a:pt x="1638" y="207"/>
                    <a:pt x="1637" y="219"/>
                  </a:cubicBezTo>
                  <a:cubicBezTo>
                    <a:pt x="1637" y="226"/>
                    <a:pt x="1637" y="233"/>
                    <a:pt x="1637" y="240"/>
                  </a:cubicBezTo>
                  <a:lnTo>
                    <a:pt x="1629" y="242"/>
                  </a:lnTo>
                  <a:lnTo>
                    <a:pt x="1614" y="244"/>
                  </a:lnTo>
                  <a:cubicBezTo>
                    <a:pt x="1614" y="232"/>
                    <a:pt x="1612" y="219"/>
                    <a:pt x="1611" y="207"/>
                  </a:cubicBezTo>
                  <a:cubicBezTo>
                    <a:pt x="1611" y="206"/>
                    <a:pt x="1611" y="206"/>
                    <a:pt x="1611" y="206"/>
                  </a:cubicBezTo>
                  <a:cubicBezTo>
                    <a:pt x="1611" y="205"/>
                    <a:pt x="1610" y="205"/>
                    <a:pt x="1610" y="205"/>
                  </a:cubicBezTo>
                  <a:cubicBezTo>
                    <a:pt x="1609" y="204"/>
                    <a:pt x="1609" y="204"/>
                    <a:pt x="1609" y="204"/>
                  </a:cubicBezTo>
                  <a:cubicBezTo>
                    <a:pt x="1608" y="204"/>
                    <a:pt x="1608" y="204"/>
                    <a:pt x="1607" y="205"/>
                  </a:cubicBezTo>
                  <a:cubicBezTo>
                    <a:pt x="1607" y="205"/>
                    <a:pt x="1608" y="205"/>
                    <a:pt x="1607" y="206"/>
                  </a:cubicBezTo>
                  <a:cubicBezTo>
                    <a:pt x="1606" y="207"/>
                    <a:pt x="1606" y="206"/>
                    <a:pt x="1606" y="207"/>
                  </a:cubicBezTo>
                  <a:cubicBezTo>
                    <a:pt x="1606" y="219"/>
                    <a:pt x="1603" y="233"/>
                    <a:pt x="1603" y="246"/>
                  </a:cubicBezTo>
                  <a:lnTo>
                    <a:pt x="1586" y="248"/>
                  </a:lnTo>
                  <a:cubicBezTo>
                    <a:pt x="1586" y="235"/>
                    <a:pt x="1582" y="221"/>
                    <a:pt x="1580" y="208"/>
                  </a:cubicBezTo>
                  <a:cubicBezTo>
                    <a:pt x="1580" y="207"/>
                    <a:pt x="1581" y="207"/>
                    <a:pt x="1580" y="206"/>
                  </a:cubicBezTo>
                  <a:cubicBezTo>
                    <a:pt x="1579" y="205"/>
                    <a:pt x="1580" y="206"/>
                    <a:pt x="1579" y="205"/>
                  </a:cubicBezTo>
                  <a:cubicBezTo>
                    <a:pt x="1578" y="204"/>
                    <a:pt x="1578" y="205"/>
                    <a:pt x="1578" y="205"/>
                  </a:cubicBezTo>
                  <a:cubicBezTo>
                    <a:pt x="1577" y="205"/>
                    <a:pt x="1577" y="204"/>
                    <a:pt x="1576" y="205"/>
                  </a:cubicBezTo>
                  <a:cubicBezTo>
                    <a:pt x="1575" y="206"/>
                    <a:pt x="1576" y="205"/>
                    <a:pt x="1575" y="206"/>
                  </a:cubicBezTo>
                  <a:cubicBezTo>
                    <a:pt x="1574" y="207"/>
                    <a:pt x="1575" y="207"/>
                    <a:pt x="1575" y="208"/>
                  </a:cubicBezTo>
                  <a:cubicBezTo>
                    <a:pt x="1575" y="216"/>
                    <a:pt x="1575" y="224"/>
                    <a:pt x="1575" y="232"/>
                  </a:cubicBezTo>
                  <a:cubicBezTo>
                    <a:pt x="1575" y="235"/>
                    <a:pt x="1575" y="237"/>
                    <a:pt x="1575" y="240"/>
                  </a:cubicBezTo>
                  <a:cubicBezTo>
                    <a:pt x="1575" y="242"/>
                    <a:pt x="1575" y="246"/>
                    <a:pt x="1575" y="249"/>
                  </a:cubicBezTo>
                  <a:lnTo>
                    <a:pt x="1559" y="249"/>
                  </a:lnTo>
                  <a:cubicBezTo>
                    <a:pt x="1559" y="238"/>
                    <a:pt x="1556" y="227"/>
                    <a:pt x="1556" y="216"/>
                  </a:cubicBezTo>
                  <a:cubicBezTo>
                    <a:pt x="1555" y="205"/>
                    <a:pt x="1553" y="191"/>
                    <a:pt x="1552" y="177"/>
                  </a:cubicBezTo>
                  <a:cubicBezTo>
                    <a:pt x="1552" y="173"/>
                    <a:pt x="1546" y="174"/>
                    <a:pt x="1546" y="177"/>
                  </a:cubicBezTo>
                  <a:cubicBezTo>
                    <a:pt x="1546" y="190"/>
                    <a:pt x="1548" y="202"/>
                    <a:pt x="1548" y="216"/>
                  </a:cubicBezTo>
                  <a:cubicBezTo>
                    <a:pt x="1547" y="230"/>
                    <a:pt x="1548" y="238"/>
                    <a:pt x="1549" y="248"/>
                  </a:cubicBezTo>
                  <a:lnTo>
                    <a:pt x="1535" y="248"/>
                  </a:lnTo>
                  <a:cubicBezTo>
                    <a:pt x="1534" y="244"/>
                    <a:pt x="1533" y="240"/>
                    <a:pt x="1533" y="236"/>
                  </a:cubicBezTo>
                  <a:cubicBezTo>
                    <a:pt x="1533" y="235"/>
                    <a:pt x="1533" y="234"/>
                    <a:pt x="1533" y="233"/>
                  </a:cubicBezTo>
                  <a:cubicBezTo>
                    <a:pt x="1533" y="222"/>
                    <a:pt x="1532" y="211"/>
                    <a:pt x="1529" y="199"/>
                  </a:cubicBezTo>
                  <a:cubicBezTo>
                    <a:pt x="1529" y="199"/>
                    <a:pt x="1530" y="199"/>
                    <a:pt x="1529" y="198"/>
                  </a:cubicBezTo>
                  <a:cubicBezTo>
                    <a:pt x="1528" y="197"/>
                    <a:pt x="1529" y="198"/>
                    <a:pt x="1528" y="197"/>
                  </a:cubicBezTo>
                  <a:cubicBezTo>
                    <a:pt x="1527" y="196"/>
                    <a:pt x="1526" y="197"/>
                    <a:pt x="1526" y="197"/>
                  </a:cubicBezTo>
                  <a:cubicBezTo>
                    <a:pt x="1525" y="197"/>
                    <a:pt x="1525" y="196"/>
                    <a:pt x="1524" y="197"/>
                  </a:cubicBezTo>
                  <a:cubicBezTo>
                    <a:pt x="1523" y="198"/>
                    <a:pt x="1523" y="198"/>
                    <a:pt x="1523" y="198"/>
                  </a:cubicBezTo>
                  <a:cubicBezTo>
                    <a:pt x="1523" y="199"/>
                    <a:pt x="1523" y="199"/>
                    <a:pt x="1523" y="199"/>
                  </a:cubicBezTo>
                  <a:cubicBezTo>
                    <a:pt x="1520" y="210"/>
                    <a:pt x="1518" y="221"/>
                    <a:pt x="1518" y="232"/>
                  </a:cubicBezTo>
                  <a:cubicBezTo>
                    <a:pt x="1518" y="237"/>
                    <a:pt x="1518" y="243"/>
                    <a:pt x="1519" y="249"/>
                  </a:cubicBezTo>
                  <a:lnTo>
                    <a:pt x="1508" y="249"/>
                  </a:lnTo>
                  <a:cubicBezTo>
                    <a:pt x="1508" y="246"/>
                    <a:pt x="1508" y="243"/>
                    <a:pt x="1508" y="241"/>
                  </a:cubicBezTo>
                  <a:cubicBezTo>
                    <a:pt x="1507" y="231"/>
                    <a:pt x="1506" y="221"/>
                    <a:pt x="1503" y="212"/>
                  </a:cubicBezTo>
                  <a:cubicBezTo>
                    <a:pt x="1502" y="199"/>
                    <a:pt x="1497" y="186"/>
                    <a:pt x="1491" y="174"/>
                  </a:cubicBezTo>
                  <a:cubicBezTo>
                    <a:pt x="1490" y="173"/>
                    <a:pt x="1489" y="171"/>
                    <a:pt x="1488" y="170"/>
                  </a:cubicBezTo>
                  <a:cubicBezTo>
                    <a:pt x="1486" y="168"/>
                    <a:pt x="1483" y="171"/>
                    <a:pt x="1484" y="174"/>
                  </a:cubicBezTo>
                  <a:cubicBezTo>
                    <a:pt x="1486" y="178"/>
                    <a:pt x="1488" y="183"/>
                    <a:pt x="1488" y="188"/>
                  </a:cubicBezTo>
                  <a:cubicBezTo>
                    <a:pt x="1488" y="190"/>
                    <a:pt x="1487" y="193"/>
                    <a:pt x="1487" y="195"/>
                  </a:cubicBezTo>
                  <a:cubicBezTo>
                    <a:pt x="1488" y="206"/>
                    <a:pt x="1490" y="217"/>
                    <a:pt x="1493" y="227"/>
                  </a:cubicBezTo>
                  <a:cubicBezTo>
                    <a:pt x="1493" y="232"/>
                    <a:pt x="1493" y="241"/>
                    <a:pt x="1494" y="249"/>
                  </a:cubicBezTo>
                  <a:lnTo>
                    <a:pt x="1469" y="249"/>
                  </a:lnTo>
                  <a:cubicBezTo>
                    <a:pt x="1467" y="232"/>
                    <a:pt x="1465" y="215"/>
                    <a:pt x="1461" y="198"/>
                  </a:cubicBezTo>
                  <a:cubicBezTo>
                    <a:pt x="1461" y="198"/>
                    <a:pt x="1461" y="197"/>
                    <a:pt x="1461" y="196"/>
                  </a:cubicBezTo>
                  <a:lnTo>
                    <a:pt x="1460" y="195"/>
                  </a:lnTo>
                  <a:cubicBezTo>
                    <a:pt x="1459" y="195"/>
                    <a:pt x="1459" y="195"/>
                    <a:pt x="1458" y="195"/>
                  </a:cubicBezTo>
                  <a:cubicBezTo>
                    <a:pt x="1457" y="195"/>
                    <a:pt x="1457" y="195"/>
                    <a:pt x="1456" y="195"/>
                  </a:cubicBezTo>
                  <a:lnTo>
                    <a:pt x="1455" y="196"/>
                  </a:lnTo>
                  <a:cubicBezTo>
                    <a:pt x="1455" y="197"/>
                    <a:pt x="1455" y="198"/>
                    <a:pt x="1455" y="198"/>
                  </a:cubicBezTo>
                  <a:cubicBezTo>
                    <a:pt x="1454" y="210"/>
                    <a:pt x="1453" y="223"/>
                    <a:pt x="1453" y="235"/>
                  </a:cubicBezTo>
                  <a:cubicBezTo>
                    <a:pt x="1453" y="239"/>
                    <a:pt x="1453" y="244"/>
                    <a:pt x="1453" y="248"/>
                  </a:cubicBezTo>
                  <a:lnTo>
                    <a:pt x="1445" y="248"/>
                  </a:lnTo>
                  <a:cubicBezTo>
                    <a:pt x="1445" y="236"/>
                    <a:pt x="1443" y="223"/>
                    <a:pt x="1439" y="212"/>
                  </a:cubicBezTo>
                  <a:cubicBezTo>
                    <a:pt x="1439" y="209"/>
                    <a:pt x="1439" y="206"/>
                    <a:pt x="1439" y="203"/>
                  </a:cubicBezTo>
                  <a:cubicBezTo>
                    <a:pt x="1439" y="200"/>
                    <a:pt x="1439" y="197"/>
                    <a:pt x="1439" y="194"/>
                  </a:cubicBezTo>
                  <a:cubicBezTo>
                    <a:pt x="1438" y="186"/>
                    <a:pt x="1437" y="179"/>
                    <a:pt x="1435" y="171"/>
                  </a:cubicBezTo>
                  <a:cubicBezTo>
                    <a:pt x="1435" y="170"/>
                    <a:pt x="1435" y="170"/>
                    <a:pt x="1435" y="170"/>
                  </a:cubicBezTo>
                  <a:cubicBezTo>
                    <a:pt x="1434" y="169"/>
                    <a:pt x="1434" y="169"/>
                    <a:pt x="1434" y="169"/>
                  </a:cubicBezTo>
                  <a:cubicBezTo>
                    <a:pt x="1433" y="168"/>
                    <a:pt x="1433" y="168"/>
                    <a:pt x="1432" y="168"/>
                  </a:cubicBezTo>
                  <a:lnTo>
                    <a:pt x="1431" y="169"/>
                  </a:lnTo>
                  <a:lnTo>
                    <a:pt x="1430" y="170"/>
                  </a:lnTo>
                  <a:lnTo>
                    <a:pt x="1430" y="171"/>
                  </a:lnTo>
                  <a:cubicBezTo>
                    <a:pt x="1430" y="177"/>
                    <a:pt x="1431" y="183"/>
                    <a:pt x="1431" y="189"/>
                  </a:cubicBezTo>
                  <a:cubicBezTo>
                    <a:pt x="1431" y="195"/>
                    <a:pt x="1430" y="201"/>
                    <a:pt x="1430" y="206"/>
                  </a:cubicBezTo>
                  <a:cubicBezTo>
                    <a:pt x="1430" y="220"/>
                    <a:pt x="1431" y="233"/>
                    <a:pt x="1434" y="246"/>
                  </a:cubicBezTo>
                  <a:lnTo>
                    <a:pt x="1408" y="241"/>
                  </a:lnTo>
                  <a:cubicBezTo>
                    <a:pt x="1409" y="240"/>
                    <a:pt x="1410" y="239"/>
                    <a:pt x="1410" y="239"/>
                  </a:cubicBezTo>
                  <a:cubicBezTo>
                    <a:pt x="1411" y="238"/>
                    <a:pt x="1411" y="236"/>
                    <a:pt x="1411" y="235"/>
                  </a:cubicBezTo>
                  <a:lnTo>
                    <a:pt x="1411" y="234"/>
                  </a:lnTo>
                  <a:cubicBezTo>
                    <a:pt x="1410" y="226"/>
                    <a:pt x="1407" y="219"/>
                    <a:pt x="1406" y="210"/>
                  </a:cubicBezTo>
                  <a:cubicBezTo>
                    <a:pt x="1406" y="210"/>
                    <a:pt x="1406" y="209"/>
                    <a:pt x="1406" y="208"/>
                  </a:cubicBezTo>
                  <a:cubicBezTo>
                    <a:pt x="1406" y="202"/>
                    <a:pt x="1405" y="197"/>
                    <a:pt x="1402" y="192"/>
                  </a:cubicBezTo>
                  <a:cubicBezTo>
                    <a:pt x="1402" y="191"/>
                    <a:pt x="1402" y="191"/>
                    <a:pt x="1401" y="191"/>
                  </a:cubicBezTo>
                  <a:cubicBezTo>
                    <a:pt x="1398" y="187"/>
                    <a:pt x="1392" y="191"/>
                    <a:pt x="1395" y="195"/>
                  </a:cubicBezTo>
                  <a:cubicBezTo>
                    <a:pt x="1398" y="199"/>
                    <a:pt x="1395" y="209"/>
                    <a:pt x="1395" y="216"/>
                  </a:cubicBezTo>
                  <a:cubicBezTo>
                    <a:pt x="1395" y="219"/>
                    <a:pt x="1394" y="222"/>
                    <a:pt x="1394" y="225"/>
                  </a:cubicBezTo>
                  <a:cubicBezTo>
                    <a:pt x="1394" y="228"/>
                    <a:pt x="1395" y="231"/>
                    <a:pt x="1395" y="234"/>
                  </a:cubicBezTo>
                  <a:cubicBezTo>
                    <a:pt x="1395" y="235"/>
                    <a:pt x="1395" y="235"/>
                    <a:pt x="1395" y="236"/>
                  </a:cubicBezTo>
                  <a:lnTo>
                    <a:pt x="1395" y="237"/>
                  </a:lnTo>
                  <a:lnTo>
                    <a:pt x="1379" y="235"/>
                  </a:lnTo>
                  <a:lnTo>
                    <a:pt x="1379" y="234"/>
                  </a:lnTo>
                  <a:lnTo>
                    <a:pt x="1379" y="233"/>
                  </a:lnTo>
                  <a:cubicBezTo>
                    <a:pt x="1379" y="226"/>
                    <a:pt x="1375" y="220"/>
                    <a:pt x="1374" y="213"/>
                  </a:cubicBezTo>
                  <a:cubicBezTo>
                    <a:pt x="1372" y="204"/>
                    <a:pt x="1370" y="194"/>
                    <a:pt x="1369" y="185"/>
                  </a:cubicBezTo>
                  <a:cubicBezTo>
                    <a:pt x="1369" y="184"/>
                    <a:pt x="1369" y="183"/>
                    <a:pt x="1369" y="183"/>
                  </a:cubicBezTo>
                  <a:cubicBezTo>
                    <a:pt x="1368" y="182"/>
                    <a:pt x="1368" y="183"/>
                    <a:pt x="1367" y="182"/>
                  </a:cubicBezTo>
                  <a:cubicBezTo>
                    <a:pt x="1366" y="181"/>
                    <a:pt x="1366" y="181"/>
                    <a:pt x="1366" y="181"/>
                  </a:cubicBezTo>
                  <a:cubicBezTo>
                    <a:pt x="1365" y="181"/>
                    <a:pt x="1365" y="181"/>
                    <a:pt x="1364" y="182"/>
                  </a:cubicBezTo>
                  <a:cubicBezTo>
                    <a:pt x="1363" y="183"/>
                    <a:pt x="1363" y="182"/>
                    <a:pt x="1362" y="183"/>
                  </a:cubicBezTo>
                  <a:cubicBezTo>
                    <a:pt x="1362" y="183"/>
                    <a:pt x="1362" y="184"/>
                    <a:pt x="1362" y="185"/>
                  </a:cubicBezTo>
                  <a:cubicBezTo>
                    <a:pt x="1362" y="194"/>
                    <a:pt x="1358" y="204"/>
                    <a:pt x="1357" y="214"/>
                  </a:cubicBezTo>
                  <a:cubicBezTo>
                    <a:pt x="1358" y="220"/>
                    <a:pt x="1359" y="227"/>
                    <a:pt x="1362" y="233"/>
                  </a:cubicBezTo>
                  <a:lnTo>
                    <a:pt x="1355" y="233"/>
                  </a:lnTo>
                  <a:cubicBezTo>
                    <a:pt x="1343" y="208"/>
                    <a:pt x="1329" y="184"/>
                    <a:pt x="1336" y="155"/>
                  </a:cubicBezTo>
                  <a:cubicBezTo>
                    <a:pt x="1336" y="154"/>
                    <a:pt x="1337" y="154"/>
                    <a:pt x="1337" y="154"/>
                  </a:cubicBezTo>
                  <a:lnTo>
                    <a:pt x="1336" y="153"/>
                  </a:lnTo>
                  <a:cubicBezTo>
                    <a:pt x="1336" y="153"/>
                    <a:pt x="1336" y="152"/>
                    <a:pt x="1335" y="152"/>
                  </a:cubicBezTo>
                  <a:lnTo>
                    <a:pt x="1334" y="152"/>
                  </a:lnTo>
                  <a:lnTo>
                    <a:pt x="1333" y="152"/>
                  </a:lnTo>
                  <a:lnTo>
                    <a:pt x="1333" y="153"/>
                  </a:lnTo>
                  <a:lnTo>
                    <a:pt x="1332" y="153"/>
                  </a:lnTo>
                  <a:cubicBezTo>
                    <a:pt x="1328" y="165"/>
                    <a:pt x="1326" y="177"/>
                    <a:pt x="1326" y="190"/>
                  </a:cubicBezTo>
                  <a:cubicBezTo>
                    <a:pt x="1326" y="193"/>
                    <a:pt x="1326" y="197"/>
                    <a:pt x="1326" y="201"/>
                  </a:cubicBezTo>
                  <a:cubicBezTo>
                    <a:pt x="1328" y="211"/>
                    <a:pt x="1331" y="221"/>
                    <a:pt x="1336" y="230"/>
                  </a:cubicBezTo>
                  <a:cubicBezTo>
                    <a:pt x="1336" y="231"/>
                    <a:pt x="1337" y="231"/>
                    <a:pt x="1337" y="232"/>
                  </a:cubicBezTo>
                  <a:cubicBezTo>
                    <a:pt x="1330" y="231"/>
                    <a:pt x="1322" y="229"/>
                    <a:pt x="1315" y="227"/>
                  </a:cubicBezTo>
                  <a:cubicBezTo>
                    <a:pt x="1312" y="220"/>
                    <a:pt x="1309" y="212"/>
                    <a:pt x="1307" y="205"/>
                  </a:cubicBezTo>
                  <a:cubicBezTo>
                    <a:pt x="1304" y="196"/>
                    <a:pt x="1303" y="186"/>
                    <a:pt x="1302" y="177"/>
                  </a:cubicBezTo>
                  <a:lnTo>
                    <a:pt x="1302" y="176"/>
                  </a:lnTo>
                  <a:cubicBezTo>
                    <a:pt x="1301" y="175"/>
                    <a:pt x="1301" y="176"/>
                    <a:pt x="1300" y="175"/>
                  </a:cubicBezTo>
                  <a:cubicBezTo>
                    <a:pt x="1299" y="174"/>
                    <a:pt x="1299" y="174"/>
                    <a:pt x="1298" y="174"/>
                  </a:cubicBezTo>
                  <a:lnTo>
                    <a:pt x="1297" y="175"/>
                  </a:lnTo>
                  <a:cubicBezTo>
                    <a:pt x="1296" y="176"/>
                    <a:pt x="1295" y="175"/>
                    <a:pt x="1295" y="176"/>
                  </a:cubicBezTo>
                  <a:lnTo>
                    <a:pt x="1295" y="177"/>
                  </a:lnTo>
                  <a:cubicBezTo>
                    <a:pt x="1292" y="190"/>
                    <a:pt x="1290" y="203"/>
                    <a:pt x="1290" y="216"/>
                  </a:cubicBezTo>
                  <a:cubicBezTo>
                    <a:pt x="1290" y="218"/>
                    <a:pt x="1290" y="219"/>
                    <a:pt x="1290" y="221"/>
                  </a:cubicBezTo>
                  <a:lnTo>
                    <a:pt x="1289" y="221"/>
                  </a:lnTo>
                  <a:cubicBezTo>
                    <a:pt x="1289" y="220"/>
                    <a:pt x="1288" y="219"/>
                    <a:pt x="1287" y="218"/>
                  </a:cubicBezTo>
                  <a:lnTo>
                    <a:pt x="1286" y="218"/>
                  </a:lnTo>
                  <a:lnTo>
                    <a:pt x="1285" y="216"/>
                  </a:lnTo>
                  <a:lnTo>
                    <a:pt x="1279" y="206"/>
                  </a:lnTo>
                  <a:cubicBezTo>
                    <a:pt x="1277" y="204"/>
                    <a:pt x="1275" y="201"/>
                    <a:pt x="1274" y="198"/>
                  </a:cubicBezTo>
                  <a:cubicBezTo>
                    <a:pt x="1271" y="189"/>
                    <a:pt x="1270" y="181"/>
                    <a:pt x="1270" y="172"/>
                  </a:cubicBezTo>
                  <a:cubicBezTo>
                    <a:pt x="1270" y="168"/>
                    <a:pt x="1270" y="165"/>
                    <a:pt x="1271" y="162"/>
                  </a:cubicBezTo>
                  <a:cubicBezTo>
                    <a:pt x="1271" y="161"/>
                    <a:pt x="1270" y="160"/>
                    <a:pt x="1270" y="160"/>
                  </a:cubicBezTo>
                  <a:cubicBezTo>
                    <a:pt x="1270" y="159"/>
                    <a:pt x="1269" y="159"/>
                    <a:pt x="1269" y="159"/>
                  </a:cubicBezTo>
                  <a:cubicBezTo>
                    <a:pt x="1268" y="158"/>
                    <a:pt x="1268" y="158"/>
                    <a:pt x="1267" y="158"/>
                  </a:cubicBezTo>
                  <a:cubicBezTo>
                    <a:pt x="1267" y="158"/>
                    <a:pt x="1266" y="158"/>
                    <a:pt x="1265" y="159"/>
                  </a:cubicBezTo>
                  <a:cubicBezTo>
                    <a:pt x="1265" y="159"/>
                    <a:pt x="1264" y="159"/>
                    <a:pt x="1264" y="160"/>
                  </a:cubicBezTo>
                  <a:cubicBezTo>
                    <a:pt x="1264" y="160"/>
                    <a:pt x="1264" y="161"/>
                    <a:pt x="1264" y="162"/>
                  </a:cubicBezTo>
                  <a:cubicBezTo>
                    <a:pt x="1262" y="170"/>
                    <a:pt x="1262" y="178"/>
                    <a:pt x="1262" y="187"/>
                  </a:cubicBezTo>
                  <a:cubicBezTo>
                    <a:pt x="1262" y="195"/>
                    <a:pt x="1262" y="203"/>
                    <a:pt x="1264" y="212"/>
                  </a:cubicBezTo>
                  <a:cubicBezTo>
                    <a:pt x="1264" y="214"/>
                    <a:pt x="1265" y="216"/>
                    <a:pt x="1266" y="218"/>
                  </a:cubicBezTo>
                  <a:lnTo>
                    <a:pt x="1257" y="217"/>
                  </a:lnTo>
                  <a:cubicBezTo>
                    <a:pt x="1253" y="202"/>
                    <a:pt x="1247" y="188"/>
                    <a:pt x="1240" y="174"/>
                  </a:cubicBezTo>
                  <a:cubicBezTo>
                    <a:pt x="1235" y="158"/>
                    <a:pt x="1232" y="142"/>
                    <a:pt x="1230" y="125"/>
                  </a:cubicBezTo>
                  <a:cubicBezTo>
                    <a:pt x="1230" y="125"/>
                    <a:pt x="1230" y="124"/>
                    <a:pt x="1229" y="124"/>
                  </a:cubicBezTo>
                  <a:lnTo>
                    <a:pt x="1228" y="124"/>
                  </a:lnTo>
                  <a:lnTo>
                    <a:pt x="1227" y="124"/>
                  </a:lnTo>
                  <a:cubicBezTo>
                    <a:pt x="1227" y="124"/>
                    <a:pt x="1227" y="125"/>
                    <a:pt x="1226" y="125"/>
                  </a:cubicBezTo>
                  <a:cubicBezTo>
                    <a:pt x="1222" y="140"/>
                    <a:pt x="1221" y="155"/>
                    <a:pt x="1221" y="170"/>
                  </a:cubicBezTo>
                  <a:cubicBezTo>
                    <a:pt x="1221" y="185"/>
                    <a:pt x="1222" y="200"/>
                    <a:pt x="1226" y="214"/>
                  </a:cubicBezTo>
                  <a:lnTo>
                    <a:pt x="1217" y="214"/>
                  </a:lnTo>
                  <a:cubicBezTo>
                    <a:pt x="1213" y="209"/>
                    <a:pt x="1209" y="203"/>
                    <a:pt x="1206" y="196"/>
                  </a:cubicBezTo>
                  <a:cubicBezTo>
                    <a:pt x="1205" y="196"/>
                    <a:pt x="1205" y="195"/>
                    <a:pt x="1205" y="195"/>
                  </a:cubicBezTo>
                  <a:cubicBezTo>
                    <a:pt x="1201" y="188"/>
                    <a:pt x="1200" y="180"/>
                    <a:pt x="1200" y="172"/>
                  </a:cubicBezTo>
                  <a:cubicBezTo>
                    <a:pt x="1200" y="171"/>
                    <a:pt x="1200" y="170"/>
                    <a:pt x="1200" y="170"/>
                  </a:cubicBezTo>
                  <a:cubicBezTo>
                    <a:pt x="1200" y="169"/>
                    <a:pt x="1200" y="170"/>
                    <a:pt x="1199" y="169"/>
                  </a:cubicBezTo>
                  <a:cubicBezTo>
                    <a:pt x="1198" y="168"/>
                    <a:pt x="1199" y="168"/>
                    <a:pt x="1198" y="167"/>
                  </a:cubicBezTo>
                  <a:cubicBezTo>
                    <a:pt x="1197" y="166"/>
                    <a:pt x="1197" y="167"/>
                    <a:pt x="1196" y="167"/>
                  </a:cubicBezTo>
                  <a:cubicBezTo>
                    <a:pt x="1195" y="167"/>
                    <a:pt x="1195" y="166"/>
                    <a:pt x="1194" y="167"/>
                  </a:cubicBezTo>
                  <a:cubicBezTo>
                    <a:pt x="1193" y="168"/>
                    <a:pt x="1193" y="168"/>
                    <a:pt x="1193" y="169"/>
                  </a:cubicBezTo>
                  <a:lnTo>
                    <a:pt x="1192" y="170"/>
                  </a:lnTo>
                  <a:cubicBezTo>
                    <a:pt x="1192" y="174"/>
                    <a:pt x="1192" y="179"/>
                    <a:pt x="1192" y="184"/>
                  </a:cubicBezTo>
                  <a:cubicBezTo>
                    <a:pt x="1192" y="188"/>
                    <a:pt x="1192" y="193"/>
                    <a:pt x="1192" y="197"/>
                  </a:cubicBezTo>
                  <a:cubicBezTo>
                    <a:pt x="1193" y="204"/>
                    <a:pt x="1195" y="210"/>
                    <a:pt x="1198" y="215"/>
                  </a:cubicBezTo>
                  <a:lnTo>
                    <a:pt x="1190" y="215"/>
                  </a:lnTo>
                  <a:cubicBezTo>
                    <a:pt x="1187" y="211"/>
                    <a:pt x="1183" y="207"/>
                    <a:pt x="1181" y="203"/>
                  </a:cubicBezTo>
                  <a:cubicBezTo>
                    <a:pt x="1172" y="188"/>
                    <a:pt x="1167" y="171"/>
                    <a:pt x="1166" y="153"/>
                  </a:cubicBezTo>
                  <a:cubicBezTo>
                    <a:pt x="1166" y="150"/>
                    <a:pt x="1161" y="150"/>
                    <a:pt x="1160" y="153"/>
                  </a:cubicBezTo>
                  <a:cubicBezTo>
                    <a:pt x="1160" y="156"/>
                    <a:pt x="1160" y="159"/>
                    <a:pt x="1160" y="161"/>
                  </a:cubicBezTo>
                  <a:cubicBezTo>
                    <a:pt x="1160" y="173"/>
                    <a:pt x="1161" y="184"/>
                    <a:pt x="1163" y="195"/>
                  </a:cubicBezTo>
                  <a:cubicBezTo>
                    <a:pt x="1165" y="203"/>
                    <a:pt x="1167" y="210"/>
                    <a:pt x="1171" y="217"/>
                  </a:cubicBezTo>
                  <a:lnTo>
                    <a:pt x="1164" y="218"/>
                  </a:lnTo>
                  <a:cubicBezTo>
                    <a:pt x="1162" y="215"/>
                    <a:pt x="1160" y="211"/>
                    <a:pt x="1158" y="208"/>
                  </a:cubicBezTo>
                  <a:cubicBezTo>
                    <a:pt x="1156" y="205"/>
                    <a:pt x="1155" y="202"/>
                    <a:pt x="1153" y="199"/>
                  </a:cubicBezTo>
                  <a:cubicBezTo>
                    <a:pt x="1152" y="196"/>
                    <a:pt x="1149" y="193"/>
                    <a:pt x="1147" y="190"/>
                  </a:cubicBezTo>
                  <a:cubicBezTo>
                    <a:pt x="1145" y="185"/>
                    <a:pt x="1145" y="180"/>
                    <a:pt x="1145" y="174"/>
                  </a:cubicBezTo>
                  <a:cubicBezTo>
                    <a:pt x="1145" y="173"/>
                    <a:pt x="1145" y="172"/>
                    <a:pt x="1145" y="170"/>
                  </a:cubicBezTo>
                  <a:cubicBezTo>
                    <a:pt x="1145" y="168"/>
                    <a:pt x="1140" y="167"/>
                    <a:pt x="1140" y="170"/>
                  </a:cubicBezTo>
                  <a:cubicBezTo>
                    <a:pt x="1139" y="175"/>
                    <a:pt x="1139" y="179"/>
                    <a:pt x="1139" y="184"/>
                  </a:cubicBezTo>
                  <a:cubicBezTo>
                    <a:pt x="1139" y="190"/>
                    <a:pt x="1139" y="195"/>
                    <a:pt x="1141" y="201"/>
                  </a:cubicBezTo>
                  <a:cubicBezTo>
                    <a:pt x="1143" y="207"/>
                    <a:pt x="1145" y="214"/>
                    <a:pt x="1148" y="220"/>
                  </a:cubicBezTo>
                  <a:lnTo>
                    <a:pt x="1147" y="219"/>
                  </a:lnTo>
                  <a:cubicBezTo>
                    <a:pt x="1147" y="219"/>
                    <a:pt x="1147" y="220"/>
                    <a:pt x="1146" y="220"/>
                  </a:cubicBezTo>
                  <a:cubicBezTo>
                    <a:pt x="1142" y="214"/>
                    <a:pt x="1139" y="209"/>
                    <a:pt x="1135" y="203"/>
                  </a:cubicBezTo>
                  <a:cubicBezTo>
                    <a:pt x="1133" y="199"/>
                    <a:pt x="1130" y="194"/>
                    <a:pt x="1128" y="189"/>
                  </a:cubicBezTo>
                  <a:cubicBezTo>
                    <a:pt x="1120" y="173"/>
                    <a:pt x="1116" y="155"/>
                    <a:pt x="1116" y="138"/>
                  </a:cubicBezTo>
                  <a:lnTo>
                    <a:pt x="1116" y="137"/>
                  </a:lnTo>
                  <a:cubicBezTo>
                    <a:pt x="1115" y="137"/>
                    <a:pt x="1115" y="137"/>
                    <a:pt x="1115" y="136"/>
                  </a:cubicBezTo>
                  <a:lnTo>
                    <a:pt x="1114" y="136"/>
                  </a:lnTo>
                  <a:cubicBezTo>
                    <a:pt x="1114" y="136"/>
                    <a:pt x="1114" y="135"/>
                    <a:pt x="1113" y="136"/>
                  </a:cubicBezTo>
                  <a:cubicBezTo>
                    <a:pt x="1112" y="137"/>
                    <a:pt x="1113" y="137"/>
                    <a:pt x="1113" y="137"/>
                  </a:cubicBezTo>
                  <a:lnTo>
                    <a:pt x="1113" y="138"/>
                  </a:lnTo>
                  <a:cubicBezTo>
                    <a:pt x="1112" y="142"/>
                    <a:pt x="1112" y="147"/>
                    <a:pt x="1112" y="152"/>
                  </a:cubicBezTo>
                  <a:cubicBezTo>
                    <a:pt x="1112" y="164"/>
                    <a:pt x="1114" y="176"/>
                    <a:pt x="1117" y="187"/>
                  </a:cubicBezTo>
                  <a:cubicBezTo>
                    <a:pt x="1121" y="197"/>
                    <a:pt x="1125" y="206"/>
                    <a:pt x="1129" y="215"/>
                  </a:cubicBezTo>
                  <a:lnTo>
                    <a:pt x="1132" y="224"/>
                  </a:lnTo>
                  <a:lnTo>
                    <a:pt x="1120" y="226"/>
                  </a:lnTo>
                  <a:cubicBezTo>
                    <a:pt x="1120" y="225"/>
                    <a:pt x="1120" y="225"/>
                    <a:pt x="1120" y="225"/>
                  </a:cubicBezTo>
                  <a:cubicBezTo>
                    <a:pt x="1119" y="224"/>
                    <a:pt x="1119" y="223"/>
                    <a:pt x="1118" y="223"/>
                  </a:cubicBezTo>
                  <a:cubicBezTo>
                    <a:pt x="1114" y="219"/>
                    <a:pt x="1111" y="215"/>
                    <a:pt x="1108" y="210"/>
                  </a:cubicBezTo>
                  <a:cubicBezTo>
                    <a:pt x="1104" y="203"/>
                    <a:pt x="1101" y="195"/>
                    <a:pt x="1100" y="187"/>
                  </a:cubicBezTo>
                  <a:cubicBezTo>
                    <a:pt x="1100" y="186"/>
                    <a:pt x="1100" y="186"/>
                    <a:pt x="1100" y="186"/>
                  </a:cubicBezTo>
                  <a:cubicBezTo>
                    <a:pt x="1099" y="186"/>
                    <a:pt x="1099" y="186"/>
                    <a:pt x="1099" y="186"/>
                  </a:cubicBezTo>
                  <a:cubicBezTo>
                    <a:pt x="1098" y="186"/>
                    <a:pt x="1098" y="186"/>
                    <a:pt x="1098" y="186"/>
                  </a:cubicBezTo>
                  <a:cubicBezTo>
                    <a:pt x="1098" y="186"/>
                    <a:pt x="1097" y="186"/>
                    <a:pt x="1097" y="187"/>
                  </a:cubicBezTo>
                  <a:cubicBezTo>
                    <a:pt x="1096" y="191"/>
                    <a:pt x="1096" y="195"/>
                    <a:pt x="1096" y="199"/>
                  </a:cubicBezTo>
                  <a:cubicBezTo>
                    <a:pt x="1096" y="210"/>
                    <a:pt x="1099" y="220"/>
                    <a:pt x="1103" y="229"/>
                  </a:cubicBezTo>
                  <a:lnTo>
                    <a:pt x="1102" y="229"/>
                  </a:lnTo>
                  <a:cubicBezTo>
                    <a:pt x="1099" y="226"/>
                    <a:pt x="1096" y="223"/>
                    <a:pt x="1094" y="219"/>
                  </a:cubicBezTo>
                  <a:cubicBezTo>
                    <a:pt x="1094" y="219"/>
                    <a:pt x="1093" y="218"/>
                    <a:pt x="1093" y="217"/>
                  </a:cubicBezTo>
                  <a:cubicBezTo>
                    <a:pt x="1092" y="212"/>
                    <a:pt x="1092" y="207"/>
                    <a:pt x="1092" y="202"/>
                  </a:cubicBezTo>
                  <a:cubicBezTo>
                    <a:pt x="1092" y="196"/>
                    <a:pt x="1088" y="192"/>
                    <a:pt x="1088" y="187"/>
                  </a:cubicBezTo>
                  <a:cubicBezTo>
                    <a:pt x="1088" y="175"/>
                    <a:pt x="1085" y="165"/>
                    <a:pt x="1084" y="153"/>
                  </a:cubicBezTo>
                  <a:lnTo>
                    <a:pt x="1084" y="152"/>
                  </a:lnTo>
                  <a:cubicBezTo>
                    <a:pt x="1083" y="151"/>
                    <a:pt x="1083" y="151"/>
                    <a:pt x="1083" y="151"/>
                  </a:cubicBezTo>
                  <a:cubicBezTo>
                    <a:pt x="1082" y="151"/>
                    <a:pt x="1082" y="150"/>
                    <a:pt x="1081" y="150"/>
                  </a:cubicBezTo>
                  <a:lnTo>
                    <a:pt x="1080" y="151"/>
                  </a:lnTo>
                  <a:cubicBezTo>
                    <a:pt x="1079" y="151"/>
                    <a:pt x="1079" y="151"/>
                    <a:pt x="1079" y="152"/>
                  </a:cubicBezTo>
                  <a:lnTo>
                    <a:pt x="1078" y="153"/>
                  </a:lnTo>
                  <a:cubicBezTo>
                    <a:pt x="1076" y="172"/>
                    <a:pt x="1082" y="190"/>
                    <a:pt x="1080" y="208"/>
                  </a:cubicBezTo>
                  <a:cubicBezTo>
                    <a:pt x="1080" y="210"/>
                    <a:pt x="1080" y="212"/>
                    <a:pt x="1080" y="214"/>
                  </a:cubicBezTo>
                  <a:cubicBezTo>
                    <a:pt x="1079" y="212"/>
                    <a:pt x="1077" y="208"/>
                    <a:pt x="1074" y="203"/>
                  </a:cubicBezTo>
                  <a:cubicBezTo>
                    <a:pt x="1057" y="181"/>
                    <a:pt x="1063" y="148"/>
                    <a:pt x="1062" y="122"/>
                  </a:cubicBezTo>
                  <a:moveTo>
                    <a:pt x="176" y="1406"/>
                  </a:moveTo>
                  <a:cubicBezTo>
                    <a:pt x="185" y="1357"/>
                    <a:pt x="190" y="1308"/>
                    <a:pt x="199" y="1258"/>
                  </a:cubicBezTo>
                  <a:cubicBezTo>
                    <a:pt x="210" y="1202"/>
                    <a:pt x="228" y="1147"/>
                    <a:pt x="253" y="1095"/>
                  </a:cubicBezTo>
                  <a:cubicBezTo>
                    <a:pt x="261" y="1077"/>
                    <a:pt x="261" y="1056"/>
                    <a:pt x="269" y="1038"/>
                  </a:cubicBezTo>
                  <a:cubicBezTo>
                    <a:pt x="281" y="1011"/>
                    <a:pt x="289" y="983"/>
                    <a:pt x="302" y="956"/>
                  </a:cubicBezTo>
                  <a:cubicBezTo>
                    <a:pt x="309" y="941"/>
                    <a:pt x="317" y="927"/>
                    <a:pt x="325" y="913"/>
                  </a:cubicBezTo>
                  <a:cubicBezTo>
                    <a:pt x="333" y="899"/>
                    <a:pt x="342" y="885"/>
                    <a:pt x="351" y="871"/>
                  </a:cubicBezTo>
                  <a:cubicBezTo>
                    <a:pt x="365" y="852"/>
                    <a:pt x="369" y="829"/>
                    <a:pt x="388" y="815"/>
                  </a:cubicBezTo>
                  <a:cubicBezTo>
                    <a:pt x="435" y="779"/>
                    <a:pt x="466" y="722"/>
                    <a:pt x="516" y="690"/>
                  </a:cubicBezTo>
                  <a:cubicBezTo>
                    <a:pt x="565" y="657"/>
                    <a:pt x="597" y="601"/>
                    <a:pt x="640" y="562"/>
                  </a:cubicBezTo>
                  <a:cubicBezTo>
                    <a:pt x="653" y="551"/>
                    <a:pt x="660" y="534"/>
                    <a:pt x="675" y="526"/>
                  </a:cubicBezTo>
                  <a:cubicBezTo>
                    <a:pt x="681" y="523"/>
                    <a:pt x="687" y="520"/>
                    <a:pt x="693" y="516"/>
                  </a:cubicBezTo>
                  <a:cubicBezTo>
                    <a:pt x="709" y="507"/>
                    <a:pt x="723" y="498"/>
                    <a:pt x="737" y="487"/>
                  </a:cubicBezTo>
                  <a:cubicBezTo>
                    <a:pt x="756" y="472"/>
                    <a:pt x="774" y="456"/>
                    <a:pt x="794" y="442"/>
                  </a:cubicBezTo>
                  <a:cubicBezTo>
                    <a:pt x="817" y="424"/>
                    <a:pt x="859" y="401"/>
                    <a:pt x="875" y="376"/>
                  </a:cubicBezTo>
                  <a:cubicBezTo>
                    <a:pt x="890" y="350"/>
                    <a:pt x="923" y="338"/>
                    <a:pt x="943" y="315"/>
                  </a:cubicBezTo>
                  <a:cubicBezTo>
                    <a:pt x="962" y="292"/>
                    <a:pt x="977" y="265"/>
                    <a:pt x="995" y="241"/>
                  </a:cubicBezTo>
                  <a:cubicBezTo>
                    <a:pt x="1009" y="223"/>
                    <a:pt x="1030" y="205"/>
                    <a:pt x="1044" y="186"/>
                  </a:cubicBezTo>
                  <a:cubicBezTo>
                    <a:pt x="1045" y="199"/>
                    <a:pt x="1048" y="212"/>
                    <a:pt x="1055" y="224"/>
                  </a:cubicBezTo>
                  <a:cubicBezTo>
                    <a:pt x="1059" y="232"/>
                    <a:pt x="1066" y="239"/>
                    <a:pt x="1073" y="245"/>
                  </a:cubicBezTo>
                  <a:cubicBezTo>
                    <a:pt x="1074" y="245"/>
                    <a:pt x="1074" y="246"/>
                    <a:pt x="1075" y="246"/>
                  </a:cubicBezTo>
                  <a:cubicBezTo>
                    <a:pt x="1076" y="246"/>
                    <a:pt x="1076" y="245"/>
                    <a:pt x="1077" y="245"/>
                  </a:cubicBezTo>
                  <a:cubicBezTo>
                    <a:pt x="1078" y="245"/>
                    <a:pt x="1077" y="245"/>
                    <a:pt x="1079" y="245"/>
                  </a:cubicBezTo>
                  <a:lnTo>
                    <a:pt x="1088" y="245"/>
                  </a:lnTo>
                  <a:cubicBezTo>
                    <a:pt x="1089" y="246"/>
                    <a:pt x="1090" y="246"/>
                    <a:pt x="1092" y="246"/>
                  </a:cubicBezTo>
                  <a:cubicBezTo>
                    <a:pt x="1093" y="246"/>
                    <a:pt x="1094" y="246"/>
                    <a:pt x="1095" y="245"/>
                  </a:cubicBezTo>
                  <a:cubicBezTo>
                    <a:pt x="1136" y="243"/>
                    <a:pt x="1177" y="234"/>
                    <a:pt x="1218" y="233"/>
                  </a:cubicBezTo>
                  <a:cubicBezTo>
                    <a:pt x="1220" y="233"/>
                    <a:pt x="1222" y="233"/>
                    <a:pt x="1225" y="233"/>
                  </a:cubicBezTo>
                  <a:cubicBezTo>
                    <a:pt x="1227" y="233"/>
                    <a:pt x="1229" y="233"/>
                    <a:pt x="1232" y="233"/>
                  </a:cubicBezTo>
                  <a:lnTo>
                    <a:pt x="1232" y="234"/>
                  </a:lnTo>
                  <a:cubicBezTo>
                    <a:pt x="1233" y="235"/>
                    <a:pt x="1234" y="236"/>
                    <a:pt x="1236" y="237"/>
                  </a:cubicBezTo>
                  <a:cubicBezTo>
                    <a:pt x="1238" y="238"/>
                    <a:pt x="1239" y="239"/>
                    <a:pt x="1241" y="239"/>
                  </a:cubicBezTo>
                  <a:cubicBezTo>
                    <a:pt x="1243" y="239"/>
                    <a:pt x="1245" y="237"/>
                    <a:pt x="1246" y="237"/>
                  </a:cubicBezTo>
                  <a:cubicBezTo>
                    <a:pt x="1248" y="236"/>
                    <a:pt x="1249" y="236"/>
                    <a:pt x="1249" y="235"/>
                  </a:cubicBezTo>
                  <a:cubicBezTo>
                    <a:pt x="1280" y="242"/>
                    <a:pt x="1311" y="255"/>
                    <a:pt x="1341" y="255"/>
                  </a:cubicBezTo>
                  <a:cubicBezTo>
                    <a:pt x="1377" y="255"/>
                    <a:pt x="1411" y="271"/>
                    <a:pt x="1447" y="271"/>
                  </a:cubicBezTo>
                  <a:cubicBezTo>
                    <a:pt x="1495" y="271"/>
                    <a:pt x="1544" y="267"/>
                    <a:pt x="1592" y="266"/>
                  </a:cubicBezTo>
                  <a:cubicBezTo>
                    <a:pt x="1640" y="265"/>
                    <a:pt x="1688" y="250"/>
                    <a:pt x="1736" y="245"/>
                  </a:cubicBezTo>
                  <a:lnTo>
                    <a:pt x="1745" y="245"/>
                  </a:lnTo>
                  <a:lnTo>
                    <a:pt x="1747" y="245"/>
                  </a:lnTo>
                  <a:cubicBezTo>
                    <a:pt x="1749" y="245"/>
                    <a:pt x="1751" y="245"/>
                    <a:pt x="1754" y="245"/>
                  </a:cubicBezTo>
                  <a:cubicBezTo>
                    <a:pt x="1790" y="245"/>
                    <a:pt x="1825" y="248"/>
                    <a:pt x="1860" y="254"/>
                  </a:cubicBezTo>
                  <a:cubicBezTo>
                    <a:pt x="1932" y="263"/>
                    <a:pt x="2007" y="279"/>
                    <a:pt x="2077" y="254"/>
                  </a:cubicBezTo>
                  <a:lnTo>
                    <a:pt x="2078" y="254"/>
                  </a:lnTo>
                  <a:cubicBezTo>
                    <a:pt x="2079" y="253"/>
                    <a:pt x="2080" y="252"/>
                    <a:pt x="2080" y="251"/>
                  </a:cubicBezTo>
                  <a:cubicBezTo>
                    <a:pt x="2100" y="217"/>
                    <a:pt x="2097" y="190"/>
                    <a:pt x="2097" y="155"/>
                  </a:cubicBezTo>
                  <a:cubicBezTo>
                    <a:pt x="2099" y="155"/>
                    <a:pt x="2102" y="154"/>
                    <a:pt x="2103" y="153"/>
                  </a:cubicBezTo>
                  <a:cubicBezTo>
                    <a:pt x="2104" y="152"/>
                    <a:pt x="2105" y="152"/>
                    <a:pt x="2105" y="152"/>
                  </a:cubicBezTo>
                  <a:cubicBezTo>
                    <a:pt x="2126" y="165"/>
                    <a:pt x="2144" y="182"/>
                    <a:pt x="2158" y="202"/>
                  </a:cubicBezTo>
                  <a:cubicBezTo>
                    <a:pt x="2179" y="225"/>
                    <a:pt x="2203" y="247"/>
                    <a:pt x="2229" y="265"/>
                  </a:cubicBezTo>
                  <a:cubicBezTo>
                    <a:pt x="2252" y="286"/>
                    <a:pt x="2275" y="308"/>
                    <a:pt x="2296" y="331"/>
                  </a:cubicBezTo>
                  <a:cubicBezTo>
                    <a:pt x="2321" y="355"/>
                    <a:pt x="2347" y="380"/>
                    <a:pt x="2371" y="406"/>
                  </a:cubicBezTo>
                  <a:cubicBezTo>
                    <a:pt x="2444" y="486"/>
                    <a:pt x="2533" y="545"/>
                    <a:pt x="2597" y="635"/>
                  </a:cubicBezTo>
                  <a:cubicBezTo>
                    <a:pt x="2665" y="732"/>
                    <a:pt x="2740" y="821"/>
                    <a:pt x="2793" y="927"/>
                  </a:cubicBezTo>
                  <a:cubicBezTo>
                    <a:pt x="2819" y="979"/>
                    <a:pt x="2849" y="1028"/>
                    <a:pt x="2872" y="1080"/>
                  </a:cubicBezTo>
                  <a:cubicBezTo>
                    <a:pt x="2882" y="1110"/>
                    <a:pt x="2895" y="1139"/>
                    <a:pt x="2909" y="1168"/>
                  </a:cubicBezTo>
                  <a:cubicBezTo>
                    <a:pt x="2909" y="1168"/>
                    <a:pt x="2909" y="1169"/>
                    <a:pt x="2910" y="1170"/>
                  </a:cubicBezTo>
                  <a:cubicBezTo>
                    <a:pt x="2921" y="1189"/>
                    <a:pt x="2930" y="1209"/>
                    <a:pt x="2938" y="1231"/>
                  </a:cubicBezTo>
                  <a:cubicBezTo>
                    <a:pt x="2938" y="1232"/>
                    <a:pt x="2938" y="1233"/>
                    <a:pt x="2938" y="1234"/>
                  </a:cubicBezTo>
                  <a:cubicBezTo>
                    <a:pt x="2948" y="1295"/>
                    <a:pt x="2963" y="1355"/>
                    <a:pt x="2969" y="1417"/>
                  </a:cubicBezTo>
                  <a:cubicBezTo>
                    <a:pt x="2975" y="1473"/>
                    <a:pt x="2984" y="1528"/>
                    <a:pt x="2997" y="1582"/>
                  </a:cubicBezTo>
                  <a:cubicBezTo>
                    <a:pt x="3012" y="1637"/>
                    <a:pt x="3005" y="1695"/>
                    <a:pt x="3013" y="1750"/>
                  </a:cubicBezTo>
                  <a:cubicBezTo>
                    <a:pt x="3019" y="1793"/>
                    <a:pt x="3022" y="1835"/>
                    <a:pt x="3023" y="1878"/>
                  </a:cubicBezTo>
                  <a:cubicBezTo>
                    <a:pt x="3020" y="1877"/>
                    <a:pt x="3016" y="1875"/>
                    <a:pt x="3013" y="1874"/>
                  </a:cubicBezTo>
                  <a:cubicBezTo>
                    <a:pt x="3012" y="1873"/>
                    <a:pt x="3011" y="1873"/>
                    <a:pt x="3010" y="1872"/>
                  </a:cubicBezTo>
                  <a:cubicBezTo>
                    <a:pt x="3009" y="1871"/>
                    <a:pt x="3008" y="1871"/>
                    <a:pt x="3007" y="1870"/>
                  </a:cubicBezTo>
                  <a:cubicBezTo>
                    <a:pt x="3004" y="1868"/>
                    <a:pt x="3001" y="1868"/>
                    <a:pt x="2998" y="1868"/>
                  </a:cubicBezTo>
                  <a:cubicBezTo>
                    <a:pt x="2997" y="1868"/>
                    <a:pt x="2995" y="1868"/>
                    <a:pt x="2994" y="1868"/>
                  </a:cubicBezTo>
                  <a:cubicBezTo>
                    <a:pt x="2994" y="1860"/>
                    <a:pt x="2993" y="1853"/>
                    <a:pt x="2992" y="1845"/>
                  </a:cubicBezTo>
                  <a:cubicBezTo>
                    <a:pt x="2992" y="1844"/>
                    <a:pt x="2992" y="1844"/>
                    <a:pt x="2992" y="1843"/>
                  </a:cubicBezTo>
                  <a:cubicBezTo>
                    <a:pt x="2992" y="1843"/>
                    <a:pt x="2992" y="1842"/>
                    <a:pt x="2992" y="1841"/>
                  </a:cubicBezTo>
                  <a:cubicBezTo>
                    <a:pt x="3002" y="1818"/>
                    <a:pt x="3007" y="1793"/>
                    <a:pt x="3007" y="1768"/>
                  </a:cubicBezTo>
                  <a:cubicBezTo>
                    <a:pt x="3007" y="1767"/>
                    <a:pt x="3007" y="1766"/>
                    <a:pt x="3007" y="1765"/>
                  </a:cubicBezTo>
                  <a:cubicBezTo>
                    <a:pt x="3007" y="1763"/>
                    <a:pt x="3007" y="1761"/>
                    <a:pt x="3006" y="1759"/>
                  </a:cubicBezTo>
                  <a:cubicBezTo>
                    <a:pt x="3005" y="1758"/>
                    <a:pt x="3005" y="1757"/>
                    <a:pt x="3004" y="1757"/>
                  </a:cubicBezTo>
                  <a:cubicBezTo>
                    <a:pt x="3003" y="1733"/>
                    <a:pt x="2999" y="1711"/>
                    <a:pt x="2994" y="1688"/>
                  </a:cubicBezTo>
                  <a:cubicBezTo>
                    <a:pt x="2990" y="1655"/>
                    <a:pt x="2982" y="1622"/>
                    <a:pt x="2971" y="1590"/>
                  </a:cubicBezTo>
                  <a:lnTo>
                    <a:pt x="2971" y="1589"/>
                  </a:lnTo>
                  <a:cubicBezTo>
                    <a:pt x="2970" y="1588"/>
                    <a:pt x="2969" y="1587"/>
                    <a:pt x="2968" y="1587"/>
                  </a:cubicBezTo>
                  <a:cubicBezTo>
                    <a:pt x="2968" y="1582"/>
                    <a:pt x="2967" y="1578"/>
                    <a:pt x="2966" y="1574"/>
                  </a:cubicBezTo>
                  <a:cubicBezTo>
                    <a:pt x="2963" y="1564"/>
                    <a:pt x="2960" y="1554"/>
                    <a:pt x="2959" y="1544"/>
                  </a:cubicBezTo>
                  <a:cubicBezTo>
                    <a:pt x="2959" y="1539"/>
                    <a:pt x="2958" y="1534"/>
                    <a:pt x="2957" y="1529"/>
                  </a:cubicBezTo>
                  <a:cubicBezTo>
                    <a:pt x="2957" y="1529"/>
                    <a:pt x="2957" y="1528"/>
                    <a:pt x="2956" y="1527"/>
                  </a:cubicBezTo>
                  <a:cubicBezTo>
                    <a:pt x="2956" y="1527"/>
                    <a:pt x="2955" y="1527"/>
                    <a:pt x="2954" y="1526"/>
                  </a:cubicBezTo>
                  <a:cubicBezTo>
                    <a:pt x="2953" y="1525"/>
                    <a:pt x="2953" y="1525"/>
                    <a:pt x="2952" y="1525"/>
                  </a:cubicBezTo>
                  <a:lnTo>
                    <a:pt x="2951" y="1525"/>
                  </a:lnTo>
                  <a:cubicBezTo>
                    <a:pt x="2951" y="1505"/>
                    <a:pt x="2929" y="1489"/>
                    <a:pt x="2898" y="1478"/>
                  </a:cubicBezTo>
                  <a:cubicBezTo>
                    <a:pt x="2829" y="1454"/>
                    <a:pt x="2764" y="1429"/>
                    <a:pt x="2690" y="1427"/>
                  </a:cubicBezTo>
                  <a:cubicBezTo>
                    <a:pt x="2615" y="1425"/>
                    <a:pt x="2552" y="1403"/>
                    <a:pt x="2479" y="1413"/>
                  </a:cubicBezTo>
                  <a:lnTo>
                    <a:pt x="2420" y="1404"/>
                  </a:lnTo>
                  <a:cubicBezTo>
                    <a:pt x="2356" y="1394"/>
                    <a:pt x="2292" y="1387"/>
                    <a:pt x="2227" y="1384"/>
                  </a:cubicBezTo>
                  <a:cubicBezTo>
                    <a:pt x="2226" y="1383"/>
                    <a:pt x="2225" y="1382"/>
                    <a:pt x="2224" y="1381"/>
                  </a:cubicBezTo>
                  <a:cubicBezTo>
                    <a:pt x="2222" y="1380"/>
                    <a:pt x="2219" y="1379"/>
                    <a:pt x="2217" y="1379"/>
                  </a:cubicBezTo>
                  <a:cubicBezTo>
                    <a:pt x="2214" y="1379"/>
                    <a:pt x="2213" y="1380"/>
                    <a:pt x="2211" y="1381"/>
                  </a:cubicBezTo>
                  <a:cubicBezTo>
                    <a:pt x="2210" y="1381"/>
                    <a:pt x="2209" y="1382"/>
                    <a:pt x="2208" y="1383"/>
                  </a:cubicBezTo>
                  <a:cubicBezTo>
                    <a:pt x="2188" y="1382"/>
                    <a:pt x="2169" y="1381"/>
                    <a:pt x="2150" y="1380"/>
                  </a:cubicBezTo>
                  <a:cubicBezTo>
                    <a:pt x="2149" y="1380"/>
                    <a:pt x="2149" y="1379"/>
                    <a:pt x="2148" y="1379"/>
                  </a:cubicBezTo>
                  <a:cubicBezTo>
                    <a:pt x="2147" y="1378"/>
                    <a:pt x="2145" y="1378"/>
                    <a:pt x="2143" y="1378"/>
                  </a:cubicBezTo>
                  <a:cubicBezTo>
                    <a:pt x="2142" y="1378"/>
                    <a:pt x="2141" y="1378"/>
                    <a:pt x="2139" y="1379"/>
                  </a:cubicBezTo>
                  <a:cubicBezTo>
                    <a:pt x="2138" y="1379"/>
                    <a:pt x="2137" y="1380"/>
                    <a:pt x="2137" y="1380"/>
                  </a:cubicBezTo>
                  <a:cubicBezTo>
                    <a:pt x="2118" y="1380"/>
                    <a:pt x="2100" y="1379"/>
                    <a:pt x="2081" y="1379"/>
                  </a:cubicBezTo>
                  <a:cubicBezTo>
                    <a:pt x="2016" y="1379"/>
                    <a:pt x="1949" y="1375"/>
                    <a:pt x="1885" y="1376"/>
                  </a:cubicBezTo>
                  <a:cubicBezTo>
                    <a:pt x="1850" y="1376"/>
                    <a:pt x="1814" y="1376"/>
                    <a:pt x="1779" y="1375"/>
                  </a:cubicBezTo>
                  <a:cubicBezTo>
                    <a:pt x="1744" y="1374"/>
                    <a:pt x="1697" y="1385"/>
                    <a:pt x="1661" y="1376"/>
                  </a:cubicBezTo>
                  <a:cubicBezTo>
                    <a:pt x="1661" y="1376"/>
                    <a:pt x="1660" y="1376"/>
                    <a:pt x="1659" y="1376"/>
                  </a:cubicBezTo>
                  <a:cubicBezTo>
                    <a:pt x="1657" y="1376"/>
                    <a:pt x="1655" y="1376"/>
                    <a:pt x="1654" y="1377"/>
                  </a:cubicBezTo>
                  <a:cubicBezTo>
                    <a:pt x="1653" y="1377"/>
                    <a:pt x="1653" y="1378"/>
                    <a:pt x="1652" y="1378"/>
                  </a:cubicBezTo>
                  <a:cubicBezTo>
                    <a:pt x="1523" y="1371"/>
                    <a:pt x="1390" y="1378"/>
                    <a:pt x="1261" y="1378"/>
                  </a:cubicBezTo>
                  <a:cubicBezTo>
                    <a:pt x="1187" y="1378"/>
                    <a:pt x="1114" y="1378"/>
                    <a:pt x="1040" y="1378"/>
                  </a:cubicBezTo>
                  <a:cubicBezTo>
                    <a:pt x="978" y="1378"/>
                    <a:pt x="910" y="1370"/>
                    <a:pt x="849" y="1381"/>
                  </a:cubicBezTo>
                  <a:cubicBezTo>
                    <a:pt x="734" y="1400"/>
                    <a:pt x="613" y="1381"/>
                    <a:pt x="497" y="1407"/>
                  </a:cubicBezTo>
                  <a:lnTo>
                    <a:pt x="468" y="1413"/>
                  </a:lnTo>
                  <a:lnTo>
                    <a:pt x="467" y="1412"/>
                  </a:lnTo>
                  <a:cubicBezTo>
                    <a:pt x="465" y="1411"/>
                    <a:pt x="464" y="1411"/>
                    <a:pt x="462" y="1411"/>
                  </a:cubicBezTo>
                  <a:cubicBezTo>
                    <a:pt x="460" y="1411"/>
                    <a:pt x="458" y="1411"/>
                    <a:pt x="457" y="1412"/>
                  </a:cubicBezTo>
                  <a:cubicBezTo>
                    <a:pt x="455" y="1413"/>
                    <a:pt x="455" y="1414"/>
                    <a:pt x="454" y="1415"/>
                  </a:cubicBezTo>
                  <a:cubicBezTo>
                    <a:pt x="454" y="1416"/>
                    <a:pt x="454" y="1416"/>
                    <a:pt x="453" y="1416"/>
                  </a:cubicBezTo>
                  <a:cubicBezTo>
                    <a:pt x="418" y="1423"/>
                    <a:pt x="383" y="1428"/>
                    <a:pt x="347" y="1436"/>
                  </a:cubicBezTo>
                  <a:cubicBezTo>
                    <a:pt x="320" y="1441"/>
                    <a:pt x="294" y="1451"/>
                    <a:pt x="267" y="1458"/>
                  </a:cubicBezTo>
                  <a:cubicBezTo>
                    <a:pt x="261" y="1459"/>
                    <a:pt x="194" y="1484"/>
                    <a:pt x="196" y="1495"/>
                  </a:cubicBezTo>
                  <a:cubicBezTo>
                    <a:pt x="196" y="1491"/>
                    <a:pt x="191" y="1492"/>
                    <a:pt x="189" y="1495"/>
                  </a:cubicBezTo>
                  <a:cubicBezTo>
                    <a:pt x="185" y="1495"/>
                    <a:pt x="181" y="1496"/>
                    <a:pt x="177" y="1499"/>
                  </a:cubicBezTo>
                  <a:cubicBezTo>
                    <a:pt x="173" y="1501"/>
                    <a:pt x="169" y="1505"/>
                    <a:pt x="166" y="1510"/>
                  </a:cubicBezTo>
                  <a:cubicBezTo>
                    <a:pt x="166" y="1510"/>
                    <a:pt x="166" y="1511"/>
                    <a:pt x="165" y="1511"/>
                  </a:cubicBezTo>
                  <a:cubicBezTo>
                    <a:pt x="167" y="1476"/>
                    <a:pt x="170" y="1441"/>
                    <a:pt x="176" y="1406"/>
                  </a:cubicBezTo>
                  <a:moveTo>
                    <a:pt x="2873" y="1543"/>
                  </a:moveTo>
                  <a:lnTo>
                    <a:pt x="2874" y="1543"/>
                  </a:lnTo>
                  <a:cubicBezTo>
                    <a:pt x="2880" y="1547"/>
                    <a:pt x="2886" y="1549"/>
                    <a:pt x="2892" y="1551"/>
                  </a:cubicBezTo>
                  <a:cubicBezTo>
                    <a:pt x="2897" y="1551"/>
                    <a:pt x="2901" y="1552"/>
                    <a:pt x="2905" y="1554"/>
                  </a:cubicBezTo>
                  <a:cubicBezTo>
                    <a:pt x="2878" y="1566"/>
                    <a:pt x="2850" y="1575"/>
                    <a:pt x="2821" y="1582"/>
                  </a:cubicBezTo>
                  <a:lnTo>
                    <a:pt x="2797" y="1588"/>
                  </a:lnTo>
                  <a:cubicBezTo>
                    <a:pt x="2795" y="1585"/>
                    <a:pt x="2792" y="1582"/>
                    <a:pt x="2789" y="1580"/>
                  </a:cubicBezTo>
                  <a:cubicBezTo>
                    <a:pt x="2775" y="1572"/>
                    <a:pt x="2760" y="1567"/>
                    <a:pt x="2744" y="1564"/>
                  </a:cubicBezTo>
                  <a:cubicBezTo>
                    <a:pt x="2737" y="1562"/>
                    <a:pt x="2731" y="1559"/>
                    <a:pt x="2724" y="1558"/>
                  </a:cubicBezTo>
                  <a:cubicBezTo>
                    <a:pt x="2724" y="1557"/>
                    <a:pt x="2724" y="1557"/>
                    <a:pt x="2725" y="1557"/>
                  </a:cubicBezTo>
                  <a:cubicBezTo>
                    <a:pt x="2735" y="1551"/>
                    <a:pt x="2743" y="1543"/>
                    <a:pt x="2749" y="1533"/>
                  </a:cubicBezTo>
                  <a:cubicBezTo>
                    <a:pt x="2752" y="1527"/>
                    <a:pt x="2755" y="1521"/>
                    <a:pt x="2756" y="1515"/>
                  </a:cubicBezTo>
                  <a:cubicBezTo>
                    <a:pt x="2761" y="1517"/>
                    <a:pt x="2765" y="1521"/>
                    <a:pt x="2770" y="1524"/>
                  </a:cubicBezTo>
                  <a:cubicBezTo>
                    <a:pt x="2776" y="1526"/>
                    <a:pt x="2783" y="1527"/>
                    <a:pt x="2789" y="1528"/>
                  </a:cubicBezTo>
                  <a:cubicBezTo>
                    <a:pt x="2799" y="1530"/>
                    <a:pt x="2809" y="1532"/>
                    <a:pt x="2818" y="1535"/>
                  </a:cubicBezTo>
                  <a:cubicBezTo>
                    <a:pt x="2819" y="1536"/>
                    <a:pt x="2821" y="1536"/>
                    <a:pt x="2822" y="1536"/>
                  </a:cubicBezTo>
                  <a:cubicBezTo>
                    <a:pt x="2824" y="1536"/>
                    <a:pt x="2825" y="1536"/>
                    <a:pt x="2827" y="1535"/>
                  </a:cubicBezTo>
                  <a:cubicBezTo>
                    <a:pt x="2828" y="1534"/>
                    <a:pt x="2830" y="1533"/>
                    <a:pt x="2831" y="1531"/>
                  </a:cubicBezTo>
                  <a:cubicBezTo>
                    <a:pt x="2832" y="1529"/>
                    <a:pt x="2832" y="1528"/>
                    <a:pt x="2832" y="1526"/>
                  </a:cubicBezTo>
                  <a:cubicBezTo>
                    <a:pt x="2832" y="1525"/>
                    <a:pt x="2832" y="1524"/>
                    <a:pt x="2832" y="1523"/>
                  </a:cubicBezTo>
                  <a:lnTo>
                    <a:pt x="2832" y="1524"/>
                  </a:lnTo>
                  <a:cubicBezTo>
                    <a:pt x="2832" y="1522"/>
                    <a:pt x="2831" y="1521"/>
                    <a:pt x="2831" y="1520"/>
                  </a:cubicBezTo>
                  <a:cubicBezTo>
                    <a:pt x="2830" y="1519"/>
                    <a:pt x="2830" y="1519"/>
                    <a:pt x="2830" y="1519"/>
                  </a:cubicBezTo>
                  <a:cubicBezTo>
                    <a:pt x="2829" y="1518"/>
                    <a:pt x="2828" y="1517"/>
                    <a:pt x="2827" y="1516"/>
                  </a:cubicBezTo>
                  <a:cubicBezTo>
                    <a:pt x="2826" y="1515"/>
                    <a:pt x="2826" y="1515"/>
                    <a:pt x="2825" y="1515"/>
                  </a:cubicBezTo>
                  <a:cubicBezTo>
                    <a:pt x="2820" y="1513"/>
                    <a:pt x="2814" y="1511"/>
                    <a:pt x="2807" y="1511"/>
                  </a:cubicBezTo>
                  <a:cubicBezTo>
                    <a:pt x="2796" y="1509"/>
                    <a:pt x="2786" y="1506"/>
                    <a:pt x="2776" y="1505"/>
                  </a:cubicBezTo>
                  <a:cubicBezTo>
                    <a:pt x="2774" y="1505"/>
                    <a:pt x="2772" y="1505"/>
                    <a:pt x="2770" y="1505"/>
                  </a:cubicBezTo>
                  <a:cubicBezTo>
                    <a:pt x="2765" y="1505"/>
                    <a:pt x="2761" y="1506"/>
                    <a:pt x="2756" y="1507"/>
                  </a:cubicBezTo>
                  <a:cubicBezTo>
                    <a:pt x="2756" y="1499"/>
                    <a:pt x="2754" y="1492"/>
                    <a:pt x="2751" y="1485"/>
                  </a:cubicBezTo>
                  <a:cubicBezTo>
                    <a:pt x="2744" y="1465"/>
                    <a:pt x="2710" y="1456"/>
                    <a:pt x="2677" y="1450"/>
                  </a:cubicBezTo>
                  <a:lnTo>
                    <a:pt x="2676" y="1450"/>
                  </a:lnTo>
                  <a:cubicBezTo>
                    <a:pt x="2675" y="1450"/>
                    <a:pt x="2675" y="1450"/>
                    <a:pt x="2674" y="1450"/>
                  </a:cubicBezTo>
                  <a:cubicBezTo>
                    <a:pt x="2650" y="1446"/>
                    <a:pt x="2626" y="1444"/>
                    <a:pt x="2614" y="1441"/>
                  </a:cubicBezTo>
                  <a:cubicBezTo>
                    <a:pt x="2602" y="1437"/>
                    <a:pt x="2594" y="1436"/>
                    <a:pt x="2584" y="1434"/>
                  </a:cubicBezTo>
                  <a:cubicBezTo>
                    <a:pt x="2598" y="1434"/>
                    <a:pt x="2612" y="1435"/>
                    <a:pt x="2626" y="1437"/>
                  </a:cubicBezTo>
                  <a:cubicBezTo>
                    <a:pt x="2653" y="1444"/>
                    <a:pt x="2681" y="1448"/>
                    <a:pt x="2708" y="1449"/>
                  </a:cubicBezTo>
                  <a:cubicBezTo>
                    <a:pt x="2754" y="1449"/>
                    <a:pt x="2793" y="1467"/>
                    <a:pt x="2836" y="1478"/>
                  </a:cubicBezTo>
                  <a:cubicBezTo>
                    <a:pt x="2858" y="1483"/>
                    <a:pt x="2925" y="1502"/>
                    <a:pt x="2932" y="1526"/>
                  </a:cubicBezTo>
                  <a:cubicBezTo>
                    <a:pt x="2934" y="1532"/>
                    <a:pt x="2930" y="1538"/>
                    <a:pt x="2922" y="1544"/>
                  </a:cubicBezTo>
                  <a:cubicBezTo>
                    <a:pt x="2915" y="1531"/>
                    <a:pt x="2883" y="1533"/>
                    <a:pt x="2873" y="1536"/>
                  </a:cubicBezTo>
                  <a:cubicBezTo>
                    <a:pt x="2872" y="1536"/>
                    <a:pt x="2872" y="1536"/>
                    <a:pt x="2871" y="1537"/>
                  </a:cubicBezTo>
                  <a:cubicBezTo>
                    <a:pt x="2870" y="1538"/>
                    <a:pt x="2871" y="1538"/>
                    <a:pt x="2871" y="1539"/>
                  </a:cubicBezTo>
                  <a:cubicBezTo>
                    <a:pt x="2871" y="1540"/>
                    <a:pt x="2870" y="1540"/>
                    <a:pt x="2871" y="1541"/>
                  </a:cubicBezTo>
                  <a:cubicBezTo>
                    <a:pt x="2872" y="1542"/>
                    <a:pt x="2872" y="1542"/>
                    <a:pt x="2873" y="1542"/>
                  </a:cubicBezTo>
                  <a:lnTo>
                    <a:pt x="2873" y="1543"/>
                  </a:lnTo>
                  <a:moveTo>
                    <a:pt x="2806" y="1607"/>
                  </a:moveTo>
                  <a:cubicBezTo>
                    <a:pt x="2829" y="1600"/>
                    <a:pt x="2852" y="1593"/>
                    <a:pt x="2875" y="1587"/>
                  </a:cubicBezTo>
                  <a:cubicBezTo>
                    <a:pt x="2883" y="1585"/>
                    <a:pt x="2891" y="1582"/>
                    <a:pt x="2899" y="1579"/>
                  </a:cubicBezTo>
                  <a:cubicBezTo>
                    <a:pt x="2899" y="1584"/>
                    <a:pt x="2899" y="1589"/>
                    <a:pt x="2898" y="1594"/>
                  </a:cubicBezTo>
                  <a:cubicBezTo>
                    <a:pt x="2896" y="1610"/>
                    <a:pt x="2893" y="1625"/>
                    <a:pt x="2892" y="1641"/>
                  </a:cubicBezTo>
                  <a:lnTo>
                    <a:pt x="2876" y="1649"/>
                  </a:lnTo>
                  <a:cubicBezTo>
                    <a:pt x="2855" y="1659"/>
                    <a:pt x="2833" y="1668"/>
                    <a:pt x="2810" y="1675"/>
                  </a:cubicBezTo>
                  <a:cubicBezTo>
                    <a:pt x="2804" y="1655"/>
                    <a:pt x="2810" y="1628"/>
                    <a:pt x="2806" y="1606"/>
                  </a:cubicBezTo>
                  <a:lnTo>
                    <a:pt x="2806" y="1607"/>
                  </a:lnTo>
                  <a:moveTo>
                    <a:pt x="2758" y="1690"/>
                  </a:moveTo>
                  <a:cubicBezTo>
                    <a:pt x="2758" y="1687"/>
                    <a:pt x="2756" y="1684"/>
                    <a:pt x="2755" y="1680"/>
                  </a:cubicBezTo>
                  <a:cubicBezTo>
                    <a:pt x="2754" y="1676"/>
                    <a:pt x="2752" y="1671"/>
                    <a:pt x="2749" y="1667"/>
                  </a:cubicBezTo>
                  <a:lnTo>
                    <a:pt x="2749" y="1666"/>
                  </a:lnTo>
                  <a:cubicBezTo>
                    <a:pt x="2749" y="1666"/>
                    <a:pt x="2748" y="1665"/>
                    <a:pt x="2747" y="1665"/>
                  </a:cubicBezTo>
                  <a:cubicBezTo>
                    <a:pt x="2747" y="1665"/>
                    <a:pt x="2746" y="1664"/>
                    <a:pt x="2745" y="1664"/>
                  </a:cubicBezTo>
                  <a:cubicBezTo>
                    <a:pt x="2745" y="1664"/>
                    <a:pt x="2744" y="1665"/>
                    <a:pt x="2743" y="1665"/>
                  </a:cubicBezTo>
                  <a:cubicBezTo>
                    <a:pt x="2742" y="1665"/>
                    <a:pt x="2742" y="1666"/>
                    <a:pt x="2742" y="1666"/>
                  </a:cubicBezTo>
                  <a:cubicBezTo>
                    <a:pt x="2741" y="1667"/>
                    <a:pt x="2741" y="1667"/>
                    <a:pt x="2741" y="1667"/>
                  </a:cubicBezTo>
                  <a:cubicBezTo>
                    <a:pt x="2741" y="1668"/>
                    <a:pt x="2740" y="1669"/>
                    <a:pt x="2740" y="1670"/>
                  </a:cubicBezTo>
                  <a:cubicBezTo>
                    <a:pt x="2737" y="1674"/>
                    <a:pt x="2736" y="1678"/>
                    <a:pt x="2736" y="1683"/>
                  </a:cubicBezTo>
                  <a:cubicBezTo>
                    <a:pt x="2736" y="1687"/>
                    <a:pt x="2736" y="1692"/>
                    <a:pt x="2738" y="1696"/>
                  </a:cubicBezTo>
                  <a:lnTo>
                    <a:pt x="2724" y="1700"/>
                  </a:lnTo>
                  <a:cubicBezTo>
                    <a:pt x="2725" y="1699"/>
                    <a:pt x="2725" y="1697"/>
                    <a:pt x="2725" y="1696"/>
                  </a:cubicBezTo>
                  <a:cubicBezTo>
                    <a:pt x="2725" y="1695"/>
                    <a:pt x="2725" y="1694"/>
                    <a:pt x="2725" y="1693"/>
                  </a:cubicBezTo>
                  <a:cubicBezTo>
                    <a:pt x="2725" y="1688"/>
                    <a:pt x="2725" y="1683"/>
                    <a:pt x="2724" y="1678"/>
                  </a:cubicBezTo>
                  <a:cubicBezTo>
                    <a:pt x="2722" y="1673"/>
                    <a:pt x="2720" y="1667"/>
                    <a:pt x="2718" y="1662"/>
                  </a:cubicBezTo>
                  <a:cubicBezTo>
                    <a:pt x="2718" y="1662"/>
                    <a:pt x="2717" y="1662"/>
                    <a:pt x="2716" y="1661"/>
                  </a:cubicBezTo>
                  <a:cubicBezTo>
                    <a:pt x="2715" y="1660"/>
                    <a:pt x="2715" y="1660"/>
                    <a:pt x="2714" y="1660"/>
                  </a:cubicBezTo>
                  <a:cubicBezTo>
                    <a:pt x="2714" y="1660"/>
                    <a:pt x="2713" y="1660"/>
                    <a:pt x="2712" y="1661"/>
                  </a:cubicBezTo>
                  <a:lnTo>
                    <a:pt x="2711" y="1662"/>
                  </a:lnTo>
                  <a:cubicBezTo>
                    <a:pt x="2708" y="1667"/>
                    <a:pt x="2707" y="1673"/>
                    <a:pt x="2705" y="1678"/>
                  </a:cubicBezTo>
                  <a:cubicBezTo>
                    <a:pt x="2704" y="1683"/>
                    <a:pt x="2704" y="1689"/>
                    <a:pt x="2704" y="1694"/>
                  </a:cubicBezTo>
                  <a:cubicBezTo>
                    <a:pt x="2704" y="1695"/>
                    <a:pt x="2704" y="1696"/>
                    <a:pt x="2704" y="1697"/>
                  </a:cubicBezTo>
                  <a:cubicBezTo>
                    <a:pt x="2704" y="1698"/>
                    <a:pt x="2704" y="1699"/>
                    <a:pt x="2705" y="1701"/>
                  </a:cubicBezTo>
                  <a:cubicBezTo>
                    <a:pt x="2706" y="1702"/>
                    <a:pt x="2707" y="1703"/>
                    <a:pt x="2708" y="1704"/>
                  </a:cubicBezTo>
                  <a:cubicBezTo>
                    <a:pt x="2666" y="1714"/>
                    <a:pt x="2624" y="1724"/>
                    <a:pt x="2581" y="1733"/>
                  </a:cubicBezTo>
                  <a:cubicBezTo>
                    <a:pt x="2581" y="1729"/>
                    <a:pt x="2580" y="1725"/>
                    <a:pt x="2579" y="1722"/>
                  </a:cubicBezTo>
                  <a:cubicBezTo>
                    <a:pt x="2577" y="1718"/>
                    <a:pt x="2576" y="1714"/>
                    <a:pt x="2575" y="1710"/>
                  </a:cubicBezTo>
                  <a:cubicBezTo>
                    <a:pt x="2575" y="1706"/>
                    <a:pt x="2569" y="1705"/>
                    <a:pt x="2568" y="1710"/>
                  </a:cubicBezTo>
                  <a:cubicBezTo>
                    <a:pt x="2567" y="1714"/>
                    <a:pt x="2566" y="1718"/>
                    <a:pt x="2564" y="1722"/>
                  </a:cubicBezTo>
                  <a:cubicBezTo>
                    <a:pt x="2563" y="1726"/>
                    <a:pt x="2562" y="1731"/>
                    <a:pt x="2562" y="1735"/>
                  </a:cubicBezTo>
                  <a:cubicBezTo>
                    <a:pt x="2562" y="1736"/>
                    <a:pt x="2562" y="1736"/>
                    <a:pt x="2562" y="1736"/>
                  </a:cubicBezTo>
                  <a:lnTo>
                    <a:pt x="2562" y="1737"/>
                  </a:lnTo>
                  <a:cubicBezTo>
                    <a:pt x="2543" y="1741"/>
                    <a:pt x="2524" y="1744"/>
                    <a:pt x="2505" y="1748"/>
                  </a:cubicBezTo>
                  <a:cubicBezTo>
                    <a:pt x="2505" y="1747"/>
                    <a:pt x="2505" y="1746"/>
                    <a:pt x="2505" y="1746"/>
                  </a:cubicBezTo>
                  <a:cubicBezTo>
                    <a:pt x="2505" y="1745"/>
                    <a:pt x="2505" y="1745"/>
                    <a:pt x="2505" y="1744"/>
                  </a:cubicBezTo>
                  <a:cubicBezTo>
                    <a:pt x="2505" y="1743"/>
                    <a:pt x="2505" y="1742"/>
                    <a:pt x="2505" y="1741"/>
                  </a:cubicBezTo>
                  <a:cubicBezTo>
                    <a:pt x="2505" y="1736"/>
                    <a:pt x="2505" y="1730"/>
                    <a:pt x="2503" y="1725"/>
                  </a:cubicBezTo>
                  <a:cubicBezTo>
                    <a:pt x="2501" y="1718"/>
                    <a:pt x="2499" y="1712"/>
                    <a:pt x="2498" y="1705"/>
                  </a:cubicBezTo>
                  <a:cubicBezTo>
                    <a:pt x="2498" y="1701"/>
                    <a:pt x="2492" y="1702"/>
                    <a:pt x="2492" y="1705"/>
                  </a:cubicBezTo>
                  <a:cubicBezTo>
                    <a:pt x="2491" y="1711"/>
                    <a:pt x="2489" y="1716"/>
                    <a:pt x="2487" y="1721"/>
                  </a:cubicBezTo>
                  <a:cubicBezTo>
                    <a:pt x="2486" y="1728"/>
                    <a:pt x="2485" y="1736"/>
                    <a:pt x="2485" y="1743"/>
                  </a:cubicBezTo>
                  <a:lnTo>
                    <a:pt x="2485" y="1744"/>
                  </a:lnTo>
                  <a:cubicBezTo>
                    <a:pt x="2485" y="1745"/>
                    <a:pt x="2485" y="1747"/>
                    <a:pt x="2486" y="1748"/>
                  </a:cubicBezTo>
                  <a:cubicBezTo>
                    <a:pt x="2486" y="1749"/>
                    <a:pt x="2486" y="1749"/>
                    <a:pt x="2486" y="1749"/>
                  </a:cubicBezTo>
                  <a:cubicBezTo>
                    <a:pt x="2424" y="1759"/>
                    <a:pt x="2360" y="1766"/>
                    <a:pt x="2296" y="1772"/>
                  </a:cubicBezTo>
                  <a:cubicBezTo>
                    <a:pt x="2297" y="1770"/>
                    <a:pt x="2297" y="1768"/>
                    <a:pt x="2297" y="1767"/>
                  </a:cubicBezTo>
                  <a:cubicBezTo>
                    <a:pt x="2297" y="1762"/>
                    <a:pt x="2296" y="1757"/>
                    <a:pt x="2295" y="1752"/>
                  </a:cubicBezTo>
                  <a:cubicBezTo>
                    <a:pt x="2293" y="1744"/>
                    <a:pt x="2292" y="1735"/>
                    <a:pt x="2292" y="1727"/>
                  </a:cubicBezTo>
                  <a:cubicBezTo>
                    <a:pt x="2292" y="1724"/>
                    <a:pt x="2292" y="1722"/>
                    <a:pt x="2292" y="1720"/>
                  </a:cubicBezTo>
                  <a:cubicBezTo>
                    <a:pt x="2293" y="1716"/>
                    <a:pt x="2293" y="1713"/>
                    <a:pt x="2293" y="1709"/>
                  </a:cubicBezTo>
                  <a:cubicBezTo>
                    <a:pt x="2293" y="1705"/>
                    <a:pt x="2293" y="1702"/>
                    <a:pt x="2292" y="1698"/>
                  </a:cubicBezTo>
                  <a:cubicBezTo>
                    <a:pt x="2309" y="1698"/>
                    <a:pt x="2325" y="1698"/>
                    <a:pt x="2341" y="1696"/>
                  </a:cubicBezTo>
                  <a:cubicBezTo>
                    <a:pt x="2388" y="1692"/>
                    <a:pt x="2434" y="1684"/>
                    <a:pt x="2479" y="1672"/>
                  </a:cubicBezTo>
                  <a:cubicBezTo>
                    <a:pt x="2566" y="1652"/>
                    <a:pt x="2653" y="1637"/>
                    <a:pt x="2740" y="1622"/>
                  </a:cubicBezTo>
                  <a:cubicBezTo>
                    <a:pt x="2757" y="1619"/>
                    <a:pt x="2773" y="1615"/>
                    <a:pt x="2789" y="1611"/>
                  </a:cubicBezTo>
                  <a:cubicBezTo>
                    <a:pt x="2789" y="1612"/>
                    <a:pt x="2789" y="1614"/>
                    <a:pt x="2789" y="1615"/>
                  </a:cubicBezTo>
                  <a:cubicBezTo>
                    <a:pt x="2789" y="1623"/>
                    <a:pt x="2789" y="1630"/>
                    <a:pt x="2788" y="1637"/>
                  </a:cubicBezTo>
                  <a:cubicBezTo>
                    <a:pt x="2788" y="1639"/>
                    <a:pt x="2788" y="1642"/>
                    <a:pt x="2788" y="1644"/>
                  </a:cubicBezTo>
                  <a:cubicBezTo>
                    <a:pt x="2788" y="1656"/>
                    <a:pt x="2790" y="1669"/>
                    <a:pt x="2793" y="1681"/>
                  </a:cubicBezTo>
                  <a:lnTo>
                    <a:pt x="2781" y="1685"/>
                  </a:lnTo>
                  <a:lnTo>
                    <a:pt x="2779" y="1685"/>
                  </a:lnTo>
                  <a:cubicBezTo>
                    <a:pt x="2778" y="1678"/>
                    <a:pt x="2778" y="1672"/>
                    <a:pt x="2778" y="1665"/>
                  </a:cubicBezTo>
                  <a:cubicBezTo>
                    <a:pt x="2778" y="1664"/>
                    <a:pt x="2778" y="1664"/>
                    <a:pt x="2778" y="1663"/>
                  </a:cubicBezTo>
                  <a:cubicBezTo>
                    <a:pt x="2777" y="1654"/>
                    <a:pt x="2775" y="1645"/>
                    <a:pt x="2770" y="1637"/>
                  </a:cubicBezTo>
                  <a:lnTo>
                    <a:pt x="2769" y="1636"/>
                  </a:lnTo>
                  <a:cubicBezTo>
                    <a:pt x="2769" y="1635"/>
                    <a:pt x="2769" y="1635"/>
                    <a:pt x="2768" y="1634"/>
                  </a:cubicBezTo>
                  <a:cubicBezTo>
                    <a:pt x="2767" y="1633"/>
                    <a:pt x="2766" y="1634"/>
                    <a:pt x="2766" y="1634"/>
                  </a:cubicBezTo>
                  <a:cubicBezTo>
                    <a:pt x="2765" y="1634"/>
                    <a:pt x="2765" y="1633"/>
                    <a:pt x="2764" y="1634"/>
                  </a:cubicBezTo>
                  <a:cubicBezTo>
                    <a:pt x="2763" y="1634"/>
                    <a:pt x="2764" y="1635"/>
                    <a:pt x="2763" y="1636"/>
                  </a:cubicBezTo>
                  <a:cubicBezTo>
                    <a:pt x="2762" y="1637"/>
                    <a:pt x="2762" y="1637"/>
                    <a:pt x="2762" y="1637"/>
                  </a:cubicBezTo>
                  <a:cubicBezTo>
                    <a:pt x="2759" y="1651"/>
                    <a:pt x="2758" y="1664"/>
                    <a:pt x="2758" y="1678"/>
                  </a:cubicBezTo>
                  <a:cubicBezTo>
                    <a:pt x="2758" y="1682"/>
                    <a:pt x="2758" y="1686"/>
                    <a:pt x="2759" y="1690"/>
                  </a:cubicBezTo>
                  <a:lnTo>
                    <a:pt x="2758" y="1690"/>
                  </a:lnTo>
                  <a:moveTo>
                    <a:pt x="2266" y="1775"/>
                  </a:moveTo>
                  <a:lnTo>
                    <a:pt x="2236" y="1778"/>
                  </a:lnTo>
                  <a:cubicBezTo>
                    <a:pt x="2192" y="1782"/>
                    <a:pt x="2148" y="1783"/>
                    <a:pt x="2105" y="1787"/>
                  </a:cubicBezTo>
                  <a:cubicBezTo>
                    <a:pt x="2105" y="1782"/>
                    <a:pt x="2102" y="1776"/>
                    <a:pt x="2102" y="1772"/>
                  </a:cubicBezTo>
                  <a:cubicBezTo>
                    <a:pt x="2101" y="1767"/>
                    <a:pt x="2096" y="1759"/>
                    <a:pt x="2099" y="1756"/>
                  </a:cubicBezTo>
                  <a:cubicBezTo>
                    <a:pt x="2101" y="1752"/>
                    <a:pt x="2097" y="1749"/>
                    <a:pt x="2094" y="1751"/>
                  </a:cubicBezTo>
                  <a:cubicBezTo>
                    <a:pt x="2082" y="1758"/>
                    <a:pt x="2083" y="1776"/>
                    <a:pt x="2082" y="1789"/>
                  </a:cubicBezTo>
                  <a:lnTo>
                    <a:pt x="2069" y="1790"/>
                  </a:lnTo>
                  <a:cubicBezTo>
                    <a:pt x="2069" y="1789"/>
                    <a:pt x="2069" y="1789"/>
                    <a:pt x="2069" y="1789"/>
                  </a:cubicBezTo>
                  <a:cubicBezTo>
                    <a:pt x="2069" y="1788"/>
                    <a:pt x="2069" y="1788"/>
                    <a:pt x="2069" y="1787"/>
                  </a:cubicBezTo>
                  <a:cubicBezTo>
                    <a:pt x="2067" y="1782"/>
                    <a:pt x="2066" y="1777"/>
                    <a:pt x="2065" y="1771"/>
                  </a:cubicBezTo>
                  <a:cubicBezTo>
                    <a:pt x="2065" y="1768"/>
                    <a:pt x="2066" y="1766"/>
                    <a:pt x="2066" y="1763"/>
                  </a:cubicBezTo>
                  <a:cubicBezTo>
                    <a:pt x="2066" y="1760"/>
                    <a:pt x="2065" y="1758"/>
                    <a:pt x="2065" y="1755"/>
                  </a:cubicBezTo>
                  <a:cubicBezTo>
                    <a:pt x="2065" y="1751"/>
                    <a:pt x="2065" y="1744"/>
                    <a:pt x="2062" y="1741"/>
                  </a:cubicBezTo>
                  <a:lnTo>
                    <a:pt x="2061" y="1741"/>
                  </a:lnTo>
                  <a:cubicBezTo>
                    <a:pt x="2060" y="1740"/>
                    <a:pt x="2059" y="1740"/>
                    <a:pt x="2058" y="1740"/>
                  </a:cubicBezTo>
                  <a:cubicBezTo>
                    <a:pt x="2057" y="1740"/>
                    <a:pt x="2056" y="1740"/>
                    <a:pt x="2055" y="1741"/>
                  </a:cubicBezTo>
                  <a:cubicBezTo>
                    <a:pt x="2054" y="1741"/>
                    <a:pt x="2052" y="1742"/>
                    <a:pt x="2052" y="1743"/>
                  </a:cubicBezTo>
                  <a:cubicBezTo>
                    <a:pt x="2051" y="1744"/>
                    <a:pt x="2051" y="1745"/>
                    <a:pt x="2051" y="1746"/>
                  </a:cubicBezTo>
                  <a:cubicBezTo>
                    <a:pt x="2051" y="1751"/>
                    <a:pt x="2049" y="1756"/>
                    <a:pt x="2049" y="1760"/>
                  </a:cubicBezTo>
                  <a:cubicBezTo>
                    <a:pt x="2048" y="1763"/>
                    <a:pt x="2048" y="1765"/>
                    <a:pt x="2048" y="1768"/>
                  </a:cubicBezTo>
                  <a:cubicBezTo>
                    <a:pt x="2048" y="1770"/>
                    <a:pt x="2048" y="1774"/>
                    <a:pt x="2049" y="1776"/>
                  </a:cubicBezTo>
                  <a:cubicBezTo>
                    <a:pt x="2049" y="1781"/>
                    <a:pt x="2050" y="1786"/>
                    <a:pt x="2052" y="1791"/>
                  </a:cubicBezTo>
                  <a:lnTo>
                    <a:pt x="2043" y="1791"/>
                  </a:lnTo>
                  <a:cubicBezTo>
                    <a:pt x="2043" y="1787"/>
                    <a:pt x="2043" y="1783"/>
                    <a:pt x="2043" y="1780"/>
                  </a:cubicBezTo>
                  <a:cubicBezTo>
                    <a:pt x="2043" y="1771"/>
                    <a:pt x="2042" y="1763"/>
                    <a:pt x="2041" y="1754"/>
                  </a:cubicBezTo>
                  <a:cubicBezTo>
                    <a:pt x="2040" y="1743"/>
                    <a:pt x="2039" y="1731"/>
                    <a:pt x="2038" y="1720"/>
                  </a:cubicBezTo>
                  <a:cubicBezTo>
                    <a:pt x="2065" y="1720"/>
                    <a:pt x="2093" y="1718"/>
                    <a:pt x="2121" y="1720"/>
                  </a:cubicBezTo>
                  <a:cubicBezTo>
                    <a:pt x="2148" y="1720"/>
                    <a:pt x="2175" y="1716"/>
                    <a:pt x="2201" y="1708"/>
                  </a:cubicBezTo>
                  <a:cubicBezTo>
                    <a:pt x="2223" y="1702"/>
                    <a:pt x="2245" y="1699"/>
                    <a:pt x="2267" y="1699"/>
                  </a:cubicBezTo>
                  <a:cubicBezTo>
                    <a:pt x="2267" y="1709"/>
                    <a:pt x="2264" y="1720"/>
                    <a:pt x="2264" y="1730"/>
                  </a:cubicBezTo>
                  <a:cubicBezTo>
                    <a:pt x="2262" y="1746"/>
                    <a:pt x="2266" y="1760"/>
                    <a:pt x="2266" y="1775"/>
                  </a:cubicBezTo>
                  <a:moveTo>
                    <a:pt x="1990" y="1775"/>
                  </a:moveTo>
                  <a:cubicBezTo>
                    <a:pt x="1989" y="1767"/>
                    <a:pt x="1976" y="1765"/>
                    <a:pt x="1975" y="1775"/>
                  </a:cubicBezTo>
                  <a:cubicBezTo>
                    <a:pt x="1974" y="1778"/>
                    <a:pt x="1974" y="1781"/>
                    <a:pt x="1974" y="1783"/>
                  </a:cubicBezTo>
                  <a:cubicBezTo>
                    <a:pt x="1974" y="1788"/>
                    <a:pt x="1975" y="1792"/>
                    <a:pt x="1977" y="1796"/>
                  </a:cubicBezTo>
                  <a:lnTo>
                    <a:pt x="1956" y="1796"/>
                  </a:lnTo>
                  <a:cubicBezTo>
                    <a:pt x="1955" y="1795"/>
                    <a:pt x="1955" y="1794"/>
                    <a:pt x="1954" y="1793"/>
                  </a:cubicBezTo>
                  <a:cubicBezTo>
                    <a:pt x="1953" y="1792"/>
                    <a:pt x="1954" y="1792"/>
                    <a:pt x="1953" y="1791"/>
                  </a:cubicBezTo>
                  <a:cubicBezTo>
                    <a:pt x="1955" y="1793"/>
                    <a:pt x="1953" y="1791"/>
                    <a:pt x="1953" y="1791"/>
                  </a:cubicBezTo>
                  <a:cubicBezTo>
                    <a:pt x="1953" y="1791"/>
                    <a:pt x="1953" y="1787"/>
                    <a:pt x="1952" y="1786"/>
                  </a:cubicBezTo>
                  <a:cubicBezTo>
                    <a:pt x="1951" y="1780"/>
                    <a:pt x="1950" y="1775"/>
                    <a:pt x="1947" y="1770"/>
                  </a:cubicBezTo>
                  <a:lnTo>
                    <a:pt x="1946" y="1769"/>
                  </a:lnTo>
                  <a:cubicBezTo>
                    <a:pt x="1946" y="1768"/>
                    <a:pt x="1945" y="1768"/>
                    <a:pt x="1945" y="1768"/>
                  </a:cubicBezTo>
                  <a:cubicBezTo>
                    <a:pt x="1944" y="1767"/>
                    <a:pt x="1943" y="1767"/>
                    <a:pt x="1942" y="1767"/>
                  </a:cubicBezTo>
                  <a:cubicBezTo>
                    <a:pt x="1941" y="1767"/>
                    <a:pt x="1940" y="1767"/>
                    <a:pt x="1939" y="1768"/>
                  </a:cubicBezTo>
                  <a:cubicBezTo>
                    <a:pt x="1938" y="1768"/>
                    <a:pt x="1938" y="1768"/>
                    <a:pt x="1938" y="1769"/>
                  </a:cubicBezTo>
                  <a:cubicBezTo>
                    <a:pt x="1937" y="1769"/>
                    <a:pt x="1937" y="1770"/>
                    <a:pt x="1936" y="1772"/>
                  </a:cubicBezTo>
                  <a:cubicBezTo>
                    <a:pt x="1934" y="1776"/>
                    <a:pt x="1932" y="1781"/>
                    <a:pt x="1932" y="1786"/>
                  </a:cubicBezTo>
                  <a:cubicBezTo>
                    <a:pt x="1932" y="1790"/>
                    <a:pt x="1933" y="1794"/>
                    <a:pt x="1934" y="1798"/>
                  </a:cubicBezTo>
                  <a:cubicBezTo>
                    <a:pt x="1922" y="1798"/>
                    <a:pt x="1910" y="1800"/>
                    <a:pt x="1898" y="1804"/>
                  </a:cubicBezTo>
                  <a:cubicBezTo>
                    <a:pt x="1876" y="1810"/>
                    <a:pt x="1853" y="1813"/>
                    <a:pt x="1830" y="1813"/>
                  </a:cubicBezTo>
                  <a:cubicBezTo>
                    <a:pt x="1821" y="1813"/>
                    <a:pt x="1813" y="1812"/>
                    <a:pt x="1805" y="1811"/>
                  </a:cubicBezTo>
                  <a:cubicBezTo>
                    <a:pt x="1778" y="1811"/>
                    <a:pt x="1749" y="1816"/>
                    <a:pt x="1722" y="1814"/>
                  </a:cubicBezTo>
                  <a:cubicBezTo>
                    <a:pt x="1665" y="1812"/>
                    <a:pt x="1606" y="1828"/>
                    <a:pt x="1549" y="1825"/>
                  </a:cubicBezTo>
                  <a:cubicBezTo>
                    <a:pt x="1542" y="1825"/>
                    <a:pt x="1536" y="1825"/>
                    <a:pt x="1529" y="1825"/>
                  </a:cubicBezTo>
                  <a:cubicBezTo>
                    <a:pt x="1530" y="1821"/>
                    <a:pt x="1531" y="1817"/>
                    <a:pt x="1531" y="1814"/>
                  </a:cubicBezTo>
                  <a:cubicBezTo>
                    <a:pt x="1531" y="1810"/>
                    <a:pt x="1530" y="1807"/>
                    <a:pt x="1529" y="1804"/>
                  </a:cubicBezTo>
                  <a:cubicBezTo>
                    <a:pt x="1529" y="1795"/>
                    <a:pt x="1514" y="1794"/>
                    <a:pt x="1513" y="1804"/>
                  </a:cubicBezTo>
                  <a:cubicBezTo>
                    <a:pt x="1512" y="1807"/>
                    <a:pt x="1512" y="1811"/>
                    <a:pt x="1512" y="1815"/>
                  </a:cubicBezTo>
                  <a:cubicBezTo>
                    <a:pt x="1512" y="1818"/>
                    <a:pt x="1512" y="1822"/>
                    <a:pt x="1513" y="1825"/>
                  </a:cubicBezTo>
                  <a:cubicBezTo>
                    <a:pt x="1504" y="1825"/>
                    <a:pt x="1495" y="1825"/>
                    <a:pt x="1485" y="1827"/>
                  </a:cubicBezTo>
                  <a:lnTo>
                    <a:pt x="1485" y="1826"/>
                  </a:lnTo>
                  <a:cubicBezTo>
                    <a:pt x="1485" y="1825"/>
                    <a:pt x="1485" y="1825"/>
                    <a:pt x="1485" y="1825"/>
                  </a:cubicBezTo>
                  <a:cubicBezTo>
                    <a:pt x="1485" y="1821"/>
                    <a:pt x="1485" y="1818"/>
                    <a:pt x="1483" y="1814"/>
                  </a:cubicBezTo>
                  <a:cubicBezTo>
                    <a:pt x="1483" y="1813"/>
                    <a:pt x="1483" y="1812"/>
                    <a:pt x="1482" y="1810"/>
                  </a:cubicBezTo>
                  <a:cubicBezTo>
                    <a:pt x="1481" y="1806"/>
                    <a:pt x="1479" y="1802"/>
                    <a:pt x="1477" y="1798"/>
                  </a:cubicBezTo>
                  <a:lnTo>
                    <a:pt x="1476" y="1797"/>
                  </a:lnTo>
                  <a:cubicBezTo>
                    <a:pt x="1475" y="1796"/>
                    <a:pt x="1474" y="1796"/>
                    <a:pt x="1473" y="1796"/>
                  </a:cubicBezTo>
                  <a:cubicBezTo>
                    <a:pt x="1473" y="1796"/>
                    <a:pt x="1472" y="1796"/>
                    <a:pt x="1471" y="1797"/>
                  </a:cubicBezTo>
                  <a:lnTo>
                    <a:pt x="1470" y="1798"/>
                  </a:lnTo>
                  <a:cubicBezTo>
                    <a:pt x="1468" y="1803"/>
                    <a:pt x="1467" y="1808"/>
                    <a:pt x="1467" y="1813"/>
                  </a:cubicBezTo>
                  <a:cubicBezTo>
                    <a:pt x="1467" y="1815"/>
                    <a:pt x="1467" y="1818"/>
                    <a:pt x="1468" y="1820"/>
                  </a:cubicBezTo>
                  <a:cubicBezTo>
                    <a:pt x="1468" y="1822"/>
                    <a:pt x="1468" y="1823"/>
                    <a:pt x="1469" y="1824"/>
                  </a:cubicBezTo>
                  <a:cubicBezTo>
                    <a:pt x="1470" y="1825"/>
                    <a:pt x="1471" y="1826"/>
                    <a:pt x="1472" y="1827"/>
                  </a:cubicBezTo>
                  <a:lnTo>
                    <a:pt x="1446" y="1829"/>
                  </a:lnTo>
                  <a:cubicBezTo>
                    <a:pt x="1447" y="1828"/>
                    <a:pt x="1447" y="1827"/>
                    <a:pt x="1448" y="1825"/>
                  </a:cubicBezTo>
                  <a:cubicBezTo>
                    <a:pt x="1448" y="1816"/>
                    <a:pt x="1445" y="1808"/>
                    <a:pt x="1444" y="1799"/>
                  </a:cubicBezTo>
                  <a:cubicBezTo>
                    <a:pt x="1444" y="1794"/>
                    <a:pt x="1436" y="1794"/>
                    <a:pt x="1436" y="1799"/>
                  </a:cubicBezTo>
                  <a:cubicBezTo>
                    <a:pt x="1434" y="1808"/>
                    <a:pt x="1433" y="1817"/>
                    <a:pt x="1432" y="1826"/>
                  </a:cubicBezTo>
                  <a:cubicBezTo>
                    <a:pt x="1432" y="1827"/>
                    <a:pt x="1433" y="1828"/>
                    <a:pt x="1433" y="1829"/>
                  </a:cubicBezTo>
                  <a:cubicBezTo>
                    <a:pt x="1433" y="1830"/>
                    <a:pt x="1434" y="1830"/>
                    <a:pt x="1434" y="1830"/>
                  </a:cubicBezTo>
                  <a:lnTo>
                    <a:pt x="1420" y="1830"/>
                  </a:lnTo>
                  <a:cubicBezTo>
                    <a:pt x="1420" y="1829"/>
                    <a:pt x="1420" y="1829"/>
                    <a:pt x="1420" y="1829"/>
                  </a:cubicBezTo>
                  <a:cubicBezTo>
                    <a:pt x="1417" y="1817"/>
                    <a:pt x="1415" y="1804"/>
                    <a:pt x="1415" y="1792"/>
                  </a:cubicBezTo>
                  <a:cubicBezTo>
                    <a:pt x="1415" y="1782"/>
                    <a:pt x="1412" y="1773"/>
                    <a:pt x="1411" y="1764"/>
                  </a:cubicBezTo>
                  <a:cubicBezTo>
                    <a:pt x="1411" y="1759"/>
                    <a:pt x="1402" y="1760"/>
                    <a:pt x="1402" y="1764"/>
                  </a:cubicBezTo>
                  <a:cubicBezTo>
                    <a:pt x="1400" y="1775"/>
                    <a:pt x="1399" y="1786"/>
                    <a:pt x="1399" y="1797"/>
                  </a:cubicBezTo>
                  <a:cubicBezTo>
                    <a:pt x="1399" y="1808"/>
                    <a:pt x="1400" y="1820"/>
                    <a:pt x="1402" y="1830"/>
                  </a:cubicBezTo>
                  <a:lnTo>
                    <a:pt x="1382" y="1830"/>
                  </a:lnTo>
                  <a:cubicBezTo>
                    <a:pt x="1332" y="1829"/>
                    <a:pt x="1279" y="1827"/>
                    <a:pt x="1227" y="1823"/>
                  </a:cubicBezTo>
                  <a:cubicBezTo>
                    <a:pt x="1228" y="1814"/>
                    <a:pt x="1229" y="1805"/>
                    <a:pt x="1229" y="1796"/>
                  </a:cubicBezTo>
                  <a:cubicBezTo>
                    <a:pt x="1229" y="1791"/>
                    <a:pt x="1229" y="1785"/>
                    <a:pt x="1228" y="1780"/>
                  </a:cubicBezTo>
                  <a:cubicBezTo>
                    <a:pt x="1228" y="1769"/>
                    <a:pt x="1223" y="1760"/>
                    <a:pt x="1223" y="1748"/>
                  </a:cubicBezTo>
                  <a:cubicBezTo>
                    <a:pt x="1223" y="1745"/>
                    <a:pt x="1223" y="1742"/>
                    <a:pt x="1223" y="1739"/>
                  </a:cubicBezTo>
                  <a:cubicBezTo>
                    <a:pt x="1235" y="1739"/>
                    <a:pt x="1247" y="1739"/>
                    <a:pt x="1259" y="1739"/>
                  </a:cubicBezTo>
                  <a:cubicBezTo>
                    <a:pt x="1326" y="1739"/>
                    <a:pt x="1392" y="1743"/>
                    <a:pt x="1459" y="1742"/>
                  </a:cubicBezTo>
                  <a:cubicBezTo>
                    <a:pt x="1536" y="1742"/>
                    <a:pt x="1614" y="1736"/>
                    <a:pt x="1690" y="1736"/>
                  </a:cubicBezTo>
                  <a:cubicBezTo>
                    <a:pt x="1721" y="1736"/>
                    <a:pt x="1751" y="1736"/>
                    <a:pt x="1782" y="1735"/>
                  </a:cubicBezTo>
                  <a:cubicBezTo>
                    <a:pt x="1804" y="1735"/>
                    <a:pt x="1827" y="1734"/>
                    <a:pt x="1849" y="1732"/>
                  </a:cubicBezTo>
                  <a:cubicBezTo>
                    <a:pt x="1891" y="1730"/>
                    <a:pt x="1932" y="1727"/>
                    <a:pt x="1974" y="1724"/>
                  </a:cubicBezTo>
                  <a:cubicBezTo>
                    <a:pt x="1987" y="1724"/>
                    <a:pt x="2001" y="1724"/>
                    <a:pt x="2015" y="1724"/>
                  </a:cubicBezTo>
                  <a:cubicBezTo>
                    <a:pt x="2015" y="1736"/>
                    <a:pt x="2015" y="1749"/>
                    <a:pt x="2015" y="1762"/>
                  </a:cubicBezTo>
                  <a:cubicBezTo>
                    <a:pt x="2015" y="1774"/>
                    <a:pt x="2018" y="1785"/>
                    <a:pt x="2023" y="1795"/>
                  </a:cubicBezTo>
                  <a:lnTo>
                    <a:pt x="1986" y="1796"/>
                  </a:lnTo>
                  <a:cubicBezTo>
                    <a:pt x="1986" y="1795"/>
                    <a:pt x="1986" y="1795"/>
                    <a:pt x="1987" y="1794"/>
                  </a:cubicBezTo>
                  <a:cubicBezTo>
                    <a:pt x="1989" y="1790"/>
                    <a:pt x="1991" y="1785"/>
                    <a:pt x="1991" y="1780"/>
                  </a:cubicBezTo>
                  <a:cubicBezTo>
                    <a:pt x="1991" y="1778"/>
                    <a:pt x="1991" y="1776"/>
                    <a:pt x="1990" y="1773"/>
                  </a:cubicBezTo>
                  <a:lnTo>
                    <a:pt x="1990" y="1775"/>
                  </a:lnTo>
                  <a:moveTo>
                    <a:pt x="1180" y="1801"/>
                  </a:moveTo>
                  <a:cubicBezTo>
                    <a:pt x="1180" y="1793"/>
                    <a:pt x="1166" y="1793"/>
                    <a:pt x="1166" y="1801"/>
                  </a:cubicBezTo>
                  <a:cubicBezTo>
                    <a:pt x="1166" y="1803"/>
                    <a:pt x="1166" y="1806"/>
                    <a:pt x="1166" y="1808"/>
                  </a:cubicBezTo>
                  <a:cubicBezTo>
                    <a:pt x="1166" y="1811"/>
                    <a:pt x="1166" y="1813"/>
                    <a:pt x="1166" y="1816"/>
                  </a:cubicBezTo>
                  <a:lnTo>
                    <a:pt x="1120" y="1809"/>
                  </a:lnTo>
                  <a:cubicBezTo>
                    <a:pt x="1120" y="1808"/>
                    <a:pt x="1120" y="1807"/>
                    <a:pt x="1120" y="1807"/>
                  </a:cubicBezTo>
                  <a:cubicBezTo>
                    <a:pt x="1120" y="1806"/>
                    <a:pt x="1120" y="1805"/>
                    <a:pt x="1120" y="1805"/>
                  </a:cubicBezTo>
                  <a:cubicBezTo>
                    <a:pt x="1119" y="1804"/>
                    <a:pt x="1119" y="1803"/>
                    <a:pt x="1118" y="1803"/>
                  </a:cubicBezTo>
                  <a:cubicBezTo>
                    <a:pt x="1116" y="1799"/>
                    <a:pt x="1115" y="1795"/>
                    <a:pt x="1115" y="1791"/>
                  </a:cubicBezTo>
                  <a:cubicBezTo>
                    <a:pt x="1115" y="1782"/>
                    <a:pt x="1102" y="1780"/>
                    <a:pt x="1101" y="1789"/>
                  </a:cubicBezTo>
                  <a:cubicBezTo>
                    <a:pt x="1101" y="1790"/>
                    <a:pt x="1101" y="1791"/>
                    <a:pt x="1101" y="1792"/>
                  </a:cubicBezTo>
                  <a:cubicBezTo>
                    <a:pt x="1101" y="1797"/>
                    <a:pt x="1102" y="1802"/>
                    <a:pt x="1105" y="1807"/>
                  </a:cubicBezTo>
                  <a:lnTo>
                    <a:pt x="1084" y="1805"/>
                  </a:lnTo>
                  <a:cubicBezTo>
                    <a:pt x="1084" y="1804"/>
                    <a:pt x="1083" y="1804"/>
                    <a:pt x="1084" y="1803"/>
                  </a:cubicBezTo>
                  <a:cubicBezTo>
                    <a:pt x="1085" y="1802"/>
                    <a:pt x="1085" y="1801"/>
                    <a:pt x="1086" y="1800"/>
                  </a:cubicBezTo>
                  <a:cubicBezTo>
                    <a:pt x="1086" y="1794"/>
                    <a:pt x="1082" y="1792"/>
                    <a:pt x="1081" y="1787"/>
                  </a:cubicBezTo>
                  <a:lnTo>
                    <a:pt x="1077" y="1775"/>
                  </a:lnTo>
                  <a:cubicBezTo>
                    <a:pt x="1077" y="1775"/>
                    <a:pt x="1076" y="1775"/>
                    <a:pt x="1076" y="1774"/>
                  </a:cubicBezTo>
                  <a:cubicBezTo>
                    <a:pt x="1076" y="1773"/>
                    <a:pt x="1075" y="1773"/>
                    <a:pt x="1074" y="1772"/>
                  </a:cubicBezTo>
                  <a:cubicBezTo>
                    <a:pt x="1074" y="1772"/>
                    <a:pt x="1073" y="1772"/>
                    <a:pt x="1072" y="1772"/>
                  </a:cubicBezTo>
                  <a:cubicBezTo>
                    <a:pt x="1071" y="1772"/>
                    <a:pt x="1070" y="1771"/>
                    <a:pt x="1069" y="1772"/>
                  </a:cubicBezTo>
                  <a:cubicBezTo>
                    <a:pt x="1068" y="1772"/>
                    <a:pt x="1068" y="1773"/>
                    <a:pt x="1067" y="1774"/>
                  </a:cubicBezTo>
                  <a:cubicBezTo>
                    <a:pt x="1066" y="1775"/>
                    <a:pt x="1067" y="1775"/>
                    <a:pt x="1067" y="1775"/>
                  </a:cubicBezTo>
                  <a:cubicBezTo>
                    <a:pt x="1066" y="1779"/>
                    <a:pt x="1065" y="1783"/>
                    <a:pt x="1065" y="1786"/>
                  </a:cubicBezTo>
                  <a:cubicBezTo>
                    <a:pt x="1065" y="1792"/>
                    <a:pt x="1066" y="1798"/>
                    <a:pt x="1069" y="1803"/>
                  </a:cubicBezTo>
                  <a:lnTo>
                    <a:pt x="1052" y="1801"/>
                  </a:lnTo>
                  <a:cubicBezTo>
                    <a:pt x="1052" y="1796"/>
                    <a:pt x="1051" y="1791"/>
                    <a:pt x="1049" y="1787"/>
                  </a:cubicBezTo>
                  <a:cubicBezTo>
                    <a:pt x="1046" y="1777"/>
                    <a:pt x="1044" y="1767"/>
                    <a:pt x="1044" y="1758"/>
                  </a:cubicBezTo>
                  <a:cubicBezTo>
                    <a:pt x="1044" y="1751"/>
                    <a:pt x="1033" y="1752"/>
                    <a:pt x="1032" y="1758"/>
                  </a:cubicBezTo>
                  <a:cubicBezTo>
                    <a:pt x="1031" y="1764"/>
                    <a:pt x="1030" y="1771"/>
                    <a:pt x="1030" y="1778"/>
                  </a:cubicBezTo>
                  <a:cubicBezTo>
                    <a:pt x="1030" y="1785"/>
                    <a:pt x="1031" y="1792"/>
                    <a:pt x="1032" y="1798"/>
                  </a:cubicBezTo>
                  <a:lnTo>
                    <a:pt x="1018" y="1797"/>
                  </a:lnTo>
                  <a:cubicBezTo>
                    <a:pt x="1018" y="1794"/>
                    <a:pt x="1019" y="1792"/>
                    <a:pt x="1019" y="1790"/>
                  </a:cubicBezTo>
                  <a:cubicBezTo>
                    <a:pt x="1019" y="1785"/>
                    <a:pt x="1018" y="1780"/>
                    <a:pt x="1016" y="1776"/>
                  </a:cubicBezTo>
                  <a:cubicBezTo>
                    <a:pt x="1012" y="1764"/>
                    <a:pt x="1010" y="1752"/>
                    <a:pt x="1008" y="1739"/>
                  </a:cubicBezTo>
                  <a:cubicBezTo>
                    <a:pt x="1008" y="1735"/>
                    <a:pt x="1000" y="1735"/>
                    <a:pt x="1000" y="1739"/>
                  </a:cubicBezTo>
                  <a:cubicBezTo>
                    <a:pt x="997" y="1749"/>
                    <a:pt x="996" y="1760"/>
                    <a:pt x="995" y="1770"/>
                  </a:cubicBezTo>
                  <a:cubicBezTo>
                    <a:pt x="995" y="1770"/>
                    <a:pt x="995" y="1771"/>
                    <a:pt x="995" y="1772"/>
                  </a:cubicBezTo>
                  <a:cubicBezTo>
                    <a:pt x="995" y="1780"/>
                    <a:pt x="996" y="1788"/>
                    <a:pt x="999" y="1795"/>
                  </a:cubicBezTo>
                  <a:lnTo>
                    <a:pt x="979" y="1794"/>
                  </a:lnTo>
                  <a:cubicBezTo>
                    <a:pt x="979" y="1793"/>
                    <a:pt x="979" y="1793"/>
                    <a:pt x="979" y="1792"/>
                  </a:cubicBezTo>
                  <a:lnTo>
                    <a:pt x="979" y="1791"/>
                  </a:lnTo>
                  <a:cubicBezTo>
                    <a:pt x="979" y="1788"/>
                    <a:pt x="979" y="1785"/>
                    <a:pt x="979" y="1783"/>
                  </a:cubicBezTo>
                  <a:cubicBezTo>
                    <a:pt x="979" y="1773"/>
                    <a:pt x="978" y="1763"/>
                    <a:pt x="976" y="1753"/>
                  </a:cubicBezTo>
                  <a:cubicBezTo>
                    <a:pt x="974" y="1742"/>
                    <a:pt x="974" y="1730"/>
                    <a:pt x="973" y="1719"/>
                  </a:cubicBezTo>
                  <a:lnTo>
                    <a:pt x="1024" y="1724"/>
                  </a:lnTo>
                  <a:cubicBezTo>
                    <a:pt x="1083" y="1729"/>
                    <a:pt x="1140" y="1733"/>
                    <a:pt x="1199" y="1735"/>
                  </a:cubicBezTo>
                  <a:cubicBezTo>
                    <a:pt x="1198" y="1740"/>
                    <a:pt x="1198" y="1744"/>
                    <a:pt x="1198" y="1748"/>
                  </a:cubicBezTo>
                  <a:cubicBezTo>
                    <a:pt x="1198" y="1755"/>
                    <a:pt x="1199" y="1762"/>
                    <a:pt x="1200" y="1769"/>
                  </a:cubicBezTo>
                  <a:cubicBezTo>
                    <a:pt x="1202" y="1779"/>
                    <a:pt x="1202" y="1788"/>
                    <a:pt x="1202" y="1798"/>
                  </a:cubicBezTo>
                  <a:cubicBezTo>
                    <a:pt x="1202" y="1805"/>
                    <a:pt x="1202" y="1811"/>
                    <a:pt x="1202" y="1818"/>
                  </a:cubicBezTo>
                  <a:lnTo>
                    <a:pt x="1176" y="1815"/>
                  </a:lnTo>
                  <a:cubicBezTo>
                    <a:pt x="1178" y="1810"/>
                    <a:pt x="1179" y="1805"/>
                    <a:pt x="1180" y="1800"/>
                  </a:cubicBezTo>
                  <a:lnTo>
                    <a:pt x="1180" y="1801"/>
                  </a:lnTo>
                  <a:moveTo>
                    <a:pt x="1199" y="1715"/>
                  </a:moveTo>
                  <a:lnTo>
                    <a:pt x="1199" y="1716"/>
                  </a:lnTo>
                  <a:cubicBezTo>
                    <a:pt x="1143" y="1716"/>
                    <a:pt x="1087" y="1712"/>
                    <a:pt x="1031" y="1705"/>
                  </a:cubicBezTo>
                  <a:cubicBezTo>
                    <a:pt x="966" y="1696"/>
                    <a:pt x="898" y="1701"/>
                    <a:pt x="833" y="1692"/>
                  </a:cubicBezTo>
                  <a:cubicBezTo>
                    <a:pt x="822" y="1690"/>
                    <a:pt x="811" y="1689"/>
                    <a:pt x="800" y="1688"/>
                  </a:cubicBezTo>
                  <a:cubicBezTo>
                    <a:pt x="802" y="1686"/>
                    <a:pt x="803" y="1684"/>
                    <a:pt x="805" y="1681"/>
                  </a:cubicBezTo>
                  <a:cubicBezTo>
                    <a:pt x="805" y="1681"/>
                    <a:pt x="805" y="1680"/>
                    <a:pt x="806" y="1680"/>
                  </a:cubicBezTo>
                  <a:cubicBezTo>
                    <a:pt x="809" y="1675"/>
                    <a:pt x="813" y="1671"/>
                    <a:pt x="817" y="1669"/>
                  </a:cubicBezTo>
                  <a:cubicBezTo>
                    <a:pt x="825" y="1664"/>
                    <a:pt x="830" y="1658"/>
                    <a:pt x="835" y="1650"/>
                  </a:cubicBezTo>
                  <a:cubicBezTo>
                    <a:pt x="837" y="1646"/>
                    <a:pt x="839" y="1642"/>
                    <a:pt x="841" y="1638"/>
                  </a:cubicBezTo>
                  <a:cubicBezTo>
                    <a:pt x="848" y="1637"/>
                    <a:pt x="856" y="1636"/>
                    <a:pt x="863" y="1635"/>
                  </a:cubicBezTo>
                  <a:cubicBezTo>
                    <a:pt x="864" y="1635"/>
                    <a:pt x="863" y="1635"/>
                    <a:pt x="864" y="1634"/>
                  </a:cubicBezTo>
                  <a:cubicBezTo>
                    <a:pt x="865" y="1633"/>
                    <a:pt x="865" y="1634"/>
                    <a:pt x="866" y="1633"/>
                  </a:cubicBezTo>
                  <a:cubicBezTo>
                    <a:pt x="866" y="1633"/>
                    <a:pt x="866" y="1632"/>
                    <a:pt x="866" y="1631"/>
                  </a:cubicBezTo>
                  <a:cubicBezTo>
                    <a:pt x="866" y="1631"/>
                    <a:pt x="867" y="1630"/>
                    <a:pt x="866" y="1629"/>
                  </a:cubicBezTo>
                  <a:cubicBezTo>
                    <a:pt x="865" y="1628"/>
                    <a:pt x="865" y="1628"/>
                    <a:pt x="864" y="1628"/>
                  </a:cubicBezTo>
                  <a:lnTo>
                    <a:pt x="863" y="1628"/>
                  </a:lnTo>
                  <a:cubicBezTo>
                    <a:pt x="754" y="1606"/>
                    <a:pt x="641" y="1615"/>
                    <a:pt x="532" y="1592"/>
                  </a:cubicBezTo>
                  <a:cubicBezTo>
                    <a:pt x="474" y="1580"/>
                    <a:pt x="409" y="1574"/>
                    <a:pt x="355" y="1550"/>
                  </a:cubicBezTo>
                  <a:cubicBezTo>
                    <a:pt x="355" y="1535"/>
                    <a:pt x="356" y="1521"/>
                    <a:pt x="358" y="1506"/>
                  </a:cubicBezTo>
                  <a:cubicBezTo>
                    <a:pt x="359" y="1501"/>
                    <a:pt x="359" y="1495"/>
                    <a:pt x="359" y="1490"/>
                  </a:cubicBezTo>
                  <a:cubicBezTo>
                    <a:pt x="359" y="1484"/>
                    <a:pt x="359" y="1480"/>
                    <a:pt x="358" y="1474"/>
                  </a:cubicBezTo>
                  <a:lnTo>
                    <a:pt x="368" y="1470"/>
                  </a:lnTo>
                  <a:cubicBezTo>
                    <a:pt x="368" y="1474"/>
                    <a:pt x="368" y="1478"/>
                    <a:pt x="368" y="1482"/>
                  </a:cubicBezTo>
                  <a:cubicBezTo>
                    <a:pt x="369" y="1493"/>
                    <a:pt x="368" y="1504"/>
                    <a:pt x="369" y="1514"/>
                  </a:cubicBezTo>
                  <a:cubicBezTo>
                    <a:pt x="369" y="1518"/>
                    <a:pt x="374" y="1517"/>
                    <a:pt x="375" y="1514"/>
                  </a:cubicBezTo>
                  <a:cubicBezTo>
                    <a:pt x="376" y="1506"/>
                    <a:pt x="380" y="1499"/>
                    <a:pt x="382" y="1491"/>
                  </a:cubicBezTo>
                  <a:cubicBezTo>
                    <a:pt x="383" y="1482"/>
                    <a:pt x="384" y="1473"/>
                    <a:pt x="384" y="1463"/>
                  </a:cubicBezTo>
                  <a:lnTo>
                    <a:pt x="384" y="1462"/>
                  </a:lnTo>
                  <a:lnTo>
                    <a:pt x="391" y="1458"/>
                  </a:lnTo>
                  <a:cubicBezTo>
                    <a:pt x="391" y="1468"/>
                    <a:pt x="391" y="1477"/>
                    <a:pt x="391" y="1486"/>
                  </a:cubicBezTo>
                  <a:cubicBezTo>
                    <a:pt x="391" y="1495"/>
                    <a:pt x="397" y="1524"/>
                    <a:pt x="394" y="1526"/>
                  </a:cubicBezTo>
                  <a:cubicBezTo>
                    <a:pt x="393" y="1526"/>
                    <a:pt x="393" y="1526"/>
                    <a:pt x="393" y="1527"/>
                  </a:cubicBezTo>
                  <a:lnTo>
                    <a:pt x="393" y="1528"/>
                  </a:lnTo>
                  <a:lnTo>
                    <a:pt x="393" y="1529"/>
                  </a:lnTo>
                  <a:cubicBezTo>
                    <a:pt x="393" y="1529"/>
                    <a:pt x="393" y="1528"/>
                    <a:pt x="394" y="1529"/>
                  </a:cubicBezTo>
                  <a:cubicBezTo>
                    <a:pt x="395" y="1530"/>
                    <a:pt x="394" y="1530"/>
                    <a:pt x="394" y="1530"/>
                  </a:cubicBezTo>
                  <a:lnTo>
                    <a:pt x="397" y="1530"/>
                  </a:lnTo>
                  <a:cubicBezTo>
                    <a:pt x="398" y="1530"/>
                    <a:pt x="398" y="1530"/>
                    <a:pt x="399" y="1529"/>
                  </a:cubicBezTo>
                  <a:cubicBezTo>
                    <a:pt x="399" y="1529"/>
                    <a:pt x="400" y="1529"/>
                    <a:pt x="400" y="1528"/>
                  </a:cubicBezTo>
                  <a:cubicBezTo>
                    <a:pt x="404" y="1520"/>
                    <a:pt x="406" y="1511"/>
                    <a:pt x="406" y="1503"/>
                  </a:cubicBezTo>
                  <a:cubicBezTo>
                    <a:pt x="406" y="1501"/>
                    <a:pt x="405" y="1499"/>
                    <a:pt x="405" y="1496"/>
                  </a:cubicBezTo>
                  <a:cubicBezTo>
                    <a:pt x="405" y="1481"/>
                    <a:pt x="405" y="1466"/>
                    <a:pt x="406" y="1450"/>
                  </a:cubicBezTo>
                  <a:cubicBezTo>
                    <a:pt x="413" y="1448"/>
                    <a:pt x="419" y="1445"/>
                    <a:pt x="426" y="1444"/>
                  </a:cubicBezTo>
                  <a:cubicBezTo>
                    <a:pt x="426" y="1455"/>
                    <a:pt x="422" y="1465"/>
                    <a:pt x="421" y="1476"/>
                  </a:cubicBezTo>
                  <a:cubicBezTo>
                    <a:pt x="420" y="1485"/>
                    <a:pt x="420" y="1494"/>
                    <a:pt x="420" y="1504"/>
                  </a:cubicBezTo>
                  <a:cubicBezTo>
                    <a:pt x="420" y="1513"/>
                    <a:pt x="420" y="1522"/>
                    <a:pt x="421" y="1531"/>
                  </a:cubicBezTo>
                  <a:cubicBezTo>
                    <a:pt x="421" y="1538"/>
                    <a:pt x="431" y="1537"/>
                    <a:pt x="431" y="1531"/>
                  </a:cubicBezTo>
                  <a:cubicBezTo>
                    <a:pt x="431" y="1516"/>
                    <a:pt x="431" y="1500"/>
                    <a:pt x="431" y="1484"/>
                  </a:cubicBezTo>
                  <a:cubicBezTo>
                    <a:pt x="432" y="1470"/>
                    <a:pt x="435" y="1455"/>
                    <a:pt x="438" y="1441"/>
                  </a:cubicBezTo>
                  <a:lnTo>
                    <a:pt x="439" y="1441"/>
                  </a:lnTo>
                  <a:lnTo>
                    <a:pt x="440" y="1441"/>
                  </a:lnTo>
                  <a:lnTo>
                    <a:pt x="441" y="1440"/>
                  </a:lnTo>
                  <a:lnTo>
                    <a:pt x="441" y="1439"/>
                  </a:lnTo>
                  <a:cubicBezTo>
                    <a:pt x="441" y="1438"/>
                    <a:pt x="441" y="1438"/>
                    <a:pt x="441" y="1438"/>
                  </a:cubicBezTo>
                  <a:cubicBezTo>
                    <a:pt x="441" y="1437"/>
                    <a:pt x="440" y="1437"/>
                    <a:pt x="440" y="1437"/>
                  </a:cubicBezTo>
                  <a:lnTo>
                    <a:pt x="439" y="1437"/>
                  </a:lnTo>
                  <a:lnTo>
                    <a:pt x="451" y="1435"/>
                  </a:lnTo>
                  <a:cubicBezTo>
                    <a:pt x="451" y="1453"/>
                    <a:pt x="454" y="1470"/>
                    <a:pt x="456" y="1488"/>
                  </a:cubicBezTo>
                  <a:cubicBezTo>
                    <a:pt x="456" y="1492"/>
                    <a:pt x="463" y="1493"/>
                    <a:pt x="464" y="1488"/>
                  </a:cubicBezTo>
                  <a:cubicBezTo>
                    <a:pt x="466" y="1472"/>
                    <a:pt x="468" y="1456"/>
                    <a:pt x="469" y="1440"/>
                  </a:cubicBezTo>
                  <a:cubicBezTo>
                    <a:pt x="476" y="1439"/>
                    <a:pt x="483" y="1438"/>
                    <a:pt x="490" y="1436"/>
                  </a:cubicBezTo>
                  <a:cubicBezTo>
                    <a:pt x="493" y="1453"/>
                    <a:pt x="501" y="1517"/>
                    <a:pt x="496" y="1518"/>
                  </a:cubicBezTo>
                  <a:cubicBezTo>
                    <a:pt x="496" y="1519"/>
                    <a:pt x="496" y="1519"/>
                    <a:pt x="496" y="1519"/>
                  </a:cubicBezTo>
                  <a:cubicBezTo>
                    <a:pt x="495" y="1519"/>
                    <a:pt x="495" y="1519"/>
                    <a:pt x="494" y="1520"/>
                  </a:cubicBezTo>
                  <a:cubicBezTo>
                    <a:pt x="494" y="1520"/>
                    <a:pt x="494" y="1521"/>
                    <a:pt x="494" y="1522"/>
                  </a:cubicBezTo>
                  <a:lnTo>
                    <a:pt x="494" y="1523"/>
                  </a:lnTo>
                  <a:cubicBezTo>
                    <a:pt x="495" y="1524"/>
                    <a:pt x="495" y="1524"/>
                    <a:pt x="496" y="1525"/>
                  </a:cubicBezTo>
                  <a:lnTo>
                    <a:pt x="497" y="1525"/>
                  </a:lnTo>
                  <a:lnTo>
                    <a:pt x="498" y="1525"/>
                  </a:lnTo>
                  <a:lnTo>
                    <a:pt x="501" y="1525"/>
                  </a:lnTo>
                  <a:cubicBezTo>
                    <a:pt x="501" y="1525"/>
                    <a:pt x="502" y="1525"/>
                    <a:pt x="503" y="1524"/>
                  </a:cubicBezTo>
                  <a:cubicBezTo>
                    <a:pt x="503" y="1524"/>
                    <a:pt x="504" y="1524"/>
                    <a:pt x="504" y="1523"/>
                  </a:cubicBezTo>
                  <a:cubicBezTo>
                    <a:pt x="507" y="1511"/>
                    <a:pt x="509" y="1498"/>
                    <a:pt x="509" y="1485"/>
                  </a:cubicBezTo>
                  <a:cubicBezTo>
                    <a:pt x="509" y="1482"/>
                    <a:pt x="509" y="1480"/>
                    <a:pt x="509" y="1477"/>
                  </a:cubicBezTo>
                  <a:cubicBezTo>
                    <a:pt x="509" y="1463"/>
                    <a:pt x="510" y="1448"/>
                    <a:pt x="512" y="1435"/>
                  </a:cubicBezTo>
                  <a:cubicBezTo>
                    <a:pt x="512" y="1434"/>
                    <a:pt x="512" y="1434"/>
                    <a:pt x="512" y="1434"/>
                  </a:cubicBezTo>
                  <a:cubicBezTo>
                    <a:pt x="512" y="1433"/>
                    <a:pt x="512" y="1433"/>
                    <a:pt x="512" y="1433"/>
                  </a:cubicBezTo>
                  <a:cubicBezTo>
                    <a:pt x="518" y="1432"/>
                    <a:pt x="524" y="1430"/>
                    <a:pt x="530" y="1429"/>
                  </a:cubicBezTo>
                  <a:cubicBezTo>
                    <a:pt x="532" y="1439"/>
                    <a:pt x="534" y="1449"/>
                    <a:pt x="535" y="1460"/>
                  </a:cubicBezTo>
                  <a:cubicBezTo>
                    <a:pt x="535" y="1465"/>
                    <a:pt x="543" y="1464"/>
                    <a:pt x="543" y="1460"/>
                  </a:cubicBezTo>
                  <a:cubicBezTo>
                    <a:pt x="544" y="1452"/>
                    <a:pt x="545" y="1445"/>
                    <a:pt x="548" y="1438"/>
                  </a:cubicBezTo>
                  <a:cubicBezTo>
                    <a:pt x="549" y="1434"/>
                    <a:pt x="550" y="1429"/>
                    <a:pt x="550" y="1424"/>
                  </a:cubicBezTo>
                  <a:lnTo>
                    <a:pt x="560" y="1421"/>
                  </a:lnTo>
                  <a:lnTo>
                    <a:pt x="561" y="1421"/>
                  </a:lnTo>
                  <a:lnTo>
                    <a:pt x="561" y="1420"/>
                  </a:lnTo>
                  <a:lnTo>
                    <a:pt x="566" y="1420"/>
                  </a:lnTo>
                  <a:cubicBezTo>
                    <a:pt x="566" y="1422"/>
                    <a:pt x="566" y="1423"/>
                    <a:pt x="566" y="1425"/>
                  </a:cubicBezTo>
                  <a:cubicBezTo>
                    <a:pt x="566" y="1431"/>
                    <a:pt x="567" y="1437"/>
                    <a:pt x="568" y="1444"/>
                  </a:cubicBezTo>
                  <a:cubicBezTo>
                    <a:pt x="570" y="1449"/>
                    <a:pt x="571" y="1455"/>
                    <a:pt x="571" y="1460"/>
                  </a:cubicBezTo>
                  <a:cubicBezTo>
                    <a:pt x="571" y="1462"/>
                    <a:pt x="571" y="1464"/>
                    <a:pt x="571" y="1467"/>
                  </a:cubicBezTo>
                  <a:cubicBezTo>
                    <a:pt x="571" y="1470"/>
                    <a:pt x="574" y="1473"/>
                    <a:pt x="576" y="1469"/>
                  </a:cubicBezTo>
                  <a:cubicBezTo>
                    <a:pt x="577" y="1468"/>
                    <a:pt x="578" y="1467"/>
                    <a:pt x="578" y="1466"/>
                  </a:cubicBezTo>
                  <a:cubicBezTo>
                    <a:pt x="585" y="1454"/>
                    <a:pt x="589" y="1441"/>
                    <a:pt x="589" y="1428"/>
                  </a:cubicBezTo>
                  <a:cubicBezTo>
                    <a:pt x="589" y="1425"/>
                    <a:pt x="588" y="1421"/>
                    <a:pt x="588" y="1418"/>
                  </a:cubicBezTo>
                  <a:lnTo>
                    <a:pt x="601" y="1418"/>
                  </a:lnTo>
                  <a:cubicBezTo>
                    <a:pt x="601" y="1419"/>
                    <a:pt x="601" y="1419"/>
                    <a:pt x="601" y="1419"/>
                  </a:cubicBezTo>
                  <a:cubicBezTo>
                    <a:pt x="600" y="1420"/>
                    <a:pt x="600" y="1421"/>
                    <a:pt x="600" y="1421"/>
                  </a:cubicBezTo>
                  <a:cubicBezTo>
                    <a:pt x="593" y="1445"/>
                    <a:pt x="603" y="1474"/>
                    <a:pt x="608" y="1497"/>
                  </a:cubicBezTo>
                  <a:cubicBezTo>
                    <a:pt x="608" y="1500"/>
                    <a:pt x="614" y="1501"/>
                    <a:pt x="615" y="1497"/>
                  </a:cubicBezTo>
                  <a:cubicBezTo>
                    <a:pt x="617" y="1484"/>
                    <a:pt x="620" y="1472"/>
                    <a:pt x="622" y="1459"/>
                  </a:cubicBezTo>
                  <a:cubicBezTo>
                    <a:pt x="622" y="1455"/>
                    <a:pt x="622" y="1450"/>
                    <a:pt x="622" y="1446"/>
                  </a:cubicBezTo>
                  <a:cubicBezTo>
                    <a:pt x="622" y="1441"/>
                    <a:pt x="622" y="1439"/>
                    <a:pt x="622" y="1436"/>
                  </a:cubicBezTo>
                  <a:cubicBezTo>
                    <a:pt x="622" y="1432"/>
                    <a:pt x="624" y="1429"/>
                    <a:pt x="622" y="1432"/>
                  </a:cubicBezTo>
                  <a:cubicBezTo>
                    <a:pt x="623" y="1431"/>
                    <a:pt x="623" y="1430"/>
                    <a:pt x="624" y="1429"/>
                  </a:cubicBezTo>
                  <a:cubicBezTo>
                    <a:pt x="625" y="1428"/>
                    <a:pt x="625" y="1426"/>
                    <a:pt x="625" y="1424"/>
                  </a:cubicBezTo>
                  <a:cubicBezTo>
                    <a:pt x="625" y="1422"/>
                    <a:pt x="625" y="1420"/>
                    <a:pt x="624" y="1418"/>
                  </a:cubicBezTo>
                  <a:cubicBezTo>
                    <a:pt x="624" y="1418"/>
                    <a:pt x="623" y="1418"/>
                    <a:pt x="623" y="1417"/>
                  </a:cubicBezTo>
                  <a:cubicBezTo>
                    <a:pt x="635" y="1417"/>
                    <a:pt x="647" y="1417"/>
                    <a:pt x="659" y="1417"/>
                  </a:cubicBezTo>
                  <a:lnTo>
                    <a:pt x="661" y="1417"/>
                  </a:lnTo>
                  <a:cubicBezTo>
                    <a:pt x="661" y="1418"/>
                    <a:pt x="662" y="1419"/>
                    <a:pt x="662" y="1419"/>
                  </a:cubicBezTo>
                  <a:cubicBezTo>
                    <a:pt x="662" y="1420"/>
                    <a:pt x="662" y="1420"/>
                    <a:pt x="663" y="1420"/>
                  </a:cubicBezTo>
                  <a:cubicBezTo>
                    <a:pt x="661" y="1420"/>
                    <a:pt x="661" y="1421"/>
                    <a:pt x="662" y="1423"/>
                  </a:cubicBezTo>
                  <a:cubicBezTo>
                    <a:pt x="662" y="1425"/>
                    <a:pt x="663" y="1428"/>
                    <a:pt x="663" y="1431"/>
                  </a:cubicBezTo>
                  <a:cubicBezTo>
                    <a:pt x="663" y="1433"/>
                    <a:pt x="663" y="1436"/>
                    <a:pt x="663" y="1439"/>
                  </a:cubicBezTo>
                  <a:cubicBezTo>
                    <a:pt x="663" y="1441"/>
                    <a:pt x="665" y="1448"/>
                    <a:pt x="663" y="1451"/>
                  </a:cubicBezTo>
                  <a:cubicBezTo>
                    <a:pt x="661" y="1453"/>
                    <a:pt x="664" y="1462"/>
                    <a:pt x="669" y="1458"/>
                  </a:cubicBezTo>
                  <a:cubicBezTo>
                    <a:pt x="671" y="1456"/>
                    <a:pt x="672" y="1454"/>
                    <a:pt x="674" y="1452"/>
                  </a:cubicBezTo>
                  <a:cubicBezTo>
                    <a:pt x="676" y="1448"/>
                    <a:pt x="677" y="1444"/>
                    <a:pt x="677" y="1440"/>
                  </a:cubicBezTo>
                  <a:cubicBezTo>
                    <a:pt x="677" y="1436"/>
                    <a:pt x="677" y="1431"/>
                    <a:pt x="677" y="1427"/>
                  </a:cubicBezTo>
                  <a:cubicBezTo>
                    <a:pt x="677" y="1423"/>
                    <a:pt x="677" y="1421"/>
                    <a:pt x="677" y="1417"/>
                  </a:cubicBezTo>
                  <a:cubicBezTo>
                    <a:pt x="689" y="1417"/>
                    <a:pt x="701" y="1416"/>
                    <a:pt x="712" y="1415"/>
                  </a:cubicBezTo>
                  <a:cubicBezTo>
                    <a:pt x="712" y="1419"/>
                    <a:pt x="711" y="1422"/>
                    <a:pt x="711" y="1426"/>
                  </a:cubicBezTo>
                  <a:cubicBezTo>
                    <a:pt x="711" y="1429"/>
                    <a:pt x="712" y="1433"/>
                    <a:pt x="712" y="1436"/>
                  </a:cubicBezTo>
                  <a:cubicBezTo>
                    <a:pt x="713" y="1445"/>
                    <a:pt x="714" y="1454"/>
                    <a:pt x="714" y="1463"/>
                  </a:cubicBezTo>
                  <a:cubicBezTo>
                    <a:pt x="714" y="1466"/>
                    <a:pt x="714" y="1469"/>
                    <a:pt x="714" y="1471"/>
                  </a:cubicBezTo>
                  <a:cubicBezTo>
                    <a:pt x="714" y="1474"/>
                    <a:pt x="714" y="1477"/>
                    <a:pt x="714" y="1480"/>
                  </a:cubicBezTo>
                  <a:cubicBezTo>
                    <a:pt x="714" y="1484"/>
                    <a:pt x="714" y="1487"/>
                    <a:pt x="714" y="1490"/>
                  </a:cubicBezTo>
                  <a:lnTo>
                    <a:pt x="714" y="1491"/>
                  </a:lnTo>
                  <a:cubicBezTo>
                    <a:pt x="715" y="1492"/>
                    <a:pt x="715" y="1492"/>
                    <a:pt x="715" y="1492"/>
                  </a:cubicBezTo>
                  <a:cubicBezTo>
                    <a:pt x="716" y="1492"/>
                    <a:pt x="716" y="1492"/>
                    <a:pt x="717" y="1492"/>
                  </a:cubicBezTo>
                  <a:lnTo>
                    <a:pt x="718" y="1492"/>
                  </a:lnTo>
                  <a:cubicBezTo>
                    <a:pt x="718" y="1492"/>
                    <a:pt x="719" y="1492"/>
                    <a:pt x="719" y="1491"/>
                  </a:cubicBezTo>
                  <a:lnTo>
                    <a:pt x="719" y="1490"/>
                  </a:lnTo>
                  <a:cubicBezTo>
                    <a:pt x="723" y="1478"/>
                    <a:pt x="725" y="1467"/>
                    <a:pt x="726" y="1455"/>
                  </a:cubicBezTo>
                  <a:cubicBezTo>
                    <a:pt x="726" y="1446"/>
                    <a:pt x="726" y="1438"/>
                    <a:pt x="727" y="1429"/>
                  </a:cubicBezTo>
                  <a:cubicBezTo>
                    <a:pt x="729" y="1424"/>
                    <a:pt x="730" y="1418"/>
                    <a:pt x="732" y="1413"/>
                  </a:cubicBezTo>
                  <a:lnTo>
                    <a:pt x="761" y="1410"/>
                  </a:lnTo>
                  <a:cubicBezTo>
                    <a:pt x="762" y="1412"/>
                    <a:pt x="762" y="1414"/>
                    <a:pt x="762" y="1417"/>
                  </a:cubicBezTo>
                  <a:cubicBezTo>
                    <a:pt x="762" y="1419"/>
                    <a:pt x="762" y="1423"/>
                    <a:pt x="761" y="1425"/>
                  </a:cubicBezTo>
                  <a:cubicBezTo>
                    <a:pt x="761" y="1428"/>
                    <a:pt x="761" y="1432"/>
                    <a:pt x="761" y="1435"/>
                  </a:cubicBezTo>
                  <a:cubicBezTo>
                    <a:pt x="761" y="1438"/>
                    <a:pt x="761" y="1441"/>
                    <a:pt x="761" y="1445"/>
                  </a:cubicBezTo>
                  <a:cubicBezTo>
                    <a:pt x="761" y="1450"/>
                    <a:pt x="770" y="1449"/>
                    <a:pt x="770" y="1445"/>
                  </a:cubicBezTo>
                  <a:cubicBezTo>
                    <a:pt x="771" y="1439"/>
                    <a:pt x="772" y="1433"/>
                    <a:pt x="774" y="1428"/>
                  </a:cubicBezTo>
                  <a:cubicBezTo>
                    <a:pt x="775" y="1421"/>
                    <a:pt x="776" y="1415"/>
                    <a:pt x="776" y="1408"/>
                  </a:cubicBezTo>
                  <a:cubicBezTo>
                    <a:pt x="789" y="1407"/>
                    <a:pt x="801" y="1406"/>
                    <a:pt x="813" y="1406"/>
                  </a:cubicBezTo>
                  <a:cubicBezTo>
                    <a:pt x="799" y="1438"/>
                    <a:pt x="821" y="1479"/>
                    <a:pt x="813" y="1512"/>
                  </a:cubicBezTo>
                  <a:cubicBezTo>
                    <a:pt x="811" y="1516"/>
                    <a:pt x="819" y="1519"/>
                    <a:pt x="820" y="1514"/>
                  </a:cubicBezTo>
                  <a:cubicBezTo>
                    <a:pt x="826" y="1496"/>
                    <a:pt x="829" y="1477"/>
                    <a:pt x="830" y="1458"/>
                  </a:cubicBezTo>
                  <a:cubicBezTo>
                    <a:pt x="831" y="1447"/>
                    <a:pt x="830" y="1436"/>
                    <a:pt x="832" y="1425"/>
                  </a:cubicBezTo>
                  <a:cubicBezTo>
                    <a:pt x="834" y="1420"/>
                    <a:pt x="834" y="1416"/>
                    <a:pt x="834" y="1411"/>
                  </a:cubicBezTo>
                  <a:cubicBezTo>
                    <a:pt x="834" y="1409"/>
                    <a:pt x="834" y="1407"/>
                    <a:pt x="834" y="1405"/>
                  </a:cubicBezTo>
                  <a:lnTo>
                    <a:pt x="842" y="1405"/>
                  </a:lnTo>
                  <a:cubicBezTo>
                    <a:pt x="841" y="1427"/>
                    <a:pt x="849" y="1451"/>
                    <a:pt x="844" y="1472"/>
                  </a:cubicBezTo>
                  <a:cubicBezTo>
                    <a:pt x="844" y="1475"/>
                    <a:pt x="844" y="1477"/>
                    <a:pt x="844" y="1479"/>
                  </a:cubicBezTo>
                  <a:cubicBezTo>
                    <a:pt x="844" y="1484"/>
                    <a:pt x="844" y="1488"/>
                    <a:pt x="845" y="1492"/>
                  </a:cubicBezTo>
                  <a:cubicBezTo>
                    <a:pt x="846" y="1496"/>
                    <a:pt x="846" y="1500"/>
                    <a:pt x="846" y="1505"/>
                  </a:cubicBezTo>
                  <a:cubicBezTo>
                    <a:pt x="846" y="1509"/>
                    <a:pt x="846" y="1514"/>
                    <a:pt x="845" y="1518"/>
                  </a:cubicBezTo>
                  <a:cubicBezTo>
                    <a:pt x="845" y="1519"/>
                    <a:pt x="846" y="1519"/>
                    <a:pt x="846" y="1520"/>
                  </a:cubicBezTo>
                  <a:lnTo>
                    <a:pt x="847" y="1521"/>
                  </a:lnTo>
                  <a:cubicBezTo>
                    <a:pt x="848" y="1521"/>
                    <a:pt x="848" y="1521"/>
                    <a:pt x="849" y="1521"/>
                  </a:cubicBezTo>
                  <a:lnTo>
                    <a:pt x="850" y="1521"/>
                  </a:lnTo>
                  <a:cubicBezTo>
                    <a:pt x="851" y="1521"/>
                    <a:pt x="851" y="1520"/>
                    <a:pt x="851" y="1520"/>
                  </a:cubicBezTo>
                  <a:cubicBezTo>
                    <a:pt x="852" y="1519"/>
                    <a:pt x="852" y="1519"/>
                    <a:pt x="852" y="1518"/>
                  </a:cubicBezTo>
                  <a:cubicBezTo>
                    <a:pt x="852" y="1511"/>
                    <a:pt x="856" y="1506"/>
                    <a:pt x="857" y="1499"/>
                  </a:cubicBezTo>
                  <a:cubicBezTo>
                    <a:pt x="857" y="1498"/>
                    <a:pt x="857" y="1498"/>
                    <a:pt x="857" y="1498"/>
                  </a:cubicBezTo>
                  <a:cubicBezTo>
                    <a:pt x="857" y="1489"/>
                    <a:pt x="859" y="1480"/>
                    <a:pt x="863" y="1472"/>
                  </a:cubicBezTo>
                  <a:cubicBezTo>
                    <a:pt x="866" y="1463"/>
                    <a:pt x="867" y="1453"/>
                    <a:pt x="867" y="1443"/>
                  </a:cubicBezTo>
                  <a:cubicBezTo>
                    <a:pt x="867" y="1442"/>
                    <a:pt x="867" y="1440"/>
                    <a:pt x="867" y="1438"/>
                  </a:cubicBezTo>
                  <a:cubicBezTo>
                    <a:pt x="868" y="1433"/>
                    <a:pt x="868" y="1427"/>
                    <a:pt x="868" y="1421"/>
                  </a:cubicBezTo>
                  <a:cubicBezTo>
                    <a:pt x="868" y="1415"/>
                    <a:pt x="868" y="1409"/>
                    <a:pt x="867" y="1404"/>
                  </a:cubicBezTo>
                  <a:lnTo>
                    <a:pt x="889" y="1404"/>
                  </a:lnTo>
                  <a:cubicBezTo>
                    <a:pt x="889" y="1404"/>
                    <a:pt x="889" y="1406"/>
                    <a:pt x="889" y="1408"/>
                  </a:cubicBezTo>
                  <a:cubicBezTo>
                    <a:pt x="889" y="1418"/>
                    <a:pt x="890" y="1428"/>
                    <a:pt x="892" y="1438"/>
                  </a:cubicBezTo>
                  <a:cubicBezTo>
                    <a:pt x="894" y="1454"/>
                    <a:pt x="895" y="1470"/>
                    <a:pt x="897" y="1487"/>
                  </a:cubicBezTo>
                  <a:cubicBezTo>
                    <a:pt x="897" y="1487"/>
                    <a:pt x="897" y="1488"/>
                    <a:pt x="897" y="1489"/>
                  </a:cubicBezTo>
                  <a:lnTo>
                    <a:pt x="898" y="1490"/>
                  </a:lnTo>
                  <a:cubicBezTo>
                    <a:pt x="899" y="1491"/>
                    <a:pt x="899" y="1490"/>
                    <a:pt x="900" y="1490"/>
                  </a:cubicBezTo>
                  <a:cubicBezTo>
                    <a:pt x="901" y="1490"/>
                    <a:pt x="901" y="1491"/>
                    <a:pt x="902" y="1490"/>
                  </a:cubicBezTo>
                  <a:cubicBezTo>
                    <a:pt x="903" y="1489"/>
                    <a:pt x="903" y="1489"/>
                    <a:pt x="903" y="1489"/>
                  </a:cubicBezTo>
                  <a:cubicBezTo>
                    <a:pt x="903" y="1488"/>
                    <a:pt x="903" y="1487"/>
                    <a:pt x="903" y="1487"/>
                  </a:cubicBezTo>
                  <a:cubicBezTo>
                    <a:pt x="905" y="1472"/>
                    <a:pt x="907" y="1457"/>
                    <a:pt x="908" y="1442"/>
                  </a:cubicBezTo>
                  <a:cubicBezTo>
                    <a:pt x="908" y="1432"/>
                    <a:pt x="904" y="1411"/>
                    <a:pt x="911" y="1403"/>
                  </a:cubicBezTo>
                  <a:lnTo>
                    <a:pt x="928" y="1403"/>
                  </a:lnTo>
                  <a:cubicBezTo>
                    <a:pt x="927" y="1410"/>
                    <a:pt x="926" y="1417"/>
                    <a:pt x="926" y="1424"/>
                  </a:cubicBezTo>
                  <a:cubicBezTo>
                    <a:pt x="926" y="1435"/>
                    <a:pt x="927" y="1446"/>
                    <a:pt x="930" y="1457"/>
                  </a:cubicBezTo>
                  <a:cubicBezTo>
                    <a:pt x="930" y="1461"/>
                    <a:pt x="937" y="1462"/>
                    <a:pt x="939" y="1457"/>
                  </a:cubicBezTo>
                  <a:cubicBezTo>
                    <a:pt x="943" y="1439"/>
                    <a:pt x="945" y="1421"/>
                    <a:pt x="948" y="1402"/>
                  </a:cubicBezTo>
                  <a:lnTo>
                    <a:pt x="969" y="1402"/>
                  </a:lnTo>
                  <a:cubicBezTo>
                    <a:pt x="968" y="1411"/>
                    <a:pt x="967" y="1419"/>
                    <a:pt x="967" y="1428"/>
                  </a:cubicBezTo>
                  <a:cubicBezTo>
                    <a:pt x="967" y="1441"/>
                    <a:pt x="968" y="1454"/>
                    <a:pt x="971" y="1467"/>
                  </a:cubicBezTo>
                  <a:cubicBezTo>
                    <a:pt x="972" y="1492"/>
                    <a:pt x="980" y="1516"/>
                    <a:pt x="980" y="1541"/>
                  </a:cubicBezTo>
                  <a:cubicBezTo>
                    <a:pt x="980" y="1542"/>
                    <a:pt x="980" y="1542"/>
                    <a:pt x="981" y="1542"/>
                  </a:cubicBezTo>
                  <a:lnTo>
                    <a:pt x="981" y="1543"/>
                  </a:lnTo>
                  <a:cubicBezTo>
                    <a:pt x="982" y="1543"/>
                    <a:pt x="982" y="1543"/>
                    <a:pt x="983" y="1543"/>
                  </a:cubicBezTo>
                  <a:lnTo>
                    <a:pt x="984" y="1543"/>
                  </a:lnTo>
                  <a:cubicBezTo>
                    <a:pt x="984" y="1543"/>
                    <a:pt x="984" y="1542"/>
                    <a:pt x="985" y="1542"/>
                  </a:cubicBezTo>
                  <a:lnTo>
                    <a:pt x="985" y="1541"/>
                  </a:lnTo>
                  <a:cubicBezTo>
                    <a:pt x="985" y="1520"/>
                    <a:pt x="984" y="1499"/>
                    <a:pt x="987" y="1478"/>
                  </a:cubicBezTo>
                  <a:cubicBezTo>
                    <a:pt x="990" y="1456"/>
                    <a:pt x="985" y="1430"/>
                    <a:pt x="989" y="1408"/>
                  </a:cubicBezTo>
                  <a:cubicBezTo>
                    <a:pt x="990" y="1407"/>
                    <a:pt x="989" y="1407"/>
                    <a:pt x="990" y="1406"/>
                  </a:cubicBezTo>
                  <a:cubicBezTo>
                    <a:pt x="991" y="1405"/>
                    <a:pt x="992" y="1403"/>
                    <a:pt x="992" y="1402"/>
                  </a:cubicBezTo>
                  <a:lnTo>
                    <a:pt x="1017" y="1402"/>
                  </a:lnTo>
                  <a:cubicBezTo>
                    <a:pt x="1017" y="1415"/>
                    <a:pt x="1018" y="1427"/>
                    <a:pt x="1019" y="1440"/>
                  </a:cubicBezTo>
                  <a:cubicBezTo>
                    <a:pt x="1021" y="1457"/>
                    <a:pt x="1019" y="1473"/>
                    <a:pt x="1019" y="1490"/>
                  </a:cubicBezTo>
                  <a:cubicBezTo>
                    <a:pt x="1019" y="1496"/>
                    <a:pt x="1027" y="1495"/>
                    <a:pt x="1027" y="1490"/>
                  </a:cubicBezTo>
                  <a:cubicBezTo>
                    <a:pt x="1027" y="1478"/>
                    <a:pt x="1033" y="1468"/>
                    <a:pt x="1033" y="1456"/>
                  </a:cubicBezTo>
                  <a:cubicBezTo>
                    <a:pt x="1033" y="1438"/>
                    <a:pt x="1037" y="1420"/>
                    <a:pt x="1037" y="1402"/>
                  </a:cubicBezTo>
                  <a:cubicBezTo>
                    <a:pt x="1096" y="1402"/>
                    <a:pt x="1157" y="1401"/>
                    <a:pt x="1217" y="1401"/>
                  </a:cubicBezTo>
                  <a:cubicBezTo>
                    <a:pt x="1313" y="1401"/>
                    <a:pt x="1412" y="1405"/>
                    <a:pt x="1510" y="1405"/>
                  </a:cubicBezTo>
                  <a:lnTo>
                    <a:pt x="1510" y="1406"/>
                  </a:lnTo>
                  <a:cubicBezTo>
                    <a:pt x="1510" y="1407"/>
                    <a:pt x="1510" y="1407"/>
                    <a:pt x="1510" y="1408"/>
                  </a:cubicBezTo>
                  <a:cubicBezTo>
                    <a:pt x="1510" y="1426"/>
                    <a:pt x="1507" y="1443"/>
                    <a:pt x="1506" y="1460"/>
                  </a:cubicBezTo>
                  <a:cubicBezTo>
                    <a:pt x="1506" y="1466"/>
                    <a:pt x="1507" y="1471"/>
                    <a:pt x="1508" y="1477"/>
                  </a:cubicBezTo>
                  <a:cubicBezTo>
                    <a:pt x="1508" y="1482"/>
                    <a:pt x="1508" y="1488"/>
                    <a:pt x="1508" y="1494"/>
                  </a:cubicBezTo>
                  <a:cubicBezTo>
                    <a:pt x="1508" y="1500"/>
                    <a:pt x="1508" y="1505"/>
                    <a:pt x="1508" y="1511"/>
                  </a:cubicBezTo>
                  <a:lnTo>
                    <a:pt x="1508" y="1512"/>
                  </a:lnTo>
                  <a:lnTo>
                    <a:pt x="1509" y="1513"/>
                  </a:lnTo>
                  <a:cubicBezTo>
                    <a:pt x="1509" y="1513"/>
                    <a:pt x="1510" y="1513"/>
                    <a:pt x="1511" y="1513"/>
                  </a:cubicBezTo>
                  <a:lnTo>
                    <a:pt x="1512" y="1513"/>
                  </a:lnTo>
                  <a:lnTo>
                    <a:pt x="1513" y="1512"/>
                  </a:lnTo>
                  <a:cubicBezTo>
                    <a:pt x="1513" y="1511"/>
                    <a:pt x="1513" y="1511"/>
                    <a:pt x="1513" y="1511"/>
                  </a:cubicBezTo>
                  <a:cubicBezTo>
                    <a:pt x="1517" y="1486"/>
                    <a:pt x="1523" y="1462"/>
                    <a:pt x="1527" y="1437"/>
                  </a:cubicBezTo>
                  <a:cubicBezTo>
                    <a:pt x="1528" y="1426"/>
                    <a:pt x="1530" y="1415"/>
                    <a:pt x="1533" y="1404"/>
                  </a:cubicBezTo>
                  <a:lnTo>
                    <a:pt x="1552" y="1404"/>
                  </a:lnTo>
                  <a:cubicBezTo>
                    <a:pt x="1552" y="1406"/>
                    <a:pt x="1552" y="1409"/>
                    <a:pt x="1552" y="1411"/>
                  </a:cubicBezTo>
                  <a:cubicBezTo>
                    <a:pt x="1552" y="1414"/>
                    <a:pt x="1552" y="1416"/>
                    <a:pt x="1552" y="1419"/>
                  </a:cubicBezTo>
                  <a:cubicBezTo>
                    <a:pt x="1552" y="1427"/>
                    <a:pt x="1551" y="1434"/>
                    <a:pt x="1552" y="1443"/>
                  </a:cubicBezTo>
                  <a:cubicBezTo>
                    <a:pt x="1552" y="1446"/>
                    <a:pt x="1559" y="1446"/>
                    <a:pt x="1559" y="1443"/>
                  </a:cubicBezTo>
                  <a:cubicBezTo>
                    <a:pt x="1559" y="1435"/>
                    <a:pt x="1561" y="1427"/>
                    <a:pt x="1564" y="1420"/>
                  </a:cubicBezTo>
                  <a:cubicBezTo>
                    <a:pt x="1566" y="1415"/>
                    <a:pt x="1567" y="1410"/>
                    <a:pt x="1569" y="1404"/>
                  </a:cubicBezTo>
                  <a:lnTo>
                    <a:pt x="1592" y="1404"/>
                  </a:lnTo>
                  <a:cubicBezTo>
                    <a:pt x="1592" y="1405"/>
                    <a:pt x="1592" y="1405"/>
                    <a:pt x="1592" y="1405"/>
                  </a:cubicBezTo>
                  <a:cubicBezTo>
                    <a:pt x="1592" y="1406"/>
                    <a:pt x="1592" y="1406"/>
                    <a:pt x="1592" y="1407"/>
                  </a:cubicBezTo>
                  <a:cubicBezTo>
                    <a:pt x="1592" y="1412"/>
                    <a:pt x="1593" y="1418"/>
                    <a:pt x="1591" y="1423"/>
                  </a:cubicBezTo>
                  <a:cubicBezTo>
                    <a:pt x="1586" y="1435"/>
                    <a:pt x="1593" y="1449"/>
                    <a:pt x="1594" y="1461"/>
                  </a:cubicBezTo>
                  <a:cubicBezTo>
                    <a:pt x="1594" y="1465"/>
                    <a:pt x="1601" y="1464"/>
                    <a:pt x="1601" y="1461"/>
                  </a:cubicBezTo>
                  <a:cubicBezTo>
                    <a:pt x="1601" y="1460"/>
                    <a:pt x="1601" y="1458"/>
                    <a:pt x="1601" y="1457"/>
                  </a:cubicBezTo>
                  <a:cubicBezTo>
                    <a:pt x="1601" y="1447"/>
                    <a:pt x="1603" y="1438"/>
                    <a:pt x="1607" y="1429"/>
                  </a:cubicBezTo>
                  <a:lnTo>
                    <a:pt x="1608" y="1428"/>
                  </a:lnTo>
                  <a:cubicBezTo>
                    <a:pt x="1610" y="1425"/>
                    <a:pt x="1610" y="1422"/>
                    <a:pt x="1610" y="1419"/>
                  </a:cubicBezTo>
                  <a:cubicBezTo>
                    <a:pt x="1611" y="1414"/>
                    <a:pt x="1612" y="1409"/>
                    <a:pt x="1613" y="1404"/>
                  </a:cubicBezTo>
                  <a:lnTo>
                    <a:pt x="1645" y="1403"/>
                  </a:lnTo>
                  <a:cubicBezTo>
                    <a:pt x="1643" y="1432"/>
                    <a:pt x="1644" y="1462"/>
                    <a:pt x="1639" y="1491"/>
                  </a:cubicBezTo>
                  <a:cubicBezTo>
                    <a:pt x="1636" y="1510"/>
                    <a:pt x="1634" y="1530"/>
                    <a:pt x="1634" y="1550"/>
                  </a:cubicBezTo>
                  <a:cubicBezTo>
                    <a:pt x="1634" y="1561"/>
                    <a:pt x="1635" y="1571"/>
                    <a:pt x="1636" y="1582"/>
                  </a:cubicBezTo>
                  <a:cubicBezTo>
                    <a:pt x="1636" y="1583"/>
                    <a:pt x="1636" y="1584"/>
                    <a:pt x="1637" y="1585"/>
                  </a:cubicBezTo>
                  <a:cubicBezTo>
                    <a:pt x="1638" y="1586"/>
                    <a:pt x="1638" y="1587"/>
                    <a:pt x="1640" y="1588"/>
                  </a:cubicBezTo>
                  <a:cubicBezTo>
                    <a:pt x="1641" y="1588"/>
                    <a:pt x="1644" y="1590"/>
                    <a:pt x="1646" y="1590"/>
                  </a:cubicBezTo>
                  <a:cubicBezTo>
                    <a:pt x="1647" y="1590"/>
                    <a:pt x="1649" y="1588"/>
                    <a:pt x="1651" y="1588"/>
                  </a:cubicBezTo>
                  <a:cubicBezTo>
                    <a:pt x="1652" y="1587"/>
                    <a:pt x="1653" y="1586"/>
                    <a:pt x="1654" y="1585"/>
                  </a:cubicBezTo>
                  <a:cubicBezTo>
                    <a:pt x="1655" y="1584"/>
                    <a:pt x="1655" y="1583"/>
                    <a:pt x="1655" y="1582"/>
                  </a:cubicBezTo>
                  <a:cubicBezTo>
                    <a:pt x="1657" y="1559"/>
                    <a:pt x="1659" y="1535"/>
                    <a:pt x="1659" y="1512"/>
                  </a:cubicBezTo>
                  <a:cubicBezTo>
                    <a:pt x="1659" y="1506"/>
                    <a:pt x="1658" y="1499"/>
                    <a:pt x="1658" y="1493"/>
                  </a:cubicBezTo>
                  <a:cubicBezTo>
                    <a:pt x="1657" y="1462"/>
                    <a:pt x="1663" y="1433"/>
                    <a:pt x="1660" y="1401"/>
                  </a:cubicBezTo>
                  <a:lnTo>
                    <a:pt x="1665" y="1401"/>
                  </a:lnTo>
                  <a:lnTo>
                    <a:pt x="1672" y="1403"/>
                  </a:lnTo>
                  <a:cubicBezTo>
                    <a:pt x="1672" y="1406"/>
                    <a:pt x="1671" y="1410"/>
                    <a:pt x="1671" y="1413"/>
                  </a:cubicBezTo>
                  <a:cubicBezTo>
                    <a:pt x="1671" y="1421"/>
                    <a:pt x="1669" y="1429"/>
                    <a:pt x="1669" y="1437"/>
                  </a:cubicBezTo>
                  <a:cubicBezTo>
                    <a:pt x="1669" y="1439"/>
                    <a:pt x="1669" y="1441"/>
                    <a:pt x="1669" y="1443"/>
                  </a:cubicBezTo>
                  <a:cubicBezTo>
                    <a:pt x="1669" y="1453"/>
                    <a:pt x="1671" y="1462"/>
                    <a:pt x="1676" y="1470"/>
                  </a:cubicBezTo>
                  <a:lnTo>
                    <a:pt x="1676" y="1471"/>
                  </a:lnTo>
                  <a:cubicBezTo>
                    <a:pt x="1677" y="1471"/>
                    <a:pt x="1677" y="1471"/>
                    <a:pt x="1678" y="1472"/>
                  </a:cubicBezTo>
                  <a:cubicBezTo>
                    <a:pt x="1678" y="1472"/>
                    <a:pt x="1679" y="1472"/>
                    <a:pt x="1680" y="1472"/>
                  </a:cubicBezTo>
                  <a:cubicBezTo>
                    <a:pt x="1680" y="1472"/>
                    <a:pt x="1681" y="1473"/>
                    <a:pt x="1682" y="1472"/>
                  </a:cubicBezTo>
                  <a:cubicBezTo>
                    <a:pt x="1683" y="1471"/>
                    <a:pt x="1683" y="1471"/>
                    <a:pt x="1683" y="1471"/>
                  </a:cubicBezTo>
                  <a:cubicBezTo>
                    <a:pt x="1688" y="1461"/>
                    <a:pt x="1691" y="1451"/>
                    <a:pt x="1691" y="1440"/>
                  </a:cubicBezTo>
                  <a:cubicBezTo>
                    <a:pt x="1691" y="1437"/>
                    <a:pt x="1691" y="1434"/>
                    <a:pt x="1690" y="1431"/>
                  </a:cubicBezTo>
                  <a:cubicBezTo>
                    <a:pt x="1691" y="1428"/>
                    <a:pt x="1691" y="1425"/>
                    <a:pt x="1691" y="1423"/>
                  </a:cubicBezTo>
                  <a:cubicBezTo>
                    <a:pt x="1691" y="1416"/>
                    <a:pt x="1690" y="1410"/>
                    <a:pt x="1689" y="1404"/>
                  </a:cubicBezTo>
                  <a:cubicBezTo>
                    <a:pt x="1694" y="1404"/>
                    <a:pt x="1700" y="1404"/>
                    <a:pt x="1706" y="1404"/>
                  </a:cubicBezTo>
                  <a:cubicBezTo>
                    <a:pt x="1705" y="1408"/>
                    <a:pt x="1705" y="1413"/>
                    <a:pt x="1705" y="1417"/>
                  </a:cubicBezTo>
                  <a:cubicBezTo>
                    <a:pt x="1705" y="1422"/>
                    <a:pt x="1705" y="1426"/>
                    <a:pt x="1706" y="1431"/>
                  </a:cubicBezTo>
                  <a:cubicBezTo>
                    <a:pt x="1708" y="1441"/>
                    <a:pt x="1710" y="1451"/>
                    <a:pt x="1710" y="1462"/>
                  </a:cubicBezTo>
                  <a:cubicBezTo>
                    <a:pt x="1710" y="1466"/>
                    <a:pt x="1713" y="1470"/>
                    <a:pt x="1717" y="1468"/>
                  </a:cubicBezTo>
                  <a:cubicBezTo>
                    <a:pt x="1737" y="1458"/>
                    <a:pt x="1734" y="1425"/>
                    <a:pt x="1730" y="1403"/>
                  </a:cubicBezTo>
                  <a:cubicBezTo>
                    <a:pt x="1758" y="1401"/>
                    <a:pt x="1785" y="1397"/>
                    <a:pt x="1811" y="1397"/>
                  </a:cubicBezTo>
                  <a:cubicBezTo>
                    <a:pt x="1870" y="1397"/>
                    <a:pt x="1927" y="1400"/>
                    <a:pt x="1985" y="1400"/>
                  </a:cubicBezTo>
                  <a:cubicBezTo>
                    <a:pt x="2002" y="1400"/>
                    <a:pt x="2019" y="1400"/>
                    <a:pt x="2037" y="1400"/>
                  </a:cubicBezTo>
                  <a:cubicBezTo>
                    <a:pt x="2037" y="1405"/>
                    <a:pt x="2041" y="1413"/>
                    <a:pt x="2039" y="1418"/>
                  </a:cubicBezTo>
                  <a:cubicBezTo>
                    <a:pt x="2038" y="1419"/>
                    <a:pt x="2037" y="1421"/>
                    <a:pt x="2037" y="1423"/>
                  </a:cubicBezTo>
                  <a:cubicBezTo>
                    <a:pt x="2037" y="1425"/>
                    <a:pt x="2038" y="1426"/>
                    <a:pt x="2039" y="1428"/>
                  </a:cubicBezTo>
                  <a:cubicBezTo>
                    <a:pt x="2039" y="1429"/>
                    <a:pt x="2039" y="1430"/>
                    <a:pt x="2039" y="1432"/>
                  </a:cubicBezTo>
                  <a:cubicBezTo>
                    <a:pt x="2039" y="1434"/>
                    <a:pt x="2038" y="1437"/>
                    <a:pt x="2037" y="1440"/>
                  </a:cubicBezTo>
                  <a:cubicBezTo>
                    <a:pt x="2037" y="1441"/>
                    <a:pt x="2037" y="1442"/>
                    <a:pt x="2037" y="1442"/>
                  </a:cubicBezTo>
                  <a:cubicBezTo>
                    <a:pt x="2037" y="1443"/>
                    <a:pt x="2038" y="1443"/>
                    <a:pt x="2038" y="1443"/>
                  </a:cubicBezTo>
                  <a:cubicBezTo>
                    <a:pt x="2039" y="1444"/>
                    <a:pt x="2039" y="1444"/>
                    <a:pt x="2040" y="1444"/>
                  </a:cubicBezTo>
                  <a:cubicBezTo>
                    <a:pt x="2041" y="1444"/>
                    <a:pt x="2041" y="1444"/>
                    <a:pt x="2042" y="1443"/>
                  </a:cubicBezTo>
                  <a:cubicBezTo>
                    <a:pt x="2043" y="1442"/>
                    <a:pt x="2043" y="1442"/>
                    <a:pt x="2043" y="1441"/>
                  </a:cubicBezTo>
                  <a:cubicBezTo>
                    <a:pt x="2047" y="1435"/>
                    <a:pt x="2050" y="1428"/>
                    <a:pt x="2052" y="1421"/>
                  </a:cubicBezTo>
                  <a:cubicBezTo>
                    <a:pt x="2054" y="1414"/>
                    <a:pt x="2055" y="1407"/>
                    <a:pt x="2055" y="1400"/>
                  </a:cubicBezTo>
                  <a:lnTo>
                    <a:pt x="2089" y="1400"/>
                  </a:lnTo>
                  <a:cubicBezTo>
                    <a:pt x="2089" y="1400"/>
                    <a:pt x="2089" y="1401"/>
                    <a:pt x="2089" y="1402"/>
                  </a:cubicBezTo>
                  <a:cubicBezTo>
                    <a:pt x="2089" y="1403"/>
                    <a:pt x="2089" y="1404"/>
                    <a:pt x="2089" y="1405"/>
                  </a:cubicBezTo>
                  <a:cubicBezTo>
                    <a:pt x="2089" y="1407"/>
                    <a:pt x="2089" y="1408"/>
                    <a:pt x="2089" y="1409"/>
                  </a:cubicBezTo>
                  <a:cubicBezTo>
                    <a:pt x="2090" y="1411"/>
                    <a:pt x="2090" y="1413"/>
                    <a:pt x="2090" y="1415"/>
                  </a:cubicBezTo>
                  <a:cubicBezTo>
                    <a:pt x="2090" y="1417"/>
                    <a:pt x="2090" y="1419"/>
                    <a:pt x="2089" y="1421"/>
                  </a:cubicBezTo>
                  <a:cubicBezTo>
                    <a:pt x="2089" y="1424"/>
                    <a:pt x="2089" y="1427"/>
                    <a:pt x="2089" y="1431"/>
                  </a:cubicBezTo>
                  <a:cubicBezTo>
                    <a:pt x="2089" y="1441"/>
                    <a:pt x="2090" y="1451"/>
                    <a:pt x="2093" y="1461"/>
                  </a:cubicBezTo>
                  <a:cubicBezTo>
                    <a:pt x="2093" y="1464"/>
                    <a:pt x="2098" y="1464"/>
                    <a:pt x="2098" y="1461"/>
                  </a:cubicBezTo>
                  <a:cubicBezTo>
                    <a:pt x="2098" y="1460"/>
                    <a:pt x="2098" y="1460"/>
                    <a:pt x="2098" y="1459"/>
                  </a:cubicBezTo>
                  <a:cubicBezTo>
                    <a:pt x="2098" y="1451"/>
                    <a:pt x="2099" y="1442"/>
                    <a:pt x="2101" y="1434"/>
                  </a:cubicBezTo>
                  <a:cubicBezTo>
                    <a:pt x="2102" y="1431"/>
                    <a:pt x="2103" y="1428"/>
                    <a:pt x="2105" y="1425"/>
                  </a:cubicBezTo>
                  <a:cubicBezTo>
                    <a:pt x="2105" y="1424"/>
                    <a:pt x="2106" y="1423"/>
                    <a:pt x="2106" y="1422"/>
                  </a:cubicBezTo>
                  <a:cubicBezTo>
                    <a:pt x="2107" y="1418"/>
                    <a:pt x="2108" y="1414"/>
                    <a:pt x="2108" y="1410"/>
                  </a:cubicBezTo>
                  <a:cubicBezTo>
                    <a:pt x="2108" y="1409"/>
                    <a:pt x="2108" y="1409"/>
                    <a:pt x="2108" y="1408"/>
                  </a:cubicBezTo>
                  <a:cubicBezTo>
                    <a:pt x="2108" y="1403"/>
                    <a:pt x="2108" y="1402"/>
                    <a:pt x="2111" y="1400"/>
                  </a:cubicBezTo>
                  <a:lnTo>
                    <a:pt x="2125" y="1400"/>
                  </a:lnTo>
                  <a:cubicBezTo>
                    <a:pt x="2125" y="1400"/>
                    <a:pt x="2125" y="1402"/>
                    <a:pt x="2125" y="1403"/>
                  </a:cubicBezTo>
                  <a:cubicBezTo>
                    <a:pt x="2126" y="1408"/>
                    <a:pt x="2127" y="1413"/>
                    <a:pt x="2128" y="1419"/>
                  </a:cubicBezTo>
                  <a:cubicBezTo>
                    <a:pt x="2131" y="1429"/>
                    <a:pt x="2132" y="1439"/>
                    <a:pt x="2133" y="1450"/>
                  </a:cubicBezTo>
                  <a:cubicBezTo>
                    <a:pt x="2133" y="1455"/>
                    <a:pt x="2140" y="1455"/>
                    <a:pt x="2141" y="1450"/>
                  </a:cubicBezTo>
                  <a:cubicBezTo>
                    <a:pt x="2141" y="1438"/>
                    <a:pt x="2144" y="1427"/>
                    <a:pt x="2145" y="1415"/>
                  </a:cubicBezTo>
                  <a:cubicBezTo>
                    <a:pt x="2145" y="1410"/>
                    <a:pt x="2145" y="1405"/>
                    <a:pt x="2146" y="1400"/>
                  </a:cubicBezTo>
                  <a:lnTo>
                    <a:pt x="2163" y="1400"/>
                  </a:lnTo>
                  <a:lnTo>
                    <a:pt x="2173" y="1400"/>
                  </a:lnTo>
                  <a:cubicBezTo>
                    <a:pt x="2171" y="1408"/>
                    <a:pt x="2170" y="1417"/>
                    <a:pt x="2170" y="1425"/>
                  </a:cubicBezTo>
                  <a:cubicBezTo>
                    <a:pt x="2170" y="1430"/>
                    <a:pt x="2170" y="1435"/>
                    <a:pt x="2171" y="1439"/>
                  </a:cubicBezTo>
                  <a:cubicBezTo>
                    <a:pt x="2171" y="1450"/>
                    <a:pt x="2172" y="1460"/>
                    <a:pt x="2174" y="1470"/>
                  </a:cubicBezTo>
                  <a:cubicBezTo>
                    <a:pt x="2176" y="1476"/>
                    <a:pt x="2177" y="1481"/>
                    <a:pt x="2177" y="1487"/>
                  </a:cubicBezTo>
                  <a:cubicBezTo>
                    <a:pt x="2177" y="1492"/>
                    <a:pt x="2176" y="1498"/>
                    <a:pt x="2174" y="1503"/>
                  </a:cubicBezTo>
                  <a:cubicBezTo>
                    <a:pt x="2172" y="1506"/>
                    <a:pt x="2178" y="1511"/>
                    <a:pt x="2180" y="1507"/>
                  </a:cubicBezTo>
                  <a:cubicBezTo>
                    <a:pt x="2187" y="1496"/>
                    <a:pt x="2191" y="1482"/>
                    <a:pt x="2191" y="1469"/>
                  </a:cubicBezTo>
                  <a:cubicBezTo>
                    <a:pt x="2191" y="1468"/>
                    <a:pt x="2191" y="1466"/>
                    <a:pt x="2191" y="1465"/>
                  </a:cubicBezTo>
                  <a:cubicBezTo>
                    <a:pt x="2192" y="1448"/>
                    <a:pt x="2186" y="1418"/>
                    <a:pt x="2197" y="1406"/>
                  </a:cubicBezTo>
                  <a:cubicBezTo>
                    <a:pt x="2197" y="1405"/>
                    <a:pt x="2198" y="1404"/>
                    <a:pt x="2198" y="1404"/>
                  </a:cubicBezTo>
                  <a:cubicBezTo>
                    <a:pt x="2199" y="1403"/>
                    <a:pt x="2199" y="1403"/>
                    <a:pt x="2199" y="1402"/>
                  </a:cubicBezTo>
                  <a:lnTo>
                    <a:pt x="2202" y="1402"/>
                  </a:lnTo>
                  <a:cubicBezTo>
                    <a:pt x="2204" y="1458"/>
                    <a:pt x="2207" y="1515"/>
                    <a:pt x="2212" y="1571"/>
                  </a:cubicBezTo>
                  <a:lnTo>
                    <a:pt x="2213" y="1572"/>
                  </a:lnTo>
                  <a:cubicBezTo>
                    <a:pt x="2214" y="1573"/>
                    <a:pt x="2213" y="1572"/>
                    <a:pt x="2214" y="1573"/>
                  </a:cubicBezTo>
                  <a:cubicBezTo>
                    <a:pt x="2215" y="1574"/>
                    <a:pt x="2215" y="1574"/>
                    <a:pt x="2215" y="1574"/>
                  </a:cubicBezTo>
                  <a:cubicBezTo>
                    <a:pt x="2216" y="1574"/>
                    <a:pt x="2216" y="1574"/>
                    <a:pt x="2217" y="1573"/>
                  </a:cubicBezTo>
                  <a:cubicBezTo>
                    <a:pt x="2217" y="1573"/>
                    <a:pt x="2218" y="1573"/>
                    <a:pt x="2218" y="1572"/>
                  </a:cubicBezTo>
                  <a:lnTo>
                    <a:pt x="2218" y="1571"/>
                  </a:lnTo>
                  <a:cubicBezTo>
                    <a:pt x="2224" y="1515"/>
                    <a:pt x="2226" y="1459"/>
                    <a:pt x="2228" y="1404"/>
                  </a:cubicBezTo>
                  <a:cubicBezTo>
                    <a:pt x="2252" y="1406"/>
                    <a:pt x="2276" y="1408"/>
                    <a:pt x="2300" y="1407"/>
                  </a:cubicBezTo>
                  <a:cubicBezTo>
                    <a:pt x="2364" y="1409"/>
                    <a:pt x="2428" y="1418"/>
                    <a:pt x="2490" y="1434"/>
                  </a:cubicBezTo>
                  <a:cubicBezTo>
                    <a:pt x="2495" y="1435"/>
                    <a:pt x="2500" y="1435"/>
                    <a:pt x="2506" y="1435"/>
                  </a:cubicBezTo>
                  <a:cubicBezTo>
                    <a:pt x="2511" y="1435"/>
                    <a:pt x="2517" y="1435"/>
                    <a:pt x="2522" y="1434"/>
                  </a:cubicBezTo>
                  <a:cubicBezTo>
                    <a:pt x="2541" y="1437"/>
                    <a:pt x="2560" y="1441"/>
                    <a:pt x="2578" y="1446"/>
                  </a:cubicBezTo>
                  <a:cubicBezTo>
                    <a:pt x="2606" y="1451"/>
                    <a:pt x="2639" y="1457"/>
                    <a:pt x="2668" y="1465"/>
                  </a:cubicBezTo>
                  <a:cubicBezTo>
                    <a:pt x="2667" y="1478"/>
                    <a:pt x="2666" y="1492"/>
                    <a:pt x="2666" y="1506"/>
                  </a:cubicBezTo>
                  <a:cubicBezTo>
                    <a:pt x="2666" y="1523"/>
                    <a:pt x="2662" y="1540"/>
                    <a:pt x="2662" y="1558"/>
                  </a:cubicBezTo>
                  <a:lnTo>
                    <a:pt x="2656" y="1560"/>
                  </a:lnTo>
                  <a:cubicBezTo>
                    <a:pt x="2652" y="1562"/>
                    <a:pt x="2647" y="1563"/>
                    <a:pt x="2642" y="1564"/>
                  </a:cubicBezTo>
                  <a:cubicBezTo>
                    <a:pt x="2642" y="1556"/>
                    <a:pt x="2643" y="1548"/>
                    <a:pt x="2643" y="1539"/>
                  </a:cubicBezTo>
                  <a:cubicBezTo>
                    <a:pt x="2643" y="1517"/>
                    <a:pt x="2641" y="1495"/>
                    <a:pt x="2637" y="1473"/>
                  </a:cubicBezTo>
                  <a:cubicBezTo>
                    <a:pt x="2637" y="1469"/>
                    <a:pt x="2630" y="1468"/>
                    <a:pt x="2629" y="1473"/>
                  </a:cubicBezTo>
                  <a:cubicBezTo>
                    <a:pt x="2626" y="1495"/>
                    <a:pt x="2624" y="1517"/>
                    <a:pt x="2624" y="1539"/>
                  </a:cubicBezTo>
                  <a:cubicBezTo>
                    <a:pt x="2624" y="1549"/>
                    <a:pt x="2624" y="1559"/>
                    <a:pt x="2625" y="1569"/>
                  </a:cubicBezTo>
                  <a:cubicBezTo>
                    <a:pt x="2617" y="1571"/>
                    <a:pt x="2608" y="1573"/>
                    <a:pt x="2600" y="1574"/>
                  </a:cubicBezTo>
                  <a:cubicBezTo>
                    <a:pt x="2598" y="1563"/>
                    <a:pt x="2600" y="1552"/>
                    <a:pt x="2600" y="1540"/>
                  </a:cubicBezTo>
                  <a:cubicBezTo>
                    <a:pt x="2599" y="1523"/>
                    <a:pt x="2597" y="1505"/>
                    <a:pt x="2595" y="1487"/>
                  </a:cubicBezTo>
                  <a:cubicBezTo>
                    <a:pt x="2595" y="1484"/>
                    <a:pt x="2589" y="1484"/>
                    <a:pt x="2589" y="1487"/>
                  </a:cubicBezTo>
                  <a:cubicBezTo>
                    <a:pt x="2587" y="1505"/>
                    <a:pt x="2586" y="1522"/>
                    <a:pt x="2585" y="1539"/>
                  </a:cubicBezTo>
                  <a:cubicBezTo>
                    <a:pt x="2584" y="1546"/>
                    <a:pt x="2583" y="1552"/>
                    <a:pt x="2583" y="1558"/>
                  </a:cubicBezTo>
                  <a:cubicBezTo>
                    <a:pt x="2583" y="1564"/>
                    <a:pt x="2584" y="1570"/>
                    <a:pt x="2585" y="1576"/>
                  </a:cubicBezTo>
                  <a:lnTo>
                    <a:pt x="2568" y="1578"/>
                  </a:lnTo>
                  <a:cubicBezTo>
                    <a:pt x="2570" y="1565"/>
                    <a:pt x="2570" y="1552"/>
                    <a:pt x="2570" y="1539"/>
                  </a:cubicBezTo>
                  <a:cubicBezTo>
                    <a:pt x="2570" y="1522"/>
                    <a:pt x="2569" y="1505"/>
                    <a:pt x="2567" y="1488"/>
                  </a:cubicBezTo>
                  <a:cubicBezTo>
                    <a:pt x="2567" y="1487"/>
                    <a:pt x="2566" y="1486"/>
                    <a:pt x="2566" y="1485"/>
                  </a:cubicBezTo>
                  <a:cubicBezTo>
                    <a:pt x="2565" y="1484"/>
                    <a:pt x="2565" y="1482"/>
                    <a:pt x="2564" y="1482"/>
                  </a:cubicBezTo>
                  <a:cubicBezTo>
                    <a:pt x="2563" y="1481"/>
                    <a:pt x="2562" y="1482"/>
                    <a:pt x="2561" y="1482"/>
                  </a:cubicBezTo>
                  <a:cubicBezTo>
                    <a:pt x="2560" y="1482"/>
                    <a:pt x="2559" y="1481"/>
                    <a:pt x="2558" y="1482"/>
                  </a:cubicBezTo>
                  <a:cubicBezTo>
                    <a:pt x="2557" y="1482"/>
                    <a:pt x="2556" y="1484"/>
                    <a:pt x="2556" y="1485"/>
                  </a:cubicBezTo>
                  <a:cubicBezTo>
                    <a:pt x="2555" y="1486"/>
                    <a:pt x="2555" y="1487"/>
                    <a:pt x="2555" y="1488"/>
                  </a:cubicBezTo>
                  <a:cubicBezTo>
                    <a:pt x="2553" y="1505"/>
                    <a:pt x="2552" y="1522"/>
                    <a:pt x="2552" y="1539"/>
                  </a:cubicBezTo>
                  <a:cubicBezTo>
                    <a:pt x="2552" y="1553"/>
                    <a:pt x="2552" y="1566"/>
                    <a:pt x="2554" y="1579"/>
                  </a:cubicBezTo>
                  <a:lnTo>
                    <a:pt x="2537" y="1581"/>
                  </a:lnTo>
                  <a:cubicBezTo>
                    <a:pt x="2530" y="1581"/>
                    <a:pt x="2524" y="1582"/>
                    <a:pt x="2517" y="1582"/>
                  </a:cubicBezTo>
                  <a:cubicBezTo>
                    <a:pt x="2518" y="1575"/>
                    <a:pt x="2518" y="1568"/>
                    <a:pt x="2518" y="1561"/>
                  </a:cubicBezTo>
                  <a:cubicBezTo>
                    <a:pt x="2518" y="1537"/>
                    <a:pt x="2516" y="1514"/>
                    <a:pt x="2513" y="1490"/>
                  </a:cubicBezTo>
                  <a:cubicBezTo>
                    <a:pt x="2513" y="1490"/>
                    <a:pt x="2513" y="1489"/>
                    <a:pt x="2512" y="1488"/>
                  </a:cubicBezTo>
                  <a:lnTo>
                    <a:pt x="2511" y="1487"/>
                  </a:lnTo>
                  <a:cubicBezTo>
                    <a:pt x="2510" y="1486"/>
                    <a:pt x="2509" y="1486"/>
                    <a:pt x="2509" y="1486"/>
                  </a:cubicBezTo>
                  <a:cubicBezTo>
                    <a:pt x="2508" y="1486"/>
                    <a:pt x="2507" y="1486"/>
                    <a:pt x="2506" y="1487"/>
                  </a:cubicBezTo>
                  <a:lnTo>
                    <a:pt x="2505" y="1488"/>
                  </a:lnTo>
                  <a:cubicBezTo>
                    <a:pt x="2505" y="1489"/>
                    <a:pt x="2504" y="1490"/>
                    <a:pt x="2504" y="1490"/>
                  </a:cubicBezTo>
                  <a:cubicBezTo>
                    <a:pt x="2501" y="1513"/>
                    <a:pt x="2500" y="1537"/>
                    <a:pt x="2500" y="1560"/>
                  </a:cubicBezTo>
                  <a:cubicBezTo>
                    <a:pt x="2500" y="1568"/>
                    <a:pt x="2500" y="1576"/>
                    <a:pt x="2500" y="1584"/>
                  </a:cubicBezTo>
                  <a:lnTo>
                    <a:pt x="2479" y="1586"/>
                  </a:lnTo>
                  <a:cubicBezTo>
                    <a:pt x="2479" y="1557"/>
                    <a:pt x="2478" y="1527"/>
                    <a:pt x="2476" y="1498"/>
                  </a:cubicBezTo>
                  <a:cubicBezTo>
                    <a:pt x="2476" y="1497"/>
                    <a:pt x="2475" y="1497"/>
                    <a:pt x="2475" y="1496"/>
                  </a:cubicBezTo>
                  <a:cubicBezTo>
                    <a:pt x="2475" y="1496"/>
                    <a:pt x="2474" y="1496"/>
                    <a:pt x="2473" y="1495"/>
                  </a:cubicBezTo>
                  <a:cubicBezTo>
                    <a:pt x="2472" y="1494"/>
                    <a:pt x="2472" y="1494"/>
                    <a:pt x="2471" y="1494"/>
                  </a:cubicBezTo>
                  <a:cubicBezTo>
                    <a:pt x="2470" y="1494"/>
                    <a:pt x="2469" y="1494"/>
                    <a:pt x="2468" y="1495"/>
                  </a:cubicBezTo>
                  <a:lnTo>
                    <a:pt x="2467" y="1496"/>
                  </a:lnTo>
                  <a:cubicBezTo>
                    <a:pt x="2466" y="1497"/>
                    <a:pt x="2466" y="1497"/>
                    <a:pt x="2466" y="1498"/>
                  </a:cubicBezTo>
                  <a:cubicBezTo>
                    <a:pt x="2464" y="1528"/>
                    <a:pt x="2463" y="1558"/>
                    <a:pt x="2463" y="1589"/>
                  </a:cubicBezTo>
                  <a:lnTo>
                    <a:pt x="2448" y="1591"/>
                  </a:lnTo>
                  <a:cubicBezTo>
                    <a:pt x="2447" y="1584"/>
                    <a:pt x="2447" y="1577"/>
                    <a:pt x="2447" y="1570"/>
                  </a:cubicBezTo>
                  <a:cubicBezTo>
                    <a:pt x="2447" y="1562"/>
                    <a:pt x="2447" y="1555"/>
                    <a:pt x="2448" y="1548"/>
                  </a:cubicBezTo>
                  <a:cubicBezTo>
                    <a:pt x="2449" y="1542"/>
                    <a:pt x="2449" y="1536"/>
                    <a:pt x="2449" y="1530"/>
                  </a:cubicBezTo>
                  <a:cubicBezTo>
                    <a:pt x="2449" y="1524"/>
                    <a:pt x="2449" y="1518"/>
                    <a:pt x="2448" y="1512"/>
                  </a:cubicBezTo>
                  <a:cubicBezTo>
                    <a:pt x="2448" y="1511"/>
                    <a:pt x="2449" y="1511"/>
                    <a:pt x="2448" y="1510"/>
                  </a:cubicBezTo>
                  <a:cubicBezTo>
                    <a:pt x="2447" y="1509"/>
                    <a:pt x="2447" y="1510"/>
                    <a:pt x="2447" y="1510"/>
                  </a:cubicBezTo>
                  <a:cubicBezTo>
                    <a:pt x="2446" y="1510"/>
                    <a:pt x="2446" y="1509"/>
                    <a:pt x="2446" y="1509"/>
                  </a:cubicBezTo>
                  <a:cubicBezTo>
                    <a:pt x="2445" y="1509"/>
                    <a:pt x="2445" y="1510"/>
                    <a:pt x="2445" y="1510"/>
                  </a:cubicBezTo>
                  <a:cubicBezTo>
                    <a:pt x="2444" y="1510"/>
                    <a:pt x="2444" y="1510"/>
                    <a:pt x="2444" y="1510"/>
                  </a:cubicBezTo>
                  <a:cubicBezTo>
                    <a:pt x="2444" y="1511"/>
                    <a:pt x="2444" y="1511"/>
                    <a:pt x="2444" y="1512"/>
                  </a:cubicBezTo>
                  <a:cubicBezTo>
                    <a:pt x="2440" y="1538"/>
                    <a:pt x="2437" y="1565"/>
                    <a:pt x="2437" y="1592"/>
                  </a:cubicBezTo>
                  <a:lnTo>
                    <a:pt x="2413" y="1595"/>
                  </a:lnTo>
                  <a:cubicBezTo>
                    <a:pt x="2415" y="1584"/>
                    <a:pt x="2415" y="1572"/>
                    <a:pt x="2415" y="1561"/>
                  </a:cubicBezTo>
                  <a:cubicBezTo>
                    <a:pt x="2415" y="1558"/>
                    <a:pt x="2415" y="1555"/>
                    <a:pt x="2415" y="1553"/>
                  </a:cubicBezTo>
                  <a:cubicBezTo>
                    <a:pt x="2415" y="1548"/>
                    <a:pt x="2407" y="1548"/>
                    <a:pt x="2407" y="1553"/>
                  </a:cubicBezTo>
                  <a:cubicBezTo>
                    <a:pt x="2407" y="1562"/>
                    <a:pt x="2407" y="1571"/>
                    <a:pt x="2407" y="1580"/>
                  </a:cubicBezTo>
                  <a:cubicBezTo>
                    <a:pt x="2407" y="1585"/>
                    <a:pt x="2405" y="1590"/>
                    <a:pt x="2404" y="1596"/>
                  </a:cubicBezTo>
                  <a:cubicBezTo>
                    <a:pt x="2399" y="1596"/>
                    <a:pt x="2393" y="1597"/>
                    <a:pt x="2387" y="1597"/>
                  </a:cubicBezTo>
                  <a:lnTo>
                    <a:pt x="2386" y="1597"/>
                  </a:lnTo>
                  <a:cubicBezTo>
                    <a:pt x="2387" y="1589"/>
                    <a:pt x="2388" y="1580"/>
                    <a:pt x="2388" y="1571"/>
                  </a:cubicBezTo>
                  <a:cubicBezTo>
                    <a:pt x="2388" y="1567"/>
                    <a:pt x="2387" y="1563"/>
                    <a:pt x="2387" y="1559"/>
                  </a:cubicBezTo>
                  <a:cubicBezTo>
                    <a:pt x="2388" y="1555"/>
                    <a:pt x="2388" y="1551"/>
                    <a:pt x="2388" y="1547"/>
                  </a:cubicBezTo>
                  <a:cubicBezTo>
                    <a:pt x="2388" y="1543"/>
                    <a:pt x="2388" y="1540"/>
                    <a:pt x="2387" y="1536"/>
                  </a:cubicBezTo>
                  <a:cubicBezTo>
                    <a:pt x="2385" y="1529"/>
                    <a:pt x="2383" y="1521"/>
                    <a:pt x="2381" y="1514"/>
                  </a:cubicBezTo>
                  <a:cubicBezTo>
                    <a:pt x="2381" y="1510"/>
                    <a:pt x="2374" y="1509"/>
                    <a:pt x="2374" y="1514"/>
                  </a:cubicBezTo>
                  <a:cubicBezTo>
                    <a:pt x="2372" y="1527"/>
                    <a:pt x="2375" y="1541"/>
                    <a:pt x="2375" y="1554"/>
                  </a:cubicBezTo>
                  <a:cubicBezTo>
                    <a:pt x="2374" y="1559"/>
                    <a:pt x="2374" y="1564"/>
                    <a:pt x="2374" y="1570"/>
                  </a:cubicBezTo>
                  <a:cubicBezTo>
                    <a:pt x="2374" y="1579"/>
                    <a:pt x="2375" y="1589"/>
                    <a:pt x="2377" y="1598"/>
                  </a:cubicBezTo>
                  <a:cubicBezTo>
                    <a:pt x="2370" y="1599"/>
                    <a:pt x="2363" y="1601"/>
                    <a:pt x="2355" y="1603"/>
                  </a:cubicBezTo>
                  <a:cubicBezTo>
                    <a:pt x="2357" y="1599"/>
                    <a:pt x="2358" y="1595"/>
                    <a:pt x="2358" y="1591"/>
                  </a:cubicBezTo>
                  <a:cubicBezTo>
                    <a:pt x="2358" y="1589"/>
                    <a:pt x="2357" y="1588"/>
                    <a:pt x="2357" y="1586"/>
                  </a:cubicBezTo>
                  <a:cubicBezTo>
                    <a:pt x="2357" y="1584"/>
                    <a:pt x="2357" y="1582"/>
                    <a:pt x="2357" y="1580"/>
                  </a:cubicBezTo>
                  <a:cubicBezTo>
                    <a:pt x="2357" y="1578"/>
                    <a:pt x="2357" y="1576"/>
                    <a:pt x="2357" y="1574"/>
                  </a:cubicBezTo>
                  <a:cubicBezTo>
                    <a:pt x="2357" y="1570"/>
                    <a:pt x="2355" y="1567"/>
                    <a:pt x="2354" y="1563"/>
                  </a:cubicBezTo>
                  <a:cubicBezTo>
                    <a:pt x="2354" y="1562"/>
                    <a:pt x="2354" y="1561"/>
                    <a:pt x="2354" y="1561"/>
                  </a:cubicBezTo>
                  <a:cubicBezTo>
                    <a:pt x="2353" y="1560"/>
                    <a:pt x="2353" y="1560"/>
                    <a:pt x="2352" y="1559"/>
                  </a:cubicBezTo>
                  <a:lnTo>
                    <a:pt x="2351" y="1559"/>
                  </a:lnTo>
                  <a:cubicBezTo>
                    <a:pt x="2350" y="1559"/>
                    <a:pt x="2349" y="1559"/>
                    <a:pt x="2349" y="1559"/>
                  </a:cubicBezTo>
                  <a:cubicBezTo>
                    <a:pt x="2348" y="1560"/>
                    <a:pt x="2348" y="1560"/>
                    <a:pt x="2347" y="1561"/>
                  </a:cubicBezTo>
                  <a:cubicBezTo>
                    <a:pt x="2347" y="1561"/>
                    <a:pt x="2347" y="1562"/>
                    <a:pt x="2347" y="1563"/>
                  </a:cubicBezTo>
                  <a:cubicBezTo>
                    <a:pt x="2346" y="1565"/>
                    <a:pt x="2346" y="1567"/>
                    <a:pt x="2345" y="1570"/>
                  </a:cubicBezTo>
                  <a:cubicBezTo>
                    <a:pt x="2344" y="1574"/>
                    <a:pt x="2343" y="1578"/>
                    <a:pt x="2343" y="1583"/>
                  </a:cubicBezTo>
                  <a:cubicBezTo>
                    <a:pt x="2343" y="1585"/>
                    <a:pt x="2343" y="1587"/>
                    <a:pt x="2343" y="1589"/>
                  </a:cubicBezTo>
                  <a:cubicBezTo>
                    <a:pt x="2343" y="1593"/>
                    <a:pt x="2344" y="1598"/>
                    <a:pt x="2345" y="1602"/>
                  </a:cubicBezTo>
                  <a:lnTo>
                    <a:pt x="2346" y="1604"/>
                  </a:lnTo>
                  <a:cubicBezTo>
                    <a:pt x="2340" y="1605"/>
                    <a:pt x="2333" y="1606"/>
                    <a:pt x="2327" y="1606"/>
                  </a:cubicBezTo>
                  <a:cubicBezTo>
                    <a:pt x="2321" y="1606"/>
                    <a:pt x="2316" y="1606"/>
                    <a:pt x="2310" y="1606"/>
                  </a:cubicBezTo>
                  <a:cubicBezTo>
                    <a:pt x="2295" y="1606"/>
                    <a:pt x="2280" y="1607"/>
                    <a:pt x="2265" y="1609"/>
                  </a:cubicBezTo>
                  <a:cubicBezTo>
                    <a:pt x="2205" y="1626"/>
                    <a:pt x="2135" y="1616"/>
                    <a:pt x="2074" y="1616"/>
                  </a:cubicBezTo>
                  <a:cubicBezTo>
                    <a:pt x="1936" y="1616"/>
                    <a:pt x="1799" y="1621"/>
                    <a:pt x="1661" y="1619"/>
                  </a:cubicBezTo>
                  <a:cubicBezTo>
                    <a:pt x="1599" y="1619"/>
                    <a:pt x="1537" y="1624"/>
                    <a:pt x="1474" y="1624"/>
                  </a:cubicBezTo>
                  <a:cubicBezTo>
                    <a:pt x="1417" y="1624"/>
                    <a:pt x="1361" y="1620"/>
                    <a:pt x="1305" y="1617"/>
                  </a:cubicBezTo>
                  <a:cubicBezTo>
                    <a:pt x="1280" y="1615"/>
                    <a:pt x="1255" y="1614"/>
                    <a:pt x="1230" y="1614"/>
                  </a:cubicBezTo>
                  <a:cubicBezTo>
                    <a:pt x="1200" y="1614"/>
                    <a:pt x="1170" y="1616"/>
                    <a:pt x="1141" y="1618"/>
                  </a:cubicBezTo>
                  <a:cubicBezTo>
                    <a:pt x="1117" y="1622"/>
                    <a:pt x="1094" y="1624"/>
                    <a:pt x="1071" y="1625"/>
                  </a:cubicBezTo>
                  <a:cubicBezTo>
                    <a:pt x="1047" y="1625"/>
                    <a:pt x="1009" y="1634"/>
                    <a:pt x="987" y="1625"/>
                  </a:cubicBezTo>
                  <a:cubicBezTo>
                    <a:pt x="986" y="1624"/>
                    <a:pt x="985" y="1624"/>
                    <a:pt x="985" y="1624"/>
                  </a:cubicBezTo>
                  <a:cubicBezTo>
                    <a:pt x="984" y="1624"/>
                    <a:pt x="984" y="1624"/>
                    <a:pt x="983" y="1625"/>
                  </a:cubicBezTo>
                  <a:cubicBezTo>
                    <a:pt x="982" y="1626"/>
                    <a:pt x="982" y="1625"/>
                    <a:pt x="981" y="1626"/>
                  </a:cubicBezTo>
                  <a:cubicBezTo>
                    <a:pt x="980" y="1627"/>
                    <a:pt x="981" y="1628"/>
                    <a:pt x="981" y="1628"/>
                  </a:cubicBezTo>
                  <a:cubicBezTo>
                    <a:pt x="981" y="1629"/>
                    <a:pt x="981" y="1630"/>
                    <a:pt x="981" y="1630"/>
                  </a:cubicBezTo>
                  <a:cubicBezTo>
                    <a:pt x="982" y="1631"/>
                    <a:pt x="982" y="1631"/>
                    <a:pt x="983" y="1632"/>
                  </a:cubicBezTo>
                  <a:cubicBezTo>
                    <a:pt x="1004" y="1643"/>
                    <a:pt x="1031" y="1637"/>
                    <a:pt x="1054" y="1638"/>
                  </a:cubicBezTo>
                  <a:cubicBezTo>
                    <a:pt x="1072" y="1638"/>
                    <a:pt x="1104" y="1645"/>
                    <a:pt x="1122" y="1639"/>
                  </a:cubicBezTo>
                  <a:cubicBezTo>
                    <a:pt x="1149" y="1630"/>
                    <a:pt x="1190" y="1634"/>
                    <a:pt x="1225" y="1636"/>
                  </a:cubicBezTo>
                  <a:cubicBezTo>
                    <a:pt x="1223" y="1639"/>
                    <a:pt x="1220" y="1641"/>
                    <a:pt x="1219" y="1644"/>
                  </a:cubicBezTo>
                  <a:cubicBezTo>
                    <a:pt x="1215" y="1650"/>
                    <a:pt x="1213" y="1657"/>
                    <a:pt x="1212" y="1663"/>
                  </a:cubicBezTo>
                  <a:cubicBezTo>
                    <a:pt x="1206" y="1680"/>
                    <a:pt x="1202" y="1697"/>
                    <a:pt x="1198" y="1714"/>
                  </a:cubicBezTo>
                  <a:lnTo>
                    <a:pt x="1199" y="1715"/>
                  </a:lnTo>
                  <a:moveTo>
                    <a:pt x="767" y="1782"/>
                  </a:moveTo>
                  <a:lnTo>
                    <a:pt x="746" y="1782"/>
                  </a:lnTo>
                  <a:cubicBezTo>
                    <a:pt x="745" y="1776"/>
                    <a:pt x="744" y="1770"/>
                    <a:pt x="742" y="1764"/>
                  </a:cubicBezTo>
                  <a:cubicBezTo>
                    <a:pt x="741" y="1757"/>
                    <a:pt x="741" y="1750"/>
                    <a:pt x="740" y="1744"/>
                  </a:cubicBezTo>
                  <a:cubicBezTo>
                    <a:pt x="738" y="1738"/>
                    <a:pt x="738" y="1730"/>
                    <a:pt x="738" y="1724"/>
                  </a:cubicBezTo>
                  <a:cubicBezTo>
                    <a:pt x="737" y="1717"/>
                    <a:pt x="730" y="1720"/>
                    <a:pt x="729" y="1724"/>
                  </a:cubicBezTo>
                  <a:cubicBezTo>
                    <a:pt x="727" y="1735"/>
                    <a:pt x="726" y="1746"/>
                    <a:pt x="726" y="1756"/>
                  </a:cubicBezTo>
                  <a:cubicBezTo>
                    <a:pt x="726" y="1765"/>
                    <a:pt x="727" y="1773"/>
                    <a:pt x="728" y="1781"/>
                  </a:cubicBezTo>
                  <a:lnTo>
                    <a:pt x="710" y="1781"/>
                  </a:lnTo>
                  <a:cubicBezTo>
                    <a:pt x="710" y="1780"/>
                    <a:pt x="710" y="1780"/>
                    <a:pt x="710" y="1779"/>
                  </a:cubicBezTo>
                  <a:cubicBezTo>
                    <a:pt x="710" y="1779"/>
                    <a:pt x="710" y="1778"/>
                    <a:pt x="710" y="1777"/>
                  </a:cubicBezTo>
                  <a:cubicBezTo>
                    <a:pt x="705" y="1752"/>
                    <a:pt x="702" y="1727"/>
                    <a:pt x="701" y="1702"/>
                  </a:cubicBezTo>
                  <a:cubicBezTo>
                    <a:pt x="726" y="1703"/>
                    <a:pt x="750" y="1705"/>
                    <a:pt x="775" y="1707"/>
                  </a:cubicBezTo>
                  <a:cubicBezTo>
                    <a:pt x="775" y="1707"/>
                    <a:pt x="774" y="1707"/>
                    <a:pt x="775" y="1708"/>
                  </a:cubicBezTo>
                  <a:cubicBezTo>
                    <a:pt x="776" y="1709"/>
                    <a:pt x="777" y="1708"/>
                    <a:pt x="778" y="1708"/>
                  </a:cubicBezTo>
                  <a:cubicBezTo>
                    <a:pt x="778" y="1708"/>
                    <a:pt x="779" y="1709"/>
                    <a:pt x="780" y="1708"/>
                  </a:cubicBezTo>
                  <a:cubicBezTo>
                    <a:pt x="781" y="1707"/>
                    <a:pt x="780" y="1707"/>
                    <a:pt x="780" y="1707"/>
                  </a:cubicBezTo>
                  <a:cubicBezTo>
                    <a:pt x="801" y="1709"/>
                    <a:pt x="822" y="1712"/>
                    <a:pt x="843" y="1714"/>
                  </a:cubicBezTo>
                  <a:cubicBezTo>
                    <a:pt x="876" y="1720"/>
                    <a:pt x="912" y="1714"/>
                    <a:pt x="947" y="1719"/>
                  </a:cubicBezTo>
                  <a:lnTo>
                    <a:pt x="960" y="1720"/>
                  </a:lnTo>
                  <a:cubicBezTo>
                    <a:pt x="960" y="1730"/>
                    <a:pt x="961" y="1747"/>
                    <a:pt x="961" y="1747"/>
                  </a:cubicBezTo>
                  <a:cubicBezTo>
                    <a:pt x="963" y="1762"/>
                    <a:pt x="964" y="1778"/>
                    <a:pt x="966" y="1793"/>
                  </a:cubicBezTo>
                  <a:lnTo>
                    <a:pt x="966" y="1794"/>
                  </a:lnTo>
                  <a:lnTo>
                    <a:pt x="966" y="1795"/>
                  </a:lnTo>
                  <a:cubicBezTo>
                    <a:pt x="934" y="1792"/>
                    <a:pt x="901" y="1790"/>
                    <a:pt x="868" y="1787"/>
                  </a:cubicBezTo>
                  <a:cubicBezTo>
                    <a:pt x="840" y="1785"/>
                    <a:pt x="813" y="1784"/>
                    <a:pt x="785" y="1783"/>
                  </a:cubicBezTo>
                  <a:cubicBezTo>
                    <a:pt x="785" y="1778"/>
                    <a:pt x="783" y="1772"/>
                    <a:pt x="781" y="1767"/>
                  </a:cubicBezTo>
                  <a:cubicBezTo>
                    <a:pt x="778" y="1759"/>
                    <a:pt x="776" y="1749"/>
                    <a:pt x="775" y="1740"/>
                  </a:cubicBezTo>
                  <a:cubicBezTo>
                    <a:pt x="775" y="1739"/>
                    <a:pt x="775" y="1739"/>
                    <a:pt x="775" y="1739"/>
                  </a:cubicBezTo>
                  <a:cubicBezTo>
                    <a:pt x="774" y="1738"/>
                    <a:pt x="774" y="1737"/>
                    <a:pt x="773" y="1737"/>
                  </a:cubicBezTo>
                  <a:cubicBezTo>
                    <a:pt x="773" y="1737"/>
                    <a:pt x="772" y="1736"/>
                    <a:pt x="771" y="1736"/>
                  </a:cubicBezTo>
                  <a:cubicBezTo>
                    <a:pt x="770" y="1736"/>
                    <a:pt x="770" y="1737"/>
                    <a:pt x="769" y="1737"/>
                  </a:cubicBezTo>
                  <a:cubicBezTo>
                    <a:pt x="768" y="1737"/>
                    <a:pt x="768" y="1738"/>
                    <a:pt x="767" y="1739"/>
                  </a:cubicBezTo>
                  <a:lnTo>
                    <a:pt x="767" y="1740"/>
                  </a:lnTo>
                  <a:cubicBezTo>
                    <a:pt x="766" y="1748"/>
                    <a:pt x="763" y="1755"/>
                    <a:pt x="762" y="1763"/>
                  </a:cubicBezTo>
                  <a:cubicBezTo>
                    <a:pt x="763" y="1769"/>
                    <a:pt x="764" y="1775"/>
                    <a:pt x="766" y="1781"/>
                  </a:cubicBezTo>
                  <a:lnTo>
                    <a:pt x="767" y="1782"/>
                  </a:lnTo>
                  <a:moveTo>
                    <a:pt x="695" y="1779"/>
                  </a:moveTo>
                  <a:lnTo>
                    <a:pt x="673" y="1777"/>
                  </a:lnTo>
                  <a:cubicBezTo>
                    <a:pt x="672" y="1766"/>
                    <a:pt x="670" y="1754"/>
                    <a:pt x="667" y="1743"/>
                  </a:cubicBezTo>
                  <a:cubicBezTo>
                    <a:pt x="664" y="1728"/>
                    <a:pt x="664" y="1713"/>
                    <a:pt x="662" y="1698"/>
                  </a:cubicBezTo>
                  <a:lnTo>
                    <a:pt x="695" y="1700"/>
                  </a:lnTo>
                  <a:cubicBezTo>
                    <a:pt x="693" y="1716"/>
                    <a:pt x="692" y="1732"/>
                    <a:pt x="691" y="1747"/>
                  </a:cubicBezTo>
                  <a:cubicBezTo>
                    <a:pt x="691" y="1748"/>
                    <a:pt x="691" y="1748"/>
                    <a:pt x="691" y="1749"/>
                  </a:cubicBezTo>
                  <a:cubicBezTo>
                    <a:pt x="691" y="1758"/>
                    <a:pt x="692" y="1768"/>
                    <a:pt x="694" y="1778"/>
                  </a:cubicBezTo>
                  <a:lnTo>
                    <a:pt x="695" y="1779"/>
                  </a:lnTo>
                  <a:moveTo>
                    <a:pt x="656" y="1675"/>
                  </a:moveTo>
                  <a:cubicBezTo>
                    <a:pt x="636" y="1672"/>
                    <a:pt x="617" y="1671"/>
                    <a:pt x="598" y="1671"/>
                  </a:cubicBezTo>
                  <a:cubicBezTo>
                    <a:pt x="593" y="1671"/>
                    <a:pt x="588" y="1671"/>
                    <a:pt x="583" y="1671"/>
                  </a:cubicBezTo>
                  <a:lnTo>
                    <a:pt x="582" y="1668"/>
                  </a:lnTo>
                  <a:cubicBezTo>
                    <a:pt x="579" y="1664"/>
                    <a:pt x="574" y="1668"/>
                    <a:pt x="575" y="1671"/>
                  </a:cubicBezTo>
                  <a:cubicBezTo>
                    <a:pt x="573" y="1671"/>
                    <a:pt x="571" y="1671"/>
                    <a:pt x="570" y="1671"/>
                  </a:cubicBezTo>
                  <a:cubicBezTo>
                    <a:pt x="552" y="1671"/>
                    <a:pt x="534" y="1670"/>
                    <a:pt x="516" y="1667"/>
                  </a:cubicBezTo>
                  <a:cubicBezTo>
                    <a:pt x="508" y="1665"/>
                    <a:pt x="500" y="1664"/>
                    <a:pt x="493" y="1664"/>
                  </a:cubicBezTo>
                  <a:cubicBezTo>
                    <a:pt x="490" y="1664"/>
                    <a:pt x="487" y="1664"/>
                    <a:pt x="483" y="1664"/>
                  </a:cubicBezTo>
                  <a:cubicBezTo>
                    <a:pt x="452" y="1664"/>
                    <a:pt x="429" y="1651"/>
                    <a:pt x="400" y="1643"/>
                  </a:cubicBezTo>
                  <a:cubicBezTo>
                    <a:pt x="399" y="1643"/>
                    <a:pt x="399" y="1643"/>
                    <a:pt x="399" y="1643"/>
                  </a:cubicBezTo>
                  <a:cubicBezTo>
                    <a:pt x="398" y="1644"/>
                    <a:pt x="398" y="1644"/>
                    <a:pt x="398" y="1644"/>
                  </a:cubicBezTo>
                  <a:lnTo>
                    <a:pt x="398" y="1645"/>
                  </a:lnTo>
                  <a:cubicBezTo>
                    <a:pt x="398" y="1646"/>
                    <a:pt x="398" y="1646"/>
                    <a:pt x="398" y="1646"/>
                  </a:cubicBezTo>
                  <a:cubicBezTo>
                    <a:pt x="398" y="1647"/>
                    <a:pt x="398" y="1647"/>
                    <a:pt x="399" y="1647"/>
                  </a:cubicBezTo>
                  <a:cubicBezTo>
                    <a:pt x="455" y="1670"/>
                    <a:pt x="514" y="1684"/>
                    <a:pt x="574" y="1690"/>
                  </a:cubicBezTo>
                  <a:cubicBezTo>
                    <a:pt x="574" y="1691"/>
                    <a:pt x="574" y="1692"/>
                    <a:pt x="574" y="1694"/>
                  </a:cubicBezTo>
                  <a:cubicBezTo>
                    <a:pt x="574" y="1695"/>
                    <a:pt x="574" y="1696"/>
                    <a:pt x="574" y="1697"/>
                  </a:cubicBezTo>
                  <a:cubicBezTo>
                    <a:pt x="575" y="1703"/>
                    <a:pt x="575" y="1708"/>
                    <a:pt x="575" y="1714"/>
                  </a:cubicBezTo>
                  <a:cubicBezTo>
                    <a:pt x="575" y="1731"/>
                    <a:pt x="576" y="1748"/>
                    <a:pt x="578" y="1765"/>
                  </a:cubicBezTo>
                  <a:lnTo>
                    <a:pt x="569" y="1764"/>
                  </a:lnTo>
                  <a:cubicBezTo>
                    <a:pt x="534" y="1756"/>
                    <a:pt x="413" y="1740"/>
                    <a:pt x="313" y="1714"/>
                  </a:cubicBezTo>
                  <a:cubicBezTo>
                    <a:pt x="313" y="1713"/>
                    <a:pt x="313" y="1713"/>
                    <a:pt x="312" y="1712"/>
                  </a:cubicBezTo>
                  <a:cubicBezTo>
                    <a:pt x="312" y="1711"/>
                    <a:pt x="312" y="1711"/>
                    <a:pt x="311" y="1710"/>
                  </a:cubicBezTo>
                  <a:cubicBezTo>
                    <a:pt x="306" y="1701"/>
                    <a:pt x="304" y="1691"/>
                    <a:pt x="303" y="1681"/>
                  </a:cubicBezTo>
                  <a:cubicBezTo>
                    <a:pt x="303" y="1665"/>
                    <a:pt x="302" y="1650"/>
                    <a:pt x="300" y="1634"/>
                  </a:cubicBezTo>
                  <a:cubicBezTo>
                    <a:pt x="305" y="1636"/>
                    <a:pt x="309" y="1637"/>
                    <a:pt x="314" y="1639"/>
                  </a:cubicBezTo>
                  <a:cubicBezTo>
                    <a:pt x="320" y="1642"/>
                    <a:pt x="327" y="1644"/>
                    <a:pt x="335" y="1644"/>
                  </a:cubicBezTo>
                  <a:cubicBezTo>
                    <a:pt x="340" y="1644"/>
                    <a:pt x="345" y="1643"/>
                    <a:pt x="349" y="1642"/>
                  </a:cubicBezTo>
                  <a:cubicBezTo>
                    <a:pt x="350" y="1641"/>
                    <a:pt x="349" y="1641"/>
                    <a:pt x="350" y="1640"/>
                  </a:cubicBezTo>
                  <a:cubicBezTo>
                    <a:pt x="351" y="1639"/>
                    <a:pt x="351" y="1639"/>
                    <a:pt x="351" y="1639"/>
                  </a:cubicBezTo>
                  <a:cubicBezTo>
                    <a:pt x="351" y="1638"/>
                    <a:pt x="351" y="1638"/>
                    <a:pt x="350" y="1637"/>
                  </a:cubicBezTo>
                  <a:cubicBezTo>
                    <a:pt x="350" y="1637"/>
                    <a:pt x="350" y="1636"/>
                    <a:pt x="349" y="1636"/>
                  </a:cubicBezTo>
                  <a:cubicBezTo>
                    <a:pt x="348" y="1635"/>
                    <a:pt x="347" y="1635"/>
                    <a:pt x="347" y="1634"/>
                  </a:cubicBezTo>
                  <a:cubicBezTo>
                    <a:pt x="337" y="1629"/>
                    <a:pt x="327" y="1625"/>
                    <a:pt x="317" y="1622"/>
                  </a:cubicBezTo>
                  <a:cubicBezTo>
                    <a:pt x="327" y="1617"/>
                    <a:pt x="339" y="1613"/>
                    <a:pt x="348" y="1609"/>
                  </a:cubicBezTo>
                  <a:cubicBezTo>
                    <a:pt x="368" y="1600"/>
                    <a:pt x="387" y="1595"/>
                    <a:pt x="407" y="1588"/>
                  </a:cubicBezTo>
                  <a:lnTo>
                    <a:pt x="408" y="1587"/>
                  </a:lnTo>
                  <a:cubicBezTo>
                    <a:pt x="409" y="1587"/>
                    <a:pt x="410" y="1586"/>
                    <a:pt x="411" y="1585"/>
                  </a:cubicBezTo>
                  <a:cubicBezTo>
                    <a:pt x="488" y="1603"/>
                    <a:pt x="566" y="1615"/>
                    <a:pt x="645" y="1623"/>
                  </a:cubicBezTo>
                  <a:cubicBezTo>
                    <a:pt x="687" y="1626"/>
                    <a:pt x="734" y="1623"/>
                    <a:pt x="776" y="1633"/>
                  </a:cubicBezTo>
                  <a:cubicBezTo>
                    <a:pt x="792" y="1637"/>
                    <a:pt x="808" y="1638"/>
                    <a:pt x="824" y="1639"/>
                  </a:cubicBezTo>
                  <a:cubicBezTo>
                    <a:pt x="821" y="1641"/>
                    <a:pt x="819" y="1644"/>
                    <a:pt x="817" y="1647"/>
                  </a:cubicBezTo>
                  <a:cubicBezTo>
                    <a:pt x="814" y="1650"/>
                    <a:pt x="805" y="1657"/>
                    <a:pt x="799" y="1662"/>
                  </a:cubicBezTo>
                  <a:cubicBezTo>
                    <a:pt x="794" y="1668"/>
                    <a:pt x="788" y="1675"/>
                    <a:pt x="784" y="1682"/>
                  </a:cubicBezTo>
                  <a:cubicBezTo>
                    <a:pt x="783" y="1684"/>
                    <a:pt x="783" y="1685"/>
                    <a:pt x="782" y="1687"/>
                  </a:cubicBezTo>
                  <a:cubicBezTo>
                    <a:pt x="740" y="1682"/>
                    <a:pt x="697" y="1680"/>
                    <a:pt x="655" y="1673"/>
                  </a:cubicBezTo>
                  <a:lnTo>
                    <a:pt x="656" y="1675"/>
                  </a:lnTo>
                  <a:moveTo>
                    <a:pt x="608" y="1769"/>
                  </a:moveTo>
                  <a:lnTo>
                    <a:pt x="599" y="1768"/>
                  </a:lnTo>
                  <a:cubicBezTo>
                    <a:pt x="599" y="1767"/>
                    <a:pt x="599" y="1767"/>
                    <a:pt x="599" y="1766"/>
                  </a:cubicBezTo>
                  <a:cubicBezTo>
                    <a:pt x="599" y="1765"/>
                    <a:pt x="599" y="1765"/>
                    <a:pt x="599" y="1764"/>
                  </a:cubicBezTo>
                  <a:cubicBezTo>
                    <a:pt x="599" y="1763"/>
                    <a:pt x="599" y="1762"/>
                    <a:pt x="599" y="1761"/>
                  </a:cubicBezTo>
                  <a:cubicBezTo>
                    <a:pt x="599" y="1753"/>
                    <a:pt x="598" y="1745"/>
                    <a:pt x="596" y="1737"/>
                  </a:cubicBezTo>
                  <a:cubicBezTo>
                    <a:pt x="595" y="1732"/>
                    <a:pt x="594" y="1726"/>
                    <a:pt x="594" y="1721"/>
                  </a:cubicBezTo>
                  <a:cubicBezTo>
                    <a:pt x="594" y="1717"/>
                    <a:pt x="591" y="1713"/>
                    <a:pt x="591" y="1709"/>
                  </a:cubicBezTo>
                  <a:cubicBezTo>
                    <a:pt x="590" y="1702"/>
                    <a:pt x="589" y="1696"/>
                    <a:pt x="587" y="1689"/>
                  </a:cubicBezTo>
                  <a:cubicBezTo>
                    <a:pt x="609" y="1692"/>
                    <a:pt x="632" y="1694"/>
                    <a:pt x="655" y="1695"/>
                  </a:cubicBezTo>
                  <a:cubicBezTo>
                    <a:pt x="653" y="1708"/>
                    <a:pt x="652" y="1720"/>
                    <a:pt x="651" y="1733"/>
                  </a:cubicBezTo>
                  <a:cubicBezTo>
                    <a:pt x="652" y="1747"/>
                    <a:pt x="655" y="1760"/>
                    <a:pt x="658" y="1773"/>
                  </a:cubicBezTo>
                  <a:lnTo>
                    <a:pt x="629" y="1770"/>
                  </a:lnTo>
                  <a:lnTo>
                    <a:pt x="629" y="1769"/>
                  </a:lnTo>
                  <a:cubicBezTo>
                    <a:pt x="629" y="1766"/>
                    <a:pt x="628" y="1763"/>
                    <a:pt x="627" y="1760"/>
                  </a:cubicBezTo>
                  <a:cubicBezTo>
                    <a:pt x="626" y="1756"/>
                    <a:pt x="625" y="1752"/>
                    <a:pt x="625" y="1748"/>
                  </a:cubicBezTo>
                  <a:cubicBezTo>
                    <a:pt x="624" y="1741"/>
                    <a:pt x="621" y="1735"/>
                    <a:pt x="621" y="1728"/>
                  </a:cubicBezTo>
                  <a:cubicBezTo>
                    <a:pt x="621" y="1727"/>
                    <a:pt x="620" y="1727"/>
                    <a:pt x="620" y="1726"/>
                  </a:cubicBezTo>
                  <a:cubicBezTo>
                    <a:pt x="620" y="1725"/>
                    <a:pt x="619" y="1725"/>
                    <a:pt x="618" y="1724"/>
                  </a:cubicBezTo>
                  <a:cubicBezTo>
                    <a:pt x="618" y="1724"/>
                    <a:pt x="617" y="1724"/>
                    <a:pt x="616" y="1724"/>
                  </a:cubicBezTo>
                  <a:cubicBezTo>
                    <a:pt x="616" y="1724"/>
                    <a:pt x="615" y="1723"/>
                    <a:pt x="614" y="1724"/>
                  </a:cubicBezTo>
                  <a:cubicBezTo>
                    <a:pt x="613" y="1725"/>
                    <a:pt x="614" y="1725"/>
                    <a:pt x="613" y="1726"/>
                  </a:cubicBezTo>
                  <a:cubicBezTo>
                    <a:pt x="612" y="1727"/>
                    <a:pt x="612" y="1727"/>
                    <a:pt x="612" y="1728"/>
                  </a:cubicBezTo>
                  <a:cubicBezTo>
                    <a:pt x="610" y="1736"/>
                    <a:pt x="608" y="1745"/>
                    <a:pt x="607" y="1753"/>
                  </a:cubicBezTo>
                  <a:lnTo>
                    <a:pt x="607" y="1754"/>
                  </a:lnTo>
                  <a:cubicBezTo>
                    <a:pt x="607" y="1759"/>
                    <a:pt x="608" y="1764"/>
                    <a:pt x="608" y="1769"/>
                  </a:cubicBezTo>
                  <a:moveTo>
                    <a:pt x="287" y="1705"/>
                  </a:moveTo>
                  <a:lnTo>
                    <a:pt x="279" y="1703"/>
                  </a:lnTo>
                  <a:lnTo>
                    <a:pt x="279" y="1702"/>
                  </a:lnTo>
                  <a:cubicBezTo>
                    <a:pt x="275" y="1678"/>
                    <a:pt x="274" y="1654"/>
                    <a:pt x="274" y="1630"/>
                  </a:cubicBezTo>
                  <a:cubicBezTo>
                    <a:pt x="274" y="1629"/>
                    <a:pt x="274" y="1628"/>
                    <a:pt x="274" y="1627"/>
                  </a:cubicBezTo>
                  <a:cubicBezTo>
                    <a:pt x="274" y="1626"/>
                    <a:pt x="274" y="1627"/>
                    <a:pt x="274" y="1626"/>
                  </a:cubicBezTo>
                  <a:cubicBezTo>
                    <a:pt x="279" y="1627"/>
                    <a:pt x="284" y="1629"/>
                    <a:pt x="289" y="1630"/>
                  </a:cubicBezTo>
                  <a:cubicBezTo>
                    <a:pt x="286" y="1648"/>
                    <a:pt x="285" y="1666"/>
                    <a:pt x="285" y="1684"/>
                  </a:cubicBezTo>
                  <a:cubicBezTo>
                    <a:pt x="284" y="1691"/>
                    <a:pt x="287" y="1698"/>
                    <a:pt x="287" y="1705"/>
                  </a:cubicBezTo>
                  <a:moveTo>
                    <a:pt x="252" y="1602"/>
                  </a:moveTo>
                  <a:lnTo>
                    <a:pt x="252" y="1601"/>
                  </a:lnTo>
                  <a:lnTo>
                    <a:pt x="251" y="1600"/>
                  </a:lnTo>
                  <a:cubicBezTo>
                    <a:pt x="250" y="1600"/>
                    <a:pt x="250" y="1600"/>
                    <a:pt x="250" y="1600"/>
                  </a:cubicBezTo>
                  <a:cubicBezTo>
                    <a:pt x="249" y="1601"/>
                    <a:pt x="249" y="1601"/>
                    <a:pt x="249" y="1601"/>
                  </a:cubicBezTo>
                  <a:lnTo>
                    <a:pt x="249" y="1602"/>
                  </a:lnTo>
                  <a:cubicBezTo>
                    <a:pt x="245" y="1614"/>
                    <a:pt x="258" y="1620"/>
                    <a:pt x="268" y="1624"/>
                  </a:cubicBezTo>
                  <a:cubicBezTo>
                    <a:pt x="268" y="1625"/>
                    <a:pt x="267" y="1625"/>
                    <a:pt x="267" y="1625"/>
                  </a:cubicBezTo>
                  <a:cubicBezTo>
                    <a:pt x="267" y="1626"/>
                    <a:pt x="267" y="1626"/>
                    <a:pt x="267" y="1627"/>
                  </a:cubicBezTo>
                  <a:cubicBezTo>
                    <a:pt x="265" y="1644"/>
                    <a:pt x="265" y="1661"/>
                    <a:pt x="264" y="1678"/>
                  </a:cubicBezTo>
                  <a:cubicBezTo>
                    <a:pt x="263" y="1681"/>
                    <a:pt x="263" y="1685"/>
                    <a:pt x="263" y="1688"/>
                  </a:cubicBezTo>
                  <a:cubicBezTo>
                    <a:pt x="263" y="1692"/>
                    <a:pt x="263" y="1695"/>
                    <a:pt x="264" y="1699"/>
                  </a:cubicBezTo>
                  <a:lnTo>
                    <a:pt x="245" y="1692"/>
                  </a:lnTo>
                  <a:cubicBezTo>
                    <a:pt x="242" y="1680"/>
                    <a:pt x="237" y="1669"/>
                    <a:pt x="235" y="1657"/>
                  </a:cubicBezTo>
                  <a:cubicBezTo>
                    <a:pt x="235" y="1653"/>
                    <a:pt x="228" y="1654"/>
                    <a:pt x="228" y="1657"/>
                  </a:cubicBezTo>
                  <a:cubicBezTo>
                    <a:pt x="225" y="1664"/>
                    <a:pt x="224" y="1670"/>
                    <a:pt x="224" y="1677"/>
                  </a:cubicBezTo>
                  <a:lnTo>
                    <a:pt x="224" y="1678"/>
                  </a:lnTo>
                  <a:cubicBezTo>
                    <a:pt x="224" y="1680"/>
                    <a:pt x="224" y="1682"/>
                    <a:pt x="224" y="1683"/>
                  </a:cubicBezTo>
                  <a:lnTo>
                    <a:pt x="217" y="1680"/>
                  </a:lnTo>
                  <a:cubicBezTo>
                    <a:pt x="217" y="1677"/>
                    <a:pt x="218" y="1673"/>
                    <a:pt x="218" y="1670"/>
                  </a:cubicBezTo>
                  <a:cubicBezTo>
                    <a:pt x="218" y="1662"/>
                    <a:pt x="216" y="1653"/>
                    <a:pt x="213" y="1645"/>
                  </a:cubicBezTo>
                  <a:cubicBezTo>
                    <a:pt x="213" y="1635"/>
                    <a:pt x="212" y="1625"/>
                    <a:pt x="212" y="1616"/>
                  </a:cubicBezTo>
                  <a:cubicBezTo>
                    <a:pt x="212" y="1613"/>
                    <a:pt x="212" y="1611"/>
                    <a:pt x="212" y="1609"/>
                  </a:cubicBezTo>
                  <a:cubicBezTo>
                    <a:pt x="212" y="1606"/>
                    <a:pt x="208" y="1605"/>
                    <a:pt x="207" y="1609"/>
                  </a:cubicBezTo>
                  <a:cubicBezTo>
                    <a:pt x="204" y="1618"/>
                    <a:pt x="203" y="1628"/>
                    <a:pt x="202" y="1638"/>
                  </a:cubicBezTo>
                  <a:cubicBezTo>
                    <a:pt x="202" y="1649"/>
                    <a:pt x="197" y="1658"/>
                    <a:pt x="196" y="1669"/>
                  </a:cubicBezTo>
                  <a:cubicBezTo>
                    <a:pt x="186" y="1663"/>
                    <a:pt x="177" y="1654"/>
                    <a:pt x="170" y="1644"/>
                  </a:cubicBezTo>
                  <a:cubicBezTo>
                    <a:pt x="171" y="1644"/>
                    <a:pt x="171" y="1644"/>
                    <a:pt x="171" y="1643"/>
                  </a:cubicBezTo>
                  <a:cubicBezTo>
                    <a:pt x="172" y="1641"/>
                    <a:pt x="173" y="1639"/>
                    <a:pt x="173" y="1636"/>
                  </a:cubicBezTo>
                  <a:lnTo>
                    <a:pt x="173" y="1635"/>
                  </a:lnTo>
                  <a:cubicBezTo>
                    <a:pt x="174" y="1620"/>
                    <a:pt x="176" y="1604"/>
                    <a:pt x="179" y="1588"/>
                  </a:cubicBezTo>
                  <a:cubicBezTo>
                    <a:pt x="181" y="1590"/>
                    <a:pt x="183" y="1592"/>
                    <a:pt x="185" y="1593"/>
                  </a:cubicBezTo>
                  <a:cubicBezTo>
                    <a:pt x="189" y="1595"/>
                    <a:pt x="193" y="1597"/>
                    <a:pt x="197" y="1597"/>
                  </a:cubicBezTo>
                  <a:lnTo>
                    <a:pt x="198" y="1597"/>
                  </a:lnTo>
                  <a:cubicBezTo>
                    <a:pt x="200" y="1597"/>
                    <a:pt x="202" y="1597"/>
                    <a:pt x="203" y="1596"/>
                  </a:cubicBezTo>
                  <a:cubicBezTo>
                    <a:pt x="204" y="1595"/>
                    <a:pt x="205" y="1594"/>
                    <a:pt x="206" y="1593"/>
                  </a:cubicBezTo>
                  <a:cubicBezTo>
                    <a:pt x="206" y="1591"/>
                    <a:pt x="208" y="1589"/>
                    <a:pt x="208" y="1588"/>
                  </a:cubicBezTo>
                  <a:cubicBezTo>
                    <a:pt x="208" y="1586"/>
                    <a:pt x="207" y="1586"/>
                    <a:pt x="206" y="1584"/>
                  </a:cubicBezTo>
                  <a:cubicBezTo>
                    <a:pt x="205" y="1582"/>
                    <a:pt x="204" y="1581"/>
                    <a:pt x="203" y="1580"/>
                  </a:cubicBezTo>
                  <a:lnTo>
                    <a:pt x="202" y="1580"/>
                  </a:lnTo>
                  <a:cubicBezTo>
                    <a:pt x="198" y="1578"/>
                    <a:pt x="190" y="1575"/>
                    <a:pt x="189" y="1571"/>
                  </a:cubicBezTo>
                  <a:lnTo>
                    <a:pt x="185" y="1560"/>
                  </a:lnTo>
                  <a:cubicBezTo>
                    <a:pt x="205" y="1560"/>
                    <a:pt x="220" y="1545"/>
                    <a:pt x="240" y="1545"/>
                  </a:cubicBezTo>
                  <a:cubicBezTo>
                    <a:pt x="258" y="1545"/>
                    <a:pt x="277" y="1544"/>
                    <a:pt x="295" y="1540"/>
                  </a:cubicBezTo>
                  <a:cubicBezTo>
                    <a:pt x="296" y="1542"/>
                    <a:pt x="298" y="1543"/>
                    <a:pt x="300" y="1544"/>
                  </a:cubicBezTo>
                  <a:cubicBezTo>
                    <a:pt x="326" y="1558"/>
                    <a:pt x="353" y="1568"/>
                    <a:pt x="380" y="1576"/>
                  </a:cubicBezTo>
                  <a:cubicBezTo>
                    <a:pt x="375" y="1579"/>
                    <a:pt x="370" y="1582"/>
                    <a:pt x="364" y="1584"/>
                  </a:cubicBezTo>
                  <a:cubicBezTo>
                    <a:pt x="351" y="1589"/>
                    <a:pt x="339" y="1598"/>
                    <a:pt x="325" y="1604"/>
                  </a:cubicBezTo>
                  <a:cubicBezTo>
                    <a:pt x="319" y="1606"/>
                    <a:pt x="313" y="1609"/>
                    <a:pt x="308" y="1612"/>
                  </a:cubicBezTo>
                  <a:cubicBezTo>
                    <a:pt x="306" y="1613"/>
                    <a:pt x="304" y="1614"/>
                    <a:pt x="302" y="1616"/>
                  </a:cubicBezTo>
                  <a:lnTo>
                    <a:pt x="298" y="1615"/>
                  </a:lnTo>
                  <a:cubicBezTo>
                    <a:pt x="291" y="1612"/>
                    <a:pt x="256" y="1618"/>
                    <a:pt x="252" y="1602"/>
                  </a:cubicBezTo>
                  <a:moveTo>
                    <a:pt x="390" y="1447"/>
                  </a:moveTo>
                  <a:lnTo>
                    <a:pt x="381" y="1451"/>
                  </a:lnTo>
                  <a:cubicBezTo>
                    <a:pt x="380" y="1451"/>
                    <a:pt x="380" y="1450"/>
                    <a:pt x="379" y="1450"/>
                  </a:cubicBezTo>
                  <a:cubicBezTo>
                    <a:pt x="378" y="1449"/>
                    <a:pt x="376" y="1449"/>
                    <a:pt x="375" y="1449"/>
                  </a:cubicBezTo>
                  <a:cubicBezTo>
                    <a:pt x="373" y="1449"/>
                    <a:pt x="371" y="1449"/>
                    <a:pt x="370" y="1450"/>
                  </a:cubicBezTo>
                  <a:cubicBezTo>
                    <a:pt x="368" y="1451"/>
                    <a:pt x="368" y="1452"/>
                    <a:pt x="367" y="1453"/>
                  </a:cubicBezTo>
                  <a:cubicBezTo>
                    <a:pt x="366" y="1455"/>
                    <a:pt x="366" y="1456"/>
                    <a:pt x="366" y="1457"/>
                  </a:cubicBezTo>
                  <a:lnTo>
                    <a:pt x="355" y="1462"/>
                  </a:lnTo>
                  <a:lnTo>
                    <a:pt x="351" y="1463"/>
                  </a:lnTo>
                  <a:lnTo>
                    <a:pt x="350" y="1463"/>
                  </a:lnTo>
                  <a:cubicBezTo>
                    <a:pt x="350" y="1463"/>
                    <a:pt x="349" y="1462"/>
                    <a:pt x="348" y="1463"/>
                  </a:cubicBezTo>
                  <a:cubicBezTo>
                    <a:pt x="347" y="1464"/>
                    <a:pt x="347" y="1464"/>
                    <a:pt x="347" y="1464"/>
                  </a:cubicBezTo>
                  <a:cubicBezTo>
                    <a:pt x="321" y="1473"/>
                    <a:pt x="296" y="1477"/>
                    <a:pt x="288" y="1507"/>
                  </a:cubicBezTo>
                  <a:cubicBezTo>
                    <a:pt x="288" y="1509"/>
                    <a:pt x="288" y="1511"/>
                    <a:pt x="286" y="1513"/>
                  </a:cubicBezTo>
                  <a:cubicBezTo>
                    <a:pt x="280" y="1513"/>
                    <a:pt x="273" y="1514"/>
                    <a:pt x="267" y="1515"/>
                  </a:cubicBezTo>
                  <a:cubicBezTo>
                    <a:pt x="259" y="1519"/>
                    <a:pt x="251" y="1521"/>
                    <a:pt x="242" y="1521"/>
                  </a:cubicBezTo>
                  <a:cubicBezTo>
                    <a:pt x="221" y="1519"/>
                    <a:pt x="194" y="1535"/>
                    <a:pt x="175" y="1542"/>
                  </a:cubicBezTo>
                  <a:cubicBezTo>
                    <a:pt x="174" y="1542"/>
                    <a:pt x="174" y="1541"/>
                    <a:pt x="173" y="1541"/>
                  </a:cubicBezTo>
                  <a:cubicBezTo>
                    <a:pt x="172" y="1541"/>
                    <a:pt x="171" y="1540"/>
                    <a:pt x="170" y="1540"/>
                  </a:cubicBezTo>
                  <a:cubicBezTo>
                    <a:pt x="171" y="1535"/>
                    <a:pt x="173" y="1530"/>
                    <a:pt x="176" y="1525"/>
                  </a:cubicBezTo>
                  <a:cubicBezTo>
                    <a:pt x="177" y="1523"/>
                    <a:pt x="179" y="1521"/>
                    <a:pt x="181" y="1518"/>
                  </a:cubicBezTo>
                  <a:cubicBezTo>
                    <a:pt x="183" y="1516"/>
                    <a:pt x="186" y="1513"/>
                    <a:pt x="188" y="1510"/>
                  </a:cubicBezTo>
                  <a:cubicBezTo>
                    <a:pt x="189" y="1507"/>
                    <a:pt x="190" y="1505"/>
                    <a:pt x="191" y="1502"/>
                  </a:cubicBezTo>
                  <a:cubicBezTo>
                    <a:pt x="192" y="1499"/>
                    <a:pt x="191" y="1502"/>
                    <a:pt x="192" y="1502"/>
                  </a:cubicBezTo>
                  <a:cubicBezTo>
                    <a:pt x="214" y="1496"/>
                    <a:pt x="232" y="1480"/>
                    <a:pt x="254" y="1475"/>
                  </a:cubicBezTo>
                  <a:cubicBezTo>
                    <a:pt x="280" y="1470"/>
                    <a:pt x="306" y="1462"/>
                    <a:pt x="331" y="1456"/>
                  </a:cubicBezTo>
                  <a:cubicBezTo>
                    <a:pt x="351" y="1451"/>
                    <a:pt x="370" y="1447"/>
                    <a:pt x="390" y="1443"/>
                  </a:cubicBezTo>
                  <a:cubicBezTo>
                    <a:pt x="391" y="1445"/>
                    <a:pt x="391" y="1446"/>
                    <a:pt x="391" y="1448"/>
                  </a:cubicBezTo>
                  <a:lnTo>
                    <a:pt x="390" y="1447"/>
                  </a:lnTo>
                  <a:moveTo>
                    <a:pt x="331" y="1514"/>
                  </a:moveTo>
                  <a:cubicBezTo>
                    <a:pt x="331" y="1513"/>
                    <a:pt x="331" y="1512"/>
                    <a:pt x="331" y="1512"/>
                  </a:cubicBezTo>
                  <a:cubicBezTo>
                    <a:pt x="331" y="1502"/>
                    <a:pt x="330" y="1493"/>
                    <a:pt x="329" y="1484"/>
                  </a:cubicBezTo>
                  <a:lnTo>
                    <a:pt x="343" y="1479"/>
                  </a:lnTo>
                  <a:cubicBezTo>
                    <a:pt x="338" y="1499"/>
                    <a:pt x="335" y="1520"/>
                    <a:pt x="335" y="1541"/>
                  </a:cubicBezTo>
                  <a:lnTo>
                    <a:pt x="331" y="1539"/>
                  </a:lnTo>
                  <a:cubicBezTo>
                    <a:pt x="332" y="1534"/>
                    <a:pt x="332" y="1528"/>
                    <a:pt x="332" y="1523"/>
                  </a:cubicBezTo>
                  <a:cubicBezTo>
                    <a:pt x="332" y="1520"/>
                    <a:pt x="332" y="1517"/>
                    <a:pt x="332" y="1514"/>
                  </a:cubicBezTo>
                  <a:lnTo>
                    <a:pt x="331" y="1514"/>
                  </a:lnTo>
                  <a:moveTo>
                    <a:pt x="316" y="1492"/>
                  </a:moveTo>
                  <a:cubicBezTo>
                    <a:pt x="315" y="1501"/>
                    <a:pt x="316" y="1510"/>
                    <a:pt x="315" y="1519"/>
                  </a:cubicBezTo>
                  <a:cubicBezTo>
                    <a:pt x="315" y="1523"/>
                    <a:pt x="315" y="1526"/>
                    <a:pt x="315" y="1530"/>
                  </a:cubicBezTo>
                  <a:lnTo>
                    <a:pt x="309" y="1526"/>
                  </a:lnTo>
                  <a:cubicBezTo>
                    <a:pt x="308" y="1524"/>
                    <a:pt x="308" y="1522"/>
                    <a:pt x="307" y="1520"/>
                  </a:cubicBezTo>
                  <a:cubicBezTo>
                    <a:pt x="305" y="1518"/>
                    <a:pt x="303" y="1516"/>
                    <a:pt x="300" y="1514"/>
                  </a:cubicBezTo>
                  <a:cubicBezTo>
                    <a:pt x="299" y="1507"/>
                    <a:pt x="303" y="1500"/>
                    <a:pt x="317" y="1492"/>
                  </a:cubicBezTo>
                  <a:lnTo>
                    <a:pt x="316" y="1492"/>
                  </a:lnTo>
                  <a:moveTo>
                    <a:pt x="407" y="1440"/>
                  </a:moveTo>
                  <a:lnTo>
                    <a:pt x="421" y="1438"/>
                  </a:lnTo>
                  <a:cubicBezTo>
                    <a:pt x="416" y="1439"/>
                    <a:pt x="412" y="1440"/>
                    <a:pt x="407" y="1441"/>
                  </a:cubicBezTo>
                  <a:cubicBezTo>
                    <a:pt x="407" y="1441"/>
                    <a:pt x="408" y="1440"/>
                    <a:pt x="408" y="1439"/>
                  </a:cubicBezTo>
                  <a:lnTo>
                    <a:pt x="407" y="1440"/>
                  </a:lnTo>
                  <a:moveTo>
                    <a:pt x="2009" y="1678"/>
                  </a:moveTo>
                  <a:cubicBezTo>
                    <a:pt x="2008" y="1677"/>
                    <a:pt x="2008" y="1676"/>
                    <a:pt x="2007" y="1676"/>
                  </a:cubicBezTo>
                  <a:cubicBezTo>
                    <a:pt x="2007" y="1676"/>
                    <a:pt x="2006" y="1675"/>
                    <a:pt x="2005" y="1675"/>
                  </a:cubicBezTo>
                  <a:cubicBezTo>
                    <a:pt x="2004" y="1675"/>
                    <a:pt x="2004" y="1676"/>
                    <a:pt x="2003" y="1676"/>
                  </a:cubicBezTo>
                  <a:cubicBezTo>
                    <a:pt x="2002" y="1676"/>
                    <a:pt x="2002" y="1677"/>
                    <a:pt x="2001" y="1678"/>
                  </a:cubicBezTo>
                  <a:cubicBezTo>
                    <a:pt x="2001" y="1678"/>
                    <a:pt x="2001" y="1679"/>
                    <a:pt x="2001" y="1680"/>
                  </a:cubicBezTo>
                  <a:cubicBezTo>
                    <a:pt x="2002" y="1688"/>
                    <a:pt x="2004" y="1697"/>
                    <a:pt x="2008" y="1704"/>
                  </a:cubicBezTo>
                  <a:lnTo>
                    <a:pt x="1949" y="1704"/>
                  </a:lnTo>
                  <a:cubicBezTo>
                    <a:pt x="1917" y="1704"/>
                    <a:pt x="1882" y="1714"/>
                    <a:pt x="1849" y="1716"/>
                  </a:cubicBezTo>
                  <a:cubicBezTo>
                    <a:pt x="1827" y="1716"/>
                    <a:pt x="1805" y="1718"/>
                    <a:pt x="1783" y="1719"/>
                  </a:cubicBezTo>
                  <a:lnTo>
                    <a:pt x="1692" y="1719"/>
                  </a:lnTo>
                  <a:cubicBezTo>
                    <a:pt x="1554" y="1719"/>
                    <a:pt x="1415" y="1717"/>
                    <a:pt x="1276" y="1717"/>
                  </a:cubicBezTo>
                  <a:lnTo>
                    <a:pt x="1225" y="1717"/>
                  </a:lnTo>
                  <a:cubicBezTo>
                    <a:pt x="1225" y="1716"/>
                    <a:pt x="1225" y="1714"/>
                    <a:pt x="1226" y="1713"/>
                  </a:cubicBezTo>
                  <a:cubicBezTo>
                    <a:pt x="1228" y="1700"/>
                    <a:pt x="1230" y="1687"/>
                    <a:pt x="1234" y="1674"/>
                  </a:cubicBezTo>
                  <a:cubicBezTo>
                    <a:pt x="1235" y="1668"/>
                    <a:pt x="1236" y="1661"/>
                    <a:pt x="1238" y="1655"/>
                  </a:cubicBezTo>
                  <a:cubicBezTo>
                    <a:pt x="1240" y="1651"/>
                    <a:pt x="1241" y="1646"/>
                    <a:pt x="1241" y="1642"/>
                  </a:cubicBezTo>
                  <a:cubicBezTo>
                    <a:pt x="1241" y="1641"/>
                    <a:pt x="1241" y="1641"/>
                    <a:pt x="1241" y="1641"/>
                  </a:cubicBezTo>
                  <a:cubicBezTo>
                    <a:pt x="1241" y="1640"/>
                    <a:pt x="1241" y="1640"/>
                    <a:pt x="1241" y="1640"/>
                  </a:cubicBezTo>
                  <a:lnTo>
                    <a:pt x="1253" y="1640"/>
                  </a:lnTo>
                  <a:cubicBezTo>
                    <a:pt x="1257" y="1640"/>
                    <a:pt x="1261" y="1640"/>
                    <a:pt x="1265" y="1640"/>
                  </a:cubicBezTo>
                  <a:cubicBezTo>
                    <a:pt x="1291" y="1640"/>
                    <a:pt x="1317" y="1641"/>
                    <a:pt x="1343" y="1644"/>
                  </a:cubicBezTo>
                  <a:cubicBezTo>
                    <a:pt x="1478" y="1660"/>
                    <a:pt x="1621" y="1645"/>
                    <a:pt x="1757" y="1645"/>
                  </a:cubicBezTo>
                  <a:cubicBezTo>
                    <a:pt x="1826" y="1645"/>
                    <a:pt x="1895" y="1644"/>
                    <a:pt x="1964" y="1642"/>
                  </a:cubicBezTo>
                  <a:lnTo>
                    <a:pt x="1964" y="1643"/>
                  </a:lnTo>
                  <a:cubicBezTo>
                    <a:pt x="1965" y="1644"/>
                    <a:pt x="1965" y="1644"/>
                    <a:pt x="1966" y="1645"/>
                  </a:cubicBezTo>
                  <a:cubicBezTo>
                    <a:pt x="1972" y="1649"/>
                    <a:pt x="1977" y="1656"/>
                    <a:pt x="1984" y="1658"/>
                  </a:cubicBezTo>
                  <a:cubicBezTo>
                    <a:pt x="1985" y="1658"/>
                    <a:pt x="1985" y="1658"/>
                    <a:pt x="1986" y="1658"/>
                  </a:cubicBezTo>
                  <a:cubicBezTo>
                    <a:pt x="1987" y="1658"/>
                    <a:pt x="1989" y="1657"/>
                    <a:pt x="1990" y="1657"/>
                  </a:cubicBezTo>
                  <a:cubicBezTo>
                    <a:pt x="1991" y="1656"/>
                    <a:pt x="1992" y="1657"/>
                    <a:pt x="1993" y="1655"/>
                  </a:cubicBezTo>
                  <a:cubicBezTo>
                    <a:pt x="1993" y="1653"/>
                    <a:pt x="1994" y="1652"/>
                    <a:pt x="1994" y="1651"/>
                  </a:cubicBezTo>
                  <a:cubicBezTo>
                    <a:pt x="1994" y="1650"/>
                    <a:pt x="1994" y="1649"/>
                    <a:pt x="1993" y="1649"/>
                  </a:cubicBezTo>
                  <a:cubicBezTo>
                    <a:pt x="1993" y="1646"/>
                    <a:pt x="1991" y="1646"/>
                    <a:pt x="1990" y="1644"/>
                  </a:cubicBezTo>
                  <a:lnTo>
                    <a:pt x="1993" y="1644"/>
                  </a:lnTo>
                  <a:lnTo>
                    <a:pt x="1992" y="1642"/>
                  </a:lnTo>
                  <a:cubicBezTo>
                    <a:pt x="2061" y="1641"/>
                    <a:pt x="2129" y="1641"/>
                    <a:pt x="2199" y="1643"/>
                  </a:cubicBezTo>
                  <a:cubicBezTo>
                    <a:pt x="2202" y="1658"/>
                    <a:pt x="2212" y="1660"/>
                    <a:pt x="2223" y="1667"/>
                  </a:cubicBezTo>
                  <a:cubicBezTo>
                    <a:pt x="2230" y="1672"/>
                    <a:pt x="2237" y="1677"/>
                    <a:pt x="2244" y="1681"/>
                  </a:cubicBezTo>
                  <a:cubicBezTo>
                    <a:pt x="2248" y="1683"/>
                    <a:pt x="2251" y="1685"/>
                    <a:pt x="2255" y="1687"/>
                  </a:cubicBezTo>
                  <a:cubicBezTo>
                    <a:pt x="2222" y="1690"/>
                    <a:pt x="2189" y="1692"/>
                    <a:pt x="2157" y="1697"/>
                  </a:cubicBezTo>
                  <a:cubicBezTo>
                    <a:pt x="2117" y="1702"/>
                    <a:pt x="2076" y="1705"/>
                    <a:pt x="2036" y="1705"/>
                  </a:cubicBezTo>
                  <a:cubicBezTo>
                    <a:pt x="2032" y="1705"/>
                    <a:pt x="2029" y="1705"/>
                    <a:pt x="2026" y="1705"/>
                  </a:cubicBezTo>
                  <a:cubicBezTo>
                    <a:pt x="2021" y="1695"/>
                    <a:pt x="2015" y="1687"/>
                    <a:pt x="2010" y="1677"/>
                  </a:cubicBezTo>
                  <a:lnTo>
                    <a:pt x="2009" y="1678"/>
                  </a:lnTo>
                  <a:moveTo>
                    <a:pt x="2236" y="1649"/>
                  </a:moveTo>
                  <a:cubicBezTo>
                    <a:pt x="2231" y="1647"/>
                    <a:pt x="2226" y="1645"/>
                    <a:pt x="2221" y="1642"/>
                  </a:cubicBezTo>
                  <a:cubicBezTo>
                    <a:pt x="2240" y="1640"/>
                    <a:pt x="2259" y="1635"/>
                    <a:pt x="2278" y="1634"/>
                  </a:cubicBezTo>
                  <a:cubicBezTo>
                    <a:pt x="2284" y="1635"/>
                    <a:pt x="2291" y="1635"/>
                    <a:pt x="2297" y="1635"/>
                  </a:cubicBezTo>
                  <a:cubicBezTo>
                    <a:pt x="2311" y="1635"/>
                    <a:pt x="2325" y="1634"/>
                    <a:pt x="2339" y="1631"/>
                  </a:cubicBezTo>
                  <a:cubicBezTo>
                    <a:pt x="2363" y="1622"/>
                    <a:pt x="2390" y="1626"/>
                    <a:pt x="2414" y="1620"/>
                  </a:cubicBezTo>
                  <a:cubicBezTo>
                    <a:pt x="2447" y="1611"/>
                    <a:pt x="2481" y="1607"/>
                    <a:pt x="2515" y="1607"/>
                  </a:cubicBezTo>
                  <a:cubicBezTo>
                    <a:pt x="2519" y="1607"/>
                    <a:pt x="2522" y="1607"/>
                    <a:pt x="2525" y="1607"/>
                  </a:cubicBezTo>
                  <a:cubicBezTo>
                    <a:pt x="2575" y="1606"/>
                    <a:pt x="2625" y="1597"/>
                    <a:pt x="2672" y="1582"/>
                  </a:cubicBezTo>
                  <a:cubicBezTo>
                    <a:pt x="2673" y="1583"/>
                    <a:pt x="2673" y="1584"/>
                    <a:pt x="2674" y="1585"/>
                  </a:cubicBezTo>
                  <a:cubicBezTo>
                    <a:pt x="2675" y="1586"/>
                    <a:pt x="2675" y="1587"/>
                    <a:pt x="2677" y="1588"/>
                  </a:cubicBezTo>
                  <a:cubicBezTo>
                    <a:pt x="2681" y="1593"/>
                    <a:pt x="2685" y="1598"/>
                    <a:pt x="2688" y="1603"/>
                  </a:cubicBezTo>
                  <a:lnTo>
                    <a:pt x="2692" y="1608"/>
                  </a:lnTo>
                  <a:cubicBezTo>
                    <a:pt x="2692" y="1606"/>
                    <a:pt x="2692" y="1606"/>
                    <a:pt x="2692" y="1609"/>
                  </a:cubicBezTo>
                  <a:cubicBezTo>
                    <a:pt x="2692" y="1610"/>
                    <a:pt x="2692" y="1612"/>
                    <a:pt x="2693" y="1613"/>
                  </a:cubicBezTo>
                  <a:lnTo>
                    <a:pt x="2693" y="1614"/>
                  </a:lnTo>
                  <a:cubicBezTo>
                    <a:pt x="2661" y="1621"/>
                    <a:pt x="2629" y="1627"/>
                    <a:pt x="2597" y="1633"/>
                  </a:cubicBezTo>
                  <a:cubicBezTo>
                    <a:pt x="2520" y="1646"/>
                    <a:pt x="2446" y="1666"/>
                    <a:pt x="2368" y="1676"/>
                  </a:cubicBezTo>
                  <a:cubicBezTo>
                    <a:pt x="2341" y="1679"/>
                    <a:pt x="2314" y="1681"/>
                    <a:pt x="2287" y="1684"/>
                  </a:cubicBezTo>
                  <a:cubicBezTo>
                    <a:pt x="2287" y="1684"/>
                    <a:pt x="2287" y="1682"/>
                    <a:pt x="2287" y="1681"/>
                  </a:cubicBezTo>
                  <a:lnTo>
                    <a:pt x="2286" y="1680"/>
                  </a:lnTo>
                  <a:cubicBezTo>
                    <a:pt x="2286" y="1679"/>
                    <a:pt x="2287" y="1678"/>
                    <a:pt x="2287" y="1678"/>
                  </a:cubicBezTo>
                  <a:cubicBezTo>
                    <a:pt x="2287" y="1676"/>
                    <a:pt x="2286" y="1674"/>
                    <a:pt x="2285" y="1672"/>
                  </a:cubicBezTo>
                  <a:cubicBezTo>
                    <a:pt x="2284" y="1670"/>
                    <a:pt x="2283" y="1669"/>
                    <a:pt x="2281" y="1668"/>
                  </a:cubicBezTo>
                  <a:cubicBezTo>
                    <a:pt x="2279" y="1667"/>
                    <a:pt x="2278" y="1667"/>
                    <a:pt x="2276" y="1667"/>
                  </a:cubicBezTo>
                  <a:cubicBezTo>
                    <a:pt x="2265" y="1665"/>
                    <a:pt x="2255" y="1661"/>
                    <a:pt x="2246" y="1656"/>
                  </a:cubicBezTo>
                  <a:cubicBezTo>
                    <a:pt x="2243" y="1654"/>
                    <a:pt x="2239" y="1652"/>
                    <a:pt x="2236" y="1649"/>
                  </a:cubicBezTo>
                  <a:moveTo>
                    <a:pt x="2698" y="1542"/>
                  </a:moveTo>
                  <a:cubicBezTo>
                    <a:pt x="2693" y="1546"/>
                    <a:pt x="2687" y="1549"/>
                    <a:pt x="2681" y="1551"/>
                  </a:cubicBezTo>
                  <a:cubicBezTo>
                    <a:pt x="2683" y="1537"/>
                    <a:pt x="2683" y="1524"/>
                    <a:pt x="2683" y="1510"/>
                  </a:cubicBezTo>
                  <a:cubicBezTo>
                    <a:pt x="2683" y="1496"/>
                    <a:pt x="2683" y="1483"/>
                    <a:pt x="2681" y="1469"/>
                  </a:cubicBezTo>
                  <a:cubicBezTo>
                    <a:pt x="2687" y="1471"/>
                    <a:pt x="2692" y="1473"/>
                    <a:pt x="2698" y="1475"/>
                  </a:cubicBezTo>
                  <a:cubicBezTo>
                    <a:pt x="2696" y="1489"/>
                    <a:pt x="2695" y="1502"/>
                    <a:pt x="2695" y="1516"/>
                  </a:cubicBezTo>
                  <a:cubicBezTo>
                    <a:pt x="2695" y="1526"/>
                    <a:pt x="2692" y="1535"/>
                    <a:pt x="2699" y="1542"/>
                  </a:cubicBezTo>
                  <a:lnTo>
                    <a:pt x="2698" y="1542"/>
                  </a:lnTo>
                  <a:moveTo>
                    <a:pt x="2775" y="1594"/>
                  </a:moveTo>
                  <a:cubicBezTo>
                    <a:pt x="2755" y="1599"/>
                    <a:pt x="2735" y="1604"/>
                    <a:pt x="2715" y="1609"/>
                  </a:cubicBezTo>
                  <a:cubicBezTo>
                    <a:pt x="2714" y="1608"/>
                    <a:pt x="2714" y="1608"/>
                    <a:pt x="2714" y="1607"/>
                  </a:cubicBezTo>
                  <a:cubicBezTo>
                    <a:pt x="2713" y="1606"/>
                    <a:pt x="2712" y="1605"/>
                    <a:pt x="2711" y="1604"/>
                  </a:cubicBezTo>
                  <a:cubicBezTo>
                    <a:pt x="2710" y="1603"/>
                    <a:pt x="2709" y="1603"/>
                    <a:pt x="2708" y="1603"/>
                  </a:cubicBezTo>
                  <a:cubicBezTo>
                    <a:pt x="2711" y="1603"/>
                    <a:pt x="2705" y="1600"/>
                    <a:pt x="2704" y="1600"/>
                  </a:cubicBezTo>
                  <a:lnTo>
                    <a:pt x="2700" y="1595"/>
                  </a:lnTo>
                  <a:cubicBezTo>
                    <a:pt x="2697" y="1591"/>
                    <a:pt x="2694" y="1587"/>
                    <a:pt x="2691" y="1584"/>
                  </a:cubicBezTo>
                  <a:cubicBezTo>
                    <a:pt x="2689" y="1581"/>
                    <a:pt x="2686" y="1579"/>
                    <a:pt x="2683" y="1577"/>
                  </a:cubicBezTo>
                  <a:cubicBezTo>
                    <a:pt x="2691" y="1574"/>
                    <a:pt x="2699" y="1571"/>
                    <a:pt x="2707" y="1567"/>
                  </a:cubicBezTo>
                  <a:cubicBezTo>
                    <a:pt x="2708" y="1568"/>
                    <a:pt x="2708" y="1568"/>
                    <a:pt x="2709" y="1569"/>
                  </a:cubicBezTo>
                  <a:cubicBezTo>
                    <a:pt x="2731" y="1579"/>
                    <a:pt x="2753" y="1588"/>
                    <a:pt x="2776" y="1594"/>
                  </a:cubicBezTo>
                  <a:lnTo>
                    <a:pt x="2775" y="1594"/>
                  </a:lnTo>
                  <a:moveTo>
                    <a:pt x="2715" y="1483"/>
                  </a:moveTo>
                  <a:cubicBezTo>
                    <a:pt x="2743" y="1498"/>
                    <a:pt x="2735" y="1515"/>
                    <a:pt x="2717" y="1529"/>
                  </a:cubicBezTo>
                  <a:cubicBezTo>
                    <a:pt x="2717" y="1526"/>
                    <a:pt x="2718" y="1523"/>
                    <a:pt x="2718" y="1520"/>
                  </a:cubicBezTo>
                  <a:cubicBezTo>
                    <a:pt x="2718" y="1516"/>
                    <a:pt x="2717" y="1513"/>
                    <a:pt x="2717" y="1510"/>
                  </a:cubicBezTo>
                  <a:cubicBezTo>
                    <a:pt x="2717" y="1501"/>
                    <a:pt x="2717" y="1492"/>
                    <a:pt x="2716" y="1483"/>
                  </a:cubicBezTo>
                  <a:lnTo>
                    <a:pt x="2715" y="1483"/>
                  </a:lnTo>
                  <a:moveTo>
                    <a:pt x="2920" y="1568"/>
                  </a:moveTo>
                  <a:cubicBezTo>
                    <a:pt x="2925" y="1565"/>
                    <a:pt x="2929" y="1562"/>
                    <a:pt x="2933" y="1558"/>
                  </a:cubicBezTo>
                  <a:cubicBezTo>
                    <a:pt x="2936" y="1555"/>
                    <a:pt x="2938" y="1552"/>
                    <a:pt x="2941" y="1549"/>
                  </a:cubicBezTo>
                  <a:cubicBezTo>
                    <a:pt x="2939" y="1555"/>
                    <a:pt x="2939" y="1561"/>
                    <a:pt x="2939" y="1567"/>
                  </a:cubicBezTo>
                  <a:cubicBezTo>
                    <a:pt x="2939" y="1569"/>
                    <a:pt x="2939" y="1571"/>
                    <a:pt x="2939" y="1573"/>
                  </a:cubicBezTo>
                  <a:cubicBezTo>
                    <a:pt x="2939" y="1579"/>
                    <a:pt x="2942" y="1581"/>
                    <a:pt x="2941" y="1587"/>
                  </a:cubicBezTo>
                  <a:cubicBezTo>
                    <a:pt x="2941" y="1588"/>
                    <a:pt x="2941" y="1589"/>
                    <a:pt x="2941" y="1590"/>
                  </a:cubicBezTo>
                  <a:cubicBezTo>
                    <a:pt x="2941" y="1594"/>
                    <a:pt x="2942" y="1598"/>
                    <a:pt x="2943" y="1602"/>
                  </a:cubicBezTo>
                  <a:lnTo>
                    <a:pt x="2942" y="1603"/>
                  </a:lnTo>
                  <a:cubicBezTo>
                    <a:pt x="2941" y="1604"/>
                    <a:pt x="2940" y="1604"/>
                    <a:pt x="2940" y="1605"/>
                  </a:cubicBezTo>
                  <a:cubicBezTo>
                    <a:pt x="2939" y="1606"/>
                    <a:pt x="2939" y="1606"/>
                    <a:pt x="2939" y="1607"/>
                  </a:cubicBezTo>
                  <a:cubicBezTo>
                    <a:pt x="2939" y="1612"/>
                    <a:pt x="2927" y="1620"/>
                    <a:pt x="2914" y="1627"/>
                  </a:cubicBezTo>
                  <a:cubicBezTo>
                    <a:pt x="2915" y="1607"/>
                    <a:pt x="2918" y="1588"/>
                    <a:pt x="2921" y="1568"/>
                  </a:cubicBezTo>
                  <a:lnTo>
                    <a:pt x="2920" y="1568"/>
                  </a:lnTo>
                  <a:moveTo>
                    <a:pt x="161" y="1549"/>
                  </a:moveTo>
                  <a:lnTo>
                    <a:pt x="163" y="1549"/>
                  </a:lnTo>
                  <a:cubicBezTo>
                    <a:pt x="162" y="1565"/>
                    <a:pt x="159" y="1581"/>
                    <a:pt x="156" y="1597"/>
                  </a:cubicBezTo>
                  <a:lnTo>
                    <a:pt x="156" y="1599"/>
                  </a:lnTo>
                  <a:cubicBezTo>
                    <a:pt x="159" y="1583"/>
                    <a:pt x="161" y="1566"/>
                    <a:pt x="162" y="1549"/>
                  </a:cubicBezTo>
                  <a:lnTo>
                    <a:pt x="161" y="1549"/>
                  </a:lnTo>
                  <a:moveTo>
                    <a:pt x="161" y="1745"/>
                  </a:moveTo>
                  <a:cubicBezTo>
                    <a:pt x="163" y="1723"/>
                    <a:pt x="164" y="1701"/>
                    <a:pt x="164" y="1679"/>
                  </a:cubicBezTo>
                  <a:cubicBezTo>
                    <a:pt x="164" y="1674"/>
                    <a:pt x="164" y="1669"/>
                    <a:pt x="164" y="1664"/>
                  </a:cubicBezTo>
                  <a:cubicBezTo>
                    <a:pt x="194" y="1709"/>
                    <a:pt x="307" y="1724"/>
                    <a:pt x="342" y="1735"/>
                  </a:cubicBezTo>
                  <a:cubicBezTo>
                    <a:pt x="401" y="1755"/>
                    <a:pt x="456" y="1757"/>
                    <a:pt x="515" y="1769"/>
                  </a:cubicBezTo>
                  <a:cubicBezTo>
                    <a:pt x="549" y="1775"/>
                    <a:pt x="582" y="1784"/>
                    <a:pt x="616" y="1788"/>
                  </a:cubicBezTo>
                  <a:cubicBezTo>
                    <a:pt x="643" y="1792"/>
                    <a:pt x="671" y="1790"/>
                    <a:pt x="697" y="1796"/>
                  </a:cubicBezTo>
                  <a:cubicBezTo>
                    <a:pt x="730" y="1801"/>
                    <a:pt x="763" y="1804"/>
                    <a:pt x="797" y="1804"/>
                  </a:cubicBezTo>
                  <a:cubicBezTo>
                    <a:pt x="810" y="1804"/>
                    <a:pt x="824" y="1803"/>
                    <a:pt x="838" y="1803"/>
                  </a:cubicBezTo>
                  <a:cubicBezTo>
                    <a:pt x="864" y="1801"/>
                    <a:pt x="889" y="1806"/>
                    <a:pt x="915" y="1806"/>
                  </a:cubicBezTo>
                  <a:cubicBezTo>
                    <a:pt x="918" y="1806"/>
                    <a:pt x="920" y="1806"/>
                    <a:pt x="923" y="1806"/>
                  </a:cubicBezTo>
                  <a:cubicBezTo>
                    <a:pt x="952" y="1806"/>
                    <a:pt x="982" y="1808"/>
                    <a:pt x="1011" y="1812"/>
                  </a:cubicBezTo>
                  <a:cubicBezTo>
                    <a:pt x="1112" y="1830"/>
                    <a:pt x="1215" y="1839"/>
                    <a:pt x="1318" y="1839"/>
                  </a:cubicBezTo>
                  <a:cubicBezTo>
                    <a:pt x="1328" y="1839"/>
                    <a:pt x="1337" y="1839"/>
                    <a:pt x="1347" y="1839"/>
                  </a:cubicBezTo>
                  <a:cubicBezTo>
                    <a:pt x="1368" y="1839"/>
                    <a:pt x="1389" y="1837"/>
                    <a:pt x="1410" y="1836"/>
                  </a:cubicBezTo>
                  <a:cubicBezTo>
                    <a:pt x="1411" y="1836"/>
                    <a:pt x="1412" y="1836"/>
                    <a:pt x="1413" y="1836"/>
                  </a:cubicBezTo>
                  <a:cubicBezTo>
                    <a:pt x="1414" y="1836"/>
                    <a:pt x="1415" y="1836"/>
                    <a:pt x="1416" y="1836"/>
                  </a:cubicBezTo>
                  <a:cubicBezTo>
                    <a:pt x="1518" y="1830"/>
                    <a:pt x="1620" y="1820"/>
                    <a:pt x="1722" y="1819"/>
                  </a:cubicBezTo>
                  <a:cubicBezTo>
                    <a:pt x="1733" y="1819"/>
                    <a:pt x="1744" y="1819"/>
                    <a:pt x="1756" y="1819"/>
                  </a:cubicBezTo>
                  <a:cubicBezTo>
                    <a:pt x="1803" y="1819"/>
                    <a:pt x="1850" y="1817"/>
                    <a:pt x="1896" y="1812"/>
                  </a:cubicBezTo>
                  <a:cubicBezTo>
                    <a:pt x="1957" y="1804"/>
                    <a:pt x="2019" y="1812"/>
                    <a:pt x="2080" y="1806"/>
                  </a:cubicBezTo>
                  <a:cubicBezTo>
                    <a:pt x="2137" y="1802"/>
                    <a:pt x="2194" y="1801"/>
                    <a:pt x="2252" y="1796"/>
                  </a:cubicBezTo>
                  <a:cubicBezTo>
                    <a:pt x="2296" y="1792"/>
                    <a:pt x="2340" y="1794"/>
                    <a:pt x="2385" y="1786"/>
                  </a:cubicBezTo>
                  <a:cubicBezTo>
                    <a:pt x="2441" y="1776"/>
                    <a:pt x="2503" y="1777"/>
                    <a:pt x="2558" y="1761"/>
                  </a:cubicBezTo>
                  <a:cubicBezTo>
                    <a:pt x="2633" y="1739"/>
                    <a:pt x="2710" y="1719"/>
                    <a:pt x="2785" y="1700"/>
                  </a:cubicBezTo>
                  <a:cubicBezTo>
                    <a:pt x="2822" y="1691"/>
                    <a:pt x="2857" y="1677"/>
                    <a:pt x="2890" y="1658"/>
                  </a:cubicBezTo>
                  <a:cubicBezTo>
                    <a:pt x="2892" y="1657"/>
                    <a:pt x="2894" y="1656"/>
                    <a:pt x="2896" y="1655"/>
                  </a:cubicBezTo>
                  <a:lnTo>
                    <a:pt x="2900" y="1653"/>
                  </a:lnTo>
                  <a:cubicBezTo>
                    <a:pt x="2901" y="1653"/>
                    <a:pt x="2902" y="1653"/>
                    <a:pt x="2903" y="1653"/>
                  </a:cubicBezTo>
                  <a:cubicBezTo>
                    <a:pt x="2905" y="1653"/>
                    <a:pt x="2907" y="1653"/>
                    <a:pt x="2909" y="1652"/>
                  </a:cubicBezTo>
                  <a:cubicBezTo>
                    <a:pt x="2910" y="1651"/>
                    <a:pt x="2911" y="1650"/>
                    <a:pt x="2912" y="1648"/>
                  </a:cubicBezTo>
                  <a:cubicBezTo>
                    <a:pt x="2912" y="1647"/>
                    <a:pt x="2913" y="1647"/>
                    <a:pt x="2913" y="1646"/>
                  </a:cubicBezTo>
                  <a:cubicBezTo>
                    <a:pt x="2919" y="1644"/>
                    <a:pt x="2924" y="1642"/>
                    <a:pt x="2928" y="1639"/>
                  </a:cubicBezTo>
                  <a:cubicBezTo>
                    <a:pt x="2938" y="1633"/>
                    <a:pt x="2946" y="1626"/>
                    <a:pt x="2953" y="1616"/>
                  </a:cubicBezTo>
                  <a:cubicBezTo>
                    <a:pt x="2954" y="1617"/>
                    <a:pt x="2955" y="1617"/>
                    <a:pt x="2957" y="1617"/>
                  </a:cubicBezTo>
                  <a:cubicBezTo>
                    <a:pt x="2958" y="1617"/>
                    <a:pt x="2959" y="1617"/>
                    <a:pt x="2960" y="1616"/>
                  </a:cubicBezTo>
                  <a:cubicBezTo>
                    <a:pt x="2964" y="1645"/>
                    <a:pt x="2969" y="1673"/>
                    <a:pt x="2975" y="1701"/>
                  </a:cubicBezTo>
                  <a:cubicBezTo>
                    <a:pt x="2981" y="1729"/>
                    <a:pt x="2979" y="1753"/>
                    <a:pt x="2982" y="1778"/>
                  </a:cubicBezTo>
                  <a:cubicBezTo>
                    <a:pt x="2979" y="1789"/>
                    <a:pt x="2974" y="1799"/>
                    <a:pt x="2969" y="1808"/>
                  </a:cubicBezTo>
                  <a:cubicBezTo>
                    <a:pt x="2956" y="1830"/>
                    <a:pt x="2938" y="1849"/>
                    <a:pt x="2916" y="1862"/>
                  </a:cubicBezTo>
                  <a:cubicBezTo>
                    <a:pt x="2911" y="1866"/>
                    <a:pt x="2905" y="1869"/>
                    <a:pt x="2899" y="1872"/>
                  </a:cubicBezTo>
                  <a:cubicBezTo>
                    <a:pt x="2834" y="1900"/>
                    <a:pt x="2758" y="1911"/>
                    <a:pt x="2690" y="1925"/>
                  </a:cubicBezTo>
                  <a:cubicBezTo>
                    <a:pt x="2589" y="1948"/>
                    <a:pt x="2482" y="1949"/>
                    <a:pt x="2381" y="1972"/>
                  </a:cubicBezTo>
                  <a:cubicBezTo>
                    <a:pt x="2314" y="1987"/>
                    <a:pt x="2243" y="1983"/>
                    <a:pt x="2176" y="1995"/>
                  </a:cubicBezTo>
                  <a:cubicBezTo>
                    <a:pt x="2139" y="2001"/>
                    <a:pt x="2102" y="2004"/>
                    <a:pt x="2065" y="2005"/>
                  </a:cubicBezTo>
                  <a:cubicBezTo>
                    <a:pt x="2024" y="2007"/>
                    <a:pt x="1982" y="2013"/>
                    <a:pt x="1939" y="2015"/>
                  </a:cubicBezTo>
                  <a:cubicBezTo>
                    <a:pt x="1911" y="2015"/>
                    <a:pt x="1884" y="2021"/>
                    <a:pt x="1855" y="2022"/>
                  </a:cubicBezTo>
                  <a:cubicBezTo>
                    <a:pt x="1833" y="2022"/>
                    <a:pt x="1820" y="2020"/>
                    <a:pt x="1804" y="2030"/>
                  </a:cubicBezTo>
                  <a:cubicBezTo>
                    <a:pt x="1764" y="2031"/>
                    <a:pt x="1724" y="2033"/>
                    <a:pt x="1684" y="2033"/>
                  </a:cubicBezTo>
                  <a:lnTo>
                    <a:pt x="1524" y="2033"/>
                  </a:lnTo>
                  <a:cubicBezTo>
                    <a:pt x="1483" y="2033"/>
                    <a:pt x="1442" y="2025"/>
                    <a:pt x="1401" y="2026"/>
                  </a:cubicBezTo>
                  <a:cubicBezTo>
                    <a:pt x="1313" y="2027"/>
                    <a:pt x="1224" y="2009"/>
                    <a:pt x="1136" y="2009"/>
                  </a:cubicBezTo>
                  <a:cubicBezTo>
                    <a:pt x="1048" y="2009"/>
                    <a:pt x="966" y="1995"/>
                    <a:pt x="881" y="1989"/>
                  </a:cubicBezTo>
                  <a:cubicBezTo>
                    <a:pt x="791" y="1983"/>
                    <a:pt x="702" y="1971"/>
                    <a:pt x="612" y="1968"/>
                  </a:cubicBezTo>
                  <a:cubicBezTo>
                    <a:pt x="514" y="1965"/>
                    <a:pt x="415" y="1961"/>
                    <a:pt x="321" y="1930"/>
                  </a:cubicBezTo>
                  <a:cubicBezTo>
                    <a:pt x="290" y="1920"/>
                    <a:pt x="260" y="1907"/>
                    <a:pt x="232" y="1891"/>
                  </a:cubicBezTo>
                  <a:cubicBezTo>
                    <a:pt x="224" y="1886"/>
                    <a:pt x="215" y="1881"/>
                    <a:pt x="207" y="1876"/>
                  </a:cubicBezTo>
                  <a:cubicBezTo>
                    <a:pt x="198" y="1867"/>
                    <a:pt x="189" y="1858"/>
                    <a:pt x="180" y="1849"/>
                  </a:cubicBezTo>
                  <a:cubicBezTo>
                    <a:pt x="176" y="1845"/>
                    <a:pt x="161" y="1840"/>
                    <a:pt x="158" y="1835"/>
                  </a:cubicBezTo>
                  <a:lnTo>
                    <a:pt x="158" y="1834"/>
                  </a:lnTo>
                  <a:cubicBezTo>
                    <a:pt x="157" y="1833"/>
                    <a:pt x="156" y="1831"/>
                    <a:pt x="154" y="1830"/>
                  </a:cubicBezTo>
                  <a:lnTo>
                    <a:pt x="153" y="1830"/>
                  </a:lnTo>
                  <a:cubicBezTo>
                    <a:pt x="153" y="1803"/>
                    <a:pt x="159" y="1773"/>
                    <a:pt x="161" y="1747"/>
                  </a:cubicBezTo>
                  <a:lnTo>
                    <a:pt x="161" y="1745"/>
                  </a:lnTo>
                  <a:moveTo>
                    <a:pt x="2977" y="1863"/>
                  </a:moveTo>
                  <a:lnTo>
                    <a:pt x="2977" y="1863"/>
                  </a:lnTo>
                  <a:moveTo>
                    <a:pt x="141" y="1740"/>
                  </a:moveTo>
                  <a:cubicBezTo>
                    <a:pt x="141" y="1742"/>
                    <a:pt x="141" y="1743"/>
                    <a:pt x="141" y="1744"/>
                  </a:cubicBezTo>
                  <a:cubicBezTo>
                    <a:pt x="142" y="1748"/>
                    <a:pt x="142" y="1751"/>
                    <a:pt x="142" y="1754"/>
                  </a:cubicBezTo>
                  <a:cubicBezTo>
                    <a:pt x="142" y="1757"/>
                    <a:pt x="142" y="1761"/>
                    <a:pt x="141" y="1764"/>
                  </a:cubicBezTo>
                  <a:cubicBezTo>
                    <a:pt x="141" y="1762"/>
                    <a:pt x="141" y="1759"/>
                    <a:pt x="141" y="1758"/>
                  </a:cubicBezTo>
                  <a:cubicBezTo>
                    <a:pt x="141" y="1755"/>
                    <a:pt x="141" y="1752"/>
                    <a:pt x="141" y="1750"/>
                  </a:cubicBezTo>
                  <a:cubicBezTo>
                    <a:pt x="141" y="1747"/>
                    <a:pt x="141" y="1744"/>
                    <a:pt x="141" y="1742"/>
                  </a:cubicBezTo>
                  <a:lnTo>
                    <a:pt x="141" y="1740"/>
                  </a:lnTo>
                  <a:moveTo>
                    <a:pt x="191" y="4258"/>
                  </a:moveTo>
                  <a:cubicBezTo>
                    <a:pt x="185" y="4254"/>
                    <a:pt x="179" y="4250"/>
                    <a:pt x="173" y="4246"/>
                  </a:cubicBezTo>
                  <a:cubicBezTo>
                    <a:pt x="144" y="4229"/>
                    <a:pt x="118" y="4206"/>
                    <a:pt x="99" y="4178"/>
                  </a:cubicBezTo>
                  <a:cubicBezTo>
                    <a:pt x="99" y="4177"/>
                    <a:pt x="29" y="4086"/>
                    <a:pt x="44" y="4084"/>
                  </a:cubicBezTo>
                  <a:lnTo>
                    <a:pt x="45" y="4084"/>
                  </a:lnTo>
                  <a:lnTo>
                    <a:pt x="46" y="4083"/>
                  </a:lnTo>
                  <a:cubicBezTo>
                    <a:pt x="46" y="4082"/>
                    <a:pt x="47" y="4082"/>
                    <a:pt x="47" y="4081"/>
                  </a:cubicBezTo>
                  <a:cubicBezTo>
                    <a:pt x="47" y="4080"/>
                    <a:pt x="46" y="4080"/>
                    <a:pt x="46" y="4079"/>
                  </a:cubicBezTo>
                  <a:lnTo>
                    <a:pt x="45" y="4078"/>
                  </a:lnTo>
                  <a:lnTo>
                    <a:pt x="44" y="4078"/>
                  </a:lnTo>
                  <a:cubicBezTo>
                    <a:pt x="44" y="4076"/>
                    <a:pt x="45" y="4075"/>
                    <a:pt x="45" y="4074"/>
                  </a:cubicBezTo>
                  <a:cubicBezTo>
                    <a:pt x="45" y="4072"/>
                    <a:pt x="44" y="4070"/>
                    <a:pt x="43" y="4068"/>
                  </a:cubicBezTo>
                  <a:cubicBezTo>
                    <a:pt x="43" y="4067"/>
                    <a:pt x="42" y="4067"/>
                    <a:pt x="42" y="4066"/>
                  </a:cubicBezTo>
                  <a:cubicBezTo>
                    <a:pt x="37" y="4061"/>
                    <a:pt x="41" y="4034"/>
                    <a:pt x="41" y="4027"/>
                  </a:cubicBezTo>
                  <a:cubicBezTo>
                    <a:pt x="41" y="4025"/>
                    <a:pt x="41" y="4023"/>
                    <a:pt x="41" y="4021"/>
                  </a:cubicBezTo>
                  <a:cubicBezTo>
                    <a:pt x="41" y="4010"/>
                    <a:pt x="40" y="3999"/>
                    <a:pt x="38" y="3988"/>
                  </a:cubicBezTo>
                  <a:cubicBezTo>
                    <a:pt x="45" y="3993"/>
                    <a:pt x="51" y="3999"/>
                    <a:pt x="56" y="4005"/>
                  </a:cubicBezTo>
                  <a:cubicBezTo>
                    <a:pt x="73" y="4028"/>
                    <a:pt x="92" y="4049"/>
                    <a:pt x="113" y="4068"/>
                  </a:cubicBezTo>
                  <a:cubicBezTo>
                    <a:pt x="133" y="4084"/>
                    <a:pt x="136" y="4108"/>
                    <a:pt x="162" y="4115"/>
                  </a:cubicBezTo>
                  <a:cubicBezTo>
                    <a:pt x="163" y="4116"/>
                    <a:pt x="163" y="4116"/>
                    <a:pt x="164" y="4116"/>
                  </a:cubicBezTo>
                  <a:cubicBezTo>
                    <a:pt x="164" y="4116"/>
                    <a:pt x="165" y="4116"/>
                    <a:pt x="165" y="4115"/>
                  </a:cubicBezTo>
                  <a:cubicBezTo>
                    <a:pt x="166" y="4117"/>
                    <a:pt x="167" y="4118"/>
                    <a:pt x="167" y="4119"/>
                  </a:cubicBezTo>
                  <a:cubicBezTo>
                    <a:pt x="175" y="4133"/>
                    <a:pt x="186" y="4146"/>
                    <a:pt x="199" y="4156"/>
                  </a:cubicBezTo>
                  <a:cubicBezTo>
                    <a:pt x="193" y="4186"/>
                    <a:pt x="191" y="4216"/>
                    <a:pt x="191" y="4246"/>
                  </a:cubicBezTo>
                  <a:cubicBezTo>
                    <a:pt x="191" y="4250"/>
                    <a:pt x="191" y="4255"/>
                    <a:pt x="191" y="4259"/>
                  </a:cubicBezTo>
                  <a:lnTo>
                    <a:pt x="191" y="4258"/>
                  </a:lnTo>
                  <a:moveTo>
                    <a:pt x="303" y="4334"/>
                  </a:moveTo>
                  <a:lnTo>
                    <a:pt x="286" y="4325"/>
                  </a:lnTo>
                  <a:cubicBezTo>
                    <a:pt x="262" y="4311"/>
                    <a:pt x="240" y="4295"/>
                    <a:pt x="219" y="4279"/>
                  </a:cubicBezTo>
                  <a:cubicBezTo>
                    <a:pt x="219" y="4278"/>
                    <a:pt x="219" y="4278"/>
                    <a:pt x="219" y="4278"/>
                  </a:cubicBezTo>
                  <a:cubicBezTo>
                    <a:pt x="220" y="4276"/>
                    <a:pt x="221" y="4274"/>
                    <a:pt x="221" y="4271"/>
                  </a:cubicBezTo>
                  <a:cubicBezTo>
                    <a:pt x="221" y="4268"/>
                    <a:pt x="221" y="4266"/>
                    <a:pt x="221" y="4264"/>
                  </a:cubicBezTo>
                  <a:cubicBezTo>
                    <a:pt x="221" y="4232"/>
                    <a:pt x="219" y="4200"/>
                    <a:pt x="215" y="4168"/>
                  </a:cubicBezTo>
                  <a:cubicBezTo>
                    <a:pt x="229" y="4179"/>
                    <a:pt x="243" y="4190"/>
                    <a:pt x="256" y="4202"/>
                  </a:cubicBezTo>
                  <a:cubicBezTo>
                    <a:pt x="265" y="4210"/>
                    <a:pt x="276" y="4218"/>
                    <a:pt x="288" y="4225"/>
                  </a:cubicBezTo>
                  <a:cubicBezTo>
                    <a:pt x="296" y="4229"/>
                    <a:pt x="304" y="4234"/>
                    <a:pt x="313" y="4237"/>
                  </a:cubicBezTo>
                  <a:cubicBezTo>
                    <a:pt x="308" y="4270"/>
                    <a:pt x="304" y="4302"/>
                    <a:pt x="303" y="4335"/>
                  </a:cubicBezTo>
                  <a:lnTo>
                    <a:pt x="303" y="4334"/>
                  </a:lnTo>
                  <a:moveTo>
                    <a:pt x="538" y="4452"/>
                  </a:moveTo>
                  <a:cubicBezTo>
                    <a:pt x="471" y="4418"/>
                    <a:pt x="403" y="4387"/>
                    <a:pt x="336" y="4352"/>
                  </a:cubicBezTo>
                  <a:cubicBezTo>
                    <a:pt x="336" y="4316"/>
                    <a:pt x="333" y="4280"/>
                    <a:pt x="327" y="4245"/>
                  </a:cubicBezTo>
                  <a:lnTo>
                    <a:pt x="358" y="4257"/>
                  </a:lnTo>
                  <a:cubicBezTo>
                    <a:pt x="396" y="4271"/>
                    <a:pt x="433" y="4288"/>
                    <a:pt x="472" y="4302"/>
                  </a:cubicBezTo>
                  <a:cubicBezTo>
                    <a:pt x="495" y="4311"/>
                    <a:pt x="518" y="4321"/>
                    <a:pt x="540" y="4333"/>
                  </a:cubicBezTo>
                  <a:cubicBezTo>
                    <a:pt x="535" y="4347"/>
                    <a:pt x="532" y="4362"/>
                    <a:pt x="532" y="4377"/>
                  </a:cubicBezTo>
                  <a:cubicBezTo>
                    <a:pt x="531" y="4385"/>
                    <a:pt x="530" y="4393"/>
                    <a:pt x="530" y="4400"/>
                  </a:cubicBezTo>
                  <a:cubicBezTo>
                    <a:pt x="530" y="4418"/>
                    <a:pt x="533" y="4436"/>
                    <a:pt x="538" y="4453"/>
                  </a:cubicBezTo>
                  <a:lnTo>
                    <a:pt x="538" y="4452"/>
                  </a:lnTo>
                  <a:moveTo>
                    <a:pt x="1136" y="4488"/>
                  </a:moveTo>
                  <a:cubicBezTo>
                    <a:pt x="1134" y="4496"/>
                    <a:pt x="1133" y="4504"/>
                    <a:pt x="1133" y="4512"/>
                  </a:cubicBezTo>
                  <a:cubicBezTo>
                    <a:pt x="1133" y="4514"/>
                    <a:pt x="1133" y="4516"/>
                    <a:pt x="1134" y="4519"/>
                  </a:cubicBezTo>
                  <a:cubicBezTo>
                    <a:pt x="1128" y="4530"/>
                    <a:pt x="1124" y="4541"/>
                    <a:pt x="1121" y="4553"/>
                  </a:cubicBezTo>
                  <a:cubicBezTo>
                    <a:pt x="1120" y="4557"/>
                    <a:pt x="1119" y="4561"/>
                    <a:pt x="1118" y="4564"/>
                  </a:cubicBezTo>
                  <a:cubicBezTo>
                    <a:pt x="1117" y="4569"/>
                    <a:pt x="1116" y="4574"/>
                    <a:pt x="1116" y="4579"/>
                  </a:cubicBezTo>
                  <a:cubicBezTo>
                    <a:pt x="1116" y="4579"/>
                    <a:pt x="1116" y="4580"/>
                    <a:pt x="1116" y="4581"/>
                  </a:cubicBezTo>
                  <a:cubicBezTo>
                    <a:pt x="1115" y="4582"/>
                    <a:pt x="1114" y="4584"/>
                    <a:pt x="1113" y="4586"/>
                  </a:cubicBezTo>
                  <a:cubicBezTo>
                    <a:pt x="1112" y="4587"/>
                    <a:pt x="1111" y="4589"/>
                    <a:pt x="1111" y="4590"/>
                  </a:cubicBezTo>
                  <a:cubicBezTo>
                    <a:pt x="1105" y="4602"/>
                    <a:pt x="979" y="4579"/>
                    <a:pt x="964" y="4579"/>
                  </a:cubicBezTo>
                  <a:cubicBezTo>
                    <a:pt x="940" y="4579"/>
                    <a:pt x="916" y="4576"/>
                    <a:pt x="891" y="4573"/>
                  </a:cubicBezTo>
                  <a:cubicBezTo>
                    <a:pt x="878" y="4569"/>
                    <a:pt x="865" y="4565"/>
                    <a:pt x="852" y="4561"/>
                  </a:cubicBezTo>
                  <a:cubicBezTo>
                    <a:pt x="754" y="4527"/>
                    <a:pt x="653" y="4512"/>
                    <a:pt x="561" y="4464"/>
                  </a:cubicBezTo>
                  <a:lnTo>
                    <a:pt x="549" y="4457"/>
                  </a:lnTo>
                  <a:cubicBezTo>
                    <a:pt x="549" y="4457"/>
                    <a:pt x="550" y="4457"/>
                    <a:pt x="550" y="4456"/>
                  </a:cubicBezTo>
                  <a:lnTo>
                    <a:pt x="551" y="4455"/>
                  </a:lnTo>
                  <a:cubicBezTo>
                    <a:pt x="563" y="4418"/>
                    <a:pt x="554" y="4379"/>
                    <a:pt x="560" y="4340"/>
                  </a:cubicBezTo>
                  <a:cubicBezTo>
                    <a:pt x="566" y="4343"/>
                    <a:pt x="572" y="4345"/>
                    <a:pt x="579" y="4348"/>
                  </a:cubicBezTo>
                  <a:cubicBezTo>
                    <a:pt x="579" y="4357"/>
                    <a:pt x="579" y="4367"/>
                    <a:pt x="579" y="4376"/>
                  </a:cubicBezTo>
                  <a:cubicBezTo>
                    <a:pt x="579" y="4380"/>
                    <a:pt x="579" y="4383"/>
                    <a:pt x="579" y="4386"/>
                  </a:cubicBezTo>
                  <a:cubicBezTo>
                    <a:pt x="579" y="4394"/>
                    <a:pt x="580" y="4403"/>
                    <a:pt x="583" y="4410"/>
                  </a:cubicBezTo>
                  <a:cubicBezTo>
                    <a:pt x="583" y="4411"/>
                    <a:pt x="583" y="4411"/>
                    <a:pt x="583" y="4411"/>
                  </a:cubicBezTo>
                  <a:cubicBezTo>
                    <a:pt x="584" y="4412"/>
                    <a:pt x="584" y="4412"/>
                    <a:pt x="585" y="4413"/>
                  </a:cubicBezTo>
                  <a:cubicBezTo>
                    <a:pt x="586" y="4413"/>
                    <a:pt x="587" y="4414"/>
                    <a:pt x="588" y="4414"/>
                  </a:cubicBezTo>
                  <a:cubicBezTo>
                    <a:pt x="589" y="4414"/>
                    <a:pt x="590" y="4413"/>
                    <a:pt x="590" y="4413"/>
                  </a:cubicBezTo>
                  <a:cubicBezTo>
                    <a:pt x="591" y="4412"/>
                    <a:pt x="592" y="4412"/>
                    <a:pt x="592" y="4411"/>
                  </a:cubicBezTo>
                  <a:cubicBezTo>
                    <a:pt x="592" y="4411"/>
                    <a:pt x="593" y="4411"/>
                    <a:pt x="593" y="4410"/>
                  </a:cubicBezTo>
                  <a:cubicBezTo>
                    <a:pt x="600" y="4396"/>
                    <a:pt x="604" y="4379"/>
                    <a:pt x="604" y="4362"/>
                  </a:cubicBezTo>
                  <a:cubicBezTo>
                    <a:pt x="604" y="4359"/>
                    <a:pt x="604" y="4356"/>
                    <a:pt x="604" y="4353"/>
                  </a:cubicBezTo>
                  <a:cubicBezTo>
                    <a:pt x="608" y="4353"/>
                    <a:pt x="613" y="4355"/>
                    <a:pt x="617" y="4356"/>
                  </a:cubicBezTo>
                  <a:cubicBezTo>
                    <a:pt x="615" y="4361"/>
                    <a:pt x="614" y="4367"/>
                    <a:pt x="614" y="4373"/>
                  </a:cubicBezTo>
                  <a:cubicBezTo>
                    <a:pt x="614" y="4381"/>
                    <a:pt x="616" y="4390"/>
                    <a:pt x="620" y="4398"/>
                  </a:cubicBezTo>
                  <a:cubicBezTo>
                    <a:pt x="621" y="4398"/>
                    <a:pt x="622" y="4399"/>
                    <a:pt x="623" y="4400"/>
                  </a:cubicBezTo>
                  <a:cubicBezTo>
                    <a:pt x="624" y="4400"/>
                    <a:pt x="625" y="4401"/>
                    <a:pt x="626" y="4401"/>
                  </a:cubicBezTo>
                  <a:cubicBezTo>
                    <a:pt x="627" y="4401"/>
                    <a:pt x="628" y="4400"/>
                    <a:pt x="629" y="4400"/>
                  </a:cubicBezTo>
                  <a:cubicBezTo>
                    <a:pt x="630" y="4399"/>
                    <a:pt x="630" y="4399"/>
                    <a:pt x="630" y="4398"/>
                  </a:cubicBezTo>
                  <a:cubicBezTo>
                    <a:pt x="635" y="4391"/>
                    <a:pt x="637" y="4382"/>
                    <a:pt x="637" y="4373"/>
                  </a:cubicBezTo>
                  <a:cubicBezTo>
                    <a:pt x="637" y="4368"/>
                    <a:pt x="636" y="4363"/>
                    <a:pt x="635" y="4358"/>
                  </a:cubicBezTo>
                  <a:lnTo>
                    <a:pt x="663" y="4362"/>
                  </a:lnTo>
                  <a:cubicBezTo>
                    <a:pt x="657" y="4404"/>
                    <a:pt x="652" y="4460"/>
                    <a:pt x="671" y="4497"/>
                  </a:cubicBezTo>
                  <a:cubicBezTo>
                    <a:pt x="671" y="4497"/>
                    <a:pt x="672" y="4497"/>
                    <a:pt x="672" y="4498"/>
                  </a:cubicBezTo>
                  <a:cubicBezTo>
                    <a:pt x="672" y="4499"/>
                    <a:pt x="673" y="4499"/>
                    <a:pt x="674" y="4500"/>
                  </a:cubicBezTo>
                  <a:cubicBezTo>
                    <a:pt x="675" y="4500"/>
                    <a:pt x="676" y="4501"/>
                    <a:pt x="678" y="4501"/>
                  </a:cubicBezTo>
                  <a:cubicBezTo>
                    <a:pt x="679" y="4501"/>
                    <a:pt x="680" y="4500"/>
                    <a:pt x="681" y="4500"/>
                  </a:cubicBezTo>
                  <a:cubicBezTo>
                    <a:pt x="682" y="4499"/>
                    <a:pt x="683" y="4499"/>
                    <a:pt x="684" y="4498"/>
                  </a:cubicBezTo>
                  <a:cubicBezTo>
                    <a:pt x="684" y="4497"/>
                    <a:pt x="684" y="4496"/>
                    <a:pt x="684" y="4495"/>
                  </a:cubicBezTo>
                  <a:cubicBezTo>
                    <a:pt x="686" y="4482"/>
                    <a:pt x="687" y="4468"/>
                    <a:pt x="687" y="4455"/>
                  </a:cubicBezTo>
                  <a:cubicBezTo>
                    <a:pt x="687" y="4449"/>
                    <a:pt x="687" y="4442"/>
                    <a:pt x="686" y="4436"/>
                  </a:cubicBezTo>
                  <a:cubicBezTo>
                    <a:pt x="686" y="4412"/>
                    <a:pt x="686" y="4389"/>
                    <a:pt x="685" y="4365"/>
                  </a:cubicBezTo>
                  <a:cubicBezTo>
                    <a:pt x="691" y="4365"/>
                    <a:pt x="697" y="4367"/>
                    <a:pt x="703" y="4368"/>
                  </a:cubicBezTo>
                  <a:lnTo>
                    <a:pt x="718" y="4371"/>
                  </a:lnTo>
                  <a:cubicBezTo>
                    <a:pt x="718" y="4393"/>
                    <a:pt x="713" y="4414"/>
                    <a:pt x="722" y="4435"/>
                  </a:cubicBezTo>
                  <a:cubicBezTo>
                    <a:pt x="725" y="4441"/>
                    <a:pt x="733" y="4444"/>
                    <a:pt x="736" y="4437"/>
                  </a:cubicBezTo>
                  <a:cubicBezTo>
                    <a:pt x="741" y="4423"/>
                    <a:pt x="743" y="4409"/>
                    <a:pt x="743" y="4395"/>
                  </a:cubicBezTo>
                  <a:cubicBezTo>
                    <a:pt x="743" y="4392"/>
                    <a:pt x="743" y="4389"/>
                    <a:pt x="743" y="4386"/>
                  </a:cubicBezTo>
                  <a:cubicBezTo>
                    <a:pt x="743" y="4382"/>
                    <a:pt x="743" y="4379"/>
                    <a:pt x="743" y="4376"/>
                  </a:cubicBezTo>
                  <a:cubicBezTo>
                    <a:pt x="813" y="4391"/>
                    <a:pt x="882" y="4409"/>
                    <a:pt x="953" y="4417"/>
                  </a:cubicBezTo>
                  <a:cubicBezTo>
                    <a:pt x="1017" y="4425"/>
                    <a:pt x="1078" y="4434"/>
                    <a:pt x="1141" y="4447"/>
                  </a:cubicBezTo>
                  <a:cubicBezTo>
                    <a:pt x="1140" y="4461"/>
                    <a:pt x="1139" y="4475"/>
                    <a:pt x="1136" y="4489"/>
                  </a:cubicBezTo>
                  <a:lnTo>
                    <a:pt x="1136" y="4488"/>
                  </a:lnTo>
                  <a:moveTo>
                    <a:pt x="2378" y="4441"/>
                  </a:moveTo>
                  <a:cubicBezTo>
                    <a:pt x="2377" y="4467"/>
                    <a:pt x="2374" y="4493"/>
                    <a:pt x="2374" y="4519"/>
                  </a:cubicBezTo>
                  <a:cubicBezTo>
                    <a:pt x="2374" y="4520"/>
                    <a:pt x="2374" y="4520"/>
                    <a:pt x="2374" y="4520"/>
                  </a:cubicBezTo>
                  <a:cubicBezTo>
                    <a:pt x="2372" y="4521"/>
                    <a:pt x="2370" y="4523"/>
                    <a:pt x="2369" y="4525"/>
                  </a:cubicBezTo>
                  <a:cubicBezTo>
                    <a:pt x="2368" y="4525"/>
                    <a:pt x="2368" y="4526"/>
                    <a:pt x="2368" y="4526"/>
                  </a:cubicBezTo>
                  <a:cubicBezTo>
                    <a:pt x="2367" y="4528"/>
                    <a:pt x="2366" y="4530"/>
                    <a:pt x="2365" y="4532"/>
                  </a:cubicBezTo>
                  <a:cubicBezTo>
                    <a:pt x="2359" y="4542"/>
                    <a:pt x="2351" y="4550"/>
                    <a:pt x="2341" y="4556"/>
                  </a:cubicBezTo>
                  <a:cubicBezTo>
                    <a:pt x="2340" y="4556"/>
                    <a:pt x="2339" y="4557"/>
                    <a:pt x="2338" y="4558"/>
                  </a:cubicBezTo>
                  <a:cubicBezTo>
                    <a:pt x="2313" y="4565"/>
                    <a:pt x="2288" y="4572"/>
                    <a:pt x="2263" y="4578"/>
                  </a:cubicBezTo>
                  <a:cubicBezTo>
                    <a:pt x="2254" y="4578"/>
                    <a:pt x="2245" y="4579"/>
                    <a:pt x="2237" y="4579"/>
                  </a:cubicBezTo>
                  <a:cubicBezTo>
                    <a:pt x="2182" y="4581"/>
                    <a:pt x="2128" y="4590"/>
                    <a:pt x="2072" y="4590"/>
                  </a:cubicBezTo>
                  <a:cubicBezTo>
                    <a:pt x="1971" y="4590"/>
                    <a:pt x="1871" y="4607"/>
                    <a:pt x="1771" y="4608"/>
                  </a:cubicBezTo>
                  <a:cubicBezTo>
                    <a:pt x="1671" y="4608"/>
                    <a:pt x="1570" y="4627"/>
                    <a:pt x="1469" y="4627"/>
                  </a:cubicBezTo>
                  <a:cubicBezTo>
                    <a:pt x="1450" y="4627"/>
                    <a:pt x="1430" y="4628"/>
                    <a:pt x="1410" y="4628"/>
                  </a:cubicBezTo>
                  <a:cubicBezTo>
                    <a:pt x="1366" y="4628"/>
                    <a:pt x="1321" y="4626"/>
                    <a:pt x="1277" y="4621"/>
                  </a:cubicBezTo>
                  <a:cubicBezTo>
                    <a:pt x="1239" y="4615"/>
                    <a:pt x="1205" y="4621"/>
                    <a:pt x="1183" y="4579"/>
                  </a:cubicBezTo>
                  <a:cubicBezTo>
                    <a:pt x="1176" y="4566"/>
                    <a:pt x="1160" y="4561"/>
                    <a:pt x="1160" y="4547"/>
                  </a:cubicBezTo>
                  <a:cubicBezTo>
                    <a:pt x="1160" y="4546"/>
                    <a:pt x="1160" y="4546"/>
                    <a:pt x="1160" y="4546"/>
                  </a:cubicBezTo>
                  <a:cubicBezTo>
                    <a:pt x="1160" y="4545"/>
                    <a:pt x="1160" y="4545"/>
                    <a:pt x="1160" y="4545"/>
                  </a:cubicBezTo>
                  <a:cubicBezTo>
                    <a:pt x="1160" y="4535"/>
                    <a:pt x="1160" y="4526"/>
                    <a:pt x="1160" y="4517"/>
                  </a:cubicBezTo>
                  <a:cubicBezTo>
                    <a:pt x="1160" y="4515"/>
                    <a:pt x="1160" y="4514"/>
                    <a:pt x="1160" y="4513"/>
                  </a:cubicBezTo>
                  <a:cubicBezTo>
                    <a:pt x="1160" y="4492"/>
                    <a:pt x="1161" y="4472"/>
                    <a:pt x="1165" y="4452"/>
                  </a:cubicBezTo>
                  <a:cubicBezTo>
                    <a:pt x="1228" y="4467"/>
                    <a:pt x="1293" y="4469"/>
                    <a:pt x="1356" y="4482"/>
                  </a:cubicBezTo>
                  <a:cubicBezTo>
                    <a:pt x="1438" y="4498"/>
                    <a:pt x="1530" y="4496"/>
                    <a:pt x="1613" y="4494"/>
                  </a:cubicBezTo>
                  <a:cubicBezTo>
                    <a:pt x="1663" y="4494"/>
                    <a:pt x="1714" y="4497"/>
                    <a:pt x="1764" y="4497"/>
                  </a:cubicBezTo>
                  <a:cubicBezTo>
                    <a:pt x="1774" y="4498"/>
                    <a:pt x="1784" y="4498"/>
                    <a:pt x="1794" y="4498"/>
                  </a:cubicBezTo>
                  <a:cubicBezTo>
                    <a:pt x="1817" y="4498"/>
                    <a:pt x="1840" y="4497"/>
                    <a:pt x="1863" y="4494"/>
                  </a:cubicBezTo>
                  <a:cubicBezTo>
                    <a:pt x="1864" y="4494"/>
                    <a:pt x="1865" y="4494"/>
                    <a:pt x="1866" y="4494"/>
                  </a:cubicBezTo>
                  <a:cubicBezTo>
                    <a:pt x="1911" y="4494"/>
                    <a:pt x="1957" y="4490"/>
                    <a:pt x="2002" y="4484"/>
                  </a:cubicBezTo>
                  <a:cubicBezTo>
                    <a:pt x="2002" y="4494"/>
                    <a:pt x="2001" y="4504"/>
                    <a:pt x="2001" y="4513"/>
                  </a:cubicBezTo>
                  <a:cubicBezTo>
                    <a:pt x="2001" y="4515"/>
                    <a:pt x="2001" y="4517"/>
                    <a:pt x="2001" y="4519"/>
                  </a:cubicBezTo>
                  <a:cubicBezTo>
                    <a:pt x="2001" y="4527"/>
                    <a:pt x="2003" y="4534"/>
                    <a:pt x="2007" y="4541"/>
                  </a:cubicBezTo>
                  <a:cubicBezTo>
                    <a:pt x="2008" y="4543"/>
                    <a:pt x="2010" y="4546"/>
                    <a:pt x="2012" y="4548"/>
                  </a:cubicBezTo>
                  <a:lnTo>
                    <a:pt x="2013" y="4549"/>
                  </a:lnTo>
                  <a:cubicBezTo>
                    <a:pt x="2014" y="4549"/>
                    <a:pt x="2015" y="4550"/>
                    <a:pt x="2016" y="4550"/>
                  </a:cubicBezTo>
                  <a:cubicBezTo>
                    <a:pt x="2017" y="4550"/>
                    <a:pt x="2019" y="4549"/>
                    <a:pt x="2020" y="4549"/>
                  </a:cubicBezTo>
                  <a:cubicBezTo>
                    <a:pt x="2020" y="4549"/>
                    <a:pt x="2020" y="4548"/>
                    <a:pt x="2021" y="4548"/>
                  </a:cubicBezTo>
                  <a:cubicBezTo>
                    <a:pt x="2023" y="4546"/>
                    <a:pt x="2023" y="4543"/>
                    <a:pt x="2025" y="4541"/>
                  </a:cubicBezTo>
                  <a:cubicBezTo>
                    <a:pt x="2028" y="4534"/>
                    <a:pt x="2031" y="4527"/>
                    <a:pt x="2031" y="4520"/>
                  </a:cubicBezTo>
                  <a:cubicBezTo>
                    <a:pt x="2031" y="4518"/>
                    <a:pt x="2031" y="4517"/>
                    <a:pt x="2031" y="4515"/>
                  </a:cubicBezTo>
                  <a:cubicBezTo>
                    <a:pt x="2031" y="4512"/>
                    <a:pt x="2031" y="4509"/>
                    <a:pt x="2031" y="4505"/>
                  </a:cubicBezTo>
                  <a:cubicBezTo>
                    <a:pt x="2031" y="4496"/>
                    <a:pt x="2031" y="4487"/>
                    <a:pt x="2029" y="4478"/>
                  </a:cubicBezTo>
                  <a:cubicBezTo>
                    <a:pt x="2038" y="4476"/>
                    <a:pt x="2047" y="4474"/>
                    <a:pt x="2056" y="4472"/>
                  </a:cubicBezTo>
                  <a:cubicBezTo>
                    <a:pt x="2056" y="4478"/>
                    <a:pt x="2056" y="4483"/>
                    <a:pt x="2054" y="4488"/>
                  </a:cubicBezTo>
                  <a:cubicBezTo>
                    <a:pt x="2054" y="4491"/>
                    <a:pt x="2054" y="4493"/>
                    <a:pt x="2054" y="4495"/>
                  </a:cubicBezTo>
                  <a:cubicBezTo>
                    <a:pt x="2054" y="4504"/>
                    <a:pt x="2056" y="4512"/>
                    <a:pt x="2060" y="4519"/>
                  </a:cubicBezTo>
                  <a:cubicBezTo>
                    <a:pt x="2060" y="4520"/>
                    <a:pt x="2061" y="4520"/>
                    <a:pt x="2062" y="4521"/>
                  </a:cubicBezTo>
                  <a:cubicBezTo>
                    <a:pt x="2062" y="4521"/>
                    <a:pt x="2063" y="4521"/>
                    <a:pt x="2064" y="4521"/>
                  </a:cubicBezTo>
                  <a:cubicBezTo>
                    <a:pt x="2065" y="4521"/>
                    <a:pt x="2066" y="4521"/>
                    <a:pt x="2067" y="4521"/>
                  </a:cubicBezTo>
                  <a:cubicBezTo>
                    <a:pt x="2068" y="4520"/>
                    <a:pt x="2068" y="4520"/>
                    <a:pt x="2069" y="4519"/>
                  </a:cubicBezTo>
                  <a:cubicBezTo>
                    <a:pt x="2073" y="4512"/>
                    <a:pt x="2075" y="4504"/>
                    <a:pt x="2075" y="4496"/>
                  </a:cubicBezTo>
                  <a:cubicBezTo>
                    <a:pt x="2075" y="4494"/>
                    <a:pt x="2075" y="4493"/>
                    <a:pt x="2075" y="4491"/>
                  </a:cubicBezTo>
                  <a:lnTo>
                    <a:pt x="2075" y="4490"/>
                  </a:lnTo>
                  <a:cubicBezTo>
                    <a:pt x="2075" y="4483"/>
                    <a:pt x="2074" y="4476"/>
                    <a:pt x="2073" y="4469"/>
                  </a:cubicBezTo>
                  <a:cubicBezTo>
                    <a:pt x="2086" y="4467"/>
                    <a:pt x="2099" y="4466"/>
                    <a:pt x="2112" y="4464"/>
                  </a:cubicBezTo>
                  <a:cubicBezTo>
                    <a:pt x="2112" y="4470"/>
                    <a:pt x="2114" y="4477"/>
                    <a:pt x="2117" y="4482"/>
                  </a:cubicBezTo>
                  <a:cubicBezTo>
                    <a:pt x="2119" y="4486"/>
                    <a:pt x="2122" y="4489"/>
                    <a:pt x="2125" y="4492"/>
                  </a:cubicBezTo>
                  <a:cubicBezTo>
                    <a:pt x="2126" y="4492"/>
                    <a:pt x="2126" y="4492"/>
                    <a:pt x="2127" y="4493"/>
                  </a:cubicBezTo>
                  <a:cubicBezTo>
                    <a:pt x="2128" y="4493"/>
                    <a:pt x="2129" y="4494"/>
                    <a:pt x="2131" y="4494"/>
                  </a:cubicBezTo>
                  <a:cubicBezTo>
                    <a:pt x="2132" y="4494"/>
                    <a:pt x="2133" y="4493"/>
                    <a:pt x="2134" y="4493"/>
                  </a:cubicBezTo>
                  <a:cubicBezTo>
                    <a:pt x="2135" y="4492"/>
                    <a:pt x="2136" y="4492"/>
                    <a:pt x="2136" y="4492"/>
                  </a:cubicBezTo>
                  <a:cubicBezTo>
                    <a:pt x="2136" y="4491"/>
                    <a:pt x="2137" y="4491"/>
                    <a:pt x="2137" y="4491"/>
                  </a:cubicBezTo>
                  <a:cubicBezTo>
                    <a:pt x="2138" y="4488"/>
                    <a:pt x="2139" y="4486"/>
                    <a:pt x="2139" y="4483"/>
                  </a:cubicBezTo>
                  <a:cubicBezTo>
                    <a:pt x="2140" y="4482"/>
                    <a:pt x="2140" y="4480"/>
                    <a:pt x="2140" y="4479"/>
                  </a:cubicBezTo>
                  <a:cubicBezTo>
                    <a:pt x="2140" y="4475"/>
                    <a:pt x="2139" y="4472"/>
                    <a:pt x="2138" y="4469"/>
                  </a:cubicBezTo>
                  <a:cubicBezTo>
                    <a:pt x="2138" y="4466"/>
                    <a:pt x="2136" y="4464"/>
                    <a:pt x="2135" y="4462"/>
                  </a:cubicBezTo>
                  <a:lnTo>
                    <a:pt x="2161" y="4458"/>
                  </a:lnTo>
                  <a:cubicBezTo>
                    <a:pt x="2160" y="4467"/>
                    <a:pt x="2159" y="4475"/>
                    <a:pt x="2159" y="4484"/>
                  </a:cubicBezTo>
                  <a:cubicBezTo>
                    <a:pt x="2159" y="4500"/>
                    <a:pt x="2161" y="4516"/>
                    <a:pt x="2166" y="4532"/>
                  </a:cubicBezTo>
                  <a:lnTo>
                    <a:pt x="2166" y="4533"/>
                  </a:lnTo>
                  <a:cubicBezTo>
                    <a:pt x="2166" y="4534"/>
                    <a:pt x="2167" y="4534"/>
                    <a:pt x="2168" y="4535"/>
                  </a:cubicBezTo>
                  <a:cubicBezTo>
                    <a:pt x="2169" y="4535"/>
                    <a:pt x="2171" y="4536"/>
                    <a:pt x="2172" y="4536"/>
                  </a:cubicBezTo>
                  <a:cubicBezTo>
                    <a:pt x="2173" y="4536"/>
                    <a:pt x="2174" y="4535"/>
                    <a:pt x="2175" y="4535"/>
                  </a:cubicBezTo>
                  <a:cubicBezTo>
                    <a:pt x="2176" y="4534"/>
                    <a:pt x="2177" y="4534"/>
                    <a:pt x="2178" y="4533"/>
                  </a:cubicBezTo>
                  <a:cubicBezTo>
                    <a:pt x="2178" y="4532"/>
                    <a:pt x="2178" y="4532"/>
                    <a:pt x="2178" y="4532"/>
                  </a:cubicBezTo>
                  <a:cubicBezTo>
                    <a:pt x="2182" y="4516"/>
                    <a:pt x="2184" y="4499"/>
                    <a:pt x="2184" y="4482"/>
                  </a:cubicBezTo>
                  <a:cubicBezTo>
                    <a:pt x="2184" y="4472"/>
                    <a:pt x="2184" y="4463"/>
                    <a:pt x="2182" y="4453"/>
                  </a:cubicBezTo>
                  <a:lnTo>
                    <a:pt x="2186" y="4453"/>
                  </a:lnTo>
                  <a:cubicBezTo>
                    <a:pt x="2251" y="4438"/>
                    <a:pt x="2315" y="4420"/>
                    <a:pt x="2379" y="4398"/>
                  </a:cubicBezTo>
                  <a:cubicBezTo>
                    <a:pt x="2378" y="4413"/>
                    <a:pt x="2380" y="4428"/>
                    <a:pt x="2378" y="4442"/>
                  </a:cubicBezTo>
                  <a:lnTo>
                    <a:pt x="2378" y="4441"/>
                  </a:lnTo>
                  <a:moveTo>
                    <a:pt x="2554" y="4489"/>
                  </a:moveTo>
                  <a:cubicBezTo>
                    <a:pt x="2534" y="4494"/>
                    <a:pt x="2508" y="4492"/>
                    <a:pt x="2491" y="4502"/>
                  </a:cubicBezTo>
                  <a:cubicBezTo>
                    <a:pt x="2489" y="4491"/>
                    <a:pt x="2489" y="4478"/>
                    <a:pt x="2488" y="4467"/>
                  </a:cubicBezTo>
                  <a:cubicBezTo>
                    <a:pt x="2486" y="4455"/>
                    <a:pt x="2479" y="4440"/>
                    <a:pt x="2478" y="4426"/>
                  </a:cubicBezTo>
                  <a:cubicBezTo>
                    <a:pt x="2478" y="4422"/>
                    <a:pt x="2471" y="4423"/>
                    <a:pt x="2471" y="4426"/>
                  </a:cubicBezTo>
                  <a:cubicBezTo>
                    <a:pt x="2472" y="4430"/>
                    <a:pt x="2473" y="4435"/>
                    <a:pt x="2474" y="4439"/>
                  </a:cubicBezTo>
                  <a:cubicBezTo>
                    <a:pt x="2476" y="4444"/>
                    <a:pt x="2476" y="4449"/>
                    <a:pt x="2476" y="4455"/>
                  </a:cubicBezTo>
                  <a:cubicBezTo>
                    <a:pt x="2476" y="4462"/>
                    <a:pt x="2475" y="4469"/>
                    <a:pt x="2473" y="4475"/>
                  </a:cubicBezTo>
                  <a:cubicBezTo>
                    <a:pt x="2472" y="4482"/>
                    <a:pt x="2471" y="4488"/>
                    <a:pt x="2471" y="4495"/>
                  </a:cubicBezTo>
                  <a:cubicBezTo>
                    <a:pt x="2471" y="4501"/>
                    <a:pt x="2472" y="4508"/>
                    <a:pt x="2473" y="4514"/>
                  </a:cubicBezTo>
                  <a:lnTo>
                    <a:pt x="2427" y="4529"/>
                  </a:lnTo>
                  <a:lnTo>
                    <a:pt x="2412" y="4534"/>
                  </a:lnTo>
                  <a:lnTo>
                    <a:pt x="2409" y="4534"/>
                  </a:lnTo>
                  <a:cubicBezTo>
                    <a:pt x="2411" y="4507"/>
                    <a:pt x="2408" y="4479"/>
                    <a:pt x="2406" y="4452"/>
                  </a:cubicBezTo>
                  <a:cubicBezTo>
                    <a:pt x="2406" y="4432"/>
                    <a:pt x="2405" y="4410"/>
                    <a:pt x="2403" y="4389"/>
                  </a:cubicBezTo>
                  <a:lnTo>
                    <a:pt x="2418" y="4383"/>
                  </a:lnTo>
                  <a:cubicBezTo>
                    <a:pt x="2477" y="4361"/>
                    <a:pt x="2540" y="4344"/>
                    <a:pt x="2602" y="4324"/>
                  </a:cubicBezTo>
                  <a:cubicBezTo>
                    <a:pt x="2602" y="4326"/>
                    <a:pt x="2602" y="4328"/>
                    <a:pt x="2602" y="4329"/>
                  </a:cubicBezTo>
                  <a:cubicBezTo>
                    <a:pt x="2601" y="4343"/>
                    <a:pt x="2602" y="4358"/>
                    <a:pt x="2602" y="4372"/>
                  </a:cubicBezTo>
                  <a:cubicBezTo>
                    <a:pt x="2601" y="4380"/>
                    <a:pt x="2601" y="4389"/>
                    <a:pt x="2601" y="4397"/>
                  </a:cubicBezTo>
                  <a:cubicBezTo>
                    <a:pt x="2601" y="4417"/>
                    <a:pt x="2602" y="4437"/>
                    <a:pt x="2604" y="4457"/>
                  </a:cubicBezTo>
                  <a:cubicBezTo>
                    <a:pt x="2604" y="4459"/>
                    <a:pt x="2605" y="4459"/>
                    <a:pt x="2606" y="4461"/>
                  </a:cubicBezTo>
                  <a:cubicBezTo>
                    <a:pt x="2606" y="4462"/>
                    <a:pt x="2607" y="4463"/>
                    <a:pt x="2607" y="4464"/>
                  </a:cubicBezTo>
                  <a:cubicBezTo>
                    <a:pt x="2602" y="4467"/>
                    <a:pt x="2598" y="4470"/>
                    <a:pt x="2593" y="4473"/>
                  </a:cubicBezTo>
                  <a:cubicBezTo>
                    <a:pt x="2581" y="4480"/>
                    <a:pt x="2568" y="4485"/>
                    <a:pt x="2555" y="4489"/>
                  </a:cubicBezTo>
                  <a:lnTo>
                    <a:pt x="2554" y="4489"/>
                  </a:lnTo>
                  <a:moveTo>
                    <a:pt x="2648" y="4362"/>
                  </a:moveTo>
                  <a:cubicBezTo>
                    <a:pt x="2645" y="4388"/>
                    <a:pt x="2644" y="4414"/>
                    <a:pt x="2644" y="4440"/>
                  </a:cubicBezTo>
                  <a:lnTo>
                    <a:pt x="2644" y="4441"/>
                  </a:lnTo>
                  <a:lnTo>
                    <a:pt x="2634" y="4447"/>
                  </a:lnTo>
                  <a:lnTo>
                    <a:pt x="2623" y="4454"/>
                  </a:lnTo>
                  <a:cubicBezTo>
                    <a:pt x="2622" y="4416"/>
                    <a:pt x="2619" y="4379"/>
                    <a:pt x="2618" y="4341"/>
                  </a:cubicBezTo>
                  <a:cubicBezTo>
                    <a:pt x="2618" y="4335"/>
                    <a:pt x="2618" y="4327"/>
                    <a:pt x="2618" y="4320"/>
                  </a:cubicBezTo>
                  <a:lnTo>
                    <a:pt x="2656" y="4307"/>
                  </a:lnTo>
                  <a:cubicBezTo>
                    <a:pt x="2656" y="4325"/>
                    <a:pt x="2649" y="4349"/>
                    <a:pt x="2648" y="4363"/>
                  </a:cubicBezTo>
                  <a:lnTo>
                    <a:pt x="2648" y="4362"/>
                  </a:lnTo>
                  <a:moveTo>
                    <a:pt x="2857" y="4264"/>
                  </a:moveTo>
                  <a:cubicBezTo>
                    <a:pt x="2857" y="4285"/>
                    <a:pt x="2852" y="4308"/>
                    <a:pt x="2853" y="4329"/>
                  </a:cubicBezTo>
                  <a:cubicBezTo>
                    <a:pt x="2791" y="4358"/>
                    <a:pt x="2731" y="4390"/>
                    <a:pt x="2671" y="4424"/>
                  </a:cubicBezTo>
                  <a:cubicBezTo>
                    <a:pt x="2671" y="4399"/>
                    <a:pt x="2668" y="4375"/>
                    <a:pt x="2666" y="4351"/>
                  </a:cubicBezTo>
                  <a:cubicBezTo>
                    <a:pt x="2666" y="4351"/>
                    <a:pt x="2666" y="4350"/>
                    <a:pt x="2666" y="4349"/>
                  </a:cubicBezTo>
                  <a:cubicBezTo>
                    <a:pt x="2666" y="4333"/>
                    <a:pt x="2665" y="4317"/>
                    <a:pt x="2664" y="4302"/>
                  </a:cubicBezTo>
                  <a:cubicBezTo>
                    <a:pt x="2702" y="4288"/>
                    <a:pt x="2739" y="4272"/>
                    <a:pt x="2774" y="4253"/>
                  </a:cubicBezTo>
                  <a:cubicBezTo>
                    <a:pt x="2800" y="4239"/>
                    <a:pt x="2830" y="4227"/>
                    <a:pt x="2858" y="4213"/>
                  </a:cubicBezTo>
                  <a:cubicBezTo>
                    <a:pt x="2857" y="4231"/>
                    <a:pt x="2857" y="4248"/>
                    <a:pt x="2857" y="4265"/>
                  </a:cubicBezTo>
                  <a:lnTo>
                    <a:pt x="2857" y="4264"/>
                  </a:lnTo>
                  <a:moveTo>
                    <a:pt x="2898" y="4300"/>
                  </a:moveTo>
                  <a:lnTo>
                    <a:pt x="2879" y="4313"/>
                  </a:lnTo>
                  <a:cubicBezTo>
                    <a:pt x="2879" y="4297"/>
                    <a:pt x="2879" y="4281"/>
                    <a:pt x="2879" y="4264"/>
                  </a:cubicBezTo>
                  <a:cubicBezTo>
                    <a:pt x="2879" y="4245"/>
                    <a:pt x="2879" y="4223"/>
                    <a:pt x="2877" y="4202"/>
                  </a:cubicBezTo>
                  <a:cubicBezTo>
                    <a:pt x="2885" y="4198"/>
                    <a:pt x="2893" y="4193"/>
                    <a:pt x="2901" y="4188"/>
                  </a:cubicBezTo>
                  <a:cubicBezTo>
                    <a:pt x="2899" y="4203"/>
                    <a:pt x="2898" y="4218"/>
                    <a:pt x="2898" y="4234"/>
                  </a:cubicBezTo>
                  <a:cubicBezTo>
                    <a:pt x="2897" y="4244"/>
                    <a:pt x="2896" y="4253"/>
                    <a:pt x="2896" y="4263"/>
                  </a:cubicBezTo>
                  <a:cubicBezTo>
                    <a:pt x="2896" y="4276"/>
                    <a:pt x="2897" y="4289"/>
                    <a:pt x="2899" y="4302"/>
                  </a:cubicBezTo>
                  <a:lnTo>
                    <a:pt x="2898" y="4300"/>
                  </a:lnTo>
                  <a:moveTo>
                    <a:pt x="2938" y="4266"/>
                  </a:moveTo>
                  <a:cubicBezTo>
                    <a:pt x="2934" y="4270"/>
                    <a:pt x="2931" y="4273"/>
                    <a:pt x="2927" y="4277"/>
                  </a:cubicBezTo>
                  <a:cubicBezTo>
                    <a:pt x="2926" y="4242"/>
                    <a:pt x="2934" y="4203"/>
                    <a:pt x="2925" y="4169"/>
                  </a:cubicBezTo>
                  <a:cubicBezTo>
                    <a:pt x="2939" y="4158"/>
                    <a:pt x="2954" y="4147"/>
                    <a:pt x="2969" y="4137"/>
                  </a:cubicBezTo>
                  <a:cubicBezTo>
                    <a:pt x="2968" y="4145"/>
                    <a:pt x="2967" y="4152"/>
                    <a:pt x="2967" y="4159"/>
                  </a:cubicBezTo>
                  <a:cubicBezTo>
                    <a:pt x="2967" y="4162"/>
                    <a:pt x="2967" y="4165"/>
                    <a:pt x="2967" y="4168"/>
                  </a:cubicBezTo>
                  <a:cubicBezTo>
                    <a:pt x="2969" y="4174"/>
                    <a:pt x="2970" y="4181"/>
                    <a:pt x="2971" y="4188"/>
                  </a:cubicBezTo>
                  <a:cubicBezTo>
                    <a:pt x="2970" y="4199"/>
                    <a:pt x="2976" y="4210"/>
                    <a:pt x="2974" y="4220"/>
                  </a:cubicBezTo>
                  <a:cubicBezTo>
                    <a:pt x="2974" y="4221"/>
                    <a:pt x="2974" y="4222"/>
                    <a:pt x="2974" y="4223"/>
                  </a:cubicBezTo>
                  <a:cubicBezTo>
                    <a:pt x="2974" y="4225"/>
                    <a:pt x="2974" y="4227"/>
                    <a:pt x="2975" y="4229"/>
                  </a:cubicBezTo>
                  <a:cubicBezTo>
                    <a:pt x="2963" y="4244"/>
                    <a:pt x="2949" y="4255"/>
                    <a:pt x="2938" y="4268"/>
                  </a:cubicBezTo>
                  <a:lnTo>
                    <a:pt x="2938" y="4266"/>
                  </a:lnTo>
                  <a:moveTo>
                    <a:pt x="3077" y="4087"/>
                  </a:moveTo>
                  <a:lnTo>
                    <a:pt x="3076" y="4088"/>
                  </a:lnTo>
                  <a:cubicBezTo>
                    <a:pt x="3074" y="4089"/>
                    <a:pt x="3072" y="4090"/>
                    <a:pt x="3071" y="4092"/>
                  </a:cubicBezTo>
                  <a:cubicBezTo>
                    <a:pt x="3070" y="4094"/>
                    <a:pt x="3070" y="4095"/>
                    <a:pt x="3069" y="4097"/>
                  </a:cubicBezTo>
                  <a:cubicBezTo>
                    <a:pt x="3064" y="4141"/>
                    <a:pt x="3022" y="4161"/>
                    <a:pt x="3002" y="4195"/>
                  </a:cubicBezTo>
                  <a:cubicBezTo>
                    <a:pt x="3001" y="4188"/>
                    <a:pt x="3002" y="4181"/>
                    <a:pt x="3001" y="4173"/>
                  </a:cubicBezTo>
                  <a:cubicBezTo>
                    <a:pt x="2998" y="4164"/>
                    <a:pt x="2997" y="4155"/>
                    <a:pt x="2996" y="4146"/>
                  </a:cubicBezTo>
                  <a:cubicBezTo>
                    <a:pt x="2996" y="4144"/>
                    <a:pt x="2997" y="4141"/>
                    <a:pt x="2997" y="4139"/>
                  </a:cubicBezTo>
                  <a:cubicBezTo>
                    <a:pt x="2997" y="4132"/>
                    <a:pt x="2996" y="4125"/>
                    <a:pt x="2994" y="4119"/>
                  </a:cubicBezTo>
                  <a:cubicBezTo>
                    <a:pt x="3002" y="4112"/>
                    <a:pt x="3010" y="4104"/>
                    <a:pt x="3017" y="4096"/>
                  </a:cubicBezTo>
                  <a:lnTo>
                    <a:pt x="3020" y="4093"/>
                  </a:lnTo>
                  <a:cubicBezTo>
                    <a:pt x="3043" y="4073"/>
                    <a:pt x="3062" y="4050"/>
                    <a:pt x="3078" y="4024"/>
                  </a:cubicBezTo>
                  <a:cubicBezTo>
                    <a:pt x="3079" y="4034"/>
                    <a:pt x="3080" y="4044"/>
                    <a:pt x="3080" y="4054"/>
                  </a:cubicBezTo>
                  <a:cubicBezTo>
                    <a:pt x="3080" y="4065"/>
                    <a:pt x="3079" y="4077"/>
                    <a:pt x="3077" y="4089"/>
                  </a:cubicBezTo>
                  <a:lnTo>
                    <a:pt x="3077" y="4087"/>
                  </a:lnTo>
                  <a:moveTo>
                    <a:pt x="3051" y="3687"/>
                  </a:moveTo>
                  <a:cubicBezTo>
                    <a:pt x="3050" y="3688"/>
                    <a:pt x="3050" y="3689"/>
                    <a:pt x="3049" y="3690"/>
                  </a:cubicBezTo>
                  <a:cubicBezTo>
                    <a:pt x="3048" y="3691"/>
                    <a:pt x="3048" y="3693"/>
                    <a:pt x="3047" y="3694"/>
                  </a:cubicBezTo>
                  <a:cubicBezTo>
                    <a:pt x="3043" y="3667"/>
                    <a:pt x="3040" y="3641"/>
                    <a:pt x="3038" y="3614"/>
                  </a:cubicBezTo>
                  <a:cubicBezTo>
                    <a:pt x="3038" y="3609"/>
                    <a:pt x="3030" y="3609"/>
                    <a:pt x="3030" y="3614"/>
                  </a:cubicBezTo>
                  <a:cubicBezTo>
                    <a:pt x="3030" y="3635"/>
                    <a:pt x="3024" y="3655"/>
                    <a:pt x="3022" y="3677"/>
                  </a:cubicBezTo>
                  <a:cubicBezTo>
                    <a:pt x="3019" y="3698"/>
                    <a:pt x="3024" y="3730"/>
                    <a:pt x="3014" y="3750"/>
                  </a:cubicBezTo>
                  <a:cubicBezTo>
                    <a:pt x="3013" y="3752"/>
                    <a:pt x="3012" y="3755"/>
                    <a:pt x="3012" y="3757"/>
                  </a:cubicBezTo>
                  <a:cubicBezTo>
                    <a:pt x="3012" y="3759"/>
                    <a:pt x="3012" y="3761"/>
                    <a:pt x="3014" y="3764"/>
                  </a:cubicBezTo>
                  <a:cubicBezTo>
                    <a:pt x="3015" y="3766"/>
                    <a:pt x="3017" y="3768"/>
                    <a:pt x="3020" y="3770"/>
                  </a:cubicBezTo>
                  <a:cubicBezTo>
                    <a:pt x="3016" y="3780"/>
                    <a:pt x="3011" y="3790"/>
                    <a:pt x="3006" y="3798"/>
                  </a:cubicBezTo>
                  <a:cubicBezTo>
                    <a:pt x="3005" y="3787"/>
                    <a:pt x="3003" y="3776"/>
                    <a:pt x="3003" y="3765"/>
                  </a:cubicBezTo>
                  <a:cubicBezTo>
                    <a:pt x="3002" y="3740"/>
                    <a:pt x="2999" y="3714"/>
                    <a:pt x="2997" y="3688"/>
                  </a:cubicBezTo>
                  <a:cubicBezTo>
                    <a:pt x="2997" y="3644"/>
                    <a:pt x="2992" y="3601"/>
                    <a:pt x="2981" y="3558"/>
                  </a:cubicBezTo>
                  <a:cubicBezTo>
                    <a:pt x="2981" y="3557"/>
                    <a:pt x="2981" y="3557"/>
                    <a:pt x="2980" y="3557"/>
                  </a:cubicBezTo>
                  <a:lnTo>
                    <a:pt x="2979" y="3557"/>
                  </a:lnTo>
                  <a:lnTo>
                    <a:pt x="2978" y="3557"/>
                  </a:lnTo>
                  <a:cubicBezTo>
                    <a:pt x="2978" y="3557"/>
                    <a:pt x="2977" y="3557"/>
                    <a:pt x="2977" y="3558"/>
                  </a:cubicBezTo>
                  <a:lnTo>
                    <a:pt x="2977" y="3559"/>
                  </a:lnTo>
                  <a:cubicBezTo>
                    <a:pt x="2985" y="3600"/>
                    <a:pt x="2990" y="3642"/>
                    <a:pt x="2990" y="3684"/>
                  </a:cubicBezTo>
                  <a:cubicBezTo>
                    <a:pt x="2990" y="3696"/>
                    <a:pt x="2989" y="3707"/>
                    <a:pt x="2989" y="3719"/>
                  </a:cubicBezTo>
                  <a:cubicBezTo>
                    <a:pt x="2988" y="3753"/>
                    <a:pt x="2987" y="3788"/>
                    <a:pt x="2989" y="3822"/>
                  </a:cubicBezTo>
                  <a:cubicBezTo>
                    <a:pt x="2984" y="3828"/>
                    <a:pt x="2979" y="3833"/>
                    <a:pt x="2973" y="3838"/>
                  </a:cubicBezTo>
                  <a:cubicBezTo>
                    <a:pt x="2968" y="3842"/>
                    <a:pt x="2963" y="3847"/>
                    <a:pt x="2958" y="3851"/>
                  </a:cubicBezTo>
                  <a:cubicBezTo>
                    <a:pt x="2958" y="3788"/>
                    <a:pt x="2947" y="3725"/>
                    <a:pt x="2947" y="3663"/>
                  </a:cubicBezTo>
                  <a:cubicBezTo>
                    <a:pt x="2947" y="3659"/>
                    <a:pt x="2941" y="3658"/>
                    <a:pt x="2941" y="3663"/>
                  </a:cubicBezTo>
                  <a:cubicBezTo>
                    <a:pt x="2940" y="3700"/>
                    <a:pt x="2944" y="3737"/>
                    <a:pt x="2941" y="3774"/>
                  </a:cubicBezTo>
                  <a:cubicBezTo>
                    <a:pt x="2939" y="3805"/>
                    <a:pt x="2936" y="3837"/>
                    <a:pt x="2937" y="3868"/>
                  </a:cubicBezTo>
                  <a:lnTo>
                    <a:pt x="2902" y="3899"/>
                  </a:lnTo>
                  <a:cubicBezTo>
                    <a:pt x="2902" y="3898"/>
                    <a:pt x="2901" y="3898"/>
                    <a:pt x="2900" y="3898"/>
                  </a:cubicBezTo>
                  <a:cubicBezTo>
                    <a:pt x="2899" y="3898"/>
                    <a:pt x="2898" y="3898"/>
                    <a:pt x="2897" y="3899"/>
                  </a:cubicBezTo>
                  <a:cubicBezTo>
                    <a:pt x="2907" y="3853"/>
                    <a:pt x="2891" y="3793"/>
                    <a:pt x="2885" y="3749"/>
                  </a:cubicBezTo>
                  <a:cubicBezTo>
                    <a:pt x="2879" y="3696"/>
                    <a:pt x="2875" y="3644"/>
                    <a:pt x="2872" y="3591"/>
                  </a:cubicBezTo>
                  <a:lnTo>
                    <a:pt x="2872" y="3590"/>
                  </a:lnTo>
                  <a:cubicBezTo>
                    <a:pt x="2871" y="3590"/>
                    <a:pt x="2871" y="3590"/>
                    <a:pt x="2871" y="3590"/>
                  </a:cubicBezTo>
                  <a:cubicBezTo>
                    <a:pt x="2870" y="3590"/>
                    <a:pt x="2870" y="3590"/>
                    <a:pt x="2870" y="3590"/>
                  </a:cubicBezTo>
                  <a:lnTo>
                    <a:pt x="2869" y="3590"/>
                  </a:lnTo>
                  <a:cubicBezTo>
                    <a:pt x="2869" y="3591"/>
                    <a:pt x="2869" y="3591"/>
                    <a:pt x="2869" y="3591"/>
                  </a:cubicBezTo>
                  <a:cubicBezTo>
                    <a:pt x="2866" y="3643"/>
                    <a:pt x="2876" y="3696"/>
                    <a:pt x="2870" y="3748"/>
                  </a:cubicBezTo>
                  <a:cubicBezTo>
                    <a:pt x="2866" y="3779"/>
                    <a:pt x="2864" y="3811"/>
                    <a:pt x="2864" y="3843"/>
                  </a:cubicBezTo>
                  <a:cubicBezTo>
                    <a:pt x="2864" y="3865"/>
                    <a:pt x="2865" y="3887"/>
                    <a:pt x="2867" y="3909"/>
                  </a:cubicBezTo>
                  <a:lnTo>
                    <a:pt x="2848" y="3917"/>
                  </a:lnTo>
                  <a:cubicBezTo>
                    <a:pt x="2846" y="3896"/>
                    <a:pt x="2846" y="3874"/>
                    <a:pt x="2844" y="3853"/>
                  </a:cubicBezTo>
                  <a:cubicBezTo>
                    <a:pt x="2844" y="3834"/>
                    <a:pt x="2839" y="3816"/>
                    <a:pt x="2830" y="3800"/>
                  </a:cubicBezTo>
                  <a:cubicBezTo>
                    <a:pt x="2829" y="3799"/>
                    <a:pt x="2828" y="3797"/>
                    <a:pt x="2827" y="3796"/>
                  </a:cubicBezTo>
                  <a:cubicBezTo>
                    <a:pt x="2825" y="3794"/>
                    <a:pt x="2822" y="3797"/>
                    <a:pt x="2823" y="3799"/>
                  </a:cubicBezTo>
                  <a:cubicBezTo>
                    <a:pt x="2829" y="3807"/>
                    <a:pt x="2827" y="3828"/>
                    <a:pt x="2828" y="3839"/>
                  </a:cubicBezTo>
                  <a:cubicBezTo>
                    <a:pt x="2828" y="3842"/>
                    <a:pt x="2828" y="3844"/>
                    <a:pt x="2828" y="3847"/>
                  </a:cubicBezTo>
                  <a:cubicBezTo>
                    <a:pt x="2828" y="3862"/>
                    <a:pt x="2827" y="3877"/>
                    <a:pt x="2825" y="3892"/>
                  </a:cubicBezTo>
                  <a:cubicBezTo>
                    <a:pt x="2823" y="3904"/>
                    <a:pt x="2821" y="3917"/>
                    <a:pt x="2820" y="3929"/>
                  </a:cubicBezTo>
                  <a:cubicBezTo>
                    <a:pt x="2808" y="3935"/>
                    <a:pt x="2796" y="3940"/>
                    <a:pt x="2784" y="3946"/>
                  </a:cubicBezTo>
                  <a:cubicBezTo>
                    <a:pt x="2781" y="3913"/>
                    <a:pt x="2772" y="3880"/>
                    <a:pt x="2769" y="3847"/>
                  </a:cubicBezTo>
                  <a:cubicBezTo>
                    <a:pt x="2769" y="3844"/>
                    <a:pt x="2765" y="3844"/>
                    <a:pt x="2765" y="3847"/>
                  </a:cubicBezTo>
                  <a:cubicBezTo>
                    <a:pt x="2765" y="3852"/>
                    <a:pt x="2765" y="3857"/>
                    <a:pt x="2765" y="3862"/>
                  </a:cubicBezTo>
                  <a:cubicBezTo>
                    <a:pt x="2765" y="3873"/>
                    <a:pt x="2765" y="3885"/>
                    <a:pt x="2763" y="3897"/>
                  </a:cubicBezTo>
                  <a:cubicBezTo>
                    <a:pt x="2761" y="3916"/>
                    <a:pt x="2761" y="3938"/>
                    <a:pt x="2759" y="3959"/>
                  </a:cubicBezTo>
                  <a:lnTo>
                    <a:pt x="2732" y="3973"/>
                  </a:lnTo>
                  <a:cubicBezTo>
                    <a:pt x="2726" y="3944"/>
                    <a:pt x="2726" y="3909"/>
                    <a:pt x="2723" y="3883"/>
                  </a:cubicBezTo>
                  <a:cubicBezTo>
                    <a:pt x="2719" y="3857"/>
                    <a:pt x="2718" y="3831"/>
                    <a:pt x="2716" y="3805"/>
                  </a:cubicBezTo>
                  <a:cubicBezTo>
                    <a:pt x="2716" y="3800"/>
                    <a:pt x="2709" y="3800"/>
                    <a:pt x="2708" y="3805"/>
                  </a:cubicBezTo>
                  <a:cubicBezTo>
                    <a:pt x="2707" y="3823"/>
                    <a:pt x="2706" y="3841"/>
                    <a:pt x="2706" y="3859"/>
                  </a:cubicBezTo>
                  <a:cubicBezTo>
                    <a:pt x="2706" y="3890"/>
                    <a:pt x="2708" y="3921"/>
                    <a:pt x="2712" y="3951"/>
                  </a:cubicBezTo>
                  <a:cubicBezTo>
                    <a:pt x="2713" y="3959"/>
                    <a:pt x="2712" y="3971"/>
                    <a:pt x="2713" y="3982"/>
                  </a:cubicBezTo>
                  <a:lnTo>
                    <a:pt x="2692" y="3995"/>
                  </a:lnTo>
                  <a:cubicBezTo>
                    <a:pt x="2691" y="3993"/>
                    <a:pt x="2691" y="3990"/>
                    <a:pt x="2690" y="3987"/>
                  </a:cubicBezTo>
                  <a:cubicBezTo>
                    <a:pt x="2688" y="3976"/>
                    <a:pt x="2687" y="3965"/>
                    <a:pt x="2687" y="3954"/>
                  </a:cubicBezTo>
                  <a:cubicBezTo>
                    <a:pt x="2687" y="3949"/>
                    <a:pt x="2679" y="3949"/>
                    <a:pt x="2679" y="3954"/>
                  </a:cubicBezTo>
                  <a:cubicBezTo>
                    <a:pt x="2679" y="3969"/>
                    <a:pt x="2675" y="3984"/>
                    <a:pt x="2676" y="3999"/>
                  </a:cubicBezTo>
                  <a:cubicBezTo>
                    <a:pt x="2676" y="3999"/>
                    <a:pt x="2676" y="4000"/>
                    <a:pt x="2676" y="4001"/>
                  </a:cubicBezTo>
                  <a:cubicBezTo>
                    <a:pt x="2676" y="4002"/>
                    <a:pt x="2676" y="4003"/>
                    <a:pt x="2676" y="4003"/>
                  </a:cubicBezTo>
                  <a:lnTo>
                    <a:pt x="2668" y="4007"/>
                  </a:lnTo>
                  <a:cubicBezTo>
                    <a:pt x="2663" y="4010"/>
                    <a:pt x="2657" y="4013"/>
                    <a:pt x="2652" y="4015"/>
                  </a:cubicBezTo>
                  <a:cubicBezTo>
                    <a:pt x="2652" y="4009"/>
                    <a:pt x="2652" y="4004"/>
                    <a:pt x="2652" y="3999"/>
                  </a:cubicBezTo>
                  <a:cubicBezTo>
                    <a:pt x="2652" y="3987"/>
                    <a:pt x="2646" y="3975"/>
                    <a:pt x="2645" y="3963"/>
                  </a:cubicBezTo>
                  <a:cubicBezTo>
                    <a:pt x="2645" y="3958"/>
                    <a:pt x="2636" y="3958"/>
                    <a:pt x="2636" y="3963"/>
                  </a:cubicBezTo>
                  <a:cubicBezTo>
                    <a:pt x="2636" y="3980"/>
                    <a:pt x="2636" y="3995"/>
                    <a:pt x="2634" y="4012"/>
                  </a:cubicBezTo>
                  <a:cubicBezTo>
                    <a:pt x="2634" y="4015"/>
                    <a:pt x="2634" y="4019"/>
                    <a:pt x="2633" y="4023"/>
                  </a:cubicBezTo>
                  <a:lnTo>
                    <a:pt x="2622" y="4027"/>
                  </a:lnTo>
                  <a:cubicBezTo>
                    <a:pt x="2622" y="4010"/>
                    <a:pt x="2618" y="3994"/>
                    <a:pt x="2618" y="3976"/>
                  </a:cubicBezTo>
                  <a:cubicBezTo>
                    <a:pt x="2618" y="3972"/>
                    <a:pt x="2618" y="3967"/>
                    <a:pt x="2618" y="3963"/>
                  </a:cubicBezTo>
                  <a:cubicBezTo>
                    <a:pt x="2618" y="3942"/>
                    <a:pt x="2616" y="3922"/>
                    <a:pt x="2611" y="3902"/>
                  </a:cubicBezTo>
                  <a:cubicBezTo>
                    <a:pt x="2600" y="3861"/>
                    <a:pt x="2592" y="3819"/>
                    <a:pt x="2588" y="3777"/>
                  </a:cubicBezTo>
                  <a:cubicBezTo>
                    <a:pt x="2588" y="3773"/>
                    <a:pt x="2582" y="3774"/>
                    <a:pt x="2582" y="3777"/>
                  </a:cubicBezTo>
                  <a:cubicBezTo>
                    <a:pt x="2585" y="3864"/>
                    <a:pt x="2594" y="3951"/>
                    <a:pt x="2597" y="4037"/>
                  </a:cubicBezTo>
                  <a:cubicBezTo>
                    <a:pt x="2591" y="4040"/>
                    <a:pt x="2585" y="4042"/>
                    <a:pt x="2579" y="4045"/>
                  </a:cubicBezTo>
                  <a:cubicBezTo>
                    <a:pt x="2555" y="4057"/>
                    <a:pt x="2530" y="4072"/>
                    <a:pt x="2505" y="4082"/>
                  </a:cubicBezTo>
                  <a:lnTo>
                    <a:pt x="2503" y="4082"/>
                  </a:lnTo>
                  <a:cubicBezTo>
                    <a:pt x="2491" y="4085"/>
                    <a:pt x="2479" y="4089"/>
                    <a:pt x="2468" y="4094"/>
                  </a:cubicBezTo>
                  <a:cubicBezTo>
                    <a:pt x="2442" y="4101"/>
                    <a:pt x="2417" y="4111"/>
                    <a:pt x="2392" y="4120"/>
                  </a:cubicBezTo>
                  <a:cubicBezTo>
                    <a:pt x="2392" y="4119"/>
                    <a:pt x="2392" y="4119"/>
                    <a:pt x="2392" y="4119"/>
                  </a:cubicBezTo>
                  <a:cubicBezTo>
                    <a:pt x="2392" y="4112"/>
                    <a:pt x="2392" y="4106"/>
                    <a:pt x="2392" y="4099"/>
                  </a:cubicBezTo>
                  <a:cubicBezTo>
                    <a:pt x="2392" y="4012"/>
                    <a:pt x="2387" y="3925"/>
                    <a:pt x="2377" y="3839"/>
                  </a:cubicBezTo>
                  <a:cubicBezTo>
                    <a:pt x="2377" y="3838"/>
                    <a:pt x="2377" y="3838"/>
                    <a:pt x="2376" y="3838"/>
                  </a:cubicBezTo>
                  <a:cubicBezTo>
                    <a:pt x="2375" y="3837"/>
                    <a:pt x="2376" y="3837"/>
                    <a:pt x="2375" y="3837"/>
                  </a:cubicBezTo>
                  <a:cubicBezTo>
                    <a:pt x="2374" y="3836"/>
                    <a:pt x="2374" y="3836"/>
                    <a:pt x="2374" y="3836"/>
                  </a:cubicBezTo>
                  <a:cubicBezTo>
                    <a:pt x="2373" y="3836"/>
                    <a:pt x="2374" y="3836"/>
                    <a:pt x="2373" y="3837"/>
                  </a:cubicBezTo>
                  <a:cubicBezTo>
                    <a:pt x="2372" y="3837"/>
                    <a:pt x="2373" y="3837"/>
                    <a:pt x="2372" y="3838"/>
                  </a:cubicBezTo>
                  <a:cubicBezTo>
                    <a:pt x="2371" y="3838"/>
                    <a:pt x="2371" y="3838"/>
                    <a:pt x="2371" y="3839"/>
                  </a:cubicBezTo>
                  <a:cubicBezTo>
                    <a:pt x="2378" y="3930"/>
                    <a:pt x="2362" y="4024"/>
                    <a:pt x="2363" y="4116"/>
                  </a:cubicBezTo>
                  <a:cubicBezTo>
                    <a:pt x="2363" y="4119"/>
                    <a:pt x="2363" y="4120"/>
                    <a:pt x="2365" y="4123"/>
                  </a:cubicBezTo>
                  <a:cubicBezTo>
                    <a:pt x="2366" y="4125"/>
                    <a:pt x="2367" y="4127"/>
                    <a:pt x="2369" y="4128"/>
                  </a:cubicBezTo>
                  <a:cubicBezTo>
                    <a:pt x="2363" y="4130"/>
                    <a:pt x="2358" y="4132"/>
                    <a:pt x="2352" y="4133"/>
                  </a:cubicBezTo>
                  <a:cubicBezTo>
                    <a:pt x="2352" y="4134"/>
                    <a:pt x="2352" y="4134"/>
                    <a:pt x="2351" y="4134"/>
                  </a:cubicBezTo>
                  <a:cubicBezTo>
                    <a:pt x="2351" y="4134"/>
                    <a:pt x="2349" y="4135"/>
                    <a:pt x="2349" y="4136"/>
                  </a:cubicBezTo>
                  <a:cubicBezTo>
                    <a:pt x="2348" y="4137"/>
                    <a:pt x="2349" y="4137"/>
                    <a:pt x="2349" y="4138"/>
                  </a:cubicBezTo>
                  <a:cubicBezTo>
                    <a:pt x="2349" y="4139"/>
                    <a:pt x="2348" y="4140"/>
                    <a:pt x="2349" y="4141"/>
                  </a:cubicBezTo>
                  <a:cubicBezTo>
                    <a:pt x="2349" y="4142"/>
                    <a:pt x="2351" y="4143"/>
                    <a:pt x="2351" y="4143"/>
                  </a:cubicBezTo>
                  <a:cubicBezTo>
                    <a:pt x="2352" y="4143"/>
                    <a:pt x="2352" y="4143"/>
                    <a:pt x="2352" y="4143"/>
                  </a:cubicBezTo>
                  <a:cubicBezTo>
                    <a:pt x="2401" y="4160"/>
                    <a:pt x="2454" y="4129"/>
                    <a:pt x="2503" y="4123"/>
                  </a:cubicBezTo>
                  <a:cubicBezTo>
                    <a:pt x="2555" y="4116"/>
                    <a:pt x="2607" y="4076"/>
                    <a:pt x="2657" y="4060"/>
                  </a:cubicBezTo>
                  <a:cubicBezTo>
                    <a:pt x="2704" y="4041"/>
                    <a:pt x="2750" y="4019"/>
                    <a:pt x="2795" y="3994"/>
                  </a:cubicBezTo>
                  <a:cubicBezTo>
                    <a:pt x="2813" y="3985"/>
                    <a:pt x="2835" y="3974"/>
                    <a:pt x="2856" y="3963"/>
                  </a:cubicBezTo>
                  <a:cubicBezTo>
                    <a:pt x="2897" y="3961"/>
                    <a:pt x="2947" y="3919"/>
                    <a:pt x="2975" y="3895"/>
                  </a:cubicBezTo>
                  <a:cubicBezTo>
                    <a:pt x="3009" y="3866"/>
                    <a:pt x="3037" y="3832"/>
                    <a:pt x="3060" y="3793"/>
                  </a:cubicBezTo>
                  <a:cubicBezTo>
                    <a:pt x="3065" y="3785"/>
                    <a:pt x="3069" y="3776"/>
                    <a:pt x="3074" y="3767"/>
                  </a:cubicBezTo>
                  <a:cubicBezTo>
                    <a:pt x="3076" y="3779"/>
                    <a:pt x="3077" y="3792"/>
                    <a:pt x="3077" y="3805"/>
                  </a:cubicBezTo>
                  <a:cubicBezTo>
                    <a:pt x="3077" y="3842"/>
                    <a:pt x="3082" y="3880"/>
                    <a:pt x="3080" y="3918"/>
                  </a:cubicBezTo>
                  <a:cubicBezTo>
                    <a:pt x="3078" y="3919"/>
                    <a:pt x="3078" y="3920"/>
                    <a:pt x="3077" y="3921"/>
                  </a:cubicBezTo>
                  <a:cubicBezTo>
                    <a:pt x="3076" y="3923"/>
                    <a:pt x="3076" y="3924"/>
                    <a:pt x="3075" y="3925"/>
                  </a:cubicBezTo>
                  <a:cubicBezTo>
                    <a:pt x="3070" y="3954"/>
                    <a:pt x="3060" y="3983"/>
                    <a:pt x="3045" y="4009"/>
                  </a:cubicBezTo>
                  <a:cubicBezTo>
                    <a:pt x="3025" y="4042"/>
                    <a:pt x="2999" y="4071"/>
                    <a:pt x="2967" y="4093"/>
                  </a:cubicBezTo>
                  <a:cubicBezTo>
                    <a:pt x="2960" y="4097"/>
                    <a:pt x="2954" y="4100"/>
                    <a:pt x="2948" y="4104"/>
                  </a:cubicBezTo>
                  <a:cubicBezTo>
                    <a:pt x="2934" y="4112"/>
                    <a:pt x="2921" y="4120"/>
                    <a:pt x="2908" y="4129"/>
                  </a:cubicBezTo>
                  <a:cubicBezTo>
                    <a:pt x="2860" y="4163"/>
                    <a:pt x="2801" y="4180"/>
                    <a:pt x="2749" y="4207"/>
                  </a:cubicBezTo>
                  <a:cubicBezTo>
                    <a:pt x="2643" y="4262"/>
                    <a:pt x="2526" y="4283"/>
                    <a:pt x="2416" y="4327"/>
                  </a:cubicBezTo>
                  <a:cubicBezTo>
                    <a:pt x="2386" y="4339"/>
                    <a:pt x="2354" y="4351"/>
                    <a:pt x="2321" y="4362"/>
                  </a:cubicBezTo>
                  <a:lnTo>
                    <a:pt x="2303" y="4367"/>
                  </a:lnTo>
                  <a:cubicBezTo>
                    <a:pt x="2222" y="4388"/>
                    <a:pt x="2134" y="4386"/>
                    <a:pt x="2055" y="4410"/>
                  </a:cubicBezTo>
                  <a:cubicBezTo>
                    <a:pt x="2021" y="4418"/>
                    <a:pt x="1985" y="4423"/>
                    <a:pt x="1949" y="4423"/>
                  </a:cubicBezTo>
                  <a:cubicBezTo>
                    <a:pt x="1947" y="4423"/>
                    <a:pt x="1945" y="4423"/>
                    <a:pt x="1942" y="4423"/>
                  </a:cubicBezTo>
                  <a:cubicBezTo>
                    <a:pt x="1889" y="4423"/>
                    <a:pt x="1836" y="4436"/>
                    <a:pt x="1782" y="4435"/>
                  </a:cubicBezTo>
                  <a:cubicBezTo>
                    <a:pt x="1717" y="4435"/>
                    <a:pt x="1652" y="4435"/>
                    <a:pt x="1586" y="4436"/>
                  </a:cubicBezTo>
                  <a:cubicBezTo>
                    <a:pt x="1546" y="4436"/>
                    <a:pt x="1507" y="4429"/>
                    <a:pt x="1468" y="4434"/>
                  </a:cubicBezTo>
                  <a:cubicBezTo>
                    <a:pt x="1446" y="4433"/>
                    <a:pt x="1424" y="4432"/>
                    <a:pt x="1402" y="4431"/>
                  </a:cubicBezTo>
                  <a:cubicBezTo>
                    <a:pt x="1389" y="4426"/>
                    <a:pt x="1376" y="4423"/>
                    <a:pt x="1363" y="4423"/>
                  </a:cubicBezTo>
                  <a:lnTo>
                    <a:pt x="1362" y="4423"/>
                  </a:lnTo>
                  <a:cubicBezTo>
                    <a:pt x="1355" y="4423"/>
                    <a:pt x="1347" y="4423"/>
                    <a:pt x="1339" y="4423"/>
                  </a:cubicBezTo>
                  <a:cubicBezTo>
                    <a:pt x="1288" y="4415"/>
                    <a:pt x="1235" y="4416"/>
                    <a:pt x="1184" y="4402"/>
                  </a:cubicBezTo>
                  <a:cubicBezTo>
                    <a:pt x="1120" y="4387"/>
                    <a:pt x="1055" y="4375"/>
                    <a:pt x="990" y="4368"/>
                  </a:cubicBezTo>
                  <a:cubicBezTo>
                    <a:pt x="900" y="4356"/>
                    <a:pt x="813" y="4341"/>
                    <a:pt x="723" y="4321"/>
                  </a:cubicBezTo>
                  <a:cubicBezTo>
                    <a:pt x="691" y="4314"/>
                    <a:pt x="657" y="4311"/>
                    <a:pt x="624" y="4306"/>
                  </a:cubicBezTo>
                  <a:cubicBezTo>
                    <a:pt x="566" y="4296"/>
                    <a:pt x="523" y="4267"/>
                    <a:pt x="469" y="4250"/>
                  </a:cubicBezTo>
                  <a:cubicBezTo>
                    <a:pt x="411" y="4232"/>
                    <a:pt x="354" y="4211"/>
                    <a:pt x="299" y="4187"/>
                  </a:cubicBezTo>
                  <a:cubicBezTo>
                    <a:pt x="293" y="4184"/>
                    <a:pt x="287" y="4180"/>
                    <a:pt x="281" y="4177"/>
                  </a:cubicBezTo>
                  <a:cubicBezTo>
                    <a:pt x="272" y="4171"/>
                    <a:pt x="263" y="4167"/>
                    <a:pt x="255" y="4160"/>
                  </a:cubicBezTo>
                  <a:cubicBezTo>
                    <a:pt x="254" y="4159"/>
                    <a:pt x="255" y="4158"/>
                    <a:pt x="254" y="4158"/>
                  </a:cubicBezTo>
                  <a:cubicBezTo>
                    <a:pt x="253" y="4157"/>
                    <a:pt x="253" y="4157"/>
                    <a:pt x="252" y="4156"/>
                  </a:cubicBezTo>
                  <a:cubicBezTo>
                    <a:pt x="247" y="4151"/>
                    <a:pt x="241" y="4146"/>
                    <a:pt x="235" y="4143"/>
                  </a:cubicBezTo>
                  <a:cubicBezTo>
                    <a:pt x="234" y="4142"/>
                    <a:pt x="234" y="4142"/>
                    <a:pt x="233" y="4142"/>
                  </a:cubicBezTo>
                  <a:cubicBezTo>
                    <a:pt x="202" y="4116"/>
                    <a:pt x="174" y="4085"/>
                    <a:pt x="145" y="4061"/>
                  </a:cubicBezTo>
                  <a:lnTo>
                    <a:pt x="144" y="4061"/>
                  </a:lnTo>
                  <a:cubicBezTo>
                    <a:pt x="131" y="4048"/>
                    <a:pt x="116" y="4036"/>
                    <a:pt x="104" y="4025"/>
                  </a:cubicBezTo>
                  <a:cubicBezTo>
                    <a:pt x="87" y="4009"/>
                    <a:pt x="76" y="3990"/>
                    <a:pt x="60" y="3975"/>
                  </a:cubicBezTo>
                  <a:cubicBezTo>
                    <a:pt x="49" y="3964"/>
                    <a:pt x="36" y="3957"/>
                    <a:pt x="27" y="3947"/>
                  </a:cubicBezTo>
                  <a:cubicBezTo>
                    <a:pt x="27" y="3946"/>
                    <a:pt x="27" y="3946"/>
                    <a:pt x="27" y="3946"/>
                  </a:cubicBezTo>
                  <a:cubicBezTo>
                    <a:pt x="27" y="3945"/>
                    <a:pt x="27" y="3945"/>
                    <a:pt x="27" y="3945"/>
                  </a:cubicBezTo>
                  <a:cubicBezTo>
                    <a:pt x="31" y="3908"/>
                    <a:pt x="34" y="3870"/>
                    <a:pt x="34" y="3832"/>
                  </a:cubicBezTo>
                  <a:cubicBezTo>
                    <a:pt x="34" y="3823"/>
                    <a:pt x="34" y="3814"/>
                    <a:pt x="33" y="3805"/>
                  </a:cubicBezTo>
                  <a:cubicBezTo>
                    <a:pt x="33" y="3801"/>
                    <a:pt x="33" y="3798"/>
                    <a:pt x="33" y="3794"/>
                  </a:cubicBezTo>
                  <a:cubicBezTo>
                    <a:pt x="33" y="3773"/>
                    <a:pt x="32" y="3753"/>
                    <a:pt x="30" y="3732"/>
                  </a:cubicBezTo>
                  <a:cubicBezTo>
                    <a:pt x="30" y="3726"/>
                    <a:pt x="28" y="3718"/>
                    <a:pt x="27" y="3710"/>
                  </a:cubicBezTo>
                  <a:cubicBezTo>
                    <a:pt x="32" y="3720"/>
                    <a:pt x="37" y="3729"/>
                    <a:pt x="42" y="3739"/>
                  </a:cubicBezTo>
                  <a:cubicBezTo>
                    <a:pt x="55" y="3762"/>
                    <a:pt x="71" y="3783"/>
                    <a:pt x="88" y="3803"/>
                  </a:cubicBezTo>
                  <a:cubicBezTo>
                    <a:pt x="103" y="3818"/>
                    <a:pt x="119" y="3831"/>
                    <a:pt x="137" y="3841"/>
                  </a:cubicBezTo>
                  <a:cubicBezTo>
                    <a:pt x="141" y="3843"/>
                    <a:pt x="144" y="3845"/>
                    <a:pt x="147" y="3847"/>
                  </a:cubicBezTo>
                  <a:cubicBezTo>
                    <a:pt x="191" y="3865"/>
                    <a:pt x="226" y="3899"/>
                    <a:pt x="265" y="3922"/>
                  </a:cubicBezTo>
                  <a:cubicBezTo>
                    <a:pt x="280" y="3929"/>
                    <a:pt x="295" y="3937"/>
                    <a:pt x="309" y="3946"/>
                  </a:cubicBezTo>
                  <a:cubicBezTo>
                    <a:pt x="334" y="3960"/>
                    <a:pt x="359" y="3976"/>
                    <a:pt x="382" y="3992"/>
                  </a:cubicBezTo>
                  <a:cubicBezTo>
                    <a:pt x="415" y="4018"/>
                    <a:pt x="460" y="4029"/>
                    <a:pt x="500" y="4045"/>
                  </a:cubicBezTo>
                  <a:cubicBezTo>
                    <a:pt x="539" y="4061"/>
                    <a:pt x="579" y="4076"/>
                    <a:pt x="618" y="4092"/>
                  </a:cubicBezTo>
                  <a:cubicBezTo>
                    <a:pt x="646" y="4103"/>
                    <a:pt x="688" y="4118"/>
                    <a:pt x="719" y="4113"/>
                  </a:cubicBezTo>
                  <a:cubicBezTo>
                    <a:pt x="720" y="4113"/>
                    <a:pt x="720" y="4112"/>
                    <a:pt x="721" y="4112"/>
                  </a:cubicBezTo>
                  <a:cubicBezTo>
                    <a:pt x="722" y="4111"/>
                    <a:pt x="723" y="4110"/>
                    <a:pt x="724" y="4109"/>
                  </a:cubicBezTo>
                  <a:cubicBezTo>
                    <a:pt x="724" y="4107"/>
                    <a:pt x="725" y="4106"/>
                    <a:pt x="725" y="4105"/>
                  </a:cubicBezTo>
                  <a:cubicBezTo>
                    <a:pt x="725" y="4103"/>
                    <a:pt x="724" y="4101"/>
                    <a:pt x="724" y="4100"/>
                  </a:cubicBezTo>
                  <a:cubicBezTo>
                    <a:pt x="723" y="4098"/>
                    <a:pt x="722" y="4098"/>
                    <a:pt x="721" y="4097"/>
                  </a:cubicBezTo>
                  <a:cubicBezTo>
                    <a:pt x="721" y="4097"/>
                    <a:pt x="720" y="4097"/>
                    <a:pt x="720" y="4096"/>
                  </a:cubicBezTo>
                  <a:cubicBezTo>
                    <a:pt x="671" y="4083"/>
                    <a:pt x="624" y="4064"/>
                    <a:pt x="577" y="4048"/>
                  </a:cubicBezTo>
                  <a:cubicBezTo>
                    <a:pt x="577" y="4047"/>
                    <a:pt x="578" y="4045"/>
                    <a:pt x="578" y="4044"/>
                  </a:cubicBezTo>
                  <a:cubicBezTo>
                    <a:pt x="580" y="4016"/>
                    <a:pt x="582" y="3989"/>
                    <a:pt x="582" y="3962"/>
                  </a:cubicBezTo>
                  <a:cubicBezTo>
                    <a:pt x="582" y="3934"/>
                    <a:pt x="588" y="3905"/>
                    <a:pt x="587" y="3877"/>
                  </a:cubicBezTo>
                  <a:cubicBezTo>
                    <a:pt x="586" y="3848"/>
                    <a:pt x="600" y="3814"/>
                    <a:pt x="599" y="3784"/>
                  </a:cubicBezTo>
                  <a:cubicBezTo>
                    <a:pt x="597" y="3768"/>
                    <a:pt x="596" y="3752"/>
                    <a:pt x="596" y="3736"/>
                  </a:cubicBezTo>
                  <a:cubicBezTo>
                    <a:pt x="596" y="3720"/>
                    <a:pt x="597" y="3704"/>
                    <a:pt x="599" y="3688"/>
                  </a:cubicBezTo>
                  <a:lnTo>
                    <a:pt x="599" y="3687"/>
                  </a:lnTo>
                  <a:lnTo>
                    <a:pt x="599" y="3686"/>
                  </a:lnTo>
                  <a:cubicBezTo>
                    <a:pt x="598" y="3686"/>
                    <a:pt x="598" y="3685"/>
                    <a:pt x="598" y="3685"/>
                  </a:cubicBezTo>
                  <a:cubicBezTo>
                    <a:pt x="597" y="3685"/>
                    <a:pt x="597" y="3685"/>
                    <a:pt x="597" y="3685"/>
                  </a:cubicBezTo>
                  <a:cubicBezTo>
                    <a:pt x="596" y="3685"/>
                    <a:pt x="596" y="3685"/>
                    <a:pt x="595" y="3685"/>
                  </a:cubicBezTo>
                  <a:cubicBezTo>
                    <a:pt x="595" y="3685"/>
                    <a:pt x="595" y="3686"/>
                    <a:pt x="594" y="3686"/>
                  </a:cubicBezTo>
                  <a:lnTo>
                    <a:pt x="594" y="3687"/>
                  </a:lnTo>
                  <a:cubicBezTo>
                    <a:pt x="576" y="3743"/>
                    <a:pt x="584" y="3806"/>
                    <a:pt x="567" y="3863"/>
                  </a:cubicBezTo>
                  <a:cubicBezTo>
                    <a:pt x="550" y="3919"/>
                    <a:pt x="555" y="3981"/>
                    <a:pt x="552" y="4038"/>
                  </a:cubicBezTo>
                  <a:cubicBezTo>
                    <a:pt x="552" y="4039"/>
                    <a:pt x="552" y="4039"/>
                    <a:pt x="552" y="4039"/>
                  </a:cubicBezTo>
                  <a:lnTo>
                    <a:pt x="552" y="4040"/>
                  </a:lnTo>
                  <a:lnTo>
                    <a:pt x="543" y="4037"/>
                  </a:lnTo>
                  <a:cubicBezTo>
                    <a:pt x="545" y="4023"/>
                    <a:pt x="545" y="4009"/>
                    <a:pt x="545" y="3996"/>
                  </a:cubicBezTo>
                  <a:cubicBezTo>
                    <a:pt x="545" y="3978"/>
                    <a:pt x="544" y="3961"/>
                    <a:pt x="541" y="3943"/>
                  </a:cubicBezTo>
                  <a:cubicBezTo>
                    <a:pt x="535" y="3910"/>
                    <a:pt x="539" y="3868"/>
                    <a:pt x="526" y="3837"/>
                  </a:cubicBezTo>
                  <a:cubicBezTo>
                    <a:pt x="525" y="3835"/>
                    <a:pt x="521" y="3837"/>
                    <a:pt x="522" y="3839"/>
                  </a:cubicBezTo>
                  <a:cubicBezTo>
                    <a:pt x="530" y="3868"/>
                    <a:pt x="512" y="3900"/>
                    <a:pt x="520" y="3929"/>
                  </a:cubicBezTo>
                  <a:cubicBezTo>
                    <a:pt x="522" y="3946"/>
                    <a:pt x="523" y="3962"/>
                    <a:pt x="523" y="3979"/>
                  </a:cubicBezTo>
                  <a:cubicBezTo>
                    <a:pt x="523" y="3995"/>
                    <a:pt x="522" y="4013"/>
                    <a:pt x="520" y="4029"/>
                  </a:cubicBezTo>
                  <a:cubicBezTo>
                    <a:pt x="508" y="4025"/>
                    <a:pt x="496" y="4020"/>
                    <a:pt x="485" y="4015"/>
                  </a:cubicBezTo>
                  <a:cubicBezTo>
                    <a:pt x="486" y="4015"/>
                    <a:pt x="487" y="4013"/>
                    <a:pt x="488" y="4012"/>
                  </a:cubicBezTo>
                  <a:cubicBezTo>
                    <a:pt x="489" y="4010"/>
                    <a:pt x="489" y="4008"/>
                    <a:pt x="489" y="4006"/>
                  </a:cubicBezTo>
                  <a:cubicBezTo>
                    <a:pt x="489" y="4004"/>
                    <a:pt x="489" y="4003"/>
                    <a:pt x="489" y="4002"/>
                  </a:cubicBezTo>
                  <a:cubicBezTo>
                    <a:pt x="485" y="3915"/>
                    <a:pt x="484" y="3827"/>
                    <a:pt x="475" y="3741"/>
                  </a:cubicBezTo>
                  <a:cubicBezTo>
                    <a:pt x="475" y="3737"/>
                    <a:pt x="469" y="3738"/>
                    <a:pt x="469" y="3741"/>
                  </a:cubicBezTo>
                  <a:cubicBezTo>
                    <a:pt x="460" y="3827"/>
                    <a:pt x="460" y="3915"/>
                    <a:pt x="456" y="4002"/>
                  </a:cubicBezTo>
                  <a:lnTo>
                    <a:pt x="425" y="3987"/>
                  </a:lnTo>
                  <a:lnTo>
                    <a:pt x="418" y="3982"/>
                  </a:lnTo>
                  <a:cubicBezTo>
                    <a:pt x="420" y="3982"/>
                    <a:pt x="422" y="3982"/>
                    <a:pt x="424" y="3981"/>
                  </a:cubicBezTo>
                  <a:cubicBezTo>
                    <a:pt x="426" y="3980"/>
                    <a:pt x="427" y="3979"/>
                    <a:pt x="428" y="3977"/>
                  </a:cubicBezTo>
                  <a:cubicBezTo>
                    <a:pt x="429" y="3976"/>
                    <a:pt x="429" y="3974"/>
                    <a:pt x="429" y="3972"/>
                  </a:cubicBezTo>
                  <a:cubicBezTo>
                    <a:pt x="430" y="3967"/>
                    <a:pt x="430" y="3962"/>
                    <a:pt x="430" y="3957"/>
                  </a:cubicBezTo>
                  <a:cubicBezTo>
                    <a:pt x="430" y="3940"/>
                    <a:pt x="429" y="3924"/>
                    <a:pt x="426" y="3908"/>
                  </a:cubicBezTo>
                  <a:cubicBezTo>
                    <a:pt x="426" y="3902"/>
                    <a:pt x="424" y="3895"/>
                    <a:pt x="423" y="3888"/>
                  </a:cubicBezTo>
                  <a:cubicBezTo>
                    <a:pt x="421" y="3883"/>
                    <a:pt x="419" y="3877"/>
                    <a:pt x="418" y="3872"/>
                  </a:cubicBezTo>
                  <a:cubicBezTo>
                    <a:pt x="418" y="3871"/>
                    <a:pt x="418" y="3871"/>
                    <a:pt x="418" y="3871"/>
                  </a:cubicBezTo>
                  <a:cubicBezTo>
                    <a:pt x="417" y="3870"/>
                    <a:pt x="417" y="3870"/>
                    <a:pt x="416" y="3869"/>
                  </a:cubicBezTo>
                  <a:cubicBezTo>
                    <a:pt x="416" y="3869"/>
                    <a:pt x="415" y="3869"/>
                    <a:pt x="414" y="3869"/>
                  </a:cubicBezTo>
                  <a:cubicBezTo>
                    <a:pt x="413" y="3869"/>
                    <a:pt x="413" y="3868"/>
                    <a:pt x="412" y="3869"/>
                  </a:cubicBezTo>
                  <a:cubicBezTo>
                    <a:pt x="411" y="3869"/>
                    <a:pt x="411" y="3870"/>
                    <a:pt x="411" y="3871"/>
                  </a:cubicBezTo>
                  <a:cubicBezTo>
                    <a:pt x="411" y="3871"/>
                    <a:pt x="410" y="3871"/>
                    <a:pt x="410" y="3872"/>
                  </a:cubicBezTo>
                  <a:cubicBezTo>
                    <a:pt x="410" y="3873"/>
                    <a:pt x="409" y="3874"/>
                    <a:pt x="409" y="3876"/>
                  </a:cubicBezTo>
                  <a:cubicBezTo>
                    <a:pt x="409" y="3877"/>
                    <a:pt x="410" y="3880"/>
                    <a:pt x="410" y="3881"/>
                  </a:cubicBezTo>
                  <a:cubicBezTo>
                    <a:pt x="414" y="3888"/>
                    <a:pt x="410" y="3900"/>
                    <a:pt x="409" y="3907"/>
                  </a:cubicBezTo>
                  <a:cubicBezTo>
                    <a:pt x="406" y="3923"/>
                    <a:pt x="405" y="3939"/>
                    <a:pt x="405" y="3955"/>
                  </a:cubicBezTo>
                  <a:cubicBezTo>
                    <a:pt x="405" y="3961"/>
                    <a:pt x="405" y="3967"/>
                    <a:pt x="405" y="3973"/>
                  </a:cubicBezTo>
                  <a:cubicBezTo>
                    <a:pt x="406" y="3975"/>
                    <a:pt x="406" y="3976"/>
                    <a:pt x="407" y="3977"/>
                  </a:cubicBezTo>
                  <a:cubicBezTo>
                    <a:pt x="379" y="3961"/>
                    <a:pt x="354" y="3941"/>
                    <a:pt x="326" y="3926"/>
                  </a:cubicBezTo>
                  <a:lnTo>
                    <a:pt x="296" y="3910"/>
                  </a:lnTo>
                  <a:cubicBezTo>
                    <a:pt x="302" y="3827"/>
                    <a:pt x="301" y="3742"/>
                    <a:pt x="299" y="3659"/>
                  </a:cubicBezTo>
                  <a:cubicBezTo>
                    <a:pt x="299" y="3655"/>
                    <a:pt x="293" y="3655"/>
                    <a:pt x="293" y="3659"/>
                  </a:cubicBezTo>
                  <a:cubicBezTo>
                    <a:pt x="292" y="3695"/>
                    <a:pt x="282" y="3730"/>
                    <a:pt x="280" y="3765"/>
                  </a:cubicBezTo>
                  <a:cubicBezTo>
                    <a:pt x="278" y="3789"/>
                    <a:pt x="272" y="3812"/>
                    <a:pt x="270" y="3836"/>
                  </a:cubicBezTo>
                  <a:cubicBezTo>
                    <a:pt x="268" y="3856"/>
                    <a:pt x="270" y="3875"/>
                    <a:pt x="270" y="3895"/>
                  </a:cubicBezTo>
                  <a:cubicBezTo>
                    <a:pt x="253" y="3886"/>
                    <a:pt x="237" y="3877"/>
                    <a:pt x="221" y="3867"/>
                  </a:cubicBezTo>
                  <a:cubicBezTo>
                    <a:pt x="219" y="3840"/>
                    <a:pt x="219" y="3813"/>
                    <a:pt x="219" y="3786"/>
                  </a:cubicBezTo>
                  <a:cubicBezTo>
                    <a:pt x="219" y="3759"/>
                    <a:pt x="219" y="3732"/>
                    <a:pt x="221" y="3704"/>
                  </a:cubicBezTo>
                  <a:cubicBezTo>
                    <a:pt x="225" y="3671"/>
                    <a:pt x="226" y="3638"/>
                    <a:pt x="226" y="3605"/>
                  </a:cubicBezTo>
                  <a:cubicBezTo>
                    <a:pt x="226" y="3597"/>
                    <a:pt x="226" y="3590"/>
                    <a:pt x="226" y="3583"/>
                  </a:cubicBezTo>
                  <a:cubicBezTo>
                    <a:pt x="226" y="3581"/>
                    <a:pt x="223" y="3581"/>
                    <a:pt x="223" y="3583"/>
                  </a:cubicBezTo>
                  <a:cubicBezTo>
                    <a:pt x="220" y="3675"/>
                    <a:pt x="203" y="3764"/>
                    <a:pt x="201" y="3855"/>
                  </a:cubicBezTo>
                  <a:cubicBezTo>
                    <a:pt x="192" y="3850"/>
                    <a:pt x="183" y="3844"/>
                    <a:pt x="175" y="3838"/>
                  </a:cubicBezTo>
                  <a:cubicBezTo>
                    <a:pt x="176" y="3824"/>
                    <a:pt x="177" y="3811"/>
                    <a:pt x="177" y="3797"/>
                  </a:cubicBezTo>
                  <a:cubicBezTo>
                    <a:pt x="177" y="3790"/>
                    <a:pt x="177" y="3784"/>
                    <a:pt x="176" y="3777"/>
                  </a:cubicBezTo>
                  <a:cubicBezTo>
                    <a:pt x="176" y="3763"/>
                    <a:pt x="178" y="3750"/>
                    <a:pt x="181" y="3736"/>
                  </a:cubicBezTo>
                  <a:lnTo>
                    <a:pt x="181" y="3735"/>
                  </a:lnTo>
                  <a:cubicBezTo>
                    <a:pt x="181" y="3722"/>
                    <a:pt x="179" y="3709"/>
                    <a:pt x="175" y="3697"/>
                  </a:cubicBezTo>
                  <a:lnTo>
                    <a:pt x="175" y="3696"/>
                  </a:lnTo>
                  <a:cubicBezTo>
                    <a:pt x="175" y="3695"/>
                    <a:pt x="174" y="3695"/>
                    <a:pt x="174" y="3695"/>
                  </a:cubicBezTo>
                  <a:lnTo>
                    <a:pt x="173" y="3695"/>
                  </a:lnTo>
                  <a:cubicBezTo>
                    <a:pt x="172" y="3695"/>
                    <a:pt x="172" y="3695"/>
                    <a:pt x="171" y="3695"/>
                  </a:cubicBezTo>
                  <a:lnTo>
                    <a:pt x="170" y="3696"/>
                  </a:lnTo>
                  <a:lnTo>
                    <a:pt x="170" y="3697"/>
                  </a:lnTo>
                  <a:cubicBezTo>
                    <a:pt x="170" y="3701"/>
                    <a:pt x="170" y="3706"/>
                    <a:pt x="170" y="3710"/>
                  </a:cubicBezTo>
                  <a:cubicBezTo>
                    <a:pt x="170" y="3724"/>
                    <a:pt x="169" y="3738"/>
                    <a:pt x="167" y="3752"/>
                  </a:cubicBezTo>
                  <a:cubicBezTo>
                    <a:pt x="164" y="3763"/>
                    <a:pt x="162" y="3775"/>
                    <a:pt x="161" y="3787"/>
                  </a:cubicBezTo>
                  <a:cubicBezTo>
                    <a:pt x="161" y="3800"/>
                    <a:pt x="158" y="3813"/>
                    <a:pt x="157" y="3827"/>
                  </a:cubicBezTo>
                  <a:cubicBezTo>
                    <a:pt x="150" y="3822"/>
                    <a:pt x="144" y="3816"/>
                    <a:pt x="137" y="3811"/>
                  </a:cubicBezTo>
                  <a:cubicBezTo>
                    <a:pt x="138" y="3811"/>
                    <a:pt x="138" y="3811"/>
                    <a:pt x="138" y="3811"/>
                  </a:cubicBezTo>
                  <a:cubicBezTo>
                    <a:pt x="140" y="3810"/>
                    <a:pt x="141" y="3808"/>
                    <a:pt x="142" y="3807"/>
                  </a:cubicBezTo>
                  <a:cubicBezTo>
                    <a:pt x="143" y="3805"/>
                    <a:pt x="144" y="3803"/>
                    <a:pt x="144" y="3801"/>
                  </a:cubicBezTo>
                  <a:cubicBezTo>
                    <a:pt x="151" y="3708"/>
                    <a:pt x="158" y="3608"/>
                    <a:pt x="147" y="3515"/>
                  </a:cubicBezTo>
                  <a:cubicBezTo>
                    <a:pt x="147" y="3512"/>
                    <a:pt x="143" y="3513"/>
                    <a:pt x="143" y="3515"/>
                  </a:cubicBezTo>
                  <a:cubicBezTo>
                    <a:pt x="139" y="3561"/>
                    <a:pt x="133" y="3607"/>
                    <a:pt x="129" y="3653"/>
                  </a:cubicBezTo>
                  <a:cubicBezTo>
                    <a:pt x="123" y="3699"/>
                    <a:pt x="119" y="3747"/>
                    <a:pt x="119" y="3794"/>
                  </a:cubicBezTo>
                  <a:cubicBezTo>
                    <a:pt x="96" y="3774"/>
                    <a:pt x="77" y="3751"/>
                    <a:pt x="62" y="3725"/>
                  </a:cubicBezTo>
                  <a:cubicBezTo>
                    <a:pt x="53" y="3709"/>
                    <a:pt x="46" y="3693"/>
                    <a:pt x="40" y="3676"/>
                  </a:cubicBezTo>
                  <a:cubicBezTo>
                    <a:pt x="41" y="3676"/>
                    <a:pt x="42" y="3677"/>
                    <a:pt x="43" y="3677"/>
                  </a:cubicBezTo>
                  <a:cubicBezTo>
                    <a:pt x="45" y="3677"/>
                    <a:pt x="47" y="3676"/>
                    <a:pt x="49" y="3675"/>
                  </a:cubicBezTo>
                  <a:cubicBezTo>
                    <a:pt x="51" y="3674"/>
                    <a:pt x="51" y="3672"/>
                    <a:pt x="52" y="3671"/>
                  </a:cubicBezTo>
                  <a:cubicBezTo>
                    <a:pt x="53" y="3669"/>
                    <a:pt x="54" y="3668"/>
                    <a:pt x="54" y="3666"/>
                  </a:cubicBezTo>
                  <a:cubicBezTo>
                    <a:pt x="53" y="3614"/>
                    <a:pt x="66" y="3562"/>
                    <a:pt x="68" y="3510"/>
                  </a:cubicBezTo>
                  <a:cubicBezTo>
                    <a:pt x="68" y="3505"/>
                    <a:pt x="68" y="3501"/>
                    <a:pt x="68" y="3496"/>
                  </a:cubicBezTo>
                  <a:cubicBezTo>
                    <a:pt x="68" y="3441"/>
                    <a:pt x="72" y="3386"/>
                    <a:pt x="82" y="3331"/>
                  </a:cubicBezTo>
                  <a:cubicBezTo>
                    <a:pt x="95" y="3276"/>
                    <a:pt x="87" y="3210"/>
                    <a:pt x="87" y="3153"/>
                  </a:cubicBezTo>
                  <a:cubicBezTo>
                    <a:pt x="87" y="3104"/>
                    <a:pt x="98" y="3055"/>
                    <a:pt x="97" y="3007"/>
                  </a:cubicBezTo>
                  <a:cubicBezTo>
                    <a:pt x="122" y="3038"/>
                    <a:pt x="152" y="3067"/>
                    <a:pt x="185" y="3091"/>
                  </a:cubicBezTo>
                  <a:cubicBezTo>
                    <a:pt x="161" y="3113"/>
                    <a:pt x="169" y="3179"/>
                    <a:pt x="168" y="3207"/>
                  </a:cubicBezTo>
                  <a:cubicBezTo>
                    <a:pt x="166" y="3284"/>
                    <a:pt x="155" y="3359"/>
                    <a:pt x="146" y="3434"/>
                  </a:cubicBezTo>
                  <a:cubicBezTo>
                    <a:pt x="146" y="3435"/>
                    <a:pt x="147" y="3436"/>
                    <a:pt x="147" y="3436"/>
                  </a:cubicBezTo>
                  <a:lnTo>
                    <a:pt x="148" y="3437"/>
                  </a:lnTo>
                  <a:cubicBezTo>
                    <a:pt x="148" y="3437"/>
                    <a:pt x="149" y="3438"/>
                    <a:pt x="150" y="3438"/>
                  </a:cubicBezTo>
                  <a:lnTo>
                    <a:pt x="151" y="3437"/>
                  </a:lnTo>
                  <a:cubicBezTo>
                    <a:pt x="152" y="3437"/>
                    <a:pt x="152" y="3436"/>
                    <a:pt x="152" y="3436"/>
                  </a:cubicBezTo>
                  <a:cubicBezTo>
                    <a:pt x="152" y="3436"/>
                    <a:pt x="153" y="3435"/>
                    <a:pt x="153" y="3434"/>
                  </a:cubicBezTo>
                  <a:cubicBezTo>
                    <a:pt x="164" y="3373"/>
                    <a:pt x="175" y="3308"/>
                    <a:pt x="189" y="3247"/>
                  </a:cubicBezTo>
                  <a:cubicBezTo>
                    <a:pt x="197" y="3215"/>
                    <a:pt x="201" y="3181"/>
                    <a:pt x="202" y="3147"/>
                  </a:cubicBezTo>
                  <a:cubicBezTo>
                    <a:pt x="202" y="3134"/>
                    <a:pt x="207" y="3119"/>
                    <a:pt x="207" y="3105"/>
                  </a:cubicBezTo>
                  <a:lnTo>
                    <a:pt x="213" y="3109"/>
                  </a:lnTo>
                  <a:cubicBezTo>
                    <a:pt x="222" y="3113"/>
                    <a:pt x="230" y="3117"/>
                    <a:pt x="239" y="3121"/>
                  </a:cubicBezTo>
                  <a:cubicBezTo>
                    <a:pt x="230" y="3135"/>
                    <a:pt x="235" y="3158"/>
                    <a:pt x="235" y="3174"/>
                  </a:cubicBezTo>
                  <a:cubicBezTo>
                    <a:pt x="235" y="3208"/>
                    <a:pt x="235" y="3242"/>
                    <a:pt x="233" y="3275"/>
                  </a:cubicBezTo>
                  <a:cubicBezTo>
                    <a:pt x="233" y="3279"/>
                    <a:pt x="238" y="3278"/>
                    <a:pt x="238" y="3275"/>
                  </a:cubicBezTo>
                  <a:cubicBezTo>
                    <a:pt x="240" y="3261"/>
                    <a:pt x="243" y="3246"/>
                    <a:pt x="247" y="3232"/>
                  </a:cubicBezTo>
                  <a:cubicBezTo>
                    <a:pt x="250" y="3217"/>
                    <a:pt x="250" y="3201"/>
                    <a:pt x="254" y="3186"/>
                  </a:cubicBezTo>
                  <a:cubicBezTo>
                    <a:pt x="257" y="3177"/>
                    <a:pt x="258" y="3168"/>
                    <a:pt x="258" y="3159"/>
                  </a:cubicBezTo>
                  <a:cubicBezTo>
                    <a:pt x="258" y="3148"/>
                    <a:pt x="261" y="3139"/>
                    <a:pt x="261" y="3130"/>
                  </a:cubicBezTo>
                  <a:cubicBezTo>
                    <a:pt x="270" y="3133"/>
                    <a:pt x="278" y="3136"/>
                    <a:pt x="287" y="3139"/>
                  </a:cubicBezTo>
                  <a:cubicBezTo>
                    <a:pt x="293" y="3144"/>
                    <a:pt x="300" y="3148"/>
                    <a:pt x="307" y="3153"/>
                  </a:cubicBezTo>
                  <a:cubicBezTo>
                    <a:pt x="314" y="3157"/>
                    <a:pt x="322" y="3161"/>
                    <a:pt x="330" y="3164"/>
                  </a:cubicBezTo>
                  <a:cubicBezTo>
                    <a:pt x="329" y="3172"/>
                    <a:pt x="328" y="3179"/>
                    <a:pt x="328" y="3186"/>
                  </a:cubicBezTo>
                  <a:cubicBezTo>
                    <a:pt x="328" y="3191"/>
                    <a:pt x="328" y="3196"/>
                    <a:pt x="329" y="3201"/>
                  </a:cubicBezTo>
                  <a:cubicBezTo>
                    <a:pt x="329" y="3240"/>
                    <a:pt x="328" y="3276"/>
                    <a:pt x="326" y="3316"/>
                  </a:cubicBezTo>
                  <a:cubicBezTo>
                    <a:pt x="324" y="3367"/>
                    <a:pt x="344" y="3423"/>
                    <a:pt x="326" y="3473"/>
                  </a:cubicBezTo>
                  <a:cubicBezTo>
                    <a:pt x="317" y="3496"/>
                    <a:pt x="326" y="3534"/>
                    <a:pt x="334" y="3557"/>
                  </a:cubicBezTo>
                  <a:lnTo>
                    <a:pt x="335" y="3558"/>
                  </a:lnTo>
                  <a:cubicBezTo>
                    <a:pt x="335" y="3558"/>
                    <a:pt x="336" y="3558"/>
                    <a:pt x="337" y="3558"/>
                  </a:cubicBezTo>
                  <a:lnTo>
                    <a:pt x="338" y="3558"/>
                  </a:lnTo>
                  <a:lnTo>
                    <a:pt x="339" y="3557"/>
                  </a:lnTo>
                  <a:cubicBezTo>
                    <a:pt x="345" y="3540"/>
                    <a:pt x="349" y="3522"/>
                    <a:pt x="349" y="3505"/>
                  </a:cubicBezTo>
                  <a:cubicBezTo>
                    <a:pt x="349" y="3489"/>
                    <a:pt x="346" y="3473"/>
                    <a:pt x="341" y="3458"/>
                  </a:cubicBezTo>
                  <a:cubicBezTo>
                    <a:pt x="327" y="3422"/>
                    <a:pt x="346" y="3371"/>
                    <a:pt x="345" y="3333"/>
                  </a:cubicBezTo>
                  <a:cubicBezTo>
                    <a:pt x="343" y="3281"/>
                    <a:pt x="360" y="3230"/>
                    <a:pt x="358" y="3178"/>
                  </a:cubicBezTo>
                  <a:lnTo>
                    <a:pt x="385" y="3190"/>
                  </a:lnTo>
                  <a:cubicBezTo>
                    <a:pt x="383" y="3200"/>
                    <a:pt x="382" y="3210"/>
                    <a:pt x="382" y="3220"/>
                  </a:cubicBezTo>
                  <a:cubicBezTo>
                    <a:pt x="382" y="3223"/>
                    <a:pt x="382" y="3226"/>
                    <a:pt x="382" y="3229"/>
                  </a:cubicBezTo>
                  <a:cubicBezTo>
                    <a:pt x="382" y="3280"/>
                    <a:pt x="392" y="3330"/>
                    <a:pt x="392" y="3380"/>
                  </a:cubicBezTo>
                  <a:cubicBezTo>
                    <a:pt x="392" y="3384"/>
                    <a:pt x="398" y="3383"/>
                    <a:pt x="398" y="3380"/>
                  </a:cubicBezTo>
                  <a:cubicBezTo>
                    <a:pt x="398" y="3347"/>
                    <a:pt x="405" y="3314"/>
                    <a:pt x="406" y="3280"/>
                  </a:cubicBezTo>
                  <a:cubicBezTo>
                    <a:pt x="407" y="3254"/>
                    <a:pt x="408" y="3228"/>
                    <a:pt x="412" y="3201"/>
                  </a:cubicBezTo>
                  <a:lnTo>
                    <a:pt x="430" y="3210"/>
                  </a:lnTo>
                  <a:cubicBezTo>
                    <a:pt x="444" y="3216"/>
                    <a:pt x="459" y="3222"/>
                    <a:pt x="473" y="3227"/>
                  </a:cubicBezTo>
                  <a:cubicBezTo>
                    <a:pt x="470" y="3253"/>
                    <a:pt x="468" y="3278"/>
                    <a:pt x="468" y="3303"/>
                  </a:cubicBezTo>
                  <a:cubicBezTo>
                    <a:pt x="468" y="3322"/>
                    <a:pt x="469" y="3341"/>
                    <a:pt x="471" y="3360"/>
                  </a:cubicBezTo>
                  <a:cubicBezTo>
                    <a:pt x="472" y="3376"/>
                    <a:pt x="472" y="3393"/>
                    <a:pt x="472" y="3409"/>
                  </a:cubicBezTo>
                  <a:cubicBezTo>
                    <a:pt x="472" y="3436"/>
                    <a:pt x="471" y="3463"/>
                    <a:pt x="469" y="3490"/>
                  </a:cubicBezTo>
                  <a:cubicBezTo>
                    <a:pt x="469" y="3492"/>
                    <a:pt x="473" y="3494"/>
                    <a:pt x="473" y="3491"/>
                  </a:cubicBezTo>
                  <a:cubicBezTo>
                    <a:pt x="479" y="3454"/>
                    <a:pt x="485" y="3417"/>
                    <a:pt x="491" y="3380"/>
                  </a:cubicBezTo>
                  <a:cubicBezTo>
                    <a:pt x="494" y="3352"/>
                    <a:pt x="495" y="3324"/>
                    <a:pt x="495" y="3295"/>
                  </a:cubicBezTo>
                  <a:cubicBezTo>
                    <a:pt x="495" y="3287"/>
                    <a:pt x="495" y="3279"/>
                    <a:pt x="495" y="3271"/>
                  </a:cubicBezTo>
                  <a:cubicBezTo>
                    <a:pt x="496" y="3259"/>
                    <a:pt x="497" y="3248"/>
                    <a:pt x="499" y="3237"/>
                  </a:cubicBezTo>
                  <a:cubicBezTo>
                    <a:pt x="520" y="3244"/>
                    <a:pt x="541" y="3251"/>
                    <a:pt x="561" y="3259"/>
                  </a:cubicBezTo>
                  <a:cubicBezTo>
                    <a:pt x="605" y="3276"/>
                    <a:pt x="657" y="3272"/>
                    <a:pt x="702" y="3284"/>
                  </a:cubicBezTo>
                  <a:cubicBezTo>
                    <a:pt x="781" y="3306"/>
                    <a:pt x="861" y="3320"/>
                    <a:pt x="943" y="3327"/>
                  </a:cubicBezTo>
                  <a:cubicBezTo>
                    <a:pt x="1018" y="3332"/>
                    <a:pt x="1092" y="3339"/>
                    <a:pt x="1167" y="3348"/>
                  </a:cubicBezTo>
                  <a:cubicBezTo>
                    <a:pt x="1161" y="3393"/>
                    <a:pt x="1158" y="3438"/>
                    <a:pt x="1158" y="3483"/>
                  </a:cubicBezTo>
                  <a:cubicBezTo>
                    <a:pt x="1158" y="3486"/>
                    <a:pt x="1158" y="3489"/>
                    <a:pt x="1158" y="3492"/>
                  </a:cubicBezTo>
                  <a:cubicBezTo>
                    <a:pt x="1158" y="3539"/>
                    <a:pt x="1140" y="3584"/>
                    <a:pt x="1158" y="3630"/>
                  </a:cubicBezTo>
                  <a:cubicBezTo>
                    <a:pt x="1158" y="3631"/>
                    <a:pt x="1159" y="3631"/>
                    <a:pt x="1159" y="3631"/>
                  </a:cubicBezTo>
                  <a:cubicBezTo>
                    <a:pt x="1159" y="3632"/>
                    <a:pt x="1160" y="3632"/>
                    <a:pt x="1160" y="3632"/>
                  </a:cubicBezTo>
                  <a:cubicBezTo>
                    <a:pt x="1161" y="3632"/>
                    <a:pt x="1161" y="3632"/>
                    <a:pt x="1162" y="3631"/>
                  </a:cubicBezTo>
                  <a:cubicBezTo>
                    <a:pt x="1162" y="3631"/>
                    <a:pt x="1163" y="3631"/>
                    <a:pt x="1163" y="3630"/>
                  </a:cubicBezTo>
                  <a:cubicBezTo>
                    <a:pt x="1178" y="3590"/>
                    <a:pt x="1169" y="3544"/>
                    <a:pt x="1176" y="3502"/>
                  </a:cubicBezTo>
                  <a:cubicBezTo>
                    <a:pt x="1181" y="3468"/>
                    <a:pt x="1184" y="3434"/>
                    <a:pt x="1184" y="3400"/>
                  </a:cubicBezTo>
                  <a:cubicBezTo>
                    <a:pt x="1184" y="3383"/>
                    <a:pt x="1184" y="3366"/>
                    <a:pt x="1182" y="3349"/>
                  </a:cubicBezTo>
                  <a:lnTo>
                    <a:pt x="1207" y="3352"/>
                  </a:lnTo>
                  <a:cubicBezTo>
                    <a:pt x="1245" y="3357"/>
                    <a:pt x="1281" y="3362"/>
                    <a:pt x="1318" y="3365"/>
                  </a:cubicBezTo>
                  <a:cubicBezTo>
                    <a:pt x="1320" y="3371"/>
                    <a:pt x="1322" y="3378"/>
                    <a:pt x="1322" y="3384"/>
                  </a:cubicBezTo>
                  <a:cubicBezTo>
                    <a:pt x="1322" y="3385"/>
                    <a:pt x="1322" y="3385"/>
                    <a:pt x="1323" y="3386"/>
                  </a:cubicBezTo>
                  <a:cubicBezTo>
                    <a:pt x="1323" y="3386"/>
                    <a:pt x="1323" y="3387"/>
                    <a:pt x="1324" y="3387"/>
                  </a:cubicBezTo>
                  <a:cubicBezTo>
                    <a:pt x="1325" y="3387"/>
                    <a:pt x="1325" y="3387"/>
                    <a:pt x="1326" y="3387"/>
                  </a:cubicBezTo>
                  <a:cubicBezTo>
                    <a:pt x="1326" y="3387"/>
                    <a:pt x="1327" y="3387"/>
                    <a:pt x="1328" y="3387"/>
                  </a:cubicBezTo>
                  <a:lnTo>
                    <a:pt x="1329" y="3386"/>
                  </a:lnTo>
                  <a:cubicBezTo>
                    <a:pt x="1329" y="3385"/>
                    <a:pt x="1329" y="3385"/>
                    <a:pt x="1329" y="3384"/>
                  </a:cubicBezTo>
                  <a:cubicBezTo>
                    <a:pt x="1330" y="3378"/>
                    <a:pt x="1332" y="3372"/>
                    <a:pt x="1335" y="3366"/>
                  </a:cubicBezTo>
                  <a:lnTo>
                    <a:pt x="1346" y="3366"/>
                  </a:lnTo>
                  <a:cubicBezTo>
                    <a:pt x="1347" y="3376"/>
                    <a:pt x="1349" y="3386"/>
                    <a:pt x="1352" y="3396"/>
                  </a:cubicBezTo>
                  <a:cubicBezTo>
                    <a:pt x="1356" y="3417"/>
                    <a:pt x="1359" y="3438"/>
                    <a:pt x="1359" y="3460"/>
                  </a:cubicBezTo>
                  <a:cubicBezTo>
                    <a:pt x="1359" y="3466"/>
                    <a:pt x="1358" y="3473"/>
                    <a:pt x="1358" y="3480"/>
                  </a:cubicBezTo>
                  <a:lnTo>
                    <a:pt x="1359" y="3481"/>
                  </a:lnTo>
                  <a:lnTo>
                    <a:pt x="1360" y="3481"/>
                  </a:lnTo>
                  <a:cubicBezTo>
                    <a:pt x="1361" y="3481"/>
                    <a:pt x="1361" y="3481"/>
                    <a:pt x="1361" y="3481"/>
                  </a:cubicBezTo>
                  <a:cubicBezTo>
                    <a:pt x="1362" y="3481"/>
                    <a:pt x="1362" y="3480"/>
                    <a:pt x="1362" y="3480"/>
                  </a:cubicBezTo>
                  <a:lnTo>
                    <a:pt x="1363" y="3480"/>
                  </a:lnTo>
                  <a:cubicBezTo>
                    <a:pt x="1369" y="3456"/>
                    <a:pt x="1373" y="3431"/>
                    <a:pt x="1374" y="3407"/>
                  </a:cubicBezTo>
                  <a:cubicBezTo>
                    <a:pt x="1374" y="3404"/>
                    <a:pt x="1374" y="3401"/>
                    <a:pt x="1374" y="3399"/>
                  </a:cubicBezTo>
                  <a:cubicBezTo>
                    <a:pt x="1374" y="3388"/>
                    <a:pt x="1373" y="3378"/>
                    <a:pt x="1372" y="3368"/>
                  </a:cubicBezTo>
                  <a:lnTo>
                    <a:pt x="1379" y="3368"/>
                  </a:lnTo>
                  <a:cubicBezTo>
                    <a:pt x="1382" y="3388"/>
                    <a:pt x="1384" y="3409"/>
                    <a:pt x="1384" y="3430"/>
                  </a:cubicBezTo>
                  <a:cubicBezTo>
                    <a:pt x="1384" y="3433"/>
                    <a:pt x="1384" y="3436"/>
                    <a:pt x="1384" y="3439"/>
                  </a:cubicBezTo>
                  <a:cubicBezTo>
                    <a:pt x="1386" y="3473"/>
                    <a:pt x="1391" y="3507"/>
                    <a:pt x="1392" y="3541"/>
                  </a:cubicBezTo>
                  <a:cubicBezTo>
                    <a:pt x="1392" y="3544"/>
                    <a:pt x="1398" y="3544"/>
                    <a:pt x="1398" y="3541"/>
                  </a:cubicBezTo>
                  <a:cubicBezTo>
                    <a:pt x="1399" y="3485"/>
                    <a:pt x="1406" y="3430"/>
                    <a:pt x="1408" y="3375"/>
                  </a:cubicBezTo>
                  <a:cubicBezTo>
                    <a:pt x="1408" y="3373"/>
                    <a:pt x="1408" y="3371"/>
                    <a:pt x="1408" y="3369"/>
                  </a:cubicBezTo>
                  <a:cubicBezTo>
                    <a:pt x="1418" y="3369"/>
                    <a:pt x="1427" y="3369"/>
                    <a:pt x="1436" y="3369"/>
                  </a:cubicBezTo>
                  <a:cubicBezTo>
                    <a:pt x="1535" y="3369"/>
                    <a:pt x="1632" y="3372"/>
                    <a:pt x="1729" y="3372"/>
                  </a:cubicBezTo>
                  <a:cubicBezTo>
                    <a:pt x="1822" y="3372"/>
                    <a:pt x="1914" y="3365"/>
                    <a:pt x="2006" y="3365"/>
                  </a:cubicBezTo>
                  <a:cubicBezTo>
                    <a:pt x="2029" y="3365"/>
                    <a:pt x="2052" y="3364"/>
                    <a:pt x="2076" y="3362"/>
                  </a:cubicBezTo>
                  <a:cubicBezTo>
                    <a:pt x="2077" y="3413"/>
                    <a:pt x="2081" y="3465"/>
                    <a:pt x="2082" y="3516"/>
                  </a:cubicBezTo>
                  <a:cubicBezTo>
                    <a:pt x="2082" y="3519"/>
                    <a:pt x="2087" y="3519"/>
                    <a:pt x="2087" y="3516"/>
                  </a:cubicBezTo>
                  <a:cubicBezTo>
                    <a:pt x="2087" y="3488"/>
                    <a:pt x="2095" y="3461"/>
                    <a:pt x="2097" y="3434"/>
                  </a:cubicBezTo>
                  <a:cubicBezTo>
                    <a:pt x="2098" y="3406"/>
                    <a:pt x="2099" y="3385"/>
                    <a:pt x="2100" y="3360"/>
                  </a:cubicBezTo>
                  <a:lnTo>
                    <a:pt x="2116" y="3360"/>
                  </a:lnTo>
                  <a:cubicBezTo>
                    <a:pt x="2116" y="3368"/>
                    <a:pt x="2118" y="3375"/>
                    <a:pt x="2118" y="3380"/>
                  </a:cubicBezTo>
                  <a:cubicBezTo>
                    <a:pt x="2120" y="3406"/>
                    <a:pt x="2118" y="3432"/>
                    <a:pt x="2118" y="3457"/>
                  </a:cubicBezTo>
                  <a:cubicBezTo>
                    <a:pt x="2118" y="3461"/>
                    <a:pt x="2125" y="3462"/>
                    <a:pt x="2125" y="3457"/>
                  </a:cubicBezTo>
                  <a:cubicBezTo>
                    <a:pt x="2125" y="3448"/>
                    <a:pt x="2130" y="3442"/>
                    <a:pt x="2130" y="3433"/>
                  </a:cubicBezTo>
                  <a:cubicBezTo>
                    <a:pt x="2130" y="3419"/>
                    <a:pt x="2131" y="3404"/>
                    <a:pt x="2130" y="3390"/>
                  </a:cubicBezTo>
                  <a:cubicBezTo>
                    <a:pt x="2130" y="3381"/>
                    <a:pt x="2130" y="3371"/>
                    <a:pt x="2130" y="3359"/>
                  </a:cubicBezTo>
                  <a:lnTo>
                    <a:pt x="2155" y="3359"/>
                  </a:lnTo>
                  <a:cubicBezTo>
                    <a:pt x="2156" y="3371"/>
                    <a:pt x="2158" y="3382"/>
                    <a:pt x="2162" y="3393"/>
                  </a:cubicBezTo>
                  <a:lnTo>
                    <a:pt x="2163" y="3393"/>
                  </a:lnTo>
                  <a:cubicBezTo>
                    <a:pt x="2163" y="3394"/>
                    <a:pt x="2163" y="3394"/>
                    <a:pt x="2164" y="3395"/>
                  </a:cubicBezTo>
                  <a:lnTo>
                    <a:pt x="2165" y="3395"/>
                  </a:lnTo>
                  <a:cubicBezTo>
                    <a:pt x="2166" y="3395"/>
                    <a:pt x="2167" y="3395"/>
                    <a:pt x="2167" y="3395"/>
                  </a:cubicBezTo>
                  <a:cubicBezTo>
                    <a:pt x="2168" y="3394"/>
                    <a:pt x="2168" y="3394"/>
                    <a:pt x="2168" y="3393"/>
                  </a:cubicBezTo>
                  <a:lnTo>
                    <a:pt x="2169" y="3393"/>
                  </a:lnTo>
                  <a:cubicBezTo>
                    <a:pt x="2173" y="3382"/>
                    <a:pt x="2175" y="3371"/>
                    <a:pt x="2176" y="3359"/>
                  </a:cubicBezTo>
                  <a:cubicBezTo>
                    <a:pt x="2221" y="3357"/>
                    <a:pt x="2265" y="3354"/>
                    <a:pt x="2310" y="3349"/>
                  </a:cubicBezTo>
                  <a:lnTo>
                    <a:pt x="2348" y="3345"/>
                  </a:lnTo>
                  <a:cubicBezTo>
                    <a:pt x="2348" y="3354"/>
                    <a:pt x="2348" y="3364"/>
                    <a:pt x="2348" y="3374"/>
                  </a:cubicBezTo>
                  <a:cubicBezTo>
                    <a:pt x="2348" y="3400"/>
                    <a:pt x="2357" y="3426"/>
                    <a:pt x="2358" y="3451"/>
                  </a:cubicBezTo>
                  <a:cubicBezTo>
                    <a:pt x="2359" y="3480"/>
                    <a:pt x="2360" y="3510"/>
                    <a:pt x="2361" y="3539"/>
                  </a:cubicBezTo>
                  <a:cubicBezTo>
                    <a:pt x="2362" y="3567"/>
                    <a:pt x="2369" y="3605"/>
                    <a:pt x="2363" y="3633"/>
                  </a:cubicBezTo>
                  <a:cubicBezTo>
                    <a:pt x="2363" y="3634"/>
                    <a:pt x="2363" y="3633"/>
                    <a:pt x="2364" y="3634"/>
                  </a:cubicBezTo>
                  <a:cubicBezTo>
                    <a:pt x="2365" y="3634"/>
                    <a:pt x="2364" y="3635"/>
                    <a:pt x="2365" y="3635"/>
                  </a:cubicBezTo>
                  <a:lnTo>
                    <a:pt x="2366" y="3635"/>
                  </a:lnTo>
                  <a:lnTo>
                    <a:pt x="2367" y="3635"/>
                  </a:lnTo>
                  <a:cubicBezTo>
                    <a:pt x="2367" y="3635"/>
                    <a:pt x="2368" y="3635"/>
                    <a:pt x="2368" y="3634"/>
                  </a:cubicBezTo>
                  <a:cubicBezTo>
                    <a:pt x="2382" y="3581"/>
                    <a:pt x="2378" y="3524"/>
                    <a:pt x="2380" y="3469"/>
                  </a:cubicBezTo>
                  <a:cubicBezTo>
                    <a:pt x="2381" y="3459"/>
                    <a:pt x="2381" y="3448"/>
                    <a:pt x="2381" y="3438"/>
                  </a:cubicBezTo>
                  <a:cubicBezTo>
                    <a:pt x="2381" y="3427"/>
                    <a:pt x="2381" y="3418"/>
                    <a:pt x="2380" y="3407"/>
                  </a:cubicBezTo>
                  <a:cubicBezTo>
                    <a:pt x="2378" y="3394"/>
                    <a:pt x="2378" y="3382"/>
                    <a:pt x="2378" y="3369"/>
                  </a:cubicBezTo>
                  <a:cubicBezTo>
                    <a:pt x="2378" y="3360"/>
                    <a:pt x="2378" y="3351"/>
                    <a:pt x="2379" y="3342"/>
                  </a:cubicBezTo>
                  <a:cubicBezTo>
                    <a:pt x="2431" y="3338"/>
                    <a:pt x="2484" y="3332"/>
                    <a:pt x="2536" y="3322"/>
                  </a:cubicBezTo>
                  <a:cubicBezTo>
                    <a:pt x="2539" y="3388"/>
                    <a:pt x="2547" y="3454"/>
                    <a:pt x="2549" y="3519"/>
                  </a:cubicBezTo>
                  <a:cubicBezTo>
                    <a:pt x="2549" y="3519"/>
                    <a:pt x="2549" y="3520"/>
                    <a:pt x="2550" y="3520"/>
                  </a:cubicBezTo>
                  <a:cubicBezTo>
                    <a:pt x="2550" y="3520"/>
                    <a:pt x="2550" y="3521"/>
                    <a:pt x="2551" y="3521"/>
                  </a:cubicBezTo>
                  <a:lnTo>
                    <a:pt x="2552" y="3521"/>
                  </a:lnTo>
                  <a:lnTo>
                    <a:pt x="2553" y="3521"/>
                  </a:lnTo>
                  <a:lnTo>
                    <a:pt x="2554" y="3520"/>
                  </a:lnTo>
                  <a:lnTo>
                    <a:pt x="2554" y="3519"/>
                  </a:lnTo>
                  <a:cubicBezTo>
                    <a:pt x="2556" y="3451"/>
                    <a:pt x="2559" y="3383"/>
                    <a:pt x="2561" y="3316"/>
                  </a:cubicBezTo>
                  <a:cubicBezTo>
                    <a:pt x="2566" y="3314"/>
                    <a:pt x="2571" y="3313"/>
                    <a:pt x="2576" y="3311"/>
                  </a:cubicBezTo>
                  <a:lnTo>
                    <a:pt x="2604" y="3304"/>
                  </a:lnTo>
                  <a:cubicBezTo>
                    <a:pt x="2604" y="3311"/>
                    <a:pt x="2604" y="3320"/>
                    <a:pt x="2604" y="3327"/>
                  </a:cubicBezTo>
                  <a:cubicBezTo>
                    <a:pt x="2604" y="3338"/>
                    <a:pt x="2611" y="3345"/>
                    <a:pt x="2611" y="3357"/>
                  </a:cubicBezTo>
                  <a:cubicBezTo>
                    <a:pt x="2611" y="3360"/>
                    <a:pt x="2616" y="3360"/>
                    <a:pt x="2616" y="3357"/>
                  </a:cubicBezTo>
                  <a:cubicBezTo>
                    <a:pt x="2616" y="3355"/>
                    <a:pt x="2616" y="3353"/>
                    <a:pt x="2616" y="3351"/>
                  </a:cubicBezTo>
                  <a:cubicBezTo>
                    <a:pt x="2616" y="3347"/>
                    <a:pt x="2616" y="3343"/>
                    <a:pt x="2615" y="3339"/>
                  </a:cubicBezTo>
                  <a:cubicBezTo>
                    <a:pt x="2614" y="3336"/>
                    <a:pt x="2614" y="3333"/>
                    <a:pt x="2614" y="3330"/>
                  </a:cubicBezTo>
                  <a:cubicBezTo>
                    <a:pt x="2614" y="3324"/>
                    <a:pt x="2615" y="3319"/>
                    <a:pt x="2616" y="3313"/>
                  </a:cubicBezTo>
                  <a:cubicBezTo>
                    <a:pt x="2616" y="3309"/>
                    <a:pt x="2618" y="3304"/>
                    <a:pt x="2619" y="3299"/>
                  </a:cubicBezTo>
                  <a:lnTo>
                    <a:pt x="2659" y="3289"/>
                  </a:lnTo>
                  <a:cubicBezTo>
                    <a:pt x="2665" y="3316"/>
                    <a:pt x="2669" y="3343"/>
                    <a:pt x="2670" y="3371"/>
                  </a:cubicBezTo>
                  <a:cubicBezTo>
                    <a:pt x="2670" y="3371"/>
                    <a:pt x="2670" y="3372"/>
                    <a:pt x="2671" y="3372"/>
                  </a:cubicBezTo>
                  <a:lnTo>
                    <a:pt x="2672" y="3372"/>
                  </a:lnTo>
                  <a:lnTo>
                    <a:pt x="2673" y="3372"/>
                  </a:lnTo>
                  <a:lnTo>
                    <a:pt x="2674" y="3371"/>
                  </a:lnTo>
                  <a:cubicBezTo>
                    <a:pt x="2674" y="3353"/>
                    <a:pt x="2680" y="3336"/>
                    <a:pt x="2680" y="3319"/>
                  </a:cubicBezTo>
                  <a:cubicBezTo>
                    <a:pt x="2680" y="3307"/>
                    <a:pt x="2680" y="3295"/>
                    <a:pt x="2678" y="3283"/>
                  </a:cubicBezTo>
                  <a:lnTo>
                    <a:pt x="2696" y="3278"/>
                  </a:lnTo>
                  <a:cubicBezTo>
                    <a:pt x="2705" y="3276"/>
                    <a:pt x="2715" y="3272"/>
                    <a:pt x="2724" y="3269"/>
                  </a:cubicBezTo>
                  <a:cubicBezTo>
                    <a:pt x="2725" y="3301"/>
                    <a:pt x="2728" y="3332"/>
                    <a:pt x="2732" y="3364"/>
                  </a:cubicBezTo>
                  <a:cubicBezTo>
                    <a:pt x="2736" y="3399"/>
                    <a:pt x="2736" y="3436"/>
                    <a:pt x="2742" y="3471"/>
                  </a:cubicBezTo>
                  <a:lnTo>
                    <a:pt x="2742" y="3472"/>
                  </a:lnTo>
                  <a:lnTo>
                    <a:pt x="2743" y="3472"/>
                  </a:lnTo>
                  <a:cubicBezTo>
                    <a:pt x="2743" y="3473"/>
                    <a:pt x="2744" y="3473"/>
                    <a:pt x="2744" y="3473"/>
                  </a:cubicBezTo>
                  <a:cubicBezTo>
                    <a:pt x="2745" y="3473"/>
                    <a:pt x="2744" y="3472"/>
                    <a:pt x="2745" y="3472"/>
                  </a:cubicBezTo>
                  <a:cubicBezTo>
                    <a:pt x="2746" y="3471"/>
                    <a:pt x="2746" y="3472"/>
                    <a:pt x="2746" y="3472"/>
                  </a:cubicBezTo>
                  <a:cubicBezTo>
                    <a:pt x="2746" y="3471"/>
                    <a:pt x="2746" y="3471"/>
                    <a:pt x="2746" y="3471"/>
                  </a:cubicBezTo>
                  <a:cubicBezTo>
                    <a:pt x="2751" y="3426"/>
                    <a:pt x="2754" y="3380"/>
                    <a:pt x="2754" y="3335"/>
                  </a:cubicBezTo>
                  <a:cubicBezTo>
                    <a:pt x="2754" y="3309"/>
                    <a:pt x="2753" y="3284"/>
                    <a:pt x="2751" y="3259"/>
                  </a:cubicBezTo>
                  <a:cubicBezTo>
                    <a:pt x="2766" y="3253"/>
                    <a:pt x="2781" y="3247"/>
                    <a:pt x="2796" y="3241"/>
                  </a:cubicBezTo>
                  <a:cubicBezTo>
                    <a:pt x="2799" y="3282"/>
                    <a:pt x="2803" y="3323"/>
                    <a:pt x="2804" y="3364"/>
                  </a:cubicBezTo>
                  <a:lnTo>
                    <a:pt x="2805" y="3365"/>
                  </a:lnTo>
                  <a:lnTo>
                    <a:pt x="2806" y="3365"/>
                  </a:lnTo>
                  <a:cubicBezTo>
                    <a:pt x="2807" y="3365"/>
                    <a:pt x="2807" y="3365"/>
                    <a:pt x="2807" y="3365"/>
                  </a:cubicBezTo>
                  <a:cubicBezTo>
                    <a:pt x="2808" y="3365"/>
                    <a:pt x="2808" y="3364"/>
                    <a:pt x="2808" y="3364"/>
                  </a:cubicBezTo>
                  <a:cubicBezTo>
                    <a:pt x="2808" y="3320"/>
                    <a:pt x="2814" y="3276"/>
                    <a:pt x="2817" y="3232"/>
                  </a:cubicBezTo>
                  <a:lnTo>
                    <a:pt x="2851" y="3218"/>
                  </a:lnTo>
                  <a:cubicBezTo>
                    <a:pt x="2855" y="3230"/>
                    <a:pt x="2858" y="3243"/>
                    <a:pt x="2859" y="3256"/>
                  </a:cubicBezTo>
                  <a:lnTo>
                    <a:pt x="2859" y="3257"/>
                  </a:lnTo>
                  <a:lnTo>
                    <a:pt x="2860" y="3258"/>
                  </a:lnTo>
                  <a:lnTo>
                    <a:pt x="2861" y="3258"/>
                  </a:lnTo>
                  <a:cubicBezTo>
                    <a:pt x="2862" y="3258"/>
                    <a:pt x="2862" y="3258"/>
                    <a:pt x="2863" y="3258"/>
                  </a:cubicBezTo>
                  <a:lnTo>
                    <a:pt x="2863" y="3257"/>
                  </a:lnTo>
                  <a:cubicBezTo>
                    <a:pt x="2864" y="3257"/>
                    <a:pt x="2864" y="3256"/>
                    <a:pt x="2864" y="3256"/>
                  </a:cubicBezTo>
                  <a:cubicBezTo>
                    <a:pt x="2865" y="3244"/>
                    <a:pt x="2867" y="3232"/>
                    <a:pt x="2870" y="3220"/>
                  </a:cubicBezTo>
                  <a:cubicBezTo>
                    <a:pt x="2871" y="3216"/>
                    <a:pt x="2871" y="3213"/>
                    <a:pt x="2872" y="3209"/>
                  </a:cubicBezTo>
                  <a:cubicBezTo>
                    <a:pt x="2882" y="3204"/>
                    <a:pt x="2892" y="3199"/>
                    <a:pt x="2902" y="3193"/>
                  </a:cubicBezTo>
                  <a:cubicBezTo>
                    <a:pt x="2914" y="3186"/>
                    <a:pt x="2926" y="3178"/>
                    <a:pt x="2938" y="3169"/>
                  </a:cubicBezTo>
                  <a:cubicBezTo>
                    <a:pt x="2957" y="3154"/>
                    <a:pt x="2972" y="3130"/>
                    <a:pt x="2995" y="3119"/>
                  </a:cubicBezTo>
                  <a:cubicBezTo>
                    <a:pt x="3007" y="3111"/>
                    <a:pt x="3017" y="3101"/>
                    <a:pt x="3024" y="3089"/>
                  </a:cubicBezTo>
                  <a:cubicBezTo>
                    <a:pt x="3025" y="3086"/>
                    <a:pt x="3026" y="3084"/>
                    <a:pt x="3027" y="3082"/>
                  </a:cubicBezTo>
                  <a:cubicBezTo>
                    <a:pt x="3025" y="3115"/>
                    <a:pt x="3031" y="3153"/>
                    <a:pt x="3031" y="3180"/>
                  </a:cubicBezTo>
                  <a:cubicBezTo>
                    <a:pt x="3031" y="3255"/>
                    <a:pt x="3023" y="3328"/>
                    <a:pt x="3022" y="3403"/>
                  </a:cubicBezTo>
                  <a:cubicBezTo>
                    <a:pt x="3025" y="3502"/>
                    <a:pt x="3041" y="3596"/>
                    <a:pt x="3051" y="3689"/>
                  </a:cubicBezTo>
                  <a:lnTo>
                    <a:pt x="3051" y="3687"/>
                  </a:lnTo>
                  <a:moveTo>
                    <a:pt x="3004" y="2326"/>
                  </a:moveTo>
                  <a:cubicBezTo>
                    <a:pt x="3004" y="2509"/>
                    <a:pt x="3014" y="2691"/>
                    <a:pt x="3021" y="2874"/>
                  </a:cubicBezTo>
                  <a:cubicBezTo>
                    <a:pt x="3020" y="2874"/>
                    <a:pt x="3020" y="2874"/>
                    <a:pt x="3020" y="2874"/>
                  </a:cubicBezTo>
                  <a:cubicBezTo>
                    <a:pt x="3019" y="2875"/>
                    <a:pt x="3017" y="2876"/>
                    <a:pt x="3017" y="2877"/>
                  </a:cubicBezTo>
                  <a:cubicBezTo>
                    <a:pt x="3016" y="2879"/>
                    <a:pt x="3015" y="2880"/>
                    <a:pt x="3015" y="2881"/>
                  </a:cubicBezTo>
                  <a:cubicBezTo>
                    <a:pt x="3013" y="2898"/>
                    <a:pt x="3008" y="2914"/>
                    <a:pt x="2999" y="2928"/>
                  </a:cubicBezTo>
                  <a:cubicBezTo>
                    <a:pt x="2996" y="2802"/>
                    <a:pt x="2975" y="2675"/>
                    <a:pt x="2967" y="2549"/>
                  </a:cubicBezTo>
                  <a:cubicBezTo>
                    <a:pt x="2967" y="2548"/>
                    <a:pt x="2967" y="2548"/>
                    <a:pt x="2967" y="2548"/>
                  </a:cubicBezTo>
                  <a:lnTo>
                    <a:pt x="2966" y="2547"/>
                  </a:lnTo>
                  <a:lnTo>
                    <a:pt x="2965" y="2547"/>
                  </a:lnTo>
                  <a:cubicBezTo>
                    <a:pt x="2964" y="2547"/>
                    <a:pt x="2964" y="2547"/>
                    <a:pt x="2963" y="2547"/>
                  </a:cubicBezTo>
                  <a:cubicBezTo>
                    <a:pt x="2963" y="2547"/>
                    <a:pt x="2963" y="2548"/>
                    <a:pt x="2962" y="2548"/>
                  </a:cubicBezTo>
                  <a:lnTo>
                    <a:pt x="2962" y="2549"/>
                  </a:lnTo>
                  <a:cubicBezTo>
                    <a:pt x="2967" y="2686"/>
                    <a:pt x="2971" y="2823"/>
                    <a:pt x="2971" y="2960"/>
                  </a:cubicBezTo>
                  <a:lnTo>
                    <a:pt x="2971" y="2961"/>
                  </a:lnTo>
                  <a:cubicBezTo>
                    <a:pt x="2971" y="2962"/>
                    <a:pt x="2971" y="2964"/>
                    <a:pt x="2972" y="2966"/>
                  </a:cubicBezTo>
                  <a:cubicBezTo>
                    <a:pt x="2969" y="2970"/>
                    <a:pt x="2965" y="2974"/>
                    <a:pt x="2961" y="2978"/>
                  </a:cubicBezTo>
                  <a:cubicBezTo>
                    <a:pt x="2958" y="2952"/>
                    <a:pt x="2953" y="2927"/>
                    <a:pt x="2951" y="2901"/>
                  </a:cubicBezTo>
                  <a:cubicBezTo>
                    <a:pt x="2949" y="2875"/>
                    <a:pt x="2945" y="2845"/>
                    <a:pt x="2941" y="2817"/>
                  </a:cubicBezTo>
                  <a:cubicBezTo>
                    <a:pt x="2941" y="2813"/>
                    <a:pt x="2934" y="2814"/>
                    <a:pt x="2935" y="2818"/>
                  </a:cubicBezTo>
                  <a:cubicBezTo>
                    <a:pt x="2936" y="2843"/>
                    <a:pt x="2937" y="2869"/>
                    <a:pt x="2937" y="2895"/>
                  </a:cubicBezTo>
                  <a:cubicBezTo>
                    <a:pt x="2937" y="2929"/>
                    <a:pt x="2936" y="2962"/>
                    <a:pt x="2933" y="2996"/>
                  </a:cubicBezTo>
                  <a:lnTo>
                    <a:pt x="2933" y="2997"/>
                  </a:lnTo>
                  <a:cubicBezTo>
                    <a:pt x="2933" y="2999"/>
                    <a:pt x="2933" y="3002"/>
                    <a:pt x="2934" y="3003"/>
                  </a:cubicBezTo>
                  <a:lnTo>
                    <a:pt x="2929" y="3008"/>
                  </a:lnTo>
                  <a:lnTo>
                    <a:pt x="2922" y="3011"/>
                  </a:lnTo>
                  <a:cubicBezTo>
                    <a:pt x="2922" y="3000"/>
                    <a:pt x="2922" y="2989"/>
                    <a:pt x="2922" y="2978"/>
                  </a:cubicBezTo>
                  <a:cubicBezTo>
                    <a:pt x="2920" y="2952"/>
                    <a:pt x="2918" y="2926"/>
                    <a:pt x="2918" y="2900"/>
                  </a:cubicBezTo>
                  <a:cubicBezTo>
                    <a:pt x="2918" y="2899"/>
                    <a:pt x="2917" y="2898"/>
                    <a:pt x="2917" y="2898"/>
                  </a:cubicBezTo>
                  <a:cubicBezTo>
                    <a:pt x="2917" y="2897"/>
                    <a:pt x="2916" y="2897"/>
                    <a:pt x="2916" y="2897"/>
                  </a:cubicBezTo>
                  <a:cubicBezTo>
                    <a:pt x="2915" y="2896"/>
                    <a:pt x="2915" y="2896"/>
                    <a:pt x="2914" y="2896"/>
                  </a:cubicBezTo>
                  <a:cubicBezTo>
                    <a:pt x="2914" y="2896"/>
                    <a:pt x="2913" y="2896"/>
                    <a:pt x="2912" y="2897"/>
                  </a:cubicBezTo>
                  <a:cubicBezTo>
                    <a:pt x="2912" y="2897"/>
                    <a:pt x="2911" y="2897"/>
                    <a:pt x="2911" y="2898"/>
                  </a:cubicBezTo>
                  <a:cubicBezTo>
                    <a:pt x="2911" y="2898"/>
                    <a:pt x="2911" y="2899"/>
                    <a:pt x="2911" y="2900"/>
                  </a:cubicBezTo>
                  <a:cubicBezTo>
                    <a:pt x="2911" y="2926"/>
                    <a:pt x="2909" y="2952"/>
                    <a:pt x="2907" y="2978"/>
                  </a:cubicBezTo>
                  <a:cubicBezTo>
                    <a:pt x="2905" y="2992"/>
                    <a:pt x="2904" y="3006"/>
                    <a:pt x="2904" y="3019"/>
                  </a:cubicBezTo>
                  <a:lnTo>
                    <a:pt x="2888" y="3027"/>
                  </a:lnTo>
                  <a:cubicBezTo>
                    <a:pt x="2887" y="2964"/>
                    <a:pt x="2878" y="2904"/>
                    <a:pt x="2875" y="2842"/>
                  </a:cubicBezTo>
                  <a:cubicBezTo>
                    <a:pt x="2875" y="2841"/>
                    <a:pt x="2875" y="2841"/>
                    <a:pt x="2875" y="2840"/>
                  </a:cubicBezTo>
                  <a:lnTo>
                    <a:pt x="2874" y="2840"/>
                  </a:lnTo>
                  <a:cubicBezTo>
                    <a:pt x="2874" y="2839"/>
                    <a:pt x="2873" y="2839"/>
                    <a:pt x="2873" y="2839"/>
                  </a:cubicBezTo>
                  <a:cubicBezTo>
                    <a:pt x="2872" y="2839"/>
                    <a:pt x="2872" y="2839"/>
                    <a:pt x="2871" y="2840"/>
                  </a:cubicBezTo>
                  <a:cubicBezTo>
                    <a:pt x="2870" y="2841"/>
                    <a:pt x="2870" y="2841"/>
                    <a:pt x="2870" y="2842"/>
                  </a:cubicBezTo>
                  <a:cubicBezTo>
                    <a:pt x="2868" y="2906"/>
                    <a:pt x="2871" y="2969"/>
                    <a:pt x="2870" y="3034"/>
                  </a:cubicBezTo>
                  <a:lnTo>
                    <a:pt x="2848" y="3044"/>
                  </a:lnTo>
                  <a:cubicBezTo>
                    <a:pt x="2848" y="3043"/>
                    <a:pt x="2848" y="3042"/>
                    <a:pt x="2848" y="3041"/>
                  </a:cubicBezTo>
                  <a:cubicBezTo>
                    <a:pt x="2848" y="3035"/>
                    <a:pt x="2847" y="3029"/>
                    <a:pt x="2844" y="3025"/>
                  </a:cubicBezTo>
                  <a:cubicBezTo>
                    <a:pt x="2837" y="3014"/>
                    <a:pt x="2841" y="2992"/>
                    <a:pt x="2840" y="2979"/>
                  </a:cubicBezTo>
                  <a:lnTo>
                    <a:pt x="2840" y="2978"/>
                  </a:lnTo>
                  <a:cubicBezTo>
                    <a:pt x="2839" y="2978"/>
                    <a:pt x="2839" y="2977"/>
                    <a:pt x="2839" y="2977"/>
                  </a:cubicBezTo>
                  <a:cubicBezTo>
                    <a:pt x="2838" y="2977"/>
                    <a:pt x="2838" y="2977"/>
                    <a:pt x="2837" y="2977"/>
                  </a:cubicBezTo>
                  <a:lnTo>
                    <a:pt x="2836" y="2977"/>
                  </a:lnTo>
                  <a:cubicBezTo>
                    <a:pt x="2835" y="2977"/>
                    <a:pt x="2835" y="2978"/>
                    <a:pt x="2835" y="2978"/>
                  </a:cubicBezTo>
                  <a:lnTo>
                    <a:pt x="2834" y="2979"/>
                  </a:lnTo>
                  <a:cubicBezTo>
                    <a:pt x="2832" y="2991"/>
                    <a:pt x="2830" y="3003"/>
                    <a:pt x="2830" y="3015"/>
                  </a:cubicBezTo>
                  <a:cubicBezTo>
                    <a:pt x="2830" y="3019"/>
                    <a:pt x="2831" y="3023"/>
                    <a:pt x="2831" y="3026"/>
                  </a:cubicBezTo>
                  <a:cubicBezTo>
                    <a:pt x="2833" y="3034"/>
                    <a:pt x="2834" y="3041"/>
                    <a:pt x="2834" y="3048"/>
                  </a:cubicBezTo>
                  <a:cubicBezTo>
                    <a:pt x="2834" y="3049"/>
                    <a:pt x="2834" y="3049"/>
                    <a:pt x="2834" y="3049"/>
                  </a:cubicBezTo>
                  <a:cubicBezTo>
                    <a:pt x="2834" y="3049"/>
                    <a:pt x="2834" y="3051"/>
                    <a:pt x="2834" y="3052"/>
                  </a:cubicBezTo>
                  <a:lnTo>
                    <a:pt x="2831" y="3053"/>
                  </a:lnTo>
                  <a:lnTo>
                    <a:pt x="2819" y="3059"/>
                  </a:lnTo>
                  <a:cubicBezTo>
                    <a:pt x="2817" y="3042"/>
                    <a:pt x="2814" y="3026"/>
                    <a:pt x="2813" y="3009"/>
                  </a:cubicBezTo>
                  <a:cubicBezTo>
                    <a:pt x="2813" y="3008"/>
                    <a:pt x="2813" y="3008"/>
                    <a:pt x="2813" y="3007"/>
                  </a:cubicBezTo>
                  <a:cubicBezTo>
                    <a:pt x="2813" y="2986"/>
                    <a:pt x="2810" y="2965"/>
                    <a:pt x="2805" y="2945"/>
                  </a:cubicBezTo>
                  <a:cubicBezTo>
                    <a:pt x="2789" y="2901"/>
                    <a:pt x="2798" y="2849"/>
                    <a:pt x="2788" y="2803"/>
                  </a:cubicBezTo>
                  <a:lnTo>
                    <a:pt x="2788" y="2802"/>
                  </a:lnTo>
                  <a:cubicBezTo>
                    <a:pt x="2787" y="2802"/>
                    <a:pt x="2787" y="2801"/>
                    <a:pt x="2787" y="2801"/>
                  </a:cubicBezTo>
                  <a:cubicBezTo>
                    <a:pt x="2786" y="2801"/>
                    <a:pt x="2786" y="2801"/>
                    <a:pt x="2785" y="2801"/>
                  </a:cubicBezTo>
                  <a:lnTo>
                    <a:pt x="2784" y="2801"/>
                  </a:lnTo>
                  <a:cubicBezTo>
                    <a:pt x="2784" y="2801"/>
                    <a:pt x="2784" y="2802"/>
                    <a:pt x="2783" y="2802"/>
                  </a:cubicBezTo>
                  <a:lnTo>
                    <a:pt x="2783" y="2803"/>
                  </a:lnTo>
                  <a:cubicBezTo>
                    <a:pt x="2791" y="2893"/>
                    <a:pt x="2781" y="2981"/>
                    <a:pt x="2794" y="3071"/>
                  </a:cubicBezTo>
                  <a:cubicBezTo>
                    <a:pt x="2778" y="3078"/>
                    <a:pt x="2761" y="3085"/>
                    <a:pt x="2744" y="3092"/>
                  </a:cubicBezTo>
                  <a:cubicBezTo>
                    <a:pt x="2740" y="3043"/>
                    <a:pt x="2727" y="2994"/>
                    <a:pt x="2722" y="2944"/>
                  </a:cubicBezTo>
                  <a:cubicBezTo>
                    <a:pt x="2722" y="2943"/>
                    <a:pt x="2721" y="2943"/>
                    <a:pt x="2721" y="2943"/>
                  </a:cubicBezTo>
                  <a:cubicBezTo>
                    <a:pt x="2720" y="2942"/>
                    <a:pt x="2720" y="2942"/>
                    <a:pt x="2720" y="2942"/>
                  </a:cubicBezTo>
                  <a:cubicBezTo>
                    <a:pt x="2719" y="2942"/>
                    <a:pt x="2719" y="2942"/>
                    <a:pt x="2718" y="2943"/>
                  </a:cubicBezTo>
                  <a:cubicBezTo>
                    <a:pt x="2718" y="2943"/>
                    <a:pt x="2717" y="2943"/>
                    <a:pt x="2717" y="2944"/>
                  </a:cubicBezTo>
                  <a:cubicBezTo>
                    <a:pt x="2720" y="2986"/>
                    <a:pt x="2722" y="3028"/>
                    <a:pt x="2722" y="3070"/>
                  </a:cubicBezTo>
                  <a:cubicBezTo>
                    <a:pt x="2722" y="3081"/>
                    <a:pt x="2722" y="3091"/>
                    <a:pt x="2722" y="3102"/>
                  </a:cubicBezTo>
                  <a:lnTo>
                    <a:pt x="2687" y="3116"/>
                  </a:lnTo>
                  <a:lnTo>
                    <a:pt x="2680" y="3119"/>
                  </a:lnTo>
                  <a:cubicBezTo>
                    <a:pt x="2681" y="3117"/>
                    <a:pt x="2681" y="3116"/>
                    <a:pt x="2681" y="3114"/>
                  </a:cubicBezTo>
                  <a:cubicBezTo>
                    <a:pt x="2681" y="3110"/>
                    <a:pt x="2680" y="3107"/>
                    <a:pt x="2679" y="3104"/>
                  </a:cubicBezTo>
                  <a:cubicBezTo>
                    <a:pt x="2674" y="3093"/>
                    <a:pt x="2671" y="3081"/>
                    <a:pt x="2671" y="3069"/>
                  </a:cubicBezTo>
                  <a:cubicBezTo>
                    <a:pt x="2671" y="3065"/>
                    <a:pt x="2665" y="3066"/>
                    <a:pt x="2665" y="3069"/>
                  </a:cubicBezTo>
                  <a:cubicBezTo>
                    <a:pt x="2665" y="3079"/>
                    <a:pt x="2661" y="3089"/>
                    <a:pt x="2661" y="3098"/>
                  </a:cubicBezTo>
                  <a:cubicBezTo>
                    <a:pt x="2661" y="3102"/>
                    <a:pt x="2663" y="3105"/>
                    <a:pt x="2663" y="3109"/>
                  </a:cubicBezTo>
                  <a:cubicBezTo>
                    <a:pt x="2663" y="3112"/>
                    <a:pt x="2662" y="3120"/>
                    <a:pt x="2662" y="3125"/>
                  </a:cubicBezTo>
                  <a:lnTo>
                    <a:pt x="2656" y="3127"/>
                  </a:lnTo>
                  <a:cubicBezTo>
                    <a:pt x="2655" y="3114"/>
                    <a:pt x="2655" y="3101"/>
                    <a:pt x="2654" y="3089"/>
                  </a:cubicBezTo>
                  <a:cubicBezTo>
                    <a:pt x="2654" y="3069"/>
                    <a:pt x="2646" y="3051"/>
                    <a:pt x="2647" y="3031"/>
                  </a:cubicBezTo>
                  <a:cubicBezTo>
                    <a:pt x="2647" y="3028"/>
                    <a:pt x="2641" y="3027"/>
                    <a:pt x="2641" y="3031"/>
                  </a:cubicBezTo>
                  <a:cubicBezTo>
                    <a:pt x="2640" y="3049"/>
                    <a:pt x="2641" y="3066"/>
                    <a:pt x="2641" y="3084"/>
                  </a:cubicBezTo>
                  <a:cubicBezTo>
                    <a:pt x="2640" y="3099"/>
                    <a:pt x="2639" y="3114"/>
                    <a:pt x="2639" y="3129"/>
                  </a:cubicBezTo>
                  <a:cubicBezTo>
                    <a:pt x="2639" y="3130"/>
                    <a:pt x="2639" y="3131"/>
                    <a:pt x="2639" y="3133"/>
                  </a:cubicBezTo>
                  <a:lnTo>
                    <a:pt x="2616" y="3138"/>
                  </a:lnTo>
                  <a:cubicBezTo>
                    <a:pt x="2616" y="3135"/>
                    <a:pt x="2616" y="3131"/>
                    <a:pt x="2616" y="3131"/>
                  </a:cubicBezTo>
                  <a:cubicBezTo>
                    <a:pt x="2616" y="3115"/>
                    <a:pt x="2614" y="3099"/>
                    <a:pt x="2613" y="3084"/>
                  </a:cubicBezTo>
                  <a:cubicBezTo>
                    <a:pt x="2611" y="3055"/>
                    <a:pt x="2607" y="3026"/>
                    <a:pt x="2606" y="2997"/>
                  </a:cubicBezTo>
                  <a:cubicBezTo>
                    <a:pt x="2606" y="2993"/>
                    <a:pt x="2599" y="2993"/>
                    <a:pt x="2599" y="2997"/>
                  </a:cubicBezTo>
                  <a:cubicBezTo>
                    <a:pt x="2600" y="3008"/>
                    <a:pt x="2600" y="3019"/>
                    <a:pt x="2600" y="3030"/>
                  </a:cubicBezTo>
                  <a:cubicBezTo>
                    <a:pt x="2600" y="3052"/>
                    <a:pt x="2599" y="3073"/>
                    <a:pt x="2598" y="3095"/>
                  </a:cubicBezTo>
                  <a:cubicBezTo>
                    <a:pt x="2595" y="3111"/>
                    <a:pt x="2594" y="3127"/>
                    <a:pt x="2593" y="3143"/>
                  </a:cubicBezTo>
                  <a:lnTo>
                    <a:pt x="2563" y="3151"/>
                  </a:lnTo>
                  <a:lnTo>
                    <a:pt x="2563" y="3150"/>
                  </a:lnTo>
                  <a:cubicBezTo>
                    <a:pt x="2563" y="3149"/>
                    <a:pt x="2563" y="3149"/>
                    <a:pt x="2563" y="3148"/>
                  </a:cubicBezTo>
                  <a:cubicBezTo>
                    <a:pt x="2559" y="3141"/>
                    <a:pt x="2558" y="3134"/>
                    <a:pt x="2558" y="3126"/>
                  </a:cubicBezTo>
                  <a:cubicBezTo>
                    <a:pt x="2558" y="3125"/>
                    <a:pt x="2558" y="3123"/>
                    <a:pt x="2558" y="3122"/>
                  </a:cubicBezTo>
                  <a:cubicBezTo>
                    <a:pt x="2558" y="3118"/>
                    <a:pt x="2552" y="3117"/>
                    <a:pt x="2552" y="3122"/>
                  </a:cubicBezTo>
                  <a:cubicBezTo>
                    <a:pt x="2552" y="3126"/>
                    <a:pt x="2550" y="3135"/>
                    <a:pt x="2550" y="3141"/>
                  </a:cubicBezTo>
                  <a:cubicBezTo>
                    <a:pt x="2549" y="3142"/>
                    <a:pt x="2549" y="3143"/>
                    <a:pt x="2549" y="3144"/>
                  </a:cubicBezTo>
                  <a:cubicBezTo>
                    <a:pt x="2549" y="3147"/>
                    <a:pt x="2550" y="3150"/>
                    <a:pt x="2551" y="3153"/>
                  </a:cubicBezTo>
                  <a:cubicBezTo>
                    <a:pt x="2551" y="3154"/>
                    <a:pt x="2551" y="3154"/>
                    <a:pt x="2551" y="3154"/>
                  </a:cubicBezTo>
                  <a:cubicBezTo>
                    <a:pt x="2551" y="3155"/>
                    <a:pt x="2551" y="3155"/>
                    <a:pt x="2551" y="3155"/>
                  </a:cubicBezTo>
                  <a:lnTo>
                    <a:pt x="2532" y="3162"/>
                  </a:lnTo>
                  <a:cubicBezTo>
                    <a:pt x="2523" y="3165"/>
                    <a:pt x="2515" y="3167"/>
                    <a:pt x="2506" y="3170"/>
                  </a:cubicBezTo>
                  <a:cubicBezTo>
                    <a:pt x="2502" y="3132"/>
                    <a:pt x="2494" y="3094"/>
                    <a:pt x="2492" y="3056"/>
                  </a:cubicBezTo>
                  <a:cubicBezTo>
                    <a:pt x="2492" y="3035"/>
                    <a:pt x="2494" y="3011"/>
                    <a:pt x="2481" y="2993"/>
                  </a:cubicBezTo>
                  <a:cubicBezTo>
                    <a:pt x="2480" y="2993"/>
                    <a:pt x="2480" y="2992"/>
                    <a:pt x="2480" y="2992"/>
                  </a:cubicBezTo>
                  <a:cubicBezTo>
                    <a:pt x="2479" y="2992"/>
                    <a:pt x="2479" y="2992"/>
                    <a:pt x="2478" y="2992"/>
                  </a:cubicBezTo>
                  <a:lnTo>
                    <a:pt x="2477" y="2992"/>
                  </a:lnTo>
                  <a:cubicBezTo>
                    <a:pt x="2476" y="2993"/>
                    <a:pt x="2476" y="2993"/>
                    <a:pt x="2476" y="2993"/>
                  </a:cubicBezTo>
                  <a:cubicBezTo>
                    <a:pt x="2476" y="2994"/>
                    <a:pt x="2476" y="2994"/>
                    <a:pt x="2476" y="2995"/>
                  </a:cubicBezTo>
                  <a:lnTo>
                    <a:pt x="2476" y="2996"/>
                  </a:lnTo>
                  <a:cubicBezTo>
                    <a:pt x="2489" y="3019"/>
                    <a:pt x="2476" y="3059"/>
                    <a:pt x="2479" y="3083"/>
                  </a:cubicBezTo>
                  <a:cubicBezTo>
                    <a:pt x="2480" y="3094"/>
                    <a:pt x="2480" y="3105"/>
                    <a:pt x="2480" y="3116"/>
                  </a:cubicBezTo>
                  <a:cubicBezTo>
                    <a:pt x="2480" y="3137"/>
                    <a:pt x="2479" y="3157"/>
                    <a:pt x="2477" y="3177"/>
                  </a:cubicBezTo>
                  <a:cubicBezTo>
                    <a:pt x="2448" y="3184"/>
                    <a:pt x="2418" y="3190"/>
                    <a:pt x="2389" y="3194"/>
                  </a:cubicBezTo>
                  <a:cubicBezTo>
                    <a:pt x="2389" y="3147"/>
                    <a:pt x="2388" y="3100"/>
                    <a:pt x="2386" y="3053"/>
                  </a:cubicBezTo>
                  <a:cubicBezTo>
                    <a:pt x="2385" y="3017"/>
                    <a:pt x="2375" y="2983"/>
                    <a:pt x="2374" y="2947"/>
                  </a:cubicBezTo>
                  <a:cubicBezTo>
                    <a:pt x="2374" y="2927"/>
                    <a:pt x="2366" y="2905"/>
                    <a:pt x="2366" y="2885"/>
                  </a:cubicBezTo>
                  <a:cubicBezTo>
                    <a:pt x="2366" y="2884"/>
                    <a:pt x="2366" y="2882"/>
                    <a:pt x="2366" y="2881"/>
                  </a:cubicBezTo>
                  <a:cubicBezTo>
                    <a:pt x="2366" y="2851"/>
                    <a:pt x="2360" y="2821"/>
                    <a:pt x="2350" y="2793"/>
                  </a:cubicBezTo>
                  <a:cubicBezTo>
                    <a:pt x="2349" y="2790"/>
                    <a:pt x="2343" y="2792"/>
                    <a:pt x="2344" y="2795"/>
                  </a:cubicBezTo>
                  <a:cubicBezTo>
                    <a:pt x="2349" y="2817"/>
                    <a:pt x="2351" y="2839"/>
                    <a:pt x="2351" y="2862"/>
                  </a:cubicBezTo>
                  <a:cubicBezTo>
                    <a:pt x="2351" y="2872"/>
                    <a:pt x="2350" y="2883"/>
                    <a:pt x="2349" y="2894"/>
                  </a:cubicBezTo>
                  <a:cubicBezTo>
                    <a:pt x="2348" y="2918"/>
                    <a:pt x="2355" y="2946"/>
                    <a:pt x="2354" y="2971"/>
                  </a:cubicBezTo>
                  <a:cubicBezTo>
                    <a:pt x="2351" y="3046"/>
                    <a:pt x="2354" y="3122"/>
                    <a:pt x="2354" y="3198"/>
                  </a:cubicBezTo>
                  <a:lnTo>
                    <a:pt x="2345" y="3198"/>
                  </a:lnTo>
                  <a:cubicBezTo>
                    <a:pt x="2302" y="3201"/>
                    <a:pt x="2259" y="3208"/>
                    <a:pt x="2217" y="3219"/>
                  </a:cubicBezTo>
                  <a:cubicBezTo>
                    <a:pt x="2213" y="3220"/>
                    <a:pt x="2208" y="3221"/>
                    <a:pt x="2203" y="3222"/>
                  </a:cubicBezTo>
                  <a:lnTo>
                    <a:pt x="2128" y="3227"/>
                  </a:lnTo>
                  <a:lnTo>
                    <a:pt x="2115" y="3227"/>
                  </a:lnTo>
                  <a:cubicBezTo>
                    <a:pt x="2115" y="3217"/>
                    <a:pt x="2113" y="3208"/>
                    <a:pt x="2112" y="3199"/>
                  </a:cubicBezTo>
                  <a:cubicBezTo>
                    <a:pt x="2110" y="3190"/>
                    <a:pt x="2108" y="3181"/>
                    <a:pt x="2106" y="3172"/>
                  </a:cubicBezTo>
                  <a:lnTo>
                    <a:pt x="2106" y="3171"/>
                  </a:lnTo>
                  <a:cubicBezTo>
                    <a:pt x="2106" y="3170"/>
                    <a:pt x="2105" y="3170"/>
                    <a:pt x="2105" y="3170"/>
                  </a:cubicBezTo>
                  <a:cubicBezTo>
                    <a:pt x="2104" y="3169"/>
                    <a:pt x="2104" y="3169"/>
                    <a:pt x="2103" y="3169"/>
                  </a:cubicBezTo>
                  <a:lnTo>
                    <a:pt x="2102" y="3170"/>
                  </a:lnTo>
                  <a:cubicBezTo>
                    <a:pt x="2101" y="3171"/>
                    <a:pt x="2102" y="3170"/>
                    <a:pt x="2101" y="3171"/>
                  </a:cubicBezTo>
                  <a:cubicBezTo>
                    <a:pt x="2100" y="3172"/>
                    <a:pt x="2100" y="3172"/>
                    <a:pt x="2100" y="3172"/>
                  </a:cubicBezTo>
                  <a:cubicBezTo>
                    <a:pt x="2099" y="3181"/>
                    <a:pt x="2096" y="3189"/>
                    <a:pt x="2095" y="3197"/>
                  </a:cubicBezTo>
                  <a:cubicBezTo>
                    <a:pt x="2093" y="3207"/>
                    <a:pt x="2092" y="3218"/>
                    <a:pt x="2092" y="3228"/>
                  </a:cubicBezTo>
                  <a:lnTo>
                    <a:pt x="2082" y="3228"/>
                  </a:lnTo>
                  <a:lnTo>
                    <a:pt x="2068" y="3230"/>
                  </a:lnTo>
                  <a:cubicBezTo>
                    <a:pt x="2066" y="3210"/>
                    <a:pt x="2064" y="3191"/>
                    <a:pt x="2063" y="3172"/>
                  </a:cubicBezTo>
                  <a:cubicBezTo>
                    <a:pt x="2062" y="3153"/>
                    <a:pt x="2054" y="3133"/>
                    <a:pt x="2054" y="3113"/>
                  </a:cubicBezTo>
                  <a:cubicBezTo>
                    <a:pt x="2054" y="3110"/>
                    <a:pt x="2049" y="3110"/>
                    <a:pt x="2049" y="3113"/>
                  </a:cubicBezTo>
                  <a:cubicBezTo>
                    <a:pt x="2050" y="3122"/>
                    <a:pt x="2050" y="3132"/>
                    <a:pt x="2050" y="3142"/>
                  </a:cubicBezTo>
                  <a:cubicBezTo>
                    <a:pt x="2050" y="3151"/>
                    <a:pt x="2050" y="3161"/>
                    <a:pt x="2049" y="3170"/>
                  </a:cubicBezTo>
                  <a:cubicBezTo>
                    <a:pt x="2046" y="3190"/>
                    <a:pt x="2044" y="3212"/>
                    <a:pt x="2043" y="3233"/>
                  </a:cubicBezTo>
                  <a:lnTo>
                    <a:pt x="2016" y="3236"/>
                  </a:lnTo>
                  <a:cubicBezTo>
                    <a:pt x="2021" y="3194"/>
                    <a:pt x="2012" y="3152"/>
                    <a:pt x="2012" y="3110"/>
                  </a:cubicBezTo>
                  <a:cubicBezTo>
                    <a:pt x="2012" y="3058"/>
                    <a:pt x="2002" y="3004"/>
                    <a:pt x="2000" y="2951"/>
                  </a:cubicBezTo>
                  <a:lnTo>
                    <a:pt x="1999" y="2950"/>
                  </a:lnTo>
                  <a:cubicBezTo>
                    <a:pt x="1999" y="2950"/>
                    <a:pt x="2000" y="2950"/>
                    <a:pt x="1999" y="2949"/>
                  </a:cubicBezTo>
                  <a:cubicBezTo>
                    <a:pt x="1998" y="2948"/>
                    <a:pt x="1998" y="2949"/>
                    <a:pt x="1997" y="2949"/>
                  </a:cubicBezTo>
                  <a:cubicBezTo>
                    <a:pt x="1997" y="2949"/>
                    <a:pt x="1997" y="2948"/>
                    <a:pt x="1996" y="2949"/>
                  </a:cubicBezTo>
                  <a:cubicBezTo>
                    <a:pt x="1995" y="2950"/>
                    <a:pt x="1996" y="2950"/>
                    <a:pt x="1995" y="2950"/>
                  </a:cubicBezTo>
                  <a:lnTo>
                    <a:pt x="1995" y="2951"/>
                  </a:lnTo>
                  <a:cubicBezTo>
                    <a:pt x="1991" y="3045"/>
                    <a:pt x="1979" y="3144"/>
                    <a:pt x="1993" y="3237"/>
                  </a:cubicBezTo>
                  <a:lnTo>
                    <a:pt x="1913" y="3245"/>
                  </a:lnTo>
                  <a:cubicBezTo>
                    <a:pt x="1836" y="3246"/>
                    <a:pt x="1759" y="3251"/>
                    <a:pt x="1683" y="3259"/>
                  </a:cubicBezTo>
                  <a:cubicBezTo>
                    <a:pt x="1681" y="3259"/>
                    <a:pt x="1681" y="3263"/>
                    <a:pt x="1683" y="3263"/>
                  </a:cubicBezTo>
                  <a:cubicBezTo>
                    <a:pt x="1711" y="3266"/>
                    <a:pt x="1739" y="3267"/>
                    <a:pt x="1767" y="3267"/>
                  </a:cubicBezTo>
                  <a:cubicBezTo>
                    <a:pt x="1794" y="3267"/>
                    <a:pt x="1822" y="3266"/>
                    <a:pt x="1850" y="3263"/>
                  </a:cubicBezTo>
                  <a:cubicBezTo>
                    <a:pt x="1885" y="3267"/>
                    <a:pt x="1921" y="3268"/>
                    <a:pt x="1956" y="3268"/>
                  </a:cubicBezTo>
                  <a:cubicBezTo>
                    <a:pt x="2005" y="3268"/>
                    <a:pt x="2053" y="3265"/>
                    <a:pt x="2100" y="3259"/>
                  </a:cubicBezTo>
                  <a:cubicBezTo>
                    <a:pt x="2150" y="3254"/>
                    <a:pt x="2201" y="3261"/>
                    <a:pt x="2250" y="3248"/>
                  </a:cubicBezTo>
                  <a:cubicBezTo>
                    <a:pt x="2301" y="3233"/>
                    <a:pt x="2355" y="3230"/>
                    <a:pt x="2408" y="3220"/>
                  </a:cubicBezTo>
                  <a:cubicBezTo>
                    <a:pt x="2435" y="3217"/>
                    <a:pt x="2462" y="3213"/>
                    <a:pt x="2489" y="3207"/>
                  </a:cubicBezTo>
                  <a:cubicBezTo>
                    <a:pt x="2490" y="3208"/>
                    <a:pt x="2492" y="3208"/>
                    <a:pt x="2494" y="3208"/>
                  </a:cubicBezTo>
                  <a:cubicBezTo>
                    <a:pt x="2497" y="3208"/>
                    <a:pt x="2500" y="3207"/>
                    <a:pt x="2503" y="3206"/>
                  </a:cubicBezTo>
                  <a:cubicBezTo>
                    <a:pt x="2504" y="3205"/>
                    <a:pt x="2505" y="3204"/>
                    <a:pt x="2506" y="3203"/>
                  </a:cubicBezTo>
                  <a:cubicBezTo>
                    <a:pt x="2533" y="3197"/>
                    <a:pt x="2560" y="3189"/>
                    <a:pt x="2585" y="3183"/>
                  </a:cubicBezTo>
                  <a:cubicBezTo>
                    <a:pt x="2655" y="3164"/>
                    <a:pt x="2724" y="3146"/>
                    <a:pt x="2792" y="3120"/>
                  </a:cubicBezTo>
                  <a:cubicBezTo>
                    <a:pt x="2819" y="3111"/>
                    <a:pt x="2845" y="3099"/>
                    <a:pt x="2869" y="3085"/>
                  </a:cubicBezTo>
                  <a:cubicBezTo>
                    <a:pt x="2891" y="3072"/>
                    <a:pt x="2912" y="3058"/>
                    <a:pt x="2931" y="3041"/>
                  </a:cubicBezTo>
                  <a:cubicBezTo>
                    <a:pt x="2955" y="3031"/>
                    <a:pt x="2979" y="3016"/>
                    <a:pt x="2981" y="2993"/>
                  </a:cubicBezTo>
                  <a:cubicBezTo>
                    <a:pt x="2981" y="2993"/>
                    <a:pt x="2981" y="2992"/>
                    <a:pt x="2981" y="2991"/>
                  </a:cubicBezTo>
                  <a:cubicBezTo>
                    <a:pt x="2981" y="2990"/>
                    <a:pt x="2981" y="2990"/>
                    <a:pt x="2981" y="2989"/>
                  </a:cubicBezTo>
                  <a:cubicBezTo>
                    <a:pt x="2997" y="2974"/>
                    <a:pt x="3011" y="2957"/>
                    <a:pt x="3022" y="2938"/>
                  </a:cubicBezTo>
                  <a:cubicBezTo>
                    <a:pt x="3027" y="2929"/>
                    <a:pt x="3032" y="2920"/>
                    <a:pt x="3036" y="2910"/>
                  </a:cubicBezTo>
                  <a:cubicBezTo>
                    <a:pt x="3103" y="2921"/>
                    <a:pt x="3042" y="3020"/>
                    <a:pt x="3005" y="3069"/>
                  </a:cubicBezTo>
                  <a:cubicBezTo>
                    <a:pt x="2992" y="3082"/>
                    <a:pt x="2974" y="3092"/>
                    <a:pt x="2962" y="3103"/>
                  </a:cubicBezTo>
                  <a:cubicBezTo>
                    <a:pt x="2938" y="3126"/>
                    <a:pt x="2911" y="3146"/>
                    <a:pt x="2882" y="3163"/>
                  </a:cubicBezTo>
                  <a:cubicBezTo>
                    <a:pt x="2864" y="3173"/>
                    <a:pt x="2844" y="3183"/>
                    <a:pt x="2825" y="3191"/>
                  </a:cubicBezTo>
                  <a:cubicBezTo>
                    <a:pt x="2788" y="3205"/>
                    <a:pt x="2750" y="3218"/>
                    <a:pt x="2712" y="3232"/>
                  </a:cubicBezTo>
                  <a:cubicBezTo>
                    <a:pt x="2669" y="3240"/>
                    <a:pt x="2625" y="3245"/>
                    <a:pt x="2583" y="3253"/>
                  </a:cubicBezTo>
                  <a:cubicBezTo>
                    <a:pt x="2535" y="3262"/>
                    <a:pt x="2488" y="3273"/>
                    <a:pt x="2441" y="3284"/>
                  </a:cubicBezTo>
                  <a:cubicBezTo>
                    <a:pt x="2404" y="3293"/>
                    <a:pt x="2367" y="3297"/>
                    <a:pt x="2330" y="3298"/>
                  </a:cubicBezTo>
                  <a:lnTo>
                    <a:pt x="2329" y="3298"/>
                  </a:lnTo>
                  <a:cubicBezTo>
                    <a:pt x="2275" y="3298"/>
                    <a:pt x="2220" y="3304"/>
                    <a:pt x="2167" y="3316"/>
                  </a:cubicBezTo>
                  <a:cubicBezTo>
                    <a:pt x="2142" y="3321"/>
                    <a:pt x="2118" y="3325"/>
                    <a:pt x="2093" y="3327"/>
                  </a:cubicBezTo>
                  <a:cubicBezTo>
                    <a:pt x="2092" y="3327"/>
                    <a:pt x="2091" y="3327"/>
                    <a:pt x="2090" y="3327"/>
                  </a:cubicBezTo>
                  <a:cubicBezTo>
                    <a:pt x="2089" y="3327"/>
                    <a:pt x="2088" y="3327"/>
                    <a:pt x="2087" y="3327"/>
                  </a:cubicBezTo>
                  <a:cubicBezTo>
                    <a:pt x="2083" y="3327"/>
                    <a:pt x="2079" y="3327"/>
                    <a:pt x="2075" y="3327"/>
                  </a:cubicBezTo>
                  <a:cubicBezTo>
                    <a:pt x="2036" y="3325"/>
                    <a:pt x="1993" y="3331"/>
                    <a:pt x="1952" y="3331"/>
                  </a:cubicBezTo>
                  <a:cubicBezTo>
                    <a:pt x="1919" y="3331"/>
                    <a:pt x="1886" y="3337"/>
                    <a:pt x="1854" y="3337"/>
                  </a:cubicBezTo>
                  <a:lnTo>
                    <a:pt x="1677" y="3337"/>
                  </a:lnTo>
                  <a:cubicBezTo>
                    <a:pt x="1585" y="3337"/>
                    <a:pt x="1495" y="3334"/>
                    <a:pt x="1404" y="3334"/>
                  </a:cubicBezTo>
                  <a:cubicBezTo>
                    <a:pt x="1370" y="3334"/>
                    <a:pt x="1340" y="3326"/>
                    <a:pt x="1307" y="3324"/>
                  </a:cubicBezTo>
                  <a:cubicBezTo>
                    <a:pt x="1294" y="3324"/>
                    <a:pt x="1280" y="3322"/>
                    <a:pt x="1266" y="3321"/>
                  </a:cubicBezTo>
                  <a:cubicBezTo>
                    <a:pt x="1252" y="3319"/>
                    <a:pt x="1240" y="3317"/>
                    <a:pt x="1227" y="3316"/>
                  </a:cubicBezTo>
                  <a:lnTo>
                    <a:pt x="1209" y="3313"/>
                  </a:lnTo>
                  <a:cubicBezTo>
                    <a:pt x="1204" y="3312"/>
                    <a:pt x="1198" y="3311"/>
                    <a:pt x="1192" y="3309"/>
                  </a:cubicBezTo>
                  <a:cubicBezTo>
                    <a:pt x="1155" y="3300"/>
                    <a:pt x="1118" y="3296"/>
                    <a:pt x="1080" y="3296"/>
                  </a:cubicBezTo>
                  <a:cubicBezTo>
                    <a:pt x="1072" y="3296"/>
                    <a:pt x="1064" y="3294"/>
                    <a:pt x="1056" y="3294"/>
                  </a:cubicBezTo>
                  <a:cubicBezTo>
                    <a:pt x="961" y="3288"/>
                    <a:pt x="868" y="3270"/>
                    <a:pt x="774" y="3262"/>
                  </a:cubicBezTo>
                  <a:lnTo>
                    <a:pt x="769" y="3262"/>
                  </a:lnTo>
                  <a:cubicBezTo>
                    <a:pt x="752" y="3258"/>
                    <a:pt x="736" y="3254"/>
                    <a:pt x="721" y="3248"/>
                  </a:cubicBezTo>
                  <a:cubicBezTo>
                    <a:pt x="697" y="3241"/>
                    <a:pt x="674" y="3236"/>
                    <a:pt x="649" y="3234"/>
                  </a:cubicBezTo>
                  <a:cubicBezTo>
                    <a:pt x="632" y="3228"/>
                    <a:pt x="614" y="3221"/>
                    <a:pt x="597" y="3215"/>
                  </a:cubicBezTo>
                  <a:cubicBezTo>
                    <a:pt x="572" y="3206"/>
                    <a:pt x="545" y="3204"/>
                    <a:pt x="520" y="3195"/>
                  </a:cubicBezTo>
                  <a:cubicBezTo>
                    <a:pt x="486" y="3184"/>
                    <a:pt x="455" y="3167"/>
                    <a:pt x="421" y="3156"/>
                  </a:cubicBezTo>
                  <a:cubicBezTo>
                    <a:pt x="398" y="3148"/>
                    <a:pt x="373" y="3141"/>
                    <a:pt x="349" y="3134"/>
                  </a:cubicBezTo>
                  <a:cubicBezTo>
                    <a:pt x="330" y="3126"/>
                    <a:pt x="308" y="3120"/>
                    <a:pt x="288" y="3111"/>
                  </a:cubicBezTo>
                  <a:cubicBezTo>
                    <a:pt x="281" y="3108"/>
                    <a:pt x="274" y="3106"/>
                    <a:pt x="267" y="3106"/>
                  </a:cubicBezTo>
                  <a:cubicBezTo>
                    <a:pt x="250" y="3099"/>
                    <a:pt x="233" y="3091"/>
                    <a:pt x="217" y="3083"/>
                  </a:cubicBezTo>
                  <a:cubicBezTo>
                    <a:pt x="159" y="3052"/>
                    <a:pt x="32" y="2911"/>
                    <a:pt x="81" y="2839"/>
                  </a:cubicBezTo>
                  <a:cubicBezTo>
                    <a:pt x="81" y="2839"/>
                    <a:pt x="82" y="2840"/>
                    <a:pt x="83" y="2840"/>
                  </a:cubicBezTo>
                  <a:cubicBezTo>
                    <a:pt x="85" y="2841"/>
                    <a:pt x="86" y="2842"/>
                    <a:pt x="88" y="2842"/>
                  </a:cubicBezTo>
                  <a:cubicBezTo>
                    <a:pt x="89" y="2842"/>
                    <a:pt x="89" y="2842"/>
                    <a:pt x="89" y="2842"/>
                  </a:cubicBezTo>
                  <a:cubicBezTo>
                    <a:pt x="90" y="2852"/>
                    <a:pt x="91" y="2861"/>
                    <a:pt x="94" y="2870"/>
                  </a:cubicBezTo>
                  <a:cubicBezTo>
                    <a:pt x="99" y="2891"/>
                    <a:pt x="106" y="2912"/>
                    <a:pt x="117" y="2931"/>
                  </a:cubicBezTo>
                  <a:cubicBezTo>
                    <a:pt x="141" y="2965"/>
                    <a:pt x="171" y="2993"/>
                    <a:pt x="207" y="3015"/>
                  </a:cubicBezTo>
                  <a:cubicBezTo>
                    <a:pt x="224" y="3025"/>
                    <a:pt x="242" y="3036"/>
                    <a:pt x="259" y="3047"/>
                  </a:cubicBezTo>
                  <a:cubicBezTo>
                    <a:pt x="260" y="3048"/>
                    <a:pt x="261" y="3048"/>
                    <a:pt x="262" y="3049"/>
                  </a:cubicBezTo>
                  <a:cubicBezTo>
                    <a:pt x="262" y="3049"/>
                    <a:pt x="263" y="3050"/>
                    <a:pt x="264" y="3050"/>
                  </a:cubicBezTo>
                  <a:cubicBezTo>
                    <a:pt x="272" y="3055"/>
                    <a:pt x="279" y="3060"/>
                    <a:pt x="287" y="3065"/>
                  </a:cubicBezTo>
                  <a:cubicBezTo>
                    <a:pt x="301" y="3073"/>
                    <a:pt x="316" y="3079"/>
                    <a:pt x="332" y="3085"/>
                  </a:cubicBezTo>
                  <a:cubicBezTo>
                    <a:pt x="327" y="3082"/>
                    <a:pt x="366" y="3092"/>
                    <a:pt x="363" y="3090"/>
                  </a:cubicBezTo>
                  <a:lnTo>
                    <a:pt x="364" y="3091"/>
                  </a:lnTo>
                  <a:cubicBezTo>
                    <a:pt x="364" y="3091"/>
                    <a:pt x="365" y="3091"/>
                    <a:pt x="366" y="3091"/>
                  </a:cubicBezTo>
                  <a:lnTo>
                    <a:pt x="367" y="3091"/>
                  </a:lnTo>
                  <a:cubicBezTo>
                    <a:pt x="368" y="3091"/>
                    <a:pt x="368" y="3090"/>
                    <a:pt x="368" y="3090"/>
                  </a:cubicBezTo>
                  <a:lnTo>
                    <a:pt x="370" y="3088"/>
                  </a:lnTo>
                  <a:cubicBezTo>
                    <a:pt x="370" y="3087"/>
                    <a:pt x="371" y="3086"/>
                    <a:pt x="371" y="3085"/>
                  </a:cubicBezTo>
                  <a:cubicBezTo>
                    <a:pt x="371" y="3084"/>
                    <a:pt x="370" y="3083"/>
                    <a:pt x="370" y="3082"/>
                  </a:cubicBezTo>
                  <a:cubicBezTo>
                    <a:pt x="369" y="3081"/>
                    <a:pt x="369" y="3080"/>
                    <a:pt x="368" y="3080"/>
                  </a:cubicBezTo>
                  <a:cubicBezTo>
                    <a:pt x="365" y="3078"/>
                    <a:pt x="362" y="3076"/>
                    <a:pt x="358" y="3074"/>
                  </a:cubicBezTo>
                  <a:cubicBezTo>
                    <a:pt x="358" y="3073"/>
                    <a:pt x="357" y="3073"/>
                    <a:pt x="356" y="3073"/>
                  </a:cubicBezTo>
                  <a:cubicBezTo>
                    <a:pt x="366" y="3023"/>
                    <a:pt x="356" y="2972"/>
                    <a:pt x="364" y="2923"/>
                  </a:cubicBezTo>
                  <a:cubicBezTo>
                    <a:pt x="373" y="2861"/>
                    <a:pt x="362" y="2791"/>
                    <a:pt x="361" y="2729"/>
                  </a:cubicBezTo>
                  <a:cubicBezTo>
                    <a:pt x="361" y="2729"/>
                    <a:pt x="361" y="2728"/>
                    <a:pt x="360" y="2728"/>
                  </a:cubicBezTo>
                  <a:lnTo>
                    <a:pt x="360" y="2727"/>
                  </a:lnTo>
                  <a:cubicBezTo>
                    <a:pt x="359" y="2727"/>
                    <a:pt x="359" y="2727"/>
                    <a:pt x="358" y="2727"/>
                  </a:cubicBezTo>
                  <a:lnTo>
                    <a:pt x="357" y="2727"/>
                  </a:lnTo>
                  <a:lnTo>
                    <a:pt x="356" y="2728"/>
                  </a:lnTo>
                  <a:lnTo>
                    <a:pt x="356" y="2729"/>
                  </a:lnTo>
                  <a:cubicBezTo>
                    <a:pt x="355" y="2786"/>
                    <a:pt x="350" y="2842"/>
                    <a:pt x="347" y="2898"/>
                  </a:cubicBezTo>
                  <a:cubicBezTo>
                    <a:pt x="344" y="2954"/>
                    <a:pt x="334" y="3007"/>
                    <a:pt x="333" y="3062"/>
                  </a:cubicBezTo>
                  <a:cubicBezTo>
                    <a:pt x="321" y="3058"/>
                    <a:pt x="310" y="3053"/>
                    <a:pt x="299" y="3047"/>
                  </a:cubicBezTo>
                  <a:lnTo>
                    <a:pt x="282" y="3037"/>
                  </a:lnTo>
                  <a:cubicBezTo>
                    <a:pt x="279" y="2947"/>
                    <a:pt x="276" y="2857"/>
                    <a:pt x="275" y="2767"/>
                  </a:cubicBezTo>
                  <a:cubicBezTo>
                    <a:pt x="275" y="2763"/>
                    <a:pt x="269" y="2763"/>
                    <a:pt x="269" y="2767"/>
                  </a:cubicBezTo>
                  <a:cubicBezTo>
                    <a:pt x="269" y="2852"/>
                    <a:pt x="260" y="2936"/>
                    <a:pt x="256" y="3020"/>
                  </a:cubicBezTo>
                  <a:cubicBezTo>
                    <a:pt x="250" y="3016"/>
                    <a:pt x="243" y="3012"/>
                    <a:pt x="236" y="3008"/>
                  </a:cubicBezTo>
                  <a:cubicBezTo>
                    <a:pt x="238" y="2999"/>
                    <a:pt x="239" y="2990"/>
                    <a:pt x="239" y="2980"/>
                  </a:cubicBezTo>
                  <a:cubicBezTo>
                    <a:pt x="239" y="2973"/>
                    <a:pt x="238" y="2967"/>
                    <a:pt x="237" y="2960"/>
                  </a:cubicBezTo>
                  <a:cubicBezTo>
                    <a:pt x="236" y="2932"/>
                    <a:pt x="230" y="2903"/>
                    <a:pt x="230" y="2875"/>
                  </a:cubicBezTo>
                  <a:cubicBezTo>
                    <a:pt x="230" y="2871"/>
                    <a:pt x="225" y="2872"/>
                    <a:pt x="225" y="2875"/>
                  </a:cubicBezTo>
                  <a:cubicBezTo>
                    <a:pt x="225" y="2901"/>
                    <a:pt x="219" y="2927"/>
                    <a:pt x="219" y="2953"/>
                  </a:cubicBezTo>
                  <a:cubicBezTo>
                    <a:pt x="219" y="2954"/>
                    <a:pt x="219" y="2954"/>
                    <a:pt x="219" y="2954"/>
                  </a:cubicBezTo>
                  <a:cubicBezTo>
                    <a:pt x="219" y="2968"/>
                    <a:pt x="217" y="2982"/>
                    <a:pt x="213" y="2995"/>
                  </a:cubicBezTo>
                  <a:cubicBezTo>
                    <a:pt x="203" y="2989"/>
                    <a:pt x="194" y="2982"/>
                    <a:pt x="184" y="2974"/>
                  </a:cubicBezTo>
                  <a:cubicBezTo>
                    <a:pt x="185" y="2974"/>
                    <a:pt x="185" y="2973"/>
                    <a:pt x="185" y="2973"/>
                  </a:cubicBezTo>
                  <a:cubicBezTo>
                    <a:pt x="186" y="2973"/>
                    <a:pt x="186" y="2972"/>
                    <a:pt x="186" y="2972"/>
                  </a:cubicBezTo>
                  <a:cubicBezTo>
                    <a:pt x="195" y="2947"/>
                    <a:pt x="186" y="2921"/>
                    <a:pt x="184" y="2895"/>
                  </a:cubicBezTo>
                  <a:cubicBezTo>
                    <a:pt x="180" y="2857"/>
                    <a:pt x="179" y="2819"/>
                    <a:pt x="179" y="2781"/>
                  </a:cubicBezTo>
                  <a:cubicBezTo>
                    <a:pt x="179" y="2778"/>
                    <a:pt x="173" y="2778"/>
                    <a:pt x="173" y="2781"/>
                  </a:cubicBezTo>
                  <a:cubicBezTo>
                    <a:pt x="173" y="2840"/>
                    <a:pt x="166" y="2897"/>
                    <a:pt x="164" y="2955"/>
                  </a:cubicBezTo>
                  <a:cubicBezTo>
                    <a:pt x="149" y="2940"/>
                    <a:pt x="137" y="2924"/>
                    <a:pt x="126" y="2906"/>
                  </a:cubicBezTo>
                  <a:cubicBezTo>
                    <a:pt x="114" y="2885"/>
                    <a:pt x="106" y="2863"/>
                    <a:pt x="100" y="2840"/>
                  </a:cubicBezTo>
                  <a:cubicBezTo>
                    <a:pt x="95" y="2816"/>
                    <a:pt x="100" y="2839"/>
                    <a:pt x="100" y="2838"/>
                  </a:cubicBezTo>
                  <a:cubicBezTo>
                    <a:pt x="100" y="2837"/>
                    <a:pt x="101" y="2835"/>
                    <a:pt x="101" y="2833"/>
                  </a:cubicBezTo>
                  <a:cubicBezTo>
                    <a:pt x="109" y="2751"/>
                    <a:pt x="100" y="2667"/>
                    <a:pt x="114" y="2586"/>
                  </a:cubicBezTo>
                  <a:cubicBezTo>
                    <a:pt x="129" y="2505"/>
                    <a:pt x="138" y="2423"/>
                    <a:pt x="142" y="2341"/>
                  </a:cubicBezTo>
                  <a:cubicBezTo>
                    <a:pt x="144" y="2307"/>
                    <a:pt x="153" y="2272"/>
                    <a:pt x="153" y="2238"/>
                  </a:cubicBezTo>
                  <a:cubicBezTo>
                    <a:pt x="153" y="2192"/>
                    <a:pt x="153" y="2146"/>
                    <a:pt x="153" y="2100"/>
                  </a:cubicBezTo>
                  <a:cubicBezTo>
                    <a:pt x="153" y="2093"/>
                    <a:pt x="153" y="2086"/>
                    <a:pt x="153" y="2080"/>
                  </a:cubicBezTo>
                  <a:cubicBezTo>
                    <a:pt x="153" y="2047"/>
                    <a:pt x="151" y="2015"/>
                    <a:pt x="146" y="1983"/>
                  </a:cubicBezTo>
                  <a:cubicBezTo>
                    <a:pt x="139" y="1950"/>
                    <a:pt x="149" y="1916"/>
                    <a:pt x="150" y="1882"/>
                  </a:cubicBezTo>
                  <a:cubicBezTo>
                    <a:pt x="161" y="1897"/>
                    <a:pt x="175" y="1909"/>
                    <a:pt x="191" y="1919"/>
                  </a:cubicBezTo>
                  <a:cubicBezTo>
                    <a:pt x="186" y="1935"/>
                    <a:pt x="183" y="1951"/>
                    <a:pt x="183" y="1968"/>
                  </a:cubicBezTo>
                  <a:cubicBezTo>
                    <a:pt x="182" y="1973"/>
                    <a:pt x="182" y="1978"/>
                    <a:pt x="182" y="1982"/>
                  </a:cubicBezTo>
                  <a:cubicBezTo>
                    <a:pt x="182" y="1992"/>
                    <a:pt x="183" y="2001"/>
                    <a:pt x="184" y="2010"/>
                  </a:cubicBezTo>
                  <a:cubicBezTo>
                    <a:pt x="186" y="2023"/>
                    <a:pt x="184" y="2034"/>
                    <a:pt x="187" y="2046"/>
                  </a:cubicBezTo>
                  <a:cubicBezTo>
                    <a:pt x="187" y="2049"/>
                    <a:pt x="193" y="2050"/>
                    <a:pt x="193" y="2046"/>
                  </a:cubicBezTo>
                  <a:cubicBezTo>
                    <a:pt x="194" y="2028"/>
                    <a:pt x="203" y="2012"/>
                    <a:pt x="204" y="1994"/>
                  </a:cubicBezTo>
                  <a:cubicBezTo>
                    <a:pt x="205" y="1974"/>
                    <a:pt x="207" y="1955"/>
                    <a:pt x="212" y="1936"/>
                  </a:cubicBezTo>
                  <a:cubicBezTo>
                    <a:pt x="213" y="1938"/>
                    <a:pt x="215" y="1939"/>
                    <a:pt x="217" y="1940"/>
                  </a:cubicBezTo>
                  <a:cubicBezTo>
                    <a:pt x="220" y="1942"/>
                    <a:pt x="225" y="1944"/>
                    <a:pt x="229" y="1944"/>
                  </a:cubicBezTo>
                  <a:lnTo>
                    <a:pt x="233" y="1947"/>
                  </a:lnTo>
                  <a:cubicBezTo>
                    <a:pt x="230" y="1967"/>
                    <a:pt x="228" y="1988"/>
                    <a:pt x="228" y="2008"/>
                  </a:cubicBezTo>
                  <a:cubicBezTo>
                    <a:pt x="228" y="2019"/>
                    <a:pt x="229" y="2030"/>
                    <a:pt x="230" y="2041"/>
                  </a:cubicBezTo>
                  <a:cubicBezTo>
                    <a:pt x="230" y="2096"/>
                    <a:pt x="232" y="2150"/>
                    <a:pt x="232" y="2204"/>
                  </a:cubicBezTo>
                  <a:cubicBezTo>
                    <a:pt x="232" y="2205"/>
                    <a:pt x="233" y="2205"/>
                    <a:pt x="233" y="2205"/>
                  </a:cubicBezTo>
                  <a:cubicBezTo>
                    <a:pt x="233" y="2206"/>
                    <a:pt x="233" y="2205"/>
                    <a:pt x="234" y="2206"/>
                  </a:cubicBezTo>
                  <a:cubicBezTo>
                    <a:pt x="235" y="2207"/>
                    <a:pt x="234" y="2207"/>
                    <a:pt x="235" y="2207"/>
                  </a:cubicBezTo>
                  <a:cubicBezTo>
                    <a:pt x="235" y="2207"/>
                    <a:pt x="236" y="2207"/>
                    <a:pt x="236" y="2206"/>
                  </a:cubicBezTo>
                  <a:cubicBezTo>
                    <a:pt x="236" y="2206"/>
                    <a:pt x="237" y="2206"/>
                    <a:pt x="237" y="2205"/>
                  </a:cubicBezTo>
                  <a:lnTo>
                    <a:pt x="237" y="2204"/>
                  </a:lnTo>
                  <a:cubicBezTo>
                    <a:pt x="237" y="2122"/>
                    <a:pt x="257" y="2041"/>
                    <a:pt x="259" y="1958"/>
                  </a:cubicBezTo>
                  <a:lnTo>
                    <a:pt x="261" y="1958"/>
                  </a:lnTo>
                  <a:cubicBezTo>
                    <a:pt x="263" y="1958"/>
                    <a:pt x="265" y="1958"/>
                    <a:pt x="267" y="1957"/>
                  </a:cubicBezTo>
                  <a:lnTo>
                    <a:pt x="281" y="1962"/>
                  </a:lnTo>
                  <a:cubicBezTo>
                    <a:pt x="275" y="1985"/>
                    <a:pt x="271" y="2008"/>
                    <a:pt x="271" y="2032"/>
                  </a:cubicBezTo>
                  <a:cubicBezTo>
                    <a:pt x="271" y="2038"/>
                    <a:pt x="272" y="2045"/>
                    <a:pt x="272" y="2051"/>
                  </a:cubicBezTo>
                  <a:cubicBezTo>
                    <a:pt x="272" y="2094"/>
                    <a:pt x="277" y="2146"/>
                    <a:pt x="268" y="2187"/>
                  </a:cubicBezTo>
                  <a:cubicBezTo>
                    <a:pt x="267" y="2199"/>
                    <a:pt x="266" y="2209"/>
                    <a:pt x="266" y="2221"/>
                  </a:cubicBezTo>
                  <a:cubicBezTo>
                    <a:pt x="266" y="2232"/>
                    <a:pt x="267" y="2244"/>
                    <a:pt x="268" y="2255"/>
                  </a:cubicBezTo>
                  <a:cubicBezTo>
                    <a:pt x="266" y="2275"/>
                    <a:pt x="265" y="2295"/>
                    <a:pt x="265" y="2315"/>
                  </a:cubicBezTo>
                  <a:cubicBezTo>
                    <a:pt x="265" y="2322"/>
                    <a:pt x="265" y="2329"/>
                    <a:pt x="266" y="2337"/>
                  </a:cubicBezTo>
                  <a:cubicBezTo>
                    <a:pt x="268" y="2384"/>
                    <a:pt x="261" y="2432"/>
                    <a:pt x="262" y="2480"/>
                  </a:cubicBezTo>
                  <a:cubicBezTo>
                    <a:pt x="262" y="2483"/>
                    <a:pt x="265" y="2483"/>
                    <a:pt x="265" y="2480"/>
                  </a:cubicBezTo>
                  <a:cubicBezTo>
                    <a:pt x="266" y="2432"/>
                    <a:pt x="277" y="2385"/>
                    <a:pt x="282" y="2337"/>
                  </a:cubicBezTo>
                  <a:cubicBezTo>
                    <a:pt x="286" y="2288"/>
                    <a:pt x="284" y="2226"/>
                    <a:pt x="297" y="2179"/>
                  </a:cubicBezTo>
                  <a:cubicBezTo>
                    <a:pt x="301" y="2155"/>
                    <a:pt x="303" y="2131"/>
                    <a:pt x="303" y="2106"/>
                  </a:cubicBezTo>
                  <a:cubicBezTo>
                    <a:pt x="303" y="2094"/>
                    <a:pt x="302" y="2081"/>
                    <a:pt x="301" y="2068"/>
                  </a:cubicBezTo>
                  <a:cubicBezTo>
                    <a:pt x="301" y="2034"/>
                    <a:pt x="311" y="2001"/>
                    <a:pt x="302" y="1969"/>
                  </a:cubicBezTo>
                  <a:cubicBezTo>
                    <a:pt x="311" y="1972"/>
                    <a:pt x="319" y="1975"/>
                    <a:pt x="328" y="1977"/>
                  </a:cubicBezTo>
                  <a:cubicBezTo>
                    <a:pt x="327" y="1978"/>
                    <a:pt x="327" y="1980"/>
                    <a:pt x="327" y="1982"/>
                  </a:cubicBezTo>
                  <a:cubicBezTo>
                    <a:pt x="325" y="2015"/>
                    <a:pt x="325" y="2049"/>
                    <a:pt x="325" y="2083"/>
                  </a:cubicBezTo>
                  <a:cubicBezTo>
                    <a:pt x="325" y="2169"/>
                    <a:pt x="329" y="2255"/>
                    <a:pt x="337" y="2340"/>
                  </a:cubicBezTo>
                  <a:cubicBezTo>
                    <a:pt x="337" y="2343"/>
                    <a:pt x="342" y="2343"/>
                    <a:pt x="342" y="2340"/>
                  </a:cubicBezTo>
                  <a:cubicBezTo>
                    <a:pt x="350" y="2253"/>
                    <a:pt x="354" y="2166"/>
                    <a:pt x="354" y="2079"/>
                  </a:cubicBezTo>
                  <a:cubicBezTo>
                    <a:pt x="354" y="2047"/>
                    <a:pt x="353" y="2015"/>
                    <a:pt x="352" y="1982"/>
                  </a:cubicBezTo>
                  <a:lnTo>
                    <a:pt x="363" y="1984"/>
                  </a:lnTo>
                  <a:lnTo>
                    <a:pt x="383" y="1989"/>
                  </a:lnTo>
                  <a:cubicBezTo>
                    <a:pt x="384" y="1999"/>
                    <a:pt x="384" y="2009"/>
                    <a:pt x="384" y="2019"/>
                  </a:cubicBezTo>
                  <a:cubicBezTo>
                    <a:pt x="384" y="2024"/>
                    <a:pt x="384" y="2029"/>
                    <a:pt x="384" y="2034"/>
                  </a:cubicBezTo>
                  <a:cubicBezTo>
                    <a:pt x="384" y="2058"/>
                    <a:pt x="391" y="2082"/>
                    <a:pt x="392" y="2106"/>
                  </a:cubicBezTo>
                  <a:cubicBezTo>
                    <a:pt x="392" y="2109"/>
                    <a:pt x="397" y="2109"/>
                    <a:pt x="397" y="2106"/>
                  </a:cubicBezTo>
                  <a:cubicBezTo>
                    <a:pt x="398" y="2079"/>
                    <a:pt x="404" y="2052"/>
                    <a:pt x="405" y="2026"/>
                  </a:cubicBezTo>
                  <a:cubicBezTo>
                    <a:pt x="405" y="2015"/>
                    <a:pt x="407" y="2006"/>
                    <a:pt x="407" y="1995"/>
                  </a:cubicBezTo>
                  <a:cubicBezTo>
                    <a:pt x="420" y="1998"/>
                    <a:pt x="432" y="2001"/>
                    <a:pt x="445" y="2003"/>
                  </a:cubicBezTo>
                  <a:cubicBezTo>
                    <a:pt x="443" y="2016"/>
                    <a:pt x="442" y="2030"/>
                    <a:pt x="442" y="2043"/>
                  </a:cubicBezTo>
                  <a:cubicBezTo>
                    <a:pt x="442" y="2046"/>
                    <a:pt x="442" y="2049"/>
                    <a:pt x="442" y="2052"/>
                  </a:cubicBezTo>
                  <a:cubicBezTo>
                    <a:pt x="439" y="2089"/>
                    <a:pt x="451" y="2131"/>
                    <a:pt x="442" y="2166"/>
                  </a:cubicBezTo>
                  <a:cubicBezTo>
                    <a:pt x="432" y="2212"/>
                    <a:pt x="445" y="2264"/>
                    <a:pt x="437" y="2311"/>
                  </a:cubicBezTo>
                  <a:cubicBezTo>
                    <a:pt x="437" y="2312"/>
                    <a:pt x="437" y="2312"/>
                    <a:pt x="437" y="2313"/>
                  </a:cubicBezTo>
                  <a:cubicBezTo>
                    <a:pt x="437" y="2313"/>
                    <a:pt x="438" y="2313"/>
                    <a:pt x="438" y="2314"/>
                  </a:cubicBezTo>
                  <a:lnTo>
                    <a:pt x="439" y="2314"/>
                  </a:lnTo>
                  <a:lnTo>
                    <a:pt x="440" y="2314"/>
                  </a:lnTo>
                  <a:cubicBezTo>
                    <a:pt x="441" y="2313"/>
                    <a:pt x="441" y="2313"/>
                    <a:pt x="441" y="2313"/>
                  </a:cubicBezTo>
                  <a:lnTo>
                    <a:pt x="441" y="2312"/>
                  </a:lnTo>
                  <a:cubicBezTo>
                    <a:pt x="455" y="2266"/>
                    <a:pt x="450" y="2218"/>
                    <a:pt x="459" y="2171"/>
                  </a:cubicBezTo>
                  <a:cubicBezTo>
                    <a:pt x="462" y="2150"/>
                    <a:pt x="464" y="2129"/>
                    <a:pt x="464" y="2108"/>
                  </a:cubicBezTo>
                  <a:cubicBezTo>
                    <a:pt x="464" y="2107"/>
                    <a:pt x="464" y="2105"/>
                    <a:pt x="464" y="2103"/>
                  </a:cubicBezTo>
                  <a:cubicBezTo>
                    <a:pt x="464" y="2081"/>
                    <a:pt x="461" y="2028"/>
                    <a:pt x="471" y="2005"/>
                  </a:cubicBezTo>
                  <a:cubicBezTo>
                    <a:pt x="476" y="2005"/>
                    <a:pt x="482" y="2005"/>
                    <a:pt x="487" y="2005"/>
                  </a:cubicBezTo>
                  <a:cubicBezTo>
                    <a:pt x="492" y="2005"/>
                    <a:pt x="499" y="2005"/>
                    <a:pt x="504" y="2005"/>
                  </a:cubicBezTo>
                  <a:cubicBezTo>
                    <a:pt x="504" y="2082"/>
                    <a:pt x="490" y="2159"/>
                    <a:pt x="491" y="2236"/>
                  </a:cubicBezTo>
                  <a:cubicBezTo>
                    <a:pt x="492" y="2313"/>
                    <a:pt x="497" y="2402"/>
                    <a:pt x="484" y="2479"/>
                  </a:cubicBezTo>
                  <a:lnTo>
                    <a:pt x="484" y="2480"/>
                  </a:lnTo>
                  <a:lnTo>
                    <a:pt x="485" y="2481"/>
                  </a:lnTo>
                  <a:cubicBezTo>
                    <a:pt x="486" y="2482"/>
                    <a:pt x="485" y="2481"/>
                    <a:pt x="486" y="2482"/>
                  </a:cubicBezTo>
                  <a:cubicBezTo>
                    <a:pt x="487" y="2483"/>
                    <a:pt x="487" y="2483"/>
                    <a:pt x="487" y="2483"/>
                  </a:cubicBezTo>
                  <a:cubicBezTo>
                    <a:pt x="488" y="2483"/>
                    <a:pt x="489" y="2483"/>
                    <a:pt x="489" y="2482"/>
                  </a:cubicBezTo>
                  <a:cubicBezTo>
                    <a:pt x="489" y="2482"/>
                    <a:pt x="490" y="2482"/>
                    <a:pt x="490" y="2481"/>
                  </a:cubicBezTo>
                  <a:cubicBezTo>
                    <a:pt x="497" y="2458"/>
                    <a:pt x="500" y="2434"/>
                    <a:pt x="500" y="2411"/>
                  </a:cubicBezTo>
                  <a:cubicBezTo>
                    <a:pt x="500" y="2407"/>
                    <a:pt x="500" y="2403"/>
                    <a:pt x="499" y="2399"/>
                  </a:cubicBezTo>
                  <a:cubicBezTo>
                    <a:pt x="499" y="2363"/>
                    <a:pt x="505" y="2328"/>
                    <a:pt x="506" y="2292"/>
                  </a:cubicBezTo>
                  <a:cubicBezTo>
                    <a:pt x="510" y="2196"/>
                    <a:pt x="532" y="2102"/>
                    <a:pt x="532" y="2007"/>
                  </a:cubicBezTo>
                  <a:lnTo>
                    <a:pt x="552" y="2009"/>
                  </a:lnTo>
                  <a:cubicBezTo>
                    <a:pt x="551" y="2019"/>
                    <a:pt x="550" y="2030"/>
                    <a:pt x="550" y="2040"/>
                  </a:cubicBezTo>
                  <a:cubicBezTo>
                    <a:pt x="550" y="2050"/>
                    <a:pt x="551" y="2060"/>
                    <a:pt x="552" y="2071"/>
                  </a:cubicBezTo>
                  <a:cubicBezTo>
                    <a:pt x="554" y="2111"/>
                    <a:pt x="549" y="2167"/>
                    <a:pt x="564" y="2205"/>
                  </a:cubicBezTo>
                  <a:cubicBezTo>
                    <a:pt x="566" y="2208"/>
                    <a:pt x="572" y="2207"/>
                    <a:pt x="570" y="2203"/>
                  </a:cubicBezTo>
                  <a:cubicBezTo>
                    <a:pt x="562" y="2173"/>
                    <a:pt x="570" y="2128"/>
                    <a:pt x="573" y="2098"/>
                  </a:cubicBezTo>
                  <a:cubicBezTo>
                    <a:pt x="573" y="2095"/>
                    <a:pt x="573" y="2093"/>
                    <a:pt x="573" y="2091"/>
                  </a:cubicBezTo>
                  <a:cubicBezTo>
                    <a:pt x="573" y="2071"/>
                    <a:pt x="575" y="2052"/>
                    <a:pt x="577" y="2032"/>
                  </a:cubicBezTo>
                  <a:cubicBezTo>
                    <a:pt x="577" y="2029"/>
                    <a:pt x="577" y="2019"/>
                    <a:pt x="579" y="2011"/>
                  </a:cubicBezTo>
                  <a:cubicBezTo>
                    <a:pt x="606" y="2014"/>
                    <a:pt x="634" y="2018"/>
                    <a:pt x="661" y="2021"/>
                  </a:cubicBezTo>
                  <a:cubicBezTo>
                    <a:pt x="698" y="2024"/>
                    <a:pt x="736" y="2021"/>
                    <a:pt x="773" y="2026"/>
                  </a:cubicBezTo>
                  <a:cubicBezTo>
                    <a:pt x="820" y="2033"/>
                    <a:pt x="867" y="2037"/>
                    <a:pt x="915" y="2043"/>
                  </a:cubicBezTo>
                  <a:cubicBezTo>
                    <a:pt x="912" y="2056"/>
                    <a:pt x="911" y="2068"/>
                    <a:pt x="911" y="2080"/>
                  </a:cubicBezTo>
                  <a:cubicBezTo>
                    <a:pt x="911" y="2084"/>
                    <a:pt x="911" y="2087"/>
                    <a:pt x="912" y="2091"/>
                  </a:cubicBezTo>
                  <a:cubicBezTo>
                    <a:pt x="911" y="2130"/>
                    <a:pt x="902" y="2167"/>
                    <a:pt x="904" y="2206"/>
                  </a:cubicBezTo>
                  <a:cubicBezTo>
                    <a:pt x="904" y="2210"/>
                    <a:pt x="904" y="2213"/>
                    <a:pt x="904" y="2216"/>
                  </a:cubicBezTo>
                  <a:cubicBezTo>
                    <a:pt x="904" y="2254"/>
                    <a:pt x="901" y="2291"/>
                    <a:pt x="894" y="2328"/>
                  </a:cubicBezTo>
                  <a:cubicBezTo>
                    <a:pt x="891" y="2351"/>
                    <a:pt x="890" y="2374"/>
                    <a:pt x="890" y="2397"/>
                  </a:cubicBezTo>
                  <a:cubicBezTo>
                    <a:pt x="890" y="2420"/>
                    <a:pt x="891" y="2443"/>
                    <a:pt x="894" y="2465"/>
                  </a:cubicBezTo>
                  <a:cubicBezTo>
                    <a:pt x="894" y="2466"/>
                    <a:pt x="894" y="2467"/>
                    <a:pt x="894" y="2467"/>
                  </a:cubicBezTo>
                  <a:cubicBezTo>
                    <a:pt x="894" y="2468"/>
                    <a:pt x="895" y="2468"/>
                    <a:pt x="895" y="2468"/>
                  </a:cubicBezTo>
                  <a:cubicBezTo>
                    <a:pt x="896" y="2469"/>
                    <a:pt x="897" y="2469"/>
                    <a:pt x="897" y="2469"/>
                  </a:cubicBezTo>
                  <a:cubicBezTo>
                    <a:pt x="898" y="2469"/>
                    <a:pt x="898" y="2469"/>
                    <a:pt x="899" y="2468"/>
                  </a:cubicBezTo>
                  <a:lnTo>
                    <a:pt x="900" y="2467"/>
                  </a:lnTo>
                  <a:cubicBezTo>
                    <a:pt x="901" y="2466"/>
                    <a:pt x="901" y="2466"/>
                    <a:pt x="901" y="2465"/>
                  </a:cubicBezTo>
                  <a:cubicBezTo>
                    <a:pt x="904" y="2420"/>
                    <a:pt x="906" y="2374"/>
                    <a:pt x="912" y="2329"/>
                  </a:cubicBezTo>
                  <a:cubicBezTo>
                    <a:pt x="917" y="2306"/>
                    <a:pt x="921" y="2282"/>
                    <a:pt x="922" y="2257"/>
                  </a:cubicBezTo>
                  <a:cubicBezTo>
                    <a:pt x="923" y="2217"/>
                    <a:pt x="927" y="2177"/>
                    <a:pt x="932" y="2136"/>
                  </a:cubicBezTo>
                  <a:cubicBezTo>
                    <a:pt x="932" y="2126"/>
                    <a:pt x="937" y="2116"/>
                    <a:pt x="938" y="2105"/>
                  </a:cubicBezTo>
                  <a:cubicBezTo>
                    <a:pt x="938" y="2103"/>
                    <a:pt x="938" y="2101"/>
                    <a:pt x="938" y="2099"/>
                  </a:cubicBezTo>
                  <a:cubicBezTo>
                    <a:pt x="938" y="2082"/>
                    <a:pt x="940" y="2065"/>
                    <a:pt x="943" y="2048"/>
                  </a:cubicBezTo>
                  <a:cubicBezTo>
                    <a:pt x="950" y="2049"/>
                    <a:pt x="958" y="2050"/>
                    <a:pt x="966" y="2052"/>
                  </a:cubicBezTo>
                  <a:cubicBezTo>
                    <a:pt x="950" y="2129"/>
                    <a:pt x="959" y="2212"/>
                    <a:pt x="962" y="2290"/>
                  </a:cubicBezTo>
                  <a:cubicBezTo>
                    <a:pt x="962" y="2295"/>
                    <a:pt x="970" y="2294"/>
                    <a:pt x="970" y="2290"/>
                  </a:cubicBezTo>
                  <a:cubicBezTo>
                    <a:pt x="974" y="2213"/>
                    <a:pt x="973" y="2132"/>
                    <a:pt x="990" y="2056"/>
                  </a:cubicBezTo>
                  <a:lnTo>
                    <a:pt x="1005" y="2059"/>
                  </a:lnTo>
                  <a:cubicBezTo>
                    <a:pt x="1004" y="2076"/>
                    <a:pt x="1003" y="2094"/>
                    <a:pt x="1003" y="2111"/>
                  </a:cubicBezTo>
                  <a:cubicBezTo>
                    <a:pt x="1003" y="2128"/>
                    <a:pt x="1004" y="2146"/>
                    <a:pt x="1005" y="2163"/>
                  </a:cubicBezTo>
                  <a:cubicBezTo>
                    <a:pt x="1005" y="2169"/>
                    <a:pt x="1016" y="2169"/>
                    <a:pt x="1017" y="2163"/>
                  </a:cubicBezTo>
                  <a:cubicBezTo>
                    <a:pt x="1018" y="2135"/>
                    <a:pt x="1022" y="2108"/>
                    <a:pt x="1028" y="2081"/>
                  </a:cubicBezTo>
                  <a:cubicBezTo>
                    <a:pt x="1030" y="2075"/>
                    <a:pt x="1031" y="2069"/>
                    <a:pt x="1031" y="2063"/>
                  </a:cubicBezTo>
                  <a:cubicBezTo>
                    <a:pt x="1071" y="2068"/>
                    <a:pt x="1110" y="2071"/>
                    <a:pt x="1150" y="2071"/>
                  </a:cubicBezTo>
                  <a:cubicBezTo>
                    <a:pt x="1154" y="2071"/>
                    <a:pt x="1158" y="2071"/>
                    <a:pt x="1161" y="2071"/>
                  </a:cubicBezTo>
                  <a:lnTo>
                    <a:pt x="1201" y="2071"/>
                  </a:lnTo>
                  <a:cubicBezTo>
                    <a:pt x="1182" y="2151"/>
                    <a:pt x="1195" y="2244"/>
                    <a:pt x="1196" y="2326"/>
                  </a:cubicBezTo>
                  <a:cubicBezTo>
                    <a:pt x="1196" y="2372"/>
                    <a:pt x="1200" y="2418"/>
                    <a:pt x="1202" y="2464"/>
                  </a:cubicBezTo>
                  <a:cubicBezTo>
                    <a:pt x="1203" y="2498"/>
                    <a:pt x="1215" y="2546"/>
                    <a:pt x="1205" y="2580"/>
                  </a:cubicBezTo>
                  <a:cubicBezTo>
                    <a:pt x="1205" y="2582"/>
                    <a:pt x="1208" y="2584"/>
                    <a:pt x="1209" y="2581"/>
                  </a:cubicBezTo>
                  <a:cubicBezTo>
                    <a:pt x="1221" y="2552"/>
                    <a:pt x="1217" y="2513"/>
                    <a:pt x="1218" y="2483"/>
                  </a:cubicBezTo>
                  <a:cubicBezTo>
                    <a:pt x="1221" y="2438"/>
                    <a:pt x="1222" y="2393"/>
                    <a:pt x="1224" y="2348"/>
                  </a:cubicBezTo>
                  <a:cubicBezTo>
                    <a:pt x="1227" y="2261"/>
                    <a:pt x="1214" y="2164"/>
                    <a:pt x="1234" y="2078"/>
                  </a:cubicBezTo>
                  <a:cubicBezTo>
                    <a:pt x="1234" y="2077"/>
                    <a:pt x="1234" y="2076"/>
                    <a:pt x="1234" y="2075"/>
                  </a:cubicBezTo>
                  <a:cubicBezTo>
                    <a:pt x="1234" y="2074"/>
                    <a:pt x="1234" y="2073"/>
                    <a:pt x="1234" y="2072"/>
                  </a:cubicBezTo>
                  <a:lnTo>
                    <a:pt x="1237" y="2072"/>
                  </a:lnTo>
                  <a:cubicBezTo>
                    <a:pt x="1237" y="2169"/>
                    <a:pt x="1242" y="2267"/>
                    <a:pt x="1250" y="2364"/>
                  </a:cubicBezTo>
                  <a:cubicBezTo>
                    <a:pt x="1250" y="2366"/>
                    <a:pt x="1254" y="2366"/>
                    <a:pt x="1254" y="2364"/>
                  </a:cubicBezTo>
                  <a:cubicBezTo>
                    <a:pt x="1262" y="2268"/>
                    <a:pt x="1267" y="2170"/>
                    <a:pt x="1268" y="2073"/>
                  </a:cubicBezTo>
                  <a:lnTo>
                    <a:pt x="1275" y="2073"/>
                  </a:lnTo>
                  <a:cubicBezTo>
                    <a:pt x="1275" y="2166"/>
                    <a:pt x="1278" y="2258"/>
                    <a:pt x="1286" y="2350"/>
                  </a:cubicBezTo>
                  <a:cubicBezTo>
                    <a:pt x="1286" y="2351"/>
                    <a:pt x="1285" y="2351"/>
                    <a:pt x="1286" y="2352"/>
                  </a:cubicBezTo>
                  <a:cubicBezTo>
                    <a:pt x="1287" y="2353"/>
                    <a:pt x="1287" y="2352"/>
                    <a:pt x="1288" y="2353"/>
                  </a:cubicBezTo>
                  <a:cubicBezTo>
                    <a:pt x="1289" y="2353"/>
                    <a:pt x="1290" y="2354"/>
                    <a:pt x="1291" y="2354"/>
                  </a:cubicBezTo>
                  <a:cubicBezTo>
                    <a:pt x="1291" y="2354"/>
                    <a:pt x="1292" y="2353"/>
                    <a:pt x="1293" y="2353"/>
                  </a:cubicBezTo>
                  <a:cubicBezTo>
                    <a:pt x="1294" y="2352"/>
                    <a:pt x="1294" y="2353"/>
                    <a:pt x="1295" y="2352"/>
                  </a:cubicBezTo>
                  <a:cubicBezTo>
                    <a:pt x="1296" y="2351"/>
                    <a:pt x="1295" y="2351"/>
                    <a:pt x="1295" y="2350"/>
                  </a:cubicBezTo>
                  <a:cubicBezTo>
                    <a:pt x="1302" y="2259"/>
                    <a:pt x="1299" y="2165"/>
                    <a:pt x="1299" y="2073"/>
                  </a:cubicBezTo>
                  <a:lnTo>
                    <a:pt x="1336" y="2073"/>
                  </a:lnTo>
                  <a:cubicBezTo>
                    <a:pt x="1336" y="2155"/>
                    <a:pt x="1335" y="2239"/>
                    <a:pt x="1351" y="2320"/>
                  </a:cubicBezTo>
                  <a:cubicBezTo>
                    <a:pt x="1352" y="2326"/>
                    <a:pt x="1361" y="2324"/>
                    <a:pt x="1361" y="2318"/>
                  </a:cubicBezTo>
                  <a:cubicBezTo>
                    <a:pt x="1357" y="2237"/>
                    <a:pt x="1361" y="2155"/>
                    <a:pt x="1361" y="2074"/>
                  </a:cubicBezTo>
                  <a:lnTo>
                    <a:pt x="1378" y="2074"/>
                  </a:lnTo>
                  <a:cubicBezTo>
                    <a:pt x="1377" y="2078"/>
                    <a:pt x="1377" y="2082"/>
                    <a:pt x="1377" y="2086"/>
                  </a:cubicBezTo>
                  <a:cubicBezTo>
                    <a:pt x="1377" y="2090"/>
                    <a:pt x="1377" y="2094"/>
                    <a:pt x="1378" y="2098"/>
                  </a:cubicBezTo>
                  <a:cubicBezTo>
                    <a:pt x="1380" y="2124"/>
                    <a:pt x="1377" y="2151"/>
                    <a:pt x="1378" y="2177"/>
                  </a:cubicBezTo>
                  <a:cubicBezTo>
                    <a:pt x="1378" y="2184"/>
                    <a:pt x="1388" y="2183"/>
                    <a:pt x="1389" y="2177"/>
                  </a:cubicBezTo>
                  <a:cubicBezTo>
                    <a:pt x="1392" y="2160"/>
                    <a:pt x="1395" y="2140"/>
                    <a:pt x="1400" y="2124"/>
                  </a:cubicBezTo>
                  <a:cubicBezTo>
                    <a:pt x="1402" y="2113"/>
                    <a:pt x="1404" y="2102"/>
                    <a:pt x="1404" y="2090"/>
                  </a:cubicBezTo>
                  <a:cubicBezTo>
                    <a:pt x="1404" y="2088"/>
                    <a:pt x="1404" y="2087"/>
                    <a:pt x="1403" y="2085"/>
                  </a:cubicBezTo>
                  <a:cubicBezTo>
                    <a:pt x="1404" y="2081"/>
                    <a:pt x="1404" y="2078"/>
                    <a:pt x="1405" y="2075"/>
                  </a:cubicBezTo>
                  <a:lnTo>
                    <a:pt x="1447" y="2075"/>
                  </a:lnTo>
                  <a:cubicBezTo>
                    <a:pt x="1446" y="2091"/>
                    <a:pt x="1445" y="2107"/>
                    <a:pt x="1445" y="2124"/>
                  </a:cubicBezTo>
                  <a:cubicBezTo>
                    <a:pt x="1445" y="2140"/>
                    <a:pt x="1446" y="2156"/>
                    <a:pt x="1447" y="2172"/>
                  </a:cubicBezTo>
                  <a:cubicBezTo>
                    <a:pt x="1452" y="2240"/>
                    <a:pt x="1440" y="2309"/>
                    <a:pt x="1447" y="2376"/>
                  </a:cubicBezTo>
                  <a:cubicBezTo>
                    <a:pt x="1447" y="2377"/>
                    <a:pt x="1447" y="2377"/>
                    <a:pt x="1448" y="2378"/>
                  </a:cubicBezTo>
                  <a:cubicBezTo>
                    <a:pt x="1449" y="2379"/>
                    <a:pt x="1449" y="2379"/>
                    <a:pt x="1450" y="2380"/>
                  </a:cubicBezTo>
                  <a:cubicBezTo>
                    <a:pt x="1451" y="2381"/>
                    <a:pt x="1451" y="2381"/>
                    <a:pt x="1452" y="2381"/>
                  </a:cubicBezTo>
                  <a:cubicBezTo>
                    <a:pt x="1453" y="2381"/>
                    <a:pt x="1454" y="2381"/>
                    <a:pt x="1455" y="2380"/>
                  </a:cubicBezTo>
                  <a:cubicBezTo>
                    <a:pt x="1455" y="2380"/>
                    <a:pt x="1455" y="2379"/>
                    <a:pt x="1456" y="2378"/>
                  </a:cubicBezTo>
                  <a:cubicBezTo>
                    <a:pt x="1457" y="2377"/>
                    <a:pt x="1457" y="2377"/>
                    <a:pt x="1457" y="2376"/>
                  </a:cubicBezTo>
                  <a:cubicBezTo>
                    <a:pt x="1459" y="2327"/>
                    <a:pt x="1468" y="2280"/>
                    <a:pt x="1469" y="2231"/>
                  </a:cubicBezTo>
                  <a:cubicBezTo>
                    <a:pt x="1469" y="2181"/>
                    <a:pt x="1471" y="2127"/>
                    <a:pt x="1476" y="2075"/>
                  </a:cubicBezTo>
                  <a:lnTo>
                    <a:pt x="1506" y="2075"/>
                  </a:lnTo>
                  <a:lnTo>
                    <a:pt x="1519" y="2075"/>
                  </a:lnTo>
                  <a:cubicBezTo>
                    <a:pt x="1519" y="2082"/>
                    <a:pt x="1519" y="2089"/>
                    <a:pt x="1519" y="2096"/>
                  </a:cubicBezTo>
                  <a:cubicBezTo>
                    <a:pt x="1519" y="2130"/>
                    <a:pt x="1520" y="2165"/>
                    <a:pt x="1523" y="2199"/>
                  </a:cubicBezTo>
                  <a:cubicBezTo>
                    <a:pt x="1523" y="2200"/>
                    <a:pt x="1524" y="2201"/>
                    <a:pt x="1524" y="2201"/>
                  </a:cubicBezTo>
                  <a:cubicBezTo>
                    <a:pt x="1524" y="2202"/>
                    <a:pt x="1525" y="2203"/>
                    <a:pt x="1526" y="2203"/>
                  </a:cubicBezTo>
                  <a:cubicBezTo>
                    <a:pt x="1526" y="2203"/>
                    <a:pt x="1527" y="2204"/>
                    <a:pt x="1528" y="2204"/>
                  </a:cubicBezTo>
                  <a:cubicBezTo>
                    <a:pt x="1529" y="2204"/>
                    <a:pt x="1530" y="2203"/>
                    <a:pt x="1530" y="2203"/>
                  </a:cubicBezTo>
                  <a:cubicBezTo>
                    <a:pt x="1531" y="2203"/>
                    <a:pt x="1531" y="2202"/>
                    <a:pt x="1532" y="2201"/>
                  </a:cubicBezTo>
                  <a:cubicBezTo>
                    <a:pt x="1533" y="2200"/>
                    <a:pt x="1533" y="2200"/>
                    <a:pt x="1533" y="2199"/>
                  </a:cubicBezTo>
                  <a:cubicBezTo>
                    <a:pt x="1534" y="2173"/>
                    <a:pt x="1537" y="2146"/>
                    <a:pt x="1537" y="2120"/>
                  </a:cubicBezTo>
                  <a:cubicBezTo>
                    <a:pt x="1537" y="2116"/>
                    <a:pt x="1537" y="2112"/>
                    <a:pt x="1537" y="2108"/>
                  </a:cubicBezTo>
                  <a:cubicBezTo>
                    <a:pt x="1537" y="2104"/>
                    <a:pt x="1537" y="2100"/>
                    <a:pt x="1537" y="2096"/>
                  </a:cubicBezTo>
                  <a:lnTo>
                    <a:pt x="1541" y="2080"/>
                  </a:lnTo>
                  <a:cubicBezTo>
                    <a:pt x="1541" y="2079"/>
                    <a:pt x="1541" y="2079"/>
                    <a:pt x="1541" y="2078"/>
                  </a:cubicBezTo>
                  <a:cubicBezTo>
                    <a:pt x="1541" y="2077"/>
                    <a:pt x="1541" y="2077"/>
                    <a:pt x="1541" y="2076"/>
                  </a:cubicBezTo>
                  <a:lnTo>
                    <a:pt x="1571" y="2076"/>
                  </a:lnTo>
                  <a:cubicBezTo>
                    <a:pt x="1568" y="2095"/>
                    <a:pt x="1567" y="2113"/>
                    <a:pt x="1567" y="2132"/>
                  </a:cubicBezTo>
                  <a:cubicBezTo>
                    <a:pt x="1567" y="2139"/>
                    <a:pt x="1567" y="2146"/>
                    <a:pt x="1567" y="2153"/>
                  </a:cubicBezTo>
                  <a:cubicBezTo>
                    <a:pt x="1567" y="2201"/>
                    <a:pt x="1567" y="2250"/>
                    <a:pt x="1569" y="2298"/>
                  </a:cubicBezTo>
                  <a:cubicBezTo>
                    <a:pt x="1569" y="2306"/>
                    <a:pt x="1580" y="2307"/>
                    <a:pt x="1581" y="2299"/>
                  </a:cubicBezTo>
                  <a:cubicBezTo>
                    <a:pt x="1582" y="2262"/>
                    <a:pt x="1588" y="2225"/>
                    <a:pt x="1589" y="2188"/>
                  </a:cubicBezTo>
                  <a:cubicBezTo>
                    <a:pt x="1588" y="2180"/>
                    <a:pt x="1588" y="2172"/>
                    <a:pt x="1588" y="2164"/>
                  </a:cubicBezTo>
                  <a:cubicBezTo>
                    <a:pt x="1588" y="2135"/>
                    <a:pt x="1590" y="2105"/>
                    <a:pt x="1595" y="2076"/>
                  </a:cubicBezTo>
                  <a:lnTo>
                    <a:pt x="1599" y="2076"/>
                  </a:lnTo>
                  <a:lnTo>
                    <a:pt x="1619" y="2076"/>
                  </a:lnTo>
                  <a:cubicBezTo>
                    <a:pt x="1615" y="2098"/>
                    <a:pt x="1613" y="2121"/>
                    <a:pt x="1613" y="2143"/>
                  </a:cubicBezTo>
                  <a:cubicBezTo>
                    <a:pt x="1613" y="2154"/>
                    <a:pt x="1614" y="2164"/>
                    <a:pt x="1615" y="2175"/>
                  </a:cubicBezTo>
                  <a:cubicBezTo>
                    <a:pt x="1615" y="2240"/>
                    <a:pt x="1615" y="2304"/>
                    <a:pt x="1620" y="2369"/>
                  </a:cubicBezTo>
                  <a:cubicBezTo>
                    <a:pt x="1620" y="2370"/>
                    <a:pt x="1620" y="2371"/>
                    <a:pt x="1621" y="2372"/>
                  </a:cubicBezTo>
                  <a:cubicBezTo>
                    <a:pt x="1622" y="2373"/>
                    <a:pt x="1623" y="2374"/>
                    <a:pt x="1624" y="2375"/>
                  </a:cubicBezTo>
                  <a:cubicBezTo>
                    <a:pt x="1625" y="2375"/>
                    <a:pt x="1626" y="2376"/>
                    <a:pt x="1627" y="2376"/>
                  </a:cubicBezTo>
                  <a:cubicBezTo>
                    <a:pt x="1628" y="2376"/>
                    <a:pt x="1628" y="2375"/>
                    <a:pt x="1630" y="2375"/>
                  </a:cubicBezTo>
                  <a:cubicBezTo>
                    <a:pt x="1631" y="2374"/>
                    <a:pt x="1632" y="2373"/>
                    <a:pt x="1633" y="2372"/>
                  </a:cubicBezTo>
                  <a:cubicBezTo>
                    <a:pt x="1634" y="2371"/>
                    <a:pt x="1634" y="2370"/>
                    <a:pt x="1634" y="2369"/>
                  </a:cubicBezTo>
                  <a:cubicBezTo>
                    <a:pt x="1638" y="2317"/>
                    <a:pt x="1639" y="2265"/>
                    <a:pt x="1639" y="2213"/>
                  </a:cubicBezTo>
                  <a:cubicBezTo>
                    <a:pt x="1639" y="2169"/>
                    <a:pt x="1634" y="2119"/>
                    <a:pt x="1645" y="2076"/>
                  </a:cubicBezTo>
                  <a:lnTo>
                    <a:pt x="1669" y="2076"/>
                  </a:lnTo>
                  <a:cubicBezTo>
                    <a:pt x="1668" y="2093"/>
                    <a:pt x="1671" y="2112"/>
                    <a:pt x="1672" y="2129"/>
                  </a:cubicBezTo>
                  <a:cubicBezTo>
                    <a:pt x="1672" y="2153"/>
                    <a:pt x="1675" y="2175"/>
                    <a:pt x="1674" y="2199"/>
                  </a:cubicBezTo>
                  <a:cubicBezTo>
                    <a:pt x="1674" y="2200"/>
                    <a:pt x="1673" y="2201"/>
                    <a:pt x="1674" y="2202"/>
                  </a:cubicBezTo>
                  <a:cubicBezTo>
                    <a:pt x="1675" y="2203"/>
                    <a:pt x="1675" y="2203"/>
                    <a:pt x="1676" y="2204"/>
                  </a:cubicBezTo>
                  <a:cubicBezTo>
                    <a:pt x="1677" y="2205"/>
                    <a:pt x="1678" y="2204"/>
                    <a:pt x="1679" y="2204"/>
                  </a:cubicBezTo>
                  <a:cubicBezTo>
                    <a:pt x="1680" y="2204"/>
                    <a:pt x="1681" y="2204"/>
                    <a:pt x="1682" y="2204"/>
                  </a:cubicBezTo>
                  <a:cubicBezTo>
                    <a:pt x="1683" y="2203"/>
                    <a:pt x="1683" y="2203"/>
                    <a:pt x="1684" y="2202"/>
                  </a:cubicBezTo>
                  <a:cubicBezTo>
                    <a:pt x="1685" y="2201"/>
                    <a:pt x="1684" y="2201"/>
                    <a:pt x="1684" y="2200"/>
                  </a:cubicBezTo>
                  <a:cubicBezTo>
                    <a:pt x="1696" y="2159"/>
                    <a:pt x="1690" y="2117"/>
                    <a:pt x="1693" y="2075"/>
                  </a:cubicBezTo>
                  <a:lnTo>
                    <a:pt x="1733" y="2073"/>
                  </a:lnTo>
                  <a:cubicBezTo>
                    <a:pt x="1731" y="2081"/>
                    <a:pt x="1730" y="2089"/>
                    <a:pt x="1730" y="2097"/>
                  </a:cubicBezTo>
                  <a:cubicBezTo>
                    <a:pt x="1730" y="2097"/>
                    <a:pt x="1730" y="2098"/>
                    <a:pt x="1730" y="2099"/>
                  </a:cubicBezTo>
                  <a:cubicBezTo>
                    <a:pt x="1730" y="2101"/>
                    <a:pt x="1730" y="2102"/>
                    <a:pt x="1731" y="2103"/>
                  </a:cubicBezTo>
                  <a:cubicBezTo>
                    <a:pt x="1732" y="2104"/>
                    <a:pt x="1733" y="2105"/>
                    <a:pt x="1734" y="2106"/>
                  </a:cubicBezTo>
                  <a:cubicBezTo>
                    <a:pt x="1735" y="2106"/>
                    <a:pt x="1735" y="2107"/>
                    <a:pt x="1737" y="2107"/>
                  </a:cubicBezTo>
                  <a:cubicBezTo>
                    <a:pt x="1738" y="2107"/>
                    <a:pt x="1740" y="2106"/>
                    <a:pt x="1741" y="2106"/>
                  </a:cubicBezTo>
                  <a:cubicBezTo>
                    <a:pt x="1742" y="2105"/>
                    <a:pt x="1743" y="2104"/>
                    <a:pt x="1744" y="2103"/>
                  </a:cubicBezTo>
                  <a:cubicBezTo>
                    <a:pt x="1744" y="2102"/>
                    <a:pt x="1745" y="2101"/>
                    <a:pt x="1745" y="2099"/>
                  </a:cubicBezTo>
                  <a:cubicBezTo>
                    <a:pt x="1746" y="2090"/>
                    <a:pt x="1749" y="2081"/>
                    <a:pt x="1754" y="2072"/>
                  </a:cubicBezTo>
                  <a:cubicBezTo>
                    <a:pt x="1787" y="2072"/>
                    <a:pt x="1820" y="2072"/>
                    <a:pt x="1852" y="2071"/>
                  </a:cubicBezTo>
                  <a:cubicBezTo>
                    <a:pt x="1835" y="2097"/>
                    <a:pt x="1844" y="2136"/>
                    <a:pt x="1845" y="2166"/>
                  </a:cubicBezTo>
                  <a:cubicBezTo>
                    <a:pt x="1844" y="2174"/>
                    <a:pt x="1844" y="2181"/>
                    <a:pt x="1844" y="2188"/>
                  </a:cubicBezTo>
                  <a:cubicBezTo>
                    <a:pt x="1844" y="2204"/>
                    <a:pt x="1845" y="2219"/>
                    <a:pt x="1847" y="2235"/>
                  </a:cubicBezTo>
                  <a:cubicBezTo>
                    <a:pt x="1853" y="2258"/>
                    <a:pt x="1858" y="2282"/>
                    <a:pt x="1861" y="2306"/>
                  </a:cubicBezTo>
                  <a:cubicBezTo>
                    <a:pt x="1861" y="2307"/>
                    <a:pt x="1861" y="2308"/>
                    <a:pt x="1862" y="2309"/>
                  </a:cubicBezTo>
                  <a:cubicBezTo>
                    <a:pt x="1862" y="2310"/>
                    <a:pt x="1862" y="2311"/>
                    <a:pt x="1864" y="2312"/>
                  </a:cubicBezTo>
                  <a:cubicBezTo>
                    <a:pt x="1866" y="2312"/>
                    <a:pt x="1867" y="2313"/>
                    <a:pt x="1868" y="2313"/>
                  </a:cubicBezTo>
                  <a:cubicBezTo>
                    <a:pt x="1869" y="2313"/>
                    <a:pt x="1871" y="2312"/>
                    <a:pt x="1872" y="2312"/>
                  </a:cubicBezTo>
                  <a:cubicBezTo>
                    <a:pt x="1873" y="2311"/>
                    <a:pt x="1873" y="2310"/>
                    <a:pt x="1874" y="2309"/>
                  </a:cubicBezTo>
                  <a:cubicBezTo>
                    <a:pt x="1874" y="2308"/>
                    <a:pt x="1875" y="2307"/>
                    <a:pt x="1875" y="2306"/>
                  </a:cubicBezTo>
                  <a:cubicBezTo>
                    <a:pt x="1876" y="2298"/>
                    <a:pt x="1877" y="2290"/>
                    <a:pt x="1877" y="2282"/>
                  </a:cubicBezTo>
                  <a:cubicBezTo>
                    <a:pt x="1877" y="2265"/>
                    <a:pt x="1875" y="2248"/>
                    <a:pt x="1870" y="2231"/>
                  </a:cubicBezTo>
                  <a:cubicBezTo>
                    <a:pt x="1869" y="2217"/>
                    <a:pt x="1868" y="2203"/>
                    <a:pt x="1868" y="2189"/>
                  </a:cubicBezTo>
                  <a:cubicBezTo>
                    <a:pt x="1868" y="2175"/>
                    <a:pt x="1869" y="2161"/>
                    <a:pt x="1870" y="2147"/>
                  </a:cubicBezTo>
                  <a:cubicBezTo>
                    <a:pt x="1870" y="2139"/>
                    <a:pt x="1869" y="2131"/>
                    <a:pt x="1869" y="2123"/>
                  </a:cubicBezTo>
                  <a:cubicBezTo>
                    <a:pt x="1869" y="2107"/>
                    <a:pt x="1871" y="2091"/>
                    <a:pt x="1874" y="2075"/>
                  </a:cubicBezTo>
                  <a:cubicBezTo>
                    <a:pt x="1874" y="2074"/>
                    <a:pt x="1875" y="2073"/>
                    <a:pt x="1875" y="2072"/>
                  </a:cubicBezTo>
                  <a:cubicBezTo>
                    <a:pt x="1875" y="2071"/>
                    <a:pt x="1874" y="2070"/>
                    <a:pt x="1874" y="2069"/>
                  </a:cubicBezTo>
                  <a:lnTo>
                    <a:pt x="1887" y="2069"/>
                  </a:lnTo>
                  <a:cubicBezTo>
                    <a:pt x="1887" y="2094"/>
                    <a:pt x="1890" y="2119"/>
                    <a:pt x="1894" y="2144"/>
                  </a:cubicBezTo>
                  <a:cubicBezTo>
                    <a:pt x="1895" y="2145"/>
                    <a:pt x="1895" y="2145"/>
                    <a:pt x="1895" y="2145"/>
                  </a:cubicBezTo>
                  <a:cubicBezTo>
                    <a:pt x="1895" y="2146"/>
                    <a:pt x="1896" y="2147"/>
                    <a:pt x="1896" y="2147"/>
                  </a:cubicBezTo>
                  <a:cubicBezTo>
                    <a:pt x="1897" y="2147"/>
                    <a:pt x="1898" y="2147"/>
                    <a:pt x="1899" y="2147"/>
                  </a:cubicBezTo>
                  <a:cubicBezTo>
                    <a:pt x="1899" y="2147"/>
                    <a:pt x="1900" y="2147"/>
                    <a:pt x="1901" y="2147"/>
                  </a:cubicBezTo>
                  <a:cubicBezTo>
                    <a:pt x="1901" y="2147"/>
                    <a:pt x="1901" y="2146"/>
                    <a:pt x="1902" y="2145"/>
                  </a:cubicBezTo>
                  <a:cubicBezTo>
                    <a:pt x="1903" y="2144"/>
                    <a:pt x="1903" y="2145"/>
                    <a:pt x="1903" y="2144"/>
                  </a:cubicBezTo>
                  <a:cubicBezTo>
                    <a:pt x="1908" y="2119"/>
                    <a:pt x="1910" y="2094"/>
                    <a:pt x="1911" y="2068"/>
                  </a:cubicBezTo>
                  <a:lnTo>
                    <a:pt x="1928" y="2068"/>
                  </a:lnTo>
                  <a:cubicBezTo>
                    <a:pt x="1928" y="2071"/>
                    <a:pt x="1928" y="2073"/>
                    <a:pt x="1928" y="2076"/>
                  </a:cubicBezTo>
                  <a:cubicBezTo>
                    <a:pt x="1928" y="2153"/>
                    <a:pt x="1934" y="2231"/>
                    <a:pt x="1945" y="2307"/>
                  </a:cubicBezTo>
                  <a:cubicBezTo>
                    <a:pt x="1946" y="2314"/>
                    <a:pt x="1957" y="2313"/>
                    <a:pt x="1957" y="2307"/>
                  </a:cubicBezTo>
                  <a:cubicBezTo>
                    <a:pt x="1954" y="2227"/>
                    <a:pt x="1950" y="2149"/>
                    <a:pt x="1952" y="2069"/>
                  </a:cubicBezTo>
                  <a:lnTo>
                    <a:pt x="1986" y="2069"/>
                  </a:lnTo>
                  <a:lnTo>
                    <a:pt x="1995" y="2069"/>
                  </a:lnTo>
                  <a:cubicBezTo>
                    <a:pt x="1997" y="2111"/>
                    <a:pt x="2001" y="2154"/>
                    <a:pt x="2002" y="2197"/>
                  </a:cubicBezTo>
                  <a:cubicBezTo>
                    <a:pt x="2002" y="2259"/>
                    <a:pt x="2016" y="2322"/>
                    <a:pt x="2019" y="2385"/>
                  </a:cubicBezTo>
                  <a:cubicBezTo>
                    <a:pt x="2019" y="2389"/>
                    <a:pt x="2027" y="2389"/>
                    <a:pt x="2027" y="2385"/>
                  </a:cubicBezTo>
                  <a:cubicBezTo>
                    <a:pt x="2035" y="2279"/>
                    <a:pt x="2022" y="2174"/>
                    <a:pt x="2019" y="2068"/>
                  </a:cubicBezTo>
                  <a:lnTo>
                    <a:pt x="2067" y="2066"/>
                  </a:lnTo>
                  <a:cubicBezTo>
                    <a:pt x="2065" y="2081"/>
                    <a:pt x="2064" y="2096"/>
                    <a:pt x="2064" y="2111"/>
                  </a:cubicBezTo>
                  <a:cubicBezTo>
                    <a:pt x="2064" y="2112"/>
                    <a:pt x="2064" y="2114"/>
                    <a:pt x="2064" y="2115"/>
                  </a:cubicBezTo>
                  <a:cubicBezTo>
                    <a:pt x="2064" y="2131"/>
                    <a:pt x="2067" y="2148"/>
                    <a:pt x="2068" y="2164"/>
                  </a:cubicBezTo>
                  <a:cubicBezTo>
                    <a:pt x="2068" y="2172"/>
                    <a:pt x="2081" y="2172"/>
                    <a:pt x="2082" y="2164"/>
                  </a:cubicBezTo>
                  <a:cubicBezTo>
                    <a:pt x="2083" y="2145"/>
                    <a:pt x="2085" y="2125"/>
                    <a:pt x="2086" y="2105"/>
                  </a:cubicBezTo>
                  <a:cubicBezTo>
                    <a:pt x="2087" y="2092"/>
                    <a:pt x="2089" y="2079"/>
                    <a:pt x="2091" y="2066"/>
                  </a:cubicBezTo>
                  <a:lnTo>
                    <a:pt x="2117" y="2065"/>
                  </a:lnTo>
                  <a:cubicBezTo>
                    <a:pt x="2117" y="2171"/>
                    <a:pt x="2124" y="2275"/>
                    <a:pt x="2131" y="2381"/>
                  </a:cubicBezTo>
                  <a:cubicBezTo>
                    <a:pt x="2131" y="2382"/>
                    <a:pt x="2131" y="2383"/>
                    <a:pt x="2132" y="2384"/>
                  </a:cubicBezTo>
                  <a:cubicBezTo>
                    <a:pt x="2132" y="2385"/>
                    <a:pt x="2133" y="2385"/>
                    <a:pt x="2134" y="2386"/>
                  </a:cubicBezTo>
                  <a:cubicBezTo>
                    <a:pt x="2135" y="2386"/>
                    <a:pt x="2136" y="2387"/>
                    <a:pt x="2137" y="2387"/>
                  </a:cubicBezTo>
                  <a:cubicBezTo>
                    <a:pt x="2138" y="2387"/>
                    <a:pt x="2139" y="2386"/>
                    <a:pt x="2140" y="2386"/>
                  </a:cubicBezTo>
                  <a:cubicBezTo>
                    <a:pt x="2141" y="2385"/>
                    <a:pt x="2141" y="2385"/>
                    <a:pt x="2142" y="2384"/>
                  </a:cubicBezTo>
                  <a:cubicBezTo>
                    <a:pt x="2142" y="2383"/>
                    <a:pt x="2143" y="2382"/>
                    <a:pt x="2143" y="2381"/>
                  </a:cubicBezTo>
                  <a:cubicBezTo>
                    <a:pt x="2150" y="2275"/>
                    <a:pt x="2144" y="2169"/>
                    <a:pt x="2143" y="2063"/>
                  </a:cubicBezTo>
                  <a:lnTo>
                    <a:pt x="2177" y="2060"/>
                  </a:lnTo>
                  <a:cubicBezTo>
                    <a:pt x="2176" y="2070"/>
                    <a:pt x="2176" y="2080"/>
                    <a:pt x="2176" y="2090"/>
                  </a:cubicBezTo>
                  <a:cubicBezTo>
                    <a:pt x="2176" y="2099"/>
                    <a:pt x="2176" y="2109"/>
                    <a:pt x="2177" y="2119"/>
                  </a:cubicBezTo>
                  <a:cubicBezTo>
                    <a:pt x="2177" y="2155"/>
                    <a:pt x="2179" y="2191"/>
                    <a:pt x="2181" y="2227"/>
                  </a:cubicBezTo>
                  <a:cubicBezTo>
                    <a:pt x="2181" y="2235"/>
                    <a:pt x="2195" y="2235"/>
                    <a:pt x="2195" y="2227"/>
                  </a:cubicBezTo>
                  <a:cubicBezTo>
                    <a:pt x="2197" y="2200"/>
                    <a:pt x="2199" y="2173"/>
                    <a:pt x="2200" y="2145"/>
                  </a:cubicBezTo>
                  <a:cubicBezTo>
                    <a:pt x="2200" y="2121"/>
                    <a:pt x="2194" y="2085"/>
                    <a:pt x="2202" y="2059"/>
                  </a:cubicBezTo>
                  <a:lnTo>
                    <a:pt x="2242" y="2055"/>
                  </a:lnTo>
                  <a:cubicBezTo>
                    <a:pt x="2244" y="2152"/>
                    <a:pt x="2248" y="2248"/>
                    <a:pt x="2254" y="2345"/>
                  </a:cubicBezTo>
                  <a:cubicBezTo>
                    <a:pt x="2254" y="2346"/>
                    <a:pt x="2254" y="2347"/>
                    <a:pt x="2255" y="2348"/>
                  </a:cubicBezTo>
                  <a:cubicBezTo>
                    <a:pt x="2255" y="2349"/>
                    <a:pt x="2256" y="2350"/>
                    <a:pt x="2257" y="2351"/>
                  </a:cubicBezTo>
                  <a:cubicBezTo>
                    <a:pt x="2258" y="2351"/>
                    <a:pt x="2260" y="2352"/>
                    <a:pt x="2261" y="2352"/>
                  </a:cubicBezTo>
                  <a:cubicBezTo>
                    <a:pt x="2262" y="2352"/>
                    <a:pt x="2263" y="2351"/>
                    <a:pt x="2264" y="2351"/>
                  </a:cubicBezTo>
                  <a:cubicBezTo>
                    <a:pt x="2265" y="2350"/>
                    <a:pt x="2266" y="2349"/>
                    <a:pt x="2267" y="2348"/>
                  </a:cubicBezTo>
                  <a:cubicBezTo>
                    <a:pt x="2267" y="2347"/>
                    <a:pt x="2268" y="2346"/>
                    <a:pt x="2268" y="2345"/>
                  </a:cubicBezTo>
                  <a:cubicBezTo>
                    <a:pt x="2273" y="2247"/>
                    <a:pt x="2272" y="2150"/>
                    <a:pt x="2273" y="2052"/>
                  </a:cubicBezTo>
                  <a:lnTo>
                    <a:pt x="2295" y="2049"/>
                  </a:lnTo>
                  <a:cubicBezTo>
                    <a:pt x="2293" y="2061"/>
                    <a:pt x="2292" y="2074"/>
                    <a:pt x="2292" y="2086"/>
                  </a:cubicBezTo>
                  <a:cubicBezTo>
                    <a:pt x="2292" y="2101"/>
                    <a:pt x="2294" y="2116"/>
                    <a:pt x="2297" y="2131"/>
                  </a:cubicBezTo>
                  <a:cubicBezTo>
                    <a:pt x="2302" y="2166"/>
                    <a:pt x="2304" y="2203"/>
                    <a:pt x="2308" y="2239"/>
                  </a:cubicBezTo>
                  <a:cubicBezTo>
                    <a:pt x="2319" y="2336"/>
                    <a:pt x="2323" y="2433"/>
                    <a:pt x="2330" y="2530"/>
                  </a:cubicBezTo>
                  <a:cubicBezTo>
                    <a:pt x="2330" y="2531"/>
                    <a:pt x="2330" y="2531"/>
                    <a:pt x="2331" y="2532"/>
                  </a:cubicBezTo>
                  <a:cubicBezTo>
                    <a:pt x="2331" y="2532"/>
                    <a:pt x="2331" y="2531"/>
                    <a:pt x="2332" y="2532"/>
                  </a:cubicBezTo>
                  <a:cubicBezTo>
                    <a:pt x="2333" y="2533"/>
                    <a:pt x="2332" y="2533"/>
                    <a:pt x="2333" y="2533"/>
                  </a:cubicBezTo>
                  <a:lnTo>
                    <a:pt x="2334" y="2532"/>
                  </a:lnTo>
                  <a:cubicBezTo>
                    <a:pt x="2335" y="2531"/>
                    <a:pt x="2335" y="2532"/>
                    <a:pt x="2335" y="2532"/>
                  </a:cubicBezTo>
                  <a:cubicBezTo>
                    <a:pt x="2335" y="2531"/>
                    <a:pt x="2335" y="2531"/>
                    <a:pt x="2335" y="2530"/>
                  </a:cubicBezTo>
                  <a:cubicBezTo>
                    <a:pt x="2340" y="2476"/>
                    <a:pt x="2342" y="2421"/>
                    <a:pt x="2342" y="2366"/>
                  </a:cubicBezTo>
                  <a:cubicBezTo>
                    <a:pt x="2342" y="2327"/>
                    <a:pt x="2341" y="2289"/>
                    <a:pt x="2339" y="2250"/>
                  </a:cubicBezTo>
                  <a:cubicBezTo>
                    <a:pt x="2338" y="2217"/>
                    <a:pt x="2334" y="2183"/>
                    <a:pt x="2329" y="2151"/>
                  </a:cubicBezTo>
                  <a:cubicBezTo>
                    <a:pt x="2321" y="2116"/>
                    <a:pt x="2331" y="2079"/>
                    <a:pt x="2321" y="2045"/>
                  </a:cubicBezTo>
                  <a:cubicBezTo>
                    <a:pt x="2335" y="2043"/>
                    <a:pt x="2349" y="2041"/>
                    <a:pt x="2363" y="2039"/>
                  </a:cubicBezTo>
                  <a:cubicBezTo>
                    <a:pt x="2366" y="2072"/>
                    <a:pt x="2369" y="2106"/>
                    <a:pt x="2375" y="2139"/>
                  </a:cubicBezTo>
                  <a:cubicBezTo>
                    <a:pt x="2380" y="2172"/>
                    <a:pt x="2378" y="2207"/>
                    <a:pt x="2385" y="2241"/>
                  </a:cubicBezTo>
                  <a:cubicBezTo>
                    <a:pt x="2385" y="2242"/>
                    <a:pt x="2386" y="2242"/>
                    <a:pt x="2386" y="2242"/>
                  </a:cubicBezTo>
                  <a:cubicBezTo>
                    <a:pt x="2386" y="2243"/>
                    <a:pt x="2386" y="2243"/>
                    <a:pt x="2387" y="2244"/>
                  </a:cubicBezTo>
                  <a:cubicBezTo>
                    <a:pt x="2388" y="2245"/>
                    <a:pt x="2388" y="2244"/>
                    <a:pt x="2389" y="2244"/>
                  </a:cubicBezTo>
                  <a:cubicBezTo>
                    <a:pt x="2389" y="2244"/>
                    <a:pt x="2390" y="2245"/>
                    <a:pt x="2391" y="2244"/>
                  </a:cubicBezTo>
                  <a:cubicBezTo>
                    <a:pt x="2392" y="2243"/>
                    <a:pt x="2392" y="2243"/>
                    <a:pt x="2392" y="2242"/>
                  </a:cubicBezTo>
                  <a:lnTo>
                    <a:pt x="2392" y="2241"/>
                  </a:lnTo>
                  <a:cubicBezTo>
                    <a:pt x="2394" y="2173"/>
                    <a:pt x="2389" y="2104"/>
                    <a:pt x="2388" y="2035"/>
                  </a:cubicBezTo>
                  <a:lnTo>
                    <a:pt x="2402" y="2032"/>
                  </a:lnTo>
                  <a:lnTo>
                    <a:pt x="2414" y="2030"/>
                  </a:lnTo>
                  <a:cubicBezTo>
                    <a:pt x="2414" y="2034"/>
                    <a:pt x="2414" y="2038"/>
                    <a:pt x="2414" y="2041"/>
                  </a:cubicBezTo>
                  <a:cubicBezTo>
                    <a:pt x="2414" y="2042"/>
                    <a:pt x="2414" y="2043"/>
                    <a:pt x="2414" y="2045"/>
                  </a:cubicBezTo>
                  <a:cubicBezTo>
                    <a:pt x="2414" y="2062"/>
                    <a:pt x="2416" y="2079"/>
                    <a:pt x="2419" y="2097"/>
                  </a:cubicBezTo>
                  <a:lnTo>
                    <a:pt x="2420" y="2098"/>
                  </a:lnTo>
                  <a:cubicBezTo>
                    <a:pt x="2420" y="2099"/>
                    <a:pt x="2421" y="2099"/>
                    <a:pt x="2422" y="2100"/>
                  </a:cubicBezTo>
                  <a:cubicBezTo>
                    <a:pt x="2422" y="2100"/>
                    <a:pt x="2423" y="2100"/>
                    <a:pt x="2424" y="2100"/>
                  </a:cubicBezTo>
                  <a:cubicBezTo>
                    <a:pt x="2425" y="2100"/>
                    <a:pt x="2426" y="2101"/>
                    <a:pt x="2427" y="2100"/>
                  </a:cubicBezTo>
                  <a:cubicBezTo>
                    <a:pt x="2428" y="2099"/>
                    <a:pt x="2427" y="2099"/>
                    <a:pt x="2428" y="2098"/>
                  </a:cubicBezTo>
                  <a:cubicBezTo>
                    <a:pt x="2429" y="2097"/>
                    <a:pt x="2429" y="2097"/>
                    <a:pt x="2429" y="2097"/>
                  </a:cubicBezTo>
                  <a:cubicBezTo>
                    <a:pt x="2431" y="2082"/>
                    <a:pt x="2433" y="2068"/>
                    <a:pt x="2434" y="2053"/>
                  </a:cubicBezTo>
                  <a:cubicBezTo>
                    <a:pt x="2434" y="2044"/>
                    <a:pt x="2435" y="2035"/>
                    <a:pt x="2436" y="2026"/>
                  </a:cubicBezTo>
                  <a:lnTo>
                    <a:pt x="2465" y="2022"/>
                  </a:lnTo>
                  <a:cubicBezTo>
                    <a:pt x="2465" y="2050"/>
                    <a:pt x="2465" y="2077"/>
                    <a:pt x="2465" y="2105"/>
                  </a:cubicBezTo>
                  <a:cubicBezTo>
                    <a:pt x="2465" y="2133"/>
                    <a:pt x="2471" y="2164"/>
                    <a:pt x="2472" y="2194"/>
                  </a:cubicBezTo>
                  <a:cubicBezTo>
                    <a:pt x="2472" y="2201"/>
                    <a:pt x="2485" y="2202"/>
                    <a:pt x="2485" y="2194"/>
                  </a:cubicBezTo>
                  <a:cubicBezTo>
                    <a:pt x="2487" y="2160"/>
                    <a:pt x="2489" y="2127"/>
                    <a:pt x="2489" y="2093"/>
                  </a:cubicBezTo>
                  <a:cubicBezTo>
                    <a:pt x="2489" y="2068"/>
                    <a:pt x="2488" y="2043"/>
                    <a:pt x="2487" y="2018"/>
                  </a:cubicBezTo>
                  <a:lnTo>
                    <a:pt x="2505" y="2016"/>
                  </a:lnTo>
                  <a:cubicBezTo>
                    <a:pt x="2505" y="2019"/>
                    <a:pt x="2505" y="2023"/>
                    <a:pt x="2505" y="2026"/>
                  </a:cubicBezTo>
                  <a:cubicBezTo>
                    <a:pt x="2505" y="2044"/>
                    <a:pt x="2513" y="2061"/>
                    <a:pt x="2515" y="2080"/>
                  </a:cubicBezTo>
                  <a:cubicBezTo>
                    <a:pt x="2515" y="2085"/>
                    <a:pt x="2525" y="2086"/>
                    <a:pt x="2525" y="2080"/>
                  </a:cubicBezTo>
                  <a:cubicBezTo>
                    <a:pt x="2526" y="2072"/>
                    <a:pt x="2526" y="2064"/>
                    <a:pt x="2526" y="2056"/>
                  </a:cubicBezTo>
                  <a:cubicBezTo>
                    <a:pt x="2526" y="2047"/>
                    <a:pt x="2526" y="2039"/>
                    <a:pt x="2525" y="2031"/>
                  </a:cubicBezTo>
                  <a:cubicBezTo>
                    <a:pt x="2525" y="2028"/>
                    <a:pt x="2525" y="2025"/>
                    <a:pt x="2525" y="2022"/>
                  </a:cubicBezTo>
                  <a:cubicBezTo>
                    <a:pt x="2525" y="2019"/>
                    <a:pt x="2525" y="2016"/>
                    <a:pt x="2525" y="2013"/>
                  </a:cubicBezTo>
                  <a:lnTo>
                    <a:pt x="2554" y="2009"/>
                  </a:lnTo>
                  <a:cubicBezTo>
                    <a:pt x="2555" y="2029"/>
                    <a:pt x="2556" y="2048"/>
                    <a:pt x="2558" y="2068"/>
                  </a:cubicBezTo>
                  <a:cubicBezTo>
                    <a:pt x="2558" y="2069"/>
                    <a:pt x="2557" y="2069"/>
                    <a:pt x="2558" y="2070"/>
                  </a:cubicBezTo>
                  <a:cubicBezTo>
                    <a:pt x="2558" y="2071"/>
                    <a:pt x="2560" y="2071"/>
                    <a:pt x="2561" y="2072"/>
                  </a:cubicBezTo>
                  <a:cubicBezTo>
                    <a:pt x="2562" y="2072"/>
                    <a:pt x="2563" y="2073"/>
                    <a:pt x="2564" y="2073"/>
                  </a:cubicBezTo>
                  <a:cubicBezTo>
                    <a:pt x="2565" y="2073"/>
                    <a:pt x="2566" y="2072"/>
                    <a:pt x="2567" y="2072"/>
                  </a:cubicBezTo>
                  <a:cubicBezTo>
                    <a:pt x="2568" y="2071"/>
                    <a:pt x="2569" y="2071"/>
                    <a:pt x="2570" y="2070"/>
                  </a:cubicBezTo>
                  <a:cubicBezTo>
                    <a:pt x="2570" y="2069"/>
                    <a:pt x="2570" y="2069"/>
                    <a:pt x="2570" y="2068"/>
                  </a:cubicBezTo>
                  <a:cubicBezTo>
                    <a:pt x="2572" y="2047"/>
                    <a:pt x="2573" y="2026"/>
                    <a:pt x="2574" y="2005"/>
                  </a:cubicBezTo>
                  <a:cubicBezTo>
                    <a:pt x="2581" y="2004"/>
                    <a:pt x="2589" y="2003"/>
                    <a:pt x="2596" y="2002"/>
                  </a:cubicBezTo>
                  <a:lnTo>
                    <a:pt x="2601" y="2001"/>
                  </a:lnTo>
                  <a:cubicBezTo>
                    <a:pt x="2601" y="2033"/>
                    <a:pt x="2607" y="2066"/>
                    <a:pt x="2609" y="2099"/>
                  </a:cubicBezTo>
                  <a:cubicBezTo>
                    <a:pt x="2610" y="2119"/>
                    <a:pt x="2613" y="2155"/>
                    <a:pt x="2625" y="2171"/>
                  </a:cubicBezTo>
                  <a:cubicBezTo>
                    <a:pt x="2626" y="2171"/>
                    <a:pt x="2626" y="2171"/>
                    <a:pt x="2627" y="2172"/>
                  </a:cubicBezTo>
                  <a:cubicBezTo>
                    <a:pt x="2628" y="2172"/>
                    <a:pt x="2629" y="2173"/>
                    <a:pt x="2629" y="2173"/>
                  </a:cubicBezTo>
                  <a:cubicBezTo>
                    <a:pt x="2630" y="2173"/>
                    <a:pt x="2631" y="2172"/>
                    <a:pt x="2632" y="2172"/>
                  </a:cubicBezTo>
                  <a:cubicBezTo>
                    <a:pt x="2633" y="2171"/>
                    <a:pt x="2633" y="2172"/>
                    <a:pt x="2634" y="2171"/>
                  </a:cubicBezTo>
                  <a:cubicBezTo>
                    <a:pt x="2635" y="2170"/>
                    <a:pt x="2634" y="2169"/>
                    <a:pt x="2634" y="2168"/>
                  </a:cubicBezTo>
                  <a:cubicBezTo>
                    <a:pt x="2634" y="2167"/>
                    <a:pt x="2634" y="2166"/>
                    <a:pt x="2634" y="2166"/>
                  </a:cubicBezTo>
                  <a:cubicBezTo>
                    <a:pt x="2626" y="2152"/>
                    <a:pt x="2628" y="2114"/>
                    <a:pt x="2628" y="2098"/>
                  </a:cubicBezTo>
                  <a:cubicBezTo>
                    <a:pt x="2628" y="2064"/>
                    <a:pt x="2624" y="2030"/>
                    <a:pt x="2624" y="1996"/>
                  </a:cubicBezTo>
                  <a:lnTo>
                    <a:pt x="2645" y="1990"/>
                  </a:lnTo>
                  <a:cubicBezTo>
                    <a:pt x="2646" y="2015"/>
                    <a:pt x="2649" y="2040"/>
                    <a:pt x="2651" y="2064"/>
                  </a:cubicBezTo>
                  <a:cubicBezTo>
                    <a:pt x="2651" y="2066"/>
                    <a:pt x="2651" y="2067"/>
                    <a:pt x="2652" y="2068"/>
                  </a:cubicBezTo>
                  <a:cubicBezTo>
                    <a:pt x="2652" y="2068"/>
                    <a:pt x="2653" y="2069"/>
                    <a:pt x="2654" y="2070"/>
                  </a:cubicBezTo>
                  <a:cubicBezTo>
                    <a:pt x="2655" y="2070"/>
                    <a:pt x="2656" y="2071"/>
                    <a:pt x="2657" y="2071"/>
                  </a:cubicBezTo>
                  <a:cubicBezTo>
                    <a:pt x="2658" y="2071"/>
                    <a:pt x="2659" y="2070"/>
                    <a:pt x="2660" y="2070"/>
                  </a:cubicBezTo>
                  <a:cubicBezTo>
                    <a:pt x="2661" y="2069"/>
                    <a:pt x="2662" y="2068"/>
                    <a:pt x="2662" y="2068"/>
                  </a:cubicBezTo>
                  <a:cubicBezTo>
                    <a:pt x="2663" y="2067"/>
                    <a:pt x="2663" y="2066"/>
                    <a:pt x="2663" y="2064"/>
                  </a:cubicBezTo>
                  <a:cubicBezTo>
                    <a:pt x="2665" y="2038"/>
                    <a:pt x="2668" y="2011"/>
                    <a:pt x="2668" y="1984"/>
                  </a:cubicBezTo>
                  <a:lnTo>
                    <a:pt x="2690" y="1977"/>
                  </a:lnTo>
                  <a:cubicBezTo>
                    <a:pt x="2690" y="2013"/>
                    <a:pt x="2693" y="2049"/>
                    <a:pt x="2695" y="2085"/>
                  </a:cubicBezTo>
                  <a:cubicBezTo>
                    <a:pt x="2695" y="2086"/>
                    <a:pt x="2695" y="2087"/>
                    <a:pt x="2696" y="2088"/>
                  </a:cubicBezTo>
                  <a:cubicBezTo>
                    <a:pt x="2696" y="2089"/>
                    <a:pt x="2698" y="2089"/>
                    <a:pt x="2699" y="2090"/>
                  </a:cubicBezTo>
                  <a:cubicBezTo>
                    <a:pt x="2700" y="2091"/>
                    <a:pt x="2701" y="2091"/>
                    <a:pt x="2702" y="2091"/>
                  </a:cubicBezTo>
                  <a:cubicBezTo>
                    <a:pt x="2703" y="2091"/>
                    <a:pt x="2704" y="2090"/>
                    <a:pt x="2705" y="2090"/>
                  </a:cubicBezTo>
                  <a:cubicBezTo>
                    <a:pt x="2706" y="2089"/>
                    <a:pt x="2706" y="2089"/>
                    <a:pt x="2707" y="2088"/>
                  </a:cubicBezTo>
                  <a:cubicBezTo>
                    <a:pt x="2708" y="2087"/>
                    <a:pt x="2708" y="2086"/>
                    <a:pt x="2708" y="2085"/>
                  </a:cubicBezTo>
                  <a:cubicBezTo>
                    <a:pt x="2711" y="2047"/>
                    <a:pt x="2714" y="2008"/>
                    <a:pt x="2714" y="1969"/>
                  </a:cubicBezTo>
                  <a:lnTo>
                    <a:pt x="2735" y="1963"/>
                  </a:lnTo>
                  <a:lnTo>
                    <a:pt x="2741" y="1961"/>
                  </a:lnTo>
                  <a:cubicBezTo>
                    <a:pt x="2741" y="1963"/>
                    <a:pt x="2741" y="1965"/>
                    <a:pt x="2741" y="1968"/>
                  </a:cubicBezTo>
                  <a:cubicBezTo>
                    <a:pt x="2741" y="1987"/>
                    <a:pt x="2742" y="2007"/>
                    <a:pt x="2743" y="2026"/>
                  </a:cubicBezTo>
                  <a:cubicBezTo>
                    <a:pt x="2743" y="2038"/>
                    <a:pt x="2763" y="2040"/>
                    <a:pt x="2763" y="2027"/>
                  </a:cubicBezTo>
                  <a:cubicBezTo>
                    <a:pt x="2763" y="2009"/>
                    <a:pt x="2765" y="1990"/>
                    <a:pt x="2765" y="1972"/>
                  </a:cubicBezTo>
                  <a:cubicBezTo>
                    <a:pt x="2765" y="1966"/>
                    <a:pt x="2765" y="1960"/>
                    <a:pt x="2765" y="1955"/>
                  </a:cubicBezTo>
                  <a:lnTo>
                    <a:pt x="2783" y="1951"/>
                  </a:lnTo>
                  <a:cubicBezTo>
                    <a:pt x="2783" y="1956"/>
                    <a:pt x="2783" y="1962"/>
                    <a:pt x="2784" y="1967"/>
                  </a:cubicBezTo>
                  <a:cubicBezTo>
                    <a:pt x="2786" y="1979"/>
                    <a:pt x="2791" y="1990"/>
                    <a:pt x="2792" y="2002"/>
                  </a:cubicBezTo>
                  <a:cubicBezTo>
                    <a:pt x="2792" y="2005"/>
                    <a:pt x="2797" y="2006"/>
                    <a:pt x="2797" y="2002"/>
                  </a:cubicBezTo>
                  <a:cubicBezTo>
                    <a:pt x="2797" y="1992"/>
                    <a:pt x="2803" y="1983"/>
                    <a:pt x="2804" y="1973"/>
                  </a:cubicBezTo>
                  <a:cubicBezTo>
                    <a:pt x="2805" y="1963"/>
                    <a:pt x="2806" y="1955"/>
                    <a:pt x="2806" y="1945"/>
                  </a:cubicBezTo>
                  <a:lnTo>
                    <a:pt x="2815" y="1943"/>
                  </a:lnTo>
                  <a:cubicBezTo>
                    <a:pt x="2815" y="1944"/>
                    <a:pt x="2815" y="1946"/>
                    <a:pt x="2815" y="1947"/>
                  </a:cubicBezTo>
                  <a:cubicBezTo>
                    <a:pt x="2815" y="1948"/>
                    <a:pt x="2815" y="1950"/>
                    <a:pt x="2815" y="1951"/>
                  </a:cubicBezTo>
                  <a:cubicBezTo>
                    <a:pt x="2815" y="1953"/>
                    <a:pt x="2815" y="1954"/>
                    <a:pt x="2815" y="1956"/>
                  </a:cubicBezTo>
                  <a:cubicBezTo>
                    <a:pt x="2815" y="1963"/>
                    <a:pt x="2816" y="1970"/>
                    <a:pt x="2819" y="1976"/>
                  </a:cubicBezTo>
                  <a:lnTo>
                    <a:pt x="2819" y="1977"/>
                  </a:lnTo>
                  <a:cubicBezTo>
                    <a:pt x="2819" y="1977"/>
                    <a:pt x="2820" y="1977"/>
                    <a:pt x="2821" y="1978"/>
                  </a:cubicBezTo>
                  <a:cubicBezTo>
                    <a:pt x="2822" y="1979"/>
                    <a:pt x="2822" y="1979"/>
                    <a:pt x="2823" y="1979"/>
                  </a:cubicBezTo>
                  <a:cubicBezTo>
                    <a:pt x="2824" y="1979"/>
                    <a:pt x="2824" y="1978"/>
                    <a:pt x="2825" y="1978"/>
                  </a:cubicBezTo>
                  <a:cubicBezTo>
                    <a:pt x="2826" y="1977"/>
                    <a:pt x="2826" y="1977"/>
                    <a:pt x="2826" y="1977"/>
                  </a:cubicBezTo>
                  <a:cubicBezTo>
                    <a:pt x="2827" y="1976"/>
                    <a:pt x="2827" y="1976"/>
                    <a:pt x="2827" y="1976"/>
                  </a:cubicBezTo>
                  <a:cubicBezTo>
                    <a:pt x="2829" y="1968"/>
                    <a:pt x="2832" y="1960"/>
                    <a:pt x="2835" y="1952"/>
                  </a:cubicBezTo>
                  <a:cubicBezTo>
                    <a:pt x="2837" y="1948"/>
                    <a:pt x="2838" y="1944"/>
                    <a:pt x="2838" y="1941"/>
                  </a:cubicBezTo>
                  <a:cubicBezTo>
                    <a:pt x="2838" y="1940"/>
                    <a:pt x="2838" y="1939"/>
                    <a:pt x="2838" y="1939"/>
                  </a:cubicBezTo>
                  <a:cubicBezTo>
                    <a:pt x="2838" y="1938"/>
                    <a:pt x="2838" y="1938"/>
                    <a:pt x="2838" y="1937"/>
                  </a:cubicBezTo>
                  <a:lnTo>
                    <a:pt x="2853" y="1933"/>
                  </a:lnTo>
                  <a:cubicBezTo>
                    <a:pt x="2854" y="1958"/>
                    <a:pt x="2858" y="1984"/>
                    <a:pt x="2859" y="2009"/>
                  </a:cubicBezTo>
                  <a:cubicBezTo>
                    <a:pt x="2859" y="2014"/>
                    <a:pt x="2867" y="2014"/>
                    <a:pt x="2867" y="2009"/>
                  </a:cubicBezTo>
                  <a:cubicBezTo>
                    <a:pt x="2869" y="1982"/>
                    <a:pt x="2873" y="1954"/>
                    <a:pt x="2873" y="1927"/>
                  </a:cubicBezTo>
                  <a:lnTo>
                    <a:pt x="2877" y="1926"/>
                  </a:lnTo>
                  <a:lnTo>
                    <a:pt x="2891" y="1920"/>
                  </a:lnTo>
                  <a:cubicBezTo>
                    <a:pt x="2893" y="1934"/>
                    <a:pt x="2896" y="1947"/>
                    <a:pt x="2901" y="1960"/>
                  </a:cubicBezTo>
                  <a:cubicBezTo>
                    <a:pt x="2902" y="1964"/>
                    <a:pt x="2908" y="1962"/>
                    <a:pt x="2909" y="1960"/>
                  </a:cubicBezTo>
                  <a:cubicBezTo>
                    <a:pt x="2915" y="1943"/>
                    <a:pt x="2918" y="1926"/>
                    <a:pt x="2918" y="1909"/>
                  </a:cubicBezTo>
                  <a:lnTo>
                    <a:pt x="2921" y="1907"/>
                  </a:lnTo>
                  <a:cubicBezTo>
                    <a:pt x="2924" y="1936"/>
                    <a:pt x="2936" y="1963"/>
                    <a:pt x="2938" y="1993"/>
                  </a:cubicBezTo>
                  <a:cubicBezTo>
                    <a:pt x="2938" y="1998"/>
                    <a:pt x="2946" y="1998"/>
                    <a:pt x="2947" y="1993"/>
                  </a:cubicBezTo>
                  <a:cubicBezTo>
                    <a:pt x="2949" y="1968"/>
                    <a:pt x="2953" y="1943"/>
                    <a:pt x="2955" y="1918"/>
                  </a:cubicBezTo>
                  <a:cubicBezTo>
                    <a:pt x="2958" y="1925"/>
                    <a:pt x="2961" y="1931"/>
                    <a:pt x="2963" y="1936"/>
                  </a:cubicBezTo>
                  <a:cubicBezTo>
                    <a:pt x="2963" y="1937"/>
                    <a:pt x="2964" y="1937"/>
                    <a:pt x="2965" y="1938"/>
                  </a:cubicBezTo>
                  <a:cubicBezTo>
                    <a:pt x="2966" y="1939"/>
                    <a:pt x="2966" y="1939"/>
                    <a:pt x="2967" y="1939"/>
                  </a:cubicBezTo>
                  <a:cubicBezTo>
                    <a:pt x="2968" y="1939"/>
                    <a:pt x="2968" y="1938"/>
                    <a:pt x="2969" y="1938"/>
                  </a:cubicBezTo>
                  <a:cubicBezTo>
                    <a:pt x="2970" y="1937"/>
                    <a:pt x="2970" y="1937"/>
                    <a:pt x="2971" y="1936"/>
                  </a:cubicBezTo>
                  <a:cubicBezTo>
                    <a:pt x="2973" y="1930"/>
                    <a:pt x="2976" y="1925"/>
                    <a:pt x="2978" y="1919"/>
                  </a:cubicBezTo>
                  <a:cubicBezTo>
                    <a:pt x="2980" y="1973"/>
                    <a:pt x="2988" y="2027"/>
                    <a:pt x="2988" y="2081"/>
                  </a:cubicBezTo>
                  <a:cubicBezTo>
                    <a:pt x="2986" y="2162"/>
                    <a:pt x="3004" y="2245"/>
                    <a:pt x="3004" y="2328"/>
                  </a:cubicBezTo>
                  <a:lnTo>
                    <a:pt x="3004" y="2326"/>
                  </a:lnTo>
                  <a:moveTo>
                    <a:pt x="3002" y="2023"/>
                  </a:moveTo>
                  <a:cubicBezTo>
                    <a:pt x="3002" y="2005"/>
                    <a:pt x="3002" y="1987"/>
                    <a:pt x="3000" y="1970"/>
                  </a:cubicBezTo>
                  <a:cubicBezTo>
                    <a:pt x="2999" y="1949"/>
                    <a:pt x="2998" y="1928"/>
                    <a:pt x="2997" y="1907"/>
                  </a:cubicBezTo>
                  <a:cubicBezTo>
                    <a:pt x="3007" y="1910"/>
                    <a:pt x="3016" y="1914"/>
                    <a:pt x="3025" y="1918"/>
                  </a:cubicBezTo>
                  <a:cubicBezTo>
                    <a:pt x="3025" y="1920"/>
                    <a:pt x="3025" y="1921"/>
                    <a:pt x="3025" y="1923"/>
                  </a:cubicBezTo>
                  <a:cubicBezTo>
                    <a:pt x="3025" y="1946"/>
                    <a:pt x="3028" y="1969"/>
                    <a:pt x="3035" y="1992"/>
                  </a:cubicBezTo>
                  <a:cubicBezTo>
                    <a:pt x="3035" y="1992"/>
                    <a:pt x="3034" y="1992"/>
                    <a:pt x="3033" y="1993"/>
                  </a:cubicBezTo>
                  <a:cubicBezTo>
                    <a:pt x="3029" y="1995"/>
                    <a:pt x="3025" y="1998"/>
                    <a:pt x="3022" y="2002"/>
                  </a:cubicBezTo>
                  <a:cubicBezTo>
                    <a:pt x="3016" y="2011"/>
                    <a:pt x="3007" y="2017"/>
                    <a:pt x="3002" y="2025"/>
                  </a:cubicBezTo>
                  <a:lnTo>
                    <a:pt x="3002" y="20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37"/>
            <p:cNvSpPr/>
            <p:nvPr/>
          </p:nvSpPr>
          <p:spPr>
            <a:xfrm>
              <a:off x="19746675" y="2650320"/>
              <a:ext cx="10440" cy="55080"/>
            </a:xfrm>
            <a:custGeom>
              <a:rect b="b" l="l" r="r" t="t"/>
              <a:pathLst>
                <a:path extrusionOk="0" h="153" w="29">
                  <a:moveTo>
                    <a:pt x="20" y="147"/>
                  </a:moveTo>
                  <a:cubicBezTo>
                    <a:pt x="25" y="125"/>
                    <a:pt x="28" y="102"/>
                    <a:pt x="28" y="79"/>
                  </a:cubicBezTo>
                  <a:cubicBezTo>
                    <a:pt x="28" y="53"/>
                    <a:pt x="24" y="28"/>
                    <a:pt x="18" y="3"/>
                  </a:cubicBezTo>
                  <a:cubicBezTo>
                    <a:pt x="18" y="2"/>
                    <a:pt x="18" y="3"/>
                    <a:pt x="17" y="2"/>
                  </a:cubicBezTo>
                  <a:cubicBezTo>
                    <a:pt x="16" y="2"/>
                    <a:pt x="17" y="1"/>
                    <a:pt x="16" y="0"/>
                  </a:cubicBezTo>
                  <a:cubicBezTo>
                    <a:pt x="15" y="0"/>
                    <a:pt x="14" y="0"/>
                    <a:pt x="14" y="0"/>
                  </a:cubicBezTo>
                  <a:cubicBezTo>
                    <a:pt x="13" y="0"/>
                    <a:pt x="12" y="0"/>
                    <a:pt x="12" y="0"/>
                  </a:cubicBezTo>
                  <a:cubicBezTo>
                    <a:pt x="11" y="1"/>
                    <a:pt x="10" y="1"/>
                    <a:pt x="10" y="2"/>
                  </a:cubicBezTo>
                  <a:lnTo>
                    <a:pt x="10" y="3"/>
                  </a:lnTo>
                  <a:cubicBezTo>
                    <a:pt x="3" y="28"/>
                    <a:pt x="0" y="53"/>
                    <a:pt x="0" y="79"/>
                  </a:cubicBezTo>
                  <a:cubicBezTo>
                    <a:pt x="0" y="102"/>
                    <a:pt x="2" y="125"/>
                    <a:pt x="8" y="147"/>
                  </a:cubicBezTo>
                  <a:cubicBezTo>
                    <a:pt x="8" y="148"/>
                    <a:pt x="8" y="148"/>
                    <a:pt x="8" y="149"/>
                  </a:cubicBezTo>
                  <a:cubicBezTo>
                    <a:pt x="9" y="151"/>
                    <a:pt x="10" y="151"/>
                    <a:pt x="11" y="151"/>
                  </a:cubicBezTo>
                  <a:cubicBezTo>
                    <a:pt x="12" y="152"/>
                    <a:pt x="13" y="152"/>
                    <a:pt x="14" y="152"/>
                  </a:cubicBezTo>
                  <a:cubicBezTo>
                    <a:pt x="15" y="152"/>
                    <a:pt x="16" y="152"/>
                    <a:pt x="17" y="151"/>
                  </a:cubicBezTo>
                  <a:cubicBezTo>
                    <a:pt x="18" y="151"/>
                    <a:pt x="19" y="150"/>
                    <a:pt x="19" y="149"/>
                  </a:cubicBezTo>
                  <a:cubicBezTo>
                    <a:pt x="20" y="148"/>
                    <a:pt x="20" y="148"/>
                    <a:pt x="2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37"/>
            <p:cNvSpPr/>
            <p:nvPr/>
          </p:nvSpPr>
          <p:spPr>
            <a:xfrm>
              <a:off x="19799595" y="2667600"/>
              <a:ext cx="11520" cy="37440"/>
            </a:xfrm>
            <a:custGeom>
              <a:rect b="b" l="l" r="r" t="t"/>
              <a:pathLst>
                <a:path extrusionOk="0" h="104" w="32">
                  <a:moveTo>
                    <a:pt x="19" y="93"/>
                  </a:moveTo>
                  <a:cubicBezTo>
                    <a:pt x="22" y="77"/>
                    <a:pt x="22" y="61"/>
                    <a:pt x="24" y="45"/>
                  </a:cubicBezTo>
                  <a:cubicBezTo>
                    <a:pt x="26" y="32"/>
                    <a:pt x="31" y="14"/>
                    <a:pt x="23" y="2"/>
                  </a:cubicBezTo>
                  <a:cubicBezTo>
                    <a:pt x="22" y="2"/>
                    <a:pt x="22" y="1"/>
                    <a:pt x="21" y="1"/>
                  </a:cubicBezTo>
                  <a:cubicBezTo>
                    <a:pt x="20" y="0"/>
                    <a:pt x="19" y="0"/>
                    <a:pt x="18" y="0"/>
                  </a:cubicBezTo>
                  <a:cubicBezTo>
                    <a:pt x="17" y="0"/>
                    <a:pt x="17" y="0"/>
                    <a:pt x="16" y="1"/>
                  </a:cubicBezTo>
                  <a:cubicBezTo>
                    <a:pt x="15" y="2"/>
                    <a:pt x="14" y="2"/>
                    <a:pt x="14" y="3"/>
                  </a:cubicBezTo>
                  <a:lnTo>
                    <a:pt x="13" y="3"/>
                  </a:lnTo>
                  <a:cubicBezTo>
                    <a:pt x="4" y="21"/>
                    <a:pt x="0" y="41"/>
                    <a:pt x="0" y="61"/>
                  </a:cubicBezTo>
                  <a:cubicBezTo>
                    <a:pt x="0" y="72"/>
                    <a:pt x="1" y="82"/>
                    <a:pt x="4" y="93"/>
                  </a:cubicBezTo>
                  <a:cubicBezTo>
                    <a:pt x="5" y="101"/>
                    <a:pt x="18" y="103"/>
                    <a:pt x="19"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37"/>
            <p:cNvSpPr/>
            <p:nvPr/>
          </p:nvSpPr>
          <p:spPr>
            <a:xfrm>
              <a:off x="19951155" y="2702160"/>
              <a:ext cx="13320" cy="32040"/>
            </a:xfrm>
            <a:custGeom>
              <a:rect b="b" l="l" r="r" t="t"/>
              <a:pathLst>
                <a:path extrusionOk="0" h="89" w="37">
                  <a:moveTo>
                    <a:pt x="13" y="3"/>
                  </a:moveTo>
                  <a:cubicBezTo>
                    <a:pt x="0" y="23"/>
                    <a:pt x="7" y="55"/>
                    <a:pt x="10" y="77"/>
                  </a:cubicBezTo>
                  <a:cubicBezTo>
                    <a:pt x="11" y="88"/>
                    <a:pt x="26" y="84"/>
                    <a:pt x="27" y="75"/>
                  </a:cubicBezTo>
                  <a:cubicBezTo>
                    <a:pt x="30" y="54"/>
                    <a:pt x="36" y="22"/>
                    <a:pt x="24" y="3"/>
                  </a:cubicBezTo>
                  <a:cubicBezTo>
                    <a:pt x="23" y="2"/>
                    <a:pt x="22" y="2"/>
                    <a:pt x="21" y="1"/>
                  </a:cubicBezTo>
                  <a:cubicBezTo>
                    <a:pt x="20" y="0"/>
                    <a:pt x="19" y="0"/>
                    <a:pt x="18" y="0"/>
                  </a:cubicBezTo>
                  <a:cubicBezTo>
                    <a:pt x="17" y="0"/>
                    <a:pt x="16" y="0"/>
                    <a:pt x="15" y="1"/>
                  </a:cubicBezTo>
                  <a:cubicBezTo>
                    <a:pt x="14" y="2"/>
                    <a:pt x="13" y="2"/>
                    <a:pt x="1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37"/>
            <p:cNvSpPr/>
            <p:nvPr/>
          </p:nvSpPr>
          <p:spPr>
            <a:xfrm>
              <a:off x="19954755" y="2648520"/>
              <a:ext cx="9360" cy="29520"/>
            </a:xfrm>
            <a:custGeom>
              <a:rect b="b" l="l" r="r" t="t"/>
              <a:pathLst>
                <a:path extrusionOk="0" h="82" w="26">
                  <a:moveTo>
                    <a:pt x="7" y="2"/>
                  </a:moveTo>
                  <a:cubicBezTo>
                    <a:pt x="6" y="3"/>
                    <a:pt x="6" y="4"/>
                    <a:pt x="5" y="6"/>
                  </a:cubicBezTo>
                  <a:cubicBezTo>
                    <a:pt x="3" y="12"/>
                    <a:pt x="0" y="17"/>
                    <a:pt x="0" y="23"/>
                  </a:cubicBezTo>
                  <a:cubicBezTo>
                    <a:pt x="0" y="25"/>
                    <a:pt x="0" y="28"/>
                    <a:pt x="1" y="31"/>
                  </a:cubicBezTo>
                  <a:cubicBezTo>
                    <a:pt x="2" y="45"/>
                    <a:pt x="5" y="59"/>
                    <a:pt x="9" y="72"/>
                  </a:cubicBezTo>
                  <a:cubicBezTo>
                    <a:pt x="10" y="79"/>
                    <a:pt x="21" y="81"/>
                    <a:pt x="22" y="72"/>
                  </a:cubicBezTo>
                  <a:cubicBezTo>
                    <a:pt x="24" y="61"/>
                    <a:pt x="25" y="49"/>
                    <a:pt x="25" y="38"/>
                  </a:cubicBezTo>
                  <a:cubicBezTo>
                    <a:pt x="25" y="36"/>
                    <a:pt x="25" y="34"/>
                    <a:pt x="25" y="33"/>
                  </a:cubicBezTo>
                  <a:cubicBezTo>
                    <a:pt x="25" y="31"/>
                    <a:pt x="25" y="29"/>
                    <a:pt x="25" y="28"/>
                  </a:cubicBezTo>
                  <a:cubicBezTo>
                    <a:pt x="25" y="20"/>
                    <a:pt x="23" y="12"/>
                    <a:pt x="19" y="6"/>
                  </a:cubicBezTo>
                  <a:cubicBezTo>
                    <a:pt x="18" y="4"/>
                    <a:pt x="17" y="2"/>
                    <a:pt x="16" y="1"/>
                  </a:cubicBezTo>
                  <a:lnTo>
                    <a:pt x="15" y="0"/>
                  </a:lnTo>
                  <a:cubicBezTo>
                    <a:pt x="14" y="0"/>
                    <a:pt x="13" y="0"/>
                    <a:pt x="12" y="0"/>
                  </a:cubicBezTo>
                  <a:cubicBezTo>
                    <a:pt x="11" y="0"/>
                    <a:pt x="10" y="0"/>
                    <a:pt x="9" y="0"/>
                  </a:cubicBezTo>
                  <a:cubicBezTo>
                    <a:pt x="8" y="1"/>
                    <a:pt x="8" y="1"/>
                    <a:pt x="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37"/>
            <p:cNvSpPr/>
            <p:nvPr/>
          </p:nvSpPr>
          <p:spPr>
            <a:xfrm>
              <a:off x="19455435" y="2692800"/>
              <a:ext cx="6480" cy="24480"/>
            </a:xfrm>
            <a:custGeom>
              <a:rect b="b" l="l" r="r" t="t"/>
              <a:pathLst>
                <a:path extrusionOk="0" h="68" w="18">
                  <a:moveTo>
                    <a:pt x="3" y="62"/>
                  </a:moveTo>
                  <a:cubicBezTo>
                    <a:pt x="3" y="62"/>
                    <a:pt x="3" y="63"/>
                    <a:pt x="3" y="64"/>
                  </a:cubicBezTo>
                  <a:lnTo>
                    <a:pt x="4" y="65"/>
                  </a:lnTo>
                  <a:cubicBezTo>
                    <a:pt x="4" y="65"/>
                    <a:pt x="4" y="66"/>
                    <a:pt x="5" y="66"/>
                  </a:cubicBezTo>
                  <a:cubicBezTo>
                    <a:pt x="6" y="67"/>
                    <a:pt x="7" y="67"/>
                    <a:pt x="7" y="67"/>
                  </a:cubicBezTo>
                  <a:cubicBezTo>
                    <a:pt x="8" y="67"/>
                    <a:pt x="8" y="67"/>
                    <a:pt x="9" y="67"/>
                  </a:cubicBezTo>
                  <a:cubicBezTo>
                    <a:pt x="10" y="67"/>
                    <a:pt x="11" y="67"/>
                    <a:pt x="12" y="66"/>
                  </a:cubicBezTo>
                  <a:cubicBezTo>
                    <a:pt x="12" y="66"/>
                    <a:pt x="12" y="65"/>
                    <a:pt x="13" y="64"/>
                  </a:cubicBezTo>
                  <a:cubicBezTo>
                    <a:pt x="14" y="64"/>
                    <a:pt x="14" y="64"/>
                    <a:pt x="14" y="63"/>
                  </a:cubicBezTo>
                  <a:cubicBezTo>
                    <a:pt x="16" y="54"/>
                    <a:pt x="17" y="45"/>
                    <a:pt x="17" y="36"/>
                  </a:cubicBezTo>
                  <a:cubicBezTo>
                    <a:pt x="17" y="33"/>
                    <a:pt x="17" y="29"/>
                    <a:pt x="17" y="26"/>
                  </a:cubicBezTo>
                  <a:lnTo>
                    <a:pt x="17" y="25"/>
                  </a:lnTo>
                  <a:cubicBezTo>
                    <a:pt x="17" y="17"/>
                    <a:pt x="15" y="9"/>
                    <a:pt x="12" y="2"/>
                  </a:cubicBezTo>
                  <a:cubicBezTo>
                    <a:pt x="12" y="1"/>
                    <a:pt x="12" y="1"/>
                    <a:pt x="11" y="0"/>
                  </a:cubicBezTo>
                  <a:cubicBezTo>
                    <a:pt x="10" y="0"/>
                    <a:pt x="9" y="0"/>
                    <a:pt x="8" y="0"/>
                  </a:cubicBezTo>
                  <a:cubicBezTo>
                    <a:pt x="8" y="0"/>
                    <a:pt x="7" y="0"/>
                    <a:pt x="6" y="0"/>
                  </a:cubicBezTo>
                  <a:cubicBezTo>
                    <a:pt x="5" y="1"/>
                    <a:pt x="5" y="1"/>
                    <a:pt x="5" y="2"/>
                  </a:cubicBezTo>
                  <a:cubicBezTo>
                    <a:pt x="1" y="11"/>
                    <a:pt x="0" y="20"/>
                    <a:pt x="0" y="29"/>
                  </a:cubicBezTo>
                  <a:cubicBezTo>
                    <a:pt x="0" y="31"/>
                    <a:pt x="0" y="33"/>
                    <a:pt x="0" y="34"/>
                  </a:cubicBezTo>
                  <a:cubicBezTo>
                    <a:pt x="0" y="36"/>
                    <a:pt x="0" y="38"/>
                    <a:pt x="0" y="40"/>
                  </a:cubicBezTo>
                  <a:cubicBezTo>
                    <a:pt x="0" y="47"/>
                    <a:pt x="1" y="54"/>
                    <a:pt x="2" y="62"/>
                  </a:cubicBezTo>
                  <a:lnTo>
                    <a:pt x="3"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37"/>
            <p:cNvSpPr/>
            <p:nvPr/>
          </p:nvSpPr>
          <p:spPr>
            <a:xfrm>
              <a:off x="19598355" y="2757960"/>
              <a:ext cx="8640" cy="37800"/>
            </a:xfrm>
            <a:custGeom>
              <a:rect b="b" l="l" r="r" t="t"/>
              <a:pathLst>
                <a:path extrusionOk="0" h="105" w="24">
                  <a:moveTo>
                    <a:pt x="17" y="101"/>
                  </a:moveTo>
                  <a:cubicBezTo>
                    <a:pt x="21" y="86"/>
                    <a:pt x="23" y="70"/>
                    <a:pt x="23" y="54"/>
                  </a:cubicBezTo>
                  <a:cubicBezTo>
                    <a:pt x="23" y="37"/>
                    <a:pt x="20" y="19"/>
                    <a:pt x="15" y="2"/>
                  </a:cubicBezTo>
                  <a:cubicBezTo>
                    <a:pt x="14" y="1"/>
                    <a:pt x="14" y="1"/>
                    <a:pt x="13" y="0"/>
                  </a:cubicBezTo>
                  <a:cubicBezTo>
                    <a:pt x="13" y="0"/>
                    <a:pt x="12" y="0"/>
                    <a:pt x="11" y="0"/>
                  </a:cubicBezTo>
                  <a:lnTo>
                    <a:pt x="10" y="0"/>
                  </a:lnTo>
                  <a:cubicBezTo>
                    <a:pt x="9" y="1"/>
                    <a:pt x="9" y="1"/>
                    <a:pt x="8" y="2"/>
                  </a:cubicBezTo>
                  <a:cubicBezTo>
                    <a:pt x="3" y="19"/>
                    <a:pt x="0" y="36"/>
                    <a:pt x="0" y="54"/>
                  </a:cubicBezTo>
                  <a:cubicBezTo>
                    <a:pt x="0" y="70"/>
                    <a:pt x="2" y="85"/>
                    <a:pt x="7" y="101"/>
                  </a:cubicBezTo>
                  <a:lnTo>
                    <a:pt x="7" y="102"/>
                  </a:lnTo>
                  <a:cubicBezTo>
                    <a:pt x="7" y="102"/>
                    <a:pt x="8" y="102"/>
                    <a:pt x="9" y="103"/>
                  </a:cubicBezTo>
                  <a:cubicBezTo>
                    <a:pt x="10" y="104"/>
                    <a:pt x="11" y="104"/>
                    <a:pt x="12" y="104"/>
                  </a:cubicBezTo>
                  <a:cubicBezTo>
                    <a:pt x="13" y="104"/>
                    <a:pt x="13" y="104"/>
                    <a:pt x="14" y="103"/>
                  </a:cubicBezTo>
                  <a:cubicBezTo>
                    <a:pt x="15" y="102"/>
                    <a:pt x="16" y="102"/>
                    <a:pt x="16" y="102"/>
                  </a:cubicBezTo>
                  <a:cubicBezTo>
                    <a:pt x="16" y="101"/>
                    <a:pt x="17" y="101"/>
                    <a:pt x="1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37"/>
            <p:cNvSpPr/>
            <p:nvPr/>
          </p:nvSpPr>
          <p:spPr>
            <a:xfrm>
              <a:off x="19597635" y="2693880"/>
              <a:ext cx="10440" cy="41400"/>
            </a:xfrm>
            <a:custGeom>
              <a:rect b="b" l="l" r="r" t="t"/>
              <a:pathLst>
                <a:path extrusionOk="0" h="115" w="29">
                  <a:moveTo>
                    <a:pt x="20" y="112"/>
                  </a:moveTo>
                  <a:cubicBezTo>
                    <a:pt x="24" y="90"/>
                    <a:pt x="26" y="68"/>
                    <a:pt x="26" y="46"/>
                  </a:cubicBezTo>
                  <a:cubicBezTo>
                    <a:pt x="27" y="39"/>
                    <a:pt x="28" y="33"/>
                    <a:pt x="28" y="25"/>
                  </a:cubicBezTo>
                  <a:cubicBezTo>
                    <a:pt x="28" y="18"/>
                    <a:pt x="27" y="10"/>
                    <a:pt x="26" y="3"/>
                  </a:cubicBezTo>
                  <a:cubicBezTo>
                    <a:pt x="26" y="3"/>
                    <a:pt x="25" y="3"/>
                    <a:pt x="25" y="2"/>
                  </a:cubicBezTo>
                  <a:cubicBezTo>
                    <a:pt x="24" y="2"/>
                    <a:pt x="24" y="1"/>
                    <a:pt x="24" y="0"/>
                  </a:cubicBezTo>
                  <a:cubicBezTo>
                    <a:pt x="23" y="0"/>
                    <a:pt x="22" y="0"/>
                    <a:pt x="21" y="0"/>
                  </a:cubicBezTo>
                  <a:cubicBezTo>
                    <a:pt x="20" y="0"/>
                    <a:pt x="18" y="0"/>
                    <a:pt x="18" y="0"/>
                  </a:cubicBezTo>
                  <a:cubicBezTo>
                    <a:pt x="17" y="1"/>
                    <a:pt x="17" y="2"/>
                    <a:pt x="17" y="2"/>
                  </a:cubicBezTo>
                  <a:cubicBezTo>
                    <a:pt x="16" y="3"/>
                    <a:pt x="16" y="3"/>
                    <a:pt x="16" y="3"/>
                  </a:cubicBezTo>
                  <a:cubicBezTo>
                    <a:pt x="0" y="38"/>
                    <a:pt x="10" y="76"/>
                    <a:pt x="14" y="112"/>
                  </a:cubicBezTo>
                  <a:cubicBezTo>
                    <a:pt x="15" y="113"/>
                    <a:pt x="15" y="113"/>
                    <a:pt x="15" y="113"/>
                  </a:cubicBezTo>
                  <a:cubicBezTo>
                    <a:pt x="15" y="113"/>
                    <a:pt x="15" y="114"/>
                    <a:pt x="16" y="114"/>
                  </a:cubicBezTo>
                  <a:lnTo>
                    <a:pt x="17" y="114"/>
                  </a:lnTo>
                  <a:cubicBezTo>
                    <a:pt x="18" y="114"/>
                    <a:pt x="18" y="114"/>
                    <a:pt x="19" y="114"/>
                  </a:cubicBezTo>
                  <a:lnTo>
                    <a:pt x="20" y="113"/>
                  </a:lnTo>
                  <a:cubicBezTo>
                    <a:pt x="20" y="112"/>
                    <a:pt x="20" y="112"/>
                    <a:pt x="20"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37"/>
            <p:cNvSpPr/>
            <p:nvPr/>
          </p:nvSpPr>
          <p:spPr>
            <a:xfrm>
              <a:off x="20336355" y="2738880"/>
              <a:ext cx="7560" cy="29880"/>
            </a:xfrm>
            <a:custGeom>
              <a:rect b="b" l="l" r="r" t="t"/>
              <a:pathLst>
                <a:path extrusionOk="0" h="83" w="21">
                  <a:moveTo>
                    <a:pt x="10" y="4"/>
                  </a:moveTo>
                  <a:cubicBezTo>
                    <a:pt x="6" y="0"/>
                    <a:pt x="0" y="5"/>
                    <a:pt x="3" y="10"/>
                  </a:cubicBezTo>
                  <a:cubicBezTo>
                    <a:pt x="11" y="18"/>
                    <a:pt x="3" y="33"/>
                    <a:pt x="3" y="43"/>
                  </a:cubicBezTo>
                  <a:cubicBezTo>
                    <a:pt x="4" y="56"/>
                    <a:pt x="7" y="68"/>
                    <a:pt x="10" y="80"/>
                  </a:cubicBezTo>
                  <a:cubicBezTo>
                    <a:pt x="11" y="81"/>
                    <a:pt x="11" y="81"/>
                    <a:pt x="12" y="81"/>
                  </a:cubicBezTo>
                  <a:cubicBezTo>
                    <a:pt x="13" y="82"/>
                    <a:pt x="13" y="82"/>
                    <a:pt x="13" y="82"/>
                  </a:cubicBezTo>
                  <a:cubicBezTo>
                    <a:pt x="14" y="82"/>
                    <a:pt x="14" y="82"/>
                    <a:pt x="15" y="81"/>
                  </a:cubicBezTo>
                  <a:cubicBezTo>
                    <a:pt x="15" y="81"/>
                    <a:pt x="16" y="81"/>
                    <a:pt x="16" y="80"/>
                  </a:cubicBezTo>
                  <a:cubicBezTo>
                    <a:pt x="19" y="73"/>
                    <a:pt x="20" y="65"/>
                    <a:pt x="20" y="57"/>
                  </a:cubicBezTo>
                  <a:cubicBezTo>
                    <a:pt x="20" y="50"/>
                    <a:pt x="19" y="44"/>
                    <a:pt x="17" y="37"/>
                  </a:cubicBezTo>
                  <a:cubicBezTo>
                    <a:pt x="15" y="26"/>
                    <a:pt x="19" y="13"/>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37"/>
            <p:cNvSpPr/>
            <p:nvPr/>
          </p:nvSpPr>
          <p:spPr>
            <a:xfrm>
              <a:off x="19587195" y="2335680"/>
              <a:ext cx="7560" cy="16560"/>
            </a:xfrm>
            <a:custGeom>
              <a:rect b="b" l="l" r="r" t="t"/>
              <a:pathLst>
                <a:path extrusionOk="0" h="46" w="21">
                  <a:moveTo>
                    <a:pt x="11" y="2"/>
                  </a:moveTo>
                  <a:cubicBezTo>
                    <a:pt x="5" y="3"/>
                    <a:pt x="3" y="11"/>
                    <a:pt x="2" y="15"/>
                  </a:cubicBezTo>
                  <a:cubicBezTo>
                    <a:pt x="1" y="19"/>
                    <a:pt x="0" y="23"/>
                    <a:pt x="0" y="26"/>
                  </a:cubicBezTo>
                  <a:cubicBezTo>
                    <a:pt x="0" y="30"/>
                    <a:pt x="1" y="33"/>
                    <a:pt x="2" y="36"/>
                  </a:cubicBezTo>
                  <a:cubicBezTo>
                    <a:pt x="4" y="45"/>
                    <a:pt x="15" y="42"/>
                    <a:pt x="17" y="35"/>
                  </a:cubicBezTo>
                  <a:cubicBezTo>
                    <a:pt x="19" y="29"/>
                    <a:pt x="20" y="22"/>
                    <a:pt x="20" y="15"/>
                  </a:cubicBezTo>
                  <a:cubicBezTo>
                    <a:pt x="20" y="14"/>
                    <a:pt x="20" y="13"/>
                    <a:pt x="20" y="12"/>
                  </a:cubicBezTo>
                  <a:cubicBezTo>
                    <a:pt x="19" y="8"/>
                    <a:pt x="16" y="0"/>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37"/>
            <p:cNvSpPr/>
            <p:nvPr/>
          </p:nvSpPr>
          <p:spPr>
            <a:xfrm>
              <a:off x="19543635" y="2779200"/>
              <a:ext cx="9000" cy="22680"/>
            </a:xfrm>
            <a:custGeom>
              <a:rect b="b" l="l" r="r" t="t"/>
              <a:pathLst>
                <a:path extrusionOk="0" h="63" w="25">
                  <a:moveTo>
                    <a:pt x="16" y="60"/>
                  </a:moveTo>
                  <a:cubicBezTo>
                    <a:pt x="16" y="59"/>
                    <a:pt x="17" y="58"/>
                    <a:pt x="18" y="57"/>
                  </a:cubicBezTo>
                  <a:cubicBezTo>
                    <a:pt x="20" y="53"/>
                    <a:pt x="21" y="49"/>
                    <a:pt x="23" y="46"/>
                  </a:cubicBezTo>
                  <a:cubicBezTo>
                    <a:pt x="23" y="41"/>
                    <a:pt x="24" y="36"/>
                    <a:pt x="24" y="32"/>
                  </a:cubicBezTo>
                  <a:cubicBezTo>
                    <a:pt x="24" y="31"/>
                    <a:pt x="24" y="30"/>
                    <a:pt x="24" y="29"/>
                  </a:cubicBezTo>
                  <a:cubicBezTo>
                    <a:pt x="24" y="20"/>
                    <a:pt x="21" y="11"/>
                    <a:pt x="17" y="4"/>
                  </a:cubicBezTo>
                  <a:cubicBezTo>
                    <a:pt x="17" y="4"/>
                    <a:pt x="17" y="3"/>
                    <a:pt x="16" y="3"/>
                  </a:cubicBezTo>
                  <a:cubicBezTo>
                    <a:pt x="16" y="2"/>
                    <a:pt x="15" y="2"/>
                    <a:pt x="14" y="1"/>
                  </a:cubicBezTo>
                  <a:cubicBezTo>
                    <a:pt x="13" y="0"/>
                    <a:pt x="13" y="0"/>
                    <a:pt x="12" y="0"/>
                  </a:cubicBezTo>
                  <a:cubicBezTo>
                    <a:pt x="11" y="0"/>
                    <a:pt x="10" y="0"/>
                    <a:pt x="9" y="1"/>
                  </a:cubicBezTo>
                  <a:cubicBezTo>
                    <a:pt x="8" y="2"/>
                    <a:pt x="8" y="2"/>
                    <a:pt x="7" y="3"/>
                  </a:cubicBezTo>
                  <a:cubicBezTo>
                    <a:pt x="3" y="11"/>
                    <a:pt x="0" y="20"/>
                    <a:pt x="0" y="29"/>
                  </a:cubicBezTo>
                  <a:lnTo>
                    <a:pt x="1" y="30"/>
                  </a:lnTo>
                  <a:cubicBezTo>
                    <a:pt x="0" y="30"/>
                    <a:pt x="0" y="30"/>
                    <a:pt x="0" y="31"/>
                  </a:cubicBezTo>
                  <a:cubicBezTo>
                    <a:pt x="0" y="40"/>
                    <a:pt x="3" y="50"/>
                    <a:pt x="8" y="58"/>
                  </a:cubicBezTo>
                  <a:lnTo>
                    <a:pt x="8" y="59"/>
                  </a:lnTo>
                  <a:lnTo>
                    <a:pt x="9" y="60"/>
                  </a:lnTo>
                  <a:lnTo>
                    <a:pt x="10" y="61"/>
                  </a:lnTo>
                  <a:cubicBezTo>
                    <a:pt x="11" y="62"/>
                    <a:pt x="11" y="62"/>
                    <a:pt x="12" y="62"/>
                  </a:cubicBezTo>
                  <a:cubicBezTo>
                    <a:pt x="13" y="62"/>
                    <a:pt x="13" y="62"/>
                    <a:pt x="14" y="61"/>
                  </a:cubicBezTo>
                  <a:cubicBezTo>
                    <a:pt x="15" y="60"/>
                    <a:pt x="15" y="60"/>
                    <a:pt x="16"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37"/>
          <p:cNvGrpSpPr/>
          <p:nvPr/>
        </p:nvGrpSpPr>
        <p:grpSpPr>
          <a:xfrm>
            <a:off x="7054070" y="1958939"/>
            <a:ext cx="4332272" cy="5143556"/>
            <a:chOff x="7855920" y="2772000"/>
            <a:chExt cx="2108880" cy="2503800"/>
          </a:xfrm>
        </p:grpSpPr>
        <p:sp>
          <p:nvSpPr>
            <p:cNvPr id="3825" name="Google Shape;3825;p37"/>
            <p:cNvSpPr/>
            <p:nvPr/>
          </p:nvSpPr>
          <p:spPr>
            <a:xfrm>
              <a:off x="7925760" y="2772000"/>
              <a:ext cx="609840" cy="891000"/>
            </a:xfrm>
            <a:custGeom>
              <a:rect b="b" l="l" r="r" t="t"/>
              <a:pathLst>
                <a:path extrusionOk="0" h="2475" w="1694">
                  <a:moveTo>
                    <a:pt x="89" y="767"/>
                  </a:moveTo>
                  <a:cubicBezTo>
                    <a:pt x="117" y="783"/>
                    <a:pt x="149" y="793"/>
                    <a:pt x="182" y="795"/>
                  </a:cubicBezTo>
                  <a:cubicBezTo>
                    <a:pt x="168" y="799"/>
                    <a:pt x="155" y="805"/>
                    <a:pt x="142" y="812"/>
                  </a:cubicBezTo>
                  <a:cubicBezTo>
                    <a:pt x="133" y="817"/>
                    <a:pt x="125" y="822"/>
                    <a:pt x="118" y="829"/>
                  </a:cubicBezTo>
                  <a:cubicBezTo>
                    <a:pt x="78" y="857"/>
                    <a:pt x="41" y="898"/>
                    <a:pt x="43" y="949"/>
                  </a:cubicBezTo>
                  <a:lnTo>
                    <a:pt x="42" y="950"/>
                  </a:lnTo>
                  <a:cubicBezTo>
                    <a:pt x="42" y="951"/>
                    <a:pt x="43" y="953"/>
                    <a:pt x="44" y="954"/>
                  </a:cubicBezTo>
                  <a:cubicBezTo>
                    <a:pt x="45" y="956"/>
                    <a:pt x="45" y="957"/>
                    <a:pt x="47" y="958"/>
                  </a:cubicBezTo>
                  <a:cubicBezTo>
                    <a:pt x="49" y="959"/>
                    <a:pt x="50" y="959"/>
                    <a:pt x="52" y="959"/>
                  </a:cubicBezTo>
                  <a:cubicBezTo>
                    <a:pt x="53" y="959"/>
                    <a:pt x="54" y="959"/>
                    <a:pt x="56" y="958"/>
                  </a:cubicBezTo>
                  <a:cubicBezTo>
                    <a:pt x="61" y="956"/>
                    <a:pt x="64" y="955"/>
                    <a:pt x="67" y="951"/>
                  </a:cubicBezTo>
                  <a:cubicBezTo>
                    <a:pt x="67" y="949"/>
                    <a:pt x="68" y="948"/>
                    <a:pt x="69" y="947"/>
                  </a:cubicBezTo>
                  <a:cubicBezTo>
                    <a:pt x="71" y="943"/>
                    <a:pt x="73" y="940"/>
                    <a:pt x="76" y="936"/>
                  </a:cubicBezTo>
                  <a:cubicBezTo>
                    <a:pt x="99" y="930"/>
                    <a:pt x="135" y="946"/>
                    <a:pt x="156" y="951"/>
                  </a:cubicBezTo>
                  <a:cubicBezTo>
                    <a:pt x="168" y="953"/>
                    <a:pt x="179" y="954"/>
                    <a:pt x="190" y="954"/>
                  </a:cubicBezTo>
                  <a:cubicBezTo>
                    <a:pt x="197" y="954"/>
                    <a:pt x="203" y="954"/>
                    <a:pt x="209" y="953"/>
                  </a:cubicBezTo>
                  <a:cubicBezTo>
                    <a:pt x="224" y="952"/>
                    <a:pt x="238" y="947"/>
                    <a:pt x="251" y="940"/>
                  </a:cubicBezTo>
                  <a:cubicBezTo>
                    <a:pt x="254" y="939"/>
                    <a:pt x="257" y="937"/>
                    <a:pt x="259" y="935"/>
                  </a:cubicBezTo>
                  <a:cubicBezTo>
                    <a:pt x="268" y="941"/>
                    <a:pt x="277" y="926"/>
                    <a:pt x="283" y="914"/>
                  </a:cubicBezTo>
                  <a:cubicBezTo>
                    <a:pt x="284" y="916"/>
                    <a:pt x="285" y="919"/>
                    <a:pt x="286" y="921"/>
                  </a:cubicBezTo>
                  <a:cubicBezTo>
                    <a:pt x="285" y="934"/>
                    <a:pt x="284" y="948"/>
                    <a:pt x="283" y="962"/>
                  </a:cubicBezTo>
                  <a:cubicBezTo>
                    <a:pt x="275" y="1017"/>
                    <a:pt x="257" y="1071"/>
                    <a:pt x="230" y="1119"/>
                  </a:cubicBezTo>
                  <a:cubicBezTo>
                    <a:pt x="226" y="1126"/>
                    <a:pt x="221" y="1132"/>
                    <a:pt x="217" y="1139"/>
                  </a:cubicBezTo>
                  <a:cubicBezTo>
                    <a:pt x="189" y="1178"/>
                    <a:pt x="143" y="1209"/>
                    <a:pt x="125" y="1256"/>
                  </a:cubicBezTo>
                  <a:cubicBezTo>
                    <a:pt x="112" y="1290"/>
                    <a:pt x="104" y="1325"/>
                    <a:pt x="99" y="1361"/>
                  </a:cubicBezTo>
                  <a:cubicBezTo>
                    <a:pt x="90" y="1429"/>
                    <a:pt x="116" y="1499"/>
                    <a:pt x="138" y="1562"/>
                  </a:cubicBezTo>
                  <a:cubicBezTo>
                    <a:pt x="150" y="1595"/>
                    <a:pt x="146" y="1629"/>
                    <a:pt x="164" y="1661"/>
                  </a:cubicBezTo>
                  <a:cubicBezTo>
                    <a:pt x="183" y="1696"/>
                    <a:pt x="180" y="1733"/>
                    <a:pt x="192" y="1770"/>
                  </a:cubicBezTo>
                  <a:cubicBezTo>
                    <a:pt x="184" y="1816"/>
                    <a:pt x="192" y="1862"/>
                    <a:pt x="238" y="1892"/>
                  </a:cubicBezTo>
                  <a:cubicBezTo>
                    <a:pt x="239" y="1893"/>
                    <a:pt x="240" y="1893"/>
                    <a:pt x="242" y="1894"/>
                  </a:cubicBezTo>
                  <a:cubicBezTo>
                    <a:pt x="261" y="1905"/>
                    <a:pt x="283" y="1911"/>
                    <a:pt x="305" y="1911"/>
                  </a:cubicBezTo>
                  <a:cubicBezTo>
                    <a:pt x="306" y="1911"/>
                    <a:pt x="306" y="1911"/>
                    <a:pt x="307" y="1911"/>
                  </a:cubicBezTo>
                  <a:lnTo>
                    <a:pt x="328" y="1911"/>
                  </a:lnTo>
                  <a:cubicBezTo>
                    <a:pt x="329" y="1912"/>
                    <a:pt x="329" y="1912"/>
                    <a:pt x="330" y="1912"/>
                  </a:cubicBezTo>
                  <a:cubicBezTo>
                    <a:pt x="331" y="1912"/>
                    <a:pt x="331" y="1912"/>
                    <a:pt x="332" y="1911"/>
                  </a:cubicBezTo>
                  <a:cubicBezTo>
                    <a:pt x="347" y="1911"/>
                    <a:pt x="363" y="1909"/>
                    <a:pt x="378" y="1905"/>
                  </a:cubicBezTo>
                  <a:cubicBezTo>
                    <a:pt x="363" y="1917"/>
                    <a:pt x="350" y="1929"/>
                    <a:pt x="338" y="1943"/>
                  </a:cubicBezTo>
                  <a:cubicBezTo>
                    <a:pt x="302" y="1978"/>
                    <a:pt x="267" y="2015"/>
                    <a:pt x="234" y="2053"/>
                  </a:cubicBezTo>
                  <a:cubicBezTo>
                    <a:pt x="176" y="2119"/>
                    <a:pt x="167" y="2207"/>
                    <a:pt x="167" y="2290"/>
                  </a:cubicBezTo>
                  <a:cubicBezTo>
                    <a:pt x="167" y="2291"/>
                    <a:pt x="167" y="2293"/>
                    <a:pt x="168" y="2294"/>
                  </a:cubicBezTo>
                  <a:cubicBezTo>
                    <a:pt x="149" y="2345"/>
                    <a:pt x="140" y="2399"/>
                    <a:pt x="140" y="2453"/>
                  </a:cubicBezTo>
                  <a:cubicBezTo>
                    <a:pt x="140" y="2458"/>
                    <a:pt x="140" y="2462"/>
                    <a:pt x="140" y="2467"/>
                  </a:cubicBezTo>
                  <a:cubicBezTo>
                    <a:pt x="140" y="2474"/>
                    <a:pt x="150" y="2472"/>
                    <a:pt x="150" y="2467"/>
                  </a:cubicBezTo>
                  <a:cubicBezTo>
                    <a:pt x="152" y="2424"/>
                    <a:pt x="186" y="2378"/>
                    <a:pt x="206" y="2342"/>
                  </a:cubicBezTo>
                  <a:cubicBezTo>
                    <a:pt x="209" y="2337"/>
                    <a:pt x="211" y="2332"/>
                    <a:pt x="214" y="2327"/>
                  </a:cubicBezTo>
                  <a:cubicBezTo>
                    <a:pt x="239" y="2283"/>
                    <a:pt x="269" y="2242"/>
                    <a:pt x="303" y="2204"/>
                  </a:cubicBezTo>
                  <a:cubicBezTo>
                    <a:pt x="336" y="2166"/>
                    <a:pt x="303" y="2203"/>
                    <a:pt x="303" y="2204"/>
                  </a:cubicBezTo>
                  <a:cubicBezTo>
                    <a:pt x="256" y="2252"/>
                    <a:pt x="223" y="2310"/>
                    <a:pt x="182" y="2363"/>
                  </a:cubicBezTo>
                  <a:cubicBezTo>
                    <a:pt x="177" y="2370"/>
                    <a:pt x="173" y="2377"/>
                    <a:pt x="169" y="2384"/>
                  </a:cubicBezTo>
                  <a:cubicBezTo>
                    <a:pt x="163" y="2394"/>
                    <a:pt x="158" y="2404"/>
                    <a:pt x="154" y="2414"/>
                  </a:cubicBezTo>
                  <a:cubicBezTo>
                    <a:pt x="158" y="2375"/>
                    <a:pt x="168" y="2336"/>
                    <a:pt x="182" y="2298"/>
                  </a:cubicBezTo>
                  <a:cubicBezTo>
                    <a:pt x="182" y="2298"/>
                    <a:pt x="181" y="2298"/>
                    <a:pt x="182" y="2297"/>
                  </a:cubicBezTo>
                  <a:cubicBezTo>
                    <a:pt x="183" y="2296"/>
                    <a:pt x="183" y="2296"/>
                    <a:pt x="183" y="2295"/>
                  </a:cubicBezTo>
                  <a:cubicBezTo>
                    <a:pt x="192" y="2271"/>
                    <a:pt x="204" y="2247"/>
                    <a:pt x="217" y="2225"/>
                  </a:cubicBezTo>
                  <a:cubicBezTo>
                    <a:pt x="236" y="2191"/>
                    <a:pt x="260" y="2159"/>
                    <a:pt x="287" y="2130"/>
                  </a:cubicBezTo>
                  <a:cubicBezTo>
                    <a:pt x="327" y="2088"/>
                    <a:pt x="359" y="2038"/>
                    <a:pt x="405" y="2002"/>
                  </a:cubicBezTo>
                  <a:cubicBezTo>
                    <a:pt x="459" y="1962"/>
                    <a:pt x="507" y="1915"/>
                    <a:pt x="547" y="1862"/>
                  </a:cubicBezTo>
                  <a:cubicBezTo>
                    <a:pt x="548" y="1860"/>
                    <a:pt x="545" y="1857"/>
                    <a:pt x="543" y="1859"/>
                  </a:cubicBezTo>
                  <a:cubicBezTo>
                    <a:pt x="469" y="1952"/>
                    <a:pt x="356" y="2009"/>
                    <a:pt x="290" y="2110"/>
                  </a:cubicBezTo>
                  <a:cubicBezTo>
                    <a:pt x="272" y="2137"/>
                    <a:pt x="247" y="2167"/>
                    <a:pt x="227" y="2193"/>
                  </a:cubicBezTo>
                  <a:cubicBezTo>
                    <a:pt x="217" y="2206"/>
                    <a:pt x="208" y="2220"/>
                    <a:pt x="200" y="2234"/>
                  </a:cubicBezTo>
                  <a:cubicBezTo>
                    <a:pt x="195" y="2244"/>
                    <a:pt x="189" y="2253"/>
                    <a:pt x="185" y="2263"/>
                  </a:cubicBezTo>
                  <a:cubicBezTo>
                    <a:pt x="188" y="2181"/>
                    <a:pt x="207" y="2106"/>
                    <a:pt x="265" y="2041"/>
                  </a:cubicBezTo>
                  <a:cubicBezTo>
                    <a:pt x="290" y="2015"/>
                    <a:pt x="314" y="1989"/>
                    <a:pt x="338" y="1963"/>
                  </a:cubicBezTo>
                  <a:cubicBezTo>
                    <a:pt x="347" y="1953"/>
                    <a:pt x="378" y="1913"/>
                    <a:pt x="393" y="1908"/>
                  </a:cubicBezTo>
                  <a:cubicBezTo>
                    <a:pt x="394" y="1908"/>
                    <a:pt x="394" y="1908"/>
                    <a:pt x="395" y="1907"/>
                  </a:cubicBezTo>
                  <a:cubicBezTo>
                    <a:pt x="396" y="1906"/>
                    <a:pt x="395" y="1905"/>
                    <a:pt x="395" y="1905"/>
                  </a:cubicBezTo>
                  <a:cubicBezTo>
                    <a:pt x="395" y="1904"/>
                    <a:pt x="395" y="1904"/>
                    <a:pt x="395" y="1903"/>
                  </a:cubicBezTo>
                  <a:lnTo>
                    <a:pt x="394" y="1903"/>
                  </a:lnTo>
                  <a:cubicBezTo>
                    <a:pt x="397" y="1902"/>
                    <a:pt x="400" y="1900"/>
                    <a:pt x="403" y="1899"/>
                  </a:cubicBezTo>
                  <a:cubicBezTo>
                    <a:pt x="404" y="1898"/>
                    <a:pt x="405" y="1898"/>
                    <a:pt x="406" y="1897"/>
                  </a:cubicBezTo>
                  <a:cubicBezTo>
                    <a:pt x="455" y="1864"/>
                    <a:pt x="476" y="1790"/>
                    <a:pt x="500" y="1738"/>
                  </a:cubicBezTo>
                  <a:cubicBezTo>
                    <a:pt x="523" y="1687"/>
                    <a:pt x="540" y="1637"/>
                    <a:pt x="561" y="1588"/>
                  </a:cubicBezTo>
                  <a:cubicBezTo>
                    <a:pt x="580" y="1554"/>
                    <a:pt x="596" y="1519"/>
                    <a:pt x="609" y="1482"/>
                  </a:cubicBezTo>
                  <a:cubicBezTo>
                    <a:pt x="618" y="1449"/>
                    <a:pt x="627" y="1413"/>
                    <a:pt x="634" y="1376"/>
                  </a:cubicBezTo>
                  <a:cubicBezTo>
                    <a:pt x="634" y="1380"/>
                    <a:pt x="634" y="1383"/>
                    <a:pt x="634" y="1387"/>
                  </a:cubicBezTo>
                  <a:cubicBezTo>
                    <a:pt x="634" y="1419"/>
                    <a:pt x="636" y="1451"/>
                    <a:pt x="640" y="1482"/>
                  </a:cubicBezTo>
                  <a:cubicBezTo>
                    <a:pt x="644" y="1510"/>
                    <a:pt x="646" y="1538"/>
                    <a:pt x="646" y="1565"/>
                  </a:cubicBezTo>
                  <a:cubicBezTo>
                    <a:pt x="646" y="1577"/>
                    <a:pt x="646" y="1589"/>
                    <a:pt x="645" y="1600"/>
                  </a:cubicBezTo>
                  <a:cubicBezTo>
                    <a:pt x="641" y="1615"/>
                    <a:pt x="638" y="1630"/>
                    <a:pt x="636" y="1645"/>
                  </a:cubicBezTo>
                  <a:cubicBezTo>
                    <a:pt x="636" y="1647"/>
                    <a:pt x="639" y="1647"/>
                    <a:pt x="639" y="1645"/>
                  </a:cubicBezTo>
                  <a:cubicBezTo>
                    <a:pt x="644" y="1631"/>
                    <a:pt x="653" y="1617"/>
                    <a:pt x="658" y="1602"/>
                  </a:cubicBezTo>
                  <a:cubicBezTo>
                    <a:pt x="660" y="1588"/>
                    <a:pt x="661" y="1574"/>
                    <a:pt x="661" y="1559"/>
                  </a:cubicBezTo>
                  <a:cubicBezTo>
                    <a:pt x="661" y="1545"/>
                    <a:pt x="660" y="1531"/>
                    <a:pt x="658" y="1516"/>
                  </a:cubicBezTo>
                  <a:cubicBezTo>
                    <a:pt x="654" y="1452"/>
                    <a:pt x="642" y="1390"/>
                    <a:pt x="640" y="1326"/>
                  </a:cubicBezTo>
                  <a:cubicBezTo>
                    <a:pt x="641" y="1315"/>
                    <a:pt x="642" y="1303"/>
                    <a:pt x="643" y="1292"/>
                  </a:cubicBezTo>
                  <a:cubicBezTo>
                    <a:pt x="655" y="1275"/>
                    <a:pt x="671" y="1260"/>
                    <a:pt x="689" y="1249"/>
                  </a:cubicBezTo>
                  <a:cubicBezTo>
                    <a:pt x="706" y="1238"/>
                    <a:pt x="710" y="1207"/>
                    <a:pt x="717" y="1191"/>
                  </a:cubicBezTo>
                  <a:cubicBezTo>
                    <a:pt x="737" y="1147"/>
                    <a:pt x="787" y="1106"/>
                    <a:pt x="817" y="1069"/>
                  </a:cubicBezTo>
                  <a:cubicBezTo>
                    <a:pt x="842" y="1039"/>
                    <a:pt x="866" y="928"/>
                    <a:pt x="801" y="934"/>
                  </a:cubicBezTo>
                  <a:cubicBezTo>
                    <a:pt x="802" y="932"/>
                    <a:pt x="802" y="930"/>
                    <a:pt x="802" y="928"/>
                  </a:cubicBezTo>
                  <a:cubicBezTo>
                    <a:pt x="802" y="926"/>
                    <a:pt x="802" y="924"/>
                    <a:pt x="801" y="922"/>
                  </a:cubicBezTo>
                  <a:cubicBezTo>
                    <a:pt x="800" y="910"/>
                    <a:pt x="794" y="889"/>
                    <a:pt x="778" y="893"/>
                  </a:cubicBezTo>
                  <a:cubicBezTo>
                    <a:pt x="779" y="887"/>
                    <a:pt x="780" y="882"/>
                    <a:pt x="783" y="877"/>
                  </a:cubicBezTo>
                  <a:cubicBezTo>
                    <a:pt x="787" y="871"/>
                    <a:pt x="792" y="866"/>
                    <a:pt x="798" y="863"/>
                  </a:cubicBezTo>
                  <a:cubicBezTo>
                    <a:pt x="820" y="847"/>
                    <a:pt x="831" y="837"/>
                    <a:pt x="822" y="810"/>
                  </a:cubicBezTo>
                  <a:lnTo>
                    <a:pt x="822" y="808"/>
                  </a:lnTo>
                  <a:cubicBezTo>
                    <a:pt x="823" y="809"/>
                    <a:pt x="824" y="811"/>
                    <a:pt x="825" y="812"/>
                  </a:cubicBezTo>
                  <a:cubicBezTo>
                    <a:pt x="832" y="825"/>
                    <a:pt x="838" y="838"/>
                    <a:pt x="843" y="851"/>
                  </a:cubicBezTo>
                  <a:cubicBezTo>
                    <a:pt x="848" y="866"/>
                    <a:pt x="854" y="879"/>
                    <a:pt x="861" y="893"/>
                  </a:cubicBezTo>
                  <a:cubicBezTo>
                    <a:pt x="869" y="907"/>
                    <a:pt x="878" y="920"/>
                    <a:pt x="889" y="932"/>
                  </a:cubicBezTo>
                  <a:cubicBezTo>
                    <a:pt x="890" y="935"/>
                    <a:pt x="894" y="935"/>
                    <a:pt x="894" y="931"/>
                  </a:cubicBezTo>
                  <a:cubicBezTo>
                    <a:pt x="894" y="905"/>
                    <a:pt x="871" y="878"/>
                    <a:pt x="862" y="855"/>
                  </a:cubicBezTo>
                  <a:cubicBezTo>
                    <a:pt x="855" y="838"/>
                    <a:pt x="848" y="822"/>
                    <a:pt x="839" y="805"/>
                  </a:cubicBezTo>
                  <a:cubicBezTo>
                    <a:pt x="826" y="785"/>
                    <a:pt x="812" y="766"/>
                    <a:pt x="796" y="750"/>
                  </a:cubicBezTo>
                  <a:cubicBezTo>
                    <a:pt x="795" y="749"/>
                    <a:pt x="795" y="749"/>
                    <a:pt x="795" y="749"/>
                  </a:cubicBezTo>
                  <a:lnTo>
                    <a:pt x="794" y="749"/>
                  </a:lnTo>
                  <a:lnTo>
                    <a:pt x="793" y="749"/>
                  </a:lnTo>
                  <a:lnTo>
                    <a:pt x="793" y="750"/>
                  </a:lnTo>
                  <a:lnTo>
                    <a:pt x="793" y="751"/>
                  </a:lnTo>
                  <a:cubicBezTo>
                    <a:pt x="798" y="764"/>
                    <a:pt x="803" y="775"/>
                    <a:pt x="810" y="787"/>
                  </a:cubicBezTo>
                  <a:cubicBezTo>
                    <a:pt x="811" y="788"/>
                    <a:pt x="811" y="789"/>
                    <a:pt x="812" y="791"/>
                  </a:cubicBezTo>
                  <a:cubicBezTo>
                    <a:pt x="787" y="761"/>
                    <a:pt x="728" y="766"/>
                    <a:pt x="701" y="788"/>
                  </a:cubicBezTo>
                  <a:cubicBezTo>
                    <a:pt x="699" y="789"/>
                    <a:pt x="701" y="792"/>
                    <a:pt x="704" y="791"/>
                  </a:cubicBezTo>
                  <a:cubicBezTo>
                    <a:pt x="737" y="773"/>
                    <a:pt x="808" y="776"/>
                    <a:pt x="812" y="824"/>
                  </a:cubicBezTo>
                  <a:cubicBezTo>
                    <a:pt x="813" y="838"/>
                    <a:pt x="777" y="857"/>
                    <a:pt x="768" y="866"/>
                  </a:cubicBezTo>
                  <a:cubicBezTo>
                    <a:pt x="758" y="875"/>
                    <a:pt x="762" y="887"/>
                    <a:pt x="762" y="898"/>
                  </a:cubicBezTo>
                  <a:cubicBezTo>
                    <a:pt x="743" y="907"/>
                    <a:pt x="724" y="909"/>
                    <a:pt x="705" y="919"/>
                  </a:cubicBezTo>
                  <a:cubicBezTo>
                    <a:pt x="705" y="920"/>
                    <a:pt x="704" y="920"/>
                    <a:pt x="704" y="920"/>
                  </a:cubicBezTo>
                  <a:cubicBezTo>
                    <a:pt x="692" y="927"/>
                    <a:pt x="683" y="936"/>
                    <a:pt x="675" y="946"/>
                  </a:cubicBezTo>
                  <a:cubicBezTo>
                    <a:pt x="678" y="931"/>
                    <a:pt x="675" y="916"/>
                    <a:pt x="679" y="901"/>
                  </a:cubicBezTo>
                  <a:cubicBezTo>
                    <a:pt x="680" y="898"/>
                    <a:pt x="681" y="894"/>
                    <a:pt x="681" y="890"/>
                  </a:cubicBezTo>
                  <a:cubicBezTo>
                    <a:pt x="681" y="884"/>
                    <a:pt x="679" y="879"/>
                    <a:pt x="676" y="874"/>
                  </a:cubicBezTo>
                  <a:cubicBezTo>
                    <a:pt x="676" y="873"/>
                    <a:pt x="675" y="872"/>
                    <a:pt x="675" y="871"/>
                  </a:cubicBezTo>
                  <a:lnTo>
                    <a:pt x="674" y="871"/>
                  </a:lnTo>
                  <a:lnTo>
                    <a:pt x="673" y="871"/>
                  </a:lnTo>
                  <a:lnTo>
                    <a:pt x="672" y="871"/>
                  </a:lnTo>
                  <a:cubicBezTo>
                    <a:pt x="672" y="871"/>
                    <a:pt x="673" y="871"/>
                    <a:pt x="672" y="872"/>
                  </a:cubicBezTo>
                  <a:cubicBezTo>
                    <a:pt x="671" y="873"/>
                    <a:pt x="671" y="872"/>
                    <a:pt x="671" y="872"/>
                  </a:cubicBezTo>
                  <a:cubicBezTo>
                    <a:pt x="671" y="873"/>
                    <a:pt x="671" y="873"/>
                    <a:pt x="671" y="874"/>
                  </a:cubicBezTo>
                  <a:cubicBezTo>
                    <a:pt x="671" y="886"/>
                    <a:pt x="671" y="898"/>
                    <a:pt x="670" y="909"/>
                  </a:cubicBezTo>
                  <a:cubicBezTo>
                    <a:pt x="669" y="914"/>
                    <a:pt x="669" y="918"/>
                    <a:pt x="669" y="923"/>
                  </a:cubicBezTo>
                  <a:cubicBezTo>
                    <a:pt x="669" y="931"/>
                    <a:pt x="670" y="939"/>
                    <a:pt x="671" y="947"/>
                  </a:cubicBezTo>
                  <a:cubicBezTo>
                    <a:pt x="671" y="948"/>
                    <a:pt x="673" y="948"/>
                    <a:pt x="674" y="947"/>
                  </a:cubicBezTo>
                  <a:cubicBezTo>
                    <a:pt x="670" y="953"/>
                    <a:pt x="666" y="959"/>
                    <a:pt x="662" y="966"/>
                  </a:cubicBezTo>
                  <a:cubicBezTo>
                    <a:pt x="661" y="968"/>
                    <a:pt x="660" y="969"/>
                    <a:pt x="659" y="971"/>
                  </a:cubicBezTo>
                  <a:cubicBezTo>
                    <a:pt x="648" y="995"/>
                    <a:pt x="642" y="1020"/>
                    <a:pt x="640" y="1045"/>
                  </a:cubicBezTo>
                  <a:cubicBezTo>
                    <a:pt x="639" y="1045"/>
                    <a:pt x="638" y="1044"/>
                    <a:pt x="637" y="1044"/>
                  </a:cubicBezTo>
                  <a:cubicBezTo>
                    <a:pt x="636" y="1044"/>
                    <a:pt x="635" y="1045"/>
                    <a:pt x="634" y="1045"/>
                  </a:cubicBezTo>
                  <a:cubicBezTo>
                    <a:pt x="626" y="1051"/>
                    <a:pt x="624" y="1058"/>
                    <a:pt x="619" y="1066"/>
                  </a:cubicBezTo>
                  <a:cubicBezTo>
                    <a:pt x="616" y="1071"/>
                    <a:pt x="612" y="1076"/>
                    <a:pt x="608" y="1080"/>
                  </a:cubicBezTo>
                  <a:lnTo>
                    <a:pt x="600" y="1080"/>
                  </a:lnTo>
                  <a:cubicBezTo>
                    <a:pt x="587" y="1080"/>
                    <a:pt x="575" y="1083"/>
                    <a:pt x="562" y="1082"/>
                  </a:cubicBezTo>
                  <a:cubicBezTo>
                    <a:pt x="545" y="1082"/>
                    <a:pt x="537" y="1057"/>
                    <a:pt x="519" y="1056"/>
                  </a:cubicBezTo>
                  <a:cubicBezTo>
                    <a:pt x="492" y="1030"/>
                    <a:pt x="468" y="992"/>
                    <a:pt x="448" y="969"/>
                  </a:cubicBezTo>
                  <a:cubicBezTo>
                    <a:pt x="411" y="926"/>
                    <a:pt x="362" y="852"/>
                    <a:pt x="296" y="863"/>
                  </a:cubicBezTo>
                  <a:cubicBezTo>
                    <a:pt x="295" y="863"/>
                    <a:pt x="294" y="864"/>
                    <a:pt x="294" y="864"/>
                  </a:cubicBezTo>
                  <a:cubicBezTo>
                    <a:pt x="293" y="864"/>
                    <a:pt x="292" y="865"/>
                    <a:pt x="292" y="865"/>
                  </a:cubicBezTo>
                  <a:cubicBezTo>
                    <a:pt x="290" y="862"/>
                    <a:pt x="289" y="859"/>
                    <a:pt x="287" y="856"/>
                  </a:cubicBezTo>
                  <a:cubicBezTo>
                    <a:pt x="286" y="855"/>
                    <a:pt x="286" y="854"/>
                    <a:pt x="285" y="853"/>
                  </a:cubicBezTo>
                  <a:cubicBezTo>
                    <a:pt x="283" y="847"/>
                    <a:pt x="282" y="840"/>
                    <a:pt x="282" y="833"/>
                  </a:cubicBezTo>
                  <a:cubicBezTo>
                    <a:pt x="281" y="829"/>
                    <a:pt x="279" y="825"/>
                    <a:pt x="277" y="821"/>
                  </a:cubicBezTo>
                  <a:cubicBezTo>
                    <a:pt x="276" y="820"/>
                    <a:pt x="275" y="819"/>
                    <a:pt x="275" y="818"/>
                  </a:cubicBezTo>
                  <a:lnTo>
                    <a:pt x="276" y="818"/>
                  </a:lnTo>
                  <a:cubicBezTo>
                    <a:pt x="280" y="819"/>
                    <a:pt x="282" y="813"/>
                    <a:pt x="278" y="812"/>
                  </a:cubicBezTo>
                  <a:lnTo>
                    <a:pt x="266" y="808"/>
                  </a:lnTo>
                  <a:cubicBezTo>
                    <a:pt x="264" y="807"/>
                    <a:pt x="263" y="806"/>
                    <a:pt x="262" y="805"/>
                  </a:cubicBezTo>
                  <a:cubicBezTo>
                    <a:pt x="261" y="805"/>
                    <a:pt x="261" y="805"/>
                    <a:pt x="261" y="805"/>
                  </a:cubicBezTo>
                  <a:cubicBezTo>
                    <a:pt x="260" y="804"/>
                    <a:pt x="259" y="804"/>
                    <a:pt x="258" y="804"/>
                  </a:cubicBezTo>
                  <a:cubicBezTo>
                    <a:pt x="258" y="804"/>
                    <a:pt x="257" y="804"/>
                    <a:pt x="256" y="805"/>
                  </a:cubicBezTo>
                  <a:lnTo>
                    <a:pt x="255" y="805"/>
                  </a:lnTo>
                  <a:cubicBezTo>
                    <a:pt x="242" y="801"/>
                    <a:pt x="229" y="799"/>
                    <a:pt x="216" y="796"/>
                  </a:cubicBezTo>
                  <a:lnTo>
                    <a:pt x="215" y="796"/>
                  </a:lnTo>
                  <a:cubicBezTo>
                    <a:pt x="220" y="796"/>
                    <a:pt x="225" y="796"/>
                    <a:pt x="230" y="794"/>
                  </a:cubicBezTo>
                  <a:cubicBezTo>
                    <a:pt x="231" y="794"/>
                    <a:pt x="231" y="795"/>
                    <a:pt x="231" y="795"/>
                  </a:cubicBezTo>
                  <a:cubicBezTo>
                    <a:pt x="231" y="795"/>
                    <a:pt x="231" y="796"/>
                    <a:pt x="232" y="796"/>
                  </a:cubicBezTo>
                  <a:cubicBezTo>
                    <a:pt x="264" y="805"/>
                    <a:pt x="287" y="791"/>
                    <a:pt x="316" y="777"/>
                  </a:cubicBezTo>
                  <a:cubicBezTo>
                    <a:pt x="344" y="763"/>
                    <a:pt x="353" y="729"/>
                    <a:pt x="381" y="713"/>
                  </a:cubicBezTo>
                  <a:cubicBezTo>
                    <a:pt x="391" y="707"/>
                    <a:pt x="399" y="688"/>
                    <a:pt x="404" y="680"/>
                  </a:cubicBezTo>
                  <a:cubicBezTo>
                    <a:pt x="424" y="651"/>
                    <a:pt x="450" y="649"/>
                    <a:pt x="474" y="631"/>
                  </a:cubicBezTo>
                  <a:cubicBezTo>
                    <a:pt x="481" y="626"/>
                    <a:pt x="487" y="620"/>
                    <a:pt x="491" y="613"/>
                  </a:cubicBezTo>
                  <a:cubicBezTo>
                    <a:pt x="495" y="605"/>
                    <a:pt x="498" y="597"/>
                    <a:pt x="498" y="588"/>
                  </a:cubicBezTo>
                  <a:cubicBezTo>
                    <a:pt x="499" y="588"/>
                    <a:pt x="499" y="588"/>
                    <a:pt x="500" y="587"/>
                  </a:cubicBezTo>
                  <a:cubicBezTo>
                    <a:pt x="503" y="585"/>
                    <a:pt x="506" y="584"/>
                    <a:pt x="510" y="582"/>
                  </a:cubicBezTo>
                  <a:lnTo>
                    <a:pt x="507" y="585"/>
                  </a:lnTo>
                  <a:lnTo>
                    <a:pt x="506" y="586"/>
                  </a:lnTo>
                  <a:lnTo>
                    <a:pt x="506" y="587"/>
                  </a:lnTo>
                  <a:cubicBezTo>
                    <a:pt x="506" y="588"/>
                    <a:pt x="506" y="588"/>
                    <a:pt x="506" y="588"/>
                  </a:cubicBezTo>
                  <a:cubicBezTo>
                    <a:pt x="507" y="589"/>
                    <a:pt x="507" y="589"/>
                    <a:pt x="507" y="589"/>
                  </a:cubicBezTo>
                  <a:cubicBezTo>
                    <a:pt x="511" y="592"/>
                    <a:pt x="514" y="596"/>
                    <a:pt x="519" y="595"/>
                  </a:cubicBezTo>
                  <a:cubicBezTo>
                    <a:pt x="524" y="595"/>
                    <a:pt x="529" y="592"/>
                    <a:pt x="534" y="592"/>
                  </a:cubicBezTo>
                  <a:cubicBezTo>
                    <a:pt x="539" y="592"/>
                    <a:pt x="549" y="592"/>
                    <a:pt x="554" y="587"/>
                  </a:cubicBezTo>
                  <a:cubicBezTo>
                    <a:pt x="555" y="587"/>
                    <a:pt x="555" y="586"/>
                    <a:pt x="555" y="586"/>
                  </a:cubicBezTo>
                  <a:cubicBezTo>
                    <a:pt x="555" y="586"/>
                    <a:pt x="556" y="585"/>
                    <a:pt x="556" y="584"/>
                  </a:cubicBezTo>
                  <a:cubicBezTo>
                    <a:pt x="556" y="583"/>
                    <a:pt x="555" y="582"/>
                    <a:pt x="555" y="582"/>
                  </a:cubicBezTo>
                  <a:cubicBezTo>
                    <a:pt x="555" y="581"/>
                    <a:pt x="555" y="581"/>
                    <a:pt x="554" y="581"/>
                  </a:cubicBezTo>
                  <a:cubicBezTo>
                    <a:pt x="553" y="580"/>
                    <a:pt x="551" y="578"/>
                    <a:pt x="550" y="577"/>
                  </a:cubicBezTo>
                  <a:cubicBezTo>
                    <a:pt x="545" y="575"/>
                    <a:pt x="541" y="574"/>
                    <a:pt x="536" y="574"/>
                  </a:cubicBezTo>
                  <a:cubicBezTo>
                    <a:pt x="534" y="574"/>
                    <a:pt x="533" y="574"/>
                    <a:pt x="531" y="574"/>
                  </a:cubicBezTo>
                  <a:lnTo>
                    <a:pt x="526" y="574"/>
                  </a:lnTo>
                  <a:cubicBezTo>
                    <a:pt x="529" y="572"/>
                    <a:pt x="532" y="570"/>
                    <a:pt x="534" y="567"/>
                  </a:cubicBezTo>
                  <a:lnTo>
                    <a:pt x="536" y="569"/>
                  </a:lnTo>
                  <a:lnTo>
                    <a:pt x="537" y="569"/>
                  </a:lnTo>
                  <a:cubicBezTo>
                    <a:pt x="538" y="570"/>
                    <a:pt x="539" y="572"/>
                    <a:pt x="541" y="573"/>
                  </a:cubicBezTo>
                  <a:cubicBezTo>
                    <a:pt x="542" y="574"/>
                    <a:pt x="543" y="574"/>
                    <a:pt x="544" y="574"/>
                  </a:cubicBezTo>
                  <a:lnTo>
                    <a:pt x="550" y="574"/>
                  </a:lnTo>
                  <a:cubicBezTo>
                    <a:pt x="553" y="575"/>
                    <a:pt x="556" y="575"/>
                    <a:pt x="560" y="575"/>
                  </a:cubicBezTo>
                  <a:cubicBezTo>
                    <a:pt x="563" y="575"/>
                    <a:pt x="566" y="575"/>
                    <a:pt x="569" y="574"/>
                  </a:cubicBezTo>
                  <a:lnTo>
                    <a:pt x="572" y="574"/>
                  </a:lnTo>
                  <a:lnTo>
                    <a:pt x="585" y="572"/>
                  </a:lnTo>
                  <a:cubicBezTo>
                    <a:pt x="596" y="569"/>
                    <a:pt x="607" y="568"/>
                    <a:pt x="618" y="568"/>
                  </a:cubicBezTo>
                  <a:cubicBezTo>
                    <a:pt x="627" y="568"/>
                    <a:pt x="635" y="569"/>
                    <a:pt x="644" y="570"/>
                  </a:cubicBezTo>
                  <a:cubicBezTo>
                    <a:pt x="655" y="573"/>
                    <a:pt x="666" y="575"/>
                    <a:pt x="678" y="575"/>
                  </a:cubicBezTo>
                  <a:cubicBezTo>
                    <a:pt x="681" y="575"/>
                    <a:pt x="685" y="575"/>
                    <a:pt x="688" y="575"/>
                  </a:cubicBezTo>
                  <a:lnTo>
                    <a:pt x="693" y="575"/>
                  </a:lnTo>
                  <a:cubicBezTo>
                    <a:pt x="694" y="575"/>
                    <a:pt x="696" y="575"/>
                    <a:pt x="697" y="575"/>
                  </a:cubicBezTo>
                  <a:cubicBezTo>
                    <a:pt x="701" y="575"/>
                    <a:pt x="705" y="574"/>
                    <a:pt x="709" y="573"/>
                  </a:cubicBezTo>
                  <a:lnTo>
                    <a:pt x="710" y="573"/>
                  </a:lnTo>
                  <a:cubicBezTo>
                    <a:pt x="711" y="573"/>
                    <a:pt x="711" y="572"/>
                    <a:pt x="712" y="571"/>
                  </a:cubicBezTo>
                  <a:lnTo>
                    <a:pt x="712" y="570"/>
                  </a:lnTo>
                  <a:cubicBezTo>
                    <a:pt x="712" y="569"/>
                    <a:pt x="712" y="568"/>
                    <a:pt x="712" y="568"/>
                  </a:cubicBezTo>
                  <a:cubicBezTo>
                    <a:pt x="711" y="567"/>
                    <a:pt x="711" y="567"/>
                    <a:pt x="711" y="567"/>
                  </a:cubicBezTo>
                  <a:lnTo>
                    <a:pt x="717" y="569"/>
                  </a:lnTo>
                  <a:cubicBezTo>
                    <a:pt x="722" y="570"/>
                    <a:pt x="726" y="571"/>
                    <a:pt x="730" y="571"/>
                  </a:cubicBezTo>
                  <a:cubicBezTo>
                    <a:pt x="734" y="571"/>
                    <a:pt x="738" y="570"/>
                    <a:pt x="742" y="569"/>
                  </a:cubicBezTo>
                  <a:cubicBezTo>
                    <a:pt x="746" y="572"/>
                    <a:pt x="748" y="576"/>
                    <a:pt x="753" y="579"/>
                  </a:cubicBezTo>
                  <a:cubicBezTo>
                    <a:pt x="757" y="582"/>
                    <a:pt x="765" y="587"/>
                    <a:pt x="771" y="590"/>
                  </a:cubicBezTo>
                  <a:cubicBezTo>
                    <a:pt x="786" y="598"/>
                    <a:pt x="801" y="599"/>
                    <a:pt x="816" y="606"/>
                  </a:cubicBezTo>
                  <a:lnTo>
                    <a:pt x="817" y="606"/>
                  </a:lnTo>
                  <a:lnTo>
                    <a:pt x="818" y="606"/>
                  </a:lnTo>
                  <a:cubicBezTo>
                    <a:pt x="819" y="605"/>
                    <a:pt x="819" y="605"/>
                    <a:pt x="819" y="605"/>
                  </a:cubicBezTo>
                  <a:cubicBezTo>
                    <a:pt x="820" y="604"/>
                    <a:pt x="820" y="604"/>
                    <a:pt x="820" y="603"/>
                  </a:cubicBezTo>
                  <a:cubicBezTo>
                    <a:pt x="820" y="603"/>
                    <a:pt x="820" y="602"/>
                    <a:pt x="819" y="602"/>
                  </a:cubicBezTo>
                  <a:cubicBezTo>
                    <a:pt x="815" y="596"/>
                    <a:pt x="809" y="591"/>
                    <a:pt x="802" y="587"/>
                  </a:cubicBezTo>
                  <a:cubicBezTo>
                    <a:pt x="799" y="585"/>
                    <a:pt x="795" y="583"/>
                    <a:pt x="791" y="582"/>
                  </a:cubicBezTo>
                  <a:cubicBezTo>
                    <a:pt x="784" y="579"/>
                    <a:pt x="776" y="574"/>
                    <a:pt x="768" y="570"/>
                  </a:cubicBezTo>
                  <a:cubicBezTo>
                    <a:pt x="771" y="570"/>
                    <a:pt x="773" y="571"/>
                    <a:pt x="775" y="571"/>
                  </a:cubicBezTo>
                  <a:cubicBezTo>
                    <a:pt x="777" y="571"/>
                    <a:pt x="779" y="570"/>
                    <a:pt x="782" y="570"/>
                  </a:cubicBezTo>
                  <a:cubicBezTo>
                    <a:pt x="783" y="570"/>
                    <a:pt x="785" y="570"/>
                    <a:pt x="787" y="570"/>
                  </a:cubicBezTo>
                  <a:cubicBezTo>
                    <a:pt x="788" y="570"/>
                    <a:pt x="790" y="570"/>
                    <a:pt x="791" y="570"/>
                  </a:cubicBezTo>
                  <a:cubicBezTo>
                    <a:pt x="800" y="576"/>
                    <a:pt x="807" y="583"/>
                    <a:pt x="816" y="588"/>
                  </a:cubicBezTo>
                  <a:cubicBezTo>
                    <a:pt x="824" y="594"/>
                    <a:pt x="838" y="600"/>
                    <a:pt x="847" y="606"/>
                  </a:cubicBezTo>
                  <a:cubicBezTo>
                    <a:pt x="848" y="607"/>
                    <a:pt x="848" y="607"/>
                    <a:pt x="849" y="607"/>
                  </a:cubicBezTo>
                  <a:cubicBezTo>
                    <a:pt x="850" y="607"/>
                    <a:pt x="850" y="607"/>
                    <a:pt x="851" y="606"/>
                  </a:cubicBezTo>
                  <a:cubicBezTo>
                    <a:pt x="851" y="606"/>
                    <a:pt x="852" y="606"/>
                    <a:pt x="852" y="605"/>
                  </a:cubicBezTo>
                  <a:lnTo>
                    <a:pt x="852" y="604"/>
                  </a:lnTo>
                  <a:cubicBezTo>
                    <a:pt x="852" y="603"/>
                    <a:pt x="852" y="603"/>
                    <a:pt x="852" y="602"/>
                  </a:cubicBezTo>
                  <a:cubicBezTo>
                    <a:pt x="852" y="601"/>
                    <a:pt x="851" y="600"/>
                    <a:pt x="850" y="599"/>
                  </a:cubicBezTo>
                  <a:lnTo>
                    <a:pt x="854" y="601"/>
                  </a:lnTo>
                  <a:cubicBezTo>
                    <a:pt x="855" y="602"/>
                    <a:pt x="856" y="603"/>
                    <a:pt x="857" y="604"/>
                  </a:cubicBezTo>
                  <a:cubicBezTo>
                    <a:pt x="859" y="605"/>
                    <a:pt x="861" y="606"/>
                    <a:pt x="862" y="606"/>
                  </a:cubicBezTo>
                  <a:cubicBezTo>
                    <a:pt x="863" y="606"/>
                    <a:pt x="864" y="607"/>
                    <a:pt x="864" y="607"/>
                  </a:cubicBezTo>
                  <a:cubicBezTo>
                    <a:pt x="873" y="612"/>
                    <a:pt x="881" y="619"/>
                    <a:pt x="888" y="627"/>
                  </a:cubicBezTo>
                  <a:cubicBezTo>
                    <a:pt x="892" y="631"/>
                    <a:pt x="897" y="634"/>
                    <a:pt x="902" y="637"/>
                  </a:cubicBezTo>
                  <a:cubicBezTo>
                    <a:pt x="905" y="639"/>
                    <a:pt x="909" y="641"/>
                    <a:pt x="912" y="642"/>
                  </a:cubicBezTo>
                  <a:lnTo>
                    <a:pt x="918" y="644"/>
                  </a:lnTo>
                  <a:lnTo>
                    <a:pt x="919" y="645"/>
                  </a:lnTo>
                  <a:cubicBezTo>
                    <a:pt x="920" y="646"/>
                    <a:pt x="919" y="646"/>
                    <a:pt x="919" y="646"/>
                  </a:cubicBezTo>
                  <a:lnTo>
                    <a:pt x="920" y="646"/>
                  </a:lnTo>
                  <a:cubicBezTo>
                    <a:pt x="935" y="653"/>
                    <a:pt x="944" y="669"/>
                    <a:pt x="959" y="677"/>
                  </a:cubicBezTo>
                  <a:cubicBezTo>
                    <a:pt x="962" y="679"/>
                    <a:pt x="965" y="681"/>
                    <a:pt x="969" y="682"/>
                  </a:cubicBezTo>
                  <a:cubicBezTo>
                    <a:pt x="984" y="691"/>
                    <a:pt x="999" y="701"/>
                    <a:pt x="1013" y="712"/>
                  </a:cubicBezTo>
                  <a:cubicBezTo>
                    <a:pt x="1047" y="741"/>
                    <a:pt x="1084" y="767"/>
                    <a:pt x="1116" y="799"/>
                  </a:cubicBezTo>
                  <a:cubicBezTo>
                    <a:pt x="1130" y="812"/>
                    <a:pt x="1143" y="826"/>
                    <a:pt x="1156" y="840"/>
                  </a:cubicBezTo>
                  <a:cubicBezTo>
                    <a:pt x="1161" y="846"/>
                    <a:pt x="1189" y="878"/>
                    <a:pt x="1162" y="862"/>
                  </a:cubicBezTo>
                  <a:cubicBezTo>
                    <a:pt x="1151" y="856"/>
                    <a:pt x="1140" y="851"/>
                    <a:pt x="1128" y="846"/>
                  </a:cubicBezTo>
                  <a:cubicBezTo>
                    <a:pt x="1126" y="842"/>
                    <a:pt x="1125" y="839"/>
                    <a:pt x="1125" y="835"/>
                  </a:cubicBezTo>
                  <a:lnTo>
                    <a:pt x="1125" y="834"/>
                  </a:lnTo>
                  <a:lnTo>
                    <a:pt x="1124" y="833"/>
                  </a:lnTo>
                  <a:cubicBezTo>
                    <a:pt x="1123" y="833"/>
                    <a:pt x="1123" y="833"/>
                    <a:pt x="1123" y="833"/>
                  </a:cubicBezTo>
                  <a:cubicBezTo>
                    <a:pt x="1122" y="833"/>
                    <a:pt x="1122" y="833"/>
                    <a:pt x="1121" y="833"/>
                  </a:cubicBezTo>
                  <a:cubicBezTo>
                    <a:pt x="1121" y="833"/>
                    <a:pt x="1121" y="834"/>
                    <a:pt x="1120" y="834"/>
                  </a:cubicBezTo>
                  <a:lnTo>
                    <a:pt x="1120" y="835"/>
                  </a:lnTo>
                  <a:cubicBezTo>
                    <a:pt x="1120" y="838"/>
                    <a:pt x="1121" y="840"/>
                    <a:pt x="1122" y="842"/>
                  </a:cubicBezTo>
                  <a:cubicBezTo>
                    <a:pt x="1114" y="839"/>
                    <a:pt x="1106" y="835"/>
                    <a:pt x="1099" y="831"/>
                  </a:cubicBezTo>
                  <a:cubicBezTo>
                    <a:pt x="1097" y="830"/>
                    <a:pt x="1096" y="829"/>
                    <a:pt x="1094" y="828"/>
                  </a:cubicBezTo>
                  <a:cubicBezTo>
                    <a:pt x="1092" y="826"/>
                    <a:pt x="1089" y="831"/>
                    <a:pt x="1091" y="832"/>
                  </a:cubicBezTo>
                  <a:cubicBezTo>
                    <a:pt x="1093" y="833"/>
                    <a:pt x="1095" y="834"/>
                    <a:pt x="1096" y="835"/>
                  </a:cubicBezTo>
                  <a:cubicBezTo>
                    <a:pt x="1104" y="840"/>
                    <a:pt x="1112" y="843"/>
                    <a:pt x="1121" y="846"/>
                  </a:cubicBezTo>
                  <a:cubicBezTo>
                    <a:pt x="1129" y="849"/>
                    <a:pt x="1121" y="846"/>
                    <a:pt x="1121" y="846"/>
                  </a:cubicBezTo>
                  <a:lnTo>
                    <a:pt x="1125" y="850"/>
                  </a:lnTo>
                  <a:cubicBezTo>
                    <a:pt x="1130" y="857"/>
                    <a:pt x="1135" y="862"/>
                    <a:pt x="1142" y="868"/>
                  </a:cubicBezTo>
                  <a:cubicBezTo>
                    <a:pt x="1168" y="891"/>
                    <a:pt x="1176" y="926"/>
                    <a:pt x="1194" y="953"/>
                  </a:cubicBezTo>
                  <a:cubicBezTo>
                    <a:pt x="1195" y="955"/>
                    <a:pt x="1199" y="953"/>
                    <a:pt x="1198" y="952"/>
                  </a:cubicBezTo>
                  <a:cubicBezTo>
                    <a:pt x="1193" y="935"/>
                    <a:pt x="1185" y="919"/>
                    <a:pt x="1177" y="904"/>
                  </a:cubicBezTo>
                  <a:cubicBezTo>
                    <a:pt x="1174" y="899"/>
                    <a:pt x="1172" y="895"/>
                    <a:pt x="1170" y="891"/>
                  </a:cubicBezTo>
                  <a:cubicBezTo>
                    <a:pt x="1166" y="886"/>
                    <a:pt x="1162" y="882"/>
                    <a:pt x="1157" y="878"/>
                  </a:cubicBezTo>
                  <a:cubicBezTo>
                    <a:pt x="1202" y="913"/>
                    <a:pt x="1238" y="956"/>
                    <a:pt x="1267" y="1005"/>
                  </a:cubicBezTo>
                  <a:cubicBezTo>
                    <a:pt x="1272" y="1014"/>
                    <a:pt x="1278" y="1024"/>
                    <a:pt x="1282" y="1033"/>
                  </a:cubicBezTo>
                  <a:cubicBezTo>
                    <a:pt x="1287" y="1044"/>
                    <a:pt x="1292" y="1054"/>
                    <a:pt x="1297" y="1063"/>
                  </a:cubicBezTo>
                  <a:cubicBezTo>
                    <a:pt x="1302" y="1071"/>
                    <a:pt x="1307" y="1079"/>
                    <a:pt x="1313" y="1087"/>
                  </a:cubicBezTo>
                  <a:cubicBezTo>
                    <a:pt x="1307" y="1079"/>
                    <a:pt x="1293" y="1068"/>
                    <a:pt x="1285" y="1059"/>
                  </a:cubicBezTo>
                  <a:cubicBezTo>
                    <a:pt x="1278" y="1051"/>
                    <a:pt x="1271" y="1045"/>
                    <a:pt x="1262" y="1040"/>
                  </a:cubicBezTo>
                  <a:cubicBezTo>
                    <a:pt x="1258" y="1038"/>
                    <a:pt x="1254" y="1036"/>
                    <a:pt x="1250" y="1034"/>
                  </a:cubicBezTo>
                  <a:cubicBezTo>
                    <a:pt x="1242" y="1023"/>
                    <a:pt x="1234" y="1012"/>
                    <a:pt x="1227" y="1000"/>
                  </a:cubicBezTo>
                  <a:cubicBezTo>
                    <a:pt x="1226" y="1000"/>
                    <a:pt x="1226" y="1000"/>
                    <a:pt x="1226" y="1000"/>
                  </a:cubicBezTo>
                  <a:cubicBezTo>
                    <a:pt x="1225" y="1000"/>
                    <a:pt x="1225" y="1000"/>
                    <a:pt x="1224" y="1000"/>
                  </a:cubicBezTo>
                  <a:cubicBezTo>
                    <a:pt x="1224" y="1000"/>
                    <a:pt x="1225" y="1000"/>
                    <a:pt x="1224" y="1001"/>
                  </a:cubicBezTo>
                  <a:cubicBezTo>
                    <a:pt x="1223" y="1002"/>
                    <a:pt x="1223" y="1001"/>
                    <a:pt x="1223" y="1002"/>
                  </a:cubicBezTo>
                  <a:lnTo>
                    <a:pt x="1224" y="1003"/>
                  </a:lnTo>
                  <a:cubicBezTo>
                    <a:pt x="1229" y="1012"/>
                    <a:pt x="1234" y="1022"/>
                    <a:pt x="1239" y="1031"/>
                  </a:cubicBezTo>
                  <a:cubicBezTo>
                    <a:pt x="1234" y="1030"/>
                    <a:pt x="1230" y="1029"/>
                    <a:pt x="1225" y="1029"/>
                  </a:cubicBezTo>
                  <a:cubicBezTo>
                    <a:pt x="1222" y="1029"/>
                    <a:pt x="1223" y="1033"/>
                    <a:pt x="1225" y="1033"/>
                  </a:cubicBezTo>
                  <a:cubicBezTo>
                    <a:pt x="1231" y="1033"/>
                    <a:pt x="1237" y="1035"/>
                    <a:pt x="1242" y="1036"/>
                  </a:cubicBezTo>
                  <a:cubicBezTo>
                    <a:pt x="1250" y="1052"/>
                    <a:pt x="1259" y="1067"/>
                    <a:pt x="1267" y="1082"/>
                  </a:cubicBezTo>
                  <a:cubicBezTo>
                    <a:pt x="1269" y="1087"/>
                    <a:pt x="1271" y="1092"/>
                    <a:pt x="1274" y="1097"/>
                  </a:cubicBezTo>
                  <a:cubicBezTo>
                    <a:pt x="1284" y="1115"/>
                    <a:pt x="1299" y="1131"/>
                    <a:pt x="1315" y="1144"/>
                  </a:cubicBezTo>
                  <a:lnTo>
                    <a:pt x="1316" y="1145"/>
                  </a:lnTo>
                  <a:cubicBezTo>
                    <a:pt x="1317" y="1146"/>
                    <a:pt x="1318" y="1146"/>
                    <a:pt x="1319" y="1146"/>
                  </a:cubicBezTo>
                  <a:cubicBezTo>
                    <a:pt x="1320" y="1146"/>
                    <a:pt x="1321" y="1146"/>
                    <a:pt x="1322" y="1145"/>
                  </a:cubicBezTo>
                  <a:cubicBezTo>
                    <a:pt x="1323" y="1144"/>
                    <a:pt x="1324" y="1144"/>
                    <a:pt x="1325" y="1143"/>
                  </a:cubicBezTo>
                  <a:cubicBezTo>
                    <a:pt x="1325" y="1142"/>
                    <a:pt x="1326" y="1141"/>
                    <a:pt x="1326" y="1139"/>
                  </a:cubicBezTo>
                  <a:cubicBezTo>
                    <a:pt x="1326" y="1138"/>
                    <a:pt x="1326" y="1137"/>
                    <a:pt x="1325" y="1136"/>
                  </a:cubicBezTo>
                  <a:cubicBezTo>
                    <a:pt x="1324" y="1135"/>
                    <a:pt x="1324" y="1136"/>
                    <a:pt x="1324" y="1135"/>
                  </a:cubicBezTo>
                  <a:cubicBezTo>
                    <a:pt x="1321" y="1130"/>
                    <a:pt x="1318" y="1126"/>
                    <a:pt x="1314" y="1121"/>
                  </a:cubicBezTo>
                  <a:lnTo>
                    <a:pt x="1327" y="1135"/>
                  </a:lnTo>
                  <a:cubicBezTo>
                    <a:pt x="1354" y="1165"/>
                    <a:pt x="1369" y="1216"/>
                    <a:pt x="1386" y="1253"/>
                  </a:cubicBezTo>
                  <a:cubicBezTo>
                    <a:pt x="1393" y="1268"/>
                    <a:pt x="1398" y="1283"/>
                    <a:pt x="1404" y="1299"/>
                  </a:cubicBezTo>
                  <a:cubicBezTo>
                    <a:pt x="1393" y="1285"/>
                    <a:pt x="1379" y="1274"/>
                    <a:pt x="1364" y="1265"/>
                  </a:cubicBezTo>
                  <a:cubicBezTo>
                    <a:pt x="1353" y="1259"/>
                    <a:pt x="1342" y="1254"/>
                    <a:pt x="1330" y="1250"/>
                  </a:cubicBezTo>
                  <a:cubicBezTo>
                    <a:pt x="1327" y="1250"/>
                    <a:pt x="1326" y="1253"/>
                    <a:pt x="1328" y="1254"/>
                  </a:cubicBezTo>
                  <a:lnTo>
                    <a:pt x="1330" y="1254"/>
                  </a:lnTo>
                  <a:cubicBezTo>
                    <a:pt x="1337" y="1261"/>
                    <a:pt x="1344" y="1268"/>
                    <a:pt x="1350" y="1277"/>
                  </a:cubicBezTo>
                  <a:cubicBezTo>
                    <a:pt x="1350" y="1276"/>
                    <a:pt x="1349" y="1276"/>
                    <a:pt x="1349" y="1276"/>
                  </a:cubicBezTo>
                  <a:cubicBezTo>
                    <a:pt x="1340" y="1271"/>
                    <a:pt x="1331" y="1265"/>
                    <a:pt x="1323" y="1258"/>
                  </a:cubicBezTo>
                  <a:cubicBezTo>
                    <a:pt x="1293" y="1234"/>
                    <a:pt x="1263" y="1211"/>
                    <a:pt x="1235" y="1184"/>
                  </a:cubicBezTo>
                  <a:cubicBezTo>
                    <a:pt x="1176" y="1126"/>
                    <a:pt x="1137" y="1048"/>
                    <a:pt x="1097" y="976"/>
                  </a:cubicBezTo>
                  <a:cubicBezTo>
                    <a:pt x="1097" y="975"/>
                    <a:pt x="1095" y="976"/>
                    <a:pt x="1095" y="976"/>
                  </a:cubicBezTo>
                  <a:cubicBezTo>
                    <a:pt x="1108" y="1008"/>
                    <a:pt x="1124" y="1039"/>
                    <a:pt x="1141" y="1069"/>
                  </a:cubicBezTo>
                  <a:cubicBezTo>
                    <a:pt x="1166" y="1112"/>
                    <a:pt x="1195" y="1152"/>
                    <a:pt x="1228" y="1190"/>
                  </a:cubicBezTo>
                  <a:cubicBezTo>
                    <a:pt x="1255" y="1220"/>
                    <a:pt x="1293" y="1242"/>
                    <a:pt x="1321" y="1272"/>
                  </a:cubicBezTo>
                  <a:cubicBezTo>
                    <a:pt x="1327" y="1278"/>
                    <a:pt x="1334" y="1283"/>
                    <a:pt x="1341" y="1287"/>
                  </a:cubicBezTo>
                  <a:cubicBezTo>
                    <a:pt x="1349" y="1291"/>
                    <a:pt x="1356" y="1294"/>
                    <a:pt x="1364" y="1297"/>
                  </a:cubicBezTo>
                  <a:lnTo>
                    <a:pt x="1366" y="1301"/>
                  </a:lnTo>
                  <a:cubicBezTo>
                    <a:pt x="1349" y="1291"/>
                    <a:pt x="1331" y="1284"/>
                    <a:pt x="1312" y="1279"/>
                  </a:cubicBezTo>
                  <a:cubicBezTo>
                    <a:pt x="1301" y="1276"/>
                    <a:pt x="1290" y="1271"/>
                    <a:pt x="1280" y="1265"/>
                  </a:cubicBezTo>
                  <a:cubicBezTo>
                    <a:pt x="1274" y="1262"/>
                    <a:pt x="1269" y="1258"/>
                    <a:pt x="1263" y="1254"/>
                  </a:cubicBezTo>
                  <a:cubicBezTo>
                    <a:pt x="1261" y="1252"/>
                    <a:pt x="1259" y="1251"/>
                    <a:pt x="1257" y="1250"/>
                  </a:cubicBezTo>
                  <a:cubicBezTo>
                    <a:pt x="1252" y="1247"/>
                    <a:pt x="1248" y="1245"/>
                    <a:pt x="1243" y="1243"/>
                  </a:cubicBezTo>
                  <a:cubicBezTo>
                    <a:pt x="1243" y="1242"/>
                    <a:pt x="1243" y="1242"/>
                    <a:pt x="1242" y="1241"/>
                  </a:cubicBezTo>
                  <a:cubicBezTo>
                    <a:pt x="1232" y="1223"/>
                    <a:pt x="1219" y="1205"/>
                    <a:pt x="1204" y="1190"/>
                  </a:cubicBezTo>
                  <a:cubicBezTo>
                    <a:pt x="1184" y="1171"/>
                    <a:pt x="1181" y="1145"/>
                    <a:pt x="1157" y="1131"/>
                  </a:cubicBezTo>
                  <a:cubicBezTo>
                    <a:pt x="1154" y="1129"/>
                    <a:pt x="1152" y="1134"/>
                    <a:pt x="1155" y="1135"/>
                  </a:cubicBezTo>
                  <a:cubicBezTo>
                    <a:pt x="1174" y="1148"/>
                    <a:pt x="1209" y="1207"/>
                    <a:pt x="1218" y="1229"/>
                  </a:cubicBezTo>
                  <a:cubicBezTo>
                    <a:pt x="1220" y="1231"/>
                    <a:pt x="1221" y="1233"/>
                    <a:pt x="1223" y="1236"/>
                  </a:cubicBezTo>
                  <a:cubicBezTo>
                    <a:pt x="1236" y="1259"/>
                    <a:pt x="1251" y="1281"/>
                    <a:pt x="1268" y="1301"/>
                  </a:cubicBezTo>
                  <a:cubicBezTo>
                    <a:pt x="1283" y="1321"/>
                    <a:pt x="1298" y="1340"/>
                    <a:pt x="1312" y="1361"/>
                  </a:cubicBezTo>
                  <a:cubicBezTo>
                    <a:pt x="1315" y="1367"/>
                    <a:pt x="1318" y="1373"/>
                    <a:pt x="1321" y="1379"/>
                  </a:cubicBezTo>
                  <a:cubicBezTo>
                    <a:pt x="1326" y="1388"/>
                    <a:pt x="1331" y="1396"/>
                    <a:pt x="1337" y="1404"/>
                  </a:cubicBezTo>
                  <a:cubicBezTo>
                    <a:pt x="1356" y="1424"/>
                    <a:pt x="1373" y="1446"/>
                    <a:pt x="1387" y="1470"/>
                  </a:cubicBezTo>
                  <a:cubicBezTo>
                    <a:pt x="1396" y="1485"/>
                    <a:pt x="1403" y="1501"/>
                    <a:pt x="1410" y="1517"/>
                  </a:cubicBezTo>
                  <a:cubicBezTo>
                    <a:pt x="1410" y="1517"/>
                    <a:pt x="1410" y="1518"/>
                    <a:pt x="1411" y="1518"/>
                  </a:cubicBezTo>
                  <a:lnTo>
                    <a:pt x="1412" y="1518"/>
                  </a:lnTo>
                  <a:lnTo>
                    <a:pt x="1416" y="1518"/>
                  </a:lnTo>
                  <a:cubicBezTo>
                    <a:pt x="1418" y="1518"/>
                    <a:pt x="1419" y="1515"/>
                    <a:pt x="1417" y="1514"/>
                  </a:cubicBezTo>
                  <a:cubicBezTo>
                    <a:pt x="1411" y="1511"/>
                    <a:pt x="1400" y="1472"/>
                    <a:pt x="1396" y="1465"/>
                  </a:cubicBezTo>
                  <a:cubicBezTo>
                    <a:pt x="1387" y="1448"/>
                    <a:pt x="1377" y="1433"/>
                    <a:pt x="1370" y="1416"/>
                  </a:cubicBezTo>
                  <a:cubicBezTo>
                    <a:pt x="1364" y="1403"/>
                    <a:pt x="1350" y="1398"/>
                    <a:pt x="1344" y="1382"/>
                  </a:cubicBezTo>
                  <a:cubicBezTo>
                    <a:pt x="1342" y="1380"/>
                    <a:pt x="1341" y="1378"/>
                    <a:pt x="1340" y="1376"/>
                  </a:cubicBezTo>
                  <a:cubicBezTo>
                    <a:pt x="1329" y="1357"/>
                    <a:pt x="1317" y="1340"/>
                    <a:pt x="1302" y="1324"/>
                  </a:cubicBezTo>
                  <a:cubicBezTo>
                    <a:pt x="1291" y="1308"/>
                    <a:pt x="1280" y="1293"/>
                    <a:pt x="1268" y="1279"/>
                  </a:cubicBezTo>
                  <a:cubicBezTo>
                    <a:pt x="1262" y="1271"/>
                    <a:pt x="1256" y="1263"/>
                    <a:pt x="1251" y="1254"/>
                  </a:cubicBezTo>
                  <a:cubicBezTo>
                    <a:pt x="1253" y="1255"/>
                    <a:pt x="1255" y="1257"/>
                    <a:pt x="1257" y="1258"/>
                  </a:cubicBezTo>
                  <a:cubicBezTo>
                    <a:pt x="1261" y="1260"/>
                    <a:pt x="1264" y="1262"/>
                    <a:pt x="1268" y="1264"/>
                  </a:cubicBezTo>
                  <a:cubicBezTo>
                    <a:pt x="1301" y="1289"/>
                    <a:pt x="1342" y="1294"/>
                    <a:pt x="1374" y="1318"/>
                  </a:cubicBezTo>
                  <a:cubicBezTo>
                    <a:pt x="1375" y="1318"/>
                    <a:pt x="1375" y="1318"/>
                    <a:pt x="1376" y="1318"/>
                  </a:cubicBezTo>
                  <a:lnTo>
                    <a:pt x="1377" y="1318"/>
                  </a:lnTo>
                  <a:cubicBezTo>
                    <a:pt x="1385" y="1337"/>
                    <a:pt x="1395" y="1355"/>
                    <a:pt x="1405" y="1373"/>
                  </a:cubicBezTo>
                  <a:cubicBezTo>
                    <a:pt x="1416" y="1392"/>
                    <a:pt x="1428" y="1411"/>
                    <a:pt x="1441" y="1429"/>
                  </a:cubicBezTo>
                  <a:cubicBezTo>
                    <a:pt x="1455" y="1447"/>
                    <a:pt x="1458" y="1463"/>
                    <a:pt x="1462" y="1472"/>
                  </a:cubicBezTo>
                  <a:cubicBezTo>
                    <a:pt x="1475" y="1498"/>
                    <a:pt x="1489" y="1522"/>
                    <a:pt x="1500" y="1548"/>
                  </a:cubicBezTo>
                  <a:cubicBezTo>
                    <a:pt x="1503" y="1553"/>
                    <a:pt x="1534" y="1612"/>
                    <a:pt x="1533" y="1625"/>
                  </a:cubicBezTo>
                  <a:cubicBezTo>
                    <a:pt x="1513" y="1591"/>
                    <a:pt x="1494" y="1557"/>
                    <a:pt x="1472" y="1525"/>
                  </a:cubicBezTo>
                  <a:cubicBezTo>
                    <a:pt x="1471" y="1522"/>
                    <a:pt x="1467" y="1525"/>
                    <a:pt x="1469" y="1527"/>
                  </a:cubicBezTo>
                  <a:cubicBezTo>
                    <a:pt x="1476" y="1539"/>
                    <a:pt x="1484" y="1552"/>
                    <a:pt x="1491" y="1564"/>
                  </a:cubicBezTo>
                  <a:cubicBezTo>
                    <a:pt x="1509" y="1595"/>
                    <a:pt x="1525" y="1627"/>
                    <a:pt x="1540" y="1660"/>
                  </a:cubicBezTo>
                  <a:cubicBezTo>
                    <a:pt x="1542" y="1664"/>
                    <a:pt x="1544" y="1668"/>
                    <a:pt x="1546" y="1673"/>
                  </a:cubicBezTo>
                  <a:cubicBezTo>
                    <a:pt x="1550" y="1694"/>
                    <a:pt x="1554" y="1715"/>
                    <a:pt x="1557" y="1737"/>
                  </a:cubicBezTo>
                  <a:cubicBezTo>
                    <a:pt x="1557" y="1740"/>
                    <a:pt x="1561" y="1740"/>
                    <a:pt x="1561" y="1737"/>
                  </a:cubicBezTo>
                  <a:cubicBezTo>
                    <a:pt x="1561" y="1730"/>
                    <a:pt x="1561" y="1722"/>
                    <a:pt x="1561" y="1715"/>
                  </a:cubicBezTo>
                  <a:cubicBezTo>
                    <a:pt x="1572" y="1752"/>
                    <a:pt x="1577" y="1791"/>
                    <a:pt x="1585" y="1829"/>
                  </a:cubicBezTo>
                  <a:cubicBezTo>
                    <a:pt x="1603" y="1919"/>
                    <a:pt x="1610" y="2010"/>
                    <a:pt x="1621" y="2101"/>
                  </a:cubicBezTo>
                  <a:lnTo>
                    <a:pt x="1619" y="2095"/>
                  </a:lnTo>
                  <a:cubicBezTo>
                    <a:pt x="1598" y="2038"/>
                    <a:pt x="1602" y="1970"/>
                    <a:pt x="1580" y="1913"/>
                  </a:cubicBezTo>
                  <a:cubicBezTo>
                    <a:pt x="1572" y="1887"/>
                    <a:pt x="1566" y="1860"/>
                    <a:pt x="1560" y="1834"/>
                  </a:cubicBezTo>
                  <a:cubicBezTo>
                    <a:pt x="1550" y="1793"/>
                    <a:pt x="1531" y="1754"/>
                    <a:pt x="1523" y="1713"/>
                  </a:cubicBezTo>
                  <a:cubicBezTo>
                    <a:pt x="1523" y="1710"/>
                    <a:pt x="1519" y="1711"/>
                    <a:pt x="1519" y="1713"/>
                  </a:cubicBezTo>
                  <a:cubicBezTo>
                    <a:pt x="1530" y="1773"/>
                    <a:pt x="1546" y="1832"/>
                    <a:pt x="1558" y="1892"/>
                  </a:cubicBezTo>
                  <a:cubicBezTo>
                    <a:pt x="1570" y="1952"/>
                    <a:pt x="1595" y="2010"/>
                    <a:pt x="1600" y="2071"/>
                  </a:cubicBezTo>
                  <a:cubicBezTo>
                    <a:pt x="1604" y="2133"/>
                    <a:pt x="1634" y="2184"/>
                    <a:pt x="1655" y="2240"/>
                  </a:cubicBezTo>
                  <a:cubicBezTo>
                    <a:pt x="1667" y="2278"/>
                    <a:pt x="1674" y="2317"/>
                    <a:pt x="1674" y="2358"/>
                  </a:cubicBezTo>
                  <a:cubicBezTo>
                    <a:pt x="1675" y="2374"/>
                    <a:pt x="1674" y="2391"/>
                    <a:pt x="1676" y="2408"/>
                  </a:cubicBezTo>
                  <a:cubicBezTo>
                    <a:pt x="1677" y="2425"/>
                    <a:pt x="1685" y="2444"/>
                    <a:pt x="1684" y="2464"/>
                  </a:cubicBezTo>
                  <a:cubicBezTo>
                    <a:pt x="1684" y="2468"/>
                    <a:pt x="1691" y="2468"/>
                    <a:pt x="1692" y="2464"/>
                  </a:cubicBezTo>
                  <a:cubicBezTo>
                    <a:pt x="1693" y="2445"/>
                    <a:pt x="1693" y="2427"/>
                    <a:pt x="1693" y="2408"/>
                  </a:cubicBezTo>
                  <a:cubicBezTo>
                    <a:pt x="1693" y="2361"/>
                    <a:pt x="1689" y="2314"/>
                    <a:pt x="1681" y="2267"/>
                  </a:cubicBezTo>
                  <a:cubicBezTo>
                    <a:pt x="1675" y="2239"/>
                    <a:pt x="1665" y="2212"/>
                    <a:pt x="1652" y="2186"/>
                  </a:cubicBezTo>
                  <a:cubicBezTo>
                    <a:pt x="1644" y="2168"/>
                    <a:pt x="1638" y="2150"/>
                    <a:pt x="1632" y="2131"/>
                  </a:cubicBezTo>
                  <a:cubicBezTo>
                    <a:pt x="1634" y="2114"/>
                    <a:pt x="1635" y="2097"/>
                    <a:pt x="1635" y="2079"/>
                  </a:cubicBezTo>
                  <a:cubicBezTo>
                    <a:pt x="1635" y="2049"/>
                    <a:pt x="1632" y="2019"/>
                    <a:pt x="1627" y="1989"/>
                  </a:cubicBezTo>
                  <a:cubicBezTo>
                    <a:pt x="1619" y="1935"/>
                    <a:pt x="1614" y="1881"/>
                    <a:pt x="1603" y="1827"/>
                  </a:cubicBezTo>
                  <a:cubicBezTo>
                    <a:pt x="1592" y="1774"/>
                    <a:pt x="1587" y="1714"/>
                    <a:pt x="1560" y="1668"/>
                  </a:cubicBezTo>
                  <a:lnTo>
                    <a:pt x="1555" y="1660"/>
                  </a:lnTo>
                  <a:cubicBezTo>
                    <a:pt x="1545" y="1607"/>
                    <a:pt x="1529" y="1555"/>
                    <a:pt x="1516" y="1504"/>
                  </a:cubicBezTo>
                  <a:cubicBezTo>
                    <a:pt x="1504" y="1463"/>
                    <a:pt x="1487" y="1423"/>
                    <a:pt x="1465" y="1385"/>
                  </a:cubicBezTo>
                  <a:cubicBezTo>
                    <a:pt x="1454" y="1367"/>
                    <a:pt x="1443" y="1349"/>
                    <a:pt x="1430" y="1332"/>
                  </a:cubicBezTo>
                  <a:cubicBezTo>
                    <a:pt x="1417" y="1315"/>
                    <a:pt x="1430" y="1332"/>
                    <a:pt x="1429" y="1332"/>
                  </a:cubicBezTo>
                  <a:cubicBezTo>
                    <a:pt x="1415" y="1287"/>
                    <a:pt x="1396" y="1244"/>
                    <a:pt x="1373" y="1203"/>
                  </a:cubicBezTo>
                  <a:cubicBezTo>
                    <a:pt x="1372" y="1202"/>
                    <a:pt x="1372" y="1201"/>
                    <a:pt x="1371" y="1201"/>
                  </a:cubicBezTo>
                  <a:cubicBezTo>
                    <a:pt x="1366" y="1188"/>
                    <a:pt x="1360" y="1175"/>
                    <a:pt x="1353" y="1163"/>
                  </a:cubicBezTo>
                  <a:cubicBezTo>
                    <a:pt x="1344" y="1147"/>
                    <a:pt x="1333" y="1132"/>
                    <a:pt x="1322" y="1118"/>
                  </a:cubicBezTo>
                  <a:cubicBezTo>
                    <a:pt x="1312" y="1108"/>
                    <a:pt x="1302" y="1099"/>
                    <a:pt x="1293" y="1089"/>
                  </a:cubicBezTo>
                  <a:cubicBezTo>
                    <a:pt x="1281" y="1073"/>
                    <a:pt x="1269" y="1058"/>
                    <a:pt x="1258" y="1042"/>
                  </a:cubicBezTo>
                  <a:cubicBezTo>
                    <a:pt x="1282" y="1058"/>
                    <a:pt x="1295" y="1086"/>
                    <a:pt x="1323" y="1098"/>
                  </a:cubicBezTo>
                  <a:cubicBezTo>
                    <a:pt x="1323" y="1099"/>
                    <a:pt x="1323" y="1099"/>
                    <a:pt x="1323" y="1099"/>
                  </a:cubicBezTo>
                  <a:cubicBezTo>
                    <a:pt x="1324" y="1099"/>
                    <a:pt x="1324" y="1099"/>
                    <a:pt x="1324" y="1099"/>
                  </a:cubicBezTo>
                  <a:cubicBezTo>
                    <a:pt x="1325" y="1099"/>
                    <a:pt x="1325" y="1099"/>
                    <a:pt x="1325" y="1099"/>
                  </a:cubicBezTo>
                  <a:cubicBezTo>
                    <a:pt x="1326" y="1099"/>
                    <a:pt x="1326" y="1098"/>
                    <a:pt x="1326" y="1098"/>
                  </a:cubicBezTo>
                  <a:cubicBezTo>
                    <a:pt x="1297" y="1045"/>
                    <a:pt x="1273" y="990"/>
                    <a:pt x="1236" y="943"/>
                  </a:cubicBezTo>
                  <a:cubicBezTo>
                    <a:pt x="1206" y="909"/>
                    <a:pt x="1173" y="879"/>
                    <a:pt x="1137" y="853"/>
                  </a:cubicBezTo>
                  <a:cubicBezTo>
                    <a:pt x="1142" y="855"/>
                    <a:pt x="1147" y="857"/>
                    <a:pt x="1151" y="860"/>
                  </a:cubicBezTo>
                  <a:cubicBezTo>
                    <a:pt x="1165" y="868"/>
                    <a:pt x="1173" y="878"/>
                    <a:pt x="1189" y="877"/>
                  </a:cubicBezTo>
                  <a:cubicBezTo>
                    <a:pt x="1190" y="877"/>
                    <a:pt x="1190" y="878"/>
                    <a:pt x="1191" y="877"/>
                  </a:cubicBezTo>
                  <a:cubicBezTo>
                    <a:pt x="1192" y="876"/>
                    <a:pt x="1192" y="876"/>
                    <a:pt x="1192" y="876"/>
                  </a:cubicBezTo>
                  <a:cubicBezTo>
                    <a:pt x="1192" y="875"/>
                    <a:pt x="1193" y="874"/>
                    <a:pt x="1193" y="874"/>
                  </a:cubicBezTo>
                  <a:lnTo>
                    <a:pt x="1193" y="873"/>
                  </a:lnTo>
                  <a:cubicBezTo>
                    <a:pt x="1189" y="848"/>
                    <a:pt x="1164" y="830"/>
                    <a:pt x="1148" y="811"/>
                  </a:cubicBezTo>
                  <a:cubicBezTo>
                    <a:pt x="1125" y="784"/>
                    <a:pt x="1099" y="761"/>
                    <a:pt x="1069" y="741"/>
                  </a:cubicBezTo>
                  <a:cubicBezTo>
                    <a:pt x="1040" y="722"/>
                    <a:pt x="1017" y="697"/>
                    <a:pt x="986" y="682"/>
                  </a:cubicBezTo>
                  <a:cubicBezTo>
                    <a:pt x="971" y="673"/>
                    <a:pt x="957" y="663"/>
                    <a:pt x="943" y="652"/>
                  </a:cubicBezTo>
                  <a:cubicBezTo>
                    <a:pt x="949" y="654"/>
                    <a:pt x="956" y="656"/>
                    <a:pt x="963" y="657"/>
                  </a:cubicBezTo>
                  <a:cubicBezTo>
                    <a:pt x="1002" y="692"/>
                    <a:pt x="1120" y="719"/>
                    <a:pt x="1157" y="667"/>
                  </a:cubicBezTo>
                  <a:cubicBezTo>
                    <a:pt x="1230" y="638"/>
                    <a:pt x="1228" y="510"/>
                    <a:pt x="1203" y="448"/>
                  </a:cubicBezTo>
                  <a:cubicBezTo>
                    <a:pt x="1199" y="441"/>
                    <a:pt x="1196" y="434"/>
                    <a:pt x="1192" y="427"/>
                  </a:cubicBezTo>
                  <a:cubicBezTo>
                    <a:pt x="1184" y="414"/>
                    <a:pt x="1176" y="401"/>
                    <a:pt x="1167" y="389"/>
                  </a:cubicBezTo>
                  <a:cubicBezTo>
                    <a:pt x="1163" y="382"/>
                    <a:pt x="1159" y="375"/>
                    <a:pt x="1155" y="368"/>
                  </a:cubicBezTo>
                  <a:cubicBezTo>
                    <a:pt x="1144" y="348"/>
                    <a:pt x="1131" y="329"/>
                    <a:pt x="1116" y="311"/>
                  </a:cubicBezTo>
                  <a:cubicBezTo>
                    <a:pt x="1093" y="287"/>
                    <a:pt x="1078" y="257"/>
                    <a:pt x="1055" y="234"/>
                  </a:cubicBezTo>
                  <a:cubicBezTo>
                    <a:pt x="1032" y="212"/>
                    <a:pt x="1010" y="215"/>
                    <a:pt x="985" y="204"/>
                  </a:cubicBezTo>
                  <a:cubicBezTo>
                    <a:pt x="986" y="204"/>
                    <a:pt x="986" y="203"/>
                    <a:pt x="986" y="203"/>
                  </a:cubicBezTo>
                  <a:cubicBezTo>
                    <a:pt x="986" y="202"/>
                    <a:pt x="985" y="201"/>
                    <a:pt x="985" y="199"/>
                  </a:cubicBezTo>
                  <a:cubicBezTo>
                    <a:pt x="984" y="198"/>
                    <a:pt x="983" y="197"/>
                    <a:pt x="982" y="197"/>
                  </a:cubicBezTo>
                  <a:lnTo>
                    <a:pt x="981" y="196"/>
                  </a:lnTo>
                  <a:cubicBezTo>
                    <a:pt x="949" y="182"/>
                    <a:pt x="931" y="168"/>
                    <a:pt x="896" y="182"/>
                  </a:cubicBezTo>
                  <a:cubicBezTo>
                    <a:pt x="849" y="202"/>
                    <a:pt x="858" y="151"/>
                    <a:pt x="855" y="127"/>
                  </a:cubicBezTo>
                  <a:cubicBezTo>
                    <a:pt x="851" y="97"/>
                    <a:pt x="858" y="64"/>
                    <a:pt x="852" y="34"/>
                  </a:cubicBezTo>
                  <a:cubicBezTo>
                    <a:pt x="846" y="5"/>
                    <a:pt x="832" y="0"/>
                    <a:pt x="805" y="9"/>
                  </a:cubicBezTo>
                  <a:cubicBezTo>
                    <a:pt x="755" y="25"/>
                    <a:pt x="737" y="71"/>
                    <a:pt x="712" y="112"/>
                  </a:cubicBezTo>
                  <a:cubicBezTo>
                    <a:pt x="696" y="139"/>
                    <a:pt x="681" y="171"/>
                    <a:pt x="667" y="199"/>
                  </a:cubicBezTo>
                  <a:cubicBezTo>
                    <a:pt x="646" y="241"/>
                    <a:pt x="621" y="184"/>
                    <a:pt x="615" y="168"/>
                  </a:cubicBezTo>
                  <a:cubicBezTo>
                    <a:pt x="608" y="154"/>
                    <a:pt x="601" y="139"/>
                    <a:pt x="593" y="126"/>
                  </a:cubicBezTo>
                  <a:cubicBezTo>
                    <a:pt x="592" y="123"/>
                    <a:pt x="590" y="120"/>
                    <a:pt x="588" y="117"/>
                  </a:cubicBezTo>
                  <a:cubicBezTo>
                    <a:pt x="580" y="104"/>
                    <a:pt x="580" y="83"/>
                    <a:pt x="570" y="71"/>
                  </a:cubicBezTo>
                  <a:cubicBezTo>
                    <a:pt x="554" y="53"/>
                    <a:pt x="518" y="79"/>
                    <a:pt x="507" y="91"/>
                  </a:cubicBezTo>
                  <a:cubicBezTo>
                    <a:pt x="497" y="104"/>
                    <a:pt x="487" y="118"/>
                    <a:pt x="479" y="132"/>
                  </a:cubicBezTo>
                  <a:cubicBezTo>
                    <a:pt x="464" y="158"/>
                    <a:pt x="452" y="186"/>
                    <a:pt x="444" y="216"/>
                  </a:cubicBezTo>
                  <a:cubicBezTo>
                    <a:pt x="440" y="225"/>
                    <a:pt x="440" y="248"/>
                    <a:pt x="426" y="250"/>
                  </a:cubicBezTo>
                  <a:cubicBezTo>
                    <a:pt x="421" y="250"/>
                    <a:pt x="415" y="248"/>
                    <a:pt x="411" y="251"/>
                  </a:cubicBezTo>
                  <a:cubicBezTo>
                    <a:pt x="403" y="256"/>
                    <a:pt x="363" y="290"/>
                    <a:pt x="362" y="255"/>
                  </a:cubicBezTo>
                  <a:cubicBezTo>
                    <a:pt x="362" y="253"/>
                    <a:pt x="362" y="252"/>
                    <a:pt x="362" y="251"/>
                  </a:cubicBezTo>
                  <a:cubicBezTo>
                    <a:pt x="362" y="243"/>
                    <a:pt x="361" y="235"/>
                    <a:pt x="357" y="228"/>
                  </a:cubicBezTo>
                  <a:cubicBezTo>
                    <a:pt x="348" y="205"/>
                    <a:pt x="370" y="156"/>
                    <a:pt x="332" y="152"/>
                  </a:cubicBezTo>
                  <a:cubicBezTo>
                    <a:pt x="303" y="148"/>
                    <a:pt x="270" y="197"/>
                    <a:pt x="256" y="215"/>
                  </a:cubicBezTo>
                  <a:cubicBezTo>
                    <a:pt x="220" y="260"/>
                    <a:pt x="207" y="345"/>
                    <a:pt x="151" y="364"/>
                  </a:cubicBezTo>
                  <a:cubicBezTo>
                    <a:pt x="112" y="377"/>
                    <a:pt x="81" y="378"/>
                    <a:pt x="59" y="415"/>
                  </a:cubicBezTo>
                  <a:cubicBezTo>
                    <a:pt x="43" y="448"/>
                    <a:pt x="34" y="484"/>
                    <a:pt x="34" y="520"/>
                  </a:cubicBezTo>
                  <a:cubicBezTo>
                    <a:pt x="34" y="526"/>
                    <a:pt x="35" y="531"/>
                    <a:pt x="35" y="537"/>
                  </a:cubicBezTo>
                  <a:cubicBezTo>
                    <a:pt x="35" y="545"/>
                    <a:pt x="7" y="549"/>
                    <a:pt x="4" y="560"/>
                  </a:cubicBezTo>
                  <a:cubicBezTo>
                    <a:pt x="2" y="574"/>
                    <a:pt x="0" y="589"/>
                    <a:pt x="0" y="603"/>
                  </a:cubicBezTo>
                  <a:cubicBezTo>
                    <a:pt x="0" y="609"/>
                    <a:pt x="1" y="616"/>
                    <a:pt x="1" y="622"/>
                  </a:cubicBezTo>
                  <a:cubicBezTo>
                    <a:pt x="0" y="678"/>
                    <a:pt x="43" y="739"/>
                    <a:pt x="89" y="767"/>
                  </a:cubicBezTo>
                  <a:moveTo>
                    <a:pt x="639" y="1210"/>
                  </a:moveTo>
                  <a:cubicBezTo>
                    <a:pt x="644" y="1197"/>
                    <a:pt x="646" y="1182"/>
                    <a:pt x="646" y="1168"/>
                  </a:cubicBezTo>
                  <a:cubicBezTo>
                    <a:pt x="646" y="1160"/>
                    <a:pt x="646" y="1152"/>
                    <a:pt x="644" y="1144"/>
                  </a:cubicBezTo>
                  <a:cubicBezTo>
                    <a:pt x="659" y="1072"/>
                    <a:pt x="636" y="973"/>
                    <a:pt x="711" y="928"/>
                  </a:cubicBezTo>
                  <a:cubicBezTo>
                    <a:pt x="722" y="921"/>
                    <a:pt x="735" y="923"/>
                    <a:pt x="745" y="917"/>
                  </a:cubicBezTo>
                  <a:cubicBezTo>
                    <a:pt x="746" y="917"/>
                    <a:pt x="753" y="911"/>
                    <a:pt x="761" y="907"/>
                  </a:cubicBezTo>
                  <a:cubicBezTo>
                    <a:pt x="762" y="908"/>
                    <a:pt x="762" y="908"/>
                    <a:pt x="762" y="908"/>
                  </a:cubicBezTo>
                  <a:cubicBezTo>
                    <a:pt x="763" y="908"/>
                    <a:pt x="763" y="909"/>
                    <a:pt x="764" y="909"/>
                  </a:cubicBezTo>
                  <a:cubicBezTo>
                    <a:pt x="764" y="909"/>
                    <a:pt x="765" y="909"/>
                    <a:pt x="765" y="908"/>
                  </a:cubicBezTo>
                  <a:cubicBezTo>
                    <a:pt x="770" y="906"/>
                    <a:pt x="773" y="904"/>
                    <a:pt x="774" y="900"/>
                  </a:cubicBezTo>
                  <a:cubicBezTo>
                    <a:pt x="784" y="896"/>
                    <a:pt x="792" y="896"/>
                    <a:pt x="789" y="908"/>
                  </a:cubicBezTo>
                  <a:cubicBezTo>
                    <a:pt x="786" y="924"/>
                    <a:pt x="781" y="940"/>
                    <a:pt x="772" y="954"/>
                  </a:cubicBezTo>
                  <a:cubicBezTo>
                    <a:pt x="765" y="966"/>
                    <a:pt x="757" y="977"/>
                    <a:pt x="746" y="987"/>
                  </a:cubicBezTo>
                  <a:cubicBezTo>
                    <a:pt x="746" y="987"/>
                    <a:pt x="745" y="987"/>
                    <a:pt x="745" y="988"/>
                  </a:cubicBezTo>
                  <a:cubicBezTo>
                    <a:pt x="745" y="989"/>
                    <a:pt x="744" y="990"/>
                    <a:pt x="744" y="990"/>
                  </a:cubicBezTo>
                  <a:cubicBezTo>
                    <a:pt x="744" y="991"/>
                    <a:pt x="745" y="992"/>
                    <a:pt x="745" y="993"/>
                  </a:cubicBezTo>
                  <a:cubicBezTo>
                    <a:pt x="745" y="994"/>
                    <a:pt x="746" y="995"/>
                    <a:pt x="747" y="995"/>
                  </a:cubicBezTo>
                  <a:cubicBezTo>
                    <a:pt x="748" y="996"/>
                    <a:pt x="749" y="996"/>
                    <a:pt x="749" y="996"/>
                  </a:cubicBezTo>
                  <a:cubicBezTo>
                    <a:pt x="750" y="996"/>
                    <a:pt x="750" y="996"/>
                    <a:pt x="751" y="995"/>
                  </a:cubicBezTo>
                  <a:cubicBezTo>
                    <a:pt x="753" y="994"/>
                    <a:pt x="756" y="993"/>
                    <a:pt x="758" y="992"/>
                  </a:cubicBezTo>
                  <a:cubicBezTo>
                    <a:pt x="771" y="984"/>
                    <a:pt x="782" y="974"/>
                    <a:pt x="789" y="961"/>
                  </a:cubicBezTo>
                  <a:cubicBezTo>
                    <a:pt x="793" y="953"/>
                    <a:pt x="797" y="944"/>
                    <a:pt x="798" y="935"/>
                  </a:cubicBezTo>
                  <a:cubicBezTo>
                    <a:pt x="845" y="945"/>
                    <a:pt x="823" y="1012"/>
                    <a:pt x="809" y="1044"/>
                  </a:cubicBezTo>
                  <a:cubicBezTo>
                    <a:pt x="797" y="1064"/>
                    <a:pt x="781" y="1082"/>
                    <a:pt x="763" y="1098"/>
                  </a:cubicBezTo>
                  <a:cubicBezTo>
                    <a:pt x="750" y="1113"/>
                    <a:pt x="739" y="1129"/>
                    <a:pt x="724" y="1144"/>
                  </a:cubicBezTo>
                  <a:cubicBezTo>
                    <a:pt x="706" y="1163"/>
                    <a:pt x="690" y="1223"/>
                    <a:pt x="669" y="1232"/>
                  </a:cubicBezTo>
                  <a:cubicBezTo>
                    <a:pt x="667" y="1233"/>
                    <a:pt x="666" y="1234"/>
                    <a:pt x="664" y="1235"/>
                  </a:cubicBezTo>
                  <a:cubicBezTo>
                    <a:pt x="654" y="1241"/>
                    <a:pt x="646" y="1249"/>
                    <a:pt x="640" y="1258"/>
                  </a:cubicBezTo>
                  <a:cubicBezTo>
                    <a:pt x="640" y="1242"/>
                    <a:pt x="639" y="1226"/>
                    <a:pt x="636" y="1210"/>
                  </a:cubicBezTo>
                  <a:cubicBezTo>
                    <a:pt x="637" y="1211"/>
                    <a:pt x="637" y="1211"/>
                    <a:pt x="638" y="1211"/>
                  </a:cubicBezTo>
                  <a:cubicBezTo>
                    <a:pt x="638" y="1211"/>
                    <a:pt x="639" y="1211"/>
                    <a:pt x="640" y="1210"/>
                  </a:cubicBezTo>
                  <a:lnTo>
                    <a:pt x="639" y="1210"/>
                  </a:lnTo>
                  <a:moveTo>
                    <a:pt x="634" y="1173"/>
                  </a:moveTo>
                  <a:cubicBezTo>
                    <a:pt x="634" y="1173"/>
                    <a:pt x="634" y="1174"/>
                    <a:pt x="634" y="1175"/>
                  </a:cubicBezTo>
                  <a:cubicBezTo>
                    <a:pt x="634" y="1181"/>
                    <a:pt x="634" y="1186"/>
                    <a:pt x="633" y="1192"/>
                  </a:cubicBezTo>
                  <a:cubicBezTo>
                    <a:pt x="633" y="1190"/>
                    <a:pt x="633" y="1188"/>
                    <a:pt x="632" y="1186"/>
                  </a:cubicBezTo>
                  <a:cubicBezTo>
                    <a:pt x="632" y="1182"/>
                    <a:pt x="633" y="1178"/>
                    <a:pt x="635" y="1174"/>
                  </a:cubicBezTo>
                  <a:lnTo>
                    <a:pt x="634" y="1173"/>
                  </a:lnTo>
                  <a:moveTo>
                    <a:pt x="631" y="1167"/>
                  </a:moveTo>
                  <a:cubicBezTo>
                    <a:pt x="632" y="1166"/>
                    <a:pt x="633" y="1166"/>
                    <a:pt x="633" y="1165"/>
                  </a:cubicBezTo>
                  <a:cubicBezTo>
                    <a:pt x="633" y="1171"/>
                    <a:pt x="631" y="1177"/>
                    <a:pt x="631" y="1183"/>
                  </a:cubicBezTo>
                  <a:cubicBezTo>
                    <a:pt x="631" y="1182"/>
                    <a:pt x="631" y="1180"/>
                    <a:pt x="629" y="1179"/>
                  </a:cubicBezTo>
                  <a:cubicBezTo>
                    <a:pt x="630" y="1175"/>
                    <a:pt x="631" y="1171"/>
                    <a:pt x="631" y="1167"/>
                  </a:cubicBezTo>
                  <a:moveTo>
                    <a:pt x="233" y="1145"/>
                  </a:moveTo>
                  <a:lnTo>
                    <a:pt x="231" y="1150"/>
                  </a:lnTo>
                  <a:cubicBezTo>
                    <a:pt x="231" y="1149"/>
                    <a:pt x="231" y="1149"/>
                    <a:pt x="231" y="1149"/>
                  </a:cubicBezTo>
                  <a:lnTo>
                    <a:pt x="231" y="1148"/>
                  </a:lnTo>
                  <a:lnTo>
                    <a:pt x="233" y="1145"/>
                  </a:lnTo>
                  <a:moveTo>
                    <a:pt x="159" y="1226"/>
                  </a:moveTo>
                  <a:cubicBezTo>
                    <a:pt x="159" y="1230"/>
                    <a:pt x="159" y="1234"/>
                    <a:pt x="159" y="1238"/>
                  </a:cubicBezTo>
                  <a:cubicBezTo>
                    <a:pt x="159" y="1237"/>
                    <a:pt x="159" y="1237"/>
                    <a:pt x="158" y="1236"/>
                  </a:cubicBezTo>
                  <a:cubicBezTo>
                    <a:pt x="158" y="1235"/>
                    <a:pt x="157" y="1234"/>
                    <a:pt x="156" y="1233"/>
                  </a:cubicBezTo>
                  <a:lnTo>
                    <a:pt x="159" y="1226"/>
                  </a:lnTo>
                  <a:moveTo>
                    <a:pt x="248" y="1875"/>
                  </a:moveTo>
                  <a:lnTo>
                    <a:pt x="250" y="1873"/>
                  </a:lnTo>
                  <a:cubicBezTo>
                    <a:pt x="250" y="1874"/>
                    <a:pt x="250" y="1876"/>
                    <a:pt x="250" y="1877"/>
                  </a:cubicBezTo>
                  <a:lnTo>
                    <a:pt x="248" y="1875"/>
                  </a:lnTo>
                  <a:moveTo>
                    <a:pt x="619" y="1146"/>
                  </a:moveTo>
                  <a:lnTo>
                    <a:pt x="619" y="1146"/>
                  </a:lnTo>
                  <a:moveTo>
                    <a:pt x="601" y="1110"/>
                  </a:moveTo>
                  <a:lnTo>
                    <a:pt x="607" y="1110"/>
                  </a:lnTo>
                  <a:cubicBezTo>
                    <a:pt x="604" y="1110"/>
                    <a:pt x="601" y="1110"/>
                    <a:pt x="598" y="1111"/>
                  </a:cubicBezTo>
                  <a:lnTo>
                    <a:pt x="596" y="1109"/>
                  </a:lnTo>
                  <a:lnTo>
                    <a:pt x="601" y="1110"/>
                  </a:lnTo>
                  <a:moveTo>
                    <a:pt x="297" y="876"/>
                  </a:moveTo>
                  <a:lnTo>
                    <a:pt x="295" y="876"/>
                  </a:lnTo>
                  <a:lnTo>
                    <a:pt x="295" y="875"/>
                  </a:lnTo>
                  <a:cubicBezTo>
                    <a:pt x="295" y="875"/>
                    <a:pt x="296" y="876"/>
                    <a:pt x="297" y="876"/>
                  </a:cubicBezTo>
                  <a:moveTo>
                    <a:pt x="294" y="1190"/>
                  </a:moveTo>
                  <a:cubicBezTo>
                    <a:pt x="294" y="1192"/>
                    <a:pt x="299" y="1193"/>
                    <a:pt x="299" y="1190"/>
                  </a:cubicBezTo>
                  <a:cubicBezTo>
                    <a:pt x="302" y="1160"/>
                    <a:pt x="302" y="1131"/>
                    <a:pt x="303" y="1100"/>
                  </a:cubicBezTo>
                  <a:cubicBezTo>
                    <a:pt x="304" y="1070"/>
                    <a:pt x="312" y="1040"/>
                    <a:pt x="311" y="1010"/>
                  </a:cubicBezTo>
                  <a:cubicBezTo>
                    <a:pt x="312" y="997"/>
                    <a:pt x="313" y="983"/>
                    <a:pt x="314" y="970"/>
                  </a:cubicBezTo>
                  <a:cubicBezTo>
                    <a:pt x="319" y="984"/>
                    <a:pt x="322" y="998"/>
                    <a:pt x="323" y="1012"/>
                  </a:cubicBezTo>
                  <a:cubicBezTo>
                    <a:pt x="326" y="1058"/>
                    <a:pt x="323" y="1102"/>
                    <a:pt x="323" y="1147"/>
                  </a:cubicBezTo>
                  <a:cubicBezTo>
                    <a:pt x="323" y="1150"/>
                    <a:pt x="328" y="1150"/>
                    <a:pt x="329" y="1147"/>
                  </a:cubicBezTo>
                  <a:cubicBezTo>
                    <a:pt x="338" y="1098"/>
                    <a:pt x="342" y="1048"/>
                    <a:pt x="343" y="998"/>
                  </a:cubicBezTo>
                  <a:cubicBezTo>
                    <a:pt x="343" y="998"/>
                    <a:pt x="343" y="997"/>
                    <a:pt x="343" y="996"/>
                  </a:cubicBezTo>
                  <a:cubicBezTo>
                    <a:pt x="343" y="989"/>
                    <a:pt x="342" y="982"/>
                    <a:pt x="340" y="975"/>
                  </a:cubicBezTo>
                  <a:cubicBezTo>
                    <a:pt x="342" y="977"/>
                    <a:pt x="344" y="979"/>
                    <a:pt x="345" y="981"/>
                  </a:cubicBezTo>
                  <a:cubicBezTo>
                    <a:pt x="352" y="997"/>
                    <a:pt x="358" y="1014"/>
                    <a:pt x="362" y="1031"/>
                  </a:cubicBezTo>
                  <a:cubicBezTo>
                    <a:pt x="366" y="1044"/>
                    <a:pt x="370" y="1058"/>
                    <a:pt x="372" y="1072"/>
                  </a:cubicBezTo>
                  <a:cubicBezTo>
                    <a:pt x="372" y="1076"/>
                    <a:pt x="378" y="1075"/>
                    <a:pt x="378" y="1072"/>
                  </a:cubicBezTo>
                  <a:cubicBezTo>
                    <a:pt x="376" y="1049"/>
                    <a:pt x="373" y="1026"/>
                    <a:pt x="368" y="1004"/>
                  </a:cubicBezTo>
                  <a:lnTo>
                    <a:pt x="369" y="1006"/>
                  </a:lnTo>
                  <a:cubicBezTo>
                    <a:pt x="398" y="1050"/>
                    <a:pt x="434" y="1114"/>
                    <a:pt x="441" y="1167"/>
                  </a:cubicBezTo>
                  <a:cubicBezTo>
                    <a:pt x="441" y="1168"/>
                    <a:pt x="441" y="1168"/>
                    <a:pt x="441" y="1169"/>
                  </a:cubicBezTo>
                  <a:lnTo>
                    <a:pt x="442" y="1170"/>
                  </a:lnTo>
                  <a:cubicBezTo>
                    <a:pt x="443" y="1171"/>
                    <a:pt x="443" y="1170"/>
                    <a:pt x="444" y="1170"/>
                  </a:cubicBezTo>
                  <a:lnTo>
                    <a:pt x="445" y="1170"/>
                  </a:lnTo>
                  <a:cubicBezTo>
                    <a:pt x="445" y="1169"/>
                    <a:pt x="446" y="1169"/>
                    <a:pt x="446" y="1169"/>
                  </a:cubicBezTo>
                  <a:cubicBezTo>
                    <a:pt x="446" y="1168"/>
                    <a:pt x="446" y="1168"/>
                    <a:pt x="446" y="1167"/>
                  </a:cubicBezTo>
                  <a:cubicBezTo>
                    <a:pt x="444" y="1098"/>
                    <a:pt x="410" y="1031"/>
                    <a:pt x="372" y="969"/>
                  </a:cubicBezTo>
                  <a:lnTo>
                    <a:pt x="375" y="972"/>
                  </a:lnTo>
                  <a:cubicBezTo>
                    <a:pt x="376" y="974"/>
                    <a:pt x="378" y="975"/>
                    <a:pt x="381" y="977"/>
                  </a:cubicBezTo>
                  <a:cubicBezTo>
                    <a:pt x="383" y="979"/>
                    <a:pt x="387" y="980"/>
                    <a:pt x="390" y="980"/>
                  </a:cubicBezTo>
                  <a:cubicBezTo>
                    <a:pt x="391" y="980"/>
                    <a:pt x="392" y="979"/>
                    <a:pt x="391" y="978"/>
                  </a:cubicBezTo>
                  <a:cubicBezTo>
                    <a:pt x="383" y="968"/>
                    <a:pt x="380" y="958"/>
                    <a:pt x="372" y="948"/>
                  </a:cubicBezTo>
                  <a:cubicBezTo>
                    <a:pt x="364" y="939"/>
                    <a:pt x="354" y="930"/>
                    <a:pt x="347" y="920"/>
                  </a:cubicBezTo>
                  <a:cubicBezTo>
                    <a:pt x="341" y="912"/>
                    <a:pt x="335" y="905"/>
                    <a:pt x="327" y="898"/>
                  </a:cubicBezTo>
                  <a:lnTo>
                    <a:pt x="322" y="891"/>
                  </a:lnTo>
                  <a:lnTo>
                    <a:pt x="322" y="890"/>
                  </a:lnTo>
                  <a:cubicBezTo>
                    <a:pt x="322" y="890"/>
                    <a:pt x="321" y="889"/>
                    <a:pt x="320" y="888"/>
                  </a:cubicBezTo>
                  <a:cubicBezTo>
                    <a:pt x="319" y="888"/>
                    <a:pt x="318" y="887"/>
                    <a:pt x="317" y="887"/>
                  </a:cubicBezTo>
                  <a:cubicBezTo>
                    <a:pt x="316" y="887"/>
                    <a:pt x="315" y="888"/>
                    <a:pt x="314" y="888"/>
                  </a:cubicBezTo>
                  <a:lnTo>
                    <a:pt x="307" y="883"/>
                  </a:lnTo>
                  <a:cubicBezTo>
                    <a:pt x="306" y="881"/>
                    <a:pt x="305" y="880"/>
                    <a:pt x="303" y="879"/>
                  </a:cubicBezTo>
                  <a:cubicBezTo>
                    <a:pt x="302" y="878"/>
                    <a:pt x="301" y="878"/>
                    <a:pt x="299" y="878"/>
                  </a:cubicBezTo>
                  <a:cubicBezTo>
                    <a:pt x="358" y="885"/>
                    <a:pt x="402" y="934"/>
                    <a:pt x="436" y="978"/>
                  </a:cubicBezTo>
                  <a:cubicBezTo>
                    <a:pt x="464" y="1015"/>
                    <a:pt x="495" y="1049"/>
                    <a:pt x="531" y="1079"/>
                  </a:cubicBezTo>
                  <a:cubicBezTo>
                    <a:pt x="536" y="1089"/>
                    <a:pt x="541" y="1101"/>
                    <a:pt x="550" y="1105"/>
                  </a:cubicBezTo>
                  <a:cubicBezTo>
                    <a:pt x="558" y="1108"/>
                    <a:pt x="566" y="1109"/>
                    <a:pt x="574" y="1110"/>
                  </a:cubicBezTo>
                  <a:cubicBezTo>
                    <a:pt x="579" y="1113"/>
                    <a:pt x="583" y="1117"/>
                    <a:pt x="587" y="1121"/>
                  </a:cubicBezTo>
                  <a:lnTo>
                    <a:pt x="587" y="1122"/>
                  </a:lnTo>
                  <a:cubicBezTo>
                    <a:pt x="587" y="1124"/>
                    <a:pt x="586" y="1125"/>
                    <a:pt x="587" y="1126"/>
                  </a:cubicBezTo>
                  <a:cubicBezTo>
                    <a:pt x="588" y="1127"/>
                    <a:pt x="589" y="1128"/>
                    <a:pt x="590" y="1128"/>
                  </a:cubicBezTo>
                  <a:lnTo>
                    <a:pt x="591" y="1129"/>
                  </a:lnTo>
                  <a:cubicBezTo>
                    <a:pt x="595" y="1131"/>
                    <a:pt x="597" y="1134"/>
                    <a:pt x="600" y="1137"/>
                  </a:cubicBezTo>
                  <a:cubicBezTo>
                    <a:pt x="648" y="1208"/>
                    <a:pt x="611" y="1322"/>
                    <a:pt x="609" y="1401"/>
                  </a:cubicBezTo>
                  <a:cubicBezTo>
                    <a:pt x="605" y="1447"/>
                    <a:pt x="591" y="1492"/>
                    <a:pt x="568" y="1532"/>
                  </a:cubicBezTo>
                  <a:lnTo>
                    <a:pt x="568" y="1533"/>
                  </a:lnTo>
                  <a:cubicBezTo>
                    <a:pt x="567" y="1527"/>
                    <a:pt x="566" y="1522"/>
                    <a:pt x="565" y="1517"/>
                  </a:cubicBezTo>
                  <a:cubicBezTo>
                    <a:pt x="565" y="1513"/>
                    <a:pt x="559" y="1514"/>
                    <a:pt x="558" y="1517"/>
                  </a:cubicBezTo>
                  <a:cubicBezTo>
                    <a:pt x="556" y="1524"/>
                    <a:pt x="555" y="1532"/>
                    <a:pt x="555" y="1539"/>
                  </a:cubicBezTo>
                  <a:cubicBezTo>
                    <a:pt x="555" y="1544"/>
                    <a:pt x="556" y="1549"/>
                    <a:pt x="557" y="1554"/>
                  </a:cubicBezTo>
                  <a:lnTo>
                    <a:pt x="545" y="1578"/>
                  </a:lnTo>
                  <a:cubicBezTo>
                    <a:pt x="542" y="1584"/>
                    <a:pt x="539" y="1590"/>
                    <a:pt x="536" y="1596"/>
                  </a:cubicBezTo>
                  <a:cubicBezTo>
                    <a:pt x="536" y="1579"/>
                    <a:pt x="535" y="1563"/>
                    <a:pt x="532" y="1547"/>
                  </a:cubicBezTo>
                  <a:cubicBezTo>
                    <a:pt x="532" y="1546"/>
                    <a:pt x="532" y="1546"/>
                    <a:pt x="532" y="1546"/>
                  </a:cubicBezTo>
                  <a:cubicBezTo>
                    <a:pt x="531" y="1546"/>
                    <a:pt x="531" y="1545"/>
                    <a:pt x="531" y="1545"/>
                  </a:cubicBezTo>
                  <a:cubicBezTo>
                    <a:pt x="530" y="1545"/>
                    <a:pt x="530" y="1544"/>
                    <a:pt x="529" y="1544"/>
                  </a:cubicBezTo>
                  <a:lnTo>
                    <a:pt x="528" y="1545"/>
                  </a:lnTo>
                  <a:cubicBezTo>
                    <a:pt x="527" y="1545"/>
                    <a:pt x="527" y="1546"/>
                    <a:pt x="526" y="1546"/>
                  </a:cubicBezTo>
                  <a:lnTo>
                    <a:pt x="526" y="1547"/>
                  </a:lnTo>
                  <a:cubicBezTo>
                    <a:pt x="525" y="1565"/>
                    <a:pt x="523" y="1584"/>
                    <a:pt x="519" y="1603"/>
                  </a:cubicBezTo>
                  <a:cubicBezTo>
                    <a:pt x="517" y="1608"/>
                    <a:pt x="516" y="1613"/>
                    <a:pt x="516" y="1618"/>
                  </a:cubicBezTo>
                  <a:cubicBezTo>
                    <a:pt x="516" y="1624"/>
                    <a:pt x="517" y="1629"/>
                    <a:pt x="519" y="1634"/>
                  </a:cubicBezTo>
                  <a:cubicBezTo>
                    <a:pt x="512" y="1650"/>
                    <a:pt x="505" y="1666"/>
                    <a:pt x="499" y="1682"/>
                  </a:cubicBezTo>
                  <a:cubicBezTo>
                    <a:pt x="499" y="1677"/>
                    <a:pt x="501" y="1672"/>
                    <a:pt x="502" y="1667"/>
                  </a:cubicBezTo>
                  <a:cubicBezTo>
                    <a:pt x="508" y="1644"/>
                    <a:pt x="511" y="1620"/>
                    <a:pt x="511" y="1596"/>
                  </a:cubicBezTo>
                  <a:cubicBezTo>
                    <a:pt x="511" y="1591"/>
                    <a:pt x="510" y="1585"/>
                    <a:pt x="510" y="1579"/>
                  </a:cubicBezTo>
                  <a:cubicBezTo>
                    <a:pt x="510" y="1575"/>
                    <a:pt x="504" y="1576"/>
                    <a:pt x="504" y="1579"/>
                  </a:cubicBezTo>
                  <a:cubicBezTo>
                    <a:pt x="501" y="1612"/>
                    <a:pt x="494" y="1645"/>
                    <a:pt x="482" y="1675"/>
                  </a:cubicBezTo>
                  <a:cubicBezTo>
                    <a:pt x="478" y="1689"/>
                    <a:pt x="475" y="1703"/>
                    <a:pt x="474" y="1717"/>
                  </a:cubicBezTo>
                  <a:cubicBezTo>
                    <a:pt x="474" y="1727"/>
                    <a:pt x="473" y="1737"/>
                    <a:pt x="471" y="1747"/>
                  </a:cubicBezTo>
                  <a:cubicBezTo>
                    <a:pt x="466" y="1758"/>
                    <a:pt x="461" y="1770"/>
                    <a:pt x="456" y="1781"/>
                  </a:cubicBezTo>
                  <a:cubicBezTo>
                    <a:pt x="453" y="1787"/>
                    <a:pt x="450" y="1793"/>
                    <a:pt x="447" y="1799"/>
                  </a:cubicBezTo>
                  <a:cubicBezTo>
                    <a:pt x="447" y="1797"/>
                    <a:pt x="447" y="1795"/>
                    <a:pt x="447" y="1793"/>
                  </a:cubicBezTo>
                  <a:cubicBezTo>
                    <a:pt x="454" y="1738"/>
                    <a:pt x="469" y="1681"/>
                    <a:pt x="463" y="1625"/>
                  </a:cubicBezTo>
                  <a:lnTo>
                    <a:pt x="463" y="1624"/>
                  </a:lnTo>
                  <a:lnTo>
                    <a:pt x="462" y="1623"/>
                  </a:lnTo>
                  <a:cubicBezTo>
                    <a:pt x="461" y="1623"/>
                    <a:pt x="461" y="1622"/>
                    <a:pt x="460" y="1622"/>
                  </a:cubicBezTo>
                  <a:cubicBezTo>
                    <a:pt x="459" y="1622"/>
                    <a:pt x="459" y="1623"/>
                    <a:pt x="458" y="1623"/>
                  </a:cubicBezTo>
                  <a:lnTo>
                    <a:pt x="457" y="1624"/>
                  </a:lnTo>
                  <a:lnTo>
                    <a:pt x="457" y="1625"/>
                  </a:lnTo>
                  <a:cubicBezTo>
                    <a:pt x="452" y="1672"/>
                    <a:pt x="443" y="1719"/>
                    <a:pt x="431" y="1766"/>
                  </a:cubicBezTo>
                  <a:cubicBezTo>
                    <a:pt x="424" y="1805"/>
                    <a:pt x="416" y="1840"/>
                    <a:pt x="387" y="1867"/>
                  </a:cubicBezTo>
                  <a:cubicBezTo>
                    <a:pt x="394" y="1849"/>
                    <a:pt x="399" y="1832"/>
                    <a:pt x="403" y="1814"/>
                  </a:cubicBezTo>
                  <a:cubicBezTo>
                    <a:pt x="407" y="1801"/>
                    <a:pt x="413" y="1787"/>
                    <a:pt x="416" y="1775"/>
                  </a:cubicBezTo>
                  <a:cubicBezTo>
                    <a:pt x="416" y="1757"/>
                    <a:pt x="419" y="1739"/>
                    <a:pt x="424" y="1722"/>
                  </a:cubicBezTo>
                  <a:cubicBezTo>
                    <a:pt x="424" y="1721"/>
                    <a:pt x="424" y="1721"/>
                    <a:pt x="424" y="1720"/>
                  </a:cubicBezTo>
                  <a:cubicBezTo>
                    <a:pt x="424" y="1719"/>
                    <a:pt x="425" y="1719"/>
                    <a:pt x="424" y="1718"/>
                  </a:cubicBezTo>
                  <a:cubicBezTo>
                    <a:pt x="423" y="1717"/>
                    <a:pt x="423" y="1717"/>
                    <a:pt x="422" y="1717"/>
                  </a:cubicBezTo>
                  <a:lnTo>
                    <a:pt x="421" y="1716"/>
                  </a:lnTo>
                  <a:cubicBezTo>
                    <a:pt x="420" y="1716"/>
                    <a:pt x="419" y="1717"/>
                    <a:pt x="419" y="1717"/>
                  </a:cubicBezTo>
                  <a:cubicBezTo>
                    <a:pt x="418" y="1717"/>
                    <a:pt x="418" y="1718"/>
                    <a:pt x="417" y="1718"/>
                  </a:cubicBezTo>
                  <a:cubicBezTo>
                    <a:pt x="406" y="1736"/>
                    <a:pt x="405" y="1760"/>
                    <a:pt x="398" y="1779"/>
                  </a:cubicBezTo>
                  <a:cubicBezTo>
                    <a:pt x="383" y="1812"/>
                    <a:pt x="378" y="1850"/>
                    <a:pt x="355" y="1878"/>
                  </a:cubicBezTo>
                  <a:cubicBezTo>
                    <a:pt x="359" y="1865"/>
                    <a:pt x="363" y="1852"/>
                    <a:pt x="366" y="1838"/>
                  </a:cubicBezTo>
                  <a:cubicBezTo>
                    <a:pt x="373" y="1811"/>
                    <a:pt x="379" y="1782"/>
                    <a:pt x="388" y="1755"/>
                  </a:cubicBezTo>
                  <a:lnTo>
                    <a:pt x="388" y="1754"/>
                  </a:lnTo>
                  <a:lnTo>
                    <a:pt x="388" y="1753"/>
                  </a:lnTo>
                  <a:cubicBezTo>
                    <a:pt x="388" y="1752"/>
                    <a:pt x="387" y="1752"/>
                    <a:pt x="387" y="1752"/>
                  </a:cubicBezTo>
                  <a:cubicBezTo>
                    <a:pt x="386" y="1751"/>
                    <a:pt x="386" y="1751"/>
                    <a:pt x="385" y="1751"/>
                  </a:cubicBezTo>
                  <a:cubicBezTo>
                    <a:pt x="385" y="1751"/>
                    <a:pt x="384" y="1751"/>
                    <a:pt x="384" y="1752"/>
                  </a:cubicBezTo>
                  <a:cubicBezTo>
                    <a:pt x="384" y="1752"/>
                    <a:pt x="383" y="1752"/>
                    <a:pt x="383" y="1753"/>
                  </a:cubicBezTo>
                  <a:cubicBezTo>
                    <a:pt x="377" y="1767"/>
                    <a:pt x="327" y="1889"/>
                    <a:pt x="328" y="1889"/>
                  </a:cubicBezTo>
                  <a:cubicBezTo>
                    <a:pt x="327" y="1889"/>
                    <a:pt x="325" y="1889"/>
                    <a:pt x="324" y="1889"/>
                  </a:cubicBezTo>
                  <a:cubicBezTo>
                    <a:pt x="322" y="1889"/>
                    <a:pt x="322" y="1889"/>
                    <a:pt x="321" y="1889"/>
                  </a:cubicBezTo>
                  <a:cubicBezTo>
                    <a:pt x="328" y="1867"/>
                    <a:pt x="333" y="1843"/>
                    <a:pt x="337" y="1820"/>
                  </a:cubicBezTo>
                  <a:cubicBezTo>
                    <a:pt x="344" y="1794"/>
                    <a:pt x="349" y="1768"/>
                    <a:pt x="353" y="1741"/>
                  </a:cubicBezTo>
                  <a:lnTo>
                    <a:pt x="353" y="1740"/>
                  </a:lnTo>
                  <a:cubicBezTo>
                    <a:pt x="353" y="1740"/>
                    <a:pt x="354" y="1739"/>
                    <a:pt x="353" y="1738"/>
                  </a:cubicBezTo>
                  <a:cubicBezTo>
                    <a:pt x="352" y="1737"/>
                    <a:pt x="352" y="1737"/>
                    <a:pt x="351" y="1737"/>
                  </a:cubicBezTo>
                  <a:cubicBezTo>
                    <a:pt x="351" y="1737"/>
                    <a:pt x="350" y="1736"/>
                    <a:pt x="349" y="1736"/>
                  </a:cubicBezTo>
                  <a:cubicBezTo>
                    <a:pt x="349" y="1736"/>
                    <a:pt x="348" y="1737"/>
                    <a:pt x="347" y="1737"/>
                  </a:cubicBezTo>
                  <a:lnTo>
                    <a:pt x="346" y="1738"/>
                  </a:lnTo>
                  <a:lnTo>
                    <a:pt x="346" y="1739"/>
                  </a:lnTo>
                  <a:cubicBezTo>
                    <a:pt x="336" y="1764"/>
                    <a:pt x="328" y="1788"/>
                    <a:pt x="320" y="1813"/>
                  </a:cubicBezTo>
                  <a:cubicBezTo>
                    <a:pt x="311" y="1839"/>
                    <a:pt x="311" y="1869"/>
                    <a:pt x="298" y="1888"/>
                  </a:cubicBezTo>
                  <a:cubicBezTo>
                    <a:pt x="298" y="1888"/>
                    <a:pt x="299" y="1888"/>
                    <a:pt x="299" y="1889"/>
                  </a:cubicBezTo>
                  <a:cubicBezTo>
                    <a:pt x="300" y="1889"/>
                    <a:pt x="300" y="1890"/>
                    <a:pt x="300" y="1890"/>
                  </a:cubicBezTo>
                  <a:cubicBezTo>
                    <a:pt x="300" y="1890"/>
                    <a:pt x="300" y="1891"/>
                    <a:pt x="299" y="1891"/>
                  </a:cubicBezTo>
                  <a:lnTo>
                    <a:pt x="298" y="1892"/>
                  </a:lnTo>
                  <a:cubicBezTo>
                    <a:pt x="298" y="1892"/>
                    <a:pt x="298" y="1891"/>
                    <a:pt x="297" y="1891"/>
                  </a:cubicBezTo>
                  <a:lnTo>
                    <a:pt x="297" y="1890"/>
                  </a:lnTo>
                  <a:cubicBezTo>
                    <a:pt x="291" y="1879"/>
                    <a:pt x="298" y="1870"/>
                    <a:pt x="298" y="1859"/>
                  </a:cubicBezTo>
                  <a:cubicBezTo>
                    <a:pt x="298" y="1839"/>
                    <a:pt x="302" y="1819"/>
                    <a:pt x="311" y="1800"/>
                  </a:cubicBezTo>
                  <a:cubicBezTo>
                    <a:pt x="311" y="1800"/>
                    <a:pt x="311" y="1799"/>
                    <a:pt x="311" y="1798"/>
                  </a:cubicBezTo>
                  <a:cubicBezTo>
                    <a:pt x="311" y="1798"/>
                    <a:pt x="312" y="1797"/>
                    <a:pt x="311" y="1796"/>
                  </a:cubicBezTo>
                  <a:cubicBezTo>
                    <a:pt x="310" y="1795"/>
                    <a:pt x="310" y="1796"/>
                    <a:pt x="309" y="1795"/>
                  </a:cubicBezTo>
                  <a:cubicBezTo>
                    <a:pt x="308" y="1794"/>
                    <a:pt x="308" y="1794"/>
                    <a:pt x="307" y="1794"/>
                  </a:cubicBezTo>
                  <a:cubicBezTo>
                    <a:pt x="306" y="1794"/>
                    <a:pt x="306" y="1794"/>
                    <a:pt x="305" y="1795"/>
                  </a:cubicBezTo>
                  <a:cubicBezTo>
                    <a:pt x="304" y="1796"/>
                    <a:pt x="304" y="1795"/>
                    <a:pt x="304" y="1795"/>
                  </a:cubicBezTo>
                  <a:cubicBezTo>
                    <a:pt x="299" y="1800"/>
                    <a:pt x="294" y="1806"/>
                    <a:pt x="290" y="1813"/>
                  </a:cubicBezTo>
                  <a:cubicBezTo>
                    <a:pt x="289" y="1815"/>
                    <a:pt x="288" y="1818"/>
                    <a:pt x="287" y="1820"/>
                  </a:cubicBezTo>
                  <a:cubicBezTo>
                    <a:pt x="284" y="1827"/>
                    <a:pt x="282" y="1834"/>
                    <a:pt x="279" y="1840"/>
                  </a:cubicBezTo>
                  <a:cubicBezTo>
                    <a:pt x="276" y="1846"/>
                    <a:pt x="279" y="1853"/>
                    <a:pt x="275" y="1860"/>
                  </a:cubicBezTo>
                  <a:cubicBezTo>
                    <a:pt x="274" y="1863"/>
                    <a:pt x="273" y="1865"/>
                    <a:pt x="272" y="1869"/>
                  </a:cubicBezTo>
                  <a:cubicBezTo>
                    <a:pt x="272" y="1857"/>
                    <a:pt x="274" y="1836"/>
                    <a:pt x="275" y="1832"/>
                  </a:cubicBezTo>
                  <a:cubicBezTo>
                    <a:pt x="278" y="1808"/>
                    <a:pt x="284" y="1784"/>
                    <a:pt x="292" y="1761"/>
                  </a:cubicBezTo>
                  <a:cubicBezTo>
                    <a:pt x="292" y="1760"/>
                    <a:pt x="292" y="1760"/>
                    <a:pt x="292" y="1760"/>
                  </a:cubicBezTo>
                  <a:lnTo>
                    <a:pt x="292" y="1759"/>
                  </a:lnTo>
                  <a:cubicBezTo>
                    <a:pt x="292" y="1758"/>
                    <a:pt x="292" y="1758"/>
                    <a:pt x="291" y="1758"/>
                  </a:cubicBezTo>
                  <a:lnTo>
                    <a:pt x="290" y="1757"/>
                  </a:lnTo>
                  <a:cubicBezTo>
                    <a:pt x="289" y="1757"/>
                    <a:pt x="289" y="1758"/>
                    <a:pt x="289" y="1758"/>
                  </a:cubicBezTo>
                  <a:cubicBezTo>
                    <a:pt x="288" y="1758"/>
                    <a:pt x="288" y="1758"/>
                    <a:pt x="288" y="1758"/>
                  </a:cubicBezTo>
                  <a:cubicBezTo>
                    <a:pt x="284" y="1764"/>
                    <a:pt x="280" y="1770"/>
                    <a:pt x="276" y="1776"/>
                  </a:cubicBezTo>
                  <a:cubicBezTo>
                    <a:pt x="265" y="1796"/>
                    <a:pt x="257" y="1818"/>
                    <a:pt x="254" y="1840"/>
                  </a:cubicBezTo>
                  <a:cubicBezTo>
                    <a:pt x="254" y="1848"/>
                    <a:pt x="252" y="1855"/>
                    <a:pt x="251" y="1863"/>
                  </a:cubicBezTo>
                  <a:cubicBezTo>
                    <a:pt x="250" y="1862"/>
                    <a:pt x="250" y="1861"/>
                    <a:pt x="249" y="1861"/>
                  </a:cubicBezTo>
                  <a:cubicBezTo>
                    <a:pt x="246" y="1859"/>
                    <a:pt x="247" y="1836"/>
                    <a:pt x="247" y="1834"/>
                  </a:cubicBezTo>
                  <a:cubicBezTo>
                    <a:pt x="247" y="1810"/>
                    <a:pt x="251" y="1786"/>
                    <a:pt x="260" y="1764"/>
                  </a:cubicBezTo>
                  <a:cubicBezTo>
                    <a:pt x="269" y="1747"/>
                    <a:pt x="276" y="1729"/>
                    <a:pt x="282" y="1711"/>
                  </a:cubicBezTo>
                  <a:cubicBezTo>
                    <a:pt x="282" y="1709"/>
                    <a:pt x="280" y="1708"/>
                    <a:pt x="279" y="1711"/>
                  </a:cubicBezTo>
                  <a:cubicBezTo>
                    <a:pt x="275" y="1722"/>
                    <a:pt x="264" y="1730"/>
                    <a:pt x="261" y="1742"/>
                  </a:cubicBezTo>
                  <a:cubicBezTo>
                    <a:pt x="255" y="1762"/>
                    <a:pt x="247" y="1782"/>
                    <a:pt x="239" y="1801"/>
                  </a:cubicBezTo>
                  <a:cubicBezTo>
                    <a:pt x="233" y="1815"/>
                    <a:pt x="229" y="1830"/>
                    <a:pt x="227" y="1845"/>
                  </a:cubicBezTo>
                  <a:cubicBezTo>
                    <a:pt x="219" y="1833"/>
                    <a:pt x="243" y="1751"/>
                    <a:pt x="244" y="1745"/>
                  </a:cubicBezTo>
                  <a:cubicBezTo>
                    <a:pt x="247" y="1735"/>
                    <a:pt x="250" y="1725"/>
                    <a:pt x="255" y="1715"/>
                  </a:cubicBezTo>
                  <a:cubicBezTo>
                    <a:pt x="262" y="1693"/>
                    <a:pt x="270" y="1672"/>
                    <a:pt x="279" y="1650"/>
                  </a:cubicBezTo>
                  <a:cubicBezTo>
                    <a:pt x="279" y="1649"/>
                    <a:pt x="277" y="1648"/>
                    <a:pt x="276" y="1649"/>
                  </a:cubicBezTo>
                  <a:cubicBezTo>
                    <a:pt x="274" y="1652"/>
                    <a:pt x="271" y="1655"/>
                    <a:pt x="269" y="1659"/>
                  </a:cubicBezTo>
                  <a:cubicBezTo>
                    <a:pt x="262" y="1671"/>
                    <a:pt x="257" y="1684"/>
                    <a:pt x="253" y="1696"/>
                  </a:cubicBezTo>
                  <a:cubicBezTo>
                    <a:pt x="243" y="1713"/>
                    <a:pt x="235" y="1731"/>
                    <a:pt x="228" y="1748"/>
                  </a:cubicBezTo>
                  <a:cubicBezTo>
                    <a:pt x="220" y="1765"/>
                    <a:pt x="213" y="1782"/>
                    <a:pt x="208" y="1800"/>
                  </a:cubicBezTo>
                  <a:cubicBezTo>
                    <a:pt x="208" y="1806"/>
                    <a:pt x="206" y="1812"/>
                    <a:pt x="206" y="1820"/>
                  </a:cubicBezTo>
                  <a:lnTo>
                    <a:pt x="206" y="1819"/>
                  </a:lnTo>
                  <a:cubicBezTo>
                    <a:pt x="195" y="1778"/>
                    <a:pt x="211" y="1729"/>
                    <a:pt x="224" y="1690"/>
                  </a:cubicBezTo>
                  <a:cubicBezTo>
                    <a:pt x="224" y="1688"/>
                    <a:pt x="221" y="1687"/>
                    <a:pt x="220" y="1689"/>
                  </a:cubicBezTo>
                  <a:cubicBezTo>
                    <a:pt x="213" y="1705"/>
                    <a:pt x="207" y="1721"/>
                    <a:pt x="201" y="1737"/>
                  </a:cubicBezTo>
                  <a:cubicBezTo>
                    <a:pt x="202" y="1734"/>
                    <a:pt x="202" y="1731"/>
                    <a:pt x="202" y="1728"/>
                  </a:cubicBezTo>
                  <a:cubicBezTo>
                    <a:pt x="202" y="1720"/>
                    <a:pt x="201" y="1712"/>
                    <a:pt x="200" y="1705"/>
                  </a:cubicBezTo>
                  <a:cubicBezTo>
                    <a:pt x="197" y="1690"/>
                    <a:pt x="191" y="1675"/>
                    <a:pt x="184" y="1662"/>
                  </a:cubicBezTo>
                  <a:cubicBezTo>
                    <a:pt x="182" y="1659"/>
                    <a:pt x="181" y="1656"/>
                    <a:pt x="179" y="1653"/>
                  </a:cubicBezTo>
                  <a:cubicBezTo>
                    <a:pt x="164" y="1630"/>
                    <a:pt x="172" y="1618"/>
                    <a:pt x="166" y="1594"/>
                  </a:cubicBezTo>
                  <a:cubicBezTo>
                    <a:pt x="148" y="1511"/>
                    <a:pt x="107" y="1437"/>
                    <a:pt x="120" y="1350"/>
                  </a:cubicBezTo>
                  <a:cubicBezTo>
                    <a:pt x="120" y="1343"/>
                    <a:pt x="122" y="1336"/>
                    <a:pt x="123" y="1330"/>
                  </a:cubicBezTo>
                  <a:cubicBezTo>
                    <a:pt x="124" y="1333"/>
                    <a:pt x="124" y="1337"/>
                    <a:pt x="125" y="1340"/>
                  </a:cubicBezTo>
                  <a:cubicBezTo>
                    <a:pt x="127" y="1349"/>
                    <a:pt x="129" y="1357"/>
                    <a:pt x="133" y="1364"/>
                  </a:cubicBezTo>
                  <a:lnTo>
                    <a:pt x="133" y="1365"/>
                  </a:lnTo>
                  <a:cubicBezTo>
                    <a:pt x="134" y="1366"/>
                    <a:pt x="134" y="1366"/>
                    <a:pt x="135" y="1366"/>
                  </a:cubicBezTo>
                  <a:cubicBezTo>
                    <a:pt x="136" y="1367"/>
                    <a:pt x="136" y="1367"/>
                    <a:pt x="137" y="1367"/>
                  </a:cubicBezTo>
                  <a:cubicBezTo>
                    <a:pt x="138" y="1367"/>
                    <a:pt x="138" y="1367"/>
                    <a:pt x="139" y="1366"/>
                  </a:cubicBezTo>
                  <a:cubicBezTo>
                    <a:pt x="139" y="1366"/>
                    <a:pt x="140" y="1366"/>
                    <a:pt x="140" y="1365"/>
                  </a:cubicBezTo>
                  <a:lnTo>
                    <a:pt x="141" y="1364"/>
                  </a:lnTo>
                  <a:cubicBezTo>
                    <a:pt x="142" y="1356"/>
                    <a:pt x="142" y="1347"/>
                    <a:pt x="142" y="1339"/>
                  </a:cubicBezTo>
                  <a:cubicBezTo>
                    <a:pt x="142" y="1331"/>
                    <a:pt x="142" y="1322"/>
                    <a:pt x="141" y="1314"/>
                  </a:cubicBezTo>
                  <a:cubicBezTo>
                    <a:pt x="141" y="1313"/>
                    <a:pt x="140" y="1311"/>
                    <a:pt x="140" y="1310"/>
                  </a:cubicBezTo>
                  <a:cubicBezTo>
                    <a:pt x="140" y="1309"/>
                    <a:pt x="141" y="1308"/>
                    <a:pt x="141" y="1306"/>
                  </a:cubicBezTo>
                  <a:cubicBezTo>
                    <a:pt x="143" y="1313"/>
                    <a:pt x="145" y="1320"/>
                    <a:pt x="147" y="1328"/>
                  </a:cubicBezTo>
                  <a:cubicBezTo>
                    <a:pt x="147" y="1330"/>
                    <a:pt x="152" y="1331"/>
                    <a:pt x="152" y="1328"/>
                  </a:cubicBezTo>
                  <a:cubicBezTo>
                    <a:pt x="154" y="1314"/>
                    <a:pt x="155" y="1300"/>
                    <a:pt x="155" y="1286"/>
                  </a:cubicBezTo>
                  <a:cubicBezTo>
                    <a:pt x="155" y="1283"/>
                    <a:pt x="155" y="1280"/>
                    <a:pt x="155" y="1277"/>
                  </a:cubicBezTo>
                  <a:cubicBezTo>
                    <a:pt x="156" y="1269"/>
                    <a:pt x="158" y="1261"/>
                    <a:pt x="161" y="1254"/>
                  </a:cubicBezTo>
                  <a:cubicBezTo>
                    <a:pt x="162" y="1272"/>
                    <a:pt x="165" y="1290"/>
                    <a:pt x="166" y="1304"/>
                  </a:cubicBezTo>
                  <a:cubicBezTo>
                    <a:pt x="166" y="1305"/>
                    <a:pt x="166" y="1304"/>
                    <a:pt x="167" y="1305"/>
                  </a:cubicBezTo>
                  <a:cubicBezTo>
                    <a:pt x="168" y="1306"/>
                    <a:pt x="167" y="1306"/>
                    <a:pt x="168" y="1307"/>
                  </a:cubicBezTo>
                  <a:cubicBezTo>
                    <a:pt x="168" y="1307"/>
                    <a:pt x="169" y="1307"/>
                    <a:pt x="170" y="1307"/>
                  </a:cubicBezTo>
                  <a:lnTo>
                    <a:pt x="171" y="1307"/>
                  </a:lnTo>
                  <a:cubicBezTo>
                    <a:pt x="172" y="1306"/>
                    <a:pt x="172" y="1306"/>
                    <a:pt x="173" y="1305"/>
                  </a:cubicBezTo>
                  <a:lnTo>
                    <a:pt x="173" y="1304"/>
                  </a:lnTo>
                  <a:cubicBezTo>
                    <a:pt x="175" y="1278"/>
                    <a:pt x="181" y="1251"/>
                    <a:pt x="183" y="1224"/>
                  </a:cubicBezTo>
                  <a:cubicBezTo>
                    <a:pt x="184" y="1221"/>
                    <a:pt x="185" y="1218"/>
                    <a:pt x="187" y="1215"/>
                  </a:cubicBezTo>
                  <a:cubicBezTo>
                    <a:pt x="187" y="1214"/>
                    <a:pt x="188" y="1214"/>
                    <a:pt x="188" y="1213"/>
                  </a:cubicBezTo>
                  <a:cubicBezTo>
                    <a:pt x="188" y="1219"/>
                    <a:pt x="187" y="1225"/>
                    <a:pt x="187" y="1231"/>
                  </a:cubicBezTo>
                  <a:cubicBezTo>
                    <a:pt x="187" y="1261"/>
                    <a:pt x="182" y="1317"/>
                    <a:pt x="200" y="1343"/>
                  </a:cubicBezTo>
                  <a:cubicBezTo>
                    <a:pt x="202" y="1346"/>
                    <a:pt x="207" y="1343"/>
                    <a:pt x="205" y="1339"/>
                  </a:cubicBezTo>
                  <a:cubicBezTo>
                    <a:pt x="194" y="1318"/>
                    <a:pt x="201" y="1279"/>
                    <a:pt x="202" y="1255"/>
                  </a:cubicBezTo>
                  <a:cubicBezTo>
                    <a:pt x="202" y="1224"/>
                    <a:pt x="211" y="1194"/>
                    <a:pt x="226" y="1167"/>
                  </a:cubicBezTo>
                  <a:cubicBezTo>
                    <a:pt x="227" y="1165"/>
                    <a:pt x="228" y="1163"/>
                    <a:pt x="230" y="1161"/>
                  </a:cubicBezTo>
                  <a:cubicBezTo>
                    <a:pt x="218" y="1187"/>
                    <a:pt x="212" y="1215"/>
                    <a:pt x="212" y="1243"/>
                  </a:cubicBezTo>
                  <a:cubicBezTo>
                    <a:pt x="212" y="1265"/>
                    <a:pt x="216" y="1288"/>
                    <a:pt x="223" y="1309"/>
                  </a:cubicBezTo>
                  <a:cubicBezTo>
                    <a:pt x="223" y="1311"/>
                    <a:pt x="227" y="1310"/>
                    <a:pt x="227" y="1309"/>
                  </a:cubicBezTo>
                  <a:cubicBezTo>
                    <a:pt x="233" y="1259"/>
                    <a:pt x="225" y="1214"/>
                    <a:pt x="250" y="1167"/>
                  </a:cubicBezTo>
                  <a:cubicBezTo>
                    <a:pt x="253" y="1161"/>
                    <a:pt x="257" y="1154"/>
                    <a:pt x="261" y="1147"/>
                  </a:cubicBezTo>
                  <a:cubicBezTo>
                    <a:pt x="261" y="1171"/>
                    <a:pt x="259" y="1194"/>
                    <a:pt x="257" y="1218"/>
                  </a:cubicBezTo>
                  <a:cubicBezTo>
                    <a:pt x="252" y="1242"/>
                    <a:pt x="250" y="1268"/>
                    <a:pt x="250" y="1293"/>
                  </a:cubicBezTo>
                  <a:cubicBezTo>
                    <a:pt x="250" y="1319"/>
                    <a:pt x="252" y="1343"/>
                    <a:pt x="257" y="1368"/>
                  </a:cubicBezTo>
                  <a:cubicBezTo>
                    <a:pt x="266" y="1398"/>
                    <a:pt x="273" y="1429"/>
                    <a:pt x="276" y="1461"/>
                  </a:cubicBezTo>
                  <a:cubicBezTo>
                    <a:pt x="277" y="1488"/>
                    <a:pt x="270" y="1512"/>
                    <a:pt x="269" y="1538"/>
                  </a:cubicBezTo>
                  <a:lnTo>
                    <a:pt x="270" y="1538"/>
                  </a:lnTo>
                  <a:cubicBezTo>
                    <a:pt x="281" y="1513"/>
                    <a:pt x="286" y="1486"/>
                    <a:pt x="286" y="1459"/>
                  </a:cubicBezTo>
                  <a:cubicBezTo>
                    <a:pt x="286" y="1442"/>
                    <a:pt x="284" y="1425"/>
                    <a:pt x="280" y="1408"/>
                  </a:cubicBezTo>
                  <a:cubicBezTo>
                    <a:pt x="270" y="1371"/>
                    <a:pt x="266" y="1332"/>
                    <a:pt x="266" y="1293"/>
                  </a:cubicBezTo>
                  <a:cubicBezTo>
                    <a:pt x="266" y="1268"/>
                    <a:pt x="268" y="1243"/>
                    <a:pt x="272" y="1218"/>
                  </a:cubicBezTo>
                  <a:cubicBezTo>
                    <a:pt x="275" y="1193"/>
                    <a:pt x="271" y="1169"/>
                    <a:pt x="275" y="1144"/>
                  </a:cubicBezTo>
                  <a:cubicBezTo>
                    <a:pt x="278" y="1120"/>
                    <a:pt x="283" y="1093"/>
                    <a:pt x="288" y="1068"/>
                  </a:cubicBezTo>
                  <a:cubicBezTo>
                    <a:pt x="288" y="1081"/>
                    <a:pt x="292" y="1095"/>
                    <a:pt x="292" y="1107"/>
                  </a:cubicBezTo>
                  <a:cubicBezTo>
                    <a:pt x="292" y="1131"/>
                    <a:pt x="290" y="1161"/>
                    <a:pt x="294" y="1190"/>
                  </a:cubicBezTo>
                  <a:moveTo>
                    <a:pt x="1538" y="1633"/>
                  </a:moveTo>
                  <a:lnTo>
                    <a:pt x="1538" y="1634"/>
                  </a:lnTo>
                  <a:lnTo>
                    <a:pt x="1538" y="1633"/>
                  </a:lnTo>
                  <a:moveTo>
                    <a:pt x="1426" y="1340"/>
                  </a:moveTo>
                  <a:cubicBezTo>
                    <a:pt x="1439" y="1359"/>
                    <a:pt x="1445" y="1381"/>
                    <a:pt x="1457" y="1400"/>
                  </a:cubicBezTo>
                  <a:cubicBezTo>
                    <a:pt x="1459" y="1404"/>
                    <a:pt x="1462" y="1407"/>
                    <a:pt x="1464" y="1411"/>
                  </a:cubicBezTo>
                  <a:cubicBezTo>
                    <a:pt x="1484" y="1447"/>
                    <a:pt x="1500" y="1486"/>
                    <a:pt x="1510" y="1526"/>
                  </a:cubicBezTo>
                  <a:cubicBezTo>
                    <a:pt x="1514" y="1543"/>
                    <a:pt x="1519" y="1559"/>
                    <a:pt x="1523" y="1575"/>
                  </a:cubicBezTo>
                  <a:cubicBezTo>
                    <a:pt x="1521" y="1570"/>
                    <a:pt x="1518" y="1565"/>
                    <a:pt x="1516" y="1561"/>
                  </a:cubicBezTo>
                  <a:cubicBezTo>
                    <a:pt x="1496" y="1519"/>
                    <a:pt x="1473" y="1480"/>
                    <a:pt x="1455" y="1438"/>
                  </a:cubicBezTo>
                  <a:cubicBezTo>
                    <a:pt x="1437" y="1396"/>
                    <a:pt x="1400" y="1362"/>
                    <a:pt x="1379" y="1321"/>
                  </a:cubicBezTo>
                  <a:cubicBezTo>
                    <a:pt x="1380" y="1321"/>
                    <a:pt x="1380" y="1321"/>
                    <a:pt x="1381" y="1320"/>
                  </a:cubicBezTo>
                  <a:lnTo>
                    <a:pt x="1382" y="1319"/>
                  </a:lnTo>
                  <a:cubicBezTo>
                    <a:pt x="1382" y="1318"/>
                    <a:pt x="1383" y="1318"/>
                    <a:pt x="1383" y="1317"/>
                  </a:cubicBezTo>
                  <a:cubicBezTo>
                    <a:pt x="1383" y="1316"/>
                    <a:pt x="1383" y="1316"/>
                    <a:pt x="1382" y="1315"/>
                  </a:cubicBezTo>
                  <a:cubicBezTo>
                    <a:pt x="1379" y="1311"/>
                    <a:pt x="1375" y="1308"/>
                    <a:pt x="1371" y="1305"/>
                  </a:cubicBezTo>
                  <a:lnTo>
                    <a:pt x="1368" y="1300"/>
                  </a:lnTo>
                  <a:cubicBezTo>
                    <a:pt x="1375" y="1303"/>
                    <a:pt x="1382" y="1306"/>
                    <a:pt x="1388" y="1309"/>
                  </a:cubicBezTo>
                  <a:lnTo>
                    <a:pt x="1389" y="1309"/>
                  </a:lnTo>
                  <a:lnTo>
                    <a:pt x="1390" y="1309"/>
                  </a:lnTo>
                  <a:cubicBezTo>
                    <a:pt x="1391" y="1309"/>
                    <a:pt x="1391" y="1309"/>
                    <a:pt x="1391" y="1308"/>
                  </a:cubicBezTo>
                  <a:lnTo>
                    <a:pt x="1391" y="1307"/>
                  </a:lnTo>
                  <a:lnTo>
                    <a:pt x="1391" y="1306"/>
                  </a:lnTo>
                  <a:lnTo>
                    <a:pt x="1391" y="1305"/>
                  </a:lnTo>
                  <a:cubicBezTo>
                    <a:pt x="1381" y="1297"/>
                    <a:pt x="1371" y="1289"/>
                    <a:pt x="1360" y="1283"/>
                  </a:cubicBezTo>
                  <a:cubicBezTo>
                    <a:pt x="1359" y="1282"/>
                    <a:pt x="1358" y="1282"/>
                    <a:pt x="1357" y="1281"/>
                  </a:cubicBezTo>
                  <a:cubicBezTo>
                    <a:pt x="1351" y="1273"/>
                    <a:pt x="1345" y="1265"/>
                    <a:pt x="1337" y="1258"/>
                  </a:cubicBezTo>
                  <a:cubicBezTo>
                    <a:pt x="1343" y="1260"/>
                    <a:pt x="1348" y="1263"/>
                    <a:pt x="1354" y="1266"/>
                  </a:cubicBezTo>
                  <a:cubicBezTo>
                    <a:pt x="1382" y="1282"/>
                    <a:pt x="1405" y="1305"/>
                    <a:pt x="1421" y="1334"/>
                  </a:cubicBezTo>
                  <a:cubicBezTo>
                    <a:pt x="1422" y="1335"/>
                    <a:pt x="1423" y="1336"/>
                    <a:pt x="1424" y="1338"/>
                  </a:cubicBezTo>
                  <a:cubicBezTo>
                    <a:pt x="1424" y="1339"/>
                    <a:pt x="1424" y="1339"/>
                    <a:pt x="1425" y="1339"/>
                  </a:cubicBezTo>
                  <a:lnTo>
                    <a:pt x="1426" y="1340"/>
                  </a:lnTo>
                  <a:moveTo>
                    <a:pt x="269" y="852"/>
                  </a:moveTo>
                  <a:lnTo>
                    <a:pt x="269" y="856"/>
                  </a:lnTo>
                  <a:lnTo>
                    <a:pt x="268" y="855"/>
                  </a:lnTo>
                  <a:cubicBezTo>
                    <a:pt x="268" y="855"/>
                    <a:pt x="268" y="854"/>
                    <a:pt x="267" y="854"/>
                  </a:cubicBezTo>
                  <a:lnTo>
                    <a:pt x="269" y="852"/>
                  </a:lnTo>
                  <a:moveTo>
                    <a:pt x="269" y="890"/>
                  </a:moveTo>
                  <a:lnTo>
                    <a:pt x="274" y="891"/>
                  </a:lnTo>
                  <a:cubicBezTo>
                    <a:pt x="275" y="891"/>
                    <a:pt x="275" y="891"/>
                    <a:pt x="276" y="891"/>
                  </a:cubicBezTo>
                  <a:cubicBezTo>
                    <a:pt x="277" y="891"/>
                    <a:pt x="278" y="891"/>
                    <a:pt x="278" y="891"/>
                  </a:cubicBezTo>
                  <a:cubicBezTo>
                    <a:pt x="278" y="892"/>
                    <a:pt x="278" y="892"/>
                    <a:pt x="277" y="893"/>
                  </a:cubicBezTo>
                  <a:cubicBezTo>
                    <a:pt x="277" y="893"/>
                    <a:pt x="276" y="894"/>
                    <a:pt x="276" y="895"/>
                  </a:cubicBezTo>
                  <a:cubicBezTo>
                    <a:pt x="272" y="902"/>
                    <a:pt x="267" y="908"/>
                    <a:pt x="263" y="915"/>
                  </a:cubicBezTo>
                  <a:cubicBezTo>
                    <a:pt x="257" y="918"/>
                    <a:pt x="246" y="925"/>
                    <a:pt x="249" y="923"/>
                  </a:cubicBezTo>
                  <a:cubicBezTo>
                    <a:pt x="248" y="923"/>
                    <a:pt x="248" y="924"/>
                    <a:pt x="247" y="924"/>
                  </a:cubicBezTo>
                  <a:cubicBezTo>
                    <a:pt x="230" y="933"/>
                    <a:pt x="212" y="939"/>
                    <a:pt x="193" y="939"/>
                  </a:cubicBezTo>
                  <a:cubicBezTo>
                    <a:pt x="190" y="939"/>
                    <a:pt x="186" y="938"/>
                    <a:pt x="183" y="938"/>
                  </a:cubicBezTo>
                  <a:cubicBezTo>
                    <a:pt x="157" y="938"/>
                    <a:pt x="112" y="918"/>
                    <a:pt x="84" y="927"/>
                  </a:cubicBezTo>
                  <a:cubicBezTo>
                    <a:pt x="95" y="914"/>
                    <a:pt x="108" y="903"/>
                    <a:pt x="123" y="894"/>
                  </a:cubicBezTo>
                  <a:cubicBezTo>
                    <a:pt x="124" y="893"/>
                    <a:pt x="125" y="893"/>
                    <a:pt x="126" y="892"/>
                  </a:cubicBezTo>
                  <a:cubicBezTo>
                    <a:pt x="138" y="885"/>
                    <a:pt x="150" y="881"/>
                    <a:pt x="164" y="878"/>
                  </a:cubicBezTo>
                  <a:cubicBezTo>
                    <a:pt x="163" y="878"/>
                    <a:pt x="162" y="879"/>
                    <a:pt x="162" y="880"/>
                  </a:cubicBezTo>
                  <a:cubicBezTo>
                    <a:pt x="162" y="881"/>
                    <a:pt x="161" y="882"/>
                    <a:pt x="161" y="883"/>
                  </a:cubicBezTo>
                  <a:cubicBezTo>
                    <a:pt x="161" y="884"/>
                    <a:pt x="161" y="885"/>
                    <a:pt x="162" y="886"/>
                  </a:cubicBezTo>
                  <a:cubicBezTo>
                    <a:pt x="163" y="887"/>
                    <a:pt x="163" y="888"/>
                    <a:pt x="164" y="888"/>
                  </a:cubicBezTo>
                  <a:cubicBezTo>
                    <a:pt x="165" y="889"/>
                    <a:pt x="165" y="889"/>
                    <a:pt x="166" y="889"/>
                  </a:cubicBezTo>
                  <a:cubicBezTo>
                    <a:pt x="176" y="892"/>
                    <a:pt x="180" y="884"/>
                    <a:pt x="188" y="881"/>
                  </a:cubicBezTo>
                  <a:lnTo>
                    <a:pt x="189" y="881"/>
                  </a:lnTo>
                  <a:cubicBezTo>
                    <a:pt x="191" y="880"/>
                    <a:pt x="191" y="879"/>
                    <a:pt x="192" y="878"/>
                  </a:cubicBezTo>
                  <a:cubicBezTo>
                    <a:pt x="193" y="877"/>
                    <a:pt x="193" y="875"/>
                    <a:pt x="193" y="874"/>
                  </a:cubicBezTo>
                  <a:lnTo>
                    <a:pt x="193" y="873"/>
                  </a:lnTo>
                  <a:lnTo>
                    <a:pt x="206" y="871"/>
                  </a:lnTo>
                  <a:cubicBezTo>
                    <a:pt x="206" y="872"/>
                    <a:pt x="205" y="874"/>
                    <a:pt x="204" y="875"/>
                  </a:cubicBezTo>
                  <a:cubicBezTo>
                    <a:pt x="203" y="876"/>
                    <a:pt x="202" y="878"/>
                    <a:pt x="202" y="879"/>
                  </a:cubicBezTo>
                  <a:cubicBezTo>
                    <a:pt x="201" y="880"/>
                    <a:pt x="201" y="880"/>
                    <a:pt x="201" y="881"/>
                  </a:cubicBezTo>
                  <a:cubicBezTo>
                    <a:pt x="199" y="884"/>
                    <a:pt x="196" y="887"/>
                    <a:pt x="193" y="888"/>
                  </a:cubicBezTo>
                  <a:cubicBezTo>
                    <a:pt x="191" y="889"/>
                    <a:pt x="190" y="890"/>
                    <a:pt x="188" y="891"/>
                  </a:cubicBezTo>
                  <a:lnTo>
                    <a:pt x="187" y="891"/>
                  </a:lnTo>
                  <a:cubicBezTo>
                    <a:pt x="187" y="891"/>
                    <a:pt x="187" y="890"/>
                    <a:pt x="186" y="891"/>
                  </a:cubicBezTo>
                  <a:cubicBezTo>
                    <a:pt x="185" y="892"/>
                    <a:pt x="186" y="892"/>
                    <a:pt x="186" y="892"/>
                  </a:cubicBezTo>
                  <a:cubicBezTo>
                    <a:pt x="186" y="893"/>
                    <a:pt x="186" y="893"/>
                    <a:pt x="186" y="893"/>
                  </a:cubicBezTo>
                  <a:cubicBezTo>
                    <a:pt x="187" y="894"/>
                    <a:pt x="187" y="894"/>
                    <a:pt x="187" y="894"/>
                  </a:cubicBezTo>
                  <a:lnTo>
                    <a:pt x="188" y="894"/>
                  </a:lnTo>
                  <a:cubicBezTo>
                    <a:pt x="190" y="895"/>
                    <a:pt x="191" y="895"/>
                    <a:pt x="193" y="895"/>
                  </a:cubicBezTo>
                  <a:cubicBezTo>
                    <a:pt x="197" y="895"/>
                    <a:pt x="201" y="894"/>
                    <a:pt x="204" y="893"/>
                  </a:cubicBezTo>
                  <a:cubicBezTo>
                    <a:pt x="206" y="891"/>
                    <a:pt x="209" y="890"/>
                    <a:pt x="211" y="889"/>
                  </a:cubicBezTo>
                  <a:cubicBezTo>
                    <a:pt x="217" y="886"/>
                    <a:pt x="222" y="882"/>
                    <a:pt x="226" y="879"/>
                  </a:cubicBezTo>
                  <a:lnTo>
                    <a:pt x="227" y="879"/>
                  </a:lnTo>
                  <a:cubicBezTo>
                    <a:pt x="228" y="878"/>
                    <a:pt x="229" y="877"/>
                    <a:pt x="230" y="875"/>
                  </a:cubicBezTo>
                  <a:cubicBezTo>
                    <a:pt x="231" y="874"/>
                    <a:pt x="232" y="872"/>
                    <a:pt x="232" y="870"/>
                  </a:cubicBezTo>
                  <a:cubicBezTo>
                    <a:pt x="232" y="869"/>
                    <a:pt x="231" y="868"/>
                    <a:pt x="231" y="866"/>
                  </a:cubicBezTo>
                  <a:lnTo>
                    <a:pt x="244" y="866"/>
                  </a:lnTo>
                  <a:cubicBezTo>
                    <a:pt x="244" y="867"/>
                    <a:pt x="244" y="867"/>
                    <a:pt x="244" y="867"/>
                  </a:cubicBezTo>
                  <a:cubicBezTo>
                    <a:pt x="243" y="868"/>
                    <a:pt x="243" y="869"/>
                    <a:pt x="243" y="870"/>
                  </a:cubicBezTo>
                  <a:cubicBezTo>
                    <a:pt x="243" y="871"/>
                    <a:pt x="243" y="872"/>
                    <a:pt x="244" y="873"/>
                  </a:cubicBezTo>
                  <a:lnTo>
                    <a:pt x="244" y="874"/>
                  </a:lnTo>
                  <a:lnTo>
                    <a:pt x="244" y="875"/>
                  </a:lnTo>
                  <a:cubicBezTo>
                    <a:pt x="236" y="880"/>
                    <a:pt x="228" y="887"/>
                    <a:pt x="222" y="896"/>
                  </a:cubicBezTo>
                  <a:cubicBezTo>
                    <a:pt x="219" y="898"/>
                    <a:pt x="215" y="900"/>
                    <a:pt x="212" y="902"/>
                  </a:cubicBezTo>
                  <a:cubicBezTo>
                    <a:pt x="208" y="904"/>
                    <a:pt x="205" y="906"/>
                    <a:pt x="201" y="908"/>
                  </a:cubicBezTo>
                  <a:cubicBezTo>
                    <a:pt x="191" y="911"/>
                    <a:pt x="182" y="914"/>
                    <a:pt x="172" y="915"/>
                  </a:cubicBezTo>
                  <a:cubicBezTo>
                    <a:pt x="170" y="915"/>
                    <a:pt x="170" y="918"/>
                    <a:pt x="172" y="919"/>
                  </a:cubicBezTo>
                  <a:cubicBezTo>
                    <a:pt x="182" y="923"/>
                    <a:pt x="192" y="925"/>
                    <a:pt x="202" y="925"/>
                  </a:cubicBezTo>
                  <a:cubicBezTo>
                    <a:pt x="206" y="925"/>
                    <a:pt x="209" y="924"/>
                    <a:pt x="213" y="924"/>
                  </a:cubicBezTo>
                  <a:cubicBezTo>
                    <a:pt x="219" y="923"/>
                    <a:pt x="225" y="921"/>
                    <a:pt x="230" y="917"/>
                  </a:cubicBezTo>
                  <a:cubicBezTo>
                    <a:pt x="232" y="916"/>
                    <a:pt x="234" y="915"/>
                    <a:pt x="236" y="914"/>
                  </a:cubicBezTo>
                  <a:cubicBezTo>
                    <a:pt x="246" y="905"/>
                    <a:pt x="257" y="897"/>
                    <a:pt x="269" y="890"/>
                  </a:cubicBezTo>
                  <a:moveTo>
                    <a:pt x="253" y="813"/>
                  </a:moveTo>
                  <a:cubicBezTo>
                    <a:pt x="254" y="814"/>
                    <a:pt x="255" y="814"/>
                    <a:pt x="255" y="815"/>
                  </a:cubicBezTo>
                  <a:cubicBezTo>
                    <a:pt x="257" y="816"/>
                    <a:pt x="258" y="818"/>
                    <a:pt x="258" y="819"/>
                  </a:cubicBezTo>
                  <a:cubicBezTo>
                    <a:pt x="261" y="824"/>
                    <a:pt x="263" y="829"/>
                    <a:pt x="264" y="835"/>
                  </a:cubicBezTo>
                  <a:cubicBezTo>
                    <a:pt x="264" y="834"/>
                    <a:pt x="263" y="834"/>
                    <a:pt x="262" y="834"/>
                  </a:cubicBezTo>
                  <a:cubicBezTo>
                    <a:pt x="261" y="834"/>
                    <a:pt x="261" y="834"/>
                    <a:pt x="260" y="835"/>
                  </a:cubicBezTo>
                  <a:cubicBezTo>
                    <a:pt x="249" y="835"/>
                    <a:pt x="239" y="826"/>
                    <a:pt x="228" y="824"/>
                  </a:cubicBezTo>
                  <a:cubicBezTo>
                    <a:pt x="227" y="824"/>
                    <a:pt x="226" y="824"/>
                    <a:pt x="225" y="824"/>
                  </a:cubicBezTo>
                  <a:cubicBezTo>
                    <a:pt x="215" y="824"/>
                    <a:pt x="204" y="826"/>
                    <a:pt x="194" y="831"/>
                  </a:cubicBezTo>
                  <a:cubicBezTo>
                    <a:pt x="194" y="831"/>
                    <a:pt x="194" y="830"/>
                    <a:pt x="193" y="831"/>
                  </a:cubicBezTo>
                  <a:cubicBezTo>
                    <a:pt x="192" y="832"/>
                    <a:pt x="193" y="832"/>
                    <a:pt x="193" y="832"/>
                  </a:cubicBezTo>
                  <a:cubicBezTo>
                    <a:pt x="193" y="833"/>
                    <a:pt x="193" y="833"/>
                    <a:pt x="193" y="833"/>
                  </a:cubicBezTo>
                  <a:cubicBezTo>
                    <a:pt x="194" y="834"/>
                    <a:pt x="194" y="834"/>
                    <a:pt x="194" y="834"/>
                  </a:cubicBezTo>
                  <a:cubicBezTo>
                    <a:pt x="206" y="838"/>
                    <a:pt x="221" y="836"/>
                    <a:pt x="231" y="843"/>
                  </a:cubicBezTo>
                  <a:cubicBezTo>
                    <a:pt x="236" y="847"/>
                    <a:pt x="240" y="850"/>
                    <a:pt x="245" y="853"/>
                  </a:cubicBezTo>
                  <a:lnTo>
                    <a:pt x="234" y="853"/>
                  </a:lnTo>
                  <a:lnTo>
                    <a:pt x="231" y="853"/>
                  </a:lnTo>
                  <a:cubicBezTo>
                    <a:pt x="195" y="845"/>
                    <a:pt x="162" y="859"/>
                    <a:pt x="128" y="868"/>
                  </a:cubicBezTo>
                  <a:cubicBezTo>
                    <a:pt x="123" y="870"/>
                    <a:pt x="118" y="873"/>
                    <a:pt x="114" y="875"/>
                  </a:cubicBezTo>
                  <a:cubicBezTo>
                    <a:pt x="106" y="880"/>
                    <a:pt x="98" y="885"/>
                    <a:pt x="92" y="892"/>
                  </a:cubicBezTo>
                  <a:cubicBezTo>
                    <a:pt x="81" y="903"/>
                    <a:pt x="72" y="915"/>
                    <a:pt x="64" y="928"/>
                  </a:cubicBezTo>
                  <a:cubicBezTo>
                    <a:pt x="73" y="888"/>
                    <a:pt x="108" y="857"/>
                    <a:pt x="139" y="835"/>
                  </a:cubicBezTo>
                  <a:cubicBezTo>
                    <a:pt x="142" y="832"/>
                    <a:pt x="145" y="830"/>
                    <a:pt x="148" y="829"/>
                  </a:cubicBezTo>
                  <a:cubicBezTo>
                    <a:pt x="170" y="816"/>
                    <a:pt x="195" y="809"/>
                    <a:pt x="221" y="809"/>
                  </a:cubicBezTo>
                  <a:cubicBezTo>
                    <a:pt x="232" y="809"/>
                    <a:pt x="243" y="810"/>
                    <a:pt x="253" y="813"/>
                  </a:cubicBezTo>
                  <a:moveTo>
                    <a:pt x="273" y="774"/>
                  </a:moveTo>
                  <a:lnTo>
                    <a:pt x="273" y="774"/>
                  </a:lnTo>
                  <a:moveTo>
                    <a:pt x="297" y="760"/>
                  </a:moveTo>
                  <a:cubicBezTo>
                    <a:pt x="297" y="759"/>
                    <a:pt x="297" y="759"/>
                    <a:pt x="297" y="758"/>
                  </a:cubicBezTo>
                  <a:cubicBezTo>
                    <a:pt x="296" y="757"/>
                    <a:pt x="295" y="756"/>
                    <a:pt x="294" y="755"/>
                  </a:cubicBezTo>
                  <a:lnTo>
                    <a:pt x="300" y="758"/>
                  </a:lnTo>
                  <a:lnTo>
                    <a:pt x="297" y="760"/>
                  </a:lnTo>
                  <a:moveTo>
                    <a:pt x="54" y="562"/>
                  </a:moveTo>
                  <a:cubicBezTo>
                    <a:pt x="55" y="563"/>
                    <a:pt x="55" y="564"/>
                    <a:pt x="56" y="565"/>
                  </a:cubicBezTo>
                  <a:cubicBezTo>
                    <a:pt x="59" y="570"/>
                    <a:pt x="64" y="575"/>
                    <a:pt x="69" y="579"/>
                  </a:cubicBezTo>
                  <a:cubicBezTo>
                    <a:pt x="70" y="583"/>
                    <a:pt x="71" y="586"/>
                    <a:pt x="72" y="590"/>
                  </a:cubicBezTo>
                  <a:cubicBezTo>
                    <a:pt x="72" y="595"/>
                    <a:pt x="79" y="595"/>
                    <a:pt x="80" y="590"/>
                  </a:cubicBezTo>
                  <a:cubicBezTo>
                    <a:pt x="81" y="586"/>
                    <a:pt x="85" y="582"/>
                    <a:pt x="84" y="576"/>
                  </a:cubicBezTo>
                  <a:cubicBezTo>
                    <a:pt x="83" y="571"/>
                    <a:pt x="79" y="569"/>
                    <a:pt x="77" y="564"/>
                  </a:cubicBezTo>
                  <a:cubicBezTo>
                    <a:pt x="76" y="563"/>
                    <a:pt x="76" y="563"/>
                    <a:pt x="75" y="562"/>
                  </a:cubicBezTo>
                  <a:cubicBezTo>
                    <a:pt x="72" y="557"/>
                    <a:pt x="70" y="551"/>
                    <a:pt x="69" y="545"/>
                  </a:cubicBezTo>
                  <a:cubicBezTo>
                    <a:pt x="70" y="542"/>
                    <a:pt x="70" y="541"/>
                    <a:pt x="70" y="538"/>
                  </a:cubicBezTo>
                  <a:cubicBezTo>
                    <a:pt x="70" y="536"/>
                    <a:pt x="70" y="533"/>
                    <a:pt x="69" y="531"/>
                  </a:cubicBezTo>
                  <a:cubicBezTo>
                    <a:pt x="69" y="530"/>
                    <a:pt x="68" y="530"/>
                    <a:pt x="68" y="529"/>
                  </a:cubicBezTo>
                  <a:cubicBezTo>
                    <a:pt x="67" y="527"/>
                    <a:pt x="66" y="526"/>
                    <a:pt x="65" y="525"/>
                  </a:cubicBezTo>
                  <a:cubicBezTo>
                    <a:pt x="64" y="525"/>
                    <a:pt x="63" y="524"/>
                    <a:pt x="61" y="524"/>
                  </a:cubicBezTo>
                  <a:cubicBezTo>
                    <a:pt x="61" y="520"/>
                    <a:pt x="61" y="516"/>
                    <a:pt x="61" y="512"/>
                  </a:cubicBezTo>
                  <a:cubicBezTo>
                    <a:pt x="61" y="508"/>
                    <a:pt x="61" y="504"/>
                    <a:pt x="61" y="500"/>
                  </a:cubicBezTo>
                  <a:cubicBezTo>
                    <a:pt x="62" y="478"/>
                    <a:pt x="66" y="457"/>
                    <a:pt x="74" y="436"/>
                  </a:cubicBezTo>
                  <a:cubicBezTo>
                    <a:pt x="92" y="402"/>
                    <a:pt x="117" y="400"/>
                    <a:pt x="148" y="388"/>
                  </a:cubicBezTo>
                  <a:cubicBezTo>
                    <a:pt x="161" y="383"/>
                    <a:pt x="173" y="377"/>
                    <a:pt x="185" y="371"/>
                  </a:cubicBezTo>
                  <a:cubicBezTo>
                    <a:pt x="185" y="377"/>
                    <a:pt x="186" y="384"/>
                    <a:pt x="188" y="390"/>
                  </a:cubicBezTo>
                  <a:cubicBezTo>
                    <a:pt x="190" y="397"/>
                    <a:pt x="191" y="403"/>
                    <a:pt x="192" y="410"/>
                  </a:cubicBezTo>
                  <a:cubicBezTo>
                    <a:pt x="192" y="417"/>
                    <a:pt x="202" y="424"/>
                    <a:pt x="206" y="429"/>
                  </a:cubicBezTo>
                  <a:lnTo>
                    <a:pt x="207" y="430"/>
                  </a:lnTo>
                  <a:cubicBezTo>
                    <a:pt x="207" y="430"/>
                    <a:pt x="208" y="430"/>
                    <a:pt x="209" y="430"/>
                  </a:cubicBezTo>
                  <a:lnTo>
                    <a:pt x="212" y="430"/>
                  </a:lnTo>
                  <a:cubicBezTo>
                    <a:pt x="212" y="430"/>
                    <a:pt x="212" y="431"/>
                    <a:pt x="213" y="430"/>
                  </a:cubicBezTo>
                  <a:cubicBezTo>
                    <a:pt x="214" y="429"/>
                    <a:pt x="213" y="430"/>
                    <a:pt x="214" y="429"/>
                  </a:cubicBezTo>
                  <a:cubicBezTo>
                    <a:pt x="215" y="428"/>
                    <a:pt x="214" y="428"/>
                    <a:pt x="214" y="427"/>
                  </a:cubicBezTo>
                  <a:lnTo>
                    <a:pt x="214" y="426"/>
                  </a:lnTo>
                  <a:cubicBezTo>
                    <a:pt x="213" y="426"/>
                    <a:pt x="213" y="425"/>
                    <a:pt x="213" y="425"/>
                  </a:cubicBezTo>
                  <a:cubicBezTo>
                    <a:pt x="213" y="425"/>
                    <a:pt x="211" y="400"/>
                    <a:pt x="211" y="402"/>
                  </a:cubicBezTo>
                  <a:cubicBezTo>
                    <a:pt x="211" y="401"/>
                    <a:pt x="211" y="400"/>
                    <a:pt x="211" y="399"/>
                  </a:cubicBezTo>
                  <a:cubicBezTo>
                    <a:pt x="211" y="389"/>
                    <a:pt x="211" y="379"/>
                    <a:pt x="210" y="370"/>
                  </a:cubicBezTo>
                  <a:cubicBezTo>
                    <a:pt x="210" y="357"/>
                    <a:pt x="224" y="343"/>
                    <a:pt x="219" y="330"/>
                  </a:cubicBezTo>
                  <a:cubicBezTo>
                    <a:pt x="219" y="328"/>
                    <a:pt x="221" y="327"/>
                    <a:pt x="222" y="325"/>
                  </a:cubicBezTo>
                  <a:cubicBezTo>
                    <a:pt x="232" y="300"/>
                    <a:pt x="244" y="275"/>
                    <a:pt x="256" y="251"/>
                  </a:cubicBezTo>
                  <a:cubicBezTo>
                    <a:pt x="266" y="234"/>
                    <a:pt x="278" y="219"/>
                    <a:pt x="292" y="205"/>
                  </a:cubicBezTo>
                  <a:cubicBezTo>
                    <a:pt x="306" y="192"/>
                    <a:pt x="331" y="163"/>
                    <a:pt x="333" y="187"/>
                  </a:cubicBezTo>
                  <a:cubicBezTo>
                    <a:pt x="336" y="223"/>
                    <a:pt x="330" y="270"/>
                    <a:pt x="365" y="291"/>
                  </a:cubicBezTo>
                  <a:cubicBezTo>
                    <a:pt x="388" y="306"/>
                    <a:pt x="418" y="267"/>
                    <a:pt x="437" y="262"/>
                  </a:cubicBezTo>
                  <a:cubicBezTo>
                    <a:pt x="456" y="258"/>
                    <a:pt x="467" y="203"/>
                    <a:pt x="469" y="190"/>
                  </a:cubicBezTo>
                  <a:cubicBezTo>
                    <a:pt x="474" y="175"/>
                    <a:pt x="480" y="160"/>
                    <a:pt x="487" y="147"/>
                  </a:cubicBezTo>
                  <a:cubicBezTo>
                    <a:pt x="490" y="142"/>
                    <a:pt x="494" y="137"/>
                    <a:pt x="497" y="132"/>
                  </a:cubicBezTo>
                  <a:cubicBezTo>
                    <a:pt x="501" y="126"/>
                    <a:pt x="504" y="120"/>
                    <a:pt x="508" y="114"/>
                  </a:cubicBezTo>
                  <a:cubicBezTo>
                    <a:pt x="509" y="116"/>
                    <a:pt x="511" y="118"/>
                    <a:pt x="512" y="119"/>
                  </a:cubicBezTo>
                  <a:cubicBezTo>
                    <a:pt x="514" y="120"/>
                    <a:pt x="516" y="120"/>
                    <a:pt x="518" y="120"/>
                  </a:cubicBezTo>
                  <a:cubicBezTo>
                    <a:pt x="520" y="120"/>
                    <a:pt x="521" y="120"/>
                    <a:pt x="522" y="119"/>
                  </a:cubicBezTo>
                  <a:cubicBezTo>
                    <a:pt x="539" y="115"/>
                    <a:pt x="545" y="144"/>
                    <a:pt x="554" y="154"/>
                  </a:cubicBezTo>
                  <a:cubicBezTo>
                    <a:pt x="565" y="166"/>
                    <a:pt x="575" y="178"/>
                    <a:pt x="584" y="191"/>
                  </a:cubicBezTo>
                  <a:cubicBezTo>
                    <a:pt x="593" y="204"/>
                    <a:pt x="586" y="191"/>
                    <a:pt x="585" y="191"/>
                  </a:cubicBezTo>
                  <a:cubicBezTo>
                    <a:pt x="580" y="169"/>
                    <a:pt x="572" y="147"/>
                    <a:pt x="563" y="127"/>
                  </a:cubicBezTo>
                  <a:cubicBezTo>
                    <a:pt x="558" y="118"/>
                    <a:pt x="552" y="110"/>
                    <a:pt x="546" y="102"/>
                  </a:cubicBezTo>
                  <a:cubicBezTo>
                    <a:pt x="544" y="100"/>
                    <a:pt x="542" y="97"/>
                    <a:pt x="539" y="96"/>
                  </a:cubicBezTo>
                  <a:cubicBezTo>
                    <a:pt x="535" y="94"/>
                    <a:pt x="531" y="93"/>
                    <a:pt x="527" y="92"/>
                  </a:cubicBezTo>
                  <a:cubicBezTo>
                    <a:pt x="554" y="66"/>
                    <a:pt x="560" y="88"/>
                    <a:pt x="566" y="110"/>
                  </a:cubicBezTo>
                  <a:cubicBezTo>
                    <a:pt x="572" y="133"/>
                    <a:pt x="593" y="159"/>
                    <a:pt x="603" y="184"/>
                  </a:cubicBezTo>
                  <a:cubicBezTo>
                    <a:pt x="605" y="190"/>
                    <a:pt x="608" y="196"/>
                    <a:pt x="612" y="202"/>
                  </a:cubicBezTo>
                  <a:cubicBezTo>
                    <a:pt x="616" y="210"/>
                    <a:pt x="621" y="217"/>
                    <a:pt x="627" y="223"/>
                  </a:cubicBezTo>
                  <a:cubicBezTo>
                    <a:pt x="646" y="240"/>
                    <a:pt x="660" y="231"/>
                    <a:pt x="672" y="212"/>
                  </a:cubicBezTo>
                  <a:cubicBezTo>
                    <a:pt x="697" y="169"/>
                    <a:pt x="716" y="122"/>
                    <a:pt x="742" y="81"/>
                  </a:cubicBezTo>
                  <a:cubicBezTo>
                    <a:pt x="759" y="61"/>
                    <a:pt x="778" y="43"/>
                    <a:pt x="799" y="29"/>
                  </a:cubicBezTo>
                  <a:cubicBezTo>
                    <a:pt x="800" y="30"/>
                    <a:pt x="800" y="31"/>
                    <a:pt x="801" y="32"/>
                  </a:cubicBezTo>
                  <a:cubicBezTo>
                    <a:pt x="814" y="52"/>
                    <a:pt x="805" y="91"/>
                    <a:pt x="803" y="113"/>
                  </a:cubicBezTo>
                  <a:cubicBezTo>
                    <a:pt x="802" y="120"/>
                    <a:pt x="802" y="127"/>
                    <a:pt x="802" y="135"/>
                  </a:cubicBezTo>
                  <a:cubicBezTo>
                    <a:pt x="802" y="146"/>
                    <a:pt x="803" y="158"/>
                    <a:pt x="806" y="169"/>
                  </a:cubicBezTo>
                  <a:cubicBezTo>
                    <a:pt x="809" y="181"/>
                    <a:pt x="807" y="169"/>
                    <a:pt x="808" y="169"/>
                  </a:cubicBezTo>
                  <a:cubicBezTo>
                    <a:pt x="810" y="159"/>
                    <a:pt x="818" y="150"/>
                    <a:pt x="820" y="140"/>
                  </a:cubicBezTo>
                  <a:cubicBezTo>
                    <a:pt x="823" y="126"/>
                    <a:pt x="823" y="111"/>
                    <a:pt x="826" y="96"/>
                  </a:cubicBezTo>
                  <a:cubicBezTo>
                    <a:pt x="828" y="86"/>
                    <a:pt x="829" y="76"/>
                    <a:pt x="829" y="66"/>
                  </a:cubicBezTo>
                  <a:cubicBezTo>
                    <a:pt x="829" y="51"/>
                    <a:pt x="827" y="37"/>
                    <a:pt x="822" y="23"/>
                  </a:cubicBezTo>
                  <a:cubicBezTo>
                    <a:pt x="828" y="25"/>
                    <a:pt x="832" y="32"/>
                    <a:pt x="833" y="46"/>
                  </a:cubicBezTo>
                  <a:cubicBezTo>
                    <a:pt x="833" y="69"/>
                    <a:pt x="832" y="93"/>
                    <a:pt x="834" y="116"/>
                  </a:cubicBezTo>
                  <a:cubicBezTo>
                    <a:pt x="836" y="143"/>
                    <a:pt x="821" y="197"/>
                    <a:pt x="856" y="209"/>
                  </a:cubicBezTo>
                  <a:cubicBezTo>
                    <a:pt x="859" y="209"/>
                    <a:pt x="862" y="209"/>
                    <a:pt x="865" y="209"/>
                  </a:cubicBezTo>
                  <a:cubicBezTo>
                    <a:pt x="874" y="209"/>
                    <a:pt x="883" y="207"/>
                    <a:pt x="891" y="203"/>
                  </a:cubicBezTo>
                  <a:cubicBezTo>
                    <a:pt x="892" y="202"/>
                    <a:pt x="892" y="202"/>
                    <a:pt x="893" y="201"/>
                  </a:cubicBezTo>
                  <a:cubicBezTo>
                    <a:pt x="923" y="187"/>
                    <a:pt x="936" y="194"/>
                    <a:pt x="961" y="206"/>
                  </a:cubicBezTo>
                  <a:cubicBezTo>
                    <a:pt x="961" y="207"/>
                    <a:pt x="961" y="208"/>
                    <a:pt x="962" y="209"/>
                  </a:cubicBezTo>
                  <a:cubicBezTo>
                    <a:pt x="962" y="210"/>
                    <a:pt x="963" y="211"/>
                    <a:pt x="965" y="212"/>
                  </a:cubicBezTo>
                  <a:cubicBezTo>
                    <a:pt x="966" y="213"/>
                    <a:pt x="968" y="214"/>
                    <a:pt x="969" y="215"/>
                  </a:cubicBezTo>
                  <a:cubicBezTo>
                    <a:pt x="982" y="222"/>
                    <a:pt x="996" y="227"/>
                    <a:pt x="1010" y="229"/>
                  </a:cubicBezTo>
                  <a:cubicBezTo>
                    <a:pt x="1039" y="235"/>
                    <a:pt x="1056" y="275"/>
                    <a:pt x="1072" y="293"/>
                  </a:cubicBezTo>
                  <a:cubicBezTo>
                    <a:pt x="1090" y="310"/>
                    <a:pt x="1105" y="329"/>
                    <a:pt x="1119" y="349"/>
                  </a:cubicBezTo>
                  <a:cubicBezTo>
                    <a:pt x="1130" y="366"/>
                    <a:pt x="1152" y="386"/>
                    <a:pt x="1156" y="406"/>
                  </a:cubicBezTo>
                  <a:cubicBezTo>
                    <a:pt x="1160" y="426"/>
                    <a:pt x="1182" y="442"/>
                    <a:pt x="1189" y="460"/>
                  </a:cubicBezTo>
                  <a:cubicBezTo>
                    <a:pt x="1196" y="476"/>
                    <a:pt x="1199" y="492"/>
                    <a:pt x="1199" y="509"/>
                  </a:cubicBezTo>
                  <a:cubicBezTo>
                    <a:pt x="1199" y="510"/>
                    <a:pt x="1199" y="511"/>
                    <a:pt x="1199" y="512"/>
                  </a:cubicBezTo>
                  <a:cubicBezTo>
                    <a:pt x="1199" y="550"/>
                    <a:pt x="1199" y="600"/>
                    <a:pt x="1170" y="628"/>
                  </a:cubicBezTo>
                  <a:cubicBezTo>
                    <a:pt x="1168" y="629"/>
                    <a:pt x="1166" y="631"/>
                    <a:pt x="1164" y="632"/>
                  </a:cubicBezTo>
                  <a:cubicBezTo>
                    <a:pt x="1163" y="631"/>
                    <a:pt x="1162" y="631"/>
                    <a:pt x="1161" y="630"/>
                  </a:cubicBezTo>
                  <a:cubicBezTo>
                    <a:pt x="1160" y="629"/>
                    <a:pt x="1159" y="629"/>
                    <a:pt x="1157" y="629"/>
                  </a:cubicBezTo>
                  <a:cubicBezTo>
                    <a:pt x="1156" y="629"/>
                    <a:pt x="1156" y="629"/>
                    <a:pt x="1155" y="629"/>
                  </a:cubicBezTo>
                  <a:cubicBezTo>
                    <a:pt x="1151" y="630"/>
                    <a:pt x="1148" y="632"/>
                    <a:pt x="1145" y="633"/>
                  </a:cubicBezTo>
                  <a:cubicBezTo>
                    <a:pt x="1150" y="628"/>
                    <a:pt x="1154" y="622"/>
                    <a:pt x="1158" y="616"/>
                  </a:cubicBezTo>
                  <a:cubicBezTo>
                    <a:pt x="1161" y="613"/>
                    <a:pt x="1163" y="609"/>
                    <a:pt x="1166" y="604"/>
                  </a:cubicBezTo>
                  <a:cubicBezTo>
                    <a:pt x="1174" y="590"/>
                    <a:pt x="1180" y="573"/>
                    <a:pt x="1180" y="555"/>
                  </a:cubicBezTo>
                  <a:lnTo>
                    <a:pt x="1180" y="554"/>
                  </a:lnTo>
                  <a:cubicBezTo>
                    <a:pt x="1179" y="553"/>
                    <a:pt x="1179" y="554"/>
                    <a:pt x="1178" y="553"/>
                  </a:cubicBezTo>
                  <a:cubicBezTo>
                    <a:pt x="1177" y="552"/>
                    <a:pt x="1177" y="552"/>
                    <a:pt x="1177" y="552"/>
                  </a:cubicBezTo>
                  <a:cubicBezTo>
                    <a:pt x="1176" y="552"/>
                    <a:pt x="1176" y="552"/>
                    <a:pt x="1175" y="553"/>
                  </a:cubicBezTo>
                  <a:cubicBezTo>
                    <a:pt x="1175" y="553"/>
                    <a:pt x="1174" y="553"/>
                    <a:pt x="1174" y="554"/>
                  </a:cubicBezTo>
                  <a:cubicBezTo>
                    <a:pt x="1170" y="562"/>
                    <a:pt x="1166" y="570"/>
                    <a:pt x="1162" y="577"/>
                  </a:cubicBezTo>
                  <a:cubicBezTo>
                    <a:pt x="1157" y="585"/>
                    <a:pt x="1152" y="593"/>
                    <a:pt x="1146" y="601"/>
                  </a:cubicBezTo>
                  <a:cubicBezTo>
                    <a:pt x="1134" y="619"/>
                    <a:pt x="1118" y="634"/>
                    <a:pt x="1099" y="646"/>
                  </a:cubicBezTo>
                  <a:cubicBezTo>
                    <a:pt x="1099" y="646"/>
                    <a:pt x="1098" y="647"/>
                    <a:pt x="1097" y="648"/>
                  </a:cubicBezTo>
                  <a:lnTo>
                    <a:pt x="1090" y="648"/>
                  </a:lnTo>
                  <a:lnTo>
                    <a:pt x="1092" y="645"/>
                  </a:lnTo>
                  <a:cubicBezTo>
                    <a:pt x="1099" y="638"/>
                    <a:pt x="1105" y="630"/>
                    <a:pt x="1110" y="621"/>
                  </a:cubicBezTo>
                  <a:cubicBezTo>
                    <a:pt x="1112" y="619"/>
                    <a:pt x="1113" y="616"/>
                    <a:pt x="1114" y="613"/>
                  </a:cubicBezTo>
                  <a:cubicBezTo>
                    <a:pt x="1117" y="606"/>
                    <a:pt x="1121" y="599"/>
                    <a:pt x="1125" y="592"/>
                  </a:cubicBezTo>
                  <a:cubicBezTo>
                    <a:pt x="1125" y="592"/>
                    <a:pt x="1125" y="591"/>
                    <a:pt x="1126" y="591"/>
                  </a:cubicBezTo>
                  <a:cubicBezTo>
                    <a:pt x="1129" y="585"/>
                    <a:pt x="1131" y="579"/>
                    <a:pt x="1134" y="573"/>
                  </a:cubicBezTo>
                  <a:cubicBezTo>
                    <a:pt x="1134" y="571"/>
                    <a:pt x="1135" y="553"/>
                    <a:pt x="1138" y="553"/>
                  </a:cubicBezTo>
                  <a:cubicBezTo>
                    <a:pt x="1139" y="553"/>
                    <a:pt x="1139" y="552"/>
                    <a:pt x="1139" y="552"/>
                  </a:cubicBezTo>
                  <a:cubicBezTo>
                    <a:pt x="1139" y="551"/>
                    <a:pt x="1139" y="551"/>
                    <a:pt x="1139" y="551"/>
                  </a:cubicBezTo>
                  <a:lnTo>
                    <a:pt x="1138" y="550"/>
                  </a:lnTo>
                  <a:lnTo>
                    <a:pt x="1135" y="550"/>
                  </a:lnTo>
                  <a:cubicBezTo>
                    <a:pt x="1134" y="550"/>
                    <a:pt x="1134" y="550"/>
                    <a:pt x="1134" y="550"/>
                  </a:cubicBezTo>
                  <a:cubicBezTo>
                    <a:pt x="1134" y="551"/>
                    <a:pt x="1134" y="551"/>
                    <a:pt x="1133" y="551"/>
                  </a:cubicBezTo>
                  <a:cubicBezTo>
                    <a:pt x="1130" y="560"/>
                    <a:pt x="1126" y="568"/>
                    <a:pt x="1121" y="576"/>
                  </a:cubicBezTo>
                  <a:cubicBezTo>
                    <a:pt x="1114" y="588"/>
                    <a:pt x="1106" y="600"/>
                    <a:pt x="1096" y="610"/>
                  </a:cubicBezTo>
                  <a:cubicBezTo>
                    <a:pt x="1086" y="624"/>
                    <a:pt x="1075" y="636"/>
                    <a:pt x="1063" y="648"/>
                  </a:cubicBezTo>
                  <a:lnTo>
                    <a:pt x="1056" y="648"/>
                  </a:lnTo>
                  <a:lnTo>
                    <a:pt x="1055" y="648"/>
                  </a:lnTo>
                  <a:cubicBezTo>
                    <a:pt x="1052" y="648"/>
                    <a:pt x="1048" y="647"/>
                    <a:pt x="1044" y="646"/>
                  </a:cubicBezTo>
                  <a:cubicBezTo>
                    <a:pt x="1050" y="641"/>
                    <a:pt x="1054" y="636"/>
                    <a:pt x="1058" y="630"/>
                  </a:cubicBezTo>
                  <a:cubicBezTo>
                    <a:pt x="1075" y="604"/>
                    <a:pt x="1103" y="571"/>
                    <a:pt x="1101" y="537"/>
                  </a:cubicBezTo>
                  <a:lnTo>
                    <a:pt x="1101" y="536"/>
                  </a:lnTo>
                  <a:cubicBezTo>
                    <a:pt x="1100" y="536"/>
                    <a:pt x="1100" y="535"/>
                    <a:pt x="1100" y="535"/>
                  </a:cubicBezTo>
                  <a:cubicBezTo>
                    <a:pt x="1099" y="535"/>
                    <a:pt x="1099" y="535"/>
                    <a:pt x="1099" y="535"/>
                  </a:cubicBezTo>
                  <a:cubicBezTo>
                    <a:pt x="1098" y="535"/>
                    <a:pt x="1098" y="535"/>
                    <a:pt x="1097" y="535"/>
                  </a:cubicBezTo>
                  <a:cubicBezTo>
                    <a:pt x="1097" y="535"/>
                    <a:pt x="1097" y="536"/>
                    <a:pt x="1096" y="536"/>
                  </a:cubicBezTo>
                  <a:lnTo>
                    <a:pt x="1096" y="537"/>
                  </a:lnTo>
                  <a:cubicBezTo>
                    <a:pt x="1089" y="565"/>
                    <a:pt x="1065" y="587"/>
                    <a:pt x="1048" y="610"/>
                  </a:cubicBezTo>
                  <a:cubicBezTo>
                    <a:pt x="1042" y="619"/>
                    <a:pt x="1034" y="627"/>
                    <a:pt x="1025" y="634"/>
                  </a:cubicBezTo>
                  <a:cubicBezTo>
                    <a:pt x="1024" y="635"/>
                    <a:pt x="1022" y="636"/>
                    <a:pt x="1021" y="636"/>
                  </a:cubicBezTo>
                  <a:cubicBezTo>
                    <a:pt x="1017" y="639"/>
                    <a:pt x="1012" y="641"/>
                    <a:pt x="1007" y="641"/>
                  </a:cubicBezTo>
                  <a:lnTo>
                    <a:pt x="991" y="641"/>
                  </a:lnTo>
                  <a:cubicBezTo>
                    <a:pt x="1000" y="633"/>
                    <a:pt x="1009" y="627"/>
                    <a:pt x="1018" y="618"/>
                  </a:cubicBezTo>
                  <a:cubicBezTo>
                    <a:pt x="1023" y="613"/>
                    <a:pt x="1026" y="605"/>
                    <a:pt x="1032" y="599"/>
                  </a:cubicBezTo>
                  <a:cubicBezTo>
                    <a:pt x="1032" y="599"/>
                    <a:pt x="1032" y="598"/>
                    <a:pt x="1033" y="597"/>
                  </a:cubicBezTo>
                  <a:cubicBezTo>
                    <a:pt x="1035" y="594"/>
                    <a:pt x="1036" y="591"/>
                    <a:pt x="1036" y="588"/>
                  </a:cubicBezTo>
                  <a:cubicBezTo>
                    <a:pt x="1036" y="587"/>
                    <a:pt x="1036" y="587"/>
                    <a:pt x="1036" y="586"/>
                  </a:cubicBezTo>
                  <a:cubicBezTo>
                    <a:pt x="1036" y="583"/>
                    <a:pt x="1031" y="582"/>
                    <a:pt x="1030" y="585"/>
                  </a:cubicBezTo>
                  <a:cubicBezTo>
                    <a:pt x="1029" y="588"/>
                    <a:pt x="1021" y="591"/>
                    <a:pt x="1017" y="593"/>
                  </a:cubicBezTo>
                  <a:cubicBezTo>
                    <a:pt x="1009" y="596"/>
                    <a:pt x="1004" y="604"/>
                    <a:pt x="998" y="608"/>
                  </a:cubicBezTo>
                  <a:cubicBezTo>
                    <a:pt x="986" y="616"/>
                    <a:pt x="975" y="625"/>
                    <a:pt x="965" y="635"/>
                  </a:cubicBezTo>
                  <a:cubicBezTo>
                    <a:pt x="964" y="636"/>
                    <a:pt x="964" y="637"/>
                    <a:pt x="964" y="638"/>
                  </a:cubicBezTo>
                  <a:lnTo>
                    <a:pt x="952" y="635"/>
                  </a:lnTo>
                  <a:cubicBezTo>
                    <a:pt x="962" y="625"/>
                    <a:pt x="975" y="615"/>
                    <a:pt x="985" y="607"/>
                  </a:cubicBezTo>
                  <a:cubicBezTo>
                    <a:pt x="996" y="597"/>
                    <a:pt x="1005" y="586"/>
                    <a:pt x="1013" y="573"/>
                  </a:cubicBezTo>
                  <a:cubicBezTo>
                    <a:pt x="1024" y="554"/>
                    <a:pt x="1031" y="533"/>
                    <a:pt x="1033" y="511"/>
                  </a:cubicBezTo>
                  <a:lnTo>
                    <a:pt x="1032" y="510"/>
                  </a:lnTo>
                  <a:cubicBezTo>
                    <a:pt x="1031" y="509"/>
                    <a:pt x="1032" y="509"/>
                    <a:pt x="1031" y="508"/>
                  </a:cubicBezTo>
                  <a:lnTo>
                    <a:pt x="1030" y="508"/>
                  </a:lnTo>
                  <a:cubicBezTo>
                    <a:pt x="1029" y="508"/>
                    <a:pt x="1028" y="508"/>
                    <a:pt x="1028" y="508"/>
                  </a:cubicBezTo>
                  <a:cubicBezTo>
                    <a:pt x="1027" y="509"/>
                    <a:pt x="1027" y="509"/>
                    <a:pt x="1027" y="510"/>
                  </a:cubicBezTo>
                  <a:lnTo>
                    <a:pt x="1026" y="511"/>
                  </a:lnTo>
                  <a:cubicBezTo>
                    <a:pt x="1024" y="518"/>
                    <a:pt x="1021" y="524"/>
                    <a:pt x="1018" y="530"/>
                  </a:cubicBezTo>
                  <a:cubicBezTo>
                    <a:pt x="1016" y="533"/>
                    <a:pt x="1014" y="536"/>
                    <a:pt x="1012" y="539"/>
                  </a:cubicBezTo>
                  <a:cubicBezTo>
                    <a:pt x="1009" y="549"/>
                    <a:pt x="1004" y="559"/>
                    <a:pt x="999" y="568"/>
                  </a:cubicBezTo>
                  <a:cubicBezTo>
                    <a:pt x="997" y="571"/>
                    <a:pt x="995" y="575"/>
                    <a:pt x="993" y="578"/>
                  </a:cubicBezTo>
                  <a:cubicBezTo>
                    <a:pt x="982" y="590"/>
                    <a:pt x="970" y="601"/>
                    <a:pt x="958" y="612"/>
                  </a:cubicBezTo>
                  <a:cubicBezTo>
                    <a:pt x="950" y="617"/>
                    <a:pt x="942" y="624"/>
                    <a:pt x="935" y="631"/>
                  </a:cubicBezTo>
                  <a:lnTo>
                    <a:pt x="931" y="630"/>
                  </a:lnTo>
                  <a:lnTo>
                    <a:pt x="937" y="626"/>
                  </a:lnTo>
                  <a:cubicBezTo>
                    <a:pt x="946" y="618"/>
                    <a:pt x="949" y="606"/>
                    <a:pt x="958" y="599"/>
                  </a:cubicBezTo>
                  <a:cubicBezTo>
                    <a:pt x="964" y="594"/>
                    <a:pt x="965" y="585"/>
                    <a:pt x="970" y="579"/>
                  </a:cubicBezTo>
                  <a:cubicBezTo>
                    <a:pt x="974" y="573"/>
                    <a:pt x="970" y="573"/>
                    <a:pt x="976" y="567"/>
                  </a:cubicBezTo>
                  <a:cubicBezTo>
                    <a:pt x="978" y="565"/>
                    <a:pt x="979" y="562"/>
                    <a:pt x="981" y="560"/>
                  </a:cubicBezTo>
                  <a:cubicBezTo>
                    <a:pt x="982" y="559"/>
                    <a:pt x="982" y="557"/>
                    <a:pt x="983" y="556"/>
                  </a:cubicBezTo>
                  <a:cubicBezTo>
                    <a:pt x="983" y="555"/>
                    <a:pt x="983" y="555"/>
                    <a:pt x="983" y="554"/>
                  </a:cubicBezTo>
                  <a:lnTo>
                    <a:pt x="983" y="553"/>
                  </a:lnTo>
                  <a:cubicBezTo>
                    <a:pt x="983" y="552"/>
                    <a:pt x="982" y="552"/>
                    <a:pt x="982" y="552"/>
                  </a:cubicBezTo>
                  <a:cubicBezTo>
                    <a:pt x="982" y="551"/>
                    <a:pt x="981" y="551"/>
                    <a:pt x="980" y="551"/>
                  </a:cubicBezTo>
                  <a:cubicBezTo>
                    <a:pt x="980" y="551"/>
                    <a:pt x="979" y="551"/>
                    <a:pt x="979" y="552"/>
                  </a:cubicBezTo>
                  <a:cubicBezTo>
                    <a:pt x="979" y="552"/>
                    <a:pt x="978" y="552"/>
                    <a:pt x="978" y="553"/>
                  </a:cubicBezTo>
                  <a:cubicBezTo>
                    <a:pt x="974" y="558"/>
                    <a:pt x="966" y="564"/>
                    <a:pt x="964" y="570"/>
                  </a:cubicBezTo>
                  <a:cubicBezTo>
                    <a:pt x="962" y="576"/>
                    <a:pt x="956" y="580"/>
                    <a:pt x="953" y="585"/>
                  </a:cubicBezTo>
                  <a:cubicBezTo>
                    <a:pt x="950" y="591"/>
                    <a:pt x="940" y="596"/>
                    <a:pt x="936" y="601"/>
                  </a:cubicBezTo>
                  <a:cubicBezTo>
                    <a:pt x="932" y="606"/>
                    <a:pt x="928" y="609"/>
                    <a:pt x="923" y="612"/>
                  </a:cubicBezTo>
                  <a:cubicBezTo>
                    <a:pt x="920" y="614"/>
                    <a:pt x="917" y="615"/>
                    <a:pt x="913" y="616"/>
                  </a:cubicBezTo>
                  <a:cubicBezTo>
                    <a:pt x="912" y="616"/>
                    <a:pt x="911" y="617"/>
                    <a:pt x="910" y="617"/>
                  </a:cubicBezTo>
                  <a:cubicBezTo>
                    <a:pt x="909" y="618"/>
                    <a:pt x="909" y="618"/>
                    <a:pt x="908" y="618"/>
                  </a:cubicBezTo>
                  <a:cubicBezTo>
                    <a:pt x="905" y="617"/>
                    <a:pt x="903" y="614"/>
                    <a:pt x="900" y="612"/>
                  </a:cubicBezTo>
                  <a:cubicBezTo>
                    <a:pt x="912" y="603"/>
                    <a:pt x="921" y="592"/>
                    <a:pt x="929" y="579"/>
                  </a:cubicBezTo>
                  <a:cubicBezTo>
                    <a:pt x="932" y="574"/>
                    <a:pt x="934" y="568"/>
                    <a:pt x="937" y="562"/>
                  </a:cubicBezTo>
                  <a:cubicBezTo>
                    <a:pt x="945" y="534"/>
                    <a:pt x="956" y="506"/>
                    <a:pt x="968" y="480"/>
                  </a:cubicBezTo>
                  <a:cubicBezTo>
                    <a:pt x="968" y="478"/>
                    <a:pt x="967" y="477"/>
                    <a:pt x="966" y="478"/>
                  </a:cubicBezTo>
                  <a:cubicBezTo>
                    <a:pt x="960" y="495"/>
                    <a:pt x="953" y="512"/>
                    <a:pt x="944" y="527"/>
                  </a:cubicBezTo>
                  <a:cubicBezTo>
                    <a:pt x="940" y="534"/>
                    <a:pt x="936" y="541"/>
                    <a:pt x="931" y="548"/>
                  </a:cubicBezTo>
                  <a:cubicBezTo>
                    <a:pt x="926" y="553"/>
                    <a:pt x="926" y="560"/>
                    <a:pt x="921" y="565"/>
                  </a:cubicBezTo>
                  <a:cubicBezTo>
                    <a:pt x="908" y="575"/>
                    <a:pt x="898" y="588"/>
                    <a:pt x="886" y="599"/>
                  </a:cubicBezTo>
                  <a:cubicBezTo>
                    <a:pt x="883" y="596"/>
                    <a:pt x="879" y="593"/>
                    <a:pt x="875" y="590"/>
                  </a:cubicBezTo>
                  <a:cubicBezTo>
                    <a:pt x="883" y="575"/>
                    <a:pt x="894" y="562"/>
                    <a:pt x="902" y="546"/>
                  </a:cubicBezTo>
                  <a:cubicBezTo>
                    <a:pt x="905" y="536"/>
                    <a:pt x="908" y="526"/>
                    <a:pt x="911" y="516"/>
                  </a:cubicBezTo>
                  <a:cubicBezTo>
                    <a:pt x="914" y="507"/>
                    <a:pt x="917" y="499"/>
                    <a:pt x="920" y="490"/>
                  </a:cubicBezTo>
                  <a:cubicBezTo>
                    <a:pt x="922" y="487"/>
                    <a:pt x="917" y="485"/>
                    <a:pt x="916" y="488"/>
                  </a:cubicBezTo>
                  <a:cubicBezTo>
                    <a:pt x="908" y="505"/>
                    <a:pt x="900" y="523"/>
                    <a:pt x="890" y="539"/>
                  </a:cubicBezTo>
                  <a:cubicBezTo>
                    <a:pt x="888" y="544"/>
                    <a:pt x="885" y="548"/>
                    <a:pt x="882" y="552"/>
                  </a:cubicBezTo>
                  <a:cubicBezTo>
                    <a:pt x="875" y="562"/>
                    <a:pt x="866" y="572"/>
                    <a:pt x="859" y="581"/>
                  </a:cubicBezTo>
                  <a:lnTo>
                    <a:pt x="851" y="578"/>
                  </a:lnTo>
                  <a:cubicBezTo>
                    <a:pt x="853" y="575"/>
                    <a:pt x="855" y="572"/>
                    <a:pt x="857" y="569"/>
                  </a:cubicBezTo>
                  <a:cubicBezTo>
                    <a:pt x="860" y="565"/>
                    <a:pt x="862" y="559"/>
                    <a:pt x="863" y="554"/>
                  </a:cubicBezTo>
                  <a:cubicBezTo>
                    <a:pt x="870" y="533"/>
                    <a:pt x="883" y="516"/>
                    <a:pt x="889" y="495"/>
                  </a:cubicBezTo>
                  <a:cubicBezTo>
                    <a:pt x="889" y="492"/>
                    <a:pt x="892" y="470"/>
                    <a:pt x="893" y="469"/>
                  </a:cubicBezTo>
                  <a:cubicBezTo>
                    <a:pt x="894" y="469"/>
                    <a:pt x="895" y="463"/>
                    <a:pt x="891" y="463"/>
                  </a:cubicBezTo>
                  <a:lnTo>
                    <a:pt x="889" y="463"/>
                  </a:lnTo>
                  <a:lnTo>
                    <a:pt x="888" y="464"/>
                  </a:lnTo>
                  <a:cubicBezTo>
                    <a:pt x="887" y="465"/>
                    <a:pt x="887" y="464"/>
                    <a:pt x="886" y="465"/>
                  </a:cubicBezTo>
                  <a:cubicBezTo>
                    <a:pt x="879" y="486"/>
                    <a:pt x="869" y="506"/>
                    <a:pt x="858" y="524"/>
                  </a:cubicBezTo>
                  <a:cubicBezTo>
                    <a:pt x="855" y="531"/>
                    <a:pt x="845" y="564"/>
                    <a:pt x="837" y="566"/>
                  </a:cubicBezTo>
                  <a:cubicBezTo>
                    <a:pt x="837" y="566"/>
                    <a:pt x="836" y="566"/>
                    <a:pt x="835" y="567"/>
                  </a:cubicBezTo>
                  <a:lnTo>
                    <a:pt x="834" y="567"/>
                  </a:lnTo>
                  <a:lnTo>
                    <a:pt x="824" y="559"/>
                  </a:lnTo>
                  <a:cubicBezTo>
                    <a:pt x="825" y="556"/>
                    <a:pt x="827" y="554"/>
                    <a:pt x="829" y="551"/>
                  </a:cubicBezTo>
                  <a:cubicBezTo>
                    <a:pt x="830" y="550"/>
                    <a:pt x="831" y="549"/>
                    <a:pt x="832" y="548"/>
                  </a:cubicBezTo>
                  <a:cubicBezTo>
                    <a:pt x="835" y="542"/>
                    <a:pt x="837" y="536"/>
                    <a:pt x="839" y="530"/>
                  </a:cubicBezTo>
                  <a:cubicBezTo>
                    <a:pt x="843" y="518"/>
                    <a:pt x="853" y="506"/>
                    <a:pt x="852" y="492"/>
                  </a:cubicBezTo>
                  <a:lnTo>
                    <a:pt x="851" y="492"/>
                  </a:lnTo>
                  <a:cubicBezTo>
                    <a:pt x="851" y="491"/>
                    <a:pt x="851" y="491"/>
                    <a:pt x="851" y="491"/>
                  </a:cubicBezTo>
                  <a:cubicBezTo>
                    <a:pt x="850" y="491"/>
                    <a:pt x="850" y="491"/>
                    <a:pt x="849" y="491"/>
                  </a:cubicBezTo>
                  <a:lnTo>
                    <a:pt x="848" y="491"/>
                  </a:lnTo>
                  <a:cubicBezTo>
                    <a:pt x="848" y="491"/>
                    <a:pt x="847" y="491"/>
                    <a:pt x="847" y="492"/>
                  </a:cubicBezTo>
                  <a:cubicBezTo>
                    <a:pt x="847" y="500"/>
                    <a:pt x="840" y="507"/>
                    <a:pt x="835" y="512"/>
                  </a:cubicBezTo>
                  <a:cubicBezTo>
                    <a:pt x="831" y="516"/>
                    <a:pt x="828" y="521"/>
                    <a:pt x="825" y="525"/>
                  </a:cubicBezTo>
                  <a:cubicBezTo>
                    <a:pt x="824" y="527"/>
                    <a:pt x="823" y="529"/>
                    <a:pt x="822" y="532"/>
                  </a:cubicBezTo>
                  <a:cubicBezTo>
                    <a:pt x="819" y="538"/>
                    <a:pt x="813" y="544"/>
                    <a:pt x="809" y="550"/>
                  </a:cubicBezTo>
                  <a:cubicBezTo>
                    <a:pt x="807" y="549"/>
                    <a:pt x="805" y="549"/>
                    <a:pt x="803" y="549"/>
                  </a:cubicBezTo>
                  <a:lnTo>
                    <a:pt x="796" y="549"/>
                  </a:lnTo>
                  <a:cubicBezTo>
                    <a:pt x="802" y="538"/>
                    <a:pt x="807" y="524"/>
                    <a:pt x="812" y="516"/>
                  </a:cubicBezTo>
                  <a:cubicBezTo>
                    <a:pt x="821" y="497"/>
                    <a:pt x="828" y="477"/>
                    <a:pt x="831" y="456"/>
                  </a:cubicBezTo>
                  <a:cubicBezTo>
                    <a:pt x="834" y="441"/>
                    <a:pt x="828" y="417"/>
                    <a:pt x="835" y="404"/>
                  </a:cubicBezTo>
                  <a:cubicBezTo>
                    <a:pt x="835" y="403"/>
                    <a:pt x="834" y="402"/>
                    <a:pt x="833" y="403"/>
                  </a:cubicBezTo>
                  <a:cubicBezTo>
                    <a:pt x="822" y="424"/>
                    <a:pt x="815" y="446"/>
                    <a:pt x="812" y="469"/>
                  </a:cubicBezTo>
                  <a:cubicBezTo>
                    <a:pt x="810" y="477"/>
                    <a:pt x="785" y="546"/>
                    <a:pt x="771" y="548"/>
                  </a:cubicBezTo>
                  <a:cubicBezTo>
                    <a:pt x="766" y="547"/>
                    <a:pt x="760" y="546"/>
                    <a:pt x="755" y="544"/>
                  </a:cubicBezTo>
                  <a:cubicBezTo>
                    <a:pt x="758" y="538"/>
                    <a:pt x="760" y="531"/>
                    <a:pt x="762" y="524"/>
                  </a:cubicBezTo>
                  <a:cubicBezTo>
                    <a:pt x="764" y="518"/>
                    <a:pt x="767" y="511"/>
                    <a:pt x="768" y="505"/>
                  </a:cubicBezTo>
                  <a:cubicBezTo>
                    <a:pt x="769" y="500"/>
                    <a:pt x="769" y="495"/>
                    <a:pt x="769" y="490"/>
                  </a:cubicBezTo>
                  <a:cubicBezTo>
                    <a:pt x="769" y="485"/>
                    <a:pt x="769" y="480"/>
                    <a:pt x="768" y="475"/>
                  </a:cubicBezTo>
                  <a:cubicBezTo>
                    <a:pt x="768" y="471"/>
                    <a:pt x="763" y="472"/>
                    <a:pt x="763" y="475"/>
                  </a:cubicBezTo>
                  <a:cubicBezTo>
                    <a:pt x="758" y="492"/>
                    <a:pt x="751" y="509"/>
                    <a:pt x="742" y="524"/>
                  </a:cubicBezTo>
                  <a:cubicBezTo>
                    <a:pt x="741" y="526"/>
                    <a:pt x="741" y="527"/>
                    <a:pt x="740" y="529"/>
                  </a:cubicBezTo>
                  <a:cubicBezTo>
                    <a:pt x="739" y="532"/>
                    <a:pt x="737" y="533"/>
                    <a:pt x="736" y="535"/>
                  </a:cubicBezTo>
                  <a:lnTo>
                    <a:pt x="729" y="535"/>
                  </a:lnTo>
                  <a:lnTo>
                    <a:pt x="728" y="535"/>
                  </a:lnTo>
                  <a:cubicBezTo>
                    <a:pt x="732" y="523"/>
                    <a:pt x="733" y="510"/>
                    <a:pt x="736" y="498"/>
                  </a:cubicBezTo>
                  <a:cubicBezTo>
                    <a:pt x="739" y="487"/>
                    <a:pt x="737" y="473"/>
                    <a:pt x="740" y="459"/>
                  </a:cubicBezTo>
                  <a:cubicBezTo>
                    <a:pt x="741" y="451"/>
                    <a:pt x="742" y="444"/>
                    <a:pt x="742" y="436"/>
                  </a:cubicBezTo>
                  <a:cubicBezTo>
                    <a:pt x="742" y="431"/>
                    <a:pt x="741" y="425"/>
                    <a:pt x="741" y="420"/>
                  </a:cubicBezTo>
                  <a:cubicBezTo>
                    <a:pt x="741" y="420"/>
                    <a:pt x="742" y="420"/>
                    <a:pt x="741" y="419"/>
                  </a:cubicBezTo>
                  <a:cubicBezTo>
                    <a:pt x="740" y="418"/>
                    <a:pt x="740" y="419"/>
                    <a:pt x="740" y="419"/>
                  </a:cubicBezTo>
                  <a:lnTo>
                    <a:pt x="739" y="419"/>
                  </a:lnTo>
                  <a:lnTo>
                    <a:pt x="738" y="419"/>
                  </a:lnTo>
                  <a:cubicBezTo>
                    <a:pt x="738" y="420"/>
                    <a:pt x="738" y="420"/>
                    <a:pt x="738" y="420"/>
                  </a:cubicBezTo>
                  <a:cubicBezTo>
                    <a:pt x="736" y="439"/>
                    <a:pt x="728" y="456"/>
                    <a:pt x="727" y="475"/>
                  </a:cubicBezTo>
                  <a:cubicBezTo>
                    <a:pt x="725" y="494"/>
                    <a:pt x="721" y="513"/>
                    <a:pt x="713" y="531"/>
                  </a:cubicBezTo>
                  <a:cubicBezTo>
                    <a:pt x="707" y="531"/>
                    <a:pt x="701" y="532"/>
                    <a:pt x="695" y="534"/>
                  </a:cubicBezTo>
                  <a:lnTo>
                    <a:pt x="694" y="534"/>
                  </a:lnTo>
                  <a:cubicBezTo>
                    <a:pt x="691" y="535"/>
                    <a:pt x="688" y="536"/>
                    <a:pt x="686" y="537"/>
                  </a:cubicBezTo>
                  <a:cubicBezTo>
                    <a:pt x="681" y="539"/>
                    <a:pt x="675" y="540"/>
                    <a:pt x="670" y="540"/>
                  </a:cubicBezTo>
                  <a:cubicBezTo>
                    <a:pt x="687" y="533"/>
                    <a:pt x="694" y="515"/>
                    <a:pt x="695" y="490"/>
                  </a:cubicBezTo>
                  <a:cubicBezTo>
                    <a:pt x="697" y="471"/>
                    <a:pt x="707" y="456"/>
                    <a:pt x="706" y="436"/>
                  </a:cubicBezTo>
                  <a:cubicBezTo>
                    <a:pt x="704" y="411"/>
                    <a:pt x="703" y="386"/>
                    <a:pt x="700" y="361"/>
                  </a:cubicBezTo>
                  <a:cubicBezTo>
                    <a:pt x="700" y="357"/>
                    <a:pt x="694" y="356"/>
                    <a:pt x="693" y="361"/>
                  </a:cubicBezTo>
                  <a:cubicBezTo>
                    <a:pt x="691" y="379"/>
                    <a:pt x="690" y="397"/>
                    <a:pt x="690" y="415"/>
                  </a:cubicBezTo>
                  <a:cubicBezTo>
                    <a:pt x="690" y="419"/>
                    <a:pt x="690" y="424"/>
                    <a:pt x="690" y="428"/>
                  </a:cubicBezTo>
                  <a:cubicBezTo>
                    <a:pt x="691" y="457"/>
                    <a:pt x="681" y="523"/>
                    <a:pt x="646" y="525"/>
                  </a:cubicBezTo>
                  <a:cubicBezTo>
                    <a:pt x="645" y="525"/>
                    <a:pt x="644" y="526"/>
                    <a:pt x="643" y="526"/>
                  </a:cubicBezTo>
                  <a:cubicBezTo>
                    <a:pt x="641" y="527"/>
                    <a:pt x="640" y="528"/>
                    <a:pt x="639" y="530"/>
                  </a:cubicBezTo>
                  <a:cubicBezTo>
                    <a:pt x="639" y="531"/>
                    <a:pt x="638" y="532"/>
                    <a:pt x="638" y="533"/>
                  </a:cubicBezTo>
                  <a:lnTo>
                    <a:pt x="635" y="533"/>
                  </a:lnTo>
                  <a:cubicBezTo>
                    <a:pt x="635" y="527"/>
                    <a:pt x="638" y="520"/>
                    <a:pt x="639" y="513"/>
                  </a:cubicBezTo>
                  <a:cubicBezTo>
                    <a:pt x="639" y="507"/>
                    <a:pt x="641" y="503"/>
                    <a:pt x="642" y="497"/>
                  </a:cubicBezTo>
                  <a:cubicBezTo>
                    <a:pt x="641" y="490"/>
                    <a:pt x="640" y="482"/>
                    <a:pt x="638" y="475"/>
                  </a:cubicBezTo>
                  <a:cubicBezTo>
                    <a:pt x="638" y="471"/>
                    <a:pt x="632" y="472"/>
                    <a:pt x="632" y="475"/>
                  </a:cubicBezTo>
                  <a:cubicBezTo>
                    <a:pt x="629" y="490"/>
                    <a:pt x="621" y="503"/>
                    <a:pt x="620" y="519"/>
                  </a:cubicBezTo>
                  <a:cubicBezTo>
                    <a:pt x="620" y="525"/>
                    <a:pt x="616" y="531"/>
                    <a:pt x="616" y="537"/>
                  </a:cubicBezTo>
                  <a:lnTo>
                    <a:pt x="606" y="540"/>
                  </a:lnTo>
                  <a:cubicBezTo>
                    <a:pt x="606" y="535"/>
                    <a:pt x="606" y="531"/>
                    <a:pt x="606" y="527"/>
                  </a:cubicBezTo>
                  <a:cubicBezTo>
                    <a:pt x="606" y="491"/>
                    <a:pt x="601" y="456"/>
                    <a:pt x="591" y="422"/>
                  </a:cubicBezTo>
                  <a:cubicBezTo>
                    <a:pt x="591" y="421"/>
                    <a:pt x="591" y="421"/>
                    <a:pt x="590" y="421"/>
                  </a:cubicBezTo>
                  <a:lnTo>
                    <a:pt x="590" y="420"/>
                  </a:lnTo>
                  <a:lnTo>
                    <a:pt x="589" y="420"/>
                  </a:lnTo>
                  <a:lnTo>
                    <a:pt x="588" y="420"/>
                  </a:lnTo>
                  <a:lnTo>
                    <a:pt x="588" y="421"/>
                  </a:lnTo>
                  <a:lnTo>
                    <a:pt x="588" y="422"/>
                  </a:lnTo>
                  <a:cubicBezTo>
                    <a:pt x="595" y="459"/>
                    <a:pt x="586" y="500"/>
                    <a:pt x="585" y="540"/>
                  </a:cubicBezTo>
                  <a:lnTo>
                    <a:pt x="573" y="536"/>
                  </a:lnTo>
                  <a:cubicBezTo>
                    <a:pt x="571" y="530"/>
                    <a:pt x="570" y="525"/>
                    <a:pt x="570" y="519"/>
                  </a:cubicBezTo>
                  <a:cubicBezTo>
                    <a:pt x="570" y="516"/>
                    <a:pt x="570" y="514"/>
                    <a:pt x="571" y="511"/>
                  </a:cubicBezTo>
                  <a:cubicBezTo>
                    <a:pt x="582" y="492"/>
                    <a:pt x="568" y="462"/>
                    <a:pt x="564" y="441"/>
                  </a:cubicBezTo>
                  <a:cubicBezTo>
                    <a:pt x="562" y="420"/>
                    <a:pt x="556" y="400"/>
                    <a:pt x="546" y="382"/>
                  </a:cubicBezTo>
                  <a:cubicBezTo>
                    <a:pt x="543" y="378"/>
                    <a:pt x="538" y="382"/>
                    <a:pt x="540" y="385"/>
                  </a:cubicBezTo>
                  <a:cubicBezTo>
                    <a:pt x="550" y="401"/>
                    <a:pt x="546" y="426"/>
                    <a:pt x="549" y="444"/>
                  </a:cubicBezTo>
                  <a:cubicBezTo>
                    <a:pt x="549" y="449"/>
                    <a:pt x="550" y="453"/>
                    <a:pt x="550" y="457"/>
                  </a:cubicBezTo>
                  <a:cubicBezTo>
                    <a:pt x="543" y="444"/>
                    <a:pt x="535" y="430"/>
                    <a:pt x="530" y="416"/>
                  </a:cubicBezTo>
                  <a:cubicBezTo>
                    <a:pt x="514" y="383"/>
                    <a:pt x="503" y="348"/>
                    <a:pt x="498" y="312"/>
                  </a:cubicBezTo>
                  <a:cubicBezTo>
                    <a:pt x="498" y="308"/>
                    <a:pt x="492" y="309"/>
                    <a:pt x="492" y="312"/>
                  </a:cubicBezTo>
                  <a:cubicBezTo>
                    <a:pt x="486" y="380"/>
                    <a:pt x="519" y="439"/>
                    <a:pt x="547" y="499"/>
                  </a:cubicBezTo>
                  <a:cubicBezTo>
                    <a:pt x="547" y="500"/>
                    <a:pt x="547" y="500"/>
                    <a:pt x="547" y="500"/>
                  </a:cubicBezTo>
                  <a:cubicBezTo>
                    <a:pt x="548" y="501"/>
                    <a:pt x="549" y="502"/>
                    <a:pt x="550" y="503"/>
                  </a:cubicBezTo>
                  <a:cubicBezTo>
                    <a:pt x="548" y="508"/>
                    <a:pt x="546" y="513"/>
                    <a:pt x="543" y="518"/>
                  </a:cubicBezTo>
                  <a:cubicBezTo>
                    <a:pt x="542" y="517"/>
                    <a:pt x="540" y="516"/>
                    <a:pt x="538" y="516"/>
                  </a:cubicBezTo>
                  <a:cubicBezTo>
                    <a:pt x="534" y="516"/>
                    <a:pt x="530" y="514"/>
                    <a:pt x="526" y="512"/>
                  </a:cubicBezTo>
                  <a:cubicBezTo>
                    <a:pt x="525" y="512"/>
                    <a:pt x="525" y="512"/>
                    <a:pt x="524" y="511"/>
                  </a:cubicBezTo>
                  <a:cubicBezTo>
                    <a:pt x="520" y="509"/>
                    <a:pt x="514" y="504"/>
                    <a:pt x="514" y="499"/>
                  </a:cubicBezTo>
                  <a:cubicBezTo>
                    <a:pt x="514" y="494"/>
                    <a:pt x="509" y="495"/>
                    <a:pt x="508" y="498"/>
                  </a:cubicBezTo>
                  <a:cubicBezTo>
                    <a:pt x="506" y="507"/>
                    <a:pt x="514" y="518"/>
                    <a:pt x="521" y="523"/>
                  </a:cubicBezTo>
                  <a:cubicBezTo>
                    <a:pt x="522" y="523"/>
                    <a:pt x="523" y="524"/>
                    <a:pt x="523" y="524"/>
                  </a:cubicBezTo>
                  <a:cubicBezTo>
                    <a:pt x="527" y="526"/>
                    <a:pt x="532" y="528"/>
                    <a:pt x="537" y="528"/>
                  </a:cubicBezTo>
                  <a:cubicBezTo>
                    <a:pt x="538" y="528"/>
                    <a:pt x="538" y="528"/>
                    <a:pt x="539" y="528"/>
                  </a:cubicBezTo>
                  <a:cubicBezTo>
                    <a:pt x="538" y="530"/>
                    <a:pt x="537" y="532"/>
                    <a:pt x="535" y="534"/>
                  </a:cubicBezTo>
                  <a:cubicBezTo>
                    <a:pt x="533" y="537"/>
                    <a:pt x="531" y="541"/>
                    <a:pt x="529" y="544"/>
                  </a:cubicBezTo>
                  <a:cubicBezTo>
                    <a:pt x="522" y="534"/>
                    <a:pt x="509" y="535"/>
                    <a:pt x="499" y="527"/>
                  </a:cubicBezTo>
                  <a:cubicBezTo>
                    <a:pt x="491" y="520"/>
                    <a:pt x="484" y="513"/>
                    <a:pt x="477" y="506"/>
                  </a:cubicBezTo>
                  <a:cubicBezTo>
                    <a:pt x="470" y="501"/>
                    <a:pt x="465" y="495"/>
                    <a:pt x="460" y="488"/>
                  </a:cubicBezTo>
                  <a:cubicBezTo>
                    <a:pt x="460" y="487"/>
                    <a:pt x="458" y="488"/>
                    <a:pt x="458" y="490"/>
                  </a:cubicBezTo>
                  <a:cubicBezTo>
                    <a:pt x="459" y="495"/>
                    <a:pt x="462" y="500"/>
                    <a:pt x="464" y="505"/>
                  </a:cubicBezTo>
                  <a:cubicBezTo>
                    <a:pt x="467" y="513"/>
                    <a:pt x="470" y="520"/>
                    <a:pt x="475" y="528"/>
                  </a:cubicBezTo>
                  <a:cubicBezTo>
                    <a:pt x="476" y="530"/>
                    <a:pt x="478" y="533"/>
                    <a:pt x="479" y="535"/>
                  </a:cubicBezTo>
                  <a:cubicBezTo>
                    <a:pt x="484" y="541"/>
                    <a:pt x="489" y="546"/>
                    <a:pt x="495" y="550"/>
                  </a:cubicBezTo>
                  <a:cubicBezTo>
                    <a:pt x="496" y="550"/>
                    <a:pt x="496" y="550"/>
                    <a:pt x="496" y="550"/>
                  </a:cubicBezTo>
                  <a:cubicBezTo>
                    <a:pt x="499" y="552"/>
                    <a:pt x="501" y="553"/>
                    <a:pt x="504" y="554"/>
                  </a:cubicBezTo>
                  <a:cubicBezTo>
                    <a:pt x="506" y="555"/>
                    <a:pt x="509" y="556"/>
                    <a:pt x="512" y="557"/>
                  </a:cubicBezTo>
                  <a:cubicBezTo>
                    <a:pt x="513" y="558"/>
                    <a:pt x="513" y="558"/>
                    <a:pt x="514" y="559"/>
                  </a:cubicBezTo>
                  <a:cubicBezTo>
                    <a:pt x="513" y="560"/>
                    <a:pt x="511" y="561"/>
                    <a:pt x="510" y="562"/>
                  </a:cubicBezTo>
                  <a:cubicBezTo>
                    <a:pt x="507" y="564"/>
                    <a:pt x="505" y="564"/>
                    <a:pt x="502" y="565"/>
                  </a:cubicBezTo>
                  <a:cubicBezTo>
                    <a:pt x="499" y="566"/>
                    <a:pt x="497" y="567"/>
                    <a:pt x="494" y="569"/>
                  </a:cubicBezTo>
                  <a:cubicBezTo>
                    <a:pt x="493" y="569"/>
                    <a:pt x="492" y="569"/>
                    <a:pt x="492" y="569"/>
                  </a:cubicBezTo>
                  <a:cubicBezTo>
                    <a:pt x="491" y="569"/>
                    <a:pt x="490" y="569"/>
                    <a:pt x="489" y="570"/>
                  </a:cubicBezTo>
                  <a:cubicBezTo>
                    <a:pt x="488" y="571"/>
                    <a:pt x="488" y="570"/>
                    <a:pt x="488" y="570"/>
                  </a:cubicBezTo>
                  <a:lnTo>
                    <a:pt x="481" y="576"/>
                  </a:lnTo>
                  <a:cubicBezTo>
                    <a:pt x="470" y="573"/>
                    <a:pt x="460" y="569"/>
                    <a:pt x="450" y="563"/>
                  </a:cubicBezTo>
                  <a:cubicBezTo>
                    <a:pt x="441" y="558"/>
                    <a:pt x="433" y="552"/>
                    <a:pt x="426" y="545"/>
                  </a:cubicBezTo>
                  <a:cubicBezTo>
                    <a:pt x="411" y="530"/>
                    <a:pt x="402" y="510"/>
                    <a:pt x="386" y="497"/>
                  </a:cubicBezTo>
                  <a:cubicBezTo>
                    <a:pt x="383" y="494"/>
                    <a:pt x="380" y="499"/>
                    <a:pt x="382" y="501"/>
                  </a:cubicBezTo>
                  <a:cubicBezTo>
                    <a:pt x="386" y="506"/>
                    <a:pt x="389" y="511"/>
                    <a:pt x="392" y="516"/>
                  </a:cubicBezTo>
                  <a:cubicBezTo>
                    <a:pt x="396" y="523"/>
                    <a:pt x="399" y="530"/>
                    <a:pt x="402" y="536"/>
                  </a:cubicBezTo>
                  <a:cubicBezTo>
                    <a:pt x="402" y="537"/>
                    <a:pt x="402" y="537"/>
                    <a:pt x="403" y="538"/>
                  </a:cubicBezTo>
                  <a:cubicBezTo>
                    <a:pt x="408" y="548"/>
                    <a:pt x="416" y="557"/>
                    <a:pt x="425" y="566"/>
                  </a:cubicBezTo>
                  <a:cubicBezTo>
                    <a:pt x="432" y="573"/>
                    <a:pt x="441" y="580"/>
                    <a:pt x="450" y="585"/>
                  </a:cubicBezTo>
                  <a:cubicBezTo>
                    <a:pt x="454" y="587"/>
                    <a:pt x="457" y="589"/>
                    <a:pt x="461" y="591"/>
                  </a:cubicBezTo>
                  <a:lnTo>
                    <a:pt x="449" y="600"/>
                  </a:lnTo>
                  <a:cubicBezTo>
                    <a:pt x="441" y="598"/>
                    <a:pt x="434" y="596"/>
                    <a:pt x="426" y="594"/>
                  </a:cubicBezTo>
                  <a:cubicBezTo>
                    <a:pt x="413" y="586"/>
                    <a:pt x="401" y="575"/>
                    <a:pt x="391" y="562"/>
                  </a:cubicBezTo>
                  <a:cubicBezTo>
                    <a:pt x="388" y="560"/>
                    <a:pt x="383" y="562"/>
                    <a:pt x="385" y="566"/>
                  </a:cubicBezTo>
                  <a:cubicBezTo>
                    <a:pt x="395" y="580"/>
                    <a:pt x="400" y="598"/>
                    <a:pt x="415" y="607"/>
                  </a:cubicBezTo>
                  <a:cubicBezTo>
                    <a:pt x="420" y="610"/>
                    <a:pt x="426" y="613"/>
                    <a:pt x="431" y="615"/>
                  </a:cubicBezTo>
                  <a:lnTo>
                    <a:pt x="427" y="619"/>
                  </a:lnTo>
                  <a:lnTo>
                    <a:pt x="425" y="620"/>
                  </a:lnTo>
                  <a:cubicBezTo>
                    <a:pt x="424" y="619"/>
                    <a:pt x="423" y="619"/>
                    <a:pt x="422" y="618"/>
                  </a:cubicBezTo>
                  <a:cubicBezTo>
                    <a:pt x="421" y="617"/>
                    <a:pt x="420" y="617"/>
                    <a:pt x="419" y="617"/>
                  </a:cubicBezTo>
                  <a:cubicBezTo>
                    <a:pt x="415" y="616"/>
                    <a:pt x="411" y="614"/>
                    <a:pt x="407" y="612"/>
                  </a:cubicBezTo>
                  <a:cubicBezTo>
                    <a:pt x="403" y="610"/>
                    <a:pt x="400" y="607"/>
                    <a:pt x="397" y="604"/>
                  </a:cubicBezTo>
                  <a:cubicBezTo>
                    <a:pt x="392" y="599"/>
                    <a:pt x="387" y="595"/>
                    <a:pt x="381" y="591"/>
                  </a:cubicBezTo>
                  <a:cubicBezTo>
                    <a:pt x="375" y="587"/>
                    <a:pt x="364" y="581"/>
                    <a:pt x="362" y="574"/>
                  </a:cubicBezTo>
                  <a:cubicBezTo>
                    <a:pt x="362" y="573"/>
                    <a:pt x="362" y="574"/>
                    <a:pt x="361" y="573"/>
                  </a:cubicBezTo>
                  <a:cubicBezTo>
                    <a:pt x="360" y="572"/>
                    <a:pt x="361" y="572"/>
                    <a:pt x="361" y="572"/>
                  </a:cubicBezTo>
                  <a:cubicBezTo>
                    <a:pt x="360" y="572"/>
                    <a:pt x="360" y="571"/>
                    <a:pt x="359" y="571"/>
                  </a:cubicBezTo>
                  <a:cubicBezTo>
                    <a:pt x="359" y="571"/>
                    <a:pt x="359" y="572"/>
                    <a:pt x="358" y="572"/>
                  </a:cubicBezTo>
                  <a:lnTo>
                    <a:pt x="357" y="573"/>
                  </a:lnTo>
                  <a:lnTo>
                    <a:pt x="357" y="574"/>
                  </a:lnTo>
                  <a:cubicBezTo>
                    <a:pt x="359" y="581"/>
                    <a:pt x="361" y="588"/>
                    <a:pt x="365" y="594"/>
                  </a:cubicBezTo>
                  <a:cubicBezTo>
                    <a:pt x="368" y="600"/>
                    <a:pt x="373" y="606"/>
                    <a:pt x="379" y="611"/>
                  </a:cubicBezTo>
                  <a:cubicBezTo>
                    <a:pt x="384" y="619"/>
                    <a:pt x="392" y="627"/>
                    <a:pt x="401" y="632"/>
                  </a:cubicBezTo>
                  <a:cubicBezTo>
                    <a:pt x="404" y="634"/>
                    <a:pt x="407" y="635"/>
                    <a:pt x="410" y="636"/>
                  </a:cubicBezTo>
                  <a:cubicBezTo>
                    <a:pt x="408" y="640"/>
                    <a:pt x="406" y="644"/>
                    <a:pt x="403" y="647"/>
                  </a:cubicBezTo>
                  <a:lnTo>
                    <a:pt x="394" y="658"/>
                  </a:lnTo>
                  <a:cubicBezTo>
                    <a:pt x="380" y="650"/>
                    <a:pt x="363" y="645"/>
                    <a:pt x="349" y="635"/>
                  </a:cubicBezTo>
                  <a:cubicBezTo>
                    <a:pt x="330" y="620"/>
                    <a:pt x="313" y="603"/>
                    <a:pt x="296" y="585"/>
                  </a:cubicBezTo>
                  <a:cubicBezTo>
                    <a:pt x="296" y="585"/>
                    <a:pt x="296" y="584"/>
                    <a:pt x="295" y="584"/>
                  </a:cubicBezTo>
                  <a:lnTo>
                    <a:pt x="294" y="584"/>
                  </a:lnTo>
                  <a:cubicBezTo>
                    <a:pt x="293" y="584"/>
                    <a:pt x="293" y="584"/>
                    <a:pt x="292" y="584"/>
                  </a:cubicBezTo>
                  <a:lnTo>
                    <a:pt x="291" y="585"/>
                  </a:lnTo>
                  <a:cubicBezTo>
                    <a:pt x="290" y="586"/>
                    <a:pt x="291" y="586"/>
                    <a:pt x="291" y="587"/>
                  </a:cubicBezTo>
                  <a:lnTo>
                    <a:pt x="291" y="588"/>
                  </a:lnTo>
                  <a:cubicBezTo>
                    <a:pt x="291" y="588"/>
                    <a:pt x="292" y="588"/>
                    <a:pt x="292" y="589"/>
                  </a:cubicBezTo>
                  <a:lnTo>
                    <a:pt x="292" y="590"/>
                  </a:lnTo>
                  <a:cubicBezTo>
                    <a:pt x="306" y="613"/>
                    <a:pt x="322" y="636"/>
                    <a:pt x="341" y="656"/>
                  </a:cubicBezTo>
                  <a:cubicBezTo>
                    <a:pt x="347" y="661"/>
                    <a:pt x="354" y="666"/>
                    <a:pt x="362" y="671"/>
                  </a:cubicBezTo>
                  <a:cubicBezTo>
                    <a:pt x="366" y="673"/>
                    <a:pt x="371" y="676"/>
                    <a:pt x="376" y="678"/>
                  </a:cubicBezTo>
                  <a:cubicBezTo>
                    <a:pt x="369" y="685"/>
                    <a:pt x="361" y="692"/>
                    <a:pt x="353" y="697"/>
                  </a:cubicBezTo>
                  <a:cubicBezTo>
                    <a:pt x="346" y="695"/>
                    <a:pt x="340" y="693"/>
                    <a:pt x="334" y="689"/>
                  </a:cubicBezTo>
                  <a:cubicBezTo>
                    <a:pt x="326" y="685"/>
                    <a:pt x="319" y="680"/>
                    <a:pt x="313" y="673"/>
                  </a:cubicBezTo>
                  <a:cubicBezTo>
                    <a:pt x="304" y="666"/>
                    <a:pt x="294" y="661"/>
                    <a:pt x="284" y="652"/>
                  </a:cubicBezTo>
                  <a:cubicBezTo>
                    <a:pt x="272" y="641"/>
                    <a:pt x="265" y="624"/>
                    <a:pt x="248" y="618"/>
                  </a:cubicBezTo>
                  <a:cubicBezTo>
                    <a:pt x="247" y="618"/>
                    <a:pt x="247" y="618"/>
                    <a:pt x="247" y="618"/>
                  </a:cubicBezTo>
                  <a:cubicBezTo>
                    <a:pt x="246" y="618"/>
                    <a:pt x="246" y="618"/>
                    <a:pt x="246" y="619"/>
                  </a:cubicBezTo>
                  <a:cubicBezTo>
                    <a:pt x="246" y="619"/>
                    <a:pt x="245" y="619"/>
                    <a:pt x="245" y="620"/>
                  </a:cubicBezTo>
                  <a:lnTo>
                    <a:pt x="246" y="621"/>
                  </a:lnTo>
                  <a:cubicBezTo>
                    <a:pt x="257" y="630"/>
                    <a:pt x="266" y="641"/>
                    <a:pt x="273" y="653"/>
                  </a:cubicBezTo>
                  <a:cubicBezTo>
                    <a:pt x="281" y="661"/>
                    <a:pt x="289" y="670"/>
                    <a:pt x="298" y="677"/>
                  </a:cubicBezTo>
                  <a:cubicBezTo>
                    <a:pt x="308" y="691"/>
                    <a:pt x="320" y="703"/>
                    <a:pt x="334" y="713"/>
                  </a:cubicBezTo>
                  <a:cubicBezTo>
                    <a:pt x="333" y="714"/>
                    <a:pt x="331" y="716"/>
                    <a:pt x="330" y="718"/>
                  </a:cubicBezTo>
                  <a:cubicBezTo>
                    <a:pt x="324" y="717"/>
                    <a:pt x="318" y="715"/>
                    <a:pt x="313" y="712"/>
                  </a:cubicBezTo>
                  <a:cubicBezTo>
                    <a:pt x="306" y="708"/>
                    <a:pt x="300" y="703"/>
                    <a:pt x="293" y="700"/>
                  </a:cubicBezTo>
                  <a:cubicBezTo>
                    <a:pt x="289" y="698"/>
                    <a:pt x="285" y="696"/>
                    <a:pt x="281" y="693"/>
                  </a:cubicBezTo>
                  <a:cubicBezTo>
                    <a:pt x="275" y="690"/>
                    <a:pt x="270" y="687"/>
                    <a:pt x="265" y="683"/>
                  </a:cubicBezTo>
                  <a:cubicBezTo>
                    <a:pt x="263" y="681"/>
                    <a:pt x="260" y="684"/>
                    <a:pt x="262" y="687"/>
                  </a:cubicBezTo>
                  <a:cubicBezTo>
                    <a:pt x="271" y="700"/>
                    <a:pt x="283" y="711"/>
                    <a:pt x="296" y="720"/>
                  </a:cubicBezTo>
                  <a:cubicBezTo>
                    <a:pt x="300" y="724"/>
                    <a:pt x="305" y="727"/>
                    <a:pt x="309" y="730"/>
                  </a:cubicBezTo>
                  <a:cubicBezTo>
                    <a:pt x="313" y="732"/>
                    <a:pt x="317" y="734"/>
                    <a:pt x="322" y="735"/>
                  </a:cubicBezTo>
                  <a:lnTo>
                    <a:pt x="321" y="738"/>
                  </a:lnTo>
                  <a:lnTo>
                    <a:pt x="319" y="737"/>
                  </a:lnTo>
                  <a:cubicBezTo>
                    <a:pt x="315" y="735"/>
                    <a:pt x="311" y="733"/>
                    <a:pt x="306" y="733"/>
                  </a:cubicBezTo>
                  <a:cubicBezTo>
                    <a:pt x="296" y="730"/>
                    <a:pt x="287" y="726"/>
                    <a:pt x="278" y="721"/>
                  </a:cubicBezTo>
                  <a:cubicBezTo>
                    <a:pt x="277" y="721"/>
                    <a:pt x="277" y="721"/>
                    <a:pt x="276" y="720"/>
                  </a:cubicBezTo>
                  <a:cubicBezTo>
                    <a:pt x="270" y="717"/>
                    <a:pt x="263" y="714"/>
                    <a:pt x="256" y="710"/>
                  </a:cubicBezTo>
                  <a:cubicBezTo>
                    <a:pt x="241" y="701"/>
                    <a:pt x="226" y="690"/>
                    <a:pt x="213" y="677"/>
                  </a:cubicBezTo>
                  <a:cubicBezTo>
                    <a:pt x="211" y="676"/>
                    <a:pt x="208" y="677"/>
                    <a:pt x="210" y="680"/>
                  </a:cubicBezTo>
                  <a:cubicBezTo>
                    <a:pt x="219" y="694"/>
                    <a:pt x="230" y="708"/>
                    <a:pt x="243" y="719"/>
                  </a:cubicBezTo>
                  <a:cubicBezTo>
                    <a:pt x="255" y="730"/>
                    <a:pt x="271" y="736"/>
                    <a:pt x="284" y="746"/>
                  </a:cubicBezTo>
                  <a:cubicBezTo>
                    <a:pt x="285" y="746"/>
                    <a:pt x="287" y="747"/>
                    <a:pt x="288" y="748"/>
                  </a:cubicBezTo>
                  <a:cubicBezTo>
                    <a:pt x="289" y="749"/>
                    <a:pt x="291" y="749"/>
                    <a:pt x="292" y="750"/>
                  </a:cubicBezTo>
                  <a:cubicBezTo>
                    <a:pt x="289" y="750"/>
                    <a:pt x="287" y="749"/>
                    <a:pt x="284" y="749"/>
                  </a:cubicBezTo>
                  <a:cubicBezTo>
                    <a:pt x="281" y="749"/>
                    <a:pt x="279" y="750"/>
                    <a:pt x="276" y="750"/>
                  </a:cubicBezTo>
                  <a:cubicBezTo>
                    <a:pt x="268" y="750"/>
                    <a:pt x="262" y="745"/>
                    <a:pt x="254" y="743"/>
                  </a:cubicBezTo>
                  <a:cubicBezTo>
                    <a:pt x="240" y="739"/>
                    <a:pt x="226" y="732"/>
                    <a:pt x="212" y="728"/>
                  </a:cubicBezTo>
                  <a:cubicBezTo>
                    <a:pt x="209" y="728"/>
                    <a:pt x="207" y="732"/>
                    <a:pt x="210" y="733"/>
                  </a:cubicBezTo>
                  <a:cubicBezTo>
                    <a:pt x="213" y="735"/>
                    <a:pt x="218" y="742"/>
                    <a:pt x="224" y="744"/>
                  </a:cubicBezTo>
                  <a:cubicBezTo>
                    <a:pt x="225" y="744"/>
                    <a:pt x="226" y="745"/>
                    <a:pt x="227" y="745"/>
                  </a:cubicBezTo>
                  <a:cubicBezTo>
                    <a:pt x="232" y="749"/>
                    <a:pt x="238" y="752"/>
                    <a:pt x="243" y="756"/>
                  </a:cubicBezTo>
                  <a:cubicBezTo>
                    <a:pt x="249" y="759"/>
                    <a:pt x="254" y="765"/>
                    <a:pt x="260" y="767"/>
                  </a:cubicBezTo>
                  <a:cubicBezTo>
                    <a:pt x="258" y="767"/>
                    <a:pt x="256" y="767"/>
                    <a:pt x="255" y="767"/>
                  </a:cubicBezTo>
                  <a:cubicBezTo>
                    <a:pt x="253" y="767"/>
                    <a:pt x="251" y="767"/>
                    <a:pt x="249" y="767"/>
                  </a:cubicBezTo>
                  <a:cubicBezTo>
                    <a:pt x="236" y="766"/>
                    <a:pt x="223" y="764"/>
                    <a:pt x="210" y="761"/>
                  </a:cubicBezTo>
                  <a:cubicBezTo>
                    <a:pt x="202" y="759"/>
                    <a:pt x="184" y="756"/>
                    <a:pt x="180" y="749"/>
                  </a:cubicBezTo>
                  <a:lnTo>
                    <a:pt x="179" y="748"/>
                  </a:lnTo>
                  <a:lnTo>
                    <a:pt x="178" y="748"/>
                  </a:lnTo>
                  <a:cubicBezTo>
                    <a:pt x="177" y="748"/>
                    <a:pt x="176" y="748"/>
                    <a:pt x="176" y="748"/>
                  </a:cubicBezTo>
                  <a:cubicBezTo>
                    <a:pt x="175" y="749"/>
                    <a:pt x="175" y="749"/>
                    <a:pt x="175" y="749"/>
                  </a:cubicBezTo>
                  <a:cubicBezTo>
                    <a:pt x="175" y="750"/>
                    <a:pt x="174" y="750"/>
                    <a:pt x="174" y="751"/>
                  </a:cubicBezTo>
                  <a:lnTo>
                    <a:pt x="174" y="752"/>
                  </a:lnTo>
                  <a:cubicBezTo>
                    <a:pt x="179" y="767"/>
                    <a:pt x="200" y="776"/>
                    <a:pt x="217" y="781"/>
                  </a:cubicBezTo>
                  <a:cubicBezTo>
                    <a:pt x="177" y="780"/>
                    <a:pt x="139" y="770"/>
                    <a:pt x="105" y="749"/>
                  </a:cubicBezTo>
                  <a:cubicBezTo>
                    <a:pt x="101" y="747"/>
                    <a:pt x="96" y="744"/>
                    <a:pt x="92" y="741"/>
                  </a:cubicBezTo>
                  <a:cubicBezTo>
                    <a:pt x="43" y="705"/>
                    <a:pt x="31" y="638"/>
                    <a:pt x="31" y="583"/>
                  </a:cubicBezTo>
                  <a:cubicBezTo>
                    <a:pt x="29" y="574"/>
                    <a:pt x="46" y="570"/>
                    <a:pt x="55" y="562"/>
                  </a:cubicBezTo>
                  <a:lnTo>
                    <a:pt x="54" y="5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7"/>
            <p:cNvSpPr/>
            <p:nvPr/>
          </p:nvSpPr>
          <p:spPr>
            <a:xfrm>
              <a:off x="8010360" y="3337560"/>
              <a:ext cx="7920" cy="25560"/>
            </a:xfrm>
            <a:custGeom>
              <a:rect b="b" l="l" r="r" t="t"/>
              <a:pathLst>
                <a:path extrusionOk="0" h="71" w="22">
                  <a:moveTo>
                    <a:pt x="15" y="3"/>
                  </a:moveTo>
                  <a:cubicBezTo>
                    <a:pt x="15" y="19"/>
                    <a:pt x="12" y="34"/>
                    <a:pt x="8" y="49"/>
                  </a:cubicBezTo>
                  <a:cubicBezTo>
                    <a:pt x="6" y="56"/>
                    <a:pt x="0" y="61"/>
                    <a:pt x="4" y="69"/>
                  </a:cubicBezTo>
                  <a:cubicBezTo>
                    <a:pt x="4" y="69"/>
                    <a:pt x="5" y="68"/>
                    <a:pt x="5" y="69"/>
                  </a:cubicBezTo>
                  <a:cubicBezTo>
                    <a:pt x="6" y="70"/>
                    <a:pt x="5" y="70"/>
                    <a:pt x="6" y="70"/>
                  </a:cubicBezTo>
                  <a:lnTo>
                    <a:pt x="7" y="69"/>
                  </a:lnTo>
                  <a:cubicBezTo>
                    <a:pt x="10" y="64"/>
                    <a:pt x="13" y="60"/>
                    <a:pt x="16" y="55"/>
                  </a:cubicBezTo>
                  <a:cubicBezTo>
                    <a:pt x="18" y="50"/>
                    <a:pt x="19" y="45"/>
                    <a:pt x="20" y="40"/>
                  </a:cubicBezTo>
                  <a:cubicBezTo>
                    <a:pt x="21" y="34"/>
                    <a:pt x="21" y="28"/>
                    <a:pt x="21" y="22"/>
                  </a:cubicBezTo>
                  <a:cubicBezTo>
                    <a:pt x="21" y="16"/>
                    <a:pt x="21" y="10"/>
                    <a:pt x="20" y="4"/>
                  </a:cubicBezTo>
                  <a:cubicBezTo>
                    <a:pt x="20" y="0"/>
                    <a:pt x="15" y="0"/>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7"/>
            <p:cNvSpPr/>
            <p:nvPr/>
          </p:nvSpPr>
          <p:spPr>
            <a:xfrm>
              <a:off x="8075520" y="3135960"/>
              <a:ext cx="8640" cy="12240"/>
            </a:xfrm>
            <a:custGeom>
              <a:rect b="b" l="l" r="r" t="t"/>
              <a:pathLst>
                <a:path extrusionOk="0" h="34" w="24">
                  <a:moveTo>
                    <a:pt x="16" y="18"/>
                  </a:moveTo>
                  <a:cubicBezTo>
                    <a:pt x="16" y="16"/>
                    <a:pt x="15" y="15"/>
                    <a:pt x="14" y="14"/>
                  </a:cubicBezTo>
                  <a:cubicBezTo>
                    <a:pt x="13" y="12"/>
                    <a:pt x="12" y="10"/>
                    <a:pt x="11" y="9"/>
                  </a:cubicBezTo>
                  <a:cubicBezTo>
                    <a:pt x="10" y="8"/>
                    <a:pt x="7" y="5"/>
                    <a:pt x="7" y="4"/>
                  </a:cubicBezTo>
                  <a:cubicBezTo>
                    <a:pt x="7" y="3"/>
                    <a:pt x="7" y="3"/>
                    <a:pt x="7" y="3"/>
                  </a:cubicBezTo>
                  <a:lnTo>
                    <a:pt x="7" y="2"/>
                  </a:lnTo>
                  <a:cubicBezTo>
                    <a:pt x="6" y="1"/>
                    <a:pt x="6" y="1"/>
                    <a:pt x="6" y="1"/>
                  </a:cubicBezTo>
                  <a:cubicBezTo>
                    <a:pt x="5" y="0"/>
                    <a:pt x="5" y="0"/>
                    <a:pt x="4" y="0"/>
                  </a:cubicBezTo>
                  <a:lnTo>
                    <a:pt x="3" y="1"/>
                  </a:lnTo>
                  <a:cubicBezTo>
                    <a:pt x="2" y="2"/>
                    <a:pt x="2" y="1"/>
                    <a:pt x="1" y="2"/>
                  </a:cubicBezTo>
                  <a:lnTo>
                    <a:pt x="1" y="3"/>
                  </a:lnTo>
                  <a:cubicBezTo>
                    <a:pt x="1" y="4"/>
                    <a:pt x="0" y="5"/>
                    <a:pt x="0" y="6"/>
                  </a:cubicBezTo>
                  <a:cubicBezTo>
                    <a:pt x="0" y="7"/>
                    <a:pt x="1" y="8"/>
                    <a:pt x="1" y="9"/>
                  </a:cubicBezTo>
                  <a:cubicBezTo>
                    <a:pt x="2" y="10"/>
                    <a:pt x="3" y="11"/>
                    <a:pt x="3" y="12"/>
                  </a:cubicBezTo>
                  <a:cubicBezTo>
                    <a:pt x="4" y="14"/>
                    <a:pt x="5" y="17"/>
                    <a:pt x="6" y="19"/>
                  </a:cubicBezTo>
                  <a:cubicBezTo>
                    <a:pt x="6" y="21"/>
                    <a:pt x="7" y="22"/>
                    <a:pt x="8" y="24"/>
                  </a:cubicBezTo>
                  <a:cubicBezTo>
                    <a:pt x="9" y="25"/>
                    <a:pt x="10" y="27"/>
                    <a:pt x="11" y="28"/>
                  </a:cubicBezTo>
                  <a:cubicBezTo>
                    <a:pt x="12" y="29"/>
                    <a:pt x="13" y="29"/>
                    <a:pt x="14" y="30"/>
                  </a:cubicBezTo>
                  <a:cubicBezTo>
                    <a:pt x="16" y="31"/>
                    <a:pt x="17" y="32"/>
                    <a:pt x="19" y="32"/>
                  </a:cubicBezTo>
                  <a:lnTo>
                    <a:pt x="20" y="33"/>
                  </a:lnTo>
                  <a:cubicBezTo>
                    <a:pt x="21" y="33"/>
                    <a:pt x="21" y="32"/>
                    <a:pt x="21" y="32"/>
                  </a:cubicBezTo>
                  <a:cubicBezTo>
                    <a:pt x="22" y="32"/>
                    <a:pt x="22" y="32"/>
                    <a:pt x="22" y="31"/>
                  </a:cubicBezTo>
                  <a:cubicBezTo>
                    <a:pt x="23" y="31"/>
                    <a:pt x="23" y="31"/>
                    <a:pt x="23" y="31"/>
                  </a:cubicBezTo>
                  <a:cubicBezTo>
                    <a:pt x="23" y="30"/>
                    <a:pt x="23" y="29"/>
                    <a:pt x="23" y="28"/>
                  </a:cubicBezTo>
                  <a:cubicBezTo>
                    <a:pt x="23" y="27"/>
                    <a:pt x="23" y="26"/>
                    <a:pt x="23" y="25"/>
                  </a:cubicBezTo>
                  <a:lnTo>
                    <a:pt x="22" y="25"/>
                  </a:lnTo>
                  <a:cubicBezTo>
                    <a:pt x="20" y="23"/>
                    <a:pt x="18" y="20"/>
                    <a:pt x="1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7"/>
            <p:cNvSpPr/>
            <p:nvPr/>
          </p:nvSpPr>
          <p:spPr>
            <a:xfrm>
              <a:off x="8096040" y="3160080"/>
              <a:ext cx="6480" cy="8280"/>
            </a:xfrm>
            <a:custGeom>
              <a:rect b="b" l="l" r="r" t="t"/>
              <a:pathLst>
                <a:path extrusionOk="0" h="23" w="18">
                  <a:moveTo>
                    <a:pt x="15" y="22"/>
                  </a:moveTo>
                  <a:cubicBezTo>
                    <a:pt x="16" y="22"/>
                    <a:pt x="17" y="22"/>
                    <a:pt x="17" y="20"/>
                  </a:cubicBezTo>
                  <a:cubicBezTo>
                    <a:pt x="17" y="19"/>
                    <a:pt x="17" y="18"/>
                    <a:pt x="16" y="17"/>
                  </a:cubicBezTo>
                  <a:cubicBezTo>
                    <a:pt x="16" y="16"/>
                    <a:pt x="13" y="14"/>
                    <a:pt x="12" y="13"/>
                  </a:cubicBezTo>
                  <a:cubicBezTo>
                    <a:pt x="10" y="10"/>
                    <a:pt x="8" y="7"/>
                    <a:pt x="6" y="4"/>
                  </a:cubicBezTo>
                  <a:cubicBezTo>
                    <a:pt x="6" y="3"/>
                    <a:pt x="6" y="3"/>
                    <a:pt x="5" y="2"/>
                  </a:cubicBezTo>
                  <a:cubicBezTo>
                    <a:pt x="4" y="0"/>
                    <a:pt x="0" y="2"/>
                    <a:pt x="1" y="5"/>
                  </a:cubicBezTo>
                  <a:cubicBezTo>
                    <a:pt x="2" y="7"/>
                    <a:pt x="3" y="8"/>
                    <a:pt x="4" y="10"/>
                  </a:cubicBezTo>
                  <a:cubicBezTo>
                    <a:pt x="6" y="15"/>
                    <a:pt x="10" y="19"/>
                    <a:pt x="1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7"/>
            <p:cNvSpPr/>
            <p:nvPr/>
          </p:nvSpPr>
          <p:spPr>
            <a:xfrm>
              <a:off x="8111160" y="3178800"/>
              <a:ext cx="19440" cy="24120"/>
            </a:xfrm>
            <a:custGeom>
              <a:rect b="b" l="l" r="r" t="t"/>
              <a:pathLst>
                <a:path extrusionOk="0" h="67" w="54">
                  <a:moveTo>
                    <a:pt x="26" y="32"/>
                  </a:moveTo>
                  <a:cubicBezTo>
                    <a:pt x="35" y="42"/>
                    <a:pt x="35" y="55"/>
                    <a:pt x="43" y="65"/>
                  </a:cubicBezTo>
                  <a:cubicBezTo>
                    <a:pt x="43" y="66"/>
                    <a:pt x="43" y="66"/>
                    <a:pt x="44" y="66"/>
                  </a:cubicBezTo>
                  <a:lnTo>
                    <a:pt x="45" y="66"/>
                  </a:lnTo>
                  <a:lnTo>
                    <a:pt x="46" y="66"/>
                  </a:lnTo>
                  <a:cubicBezTo>
                    <a:pt x="47" y="66"/>
                    <a:pt x="47" y="66"/>
                    <a:pt x="47" y="65"/>
                  </a:cubicBezTo>
                  <a:cubicBezTo>
                    <a:pt x="53" y="57"/>
                    <a:pt x="44" y="41"/>
                    <a:pt x="39" y="33"/>
                  </a:cubicBezTo>
                  <a:cubicBezTo>
                    <a:pt x="30" y="20"/>
                    <a:pt x="18" y="9"/>
                    <a:pt x="5" y="0"/>
                  </a:cubicBezTo>
                  <a:cubicBezTo>
                    <a:pt x="4" y="0"/>
                    <a:pt x="4" y="0"/>
                    <a:pt x="3" y="0"/>
                  </a:cubicBezTo>
                  <a:lnTo>
                    <a:pt x="2" y="0"/>
                  </a:lnTo>
                  <a:cubicBezTo>
                    <a:pt x="1" y="0"/>
                    <a:pt x="1" y="1"/>
                    <a:pt x="1" y="1"/>
                  </a:cubicBezTo>
                  <a:lnTo>
                    <a:pt x="0" y="2"/>
                  </a:lnTo>
                  <a:cubicBezTo>
                    <a:pt x="0" y="3"/>
                    <a:pt x="1" y="3"/>
                    <a:pt x="1" y="4"/>
                  </a:cubicBezTo>
                  <a:cubicBezTo>
                    <a:pt x="8" y="14"/>
                    <a:pt x="17" y="24"/>
                    <a:pt x="2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37"/>
            <p:cNvSpPr/>
            <p:nvPr/>
          </p:nvSpPr>
          <p:spPr>
            <a:xfrm>
              <a:off x="8128080" y="3211560"/>
              <a:ext cx="7200" cy="46440"/>
            </a:xfrm>
            <a:custGeom>
              <a:rect b="b" l="l" r="r" t="t"/>
              <a:pathLst>
                <a:path extrusionOk="0" h="129" w="20">
                  <a:moveTo>
                    <a:pt x="2" y="6"/>
                  </a:moveTo>
                  <a:cubicBezTo>
                    <a:pt x="5" y="19"/>
                    <a:pt x="7" y="33"/>
                    <a:pt x="7" y="47"/>
                  </a:cubicBezTo>
                  <a:cubicBezTo>
                    <a:pt x="7" y="49"/>
                    <a:pt x="7" y="52"/>
                    <a:pt x="7" y="54"/>
                  </a:cubicBezTo>
                  <a:cubicBezTo>
                    <a:pt x="7" y="66"/>
                    <a:pt x="7" y="78"/>
                    <a:pt x="7" y="89"/>
                  </a:cubicBezTo>
                  <a:cubicBezTo>
                    <a:pt x="8" y="95"/>
                    <a:pt x="8" y="101"/>
                    <a:pt x="8" y="107"/>
                  </a:cubicBezTo>
                  <a:cubicBezTo>
                    <a:pt x="8" y="113"/>
                    <a:pt x="8" y="119"/>
                    <a:pt x="7" y="125"/>
                  </a:cubicBezTo>
                  <a:cubicBezTo>
                    <a:pt x="7" y="127"/>
                    <a:pt x="9" y="128"/>
                    <a:pt x="11" y="127"/>
                  </a:cubicBezTo>
                  <a:cubicBezTo>
                    <a:pt x="12" y="125"/>
                    <a:pt x="12" y="124"/>
                    <a:pt x="14" y="122"/>
                  </a:cubicBezTo>
                  <a:cubicBezTo>
                    <a:pt x="15" y="119"/>
                    <a:pt x="17" y="116"/>
                    <a:pt x="17" y="113"/>
                  </a:cubicBezTo>
                  <a:lnTo>
                    <a:pt x="17" y="112"/>
                  </a:lnTo>
                  <a:cubicBezTo>
                    <a:pt x="19" y="96"/>
                    <a:pt x="16" y="78"/>
                    <a:pt x="17" y="61"/>
                  </a:cubicBezTo>
                  <a:cubicBezTo>
                    <a:pt x="17" y="49"/>
                    <a:pt x="14" y="37"/>
                    <a:pt x="15" y="25"/>
                  </a:cubicBezTo>
                  <a:cubicBezTo>
                    <a:pt x="15" y="24"/>
                    <a:pt x="15" y="23"/>
                    <a:pt x="15" y="22"/>
                  </a:cubicBezTo>
                  <a:cubicBezTo>
                    <a:pt x="15" y="17"/>
                    <a:pt x="14" y="13"/>
                    <a:pt x="11" y="8"/>
                  </a:cubicBezTo>
                  <a:cubicBezTo>
                    <a:pt x="10" y="6"/>
                    <a:pt x="8" y="4"/>
                    <a:pt x="7" y="3"/>
                  </a:cubicBezTo>
                  <a:cubicBezTo>
                    <a:pt x="3" y="0"/>
                    <a:pt x="0"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37"/>
            <p:cNvSpPr/>
            <p:nvPr/>
          </p:nvSpPr>
          <p:spPr>
            <a:xfrm>
              <a:off x="8124840" y="3280320"/>
              <a:ext cx="7920" cy="26280"/>
            </a:xfrm>
            <a:custGeom>
              <a:rect b="b" l="l" r="r" t="t"/>
              <a:pathLst>
                <a:path extrusionOk="0" h="73" w="22">
                  <a:moveTo>
                    <a:pt x="11" y="5"/>
                  </a:moveTo>
                  <a:cubicBezTo>
                    <a:pt x="11" y="8"/>
                    <a:pt x="11" y="11"/>
                    <a:pt x="11" y="14"/>
                  </a:cubicBezTo>
                  <a:cubicBezTo>
                    <a:pt x="11" y="33"/>
                    <a:pt x="8" y="51"/>
                    <a:pt x="0" y="68"/>
                  </a:cubicBezTo>
                  <a:cubicBezTo>
                    <a:pt x="0" y="69"/>
                    <a:pt x="0" y="69"/>
                    <a:pt x="0" y="69"/>
                  </a:cubicBezTo>
                  <a:cubicBezTo>
                    <a:pt x="0" y="70"/>
                    <a:pt x="0" y="70"/>
                    <a:pt x="0" y="70"/>
                  </a:cubicBezTo>
                  <a:cubicBezTo>
                    <a:pt x="0" y="71"/>
                    <a:pt x="1" y="71"/>
                    <a:pt x="1" y="71"/>
                  </a:cubicBezTo>
                  <a:lnTo>
                    <a:pt x="2" y="72"/>
                  </a:lnTo>
                  <a:cubicBezTo>
                    <a:pt x="3" y="72"/>
                    <a:pt x="3" y="71"/>
                    <a:pt x="3" y="71"/>
                  </a:cubicBezTo>
                  <a:cubicBezTo>
                    <a:pt x="4" y="71"/>
                    <a:pt x="4" y="71"/>
                    <a:pt x="4" y="71"/>
                  </a:cubicBezTo>
                  <a:cubicBezTo>
                    <a:pt x="21" y="57"/>
                    <a:pt x="18" y="25"/>
                    <a:pt x="18" y="6"/>
                  </a:cubicBezTo>
                  <a:cubicBezTo>
                    <a:pt x="17" y="1"/>
                    <a:pt x="11" y="0"/>
                    <a:pt x="1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7"/>
            <p:cNvSpPr/>
            <p:nvPr/>
          </p:nvSpPr>
          <p:spPr>
            <a:xfrm>
              <a:off x="8178480" y="3137400"/>
              <a:ext cx="12240" cy="16200"/>
            </a:xfrm>
            <a:custGeom>
              <a:rect b="b" l="l" r="r" t="t"/>
              <a:pathLst>
                <a:path extrusionOk="0" h="45" w="34">
                  <a:moveTo>
                    <a:pt x="5" y="44"/>
                  </a:moveTo>
                  <a:cubicBezTo>
                    <a:pt x="7" y="44"/>
                    <a:pt x="7" y="42"/>
                    <a:pt x="9" y="42"/>
                  </a:cubicBezTo>
                  <a:cubicBezTo>
                    <a:pt x="10" y="40"/>
                    <a:pt x="13" y="40"/>
                    <a:pt x="14" y="39"/>
                  </a:cubicBezTo>
                  <a:cubicBezTo>
                    <a:pt x="15" y="38"/>
                    <a:pt x="16" y="36"/>
                    <a:pt x="17" y="35"/>
                  </a:cubicBezTo>
                  <a:cubicBezTo>
                    <a:pt x="18" y="33"/>
                    <a:pt x="18" y="32"/>
                    <a:pt x="19" y="30"/>
                  </a:cubicBezTo>
                  <a:cubicBezTo>
                    <a:pt x="22" y="24"/>
                    <a:pt x="25" y="18"/>
                    <a:pt x="28" y="12"/>
                  </a:cubicBezTo>
                  <a:cubicBezTo>
                    <a:pt x="29" y="10"/>
                    <a:pt x="30" y="8"/>
                    <a:pt x="31" y="7"/>
                  </a:cubicBezTo>
                  <a:cubicBezTo>
                    <a:pt x="33" y="4"/>
                    <a:pt x="29" y="0"/>
                    <a:pt x="27" y="2"/>
                  </a:cubicBezTo>
                  <a:cubicBezTo>
                    <a:pt x="19" y="9"/>
                    <a:pt x="13" y="17"/>
                    <a:pt x="7" y="26"/>
                  </a:cubicBezTo>
                  <a:cubicBezTo>
                    <a:pt x="4" y="31"/>
                    <a:pt x="0" y="36"/>
                    <a:pt x="2" y="43"/>
                  </a:cubicBezTo>
                  <a:lnTo>
                    <a:pt x="3" y="44"/>
                  </a:lnTo>
                  <a:cubicBezTo>
                    <a:pt x="4" y="44"/>
                    <a:pt x="4" y="44"/>
                    <a:pt x="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7"/>
            <p:cNvSpPr/>
            <p:nvPr/>
          </p:nvSpPr>
          <p:spPr>
            <a:xfrm>
              <a:off x="8166600" y="3061080"/>
              <a:ext cx="6120" cy="12960"/>
            </a:xfrm>
            <a:custGeom>
              <a:rect b="b" l="l" r="r" t="t"/>
              <a:pathLst>
                <a:path extrusionOk="0" h="36" w="17">
                  <a:moveTo>
                    <a:pt x="3" y="34"/>
                  </a:moveTo>
                  <a:cubicBezTo>
                    <a:pt x="5" y="32"/>
                    <a:pt x="6" y="31"/>
                    <a:pt x="7" y="29"/>
                  </a:cubicBezTo>
                  <a:cubicBezTo>
                    <a:pt x="8" y="26"/>
                    <a:pt x="9" y="23"/>
                    <a:pt x="10" y="20"/>
                  </a:cubicBezTo>
                  <a:cubicBezTo>
                    <a:pt x="11" y="17"/>
                    <a:pt x="13" y="15"/>
                    <a:pt x="14" y="12"/>
                  </a:cubicBezTo>
                  <a:cubicBezTo>
                    <a:pt x="15" y="10"/>
                    <a:pt x="15" y="9"/>
                    <a:pt x="15" y="8"/>
                  </a:cubicBezTo>
                  <a:cubicBezTo>
                    <a:pt x="16" y="6"/>
                    <a:pt x="15" y="5"/>
                    <a:pt x="15" y="4"/>
                  </a:cubicBezTo>
                  <a:lnTo>
                    <a:pt x="16" y="4"/>
                  </a:lnTo>
                  <a:cubicBezTo>
                    <a:pt x="16" y="3"/>
                    <a:pt x="16" y="3"/>
                    <a:pt x="16" y="2"/>
                  </a:cubicBezTo>
                  <a:lnTo>
                    <a:pt x="16" y="1"/>
                  </a:lnTo>
                  <a:cubicBezTo>
                    <a:pt x="16" y="1"/>
                    <a:pt x="15" y="1"/>
                    <a:pt x="15" y="0"/>
                  </a:cubicBezTo>
                  <a:lnTo>
                    <a:pt x="14" y="0"/>
                  </a:lnTo>
                  <a:cubicBezTo>
                    <a:pt x="13" y="0"/>
                    <a:pt x="13" y="0"/>
                    <a:pt x="12" y="0"/>
                  </a:cubicBezTo>
                  <a:cubicBezTo>
                    <a:pt x="12" y="0"/>
                    <a:pt x="11" y="0"/>
                    <a:pt x="10" y="1"/>
                  </a:cubicBezTo>
                  <a:cubicBezTo>
                    <a:pt x="10" y="1"/>
                    <a:pt x="9" y="1"/>
                    <a:pt x="9" y="2"/>
                  </a:cubicBezTo>
                  <a:cubicBezTo>
                    <a:pt x="8" y="3"/>
                    <a:pt x="7" y="4"/>
                    <a:pt x="7" y="6"/>
                  </a:cubicBezTo>
                  <a:cubicBezTo>
                    <a:pt x="5" y="9"/>
                    <a:pt x="3" y="12"/>
                    <a:pt x="2" y="15"/>
                  </a:cubicBezTo>
                  <a:cubicBezTo>
                    <a:pt x="1" y="21"/>
                    <a:pt x="3" y="26"/>
                    <a:pt x="0" y="31"/>
                  </a:cubicBezTo>
                  <a:cubicBezTo>
                    <a:pt x="0" y="32"/>
                    <a:pt x="0" y="32"/>
                    <a:pt x="0" y="33"/>
                  </a:cubicBezTo>
                  <a:lnTo>
                    <a:pt x="1" y="34"/>
                  </a:lnTo>
                  <a:cubicBezTo>
                    <a:pt x="2" y="35"/>
                    <a:pt x="2" y="34"/>
                    <a:pt x="2" y="34"/>
                  </a:cubicBezTo>
                  <a:cubicBezTo>
                    <a:pt x="3" y="34"/>
                    <a:pt x="3" y="34"/>
                    <a:pt x="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7"/>
            <p:cNvSpPr/>
            <p:nvPr/>
          </p:nvSpPr>
          <p:spPr>
            <a:xfrm>
              <a:off x="8114040" y="3038400"/>
              <a:ext cx="23040" cy="23400"/>
            </a:xfrm>
            <a:custGeom>
              <a:rect b="b" l="l" r="r" t="t"/>
              <a:pathLst>
                <a:path extrusionOk="0" h="65" w="64">
                  <a:moveTo>
                    <a:pt x="19" y="33"/>
                  </a:moveTo>
                  <a:cubicBezTo>
                    <a:pt x="18" y="32"/>
                    <a:pt x="18" y="30"/>
                    <a:pt x="17" y="30"/>
                  </a:cubicBezTo>
                  <a:cubicBezTo>
                    <a:pt x="15" y="29"/>
                    <a:pt x="14" y="29"/>
                    <a:pt x="13" y="29"/>
                  </a:cubicBezTo>
                  <a:cubicBezTo>
                    <a:pt x="12" y="29"/>
                    <a:pt x="10" y="29"/>
                    <a:pt x="9" y="30"/>
                  </a:cubicBezTo>
                  <a:cubicBezTo>
                    <a:pt x="8" y="31"/>
                    <a:pt x="6" y="32"/>
                    <a:pt x="6" y="33"/>
                  </a:cubicBezTo>
                  <a:cubicBezTo>
                    <a:pt x="5" y="34"/>
                    <a:pt x="6" y="34"/>
                    <a:pt x="6" y="35"/>
                  </a:cubicBezTo>
                  <a:cubicBezTo>
                    <a:pt x="4" y="43"/>
                    <a:pt x="0" y="53"/>
                    <a:pt x="8" y="59"/>
                  </a:cubicBezTo>
                  <a:cubicBezTo>
                    <a:pt x="8" y="60"/>
                    <a:pt x="9" y="60"/>
                    <a:pt x="10" y="61"/>
                  </a:cubicBezTo>
                  <a:cubicBezTo>
                    <a:pt x="14" y="63"/>
                    <a:pt x="19" y="64"/>
                    <a:pt x="23" y="64"/>
                  </a:cubicBezTo>
                  <a:cubicBezTo>
                    <a:pt x="27" y="64"/>
                    <a:pt x="30" y="64"/>
                    <a:pt x="33" y="62"/>
                  </a:cubicBezTo>
                  <a:cubicBezTo>
                    <a:pt x="35" y="62"/>
                    <a:pt x="38" y="61"/>
                    <a:pt x="40" y="59"/>
                  </a:cubicBezTo>
                  <a:cubicBezTo>
                    <a:pt x="41" y="58"/>
                    <a:pt x="43" y="57"/>
                    <a:pt x="44" y="56"/>
                  </a:cubicBezTo>
                  <a:cubicBezTo>
                    <a:pt x="45" y="56"/>
                    <a:pt x="47" y="55"/>
                    <a:pt x="48" y="55"/>
                  </a:cubicBezTo>
                  <a:cubicBezTo>
                    <a:pt x="51" y="53"/>
                    <a:pt x="54" y="50"/>
                    <a:pt x="56" y="47"/>
                  </a:cubicBezTo>
                  <a:cubicBezTo>
                    <a:pt x="58" y="45"/>
                    <a:pt x="59" y="44"/>
                    <a:pt x="60" y="42"/>
                  </a:cubicBezTo>
                  <a:cubicBezTo>
                    <a:pt x="62" y="38"/>
                    <a:pt x="63" y="33"/>
                    <a:pt x="63" y="28"/>
                  </a:cubicBezTo>
                  <a:cubicBezTo>
                    <a:pt x="63" y="23"/>
                    <a:pt x="62" y="18"/>
                    <a:pt x="60" y="14"/>
                  </a:cubicBezTo>
                  <a:cubicBezTo>
                    <a:pt x="57" y="10"/>
                    <a:pt x="53" y="7"/>
                    <a:pt x="49" y="4"/>
                  </a:cubicBezTo>
                  <a:cubicBezTo>
                    <a:pt x="44" y="1"/>
                    <a:pt x="40" y="0"/>
                    <a:pt x="35" y="0"/>
                  </a:cubicBezTo>
                  <a:cubicBezTo>
                    <a:pt x="32" y="0"/>
                    <a:pt x="30" y="0"/>
                    <a:pt x="27" y="1"/>
                  </a:cubicBezTo>
                  <a:cubicBezTo>
                    <a:pt x="26" y="2"/>
                    <a:pt x="25" y="2"/>
                    <a:pt x="25" y="2"/>
                  </a:cubicBezTo>
                  <a:cubicBezTo>
                    <a:pt x="23" y="3"/>
                    <a:pt x="22" y="4"/>
                    <a:pt x="22" y="5"/>
                  </a:cubicBezTo>
                  <a:cubicBezTo>
                    <a:pt x="21" y="6"/>
                    <a:pt x="20" y="8"/>
                    <a:pt x="20" y="9"/>
                  </a:cubicBezTo>
                  <a:cubicBezTo>
                    <a:pt x="20" y="11"/>
                    <a:pt x="21" y="12"/>
                    <a:pt x="21" y="13"/>
                  </a:cubicBezTo>
                  <a:cubicBezTo>
                    <a:pt x="24" y="16"/>
                    <a:pt x="27" y="20"/>
                    <a:pt x="29" y="23"/>
                  </a:cubicBezTo>
                  <a:lnTo>
                    <a:pt x="29" y="24"/>
                  </a:lnTo>
                  <a:cubicBezTo>
                    <a:pt x="31" y="28"/>
                    <a:pt x="28" y="32"/>
                    <a:pt x="26" y="35"/>
                  </a:cubicBezTo>
                  <a:cubicBezTo>
                    <a:pt x="24" y="38"/>
                    <a:pt x="25" y="37"/>
                    <a:pt x="26" y="38"/>
                  </a:cubicBezTo>
                  <a:cubicBezTo>
                    <a:pt x="25" y="38"/>
                    <a:pt x="24" y="38"/>
                    <a:pt x="23" y="38"/>
                  </a:cubicBezTo>
                  <a:cubicBezTo>
                    <a:pt x="22" y="38"/>
                    <a:pt x="22" y="38"/>
                    <a:pt x="21" y="38"/>
                  </a:cubicBezTo>
                  <a:cubicBezTo>
                    <a:pt x="20" y="36"/>
                    <a:pt x="20" y="34"/>
                    <a:pt x="19"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7"/>
            <p:cNvSpPr/>
            <p:nvPr/>
          </p:nvSpPr>
          <p:spPr>
            <a:xfrm>
              <a:off x="8103960" y="3064320"/>
              <a:ext cx="10440" cy="11160"/>
            </a:xfrm>
            <a:custGeom>
              <a:rect b="b" l="l" r="r" t="t"/>
              <a:pathLst>
                <a:path extrusionOk="0" h="31" w="29">
                  <a:moveTo>
                    <a:pt x="12" y="12"/>
                  </a:moveTo>
                  <a:cubicBezTo>
                    <a:pt x="11" y="10"/>
                    <a:pt x="10" y="6"/>
                    <a:pt x="9" y="4"/>
                  </a:cubicBezTo>
                  <a:cubicBezTo>
                    <a:pt x="8" y="3"/>
                    <a:pt x="7" y="2"/>
                    <a:pt x="5" y="1"/>
                  </a:cubicBezTo>
                  <a:cubicBezTo>
                    <a:pt x="3" y="0"/>
                    <a:pt x="0" y="1"/>
                    <a:pt x="1" y="5"/>
                  </a:cubicBezTo>
                  <a:cubicBezTo>
                    <a:pt x="2" y="7"/>
                    <a:pt x="3" y="10"/>
                    <a:pt x="3" y="13"/>
                  </a:cubicBezTo>
                  <a:cubicBezTo>
                    <a:pt x="3" y="15"/>
                    <a:pt x="4" y="17"/>
                    <a:pt x="5" y="19"/>
                  </a:cubicBezTo>
                  <a:cubicBezTo>
                    <a:pt x="5" y="19"/>
                    <a:pt x="6" y="19"/>
                    <a:pt x="6" y="20"/>
                  </a:cubicBezTo>
                  <a:cubicBezTo>
                    <a:pt x="7" y="22"/>
                    <a:pt x="10" y="25"/>
                    <a:pt x="12" y="26"/>
                  </a:cubicBezTo>
                  <a:cubicBezTo>
                    <a:pt x="14" y="28"/>
                    <a:pt x="16" y="27"/>
                    <a:pt x="18" y="28"/>
                  </a:cubicBezTo>
                  <a:cubicBezTo>
                    <a:pt x="24" y="30"/>
                    <a:pt x="28" y="19"/>
                    <a:pt x="21" y="17"/>
                  </a:cubicBezTo>
                  <a:cubicBezTo>
                    <a:pt x="20" y="17"/>
                    <a:pt x="18" y="17"/>
                    <a:pt x="17" y="16"/>
                  </a:cubicBezTo>
                  <a:cubicBezTo>
                    <a:pt x="15" y="16"/>
                    <a:pt x="14" y="13"/>
                    <a:pt x="1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7"/>
            <p:cNvSpPr/>
            <p:nvPr/>
          </p:nvSpPr>
          <p:spPr>
            <a:xfrm>
              <a:off x="8098200" y="3021120"/>
              <a:ext cx="51840" cy="54000"/>
            </a:xfrm>
            <a:custGeom>
              <a:rect b="b" l="l" r="r" t="t"/>
              <a:pathLst>
                <a:path extrusionOk="0" h="150" w="144">
                  <a:moveTo>
                    <a:pt x="57" y="148"/>
                  </a:moveTo>
                  <a:cubicBezTo>
                    <a:pt x="61" y="148"/>
                    <a:pt x="64" y="149"/>
                    <a:pt x="67" y="149"/>
                  </a:cubicBezTo>
                  <a:cubicBezTo>
                    <a:pt x="79" y="149"/>
                    <a:pt x="91" y="146"/>
                    <a:pt x="101" y="140"/>
                  </a:cubicBezTo>
                  <a:cubicBezTo>
                    <a:pt x="110" y="135"/>
                    <a:pt x="117" y="128"/>
                    <a:pt x="123" y="119"/>
                  </a:cubicBezTo>
                  <a:cubicBezTo>
                    <a:pt x="128" y="108"/>
                    <a:pt x="132" y="97"/>
                    <a:pt x="135" y="86"/>
                  </a:cubicBezTo>
                  <a:cubicBezTo>
                    <a:pt x="141" y="75"/>
                    <a:pt x="143" y="64"/>
                    <a:pt x="143" y="52"/>
                  </a:cubicBezTo>
                  <a:cubicBezTo>
                    <a:pt x="143" y="51"/>
                    <a:pt x="143" y="49"/>
                    <a:pt x="143" y="48"/>
                  </a:cubicBezTo>
                  <a:cubicBezTo>
                    <a:pt x="143" y="47"/>
                    <a:pt x="143" y="45"/>
                    <a:pt x="142" y="44"/>
                  </a:cubicBezTo>
                  <a:lnTo>
                    <a:pt x="141" y="43"/>
                  </a:lnTo>
                  <a:cubicBezTo>
                    <a:pt x="141" y="42"/>
                    <a:pt x="142" y="41"/>
                    <a:pt x="142" y="41"/>
                  </a:cubicBezTo>
                  <a:cubicBezTo>
                    <a:pt x="142" y="40"/>
                    <a:pt x="141" y="39"/>
                    <a:pt x="141" y="39"/>
                  </a:cubicBezTo>
                  <a:cubicBezTo>
                    <a:pt x="140" y="37"/>
                    <a:pt x="139" y="35"/>
                    <a:pt x="138" y="33"/>
                  </a:cubicBezTo>
                  <a:cubicBezTo>
                    <a:pt x="133" y="24"/>
                    <a:pt x="125" y="17"/>
                    <a:pt x="116" y="11"/>
                  </a:cubicBezTo>
                  <a:cubicBezTo>
                    <a:pt x="116" y="11"/>
                    <a:pt x="115" y="10"/>
                    <a:pt x="114" y="10"/>
                  </a:cubicBezTo>
                  <a:cubicBezTo>
                    <a:pt x="99" y="0"/>
                    <a:pt x="72" y="10"/>
                    <a:pt x="57" y="14"/>
                  </a:cubicBezTo>
                  <a:cubicBezTo>
                    <a:pt x="52" y="16"/>
                    <a:pt x="47" y="18"/>
                    <a:pt x="43" y="20"/>
                  </a:cubicBezTo>
                  <a:cubicBezTo>
                    <a:pt x="33" y="26"/>
                    <a:pt x="24" y="34"/>
                    <a:pt x="17" y="44"/>
                  </a:cubicBezTo>
                  <a:cubicBezTo>
                    <a:pt x="13" y="53"/>
                    <a:pt x="10" y="62"/>
                    <a:pt x="10" y="72"/>
                  </a:cubicBezTo>
                  <a:lnTo>
                    <a:pt x="10" y="73"/>
                  </a:lnTo>
                  <a:cubicBezTo>
                    <a:pt x="4" y="89"/>
                    <a:pt x="0" y="111"/>
                    <a:pt x="12" y="119"/>
                  </a:cubicBezTo>
                  <a:cubicBezTo>
                    <a:pt x="12" y="120"/>
                    <a:pt x="12" y="120"/>
                    <a:pt x="12" y="120"/>
                  </a:cubicBezTo>
                  <a:cubicBezTo>
                    <a:pt x="13" y="120"/>
                    <a:pt x="14" y="121"/>
                    <a:pt x="15" y="121"/>
                  </a:cubicBezTo>
                  <a:cubicBezTo>
                    <a:pt x="16" y="121"/>
                    <a:pt x="17" y="120"/>
                    <a:pt x="17" y="120"/>
                  </a:cubicBezTo>
                  <a:cubicBezTo>
                    <a:pt x="18" y="120"/>
                    <a:pt x="19" y="119"/>
                    <a:pt x="19" y="118"/>
                  </a:cubicBezTo>
                  <a:lnTo>
                    <a:pt x="20" y="117"/>
                  </a:lnTo>
                  <a:cubicBezTo>
                    <a:pt x="21" y="107"/>
                    <a:pt x="21" y="98"/>
                    <a:pt x="21" y="88"/>
                  </a:cubicBezTo>
                  <a:cubicBezTo>
                    <a:pt x="21" y="85"/>
                    <a:pt x="21" y="81"/>
                    <a:pt x="21" y="78"/>
                  </a:cubicBezTo>
                  <a:cubicBezTo>
                    <a:pt x="22" y="68"/>
                    <a:pt x="24" y="59"/>
                    <a:pt x="29" y="51"/>
                  </a:cubicBezTo>
                  <a:cubicBezTo>
                    <a:pt x="34" y="42"/>
                    <a:pt x="42" y="35"/>
                    <a:pt x="50" y="29"/>
                  </a:cubicBezTo>
                  <a:cubicBezTo>
                    <a:pt x="51" y="29"/>
                    <a:pt x="51" y="29"/>
                    <a:pt x="51" y="29"/>
                  </a:cubicBezTo>
                  <a:cubicBezTo>
                    <a:pt x="70" y="15"/>
                    <a:pt x="117" y="16"/>
                    <a:pt x="129" y="39"/>
                  </a:cubicBezTo>
                  <a:cubicBezTo>
                    <a:pt x="129" y="40"/>
                    <a:pt x="128" y="40"/>
                    <a:pt x="128" y="40"/>
                  </a:cubicBezTo>
                  <a:cubicBezTo>
                    <a:pt x="126" y="41"/>
                    <a:pt x="125" y="43"/>
                    <a:pt x="124" y="44"/>
                  </a:cubicBezTo>
                  <a:cubicBezTo>
                    <a:pt x="123" y="46"/>
                    <a:pt x="123" y="47"/>
                    <a:pt x="123" y="49"/>
                  </a:cubicBezTo>
                  <a:cubicBezTo>
                    <a:pt x="123" y="50"/>
                    <a:pt x="123" y="51"/>
                    <a:pt x="123" y="52"/>
                  </a:cubicBezTo>
                  <a:cubicBezTo>
                    <a:pt x="127" y="64"/>
                    <a:pt x="120" y="79"/>
                    <a:pt x="120" y="92"/>
                  </a:cubicBezTo>
                  <a:cubicBezTo>
                    <a:pt x="120" y="128"/>
                    <a:pt x="89" y="141"/>
                    <a:pt x="57" y="143"/>
                  </a:cubicBezTo>
                  <a:lnTo>
                    <a:pt x="56" y="143"/>
                  </a:lnTo>
                  <a:lnTo>
                    <a:pt x="55" y="144"/>
                  </a:lnTo>
                  <a:lnTo>
                    <a:pt x="55" y="145"/>
                  </a:lnTo>
                  <a:cubicBezTo>
                    <a:pt x="55" y="146"/>
                    <a:pt x="55" y="146"/>
                    <a:pt x="55" y="147"/>
                  </a:cubicBezTo>
                  <a:lnTo>
                    <a:pt x="56" y="147"/>
                  </a:lnTo>
                  <a:cubicBezTo>
                    <a:pt x="56" y="148"/>
                    <a:pt x="57" y="148"/>
                    <a:pt x="57"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37"/>
            <p:cNvSpPr/>
            <p:nvPr/>
          </p:nvSpPr>
          <p:spPr>
            <a:xfrm>
              <a:off x="8263440" y="3555360"/>
              <a:ext cx="25560" cy="106200"/>
            </a:xfrm>
            <a:custGeom>
              <a:rect b="b" l="l" r="r" t="t"/>
              <a:pathLst>
                <a:path extrusionOk="0" h="295" w="71">
                  <a:moveTo>
                    <a:pt x="42" y="178"/>
                  </a:moveTo>
                  <a:cubicBezTo>
                    <a:pt x="37" y="195"/>
                    <a:pt x="34" y="212"/>
                    <a:pt x="29" y="229"/>
                  </a:cubicBezTo>
                  <a:cubicBezTo>
                    <a:pt x="22" y="252"/>
                    <a:pt x="6" y="268"/>
                    <a:pt x="0" y="291"/>
                  </a:cubicBezTo>
                  <a:cubicBezTo>
                    <a:pt x="0" y="292"/>
                    <a:pt x="1" y="292"/>
                    <a:pt x="1" y="293"/>
                  </a:cubicBezTo>
                  <a:cubicBezTo>
                    <a:pt x="1" y="293"/>
                    <a:pt x="1" y="292"/>
                    <a:pt x="2" y="293"/>
                  </a:cubicBezTo>
                  <a:cubicBezTo>
                    <a:pt x="3" y="293"/>
                    <a:pt x="2" y="294"/>
                    <a:pt x="3" y="294"/>
                  </a:cubicBezTo>
                  <a:cubicBezTo>
                    <a:pt x="3" y="294"/>
                    <a:pt x="4" y="294"/>
                    <a:pt x="4" y="293"/>
                  </a:cubicBezTo>
                  <a:lnTo>
                    <a:pt x="5" y="293"/>
                  </a:lnTo>
                  <a:cubicBezTo>
                    <a:pt x="5" y="292"/>
                    <a:pt x="6" y="291"/>
                    <a:pt x="6" y="290"/>
                  </a:cubicBezTo>
                  <a:cubicBezTo>
                    <a:pt x="44" y="225"/>
                    <a:pt x="65" y="151"/>
                    <a:pt x="68" y="75"/>
                  </a:cubicBezTo>
                  <a:cubicBezTo>
                    <a:pt x="70" y="0"/>
                    <a:pt x="66" y="74"/>
                    <a:pt x="66" y="75"/>
                  </a:cubicBezTo>
                  <a:cubicBezTo>
                    <a:pt x="58" y="109"/>
                    <a:pt x="50" y="144"/>
                    <a:pt x="42"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37"/>
            <p:cNvSpPr/>
            <p:nvPr/>
          </p:nvSpPr>
          <p:spPr>
            <a:xfrm>
              <a:off x="8235720" y="3680640"/>
              <a:ext cx="17280" cy="28440"/>
            </a:xfrm>
            <a:custGeom>
              <a:rect b="b" l="l" r="r" t="t"/>
              <a:pathLst>
                <a:path extrusionOk="0" h="79" w="48">
                  <a:moveTo>
                    <a:pt x="18" y="57"/>
                  </a:moveTo>
                  <a:cubicBezTo>
                    <a:pt x="23" y="47"/>
                    <a:pt x="30" y="38"/>
                    <a:pt x="34" y="28"/>
                  </a:cubicBezTo>
                  <a:cubicBezTo>
                    <a:pt x="37" y="20"/>
                    <a:pt x="40" y="13"/>
                    <a:pt x="44" y="6"/>
                  </a:cubicBezTo>
                  <a:cubicBezTo>
                    <a:pt x="45" y="5"/>
                    <a:pt x="46" y="4"/>
                    <a:pt x="46" y="2"/>
                  </a:cubicBezTo>
                  <a:lnTo>
                    <a:pt x="47" y="2"/>
                  </a:lnTo>
                  <a:cubicBezTo>
                    <a:pt x="47" y="1"/>
                    <a:pt x="47" y="1"/>
                    <a:pt x="47" y="1"/>
                  </a:cubicBezTo>
                  <a:cubicBezTo>
                    <a:pt x="46" y="1"/>
                    <a:pt x="46" y="0"/>
                    <a:pt x="46" y="0"/>
                  </a:cubicBezTo>
                  <a:lnTo>
                    <a:pt x="45" y="0"/>
                  </a:lnTo>
                  <a:cubicBezTo>
                    <a:pt x="44" y="0"/>
                    <a:pt x="44" y="1"/>
                    <a:pt x="44" y="1"/>
                  </a:cubicBezTo>
                  <a:cubicBezTo>
                    <a:pt x="40" y="6"/>
                    <a:pt x="35" y="12"/>
                    <a:pt x="32" y="17"/>
                  </a:cubicBezTo>
                  <a:cubicBezTo>
                    <a:pt x="28" y="23"/>
                    <a:pt x="27" y="28"/>
                    <a:pt x="25" y="34"/>
                  </a:cubicBezTo>
                  <a:cubicBezTo>
                    <a:pt x="24" y="35"/>
                    <a:pt x="24" y="35"/>
                    <a:pt x="23" y="36"/>
                  </a:cubicBezTo>
                  <a:cubicBezTo>
                    <a:pt x="21" y="41"/>
                    <a:pt x="18" y="45"/>
                    <a:pt x="14" y="50"/>
                  </a:cubicBezTo>
                  <a:cubicBezTo>
                    <a:pt x="9" y="57"/>
                    <a:pt x="7" y="68"/>
                    <a:pt x="1" y="74"/>
                  </a:cubicBezTo>
                  <a:cubicBezTo>
                    <a:pt x="0" y="74"/>
                    <a:pt x="0" y="74"/>
                    <a:pt x="0" y="74"/>
                  </a:cubicBezTo>
                  <a:lnTo>
                    <a:pt x="0" y="75"/>
                  </a:lnTo>
                  <a:cubicBezTo>
                    <a:pt x="0" y="76"/>
                    <a:pt x="0" y="76"/>
                    <a:pt x="0" y="76"/>
                  </a:cubicBezTo>
                  <a:lnTo>
                    <a:pt x="1" y="77"/>
                  </a:lnTo>
                  <a:lnTo>
                    <a:pt x="2" y="77"/>
                  </a:lnTo>
                  <a:cubicBezTo>
                    <a:pt x="12" y="78"/>
                    <a:pt x="13" y="65"/>
                    <a:pt x="18"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37"/>
            <p:cNvSpPr/>
            <p:nvPr/>
          </p:nvSpPr>
          <p:spPr>
            <a:xfrm>
              <a:off x="8182440" y="3783960"/>
              <a:ext cx="25200" cy="28080"/>
            </a:xfrm>
            <a:custGeom>
              <a:rect b="b" l="l" r="r" t="t"/>
              <a:pathLst>
                <a:path extrusionOk="0" h="78" w="70">
                  <a:moveTo>
                    <a:pt x="64" y="0"/>
                  </a:moveTo>
                  <a:cubicBezTo>
                    <a:pt x="64" y="13"/>
                    <a:pt x="42" y="23"/>
                    <a:pt x="33" y="32"/>
                  </a:cubicBezTo>
                  <a:cubicBezTo>
                    <a:pt x="27" y="38"/>
                    <a:pt x="21" y="46"/>
                    <a:pt x="15" y="53"/>
                  </a:cubicBezTo>
                  <a:cubicBezTo>
                    <a:pt x="10" y="60"/>
                    <a:pt x="3" y="64"/>
                    <a:pt x="0" y="73"/>
                  </a:cubicBezTo>
                  <a:cubicBezTo>
                    <a:pt x="0" y="75"/>
                    <a:pt x="2" y="77"/>
                    <a:pt x="4" y="75"/>
                  </a:cubicBezTo>
                  <a:cubicBezTo>
                    <a:pt x="9" y="67"/>
                    <a:pt x="18" y="62"/>
                    <a:pt x="23" y="55"/>
                  </a:cubicBezTo>
                  <a:cubicBezTo>
                    <a:pt x="29" y="47"/>
                    <a:pt x="35" y="40"/>
                    <a:pt x="43" y="34"/>
                  </a:cubicBezTo>
                  <a:cubicBezTo>
                    <a:pt x="52" y="26"/>
                    <a:pt x="69" y="14"/>
                    <a:pt x="65" y="1"/>
                  </a:cubicBezTo>
                  <a:cubicBezTo>
                    <a:pt x="65" y="0"/>
                    <a:pt x="65" y="0"/>
                    <a:pt x="65" y="0"/>
                  </a:cubicBezTo>
                  <a:lnTo>
                    <a:pt x="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7"/>
            <p:cNvSpPr/>
            <p:nvPr/>
          </p:nvSpPr>
          <p:spPr>
            <a:xfrm>
              <a:off x="8217360" y="3754800"/>
              <a:ext cx="21960" cy="18000"/>
            </a:xfrm>
            <a:custGeom>
              <a:rect b="b" l="l" r="r" t="t"/>
              <a:pathLst>
                <a:path extrusionOk="0" h="50" w="61">
                  <a:moveTo>
                    <a:pt x="56" y="0"/>
                  </a:moveTo>
                  <a:cubicBezTo>
                    <a:pt x="47" y="7"/>
                    <a:pt x="38" y="16"/>
                    <a:pt x="30" y="24"/>
                  </a:cubicBezTo>
                  <a:cubicBezTo>
                    <a:pt x="27" y="27"/>
                    <a:pt x="23" y="29"/>
                    <a:pt x="20" y="32"/>
                  </a:cubicBezTo>
                  <a:cubicBezTo>
                    <a:pt x="17" y="35"/>
                    <a:pt x="11" y="42"/>
                    <a:pt x="3" y="43"/>
                  </a:cubicBezTo>
                  <a:lnTo>
                    <a:pt x="2" y="43"/>
                  </a:lnTo>
                  <a:cubicBezTo>
                    <a:pt x="1" y="43"/>
                    <a:pt x="1" y="43"/>
                    <a:pt x="0" y="44"/>
                  </a:cubicBezTo>
                  <a:cubicBezTo>
                    <a:pt x="0" y="45"/>
                    <a:pt x="0" y="45"/>
                    <a:pt x="0" y="46"/>
                  </a:cubicBezTo>
                  <a:lnTo>
                    <a:pt x="0" y="47"/>
                  </a:lnTo>
                  <a:cubicBezTo>
                    <a:pt x="1" y="48"/>
                    <a:pt x="1" y="48"/>
                    <a:pt x="2" y="49"/>
                  </a:cubicBezTo>
                  <a:lnTo>
                    <a:pt x="3" y="49"/>
                  </a:lnTo>
                  <a:cubicBezTo>
                    <a:pt x="15" y="49"/>
                    <a:pt x="24" y="40"/>
                    <a:pt x="34" y="35"/>
                  </a:cubicBezTo>
                  <a:cubicBezTo>
                    <a:pt x="43" y="28"/>
                    <a:pt x="51" y="19"/>
                    <a:pt x="57" y="8"/>
                  </a:cubicBezTo>
                  <a:cubicBezTo>
                    <a:pt x="58" y="7"/>
                    <a:pt x="59" y="5"/>
                    <a:pt x="60" y="3"/>
                  </a:cubicBezTo>
                  <a:cubicBezTo>
                    <a:pt x="60" y="1"/>
                    <a:pt x="58" y="0"/>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37"/>
            <p:cNvSpPr/>
            <p:nvPr/>
          </p:nvSpPr>
          <p:spPr>
            <a:xfrm>
              <a:off x="8221680" y="3624120"/>
              <a:ext cx="22320" cy="48960"/>
            </a:xfrm>
            <a:custGeom>
              <a:rect b="b" l="l" r="r" t="t"/>
              <a:pathLst>
                <a:path extrusionOk="0" h="136" w="62">
                  <a:moveTo>
                    <a:pt x="2" y="135"/>
                  </a:moveTo>
                  <a:cubicBezTo>
                    <a:pt x="38" y="97"/>
                    <a:pt x="33" y="43"/>
                    <a:pt x="61" y="2"/>
                  </a:cubicBezTo>
                  <a:cubicBezTo>
                    <a:pt x="61" y="1"/>
                    <a:pt x="61" y="0"/>
                    <a:pt x="59" y="1"/>
                  </a:cubicBezTo>
                  <a:cubicBezTo>
                    <a:pt x="55" y="5"/>
                    <a:pt x="51" y="11"/>
                    <a:pt x="48" y="16"/>
                  </a:cubicBezTo>
                  <a:cubicBezTo>
                    <a:pt x="42" y="27"/>
                    <a:pt x="38" y="38"/>
                    <a:pt x="36" y="50"/>
                  </a:cubicBezTo>
                  <a:cubicBezTo>
                    <a:pt x="26" y="79"/>
                    <a:pt x="14" y="107"/>
                    <a:pt x="0" y="133"/>
                  </a:cubicBezTo>
                  <a:lnTo>
                    <a:pt x="0" y="134"/>
                  </a:lnTo>
                  <a:lnTo>
                    <a:pt x="0" y="135"/>
                  </a:lnTo>
                  <a:lnTo>
                    <a:pt x="1" y="135"/>
                  </a:lnTo>
                  <a:cubicBezTo>
                    <a:pt x="2" y="135"/>
                    <a:pt x="2" y="135"/>
                    <a:pt x="2"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37"/>
            <p:cNvSpPr/>
            <p:nvPr/>
          </p:nvSpPr>
          <p:spPr>
            <a:xfrm>
              <a:off x="8184960" y="3680640"/>
              <a:ext cx="33840" cy="45000"/>
            </a:xfrm>
            <a:custGeom>
              <a:rect b="b" l="l" r="r" t="t"/>
              <a:pathLst>
                <a:path extrusionOk="0" h="125" w="94">
                  <a:moveTo>
                    <a:pt x="56" y="51"/>
                  </a:moveTo>
                  <a:cubicBezTo>
                    <a:pt x="36" y="72"/>
                    <a:pt x="18" y="94"/>
                    <a:pt x="1" y="118"/>
                  </a:cubicBezTo>
                  <a:cubicBezTo>
                    <a:pt x="0" y="120"/>
                    <a:pt x="2" y="124"/>
                    <a:pt x="5" y="122"/>
                  </a:cubicBezTo>
                  <a:cubicBezTo>
                    <a:pt x="27" y="108"/>
                    <a:pt x="40" y="83"/>
                    <a:pt x="56" y="63"/>
                  </a:cubicBezTo>
                  <a:cubicBezTo>
                    <a:pt x="65" y="52"/>
                    <a:pt x="72" y="40"/>
                    <a:pt x="80" y="28"/>
                  </a:cubicBezTo>
                  <a:cubicBezTo>
                    <a:pt x="82" y="25"/>
                    <a:pt x="88" y="21"/>
                    <a:pt x="89" y="17"/>
                  </a:cubicBezTo>
                  <a:cubicBezTo>
                    <a:pt x="90" y="13"/>
                    <a:pt x="89" y="9"/>
                    <a:pt x="93" y="3"/>
                  </a:cubicBezTo>
                  <a:cubicBezTo>
                    <a:pt x="93" y="1"/>
                    <a:pt x="93" y="0"/>
                    <a:pt x="91" y="1"/>
                  </a:cubicBezTo>
                  <a:cubicBezTo>
                    <a:pt x="79" y="17"/>
                    <a:pt x="67" y="34"/>
                    <a:pt x="5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7"/>
            <p:cNvSpPr/>
            <p:nvPr/>
          </p:nvSpPr>
          <p:spPr>
            <a:xfrm>
              <a:off x="7948440" y="3720960"/>
              <a:ext cx="369720" cy="333000"/>
            </a:xfrm>
            <a:custGeom>
              <a:rect b="b" l="l" r="r" t="t"/>
              <a:pathLst>
                <a:path extrusionOk="0" h="925" w="1027">
                  <a:moveTo>
                    <a:pt x="13" y="552"/>
                  </a:moveTo>
                  <a:cubicBezTo>
                    <a:pt x="23" y="542"/>
                    <a:pt x="32" y="532"/>
                    <a:pt x="41" y="521"/>
                  </a:cubicBezTo>
                  <a:cubicBezTo>
                    <a:pt x="47" y="517"/>
                    <a:pt x="52" y="514"/>
                    <a:pt x="58" y="510"/>
                  </a:cubicBezTo>
                  <a:cubicBezTo>
                    <a:pt x="90" y="492"/>
                    <a:pt x="124" y="478"/>
                    <a:pt x="159" y="467"/>
                  </a:cubicBezTo>
                  <a:cubicBezTo>
                    <a:pt x="152" y="473"/>
                    <a:pt x="146" y="479"/>
                    <a:pt x="139" y="487"/>
                  </a:cubicBezTo>
                  <a:cubicBezTo>
                    <a:pt x="106" y="522"/>
                    <a:pt x="48" y="578"/>
                    <a:pt x="66" y="633"/>
                  </a:cubicBezTo>
                  <a:cubicBezTo>
                    <a:pt x="66" y="633"/>
                    <a:pt x="67" y="634"/>
                    <a:pt x="67" y="635"/>
                  </a:cubicBezTo>
                  <a:cubicBezTo>
                    <a:pt x="68" y="636"/>
                    <a:pt x="69" y="636"/>
                    <a:pt x="70" y="637"/>
                  </a:cubicBezTo>
                  <a:cubicBezTo>
                    <a:pt x="72" y="638"/>
                    <a:pt x="72" y="638"/>
                    <a:pt x="73" y="638"/>
                  </a:cubicBezTo>
                  <a:cubicBezTo>
                    <a:pt x="74" y="638"/>
                    <a:pt x="76" y="638"/>
                    <a:pt x="77" y="637"/>
                  </a:cubicBezTo>
                  <a:cubicBezTo>
                    <a:pt x="78" y="637"/>
                    <a:pt x="78" y="636"/>
                    <a:pt x="79" y="635"/>
                  </a:cubicBezTo>
                  <a:cubicBezTo>
                    <a:pt x="89" y="620"/>
                    <a:pt x="100" y="606"/>
                    <a:pt x="113" y="594"/>
                  </a:cubicBezTo>
                  <a:cubicBezTo>
                    <a:pt x="118" y="591"/>
                    <a:pt x="123" y="587"/>
                    <a:pt x="128" y="584"/>
                  </a:cubicBezTo>
                  <a:cubicBezTo>
                    <a:pt x="139" y="578"/>
                    <a:pt x="151" y="573"/>
                    <a:pt x="163" y="568"/>
                  </a:cubicBezTo>
                  <a:cubicBezTo>
                    <a:pt x="189" y="560"/>
                    <a:pt x="214" y="549"/>
                    <a:pt x="238" y="536"/>
                  </a:cubicBezTo>
                  <a:cubicBezTo>
                    <a:pt x="242" y="534"/>
                    <a:pt x="246" y="531"/>
                    <a:pt x="250" y="529"/>
                  </a:cubicBezTo>
                  <a:cubicBezTo>
                    <a:pt x="255" y="526"/>
                    <a:pt x="260" y="523"/>
                    <a:pt x="265" y="520"/>
                  </a:cubicBezTo>
                  <a:lnTo>
                    <a:pt x="246" y="536"/>
                  </a:lnTo>
                  <a:cubicBezTo>
                    <a:pt x="194" y="582"/>
                    <a:pt x="138" y="658"/>
                    <a:pt x="133" y="729"/>
                  </a:cubicBezTo>
                  <a:cubicBezTo>
                    <a:pt x="133" y="730"/>
                    <a:pt x="134" y="731"/>
                    <a:pt x="134" y="732"/>
                  </a:cubicBezTo>
                  <a:cubicBezTo>
                    <a:pt x="135" y="733"/>
                    <a:pt x="136" y="734"/>
                    <a:pt x="137" y="735"/>
                  </a:cubicBezTo>
                  <a:cubicBezTo>
                    <a:pt x="137" y="735"/>
                    <a:pt x="139" y="735"/>
                    <a:pt x="140" y="735"/>
                  </a:cubicBezTo>
                  <a:cubicBezTo>
                    <a:pt x="142" y="735"/>
                    <a:pt x="142" y="735"/>
                    <a:pt x="143" y="735"/>
                  </a:cubicBezTo>
                  <a:cubicBezTo>
                    <a:pt x="144" y="734"/>
                    <a:pt x="144" y="733"/>
                    <a:pt x="145" y="732"/>
                  </a:cubicBezTo>
                  <a:cubicBezTo>
                    <a:pt x="149" y="724"/>
                    <a:pt x="152" y="716"/>
                    <a:pt x="157" y="709"/>
                  </a:cubicBezTo>
                  <a:cubicBezTo>
                    <a:pt x="157" y="708"/>
                    <a:pt x="158" y="707"/>
                    <a:pt x="159" y="706"/>
                  </a:cubicBezTo>
                  <a:cubicBezTo>
                    <a:pt x="160" y="706"/>
                    <a:pt x="160" y="707"/>
                    <a:pt x="161" y="707"/>
                  </a:cubicBezTo>
                  <a:lnTo>
                    <a:pt x="162" y="706"/>
                  </a:lnTo>
                  <a:lnTo>
                    <a:pt x="163" y="706"/>
                  </a:lnTo>
                  <a:cubicBezTo>
                    <a:pt x="229" y="640"/>
                    <a:pt x="322" y="596"/>
                    <a:pt x="407" y="558"/>
                  </a:cubicBezTo>
                  <a:cubicBezTo>
                    <a:pt x="424" y="550"/>
                    <a:pt x="441" y="541"/>
                    <a:pt x="458" y="532"/>
                  </a:cubicBezTo>
                  <a:cubicBezTo>
                    <a:pt x="481" y="518"/>
                    <a:pt x="504" y="503"/>
                    <a:pt x="525" y="487"/>
                  </a:cubicBezTo>
                  <a:cubicBezTo>
                    <a:pt x="541" y="475"/>
                    <a:pt x="558" y="462"/>
                    <a:pt x="574" y="450"/>
                  </a:cubicBezTo>
                  <a:cubicBezTo>
                    <a:pt x="590" y="438"/>
                    <a:pt x="612" y="427"/>
                    <a:pt x="630" y="416"/>
                  </a:cubicBezTo>
                  <a:cubicBezTo>
                    <a:pt x="633" y="414"/>
                    <a:pt x="635" y="412"/>
                    <a:pt x="637" y="411"/>
                  </a:cubicBezTo>
                  <a:cubicBezTo>
                    <a:pt x="625" y="426"/>
                    <a:pt x="614" y="442"/>
                    <a:pt x="602" y="457"/>
                  </a:cubicBezTo>
                  <a:cubicBezTo>
                    <a:pt x="571" y="493"/>
                    <a:pt x="544" y="532"/>
                    <a:pt x="520" y="574"/>
                  </a:cubicBezTo>
                  <a:cubicBezTo>
                    <a:pt x="512" y="588"/>
                    <a:pt x="504" y="602"/>
                    <a:pt x="497" y="617"/>
                  </a:cubicBezTo>
                  <a:cubicBezTo>
                    <a:pt x="474" y="669"/>
                    <a:pt x="462" y="726"/>
                    <a:pt x="462" y="783"/>
                  </a:cubicBezTo>
                  <a:cubicBezTo>
                    <a:pt x="462" y="784"/>
                    <a:pt x="462" y="785"/>
                    <a:pt x="462" y="786"/>
                  </a:cubicBezTo>
                  <a:cubicBezTo>
                    <a:pt x="462" y="824"/>
                    <a:pt x="469" y="900"/>
                    <a:pt x="504" y="922"/>
                  </a:cubicBezTo>
                  <a:cubicBezTo>
                    <a:pt x="504" y="923"/>
                    <a:pt x="505" y="923"/>
                    <a:pt x="505" y="923"/>
                  </a:cubicBezTo>
                  <a:cubicBezTo>
                    <a:pt x="506" y="923"/>
                    <a:pt x="507" y="924"/>
                    <a:pt x="508" y="924"/>
                  </a:cubicBezTo>
                  <a:cubicBezTo>
                    <a:pt x="509" y="924"/>
                    <a:pt x="511" y="923"/>
                    <a:pt x="512" y="923"/>
                  </a:cubicBezTo>
                  <a:cubicBezTo>
                    <a:pt x="514" y="922"/>
                    <a:pt x="514" y="921"/>
                    <a:pt x="514" y="920"/>
                  </a:cubicBezTo>
                  <a:cubicBezTo>
                    <a:pt x="515" y="919"/>
                    <a:pt x="515" y="918"/>
                    <a:pt x="515" y="918"/>
                  </a:cubicBezTo>
                  <a:cubicBezTo>
                    <a:pt x="515" y="914"/>
                    <a:pt x="515" y="911"/>
                    <a:pt x="515" y="908"/>
                  </a:cubicBezTo>
                  <a:cubicBezTo>
                    <a:pt x="515" y="904"/>
                    <a:pt x="515" y="901"/>
                    <a:pt x="515" y="898"/>
                  </a:cubicBezTo>
                  <a:cubicBezTo>
                    <a:pt x="515" y="898"/>
                    <a:pt x="516" y="898"/>
                    <a:pt x="517" y="897"/>
                  </a:cubicBezTo>
                  <a:lnTo>
                    <a:pt x="518" y="896"/>
                  </a:lnTo>
                  <a:cubicBezTo>
                    <a:pt x="518" y="895"/>
                    <a:pt x="519" y="894"/>
                    <a:pt x="519" y="894"/>
                  </a:cubicBezTo>
                  <a:cubicBezTo>
                    <a:pt x="519" y="893"/>
                    <a:pt x="518" y="892"/>
                    <a:pt x="518" y="891"/>
                  </a:cubicBezTo>
                  <a:cubicBezTo>
                    <a:pt x="516" y="889"/>
                    <a:pt x="515" y="887"/>
                    <a:pt x="514" y="885"/>
                  </a:cubicBezTo>
                  <a:cubicBezTo>
                    <a:pt x="512" y="872"/>
                    <a:pt x="509" y="858"/>
                    <a:pt x="506" y="846"/>
                  </a:cubicBezTo>
                  <a:cubicBezTo>
                    <a:pt x="511" y="817"/>
                    <a:pt x="519" y="790"/>
                    <a:pt x="532" y="764"/>
                  </a:cubicBezTo>
                  <a:cubicBezTo>
                    <a:pt x="555" y="710"/>
                    <a:pt x="593" y="678"/>
                    <a:pt x="624" y="631"/>
                  </a:cubicBezTo>
                  <a:cubicBezTo>
                    <a:pt x="642" y="606"/>
                    <a:pt x="661" y="581"/>
                    <a:pt x="681" y="558"/>
                  </a:cubicBezTo>
                  <a:cubicBezTo>
                    <a:pt x="679" y="566"/>
                    <a:pt x="678" y="583"/>
                    <a:pt x="673" y="586"/>
                  </a:cubicBezTo>
                  <a:lnTo>
                    <a:pt x="672" y="587"/>
                  </a:lnTo>
                  <a:cubicBezTo>
                    <a:pt x="672" y="588"/>
                    <a:pt x="672" y="589"/>
                    <a:pt x="672" y="589"/>
                  </a:cubicBezTo>
                  <a:cubicBezTo>
                    <a:pt x="672" y="590"/>
                    <a:pt x="672" y="591"/>
                    <a:pt x="672" y="591"/>
                  </a:cubicBezTo>
                  <a:cubicBezTo>
                    <a:pt x="672" y="592"/>
                    <a:pt x="673" y="592"/>
                    <a:pt x="673" y="593"/>
                  </a:cubicBezTo>
                  <a:cubicBezTo>
                    <a:pt x="674" y="594"/>
                    <a:pt x="674" y="593"/>
                    <a:pt x="675" y="593"/>
                  </a:cubicBezTo>
                  <a:cubicBezTo>
                    <a:pt x="693" y="594"/>
                    <a:pt x="699" y="557"/>
                    <a:pt x="705" y="547"/>
                  </a:cubicBezTo>
                  <a:cubicBezTo>
                    <a:pt x="718" y="527"/>
                    <a:pt x="730" y="507"/>
                    <a:pt x="743" y="488"/>
                  </a:cubicBezTo>
                  <a:cubicBezTo>
                    <a:pt x="757" y="475"/>
                    <a:pt x="769" y="461"/>
                    <a:pt x="778" y="445"/>
                  </a:cubicBezTo>
                  <a:cubicBezTo>
                    <a:pt x="781" y="440"/>
                    <a:pt x="784" y="435"/>
                    <a:pt x="786" y="430"/>
                  </a:cubicBezTo>
                  <a:cubicBezTo>
                    <a:pt x="787" y="428"/>
                    <a:pt x="787" y="427"/>
                    <a:pt x="787" y="426"/>
                  </a:cubicBezTo>
                  <a:cubicBezTo>
                    <a:pt x="787" y="424"/>
                    <a:pt x="787" y="423"/>
                    <a:pt x="786" y="422"/>
                  </a:cubicBezTo>
                  <a:cubicBezTo>
                    <a:pt x="787" y="419"/>
                    <a:pt x="789" y="416"/>
                    <a:pt x="790" y="413"/>
                  </a:cubicBezTo>
                  <a:cubicBezTo>
                    <a:pt x="815" y="390"/>
                    <a:pt x="838" y="364"/>
                    <a:pt x="859" y="337"/>
                  </a:cubicBezTo>
                  <a:cubicBezTo>
                    <a:pt x="880" y="308"/>
                    <a:pt x="913" y="271"/>
                    <a:pt x="927" y="238"/>
                  </a:cubicBezTo>
                  <a:cubicBezTo>
                    <a:pt x="941" y="204"/>
                    <a:pt x="968" y="182"/>
                    <a:pt x="981" y="148"/>
                  </a:cubicBezTo>
                  <a:cubicBezTo>
                    <a:pt x="999" y="99"/>
                    <a:pt x="1012" y="49"/>
                    <a:pt x="1026" y="1"/>
                  </a:cubicBezTo>
                  <a:cubicBezTo>
                    <a:pt x="1026" y="0"/>
                    <a:pt x="1026" y="0"/>
                    <a:pt x="1026" y="0"/>
                  </a:cubicBezTo>
                  <a:cubicBezTo>
                    <a:pt x="1025" y="0"/>
                    <a:pt x="1025" y="0"/>
                    <a:pt x="1025" y="0"/>
                  </a:cubicBezTo>
                  <a:lnTo>
                    <a:pt x="1025" y="1"/>
                  </a:lnTo>
                  <a:cubicBezTo>
                    <a:pt x="1005" y="42"/>
                    <a:pt x="994" y="89"/>
                    <a:pt x="977" y="132"/>
                  </a:cubicBezTo>
                  <a:cubicBezTo>
                    <a:pt x="969" y="150"/>
                    <a:pt x="960" y="168"/>
                    <a:pt x="950" y="185"/>
                  </a:cubicBezTo>
                  <a:cubicBezTo>
                    <a:pt x="934" y="213"/>
                    <a:pt x="915" y="240"/>
                    <a:pt x="895" y="265"/>
                  </a:cubicBezTo>
                  <a:cubicBezTo>
                    <a:pt x="850" y="330"/>
                    <a:pt x="799" y="390"/>
                    <a:pt x="742" y="444"/>
                  </a:cubicBezTo>
                  <a:lnTo>
                    <a:pt x="741" y="445"/>
                  </a:lnTo>
                  <a:cubicBezTo>
                    <a:pt x="723" y="461"/>
                    <a:pt x="704" y="477"/>
                    <a:pt x="685" y="492"/>
                  </a:cubicBezTo>
                  <a:cubicBezTo>
                    <a:pt x="654" y="520"/>
                    <a:pt x="626" y="551"/>
                    <a:pt x="601" y="585"/>
                  </a:cubicBezTo>
                  <a:cubicBezTo>
                    <a:pt x="585" y="604"/>
                    <a:pt x="570" y="623"/>
                    <a:pt x="556" y="644"/>
                  </a:cubicBezTo>
                  <a:cubicBezTo>
                    <a:pt x="544" y="658"/>
                    <a:pt x="534" y="672"/>
                    <a:pt x="525" y="687"/>
                  </a:cubicBezTo>
                  <a:cubicBezTo>
                    <a:pt x="507" y="719"/>
                    <a:pt x="494" y="754"/>
                    <a:pt x="489" y="791"/>
                  </a:cubicBezTo>
                  <a:cubicBezTo>
                    <a:pt x="488" y="796"/>
                    <a:pt x="487" y="801"/>
                    <a:pt x="487" y="806"/>
                  </a:cubicBezTo>
                  <a:cubicBezTo>
                    <a:pt x="487" y="809"/>
                    <a:pt x="487" y="811"/>
                    <a:pt x="488" y="814"/>
                  </a:cubicBezTo>
                  <a:cubicBezTo>
                    <a:pt x="488" y="815"/>
                    <a:pt x="488" y="815"/>
                    <a:pt x="488" y="817"/>
                  </a:cubicBezTo>
                  <a:cubicBezTo>
                    <a:pt x="488" y="818"/>
                    <a:pt x="488" y="823"/>
                    <a:pt x="489" y="827"/>
                  </a:cubicBezTo>
                  <a:cubicBezTo>
                    <a:pt x="491" y="843"/>
                    <a:pt x="494" y="860"/>
                    <a:pt x="497" y="875"/>
                  </a:cubicBezTo>
                  <a:cubicBezTo>
                    <a:pt x="497" y="879"/>
                    <a:pt x="500" y="883"/>
                    <a:pt x="501" y="886"/>
                  </a:cubicBezTo>
                  <a:cubicBezTo>
                    <a:pt x="502" y="887"/>
                    <a:pt x="501" y="887"/>
                    <a:pt x="501" y="887"/>
                  </a:cubicBezTo>
                  <a:cubicBezTo>
                    <a:pt x="502" y="892"/>
                    <a:pt x="502" y="896"/>
                    <a:pt x="503" y="900"/>
                  </a:cubicBezTo>
                  <a:cubicBezTo>
                    <a:pt x="491" y="877"/>
                    <a:pt x="484" y="853"/>
                    <a:pt x="481" y="828"/>
                  </a:cubicBezTo>
                  <a:cubicBezTo>
                    <a:pt x="478" y="811"/>
                    <a:pt x="477" y="795"/>
                    <a:pt x="477" y="778"/>
                  </a:cubicBezTo>
                  <a:cubicBezTo>
                    <a:pt x="477" y="769"/>
                    <a:pt x="478" y="761"/>
                    <a:pt x="478" y="752"/>
                  </a:cubicBezTo>
                  <a:cubicBezTo>
                    <a:pt x="480" y="672"/>
                    <a:pt x="523" y="586"/>
                    <a:pt x="567" y="521"/>
                  </a:cubicBezTo>
                  <a:cubicBezTo>
                    <a:pt x="598" y="475"/>
                    <a:pt x="635" y="433"/>
                    <a:pt x="666" y="387"/>
                  </a:cubicBezTo>
                  <a:cubicBezTo>
                    <a:pt x="677" y="375"/>
                    <a:pt x="688" y="363"/>
                    <a:pt x="701" y="352"/>
                  </a:cubicBezTo>
                  <a:cubicBezTo>
                    <a:pt x="722" y="331"/>
                    <a:pt x="740" y="308"/>
                    <a:pt x="757" y="283"/>
                  </a:cubicBezTo>
                  <a:cubicBezTo>
                    <a:pt x="772" y="266"/>
                    <a:pt x="786" y="248"/>
                    <a:pt x="797" y="229"/>
                  </a:cubicBezTo>
                  <a:cubicBezTo>
                    <a:pt x="797" y="228"/>
                    <a:pt x="797" y="228"/>
                    <a:pt x="798" y="228"/>
                  </a:cubicBezTo>
                  <a:cubicBezTo>
                    <a:pt x="820" y="203"/>
                    <a:pt x="840" y="176"/>
                    <a:pt x="857" y="148"/>
                  </a:cubicBezTo>
                  <a:cubicBezTo>
                    <a:pt x="869" y="129"/>
                    <a:pt x="880" y="110"/>
                    <a:pt x="893" y="91"/>
                  </a:cubicBezTo>
                  <a:cubicBezTo>
                    <a:pt x="901" y="79"/>
                    <a:pt x="903" y="58"/>
                    <a:pt x="914" y="49"/>
                  </a:cubicBezTo>
                  <a:cubicBezTo>
                    <a:pt x="916" y="47"/>
                    <a:pt x="914" y="44"/>
                    <a:pt x="910" y="45"/>
                  </a:cubicBezTo>
                  <a:cubicBezTo>
                    <a:pt x="891" y="59"/>
                    <a:pt x="883" y="93"/>
                    <a:pt x="870" y="113"/>
                  </a:cubicBezTo>
                  <a:cubicBezTo>
                    <a:pt x="846" y="146"/>
                    <a:pt x="820" y="177"/>
                    <a:pt x="793" y="206"/>
                  </a:cubicBezTo>
                  <a:cubicBezTo>
                    <a:pt x="770" y="229"/>
                    <a:pt x="749" y="254"/>
                    <a:pt x="729" y="280"/>
                  </a:cubicBezTo>
                  <a:cubicBezTo>
                    <a:pt x="707" y="295"/>
                    <a:pt x="687" y="314"/>
                    <a:pt x="670" y="334"/>
                  </a:cubicBezTo>
                  <a:lnTo>
                    <a:pt x="666" y="339"/>
                  </a:lnTo>
                  <a:cubicBezTo>
                    <a:pt x="652" y="349"/>
                    <a:pt x="639" y="361"/>
                    <a:pt x="626" y="374"/>
                  </a:cubicBezTo>
                  <a:cubicBezTo>
                    <a:pt x="604" y="391"/>
                    <a:pt x="578" y="405"/>
                    <a:pt x="559" y="418"/>
                  </a:cubicBezTo>
                  <a:cubicBezTo>
                    <a:pt x="552" y="421"/>
                    <a:pt x="545" y="424"/>
                    <a:pt x="539" y="428"/>
                  </a:cubicBezTo>
                  <a:cubicBezTo>
                    <a:pt x="530" y="433"/>
                    <a:pt x="521" y="439"/>
                    <a:pt x="512" y="445"/>
                  </a:cubicBezTo>
                  <a:cubicBezTo>
                    <a:pt x="448" y="485"/>
                    <a:pt x="383" y="520"/>
                    <a:pt x="318" y="558"/>
                  </a:cubicBezTo>
                  <a:cubicBezTo>
                    <a:pt x="254" y="596"/>
                    <a:pt x="192" y="631"/>
                    <a:pt x="153" y="693"/>
                  </a:cubicBezTo>
                  <a:cubicBezTo>
                    <a:pt x="172" y="627"/>
                    <a:pt x="228" y="567"/>
                    <a:pt x="274" y="523"/>
                  </a:cubicBezTo>
                  <a:cubicBezTo>
                    <a:pt x="291" y="507"/>
                    <a:pt x="308" y="492"/>
                    <a:pt x="327" y="479"/>
                  </a:cubicBezTo>
                  <a:cubicBezTo>
                    <a:pt x="330" y="477"/>
                    <a:pt x="333" y="476"/>
                    <a:pt x="336" y="474"/>
                  </a:cubicBezTo>
                  <a:cubicBezTo>
                    <a:pt x="348" y="467"/>
                    <a:pt x="359" y="460"/>
                    <a:pt x="370" y="451"/>
                  </a:cubicBezTo>
                  <a:cubicBezTo>
                    <a:pt x="376" y="448"/>
                    <a:pt x="382" y="444"/>
                    <a:pt x="388" y="441"/>
                  </a:cubicBezTo>
                  <a:cubicBezTo>
                    <a:pt x="393" y="439"/>
                    <a:pt x="399" y="436"/>
                    <a:pt x="404" y="433"/>
                  </a:cubicBezTo>
                  <a:cubicBezTo>
                    <a:pt x="412" y="428"/>
                    <a:pt x="420" y="423"/>
                    <a:pt x="427" y="417"/>
                  </a:cubicBezTo>
                  <a:cubicBezTo>
                    <a:pt x="441" y="410"/>
                    <a:pt x="455" y="403"/>
                    <a:pt x="468" y="395"/>
                  </a:cubicBezTo>
                  <a:cubicBezTo>
                    <a:pt x="488" y="384"/>
                    <a:pt x="507" y="371"/>
                    <a:pt x="526" y="358"/>
                  </a:cubicBezTo>
                  <a:cubicBezTo>
                    <a:pt x="554" y="337"/>
                    <a:pt x="581" y="314"/>
                    <a:pt x="610" y="295"/>
                  </a:cubicBezTo>
                  <a:cubicBezTo>
                    <a:pt x="611" y="295"/>
                    <a:pt x="612" y="294"/>
                    <a:pt x="612" y="294"/>
                  </a:cubicBezTo>
                  <a:cubicBezTo>
                    <a:pt x="618" y="290"/>
                    <a:pt x="624" y="285"/>
                    <a:pt x="627" y="279"/>
                  </a:cubicBezTo>
                  <a:cubicBezTo>
                    <a:pt x="630" y="274"/>
                    <a:pt x="631" y="270"/>
                    <a:pt x="632" y="265"/>
                  </a:cubicBezTo>
                  <a:cubicBezTo>
                    <a:pt x="632" y="264"/>
                    <a:pt x="632" y="264"/>
                    <a:pt x="632" y="263"/>
                  </a:cubicBezTo>
                  <a:cubicBezTo>
                    <a:pt x="632" y="262"/>
                    <a:pt x="632" y="261"/>
                    <a:pt x="632" y="261"/>
                  </a:cubicBezTo>
                  <a:cubicBezTo>
                    <a:pt x="631" y="260"/>
                    <a:pt x="631" y="260"/>
                    <a:pt x="630" y="259"/>
                  </a:cubicBezTo>
                  <a:cubicBezTo>
                    <a:pt x="629" y="258"/>
                    <a:pt x="628" y="258"/>
                    <a:pt x="627" y="258"/>
                  </a:cubicBezTo>
                  <a:cubicBezTo>
                    <a:pt x="626" y="258"/>
                    <a:pt x="626" y="258"/>
                    <a:pt x="625" y="259"/>
                  </a:cubicBezTo>
                  <a:cubicBezTo>
                    <a:pt x="624" y="260"/>
                    <a:pt x="623" y="260"/>
                    <a:pt x="623" y="261"/>
                  </a:cubicBezTo>
                  <a:lnTo>
                    <a:pt x="622" y="262"/>
                  </a:lnTo>
                  <a:cubicBezTo>
                    <a:pt x="613" y="280"/>
                    <a:pt x="583" y="294"/>
                    <a:pt x="567" y="305"/>
                  </a:cubicBezTo>
                  <a:cubicBezTo>
                    <a:pt x="541" y="325"/>
                    <a:pt x="517" y="345"/>
                    <a:pt x="490" y="363"/>
                  </a:cubicBezTo>
                  <a:cubicBezTo>
                    <a:pt x="438" y="398"/>
                    <a:pt x="379" y="417"/>
                    <a:pt x="324" y="445"/>
                  </a:cubicBezTo>
                  <a:cubicBezTo>
                    <a:pt x="290" y="460"/>
                    <a:pt x="257" y="477"/>
                    <a:pt x="225" y="496"/>
                  </a:cubicBezTo>
                  <a:cubicBezTo>
                    <a:pt x="197" y="512"/>
                    <a:pt x="169" y="530"/>
                    <a:pt x="142" y="549"/>
                  </a:cubicBezTo>
                  <a:cubicBezTo>
                    <a:pt x="138" y="550"/>
                    <a:pt x="135" y="552"/>
                    <a:pt x="132" y="554"/>
                  </a:cubicBezTo>
                  <a:cubicBezTo>
                    <a:pt x="119" y="561"/>
                    <a:pt x="108" y="572"/>
                    <a:pt x="100" y="585"/>
                  </a:cubicBezTo>
                  <a:cubicBezTo>
                    <a:pt x="100" y="586"/>
                    <a:pt x="99" y="587"/>
                    <a:pt x="99" y="588"/>
                  </a:cubicBezTo>
                  <a:cubicBezTo>
                    <a:pt x="94" y="594"/>
                    <a:pt x="89" y="599"/>
                    <a:pt x="84" y="604"/>
                  </a:cubicBezTo>
                  <a:cubicBezTo>
                    <a:pt x="89" y="588"/>
                    <a:pt x="96" y="572"/>
                    <a:pt x="104" y="558"/>
                  </a:cubicBezTo>
                  <a:cubicBezTo>
                    <a:pt x="127" y="524"/>
                    <a:pt x="154" y="494"/>
                    <a:pt x="185" y="467"/>
                  </a:cubicBezTo>
                  <a:cubicBezTo>
                    <a:pt x="193" y="460"/>
                    <a:pt x="202" y="453"/>
                    <a:pt x="211" y="446"/>
                  </a:cubicBezTo>
                  <a:cubicBezTo>
                    <a:pt x="212" y="445"/>
                    <a:pt x="213" y="445"/>
                    <a:pt x="214" y="444"/>
                  </a:cubicBezTo>
                  <a:cubicBezTo>
                    <a:pt x="222" y="440"/>
                    <a:pt x="229" y="434"/>
                    <a:pt x="235" y="429"/>
                  </a:cubicBezTo>
                  <a:lnTo>
                    <a:pt x="239" y="425"/>
                  </a:lnTo>
                  <a:cubicBezTo>
                    <a:pt x="266" y="407"/>
                    <a:pt x="294" y="391"/>
                    <a:pt x="323" y="375"/>
                  </a:cubicBezTo>
                  <a:lnTo>
                    <a:pt x="348" y="368"/>
                  </a:lnTo>
                  <a:cubicBezTo>
                    <a:pt x="349" y="368"/>
                    <a:pt x="349" y="368"/>
                    <a:pt x="350" y="367"/>
                  </a:cubicBezTo>
                  <a:cubicBezTo>
                    <a:pt x="350" y="367"/>
                    <a:pt x="352" y="366"/>
                    <a:pt x="352" y="365"/>
                  </a:cubicBezTo>
                  <a:cubicBezTo>
                    <a:pt x="353" y="364"/>
                    <a:pt x="352" y="363"/>
                    <a:pt x="352" y="362"/>
                  </a:cubicBezTo>
                  <a:cubicBezTo>
                    <a:pt x="352" y="361"/>
                    <a:pt x="352" y="360"/>
                    <a:pt x="352" y="360"/>
                  </a:cubicBezTo>
                  <a:cubicBezTo>
                    <a:pt x="352" y="359"/>
                    <a:pt x="352" y="359"/>
                    <a:pt x="352" y="359"/>
                  </a:cubicBezTo>
                  <a:cubicBezTo>
                    <a:pt x="373" y="347"/>
                    <a:pt x="394" y="335"/>
                    <a:pt x="414" y="322"/>
                  </a:cubicBezTo>
                  <a:cubicBezTo>
                    <a:pt x="482" y="276"/>
                    <a:pt x="566" y="245"/>
                    <a:pt x="619" y="180"/>
                  </a:cubicBezTo>
                  <a:cubicBezTo>
                    <a:pt x="653" y="140"/>
                    <a:pt x="689" y="104"/>
                    <a:pt x="728" y="71"/>
                  </a:cubicBezTo>
                  <a:cubicBezTo>
                    <a:pt x="750" y="53"/>
                    <a:pt x="759" y="20"/>
                    <a:pt x="781" y="5"/>
                  </a:cubicBezTo>
                  <a:lnTo>
                    <a:pt x="781" y="3"/>
                  </a:lnTo>
                  <a:cubicBezTo>
                    <a:pt x="767" y="9"/>
                    <a:pt x="776" y="5"/>
                    <a:pt x="761" y="23"/>
                  </a:cubicBezTo>
                  <a:cubicBezTo>
                    <a:pt x="746" y="42"/>
                    <a:pt x="730" y="59"/>
                    <a:pt x="712" y="75"/>
                  </a:cubicBezTo>
                  <a:cubicBezTo>
                    <a:pt x="675" y="103"/>
                    <a:pt x="640" y="134"/>
                    <a:pt x="608" y="169"/>
                  </a:cubicBezTo>
                  <a:cubicBezTo>
                    <a:pt x="579" y="200"/>
                    <a:pt x="545" y="227"/>
                    <a:pt x="508" y="249"/>
                  </a:cubicBezTo>
                  <a:lnTo>
                    <a:pt x="507" y="249"/>
                  </a:lnTo>
                  <a:cubicBezTo>
                    <a:pt x="461" y="277"/>
                    <a:pt x="414" y="308"/>
                    <a:pt x="365" y="330"/>
                  </a:cubicBezTo>
                  <a:cubicBezTo>
                    <a:pt x="354" y="336"/>
                    <a:pt x="343" y="341"/>
                    <a:pt x="333" y="348"/>
                  </a:cubicBezTo>
                  <a:cubicBezTo>
                    <a:pt x="319" y="355"/>
                    <a:pt x="306" y="364"/>
                    <a:pt x="293" y="372"/>
                  </a:cubicBezTo>
                  <a:lnTo>
                    <a:pt x="282" y="376"/>
                  </a:lnTo>
                  <a:lnTo>
                    <a:pt x="282" y="375"/>
                  </a:lnTo>
                  <a:cubicBezTo>
                    <a:pt x="280" y="374"/>
                    <a:pt x="278" y="374"/>
                    <a:pt x="276" y="374"/>
                  </a:cubicBezTo>
                  <a:lnTo>
                    <a:pt x="275" y="374"/>
                  </a:lnTo>
                  <a:cubicBezTo>
                    <a:pt x="262" y="376"/>
                    <a:pt x="249" y="380"/>
                    <a:pt x="237" y="387"/>
                  </a:cubicBezTo>
                  <a:cubicBezTo>
                    <a:pt x="233" y="389"/>
                    <a:pt x="229" y="392"/>
                    <a:pt x="225" y="395"/>
                  </a:cubicBezTo>
                  <a:cubicBezTo>
                    <a:pt x="203" y="404"/>
                    <a:pt x="181" y="414"/>
                    <a:pt x="159" y="426"/>
                  </a:cubicBezTo>
                  <a:cubicBezTo>
                    <a:pt x="130" y="443"/>
                    <a:pt x="100" y="456"/>
                    <a:pt x="73" y="475"/>
                  </a:cubicBezTo>
                  <a:cubicBezTo>
                    <a:pt x="55" y="488"/>
                    <a:pt x="39" y="504"/>
                    <a:pt x="26" y="522"/>
                  </a:cubicBezTo>
                  <a:cubicBezTo>
                    <a:pt x="50" y="471"/>
                    <a:pt x="110" y="428"/>
                    <a:pt x="150" y="400"/>
                  </a:cubicBezTo>
                  <a:cubicBezTo>
                    <a:pt x="201" y="364"/>
                    <a:pt x="259" y="332"/>
                    <a:pt x="307" y="292"/>
                  </a:cubicBezTo>
                  <a:cubicBezTo>
                    <a:pt x="401" y="213"/>
                    <a:pt x="507" y="150"/>
                    <a:pt x="601" y="70"/>
                  </a:cubicBezTo>
                  <a:cubicBezTo>
                    <a:pt x="602" y="68"/>
                    <a:pt x="601" y="66"/>
                    <a:pt x="599" y="67"/>
                  </a:cubicBezTo>
                  <a:cubicBezTo>
                    <a:pt x="496" y="150"/>
                    <a:pt x="387" y="224"/>
                    <a:pt x="278" y="300"/>
                  </a:cubicBezTo>
                  <a:cubicBezTo>
                    <a:pt x="218" y="342"/>
                    <a:pt x="148" y="373"/>
                    <a:pt x="93" y="421"/>
                  </a:cubicBezTo>
                  <a:cubicBezTo>
                    <a:pt x="59" y="451"/>
                    <a:pt x="7" y="501"/>
                    <a:pt x="2" y="548"/>
                  </a:cubicBezTo>
                  <a:cubicBezTo>
                    <a:pt x="0" y="553"/>
                    <a:pt x="8" y="555"/>
                    <a:pt x="13" y="552"/>
                  </a:cubicBezTo>
                  <a:moveTo>
                    <a:pt x="785" y="414"/>
                  </a:moveTo>
                  <a:lnTo>
                    <a:pt x="783" y="416"/>
                  </a:lnTo>
                  <a:lnTo>
                    <a:pt x="785" y="414"/>
                  </a:lnTo>
                  <a:moveTo>
                    <a:pt x="226" y="630"/>
                  </a:moveTo>
                  <a:cubicBezTo>
                    <a:pt x="220" y="637"/>
                    <a:pt x="213" y="643"/>
                    <a:pt x="205" y="649"/>
                  </a:cubicBezTo>
                  <a:cubicBezTo>
                    <a:pt x="212" y="642"/>
                    <a:pt x="219" y="636"/>
                    <a:pt x="226" y="630"/>
                  </a:cubicBezTo>
                  <a:moveTo>
                    <a:pt x="386" y="435"/>
                  </a:moveTo>
                  <a:lnTo>
                    <a:pt x="393" y="432"/>
                  </a:lnTo>
                  <a:lnTo>
                    <a:pt x="386" y="436"/>
                  </a:lnTo>
                  <a:lnTo>
                    <a:pt x="386" y="4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37"/>
            <p:cNvSpPr/>
            <p:nvPr/>
          </p:nvSpPr>
          <p:spPr>
            <a:xfrm>
              <a:off x="8145000" y="3360600"/>
              <a:ext cx="52920" cy="99000"/>
            </a:xfrm>
            <a:custGeom>
              <a:rect b="b" l="l" r="r" t="t"/>
              <a:pathLst>
                <a:path extrusionOk="0" h="275" w="147">
                  <a:moveTo>
                    <a:pt x="1" y="270"/>
                  </a:moveTo>
                  <a:cubicBezTo>
                    <a:pt x="0" y="272"/>
                    <a:pt x="2" y="274"/>
                    <a:pt x="3" y="273"/>
                  </a:cubicBezTo>
                  <a:cubicBezTo>
                    <a:pt x="84" y="218"/>
                    <a:pt x="132" y="95"/>
                    <a:pt x="146" y="1"/>
                  </a:cubicBezTo>
                  <a:cubicBezTo>
                    <a:pt x="146" y="0"/>
                    <a:pt x="146" y="0"/>
                    <a:pt x="146" y="0"/>
                  </a:cubicBezTo>
                  <a:cubicBezTo>
                    <a:pt x="145" y="0"/>
                    <a:pt x="145" y="0"/>
                    <a:pt x="145" y="0"/>
                  </a:cubicBezTo>
                  <a:lnTo>
                    <a:pt x="144" y="0"/>
                  </a:lnTo>
                  <a:lnTo>
                    <a:pt x="144" y="1"/>
                  </a:lnTo>
                  <a:cubicBezTo>
                    <a:pt x="129" y="56"/>
                    <a:pt x="108" y="109"/>
                    <a:pt x="81" y="159"/>
                  </a:cubicBezTo>
                  <a:cubicBezTo>
                    <a:pt x="59" y="199"/>
                    <a:pt x="27" y="232"/>
                    <a:pt x="1" y="2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37"/>
            <p:cNvSpPr/>
            <p:nvPr/>
          </p:nvSpPr>
          <p:spPr>
            <a:xfrm>
              <a:off x="8085960" y="3470760"/>
              <a:ext cx="46080" cy="42480"/>
            </a:xfrm>
            <a:custGeom>
              <a:rect b="b" l="l" r="r" t="t"/>
              <a:pathLst>
                <a:path extrusionOk="0" h="118" w="128">
                  <a:moveTo>
                    <a:pt x="106" y="14"/>
                  </a:moveTo>
                  <a:cubicBezTo>
                    <a:pt x="95" y="26"/>
                    <a:pt x="83" y="38"/>
                    <a:pt x="69" y="49"/>
                  </a:cubicBezTo>
                  <a:cubicBezTo>
                    <a:pt x="68" y="49"/>
                    <a:pt x="67" y="50"/>
                    <a:pt x="66" y="51"/>
                  </a:cubicBezTo>
                  <a:cubicBezTo>
                    <a:pt x="61" y="54"/>
                    <a:pt x="56" y="57"/>
                    <a:pt x="51" y="60"/>
                  </a:cubicBezTo>
                  <a:cubicBezTo>
                    <a:pt x="45" y="66"/>
                    <a:pt x="39" y="73"/>
                    <a:pt x="33" y="80"/>
                  </a:cubicBezTo>
                  <a:cubicBezTo>
                    <a:pt x="23" y="90"/>
                    <a:pt x="8" y="99"/>
                    <a:pt x="1" y="112"/>
                  </a:cubicBezTo>
                  <a:cubicBezTo>
                    <a:pt x="0" y="115"/>
                    <a:pt x="3" y="117"/>
                    <a:pt x="6" y="116"/>
                  </a:cubicBezTo>
                  <a:cubicBezTo>
                    <a:pt x="35" y="102"/>
                    <a:pt x="47" y="73"/>
                    <a:pt x="75" y="57"/>
                  </a:cubicBezTo>
                  <a:cubicBezTo>
                    <a:pt x="85" y="49"/>
                    <a:pt x="94" y="40"/>
                    <a:pt x="101" y="29"/>
                  </a:cubicBezTo>
                  <a:cubicBezTo>
                    <a:pt x="110" y="20"/>
                    <a:pt x="113" y="4"/>
                    <a:pt x="127" y="0"/>
                  </a:cubicBezTo>
                  <a:cubicBezTo>
                    <a:pt x="124" y="1"/>
                    <a:pt x="120" y="2"/>
                    <a:pt x="117" y="4"/>
                  </a:cubicBezTo>
                  <a:cubicBezTo>
                    <a:pt x="113" y="7"/>
                    <a:pt x="109" y="10"/>
                    <a:pt x="10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37"/>
            <p:cNvSpPr/>
            <p:nvPr/>
          </p:nvSpPr>
          <p:spPr>
            <a:xfrm>
              <a:off x="7976880" y="3521160"/>
              <a:ext cx="140040" cy="199080"/>
            </a:xfrm>
            <a:custGeom>
              <a:rect b="b" l="l" r="r" t="t"/>
              <a:pathLst>
                <a:path extrusionOk="0" h="553" w="389">
                  <a:moveTo>
                    <a:pt x="179" y="129"/>
                  </a:moveTo>
                  <a:cubicBezTo>
                    <a:pt x="207" y="84"/>
                    <a:pt x="247" y="50"/>
                    <a:pt x="275" y="4"/>
                  </a:cubicBezTo>
                  <a:cubicBezTo>
                    <a:pt x="276" y="2"/>
                    <a:pt x="273" y="0"/>
                    <a:pt x="271" y="2"/>
                  </a:cubicBezTo>
                  <a:cubicBezTo>
                    <a:pt x="245" y="40"/>
                    <a:pt x="208" y="70"/>
                    <a:pt x="179" y="106"/>
                  </a:cubicBezTo>
                  <a:cubicBezTo>
                    <a:pt x="162" y="130"/>
                    <a:pt x="146" y="155"/>
                    <a:pt x="131" y="181"/>
                  </a:cubicBezTo>
                  <a:cubicBezTo>
                    <a:pt x="118" y="203"/>
                    <a:pt x="106" y="227"/>
                    <a:pt x="95" y="251"/>
                  </a:cubicBezTo>
                  <a:cubicBezTo>
                    <a:pt x="51" y="339"/>
                    <a:pt x="6" y="443"/>
                    <a:pt x="0" y="543"/>
                  </a:cubicBezTo>
                  <a:cubicBezTo>
                    <a:pt x="0" y="552"/>
                    <a:pt x="14" y="552"/>
                    <a:pt x="14" y="543"/>
                  </a:cubicBezTo>
                  <a:cubicBezTo>
                    <a:pt x="20" y="518"/>
                    <a:pt x="29" y="494"/>
                    <a:pt x="41" y="471"/>
                  </a:cubicBezTo>
                  <a:cubicBezTo>
                    <a:pt x="55" y="438"/>
                    <a:pt x="69" y="403"/>
                    <a:pt x="86" y="370"/>
                  </a:cubicBezTo>
                  <a:cubicBezTo>
                    <a:pt x="94" y="353"/>
                    <a:pt x="102" y="336"/>
                    <a:pt x="112" y="320"/>
                  </a:cubicBezTo>
                  <a:cubicBezTo>
                    <a:pt x="125" y="296"/>
                    <a:pt x="141" y="275"/>
                    <a:pt x="157" y="253"/>
                  </a:cubicBezTo>
                  <a:cubicBezTo>
                    <a:pt x="228" y="170"/>
                    <a:pt x="305" y="91"/>
                    <a:pt x="387" y="19"/>
                  </a:cubicBezTo>
                  <a:cubicBezTo>
                    <a:pt x="388" y="17"/>
                    <a:pt x="387" y="16"/>
                    <a:pt x="385" y="17"/>
                  </a:cubicBezTo>
                  <a:cubicBezTo>
                    <a:pt x="333" y="50"/>
                    <a:pt x="297" y="103"/>
                    <a:pt x="250" y="142"/>
                  </a:cubicBezTo>
                  <a:cubicBezTo>
                    <a:pt x="210" y="178"/>
                    <a:pt x="174" y="217"/>
                    <a:pt x="142" y="260"/>
                  </a:cubicBezTo>
                  <a:cubicBezTo>
                    <a:pt x="112" y="296"/>
                    <a:pt x="94" y="340"/>
                    <a:pt x="70" y="380"/>
                  </a:cubicBezTo>
                  <a:cubicBezTo>
                    <a:pt x="53" y="412"/>
                    <a:pt x="38" y="445"/>
                    <a:pt x="25" y="478"/>
                  </a:cubicBezTo>
                  <a:lnTo>
                    <a:pt x="22" y="484"/>
                  </a:lnTo>
                  <a:cubicBezTo>
                    <a:pt x="39" y="399"/>
                    <a:pt x="79" y="316"/>
                    <a:pt x="117" y="240"/>
                  </a:cubicBezTo>
                  <a:cubicBezTo>
                    <a:pt x="136" y="203"/>
                    <a:pt x="156" y="165"/>
                    <a:pt x="179"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7"/>
            <p:cNvSpPr/>
            <p:nvPr/>
          </p:nvSpPr>
          <p:spPr>
            <a:xfrm>
              <a:off x="8125920" y="3485880"/>
              <a:ext cx="39240" cy="33840"/>
            </a:xfrm>
            <a:custGeom>
              <a:rect b="b" l="l" r="r" t="t"/>
              <a:pathLst>
                <a:path extrusionOk="0" h="94" w="109">
                  <a:moveTo>
                    <a:pt x="0" y="91"/>
                  </a:moveTo>
                  <a:lnTo>
                    <a:pt x="0" y="92"/>
                  </a:lnTo>
                  <a:lnTo>
                    <a:pt x="1" y="93"/>
                  </a:lnTo>
                  <a:lnTo>
                    <a:pt x="2" y="93"/>
                  </a:lnTo>
                  <a:cubicBezTo>
                    <a:pt x="2" y="93"/>
                    <a:pt x="3" y="93"/>
                    <a:pt x="3" y="92"/>
                  </a:cubicBezTo>
                  <a:cubicBezTo>
                    <a:pt x="33" y="60"/>
                    <a:pt x="80" y="41"/>
                    <a:pt x="106" y="4"/>
                  </a:cubicBezTo>
                  <a:cubicBezTo>
                    <a:pt x="108" y="2"/>
                    <a:pt x="105" y="0"/>
                    <a:pt x="103" y="2"/>
                  </a:cubicBezTo>
                  <a:cubicBezTo>
                    <a:pt x="84" y="15"/>
                    <a:pt x="67" y="30"/>
                    <a:pt x="49" y="44"/>
                  </a:cubicBezTo>
                  <a:cubicBezTo>
                    <a:pt x="31" y="58"/>
                    <a:pt x="15" y="73"/>
                    <a:pt x="0"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37"/>
            <p:cNvSpPr/>
            <p:nvPr/>
          </p:nvSpPr>
          <p:spPr>
            <a:xfrm>
              <a:off x="8169480" y="3446640"/>
              <a:ext cx="34560" cy="33480"/>
            </a:xfrm>
            <a:custGeom>
              <a:rect b="b" l="l" r="r" t="t"/>
              <a:pathLst>
                <a:path extrusionOk="0" h="93" w="96">
                  <a:moveTo>
                    <a:pt x="79" y="30"/>
                  </a:moveTo>
                  <a:cubicBezTo>
                    <a:pt x="86" y="23"/>
                    <a:pt x="86" y="10"/>
                    <a:pt x="94" y="5"/>
                  </a:cubicBezTo>
                  <a:cubicBezTo>
                    <a:pt x="95" y="5"/>
                    <a:pt x="95" y="4"/>
                    <a:pt x="95" y="4"/>
                  </a:cubicBezTo>
                  <a:lnTo>
                    <a:pt x="95" y="3"/>
                  </a:lnTo>
                  <a:cubicBezTo>
                    <a:pt x="95" y="2"/>
                    <a:pt x="95" y="2"/>
                    <a:pt x="95" y="1"/>
                  </a:cubicBezTo>
                  <a:lnTo>
                    <a:pt x="94" y="0"/>
                  </a:lnTo>
                  <a:lnTo>
                    <a:pt x="93" y="0"/>
                  </a:lnTo>
                  <a:lnTo>
                    <a:pt x="92" y="0"/>
                  </a:lnTo>
                  <a:cubicBezTo>
                    <a:pt x="84" y="1"/>
                    <a:pt x="82" y="6"/>
                    <a:pt x="78" y="13"/>
                  </a:cubicBezTo>
                  <a:cubicBezTo>
                    <a:pt x="71" y="23"/>
                    <a:pt x="63" y="32"/>
                    <a:pt x="53" y="40"/>
                  </a:cubicBezTo>
                  <a:cubicBezTo>
                    <a:pt x="45" y="49"/>
                    <a:pt x="36" y="57"/>
                    <a:pt x="27" y="65"/>
                  </a:cubicBezTo>
                  <a:cubicBezTo>
                    <a:pt x="18" y="70"/>
                    <a:pt x="10" y="77"/>
                    <a:pt x="2" y="84"/>
                  </a:cubicBezTo>
                  <a:cubicBezTo>
                    <a:pt x="0" y="87"/>
                    <a:pt x="3" y="92"/>
                    <a:pt x="6" y="89"/>
                  </a:cubicBezTo>
                  <a:cubicBezTo>
                    <a:pt x="21" y="74"/>
                    <a:pt x="41" y="65"/>
                    <a:pt x="57" y="51"/>
                  </a:cubicBezTo>
                  <a:cubicBezTo>
                    <a:pt x="64" y="44"/>
                    <a:pt x="72" y="37"/>
                    <a:pt x="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37"/>
            <p:cNvSpPr/>
            <p:nvPr/>
          </p:nvSpPr>
          <p:spPr>
            <a:xfrm>
              <a:off x="8180640" y="3482280"/>
              <a:ext cx="26640" cy="36360"/>
            </a:xfrm>
            <a:custGeom>
              <a:rect b="b" l="l" r="r" t="t"/>
              <a:pathLst>
                <a:path extrusionOk="0" h="101" w="74">
                  <a:moveTo>
                    <a:pt x="3" y="96"/>
                  </a:moveTo>
                  <a:cubicBezTo>
                    <a:pt x="14" y="81"/>
                    <a:pt x="26" y="66"/>
                    <a:pt x="39" y="54"/>
                  </a:cubicBezTo>
                  <a:cubicBezTo>
                    <a:pt x="51" y="39"/>
                    <a:pt x="62" y="23"/>
                    <a:pt x="72" y="6"/>
                  </a:cubicBezTo>
                  <a:cubicBezTo>
                    <a:pt x="72" y="5"/>
                    <a:pt x="73" y="4"/>
                    <a:pt x="73" y="3"/>
                  </a:cubicBezTo>
                  <a:lnTo>
                    <a:pt x="73" y="2"/>
                  </a:lnTo>
                  <a:lnTo>
                    <a:pt x="73" y="1"/>
                  </a:lnTo>
                  <a:cubicBezTo>
                    <a:pt x="73" y="1"/>
                    <a:pt x="72" y="2"/>
                    <a:pt x="72" y="1"/>
                  </a:cubicBezTo>
                  <a:cubicBezTo>
                    <a:pt x="71" y="0"/>
                    <a:pt x="72" y="0"/>
                    <a:pt x="72" y="0"/>
                  </a:cubicBezTo>
                  <a:cubicBezTo>
                    <a:pt x="71" y="0"/>
                    <a:pt x="71" y="0"/>
                    <a:pt x="71" y="1"/>
                  </a:cubicBezTo>
                  <a:cubicBezTo>
                    <a:pt x="70" y="2"/>
                    <a:pt x="70" y="1"/>
                    <a:pt x="70" y="1"/>
                  </a:cubicBezTo>
                  <a:cubicBezTo>
                    <a:pt x="56" y="18"/>
                    <a:pt x="45" y="37"/>
                    <a:pt x="31" y="53"/>
                  </a:cubicBezTo>
                  <a:cubicBezTo>
                    <a:pt x="22" y="61"/>
                    <a:pt x="15" y="71"/>
                    <a:pt x="9" y="82"/>
                  </a:cubicBezTo>
                  <a:cubicBezTo>
                    <a:pt x="6" y="86"/>
                    <a:pt x="4" y="91"/>
                    <a:pt x="2" y="95"/>
                  </a:cubicBezTo>
                  <a:cubicBezTo>
                    <a:pt x="0" y="100"/>
                    <a:pt x="3" y="97"/>
                    <a:pt x="3"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7"/>
            <p:cNvSpPr/>
            <p:nvPr/>
          </p:nvSpPr>
          <p:spPr>
            <a:xfrm>
              <a:off x="8150400" y="3530160"/>
              <a:ext cx="23040" cy="28440"/>
            </a:xfrm>
            <a:custGeom>
              <a:rect b="b" l="l" r="r" t="t"/>
              <a:pathLst>
                <a:path extrusionOk="0" h="79" w="64">
                  <a:moveTo>
                    <a:pt x="60" y="1"/>
                  </a:moveTo>
                  <a:cubicBezTo>
                    <a:pt x="58" y="5"/>
                    <a:pt x="57" y="9"/>
                    <a:pt x="55" y="12"/>
                  </a:cubicBezTo>
                  <a:cubicBezTo>
                    <a:pt x="49" y="23"/>
                    <a:pt x="41" y="32"/>
                    <a:pt x="31" y="41"/>
                  </a:cubicBezTo>
                  <a:cubicBezTo>
                    <a:pt x="19" y="50"/>
                    <a:pt x="8" y="62"/>
                    <a:pt x="0" y="76"/>
                  </a:cubicBezTo>
                  <a:cubicBezTo>
                    <a:pt x="0" y="77"/>
                    <a:pt x="0" y="77"/>
                    <a:pt x="0" y="77"/>
                  </a:cubicBezTo>
                  <a:cubicBezTo>
                    <a:pt x="0" y="78"/>
                    <a:pt x="1" y="78"/>
                    <a:pt x="1" y="78"/>
                  </a:cubicBezTo>
                  <a:lnTo>
                    <a:pt x="2" y="78"/>
                  </a:lnTo>
                  <a:lnTo>
                    <a:pt x="3" y="78"/>
                  </a:lnTo>
                  <a:cubicBezTo>
                    <a:pt x="3" y="78"/>
                    <a:pt x="4" y="78"/>
                    <a:pt x="5" y="77"/>
                  </a:cubicBezTo>
                  <a:cubicBezTo>
                    <a:pt x="18" y="70"/>
                    <a:pt x="29" y="59"/>
                    <a:pt x="38" y="46"/>
                  </a:cubicBezTo>
                  <a:cubicBezTo>
                    <a:pt x="43" y="40"/>
                    <a:pt x="48" y="34"/>
                    <a:pt x="52" y="26"/>
                  </a:cubicBezTo>
                  <a:cubicBezTo>
                    <a:pt x="56" y="19"/>
                    <a:pt x="60" y="11"/>
                    <a:pt x="62" y="3"/>
                  </a:cubicBezTo>
                  <a:cubicBezTo>
                    <a:pt x="63" y="1"/>
                    <a:pt x="61" y="0"/>
                    <a:pt x="6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37"/>
            <p:cNvSpPr/>
            <p:nvPr/>
          </p:nvSpPr>
          <p:spPr>
            <a:xfrm>
              <a:off x="7942320" y="3526560"/>
              <a:ext cx="201960" cy="348480"/>
            </a:xfrm>
            <a:custGeom>
              <a:rect b="b" l="l" r="r" t="t"/>
              <a:pathLst>
                <a:path extrusionOk="0" h="968" w="561">
                  <a:moveTo>
                    <a:pt x="224" y="501"/>
                  </a:moveTo>
                  <a:cubicBezTo>
                    <a:pt x="207" y="536"/>
                    <a:pt x="194" y="573"/>
                    <a:pt x="184" y="611"/>
                  </a:cubicBezTo>
                  <a:cubicBezTo>
                    <a:pt x="169" y="659"/>
                    <a:pt x="150" y="705"/>
                    <a:pt x="129" y="751"/>
                  </a:cubicBezTo>
                  <a:cubicBezTo>
                    <a:pt x="118" y="772"/>
                    <a:pt x="108" y="792"/>
                    <a:pt x="95" y="813"/>
                  </a:cubicBezTo>
                  <a:cubicBezTo>
                    <a:pt x="73" y="852"/>
                    <a:pt x="48" y="891"/>
                    <a:pt x="21" y="928"/>
                  </a:cubicBezTo>
                  <a:cubicBezTo>
                    <a:pt x="17" y="932"/>
                    <a:pt x="13" y="935"/>
                    <a:pt x="10" y="941"/>
                  </a:cubicBezTo>
                  <a:cubicBezTo>
                    <a:pt x="8" y="944"/>
                    <a:pt x="6" y="950"/>
                    <a:pt x="5" y="954"/>
                  </a:cubicBezTo>
                  <a:lnTo>
                    <a:pt x="2" y="959"/>
                  </a:lnTo>
                  <a:cubicBezTo>
                    <a:pt x="0" y="963"/>
                    <a:pt x="5" y="967"/>
                    <a:pt x="8" y="963"/>
                  </a:cubicBezTo>
                  <a:cubicBezTo>
                    <a:pt x="16" y="954"/>
                    <a:pt x="25" y="944"/>
                    <a:pt x="33" y="934"/>
                  </a:cubicBezTo>
                  <a:cubicBezTo>
                    <a:pt x="50" y="921"/>
                    <a:pt x="65" y="904"/>
                    <a:pt x="80" y="889"/>
                  </a:cubicBezTo>
                  <a:cubicBezTo>
                    <a:pt x="104" y="868"/>
                    <a:pt x="124" y="844"/>
                    <a:pt x="140" y="816"/>
                  </a:cubicBezTo>
                  <a:cubicBezTo>
                    <a:pt x="141" y="815"/>
                    <a:pt x="142" y="813"/>
                    <a:pt x="143" y="812"/>
                  </a:cubicBezTo>
                  <a:cubicBezTo>
                    <a:pt x="162" y="776"/>
                    <a:pt x="179" y="740"/>
                    <a:pt x="195" y="702"/>
                  </a:cubicBezTo>
                  <a:cubicBezTo>
                    <a:pt x="209" y="663"/>
                    <a:pt x="239" y="628"/>
                    <a:pt x="247" y="588"/>
                  </a:cubicBezTo>
                  <a:lnTo>
                    <a:pt x="245" y="588"/>
                  </a:lnTo>
                  <a:cubicBezTo>
                    <a:pt x="238" y="610"/>
                    <a:pt x="228" y="631"/>
                    <a:pt x="215" y="653"/>
                  </a:cubicBezTo>
                  <a:cubicBezTo>
                    <a:pt x="209" y="663"/>
                    <a:pt x="202" y="674"/>
                    <a:pt x="195" y="685"/>
                  </a:cubicBezTo>
                  <a:cubicBezTo>
                    <a:pt x="189" y="694"/>
                    <a:pt x="183" y="703"/>
                    <a:pt x="177" y="714"/>
                  </a:cubicBezTo>
                  <a:cubicBezTo>
                    <a:pt x="165" y="735"/>
                    <a:pt x="153" y="758"/>
                    <a:pt x="143" y="780"/>
                  </a:cubicBezTo>
                  <a:cubicBezTo>
                    <a:pt x="139" y="788"/>
                    <a:pt x="136" y="795"/>
                    <a:pt x="131" y="803"/>
                  </a:cubicBezTo>
                  <a:cubicBezTo>
                    <a:pt x="118" y="827"/>
                    <a:pt x="100" y="850"/>
                    <a:pt x="80" y="871"/>
                  </a:cubicBezTo>
                  <a:cubicBezTo>
                    <a:pt x="88" y="858"/>
                    <a:pt x="97" y="845"/>
                    <a:pt x="104" y="832"/>
                  </a:cubicBezTo>
                  <a:cubicBezTo>
                    <a:pt x="113" y="816"/>
                    <a:pt x="122" y="800"/>
                    <a:pt x="129" y="783"/>
                  </a:cubicBezTo>
                  <a:cubicBezTo>
                    <a:pt x="145" y="742"/>
                    <a:pt x="166" y="701"/>
                    <a:pt x="183" y="660"/>
                  </a:cubicBezTo>
                  <a:cubicBezTo>
                    <a:pt x="200" y="619"/>
                    <a:pt x="209" y="575"/>
                    <a:pt x="224" y="533"/>
                  </a:cubicBezTo>
                  <a:cubicBezTo>
                    <a:pt x="252" y="454"/>
                    <a:pt x="302" y="393"/>
                    <a:pt x="349" y="327"/>
                  </a:cubicBezTo>
                  <a:cubicBezTo>
                    <a:pt x="408" y="245"/>
                    <a:pt x="496" y="188"/>
                    <a:pt x="557" y="108"/>
                  </a:cubicBezTo>
                  <a:cubicBezTo>
                    <a:pt x="559" y="105"/>
                    <a:pt x="556" y="102"/>
                    <a:pt x="554" y="104"/>
                  </a:cubicBezTo>
                  <a:cubicBezTo>
                    <a:pt x="516" y="142"/>
                    <a:pt x="477" y="178"/>
                    <a:pt x="436" y="212"/>
                  </a:cubicBezTo>
                  <a:cubicBezTo>
                    <a:pt x="405" y="237"/>
                    <a:pt x="378" y="265"/>
                    <a:pt x="354" y="296"/>
                  </a:cubicBezTo>
                  <a:cubicBezTo>
                    <a:pt x="351" y="301"/>
                    <a:pt x="348" y="305"/>
                    <a:pt x="344" y="310"/>
                  </a:cubicBezTo>
                  <a:cubicBezTo>
                    <a:pt x="284" y="360"/>
                    <a:pt x="232" y="420"/>
                    <a:pt x="193" y="489"/>
                  </a:cubicBezTo>
                  <a:cubicBezTo>
                    <a:pt x="189" y="496"/>
                    <a:pt x="185" y="503"/>
                    <a:pt x="181" y="510"/>
                  </a:cubicBezTo>
                  <a:cubicBezTo>
                    <a:pt x="160" y="551"/>
                    <a:pt x="140" y="590"/>
                    <a:pt x="116" y="630"/>
                  </a:cubicBezTo>
                  <a:cubicBezTo>
                    <a:pt x="125" y="612"/>
                    <a:pt x="133" y="594"/>
                    <a:pt x="140" y="576"/>
                  </a:cubicBezTo>
                  <a:cubicBezTo>
                    <a:pt x="161" y="502"/>
                    <a:pt x="189" y="431"/>
                    <a:pt x="221" y="362"/>
                  </a:cubicBezTo>
                  <a:cubicBezTo>
                    <a:pt x="290" y="214"/>
                    <a:pt x="447" y="120"/>
                    <a:pt x="558" y="6"/>
                  </a:cubicBezTo>
                  <a:cubicBezTo>
                    <a:pt x="560" y="3"/>
                    <a:pt x="557" y="0"/>
                    <a:pt x="555" y="2"/>
                  </a:cubicBezTo>
                  <a:cubicBezTo>
                    <a:pt x="498" y="57"/>
                    <a:pt x="435" y="109"/>
                    <a:pt x="373" y="160"/>
                  </a:cubicBezTo>
                  <a:cubicBezTo>
                    <a:pt x="317" y="205"/>
                    <a:pt x="253" y="263"/>
                    <a:pt x="217" y="326"/>
                  </a:cubicBezTo>
                  <a:cubicBezTo>
                    <a:pt x="202" y="355"/>
                    <a:pt x="189" y="386"/>
                    <a:pt x="178" y="417"/>
                  </a:cubicBezTo>
                  <a:cubicBezTo>
                    <a:pt x="163" y="447"/>
                    <a:pt x="151" y="479"/>
                    <a:pt x="141" y="511"/>
                  </a:cubicBezTo>
                  <a:cubicBezTo>
                    <a:pt x="133" y="552"/>
                    <a:pt x="119" y="591"/>
                    <a:pt x="101" y="628"/>
                  </a:cubicBezTo>
                  <a:cubicBezTo>
                    <a:pt x="93" y="647"/>
                    <a:pt x="87" y="668"/>
                    <a:pt x="85" y="688"/>
                  </a:cubicBezTo>
                  <a:cubicBezTo>
                    <a:pt x="75" y="708"/>
                    <a:pt x="70" y="729"/>
                    <a:pt x="69" y="750"/>
                  </a:cubicBezTo>
                  <a:cubicBezTo>
                    <a:pt x="69" y="755"/>
                    <a:pt x="77" y="759"/>
                    <a:pt x="79" y="753"/>
                  </a:cubicBezTo>
                  <a:cubicBezTo>
                    <a:pt x="90" y="732"/>
                    <a:pt x="96" y="709"/>
                    <a:pt x="99" y="685"/>
                  </a:cubicBezTo>
                  <a:cubicBezTo>
                    <a:pt x="100" y="681"/>
                    <a:pt x="101" y="676"/>
                    <a:pt x="102" y="671"/>
                  </a:cubicBezTo>
                  <a:cubicBezTo>
                    <a:pt x="122" y="632"/>
                    <a:pt x="153" y="593"/>
                    <a:pt x="169" y="555"/>
                  </a:cubicBezTo>
                  <a:cubicBezTo>
                    <a:pt x="177" y="534"/>
                    <a:pt x="188" y="513"/>
                    <a:pt x="199" y="494"/>
                  </a:cubicBezTo>
                  <a:cubicBezTo>
                    <a:pt x="217" y="463"/>
                    <a:pt x="237" y="435"/>
                    <a:pt x="261" y="410"/>
                  </a:cubicBezTo>
                  <a:cubicBezTo>
                    <a:pt x="274" y="397"/>
                    <a:pt x="286" y="385"/>
                    <a:pt x="298" y="372"/>
                  </a:cubicBezTo>
                  <a:cubicBezTo>
                    <a:pt x="294" y="377"/>
                    <a:pt x="291" y="382"/>
                    <a:pt x="287" y="388"/>
                  </a:cubicBezTo>
                  <a:cubicBezTo>
                    <a:pt x="262" y="424"/>
                    <a:pt x="245" y="462"/>
                    <a:pt x="224" y="5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37"/>
            <p:cNvSpPr/>
            <p:nvPr/>
          </p:nvSpPr>
          <p:spPr>
            <a:xfrm>
              <a:off x="8040960" y="3582720"/>
              <a:ext cx="129600" cy="143640"/>
            </a:xfrm>
            <a:custGeom>
              <a:rect b="b" l="l" r="r" t="t"/>
              <a:pathLst>
                <a:path extrusionOk="0" h="399" w="360">
                  <a:moveTo>
                    <a:pt x="354" y="0"/>
                  </a:moveTo>
                  <a:cubicBezTo>
                    <a:pt x="343" y="6"/>
                    <a:pt x="332" y="12"/>
                    <a:pt x="321" y="19"/>
                  </a:cubicBezTo>
                  <a:cubicBezTo>
                    <a:pt x="286" y="39"/>
                    <a:pt x="252" y="61"/>
                    <a:pt x="219" y="84"/>
                  </a:cubicBezTo>
                  <a:cubicBezTo>
                    <a:pt x="178" y="116"/>
                    <a:pt x="152" y="157"/>
                    <a:pt x="118" y="195"/>
                  </a:cubicBezTo>
                  <a:cubicBezTo>
                    <a:pt x="93" y="225"/>
                    <a:pt x="70" y="257"/>
                    <a:pt x="49" y="291"/>
                  </a:cubicBezTo>
                  <a:cubicBezTo>
                    <a:pt x="30" y="323"/>
                    <a:pt x="4" y="359"/>
                    <a:pt x="0" y="396"/>
                  </a:cubicBezTo>
                  <a:cubicBezTo>
                    <a:pt x="0" y="397"/>
                    <a:pt x="2" y="398"/>
                    <a:pt x="2" y="396"/>
                  </a:cubicBezTo>
                  <a:cubicBezTo>
                    <a:pt x="7" y="369"/>
                    <a:pt x="29" y="342"/>
                    <a:pt x="42" y="319"/>
                  </a:cubicBezTo>
                  <a:cubicBezTo>
                    <a:pt x="68" y="273"/>
                    <a:pt x="101" y="230"/>
                    <a:pt x="138" y="192"/>
                  </a:cubicBezTo>
                  <a:cubicBezTo>
                    <a:pt x="178" y="151"/>
                    <a:pt x="209" y="110"/>
                    <a:pt x="256" y="77"/>
                  </a:cubicBezTo>
                  <a:cubicBezTo>
                    <a:pt x="257" y="77"/>
                    <a:pt x="258" y="76"/>
                    <a:pt x="259" y="75"/>
                  </a:cubicBezTo>
                  <a:cubicBezTo>
                    <a:pt x="294" y="55"/>
                    <a:pt x="327" y="32"/>
                    <a:pt x="358" y="6"/>
                  </a:cubicBezTo>
                  <a:cubicBezTo>
                    <a:pt x="358" y="5"/>
                    <a:pt x="358" y="4"/>
                    <a:pt x="358" y="4"/>
                  </a:cubicBezTo>
                  <a:cubicBezTo>
                    <a:pt x="358" y="3"/>
                    <a:pt x="359" y="3"/>
                    <a:pt x="358" y="2"/>
                  </a:cubicBezTo>
                  <a:cubicBezTo>
                    <a:pt x="357" y="1"/>
                    <a:pt x="357" y="2"/>
                    <a:pt x="356" y="1"/>
                  </a:cubicBezTo>
                  <a:cubicBezTo>
                    <a:pt x="355" y="0"/>
                    <a:pt x="355" y="0"/>
                    <a:pt x="355" y="0"/>
                  </a:cubicBezTo>
                  <a:cubicBezTo>
                    <a:pt x="354" y="0"/>
                    <a:pt x="354" y="0"/>
                    <a:pt x="35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37"/>
            <p:cNvSpPr/>
            <p:nvPr/>
          </p:nvSpPr>
          <p:spPr>
            <a:xfrm>
              <a:off x="8196480" y="3475440"/>
              <a:ext cx="58320" cy="109800"/>
            </a:xfrm>
            <a:custGeom>
              <a:rect b="b" l="l" r="r" t="t"/>
              <a:pathLst>
                <a:path extrusionOk="0" h="305" w="162">
                  <a:moveTo>
                    <a:pt x="3" y="302"/>
                  </a:moveTo>
                  <a:cubicBezTo>
                    <a:pt x="25" y="279"/>
                    <a:pt x="44" y="253"/>
                    <a:pt x="60" y="225"/>
                  </a:cubicBezTo>
                  <a:cubicBezTo>
                    <a:pt x="67" y="212"/>
                    <a:pt x="74" y="199"/>
                    <a:pt x="81" y="184"/>
                  </a:cubicBezTo>
                  <a:cubicBezTo>
                    <a:pt x="112" y="126"/>
                    <a:pt x="139" y="65"/>
                    <a:pt x="161" y="3"/>
                  </a:cubicBezTo>
                  <a:lnTo>
                    <a:pt x="161" y="2"/>
                  </a:lnTo>
                  <a:lnTo>
                    <a:pt x="161" y="1"/>
                  </a:lnTo>
                  <a:lnTo>
                    <a:pt x="160" y="1"/>
                  </a:lnTo>
                  <a:cubicBezTo>
                    <a:pt x="160" y="0"/>
                    <a:pt x="159" y="0"/>
                    <a:pt x="159" y="0"/>
                  </a:cubicBezTo>
                  <a:lnTo>
                    <a:pt x="158" y="1"/>
                  </a:lnTo>
                  <a:cubicBezTo>
                    <a:pt x="157" y="1"/>
                    <a:pt x="157" y="2"/>
                    <a:pt x="157" y="2"/>
                  </a:cubicBezTo>
                  <a:cubicBezTo>
                    <a:pt x="138" y="54"/>
                    <a:pt x="115" y="105"/>
                    <a:pt x="89" y="154"/>
                  </a:cubicBezTo>
                  <a:cubicBezTo>
                    <a:pt x="60" y="202"/>
                    <a:pt x="39" y="261"/>
                    <a:pt x="1" y="301"/>
                  </a:cubicBezTo>
                  <a:cubicBezTo>
                    <a:pt x="0" y="301"/>
                    <a:pt x="2" y="304"/>
                    <a:pt x="3" y="3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7"/>
            <p:cNvSpPr/>
            <p:nvPr/>
          </p:nvSpPr>
          <p:spPr>
            <a:xfrm>
              <a:off x="8126280" y="3669840"/>
              <a:ext cx="54360" cy="61920"/>
            </a:xfrm>
            <a:custGeom>
              <a:rect b="b" l="l" r="r" t="t"/>
              <a:pathLst>
                <a:path extrusionOk="0" h="172" w="151">
                  <a:moveTo>
                    <a:pt x="147" y="1"/>
                  </a:moveTo>
                  <a:cubicBezTo>
                    <a:pt x="119" y="23"/>
                    <a:pt x="101" y="54"/>
                    <a:pt x="78" y="81"/>
                  </a:cubicBezTo>
                  <a:cubicBezTo>
                    <a:pt x="55" y="109"/>
                    <a:pt x="24" y="138"/>
                    <a:pt x="0" y="168"/>
                  </a:cubicBezTo>
                  <a:cubicBezTo>
                    <a:pt x="0" y="169"/>
                    <a:pt x="0" y="171"/>
                    <a:pt x="1" y="170"/>
                  </a:cubicBezTo>
                  <a:cubicBezTo>
                    <a:pt x="29" y="148"/>
                    <a:pt x="54" y="123"/>
                    <a:pt x="77" y="95"/>
                  </a:cubicBezTo>
                  <a:cubicBezTo>
                    <a:pt x="102" y="66"/>
                    <a:pt x="121" y="30"/>
                    <a:pt x="149" y="4"/>
                  </a:cubicBezTo>
                  <a:cubicBezTo>
                    <a:pt x="150" y="2"/>
                    <a:pt x="148" y="0"/>
                    <a:pt x="1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7"/>
            <p:cNvSpPr/>
            <p:nvPr/>
          </p:nvSpPr>
          <p:spPr>
            <a:xfrm>
              <a:off x="7949880" y="3569760"/>
              <a:ext cx="281160" cy="315360"/>
            </a:xfrm>
            <a:custGeom>
              <a:rect b="b" l="l" r="r" t="t"/>
              <a:pathLst>
                <a:path extrusionOk="0" h="876" w="781">
                  <a:moveTo>
                    <a:pt x="15" y="867"/>
                  </a:moveTo>
                  <a:cubicBezTo>
                    <a:pt x="32" y="835"/>
                    <a:pt x="88" y="817"/>
                    <a:pt x="117" y="795"/>
                  </a:cubicBezTo>
                  <a:cubicBezTo>
                    <a:pt x="161" y="762"/>
                    <a:pt x="196" y="720"/>
                    <a:pt x="243" y="689"/>
                  </a:cubicBezTo>
                  <a:cubicBezTo>
                    <a:pt x="282" y="664"/>
                    <a:pt x="315" y="627"/>
                    <a:pt x="352" y="598"/>
                  </a:cubicBezTo>
                  <a:cubicBezTo>
                    <a:pt x="385" y="572"/>
                    <a:pt x="406" y="533"/>
                    <a:pt x="439" y="508"/>
                  </a:cubicBezTo>
                  <a:cubicBezTo>
                    <a:pt x="441" y="506"/>
                    <a:pt x="439" y="503"/>
                    <a:pt x="436" y="504"/>
                  </a:cubicBezTo>
                  <a:cubicBezTo>
                    <a:pt x="402" y="528"/>
                    <a:pt x="379" y="563"/>
                    <a:pt x="346" y="589"/>
                  </a:cubicBezTo>
                  <a:cubicBezTo>
                    <a:pt x="300" y="624"/>
                    <a:pt x="256" y="661"/>
                    <a:pt x="209" y="695"/>
                  </a:cubicBezTo>
                  <a:cubicBezTo>
                    <a:pt x="170" y="723"/>
                    <a:pt x="138" y="763"/>
                    <a:pt x="99" y="793"/>
                  </a:cubicBezTo>
                  <a:cubicBezTo>
                    <a:pt x="93" y="797"/>
                    <a:pt x="86" y="802"/>
                    <a:pt x="80" y="805"/>
                  </a:cubicBezTo>
                  <a:cubicBezTo>
                    <a:pt x="70" y="811"/>
                    <a:pt x="60" y="816"/>
                    <a:pt x="49" y="820"/>
                  </a:cubicBezTo>
                  <a:cubicBezTo>
                    <a:pt x="51" y="818"/>
                    <a:pt x="53" y="816"/>
                    <a:pt x="55" y="813"/>
                  </a:cubicBezTo>
                  <a:cubicBezTo>
                    <a:pt x="69" y="790"/>
                    <a:pt x="86" y="768"/>
                    <a:pt x="105" y="748"/>
                  </a:cubicBezTo>
                  <a:cubicBezTo>
                    <a:pt x="110" y="743"/>
                    <a:pt x="115" y="739"/>
                    <a:pt x="121" y="734"/>
                  </a:cubicBezTo>
                  <a:cubicBezTo>
                    <a:pt x="121" y="735"/>
                    <a:pt x="121" y="735"/>
                    <a:pt x="122" y="735"/>
                  </a:cubicBezTo>
                  <a:lnTo>
                    <a:pt x="123" y="735"/>
                  </a:lnTo>
                  <a:cubicBezTo>
                    <a:pt x="132" y="734"/>
                    <a:pt x="135" y="725"/>
                    <a:pt x="139" y="716"/>
                  </a:cubicBezTo>
                  <a:cubicBezTo>
                    <a:pt x="148" y="707"/>
                    <a:pt x="155" y="697"/>
                    <a:pt x="162" y="687"/>
                  </a:cubicBezTo>
                  <a:cubicBezTo>
                    <a:pt x="177" y="684"/>
                    <a:pt x="185" y="671"/>
                    <a:pt x="197" y="660"/>
                  </a:cubicBezTo>
                  <a:cubicBezTo>
                    <a:pt x="231" y="626"/>
                    <a:pt x="272" y="595"/>
                    <a:pt x="310" y="563"/>
                  </a:cubicBezTo>
                  <a:cubicBezTo>
                    <a:pt x="337" y="540"/>
                    <a:pt x="359" y="509"/>
                    <a:pt x="388" y="485"/>
                  </a:cubicBezTo>
                  <a:cubicBezTo>
                    <a:pt x="416" y="462"/>
                    <a:pt x="442" y="436"/>
                    <a:pt x="466" y="408"/>
                  </a:cubicBezTo>
                  <a:cubicBezTo>
                    <a:pt x="523" y="339"/>
                    <a:pt x="579" y="270"/>
                    <a:pt x="636" y="201"/>
                  </a:cubicBezTo>
                  <a:cubicBezTo>
                    <a:pt x="664" y="166"/>
                    <a:pt x="684" y="124"/>
                    <a:pt x="715" y="93"/>
                  </a:cubicBezTo>
                  <a:cubicBezTo>
                    <a:pt x="736" y="72"/>
                    <a:pt x="754" y="49"/>
                    <a:pt x="769" y="24"/>
                  </a:cubicBezTo>
                  <a:cubicBezTo>
                    <a:pt x="772" y="18"/>
                    <a:pt x="776" y="11"/>
                    <a:pt x="779" y="5"/>
                  </a:cubicBezTo>
                  <a:cubicBezTo>
                    <a:pt x="780" y="2"/>
                    <a:pt x="776" y="0"/>
                    <a:pt x="774" y="3"/>
                  </a:cubicBezTo>
                  <a:cubicBezTo>
                    <a:pt x="773" y="5"/>
                    <a:pt x="772" y="7"/>
                    <a:pt x="770" y="10"/>
                  </a:cubicBezTo>
                  <a:cubicBezTo>
                    <a:pt x="754" y="39"/>
                    <a:pt x="734" y="65"/>
                    <a:pt x="710" y="89"/>
                  </a:cubicBezTo>
                  <a:cubicBezTo>
                    <a:pt x="686" y="120"/>
                    <a:pt x="665" y="153"/>
                    <a:pt x="641" y="184"/>
                  </a:cubicBezTo>
                  <a:cubicBezTo>
                    <a:pt x="590" y="251"/>
                    <a:pt x="531" y="313"/>
                    <a:pt x="479" y="380"/>
                  </a:cubicBezTo>
                  <a:cubicBezTo>
                    <a:pt x="430" y="442"/>
                    <a:pt x="361" y="486"/>
                    <a:pt x="309" y="545"/>
                  </a:cubicBezTo>
                  <a:cubicBezTo>
                    <a:pt x="294" y="559"/>
                    <a:pt x="278" y="571"/>
                    <a:pt x="260" y="583"/>
                  </a:cubicBezTo>
                  <a:cubicBezTo>
                    <a:pt x="246" y="594"/>
                    <a:pt x="234" y="610"/>
                    <a:pt x="221" y="622"/>
                  </a:cubicBezTo>
                  <a:cubicBezTo>
                    <a:pt x="207" y="635"/>
                    <a:pt x="194" y="642"/>
                    <a:pt x="182" y="654"/>
                  </a:cubicBezTo>
                  <a:cubicBezTo>
                    <a:pt x="178" y="658"/>
                    <a:pt x="174" y="663"/>
                    <a:pt x="170" y="668"/>
                  </a:cubicBezTo>
                  <a:lnTo>
                    <a:pt x="170" y="667"/>
                  </a:lnTo>
                  <a:lnTo>
                    <a:pt x="169" y="666"/>
                  </a:lnTo>
                  <a:lnTo>
                    <a:pt x="168" y="666"/>
                  </a:lnTo>
                  <a:lnTo>
                    <a:pt x="167" y="666"/>
                  </a:lnTo>
                  <a:cubicBezTo>
                    <a:pt x="167" y="666"/>
                    <a:pt x="166" y="666"/>
                    <a:pt x="166" y="667"/>
                  </a:cubicBezTo>
                  <a:lnTo>
                    <a:pt x="165" y="668"/>
                  </a:lnTo>
                  <a:cubicBezTo>
                    <a:pt x="177" y="643"/>
                    <a:pt x="188" y="617"/>
                    <a:pt x="201" y="593"/>
                  </a:cubicBezTo>
                  <a:cubicBezTo>
                    <a:pt x="215" y="566"/>
                    <a:pt x="238" y="540"/>
                    <a:pt x="253" y="513"/>
                  </a:cubicBezTo>
                  <a:cubicBezTo>
                    <a:pt x="273" y="480"/>
                    <a:pt x="296" y="449"/>
                    <a:pt x="321" y="420"/>
                  </a:cubicBezTo>
                  <a:cubicBezTo>
                    <a:pt x="373" y="355"/>
                    <a:pt x="432" y="295"/>
                    <a:pt x="496" y="241"/>
                  </a:cubicBezTo>
                  <a:cubicBezTo>
                    <a:pt x="553" y="195"/>
                    <a:pt x="614" y="143"/>
                    <a:pt x="651" y="78"/>
                  </a:cubicBezTo>
                  <a:cubicBezTo>
                    <a:pt x="651" y="77"/>
                    <a:pt x="651" y="76"/>
                    <a:pt x="649" y="77"/>
                  </a:cubicBezTo>
                  <a:cubicBezTo>
                    <a:pt x="535" y="187"/>
                    <a:pt x="409" y="284"/>
                    <a:pt x="311" y="410"/>
                  </a:cubicBezTo>
                  <a:cubicBezTo>
                    <a:pt x="274" y="456"/>
                    <a:pt x="245" y="504"/>
                    <a:pt x="212" y="553"/>
                  </a:cubicBezTo>
                  <a:cubicBezTo>
                    <a:pt x="198" y="572"/>
                    <a:pt x="184" y="592"/>
                    <a:pt x="172" y="613"/>
                  </a:cubicBezTo>
                  <a:cubicBezTo>
                    <a:pt x="170" y="616"/>
                    <a:pt x="169" y="619"/>
                    <a:pt x="167" y="621"/>
                  </a:cubicBezTo>
                  <a:cubicBezTo>
                    <a:pt x="164" y="629"/>
                    <a:pt x="151" y="668"/>
                    <a:pt x="139" y="697"/>
                  </a:cubicBezTo>
                  <a:cubicBezTo>
                    <a:pt x="118" y="720"/>
                    <a:pt x="94" y="741"/>
                    <a:pt x="73" y="764"/>
                  </a:cubicBezTo>
                  <a:cubicBezTo>
                    <a:pt x="48" y="792"/>
                    <a:pt x="16" y="825"/>
                    <a:pt x="4" y="861"/>
                  </a:cubicBezTo>
                  <a:cubicBezTo>
                    <a:pt x="0" y="869"/>
                    <a:pt x="12" y="875"/>
                    <a:pt x="15" y="8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7"/>
            <p:cNvSpPr/>
            <p:nvPr/>
          </p:nvSpPr>
          <p:spPr>
            <a:xfrm>
              <a:off x="8132760" y="3385440"/>
              <a:ext cx="20520" cy="36720"/>
            </a:xfrm>
            <a:custGeom>
              <a:rect b="b" l="l" r="r" t="t"/>
              <a:pathLst>
                <a:path extrusionOk="0" h="102" w="57">
                  <a:moveTo>
                    <a:pt x="50" y="1"/>
                  </a:moveTo>
                  <a:cubicBezTo>
                    <a:pt x="48" y="16"/>
                    <a:pt x="43" y="30"/>
                    <a:pt x="35" y="43"/>
                  </a:cubicBezTo>
                  <a:cubicBezTo>
                    <a:pt x="35" y="44"/>
                    <a:pt x="34" y="45"/>
                    <a:pt x="34" y="46"/>
                  </a:cubicBezTo>
                  <a:cubicBezTo>
                    <a:pt x="31" y="54"/>
                    <a:pt x="27" y="62"/>
                    <a:pt x="23" y="70"/>
                  </a:cubicBezTo>
                  <a:cubicBezTo>
                    <a:pt x="17" y="80"/>
                    <a:pt x="9" y="89"/>
                    <a:pt x="1" y="98"/>
                  </a:cubicBezTo>
                  <a:lnTo>
                    <a:pt x="0" y="98"/>
                  </a:lnTo>
                  <a:cubicBezTo>
                    <a:pt x="0" y="99"/>
                    <a:pt x="0" y="99"/>
                    <a:pt x="0" y="99"/>
                  </a:cubicBezTo>
                  <a:lnTo>
                    <a:pt x="0" y="100"/>
                  </a:lnTo>
                  <a:cubicBezTo>
                    <a:pt x="0" y="100"/>
                    <a:pt x="1" y="100"/>
                    <a:pt x="1" y="101"/>
                  </a:cubicBezTo>
                  <a:lnTo>
                    <a:pt x="2" y="101"/>
                  </a:lnTo>
                  <a:cubicBezTo>
                    <a:pt x="20" y="99"/>
                    <a:pt x="30" y="72"/>
                    <a:pt x="36" y="59"/>
                  </a:cubicBezTo>
                  <a:cubicBezTo>
                    <a:pt x="44" y="41"/>
                    <a:pt x="56" y="20"/>
                    <a:pt x="53" y="1"/>
                  </a:cubicBezTo>
                  <a:lnTo>
                    <a:pt x="53" y="0"/>
                  </a:lnTo>
                  <a:cubicBezTo>
                    <a:pt x="52" y="0"/>
                    <a:pt x="52" y="0"/>
                    <a:pt x="52" y="0"/>
                  </a:cubicBezTo>
                  <a:lnTo>
                    <a:pt x="51" y="0"/>
                  </a:lnTo>
                  <a:lnTo>
                    <a:pt x="50" y="0"/>
                  </a:lnTo>
                  <a:cubicBezTo>
                    <a:pt x="50" y="1"/>
                    <a:pt x="50" y="1"/>
                    <a:pt x="5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7"/>
            <p:cNvSpPr/>
            <p:nvPr/>
          </p:nvSpPr>
          <p:spPr>
            <a:xfrm>
              <a:off x="8326440" y="3516480"/>
              <a:ext cx="10080" cy="47520"/>
            </a:xfrm>
            <a:custGeom>
              <a:rect b="b" l="l" r="r" t="t"/>
              <a:pathLst>
                <a:path extrusionOk="0" h="132" w="28">
                  <a:moveTo>
                    <a:pt x="0" y="0"/>
                  </a:moveTo>
                  <a:cubicBezTo>
                    <a:pt x="0" y="43"/>
                    <a:pt x="16" y="87"/>
                    <a:pt x="23" y="129"/>
                  </a:cubicBezTo>
                  <a:cubicBezTo>
                    <a:pt x="23" y="131"/>
                    <a:pt x="27" y="131"/>
                    <a:pt x="27" y="129"/>
                  </a:cubicBezTo>
                  <a:cubicBezTo>
                    <a:pt x="27" y="126"/>
                    <a:pt x="27" y="124"/>
                    <a:pt x="27" y="122"/>
                  </a:cubicBezTo>
                  <a:cubicBezTo>
                    <a:pt x="27" y="101"/>
                    <a:pt x="24" y="81"/>
                    <a:pt x="16" y="63"/>
                  </a:cubicBezTo>
                  <a:cubicBezTo>
                    <a:pt x="9" y="42"/>
                    <a:pt x="4"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7"/>
            <p:cNvSpPr/>
            <p:nvPr/>
          </p:nvSpPr>
          <p:spPr>
            <a:xfrm>
              <a:off x="8337600" y="3593520"/>
              <a:ext cx="6840" cy="33120"/>
            </a:xfrm>
            <a:custGeom>
              <a:rect b="b" l="l" r="r" t="t"/>
              <a:pathLst>
                <a:path extrusionOk="0" h="92" w="19">
                  <a:moveTo>
                    <a:pt x="5" y="4"/>
                  </a:moveTo>
                  <a:cubicBezTo>
                    <a:pt x="5" y="1"/>
                    <a:pt x="1" y="0"/>
                    <a:pt x="1" y="4"/>
                  </a:cubicBezTo>
                  <a:cubicBezTo>
                    <a:pt x="0" y="5"/>
                    <a:pt x="0" y="6"/>
                    <a:pt x="0" y="8"/>
                  </a:cubicBezTo>
                  <a:cubicBezTo>
                    <a:pt x="0" y="10"/>
                    <a:pt x="0" y="11"/>
                    <a:pt x="1" y="12"/>
                  </a:cubicBezTo>
                  <a:cubicBezTo>
                    <a:pt x="7" y="23"/>
                    <a:pt x="2" y="29"/>
                    <a:pt x="3" y="39"/>
                  </a:cubicBezTo>
                  <a:cubicBezTo>
                    <a:pt x="4" y="45"/>
                    <a:pt x="5" y="51"/>
                    <a:pt x="8" y="56"/>
                  </a:cubicBezTo>
                  <a:cubicBezTo>
                    <a:pt x="11" y="66"/>
                    <a:pt x="6" y="78"/>
                    <a:pt x="10" y="88"/>
                  </a:cubicBezTo>
                  <a:cubicBezTo>
                    <a:pt x="10" y="90"/>
                    <a:pt x="14" y="91"/>
                    <a:pt x="15" y="88"/>
                  </a:cubicBezTo>
                  <a:cubicBezTo>
                    <a:pt x="17" y="82"/>
                    <a:pt x="18" y="75"/>
                    <a:pt x="18" y="69"/>
                  </a:cubicBezTo>
                  <a:cubicBezTo>
                    <a:pt x="18" y="62"/>
                    <a:pt x="17" y="55"/>
                    <a:pt x="15" y="49"/>
                  </a:cubicBezTo>
                  <a:cubicBezTo>
                    <a:pt x="12" y="38"/>
                    <a:pt x="11" y="28"/>
                    <a:pt x="11" y="17"/>
                  </a:cubicBezTo>
                  <a:cubicBezTo>
                    <a:pt x="11" y="12"/>
                    <a:pt x="5" y="11"/>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37"/>
            <p:cNvSpPr/>
            <p:nvPr/>
          </p:nvSpPr>
          <p:spPr>
            <a:xfrm>
              <a:off x="8334360" y="3636000"/>
              <a:ext cx="15480" cy="106560"/>
            </a:xfrm>
            <a:custGeom>
              <a:rect b="b" l="l" r="r" t="t"/>
              <a:pathLst>
                <a:path extrusionOk="0" h="296" w="43">
                  <a:moveTo>
                    <a:pt x="5" y="294"/>
                  </a:moveTo>
                  <a:cubicBezTo>
                    <a:pt x="27" y="264"/>
                    <a:pt x="16" y="227"/>
                    <a:pt x="32" y="196"/>
                  </a:cubicBezTo>
                  <a:cubicBezTo>
                    <a:pt x="42" y="178"/>
                    <a:pt x="31" y="137"/>
                    <a:pt x="31" y="117"/>
                  </a:cubicBezTo>
                  <a:cubicBezTo>
                    <a:pt x="31" y="79"/>
                    <a:pt x="31" y="41"/>
                    <a:pt x="29" y="3"/>
                  </a:cubicBezTo>
                  <a:cubicBezTo>
                    <a:pt x="29" y="0"/>
                    <a:pt x="25" y="0"/>
                    <a:pt x="25" y="3"/>
                  </a:cubicBezTo>
                  <a:cubicBezTo>
                    <a:pt x="23" y="58"/>
                    <a:pt x="21" y="114"/>
                    <a:pt x="23" y="169"/>
                  </a:cubicBezTo>
                  <a:cubicBezTo>
                    <a:pt x="25" y="208"/>
                    <a:pt x="4" y="253"/>
                    <a:pt x="0" y="293"/>
                  </a:cubicBezTo>
                  <a:lnTo>
                    <a:pt x="0" y="294"/>
                  </a:lnTo>
                  <a:lnTo>
                    <a:pt x="1" y="295"/>
                  </a:lnTo>
                  <a:lnTo>
                    <a:pt x="2" y="295"/>
                  </a:lnTo>
                  <a:cubicBezTo>
                    <a:pt x="3" y="295"/>
                    <a:pt x="3" y="295"/>
                    <a:pt x="4" y="295"/>
                  </a:cubicBezTo>
                  <a:lnTo>
                    <a:pt x="5" y="2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37"/>
            <p:cNvSpPr/>
            <p:nvPr/>
          </p:nvSpPr>
          <p:spPr>
            <a:xfrm>
              <a:off x="8364240" y="3634560"/>
              <a:ext cx="12960" cy="64080"/>
            </a:xfrm>
            <a:custGeom>
              <a:rect b="b" l="l" r="r" t="t"/>
              <a:pathLst>
                <a:path extrusionOk="0" h="178" w="36">
                  <a:moveTo>
                    <a:pt x="25" y="2"/>
                  </a:moveTo>
                  <a:lnTo>
                    <a:pt x="24" y="1"/>
                  </a:lnTo>
                  <a:cubicBezTo>
                    <a:pt x="23" y="0"/>
                    <a:pt x="23" y="0"/>
                    <a:pt x="23" y="0"/>
                  </a:cubicBezTo>
                  <a:cubicBezTo>
                    <a:pt x="22" y="0"/>
                    <a:pt x="23" y="0"/>
                    <a:pt x="22" y="1"/>
                  </a:cubicBezTo>
                  <a:cubicBezTo>
                    <a:pt x="21" y="2"/>
                    <a:pt x="21" y="1"/>
                    <a:pt x="21" y="1"/>
                  </a:cubicBezTo>
                  <a:cubicBezTo>
                    <a:pt x="21" y="2"/>
                    <a:pt x="21" y="2"/>
                    <a:pt x="21" y="2"/>
                  </a:cubicBezTo>
                  <a:cubicBezTo>
                    <a:pt x="21" y="32"/>
                    <a:pt x="19" y="62"/>
                    <a:pt x="17" y="92"/>
                  </a:cubicBezTo>
                  <a:cubicBezTo>
                    <a:pt x="17" y="102"/>
                    <a:pt x="9" y="167"/>
                    <a:pt x="1" y="171"/>
                  </a:cubicBezTo>
                  <a:cubicBezTo>
                    <a:pt x="1" y="171"/>
                    <a:pt x="0" y="171"/>
                    <a:pt x="0" y="172"/>
                  </a:cubicBezTo>
                  <a:lnTo>
                    <a:pt x="0" y="173"/>
                  </a:lnTo>
                  <a:cubicBezTo>
                    <a:pt x="0" y="174"/>
                    <a:pt x="0" y="175"/>
                    <a:pt x="0" y="175"/>
                  </a:cubicBezTo>
                  <a:cubicBezTo>
                    <a:pt x="0" y="176"/>
                    <a:pt x="1" y="176"/>
                    <a:pt x="1" y="176"/>
                  </a:cubicBezTo>
                  <a:cubicBezTo>
                    <a:pt x="2" y="177"/>
                    <a:pt x="2" y="177"/>
                    <a:pt x="3" y="177"/>
                  </a:cubicBezTo>
                  <a:lnTo>
                    <a:pt x="7" y="177"/>
                  </a:lnTo>
                  <a:cubicBezTo>
                    <a:pt x="8" y="177"/>
                    <a:pt x="8" y="177"/>
                    <a:pt x="9" y="176"/>
                  </a:cubicBezTo>
                  <a:cubicBezTo>
                    <a:pt x="10" y="175"/>
                    <a:pt x="11" y="175"/>
                    <a:pt x="11" y="175"/>
                  </a:cubicBezTo>
                  <a:cubicBezTo>
                    <a:pt x="11" y="174"/>
                    <a:pt x="11" y="174"/>
                    <a:pt x="11" y="174"/>
                  </a:cubicBezTo>
                  <a:cubicBezTo>
                    <a:pt x="35" y="122"/>
                    <a:pt x="26" y="58"/>
                    <a:pt x="2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7"/>
            <p:cNvSpPr/>
            <p:nvPr/>
          </p:nvSpPr>
          <p:spPr>
            <a:xfrm>
              <a:off x="8347320" y="3734280"/>
              <a:ext cx="11520" cy="47160"/>
            </a:xfrm>
            <a:custGeom>
              <a:rect b="b" l="l" r="r" t="t"/>
              <a:pathLst>
                <a:path extrusionOk="0" h="131" w="32">
                  <a:moveTo>
                    <a:pt x="31" y="0"/>
                  </a:moveTo>
                  <a:lnTo>
                    <a:pt x="30" y="0"/>
                  </a:lnTo>
                  <a:cubicBezTo>
                    <a:pt x="26" y="27"/>
                    <a:pt x="19" y="54"/>
                    <a:pt x="10" y="80"/>
                  </a:cubicBezTo>
                  <a:cubicBezTo>
                    <a:pt x="3" y="93"/>
                    <a:pt x="0" y="109"/>
                    <a:pt x="0" y="124"/>
                  </a:cubicBezTo>
                  <a:cubicBezTo>
                    <a:pt x="0" y="125"/>
                    <a:pt x="0" y="127"/>
                    <a:pt x="0" y="128"/>
                  </a:cubicBezTo>
                  <a:lnTo>
                    <a:pt x="0" y="129"/>
                  </a:lnTo>
                  <a:cubicBezTo>
                    <a:pt x="0" y="129"/>
                    <a:pt x="0" y="128"/>
                    <a:pt x="1" y="129"/>
                  </a:cubicBezTo>
                  <a:cubicBezTo>
                    <a:pt x="2" y="130"/>
                    <a:pt x="1" y="130"/>
                    <a:pt x="2" y="130"/>
                  </a:cubicBezTo>
                  <a:lnTo>
                    <a:pt x="3" y="129"/>
                  </a:lnTo>
                  <a:lnTo>
                    <a:pt x="3" y="128"/>
                  </a:lnTo>
                  <a:cubicBezTo>
                    <a:pt x="5" y="122"/>
                    <a:pt x="10" y="121"/>
                    <a:pt x="11" y="115"/>
                  </a:cubicBezTo>
                  <a:cubicBezTo>
                    <a:pt x="15" y="104"/>
                    <a:pt x="18" y="93"/>
                    <a:pt x="21" y="83"/>
                  </a:cubicBezTo>
                  <a:cubicBezTo>
                    <a:pt x="28" y="60"/>
                    <a:pt x="31" y="36"/>
                    <a:pt x="31" y="13"/>
                  </a:cubicBezTo>
                  <a:cubicBezTo>
                    <a:pt x="31" y="9"/>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7"/>
            <p:cNvSpPr/>
            <p:nvPr/>
          </p:nvSpPr>
          <p:spPr>
            <a:xfrm>
              <a:off x="8163720" y="3651480"/>
              <a:ext cx="304920" cy="442440"/>
            </a:xfrm>
            <a:custGeom>
              <a:rect b="b" l="l" r="r" t="t"/>
              <a:pathLst>
                <a:path extrusionOk="0" h="1229" w="847">
                  <a:moveTo>
                    <a:pt x="302" y="1094"/>
                  </a:moveTo>
                  <a:cubicBezTo>
                    <a:pt x="305" y="1074"/>
                    <a:pt x="307" y="1055"/>
                    <a:pt x="307" y="1035"/>
                  </a:cubicBezTo>
                  <a:cubicBezTo>
                    <a:pt x="313" y="1008"/>
                    <a:pt x="323" y="981"/>
                    <a:pt x="334" y="956"/>
                  </a:cubicBezTo>
                  <a:cubicBezTo>
                    <a:pt x="354" y="912"/>
                    <a:pt x="374" y="866"/>
                    <a:pt x="392" y="821"/>
                  </a:cubicBezTo>
                  <a:cubicBezTo>
                    <a:pt x="397" y="810"/>
                    <a:pt x="403" y="797"/>
                    <a:pt x="410" y="784"/>
                  </a:cubicBezTo>
                  <a:cubicBezTo>
                    <a:pt x="397" y="822"/>
                    <a:pt x="388" y="862"/>
                    <a:pt x="383" y="902"/>
                  </a:cubicBezTo>
                  <a:cubicBezTo>
                    <a:pt x="373" y="962"/>
                    <a:pt x="367" y="1022"/>
                    <a:pt x="364" y="1082"/>
                  </a:cubicBezTo>
                  <a:cubicBezTo>
                    <a:pt x="354" y="1110"/>
                    <a:pt x="347" y="1138"/>
                    <a:pt x="345" y="1167"/>
                  </a:cubicBezTo>
                  <a:cubicBezTo>
                    <a:pt x="345" y="1169"/>
                    <a:pt x="344" y="1170"/>
                    <a:pt x="345" y="1171"/>
                  </a:cubicBezTo>
                  <a:cubicBezTo>
                    <a:pt x="346" y="1173"/>
                    <a:pt x="347" y="1173"/>
                    <a:pt x="348" y="1173"/>
                  </a:cubicBezTo>
                  <a:cubicBezTo>
                    <a:pt x="349" y="1174"/>
                    <a:pt x="349" y="1174"/>
                    <a:pt x="351" y="1174"/>
                  </a:cubicBezTo>
                  <a:cubicBezTo>
                    <a:pt x="352" y="1174"/>
                    <a:pt x="354" y="1174"/>
                    <a:pt x="355" y="1173"/>
                  </a:cubicBezTo>
                  <a:cubicBezTo>
                    <a:pt x="355" y="1173"/>
                    <a:pt x="356" y="1173"/>
                    <a:pt x="356" y="1172"/>
                  </a:cubicBezTo>
                  <a:cubicBezTo>
                    <a:pt x="357" y="1173"/>
                    <a:pt x="357" y="1173"/>
                    <a:pt x="358" y="1173"/>
                  </a:cubicBezTo>
                  <a:cubicBezTo>
                    <a:pt x="358" y="1173"/>
                    <a:pt x="359" y="1173"/>
                    <a:pt x="360" y="1172"/>
                  </a:cubicBezTo>
                  <a:lnTo>
                    <a:pt x="361" y="1171"/>
                  </a:lnTo>
                  <a:cubicBezTo>
                    <a:pt x="378" y="1149"/>
                    <a:pt x="380" y="1111"/>
                    <a:pt x="387" y="1081"/>
                  </a:cubicBezTo>
                  <a:cubicBezTo>
                    <a:pt x="396" y="1056"/>
                    <a:pt x="407" y="1032"/>
                    <a:pt x="420" y="1010"/>
                  </a:cubicBezTo>
                  <a:cubicBezTo>
                    <a:pt x="427" y="998"/>
                    <a:pt x="434" y="987"/>
                    <a:pt x="441" y="977"/>
                  </a:cubicBezTo>
                  <a:cubicBezTo>
                    <a:pt x="452" y="961"/>
                    <a:pt x="463" y="946"/>
                    <a:pt x="472" y="929"/>
                  </a:cubicBezTo>
                  <a:cubicBezTo>
                    <a:pt x="489" y="900"/>
                    <a:pt x="503" y="869"/>
                    <a:pt x="514" y="837"/>
                  </a:cubicBezTo>
                  <a:cubicBezTo>
                    <a:pt x="505" y="874"/>
                    <a:pt x="501" y="913"/>
                    <a:pt x="501" y="951"/>
                  </a:cubicBezTo>
                  <a:cubicBezTo>
                    <a:pt x="501" y="952"/>
                    <a:pt x="501" y="954"/>
                    <a:pt x="501" y="955"/>
                  </a:cubicBezTo>
                  <a:cubicBezTo>
                    <a:pt x="501" y="962"/>
                    <a:pt x="511" y="961"/>
                    <a:pt x="511" y="954"/>
                  </a:cubicBezTo>
                  <a:cubicBezTo>
                    <a:pt x="511" y="947"/>
                    <a:pt x="511" y="937"/>
                    <a:pt x="511" y="928"/>
                  </a:cubicBezTo>
                  <a:cubicBezTo>
                    <a:pt x="511" y="926"/>
                    <a:pt x="511" y="924"/>
                    <a:pt x="512" y="922"/>
                  </a:cubicBezTo>
                  <a:lnTo>
                    <a:pt x="513" y="922"/>
                  </a:lnTo>
                  <a:cubicBezTo>
                    <a:pt x="514" y="922"/>
                    <a:pt x="514" y="922"/>
                    <a:pt x="515" y="921"/>
                  </a:cubicBezTo>
                  <a:lnTo>
                    <a:pt x="516" y="921"/>
                  </a:lnTo>
                  <a:cubicBezTo>
                    <a:pt x="518" y="917"/>
                    <a:pt x="521" y="914"/>
                    <a:pt x="523" y="910"/>
                  </a:cubicBezTo>
                  <a:cubicBezTo>
                    <a:pt x="524" y="908"/>
                    <a:pt x="525" y="906"/>
                    <a:pt x="526" y="904"/>
                  </a:cubicBezTo>
                  <a:cubicBezTo>
                    <a:pt x="530" y="896"/>
                    <a:pt x="535" y="889"/>
                    <a:pt x="539" y="881"/>
                  </a:cubicBezTo>
                  <a:cubicBezTo>
                    <a:pt x="548" y="867"/>
                    <a:pt x="557" y="851"/>
                    <a:pt x="568" y="838"/>
                  </a:cubicBezTo>
                  <a:cubicBezTo>
                    <a:pt x="572" y="831"/>
                    <a:pt x="581" y="822"/>
                    <a:pt x="590" y="813"/>
                  </a:cubicBezTo>
                  <a:cubicBezTo>
                    <a:pt x="585" y="837"/>
                    <a:pt x="582" y="860"/>
                    <a:pt x="580" y="884"/>
                  </a:cubicBezTo>
                  <a:cubicBezTo>
                    <a:pt x="578" y="909"/>
                    <a:pt x="576" y="934"/>
                    <a:pt x="576" y="959"/>
                  </a:cubicBezTo>
                  <a:cubicBezTo>
                    <a:pt x="576" y="987"/>
                    <a:pt x="578" y="1015"/>
                    <a:pt x="581" y="1043"/>
                  </a:cubicBezTo>
                  <a:cubicBezTo>
                    <a:pt x="585" y="1066"/>
                    <a:pt x="601" y="1092"/>
                    <a:pt x="600" y="1115"/>
                  </a:cubicBezTo>
                  <a:cubicBezTo>
                    <a:pt x="600" y="1125"/>
                    <a:pt x="598" y="1130"/>
                    <a:pt x="605" y="1137"/>
                  </a:cubicBezTo>
                  <a:cubicBezTo>
                    <a:pt x="605" y="1138"/>
                    <a:pt x="605" y="1138"/>
                    <a:pt x="606" y="1138"/>
                  </a:cubicBezTo>
                  <a:lnTo>
                    <a:pt x="607" y="1139"/>
                  </a:lnTo>
                  <a:cubicBezTo>
                    <a:pt x="608" y="1139"/>
                    <a:pt x="608" y="1138"/>
                    <a:pt x="609" y="1138"/>
                  </a:cubicBezTo>
                  <a:cubicBezTo>
                    <a:pt x="610" y="1138"/>
                    <a:pt x="610" y="1137"/>
                    <a:pt x="610" y="1137"/>
                  </a:cubicBezTo>
                  <a:cubicBezTo>
                    <a:pt x="610" y="1137"/>
                    <a:pt x="610" y="1136"/>
                    <a:pt x="611" y="1136"/>
                  </a:cubicBezTo>
                  <a:cubicBezTo>
                    <a:pt x="616" y="1102"/>
                    <a:pt x="608" y="1068"/>
                    <a:pt x="617" y="1034"/>
                  </a:cubicBezTo>
                  <a:cubicBezTo>
                    <a:pt x="619" y="1028"/>
                    <a:pt x="620" y="1020"/>
                    <a:pt x="622" y="1013"/>
                  </a:cubicBezTo>
                  <a:cubicBezTo>
                    <a:pt x="637" y="976"/>
                    <a:pt x="663" y="931"/>
                    <a:pt x="665" y="891"/>
                  </a:cubicBezTo>
                  <a:cubicBezTo>
                    <a:pt x="666" y="858"/>
                    <a:pt x="684" y="824"/>
                    <a:pt x="700" y="790"/>
                  </a:cubicBezTo>
                  <a:cubicBezTo>
                    <a:pt x="700" y="807"/>
                    <a:pt x="700" y="823"/>
                    <a:pt x="700" y="840"/>
                  </a:cubicBezTo>
                  <a:cubicBezTo>
                    <a:pt x="701" y="888"/>
                    <a:pt x="710" y="936"/>
                    <a:pt x="725" y="982"/>
                  </a:cubicBezTo>
                  <a:cubicBezTo>
                    <a:pt x="738" y="1033"/>
                    <a:pt x="757" y="1082"/>
                    <a:pt x="780" y="1129"/>
                  </a:cubicBezTo>
                  <a:cubicBezTo>
                    <a:pt x="781" y="1130"/>
                    <a:pt x="781" y="1131"/>
                    <a:pt x="782" y="1131"/>
                  </a:cubicBezTo>
                  <a:cubicBezTo>
                    <a:pt x="784" y="1132"/>
                    <a:pt x="785" y="1132"/>
                    <a:pt x="786" y="1132"/>
                  </a:cubicBezTo>
                  <a:cubicBezTo>
                    <a:pt x="787" y="1132"/>
                    <a:pt x="789" y="1132"/>
                    <a:pt x="790" y="1131"/>
                  </a:cubicBezTo>
                  <a:cubicBezTo>
                    <a:pt x="791" y="1131"/>
                    <a:pt x="792" y="1131"/>
                    <a:pt x="793" y="1129"/>
                  </a:cubicBezTo>
                  <a:cubicBezTo>
                    <a:pt x="794" y="1128"/>
                    <a:pt x="794" y="1126"/>
                    <a:pt x="794" y="1125"/>
                  </a:cubicBezTo>
                  <a:cubicBezTo>
                    <a:pt x="787" y="1052"/>
                    <a:pt x="772" y="980"/>
                    <a:pt x="774" y="906"/>
                  </a:cubicBezTo>
                  <a:cubicBezTo>
                    <a:pt x="775" y="832"/>
                    <a:pt x="782" y="758"/>
                    <a:pt x="795" y="684"/>
                  </a:cubicBezTo>
                  <a:cubicBezTo>
                    <a:pt x="795" y="708"/>
                    <a:pt x="798" y="731"/>
                    <a:pt x="803" y="754"/>
                  </a:cubicBezTo>
                  <a:cubicBezTo>
                    <a:pt x="803" y="757"/>
                    <a:pt x="808" y="758"/>
                    <a:pt x="809" y="754"/>
                  </a:cubicBezTo>
                  <a:cubicBezTo>
                    <a:pt x="814" y="731"/>
                    <a:pt x="816" y="708"/>
                    <a:pt x="816" y="685"/>
                  </a:cubicBezTo>
                  <a:cubicBezTo>
                    <a:pt x="816" y="683"/>
                    <a:pt x="816" y="681"/>
                    <a:pt x="816" y="679"/>
                  </a:cubicBezTo>
                  <a:cubicBezTo>
                    <a:pt x="815" y="671"/>
                    <a:pt x="815" y="663"/>
                    <a:pt x="815" y="655"/>
                  </a:cubicBezTo>
                  <a:cubicBezTo>
                    <a:pt x="815" y="647"/>
                    <a:pt x="815" y="639"/>
                    <a:pt x="816" y="631"/>
                  </a:cubicBezTo>
                  <a:cubicBezTo>
                    <a:pt x="817" y="626"/>
                    <a:pt x="817" y="621"/>
                    <a:pt x="817" y="616"/>
                  </a:cubicBezTo>
                  <a:cubicBezTo>
                    <a:pt x="817" y="611"/>
                    <a:pt x="817" y="606"/>
                    <a:pt x="816" y="601"/>
                  </a:cubicBezTo>
                  <a:cubicBezTo>
                    <a:pt x="815" y="600"/>
                    <a:pt x="815" y="600"/>
                    <a:pt x="814" y="599"/>
                  </a:cubicBezTo>
                  <a:lnTo>
                    <a:pt x="813" y="599"/>
                  </a:lnTo>
                  <a:cubicBezTo>
                    <a:pt x="812" y="599"/>
                    <a:pt x="812" y="599"/>
                    <a:pt x="812" y="599"/>
                  </a:cubicBezTo>
                  <a:cubicBezTo>
                    <a:pt x="829" y="529"/>
                    <a:pt x="839" y="457"/>
                    <a:pt x="842" y="385"/>
                  </a:cubicBezTo>
                  <a:cubicBezTo>
                    <a:pt x="842" y="339"/>
                    <a:pt x="842" y="292"/>
                    <a:pt x="841" y="246"/>
                  </a:cubicBezTo>
                  <a:cubicBezTo>
                    <a:pt x="841" y="222"/>
                    <a:pt x="846" y="195"/>
                    <a:pt x="833" y="174"/>
                  </a:cubicBezTo>
                  <a:cubicBezTo>
                    <a:pt x="830" y="170"/>
                    <a:pt x="823" y="174"/>
                    <a:pt x="826" y="179"/>
                  </a:cubicBezTo>
                  <a:cubicBezTo>
                    <a:pt x="840" y="202"/>
                    <a:pt x="827" y="260"/>
                    <a:pt x="827" y="285"/>
                  </a:cubicBezTo>
                  <a:cubicBezTo>
                    <a:pt x="828" y="303"/>
                    <a:pt x="829" y="322"/>
                    <a:pt x="829" y="340"/>
                  </a:cubicBezTo>
                  <a:cubicBezTo>
                    <a:pt x="829" y="366"/>
                    <a:pt x="828" y="392"/>
                    <a:pt x="826" y="418"/>
                  </a:cubicBezTo>
                  <a:cubicBezTo>
                    <a:pt x="816" y="508"/>
                    <a:pt x="798" y="597"/>
                    <a:pt x="779" y="686"/>
                  </a:cubicBezTo>
                  <a:cubicBezTo>
                    <a:pt x="766" y="751"/>
                    <a:pt x="760" y="818"/>
                    <a:pt x="760" y="885"/>
                  </a:cubicBezTo>
                  <a:cubicBezTo>
                    <a:pt x="760" y="893"/>
                    <a:pt x="760" y="900"/>
                    <a:pt x="760" y="907"/>
                  </a:cubicBezTo>
                  <a:cubicBezTo>
                    <a:pt x="760" y="970"/>
                    <a:pt x="769" y="1029"/>
                    <a:pt x="776" y="1090"/>
                  </a:cubicBezTo>
                  <a:cubicBezTo>
                    <a:pt x="736" y="1001"/>
                    <a:pt x="716" y="905"/>
                    <a:pt x="715" y="807"/>
                  </a:cubicBezTo>
                  <a:cubicBezTo>
                    <a:pt x="715" y="791"/>
                    <a:pt x="715" y="774"/>
                    <a:pt x="715" y="757"/>
                  </a:cubicBezTo>
                  <a:cubicBezTo>
                    <a:pt x="719" y="746"/>
                    <a:pt x="721" y="734"/>
                    <a:pt x="721" y="721"/>
                  </a:cubicBezTo>
                  <a:cubicBezTo>
                    <a:pt x="721" y="714"/>
                    <a:pt x="720" y="706"/>
                    <a:pt x="718" y="698"/>
                  </a:cubicBezTo>
                  <a:cubicBezTo>
                    <a:pt x="718" y="698"/>
                    <a:pt x="718" y="697"/>
                    <a:pt x="718" y="696"/>
                  </a:cubicBezTo>
                  <a:cubicBezTo>
                    <a:pt x="717" y="695"/>
                    <a:pt x="717" y="695"/>
                    <a:pt x="716" y="694"/>
                  </a:cubicBezTo>
                  <a:cubicBezTo>
                    <a:pt x="716" y="679"/>
                    <a:pt x="717" y="664"/>
                    <a:pt x="718" y="649"/>
                  </a:cubicBezTo>
                  <a:cubicBezTo>
                    <a:pt x="723" y="632"/>
                    <a:pt x="727" y="614"/>
                    <a:pt x="731" y="597"/>
                  </a:cubicBezTo>
                  <a:cubicBezTo>
                    <a:pt x="743" y="540"/>
                    <a:pt x="761" y="493"/>
                    <a:pt x="760" y="433"/>
                  </a:cubicBezTo>
                  <a:cubicBezTo>
                    <a:pt x="760" y="429"/>
                    <a:pt x="754" y="429"/>
                    <a:pt x="754" y="433"/>
                  </a:cubicBezTo>
                  <a:cubicBezTo>
                    <a:pt x="753" y="495"/>
                    <a:pt x="741" y="557"/>
                    <a:pt x="720" y="615"/>
                  </a:cubicBezTo>
                  <a:cubicBezTo>
                    <a:pt x="721" y="602"/>
                    <a:pt x="722" y="589"/>
                    <a:pt x="724" y="576"/>
                  </a:cubicBezTo>
                  <a:cubicBezTo>
                    <a:pt x="724" y="575"/>
                    <a:pt x="722" y="574"/>
                    <a:pt x="722" y="576"/>
                  </a:cubicBezTo>
                  <a:cubicBezTo>
                    <a:pt x="718" y="598"/>
                    <a:pt x="715" y="620"/>
                    <a:pt x="712" y="643"/>
                  </a:cubicBezTo>
                  <a:cubicBezTo>
                    <a:pt x="705" y="665"/>
                    <a:pt x="698" y="687"/>
                    <a:pt x="691" y="709"/>
                  </a:cubicBezTo>
                  <a:lnTo>
                    <a:pt x="684" y="731"/>
                  </a:lnTo>
                  <a:cubicBezTo>
                    <a:pt x="659" y="779"/>
                    <a:pt x="643" y="830"/>
                    <a:pt x="636" y="884"/>
                  </a:cubicBezTo>
                  <a:cubicBezTo>
                    <a:pt x="636" y="891"/>
                    <a:pt x="635" y="898"/>
                    <a:pt x="634" y="905"/>
                  </a:cubicBezTo>
                  <a:cubicBezTo>
                    <a:pt x="631" y="916"/>
                    <a:pt x="629" y="927"/>
                    <a:pt x="626" y="938"/>
                  </a:cubicBezTo>
                  <a:cubicBezTo>
                    <a:pt x="614" y="987"/>
                    <a:pt x="608" y="1036"/>
                    <a:pt x="607" y="1086"/>
                  </a:cubicBezTo>
                  <a:cubicBezTo>
                    <a:pt x="602" y="1066"/>
                    <a:pt x="594" y="1047"/>
                    <a:pt x="591" y="1027"/>
                  </a:cubicBezTo>
                  <a:cubicBezTo>
                    <a:pt x="589" y="1006"/>
                    <a:pt x="587" y="984"/>
                    <a:pt x="587" y="962"/>
                  </a:cubicBezTo>
                  <a:cubicBezTo>
                    <a:pt x="587" y="932"/>
                    <a:pt x="590" y="902"/>
                    <a:pt x="595" y="872"/>
                  </a:cubicBezTo>
                  <a:cubicBezTo>
                    <a:pt x="599" y="849"/>
                    <a:pt x="601" y="827"/>
                    <a:pt x="603" y="804"/>
                  </a:cubicBezTo>
                  <a:cubicBezTo>
                    <a:pt x="605" y="802"/>
                    <a:pt x="607" y="799"/>
                    <a:pt x="608" y="797"/>
                  </a:cubicBezTo>
                  <a:cubicBezTo>
                    <a:pt x="611" y="791"/>
                    <a:pt x="613" y="786"/>
                    <a:pt x="613" y="780"/>
                  </a:cubicBezTo>
                  <a:cubicBezTo>
                    <a:pt x="613" y="776"/>
                    <a:pt x="612" y="772"/>
                    <a:pt x="611" y="768"/>
                  </a:cubicBezTo>
                  <a:lnTo>
                    <a:pt x="611" y="767"/>
                  </a:lnTo>
                  <a:cubicBezTo>
                    <a:pt x="613" y="758"/>
                    <a:pt x="616" y="747"/>
                    <a:pt x="619" y="738"/>
                  </a:cubicBezTo>
                  <a:cubicBezTo>
                    <a:pt x="627" y="727"/>
                    <a:pt x="634" y="716"/>
                    <a:pt x="641" y="706"/>
                  </a:cubicBezTo>
                  <a:cubicBezTo>
                    <a:pt x="665" y="666"/>
                    <a:pt x="689" y="629"/>
                    <a:pt x="710" y="588"/>
                  </a:cubicBezTo>
                  <a:cubicBezTo>
                    <a:pt x="730" y="547"/>
                    <a:pt x="759" y="491"/>
                    <a:pt x="753" y="442"/>
                  </a:cubicBezTo>
                  <a:cubicBezTo>
                    <a:pt x="752" y="442"/>
                    <a:pt x="752" y="442"/>
                    <a:pt x="752" y="442"/>
                  </a:cubicBezTo>
                  <a:cubicBezTo>
                    <a:pt x="752" y="441"/>
                    <a:pt x="752" y="442"/>
                    <a:pt x="751" y="441"/>
                  </a:cubicBezTo>
                  <a:cubicBezTo>
                    <a:pt x="750" y="441"/>
                    <a:pt x="750" y="440"/>
                    <a:pt x="750" y="440"/>
                  </a:cubicBezTo>
                  <a:cubicBezTo>
                    <a:pt x="749" y="440"/>
                    <a:pt x="749" y="440"/>
                    <a:pt x="748" y="441"/>
                  </a:cubicBezTo>
                  <a:cubicBezTo>
                    <a:pt x="748" y="441"/>
                    <a:pt x="747" y="441"/>
                    <a:pt x="747" y="442"/>
                  </a:cubicBezTo>
                  <a:cubicBezTo>
                    <a:pt x="725" y="515"/>
                    <a:pt x="694" y="586"/>
                    <a:pt x="656" y="651"/>
                  </a:cubicBezTo>
                  <a:cubicBezTo>
                    <a:pt x="639" y="680"/>
                    <a:pt x="621" y="708"/>
                    <a:pt x="602" y="735"/>
                  </a:cubicBezTo>
                  <a:cubicBezTo>
                    <a:pt x="592" y="748"/>
                    <a:pt x="582" y="763"/>
                    <a:pt x="573" y="777"/>
                  </a:cubicBezTo>
                  <a:cubicBezTo>
                    <a:pt x="563" y="788"/>
                    <a:pt x="555" y="802"/>
                    <a:pt x="547" y="814"/>
                  </a:cubicBezTo>
                  <a:cubicBezTo>
                    <a:pt x="544" y="820"/>
                    <a:pt x="540" y="825"/>
                    <a:pt x="538" y="831"/>
                  </a:cubicBezTo>
                  <a:cubicBezTo>
                    <a:pt x="532" y="841"/>
                    <a:pt x="528" y="853"/>
                    <a:pt x="524" y="864"/>
                  </a:cubicBezTo>
                  <a:cubicBezTo>
                    <a:pt x="530" y="834"/>
                    <a:pt x="534" y="804"/>
                    <a:pt x="536" y="774"/>
                  </a:cubicBezTo>
                  <a:lnTo>
                    <a:pt x="602" y="648"/>
                  </a:lnTo>
                  <a:cubicBezTo>
                    <a:pt x="648" y="563"/>
                    <a:pt x="686" y="474"/>
                    <a:pt x="716" y="381"/>
                  </a:cubicBezTo>
                  <a:cubicBezTo>
                    <a:pt x="755" y="259"/>
                    <a:pt x="748" y="128"/>
                    <a:pt x="741" y="1"/>
                  </a:cubicBezTo>
                  <a:cubicBezTo>
                    <a:pt x="741" y="0"/>
                    <a:pt x="739" y="0"/>
                    <a:pt x="738" y="1"/>
                  </a:cubicBezTo>
                  <a:cubicBezTo>
                    <a:pt x="735" y="63"/>
                    <a:pt x="735" y="126"/>
                    <a:pt x="735" y="188"/>
                  </a:cubicBezTo>
                  <a:cubicBezTo>
                    <a:pt x="732" y="253"/>
                    <a:pt x="721" y="317"/>
                    <a:pt x="702" y="378"/>
                  </a:cubicBezTo>
                  <a:cubicBezTo>
                    <a:pt x="678" y="468"/>
                    <a:pt x="632" y="559"/>
                    <a:pt x="590" y="642"/>
                  </a:cubicBezTo>
                  <a:lnTo>
                    <a:pt x="583" y="653"/>
                  </a:lnTo>
                  <a:cubicBezTo>
                    <a:pt x="586" y="647"/>
                    <a:pt x="588" y="641"/>
                    <a:pt x="591" y="635"/>
                  </a:cubicBezTo>
                  <a:cubicBezTo>
                    <a:pt x="601" y="608"/>
                    <a:pt x="615" y="583"/>
                    <a:pt x="625" y="556"/>
                  </a:cubicBezTo>
                  <a:cubicBezTo>
                    <a:pt x="635" y="529"/>
                    <a:pt x="638" y="503"/>
                    <a:pt x="647" y="477"/>
                  </a:cubicBezTo>
                  <a:cubicBezTo>
                    <a:pt x="647" y="476"/>
                    <a:pt x="646" y="475"/>
                    <a:pt x="645" y="477"/>
                  </a:cubicBezTo>
                  <a:cubicBezTo>
                    <a:pt x="638" y="498"/>
                    <a:pt x="632" y="519"/>
                    <a:pt x="627" y="540"/>
                  </a:cubicBezTo>
                  <a:cubicBezTo>
                    <a:pt x="614" y="577"/>
                    <a:pt x="599" y="613"/>
                    <a:pt x="582" y="649"/>
                  </a:cubicBezTo>
                  <a:cubicBezTo>
                    <a:pt x="579" y="658"/>
                    <a:pt x="575" y="667"/>
                    <a:pt x="571" y="675"/>
                  </a:cubicBezTo>
                  <a:cubicBezTo>
                    <a:pt x="551" y="710"/>
                    <a:pt x="532" y="744"/>
                    <a:pt x="514" y="778"/>
                  </a:cubicBezTo>
                  <a:lnTo>
                    <a:pt x="506" y="794"/>
                  </a:lnTo>
                  <a:lnTo>
                    <a:pt x="502" y="801"/>
                  </a:lnTo>
                  <a:cubicBezTo>
                    <a:pt x="495" y="809"/>
                    <a:pt x="489" y="817"/>
                    <a:pt x="484" y="826"/>
                  </a:cubicBezTo>
                  <a:cubicBezTo>
                    <a:pt x="482" y="830"/>
                    <a:pt x="480" y="833"/>
                    <a:pt x="478" y="837"/>
                  </a:cubicBezTo>
                  <a:cubicBezTo>
                    <a:pt x="472" y="846"/>
                    <a:pt x="467" y="856"/>
                    <a:pt x="461" y="865"/>
                  </a:cubicBezTo>
                  <a:cubicBezTo>
                    <a:pt x="443" y="896"/>
                    <a:pt x="427" y="929"/>
                    <a:pt x="414" y="962"/>
                  </a:cubicBezTo>
                  <a:cubicBezTo>
                    <a:pt x="403" y="989"/>
                    <a:pt x="391" y="1018"/>
                    <a:pt x="381" y="1047"/>
                  </a:cubicBezTo>
                  <a:cubicBezTo>
                    <a:pt x="382" y="1005"/>
                    <a:pt x="385" y="963"/>
                    <a:pt x="391" y="921"/>
                  </a:cubicBezTo>
                  <a:cubicBezTo>
                    <a:pt x="399" y="872"/>
                    <a:pt x="404" y="801"/>
                    <a:pt x="430" y="758"/>
                  </a:cubicBezTo>
                  <a:cubicBezTo>
                    <a:pt x="430" y="757"/>
                    <a:pt x="429" y="756"/>
                    <a:pt x="429" y="757"/>
                  </a:cubicBezTo>
                  <a:cubicBezTo>
                    <a:pt x="426" y="760"/>
                    <a:pt x="423" y="764"/>
                    <a:pt x="421" y="768"/>
                  </a:cubicBezTo>
                  <a:cubicBezTo>
                    <a:pt x="421" y="768"/>
                    <a:pt x="421" y="769"/>
                    <a:pt x="420" y="769"/>
                  </a:cubicBezTo>
                  <a:cubicBezTo>
                    <a:pt x="428" y="755"/>
                    <a:pt x="433" y="739"/>
                    <a:pt x="435" y="723"/>
                  </a:cubicBezTo>
                  <a:cubicBezTo>
                    <a:pt x="437" y="707"/>
                    <a:pt x="434" y="722"/>
                    <a:pt x="434" y="723"/>
                  </a:cubicBezTo>
                  <a:cubicBezTo>
                    <a:pt x="427" y="739"/>
                    <a:pt x="420" y="755"/>
                    <a:pt x="411" y="770"/>
                  </a:cubicBezTo>
                  <a:cubicBezTo>
                    <a:pt x="407" y="777"/>
                    <a:pt x="403" y="784"/>
                    <a:pt x="398" y="791"/>
                  </a:cubicBezTo>
                  <a:cubicBezTo>
                    <a:pt x="382" y="821"/>
                    <a:pt x="369" y="852"/>
                    <a:pt x="357" y="885"/>
                  </a:cubicBezTo>
                  <a:cubicBezTo>
                    <a:pt x="338" y="925"/>
                    <a:pt x="322" y="967"/>
                    <a:pt x="309" y="1009"/>
                  </a:cubicBezTo>
                  <a:cubicBezTo>
                    <a:pt x="309" y="1004"/>
                    <a:pt x="309" y="998"/>
                    <a:pt x="309" y="993"/>
                  </a:cubicBezTo>
                  <a:cubicBezTo>
                    <a:pt x="309" y="960"/>
                    <a:pt x="314" y="928"/>
                    <a:pt x="323" y="897"/>
                  </a:cubicBezTo>
                  <a:cubicBezTo>
                    <a:pt x="348" y="827"/>
                    <a:pt x="374" y="758"/>
                    <a:pt x="402" y="689"/>
                  </a:cubicBezTo>
                  <a:cubicBezTo>
                    <a:pt x="414" y="658"/>
                    <a:pt x="425" y="627"/>
                    <a:pt x="435" y="596"/>
                  </a:cubicBezTo>
                  <a:cubicBezTo>
                    <a:pt x="443" y="581"/>
                    <a:pt x="449" y="566"/>
                    <a:pt x="452" y="549"/>
                  </a:cubicBezTo>
                  <a:cubicBezTo>
                    <a:pt x="456" y="539"/>
                    <a:pt x="460" y="528"/>
                    <a:pt x="464" y="517"/>
                  </a:cubicBezTo>
                  <a:cubicBezTo>
                    <a:pt x="474" y="492"/>
                    <a:pt x="479" y="465"/>
                    <a:pt x="488" y="439"/>
                  </a:cubicBezTo>
                  <a:cubicBezTo>
                    <a:pt x="497" y="418"/>
                    <a:pt x="504" y="396"/>
                    <a:pt x="509" y="374"/>
                  </a:cubicBezTo>
                  <a:lnTo>
                    <a:pt x="508" y="374"/>
                  </a:lnTo>
                  <a:cubicBezTo>
                    <a:pt x="491" y="424"/>
                    <a:pt x="471" y="474"/>
                    <a:pt x="451" y="524"/>
                  </a:cubicBezTo>
                  <a:cubicBezTo>
                    <a:pt x="450" y="524"/>
                    <a:pt x="450" y="524"/>
                    <a:pt x="449" y="523"/>
                  </a:cubicBezTo>
                  <a:cubicBezTo>
                    <a:pt x="448" y="523"/>
                    <a:pt x="448" y="522"/>
                    <a:pt x="447" y="522"/>
                  </a:cubicBezTo>
                  <a:cubicBezTo>
                    <a:pt x="446" y="522"/>
                    <a:pt x="445" y="522"/>
                    <a:pt x="444" y="523"/>
                  </a:cubicBezTo>
                  <a:lnTo>
                    <a:pt x="443" y="524"/>
                  </a:lnTo>
                  <a:cubicBezTo>
                    <a:pt x="410" y="574"/>
                    <a:pt x="379" y="624"/>
                    <a:pt x="346" y="672"/>
                  </a:cubicBezTo>
                  <a:cubicBezTo>
                    <a:pt x="321" y="702"/>
                    <a:pt x="296" y="730"/>
                    <a:pt x="272" y="759"/>
                  </a:cubicBezTo>
                  <a:cubicBezTo>
                    <a:pt x="262" y="770"/>
                    <a:pt x="252" y="781"/>
                    <a:pt x="242" y="792"/>
                  </a:cubicBezTo>
                  <a:cubicBezTo>
                    <a:pt x="210" y="831"/>
                    <a:pt x="184" y="872"/>
                    <a:pt x="154" y="913"/>
                  </a:cubicBezTo>
                  <a:cubicBezTo>
                    <a:pt x="151" y="916"/>
                    <a:pt x="149" y="920"/>
                    <a:pt x="147" y="923"/>
                  </a:cubicBezTo>
                  <a:cubicBezTo>
                    <a:pt x="142" y="933"/>
                    <a:pt x="138" y="942"/>
                    <a:pt x="136" y="952"/>
                  </a:cubicBezTo>
                  <a:cubicBezTo>
                    <a:pt x="133" y="957"/>
                    <a:pt x="129" y="963"/>
                    <a:pt x="126" y="968"/>
                  </a:cubicBezTo>
                  <a:cubicBezTo>
                    <a:pt x="125" y="970"/>
                    <a:pt x="125" y="972"/>
                    <a:pt x="124" y="973"/>
                  </a:cubicBezTo>
                  <a:cubicBezTo>
                    <a:pt x="131" y="932"/>
                    <a:pt x="146" y="893"/>
                    <a:pt x="167" y="856"/>
                  </a:cubicBezTo>
                  <a:cubicBezTo>
                    <a:pt x="169" y="853"/>
                    <a:pt x="170" y="850"/>
                    <a:pt x="172" y="847"/>
                  </a:cubicBezTo>
                  <a:cubicBezTo>
                    <a:pt x="174" y="845"/>
                    <a:pt x="175" y="843"/>
                    <a:pt x="176" y="840"/>
                  </a:cubicBezTo>
                  <a:cubicBezTo>
                    <a:pt x="182" y="830"/>
                    <a:pt x="187" y="819"/>
                    <a:pt x="190" y="808"/>
                  </a:cubicBezTo>
                  <a:cubicBezTo>
                    <a:pt x="194" y="788"/>
                    <a:pt x="209" y="777"/>
                    <a:pt x="212" y="757"/>
                  </a:cubicBezTo>
                  <a:cubicBezTo>
                    <a:pt x="212" y="756"/>
                    <a:pt x="212" y="756"/>
                    <a:pt x="212" y="755"/>
                  </a:cubicBezTo>
                  <a:cubicBezTo>
                    <a:pt x="212" y="755"/>
                    <a:pt x="211" y="755"/>
                    <a:pt x="211" y="754"/>
                  </a:cubicBezTo>
                  <a:lnTo>
                    <a:pt x="210" y="754"/>
                  </a:lnTo>
                  <a:lnTo>
                    <a:pt x="218" y="743"/>
                  </a:lnTo>
                  <a:cubicBezTo>
                    <a:pt x="274" y="664"/>
                    <a:pt x="333" y="591"/>
                    <a:pt x="379" y="507"/>
                  </a:cubicBezTo>
                  <a:cubicBezTo>
                    <a:pt x="419" y="437"/>
                    <a:pt x="434" y="362"/>
                    <a:pt x="455" y="286"/>
                  </a:cubicBezTo>
                  <a:cubicBezTo>
                    <a:pt x="418" y="416"/>
                    <a:pt x="368" y="536"/>
                    <a:pt x="284" y="644"/>
                  </a:cubicBezTo>
                  <a:cubicBezTo>
                    <a:pt x="218" y="725"/>
                    <a:pt x="158" y="810"/>
                    <a:pt x="104" y="900"/>
                  </a:cubicBezTo>
                  <a:cubicBezTo>
                    <a:pt x="81" y="941"/>
                    <a:pt x="55" y="998"/>
                    <a:pt x="52" y="1046"/>
                  </a:cubicBezTo>
                  <a:cubicBezTo>
                    <a:pt x="50" y="1076"/>
                    <a:pt x="52" y="1106"/>
                    <a:pt x="52" y="1136"/>
                  </a:cubicBezTo>
                  <a:cubicBezTo>
                    <a:pt x="52" y="1150"/>
                    <a:pt x="52" y="1165"/>
                    <a:pt x="52" y="1179"/>
                  </a:cubicBezTo>
                  <a:cubicBezTo>
                    <a:pt x="52" y="1194"/>
                    <a:pt x="63" y="1228"/>
                    <a:pt x="44" y="1191"/>
                  </a:cubicBezTo>
                  <a:cubicBezTo>
                    <a:pt x="12" y="1130"/>
                    <a:pt x="34" y="1053"/>
                    <a:pt x="35" y="989"/>
                  </a:cubicBezTo>
                  <a:cubicBezTo>
                    <a:pt x="36" y="938"/>
                    <a:pt x="62" y="891"/>
                    <a:pt x="63" y="841"/>
                  </a:cubicBezTo>
                  <a:cubicBezTo>
                    <a:pt x="63" y="839"/>
                    <a:pt x="60" y="838"/>
                    <a:pt x="60" y="841"/>
                  </a:cubicBezTo>
                  <a:cubicBezTo>
                    <a:pt x="54" y="867"/>
                    <a:pt x="42" y="893"/>
                    <a:pt x="36" y="919"/>
                  </a:cubicBezTo>
                  <a:cubicBezTo>
                    <a:pt x="29" y="956"/>
                    <a:pt x="24" y="993"/>
                    <a:pt x="19" y="1029"/>
                  </a:cubicBezTo>
                  <a:cubicBezTo>
                    <a:pt x="13" y="1081"/>
                    <a:pt x="0" y="1187"/>
                    <a:pt x="51" y="1223"/>
                  </a:cubicBezTo>
                  <a:cubicBezTo>
                    <a:pt x="55" y="1225"/>
                    <a:pt x="61" y="1224"/>
                    <a:pt x="62" y="1219"/>
                  </a:cubicBezTo>
                  <a:cubicBezTo>
                    <a:pt x="64" y="1182"/>
                    <a:pt x="62" y="1144"/>
                    <a:pt x="62" y="1107"/>
                  </a:cubicBezTo>
                  <a:cubicBezTo>
                    <a:pt x="62" y="1057"/>
                    <a:pt x="70" y="1008"/>
                    <a:pt x="86" y="962"/>
                  </a:cubicBezTo>
                  <a:cubicBezTo>
                    <a:pt x="98" y="931"/>
                    <a:pt x="113" y="901"/>
                    <a:pt x="129" y="873"/>
                  </a:cubicBezTo>
                  <a:cubicBezTo>
                    <a:pt x="145" y="845"/>
                    <a:pt x="163" y="819"/>
                    <a:pt x="183" y="794"/>
                  </a:cubicBezTo>
                  <a:cubicBezTo>
                    <a:pt x="169" y="818"/>
                    <a:pt x="156" y="843"/>
                    <a:pt x="143" y="869"/>
                  </a:cubicBezTo>
                  <a:cubicBezTo>
                    <a:pt x="122" y="915"/>
                    <a:pt x="100" y="969"/>
                    <a:pt x="108" y="1020"/>
                  </a:cubicBezTo>
                  <a:cubicBezTo>
                    <a:pt x="108" y="1021"/>
                    <a:pt x="108" y="1021"/>
                    <a:pt x="109" y="1022"/>
                  </a:cubicBezTo>
                  <a:cubicBezTo>
                    <a:pt x="110" y="1023"/>
                    <a:pt x="111" y="1024"/>
                    <a:pt x="112" y="1025"/>
                  </a:cubicBezTo>
                  <a:cubicBezTo>
                    <a:pt x="113" y="1026"/>
                    <a:pt x="115" y="1026"/>
                    <a:pt x="116" y="1026"/>
                  </a:cubicBezTo>
                  <a:cubicBezTo>
                    <a:pt x="118" y="1026"/>
                    <a:pt x="119" y="1026"/>
                    <a:pt x="120" y="1025"/>
                  </a:cubicBezTo>
                  <a:cubicBezTo>
                    <a:pt x="121" y="1025"/>
                    <a:pt x="122" y="1024"/>
                    <a:pt x="122" y="1024"/>
                  </a:cubicBezTo>
                  <a:cubicBezTo>
                    <a:pt x="124" y="1022"/>
                    <a:pt x="126" y="1019"/>
                    <a:pt x="127" y="1017"/>
                  </a:cubicBezTo>
                  <a:cubicBezTo>
                    <a:pt x="131" y="1011"/>
                    <a:pt x="133" y="1004"/>
                    <a:pt x="133" y="997"/>
                  </a:cubicBezTo>
                  <a:cubicBezTo>
                    <a:pt x="134" y="992"/>
                    <a:pt x="136" y="987"/>
                    <a:pt x="137" y="982"/>
                  </a:cubicBezTo>
                  <a:cubicBezTo>
                    <a:pt x="180" y="906"/>
                    <a:pt x="248" y="838"/>
                    <a:pt x="311" y="777"/>
                  </a:cubicBezTo>
                  <a:cubicBezTo>
                    <a:pt x="338" y="750"/>
                    <a:pt x="362" y="719"/>
                    <a:pt x="382" y="686"/>
                  </a:cubicBezTo>
                  <a:cubicBezTo>
                    <a:pt x="347" y="762"/>
                    <a:pt x="319" y="840"/>
                    <a:pt x="297" y="919"/>
                  </a:cubicBezTo>
                  <a:cubicBezTo>
                    <a:pt x="293" y="943"/>
                    <a:pt x="291" y="968"/>
                    <a:pt x="291" y="992"/>
                  </a:cubicBezTo>
                  <a:cubicBezTo>
                    <a:pt x="291" y="1004"/>
                    <a:pt x="292" y="1016"/>
                    <a:pt x="292" y="1027"/>
                  </a:cubicBezTo>
                  <a:cubicBezTo>
                    <a:pt x="292" y="1039"/>
                    <a:pt x="292" y="1051"/>
                    <a:pt x="292" y="1063"/>
                  </a:cubicBezTo>
                  <a:cubicBezTo>
                    <a:pt x="292" y="1077"/>
                    <a:pt x="295" y="1081"/>
                    <a:pt x="297" y="1080"/>
                  </a:cubicBezTo>
                  <a:cubicBezTo>
                    <a:pt x="297" y="1085"/>
                    <a:pt x="297" y="1090"/>
                    <a:pt x="297" y="1096"/>
                  </a:cubicBezTo>
                  <a:cubicBezTo>
                    <a:pt x="298" y="1096"/>
                    <a:pt x="298" y="1096"/>
                    <a:pt x="298" y="1096"/>
                  </a:cubicBezTo>
                  <a:cubicBezTo>
                    <a:pt x="298" y="1097"/>
                    <a:pt x="299" y="1097"/>
                    <a:pt x="300" y="1097"/>
                  </a:cubicBezTo>
                  <a:cubicBezTo>
                    <a:pt x="300" y="1097"/>
                    <a:pt x="301" y="1097"/>
                    <a:pt x="301" y="1096"/>
                  </a:cubicBezTo>
                  <a:cubicBezTo>
                    <a:pt x="301" y="1096"/>
                    <a:pt x="302" y="1096"/>
                    <a:pt x="302" y="1095"/>
                  </a:cubicBezTo>
                  <a:lnTo>
                    <a:pt x="302" y="1094"/>
                  </a:lnTo>
                  <a:moveTo>
                    <a:pt x="707" y="685"/>
                  </a:moveTo>
                  <a:cubicBezTo>
                    <a:pt x="707" y="687"/>
                    <a:pt x="707" y="689"/>
                    <a:pt x="707" y="692"/>
                  </a:cubicBezTo>
                  <a:cubicBezTo>
                    <a:pt x="706" y="692"/>
                    <a:pt x="706" y="693"/>
                    <a:pt x="705" y="694"/>
                  </a:cubicBezTo>
                  <a:lnTo>
                    <a:pt x="707" y="685"/>
                  </a:lnTo>
                  <a:moveTo>
                    <a:pt x="606" y="751"/>
                  </a:moveTo>
                  <a:lnTo>
                    <a:pt x="604" y="761"/>
                  </a:lnTo>
                  <a:cubicBezTo>
                    <a:pt x="603" y="760"/>
                    <a:pt x="601" y="760"/>
                    <a:pt x="600" y="760"/>
                  </a:cubicBezTo>
                  <a:lnTo>
                    <a:pt x="606" y="751"/>
                  </a:lnTo>
                  <a:moveTo>
                    <a:pt x="525" y="787"/>
                  </a:moveTo>
                  <a:lnTo>
                    <a:pt x="523" y="794"/>
                  </a:lnTo>
                  <a:lnTo>
                    <a:pt x="522" y="793"/>
                  </a:lnTo>
                  <a:lnTo>
                    <a:pt x="525" y="787"/>
                  </a:lnTo>
                  <a:moveTo>
                    <a:pt x="428" y="933"/>
                  </a:moveTo>
                  <a:cubicBezTo>
                    <a:pt x="432" y="923"/>
                    <a:pt x="436" y="913"/>
                    <a:pt x="441" y="904"/>
                  </a:cubicBezTo>
                  <a:cubicBezTo>
                    <a:pt x="439" y="909"/>
                    <a:pt x="438" y="914"/>
                    <a:pt x="437" y="920"/>
                  </a:cubicBezTo>
                  <a:lnTo>
                    <a:pt x="435" y="923"/>
                  </a:lnTo>
                  <a:cubicBezTo>
                    <a:pt x="433" y="927"/>
                    <a:pt x="431" y="932"/>
                    <a:pt x="429" y="937"/>
                  </a:cubicBezTo>
                  <a:lnTo>
                    <a:pt x="423" y="949"/>
                  </a:lnTo>
                  <a:lnTo>
                    <a:pt x="417" y="962"/>
                  </a:lnTo>
                  <a:lnTo>
                    <a:pt x="428" y="9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7"/>
            <p:cNvSpPr/>
            <p:nvPr/>
          </p:nvSpPr>
          <p:spPr>
            <a:xfrm>
              <a:off x="8328960" y="3820320"/>
              <a:ext cx="26280" cy="73080"/>
            </a:xfrm>
            <a:custGeom>
              <a:rect b="b" l="l" r="r" t="t"/>
              <a:pathLst>
                <a:path extrusionOk="0" h="203" w="73">
                  <a:moveTo>
                    <a:pt x="36" y="115"/>
                  </a:moveTo>
                  <a:cubicBezTo>
                    <a:pt x="25" y="142"/>
                    <a:pt x="0" y="170"/>
                    <a:pt x="0" y="199"/>
                  </a:cubicBezTo>
                  <a:cubicBezTo>
                    <a:pt x="0" y="202"/>
                    <a:pt x="5" y="201"/>
                    <a:pt x="5" y="199"/>
                  </a:cubicBezTo>
                  <a:cubicBezTo>
                    <a:pt x="10" y="183"/>
                    <a:pt x="16" y="168"/>
                    <a:pt x="24" y="153"/>
                  </a:cubicBezTo>
                  <a:cubicBezTo>
                    <a:pt x="25" y="152"/>
                    <a:pt x="25" y="151"/>
                    <a:pt x="26" y="151"/>
                  </a:cubicBezTo>
                  <a:cubicBezTo>
                    <a:pt x="32" y="136"/>
                    <a:pt x="39" y="121"/>
                    <a:pt x="44" y="106"/>
                  </a:cubicBezTo>
                  <a:cubicBezTo>
                    <a:pt x="55" y="81"/>
                    <a:pt x="62" y="54"/>
                    <a:pt x="67" y="27"/>
                  </a:cubicBezTo>
                  <a:cubicBezTo>
                    <a:pt x="72" y="0"/>
                    <a:pt x="66" y="26"/>
                    <a:pt x="66" y="27"/>
                  </a:cubicBezTo>
                  <a:cubicBezTo>
                    <a:pt x="58" y="57"/>
                    <a:pt x="48" y="87"/>
                    <a:pt x="36" y="1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7"/>
            <p:cNvSpPr/>
            <p:nvPr/>
          </p:nvSpPr>
          <p:spPr>
            <a:xfrm>
              <a:off x="8366760" y="3538800"/>
              <a:ext cx="34920" cy="251280"/>
            </a:xfrm>
            <a:custGeom>
              <a:rect b="b" l="l" r="r" t="t"/>
              <a:pathLst>
                <a:path extrusionOk="0" h="698" w="97">
                  <a:moveTo>
                    <a:pt x="2" y="697"/>
                  </a:moveTo>
                  <a:cubicBezTo>
                    <a:pt x="19" y="638"/>
                    <a:pt x="45" y="580"/>
                    <a:pt x="63" y="520"/>
                  </a:cubicBezTo>
                  <a:cubicBezTo>
                    <a:pt x="80" y="458"/>
                    <a:pt x="89" y="395"/>
                    <a:pt x="89" y="332"/>
                  </a:cubicBezTo>
                  <a:cubicBezTo>
                    <a:pt x="90" y="269"/>
                    <a:pt x="96" y="200"/>
                    <a:pt x="87" y="138"/>
                  </a:cubicBezTo>
                  <a:cubicBezTo>
                    <a:pt x="81" y="96"/>
                    <a:pt x="66" y="35"/>
                    <a:pt x="37" y="2"/>
                  </a:cubicBezTo>
                  <a:cubicBezTo>
                    <a:pt x="35" y="0"/>
                    <a:pt x="32" y="2"/>
                    <a:pt x="33" y="4"/>
                  </a:cubicBezTo>
                  <a:cubicBezTo>
                    <a:pt x="64" y="53"/>
                    <a:pt x="80" y="135"/>
                    <a:pt x="80" y="191"/>
                  </a:cubicBezTo>
                  <a:cubicBezTo>
                    <a:pt x="82" y="213"/>
                    <a:pt x="82" y="235"/>
                    <a:pt x="82" y="257"/>
                  </a:cubicBezTo>
                  <a:cubicBezTo>
                    <a:pt x="82" y="296"/>
                    <a:pt x="80" y="336"/>
                    <a:pt x="76" y="375"/>
                  </a:cubicBezTo>
                  <a:cubicBezTo>
                    <a:pt x="67" y="431"/>
                    <a:pt x="67" y="489"/>
                    <a:pt x="48" y="544"/>
                  </a:cubicBezTo>
                  <a:cubicBezTo>
                    <a:pt x="29" y="594"/>
                    <a:pt x="13" y="644"/>
                    <a:pt x="0" y="696"/>
                  </a:cubicBezTo>
                  <a:lnTo>
                    <a:pt x="2" y="6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7"/>
            <p:cNvSpPr/>
            <p:nvPr/>
          </p:nvSpPr>
          <p:spPr>
            <a:xfrm>
              <a:off x="8436960" y="3736800"/>
              <a:ext cx="14760" cy="64800"/>
            </a:xfrm>
            <a:custGeom>
              <a:rect b="b" l="l" r="r" t="t"/>
              <a:pathLst>
                <a:path extrusionOk="0" h="180" w="41">
                  <a:moveTo>
                    <a:pt x="24" y="3"/>
                  </a:moveTo>
                  <a:cubicBezTo>
                    <a:pt x="16" y="61"/>
                    <a:pt x="14" y="119"/>
                    <a:pt x="0" y="175"/>
                  </a:cubicBezTo>
                  <a:cubicBezTo>
                    <a:pt x="0" y="178"/>
                    <a:pt x="4" y="179"/>
                    <a:pt x="5" y="176"/>
                  </a:cubicBezTo>
                  <a:cubicBezTo>
                    <a:pt x="20" y="123"/>
                    <a:pt x="40" y="58"/>
                    <a:pt x="29" y="4"/>
                  </a:cubicBezTo>
                  <a:cubicBezTo>
                    <a:pt x="29" y="1"/>
                    <a:pt x="24" y="0"/>
                    <a:pt x="2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37"/>
            <p:cNvSpPr/>
            <p:nvPr/>
          </p:nvSpPr>
          <p:spPr>
            <a:xfrm>
              <a:off x="8438760" y="3621960"/>
              <a:ext cx="13680" cy="110880"/>
            </a:xfrm>
            <a:custGeom>
              <a:rect b="b" l="l" r="r" t="t"/>
              <a:pathLst>
                <a:path extrusionOk="0" h="308" w="38">
                  <a:moveTo>
                    <a:pt x="36" y="129"/>
                  </a:moveTo>
                  <a:cubicBezTo>
                    <a:pt x="34" y="96"/>
                    <a:pt x="32" y="26"/>
                    <a:pt x="3" y="2"/>
                  </a:cubicBezTo>
                  <a:cubicBezTo>
                    <a:pt x="2" y="0"/>
                    <a:pt x="0" y="3"/>
                    <a:pt x="1" y="5"/>
                  </a:cubicBezTo>
                  <a:cubicBezTo>
                    <a:pt x="27" y="37"/>
                    <a:pt x="28" y="109"/>
                    <a:pt x="28" y="148"/>
                  </a:cubicBezTo>
                  <a:cubicBezTo>
                    <a:pt x="28" y="157"/>
                    <a:pt x="28" y="167"/>
                    <a:pt x="28" y="176"/>
                  </a:cubicBezTo>
                  <a:cubicBezTo>
                    <a:pt x="28" y="219"/>
                    <a:pt x="25" y="261"/>
                    <a:pt x="20" y="303"/>
                  </a:cubicBezTo>
                  <a:cubicBezTo>
                    <a:pt x="20" y="305"/>
                    <a:pt x="24" y="307"/>
                    <a:pt x="24" y="304"/>
                  </a:cubicBezTo>
                  <a:cubicBezTo>
                    <a:pt x="33" y="260"/>
                    <a:pt x="37" y="215"/>
                    <a:pt x="37" y="169"/>
                  </a:cubicBezTo>
                  <a:cubicBezTo>
                    <a:pt x="37" y="156"/>
                    <a:pt x="37" y="143"/>
                    <a:pt x="36" y="1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37"/>
            <p:cNvSpPr/>
            <p:nvPr/>
          </p:nvSpPr>
          <p:spPr>
            <a:xfrm>
              <a:off x="8469360" y="3724920"/>
              <a:ext cx="5400" cy="56160"/>
            </a:xfrm>
            <a:custGeom>
              <a:rect b="b" l="l" r="r" t="t"/>
              <a:pathLst>
                <a:path extrusionOk="0" h="156" w="15">
                  <a:moveTo>
                    <a:pt x="13" y="154"/>
                  </a:moveTo>
                  <a:cubicBezTo>
                    <a:pt x="14" y="143"/>
                    <a:pt x="14" y="133"/>
                    <a:pt x="14" y="122"/>
                  </a:cubicBezTo>
                  <a:cubicBezTo>
                    <a:pt x="14" y="82"/>
                    <a:pt x="10" y="41"/>
                    <a:pt x="3" y="1"/>
                  </a:cubicBezTo>
                  <a:cubicBezTo>
                    <a:pt x="2" y="0"/>
                    <a:pt x="2" y="0"/>
                    <a:pt x="2" y="0"/>
                  </a:cubicBezTo>
                  <a:lnTo>
                    <a:pt x="1" y="0"/>
                  </a:lnTo>
                  <a:lnTo>
                    <a:pt x="0" y="0"/>
                  </a:lnTo>
                  <a:lnTo>
                    <a:pt x="0" y="1"/>
                  </a:lnTo>
                  <a:cubicBezTo>
                    <a:pt x="3" y="52"/>
                    <a:pt x="4" y="102"/>
                    <a:pt x="9" y="153"/>
                  </a:cubicBezTo>
                  <a:lnTo>
                    <a:pt x="9" y="154"/>
                  </a:lnTo>
                  <a:cubicBezTo>
                    <a:pt x="10" y="154"/>
                    <a:pt x="10" y="154"/>
                    <a:pt x="10" y="155"/>
                  </a:cubicBezTo>
                  <a:lnTo>
                    <a:pt x="11" y="155"/>
                  </a:lnTo>
                  <a:cubicBezTo>
                    <a:pt x="12" y="155"/>
                    <a:pt x="12" y="155"/>
                    <a:pt x="12" y="155"/>
                  </a:cubicBezTo>
                  <a:cubicBezTo>
                    <a:pt x="13" y="154"/>
                    <a:pt x="13" y="154"/>
                    <a:pt x="13" y="1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7"/>
            <p:cNvSpPr/>
            <p:nvPr/>
          </p:nvSpPr>
          <p:spPr>
            <a:xfrm>
              <a:off x="8459280" y="3813840"/>
              <a:ext cx="156240" cy="298080"/>
            </a:xfrm>
            <a:custGeom>
              <a:rect b="b" l="l" r="r" t="t"/>
              <a:pathLst>
                <a:path extrusionOk="0" h="828" w="434">
                  <a:moveTo>
                    <a:pt x="45" y="1"/>
                  </a:moveTo>
                  <a:cubicBezTo>
                    <a:pt x="45" y="0"/>
                    <a:pt x="42" y="0"/>
                    <a:pt x="42" y="1"/>
                  </a:cubicBezTo>
                  <a:cubicBezTo>
                    <a:pt x="44" y="85"/>
                    <a:pt x="55" y="169"/>
                    <a:pt x="76" y="251"/>
                  </a:cubicBezTo>
                  <a:cubicBezTo>
                    <a:pt x="76" y="252"/>
                    <a:pt x="76" y="252"/>
                    <a:pt x="76" y="252"/>
                  </a:cubicBezTo>
                  <a:cubicBezTo>
                    <a:pt x="76" y="253"/>
                    <a:pt x="76" y="253"/>
                    <a:pt x="76" y="253"/>
                  </a:cubicBezTo>
                  <a:cubicBezTo>
                    <a:pt x="77" y="261"/>
                    <a:pt x="78" y="268"/>
                    <a:pt x="78" y="275"/>
                  </a:cubicBezTo>
                  <a:cubicBezTo>
                    <a:pt x="78" y="282"/>
                    <a:pt x="77" y="290"/>
                    <a:pt x="76" y="297"/>
                  </a:cubicBezTo>
                  <a:lnTo>
                    <a:pt x="76" y="298"/>
                  </a:lnTo>
                  <a:cubicBezTo>
                    <a:pt x="76" y="326"/>
                    <a:pt x="78" y="354"/>
                    <a:pt x="83" y="382"/>
                  </a:cubicBezTo>
                  <a:cubicBezTo>
                    <a:pt x="88" y="442"/>
                    <a:pt x="90" y="505"/>
                    <a:pt x="111" y="563"/>
                  </a:cubicBezTo>
                  <a:cubicBezTo>
                    <a:pt x="131" y="620"/>
                    <a:pt x="147" y="691"/>
                    <a:pt x="176" y="750"/>
                  </a:cubicBezTo>
                  <a:cubicBezTo>
                    <a:pt x="151" y="722"/>
                    <a:pt x="130" y="691"/>
                    <a:pt x="111" y="659"/>
                  </a:cubicBezTo>
                  <a:cubicBezTo>
                    <a:pt x="104" y="646"/>
                    <a:pt x="97" y="632"/>
                    <a:pt x="90" y="619"/>
                  </a:cubicBezTo>
                  <a:cubicBezTo>
                    <a:pt x="53" y="552"/>
                    <a:pt x="25" y="481"/>
                    <a:pt x="7" y="407"/>
                  </a:cubicBezTo>
                  <a:cubicBezTo>
                    <a:pt x="7" y="403"/>
                    <a:pt x="0" y="404"/>
                    <a:pt x="0" y="407"/>
                  </a:cubicBezTo>
                  <a:cubicBezTo>
                    <a:pt x="10" y="477"/>
                    <a:pt x="31" y="546"/>
                    <a:pt x="62" y="610"/>
                  </a:cubicBezTo>
                  <a:cubicBezTo>
                    <a:pt x="72" y="630"/>
                    <a:pt x="82" y="649"/>
                    <a:pt x="93" y="668"/>
                  </a:cubicBezTo>
                  <a:cubicBezTo>
                    <a:pt x="107" y="691"/>
                    <a:pt x="121" y="714"/>
                    <a:pt x="136" y="736"/>
                  </a:cubicBezTo>
                  <a:cubicBezTo>
                    <a:pt x="157" y="770"/>
                    <a:pt x="186" y="799"/>
                    <a:pt x="220" y="820"/>
                  </a:cubicBezTo>
                  <a:cubicBezTo>
                    <a:pt x="229" y="827"/>
                    <a:pt x="242" y="814"/>
                    <a:pt x="234" y="805"/>
                  </a:cubicBezTo>
                  <a:cubicBezTo>
                    <a:pt x="225" y="796"/>
                    <a:pt x="218" y="786"/>
                    <a:pt x="211" y="775"/>
                  </a:cubicBezTo>
                  <a:cubicBezTo>
                    <a:pt x="210" y="773"/>
                    <a:pt x="209" y="771"/>
                    <a:pt x="208" y="769"/>
                  </a:cubicBezTo>
                  <a:cubicBezTo>
                    <a:pt x="201" y="742"/>
                    <a:pt x="192" y="715"/>
                    <a:pt x="185" y="688"/>
                  </a:cubicBezTo>
                  <a:cubicBezTo>
                    <a:pt x="176" y="655"/>
                    <a:pt x="176" y="620"/>
                    <a:pt x="167" y="588"/>
                  </a:cubicBezTo>
                  <a:cubicBezTo>
                    <a:pt x="157" y="547"/>
                    <a:pt x="154" y="503"/>
                    <a:pt x="146" y="461"/>
                  </a:cubicBezTo>
                  <a:cubicBezTo>
                    <a:pt x="150" y="468"/>
                    <a:pt x="154" y="474"/>
                    <a:pt x="158" y="481"/>
                  </a:cubicBezTo>
                  <a:cubicBezTo>
                    <a:pt x="184" y="521"/>
                    <a:pt x="207" y="577"/>
                    <a:pt x="247" y="605"/>
                  </a:cubicBezTo>
                  <a:cubicBezTo>
                    <a:pt x="251" y="608"/>
                    <a:pt x="256" y="603"/>
                    <a:pt x="255" y="598"/>
                  </a:cubicBezTo>
                  <a:cubicBezTo>
                    <a:pt x="254" y="594"/>
                    <a:pt x="253" y="591"/>
                    <a:pt x="252" y="588"/>
                  </a:cubicBezTo>
                  <a:cubicBezTo>
                    <a:pt x="253" y="587"/>
                    <a:pt x="253" y="587"/>
                    <a:pt x="254" y="587"/>
                  </a:cubicBezTo>
                  <a:cubicBezTo>
                    <a:pt x="255" y="586"/>
                    <a:pt x="256" y="585"/>
                    <a:pt x="256" y="585"/>
                  </a:cubicBezTo>
                  <a:cubicBezTo>
                    <a:pt x="257" y="584"/>
                    <a:pt x="257" y="583"/>
                    <a:pt x="257" y="582"/>
                  </a:cubicBezTo>
                  <a:cubicBezTo>
                    <a:pt x="259" y="555"/>
                    <a:pt x="237" y="533"/>
                    <a:pt x="233" y="506"/>
                  </a:cubicBezTo>
                  <a:cubicBezTo>
                    <a:pt x="229" y="478"/>
                    <a:pt x="216" y="451"/>
                    <a:pt x="215" y="423"/>
                  </a:cubicBezTo>
                  <a:cubicBezTo>
                    <a:pt x="215" y="422"/>
                    <a:pt x="215" y="422"/>
                    <a:pt x="215" y="421"/>
                  </a:cubicBezTo>
                  <a:cubicBezTo>
                    <a:pt x="215" y="393"/>
                    <a:pt x="213" y="364"/>
                    <a:pt x="209" y="336"/>
                  </a:cubicBezTo>
                  <a:cubicBezTo>
                    <a:pt x="229" y="362"/>
                    <a:pt x="247" y="390"/>
                    <a:pt x="264" y="418"/>
                  </a:cubicBezTo>
                  <a:cubicBezTo>
                    <a:pt x="277" y="441"/>
                    <a:pt x="289" y="464"/>
                    <a:pt x="300" y="488"/>
                  </a:cubicBezTo>
                  <a:cubicBezTo>
                    <a:pt x="336" y="572"/>
                    <a:pt x="383" y="652"/>
                    <a:pt x="423" y="734"/>
                  </a:cubicBezTo>
                  <a:cubicBezTo>
                    <a:pt x="425" y="739"/>
                    <a:pt x="433" y="738"/>
                    <a:pt x="432" y="732"/>
                  </a:cubicBezTo>
                  <a:cubicBezTo>
                    <a:pt x="429" y="692"/>
                    <a:pt x="427" y="634"/>
                    <a:pt x="407" y="598"/>
                  </a:cubicBezTo>
                  <a:cubicBezTo>
                    <a:pt x="384" y="559"/>
                    <a:pt x="389" y="506"/>
                    <a:pt x="366" y="466"/>
                  </a:cubicBezTo>
                  <a:cubicBezTo>
                    <a:pt x="353" y="443"/>
                    <a:pt x="346" y="416"/>
                    <a:pt x="334" y="393"/>
                  </a:cubicBezTo>
                  <a:cubicBezTo>
                    <a:pt x="321" y="363"/>
                    <a:pt x="303" y="336"/>
                    <a:pt x="287" y="308"/>
                  </a:cubicBezTo>
                  <a:cubicBezTo>
                    <a:pt x="259" y="260"/>
                    <a:pt x="217" y="221"/>
                    <a:pt x="187" y="173"/>
                  </a:cubicBezTo>
                  <a:cubicBezTo>
                    <a:pt x="187" y="171"/>
                    <a:pt x="184" y="173"/>
                    <a:pt x="185" y="175"/>
                  </a:cubicBezTo>
                  <a:cubicBezTo>
                    <a:pt x="211" y="219"/>
                    <a:pt x="246" y="256"/>
                    <a:pt x="274" y="299"/>
                  </a:cubicBezTo>
                  <a:cubicBezTo>
                    <a:pt x="282" y="310"/>
                    <a:pt x="288" y="320"/>
                    <a:pt x="295" y="332"/>
                  </a:cubicBezTo>
                  <a:cubicBezTo>
                    <a:pt x="318" y="372"/>
                    <a:pt x="338" y="415"/>
                    <a:pt x="353" y="459"/>
                  </a:cubicBezTo>
                  <a:cubicBezTo>
                    <a:pt x="369" y="500"/>
                    <a:pt x="382" y="541"/>
                    <a:pt x="392" y="583"/>
                  </a:cubicBezTo>
                  <a:cubicBezTo>
                    <a:pt x="396" y="602"/>
                    <a:pt x="405" y="618"/>
                    <a:pt x="409" y="637"/>
                  </a:cubicBezTo>
                  <a:cubicBezTo>
                    <a:pt x="414" y="664"/>
                    <a:pt x="415" y="691"/>
                    <a:pt x="420" y="718"/>
                  </a:cubicBezTo>
                  <a:cubicBezTo>
                    <a:pt x="414" y="687"/>
                    <a:pt x="386" y="644"/>
                    <a:pt x="371" y="611"/>
                  </a:cubicBezTo>
                  <a:cubicBezTo>
                    <a:pt x="349" y="564"/>
                    <a:pt x="323" y="520"/>
                    <a:pt x="303" y="473"/>
                  </a:cubicBezTo>
                  <a:cubicBezTo>
                    <a:pt x="285" y="431"/>
                    <a:pt x="255" y="395"/>
                    <a:pt x="234" y="355"/>
                  </a:cubicBezTo>
                  <a:cubicBezTo>
                    <a:pt x="232" y="353"/>
                    <a:pt x="231" y="350"/>
                    <a:pt x="229" y="348"/>
                  </a:cubicBezTo>
                  <a:cubicBezTo>
                    <a:pt x="221" y="334"/>
                    <a:pt x="212" y="320"/>
                    <a:pt x="202" y="307"/>
                  </a:cubicBezTo>
                  <a:cubicBezTo>
                    <a:pt x="200" y="303"/>
                    <a:pt x="198" y="299"/>
                    <a:pt x="196" y="295"/>
                  </a:cubicBezTo>
                  <a:cubicBezTo>
                    <a:pt x="191" y="286"/>
                    <a:pt x="184" y="278"/>
                    <a:pt x="175" y="272"/>
                  </a:cubicBezTo>
                  <a:cubicBezTo>
                    <a:pt x="173" y="271"/>
                    <a:pt x="171" y="270"/>
                    <a:pt x="169" y="270"/>
                  </a:cubicBezTo>
                  <a:cubicBezTo>
                    <a:pt x="167" y="270"/>
                    <a:pt x="165" y="271"/>
                    <a:pt x="163" y="272"/>
                  </a:cubicBezTo>
                  <a:lnTo>
                    <a:pt x="159" y="269"/>
                  </a:lnTo>
                  <a:cubicBezTo>
                    <a:pt x="159" y="263"/>
                    <a:pt x="159" y="257"/>
                    <a:pt x="159" y="251"/>
                  </a:cubicBezTo>
                  <a:cubicBezTo>
                    <a:pt x="159" y="215"/>
                    <a:pt x="143" y="180"/>
                    <a:pt x="142" y="144"/>
                  </a:cubicBezTo>
                  <a:lnTo>
                    <a:pt x="142" y="143"/>
                  </a:lnTo>
                  <a:lnTo>
                    <a:pt x="141" y="142"/>
                  </a:lnTo>
                  <a:cubicBezTo>
                    <a:pt x="140" y="142"/>
                    <a:pt x="140" y="142"/>
                    <a:pt x="139" y="142"/>
                  </a:cubicBezTo>
                  <a:cubicBezTo>
                    <a:pt x="138" y="142"/>
                    <a:pt x="138" y="142"/>
                    <a:pt x="137" y="142"/>
                  </a:cubicBezTo>
                  <a:lnTo>
                    <a:pt x="136" y="143"/>
                  </a:lnTo>
                  <a:cubicBezTo>
                    <a:pt x="136" y="144"/>
                    <a:pt x="136" y="144"/>
                    <a:pt x="136" y="144"/>
                  </a:cubicBezTo>
                  <a:cubicBezTo>
                    <a:pt x="134" y="225"/>
                    <a:pt x="157" y="309"/>
                    <a:pt x="170" y="388"/>
                  </a:cubicBezTo>
                  <a:cubicBezTo>
                    <a:pt x="176" y="424"/>
                    <a:pt x="187" y="460"/>
                    <a:pt x="200" y="493"/>
                  </a:cubicBezTo>
                  <a:cubicBezTo>
                    <a:pt x="208" y="513"/>
                    <a:pt x="215" y="533"/>
                    <a:pt x="225" y="552"/>
                  </a:cubicBezTo>
                  <a:cubicBezTo>
                    <a:pt x="241" y="586"/>
                    <a:pt x="244" y="592"/>
                    <a:pt x="223" y="558"/>
                  </a:cubicBezTo>
                  <a:cubicBezTo>
                    <a:pt x="172" y="476"/>
                    <a:pt x="123" y="395"/>
                    <a:pt x="100" y="300"/>
                  </a:cubicBezTo>
                  <a:cubicBezTo>
                    <a:pt x="75" y="201"/>
                    <a:pt x="47" y="104"/>
                    <a:pt x="45" y="1"/>
                  </a:cubicBezTo>
                  <a:moveTo>
                    <a:pt x="105" y="372"/>
                  </a:moveTo>
                  <a:cubicBezTo>
                    <a:pt x="104" y="374"/>
                    <a:pt x="103" y="376"/>
                    <a:pt x="102" y="378"/>
                  </a:cubicBezTo>
                  <a:cubicBezTo>
                    <a:pt x="102" y="371"/>
                    <a:pt x="102" y="363"/>
                    <a:pt x="101" y="356"/>
                  </a:cubicBezTo>
                  <a:cubicBezTo>
                    <a:pt x="102" y="362"/>
                    <a:pt x="104" y="367"/>
                    <a:pt x="105" y="3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7"/>
            <p:cNvSpPr/>
            <p:nvPr/>
          </p:nvSpPr>
          <p:spPr>
            <a:xfrm>
              <a:off x="8502840" y="3802320"/>
              <a:ext cx="5040" cy="45000"/>
            </a:xfrm>
            <a:custGeom>
              <a:rect b="b" l="l" r="r" t="t"/>
              <a:pathLst>
                <a:path extrusionOk="0" h="125" w="14">
                  <a:moveTo>
                    <a:pt x="12" y="106"/>
                  </a:moveTo>
                  <a:cubicBezTo>
                    <a:pt x="12" y="88"/>
                    <a:pt x="8" y="70"/>
                    <a:pt x="9" y="52"/>
                  </a:cubicBezTo>
                  <a:cubicBezTo>
                    <a:pt x="8" y="35"/>
                    <a:pt x="6" y="19"/>
                    <a:pt x="3" y="2"/>
                  </a:cubicBezTo>
                  <a:cubicBezTo>
                    <a:pt x="3" y="0"/>
                    <a:pt x="0" y="1"/>
                    <a:pt x="0" y="2"/>
                  </a:cubicBezTo>
                  <a:cubicBezTo>
                    <a:pt x="0" y="19"/>
                    <a:pt x="2" y="36"/>
                    <a:pt x="4" y="52"/>
                  </a:cubicBezTo>
                  <a:cubicBezTo>
                    <a:pt x="5" y="70"/>
                    <a:pt x="7" y="88"/>
                    <a:pt x="10" y="106"/>
                  </a:cubicBezTo>
                  <a:cubicBezTo>
                    <a:pt x="13" y="124"/>
                    <a:pt x="12" y="107"/>
                    <a:pt x="12" y="10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7"/>
            <p:cNvSpPr/>
            <p:nvPr/>
          </p:nvSpPr>
          <p:spPr>
            <a:xfrm>
              <a:off x="8449560" y="3583080"/>
              <a:ext cx="52920" cy="191520"/>
            </a:xfrm>
            <a:custGeom>
              <a:rect b="b" l="l" r="r" t="t"/>
              <a:pathLst>
                <a:path extrusionOk="0" h="532" w="147">
                  <a:moveTo>
                    <a:pt x="60" y="131"/>
                  </a:moveTo>
                  <a:cubicBezTo>
                    <a:pt x="43" y="87"/>
                    <a:pt x="33" y="39"/>
                    <a:pt x="4" y="1"/>
                  </a:cubicBezTo>
                  <a:lnTo>
                    <a:pt x="3" y="1"/>
                  </a:lnTo>
                  <a:lnTo>
                    <a:pt x="2" y="0"/>
                  </a:lnTo>
                  <a:lnTo>
                    <a:pt x="1" y="1"/>
                  </a:lnTo>
                  <a:cubicBezTo>
                    <a:pt x="1" y="1"/>
                    <a:pt x="0" y="1"/>
                    <a:pt x="0" y="2"/>
                  </a:cubicBezTo>
                  <a:lnTo>
                    <a:pt x="0" y="3"/>
                  </a:lnTo>
                  <a:cubicBezTo>
                    <a:pt x="16" y="36"/>
                    <a:pt x="29" y="70"/>
                    <a:pt x="39" y="104"/>
                  </a:cubicBezTo>
                  <a:cubicBezTo>
                    <a:pt x="57" y="160"/>
                    <a:pt x="81" y="213"/>
                    <a:pt x="98" y="269"/>
                  </a:cubicBezTo>
                  <a:cubicBezTo>
                    <a:pt x="126" y="353"/>
                    <a:pt x="140" y="440"/>
                    <a:pt x="142" y="528"/>
                  </a:cubicBezTo>
                  <a:cubicBezTo>
                    <a:pt x="142" y="530"/>
                    <a:pt x="145" y="531"/>
                    <a:pt x="145" y="528"/>
                  </a:cubicBezTo>
                  <a:cubicBezTo>
                    <a:pt x="146" y="521"/>
                    <a:pt x="146" y="515"/>
                    <a:pt x="146" y="508"/>
                  </a:cubicBezTo>
                  <a:cubicBezTo>
                    <a:pt x="146" y="432"/>
                    <a:pt x="135" y="357"/>
                    <a:pt x="115" y="284"/>
                  </a:cubicBezTo>
                  <a:cubicBezTo>
                    <a:pt x="101" y="232"/>
                    <a:pt x="79" y="182"/>
                    <a:pt x="60"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37"/>
            <p:cNvSpPr/>
            <p:nvPr/>
          </p:nvSpPr>
          <p:spPr>
            <a:xfrm>
              <a:off x="8524080" y="3687840"/>
              <a:ext cx="17640" cy="45720"/>
            </a:xfrm>
            <a:custGeom>
              <a:rect b="b" l="l" r="r" t="t"/>
              <a:pathLst>
                <a:path extrusionOk="0" h="127" w="49">
                  <a:moveTo>
                    <a:pt x="47" y="124"/>
                  </a:moveTo>
                  <a:cubicBezTo>
                    <a:pt x="48" y="106"/>
                    <a:pt x="33" y="85"/>
                    <a:pt x="28" y="68"/>
                  </a:cubicBezTo>
                  <a:cubicBezTo>
                    <a:pt x="23" y="56"/>
                    <a:pt x="23" y="43"/>
                    <a:pt x="18" y="31"/>
                  </a:cubicBezTo>
                  <a:cubicBezTo>
                    <a:pt x="13" y="19"/>
                    <a:pt x="4" y="16"/>
                    <a:pt x="4" y="1"/>
                  </a:cubicBezTo>
                  <a:cubicBezTo>
                    <a:pt x="4" y="0"/>
                    <a:pt x="3" y="0"/>
                    <a:pt x="3" y="0"/>
                  </a:cubicBezTo>
                  <a:lnTo>
                    <a:pt x="2" y="0"/>
                  </a:lnTo>
                  <a:lnTo>
                    <a:pt x="1" y="0"/>
                  </a:lnTo>
                  <a:cubicBezTo>
                    <a:pt x="0" y="0"/>
                    <a:pt x="0" y="0"/>
                    <a:pt x="0" y="1"/>
                  </a:cubicBezTo>
                  <a:cubicBezTo>
                    <a:pt x="0" y="21"/>
                    <a:pt x="16" y="35"/>
                    <a:pt x="20" y="54"/>
                  </a:cubicBezTo>
                  <a:cubicBezTo>
                    <a:pt x="24" y="79"/>
                    <a:pt x="41" y="100"/>
                    <a:pt x="45" y="124"/>
                  </a:cubicBezTo>
                  <a:lnTo>
                    <a:pt x="45" y="125"/>
                  </a:lnTo>
                  <a:lnTo>
                    <a:pt x="46" y="125"/>
                  </a:lnTo>
                  <a:cubicBezTo>
                    <a:pt x="46" y="125"/>
                    <a:pt x="46" y="126"/>
                    <a:pt x="47" y="125"/>
                  </a:cubicBezTo>
                  <a:cubicBezTo>
                    <a:pt x="48" y="124"/>
                    <a:pt x="47" y="124"/>
                    <a:pt x="47"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37"/>
            <p:cNvSpPr/>
            <p:nvPr/>
          </p:nvSpPr>
          <p:spPr>
            <a:xfrm>
              <a:off x="8486280" y="3512160"/>
              <a:ext cx="282960" cy="580320"/>
            </a:xfrm>
            <a:custGeom>
              <a:rect b="b" l="l" r="r" t="t"/>
              <a:pathLst>
                <a:path extrusionOk="0" h="1612" w="786">
                  <a:moveTo>
                    <a:pt x="108" y="374"/>
                  </a:moveTo>
                  <a:cubicBezTo>
                    <a:pt x="105" y="364"/>
                    <a:pt x="101" y="354"/>
                    <a:pt x="98" y="343"/>
                  </a:cubicBezTo>
                  <a:cubicBezTo>
                    <a:pt x="87" y="312"/>
                    <a:pt x="82" y="280"/>
                    <a:pt x="72" y="249"/>
                  </a:cubicBezTo>
                  <a:cubicBezTo>
                    <a:pt x="65" y="224"/>
                    <a:pt x="66" y="197"/>
                    <a:pt x="57" y="173"/>
                  </a:cubicBezTo>
                  <a:cubicBezTo>
                    <a:pt x="51" y="155"/>
                    <a:pt x="45" y="137"/>
                    <a:pt x="40" y="118"/>
                  </a:cubicBezTo>
                  <a:cubicBezTo>
                    <a:pt x="30" y="79"/>
                    <a:pt x="19" y="41"/>
                    <a:pt x="5" y="2"/>
                  </a:cubicBezTo>
                  <a:cubicBezTo>
                    <a:pt x="5" y="0"/>
                    <a:pt x="0" y="1"/>
                    <a:pt x="1" y="2"/>
                  </a:cubicBezTo>
                  <a:cubicBezTo>
                    <a:pt x="24" y="69"/>
                    <a:pt x="41" y="139"/>
                    <a:pt x="51" y="209"/>
                  </a:cubicBezTo>
                  <a:cubicBezTo>
                    <a:pt x="59" y="259"/>
                    <a:pt x="72" y="309"/>
                    <a:pt x="90" y="357"/>
                  </a:cubicBezTo>
                  <a:cubicBezTo>
                    <a:pt x="90" y="358"/>
                    <a:pt x="89" y="358"/>
                    <a:pt x="89" y="359"/>
                  </a:cubicBezTo>
                  <a:cubicBezTo>
                    <a:pt x="89" y="359"/>
                    <a:pt x="89" y="360"/>
                    <a:pt x="89" y="361"/>
                  </a:cubicBezTo>
                  <a:cubicBezTo>
                    <a:pt x="89" y="361"/>
                    <a:pt x="89" y="362"/>
                    <a:pt x="89" y="363"/>
                  </a:cubicBezTo>
                  <a:lnTo>
                    <a:pt x="90" y="364"/>
                  </a:lnTo>
                  <a:cubicBezTo>
                    <a:pt x="91" y="365"/>
                    <a:pt x="93" y="366"/>
                    <a:pt x="94" y="367"/>
                  </a:cubicBezTo>
                  <a:cubicBezTo>
                    <a:pt x="100" y="385"/>
                    <a:pt x="105" y="403"/>
                    <a:pt x="110" y="421"/>
                  </a:cubicBezTo>
                  <a:cubicBezTo>
                    <a:pt x="110" y="423"/>
                    <a:pt x="115" y="423"/>
                    <a:pt x="115" y="421"/>
                  </a:cubicBezTo>
                  <a:cubicBezTo>
                    <a:pt x="116" y="419"/>
                    <a:pt x="115" y="416"/>
                    <a:pt x="115" y="414"/>
                  </a:cubicBezTo>
                  <a:cubicBezTo>
                    <a:pt x="123" y="439"/>
                    <a:pt x="129" y="466"/>
                    <a:pt x="135" y="479"/>
                  </a:cubicBezTo>
                  <a:cubicBezTo>
                    <a:pt x="149" y="515"/>
                    <a:pt x="164" y="550"/>
                    <a:pt x="178" y="586"/>
                  </a:cubicBezTo>
                  <a:cubicBezTo>
                    <a:pt x="204" y="650"/>
                    <a:pt x="253" y="704"/>
                    <a:pt x="295" y="758"/>
                  </a:cubicBezTo>
                  <a:cubicBezTo>
                    <a:pt x="343" y="819"/>
                    <a:pt x="374" y="893"/>
                    <a:pt x="413" y="960"/>
                  </a:cubicBezTo>
                  <a:cubicBezTo>
                    <a:pt x="430" y="988"/>
                    <a:pt x="446" y="1019"/>
                    <a:pt x="466" y="1045"/>
                  </a:cubicBezTo>
                  <a:cubicBezTo>
                    <a:pt x="474" y="1056"/>
                    <a:pt x="481" y="1068"/>
                    <a:pt x="489" y="1079"/>
                  </a:cubicBezTo>
                  <a:cubicBezTo>
                    <a:pt x="481" y="1076"/>
                    <a:pt x="473" y="1072"/>
                    <a:pt x="466" y="1067"/>
                  </a:cubicBezTo>
                  <a:cubicBezTo>
                    <a:pt x="460" y="1064"/>
                    <a:pt x="455" y="1061"/>
                    <a:pt x="450" y="1057"/>
                  </a:cubicBezTo>
                  <a:cubicBezTo>
                    <a:pt x="407" y="1027"/>
                    <a:pt x="371" y="989"/>
                    <a:pt x="342" y="945"/>
                  </a:cubicBezTo>
                  <a:cubicBezTo>
                    <a:pt x="298" y="878"/>
                    <a:pt x="275" y="792"/>
                    <a:pt x="218" y="733"/>
                  </a:cubicBezTo>
                  <a:cubicBezTo>
                    <a:pt x="216" y="731"/>
                    <a:pt x="213" y="733"/>
                    <a:pt x="215" y="736"/>
                  </a:cubicBezTo>
                  <a:cubicBezTo>
                    <a:pt x="277" y="802"/>
                    <a:pt x="300" y="899"/>
                    <a:pt x="348" y="974"/>
                  </a:cubicBezTo>
                  <a:cubicBezTo>
                    <a:pt x="362" y="997"/>
                    <a:pt x="380" y="1018"/>
                    <a:pt x="400" y="1036"/>
                  </a:cubicBezTo>
                  <a:lnTo>
                    <a:pt x="399" y="1036"/>
                  </a:lnTo>
                  <a:cubicBezTo>
                    <a:pt x="397" y="1036"/>
                    <a:pt x="396" y="1037"/>
                    <a:pt x="394" y="1037"/>
                  </a:cubicBezTo>
                  <a:cubicBezTo>
                    <a:pt x="393" y="1038"/>
                    <a:pt x="392" y="1039"/>
                    <a:pt x="391" y="1040"/>
                  </a:cubicBezTo>
                  <a:cubicBezTo>
                    <a:pt x="390" y="1041"/>
                    <a:pt x="390" y="1043"/>
                    <a:pt x="390" y="1044"/>
                  </a:cubicBezTo>
                  <a:cubicBezTo>
                    <a:pt x="390" y="1046"/>
                    <a:pt x="390" y="1047"/>
                    <a:pt x="391" y="1049"/>
                  </a:cubicBezTo>
                  <a:lnTo>
                    <a:pt x="392" y="1050"/>
                  </a:lnTo>
                  <a:cubicBezTo>
                    <a:pt x="405" y="1063"/>
                    <a:pt x="408" y="1104"/>
                    <a:pt x="411" y="1120"/>
                  </a:cubicBezTo>
                  <a:cubicBezTo>
                    <a:pt x="416" y="1146"/>
                    <a:pt x="419" y="1171"/>
                    <a:pt x="425" y="1197"/>
                  </a:cubicBezTo>
                  <a:cubicBezTo>
                    <a:pt x="432" y="1231"/>
                    <a:pt x="425" y="1276"/>
                    <a:pt x="425" y="1311"/>
                  </a:cubicBezTo>
                  <a:cubicBezTo>
                    <a:pt x="425" y="1334"/>
                    <a:pt x="427" y="1359"/>
                    <a:pt x="427" y="1383"/>
                  </a:cubicBezTo>
                  <a:cubicBezTo>
                    <a:pt x="426" y="1371"/>
                    <a:pt x="424" y="1360"/>
                    <a:pt x="423" y="1353"/>
                  </a:cubicBezTo>
                  <a:cubicBezTo>
                    <a:pt x="414" y="1314"/>
                    <a:pt x="407" y="1276"/>
                    <a:pt x="398" y="1238"/>
                  </a:cubicBezTo>
                  <a:cubicBezTo>
                    <a:pt x="381" y="1168"/>
                    <a:pt x="358" y="1099"/>
                    <a:pt x="332" y="1032"/>
                  </a:cubicBezTo>
                  <a:cubicBezTo>
                    <a:pt x="310" y="977"/>
                    <a:pt x="298" y="908"/>
                    <a:pt x="260" y="860"/>
                  </a:cubicBezTo>
                  <a:cubicBezTo>
                    <a:pt x="254" y="850"/>
                    <a:pt x="247" y="840"/>
                    <a:pt x="241" y="829"/>
                  </a:cubicBezTo>
                  <a:cubicBezTo>
                    <a:pt x="230" y="809"/>
                    <a:pt x="219" y="789"/>
                    <a:pt x="210" y="768"/>
                  </a:cubicBezTo>
                  <a:cubicBezTo>
                    <a:pt x="208" y="763"/>
                    <a:pt x="205" y="758"/>
                    <a:pt x="202" y="754"/>
                  </a:cubicBezTo>
                  <a:cubicBezTo>
                    <a:pt x="189" y="730"/>
                    <a:pt x="173" y="709"/>
                    <a:pt x="154" y="689"/>
                  </a:cubicBezTo>
                  <a:lnTo>
                    <a:pt x="153" y="689"/>
                  </a:lnTo>
                  <a:cubicBezTo>
                    <a:pt x="152" y="689"/>
                    <a:pt x="152" y="689"/>
                    <a:pt x="152" y="689"/>
                  </a:cubicBezTo>
                  <a:cubicBezTo>
                    <a:pt x="151" y="690"/>
                    <a:pt x="151" y="690"/>
                    <a:pt x="151" y="690"/>
                  </a:cubicBezTo>
                  <a:lnTo>
                    <a:pt x="151" y="691"/>
                  </a:lnTo>
                  <a:lnTo>
                    <a:pt x="151" y="692"/>
                  </a:lnTo>
                  <a:cubicBezTo>
                    <a:pt x="191" y="735"/>
                    <a:pt x="204" y="789"/>
                    <a:pt x="235" y="837"/>
                  </a:cubicBezTo>
                  <a:cubicBezTo>
                    <a:pt x="242" y="847"/>
                    <a:pt x="249" y="858"/>
                    <a:pt x="255" y="868"/>
                  </a:cubicBezTo>
                  <a:cubicBezTo>
                    <a:pt x="267" y="889"/>
                    <a:pt x="278" y="911"/>
                    <a:pt x="286" y="934"/>
                  </a:cubicBezTo>
                  <a:cubicBezTo>
                    <a:pt x="299" y="968"/>
                    <a:pt x="308" y="1003"/>
                    <a:pt x="320" y="1037"/>
                  </a:cubicBezTo>
                  <a:cubicBezTo>
                    <a:pt x="343" y="1105"/>
                    <a:pt x="366" y="1172"/>
                    <a:pt x="385" y="1241"/>
                  </a:cubicBezTo>
                  <a:cubicBezTo>
                    <a:pt x="394" y="1275"/>
                    <a:pt x="399" y="1310"/>
                    <a:pt x="407" y="1345"/>
                  </a:cubicBezTo>
                  <a:lnTo>
                    <a:pt x="405" y="1342"/>
                  </a:lnTo>
                  <a:cubicBezTo>
                    <a:pt x="393" y="1312"/>
                    <a:pt x="366" y="1286"/>
                    <a:pt x="349" y="1257"/>
                  </a:cubicBezTo>
                  <a:cubicBezTo>
                    <a:pt x="339" y="1242"/>
                    <a:pt x="330" y="1227"/>
                    <a:pt x="321" y="1211"/>
                  </a:cubicBezTo>
                  <a:cubicBezTo>
                    <a:pt x="313" y="1197"/>
                    <a:pt x="305" y="1183"/>
                    <a:pt x="297" y="1168"/>
                  </a:cubicBezTo>
                  <a:cubicBezTo>
                    <a:pt x="282" y="1132"/>
                    <a:pt x="272" y="1093"/>
                    <a:pt x="253" y="1059"/>
                  </a:cubicBezTo>
                  <a:cubicBezTo>
                    <a:pt x="212" y="980"/>
                    <a:pt x="196" y="897"/>
                    <a:pt x="164" y="815"/>
                  </a:cubicBezTo>
                  <a:cubicBezTo>
                    <a:pt x="143" y="760"/>
                    <a:pt x="131" y="693"/>
                    <a:pt x="95" y="645"/>
                  </a:cubicBezTo>
                  <a:cubicBezTo>
                    <a:pt x="93" y="643"/>
                    <a:pt x="90" y="645"/>
                    <a:pt x="91" y="648"/>
                  </a:cubicBezTo>
                  <a:cubicBezTo>
                    <a:pt x="94" y="652"/>
                    <a:pt x="98" y="657"/>
                    <a:pt x="100" y="662"/>
                  </a:cubicBezTo>
                  <a:cubicBezTo>
                    <a:pt x="113" y="684"/>
                    <a:pt x="122" y="707"/>
                    <a:pt x="127" y="731"/>
                  </a:cubicBezTo>
                  <a:cubicBezTo>
                    <a:pt x="136" y="777"/>
                    <a:pt x="157" y="819"/>
                    <a:pt x="170" y="863"/>
                  </a:cubicBezTo>
                  <a:cubicBezTo>
                    <a:pt x="189" y="937"/>
                    <a:pt x="215" y="1008"/>
                    <a:pt x="248" y="1077"/>
                  </a:cubicBezTo>
                  <a:cubicBezTo>
                    <a:pt x="266" y="1110"/>
                    <a:pt x="276" y="1152"/>
                    <a:pt x="290" y="1187"/>
                  </a:cubicBezTo>
                  <a:cubicBezTo>
                    <a:pt x="298" y="1202"/>
                    <a:pt x="305" y="1216"/>
                    <a:pt x="313" y="1230"/>
                  </a:cubicBezTo>
                  <a:cubicBezTo>
                    <a:pt x="323" y="1247"/>
                    <a:pt x="334" y="1263"/>
                    <a:pt x="345" y="1280"/>
                  </a:cubicBezTo>
                  <a:cubicBezTo>
                    <a:pt x="365" y="1314"/>
                    <a:pt x="387" y="1347"/>
                    <a:pt x="412" y="1378"/>
                  </a:cubicBezTo>
                  <a:cubicBezTo>
                    <a:pt x="412" y="1395"/>
                    <a:pt x="417" y="1411"/>
                    <a:pt x="425" y="1426"/>
                  </a:cubicBezTo>
                  <a:lnTo>
                    <a:pt x="426" y="1427"/>
                  </a:lnTo>
                  <a:lnTo>
                    <a:pt x="427" y="1428"/>
                  </a:lnTo>
                  <a:cubicBezTo>
                    <a:pt x="428" y="1429"/>
                    <a:pt x="430" y="1429"/>
                    <a:pt x="431" y="1429"/>
                  </a:cubicBezTo>
                  <a:cubicBezTo>
                    <a:pt x="433" y="1429"/>
                    <a:pt x="433" y="1429"/>
                    <a:pt x="434" y="1428"/>
                  </a:cubicBezTo>
                  <a:cubicBezTo>
                    <a:pt x="435" y="1428"/>
                    <a:pt x="436" y="1427"/>
                    <a:pt x="436" y="1426"/>
                  </a:cubicBezTo>
                  <a:cubicBezTo>
                    <a:pt x="437" y="1425"/>
                    <a:pt x="437" y="1425"/>
                    <a:pt x="437" y="1424"/>
                  </a:cubicBezTo>
                  <a:cubicBezTo>
                    <a:pt x="454" y="1488"/>
                    <a:pt x="479" y="1549"/>
                    <a:pt x="509" y="1608"/>
                  </a:cubicBezTo>
                  <a:cubicBezTo>
                    <a:pt x="510" y="1609"/>
                    <a:pt x="511" y="1609"/>
                    <a:pt x="512" y="1610"/>
                  </a:cubicBezTo>
                  <a:cubicBezTo>
                    <a:pt x="513" y="1611"/>
                    <a:pt x="514" y="1611"/>
                    <a:pt x="515" y="1611"/>
                  </a:cubicBezTo>
                  <a:cubicBezTo>
                    <a:pt x="517" y="1611"/>
                    <a:pt x="518" y="1611"/>
                    <a:pt x="519" y="1610"/>
                  </a:cubicBezTo>
                  <a:cubicBezTo>
                    <a:pt x="520" y="1609"/>
                    <a:pt x="521" y="1608"/>
                    <a:pt x="522" y="1607"/>
                  </a:cubicBezTo>
                  <a:cubicBezTo>
                    <a:pt x="523" y="1606"/>
                    <a:pt x="523" y="1605"/>
                    <a:pt x="523" y="1604"/>
                  </a:cubicBezTo>
                  <a:cubicBezTo>
                    <a:pt x="516" y="1510"/>
                    <a:pt x="480" y="1418"/>
                    <a:pt x="477" y="1325"/>
                  </a:cubicBezTo>
                  <a:cubicBezTo>
                    <a:pt x="476" y="1286"/>
                    <a:pt x="466" y="1207"/>
                    <a:pt x="436" y="1171"/>
                  </a:cubicBezTo>
                  <a:cubicBezTo>
                    <a:pt x="434" y="1156"/>
                    <a:pt x="431" y="1141"/>
                    <a:pt x="428" y="1126"/>
                  </a:cubicBezTo>
                  <a:lnTo>
                    <a:pt x="432" y="1136"/>
                  </a:lnTo>
                  <a:cubicBezTo>
                    <a:pt x="433" y="1140"/>
                    <a:pt x="436" y="1144"/>
                    <a:pt x="438" y="1148"/>
                  </a:cubicBezTo>
                  <a:cubicBezTo>
                    <a:pt x="442" y="1154"/>
                    <a:pt x="445" y="1159"/>
                    <a:pt x="450" y="1164"/>
                  </a:cubicBezTo>
                  <a:cubicBezTo>
                    <a:pt x="454" y="1169"/>
                    <a:pt x="450" y="1164"/>
                    <a:pt x="450" y="1164"/>
                  </a:cubicBezTo>
                  <a:cubicBezTo>
                    <a:pt x="453" y="1202"/>
                    <a:pt x="496" y="1233"/>
                    <a:pt x="521" y="1258"/>
                  </a:cubicBezTo>
                  <a:cubicBezTo>
                    <a:pt x="565" y="1302"/>
                    <a:pt x="613" y="1341"/>
                    <a:pt x="655" y="1387"/>
                  </a:cubicBezTo>
                  <a:cubicBezTo>
                    <a:pt x="657" y="1389"/>
                    <a:pt x="661" y="1389"/>
                    <a:pt x="662" y="1385"/>
                  </a:cubicBezTo>
                  <a:cubicBezTo>
                    <a:pt x="662" y="1384"/>
                    <a:pt x="663" y="1382"/>
                    <a:pt x="663" y="1381"/>
                  </a:cubicBezTo>
                  <a:cubicBezTo>
                    <a:pt x="663" y="1375"/>
                    <a:pt x="661" y="1369"/>
                    <a:pt x="658" y="1364"/>
                  </a:cubicBezTo>
                  <a:cubicBezTo>
                    <a:pt x="657" y="1362"/>
                    <a:pt x="655" y="1360"/>
                    <a:pt x="654" y="1358"/>
                  </a:cubicBezTo>
                  <a:cubicBezTo>
                    <a:pt x="632" y="1331"/>
                    <a:pt x="607" y="1307"/>
                    <a:pt x="580" y="1285"/>
                  </a:cubicBezTo>
                  <a:cubicBezTo>
                    <a:pt x="548" y="1259"/>
                    <a:pt x="517" y="1230"/>
                    <a:pt x="489" y="1199"/>
                  </a:cubicBezTo>
                  <a:cubicBezTo>
                    <a:pt x="461" y="1169"/>
                    <a:pt x="489" y="1199"/>
                    <a:pt x="489" y="1199"/>
                  </a:cubicBezTo>
                  <a:cubicBezTo>
                    <a:pt x="495" y="1181"/>
                    <a:pt x="476" y="1170"/>
                    <a:pt x="463" y="1160"/>
                  </a:cubicBezTo>
                  <a:cubicBezTo>
                    <a:pt x="458" y="1154"/>
                    <a:pt x="453" y="1148"/>
                    <a:pt x="449" y="1141"/>
                  </a:cubicBezTo>
                  <a:cubicBezTo>
                    <a:pt x="443" y="1130"/>
                    <a:pt x="439" y="1119"/>
                    <a:pt x="436" y="1107"/>
                  </a:cubicBezTo>
                  <a:lnTo>
                    <a:pt x="435" y="1103"/>
                  </a:lnTo>
                  <a:cubicBezTo>
                    <a:pt x="460" y="1135"/>
                    <a:pt x="488" y="1164"/>
                    <a:pt x="518" y="1191"/>
                  </a:cubicBezTo>
                  <a:cubicBezTo>
                    <a:pt x="544" y="1217"/>
                    <a:pt x="572" y="1238"/>
                    <a:pt x="590" y="1272"/>
                  </a:cubicBezTo>
                  <a:cubicBezTo>
                    <a:pt x="600" y="1290"/>
                    <a:pt x="613" y="1306"/>
                    <a:pt x="628" y="1321"/>
                  </a:cubicBezTo>
                  <a:cubicBezTo>
                    <a:pt x="653" y="1349"/>
                    <a:pt x="674" y="1380"/>
                    <a:pt x="693" y="1412"/>
                  </a:cubicBezTo>
                  <a:cubicBezTo>
                    <a:pt x="705" y="1432"/>
                    <a:pt x="715" y="1453"/>
                    <a:pt x="725" y="1475"/>
                  </a:cubicBezTo>
                  <a:cubicBezTo>
                    <a:pt x="738" y="1504"/>
                    <a:pt x="748" y="1536"/>
                    <a:pt x="764" y="1564"/>
                  </a:cubicBezTo>
                  <a:cubicBezTo>
                    <a:pt x="764" y="1566"/>
                    <a:pt x="764" y="1567"/>
                    <a:pt x="765" y="1569"/>
                  </a:cubicBezTo>
                  <a:lnTo>
                    <a:pt x="766" y="1570"/>
                  </a:lnTo>
                  <a:cubicBezTo>
                    <a:pt x="767" y="1571"/>
                    <a:pt x="767" y="1571"/>
                    <a:pt x="768" y="1572"/>
                  </a:cubicBezTo>
                  <a:cubicBezTo>
                    <a:pt x="771" y="1576"/>
                    <a:pt x="772" y="1580"/>
                    <a:pt x="775" y="1583"/>
                  </a:cubicBezTo>
                  <a:cubicBezTo>
                    <a:pt x="775" y="1584"/>
                    <a:pt x="776" y="1585"/>
                    <a:pt x="777" y="1585"/>
                  </a:cubicBezTo>
                  <a:cubicBezTo>
                    <a:pt x="778" y="1586"/>
                    <a:pt x="779" y="1586"/>
                    <a:pt x="780" y="1586"/>
                  </a:cubicBezTo>
                  <a:cubicBezTo>
                    <a:pt x="781" y="1586"/>
                    <a:pt x="781" y="1586"/>
                    <a:pt x="782" y="1585"/>
                  </a:cubicBezTo>
                  <a:cubicBezTo>
                    <a:pt x="783" y="1584"/>
                    <a:pt x="784" y="1584"/>
                    <a:pt x="784" y="1583"/>
                  </a:cubicBezTo>
                  <a:cubicBezTo>
                    <a:pt x="785" y="1582"/>
                    <a:pt x="785" y="1581"/>
                    <a:pt x="785" y="1580"/>
                  </a:cubicBezTo>
                  <a:lnTo>
                    <a:pt x="785" y="1579"/>
                  </a:lnTo>
                  <a:lnTo>
                    <a:pt x="784" y="1567"/>
                  </a:lnTo>
                  <a:cubicBezTo>
                    <a:pt x="783" y="1566"/>
                    <a:pt x="783" y="1566"/>
                    <a:pt x="783" y="1566"/>
                  </a:cubicBezTo>
                  <a:cubicBezTo>
                    <a:pt x="783" y="1566"/>
                    <a:pt x="783" y="1565"/>
                    <a:pt x="782" y="1565"/>
                  </a:cubicBezTo>
                  <a:lnTo>
                    <a:pt x="781" y="1565"/>
                  </a:lnTo>
                  <a:cubicBezTo>
                    <a:pt x="780" y="1565"/>
                    <a:pt x="780" y="1565"/>
                    <a:pt x="779" y="1565"/>
                  </a:cubicBezTo>
                  <a:lnTo>
                    <a:pt x="778" y="1566"/>
                  </a:lnTo>
                  <a:lnTo>
                    <a:pt x="778" y="1567"/>
                  </a:lnTo>
                  <a:cubicBezTo>
                    <a:pt x="778" y="1566"/>
                    <a:pt x="778" y="1564"/>
                    <a:pt x="778" y="1563"/>
                  </a:cubicBezTo>
                  <a:cubicBezTo>
                    <a:pt x="778" y="1560"/>
                    <a:pt x="777" y="1556"/>
                    <a:pt x="776" y="1553"/>
                  </a:cubicBezTo>
                  <a:cubicBezTo>
                    <a:pt x="772" y="1504"/>
                    <a:pt x="765" y="1455"/>
                    <a:pt x="754" y="1407"/>
                  </a:cubicBezTo>
                  <a:cubicBezTo>
                    <a:pt x="745" y="1356"/>
                    <a:pt x="727" y="1308"/>
                    <a:pt x="701" y="1263"/>
                  </a:cubicBezTo>
                  <a:cubicBezTo>
                    <a:pt x="692" y="1247"/>
                    <a:pt x="682" y="1232"/>
                    <a:pt x="671" y="1217"/>
                  </a:cubicBezTo>
                  <a:cubicBezTo>
                    <a:pt x="668" y="1214"/>
                    <a:pt x="662" y="1217"/>
                    <a:pt x="665" y="1221"/>
                  </a:cubicBezTo>
                  <a:cubicBezTo>
                    <a:pt x="672" y="1231"/>
                    <a:pt x="679" y="1242"/>
                    <a:pt x="685" y="1252"/>
                  </a:cubicBezTo>
                  <a:cubicBezTo>
                    <a:pt x="717" y="1308"/>
                    <a:pt x="737" y="1371"/>
                    <a:pt x="743" y="1435"/>
                  </a:cubicBezTo>
                  <a:cubicBezTo>
                    <a:pt x="745" y="1455"/>
                    <a:pt x="746" y="1476"/>
                    <a:pt x="749" y="1496"/>
                  </a:cubicBezTo>
                  <a:cubicBezTo>
                    <a:pt x="739" y="1471"/>
                    <a:pt x="728" y="1448"/>
                    <a:pt x="716" y="1425"/>
                  </a:cubicBezTo>
                  <a:cubicBezTo>
                    <a:pt x="693" y="1382"/>
                    <a:pt x="675" y="1343"/>
                    <a:pt x="637" y="1311"/>
                  </a:cubicBezTo>
                  <a:cubicBezTo>
                    <a:pt x="621" y="1294"/>
                    <a:pt x="606" y="1275"/>
                    <a:pt x="594" y="1254"/>
                  </a:cubicBezTo>
                  <a:lnTo>
                    <a:pt x="593" y="1253"/>
                  </a:lnTo>
                  <a:cubicBezTo>
                    <a:pt x="578" y="1231"/>
                    <a:pt x="559" y="1212"/>
                    <a:pt x="538" y="1195"/>
                  </a:cubicBezTo>
                  <a:cubicBezTo>
                    <a:pt x="499" y="1164"/>
                    <a:pt x="464" y="1129"/>
                    <a:pt x="434" y="1089"/>
                  </a:cubicBezTo>
                  <a:lnTo>
                    <a:pt x="433" y="1088"/>
                  </a:lnTo>
                  <a:cubicBezTo>
                    <a:pt x="432" y="1088"/>
                    <a:pt x="432" y="1088"/>
                    <a:pt x="431" y="1088"/>
                  </a:cubicBezTo>
                  <a:lnTo>
                    <a:pt x="430" y="1088"/>
                  </a:lnTo>
                  <a:cubicBezTo>
                    <a:pt x="429" y="1088"/>
                    <a:pt x="429" y="1089"/>
                    <a:pt x="428" y="1089"/>
                  </a:cubicBezTo>
                  <a:cubicBezTo>
                    <a:pt x="424" y="1079"/>
                    <a:pt x="421" y="1068"/>
                    <a:pt x="420" y="1057"/>
                  </a:cubicBezTo>
                  <a:cubicBezTo>
                    <a:pt x="434" y="1069"/>
                    <a:pt x="449" y="1081"/>
                    <a:pt x="464" y="1091"/>
                  </a:cubicBezTo>
                  <a:cubicBezTo>
                    <a:pt x="480" y="1102"/>
                    <a:pt x="497" y="1104"/>
                    <a:pt x="512" y="1113"/>
                  </a:cubicBezTo>
                  <a:cubicBezTo>
                    <a:pt x="517" y="1118"/>
                    <a:pt x="522" y="1122"/>
                    <a:pt x="529" y="1126"/>
                  </a:cubicBezTo>
                  <a:cubicBezTo>
                    <a:pt x="534" y="1130"/>
                    <a:pt x="543" y="1123"/>
                    <a:pt x="538" y="1117"/>
                  </a:cubicBezTo>
                  <a:cubicBezTo>
                    <a:pt x="531" y="1109"/>
                    <a:pt x="523" y="1103"/>
                    <a:pt x="514" y="1098"/>
                  </a:cubicBezTo>
                  <a:cubicBezTo>
                    <a:pt x="497" y="1076"/>
                    <a:pt x="481" y="1053"/>
                    <a:pt x="467" y="1030"/>
                  </a:cubicBezTo>
                  <a:cubicBezTo>
                    <a:pt x="464" y="1024"/>
                    <a:pt x="461" y="1018"/>
                    <a:pt x="458" y="1012"/>
                  </a:cubicBezTo>
                  <a:cubicBezTo>
                    <a:pt x="452" y="1003"/>
                    <a:pt x="447" y="995"/>
                    <a:pt x="442" y="986"/>
                  </a:cubicBezTo>
                  <a:cubicBezTo>
                    <a:pt x="427" y="960"/>
                    <a:pt x="413" y="933"/>
                    <a:pt x="401" y="905"/>
                  </a:cubicBezTo>
                  <a:cubicBezTo>
                    <a:pt x="398" y="898"/>
                    <a:pt x="395" y="891"/>
                    <a:pt x="391" y="884"/>
                  </a:cubicBezTo>
                  <a:lnTo>
                    <a:pt x="411" y="895"/>
                  </a:lnTo>
                  <a:cubicBezTo>
                    <a:pt x="410" y="895"/>
                    <a:pt x="409" y="895"/>
                    <a:pt x="408" y="896"/>
                  </a:cubicBezTo>
                  <a:cubicBezTo>
                    <a:pt x="408" y="896"/>
                    <a:pt x="407" y="897"/>
                    <a:pt x="406" y="898"/>
                  </a:cubicBezTo>
                  <a:cubicBezTo>
                    <a:pt x="406" y="899"/>
                    <a:pt x="405" y="900"/>
                    <a:pt x="405" y="901"/>
                  </a:cubicBezTo>
                  <a:cubicBezTo>
                    <a:pt x="405" y="902"/>
                    <a:pt x="406" y="903"/>
                    <a:pt x="406" y="904"/>
                  </a:cubicBezTo>
                  <a:cubicBezTo>
                    <a:pt x="429" y="953"/>
                    <a:pt x="465" y="961"/>
                    <a:pt x="509" y="988"/>
                  </a:cubicBezTo>
                  <a:cubicBezTo>
                    <a:pt x="555" y="1012"/>
                    <a:pt x="607" y="1025"/>
                    <a:pt x="659" y="1025"/>
                  </a:cubicBezTo>
                  <a:cubicBezTo>
                    <a:pt x="661" y="1025"/>
                    <a:pt x="664" y="1025"/>
                    <a:pt x="666" y="1025"/>
                  </a:cubicBezTo>
                  <a:cubicBezTo>
                    <a:pt x="670" y="1025"/>
                    <a:pt x="673" y="1020"/>
                    <a:pt x="670" y="1017"/>
                  </a:cubicBezTo>
                  <a:cubicBezTo>
                    <a:pt x="639" y="991"/>
                    <a:pt x="579" y="990"/>
                    <a:pt x="540" y="979"/>
                  </a:cubicBezTo>
                  <a:cubicBezTo>
                    <a:pt x="523" y="973"/>
                    <a:pt x="506" y="966"/>
                    <a:pt x="490" y="957"/>
                  </a:cubicBezTo>
                  <a:cubicBezTo>
                    <a:pt x="464" y="942"/>
                    <a:pt x="440" y="922"/>
                    <a:pt x="420" y="899"/>
                  </a:cubicBezTo>
                  <a:cubicBezTo>
                    <a:pt x="433" y="900"/>
                    <a:pt x="445" y="901"/>
                    <a:pt x="457" y="901"/>
                  </a:cubicBezTo>
                  <a:cubicBezTo>
                    <a:pt x="469" y="901"/>
                    <a:pt x="481" y="900"/>
                    <a:pt x="493" y="899"/>
                  </a:cubicBezTo>
                  <a:cubicBezTo>
                    <a:pt x="507" y="900"/>
                    <a:pt x="521" y="901"/>
                    <a:pt x="534" y="901"/>
                  </a:cubicBezTo>
                  <a:cubicBezTo>
                    <a:pt x="548" y="901"/>
                    <a:pt x="561" y="900"/>
                    <a:pt x="575" y="899"/>
                  </a:cubicBezTo>
                  <a:cubicBezTo>
                    <a:pt x="595" y="896"/>
                    <a:pt x="672" y="859"/>
                    <a:pt x="679" y="879"/>
                  </a:cubicBezTo>
                  <a:cubicBezTo>
                    <a:pt x="679" y="880"/>
                    <a:pt x="679" y="879"/>
                    <a:pt x="680" y="880"/>
                  </a:cubicBezTo>
                  <a:cubicBezTo>
                    <a:pt x="681" y="881"/>
                    <a:pt x="680" y="881"/>
                    <a:pt x="681" y="881"/>
                  </a:cubicBezTo>
                  <a:lnTo>
                    <a:pt x="682" y="880"/>
                  </a:lnTo>
                  <a:cubicBezTo>
                    <a:pt x="683" y="879"/>
                    <a:pt x="682" y="880"/>
                    <a:pt x="683" y="879"/>
                  </a:cubicBezTo>
                  <a:cubicBezTo>
                    <a:pt x="684" y="878"/>
                    <a:pt x="684" y="879"/>
                    <a:pt x="684" y="878"/>
                  </a:cubicBezTo>
                  <a:lnTo>
                    <a:pt x="684" y="874"/>
                  </a:lnTo>
                  <a:lnTo>
                    <a:pt x="684" y="873"/>
                  </a:lnTo>
                  <a:lnTo>
                    <a:pt x="684" y="872"/>
                  </a:lnTo>
                  <a:cubicBezTo>
                    <a:pt x="675" y="859"/>
                    <a:pt x="658" y="861"/>
                    <a:pt x="644" y="860"/>
                  </a:cubicBezTo>
                  <a:cubicBezTo>
                    <a:pt x="603" y="857"/>
                    <a:pt x="563" y="835"/>
                    <a:pt x="520" y="834"/>
                  </a:cubicBezTo>
                  <a:cubicBezTo>
                    <a:pt x="467" y="830"/>
                    <a:pt x="415" y="815"/>
                    <a:pt x="368" y="788"/>
                  </a:cubicBezTo>
                  <a:cubicBezTo>
                    <a:pt x="340" y="772"/>
                    <a:pt x="314" y="750"/>
                    <a:pt x="291" y="726"/>
                  </a:cubicBezTo>
                  <a:cubicBezTo>
                    <a:pt x="271" y="696"/>
                    <a:pt x="244" y="672"/>
                    <a:pt x="226" y="639"/>
                  </a:cubicBezTo>
                  <a:cubicBezTo>
                    <a:pt x="205" y="601"/>
                    <a:pt x="187" y="564"/>
                    <a:pt x="170" y="524"/>
                  </a:cubicBezTo>
                  <a:cubicBezTo>
                    <a:pt x="154" y="488"/>
                    <a:pt x="138" y="452"/>
                    <a:pt x="125" y="414"/>
                  </a:cubicBezTo>
                  <a:cubicBezTo>
                    <a:pt x="121" y="400"/>
                    <a:pt x="115" y="387"/>
                    <a:pt x="108" y="374"/>
                  </a:cubicBezTo>
                  <a:moveTo>
                    <a:pt x="468" y="1362"/>
                  </a:moveTo>
                  <a:cubicBezTo>
                    <a:pt x="485" y="1430"/>
                    <a:pt x="497" y="1500"/>
                    <a:pt x="505" y="1570"/>
                  </a:cubicBezTo>
                  <a:cubicBezTo>
                    <a:pt x="488" y="1532"/>
                    <a:pt x="477" y="1488"/>
                    <a:pt x="465" y="1452"/>
                  </a:cubicBezTo>
                  <a:cubicBezTo>
                    <a:pt x="459" y="1436"/>
                    <a:pt x="456" y="1407"/>
                    <a:pt x="438" y="1400"/>
                  </a:cubicBezTo>
                  <a:cubicBezTo>
                    <a:pt x="440" y="1368"/>
                    <a:pt x="441" y="1337"/>
                    <a:pt x="441" y="1305"/>
                  </a:cubicBezTo>
                  <a:cubicBezTo>
                    <a:pt x="441" y="1273"/>
                    <a:pt x="440" y="1241"/>
                    <a:pt x="438" y="1209"/>
                  </a:cubicBezTo>
                  <a:cubicBezTo>
                    <a:pt x="437" y="1178"/>
                    <a:pt x="438" y="1208"/>
                    <a:pt x="438" y="1207"/>
                  </a:cubicBezTo>
                  <a:cubicBezTo>
                    <a:pt x="456" y="1255"/>
                    <a:pt x="458" y="1312"/>
                    <a:pt x="468" y="1362"/>
                  </a:cubicBezTo>
                  <a:moveTo>
                    <a:pt x="413" y="1049"/>
                  </a:moveTo>
                  <a:cubicBezTo>
                    <a:pt x="413" y="1052"/>
                    <a:pt x="413" y="1054"/>
                    <a:pt x="413" y="1056"/>
                  </a:cubicBezTo>
                  <a:cubicBezTo>
                    <a:pt x="412" y="1053"/>
                    <a:pt x="411" y="1051"/>
                    <a:pt x="410" y="1049"/>
                  </a:cubicBezTo>
                  <a:cubicBezTo>
                    <a:pt x="408" y="1046"/>
                    <a:pt x="406" y="1044"/>
                    <a:pt x="404" y="1041"/>
                  </a:cubicBezTo>
                  <a:lnTo>
                    <a:pt x="414" y="1049"/>
                  </a:lnTo>
                  <a:lnTo>
                    <a:pt x="413" y="1049"/>
                  </a:lnTo>
                  <a:moveTo>
                    <a:pt x="462" y="831"/>
                  </a:moveTo>
                  <a:cubicBezTo>
                    <a:pt x="501" y="838"/>
                    <a:pt x="542" y="845"/>
                    <a:pt x="582" y="853"/>
                  </a:cubicBezTo>
                  <a:cubicBezTo>
                    <a:pt x="613" y="856"/>
                    <a:pt x="643" y="862"/>
                    <a:pt x="672" y="870"/>
                  </a:cubicBezTo>
                  <a:cubicBezTo>
                    <a:pt x="668" y="870"/>
                    <a:pt x="664" y="869"/>
                    <a:pt x="659" y="869"/>
                  </a:cubicBezTo>
                  <a:cubicBezTo>
                    <a:pt x="639" y="869"/>
                    <a:pt x="620" y="874"/>
                    <a:pt x="601" y="883"/>
                  </a:cubicBezTo>
                  <a:cubicBezTo>
                    <a:pt x="568" y="898"/>
                    <a:pt x="512" y="887"/>
                    <a:pt x="476" y="886"/>
                  </a:cubicBezTo>
                  <a:cubicBezTo>
                    <a:pt x="460" y="886"/>
                    <a:pt x="444" y="886"/>
                    <a:pt x="428" y="887"/>
                  </a:cubicBezTo>
                  <a:cubicBezTo>
                    <a:pt x="409" y="887"/>
                    <a:pt x="412" y="878"/>
                    <a:pt x="397" y="877"/>
                  </a:cubicBezTo>
                  <a:cubicBezTo>
                    <a:pt x="393" y="877"/>
                    <a:pt x="389" y="876"/>
                    <a:pt x="386" y="874"/>
                  </a:cubicBezTo>
                  <a:cubicBezTo>
                    <a:pt x="383" y="870"/>
                    <a:pt x="380" y="865"/>
                    <a:pt x="378" y="860"/>
                  </a:cubicBezTo>
                  <a:cubicBezTo>
                    <a:pt x="356" y="823"/>
                    <a:pt x="333" y="787"/>
                    <a:pt x="308" y="752"/>
                  </a:cubicBezTo>
                  <a:cubicBezTo>
                    <a:pt x="325" y="769"/>
                    <a:pt x="345" y="783"/>
                    <a:pt x="366" y="795"/>
                  </a:cubicBezTo>
                  <a:cubicBezTo>
                    <a:pt x="395" y="813"/>
                    <a:pt x="428" y="825"/>
                    <a:pt x="462" y="8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37"/>
            <p:cNvSpPr/>
            <p:nvPr/>
          </p:nvSpPr>
          <p:spPr>
            <a:xfrm>
              <a:off x="8202960" y="2995560"/>
              <a:ext cx="24120" cy="10800"/>
            </a:xfrm>
            <a:custGeom>
              <a:rect b="b" l="l" r="r" t="t"/>
              <a:pathLst>
                <a:path extrusionOk="0" h="30" w="67">
                  <a:moveTo>
                    <a:pt x="54" y="15"/>
                  </a:moveTo>
                  <a:cubicBezTo>
                    <a:pt x="50" y="13"/>
                    <a:pt x="46" y="12"/>
                    <a:pt x="42" y="12"/>
                  </a:cubicBezTo>
                  <a:cubicBezTo>
                    <a:pt x="41" y="12"/>
                    <a:pt x="39" y="13"/>
                    <a:pt x="37" y="13"/>
                  </a:cubicBezTo>
                  <a:cubicBezTo>
                    <a:pt x="29" y="13"/>
                    <a:pt x="19" y="10"/>
                    <a:pt x="12" y="6"/>
                  </a:cubicBezTo>
                  <a:cubicBezTo>
                    <a:pt x="9" y="4"/>
                    <a:pt x="8" y="3"/>
                    <a:pt x="6" y="2"/>
                  </a:cubicBezTo>
                  <a:cubicBezTo>
                    <a:pt x="4" y="0"/>
                    <a:pt x="0" y="3"/>
                    <a:pt x="2" y="5"/>
                  </a:cubicBezTo>
                  <a:cubicBezTo>
                    <a:pt x="7" y="10"/>
                    <a:pt x="12" y="13"/>
                    <a:pt x="17" y="16"/>
                  </a:cubicBezTo>
                  <a:cubicBezTo>
                    <a:pt x="20" y="18"/>
                    <a:pt x="24" y="20"/>
                    <a:pt x="28" y="21"/>
                  </a:cubicBezTo>
                  <a:cubicBezTo>
                    <a:pt x="35" y="25"/>
                    <a:pt x="44" y="21"/>
                    <a:pt x="51" y="24"/>
                  </a:cubicBezTo>
                  <a:cubicBezTo>
                    <a:pt x="58" y="27"/>
                    <a:pt x="60" y="29"/>
                    <a:pt x="65" y="24"/>
                  </a:cubicBezTo>
                  <a:cubicBezTo>
                    <a:pt x="65" y="24"/>
                    <a:pt x="66" y="24"/>
                    <a:pt x="66" y="23"/>
                  </a:cubicBezTo>
                  <a:lnTo>
                    <a:pt x="66" y="22"/>
                  </a:lnTo>
                  <a:lnTo>
                    <a:pt x="66" y="21"/>
                  </a:lnTo>
                  <a:lnTo>
                    <a:pt x="65" y="20"/>
                  </a:lnTo>
                  <a:cubicBezTo>
                    <a:pt x="60" y="20"/>
                    <a:pt x="58" y="16"/>
                    <a:pt x="5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7"/>
            <p:cNvSpPr/>
            <p:nvPr/>
          </p:nvSpPr>
          <p:spPr>
            <a:xfrm>
              <a:off x="8238960" y="3011400"/>
              <a:ext cx="18000" cy="11880"/>
            </a:xfrm>
            <a:custGeom>
              <a:rect b="b" l="l" r="r" t="t"/>
              <a:pathLst>
                <a:path extrusionOk="0" h="33" w="50">
                  <a:moveTo>
                    <a:pt x="37" y="21"/>
                  </a:moveTo>
                  <a:cubicBezTo>
                    <a:pt x="34" y="19"/>
                    <a:pt x="31" y="16"/>
                    <a:pt x="27" y="14"/>
                  </a:cubicBezTo>
                  <a:cubicBezTo>
                    <a:pt x="20" y="8"/>
                    <a:pt x="11" y="8"/>
                    <a:pt x="4" y="1"/>
                  </a:cubicBezTo>
                  <a:cubicBezTo>
                    <a:pt x="4" y="1"/>
                    <a:pt x="4" y="2"/>
                    <a:pt x="3" y="1"/>
                  </a:cubicBezTo>
                  <a:cubicBezTo>
                    <a:pt x="2" y="0"/>
                    <a:pt x="3" y="0"/>
                    <a:pt x="2" y="0"/>
                  </a:cubicBezTo>
                  <a:cubicBezTo>
                    <a:pt x="2" y="0"/>
                    <a:pt x="1" y="0"/>
                    <a:pt x="1" y="1"/>
                  </a:cubicBezTo>
                  <a:cubicBezTo>
                    <a:pt x="1" y="1"/>
                    <a:pt x="0" y="1"/>
                    <a:pt x="0" y="2"/>
                  </a:cubicBezTo>
                  <a:lnTo>
                    <a:pt x="0" y="3"/>
                  </a:lnTo>
                  <a:lnTo>
                    <a:pt x="0" y="4"/>
                  </a:lnTo>
                  <a:lnTo>
                    <a:pt x="0" y="5"/>
                  </a:lnTo>
                  <a:cubicBezTo>
                    <a:pt x="6" y="8"/>
                    <a:pt x="11" y="12"/>
                    <a:pt x="17" y="15"/>
                  </a:cubicBezTo>
                  <a:cubicBezTo>
                    <a:pt x="20" y="17"/>
                    <a:pt x="23" y="19"/>
                    <a:pt x="26" y="20"/>
                  </a:cubicBezTo>
                  <a:cubicBezTo>
                    <a:pt x="31" y="24"/>
                    <a:pt x="39" y="32"/>
                    <a:pt x="47" y="29"/>
                  </a:cubicBezTo>
                  <a:cubicBezTo>
                    <a:pt x="47" y="29"/>
                    <a:pt x="47" y="30"/>
                    <a:pt x="48" y="29"/>
                  </a:cubicBezTo>
                  <a:cubicBezTo>
                    <a:pt x="49" y="28"/>
                    <a:pt x="48" y="28"/>
                    <a:pt x="48" y="27"/>
                  </a:cubicBezTo>
                  <a:cubicBezTo>
                    <a:pt x="48" y="27"/>
                    <a:pt x="49" y="27"/>
                    <a:pt x="48" y="26"/>
                  </a:cubicBezTo>
                  <a:cubicBezTo>
                    <a:pt x="47" y="25"/>
                    <a:pt x="47" y="26"/>
                    <a:pt x="47" y="26"/>
                  </a:cubicBezTo>
                  <a:cubicBezTo>
                    <a:pt x="44" y="24"/>
                    <a:pt x="40" y="23"/>
                    <a:pt x="3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7"/>
            <p:cNvSpPr/>
            <p:nvPr/>
          </p:nvSpPr>
          <p:spPr>
            <a:xfrm>
              <a:off x="8268480" y="3036600"/>
              <a:ext cx="108360" cy="157680"/>
            </a:xfrm>
            <a:custGeom>
              <a:rect b="b" l="l" r="r" t="t"/>
              <a:pathLst>
                <a:path extrusionOk="0" h="438" w="301">
                  <a:moveTo>
                    <a:pt x="296" y="436"/>
                  </a:moveTo>
                  <a:cubicBezTo>
                    <a:pt x="297" y="437"/>
                    <a:pt x="297" y="437"/>
                    <a:pt x="298" y="437"/>
                  </a:cubicBezTo>
                  <a:lnTo>
                    <a:pt x="299" y="436"/>
                  </a:lnTo>
                  <a:lnTo>
                    <a:pt x="300" y="436"/>
                  </a:lnTo>
                  <a:cubicBezTo>
                    <a:pt x="300" y="435"/>
                    <a:pt x="300" y="435"/>
                    <a:pt x="300" y="434"/>
                  </a:cubicBezTo>
                  <a:lnTo>
                    <a:pt x="300" y="433"/>
                  </a:lnTo>
                  <a:cubicBezTo>
                    <a:pt x="292" y="421"/>
                    <a:pt x="285" y="410"/>
                    <a:pt x="278" y="398"/>
                  </a:cubicBezTo>
                  <a:cubicBezTo>
                    <a:pt x="258" y="363"/>
                    <a:pt x="241" y="327"/>
                    <a:pt x="226" y="290"/>
                  </a:cubicBezTo>
                  <a:cubicBezTo>
                    <a:pt x="215" y="266"/>
                    <a:pt x="203" y="242"/>
                    <a:pt x="190" y="220"/>
                  </a:cubicBezTo>
                  <a:cubicBezTo>
                    <a:pt x="182" y="206"/>
                    <a:pt x="174" y="192"/>
                    <a:pt x="165" y="179"/>
                  </a:cubicBezTo>
                  <a:cubicBezTo>
                    <a:pt x="161" y="171"/>
                    <a:pt x="157" y="164"/>
                    <a:pt x="153" y="157"/>
                  </a:cubicBezTo>
                  <a:cubicBezTo>
                    <a:pt x="139" y="133"/>
                    <a:pt x="124" y="111"/>
                    <a:pt x="106" y="91"/>
                  </a:cubicBezTo>
                  <a:cubicBezTo>
                    <a:pt x="76" y="61"/>
                    <a:pt x="46" y="10"/>
                    <a:pt x="2" y="0"/>
                  </a:cubicBezTo>
                  <a:cubicBezTo>
                    <a:pt x="1" y="0"/>
                    <a:pt x="0" y="2"/>
                    <a:pt x="2" y="3"/>
                  </a:cubicBezTo>
                  <a:cubicBezTo>
                    <a:pt x="45" y="17"/>
                    <a:pt x="89" y="79"/>
                    <a:pt x="111" y="118"/>
                  </a:cubicBezTo>
                  <a:cubicBezTo>
                    <a:pt x="128" y="148"/>
                    <a:pt x="150" y="180"/>
                    <a:pt x="170" y="210"/>
                  </a:cubicBezTo>
                  <a:cubicBezTo>
                    <a:pt x="219" y="283"/>
                    <a:pt x="231" y="374"/>
                    <a:pt x="296" y="4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7"/>
            <p:cNvSpPr/>
            <p:nvPr/>
          </p:nvSpPr>
          <p:spPr>
            <a:xfrm>
              <a:off x="8268840" y="3064680"/>
              <a:ext cx="19800" cy="30960"/>
            </a:xfrm>
            <a:custGeom>
              <a:rect b="b" l="l" r="r" t="t"/>
              <a:pathLst>
                <a:path extrusionOk="0" h="86" w="55">
                  <a:moveTo>
                    <a:pt x="50" y="83"/>
                  </a:moveTo>
                  <a:cubicBezTo>
                    <a:pt x="52" y="85"/>
                    <a:pt x="54" y="83"/>
                    <a:pt x="54" y="80"/>
                  </a:cubicBezTo>
                  <a:cubicBezTo>
                    <a:pt x="52" y="72"/>
                    <a:pt x="49" y="64"/>
                    <a:pt x="44" y="57"/>
                  </a:cubicBezTo>
                  <a:cubicBezTo>
                    <a:pt x="41" y="52"/>
                    <a:pt x="38" y="47"/>
                    <a:pt x="34" y="43"/>
                  </a:cubicBezTo>
                  <a:cubicBezTo>
                    <a:pt x="34" y="42"/>
                    <a:pt x="34" y="41"/>
                    <a:pt x="33" y="41"/>
                  </a:cubicBezTo>
                  <a:cubicBezTo>
                    <a:pt x="25" y="26"/>
                    <a:pt x="15" y="13"/>
                    <a:pt x="3" y="0"/>
                  </a:cubicBezTo>
                  <a:lnTo>
                    <a:pt x="2" y="0"/>
                  </a:lnTo>
                  <a:lnTo>
                    <a:pt x="1" y="0"/>
                  </a:lnTo>
                  <a:cubicBezTo>
                    <a:pt x="0" y="1"/>
                    <a:pt x="0" y="1"/>
                    <a:pt x="0" y="1"/>
                  </a:cubicBezTo>
                  <a:cubicBezTo>
                    <a:pt x="0" y="2"/>
                    <a:pt x="0" y="2"/>
                    <a:pt x="0" y="2"/>
                  </a:cubicBezTo>
                  <a:cubicBezTo>
                    <a:pt x="0" y="3"/>
                    <a:pt x="0" y="3"/>
                    <a:pt x="0" y="4"/>
                  </a:cubicBezTo>
                  <a:cubicBezTo>
                    <a:pt x="11" y="15"/>
                    <a:pt x="13" y="31"/>
                    <a:pt x="21" y="43"/>
                  </a:cubicBezTo>
                  <a:cubicBezTo>
                    <a:pt x="29" y="57"/>
                    <a:pt x="39" y="71"/>
                    <a:pt x="50"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7"/>
            <p:cNvSpPr/>
            <p:nvPr/>
          </p:nvSpPr>
          <p:spPr>
            <a:xfrm>
              <a:off x="8294040" y="3114360"/>
              <a:ext cx="92880" cy="185040"/>
            </a:xfrm>
            <a:custGeom>
              <a:rect b="b" l="l" r="r" t="t"/>
              <a:pathLst>
                <a:path extrusionOk="0" h="514" w="258">
                  <a:moveTo>
                    <a:pt x="175" y="378"/>
                  </a:moveTo>
                  <a:cubicBezTo>
                    <a:pt x="174" y="378"/>
                    <a:pt x="174" y="377"/>
                    <a:pt x="174" y="377"/>
                  </a:cubicBezTo>
                  <a:cubicBezTo>
                    <a:pt x="160" y="353"/>
                    <a:pt x="149" y="329"/>
                    <a:pt x="139" y="303"/>
                  </a:cubicBezTo>
                  <a:cubicBezTo>
                    <a:pt x="127" y="278"/>
                    <a:pt x="113" y="254"/>
                    <a:pt x="103" y="227"/>
                  </a:cubicBezTo>
                  <a:cubicBezTo>
                    <a:pt x="89" y="188"/>
                    <a:pt x="75" y="149"/>
                    <a:pt x="59" y="112"/>
                  </a:cubicBezTo>
                  <a:cubicBezTo>
                    <a:pt x="43" y="74"/>
                    <a:pt x="31" y="29"/>
                    <a:pt x="3" y="1"/>
                  </a:cubicBezTo>
                  <a:cubicBezTo>
                    <a:pt x="3" y="0"/>
                    <a:pt x="2" y="0"/>
                    <a:pt x="2" y="0"/>
                  </a:cubicBezTo>
                  <a:cubicBezTo>
                    <a:pt x="2" y="0"/>
                    <a:pt x="1" y="0"/>
                    <a:pt x="1" y="1"/>
                  </a:cubicBezTo>
                  <a:lnTo>
                    <a:pt x="0" y="1"/>
                  </a:lnTo>
                  <a:cubicBezTo>
                    <a:pt x="0" y="2"/>
                    <a:pt x="0" y="2"/>
                    <a:pt x="0" y="2"/>
                  </a:cubicBezTo>
                  <a:cubicBezTo>
                    <a:pt x="0" y="3"/>
                    <a:pt x="0" y="3"/>
                    <a:pt x="0" y="3"/>
                  </a:cubicBezTo>
                  <a:cubicBezTo>
                    <a:pt x="35" y="43"/>
                    <a:pt x="55" y="119"/>
                    <a:pt x="66" y="169"/>
                  </a:cubicBezTo>
                  <a:cubicBezTo>
                    <a:pt x="76" y="203"/>
                    <a:pt x="89" y="235"/>
                    <a:pt x="106" y="265"/>
                  </a:cubicBezTo>
                  <a:cubicBezTo>
                    <a:pt x="128" y="310"/>
                    <a:pt x="145" y="358"/>
                    <a:pt x="173" y="399"/>
                  </a:cubicBezTo>
                  <a:cubicBezTo>
                    <a:pt x="190" y="423"/>
                    <a:pt x="207" y="447"/>
                    <a:pt x="224" y="471"/>
                  </a:cubicBezTo>
                  <a:cubicBezTo>
                    <a:pt x="235" y="488"/>
                    <a:pt x="236" y="501"/>
                    <a:pt x="252" y="511"/>
                  </a:cubicBezTo>
                  <a:cubicBezTo>
                    <a:pt x="255" y="513"/>
                    <a:pt x="257" y="508"/>
                    <a:pt x="255" y="506"/>
                  </a:cubicBezTo>
                  <a:cubicBezTo>
                    <a:pt x="239" y="490"/>
                    <a:pt x="227" y="456"/>
                    <a:pt x="215" y="436"/>
                  </a:cubicBezTo>
                  <a:cubicBezTo>
                    <a:pt x="202" y="416"/>
                    <a:pt x="188" y="397"/>
                    <a:pt x="175"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7"/>
            <p:cNvSpPr/>
            <p:nvPr/>
          </p:nvSpPr>
          <p:spPr>
            <a:xfrm>
              <a:off x="8443800" y="3332880"/>
              <a:ext cx="12960" cy="48960"/>
            </a:xfrm>
            <a:custGeom>
              <a:rect b="b" l="l" r="r" t="t"/>
              <a:pathLst>
                <a:path extrusionOk="0" h="136" w="36">
                  <a:moveTo>
                    <a:pt x="32" y="132"/>
                  </a:moveTo>
                  <a:cubicBezTo>
                    <a:pt x="32" y="135"/>
                    <a:pt x="35" y="134"/>
                    <a:pt x="35" y="132"/>
                  </a:cubicBezTo>
                  <a:cubicBezTo>
                    <a:pt x="35" y="109"/>
                    <a:pt x="32" y="86"/>
                    <a:pt x="26" y="64"/>
                  </a:cubicBezTo>
                  <a:cubicBezTo>
                    <a:pt x="23" y="42"/>
                    <a:pt x="16" y="22"/>
                    <a:pt x="6" y="3"/>
                  </a:cubicBezTo>
                  <a:cubicBezTo>
                    <a:pt x="4" y="0"/>
                    <a:pt x="0" y="3"/>
                    <a:pt x="2" y="6"/>
                  </a:cubicBezTo>
                  <a:cubicBezTo>
                    <a:pt x="10" y="22"/>
                    <a:pt x="16" y="40"/>
                    <a:pt x="19" y="58"/>
                  </a:cubicBezTo>
                  <a:cubicBezTo>
                    <a:pt x="25" y="82"/>
                    <a:pt x="29" y="107"/>
                    <a:pt x="32"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7"/>
            <p:cNvSpPr/>
            <p:nvPr/>
          </p:nvSpPr>
          <p:spPr>
            <a:xfrm>
              <a:off x="8378640" y="3258720"/>
              <a:ext cx="99720" cy="223920"/>
            </a:xfrm>
            <a:custGeom>
              <a:rect b="b" l="l" r="r" t="t"/>
              <a:pathLst>
                <a:path extrusionOk="0" h="622" w="277">
                  <a:moveTo>
                    <a:pt x="5" y="2"/>
                  </a:moveTo>
                  <a:cubicBezTo>
                    <a:pt x="3" y="0"/>
                    <a:pt x="0" y="3"/>
                    <a:pt x="2" y="6"/>
                  </a:cubicBezTo>
                  <a:cubicBezTo>
                    <a:pt x="73" y="89"/>
                    <a:pt x="118" y="198"/>
                    <a:pt x="157" y="299"/>
                  </a:cubicBezTo>
                  <a:cubicBezTo>
                    <a:pt x="179" y="356"/>
                    <a:pt x="204" y="411"/>
                    <a:pt x="221" y="470"/>
                  </a:cubicBezTo>
                  <a:cubicBezTo>
                    <a:pt x="231" y="505"/>
                    <a:pt x="248" y="538"/>
                    <a:pt x="257" y="573"/>
                  </a:cubicBezTo>
                  <a:cubicBezTo>
                    <a:pt x="258" y="579"/>
                    <a:pt x="260" y="584"/>
                    <a:pt x="261" y="589"/>
                  </a:cubicBezTo>
                  <a:cubicBezTo>
                    <a:pt x="261" y="599"/>
                    <a:pt x="261" y="608"/>
                    <a:pt x="261" y="618"/>
                  </a:cubicBezTo>
                  <a:cubicBezTo>
                    <a:pt x="261" y="621"/>
                    <a:pt x="265" y="621"/>
                    <a:pt x="266" y="618"/>
                  </a:cubicBezTo>
                  <a:cubicBezTo>
                    <a:pt x="266" y="615"/>
                    <a:pt x="266" y="610"/>
                    <a:pt x="266" y="605"/>
                  </a:cubicBezTo>
                  <a:cubicBezTo>
                    <a:pt x="266" y="606"/>
                    <a:pt x="266" y="607"/>
                    <a:pt x="267" y="608"/>
                  </a:cubicBezTo>
                  <a:cubicBezTo>
                    <a:pt x="267" y="610"/>
                    <a:pt x="270" y="612"/>
                    <a:pt x="271" y="614"/>
                  </a:cubicBezTo>
                  <a:cubicBezTo>
                    <a:pt x="273" y="616"/>
                    <a:pt x="276" y="614"/>
                    <a:pt x="274" y="612"/>
                  </a:cubicBezTo>
                  <a:cubicBezTo>
                    <a:pt x="270" y="604"/>
                    <a:pt x="267" y="596"/>
                    <a:pt x="265" y="588"/>
                  </a:cubicBezTo>
                  <a:cubicBezTo>
                    <a:pt x="264" y="573"/>
                    <a:pt x="262" y="558"/>
                    <a:pt x="262" y="542"/>
                  </a:cubicBezTo>
                  <a:cubicBezTo>
                    <a:pt x="262" y="539"/>
                    <a:pt x="262" y="535"/>
                    <a:pt x="262" y="532"/>
                  </a:cubicBezTo>
                  <a:cubicBezTo>
                    <a:pt x="262" y="517"/>
                    <a:pt x="261" y="503"/>
                    <a:pt x="258" y="489"/>
                  </a:cubicBezTo>
                  <a:cubicBezTo>
                    <a:pt x="251" y="458"/>
                    <a:pt x="253" y="417"/>
                    <a:pt x="235" y="390"/>
                  </a:cubicBezTo>
                  <a:cubicBezTo>
                    <a:pt x="234" y="388"/>
                    <a:pt x="230" y="390"/>
                    <a:pt x="232" y="392"/>
                  </a:cubicBezTo>
                  <a:cubicBezTo>
                    <a:pt x="245" y="414"/>
                    <a:pt x="246" y="457"/>
                    <a:pt x="250" y="479"/>
                  </a:cubicBezTo>
                  <a:cubicBezTo>
                    <a:pt x="254" y="506"/>
                    <a:pt x="257" y="533"/>
                    <a:pt x="259" y="560"/>
                  </a:cubicBezTo>
                  <a:cubicBezTo>
                    <a:pt x="256" y="548"/>
                    <a:pt x="254" y="537"/>
                    <a:pt x="251" y="526"/>
                  </a:cubicBezTo>
                  <a:cubicBezTo>
                    <a:pt x="244" y="502"/>
                    <a:pt x="233" y="478"/>
                    <a:pt x="227" y="453"/>
                  </a:cubicBezTo>
                  <a:cubicBezTo>
                    <a:pt x="211" y="399"/>
                    <a:pt x="191" y="345"/>
                    <a:pt x="168" y="293"/>
                  </a:cubicBezTo>
                  <a:cubicBezTo>
                    <a:pt x="128" y="191"/>
                    <a:pt x="80" y="86"/>
                    <a:pt x="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7"/>
            <p:cNvSpPr/>
            <p:nvPr/>
          </p:nvSpPr>
          <p:spPr>
            <a:xfrm>
              <a:off x="8249400" y="3059280"/>
              <a:ext cx="57960" cy="204840"/>
            </a:xfrm>
            <a:custGeom>
              <a:rect b="b" l="l" r="r" t="t"/>
              <a:pathLst>
                <a:path extrusionOk="0" h="569" w="161">
                  <a:moveTo>
                    <a:pt x="2" y="6"/>
                  </a:moveTo>
                  <a:cubicBezTo>
                    <a:pt x="61" y="80"/>
                    <a:pt x="83" y="166"/>
                    <a:pt x="104" y="256"/>
                  </a:cubicBezTo>
                  <a:cubicBezTo>
                    <a:pt x="114" y="302"/>
                    <a:pt x="119" y="348"/>
                    <a:pt x="119" y="395"/>
                  </a:cubicBezTo>
                  <a:cubicBezTo>
                    <a:pt x="119" y="399"/>
                    <a:pt x="119" y="403"/>
                    <a:pt x="119" y="407"/>
                  </a:cubicBezTo>
                  <a:cubicBezTo>
                    <a:pt x="119" y="461"/>
                    <a:pt x="106" y="511"/>
                    <a:pt x="104" y="565"/>
                  </a:cubicBezTo>
                  <a:cubicBezTo>
                    <a:pt x="104" y="568"/>
                    <a:pt x="108" y="568"/>
                    <a:pt x="109" y="565"/>
                  </a:cubicBezTo>
                  <a:cubicBezTo>
                    <a:pt x="160" y="376"/>
                    <a:pt x="135" y="155"/>
                    <a:pt x="5" y="2"/>
                  </a:cubicBezTo>
                  <a:cubicBezTo>
                    <a:pt x="3" y="0"/>
                    <a:pt x="0" y="3"/>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7"/>
            <p:cNvSpPr/>
            <p:nvPr/>
          </p:nvSpPr>
          <p:spPr>
            <a:xfrm>
              <a:off x="8253000" y="3273480"/>
              <a:ext cx="30600" cy="67680"/>
            </a:xfrm>
            <a:custGeom>
              <a:rect b="b" l="l" r="r" t="t"/>
              <a:pathLst>
                <a:path extrusionOk="0" h="188" w="85">
                  <a:moveTo>
                    <a:pt x="79" y="2"/>
                  </a:moveTo>
                  <a:cubicBezTo>
                    <a:pt x="76" y="36"/>
                    <a:pt x="66" y="69"/>
                    <a:pt x="51" y="99"/>
                  </a:cubicBezTo>
                  <a:cubicBezTo>
                    <a:pt x="40" y="124"/>
                    <a:pt x="24" y="167"/>
                    <a:pt x="1" y="183"/>
                  </a:cubicBezTo>
                  <a:cubicBezTo>
                    <a:pt x="0" y="184"/>
                    <a:pt x="1" y="187"/>
                    <a:pt x="3" y="186"/>
                  </a:cubicBezTo>
                  <a:cubicBezTo>
                    <a:pt x="30" y="174"/>
                    <a:pt x="40" y="140"/>
                    <a:pt x="53" y="116"/>
                  </a:cubicBezTo>
                  <a:cubicBezTo>
                    <a:pt x="72" y="81"/>
                    <a:pt x="82" y="42"/>
                    <a:pt x="83" y="2"/>
                  </a:cubicBezTo>
                  <a:cubicBezTo>
                    <a:pt x="83" y="2"/>
                    <a:pt x="84" y="2"/>
                    <a:pt x="83" y="1"/>
                  </a:cubicBezTo>
                  <a:cubicBezTo>
                    <a:pt x="83" y="0"/>
                    <a:pt x="82" y="1"/>
                    <a:pt x="82" y="0"/>
                  </a:cubicBezTo>
                  <a:lnTo>
                    <a:pt x="81" y="0"/>
                  </a:lnTo>
                  <a:cubicBezTo>
                    <a:pt x="80" y="0"/>
                    <a:pt x="80" y="0"/>
                    <a:pt x="80" y="0"/>
                  </a:cubicBezTo>
                  <a:cubicBezTo>
                    <a:pt x="79" y="1"/>
                    <a:pt x="79" y="1"/>
                    <a:pt x="79" y="1"/>
                  </a:cubicBezTo>
                  <a:cubicBezTo>
                    <a:pt x="79" y="2"/>
                    <a:pt x="79" y="2"/>
                    <a:pt x="7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7"/>
            <p:cNvSpPr/>
            <p:nvPr/>
          </p:nvSpPr>
          <p:spPr>
            <a:xfrm>
              <a:off x="8264520" y="3333240"/>
              <a:ext cx="12600" cy="81360"/>
            </a:xfrm>
            <a:custGeom>
              <a:rect b="b" l="l" r="r" t="t"/>
              <a:pathLst>
                <a:path extrusionOk="0" h="226" w="35">
                  <a:moveTo>
                    <a:pt x="27" y="4"/>
                  </a:moveTo>
                  <a:cubicBezTo>
                    <a:pt x="26" y="34"/>
                    <a:pt x="23" y="65"/>
                    <a:pt x="18" y="96"/>
                  </a:cubicBezTo>
                  <a:cubicBezTo>
                    <a:pt x="15" y="129"/>
                    <a:pt x="10" y="164"/>
                    <a:pt x="4" y="198"/>
                  </a:cubicBezTo>
                  <a:lnTo>
                    <a:pt x="3" y="198"/>
                  </a:lnTo>
                  <a:lnTo>
                    <a:pt x="3" y="199"/>
                  </a:lnTo>
                  <a:lnTo>
                    <a:pt x="2" y="199"/>
                  </a:lnTo>
                  <a:cubicBezTo>
                    <a:pt x="1" y="205"/>
                    <a:pt x="0" y="211"/>
                    <a:pt x="0" y="216"/>
                  </a:cubicBezTo>
                  <a:cubicBezTo>
                    <a:pt x="0" y="217"/>
                    <a:pt x="0" y="218"/>
                    <a:pt x="0" y="219"/>
                  </a:cubicBezTo>
                  <a:cubicBezTo>
                    <a:pt x="0" y="225"/>
                    <a:pt x="9" y="225"/>
                    <a:pt x="9" y="219"/>
                  </a:cubicBezTo>
                  <a:cubicBezTo>
                    <a:pt x="11" y="147"/>
                    <a:pt x="34" y="77"/>
                    <a:pt x="32" y="4"/>
                  </a:cubicBezTo>
                  <a:cubicBezTo>
                    <a:pt x="32" y="0"/>
                    <a:pt x="27" y="0"/>
                    <a:pt x="27"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7"/>
            <p:cNvSpPr/>
            <p:nvPr/>
          </p:nvSpPr>
          <p:spPr>
            <a:xfrm>
              <a:off x="8269200" y="3194640"/>
              <a:ext cx="54720" cy="248760"/>
            </a:xfrm>
            <a:custGeom>
              <a:rect b="b" l="l" r="r" t="t"/>
              <a:pathLst>
                <a:path extrusionOk="0" h="691" w="152">
                  <a:moveTo>
                    <a:pt x="67" y="689"/>
                  </a:moveTo>
                  <a:cubicBezTo>
                    <a:pt x="92" y="630"/>
                    <a:pt x="102" y="568"/>
                    <a:pt x="122" y="507"/>
                  </a:cubicBezTo>
                  <a:cubicBezTo>
                    <a:pt x="137" y="451"/>
                    <a:pt x="147" y="393"/>
                    <a:pt x="151" y="336"/>
                  </a:cubicBezTo>
                  <a:cubicBezTo>
                    <a:pt x="151" y="334"/>
                    <a:pt x="148" y="333"/>
                    <a:pt x="147" y="336"/>
                  </a:cubicBezTo>
                  <a:cubicBezTo>
                    <a:pt x="137" y="380"/>
                    <a:pt x="134" y="425"/>
                    <a:pt x="122" y="469"/>
                  </a:cubicBezTo>
                  <a:cubicBezTo>
                    <a:pt x="114" y="500"/>
                    <a:pt x="106" y="532"/>
                    <a:pt x="99" y="564"/>
                  </a:cubicBezTo>
                  <a:cubicBezTo>
                    <a:pt x="91" y="595"/>
                    <a:pt x="85" y="627"/>
                    <a:pt x="75" y="658"/>
                  </a:cubicBezTo>
                  <a:lnTo>
                    <a:pt x="69" y="675"/>
                  </a:lnTo>
                  <a:cubicBezTo>
                    <a:pt x="69" y="674"/>
                    <a:pt x="70" y="673"/>
                    <a:pt x="70" y="672"/>
                  </a:cubicBezTo>
                  <a:cubicBezTo>
                    <a:pt x="71" y="649"/>
                    <a:pt x="70" y="627"/>
                    <a:pt x="70" y="605"/>
                  </a:cubicBezTo>
                  <a:cubicBezTo>
                    <a:pt x="70" y="602"/>
                    <a:pt x="70" y="599"/>
                    <a:pt x="70" y="596"/>
                  </a:cubicBezTo>
                  <a:cubicBezTo>
                    <a:pt x="70" y="513"/>
                    <a:pt x="76" y="430"/>
                    <a:pt x="87" y="348"/>
                  </a:cubicBezTo>
                  <a:cubicBezTo>
                    <a:pt x="90" y="337"/>
                    <a:pt x="93" y="325"/>
                    <a:pt x="95" y="314"/>
                  </a:cubicBezTo>
                  <a:cubicBezTo>
                    <a:pt x="105" y="258"/>
                    <a:pt x="115" y="202"/>
                    <a:pt x="126" y="147"/>
                  </a:cubicBezTo>
                  <a:cubicBezTo>
                    <a:pt x="128" y="133"/>
                    <a:pt x="128" y="120"/>
                    <a:pt x="128" y="107"/>
                  </a:cubicBezTo>
                  <a:cubicBezTo>
                    <a:pt x="128" y="80"/>
                    <a:pt x="126" y="53"/>
                    <a:pt x="120" y="26"/>
                  </a:cubicBezTo>
                  <a:cubicBezTo>
                    <a:pt x="115" y="0"/>
                    <a:pt x="119" y="26"/>
                    <a:pt x="119" y="26"/>
                  </a:cubicBezTo>
                  <a:cubicBezTo>
                    <a:pt x="117" y="74"/>
                    <a:pt x="123" y="120"/>
                    <a:pt x="116" y="168"/>
                  </a:cubicBezTo>
                  <a:cubicBezTo>
                    <a:pt x="112" y="193"/>
                    <a:pt x="107" y="218"/>
                    <a:pt x="101" y="243"/>
                  </a:cubicBezTo>
                  <a:cubicBezTo>
                    <a:pt x="101" y="242"/>
                    <a:pt x="99" y="241"/>
                    <a:pt x="98" y="243"/>
                  </a:cubicBezTo>
                  <a:cubicBezTo>
                    <a:pt x="97" y="253"/>
                    <a:pt x="94" y="262"/>
                    <a:pt x="93" y="273"/>
                  </a:cubicBezTo>
                  <a:cubicBezTo>
                    <a:pt x="91" y="283"/>
                    <a:pt x="88" y="299"/>
                    <a:pt x="85" y="312"/>
                  </a:cubicBezTo>
                  <a:cubicBezTo>
                    <a:pt x="77" y="366"/>
                    <a:pt x="62" y="418"/>
                    <a:pt x="41" y="468"/>
                  </a:cubicBezTo>
                  <a:cubicBezTo>
                    <a:pt x="31" y="489"/>
                    <a:pt x="28" y="514"/>
                    <a:pt x="20" y="536"/>
                  </a:cubicBezTo>
                  <a:cubicBezTo>
                    <a:pt x="12" y="553"/>
                    <a:pt x="6" y="570"/>
                    <a:pt x="0" y="587"/>
                  </a:cubicBezTo>
                  <a:cubicBezTo>
                    <a:pt x="0" y="588"/>
                    <a:pt x="1" y="588"/>
                    <a:pt x="1" y="588"/>
                  </a:cubicBezTo>
                  <a:lnTo>
                    <a:pt x="2" y="588"/>
                  </a:lnTo>
                  <a:cubicBezTo>
                    <a:pt x="3" y="588"/>
                    <a:pt x="3" y="588"/>
                    <a:pt x="3" y="587"/>
                  </a:cubicBezTo>
                  <a:cubicBezTo>
                    <a:pt x="27" y="519"/>
                    <a:pt x="56" y="456"/>
                    <a:pt x="77" y="388"/>
                  </a:cubicBezTo>
                  <a:cubicBezTo>
                    <a:pt x="74" y="408"/>
                    <a:pt x="70" y="429"/>
                    <a:pt x="67" y="449"/>
                  </a:cubicBezTo>
                  <a:cubicBezTo>
                    <a:pt x="54" y="528"/>
                    <a:pt x="61" y="610"/>
                    <a:pt x="63" y="688"/>
                  </a:cubicBezTo>
                  <a:cubicBezTo>
                    <a:pt x="63" y="689"/>
                    <a:pt x="63" y="689"/>
                    <a:pt x="63" y="689"/>
                  </a:cubicBezTo>
                  <a:cubicBezTo>
                    <a:pt x="63" y="689"/>
                    <a:pt x="64" y="689"/>
                    <a:pt x="64" y="690"/>
                  </a:cubicBezTo>
                  <a:lnTo>
                    <a:pt x="65" y="690"/>
                  </a:lnTo>
                  <a:cubicBezTo>
                    <a:pt x="66" y="690"/>
                    <a:pt x="66" y="690"/>
                    <a:pt x="67" y="690"/>
                  </a:cubicBezTo>
                  <a:cubicBezTo>
                    <a:pt x="68" y="689"/>
                    <a:pt x="67" y="689"/>
                    <a:pt x="67" y="6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7"/>
            <p:cNvSpPr/>
            <p:nvPr/>
          </p:nvSpPr>
          <p:spPr>
            <a:xfrm>
              <a:off x="8308440" y="3161520"/>
              <a:ext cx="24120" cy="122400"/>
            </a:xfrm>
            <a:custGeom>
              <a:rect b="b" l="l" r="r" t="t"/>
              <a:pathLst>
                <a:path extrusionOk="0" h="340" w="67">
                  <a:moveTo>
                    <a:pt x="8" y="3"/>
                  </a:moveTo>
                  <a:cubicBezTo>
                    <a:pt x="8" y="0"/>
                    <a:pt x="2" y="0"/>
                    <a:pt x="2" y="3"/>
                  </a:cubicBezTo>
                  <a:cubicBezTo>
                    <a:pt x="0" y="43"/>
                    <a:pt x="24" y="91"/>
                    <a:pt x="37" y="127"/>
                  </a:cubicBezTo>
                  <a:cubicBezTo>
                    <a:pt x="60" y="191"/>
                    <a:pt x="52" y="271"/>
                    <a:pt x="53" y="338"/>
                  </a:cubicBezTo>
                  <a:cubicBezTo>
                    <a:pt x="53" y="339"/>
                    <a:pt x="55" y="339"/>
                    <a:pt x="55" y="338"/>
                  </a:cubicBezTo>
                  <a:cubicBezTo>
                    <a:pt x="57" y="277"/>
                    <a:pt x="66" y="216"/>
                    <a:pt x="59" y="155"/>
                  </a:cubicBezTo>
                  <a:cubicBezTo>
                    <a:pt x="54" y="103"/>
                    <a:pt x="23" y="53"/>
                    <a:pt x="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7"/>
            <p:cNvSpPr/>
            <p:nvPr/>
          </p:nvSpPr>
          <p:spPr>
            <a:xfrm>
              <a:off x="8341560" y="3285720"/>
              <a:ext cx="9000" cy="102960"/>
            </a:xfrm>
            <a:custGeom>
              <a:rect b="b" l="l" r="r" t="t"/>
              <a:pathLst>
                <a:path extrusionOk="0" h="286" w="25">
                  <a:moveTo>
                    <a:pt x="6" y="283"/>
                  </a:moveTo>
                  <a:lnTo>
                    <a:pt x="6" y="284"/>
                  </a:lnTo>
                  <a:cubicBezTo>
                    <a:pt x="7" y="284"/>
                    <a:pt x="7" y="284"/>
                    <a:pt x="7" y="284"/>
                  </a:cubicBezTo>
                  <a:cubicBezTo>
                    <a:pt x="7" y="285"/>
                    <a:pt x="8" y="285"/>
                    <a:pt x="8" y="285"/>
                  </a:cubicBezTo>
                  <a:lnTo>
                    <a:pt x="9" y="284"/>
                  </a:lnTo>
                  <a:lnTo>
                    <a:pt x="9" y="283"/>
                  </a:lnTo>
                  <a:cubicBezTo>
                    <a:pt x="13" y="239"/>
                    <a:pt x="24" y="197"/>
                    <a:pt x="23" y="153"/>
                  </a:cubicBezTo>
                  <a:cubicBezTo>
                    <a:pt x="23" y="102"/>
                    <a:pt x="17" y="53"/>
                    <a:pt x="15" y="3"/>
                  </a:cubicBezTo>
                  <a:cubicBezTo>
                    <a:pt x="15" y="2"/>
                    <a:pt x="15" y="2"/>
                    <a:pt x="15" y="1"/>
                  </a:cubicBezTo>
                  <a:lnTo>
                    <a:pt x="14" y="1"/>
                  </a:lnTo>
                  <a:cubicBezTo>
                    <a:pt x="14" y="0"/>
                    <a:pt x="13" y="0"/>
                    <a:pt x="13" y="0"/>
                  </a:cubicBezTo>
                  <a:cubicBezTo>
                    <a:pt x="12" y="0"/>
                    <a:pt x="12" y="0"/>
                    <a:pt x="12" y="1"/>
                  </a:cubicBezTo>
                  <a:cubicBezTo>
                    <a:pt x="11" y="2"/>
                    <a:pt x="11" y="1"/>
                    <a:pt x="11" y="1"/>
                  </a:cubicBezTo>
                  <a:cubicBezTo>
                    <a:pt x="11" y="2"/>
                    <a:pt x="10" y="2"/>
                    <a:pt x="10" y="3"/>
                  </a:cubicBezTo>
                  <a:cubicBezTo>
                    <a:pt x="12" y="49"/>
                    <a:pt x="13" y="94"/>
                    <a:pt x="13" y="140"/>
                  </a:cubicBezTo>
                  <a:cubicBezTo>
                    <a:pt x="12" y="186"/>
                    <a:pt x="0" y="236"/>
                    <a:pt x="6" y="2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37"/>
            <p:cNvSpPr/>
            <p:nvPr/>
          </p:nvSpPr>
          <p:spPr>
            <a:xfrm>
              <a:off x="8342640" y="3422880"/>
              <a:ext cx="8640" cy="113040"/>
            </a:xfrm>
            <a:custGeom>
              <a:rect b="b" l="l" r="r" t="t"/>
              <a:pathLst>
                <a:path extrusionOk="0" h="314" w="24">
                  <a:moveTo>
                    <a:pt x="16" y="310"/>
                  </a:moveTo>
                  <a:cubicBezTo>
                    <a:pt x="16" y="313"/>
                    <a:pt x="21" y="312"/>
                    <a:pt x="21" y="310"/>
                  </a:cubicBezTo>
                  <a:cubicBezTo>
                    <a:pt x="23" y="267"/>
                    <a:pt x="10" y="224"/>
                    <a:pt x="9" y="180"/>
                  </a:cubicBezTo>
                  <a:cubicBezTo>
                    <a:pt x="7" y="121"/>
                    <a:pt x="6" y="60"/>
                    <a:pt x="5" y="1"/>
                  </a:cubicBezTo>
                  <a:cubicBezTo>
                    <a:pt x="5" y="0"/>
                    <a:pt x="2" y="0"/>
                    <a:pt x="2" y="1"/>
                  </a:cubicBezTo>
                  <a:cubicBezTo>
                    <a:pt x="2" y="55"/>
                    <a:pt x="0" y="109"/>
                    <a:pt x="0" y="164"/>
                  </a:cubicBezTo>
                  <a:cubicBezTo>
                    <a:pt x="1" y="213"/>
                    <a:pt x="6" y="262"/>
                    <a:pt x="16" y="3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37"/>
            <p:cNvSpPr/>
            <p:nvPr/>
          </p:nvSpPr>
          <p:spPr>
            <a:xfrm>
              <a:off x="8349120" y="3307320"/>
              <a:ext cx="61560" cy="255240"/>
            </a:xfrm>
            <a:custGeom>
              <a:rect b="b" l="l" r="r" t="t"/>
              <a:pathLst>
                <a:path extrusionOk="0" h="709" w="171">
                  <a:moveTo>
                    <a:pt x="37" y="334"/>
                  </a:moveTo>
                  <a:cubicBezTo>
                    <a:pt x="31" y="357"/>
                    <a:pt x="33" y="382"/>
                    <a:pt x="28" y="406"/>
                  </a:cubicBezTo>
                  <a:cubicBezTo>
                    <a:pt x="23" y="429"/>
                    <a:pt x="23" y="462"/>
                    <a:pt x="13" y="481"/>
                  </a:cubicBezTo>
                  <a:cubicBezTo>
                    <a:pt x="0" y="507"/>
                    <a:pt x="3" y="558"/>
                    <a:pt x="5" y="588"/>
                  </a:cubicBezTo>
                  <a:cubicBezTo>
                    <a:pt x="5" y="589"/>
                    <a:pt x="8" y="589"/>
                    <a:pt x="8" y="588"/>
                  </a:cubicBezTo>
                  <a:cubicBezTo>
                    <a:pt x="8" y="551"/>
                    <a:pt x="22" y="516"/>
                    <a:pt x="28" y="481"/>
                  </a:cubicBezTo>
                  <a:cubicBezTo>
                    <a:pt x="33" y="446"/>
                    <a:pt x="40" y="408"/>
                    <a:pt x="50" y="373"/>
                  </a:cubicBezTo>
                  <a:cubicBezTo>
                    <a:pt x="57" y="421"/>
                    <a:pt x="68" y="468"/>
                    <a:pt x="82" y="515"/>
                  </a:cubicBezTo>
                  <a:cubicBezTo>
                    <a:pt x="90" y="543"/>
                    <a:pt x="102" y="570"/>
                    <a:pt x="110" y="598"/>
                  </a:cubicBezTo>
                  <a:cubicBezTo>
                    <a:pt x="121" y="637"/>
                    <a:pt x="154" y="667"/>
                    <a:pt x="166" y="706"/>
                  </a:cubicBezTo>
                  <a:lnTo>
                    <a:pt x="167" y="707"/>
                  </a:lnTo>
                  <a:cubicBezTo>
                    <a:pt x="168" y="708"/>
                    <a:pt x="168" y="708"/>
                    <a:pt x="168" y="708"/>
                  </a:cubicBezTo>
                  <a:cubicBezTo>
                    <a:pt x="169" y="708"/>
                    <a:pt x="169" y="708"/>
                    <a:pt x="170" y="707"/>
                  </a:cubicBezTo>
                  <a:cubicBezTo>
                    <a:pt x="170" y="706"/>
                    <a:pt x="170" y="706"/>
                    <a:pt x="170" y="706"/>
                  </a:cubicBezTo>
                  <a:cubicBezTo>
                    <a:pt x="165" y="685"/>
                    <a:pt x="157" y="666"/>
                    <a:pt x="146" y="647"/>
                  </a:cubicBezTo>
                  <a:cubicBezTo>
                    <a:pt x="143" y="642"/>
                    <a:pt x="140" y="638"/>
                    <a:pt x="137" y="633"/>
                  </a:cubicBezTo>
                  <a:cubicBezTo>
                    <a:pt x="120" y="599"/>
                    <a:pt x="105" y="564"/>
                    <a:pt x="93" y="528"/>
                  </a:cubicBezTo>
                  <a:cubicBezTo>
                    <a:pt x="72" y="476"/>
                    <a:pt x="59" y="420"/>
                    <a:pt x="53" y="364"/>
                  </a:cubicBezTo>
                  <a:cubicBezTo>
                    <a:pt x="53" y="361"/>
                    <a:pt x="55" y="358"/>
                    <a:pt x="56" y="356"/>
                  </a:cubicBezTo>
                  <a:cubicBezTo>
                    <a:pt x="66" y="323"/>
                    <a:pt x="57" y="287"/>
                    <a:pt x="68" y="253"/>
                  </a:cubicBezTo>
                  <a:cubicBezTo>
                    <a:pt x="73" y="238"/>
                    <a:pt x="75" y="223"/>
                    <a:pt x="76" y="207"/>
                  </a:cubicBezTo>
                  <a:cubicBezTo>
                    <a:pt x="76" y="176"/>
                    <a:pt x="77" y="145"/>
                    <a:pt x="78" y="114"/>
                  </a:cubicBezTo>
                  <a:cubicBezTo>
                    <a:pt x="80" y="76"/>
                    <a:pt x="66" y="40"/>
                    <a:pt x="59" y="3"/>
                  </a:cubicBezTo>
                  <a:cubicBezTo>
                    <a:pt x="59" y="0"/>
                    <a:pt x="54" y="1"/>
                    <a:pt x="54" y="4"/>
                  </a:cubicBezTo>
                  <a:cubicBezTo>
                    <a:pt x="55" y="25"/>
                    <a:pt x="57" y="47"/>
                    <a:pt x="62" y="67"/>
                  </a:cubicBezTo>
                  <a:cubicBezTo>
                    <a:pt x="65" y="96"/>
                    <a:pt x="67" y="126"/>
                    <a:pt x="67" y="155"/>
                  </a:cubicBezTo>
                  <a:cubicBezTo>
                    <a:pt x="67" y="163"/>
                    <a:pt x="67" y="171"/>
                    <a:pt x="67" y="179"/>
                  </a:cubicBezTo>
                  <a:cubicBezTo>
                    <a:pt x="66" y="233"/>
                    <a:pt x="50" y="280"/>
                    <a:pt x="37" y="3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7"/>
            <p:cNvSpPr/>
            <p:nvPr/>
          </p:nvSpPr>
          <p:spPr>
            <a:xfrm>
              <a:off x="8386560" y="3341160"/>
              <a:ext cx="76680" cy="242280"/>
            </a:xfrm>
            <a:custGeom>
              <a:rect b="b" l="l" r="r" t="t"/>
              <a:pathLst>
                <a:path extrusionOk="0" h="673" w="213">
                  <a:moveTo>
                    <a:pt x="129" y="434"/>
                  </a:moveTo>
                  <a:cubicBezTo>
                    <a:pt x="104" y="372"/>
                    <a:pt x="61" y="315"/>
                    <a:pt x="41" y="251"/>
                  </a:cubicBezTo>
                  <a:lnTo>
                    <a:pt x="40" y="250"/>
                  </a:lnTo>
                  <a:lnTo>
                    <a:pt x="39" y="250"/>
                  </a:lnTo>
                  <a:lnTo>
                    <a:pt x="38" y="250"/>
                  </a:lnTo>
                  <a:cubicBezTo>
                    <a:pt x="38" y="206"/>
                    <a:pt x="36" y="162"/>
                    <a:pt x="31" y="118"/>
                  </a:cubicBezTo>
                  <a:cubicBezTo>
                    <a:pt x="26" y="82"/>
                    <a:pt x="32" y="33"/>
                    <a:pt x="7" y="3"/>
                  </a:cubicBezTo>
                  <a:cubicBezTo>
                    <a:pt x="5" y="0"/>
                    <a:pt x="0" y="4"/>
                    <a:pt x="2" y="8"/>
                  </a:cubicBezTo>
                  <a:cubicBezTo>
                    <a:pt x="5" y="18"/>
                    <a:pt x="7" y="28"/>
                    <a:pt x="7" y="39"/>
                  </a:cubicBezTo>
                  <a:cubicBezTo>
                    <a:pt x="7" y="44"/>
                    <a:pt x="7" y="50"/>
                    <a:pt x="6" y="56"/>
                  </a:cubicBezTo>
                  <a:cubicBezTo>
                    <a:pt x="6" y="57"/>
                    <a:pt x="5" y="59"/>
                    <a:pt x="5" y="60"/>
                  </a:cubicBezTo>
                  <a:cubicBezTo>
                    <a:pt x="5" y="81"/>
                    <a:pt x="7" y="102"/>
                    <a:pt x="10" y="122"/>
                  </a:cubicBezTo>
                  <a:cubicBezTo>
                    <a:pt x="19" y="187"/>
                    <a:pt x="15" y="252"/>
                    <a:pt x="26" y="316"/>
                  </a:cubicBezTo>
                  <a:cubicBezTo>
                    <a:pt x="32" y="354"/>
                    <a:pt x="12" y="413"/>
                    <a:pt x="33" y="446"/>
                  </a:cubicBezTo>
                  <a:cubicBezTo>
                    <a:pt x="46" y="467"/>
                    <a:pt x="46" y="515"/>
                    <a:pt x="50" y="541"/>
                  </a:cubicBezTo>
                  <a:cubicBezTo>
                    <a:pt x="51" y="555"/>
                    <a:pt x="55" y="570"/>
                    <a:pt x="62" y="582"/>
                  </a:cubicBezTo>
                  <a:cubicBezTo>
                    <a:pt x="64" y="585"/>
                    <a:pt x="68" y="582"/>
                    <a:pt x="66" y="580"/>
                  </a:cubicBezTo>
                  <a:cubicBezTo>
                    <a:pt x="40" y="541"/>
                    <a:pt x="62" y="480"/>
                    <a:pt x="41" y="441"/>
                  </a:cubicBezTo>
                  <a:cubicBezTo>
                    <a:pt x="30" y="421"/>
                    <a:pt x="43" y="357"/>
                    <a:pt x="44" y="332"/>
                  </a:cubicBezTo>
                  <a:cubicBezTo>
                    <a:pt x="44" y="313"/>
                    <a:pt x="42" y="295"/>
                    <a:pt x="39" y="276"/>
                  </a:cubicBezTo>
                  <a:cubicBezTo>
                    <a:pt x="39" y="269"/>
                    <a:pt x="39" y="263"/>
                    <a:pt x="39" y="256"/>
                  </a:cubicBezTo>
                  <a:cubicBezTo>
                    <a:pt x="53" y="304"/>
                    <a:pt x="72" y="349"/>
                    <a:pt x="97" y="392"/>
                  </a:cubicBezTo>
                  <a:cubicBezTo>
                    <a:pt x="99" y="395"/>
                    <a:pt x="101" y="398"/>
                    <a:pt x="102" y="401"/>
                  </a:cubicBezTo>
                  <a:cubicBezTo>
                    <a:pt x="120" y="433"/>
                    <a:pt x="134" y="467"/>
                    <a:pt x="145" y="501"/>
                  </a:cubicBezTo>
                  <a:cubicBezTo>
                    <a:pt x="159" y="539"/>
                    <a:pt x="177" y="578"/>
                    <a:pt x="189" y="617"/>
                  </a:cubicBezTo>
                  <a:cubicBezTo>
                    <a:pt x="189" y="630"/>
                    <a:pt x="189" y="643"/>
                    <a:pt x="189" y="657"/>
                  </a:cubicBezTo>
                  <a:cubicBezTo>
                    <a:pt x="189" y="658"/>
                    <a:pt x="190" y="659"/>
                    <a:pt x="190" y="661"/>
                  </a:cubicBezTo>
                  <a:cubicBezTo>
                    <a:pt x="191" y="663"/>
                    <a:pt x="191" y="662"/>
                    <a:pt x="192" y="663"/>
                  </a:cubicBezTo>
                  <a:cubicBezTo>
                    <a:pt x="194" y="664"/>
                    <a:pt x="195" y="664"/>
                    <a:pt x="196" y="664"/>
                  </a:cubicBezTo>
                  <a:cubicBezTo>
                    <a:pt x="197" y="664"/>
                    <a:pt x="198" y="664"/>
                    <a:pt x="199" y="664"/>
                  </a:cubicBezTo>
                  <a:cubicBezTo>
                    <a:pt x="199" y="666"/>
                    <a:pt x="199" y="668"/>
                    <a:pt x="200" y="670"/>
                  </a:cubicBezTo>
                  <a:cubicBezTo>
                    <a:pt x="200" y="671"/>
                    <a:pt x="200" y="671"/>
                    <a:pt x="200" y="671"/>
                  </a:cubicBezTo>
                  <a:cubicBezTo>
                    <a:pt x="201" y="671"/>
                    <a:pt x="201" y="672"/>
                    <a:pt x="201" y="672"/>
                  </a:cubicBezTo>
                  <a:cubicBezTo>
                    <a:pt x="202" y="672"/>
                    <a:pt x="202" y="672"/>
                    <a:pt x="202" y="672"/>
                  </a:cubicBezTo>
                  <a:cubicBezTo>
                    <a:pt x="203" y="672"/>
                    <a:pt x="203" y="672"/>
                    <a:pt x="204" y="672"/>
                  </a:cubicBezTo>
                  <a:lnTo>
                    <a:pt x="204" y="671"/>
                  </a:lnTo>
                  <a:cubicBezTo>
                    <a:pt x="205" y="671"/>
                    <a:pt x="205" y="671"/>
                    <a:pt x="205" y="670"/>
                  </a:cubicBezTo>
                  <a:cubicBezTo>
                    <a:pt x="205" y="669"/>
                    <a:pt x="205" y="667"/>
                    <a:pt x="205" y="665"/>
                  </a:cubicBezTo>
                  <a:cubicBezTo>
                    <a:pt x="205" y="663"/>
                    <a:pt x="205" y="661"/>
                    <a:pt x="205" y="659"/>
                  </a:cubicBezTo>
                  <a:cubicBezTo>
                    <a:pt x="206" y="658"/>
                    <a:pt x="206" y="656"/>
                    <a:pt x="206" y="655"/>
                  </a:cubicBezTo>
                  <a:cubicBezTo>
                    <a:pt x="206" y="561"/>
                    <a:pt x="212" y="458"/>
                    <a:pt x="180" y="369"/>
                  </a:cubicBezTo>
                  <a:cubicBezTo>
                    <a:pt x="162" y="321"/>
                    <a:pt x="150" y="272"/>
                    <a:pt x="133" y="224"/>
                  </a:cubicBezTo>
                  <a:cubicBezTo>
                    <a:pt x="116" y="176"/>
                    <a:pt x="113" y="103"/>
                    <a:pt x="81" y="60"/>
                  </a:cubicBezTo>
                  <a:cubicBezTo>
                    <a:pt x="80" y="58"/>
                    <a:pt x="76" y="60"/>
                    <a:pt x="77" y="62"/>
                  </a:cubicBezTo>
                  <a:cubicBezTo>
                    <a:pt x="103" y="97"/>
                    <a:pt x="105" y="152"/>
                    <a:pt x="117" y="193"/>
                  </a:cubicBezTo>
                  <a:cubicBezTo>
                    <a:pt x="125" y="220"/>
                    <a:pt x="134" y="247"/>
                    <a:pt x="145" y="274"/>
                  </a:cubicBezTo>
                  <a:cubicBezTo>
                    <a:pt x="157" y="306"/>
                    <a:pt x="159" y="340"/>
                    <a:pt x="169" y="372"/>
                  </a:cubicBezTo>
                  <a:cubicBezTo>
                    <a:pt x="178" y="411"/>
                    <a:pt x="183" y="450"/>
                    <a:pt x="185" y="490"/>
                  </a:cubicBezTo>
                  <a:cubicBezTo>
                    <a:pt x="187" y="524"/>
                    <a:pt x="188" y="558"/>
                    <a:pt x="188" y="592"/>
                  </a:cubicBezTo>
                  <a:cubicBezTo>
                    <a:pt x="185" y="583"/>
                    <a:pt x="181" y="574"/>
                    <a:pt x="178" y="566"/>
                  </a:cubicBezTo>
                  <a:cubicBezTo>
                    <a:pt x="161" y="522"/>
                    <a:pt x="147" y="477"/>
                    <a:pt x="129" y="4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7"/>
            <p:cNvSpPr/>
            <p:nvPr/>
          </p:nvSpPr>
          <p:spPr>
            <a:xfrm>
              <a:off x="8218440" y="3034080"/>
              <a:ext cx="18000" cy="30960"/>
            </a:xfrm>
            <a:custGeom>
              <a:rect b="b" l="l" r="r" t="t"/>
              <a:pathLst>
                <a:path extrusionOk="0" h="86" w="50">
                  <a:moveTo>
                    <a:pt x="28" y="50"/>
                  </a:moveTo>
                  <a:cubicBezTo>
                    <a:pt x="29" y="52"/>
                    <a:pt x="31" y="55"/>
                    <a:pt x="32" y="57"/>
                  </a:cubicBezTo>
                  <a:cubicBezTo>
                    <a:pt x="37" y="65"/>
                    <a:pt x="40" y="74"/>
                    <a:pt x="42" y="83"/>
                  </a:cubicBezTo>
                  <a:lnTo>
                    <a:pt x="42" y="84"/>
                  </a:lnTo>
                  <a:lnTo>
                    <a:pt x="43" y="84"/>
                  </a:lnTo>
                  <a:cubicBezTo>
                    <a:pt x="43" y="85"/>
                    <a:pt x="44" y="85"/>
                    <a:pt x="44" y="85"/>
                  </a:cubicBezTo>
                  <a:cubicBezTo>
                    <a:pt x="45" y="85"/>
                    <a:pt x="45" y="85"/>
                    <a:pt x="45" y="84"/>
                  </a:cubicBezTo>
                  <a:cubicBezTo>
                    <a:pt x="46" y="84"/>
                    <a:pt x="46" y="84"/>
                    <a:pt x="46" y="84"/>
                  </a:cubicBezTo>
                  <a:cubicBezTo>
                    <a:pt x="46" y="83"/>
                    <a:pt x="46" y="83"/>
                    <a:pt x="46" y="83"/>
                  </a:cubicBezTo>
                  <a:cubicBezTo>
                    <a:pt x="48" y="79"/>
                    <a:pt x="49" y="74"/>
                    <a:pt x="49" y="70"/>
                  </a:cubicBezTo>
                  <a:cubicBezTo>
                    <a:pt x="49" y="64"/>
                    <a:pt x="49" y="58"/>
                    <a:pt x="45" y="53"/>
                  </a:cubicBezTo>
                  <a:cubicBezTo>
                    <a:pt x="44" y="51"/>
                    <a:pt x="42" y="48"/>
                    <a:pt x="40" y="47"/>
                  </a:cubicBezTo>
                  <a:cubicBezTo>
                    <a:pt x="35" y="40"/>
                    <a:pt x="29" y="33"/>
                    <a:pt x="23" y="27"/>
                  </a:cubicBezTo>
                  <a:cubicBezTo>
                    <a:pt x="17" y="21"/>
                    <a:pt x="7" y="13"/>
                    <a:pt x="8" y="3"/>
                  </a:cubicBezTo>
                  <a:cubicBezTo>
                    <a:pt x="8" y="0"/>
                    <a:pt x="3" y="0"/>
                    <a:pt x="2" y="3"/>
                  </a:cubicBezTo>
                  <a:cubicBezTo>
                    <a:pt x="0" y="15"/>
                    <a:pt x="10" y="25"/>
                    <a:pt x="16" y="34"/>
                  </a:cubicBezTo>
                  <a:cubicBezTo>
                    <a:pt x="20" y="39"/>
                    <a:pt x="23" y="45"/>
                    <a:pt x="2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7"/>
            <p:cNvSpPr/>
            <p:nvPr/>
          </p:nvSpPr>
          <p:spPr>
            <a:xfrm>
              <a:off x="8242560" y="3073320"/>
              <a:ext cx="41040" cy="196560"/>
            </a:xfrm>
            <a:custGeom>
              <a:rect b="b" l="l" r="r" t="t"/>
              <a:pathLst>
                <a:path extrusionOk="0" h="546" w="114">
                  <a:moveTo>
                    <a:pt x="41" y="108"/>
                  </a:moveTo>
                  <a:cubicBezTo>
                    <a:pt x="60" y="161"/>
                    <a:pt x="75" y="215"/>
                    <a:pt x="84" y="270"/>
                  </a:cubicBezTo>
                  <a:cubicBezTo>
                    <a:pt x="98" y="358"/>
                    <a:pt x="102" y="456"/>
                    <a:pt x="63" y="538"/>
                  </a:cubicBezTo>
                  <a:cubicBezTo>
                    <a:pt x="62" y="541"/>
                    <a:pt x="66" y="545"/>
                    <a:pt x="69" y="543"/>
                  </a:cubicBezTo>
                  <a:cubicBezTo>
                    <a:pt x="78" y="534"/>
                    <a:pt x="86" y="524"/>
                    <a:pt x="93" y="513"/>
                  </a:cubicBezTo>
                  <a:cubicBezTo>
                    <a:pt x="102" y="497"/>
                    <a:pt x="107" y="479"/>
                    <a:pt x="108" y="460"/>
                  </a:cubicBezTo>
                  <a:cubicBezTo>
                    <a:pt x="111" y="436"/>
                    <a:pt x="113" y="413"/>
                    <a:pt x="113" y="389"/>
                  </a:cubicBezTo>
                  <a:cubicBezTo>
                    <a:pt x="113" y="361"/>
                    <a:pt x="110" y="333"/>
                    <a:pt x="106" y="305"/>
                  </a:cubicBezTo>
                  <a:cubicBezTo>
                    <a:pt x="98" y="246"/>
                    <a:pt x="84" y="188"/>
                    <a:pt x="64" y="131"/>
                  </a:cubicBezTo>
                  <a:cubicBezTo>
                    <a:pt x="48" y="88"/>
                    <a:pt x="38" y="35"/>
                    <a:pt x="5" y="2"/>
                  </a:cubicBezTo>
                  <a:cubicBezTo>
                    <a:pt x="3" y="0"/>
                    <a:pt x="0" y="3"/>
                    <a:pt x="2" y="6"/>
                  </a:cubicBezTo>
                  <a:cubicBezTo>
                    <a:pt x="22" y="29"/>
                    <a:pt x="30" y="78"/>
                    <a:pt x="41"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7"/>
            <p:cNvSpPr/>
            <p:nvPr/>
          </p:nvSpPr>
          <p:spPr>
            <a:xfrm>
              <a:off x="8222760" y="3282120"/>
              <a:ext cx="41040" cy="76680"/>
            </a:xfrm>
            <a:custGeom>
              <a:rect b="b" l="l" r="r" t="t"/>
              <a:pathLst>
                <a:path extrusionOk="0" h="213" w="114">
                  <a:moveTo>
                    <a:pt x="108" y="2"/>
                  </a:moveTo>
                  <a:cubicBezTo>
                    <a:pt x="102" y="12"/>
                    <a:pt x="96" y="22"/>
                    <a:pt x="90" y="32"/>
                  </a:cubicBezTo>
                  <a:cubicBezTo>
                    <a:pt x="78" y="52"/>
                    <a:pt x="67" y="73"/>
                    <a:pt x="57" y="95"/>
                  </a:cubicBezTo>
                  <a:cubicBezTo>
                    <a:pt x="50" y="114"/>
                    <a:pt x="38" y="130"/>
                    <a:pt x="30" y="149"/>
                  </a:cubicBezTo>
                  <a:cubicBezTo>
                    <a:pt x="22" y="168"/>
                    <a:pt x="7" y="188"/>
                    <a:pt x="0" y="208"/>
                  </a:cubicBezTo>
                  <a:lnTo>
                    <a:pt x="0" y="209"/>
                  </a:lnTo>
                  <a:lnTo>
                    <a:pt x="0" y="210"/>
                  </a:lnTo>
                  <a:cubicBezTo>
                    <a:pt x="0" y="211"/>
                    <a:pt x="1" y="211"/>
                    <a:pt x="1" y="211"/>
                  </a:cubicBezTo>
                  <a:lnTo>
                    <a:pt x="2" y="212"/>
                  </a:lnTo>
                  <a:cubicBezTo>
                    <a:pt x="3" y="212"/>
                    <a:pt x="3" y="211"/>
                    <a:pt x="4" y="211"/>
                  </a:cubicBezTo>
                  <a:cubicBezTo>
                    <a:pt x="19" y="195"/>
                    <a:pt x="33" y="178"/>
                    <a:pt x="44" y="159"/>
                  </a:cubicBezTo>
                  <a:cubicBezTo>
                    <a:pt x="50" y="147"/>
                    <a:pt x="56" y="135"/>
                    <a:pt x="61" y="122"/>
                  </a:cubicBezTo>
                  <a:cubicBezTo>
                    <a:pt x="76" y="82"/>
                    <a:pt x="93" y="42"/>
                    <a:pt x="112" y="4"/>
                  </a:cubicBezTo>
                  <a:cubicBezTo>
                    <a:pt x="113" y="4"/>
                    <a:pt x="113" y="3"/>
                    <a:pt x="113" y="3"/>
                  </a:cubicBezTo>
                  <a:cubicBezTo>
                    <a:pt x="113" y="2"/>
                    <a:pt x="113" y="3"/>
                    <a:pt x="112" y="2"/>
                  </a:cubicBezTo>
                  <a:cubicBezTo>
                    <a:pt x="111" y="1"/>
                    <a:pt x="112" y="1"/>
                    <a:pt x="111" y="1"/>
                  </a:cubicBezTo>
                  <a:cubicBezTo>
                    <a:pt x="111" y="1"/>
                    <a:pt x="111" y="0"/>
                    <a:pt x="110" y="0"/>
                  </a:cubicBezTo>
                  <a:lnTo>
                    <a:pt x="109" y="1"/>
                  </a:lnTo>
                  <a:cubicBezTo>
                    <a:pt x="109" y="1"/>
                    <a:pt x="108" y="1"/>
                    <a:pt x="10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7"/>
            <p:cNvSpPr/>
            <p:nvPr/>
          </p:nvSpPr>
          <p:spPr>
            <a:xfrm>
              <a:off x="8229600" y="3147840"/>
              <a:ext cx="30600" cy="163800"/>
            </a:xfrm>
            <a:custGeom>
              <a:rect b="b" l="l" r="r" t="t"/>
              <a:pathLst>
                <a:path extrusionOk="0" h="455" w="85">
                  <a:moveTo>
                    <a:pt x="0" y="449"/>
                  </a:moveTo>
                  <a:lnTo>
                    <a:pt x="0" y="450"/>
                  </a:lnTo>
                  <a:cubicBezTo>
                    <a:pt x="0" y="451"/>
                    <a:pt x="0" y="452"/>
                    <a:pt x="0" y="452"/>
                  </a:cubicBezTo>
                  <a:cubicBezTo>
                    <a:pt x="1" y="453"/>
                    <a:pt x="1" y="453"/>
                    <a:pt x="2" y="454"/>
                  </a:cubicBezTo>
                  <a:cubicBezTo>
                    <a:pt x="2" y="454"/>
                    <a:pt x="3" y="454"/>
                    <a:pt x="4" y="454"/>
                  </a:cubicBezTo>
                  <a:lnTo>
                    <a:pt x="5" y="454"/>
                  </a:lnTo>
                  <a:cubicBezTo>
                    <a:pt x="32" y="434"/>
                    <a:pt x="41" y="400"/>
                    <a:pt x="54" y="371"/>
                  </a:cubicBezTo>
                  <a:cubicBezTo>
                    <a:pt x="68" y="340"/>
                    <a:pt x="78" y="307"/>
                    <a:pt x="82" y="274"/>
                  </a:cubicBezTo>
                  <a:cubicBezTo>
                    <a:pt x="83" y="250"/>
                    <a:pt x="84" y="226"/>
                    <a:pt x="84" y="202"/>
                  </a:cubicBezTo>
                  <a:cubicBezTo>
                    <a:pt x="84" y="177"/>
                    <a:pt x="83" y="153"/>
                    <a:pt x="82" y="129"/>
                  </a:cubicBezTo>
                  <a:cubicBezTo>
                    <a:pt x="80" y="100"/>
                    <a:pt x="75" y="72"/>
                    <a:pt x="68" y="44"/>
                  </a:cubicBezTo>
                  <a:cubicBezTo>
                    <a:pt x="64" y="24"/>
                    <a:pt x="68" y="16"/>
                    <a:pt x="59" y="2"/>
                  </a:cubicBezTo>
                  <a:cubicBezTo>
                    <a:pt x="58" y="0"/>
                    <a:pt x="55" y="2"/>
                    <a:pt x="56" y="4"/>
                  </a:cubicBezTo>
                  <a:cubicBezTo>
                    <a:pt x="65" y="17"/>
                    <a:pt x="58" y="17"/>
                    <a:pt x="60" y="28"/>
                  </a:cubicBezTo>
                  <a:cubicBezTo>
                    <a:pt x="68" y="61"/>
                    <a:pt x="72" y="95"/>
                    <a:pt x="72" y="129"/>
                  </a:cubicBezTo>
                  <a:cubicBezTo>
                    <a:pt x="69" y="177"/>
                    <a:pt x="72" y="224"/>
                    <a:pt x="65" y="271"/>
                  </a:cubicBezTo>
                  <a:cubicBezTo>
                    <a:pt x="54" y="334"/>
                    <a:pt x="32" y="394"/>
                    <a:pt x="0" y="4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7"/>
            <p:cNvSpPr/>
            <p:nvPr/>
          </p:nvSpPr>
          <p:spPr>
            <a:xfrm>
              <a:off x="8211600" y="3126600"/>
              <a:ext cx="37800" cy="172800"/>
            </a:xfrm>
            <a:custGeom>
              <a:rect b="b" l="l" r="r" t="t"/>
              <a:pathLst>
                <a:path extrusionOk="0" h="480" w="105">
                  <a:moveTo>
                    <a:pt x="71" y="317"/>
                  </a:moveTo>
                  <a:cubicBezTo>
                    <a:pt x="65" y="336"/>
                    <a:pt x="58" y="355"/>
                    <a:pt x="49" y="374"/>
                  </a:cubicBezTo>
                  <a:cubicBezTo>
                    <a:pt x="35" y="407"/>
                    <a:pt x="15" y="439"/>
                    <a:pt x="1" y="472"/>
                  </a:cubicBezTo>
                  <a:cubicBezTo>
                    <a:pt x="0" y="475"/>
                    <a:pt x="4" y="479"/>
                    <a:pt x="7" y="476"/>
                  </a:cubicBezTo>
                  <a:cubicBezTo>
                    <a:pt x="22" y="461"/>
                    <a:pt x="28" y="461"/>
                    <a:pt x="39" y="443"/>
                  </a:cubicBezTo>
                  <a:cubicBezTo>
                    <a:pt x="52" y="418"/>
                    <a:pt x="63" y="392"/>
                    <a:pt x="71" y="365"/>
                  </a:cubicBezTo>
                  <a:cubicBezTo>
                    <a:pt x="83" y="338"/>
                    <a:pt x="91" y="310"/>
                    <a:pt x="95" y="282"/>
                  </a:cubicBezTo>
                  <a:cubicBezTo>
                    <a:pt x="104" y="189"/>
                    <a:pt x="87" y="94"/>
                    <a:pt x="80" y="1"/>
                  </a:cubicBezTo>
                  <a:cubicBezTo>
                    <a:pt x="80" y="0"/>
                    <a:pt x="76" y="0"/>
                    <a:pt x="76" y="1"/>
                  </a:cubicBezTo>
                  <a:cubicBezTo>
                    <a:pt x="76" y="7"/>
                    <a:pt x="76" y="12"/>
                    <a:pt x="76" y="18"/>
                  </a:cubicBezTo>
                  <a:cubicBezTo>
                    <a:pt x="76" y="58"/>
                    <a:pt x="78" y="99"/>
                    <a:pt x="83" y="139"/>
                  </a:cubicBezTo>
                  <a:cubicBezTo>
                    <a:pt x="83" y="147"/>
                    <a:pt x="84" y="155"/>
                    <a:pt x="84" y="163"/>
                  </a:cubicBezTo>
                  <a:cubicBezTo>
                    <a:pt x="84" y="175"/>
                    <a:pt x="83" y="186"/>
                    <a:pt x="82" y="198"/>
                  </a:cubicBezTo>
                  <a:cubicBezTo>
                    <a:pt x="82" y="216"/>
                    <a:pt x="87" y="268"/>
                    <a:pt x="76" y="282"/>
                  </a:cubicBezTo>
                  <a:cubicBezTo>
                    <a:pt x="73" y="293"/>
                    <a:pt x="71" y="305"/>
                    <a:pt x="71"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7"/>
            <p:cNvSpPr/>
            <p:nvPr/>
          </p:nvSpPr>
          <p:spPr>
            <a:xfrm>
              <a:off x="8205120" y="3161880"/>
              <a:ext cx="31680" cy="88920"/>
            </a:xfrm>
            <a:custGeom>
              <a:rect b="b" l="l" r="r" t="t"/>
              <a:pathLst>
                <a:path extrusionOk="0" h="247" w="88">
                  <a:moveTo>
                    <a:pt x="75" y="3"/>
                  </a:moveTo>
                  <a:cubicBezTo>
                    <a:pt x="76" y="9"/>
                    <a:pt x="76" y="16"/>
                    <a:pt x="76" y="22"/>
                  </a:cubicBezTo>
                  <a:cubicBezTo>
                    <a:pt x="76" y="53"/>
                    <a:pt x="73" y="84"/>
                    <a:pt x="67" y="114"/>
                  </a:cubicBezTo>
                  <a:cubicBezTo>
                    <a:pt x="61" y="142"/>
                    <a:pt x="32" y="226"/>
                    <a:pt x="2" y="241"/>
                  </a:cubicBezTo>
                  <a:cubicBezTo>
                    <a:pt x="0" y="243"/>
                    <a:pt x="2" y="246"/>
                    <a:pt x="4" y="246"/>
                  </a:cubicBezTo>
                  <a:cubicBezTo>
                    <a:pt x="39" y="243"/>
                    <a:pt x="58" y="175"/>
                    <a:pt x="69" y="148"/>
                  </a:cubicBezTo>
                  <a:cubicBezTo>
                    <a:pt x="87" y="101"/>
                    <a:pt x="80" y="52"/>
                    <a:pt x="79" y="3"/>
                  </a:cubicBezTo>
                  <a:cubicBezTo>
                    <a:pt x="80" y="0"/>
                    <a:pt x="75" y="0"/>
                    <a:pt x="7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7"/>
            <p:cNvSpPr/>
            <p:nvPr/>
          </p:nvSpPr>
          <p:spPr>
            <a:xfrm>
              <a:off x="8192880" y="3159720"/>
              <a:ext cx="35640" cy="74880"/>
            </a:xfrm>
            <a:custGeom>
              <a:rect b="b" l="l" r="r" t="t"/>
              <a:pathLst>
                <a:path extrusionOk="0" h="208" w="99">
                  <a:moveTo>
                    <a:pt x="2" y="207"/>
                  </a:moveTo>
                  <a:cubicBezTo>
                    <a:pt x="27" y="206"/>
                    <a:pt x="46" y="161"/>
                    <a:pt x="57" y="143"/>
                  </a:cubicBezTo>
                  <a:cubicBezTo>
                    <a:pt x="59" y="140"/>
                    <a:pt x="61" y="137"/>
                    <a:pt x="63" y="134"/>
                  </a:cubicBezTo>
                  <a:cubicBezTo>
                    <a:pt x="86" y="94"/>
                    <a:pt x="98" y="49"/>
                    <a:pt x="98" y="3"/>
                  </a:cubicBezTo>
                  <a:cubicBezTo>
                    <a:pt x="98" y="0"/>
                    <a:pt x="93" y="0"/>
                    <a:pt x="93" y="3"/>
                  </a:cubicBezTo>
                  <a:cubicBezTo>
                    <a:pt x="88" y="45"/>
                    <a:pt x="75" y="84"/>
                    <a:pt x="54" y="120"/>
                  </a:cubicBezTo>
                  <a:cubicBezTo>
                    <a:pt x="51" y="126"/>
                    <a:pt x="48" y="132"/>
                    <a:pt x="44" y="137"/>
                  </a:cubicBezTo>
                  <a:cubicBezTo>
                    <a:pt x="32" y="157"/>
                    <a:pt x="24" y="192"/>
                    <a:pt x="1" y="203"/>
                  </a:cubicBezTo>
                  <a:cubicBezTo>
                    <a:pt x="1" y="204"/>
                    <a:pt x="1" y="204"/>
                    <a:pt x="1" y="204"/>
                  </a:cubicBezTo>
                  <a:cubicBezTo>
                    <a:pt x="0" y="204"/>
                    <a:pt x="0" y="205"/>
                    <a:pt x="0" y="205"/>
                  </a:cubicBezTo>
                  <a:cubicBezTo>
                    <a:pt x="0" y="206"/>
                    <a:pt x="0" y="206"/>
                    <a:pt x="1" y="206"/>
                  </a:cubicBezTo>
                  <a:cubicBezTo>
                    <a:pt x="2" y="207"/>
                    <a:pt x="1" y="207"/>
                    <a:pt x="1" y="207"/>
                  </a:cubicBezTo>
                  <a:cubicBezTo>
                    <a:pt x="2" y="207"/>
                    <a:pt x="2" y="207"/>
                    <a:pt x="2" y="2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7"/>
            <p:cNvSpPr/>
            <p:nvPr/>
          </p:nvSpPr>
          <p:spPr>
            <a:xfrm>
              <a:off x="8194320" y="3166560"/>
              <a:ext cx="29520" cy="42480"/>
            </a:xfrm>
            <a:custGeom>
              <a:rect b="b" l="l" r="r" t="t"/>
              <a:pathLst>
                <a:path extrusionOk="0" h="118" w="82">
                  <a:moveTo>
                    <a:pt x="5" y="114"/>
                  </a:moveTo>
                  <a:cubicBezTo>
                    <a:pt x="13" y="105"/>
                    <a:pt x="26" y="100"/>
                    <a:pt x="32" y="89"/>
                  </a:cubicBezTo>
                  <a:cubicBezTo>
                    <a:pt x="40" y="75"/>
                    <a:pt x="52" y="64"/>
                    <a:pt x="60" y="50"/>
                  </a:cubicBezTo>
                  <a:cubicBezTo>
                    <a:pt x="65" y="41"/>
                    <a:pt x="65" y="33"/>
                    <a:pt x="73" y="26"/>
                  </a:cubicBezTo>
                  <a:cubicBezTo>
                    <a:pt x="81" y="19"/>
                    <a:pt x="76" y="11"/>
                    <a:pt x="75" y="5"/>
                  </a:cubicBezTo>
                  <a:cubicBezTo>
                    <a:pt x="75" y="0"/>
                    <a:pt x="69" y="2"/>
                    <a:pt x="69" y="5"/>
                  </a:cubicBezTo>
                  <a:cubicBezTo>
                    <a:pt x="69" y="16"/>
                    <a:pt x="63" y="20"/>
                    <a:pt x="58" y="28"/>
                  </a:cubicBezTo>
                  <a:cubicBezTo>
                    <a:pt x="57" y="32"/>
                    <a:pt x="55" y="35"/>
                    <a:pt x="53" y="38"/>
                  </a:cubicBezTo>
                  <a:cubicBezTo>
                    <a:pt x="47" y="48"/>
                    <a:pt x="41" y="57"/>
                    <a:pt x="34" y="65"/>
                  </a:cubicBezTo>
                  <a:cubicBezTo>
                    <a:pt x="24" y="74"/>
                    <a:pt x="21" y="87"/>
                    <a:pt x="11" y="96"/>
                  </a:cubicBezTo>
                  <a:cubicBezTo>
                    <a:pt x="8" y="99"/>
                    <a:pt x="6" y="102"/>
                    <a:pt x="4" y="105"/>
                  </a:cubicBezTo>
                  <a:cubicBezTo>
                    <a:pt x="2" y="107"/>
                    <a:pt x="2" y="109"/>
                    <a:pt x="1" y="111"/>
                  </a:cubicBezTo>
                  <a:cubicBezTo>
                    <a:pt x="0" y="114"/>
                    <a:pt x="3" y="117"/>
                    <a:pt x="5"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7"/>
            <p:cNvSpPr/>
            <p:nvPr/>
          </p:nvSpPr>
          <p:spPr>
            <a:xfrm>
              <a:off x="8304120" y="3423600"/>
              <a:ext cx="16920" cy="54000"/>
            </a:xfrm>
            <a:custGeom>
              <a:rect b="b" l="l" r="r" t="t"/>
              <a:pathLst>
                <a:path extrusionOk="0" h="150" w="47">
                  <a:moveTo>
                    <a:pt x="4" y="148"/>
                  </a:moveTo>
                  <a:cubicBezTo>
                    <a:pt x="38" y="115"/>
                    <a:pt x="46" y="48"/>
                    <a:pt x="45" y="4"/>
                  </a:cubicBezTo>
                  <a:cubicBezTo>
                    <a:pt x="45" y="0"/>
                    <a:pt x="39" y="1"/>
                    <a:pt x="39" y="4"/>
                  </a:cubicBezTo>
                  <a:cubicBezTo>
                    <a:pt x="38" y="17"/>
                    <a:pt x="34" y="30"/>
                    <a:pt x="28" y="41"/>
                  </a:cubicBezTo>
                  <a:cubicBezTo>
                    <a:pt x="23" y="53"/>
                    <a:pt x="20" y="66"/>
                    <a:pt x="18" y="79"/>
                  </a:cubicBezTo>
                  <a:cubicBezTo>
                    <a:pt x="12" y="102"/>
                    <a:pt x="14" y="124"/>
                    <a:pt x="1" y="145"/>
                  </a:cubicBezTo>
                  <a:cubicBezTo>
                    <a:pt x="0" y="147"/>
                    <a:pt x="3" y="149"/>
                    <a:pt x="4" y="1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7"/>
            <p:cNvSpPr/>
            <p:nvPr/>
          </p:nvSpPr>
          <p:spPr>
            <a:xfrm>
              <a:off x="8225640" y="3523320"/>
              <a:ext cx="67680" cy="150840"/>
            </a:xfrm>
            <a:custGeom>
              <a:rect b="b" l="l" r="r" t="t"/>
              <a:pathLst>
                <a:path extrusionOk="0" h="419" w="188">
                  <a:moveTo>
                    <a:pt x="186" y="1"/>
                  </a:moveTo>
                  <a:cubicBezTo>
                    <a:pt x="169" y="18"/>
                    <a:pt x="164" y="44"/>
                    <a:pt x="155" y="66"/>
                  </a:cubicBezTo>
                  <a:cubicBezTo>
                    <a:pt x="138" y="108"/>
                    <a:pt x="133" y="155"/>
                    <a:pt x="114" y="198"/>
                  </a:cubicBezTo>
                  <a:cubicBezTo>
                    <a:pt x="96" y="241"/>
                    <a:pt x="67" y="277"/>
                    <a:pt x="49" y="318"/>
                  </a:cubicBezTo>
                  <a:cubicBezTo>
                    <a:pt x="36" y="346"/>
                    <a:pt x="26" y="391"/>
                    <a:pt x="3" y="412"/>
                  </a:cubicBezTo>
                  <a:cubicBezTo>
                    <a:pt x="0" y="414"/>
                    <a:pt x="3" y="418"/>
                    <a:pt x="6" y="417"/>
                  </a:cubicBezTo>
                  <a:cubicBezTo>
                    <a:pt x="18" y="410"/>
                    <a:pt x="28" y="399"/>
                    <a:pt x="35" y="387"/>
                  </a:cubicBezTo>
                  <a:cubicBezTo>
                    <a:pt x="38" y="382"/>
                    <a:pt x="41" y="377"/>
                    <a:pt x="42" y="371"/>
                  </a:cubicBezTo>
                  <a:cubicBezTo>
                    <a:pt x="61" y="324"/>
                    <a:pt x="84" y="278"/>
                    <a:pt x="106" y="233"/>
                  </a:cubicBezTo>
                  <a:cubicBezTo>
                    <a:pt x="123" y="200"/>
                    <a:pt x="137" y="165"/>
                    <a:pt x="146" y="129"/>
                  </a:cubicBezTo>
                  <a:cubicBezTo>
                    <a:pt x="154" y="92"/>
                    <a:pt x="159" y="30"/>
                    <a:pt x="187" y="2"/>
                  </a:cubicBezTo>
                  <a:cubicBezTo>
                    <a:pt x="187" y="1"/>
                    <a:pt x="186" y="0"/>
                    <a:pt x="18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7"/>
            <p:cNvSpPr/>
            <p:nvPr/>
          </p:nvSpPr>
          <p:spPr>
            <a:xfrm>
              <a:off x="8987040" y="3583440"/>
              <a:ext cx="64440" cy="20160"/>
            </a:xfrm>
            <a:custGeom>
              <a:rect b="b" l="l" r="r" t="t"/>
              <a:pathLst>
                <a:path extrusionOk="0" h="56" w="179">
                  <a:moveTo>
                    <a:pt x="176" y="43"/>
                  </a:moveTo>
                  <a:cubicBezTo>
                    <a:pt x="125" y="23"/>
                    <a:pt x="47" y="0"/>
                    <a:pt x="1" y="43"/>
                  </a:cubicBezTo>
                  <a:cubicBezTo>
                    <a:pt x="1" y="43"/>
                    <a:pt x="0" y="43"/>
                    <a:pt x="0" y="44"/>
                  </a:cubicBezTo>
                  <a:lnTo>
                    <a:pt x="0" y="45"/>
                  </a:lnTo>
                  <a:cubicBezTo>
                    <a:pt x="0" y="46"/>
                    <a:pt x="0" y="47"/>
                    <a:pt x="0" y="47"/>
                  </a:cubicBezTo>
                  <a:cubicBezTo>
                    <a:pt x="1" y="48"/>
                    <a:pt x="1" y="48"/>
                    <a:pt x="1" y="48"/>
                  </a:cubicBezTo>
                  <a:cubicBezTo>
                    <a:pt x="2" y="48"/>
                    <a:pt x="2" y="48"/>
                    <a:pt x="3" y="48"/>
                  </a:cubicBezTo>
                  <a:cubicBezTo>
                    <a:pt x="4" y="48"/>
                    <a:pt x="4" y="48"/>
                    <a:pt x="5" y="48"/>
                  </a:cubicBezTo>
                  <a:cubicBezTo>
                    <a:pt x="28" y="30"/>
                    <a:pt x="72" y="31"/>
                    <a:pt x="98" y="35"/>
                  </a:cubicBezTo>
                  <a:cubicBezTo>
                    <a:pt x="125" y="40"/>
                    <a:pt x="148" y="55"/>
                    <a:pt x="176" y="49"/>
                  </a:cubicBezTo>
                  <a:lnTo>
                    <a:pt x="177" y="48"/>
                  </a:lnTo>
                  <a:cubicBezTo>
                    <a:pt x="177" y="47"/>
                    <a:pt x="178" y="46"/>
                    <a:pt x="178" y="46"/>
                  </a:cubicBezTo>
                  <a:cubicBezTo>
                    <a:pt x="178" y="45"/>
                    <a:pt x="177" y="44"/>
                    <a:pt x="177" y="44"/>
                  </a:cubicBezTo>
                  <a:cubicBezTo>
                    <a:pt x="177" y="43"/>
                    <a:pt x="177" y="43"/>
                    <a:pt x="176"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37"/>
            <p:cNvSpPr/>
            <p:nvPr/>
          </p:nvSpPr>
          <p:spPr>
            <a:xfrm>
              <a:off x="8990280" y="3610080"/>
              <a:ext cx="144000" cy="85680"/>
            </a:xfrm>
            <a:custGeom>
              <a:rect b="b" l="l" r="r" t="t"/>
              <a:pathLst>
                <a:path extrusionOk="0" h="238" w="400">
                  <a:moveTo>
                    <a:pt x="4" y="3"/>
                  </a:moveTo>
                  <a:cubicBezTo>
                    <a:pt x="3" y="3"/>
                    <a:pt x="3" y="3"/>
                    <a:pt x="2" y="3"/>
                  </a:cubicBezTo>
                  <a:lnTo>
                    <a:pt x="1" y="4"/>
                  </a:lnTo>
                  <a:cubicBezTo>
                    <a:pt x="1" y="5"/>
                    <a:pt x="0" y="5"/>
                    <a:pt x="0" y="6"/>
                  </a:cubicBezTo>
                  <a:cubicBezTo>
                    <a:pt x="0" y="7"/>
                    <a:pt x="1" y="7"/>
                    <a:pt x="1" y="8"/>
                  </a:cubicBezTo>
                  <a:lnTo>
                    <a:pt x="2" y="9"/>
                  </a:lnTo>
                  <a:cubicBezTo>
                    <a:pt x="3" y="9"/>
                    <a:pt x="3" y="9"/>
                    <a:pt x="4" y="9"/>
                  </a:cubicBezTo>
                  <a:cubicBezTo>
                    <a:pt x="24" y="11"/>
                    <a:pt x="45" y="12"/>
                    <a:pt x="65" y="12"/>
                  </a:cubicBezTo>
                  <a:cubicBezTo>
                    <a:pt x="70" y="12"/>
                    <a:pt x="76" y="12"/>
                    <a:pt x="81" y="12"/>
                  </a:cubicBezTo>
                  <a:cubicBezTo>
                    <a:pt x="107" y="13"/>
                    <a:pt x="133" y="19"/>
                    <a:pt x="157" y="29"/>
                  </a:cubicBezTo>
                  <a:cubicBezTo>
                    <a:pt x="182" y="36"/>
                    <a:pt x="202" y="58"/>
                    <a:pt x="224" y="76"/>
                  </a:cubicBezTo>
                  <a:cubicBezTo>
                    <a:pt x="218" y="73"/>
                    <a:pt x="211" y="71"/>
                    <a:pt x="204" y="71"/>
                  </a:cubicBezTo>
                  <a:cubicBezTo>
                    <a:pt x="196" y="71"/>
                    <a:pt x="189" y="73"/>
                    <a:pt x="183" y="76"/>
                  </a:cubicBezTo>
                  <a:cubicBezTo>
                    <a:pt x="182" y="76"/>
                    <a:pt x="182" y="77"/>
                    <a:pt x="181" y="78"/>
                  </a:cubicBezTo>
                  <a:cubicBezTo>
                    <a:pt x="181" y="78"/>
                    <a:pt x="181" y="79"/>
                    <a:pt x="181" y="80"/>
                  </a:cubicBezTo>
                  <a:cubicBezTo>
                    <a:pt x="190" y="111"/>
                    <a:pt x="252" y="134"/>
                    <a:pt x="278" y="149"/>
                  </a:cubicBezTo>
                  <a:cubicBezTo>
                    <a:pt x="302" y="166"/>
                    <a:pt x="325" y="183"/>
                    <a:pt x="347" y="202"/>
                  </a:cubicBezTo>
                  <a:cubicBezTo>
                    <a:pt x="361" y="213"/>
                    <a:pt x="373" y="232"/>
                    <a:pt x="391" y="237"/>
                  </a:cubicBezTo>
                  <a:cubicBezTo>
                    <a:pt x="394" y="237"/>
                    <a:pt x="399" y="234"/>
                    <a:pt x="395" y="230"/>
                  </a:cubicBezTo>
                  <a:cubicBezTo>
                    <a:pt x="381" y="213"/>
                    <a:pt x="366" y="196"/>
                    <a:pt x="350" y="181"/>
                  </a:cubicBezTo>
                  <a:cubicBezTo>
                    <a:pt x="329" y="165"/>
                    <a:pt x="311" y="147"/>
                    <a:pt x="288" y="133"/>
                  </a:cubicBezTo>
                  <a:cubicBezTo>
                    <a:pt x="265" y="119"/>
                    <a:pt x="244" y="109"/>
                    <a:pt x="223" y="97"/>
                  </a:cubicBezTo>
                  <a:cubicBezTo>
                    <a:pt x="214" y="92"/>
                    <a:pt x="205" y="87"/>
                    <a:pt x="196" y="82"/>
                  </a:cubicBezTo>
                  <a:lnTo>
                    <a:pt x="223" y="80"/>
                  </a:lnTo>
                  <a:lnTo>
                    <a:pt x="233" y="83"/>
                  </a:lnTo>
                  <a:cubicBezTo>
                    <a:pt x="235" y="86"/>
                    <a:pt x="238" y="88"/>
                    <a:pt x="242" y="90"/>
                  </a:cubicBezTo>
                  <a:cubicBezTo>
                    <a:pt x="251" y="95"/>
                    <a:pt x="263" y="98"/>
                    <a:pt x="274" y="98"/>
                  </a:cubicBezTo>
                  <a:cubicBezTo>
                    <a:pt x="277" y="98"/>
                    <a:pt x="279" y="93"/>
                    <a:pt x="275" y="92"/>
                  </a:cubicBezTo>
                  <a:cubicBezTo>
                    <a:pt x="235" y="80"/>
                    <a:pt x="213" y="34"/>
                    <a:pt x="171" y="21"/>
                  </a:cubicBezTo>
                  <a:cubicBezTo>
                    <a:pt x="130" y="7"/>
                    <a:pt x="88" y="0"/>
                    <a:pt x="45" y="0"/>
                  </a:cubicBezTo>
                  <a:cubicBezTo>
                    <a:pt x="31" y="0"/>
                    <a:pt x="17" y="1"/>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37"/>
            <p:cNvSpPr/>
            <p:nvPr/>
          </p:nvSpPr>
          <p:spPr>
            <a:xfrm>
              <a:off x="9049320" y="3657600"/>
              <a:ext cx="107280" cy="73440"/>
            </a:xfrm>
            <a:custGeom>
              <a:rect b="b" l="l" r="r" t="t"/>
              <a:pathLst>
                <a:path extrusionOk="0" h="204" w="298">
                  <a:moveTo>
                    <a:pt x="199" y="105"/>
                  </a:moveTo>
                  <a:cubicBezTo>
                    <a:pt x="208" y="116"/>
                    <a:pt x="217" y="128"/>
                    <a:pt x="225" y="139"/>
                  </a:cubicBezTo>
                  <a:cubicBezTo>
                    <a:pt x="244" y="162"/>
                    <a:pt x="266" y="183"/>
                    <a:pt x="289" y="201"/>
                  </a:cubicBezTo>
                  <a:cubicBezTo>
                    <a:pt x="292" y="203"/>
                    <a:pt x="297" y="201"/>
                    <a:pt x="295" y="196"/>
                  </a:cubicBezTo>
                  <a:cubicBezTo>
                    <a:pt x="273" y="162"/>
                    <a:pt x="242" y="140"/>
                    <a:pt x="216" y="109"/>
                  </a:cubicBezTo>
                  <a:cubicBezTo>
                    <a:pt x="204" y="94"/>
                    <a:pt x="189" y="81"/>
                    <a:pt x="173" y="71"/>
                  </a:cubicBezTo>
                  <a:cubicBezTo>
                    <a:pt x="167" y="68"/>
                    <a:pt x="161" y="65"/>
                    <a:pt x="155" y="62"/>
                  </a:cubicBezTo>
                  <a:cubicBezTo>
                    <a:pt x="109" y="43"/>
                    <a:pt x="41" y="31"/>
                    <a:pt x="2" y="0"/>
                  </a:cubicBezTo>
                  <a:lnTo>
                    <a:pt x="1" y="0"/>
                  </a:lnTo>
                  <a:cubicBezTo>
                    <a:pt x="0" y="0"/>
                    <a:pt x="0" y="1"/>
                    <a:pt x="0" y="1"/>
                  </a:cubicBezTo>
                  <a:lnTo>
                    <a:pt x="0" y="2"/>
                  </a:lnTo>
                  <a:lnTo>
                    <a:pt x="0" y="3"/>
                  </a:lnTo>
                  <a:cubicBezTo>
                    <a:pt x="30" y="30"/>
                    <a:pt x="81" y="46"/>
                    <a:pt x="118" y="60"/>
                  </a:cubicBezTo>
                  <a:cubicBezTo>
                    <a:pt x="151" y="73"/>
                    <a:pt x="175" y="77"/>
                    <a:pt x="199"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37"/>
            <p:cNvSpPr/>
            <p:nvPr/>
          </p:nvSpPr>
          <p:spPr>
            <a:xfrm>
              <a:off x="9074160" y="3694680"/>
              <a:ext cx="93240" cy="62280"/>
            </a:xfrm>
            <a:custGeom>
              <a:rect b="b" l="l" r="r" t="t"/>
              <a:pathLst>
                <a:path extrusionOk="0" h="173" w="259">
                  <a:moveTo>
                    <a:pt x="1" y="4"/>
                  </a:moveTo>
                  <a:cubicBezTo>
                    <a:pt x="34" y="12"/>
                    <a:pt x="67" y="24"/>
                    <a:pt x="97" y="42"/>
                  </a:cubicBezTo>
                  <a:cubicBezTo>
                    <a:pt x="108" y="48"/>
                    <a:pt x="119" y="55"/>
                    <a:pt x="129" y="63"/>
                  </a:cubicBezTo>
                  <a:cubicBezTo>
                    <a:pt x="173" y="92"/>
                    <a:pt x="214" y="128"/>
                    <a:pt x="249" y="168"/>
                  </a:cubicBezTo>
                  <a:cubicBezTo>
                    <a:pt x="253" y="172"/>
                    <a:pt x="258" y="166"/>
                    <a:pt x="256" y="162"/>
                  </a:cubicBezTo>
                  <a:cubicBezTo>
                    <a:pt x="248" y="145"/>
                    <a:pt x="234" y="138"/>
                    <a:pt x="221" y="124"/>
                  </a:cubicBezTo>
                  <a:cubicBezTo>
                    <a:pt x="203" y="104"/>
                    <a:pt x="182" y="86"/>
                    <a:pt x="158" y="72"/>
                  </a:cubicBezTo>
                  <a:cubicBezTo>
                    <a:pt x="112" y="41"/>
                    <a:pt x="59" y="5"/>
                    <a:pt x="1" y="0"/>
                  </a:cubicBezTo>
                  <a:cubicBezTo>
                    <a:pt x="0" y="0"/>
                    <a:pt x="0" y="4"/>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37"/>
            <p:cNvSpPr/>
            <p:nvPr/>
          </p:nvSpPr>
          <p:spPr>
            <a:xfrm>
              <a:off x="9066960" y="3605040"/>
              <a:ext cx="222840" cy="122040"/>
            </a:xfrm>
            <a:custGeom>
              <a:rect b="b" l="l" r="r" t="t"/>
              <a:pathLst>
                <a:path extrusionOk="0" h="339" w="619">
                  <a:moveTo>
                    <a:pt x="2" y="3"/>
                  </a:moveTo>
                  <a:cubicBezTo>
                    <a:pt x="1" y="3"/>
                    <a:pt x="1" y="3"/>
                    <a:pt x="1" y="3"/>
                  </a:cubicBezTo>
                  <a:lnTo>
                    <a:pt x="0" y="3"/>
                  </a:lnTo>
                  <a:cubicBezTo>
                    <a:pt x="0" y="4"/>
                    <a:pt x="0" y="4"/>
                    <a:pt x="0" y="4"/>
                  </a:cubicBezTo>
                  <a:lnTo>
                    <a:pt x="0" y="5"/>
                  </a:lnTo>
                  <a:cubicBezTo>
                    <a:pt x="0" y="5"/>
                    <a:pt x="1" y="5"/>
                    <a:pt x="1" y="6"/>
                  </a:cubicBezTo>
                  <a:lnTo>
                    <a:pt x="2" y="6"/>
                  </a:lnTo>
                  <a:cubicBezTo>
                    <a:pt x="50" y="10"/>
                    <a:pt x="105" y="8"/>
                    <a:pt x="152" y="24"/>
                  </a:cubicBezTo>
                  <a:cubicBezTo>
                    <a:pt x="182" y="37"/>
                    <a:pt x="211" y="50"/>
                    <a:pt x="239" y="66"/>
                  </a:cubicBezTo>
                  <a:cubicBezTo>
                    <a:pt x="271" y="81"/>
                    <a:pt x="305" y="89"/>
                    <a:pt x="336" y="108"/>
                  </a:cubicBezTo>
                  <a:cubicBezTo>
                    <a:pt x="385" y="139"/>
                    <a:pt x="432" y="173"/>
                    <a:pt x="483" y="203"/>
                  </a:cubicBezTo>
                  <a:cubicBezTo>
                    <a:pt x="533" y="232"/>
                    <a:pt x="569" y="298"/>
                    <a:pt x="614" y="337"/>
                  </a:cubicBezTo>
                  <a:lnTo>
                    <a:pt x="615" y="337"/>
                  </a:lnTo>
                  <a:cubicBezTo>
                    <a:pt x="615" y="337"/>
                    <a:pt x="615" y="338"/>
                    <a:pt x="616" y="338"/>
                  </a:cubicBezTo>
                  <a:cubicBezTo>
                    <a:pt x="616" y="338"/>
                    <a:pt x="616" y="337"/>
                    <a:pt x="617" y="337"/>
                  </a:cubicBezTo>
                  <a:lnTo>
                    <a:pt x="618" y="336"/>
                  </a:lnTo>
                  <a:lnTo>
                    <a:pt x="618" y="335"/>
                  </a:lnTo>
                  <a:lnTo>
                    <a:pt x="618" y="334"/>
                  </a:lnTo>
                  <a:lnTo>
                    <a:pt x="617" y="334"/>
                  </a:lnTo>
                  <a:cubicBezTo>
                    <a:pt x="582" y="289"/>
                    <a:pt x="545" y="235"/>
                    <a:pt x="498" y="201"/>
                  </a:cubicBezTo>
                  <a:cubicBezTo>
                    <a:pt x="454" y="170"/>
                    <a:pt x="411" y="139"/>
                    <a:pt x="366" y="111"/>
                  </a:cubicBezTo>
                  <a:cubicBezTo>
                    <a:pt x="312" y="81"/>
                    <a:pt x="257" y="56"/>
                    <a:pt x="199" y="34"/>
                  </a:cubicBezTo>
                  <a:cubicBezTo>
                    <a:pt x="151" y="12"/>
                    <a:pt x="98" y="0"/>
                    <a:pt x="44" y="0"/>
                  </a:cubicBezTo>
                  <a:cubicBezTo>
                    <a:pt x="30" y="0"/>
                    <a:pt x="16"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37"/>
            <p:cNvSpPr/>
            <p:nvPr/>
          </p:nvSpPr>
          <p:spPr>
            <a:xfrm>
              <a:off x="9063000" y="3611520"/>
              <a:ext cx="142560" cy="107280"/>
            </a:xfrm>
            <a:custGeom>
              <a:rect b="b" l="l" r="r" t="t"/>
              <a:pathLst>
                <a:path extrusionOk="0" h="298" w="396">
                  <a:moveTo>
                    <a:pt x="1" y="4"/>
                  </a:moveTo>
                  <a:cubicBezTo>
                    <a:pt x="27" y="58"/>
                    <a:pt x="93" y="72"/>
                    <a:pt x="131" y="115"/>
                  </a:cubicBezTo>
                  <a:cubicBezTo>
                    <a:pt x="148" y="133"/>
                    <a:pt x="193" y="160"/>
                    <a:pt x="218" y="152"/>
                  </a:cubicBezTo>
                  <a:cubicBezTo>
                    <a:pt x="219" y="152"/>
                    <a:pt x="219" y="152"/>
                    <a:pt x="219" y="152"/>
                  </a:cubicBezTo>
                  <a:cubicBezTo>
                    <a:pt x="220" y="152"/>
                    <a:pt x="221" y="151"/>
                    <a:pt x="221" y="150"/>
                  </a:cubicBezTo>
                  <a:cubicBezTo>
                    <a:pt x="221" y="149"/>
                    <a:pt x="222" y="148"/>
                    <a:pt x="222" y="148"/>
                  </a:cubicBezTo>
                  <a:cubicBezTo>
                    <a:pt x="222" y="147"/>
                    <a:pt x="222" y="147"/>
                    <a:pt x="222" y="147"/>
                  </a:cubicBezTo>
                  <a:cubicBezTo>
                    <a:pt x="222" y="134"/>
                    <a:pt x="209" y="127"/>
                    <a:pt x="209" y="113"/>
                  </a:cubicBezTo>
                  <a:cubicBezTo>
                    <a:pt x="209" y="112"/>
                    <a:pt x="210" y="111"/>
                    <a:pt x="210" y="110"/>
                  </a:cubicBezTo>
                  <a:cubicBezTo>
                    <a:pt x="210" y="108"/>
                    <a:pt x="209" y="106"/>
                    <a:pt x="208" y="103"/>
                  </a:cubicBezTo>
                  <a:cubicBezTo>
                    <a:pt x="215" y="115"/>
                    <a:pt x="225" y="124"/>
                    <a:pt x="235" y="132"/>
                  </a:cubicBezTo>
                  <a:cubicBezTo>
                    <a:pt x="266" y="158"/>
                    <a:pt x="295" y="186"/>
                    <a:pt x="322" y="215"/>
                  </a:cubicBezTo>
                  <a:cubicBezTo>
                    <a:pt x="343" y="238"/>
                    <a:pt x="377" y="264"/>
                    <a:pt x="388" y="294"/>
                  </a:cubicBezTo>
                  <a:cubicBezTo>
                    <a:pt x="390" y="297"/>
                    <a:pt x="395" y="297"/>
                    <a:pt x="395" y="294"/>
                  </a:cubicBezTo>
                  <a:cubicBezTo>
                    <a:pt x="392" y="264"/>
                    <a:pt x="365" y="243"/>
                    <a:pt x="346" y="220"/>
                  </a:cubicBezTo>
                  <a:cubicBezTo>
                    <a:pt x="306" y="169"/>
                    <a:pt x="257" y="125"/>
                    <a:pt x="202" y="90"/>
                  </a:cubicBezTo>
                  <a:cubicBezTo>
                    <a:pt x="198" y="88"/>
                    <a:pt x="193" y="93"/>
                    <a:pt x="195" y="97"/>
                  </a:cubicBezTo>
                  <a:cubicBezTo>
                    <a:pt x="201" y="108"/>
                    <a:pt x="198" y="119"/>
                    <a:pt x="203" y="131"/>
                  </a:cubicBezTo>
                  <a:cubicBezTo>
                    <a:pt x="216" y="160"/>
                    <a:pt x="133" y="102"/>
                    <a:pt x="130" y="99"/>
                  </a:cubicBezTo>
                  <a:cubicBezTo>
                    <a:pt x="94" y="58"/>
                    <a:pt x="39" y="45"/>
                    <a:pt x="5" y="3"/>
                  </a:cubicBezTo>
                  <a:cubicBezTo>
                    <a:pt x="3" y="0"/>
                    <a:pt x="0" y="2"/>
                    <a:pt x="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37"/>
            <p:cNvSpPr/>
            <p:nvPr/>
          </p:nvSpPr>
          <p:spPr>
            <a:xfrm>
              <a:off x="9160920" y="3600720"/>
              <a:ext cx="140400" cy="96120"/>
            </a:xfrm>
            <a:custGeom>
              <a:rect b="b" l="l" r="r" t="t"/>
              <a:pathLst>
                <a:path extrusionOk="0" h="267" w="390">
                  <a:moveTo>
                    <a:pt x="259" y="138"/>
                  </a:moveTo>
                  <a:cubicBezTo>
                    <a:pt x="232" y="106"/>
                    <a:pt x="197" y="57"/>
                    <a:pt x="157" y="41"/>
                  </a:cubicBezTo>
                  <a:cubicBezTo>
                    <a:pt x="131" y="31"/>
                    <a:pt x="118" y="17"/>
                    <a:pt x="90" y="13"/>
                  </a:cubicBezTo>
                  <a:cubicBezTo>
                    <a:pt x="62" y="8"/>
                    <a:pt x="32" y="3"/>
                    <a:pt x="1" y="0"/>
                  </a:cubicBezTo>
                  <a:cubicBezTo>
                    <a:pt x="1" y="1"/>
                    <a:pt x="0" y="1"/>
                    <a:pt x="0" y="1"/>
                  </a:cubicBezTo>
                  <a:cubicBezTo>
                    <a:pt x="0" y="2"/>
                    <a:pt x="0" y="2"/>
                    <a:pt x="0" y="2"/>
                  </a:cubicBezTo>
                  <a:cubicBezTo>
                    <a:pt x="0" y="3"/>
                    <a:pt x="0" y="3"/>
                    <a:pt x="0" y="3"/>
                  </a:cubicBezTo>
                  <a:cubicBezTo>
                    <a:pt x="0" y="4"/>
                    <a:pt x="1" y="4"/>
                    <a:pt x="1" y="4"/>
                  </a:cubicBezTo>
                  <a:cubicBezTo>
                    <a:pt x="41" y="13"/>
                    <a:pt x="100" y="11"/>
                    <a:pt x="131" y="41"/>
                  </a:cubicBezTo>
                  <a:cubicBezTo>
                    <a:pt x="148" y="58"/>
                    <a:pt x="175" y="66"/>
                    <a:pt x="193" y="83"/>
                  </a:cubicBezTo>
                  <a:cubicBezTo>
                    <a:pt x="213" y="104"/>
                    <a:pt x="233" y="123"/>
                    <a:pt x="255" y="141"/>
                  </a:cubicBezTo>
                  <a:cubicBezTo>
                    <a:pt x="231" y="127"/>
                    <a:pt x="204" y="116"/>
                    <a:pt x="177" y="107"/>
                  </a:cubicBezTo>
                  <a:cubicBezTo>
                    <a:pt x="151" y="96"/>
                    <a:pt x="124" y="88"/>
                    <a:pt x="96" y="83"/>
                  </a:cubicBezTo>
                  <a:cubicBezTo>
                    <a:pt x="95" y="83"/>
                    <a:pt x="95" y="82"/>
                    <a:pt x="94" y="83"/>
                  </a:cubicBezTo>
                  <a:cubicBezTo>
                    <a:pt x="93" y="84"/>
                    <a:pt x="93" y="84"/>
                    <a:pt x="93" y="85"/>
                  </a:cubicBezTo>
                  <a:lnTo>
                    <a:pt x="93" y="86"/>
                  </a:lnTo>
                  <a:cubicBezTo>
                    <a:pt x="93" y="87"/>
                    <a:pt x="93" y="87"/>
                    <a:pt x="93" y="87"/>
                  </a:cubicBezTo>
                  <a:cubicBezTo>
                    <a:pt x="93" y="88"/>
                    <a:pt x="93" y="88"/>
                    <a:pt x="94" y="89"/>
                  </a:cubicBezTo>
                  <a:cubicBezTo>
                    <a:pt x="95" y="90"/>
                    <a:pt x="95" y="89"/>
                    <a:pt x="96" y="89"/>
                  </a:cubicBezTo>
                  <a:cubicBezTo>
                    <a:pt x="117" y="94"/>
                    <a:pt x="137" y="102"/>
                    <a:pt x="157" y="112"/>
                  </a:cubicBezTo>
                  <a:cubicBezTo>
                    <a:pt x="191" y="123"/>
                    <a:pt x="225" y="138"/>
                    <a:pt x="257" y="155"/>
                  </a:cubicBezTo>
                  <a:cubicBezTo>
                    <a:pt x="261" y="158"/>
                    <a:pt x="266" y="160"/>
                    <a:pt x="270" y="163"/>
                  </a:cubicBezTo>
                  <a:cubicBezTo>
                    <a:pt x="290" y="174"/>
                    <a:pt x="310" y="188"/>
                    <a:pt x="328" y="203"/>
                  </a:cubicBezTo>
                  <a:cubicBezTo>
                    <a:pt x="331" y="206"/>
                    <a:pt x="378" y="262"/>
                    <a:pt x="380" y="262"/>
                  </a:cubicBezTo>
                  <a:cubicBezTo>
                    <a:pt x="378" y="263"/>
                    <a:pt x="380" y="266"/>
                    <a:pt x="381" y="266"/>
                  </a:cubicBezTo>
                  <a:lnTo>
                    <a:pt x="385" y="266"/>
                  </a:lnTo>
                  <a:lnTo>
                    <a:pt x="386" y="266"/>
                  </a:lnTo>
                  <a:cubicBezTo>
                    <a:pt x="386" y="266"/>
                    <a:pt x="387" y="266"/>
                    <a:pt x="388" y="265"/>
                  </a:cubicBezTo>
                  <a:cubicBezTo>
                    <a:pt x="388" y="265"/>
                    <a:pt x="389" y="265"/>
                    <a:pt x="389" y="264"/>
                  </a:cubicBezTo>
                  <a:cubicBezTo>
                    <a:pt x="389" y="263"/>
                    <a:pt x="389" y="263"/>
                    <a:pt x="389" y="262"/>
                  </a:cubicBezTo>
                  <a:cubicBezTo>
                    <a:pt x="389" y="261"/>
                    <a:pt x="389" y="261"/>
                    <a:pt x="389" y="260"/>
                  </a:cubicBezTo>
                  <a:cubicBezTo>
                    <a:pt x="360" y="207"/>
                    <a:pt x="312" y="175"/>
                    <a:pt x="263" y="145"/>
                  </a:cubicBezTo>
                  <a:lnTo>
                    <a:pt x="258" y="142"/>
                  </a:lnTo>
                  <a:cubicBezTo>
                    <a:pt x="259" y="142"/>
                    <a:pt x="259" y="142"/>
                    <a:pt x="259" y="141"/>
                  </a:cubicBezTo>
                  <a:lnTo>
                    <a:pt x="259" y="140"/>
                  </a:lnTo>
                  <a:lnTo>
                    <a:pt x="259" y="139"/>
                  </a:lnTo>
                  <a:lnTo>
                    <a:pt x="259" y="1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37"/>
            <p:cNvSpPr/>
            <p:nvPr/>
          </p:nvSpPr>
          <p:spPr>
            <a:xfrm>
              <a:off x="9283320" y="3689640"/>
              <a:ext cx="62280" cy="129960"/>
            </a:xfrm>
            <a:custGeom>
              <a:rect b="b" l="l" r="r" t="t"/>
              <a:pathLst>
                <a:path extrusionOk="0" h="361" w="173">
                  <a:moveTo>
                    <a:pt x="46" y="36"/>
                  </a:moveTo>
                  <a:cubicBezTo>
                    <a:pt x="35" y="24"/>
                    <a:pt x="20" y="17"/>
                    <a:pt x="9" y="4"/>
                  </a:cubicBezTo>
                  <a:cubicBezTo>
                    <a:pt x="5" y="0"/>
                    <a:pt x="0" y="4"/>
                    <a:pt x="2" y="9"/>
                  </a:cubicBezTo>
                  <a:cubicBezTo>
                    <a:pt x="11" y="30"/>
                    <a:pt x="33" y="41"/>
                    <a:pt x="44" y="63"/>
                  </a:cubicBezTo>
                  <a:cubicBezTo>
                    <a:pt x="58" y="94"/>
                    <a:pt x="79" y="122"/>
                    <a:pt x="93" y="154"/>
                  </a:cubicBezTo>
                  <a:cubicBezTo>
                    <a:pt x="124" y="219"/>
                    <a:pt x="141" y="289"/>
                    <a:pt x="164" y="357"/>
                  </a:cubicBezTo>
                  <a:cubicBezTo>
                    <a:pt x="164" y="358"/>
                    <a:pt x="164" y="358"/>
                    <a:pt x="164" y="358"/>
                  </a:cubicBezTo>
                  <a:cubicBezTo>
                    <a:pt x="165" y="359"/>
                    <a:pt x="166" y="358"/>
                    <a:pt x="166" y="359"/>
                  </a:cubicBezTo>
                  <a:cubicBezTo>
                    <a:pt x="167" y="359"/>
                    <a:pt x="167" y="360"/>
                    <a:pt x="168" y="360"/>
                  </a:cubicBezTo>
                  <a:cubicBezTo>
                    <a:pt x="169" y="360"/>
                    <a:pt x="169" y="360"/>
                    <a:pt x="170" y="359"/>
                  </a:cubicBezTo>
                  <a:cubicBezTo>
                    <a:pt x="170" y="359"/>
                    <a:pt x="171" y="359"/>
                    <a:pt x="171" y="358"/>
                  </a:cubicBezTo>
                  <a:cubicBezTo>
                    <a:pt x="171" y="358"/>
                    <a:pt x="172" y="358"/>
                    <a:pt x="172" y="357"/>
                  </a:cubicBezTo>
                  <a:cubicBezTo>
                    <a:pt x="171" y="330"/>
                    <a:pt x="165" y="304"/>
                    <a:pt x="156" y="279"/>
                  </a:cubicBezTo>
                  <a:cubicBezTo>
                    <a:pt x="145" y="238"/>
                    <a:pt x="132" y="198"/>
                    <a:pt x="117" y="160"/>
                  </a:cubicBezTo>
                  <a:cubicBezTo>
                    <a:pt x="108" y="139"/>
                    <a:pt x="98" y="117"/>
                    <a:pt x="86" y="98"/>
                  </a:cubicBezTo>
                  <a:cubicBezTo>
                    <a:pt x="83" y="91"/>
                    <a:pt x="78" y="85"/>
                    <a:pt x="74" y="79"/>
                  </a:cubicBezTo>
                  <a:cubicBezTo>
                    <a:pt x="73" y="77"/>
                    <a:pt x="73" y="74"/>
                    <a:pt x="71" y="72"/>
                  </a:cubicBezTo>
                  <a:cubicBezTo>
                    <a:pt x="64" y="59"/>
                    <a:pt x="55" y="48"/>
                    <a:pt x="46"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37"/>
            <p:cNvSpPr/>
            <p:nvPr/>
          </p:nvSpPr>
          <p:spPr>
            <a:xfrm>
              <a:off x="9109800" y="3479040"/>
              <a:ext cx="431640" cy="399600"/>
            </a:xfrm>
            <a:custGeom>
              <a:rect b="b" l="l" r="r" t="t"/>
              <a:pathLst>
                <a:path extrusionOk="0" h="1110" w="1199">
                  <a:moveTo>
                    <a:pt x="1044" y="670"/>
                  </a:moveTo>
                  <a:cubicBezTo>
                    <a:pt x="985" y="532"/>
                    <a:pt x="878" y="414"/>
                    <a:pt x="771" y="313"/>
                  </a:cubicBezTo>
                  <a:cubicBezTo>
                    <a:pt x="746" y="287"/>
                    <a:pt x="718" y="263"/>
                    <a:pt x="689" y="241"/>
                  </a:cubicBezTo>
                  <a:cubicBezTo>
                    <a:pt x="661" y="220"/>
                    <a:pt x="630" y="201"/>
                    <a:pt x="601" y="183"/>
                  </a:cubicBezTo>
                  <a:cubicBezTo>
                    <a:pt x="570" y="168"/>
                    <a:pt x="537" y="158"/>
                    <a:pt x="503" y="153"/>
                  </a:cubicBezTo>
                  <a:cubicBezTo>
                    <a:pt x="459" y="144"/>
                    <a:pt x="415" y="133"/>
                    <a:pt x="371" y="124"/>
                  </a:cubicBezTo>
                  <a:cubicBezTo>
                    <a:pt x="335" y="119"/>
                    <a:pt x="299" y="116"/>
                    <a:pt x="262" y="116"/>
                  </a:cubicBezTo>
                  <a:cubicBezTo>
                    <a:pt x="259" y="116"/>
                    <a:pt x="256" y="116"/>
                    <a:pt x="253" y="116"/>
                  </a:cubicBezTo>
                  <a:cubicBezTo>
                    <a:pt x="287" y="99"/>
                    <a:pt x="319" y="78"/>
                    <a:pt x="351" y="60"/>
                  </a:cubicBezTo>
                  <a:cubicBezTo>
                    <a:pt x="380" y="45"/>
                    <a:pt x="411" y="34"/>
                    <a:pt x="443" y="27"/>
                  </a:cubicBezTo>
                  <a:cubicBezTo>
                    <a:pt x="459" y="23"/>
                    <a:pt x="480" y="22"/>
                    <a:pt x="494" y="17"/>
                  </a:cubicBezTo>
                  <a:cubicBezTo>
                    <a:pt x="510" y="13"/>
                    <a:pt x="527" y="11"/>
                    <a:pt x="545" y="11"/>
                  </a:cubicBezTo>
                  <a:cubicBezTo>
                    <a:pt x="552" y="11"/>
                    <a:pt x="559" y="11"/>
                    <a:pt x="567" y="12"/>
                  </a:cubicBezTo>
                  <a:cubicBezTo>
                    <a:pt x="593" y="15"/>
                    <a:pt x="618" y="20"/>
                    <a:pt x="644" y="26"/>
                  </a:cubicBezTo>
                  <a:cubicBezTo>
                    <a:pt x="683" y="31"/>
                    <a:pt x="748" y="54"/>
                    <a:pt x="773" y="86"/>
                  </a:cubicBezTo>
                  <a:cubicBezTo>
                    <a:pt x="774" y="87"/>
                    <a:pt x="774" y="87"/>
                    <a:pt x="775" y="88"/>
                  </a:cubicBezTo>
                  <a:lnTo>
                    <a:pt x="776" y="88"/>
                  </a:lnTo>
                  <a:cubicBezTo>
                    <a:pt x="777" y="88"/>
                    <a:pt x="778" y="88"/>
                    <a:pt x="778" y="88"/>
                  </a:cubicBezTo>
                  <a:cubicBezTo>
                    <a:pt x="779" y="87"/>
                    <a:pt x="779" y="87"/>
                    <a:pt x="779" y="86"/>
                  </a:cubicBezTo>
                  <a:cubicBezTo>
                    <a:pt x="780" y="85"/>
                    <a:pt x="780" y="85"/>
                    <a:pt x="780" y="85"/>
                  </a:cubicBezTo>
                  <a:cubicBezTo>
                    <a:pt x="780" y="84"/>
                    <a:pt x="780" y="83"/>
                    <a:pt x="779" y="83"/>
                  </a:cubicBezTo>
                  <a:cubicBezTo>
                    <a:pt x="764" y="50"/>
                    <a:pt x="725" y="40"/>
                    <a:pt x="695" y="27"/>
                  </a:cubicBezTo>
                  <a:cubicBezTo>
                    <a:pt x="654" y="9"/>
                    <a:pt x="610" y="0"/>
                    <a:pt x="566" y="0"/>
                  </a:cubicBezTo>
                  <a:cubicBezTo>
                    <a:pt x="518" y="0"/>
                    <a:pt x="471" y="6"/>
                    <a:pt x="424" y="18"/>
                  </a:cubicBezTo>
                  <a:cubicBezTo>
                    <a:pt x="357" y="34"/>
                    <a:pt x="303" y="71"/>
                    <a:pt x="250" y="112"/>
                  </a:cubicBezTo>
                  <a:cubicBezTo>
                    <a:pt x="249" y="112"/>
                    <a:pt x="249" y="113"/>
                    <a:pt x="249" y="113"/>
                  </a:cubicBezTo>
                  <a:lnTo>
                    <a:pt x="248" y="114"/>
                  </a:lnTo>
                  <a:cubicBezTo>
                    <a:pt x="248" y="115"/>
                    <a:pt x="249" y="115"/>
                    <a:pt x="249" y="115"/>
                  </a:cubicBezTo>
                  <a:cubicBezTo>
                    <a:pt x="249" y="116"/>
                    <a:pt x="249" y="116"/>
                    <a:pt x="250" y="116"/>
                  </a:cubicBezTo>
                  <a:lnTo>
                    <a:pt x="244" y="116"/>
                  </a:lnTo>
                  <a:cubicBezTo>
                    <a:pt x="235" y="115"/>
                    <a:pt x="226" y="115"/>
                    <a:pt x="217" y="115"/>
                  </a:cubicBezTo>
                  <a:cubicBezTo>
                    <a:pt x="191" y="115"/>
                    <a:pt x="165" y="119"/>
                    <a:pt x="140" y="126"/>
                  </a:cubicBezTo>
                  <a:cubicBezTo>
                    <a:pt x="126" y="133"/>
                    <a:pt x="113" y="139"/>
                    <a:pt x="100" y="147"/>
                  </a:cubicBezTo>
                  <a:cubicBezTo>
                    <a:pt x="85" y="156"/>
                    <a:pt x="71" y="165"/>
                    <a:pt x="56" y="175"/>
                  </a:cubicBezTo>
                  <a:cubicBezTo>
                    <a:pt x="35" y="189"/>
                    <a:pt x="14" y="197"/>
                    <a:pt x="2" y="221"/>
                  </a:cubicBezTo>
                  <a:cubicBezTo>
                    <a:pt x="0" y="224"/>
                    <a:pt x="6" y="228"/>
                    <a:pt x="8" y="224"/>
                  </a:cubicBezTo>
                  <a:cubicBezTo>
                    <a:pt x="24" y="195"/>
                    <a:pt x="69" y="179"/>
                    <a:pt x="98" y="164"/>
                  </a:cubicBezTo>
                  <a:cubicBezTo>
                    <a:pt x="132" y="144"/>
                    <a:pt x="170" y="134"/>
                    <a:pt x="209" y="133"/>
                  </a:cubicBezTo>
                  <a:cubicBezTo>
                    <a:pt x="214" y="133"/>
                    <a:pt x="219" y="132"/>
                    <a:pt x="224" y="132"/>
                  </a:cubicBezTo>
                  <a:cubicBezTo>
                    <a:pt x="302" y="132"/>
                    <a:pt x="380" y="142"/>
                    <a:pt x="456" y="159"/>
                  </a:cubicBezTo>
                  <a:cubicBezTo>
                    <a:pt x="531" y="179"/>
                    <a:pt x="602" y="199"/>
                    <a:pt x="666" y="243"/>
                  </a:cubicBezTo>
                  <a:cubicBezTo>
                    <a:pt x="693" y="261"/>
                    <a:pt x="718" y="281"/>
                    <a:pt x="741" y="304"/>
                  </a:cubicBezTo>
                  <a:cubicBezTo>
                    <a:pt x="763" y="329"/>
                    <a:pt x="787" y="353"/>
                    <a:pt x="813" y="374"/>
                  </a:cubicBezTo>
                  <a:cubicBezTo>
                    <a:pt x="829" y="388"/>
                    <a:pt x="844" y="403"/>
                    <a:pt x="856" y="420"/>
                  </a:cubicBezTo>
                  <a:cubicBezTo>
                    <a:pt x="861" y="425"/>
                    <a:pt x="865" y="429"/>
                    <a:pt x="871" y="433"/>
                  </a:cubicBezTo>
                  <a:cubicBezTo>
                    <a:pt x="889" y="451"/>
                    <a:pt x="906" y="471"/>
                    <a:pt x="922" y="492"/>
                  </a:cubicBezTo>
                  <a:cubicBezTo>
                    <a:pt x="949" y="524"/>
                    <a:pt x="974" y="558"/>
                    <a:pt x="994" y="594"/>
                  </a:cubicBezTo>
                  <a:cubicBezTo>
                    <a:pt x="1012" y="624"/>
                    <a:pt x="1026" y="655"/>
                    <a:pt x="1039" y="686"/>
                  </a:cubicBezTo>
                  <a:cubicBezTo>
                    <a:pt x="1065" y="750"/>
                    <a:pt x="1093" y="811"/>
                    <a:pt x="1117" y="876"/>
                  </a:cubicBezTo>
                  <a:cubicBezTo>
                    <a:pt x="1144" y="950"/>
                    <a:pt x="1152" y="1034"/>
                    <a:pt x="1188" y="1104"/>
                  </a:cubicBezTo>
                  <a:cubicBezTo>
                    <a:pt x="1190" y="1109"/>
                    <a:pt x="1198" y="1106"/>
                    <a:pt x="1196" y="1101"/>
                  </a:cubicBezTo>
                  <a:cubicBezTo>
                    <a:pt x="1171" y="1032"/>
                    <a:pt x="1165" y="957"/>
                    <a:pt x="1138" y="888"/>
                  </a:cubicBezTo>
                  <a:cubicBezTo>
                    <a:pt x="1108" y="813"/>
                    <a:pt x="1076" y="743"/>
                    <a:pt x="1044" y="6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37"/>
            <p:cNvSpPr/>
            <p:nvPr/>
          </p:nvSpPr>
          <p:spPr>
            <a:xfrm>
              <a:off x="9045360" y="3341880"/>
              <a:ext cx="531000" cy="924840"/>
            </a:xfrm>
            <a:custGeom>
              <a:rect b="b" l="l" r="r" t="t"/>
              <a:pathLst>
                <a:path extrusionOk="0" h="2569" w="1475">
                  <a:moveTo>
                    <a:pt x="1441" y="1361"/>
                  </a:moveTo>
                  <a:cubicBezTo>
                    <a:pt x="1438" y="1340"/>
                    <a:pt x="1431" y="1319"/>
                    <a:pt x="1427" y="1298"/>
                  </a:cubicBezTo>
                  <a:cubicBezTo>
                    <a:pt x="1421" y="1266"/>
                    <a:pt x="1416" y="1235"/>
                    <a:pt x="1409" y="1204"/>
                  </a:cubicBezTo>
                  <a:cubicBezTo>
                    <a:pt x="1403" y="1178"/>
                    <a:pt x="1393" y="1153"/>
                    <a:pt x="1381" y="1130"/>
                  </a:cubicBezTo>
                  <a:cubicBezTo>
                    <a:pt x="1380" y="1126"/>
                    <a:pt x="1378" y="1123"/>
                    <a:pt x="1376" y="1120"/>
                  </a:cubicBezTo>
                  <a:cubicBezTo>
                    <a:pt x="1374" y="1116"/>
                    <a:pt x="1371" y="1111"/>
                    <a:pt x="1368" y="1107"/>
                  </a:cubicBezTo>
                  <a:cubicBezTo>
                    <a:pt x="1343" y="1068"/>
                    <a:pt x="1379" y="1104"/>
                    <a:pt x="1382" y="1092"/>
                  </a:cubicBezTo>
                  <a:lnTo>
                    <a:pt x="1382" y="1094"/>
                  </a:lnTo>
                  <a:cubicBezTo>
                    <a:pt x="1382" y="1094"/>
                    <a:pt x="1381" y="1095"/>
                    <a:pt x="1382" y="1095"/>
                  </a:cubicBezTo>
                  <a:cubicBezTo>
                    <a:pt x="1383" y="1096"/>
                    <a:pt x="1383" y="1097"/>
                    <a:pt x="1384" y="1097"/>
                  </a:cubicBezTo>
                  <a:cubicBezTo>
                    <a:pt x="1385" y="1098"/>
                    <a:pt x="1386" y="1097"/>
                    <a:pt x="1387" y="1097"/>
                  </a:cubicBezTo>
                  <a:cubicBezTo>
                    <a:pt x="1388" y="1097"/>
                    <a:pt x="1389" y="1098"/>
                    <a:pt x="1390" y="1097"/>
                  </a:cubicBezTo>
                  <a:cubicBezTo>
                    <a:pt x="1391" y="1097"/>
                    <a:pt x="1392" y="1095"/>
                    <a:pt x="1392" y="1095"/>
                  </a:cubicBezTo>
                  <a:cubicBezTo>
                    <a:pt x="1393" y="1094"/>
                    <a:pt x="1393" y="1093"/>
                    <a:pt x="1393" y="1092"/>
                  </a:cubicBezTo>
                  <a:lnTo>
                    <a:pt x="1393" y="1083"/>
                  </a:lnTo>
                  <a:cubicBezTo>
                    <a:pt x="1400" y="1112"/>
                    <a:pt x="1410" y="1141"/>
                    <a:pt x="1421" y="1168"/>
                  </a:cubicBezTo>
                  <a:cubicBezTo>
                    <a:pt x="1432" y="1195"/>
                    <a:pt x="1451" y="1217"/>
                    <a:pt x="1462" y="1243"/>
                  </a:cubicBezTo>
                  <a:lnTo>
                    <a:pt x="1462" y="1244"/>
                  </a:lnTo>
                  <a:lnTo>
                    <a:pt x="1463" y="1244"/>
                  </a:lnTo>
                  <a:cubicBezTo>
                    <a:pt x="1463" y="1244"/>
                    <a:pt x="1463" y="1245"/>
                    <a:pt x="1464" y="1244"/>
                  </a:cubicBezTo>
                  <a:cubicBezTo>
                    <a:pt x="1465" y="1244"/>
                    <a:pt x="1464" y="1243"/>
                    <a:pt x="1464" y="1243"/>
                  </a:cubicBezTo>
                  <a:cubicBezTo>
                    <a:pt x="1458" y="1227"/>
                    <a:pt x="1451" y="1212"/>
                    <a:pt x="1443" y="1198"/>
                  </a:cubicBezTo>
                  <a:cubicBezTo>
                    <a:pt x="1419" y="1147"/>
                    <a:pt x="1404" y="1093"/>
                    <a:pt x="1400" y="1037"/>
                  </a:cubicBezTo>
                  <a:cubicBezTo>
                    <a:pt x="1397" y="973"/>
                    <a:pt x="1411" y="914"/>
                    <a:pt x="1404" y="850"/>
                  </a:cubicBezTo>
                  <a:cubicBezTo>
                    <a:pt x="1404" y="849"/>
                    <a:pt x="1404" y="849"/>
                    <a:pt x="1403" y="847"/>
                  </a:cubicBezTo>
                  <a:cubicBezTo>
                    <a:pt x="1402" y="846"/>
                    <a:pt x="1403" y="846"/>
                    <a:pt x="1402" y="845"/>
                  </a:cubicBezTo>
                  <a:cubicBezTo>
                    <a:pt x="1401" y="845"/>
                    <a:pt x="1400" y="845"/>
                    <a:pt x="1399" y="845"/>
                  </a:cubicBezTo>
                  <a:cubicBezTo>
                    <a:pt x="1398" y="845"/>
                    <a:pt x="1397" y="845"/>
                    <a:pt x="1396" y="845"/>
                  </a:cubicBezTo>
                  <a:cubicBezTo>
                    <a:pt x="1395" y="846"/>
                    <a:pt x="1395" y="846"/>
                    <a:pt x="1395" y="847"/>
                  </a:cubicBezTo>
                  <a:cubicBezTo>
                    <a:pt x="1394" y="849"/>
                    <a:pt x="1394" y="849"/>
                    <a:pt x="1394" y="850"/>
                  </a:cubicBezTo>
                  <a:cubicBezTo>
                    <a:pt x="1390" y="884"/>
                    <a:pt x="1398" y="925"/>
                    <a:pt x="1389" y="958"/>
                  </a:cubicBezTo>
                  <a:cubicBezTo>
                    <a:pt x="1387" y="966"/>
                    <a:pt x="1385" y="974"/>
                    <a:pt x="1385" y="983"/>
                  </a:cubicBezTo>
                  <a:cubicBezTo>
                    <a:pt x="1375" y="961"/>
                    <a:pt x="1365" y="940"/>
                    <a:pt x="1353" y="919"/>
                  </a:cubicBezTo>
                  <a:cubicBezTo>
                    <a:pt x="1351" y="917"/>
                    <a:pt x="1350" y="914"/>
                    <a:pt x="1349" y="912"/>
                  </a:cubicBezTo>
                  <a:cubicBezTo>
                    <a:pt x="1349" y="911"/>
                    <a:pt x="1350" y="910"/>
                    <a:pt x="1350" y="909"/>
                  </a:cubicBezTo>
                  <a:cubicBezTo>
                    <a:pt x="1350" y="908"/>
                    <a:pt x="1349" y="907"/>
                    <a:pt x="1349" y="907"/>
                  </a:cubicBezTo>
                  <a:cubicBezTo>
                    <a:pt x="1349" y="906"/>
                    <a:pt x="1349" y="906"/>
                    <a:pt x="1349" y="906"/>
                  </a:cubicBezTo>
                  <a:cubicBezTo>
                    <a:pt x="1346" y="902"/>
                    <a:pt x="1343" y="899"/>
                    <a:pt x="1341" y="895"/>
                  </a:cubicBezTo>
                  <a:cubicBezTo>
                    <a:pt x="1338" y="889"/>
                    <a:pt x="1335" y="883"/>
                    <a:pt x="1333" y="877"/>
                  </a:cubicBezTo>
                  <a:cubicBezTo>
                    <a:pt x="1309" y="814"/>
                    <a:pt x="1311" y="745"/>
                    <a:pt x="1308" y="678"/>
                  </a:cubicBezTo>
                  <a:cubicBezTo>
                    <a:pt x="1307" y="678"/>
                    <a:pt x="1307" y="678"/>
                    <a:pt x="1307" y="678"/>
                  </a:cubicBezTo>
                  <a:cubicBezTo>
                    <a:pt x="1307" y="677"/>
                    <a:pt x="1306" y="677"/>
                    <a:pt x="1306" y="677"/>
                  </a:cubicBezTo>
                  <a:lnTo>
                    <a:pt x="1305" y="678"/>
                  </a:lnTo>
                  <a:cubicBezTo>
                    <a:pt x="1301" y="713"/>
                    <a:pt x="1299" y="749"/>
                    <a:pt x="1299" y="784"/>
                  </a:cubicBezTo>
                  <a:cubicBezTo>
                    <a:pt x="1299" y="786"/>
                    <a:pt x="1299" y="789"/>
                    <a:pt x="1299" y="791"/>
                  </a:cubicBezTo>
                  <a:cubicBezTo>
                    <a:pt x="1284" y="759"/>
                    <a:pt x="1265" y="729"/>
                    <a:pt x="1249" y="697"/>
                  </a:cubicBezTo>
                  <a:cubicBezTo>
                    <a:pt x="1248" y="696"/>
                    <a:pt x="1248" y="696"/>
                    <a:pt x="1248" y="695"/>
                  </a:cubicBezTo>
                  <a:cubicBezTo>
                    <a:pt x="1228" y="660"/>
                    <a:pt x="1214" y="622"/>
                    <a:pt x="1208" y="583"/>
                  </a:cubicBezTo>
                  <a:cubicBezTo>
                    <a:pt x="1208" y="583"/>
                    <a:pt x="1207" y="583"/>
                    <a:pt x="1208" y="582"/>
                  </a:cubicBezTo>
                  <a:cubicBezTo>
                    <a:pt x="1209" y="581"/>
                    <a:pt x="1209" y="580"/>
                    <a:pt x="1209" y="579"/>
                  </a:cubicBezTo>
                  <a:lnTo>
                    <a:pt x="1209" y="578"/>
                  </a:lnTo>
                  <a:cubicBezTo>
                    <a:pt x="1208" y="571"/>
                    <a:pt x="1207" y="564"/>
                    <a:pt x="1206" y="558"/>
                  </a:cubicBezTo>
                  <a:cubicBezTo>
                    <a:pt x="1204" y="523"/>
                    <a:pt x="1206" y="488"/>
                    <a:pt x="1204" y="454"/>
                  </a:cubicBezTo>
                  <a:cubicBezTo>
                    <a:pt x="1204" y="446"/>
                    <a:pt x="1192" y="446"/>
                    <a:pt x="1192" y="454"/>
                  </a:cubicBezTo>
                  <a:cubicBezTo>
                    <a:pt x="1190" y="477"/>
                    <a:pt x="1189" y="500"/>
                    <a:pt x="1189" y="523"/>
                  </a:cubicBezTo>
                  <a:cubicBezTo>
                    <a:pt x="1189" y="534"/>
                    <a:pt x="1189" y="545"/>
                    <a:pt x="1189" y="555"/>
                  </a:cubicBezTo>
                  <a:cubicBezTo>
                    <a:pt x="1177" y="540"/>
                    <a:pt x="1166" y="523"/>
                    <a:pt x="1156" y="506"/>
                  </a:cubicBezTo>
                  <a:cubicBezTo>
                    <a:pt x="1139" y="477"/>
                    <a:pt x="1126" y="446"/>
                    <a:pt x="1117" y="414"/>
                  </a:cubicBezTo>
                  <a:cubicBezTo>
                    <a:pt x="1097" y="362"/>
                    <a:pt x="1082" y="309"/>
                    <a:pt x="1071" y="255"/>
                  </a:cubicBezTo>
                  <a:cubicBezTo>
                    <a:pt x="1071" y="254"/>
                    <a:pt x="1071" y="254"/>
                    <a:pt x="1071" y="254"/>
                  </a:cubicBezTo>
                  <a:lnTo>
                    <a:pt x="1070" y="254"/>
                  </a:lnTo>
                  <a:lnTo>
                    <a:pt x="1069" y="254"/>
                  </a:lnTo>
                  <a:lnTo>
                    <a:pt x="1069" y="255"/>
                  </a:lnTo>
                  <a:cubicBezTo>
                    <a:pt x="1072" y="304"/>
                    <a:pt x="1080" y="352"/>
                    <a:pt x="1093" y="398"/>
                  </a:cubicBezTo>
                  <a:cubicBezTo>
                    <a:pt x="1075" y="383"/>
                    <a:pt x="1057" y="367"/>
                    <a:pt x="1040" y="351"/>
                  </a:cubicBezTo>
                  <a:cubicBezTo>
                    <a:pt x="1034" y="346"/>
                    <a:pt x="1028" y="339"/>
                    <a:pt x="1022" y="333"/>
                  </a:cubicBezTo>
                  <a:lnTo>
                    <a:pt x="1023" y="333"/>
                  </a:lnTo>
                  <a:cubicBezTo>
                    <a:pt x="1024" y="332"/>
                    <a:pt x="1024" y="332"/>
                    <a:pt x="1025" y="331"/>
                  </a:cubicBezTo>
                  <a:cubicBezTo>
                    <a:pt x="1025" y="330"/>
                    <a:pt x="1025" y="330"/>
                    <a:pt x="1025" y="329"/>
                  </a:cubicBezTo>
                  <a:cubicBezTo>
                    <a:pt x="1025" y="328"/>
                    <a:pt x="1026" y="327"/>
                    <a:pt x="1025" y="326"/>
                  </a:cubicBezTo>
                  <a:cubicBezTo>
                    <a:pt x="1024" y="326"/>
                    <a:pt x="1024" y="325"/>
                    <a:pt x="1023" y="325"/>
                  </a:cubicBezTo>
                  <a:cubicBezTo>
                    <a:pt x="1023" y="325"/>
                    <a:pt x="1022" y="325"/>
                    <a:pt x="1022" y="324"/>
                  </a:cubicBezTo>
                  <a:cubicBezTo>
                    <a:pt x="1019" y="323"/>
                    <a:pt x="1015" y="322"/>
                    <a:pt x="1011" y="321"/>
                  </a:cubicBezTo>
                  <a:cubicBezTo>
                    <a:pt x="1003" y="311"/>
                    <a:pt x="995" y="301"/>
                    <a:pt x="987" y="291"/>
                  </a:cubicBezTo>
                  <a:cubicBezTo>
                    <a:pt x="967" y="267"/>
                    <a:pt x="941" y="246"/>
                    <a:pt x="923" y="220"/>
                  </a:cubicBezTo>
                  <a:cubicBezTo>
                    <a:pt x="897" y="180"/>
                    <a:pt x="863" y="145"/>
                    <a:pt x="823" y="118"/>
                  </a:cubicBezTo>
                  <a:cubicBezTo>
                    <a:pt x="815" y="113"/>
                    <a:pt x="808" y="108"/>
                    <a:pt x="800" y="103"/>
                  </a:cubicBezTo>
                  <a:cubicBezTo>
                    <a:pt x="784" y="94"/>
                    <a:pt x="766" y="87"/>
                    <a:pt x="748" y="82"/>
                  </a:cubicBezTo>
                  <a:cubicBezTo>
                    <a:pt x="740" y="80"/>
                    <a:pt x="687" y="73"/>
                    <a:pt x="683" y="63"/>
                  </a:cubicBezTo>
                  <a:lnTo>
                    <a:pt x="683" y="62"/>
                  </a:lnTo>
                  <a:cubicBezTo>
                    <a:pt x="682" y="62"/>
                    <a:pt x="682" y="62"/>
                    <a:pt x="682" y="62"/>
                  </a:cubicBezTo>
                  <a:lnTo>
                    <a:pt x="681" y="62"/>
                  </a:lnTo>
                  <a:cubicBezTo>
                    <a:pt x="681" y="63"/>
                    <a:pt x="681" y="63"/>
                    <a:pt x="681" y="63"/>
                  </a:cubicBezTo>
                  <a:lnTo>
                    <a:pt x="681" y="67"/>
                  </a:lnTo>
                  <a:lnTo>
                    <a:pt x="681" y="68"/>
                  </a:lnTo>
                  <a:lnTo>
                    <a:pt x="682" y="69"/>
                  </a:lnTo>
                  <a:cubicBezTo>
                    <a:pt x="698" y="76"/>
                    <a:pt x="714" y="82"/>
                    <a:pt x="730" y="87"/>
                  </a:cubicBezTo>
                  <a:cubicBezTo>
                    <a:pt x="738" y="89"/>
                    <a:pt x="745" y="92"/>
                    <a:pt x="752" y="94"/>
                  </a:cubicBezTo>
                  <a:cubicBezTo>
                    <a:pt x="726" y="94"/>
                    <a:pt x="702" y="107"/>
                    <a:pt x="677" y="105"/>
                  </a:cubicBezTo>
                  <a:cubicBezTo>
                    <a:pt x="638" y="103"/>
                    <a:pt x="595" y="121"/>
                    <a:pt x="559" y="135"/>
                  </a:cubicBezTo>
                  <a:cubicBezTo>
                    <a:pt x="484" y="165"/>
                    <a:pt x="431" y="220"/>
                    <a:pt x="371" y="273"/>
                  </a:cubicBezTo>
                  <a:cubicBezTo>
                    <a:pt x="316" y="321"/>
                    <a:pt x="263" y="372"/>
                    <a:pt x="214" y="426"/>
                  </a:cubicBezTo>
                  <a:cubicBezTo>
                    <a:pt x="241" y="388"/>
                    <a:pt x="268" y="350"/>
                    <a:pt x="294" y="311"/>
                  </a:cubicBezTo>
                  <a:cubicBezTo>
                    <a:pt x="298" y="305"/>
                    <a:pt x="289" y="301"/>
                    <a:pt x="284" y="304"/>
                  </a:cubicBezTo>
                  <a:cubicBezTo>
                    <a:pt x="261" y="323"/>
                    <a:pt x="241" y="344"/>
                    <a:pt x="223" y="367"/>
                  </a:cubicBezTo>
                  <a:lnTo>
                    <a:pt x="225" y="364"/>
                  </a:lnTo>
                  <a:cubicBezTo>
                    <a:pt x="226" y="363"/>
                    <a:pt x="226" y="362"/>
                    <a:pt x="226" y="361"/>
                  </a:cubicBezTo>
                  <a:cubicBezTo>
                    <a:pt x="226" y="360"/>
                    <a:pt x="226" y="359"/>
                    <a:pt x="225" y="358"/>
                  </a:cubicBezTo>
                  <a:cubicBezTo>
                    <a:pt x="224" y="357"/>
                    <a:pt x="224" y="356"/>
                    <a:pt x="223" y="355"/>
                  </a:cubicBezTo>
                  <a:cubicBezTo>
                    <a:pt x="222" y="355"/>
                    <a:pt x="221" y="355"/>
                    <a:pt x="220" y="355"/>
                  </a:cubicBezTo>
                  <a:cubicBezTo>
                    <a:pt x="219" y="355"/>
                    <a:pt x="218" y="355"/>
                    <a:pt x="217" y="355"/>
                  </a:cubicBezTo>
                  <a:cubicBezTo>
                    <a:pt x="216" y="356"/>
                    <a:pt x="216" y="356"/>
                    <a:pt x="215" y="357"/>
                  </a:cubicBezTo>
                  <a:cubicBezTo>
                    <a:pt x="201" y="371"/>
                    <a:pt x="188" y="388"/>
                    <a:pt x="178" y="405"/>
                  </a:cubicBezTo>
                  <a:cubicBezTo>
                    <a:pt x="174" y="412"/>
                    <a:pt x="171" y="417"/>
                    <a:pt x="168" y="423"/>
                  </a:cubicBezTo>
                  <a:cubicBezTo>
                    <a:pt x="168" y="421"/>
                    <a:pt x="168" y="419"/>
                    <a:pt x="170" y="417"/>
                  </a:cubicBezTo>
                  <a:cubicBezTo>
                    <a:pt x="170" y="416"/>
                    <a:pt x="170" y="415"/>
                    <a:pt x="169" y="414"/>
                  </a:cubicBezTo>
                  <a:cubicBezTo>
                    <a:pt x="168" y="413"/>
                    <a:pt x="168" y="413"/>
                    <a:pt x="167" y="412"/>
                  </a:cubicBezTo>
                  <a:cubicBezTo>
                    <a:pt x="166" y="412"/>
                    <a:pt x="165" y="411"/>
                    <a:pt x="164" y="411"/>
                  </a:cubicBezTo>
                  <a:cubicBezTo>
                    <a:pt x="163" y="411"/>
                    <a:pt x="162" y="411"/>
                    <a:pt x="161" y="412"/>
                  </a:cubicBezTo>
                  <a:cubicBezTo>
                    <a:pt x="161" y="412"/>
                    <a:pt x="160" y="413"/>
                    <a:pt x="160" y="414"/>
                  </a:cubicBezTo>
                  <a:lnTo>
                    <a:pt x="155" y="422"/>
                  </a:lnTo>
                  <a:cubicBezTo>
                    <a:pt x="159" y="386"/>
                    <a:pt x="170" y="352"/>
                    <a:pt x="187" y="320"/>
                  </a:cubicBezTo>
                  <a:lnTo>
                    <a:pt x="189" y="318"/>
                  </a:lnTo>
                  <a:lnTo>
                    <a:pt x="190" y="317"/>
                  </a:lnTo>
                  <a:cubicBezTo>
                    <a:pt x="191" y="316"/>
                    <a:pt x="191" y="315"/>
                    <a:pt x="191" y="315"/>
                  </a:cubicBezTo>
                  <a:cubicBezTo>
                    <a:pt x="191" y="314"/>
                    <a:pt x="191" y="314"/>
                    <a:pt x="191" y="313"/>
                  </a:cubicBezTo>
                  <a:cubicBezTo>
                    <a:pt x="192" y="311"/>
                    <a:pt x="194" y="308"/>
                    <a:pt x="195" y="305"/>
                  </a:cubicBezTo>
                  <a:cubicBezTo>
                    <a:pt x="214" y="274"/>
                    <a:pt x="237" y="245"/>
                    <a:pt x="265" y="222"/>
                  </a:cubicBezTo>
                  <a:cubicBezTo>
                    <a:pt x="263" y="225"/>
                    <a:pt x="261" y="228"/>
                    <a:pt x="259" y="232"/>
                  </a:cubicBezTo>
                  <a:cubicBezTo>
                    <a:pt x="246" y="254"/>
                    <a:pt x="238" y="279"/>
                    <a:pt x="236" y="304"/>
                  </a:cubicBezTo>
                  <a:lnTo>
                    <a:pt x="236" y="305"/>
                  </a:lnTo>
                  <a:lnTo>
                    <a:pt x="237" y="306"/>
                  </a:lnTo>
                  <a:cubicBezTo>
                    <a:pt x="238" y="306"/>
                    <a:pt x="238" y="306"/>
                    <a:pt x="239" y="306"/>
                  </a:cubicBezTo>
                  <a:lnTo>
                    <a:pt x="240" y="306"/>
                  </a:lnTo>
                  <a:cubicBezTo>
                    <a:pt x="241" y="306"/>
                    <a:pt x="241" y="305"/>
                    <a:pt x="241" y="305"/>
                  </a:cubicBezTo>
                  <a:cubicBezTo>
                    <a:pt x="241" y="305"/>
                    <a:pt x="241" y="304"/>
                    <a:pt x="242" y="304"/>
                  </a:cubicBezTo>
                  <a:cubicBezTo>
                    <a:pt x="256" y="236"/>
                    <a:pt x="320" y="177"/>
                    <a:pt x="371" y="132"/>
                  </a:cubicBezTo>
                  <a:cubicBezTo>
                    <a:pt x="390" y="117"/>
                    <a:pt x="410" y="103"/>
                    <a:pt x="432" y="90"/>
                  </a:cubicBezTo>
                  <a:cubicBezTo>
                    <a:pt x="445" y="83"/>
                    <a:pt x="458" y="76"/>
                    <a:pt x="472" y="70"/>
                  </a:cubicBezTo>
                  <a:cubicBezTo>
                    <a:pt x="462" y="80"/>
                    <a:pt x="453" y="91"/>
                    <a:pt x="445" y="104"/>
                  </a:cubicBezTo>
                  <a:cubicBezTo>
                    <a:pt x="440" y="113"/>
                    <a:pt x="436" y="122"/>
                    <a:pt x="433" y="131"/>
                  </a:cubicBezTo>
                  <a:cubicBezTo>
                    <a:pt x="433" y="134"/>
                    <a:pt x="436" y="136"/>
                    <a:pt x="437" y="133"/>
                  </a:cubicBezTo>
                  <a:cubicBezTo>
                    <a:pt x="464" y="72"/>
                    <a:pt x="548" y="30"/>
                    <a:pt x="610" y="32"/>
                  </a:cubicBezTo>
                  <a:cubicBezTo>
                    <a:pt x="630" y="32"/>
                    <a:pt x="650" y="36"/>
                    <a:pt x="669" y="38"/>
                  </a:cubicBezTo>
                  <a:cubicBezTo>
                    <a:pt x="693" y="40"/>
                    <a:pt x="726" y="66"/>
                    <a:pt x="748" y="76"/>
                  </a:cubicBezTo>
                  <a:cubicBezTo>
                    <a:pt x="751" y="77"/>
                    <a:pt x="753" y="73"/>
                    <a:pt x="751" y="71"/>
                  </a:cubicBezTo>
                  <a:cubicBezTo>
                    <a:pt x="709" y="14"/>
                    <a:pt x="632" y="0"/>
                    <a:pt x="564" y="18"/>
                  </a:cubicBezTo>
                  <a:cubicBezTo>
                    <a:pt x="541" y="19"/>
                    <a:pt x="519" y="26"/>
                    <a:pt x="499" y="37"/>
                  </a:cubicBezTo>
                  <a:cubicBezTo>
                    <a:pt x="498" y="38"/>
                    <a:pt x="498" y="37"/>
                    <a:pt x="497" y="38"/>
                  </a:cubicBezTo>
                  <a:cubicBezTo>
                    <a:pt x="444" y="66"/>
                    <a:pt x="392" y="89"/>
                    <a:pt x="347" y="129"/>
                  </a:cubicBezTo>
                  <a:cubicBezTo>
                    <a:pt x="322" y="151"/>
                    <a:pt x="298" y="176"/>
                    <a:pt x="278" y="202"/>
                  </a:cubicBezTo>
                  <a:cubicBezTo>
                    <a:pt x="277" y="201"/>
                    <a:pt x="277" y="201"/>
                    <a:pt x="276" y="200"/>
                  </a:cubicBezTo>
                  <a:cubicBezTo>
                    <a:pt x="274" y="199"/>
                    <a:pt x="273" y="199"/>
                    <a:pt x="272" y="199"/>
                  </a:cubicBezTo>
                  <a:cubicBezTo>
                    <a:pt x="271" y="199"/>
                    <a:pt x="270" y="200"/>
                    <a:pt x="269" y="200"/>
                  </a:cubicBezTo>
                  <a:cubicBezTo>
                    <a:pt x="228" y="222"/>
                    <a:pt x="196" y="273"/>
                    <a:pt x="174" y="315"/>
                  </a:cubicBezTo>
                  <a:cubicBezTo>
                    <a:pt x="127" y="356"/>
                    <a:pt x="106" y="396"/>
                    <a:pt x="83" y="455"/>
                  </a:cubicBezTo>
                  <a:cubicBezTo>
                    <a:pt x="69" y="482"/>
                    <a:pt x="58" y="509"/>
                    <a:pt x="51" y="538"/>
                  </a:cubicBezTo>
                  <a:cubicBezTo>
                    <a:pt x="49" y="543"/>
                    <a:pt x="48" y="548"/>
                    <a:pt x="47" y="553"/>
                  </a:cubicBezTo>
                  <a:cubicBezTo>
                    <a:pt x="36" y="583"/>
                    <a:pt x="28" y="614"/>
                    <a:pt x="23" y="645"/>
                  </a:cubicBezTo>
                  <a:cubicBezTo>
                    <a:pt x="18" y="660"/>
                    <a:pt x="12" y="673"/>
                    <a:pt x="5" y="687"/>
                  </a:cubicBezTo>
                  <a:cubicBezTo>
                    <a:pt x="3" y="688"/>
                    <a:pt x="2" y="689"/>
                    <a:pt x="1" y="690"/>
                  </a:cubicBezTo>
                  <a:cubicBezTo>
                    <a:pt x="0" y="692"/>
                    <a:pt x="0" y="693"/>
                    <a:pt x="0" y="695"/>
                  </a:cubicBezTo>
                  <a:cubicBezTo>
                    <a:pt x="0" y="697"/>
                    <a:pt x="0" y="699"/>
                    <a:pt x="1" y="700"/>
                  </a:cubicBezTo>
                  <a:cubicBezTo>
                    <a:pt x="2" y="702"/>
                    <a:pt x="3" y="703"/>
                    <a:pt x="5" y="703"/>
                  </a:cubicBezTo>
                  <a:cubicBezTo>
                    <a:pt x="6" y="704"/>
                    <a:pt x="8" y="705"/>
                    <a:pt x="9" y="705"/>
                  </a:cubicBezTo>
                  <a:lnTo>
                    <a:pt x="11" y="705"/>
                  </a:lnTo>
                  <a:cubicBezTo>
                    <a:pt x="12" y="705"/>
                    <a:pt x="13" y="705"/>
                    <a:pt x="13" y="705"/>
                  </a:cubicBezTo>
                  <a:cubicBezTo>
                    <a:pt x="14" y="705"/>
                    <a:pt x="15" y="705"/>
                    <a:pt x="15" y="705"/>
                  </a:cubicBezTo>
                  <a:cubicBezTo>
                    <a:pt x="16" y="705"/>
                    <a:pt x="17" y="706"/>
                    <a:pt x="17" y="706"/>
                  </a:cubicBezTo>
                  <a:cubicBezTo>
                    <a:pt x="19" y="707"/>
                    <a:pt x="22" y="708"/>
                    <a:pt x="24" y="708"/>
                  </a:cubicBezTo>
                  <a:cubicBezTo>
                    <a:pt x="26" y="708"/>
                    <a:pt x="29" y="707"/>
                    <a:pt x="31" y="706"/>
                  </a:cubicBezTo>
                  <a:cubicBezTo>
                    <a:pt x="48" y="695"/>
                    <a:pt x="83" y="674"/>
                    <a:pt x="90" y="650"/>
                  </a:cubicBezTo>
                  <a:cubicBezTo>
                    <a:pt x="115" y="637"/>
                    <a:pt x="142" y="629"/>
                    <a:pt x="171" y="628"/>
                  </a:cubicBezTo>
                  <a:cubicBezTo>
                    <a:pt x="193" y="626"/>
                    <a:pt x="215" y="625"/>
                    <a:pt x="237" y="624"/>
                  </a:cubicBezTo>
                  <a:cubicBezTo>
                    <a:pt x="259" y="623"/>
                    <a:pt x="307" y="648"/>
                    <a:pt x="325" y="658"/>
                  </a:cubicBezTo>
                  <a:cubicBezTo>
                    <a:pt x="343" y="669"/>
                    <a:pt x="353" y="676"/>
                    <a:pt x="367" y="686"/>
                  </a:cubicBezTo>
                  <a:cubicBezTo>
                    <a:pt x="374" y="691"/>
                    <a:pt x="386" y="698"/>
                    <a:pt x="397" y="705"/>
                  </a:cubicBezTo>
                  <a:cubicBezTo>
                    <a:pt x="407" y="714"/>
                    <a:pt x="417" y="723"/>
                    <a:pt x="428" y="729"/>
                  </a:cubicBezTo>
                  <a:cubicBezTo>
                    <a:pt x="429" y="730"/>
                    <a:pt x="430" y="730"/>
                    <a:pt x="431" y="730"/>
                  </a:cubicBezTo>
                  <a:cubicBezTo>
                    <a:pt x="434" y="733"/>
                    <a:pt x="436" y="735"/>
                    <a:pt x="438" y="738"/>
                  </a:cubicBezTo>
                  <a:cubicBezTo>
                    <a:pt x="439" y="738"/>
                    <a:pt x="439" y="738"/>
                    <a:pt x="439" y="739"/>
                  </a:cubicBezTo>
                  <a:lnTo>
                    <a:pt x="440" y="739"/>
                  </a:lnTo>
                  <a:cubicBezTo>
                    <a:pt x="441" y="739"/>
                    <a:pt x="441" y="739"/>
                    <a:pt x="441" y="739"/>
                  </a:cubicBezTo>
                  <a:cubicBezTo>
                    <a:pt x="442" y="738"/>
                    <a:pt x="442" y="738"/>
                    <a:pt x="442" y="738"/>
                  </a:cubicBezTo>
                  <a:lnTo>
                    <a:pt x="442" y="737"/>
                  </a:lnTo>
                  <a:lnTo>
                    <a:pt x="442" y="736"/>
                  </a:lnTo>
                  <a:cubicBezTo>
                    <a:pt x="456" y="744"/>
                    <a:pt x="470" y="750"/>
                    <a:pt x="482" y="756"/>
                  </a:cubicBezTo>
                  <a:cubicBezTo>
                    <a:pt x="483" y="757"/>
                    <a:pt x="484" y="757"/>
                    <a:pt x="485" y="757"/>
                  </a:cubicBezTo>
                  <a:cubicBezTo>
                    <a:pt x="486" y="757"/>
                    <a:pt x="487" y="757"/>
                    <a:pt x="488" y="756"/>
                  </a:cubicBezTo>
                  <a:cubicBezTo>
                    <a:pt x="488" y="756"/>
                    <a:pt x="489" y="755"/>
                    <a:pt x="490" y="754"/>
                  </a:cubicBezTo>
                  <a:cubicBezTo>
                    <a:pt x="491" y="753"/>
                    <a:pt x="490" y="752"/>
                    <a:pt x="490" y="751"/>
                  </a:cubicBezTo>
                  <a:cubicBezTo>
                    <a:pt x="490" y="750"/>
                    <a:pt x="490" y="749"/>
                    <a:pt x="490" y="748"/>
                  </a:cubicBezTo>
                  <a:cubicBezTo>
                    <a:pt x="483" y="738"/>
                    <a:pt x="475" y="730"/>
                    <a:pt x="465" y="724"/>
                  </a:cubicBezTo>
                  <a:cubicBezTo>
                    <a:pt x="463" y="723"/>
                    <a:pt x="462" y="722"/>
                    <a:pt x="461" y="722"/>
                  </a:cubicBezTo>
                  <a:cubicBezTo>
                    <a:pt x="461" y="721"/>
                    <a:pt x="461" y="720"/>
                    <a:pt x="461" y="719"/>
                  </a:cubicBezTo>
                  <a:cubicBezTo>
                    <a:pt x="461" y="717"/>
                    <a:pt x="461" y="715"/>
                    <a:pt x="459" y="713"/>
                  </a:cubicBezTo>
                  <a:lnTo>
                    <a:pt x="461" y="713"/>
                  </a:lnTo>
                  <a:cubicBezTo>
                    <a:pt x="481" y="725"/>
                    <a:pt x="501" y="740"/>
                    <a:pt x="520" y="755"/>
                  </a:cubicBezTo>
                  <a:cubicBezTo>
                    <a:pt x="520" y="755"/>
                    <a:pt x="520" y="756"/>
                    <a:pt x="521" y="756"/>
                  </a:cubicBezTo>
                  <a:cubicBezTo>
                    <a:pt x="522" y="757"/>
                    <a:pt x="523" y="757"/>
                    <a:pt x="524" y="757"/>
                  </a:cubicBezTo>
                  <a:cubicBezTo>
                    <a:pt x="525" y="757"/>
                    <a:pt x="526" y="757"/>
                    <a:pt x="527" y="756"/>
                  </a:cubicBezTo>
                  <a:cubicBezTo>
                    <a:pt x="528" y="755"/>
                    <a:pt x="529" y="755"/>
                    <a:pt x="530" y="754"/>
                  </a:cubicBezTo>
                  <a:cubicBezTo>
                    <a:pt x="531" y="753"/>
                    <a:pt x="531" y="753"/>
                    <a:pt x="531" y="751"/>
                  </a:cubicBezTo>
                  <a:cubicBezTo>
                    <a:pt x="531" y="750"/>
                    <a:pt x="531" y="748"/>
                    <a:pt x="530" y="747"/>
                  </a:cubicBezTo>
                  <a:cubicBezTo>
                    <a:pt x="529" y="747"/>
                    <a:pt x="529" y="747"/>
                    <a:pt x="529" y="746"/>
                  </a:cubicBezTo>
                  <a:cubicBezTo>
                    <a:pt x="516" y="725"/>
                    <a:pt x="498" y="708"/>
                    <a:pt x="478" y="694"/>
                  </a:cubicBezTo>
                  <a:lnTo>
                    <a:pt x="473" y="692"/>
                  </a:lnTo>
                  <a:lnTo>
                    <a:pt x="481" y="692"/>
                  </a:lnTo>
                  <a:cubicBezTo>
                    <a:pt x="482" y="692"/>
                    <a:pt x="483" y="692"/>
                    <a:pt x="483" y="692"/>
                  </a:cubicBezTo>
                  <a:cubicBezTo>
                    <a:pt x="484" y="692"/>
                    <a:pt x="485" y="692"/>
                    <a:pt x="486" y="692"/>
                  </a:cubicBezTo>
                  <a:cubicBezTo>
                    <a:pt x="509" y="708"/>
                    <a:pt x="531" y="729"/>
                    <a:pt x="555" y="743"/>
                  </a:cubicBezTo>
                  <a:cubicBezTo>
                    <a:pt x="559" y="746"/>
                    <a:pt x="566" y="741"/>
                    <a:pt x="563" y="736"/>
                  </a:cubicBezTo>
                  <a:cubicBezTo>
                    <a:pt x="549" y="715"/>
                    <a:pt x="530" y="697"/>
                    <a:pt x="508" y="684"/>
                  </a:cubicBezTo>
                  <a:lnTo>
                    <a:pt x="515" y="682"/>
                  </a:lnTo>
                  <a:cubicBezTo>
                    <a:pt x="519" y="686"/>
                    <a:pt x="522" y="690"/>
                    <a:pt x="526" y="693"/>
                  </a:cubicBezTo>
                  <a:cubicBezTo>
                    <a:pt x="537" y="704"/>
                    <a:pt x="548" y="715"/>
                    <a:pt x="559" y="726"/>
                  </a:cubicBezTo>
                  <a:cubicBezTo>
                    <a:pt x="578" y="748"/>
                    <a:pt x="599" y="767"/>
                    <a:pt x="623" y="784"/>
                  </a:cubicBezTo>
                  <a:cubicBezTo>
                    <a:pt x="628" y="787"/>
                    <a:pt x="636" y="781"/>
                    <a:pt x="633" y="775"/>
                  </a:cubicBezTo>
                  <a:cubicBezTo>
                    <a:pt x="611" y="743"/>
                    <a:pt x="585" y="714"/>
                    <a:pt x="556" y="689"/>
                  </a:cubicBezTo>
                  <a:cubicBezTo>
                    <a:pt x="551" y="684"/>
                    <a:pt x="545" y="678"/>
                    <a:pt x="538" y="672"/>
                  </a:cubicBezTo>
                  <a:lnTo>
                    <a:pt x="541" y="670"/>
                  </a:lnTo>
                  <a:cubicBezTo>
                    <a:pt x="541" y="669"/>
                    <a:pt x="542" y="668"/>
                    <a:pt x="543" y="667"/>
                  </a:cubicBezTo>
                  <a:cubicBezTo>
                    <a:pt x="553" y="676"/>
                    <a:pt x="563" y="687"/>
                    <a:pt x="574" y="694"/>
                  </a:cubicBezTo>
                  <a:cubicBezTo>
                    <a:pt x="599" y="718"/>
                    <a:pt x="626" y="740"/>
                    <a:pt x="655" y="760"/>
                  </a:cubicBezTo>
                  <a:cubicBezTo>
                    <a:pt x="656" y="761"/>
                    <a:pt x="658" y="761"/>
                    <a:pt x="659" y="761"/>
                  </a:cubicBezTo>
                  <a:cubicBezTo>
                    <a:pt x="660" y="761"/>
                    <a:pt x="661" y="761"/>
                    <a:pt x="662" y="760"/>
                  </a:cubicBezTo>
                  <a:cubicBezTo>
                    <a:pt x="663" y="760"/>
                    <a:pt x="664" y="759"/>
                    <a:pt x="665" y="758"/>
                  </a:cubicBezTo>
                  <a:cubicBezTo>
                    <a:pt x="666" y="757"/>
                    <a:pt x="665" y="757"/>
                    <a:pt x="665" y="755"/>
                  </a:cubicBezTo>
                  <a:cubicBezTo>
                    <a:pt x="665" y="754"/>
                    <a:pt x="666" y="752"/>
                    <a:pt x="665" y="751"/>
                  </a:cubicBezTo>
                  <a:cubicBezTo>
                    <a:pt x="664" y="751"/>
                    <a:pt x="664" y="751"/>
                    <a:pt x="664" y="751"/>
                  </a:cubicBezTo>
                  <a:cubicBezTo>
                    <a:pt x="651" y="731"/>
                    <a:pt x="634" y="713"/>
                    <a:pt x="614" y="698"/>
                  </a:cubicBezTo>
                  <a:cubicBezTo>
                    <a:pt x="629" y="708"/>
                    <a:pt x="642" y="720"/>
                    <a:pt x="657" y="730"/>
                  </a:cubicBezTo>
                  <a:cubicBezTo>
                    <a:pt x="707" y="767"/>
                    <a:pt x="740" y="823"/>
                    <a:pt x="791" y="859"/>
                  </a:cubicBezTo>
                  <a:cubicBezTo>
                    <a:pt x="796" y="862"/>
                    <a:pt x="802" y="855"/>
                    <a:pt x="799" y="850"/>
                  </a:cubicBezTo>
                  <a:cubicBezTo>
                    <a:pt x="788" y="834"/>
                    <a:pt x="777" y="818"/>
                    <a:pt x="765" y="802"/>
                  </a:cubicBezTo>
                  <a:cubicBezTo>
                    <a:pt x="791" y="822"/>
                    <a:pt x="814" y="848"/>
                    <a:pt x="830" y="876"/>
                  </a:cubicBezTo>
                  <a:cubicBezTo>
                    <a:pt x="833" y="882"/>
                    <a:pt x="836" y="887"/>
                    <a:pt x="839" y="893"/>
                  </a:cubicBezTo>
                  <a:cubicBezTo>
                    <a:pt x="856" y="930"/>
                    <a:pt x="880" y="965"/>
                    <a:pt x="899" y="1001"/>
                  </a:cubicBezTo>
                  <a:cubicBezTo>
                    <a:pt x="899" y="1002"/>
                    <a:pt x="900" y="1004"/>
                    <a:pt x="901" y="1004"/>
                  </a:cubicBezTo>
                  <a:cubicBezTo>
                    <a:pt x="902" y="1005"/>
                    <a:pt x="904" y="1005"/>
                    <a:pt x="905" y="1005"/>
                  </a:cubicBezTo>
                  <a:cubicBezTo>
                    <a:pt x="906" y="1005"/>
                    <a:pt x="907" y="1005"/>
                    <a:pt x="909" y="1004"/>
                  </a:cubicBezTo>
                  <a:cubicBezTo>
                    <a:pt x="911" y="1004"/>
                    <a:pt x="911" y="1002"/>
                    <a:pt x="911" y="1001"/>
                  </a:cubicBezTo>
                  <a:cubicBezTo>
                    <a:pt x="912" y="1000"/>
                    <a:pt x="912" y="999"/>
                    <a:pt x="912" y="997"/>
                  </a:cubicBezTo>
                  <a:cubicBezTo>
                    <a:pt x="912" y="995"/>
                    <a:pt x="912" y="993"/>
                    <a:pt x="912" y="991"/>
                  </a:cubicBezTo>
                  <a:lnTo>
                    <a:pt x="923" y="1014"/>
                  </a:lnTo>
                  <a:cubicBezTo>
                    <a:pt x="934" y="1039"/>
                    <a:pt x="937" y="1066"/>
                    <a:pt x="951" y="1091"/>
                  </a:cubicBezTo>
                  <a:cubicBezTo>
                    <a:pt x="955" y="1100"/>
                    <a:pt x="966" y="1093"/>
                    <a:pt x="966" y="1085"/>
                  </a:cubicBezTo>
                  <a:cubicBezTo>
                    <a:pt x="966" y="1082"/>
                    <a:pt x="966" y="1080"/>
                    <a:pt x="966" y="1077"/>
                  </a:cubicBezTo>
                  <a:cubicBezTo>
                    <a:pt x="985" y="1119"/>
                    <a:pt x="995" y="1164"/>
                    <a:pt x="1018" y="1205"/>
                  </a:cubicBezTo>
                  <a:cubicBezTo>
                    <a:pt x="1021" y="1212"/>
                    <a:pt x="1031" y="1207"/>
                    <a:pt x="1031" y="1200"/>
                  </a:cubicBezTo>
                  <a:cubicBezTo>
                    <a:pt x="1031" y="1192"/>
                    <a:pt x="1030" y="1183"/>
                    <a:pt x="1028" y="1174"/>
                  </a:cubicBezTo>
                  <a:cubicBezTo>
                    <a:pt x="1048" y="1206"/>
                    <a:pt x="1069" y="1236"/>
                    <a:pt x="1093" y="1265"/>
                  </a:cubicBezTo>
                  <a:cubicBezTo>
                    <a:pt x="1094" y="1266"/>
                    <a:pt x="1094" y="1266"/>
                    <a:pt x="1095" y="1266"/>
                  </a:cubicBezTo>
                  <a:cubicBezTo>
                    <a:pt x="1096" y="1267"/>
                    <a:pt x="1098" y="1268"/>
                    <a:pt x="1099" y="1268"/>
                  </a:cubicBezTo>
                  <a:cubicBezTo>
                    <a:pt x="1100" y="1268"/>
                    <a:pt x="1102" y="1267"/>
                    <a:pt x="1103" y="1266"/>
                  </a:cubicBezTo>
                  <a:cubicBezTo>
                    <a:pt x="1104" y="1266"/>
                    <a:pt x="1104" y="1265"/>
                    <a:pt x="1106" y="1263"/>
                  </a:cubicBezTo>
                  <a:cubicBezTo>
                    <a:pt x="1107" y="1263"/>
                    <a:pt x="1107" y="1262"/>
                    <a:pt x="1107" y="1261"/>
                  </a:cubicBezTo>
                  <a:cubicBezTo>
                    <a:pt x="1123" y="1296"/>
                    <a:pt x="1136" y="1333"/>
                    <a:pt x="1148" y="1370"/>
                  </a:cubicBezTo>
                  <a:cubicBezTo>
                    <a:pt x="1155" y="1404"/>
                    <a:pt x="1167" y="1437"/>
                    <a:pt x="1182" y="1468"/>
                  </a:cubicBezTo>
                  <a:cubicBezTo>
                    <a:pt x="1194" y="1489"/>
                    <a:pt x="1221" y="1514"/>
                    <a:pt x="1187" y="1516"/>
                  </a:cubicBezTo>
                  <a:cubicBezTo>
                    <a:pt x="1186" y="1517"/>
                    <a:pt x="1185" y="1517"/>
                    <a:pt x="1184" y="1518"/>
                  </a:cubicBezTo>
                  <a:cubicBezTo>
                    <a:pt x="1182" y="1520"/>
                    <a:pt x="1180" y="1520"/>
                    <a:pt x="1179" y="1522"/>
                  </a:cubicBezTo>
                  <a:cubicBezTo>
                    <a:pt x="1175" y="1529"/>
                    <a:pt x="1184" y="1541"/>
                    <a:pt x="1187" y="1546"/>
                  </a:cubicBezTo>
                  <a:cubicBezTo>
                    <a:pt x="1207" y="1584"/>
                    <a:pt x="1223" y="1625"/>
                    <a:pt x="1232" y="1667"/>
                  </a:cubicBezTo>
                  <a:cubicBezTo>
                    <a:pt x="1243" y="1711"/>
                    <a:pt x="1256" y="1755"/>
                    <a:pt x="1270" y="1798"/>
                  </a:cubicBezTo>
                  <a:cubicBezTo>
                    <a:pt x="1275" y="1813"/>
                    <a:pt x="1278" y="1829"/>
                    <a:pt x="1283" y="1844"/>
                  </a:cubicBezTo>
                  <a:cubicBezTo>
                    <a:pt x="1285" y="1848"/>
                    <a:pt x="1299" y="1881"/>
                    <a:pt x="1292" y="1873"/>
                  </a:cubicBezTo>
                  <a:cubicBezTo>
                    <a:pt x="1292" y="1873"/>
                    <a:pt x="1290" y="1873"/>
                    <a:pt x="1291" y="1875"/>
                  </a:cubicBezTo>
                  <a:cubicBezTo>
                    <a:pt x="1291" y="1880"/>
                    <a:pt x="1293" y="1885"/>
                    <a:pt x="1296" y="1890"/>
                  </a:cubicBezTo>
                  <a:cubicBezTo>
                    <a:pt x="1297" y="1892"/>
                    <a:pt x="1299" y="1895"/>
                    <a:pt x="1300" y="1897"/>
                  </a:cubicBezTo>
                  <a:cubicBezTo>
                    <a:pt x="1304" y="1902"/>
                    <a:pt x="1311" y="1898"/>
                    <a:pt x="1312" y="1893"/>
                  </a:cubicBezTo>
                  <a:cubicBezTo>
                    <a:pt x="1312" y="1891"/>
                    <a:pt x="1312" y="1888"/>
                    <a:pt x="1312" y="1885"/>
                  </a:cubicBezTo>
                  <a:cubicBezTo>
                    <a:pt x="1312" y="1872"/>
                    <a:pt x="1309" y="1859"/>
                    <a:pt x="1302" y="1847"/>
                  </a:cubicBezTo>
                  <a:cubicBezTo>
                    <a:pt x="1302" y="1847"/>
                    <a:pt x="1301" y="1846"/>
                    <a:pt x="1301" y="1845"/>
                  </a:cubicBezTo>
                  <a:cubicBezTo>
                    <a:pt x="1286" y="1804"/>
                    <a:pt x="1273" y="1762"/>
                    <a:pt x="1264" y="1719"/>
                  </a:cubicBezTo>
                  <a:cubicBezTo>
                    <a:pt x="1256" y="1689"/>
                    <a:pt x="1246" y="1659"/>
                    <a:pt x="1236" y="1629"/>
                  </a:cubicBezTo>
                  <a:cubicBezTo>
                    <a:pt x="1229" y="1607"/>
                    <a:pt x="1220" y="1585"/>
                    <a:pt x="1210" y="1564"/>
                  </a:cubicBezTo>
                  <a:cubicBezTo>
                    <a:pt x="1206" y="1554"/>
                    <a:pt x="1182" y="1523"/>
                    <a:pt x="1211" y="1526"/>
                  </a:cubicBezTo>
                  <a:cubicBezTo>
                    <a:pt x="1215" y="1526"/>
                    <a:pt x="1220" y="1523"/>
                    <a:pt x="1219" y="1519"/>
                  </a:cubicBezTo>
                  <a:cubicBezTo>
                    <a:pt x="1212" y="1497"/>
                    <a:pt x="1203" y="1475"/>
                    <a:pt x="1192" y="1456"/>
                  </a:cubicBezTo>
                  <a:cubicBezTo>
                    <a:pt x="1190" y="1453"/>
                    <a:pt x="1188" y="1450"/>
                    <a:pt x="1187" y="1447"/>
                  </a:cubicBezTo>
                  <a:cubicBezTo>
                    <a:pt x="1167" y="1412"/>
                    <a:pt x="1164" y="1370"/>
                    <a:pt x="1151" y="1333"/>
                  </a:cubicBezTo>
                  <a:cubicBezTo>
                    <a:pt x="1144" y="1313"/>
                    <a:pt x="1135" y="1294"/>
                    <a:pt x="1127" y="1274"/>
                  </a:cubicBezTo>
                  <a:cubicBezTo>
                    <a:pt x="1136" y="1286"/>
                    <a:pt x="1148" y="1296"/>
                    <a:pt x="1158" y="1306"/>
                  </a:cubicBezTo>
                  <a:cubicBezTo>
                    <a:pt x="1171" y="1324"/>
                    <a:pt x="1187" y="1342"/>
                    <a:pt x="1203" y="1358"/>
                  </a:cubicBezTo>
                  <a:lnTo>
                    <a:pt x="1204" y="1358"/>
                  </a:lnTo>
                  <a:cubicBezTo>
                    <a:pt x="1205" y="1359"/>
                    <a:pt x="1206" y="1359"/>
                    <a:pt x="1207" y="1359"/>
                  </a:cubicBezTo>
                  <a:cubicBezTo>
                    <a:pt x="1208" y="1359"/>
                    <a:pt x="1209" y="1359"/>
                    <a:pt x="1210" y="1358"/>
                  </a:cubicBezTo>
                  <a:cubicBezTo>
                    <a:pt x="1221" y="1389"/>
                    <a:pt x="1234" y="1420"/>
                    <a:pt x="1248" y="1449"/>
                  </a:cubicBezTo>
                  <a:cubicBezTo>
                    <a:pt x="1281" y="1514"/>
                    <a:pt x="1288" y="1585"/>
                    <a:pt x="1301" y="1655"/>
                  </a:cubicBezTo>
                  <a:lnTo>
                    <a:pt x="1301" y="1656"/>
                  </a:lnTo>
                  <a:cubicBezTo>
                    <a:pt x="1302" y="1657"/>
                    <a:pt x="1302" y="1658"/>
                    <a:pt x="1303" y="1658"/>
                  </a:cubicBezTo>
                  <a:cubicBezTo>
                    <a:pt x="1304" y="1659"/>
                    <a:pt x="1305" y="1659"/>
                    <a:pt x="1306" y="1659"/>
                  </a:cubicBezTo>
                  <a:cubicBezTo>
                    <a:pt x="1310" y="1684"/>
                    <a:pt x="1316" y="1710"/>
                    <a:pt x="1324" y="1734"/>
                  </a:cubicBezTo>
                  <a:cubicBezTo>
                    <a:pt x="1328" y="1748"/>
                    <a:pt x="1324" y="1763"/>
                    <a:pt x="1335" y="1773"/>
                  </a:cubicBezTo>
                  <a:cubicBezTo>
                    <a:pt x="1336" y="1774"/>
                    <a:pt x="1336" y="1775"/>
                    <a:pt x="1337" y="1775"/>
                  </a:cubicBezTo>
                  <a:cubicBezTo>
                    <a:pt x="1338" y="1776"/>
                    <a:pt x="1339" y="1776"/>
                    <a:pt x="1340" y="1776"/>
                  </a:cubicBezTo>
                  <a:cubicBezTo>
                    <a:pt x="1341" y="1776"/>
                    <a:pt x="1343" y="1776"/>
                    <a:pt x="1344" y="1775"/>
                  </a:cubicBezTo>
                  <a:cubicBezTo>
                    <a:pt x="1345" y="1775"/>
                    <a:pt x="1345" y="1774"/>
                    <a:pt x="1345" y="1773"/>
                  </a:cubicBezTo>
                  <a:cubicBezTo>
                    <a:pt x="1346" y="1772"/>
                    <a:pt x="1347" y="1770"/>
                    <a:pt x="1348" y="1768"/>
                  </a:cubicBezTo>
                  <a:cubicBezTo>
                    <a:pt x="1354" y="1759"/>
                    <a:pt x="1357" y="1748"/>
                    <a:pt x="1358" y="1737"/>
                  </a:cubicBezTo>
                  <a:cubicBezTo>
                    <a:pt x="1362" y="1712"/>
                    <a:pt x="1374" y="1690"/>
                    <a:pt x="1379" y="1666"/>
                  </a:cubicBezTo>
                  <a:cubicBezTo>
                    <a:pt x="1373" y="1702"/>
                    <a:pt x="1370" y="1737"/>
                    <a:pt x="1370" y="1773"/>
                  </a:cubicBezTo>
                  <a:cubicBezTo>
                    <a:pt x="1370" y="1777"/>
                    <a:pt x="1370" y="1780"/>
                    <a:pt x="1370" y="1784"/>
                  </a:cubicBezTo>
                  <a:cubicBezTo>
                    <a:pt x="1371" y="1808"/>
                    <a:pt x="1372" y="1832"/>
                    <a:pt x="1376" y="1855"/>
                  </a:cubicBezTo>
                  <a:cubicBezTo>
                    <a:pt x="1379" y="1883"/>
                    <a:pt x="1374" y="1911"/>
                    <a:pt x="1378" y="1940"/>
                  </a:cubicBezTo>
                  <a:cubicBezTo>
                    <a:pt x="1384" y="1986"/>
                    <a:pt x="1392" y="2032"/>
                    <a:pt x="1404" y="2077"/>
                  </a:cubicBezTo>
                  <a:cubicBezTo>
                    <a:pt x="1385" y="2153"/>
                    <a:pt x="1361" y="2227"/>
                    <a:pt x="1331" y="2298"/>
                  </a:cubicBezTo>
                  <a:cubicBezTo>
                    <a:pt x="1316" y="2337"/>
                    <a:pt x="1313" y="2380"/>
                    <a:pt x="1303" y="2420"/>
                  </a:cubicBezTo>
                  <a:cubicBezTo>
                    <a:pt x="1294" y="2459"/>
                    <a:pt x="1290" y="2499"/>
                    <a:pt x="1290" y="2538"/>
                  </a:cubicBezTo>
                  <a:cubicBezTo>
                    <a:pt x="1290" y="2545"/>
                    <a:pt x="1290" y="2551"/>
                    <a:pt x="1291" y="2558"/>
                  </a:cubicBezTo>
                  <a:cubicBezTo>
                    <a:pt x="1291" y="2560"/>
                    <a:pt x="1291" y="2561"/>
                    <a:pt x="1292" y="2563"/>
                  </a:cubicBezTo>
                  <a:cubicBezTo>
                    <a:pt x="1293" y="2565"/>
                    <a:pt x="1294" y="2566"/>
                    <a:pt x="1296" y="2567"/>
                  </a:cubicBezTo>
                  <a:cubicBezTo>
                    <a:pt x="1298" y="2568"/>
                    <a:pt x="1299" y="2568"/>
                    <a:pt x="1301" y="2568"/>
                  </a:cubicBezTo>
                  <a:cubicBezTo>
                    <a:pt x="1303" y="2568"/>
                    <a:pt x="1304" y="2568"/>
                    <a:pt x="1306" y="2567"/>
                  </a:cubicBezTo>
                  <a:cubicBezTo>
                    <a:pt x="1307" y="2566"/>
                    <a:pt x="1309" y="2565"/>
                    <a:pt x="1310" y="2563"/>
                  </a:cubicBezTo>
                  <a:cubicBezTo>
                    <a:pt x="1346" y="2477"/>
                    <a:pt x="1357" y="2386"/>
                    <a:pt x="1379" y="2297"/>
                  </a:cubicBezTo>
                  <a:cubicBezTo>
                    <a:pt x="1390" y="2254"/>
                    <a:pt x="1414" y="2218"/>
                    <a:pt x="1427" y="2176"/>
                  </a:cubicBezTo>
                  <a:cubicBezTo>
                    <a:pt x="1440" y="2135"/>
                    <a:pt x="1436" y="2085"/>
                    <a:pt x="1447" y="2041"/>
                  </a:cubicBezTo>
                  <a:cubicBezTo>
                    <a:pt x="1460" y="1970"/>
                    <a:pt x="1467" y="1898"/>
                    <a:pt x="1467" y="1826"/>
                  </a:cubicBezTo>
                  <a:cubicBezTo>
                    <a:pt x="1467" y="1810"/>
                    <a:pt x="1467" y="1795"/>
                    <a:pt x="1466" y="1780"/>
                  </a:cubicBezTo>
                  <a:cubicBezTo>
                    <a:pt x="1466" y="1779"/>
                    <a:pt x="1466" y="1778"/>
                    <a:pt x="1466" y="1778"/>
                  </a:cubicBezTo>
                  <a:cubicBezTo>
                    <a:pt x="1466" y="1747"/>
                    <a:pt x="1465" y="1717"/>
                    <a:pt x="1461" y="1687"/>
                  </a:cubicBezTo>
                  <a:cubicBezTo>
                    <a:pt x="1461" y="1687"/>
                    <a:pt x="1461" y="1688"/>
                    <a:pt x="1462" y="1688"/>
                  </a:cubicBezTo>
                  <a:lnTo>
                    <a:pt x="1463" y="1688"/>
                  </a:lnTo>
                  <a:cubicBezTo>
                    <a:pt x="1464" y="1688"/>
                    <a:pt x="1465" y="1688"/>
                    <a:pt x="1465" y="1688"/>
                  </a:cubicBezTo>
                  <a:cubicBezTo>
                    <a:pt x="1466" y="1687"/>
                    <a:pt x="1466" y="1687"/>
                    <a:pt x="1466" y="1687"/>
                  </a:cubicBezTo>
                  <a:cubicBezTo>
                    <a:pt x="1466" y="1686"/>
                    <a:pt x="1467" y="1686"/>
                    <a:pt x="1467" y="1685"/>
                  </a:cubicBezTo>
                  <a:cubicBezTo>
                    <a:pt x="1474" y="1610"/>
                    <a:pt x="1458" y="1536"/>
                    <a:pt x="1459" y="1461"/>
                  </a:cubicBezTo>
                  <a:lnTo>
                    <a:pt x="1459" y="1460"/>
                  </a:lnTo>
                  <a:cubicBezTo>
                    <a:pt x="1459" y="1426"/>
                    <a:pt x="1453" y="1393"/>
                    <a:pt x="1441" y="1361"/>
                  </a:cubicBezTo>
                  <a:moveTo>
                    <a:pt x="918" y="234"/>
                  </a:moveTo>
                  <a:cubicBezTo>
                    <a:pt x="939" y="263"/>
                    <a:pt x="962" y="290"/>
                    <a:pt x="987" y="315"/>
                  </a:cubicBezTo>
                  <a:cubicBezTo>
                    <a:pt x="981" y="314"/>
                    <a:pt x="974" y="313"/>
                    <a:pt x="968" y="312"/>
                  </a:cubicBezTo>
                  <a:cubicBezTo>
                    <a:pt x="936" y="304"/>
                    <a:pt x="903" y="311"/>
                    <a:pt x="875" y="292"/>
                  </a:cubicBezTo>
                  <a:cubicBezTo>
                    <a:pt x="874" y="292"/>
                    <a:pt x="874" y="292"/>
                    <a:pt x="874" y="292"/>
                  </a:cubicBezTo>
                  <a:cubicBezTo>
                    <a:pt x="873" y="292"/>
                    <a:pt x="873" y="292"/>
                    <a:pt x="872" y="292"/>
                  </a:cubicBezTo>
                  <a:cubicBezTo>
                    <a:pt x="871" y="293"/>
                    <a:pt x="871" y="293"/>
                    <a:pt x="871" y="293"/>
                  </a:cubicBezTo>
                  <a:cubicBezTo>
                    <a:pt x="871" y="294"/>
                    <a:pt x="871" y="294"/>
                    <a:pt x="871" y="295"/>
                  </a:cubicBezTo>
                  <a:lnTo>
                    <a:pt x="871" y="296"/>
                  </a:lnTo>
                  <a:lnTo>
                    <a:pt x="871" y="297"/>
                  </a:lnTo>
                  <a:cubicBezTo>
                    <a:pt x="878" y="303"/>
                    <a:pt x="885" y="309"/>
                    <a:pt x="892" y="313"/>
                  </a:cubicBezTo>
                  <a:cubicBezTo>
                    <a:pt x="894" y="314"/>
                    <a:pt x="895" y="314"/>
                    <a:pt x="896" y="315"/>
                  </a:cubicBezTo>
                  <a:cubicBezTo>
                    <a:pt x="916" y="322"/>
                    <a:pt x="934" y="317"/>
                    <a:pt x="955" y="321"/>
                  </a:cubicBezTo>
                  <a:cubicBezTo>
                    <a:pt x="970" y="325"/>
                    <a:pt x="986" y="328"/>
                    <a:pt x="1001" y="331"/>
                  </a:cubicBezTo>
                  <a:lnTo>
                    <a:pt x="1008" y="338"/>
                  </a:lnTo>
                  <a:cubicBezTo>
                    <a:pt x="1011" y="342"/>
                    <a:pt x="1015" y="346"/>
                    <a:pt x="1018" y="349"/>
                  </a:cubicBezTo>
                  <a:lnTo>
                    <a:pt x="1017" y="349"/>
                  </a:lnTo>
                  <a:lnTo>
                    <a:pt x="1016" y="349"/>
                  </a:lnTo>
                  <a:cubicBezTo>
                    <a:pt x="966" y="349"/>
                    <a:pt x="918" y="344"/>
                    <a:pt x="869" y="345"/>
                  </a:cubicBezTo>
                  <a:cubicBezTo>
                    <a:pt x="823" y="345"/>
                    <a:pt x="777" y="330"/>
                    <a:pt x="731" y="327"/>
                  </a:cubicBezTo>
                  <a:cubicBezTo>
                    <a:pt x="728" y="327"/>
                    <a:pt x="727" y="332"/>
                    <a:pt x="731" y="332"/>
                  </a:cubicBezTo>
                  <a:cubicBezTo>
                    <a:pt x="800" y="341"/>
                    <a:pt x="868" y="355"/>
                    <a:pt x="937" y="359"/>
                  </a:cubicBezTo>
                  <a:cubicBezTo>
                    <a:pt x="931" y="361"/>
                    <a:pt x="925" y="362"/>
                    <a:pt x="919" y="363"/>
                  </a:cubicBezTo>
                  <a:cubicBezTo>
                    <a:pt x="885" y="366"/>
                    <a:pt x="850" y="360"/>
                    <a:pt x="817" y="360"/>
                  </a:cubicBezTo>
                  <a:cubicBezTo>
                    <a:pt x="783" y="361"/>
                    <a:pt x="755" y="356"/>
                    <a:pt x="726" y="369"/>
                  </a:cubicBezTo>
                  <a:cubicBezTo>
                    <a:pt x="688" y="362"/>
                    <a:pt x="650" y="358"/>
                    <a:pt x="611" y="358"/>
                  </a:cubicBezTo>
                  <a:cubicBezTo>
                    <a:pt x="598" y="358"/>
                    <a:pt x="585" y="359"/>
                    <a:pt x="572" y="360"/>
                  </a:cubicBezTo>
                  <a:cubicBezTo>
                    <a:pt x="598" y="332"/>
                    <a:pt x="628" y="308"/>
                    <a:pt x="662" y="289"/>
                  </a:cubicBezTo>
                  <a:cubicBezTo>
                    <a:pt x="669" y="285"/>
                    <a:pt x="677" y="281"/>
                    <a:pt x="685" y="277"/>
                  </a:cubicBezTo>
                  <a:cubicBezTo>
                    <a:pt x="745" y="247"/>
                    <a:pt x="806" y="207"/>
                    <a:pt x="875" y="197"/>
                  </a:cubicBezTo>
                  <a:lnTo>
                    <a:pt x="876" y="197"/>
                  </a:lnTo>
                  <a:lnTo>
                    <a:pt x="896" y="202"/>
                  </a:lnTo>
                  <a:cubicBezTo>
                    <a:pt x="902" y="212"/>
                    <a:pt x="910" y="224"/>
                    <a:pt x="918" y="234"/>
                  </a:cubicBezTo>
                  <a:moveTo>
                    <a:pt x="323" y="335"/>
                  </a:moveTo>
                  <a:cubicBezTo>
                    <a:pt x="387" y="278"/>
                    <a:pt x="449" y="217"/>
                    <a:pt x="524" y="175"/>
                  </a:cubicBezTo>
                  <a:cubicBezTo>
                    <a:pt x="598" y="137"/>
                    <a:pt x="678" y="111"/>
                    <a:pt x="760" y="100"/>
                  </a:cubicBezTo>
                  <a:lnTo>
                    <a:pt x="761" y="100"/>
                  </a:lnTo>
                  <a:cubicBezTo>
                    <a:pt x="761" y="99"/>
                    <a:pt x="762" y="99"/>
                    <a:pt x="762" y="99"/>
                  </a:cubicBezTo>
                  <a:cubicBezTo>
                    <a:pt x="777" y="105"/>
                    <a:pt x="792" y="112"/>
                    <a:pt x="807" y="121"/>
                  </a:cubicBezTo>
                  <a:cubicBezTo>
                    <a:pt x="813" y="124"/>
                    <a:pt x="819" y="128"/>
                    <a:pt x="826" y="132"/>
                  </a:cubicBezTo>
                  <a:cubicBezTo>
                    <a:pt x="848" y="148"/>
                    <a:pt x="868" y="167"/>
                    <a:pt x="885" y="188"/>
                  </a:cubicBezTo>
                  <a:lnTo>
                    <a:pt x="877" y="186"/>
                  </a:lnTo>
                  <a:lnTo>
                    <a:pt x="877" y="184"/>
                  </a:lnTo>
                  <a:cubicBezTo>
                    <a:pt x="877" y="183"/>
                    <a:pt x="876" y="183"/>
                    <a:pt x="875" y="182"/>
                  </a:cubicBezTo>
                  <a:lnTo>
                    <a:pt x="874" y="182"/>
                  </a:lnTo>
                  <a:cubicBezTo>
                    <a:pt x="873" y="182"/>
                    <a:pt x="872" y="182"/>
                    <a:pt x="872" y="182"/>
                  </a:cubicBezTo>
                  <a:cubicBezTo>
                    <a:pt x="871" y="182"/>
                    <a:pt x="871" y="183"/>
                    <a:pt x="871" y="183"/>
                  </a:cubicBezTo>
                  <a:cubicBezTo>
                    <a:pt x="822" y="167"/>
                    <a:pt x="762" y="170"/>
                    <a:pt x="716" y="173"/>
                  </a:cubicBezTo>
                  <a:cubicBezTo>
                    <a:pt x="685" y="176"/>
                    <a:pt x="654" y="187"/>
                    <a:pt x="627" y="202"/>
                  </a:cubicBezTo>
                  <a:cubicBezTo>
                    <a:pt x="616" y="209"/>
                    <a:pt x="605" y="216"/>
                    <a:pt x="594" y="225"/>
                  </a:cubicBezTo>
                  <a:cubicBezTo>
                    <a:pt x="594" y="225"/>
                    <a:pt x="594" y="226"/>
                    <a:pt x="593" y="226"/>
                  </a:cubicBezTo>
                  <a:cubicBezTo>
                    <a:pt x="592" y="227"/>
                    <a:pt x="592" y="229"/>
                    <a:pt x="592" y="230"/>
                  </a:cubicBezTo>
                  <a:cubicBezTo>
                    <a:pt x="592" y="231"/>
                    <a:pt x="592" y="234"/>
                    <a:pt x="593" y="234"/>
                  </a:cubicBezTo>
                  <a:cubicBezTo>
                    <a:pt x="594" y="235"/>
                    <a:pt x="594" y="235"/>
                    <a:pt x="594" y="235"/>
                  </a:cubicBezTo>
                  <a:cubicBezTo>
                    <a:pt x="597" y="238"/>
                    <a:pt x="599" y="241"/>
                    <a:pt x="602" y="242"/>
                  </a:cubicBezTo>
                  <a:cubicBezTo>
                    <a:pt x="606" y="245"/>
                    <a:pt x="611" y="245"/>
                    <a:pt x="615" y="245"/>
                  </a:cubicBezTo>
                  <a:cubicBezTo>
                    <a:pt x="578" y="263"/>
                    <a:pt x="539" y="279"/>
                    <a:pt x="503" y="299"/>
                  </a:cubicBezTo>
                  <a:cubicBezTo>
                    <a:pt x="496" y="302"/>
                    <a:pt x="490" y="306"/>
                    <a:pt x="483" y="310"/>
                  </a:cubicBezTo>
                  <a:cubicBezTo>
                    <a:pt x="473" y="316"/>
                    <a:pt x="463" y="322"/>
                    <a:pt x="453" y="329"/>
                  </a:cubicBezTo>
                  <a:cubicBezTo>
                    <a:pt x="438" y="340"/>
                    <a:pt x="421" y="363"/>
                    <a:pt x="405" y="370"/>
                  </a:cubicBezTo>
                  <a:cubicBezTo>
                    <a:pt x="402" y="371"/>
                    <a:pt x="405" y="375"/>
                    <a:pt x="407" y="375"/>
                  </a:cubicBezTo>
                  <a:cubicBezTo>
                    <a:pt x="438" y="368"/>
                    <a:pt x="467" y="330"/>
                    <a:pt x="496" y="316"/>
                  </a:cubicBezTo>
                  <a:cubicBezTo>
                    <a:pt x="545" y="290"/>
                    <a:pt x="595" y="271"/>
                    <a:pt x="644" y="247"/>
                  </a:cubicBezTo>
                  <a:lnTo>
                    <a:pt x="645" y="247"/>
                  </a:lnTo>
                  <a:cubicBezTo>
                    <a:pt x="646" y="246"/>
                    <a:pt x="646" y="245"/>
                    <a:pt x="647" y="244"/>
                  </a:cubicBezTo>
                  <a:cubicBezTo>
                    <a:pt x="648" y="243"/>
                    <a:pt x="648" y="243"/>
                    <a:pt x="648" y="241"/>
                  </a:cubicBezTo>
                  <a:cubicBezTo>
                    <a:pt x="648" y="240"/>
                    <a:pt x="648" y="238"/>
                    <a:pt x="647" y="237"/>
                  </a:cubicBezTo>
                  <a:cubicBezTo>
                    <a:pt x="646" y="236"/>
                    <a:pt x="646" y="235"/>
                    <a:pt x="645" y="234"/>
                  </a:cubicBezTo>
                  <a:cubicBezTo>
                    <a:pt x="644" y="234"/>
                    <a:pt x="644" y="234"/>
                    <a:pt x="643" y="234"/>
                  </a:cubicBezTo>
                  <a:cubicBezTo>
                    <a:pt x="628" y="230"/>
                    <a:pt x="612" y="228"/>
                    <a:pt x="638" y="217"/>
                  </a:cubicBezTo>
                  <a:cubicBezTo>
                    <a:pt x="663" y="207"/>
                    <a:pt x="682" y="198"/>
                    <a:pt x="705" y="191"/>
                  </a:cubicBezTo>
                  <a:cubicBezTo>
                    <a:pt x="731" y="185"/>
                    <a:pt x="757" y="182"/>
                    <a:pt x="782" y="182"/>
                  </a:cubicBezTo>
                  <a:cubicBezTo>
                    <a:pt x="802" y="182"/>
                    <a:pt x="821" y="184"/>
                    <a:pt x="840" y="187"/>
                  </a:cubicBezTo>
                  <a:cubicBezTo>
                    <a:pt x="830" y="190"/>
                    <a:pt x="820" y="195"/>
                    <a:pt x="810" y="199"/>
                  </a:cubicBezTo>
                  <a:cubicBezTo>
                    <a:pt x="780" y="210"/>
                    <a:pt x="751" y="225"/>
                    <a:pt x="723" y="241"/>
                  </a:cubicBezTo>
                  <a:cubicBezTo>
                    <a:pt x="709" y="246"/>
                    <a:pt x="696" y="253"/>
                    <a:pt x="683" y="260"/>
                  </a:cubicBezTo>
                  <a:cubicBezTo>
                    <a:pt x="673" y="266"/>
                    <a:pt x="663" y="273"/>
                    <a:pt x="653" y="280"/>
                  </a:cubicBezTo>
                  <a:cubicBezTo>
                    <a:pt x="629" y="303"/>
                    <a:pt x="577" y="322"/>
                    <a:pt x="567" y="357"/>
                  </a:cubicBezTo>
                  <a:cubicBezTo>
                    <a:pt x="567" y="358"/>
                    <a:pt x="567" y="358"/>
                    <a:pt x="567" y="358"/>
                  </a:cubicBezTo>
                  <a:cubicBezTo>
                    <a:pt x="527" y="361"/>
                    <a:pt x="487" y="368"/>
                    <a:pt x="449" y="378"/>
                  </a:cubicBezTo>
                  <a:cubicBezTo>
                    <a:pt x="442" y="380"/>
                    <a:pt x="435" y="382"/>
                    <a:pt x="429" y="386"/>
                  </a:cubicBezTo>
                  <a:cubicBezTo>
                    <a:pt x="419" y="386"/>
                    <a:pt x="409" y="388"/>
                    <a:pt x="400" y="389"/>
                  </a:cubicBezTo>
                  <a:cubicBezTo>
                    <a:pt x="398" y="389"/>
                    <a:pt x="396" y="390"/>
                    <a:pt x="394" y="391"/>
                  </a:cubicBezTo>
                  <a:cubicBezTo>
                    <a:pt x="394" y="389"/>
                    <a:pt x="394" y="388"/>
                    <a:pt x="394" y="387"/>
                  </a:cubicBezTo>
                  <a:cubicBezTo>
                    <a:pt x="394" y="385"/>
                    <a:pt x="394" y="384"/>
                    <a:pt x="393" y="382"/>
                  </a:cubicBezTo>
                  <a:cubicBezTo>
                    <a:pt x="392" y="381"/>
                    <a:pt x="391" y="379"/>
                    <a:pt x="389" y="378"/>
                  </a:cubicBezTo>
                  <a:cubicBezTo>
                    <a:pt x="387" y="377"/>
                    <a:pt x="386" y="377"/>
                    <a:pt x="384" y="377"/>
                  </a:cubicBezTo>
                  <a:cubicBezTo>
                    <a:pt x="377" y="377"/>
                    <a:pt x="370" y="379"/>
                    <a:pt x="364" y="381"/>
                  </a:cubicBezTo>
                  <a:cubicBezTo>
                    <a:pt x="364" y="380"/>
                    <a:pt x="364" y="380"/>
                    <a:pt x="364" y="380"/>
                  </a:cubicBezTo>
                  <a:cubicBezTo>
                    <a:pt x="364" y="379"/>
                    <a:pt x="364" y="378"/>
                    <a:pt x="363" y="377"/>
                  </a:cubicBezTo>
                  <a:cubicBezTo>
                    <a:pt x="362" y="376"/>
                    <a:pt x="362" y="376"/>
                    <a:pt x="361" y="375"/>
                  </a:cubicBezTo>
                  <a:cubicBezTo>
                    <a:pt x="361" y="375"/>
                    <a:pt x="360" y="375"/>
                    <a:pt x="359" y="375"/>
                  </a:cubicBezTo>
                  <a:cubicBezTo>
                    <a:pt x="358" y="375"/>
                    <a:pt x="358" y="375"/>
                    <a:pt x="358" y="375"/>
                  </a:cubicBezTo>
                  <a:cubicBezTo>
                    <a:pt x="339" y="379"/>
                    <a:pt x="320" y="387"/>
                    <a:pt x="304" y="396"/>
                  </a:cubicBezTo>
                  <a:cubicBezTo>
                    <a:pt x="296" y="401"/>
                    <a:pt x="289" y="405"/>
                    <a:pt x="283" y="410"/>
                  </a:cubicBezTo>
                  <a:cubicBezTo>
                    <a:pt x="301" y="396"/>
                    <a:pt x="316" y="380"/>
                    <a:pt x="329" y="361"/>
                  </a:cubicBezTo>
                  <a:cubicBezTo>
                    <a:pt x="330" y="360"/>
                    <a:pt x="330" y="359"/>
                    <a:pt x="330" y="358"/>
                  </a:cubicBezTo>
                  <a:cubicBezTo>
                    <a:pt x="330" y="356"/>
                    <a:pt x="330" y="355"/>
                    <a:pt x="329" y="354"/>
                  </a:cubicBezTo>
                  <a:cubicBezTo>
                    <a:pt x="328" y="353"/>
                    <a:pt x="327" y="352"/>
                    <a:pt x="326" y="351"/>
                  </a:cubicBezTo>
                  <a:cubicBezTo>
                    <a:pt x="325" y="351"/>
                    <a:pt x="324" y="350"/>
                    <a:pt x="322" y="350"/>
                  </a:cubicBezTo>
                  <a:cubicBezTo>
                    <a:pt x="321" y="350"/>
                    <a:pt x="320" y="351"/>
                    <a:pt x="319" y="351"/>
                  </a:cubicBezTo>
                  <a:cubicBezTo>
                    <a:pt x="287" y="372"/>
                    <a:pt x="257" y="398"/>
                    <a:pt x="231" y="426"/>
                  </a:cubicBezTo>
                  <a:cubicBezTo>
                    <a:pt x="260" y="394"/>
                    <a:pt x="290" y="364"/>
                    <a:pt x="322" y="335"/>
                  </a:cubicBezTo>
                  <a:lnTo>
                    <a:pt x="323" y="335"/>
                  </a:lnTo>
                  <a:moveTo>
                    <a:pt x="74" y="597"/>
                  </a:moveTo>
                  <a:cubicBezTo>
                    <a:pt x="75" y="593"/>
                    <a:pt x="75" y="589"/>
                    <a:pt x="75" y="585"/>
                  </a:cubicBezTo>
                  <a:cubicBezTo>
                    <a:pt x="76" y="534"/>
                    <a:pt x="120" y="489"/>
                    <a:pt x="115" y="439"/>
                  </a:cubicBezTo>
                  <a:cubicBezTo>
                    <a:pt x="114" y="437"/>
                    <a:pt x="114" y="437"/>
                    <a:pt x="113" y="435"/>
                  </a:cubicBezTo>
                  <a:cubicBezTo>
                    <a:pt x="113" y="434"/>
                    <a:pt x="111" y="433"/>
                    <a:pt x="110" y="432"/>
                  </a:cubicBezTo>
                  <a:cubicBezTo>
                    <a:pt x="109" y="431"/>
                    <a:pt x="108" y="431"/>
                    <a:pt x="107" y="431"/>
                  </a:cubicBezTo>
                  <a:lnTo>
                    <a:pt x="115" y="411"/>
                  </a:lnTo>
                  <a:cubicBezTo>
                    <a:pt x="118" y="404"/>
                    <a:pt x="122" y="396"/>
                    <a:pt x="126" y="389"/>
                  </a:cubicBezTo>
                  <a:cubicBezTo>
                    <a:pt x="136" y="372"/>
                    <a:pt x="148" y="357"/>
                    <a:pt x="163" y="343"/>
                  </a:cubicBezTo>
                  <a:cubicBezTo>
                    <a:pt x="152" y="369"/>
                    <a:pt x="147" y="396"/>
                    <a:pt x="147" y="424"/>
                  </a:cubicBezTo>
                  <a:cubicBezTo>
                    <a:pt x="147" y="428"/>
                    <a:pt x="147" y="432"/>
                    <a:pt x="148" y="436"/>
                  </a:cubicBezTo>
                  <a:cubicBezTo>
                    <a:pt x="133" y="463"/>
                    <a:pt x="120" y="490"/>
                    <a:pt x="108" y="519"/>
                  </a:cubicBezTo>
                  <a:cubicBezTo>
                    <a:pt x="100" y="537"/>
                    <a:pt x="91" y="556"/>
                    <a:pt x="83" y="575"/>
                  </a:cubicBezTo>
                  <a:cubicBezTo>
                    <a:pt x="80" y="578"/>
                    <a:pt x="77" y="587"/>
                    <a:pt x="74" y="597"/>
                  </a:cubicBezTo>
                  <a:moveTo>
                    <a:pt x="150" y="527"/>
                  </a:moveTo>
                  <a:lnTo>
                    <a:pt x="147" y="530"/>
                  </a:lnTo>
                  <a:lnTo>
                    <a:pt x="150" y="526"/>
                  </a:lnTo>
                  <a:lnTo>
                    <a:pt x="150" y="527"/>
                  </a:lnTo>
                  <a:moveTo>
                    <a:pt x="313" y="638"/>
                  </a:moveTo>
                  <a:lnTo>
                    <a:pt x="316" y="638"/>
                  </a:lnTo>
                  <a:lnTo>
                    <a:pt x="316" y="639"/>
                  </a:lnTo>
                  <a:lnTo>
                    <a:pt x="313" y="638"/>
                  </a:lnTo>
                  <a:moveTo>
                    <a:pt x="352" y="645"/>
                  </a:moveTo>
                  <a:lnTo>
                    <a:pt x="351" y="645"/>
                  </a:lnTo>
                  <a:lnTo>
                    <a:pt x="359" y="647"/>
                  </a:lnTo>
                  <a:lnTo>
                    <a:pt x="352" y="645"/>
                  </a:lnTo>
                  <a:moveTo>
                    <a:pt x="381" y="653"/>
                  </a:moveTo>
                  <a:cubicBezTo>
                    <a:pt x="377" y="651"/>
                    <a:pt x="373" y="650"/>
                    <a:pt x="370" y="649"/>
                  </a:cubicBezTo>
                  <a:lnTo>
                    <a:pt x="382" y="652"/>
                  </a:lnTo>
                  <a:lnTo>
                    <a:pt x="381" y="653"/>
                  </a:lnTo>
                  <a:moveTo>
                    <a:pt x="429" y="658"/>
                  </a:moveTo>
                  <a:lnTo>
                    <a:pt x="435" y="658"/>
                  </a:lnTo>
                  <a:cubicBezTo>
                    <a:pt x="435" y="658"/>
                    <a:pt x="435" y="659"/>
                    <a:pt x="435" y="660"/>
                  </a:cubicBezTo>
                  <a:cubicBezTo>
                    <a:pt x="435" y="660"/>
                    <a:pt x="435" y="661"/>
                    <a:pt x="435" y="662"/>
                  </a:cubicBezTo>
                  <a:lnTo>
                    <a:pt x="434" y="662"/>
                  </a:lnTo>
                  <a:lnTo>
                    <a:pt x="433" y="662"/>
                  </a:lnTo>
                  <a:cubicBezTo>
                    <a:pt x="432" y="660"/>
                    <a:pt x="430" y="658"/>
                    <a:pt x="429" y="657"/>
                  </a:cubicBezTo>
                  <a:lnTo>
                    <a:pt x="429" y="658"/>
                  </a:lnTo>
                  <a:moveTo>
                    <a:pt x="434" y="697"/>
                  </a:moveTo>
                  <a:lnTo>
                    <a:pt x="438" y="697"/>
                  </a:lnTo>
                  <a:lnTo>
                    <a:pt x="446" y="703"/>
                  </a:lnTo>
                  <a:lnTo>
                    <a:pt x="434" y="697"/>
                  </a:lnTo>
                  <a:moveTo>
                    <a:pt x="745" y="776"/>
                  </a:moveTo>
                  <a:lnTo>
                    <a:pt x="742" y="771"/>
                  </a:lnTo>
                  <a:lnTo>
                    <a:pt x="748" y="774"/>
                  </a:lnTo>
                  <a:lnTo>
                    <a:pt x="747" y="774"/>
                  </a:lnTo>
                  <a:cubicBezTo>
                    <a:pt x="746" y="775"/>
                    <a:pt x="745" y="776"/>
                    <a:pt x="745" y="777"/>
                  </a:cubicBezTo>
                  <a:lnTo>
                    <a:pt x="745" y="776"/>
                  </a:lnTo>
                  <a:moveTo>
                    <a:pt x="922" y="933"/>
                  </a:moveTo>
                  <a:lnTo>
                    <a:pt x="922" y="931"/>
                  </a:lnTo>
                  <a:lnTo>
                    <a:pt x="923" y="932"/>
                  </a:lnTo>
                  <a:cubicBezTo>
                    <a:pt x="923" y="933"/>
                    <a:pt x="922" y="934"/>
                    <a:pt x="922" y="935"/>
                  </a:cubicBezTo>
                  <a:lnTo>
                    <a:pt x="922" y="933"/>
                  </a:lnTo>
                  <a:moveTo>
                    <a:pt x="1064" y="1177"/>
                  </a:moveTo>
                  <a:cubicBezTo>
                    <a:pt x="1060" y="1171"/>
                    <a:pt x="1057" y="1166"/>
                    <a:pt x="1054" y="1161"/>
                  </a:cubicBezTo>
                  <a:lnTo>
                    <a:pt x="1046" y="1148"/>
                  </a:lnTo>
                  <a:cubicBezTo>
                    <a:pt x="1052" y="1157"/>
                    <a:pt x="1058" y="1167"/>
                    <a:pt x="1064" y="1176"/>
                  </a:cubicBezTo>
                  <a:lnTo>
                    <a:pt x="1064" y="1177"/>
                  </a:lnTo>
                  <a:moveTo>
                    <a:pt x="1095" y="1209"/>
                  </a:moveTo>
                  <a:lnTo>
                    <a:pt x="1096" y="1212"/>
                  </a:lnTo>
                  <a:lnTo>
                    <a:pt x="1095" y="1209"/>
                  </a:lnTo>
                  <a:moveTo>
                    <a:pt x="1414" y="2103"/>
                  </a:moveTo>
                  <a:cubicBezTo>
                    <a:pt x="1412" y="2119"/>
                    <a:pt x="1412" y="2135"/>
                    <a:pt x="1410" y="2152"/>
                  </a:cubicBezTo>
                  <a:cubicBezTo>
                    <a:pt x="1405" y="2190"/>
                    <a:pt x="1388" y="2190"/>
                    <a:pt x="1380" y="2219"/>
                  </a:cubicBezTo>
                  <a:cubicBezTo>
                    <a:pt x="1367" y="2256"/>
                    <a:pt x="1358" y="2294"/>
                    <a:pt x="1353" y="2333"/>
                  </a:cubicBezTo>
                  <a:cubicBezTo>
                    <a:pt x="1351" y="2363"/>
                    <a:pt x="1334" y="2392"/>
                    <a:pt x="1327" y="2422"/>
                  </a:cubicBezTo>
                  <a:cubicBezTo>
                    <a:pt x="1323" y="2442"/>
                    <a:pt x="1318" y="2462"/>
                    <a:pt x="1313" y="2482"/>
                  </a:cubicBezTo>
                  <a:cubicBezTo>
                    <a:pt x="1315" y="2416"/>
                    <a:pt x="1327" y="2350"/>
                    <a:pt x="1351" y="2287"/>
                  </a:cubicBezTo>
                  <a:cubicBezTo>
                    <a:pt x="1367" y="2252"/>
                    <a:pt x="1381" y="2215"/>
                    <a:pt x="1392" y="2177"/>
                  </a:cubicBezTo>
                  <a:cubicBezTo>
                    <a:pt x="1398" y="2153"/>
                    <a:pt x="1408" y="2126"/>
                    <a:pt x="1414" y="2101"/>
                  </a:cubicBezTo>
                  <a:lnTo>
                    <a:pt x="1414" y="2103"/>
                  </a:lnTo>
                  <a:moveTo>
                    <a:pt x="1452" y="1642"/>
                  </a:moveTo>
                  <a:cubicBezTo>
                    <a:pt x="1444" y="1609"/>
                    <a:pt x="1437" y="1570"/>
                    <a:pt x="1416" y="1543"/>
                  </a:cubicBezTo>
                  <a:cubicBezTo>
                    <a:pt x="1413" y="1540"/>
                    <a:pt x="1408" y="1543"/>
                    <a:pt x="1410" y="1547"/>
                  </a:cubicBezTo>
                  <a:cubicBezTo>
                    <a:pt x="1434" y="1585"/>
                    <a:pt x="1444" y="1649"/>
                    <a:pt x="1449" y="1693"/>
                  </a:cubicBezTo>
                  <a:cubicBezTo>
                    <a:pt x="1451" y="1719"/>
                    <a:pt x="1452" y="1745"/>
                    <a:pt x="1452" y="1771"/>
                  </a:cubicBezTo>
                  <a:cubicBezTo>
                    <a:pt x="1452" y="1797"/>
                    <a:pt x="1451" y="1823"/>
                    <a:pt x="1449" y="1849"/>
                  </a:cubicBezTo>
                  <a:cubicBezTo>
                    <a:pt x="1449" y="1919"/>
                    <a:pt x="1431" y="1989"/>
                    <a:pt x="1420" y="2059"/>
                  </a:cubicBezTo>
                  <a:lnTo>
                    <a:pt x="1420" y="2058"/>
                  </a:lnTo>
                  <a:cubicBezTo>
                    <a:pt x="1420" y="2057"/>
                    <a:pt x="1419" y="2057"/>
                    <a:pt x="1418" y="2056"/>
                  </a:cubicBezTo>
                  <a:cubicBezTo>
                    <a:pt x="1415" y="2027"/>
                    <a:pt x="1407" y="1997"/>
                    <a:pt x="1403" y="1968"/>
                  </a:cubicBezTo>
                  <a:cubicBezTo>
                    <a:pt x="1397" y="1924"/>
                    <a:pt x="1398" y="1879"/>
                    <a:pt x="1393" y="1834"/>
                  </a:cubicBezTo>
                  <a:cubicBezTo>
                    <a:pt x="1389" y="1792"/>
                    <a:pt x="1387" y="1749"/>
                    <a:pt x="1387" y="1706"/>
                  </a:cubicBezTo>
                  <a:cubicBezTo>
                    <a:pt x="1387" y="1700"/>
                    <a:pt x="1387" y="1694"/>
                    <a:pt x="1387" y="1689"/>
                  </a:cubicBezTo>
                  <a:cubicBezTo>
                    <a:pt x="1388" y="1685"/>
                    <a:pt x="1388" y="1682"/>
                    <a:pt x="1388" y="1679"/>
                  </a:cubicBezTo>
                  <a:cubicBezTo>
                    <a:pt x="1388" y="1667"/>
                    <a:pt x="1385" y="1656"/>
                    <a:pt x="1380" y="1645"/>
                  </a:cubicBezTo>
                  <a:cubicBezTo>
                    <a:pt x="1379" y="1645"/>
                    <a:pt x="1379" y="1644"/>
                    <a:pt x="1378" y="1644"/>
                  </a:cubicBezTo>
                  <a:cubicBezTo>
                    <a:pt x="1378" y="1644"/>
                    <a:pt x="1377" y="1643"/>
                    <a:pt x="1376" y="1643"/>
                  </a:cubicBezTo>
                  <a:cubicBezTo>
                    <a:pt x="1375" y="1643"/>
                    <a:pt x="1374" y="1644"/>
                    <a:pt x="1373" y="1644"/>
                  </a:cubicBezTo>
                  <a:cubicBezTo>
                    <a:pt x="1372" y="1644"/>
                    <a:pt x="1371" y="1645"/>
                    <a:pt x="1371" y="1646"/>
                  </a:cubicBezTo>
                  <a:lnTo>
                    <a:pt x="1371" y="1647"/>
                  </a:lnTo>
                  <a:cubicBezTo>
                    <a:pt x="1358" y="1678"/>
                    <a:pt x="1349" y="1710"/>
                    <a:pt x="1343" y="1742"/>
                  </a:cubicBezTo>
                  <a:cubicBezTo>
                    <a:pt x="1343" y="1747"/>
                    <a:pt x="1338" y="1730"/>
                    <a:pt x="1338" y="1727"/>
                  </a:cubicBezTo>
                  <a:cubicBezTo>
                    <a:pt x="1334" y="1710"/>
                    <a:pt x="1329" y="1693"/>
                    <a:pt x="1321" y="1677"/>
                  </a:cubicBezTo>
                  <a:cubicBezTo>
                    <a:pt x="1307" y="1638"/>
                    <a:pt x="1325" y="1592"/>
                    <a:pt x="1324" y="1551"/>
                  </a:cubicBezTo>
                  <a:cubicBezTo>
                    <a:pt x="1322" y="1511"/>
                    <a:pt x="1322" y="1472"/>
                    <a:pt x="1319" y="1433"/>
                  </a:cubicBezTo>
                  <a:cubicBezTo>
                    <a:pt x="1319" y="1428"/>
                    <a:pt x="1312" y="1429"/>
                    <a:pt x="1312" y="1433"/>
                  </a:cubicBezTo>
                  <a:cubicBezTo>
                    <a:pt x="1310" y="1455"/>
                    <a:pt x="1309" y="1478"/>
                    <a:pt x="1309" y="1501"/>
                  </a:cubicBezTo>
                  <a:cubicBezTo>
                    <a:pt x="1309" y="1508"/>
                    <a:pt x="1309" y="1515"/>
                    <a:pt x="1309" y="1522"/>
                  </a:cubicBezTo>
                  <a:cubicBezTo>
                    <a:pt x="1309" y="1525"/>
                    <a:pt x="1310" y="1528"/>
                    <a:pt x="1310" y="1531"/>
                  </a:cubicBezTo>
                  <a:cubicBezTo>
                    <a:pt x="1310" y="1540"/>
                    <a:pt x="1309" y="1550"/>
                    <a:pt x="1308" y="1560"/>
                  </a:cubicBezTo>
                  <a:cubicBezTo>
                    <a:pt x="1299" y="1517"/>
                    <a:pt x="1286" y="1476"/>
                    <a:pt x="1267" y="1438"/>
                  </a:cubicBezTo>
                  <a:cubicBezTo>
                    <a:pt x="1229" y="1362"/>
                    <a:pt x="1203" y="1281"/>
                    <a:pt x="1192" y="1197"/>
                  </a:cubicBezTo>
                  <a:cubicBezTo>
                    <a:pt x="1192" y="1193"/>
                    <a:pt x="1184" y="1193"/>
                    <a:pt x="1184" y="1197"/>
                  </a:cubicBezTo>
                  <a:cubicBezTo>
                    <a:pt x="1184" y="1200"/>
                    <a:pt x="1183" y="1203"/>
                    <a:pt x="1183" y="1206"/>
                  </a:cubicBezTo>
                  <a:cubicBezTo>
                    <a:pt x="1183" y="1209"/>
                    <a:pt x="1184" y="1211"/>
                    <a:pt x="1184" y="1214"/>
                  </a:cubicBezTo>
                  <a:lnTo>
                    <a:pt x="1182" y="1214"/>
                  </a:lnTo>
                  <a:cubicBezTo>
                    <a:pt x="1181" y="1220"/>
                    <a:pt x="1181" y="1226"/>
                    <a:pt x="1181" y="1232"/>
                  </a:cubicBezTo>
                  <a:cubicBezTo>
                    <a:pt x="1181" y="1237"/>
                    <a:pt x="1181" y="1243"/>
                    <a:pt x="1182" y="1249"/>
                  </a:cubicBezTo>
                  <a:cubicBezTo>
                    <a:pt x="1184" y="1268"/>
                    <a:pt x="1188" y="1286"/>
                    <a:pt x="1195" y="1303"/>
                  </a:cubicBezTo>
                  <a:cubicBezTo>
                    <a:pt x="1195" y="1304"/>
                    <a:pt x="1195" y="1304"/>
                    <a:pt x="1195" y="1304"/>
                  </a:cubicBezTo>
                  <a:cubicBezTo>
                    <a:pt x="1195" y="1312"/>
                    <a:pt x="1197" y="1321"/>
                    <a:pt x="1201" y="1329"/>
                  </a:cubicBezTo>
                  <a:cubicBezTo>
                    <a:pt x="1178" y="1292"/>
                    <a:pt x="1141" y="1267"/>
                    <a:pt x="1121" y="1228"/>
                  </a:cubicBezTo>
                  <a:cubicBezTo>
                    <a:pt x="1068" y="1121"/>
                    <a:pt x="1023" y="1013"/>
                    <a:pt x="1019" y="892"/>
                  </a:cubicBezTo>
                  <a:lnTo>
                    <a:pt x="1019" y="891"/>
                  </a:lnTo>
                  <a:cubicBezTo>
                    <a:pt x="1019" y="891"/>
                    <a:pt x="1018" y="891"/>
                    <a:pt x="1018" y="890"/>
                  </a:cubicBezTo>
                  <a:lnTo>
                    <a:pt x="1017" y="890"/>
                  </a:lnTo>
                  <a:cubicBezTo>
                    <a:pt x="1016" y="890"/>
                    <a:pt x="1016" y="890"/>
                    <a:pt x="1016" y="890"/>
                  </a:cubicBezTo>
                  <a:cubicBezTo>
                    <a:pt x="1015" y="891"/>
                    <a:pt x="1015" y="891"/>
                    <a:pt x="1015" y="891"/>
                  </a:cubicBezTo>
                  <a:cubicBezTo>
                    <a:pt x="1015" y="891"/>
                    <a:pt x="1015" y="892"/>
                    <a:pt x="1014" y="892"/>
                  </a:cubicBezTo>
                  <a:cubicBezTo>
                    <a:pt x="1013" y="905"/>
                    <a:pt x="1013" y="918"/>
                    <a:pt x="1013" y="931"/>
                  </a:cubicBezTo>
                  <a:cubicBezTo>
                    <a:pt x="1013" y="1004"/>
                    <a:pt x="1031" y="1076"/>
                    <a:pt x="1066" y="1140"/>
                  </a:cubicBezTo>
                  <a:cubicBezTo>
                    <a:pt x="1073" y="1153"/>
                    <a:pt x="1080" y="1167"/>
                    <a:pt x="1086" y="1181"/>
                  </a:cubicBezTo>
                  <a:lnTo>
                    <a:pt x="1081" y="1175"/>
                  </a:lnTo>
                  <a:cubicBezTo>
                    <a:pt x="1080" y="1173"/>
                    <a:pt x="1079" y="1170"/>
                    <a:pt x="1078" y="1167"/>
                  </a:cubicBezTo>
                  <a:lnTo>
                    <a:pt x="1078" y="1166"/>
                  </a:lnTo>
                  <a:cubicBezTo>
                    <a:pt x="1077" y="1166"/>
                    <a:pt x="1077" y="1166"/>
                    <a:pt x="1077" y="1166"/>
                  </a:cubicBezTo>
                  <a:cubicBezTo>
                    <a:pt x="1076" y="1166"/>
                    <a:pt x="1076" y="1166"/>
                    <a:pt x="1076" y="1166"/>
                  </a:cubicBezTo>
                  <a:lnTo>
                    <a:pt x="1075" y="1167"/>
                  </a:lnTo>
                  <a:cubicBezTo>
                    <a:pt x="1075" y="1167"/>
                    <a:pt x="1074" y="1166"/>
                    <a:pt x="1074" y="1165"/>
                  </a:cubicBezTo>
                  <a:cubicBezTo>
                    <a:pt x="1061" y="1144"/>
                    <a:pt x="1048" y="1122"/>
                    <a:pt x="1033" y="1102"/>
                  </a:cubicBezTo>
                  <a:cubicBezTo>
                    <a:pt x="1010" y="1066"/>
                    <a:pt x="992" y="1027"/>
                    <a:pt x="972" y="990"/>
                  </a:cubicBezTo>
                  <a:cubicBezTo>
                    <a:pt x="965" y="975"/>
                    <a:pt x="959" y="961"/>
                    <a:pt x="954" y="945"/>
                  </a:cubicBezTo>
                  <a:cubicBezTo>
                    <a:pt x="955" y="945"/>
                    <a:pt x="955" y="944"/>
                    <a:pt x="955" y="944"/>
                  </a:cubicBezTo>
                  <a:cubicBezTo>
                    <a:pt x="956" y="942"/>
                    <a:pt x="956" y="941"/>
                    <a:pt x="956" y="940"/>
                  </a:cubicBezTo>
                  <a:cubicBezTo>
                    <a:pt x="956" y="939"/>
                    <a:pt x="956" y="939"/>
                    <a:pt x="955" y="937"/>
                  </a:cubicBezTo>
                  <a:cubicBezTo>
                    <a:pt x="955" y="936"/>
                    <a:pt x="955" y="935"/>
                    <a:pt x="954" y="935"/>
                  </a:cubicBezTo>
                  <a:lnTo>
                    <a:pt x="951" y="932"/>
                  </a:lnTo>
                  <a:cubicBezTo>
                    <a:pt x="944" y="910"/>
                    <a:pt x="939" y="887"/>
                    <a:pt x="934" y="867"/>
                  </a:cubicBezTo>
                  <a:cubicBezTo>
                    <a:pt x="926" y="836"/>
                    <a:pt x="921" y="805"/>
                    <a:pt x="918" y="773"/>
                  </a:cubicBezTo>
                  <a:lnTo>
                    <a:pt x="918" y="772"/>
                  </a:lnTo>
                  <a:cubicBezTo>
                    <a:pt x="917" y="771"/>
                    <a:pt x="917" y="771"/>
                    <a:pt x="917" y="771"/>
                  </a:cubicBezTo>
                  <a:cubicBezTo>
                    <a:pt x="916" y="770"/>
                    <a:pt x="915" y="770"/>
                    <a:pt x="915" y="770"/>
                  </a:cubicBezTo>
                  <a:cubicBezTo>
                    <a:pt x="914" y="770"/>
                    <a:pt x="914" y="770"/>
                    <a:pt x="913" y="771"/>
                  </a:cubicBezTo>
                  <a:cubicBezTo>
                    <a:pt x="913" y="771"/>
                    <a:pt x="912" y="771"/>
                    <a:pt x="912" y="772"/>
                  </a:cubicBezTo>
                  <a:lnTo>
                    <a:pt x="912" y="773"/>
                  </a:lnTo>
                  <a:cubicBezTo>
                    <a:pt x="913" y="822"/>
                    <a:pt x="921" y="871"/>
                    <a:pt x="936" y="918"/>
                  </a:cubicBezTo>
                  <a:cubicBezTo>
                    <a:pt x="917" y="898"/>
                    <a:pt x="901" y="876"/>
                    <a:pt x="887" y="853"/>
                  </a:cubicBezTo>
                  <a:cubicBezTo>
                    <a:pt x="884" y="848"/>
                    <a:pt x="882" y="843"/>
                    <a:pt x="879" y="838"/>
                  </a:cubicBezTo>
                  <a:cubicBezTo>
                    <a:pt x="881" y="838"/>
                    <a:pt x="883" y="838"/>
                    <a:pt x="885" y="838"/>
                  </a:cubicBezTo>
                  <a:cubicBezTo>
                    <a:pt x="887" y="838"/>
                    <a:pt x="889" y="838"/>
                    <a:pt x="891" y="838"/>
                  </a:cubicBezTo>
                  <a:cubicBezTo>
                    <a:pt x="892" y="838"/>
                    <a:pt x="892" y="837"/>
                    <a:pt x="892" y="837"/>
                  </a:cubicBezTo>
                  <a:cubicBezTo>
                    <a:pt x="893" y="837"/>
                    <a:pt x="894" y="836"/>
                    <a:pt x="894" y="836"/>
                  </a:cubicBezTo>
                  <a:cubicBezTo>
                    <a:pt x="894" y="835"/>
                    <a:pt x="895" y="834"/>
                    <a:pt x="895" y="833"/>
                  </a:cubicBezTo>
                  <a:cubicBezTo>
                    <a:pt x="895" y="833"/>
                    <a:pt x="894" y="832"/>
                    <a:pt x="894" y="831"/>
                  </a:cubicBezTo>
                  <a:cubicBezTo>
                    <a:pt x="894" y="830"/>
                    <a:pt x="893" y="830"/>
                    <a:pt x="892" y="829"/>
                  </a:cubicBezTo>
                  <a:lnTo>
                    <a:pt x="891" y="829"/>
                  </a:lnTo>
                  <a:cubicBezTo>
                    <a:pt x="883" y="826"/>
                    <a:pt x="875" y="822"/>
                    <a:pt x="868" y="817"/>
                  </a:cubicBezTo>
                  <a:cubicBezTo>
                    <a:pt x="854" y="787"/>
                    <a:pt x="839" y="758"/>
                    <a:pt x="823" y="730"/>
                  </a:cubicBezTo>
                  <a:cubicBezTo>
                    <a:pt x="815" y="716"/>
                    <a:pt x="807" y="703"/>
                    <a:pt x="798" y="690"/>
                  </a:cubicBezTo>
                  <a:cubicBezTo>
                    <a:pt x="797" y="688"/>
                    <a:pt x="794" y="690"/>
                    <a:pt x="795" y="692"/>
                  </a:cubicBezTo>
                  <a:cubicBezTo>
                    <a:pt x="815" y="727"/>
                    <a:pt x="828" y="766"/>
                    <a:pt x="845" y="803"/>
                  </a:cubicBezTo>
                  <a:cubicBezTo>
                    <a:pt x="840" y="797"/>
                    <a:pt x="835" y="793"/>
                    <a:pt x="829" y="789"/>
                  </a:cubicBezTo>
                  <a:cubicBezTo>
                    <a:pt x="825" y="787"/>
                    <a:pt x="821" y="786"/>
                    <a:pt x="817" y="784"/>
                  </a:cubicBezTo>
                  <a:cubicBezTo>
                    <a:pt x="802" y="773"/>
                    <a:pt x="787" y="762"/>
                    <a:pt x="773" y="751"/>
                  </a:cubicBezTo>
                  <a:cubicBezTo>
                    <a:pt x="735" y="724"/>
                    <a:pt x="710" y="686"/>
                    <a:pt x="681" y="650"/>
                  </a:cubicBezTo>
                  <a:lnTo>
                    <a:pt x="680" y="649"/>
                  </a:lnTo>
                  <a:lnTo>
                    <a:pt x="679" y="649"/>
                  </a:lnTo>
                  <a:cubicBezTo>
                    <a:pt x="678" y="649"/>
                    <a:pt x="678" y="649"/>
                    <a:pt x="678" y="649"/>
                  </a:cubicBezTo>
                  <a:cubicBezTo>
                    <a:pt x="677" y="649"/>
                    <a:pt x="677" y="650"/>
                    <a:pt x="677" y="650"/>
                  </a:cubicBezTo>
                  <a:cubicBezTo>
                    <a:pt x="676" y="650"/>
                    <a:pt x="676" y="651"/>
                    <a:pt x="676" y="651"/>
                  </a:cubicBezTo>
                  <a:cubicBezTo>
                    <a:pt x="676" y="652"/>
                    <a:pt x="676" y="652"/>
                    <a:pt x="677" y="653"/>
                  </a:cubicBezTo>
                  <a:cubicBezTo>
                    <a:pt x="699" y="690"/>
                    <a:pt x="725" y="724"/>
                    <a:pt x="755" y="754"/>
                  </a:cubicBezTo>
                  <a:cubicBezTo>
                    <a:pt x="746" y="750"/>
                    <a:pt x="736" y="745"/>
                    <a:pt x="727" y="740"/>
                  </a:cubicBezTo>
                  <a:cubicBezTo>
                    <a:pt x="716" y="734"/>
                    <a:pt x="705" y="726"/>
                    <a:pt x="695" y="718"/>
                  </a:cubicBezTo>
                  <a:cubicBezTo>
                    <a:pt x="671" y="696"/>
                    <a:pt x="645" y="675"/>
                    <a:pt x="618" y="657"/>
                  </a:cubicBezTo>
                  <a:cubicBezTo>
                    <a:pt x="613" y="654"/>
                    <a:pt x="607" y="651"/>
                    <a:pt x="602" y="648"/>
                  </a:cubicBezTo>
                  <a:cubicBezTo>
                    <a:pt x="594" y="642"/>
                    <a:pt x="585" y="636"/>
                    <a:pt x="577" y="631"/>
                  </a:cubicBezTo>
                  <a:cubicBezTo>
                    <a:pt x="559" y="621"/>
                    <a:pt x="541" y="613"/>
                    <a:pt x="521" y="609"/>
                  </a:cubicBezTo>
                  <a:lnTo>
                    <a:pt x="519" y="609"/>
                  </a:lnTo>
                  <a:cubicBezTo>
                    <a:pt x="519" y="608"/>
                    <a:pt x="519" y="608"/>
                    <a:pt x="519" y="608"/>
                  </a:cubicBezTo>
                  <a:cubicBezTo>
                    <a:pt x="494" y="594"/>
                    <a:pt x="469" y="582"/>
                    <a:pt x="443" y="572"/>
                  </a:cubicBezTo>
                  <a:cubicBezTo>
                    <a:pt x="437" y="569"/>
                    <a:pt x="433" y="578"/>
                    <a:pt x="438" y="582"/>
                  </a:cubicBezTo>
                  <a:cubicBezTo>
                    <a:pt x="447" y="592"/>
                    <a:pt x="458" y="601"/>
                    <a:pt x="470" y="607"/>
                  </a:cubicBezTo>
                  <a:cubicBezTo>
                    <a:pt x="473" y="609"/>
                    <a:pt x="476" y="610"/>
                    <a:pt x="479" y="612"/>
                  </a:cubicBezTo>
                  <a:cubicBezTo>
                    <a:pt x="497" y="620"/>
                    <a:pt x="499" y="653"/>
                    <a:pt x="475" y="649"/>
                  </a:cubicBezTo>
                  <a:cubicBezTo>
                    <a:pt x="455" y="646"/>
                    <a:pt x="436" y="645"/>
                    <a:pt x="416" y="640"/>
                  </a:cubicBezTo>
                  <a:cubicBezTo>
                    <a:pt x="396" y="635"/>
                    <a:pt x="377" y="637"/>
                    <a:pt x="357" y="633"/>
                  </a:cubicBezTo>
                  <a:cubicBezTo>
                    <a:pt x="343" y="630"/>
                    <a:pt x="294" y="625"/>
                    <a:pt x="284" y="615"/>
                  </a:cubicBezTo>
                  <a:cubicBezTo>
                    <a:pt x="283" y="615"/>
                    <a:pt x="283" y="615"/>
                    <a:pt x="283" y="614"/>
                  </a:cubicBezTo>
                  <a:lnTo>
                    <a:pt x="282" y="614"/>
                  </a:lnTo>
                  <a:lnTo>
                    <a:pt x="281" y="614"/>
                  </a:lnTo>
                  <a:cubicBezTo>
                    <a:pt x="281" y="615"/>
                    <a:pt x="281" y="615"/>
                    <a:pt x="280" y="615"/>
                  </a:cubicBezTo>
                  <a:lnTo>
                    <a:pt x="280" y="616"/>
                  </a:lnTo>
                  <a:lnTo>
                    <a:pt x="280" y="617"/>
                  </a:lnTo>
                  <a:cubicBezTo>
                    <a:pt x="281" y="617"/>
                    <a:pt x="281" y="618"/>
                    <a:pt x="281" y="618"/>
                  </a:cubicBezTo>
                  <a:cubicBezTo>
                    <a:pt x="281" y="618"/>
                    <a:pt x="282" y="619"/>
                    <a:pt x="282" y="620"/>
                  </a:cubicBezTo>
                  <a:cubicBezTo>
                    <a:pt x="269" y="615"/>
                    <a:pt x="255" y="612"/>
                    <a:pt x="241" y="611"/>
                  </a:cubicBezTo>
                  <a:cubicBezTo>
                    <a:pt x="209" y="611"/>
                    <a:pt x="160" y="608"/>
                    <a:pt x="130" y="621"/>
                  </a:cubicBezTo>
                  <a:cubicBezTo>
                    <a:pt x="119" y="625"/>
                    <a:pt x="108" y="631"/>
                    <a:pt x="97" y="637"/>
                  </a:cubicBezTo>
                  <a:cubicBezTo>
                    <a:pt x="96" y="638"/>
                    <a:pt x="95" y="638"/>
                    <a:pt x="94" y="639"/>
                  </a:cubicBezTo>
                  <a:cubicBezTo>
                    <a:pt x="94" y="636"/>
                    <a:pt x="94" y="633"/>
                    <a:pt x="93" y="630"/>
                  </a:cubicBezTo>
                  <a:cubicBezTo>
                    <a:pt x="93" y="629"/>
                    <a:pt x="92" y="629"/>
                    <a:pt x="92" y="629"/>
                  </a:cubicBezTo>
                  <a:cubicBezTo>
                    <a:pt x="91" y="627"/>
                    <a:pt x="90" y="626"/>
                    <a:pt x="88" y="625"/>
                  </a:cubicBezTo>
                  <a:lnTo>
                    <a:pt x="94" y="616"/>
                  </a:lnTo>
                  <a:cubicBezTo>
                    <a:pt x="100" y="607"/>
                    <a:pt x="106" y="599"/>
                    <a:pt x="112" y="590"/>
                  </a:cubicBezTo>
                  <a:cubicBezTo>
                    <a:pt x="115" y="586"/>
                    <a:pt x="117" y="582"/>
                    <a:pt x="119" y="577"/>
                  </a:cubicBezTo>
                  <a:cubicBezTo>
                    <a:pt x="149" y="544"/>
                    <a:pt x="184" y="515"/>
                    <a:pt x="222" y="490"/>
                  </a:cubicBezTo>
                  <a:cubicBezTo>
                    <a:pt x="270" y="463"/>
                    <a:pt x="321" y="438"/>
                    <a:pt x="373" y="416"/>
                  </a:cubicBezTo>
                  <a:cubicBezTo>
                    <a:pt x="380" y="413"/>
                    <a:pt x="387" y="411"/>
                    <a:pt x="394" y="410"/>
                  </a:cubicBezTo>
                  <a:cubicBezTo>
                    <a:pt x="386" y="416"/>
                    <a:pt x="378" y="423"/>
                    <a:pt x="370" y="427"/>
                  </a:cubicBezTo>
                  <a:cubicBezTo>
                    <a:pt x="366" y="430"/>
                    <a:pt x="362" y="431"/>
                    <a:pt x="358" y="433"/>
                  </a:cubicBezTo>
                  <a:cubicBezTo>
                    <a:pt x="331" y="444"/>
                    <a:pt x="326" y="481"/>
                    <a:pt x="307" y="498"/>
                  </a:cubicBezTo>
                  <a:cubicBezTo>
                    <a:pt x="307" y="498"/>
                    <a:pt x="307" y="499"/>
                    <a:pt x="307" y="498"/>
                  </a:cubicBezTo>
                  <a:cubicBezTo>
                    <a:pt x="321" y="489"/>
                    <a:pt x="329" y="475"/>
                    <a:pt x="343" y="466"/>
                  </a:cubicBezTo>
                  <a:cubicBezTo>
                    <a:pt x="370" y="447"/>
                    <a:pt x="398" y="428"/>
                    <a:pt x="425" y="408"/>
                  </a:cubicBezTo>
                  <a:cubicBezTo>
                    <a:pt x="430" y="405"/>
                    <a:pt x="435" y="402"/>
                    <a:pt x="440" y="399"/>
                  </a:cubicBezTo>
                  <a:cubicBezTo>
                    <a:pt x="447" y="398"/>
                    <a:pt x="453" y="395"/>
                    <a:pt x="459" y="391"/>
                  </a:cubicBezTo>
                  <a:cubicBezTo>
                    <a:pt x="462" y="390"/>
                    <a:pt x="464" y="389"/>
                    <a:pt x="466" y="387"/>
                  </a:cubicBezTo>
                  <a:cubicBezTo>
                    <a:pt x="548" y="357"/>
                    <a:pt x="646" y="385"/>
                    <a:pt x="729" y="374"/>
                  </a:cubicBezTo>
                  <a:lnTo>
                    <a:pt x="730" y="374"/>
                  </a:lnTo>
                  <a:lnTo>
                    <a:pt x="731" y="374"/>
                  </a:lnTo>
                  <a:cubicBezTo>
                    <a:pt x="749" y="376"/>
                    <a:pt x="767" y="377"/>
                    <a:pt x="785" y="377"/>
                  </a:cubicBezTo>
                  <a:cubicBezTo>
                    <a:pt x="803" y="377"/>
                    <a:pt x="821" y="376"/>
                    <a:pt x="838" y="374"/>
                  </a:cubicBezTo>
                  <a:cubicBezTo>
                    <a:pt x="866" y="374"/>
                    <a:pt x="894" y="372"/>
                    <a:pt x="922" y="372"/>
                  </a:cubicBezTo>
                  <a:cubicBezTo>
                    <a:pt x="939" y="372"/>
                    <a:pt x="945" y="364"/>
                    <a:pt x="961" y="359"/>
                  </a:cubicBezTo>
                  <a:cubicBezTo>
                    <a:pt x="962" y="358"/>
                    <a:pt x="962" y="358"/>
                    <a:pt x="962" y="358"/>
                  </a:cubicBezTo>
                  <a:cubicBezTo>
                    <a:pt x="962" y="357"/>
                    <a:pt x="963" y="357"/>
                    <a:pt x="963" y="357"/>
                  </a:cubicBezTo>
                  <a:cubicBezTo>
                    <a:pt x="972" y="358"/>
                    <a:pt x="981" y="358"/>
                    <a:pt x="991" y="358"/>
                  </a:cubicBezTo>
                  <a:cubicBezTo>
                    <a:pt x="1000" y="358"/>
                    <a:pt x="1010" y="358"/>
                    <a:pt x="1019" y="357"/>
                  </a:cubicBezTo>
                  <a:cubicBezTo>
                    <a:pt x="1020" y="357"/>
                    <a:pt x="1021" y="357"/>
                    <a:pt x="1021" y="357"/>
                  </a:cubicBezTo>
                  <a:cubicBezTo>
                    <a:pt x="1022" y="356"/>
                    <a:pt x="1023" y="356"/>
                    <a:pt x="1023" y="355"/>
                  </a:cubicBezTo>
                  <a:cubicBezTo>
                    <a:pt x="1023" y="354"/>
                    <a:pt x="1024" y="353"/>
                    <a:pt x="1024" y="353"/>
                  </a:cubicBezTo>
                  <a:cubicBezTo>
                    <a:pt x="1024" y="352"/>
                    <a:pt x="1023" y="351"/>
                    <a:pt x="1023" y="350"/>
                  </a:cubicBezTo>
                  <a:cubicBezTo>
                    <a:pt x="1037" y="365"/>
                    <a:pt x="1053" y="378"/>
                    <a:pt x="1067" y="392"/>
                  </a:cubicBezTo>
                  <a:cubicBezTo>
                    <a:pt x="1076" y="400"/>
                    <a:pt x="1093" y="412"/>
                    <a:pt x="1103" y="421"/>
                  </a:cubicBezTo>
                  <a:cubicBezTo>
                    <a:pt x="1111" y="450"/>
                    <a:pt x="1122" y="477"/>
                    <a:pt x="1137" y="502"/>
                  </a:cubicBezTo>
                  <a:cubicBezTo>
                    <a:pt x="1153" y="529"/>
                    <a:pt x="1172" y="554"/>
                    <a:pt x="1194" y="576"/>
                  </a:cubicBezTo>
                  <a:cubicBezTo>
                    <a:pt x="1197" y="610"/>
                    <a:pt x="1207" y="644"/>
                    <a:pt x="1222" y="675"/>
                  </a:cubicBezTo>
                  <a:cubicBezTo>
                    <a:pt x="1247" y="726"/>
                    <a:pt x="1275" y="775"/>
                    <a:pt x="1302" y="824"/>
                  </a:cubicBezTo>
                  <a:cubicBezTo>
                    <a:pt x="1300" y="823"/>
                    <a:pt x="1299" y="822"/>
                    <a:pt x="1297" y="821"/>
                  </a:cubicBezTo>
                  <a:cubicBezTo>
                    <a:pt x="1293" y="819"/>
                    <a:pt x="1289" y="817"/>
                    <a:pt x="1285" y="817"/>
                  </a:cubicBezTo>
                  <a:lnTo>
                    <a:pt x="1284" y="817"/>
                  </a:lnTo>
                  <a:cubicBezTo>
                    <a:pt x="1283" y="817"/>
                    <a:pt x="1282" y="818"/>
                    <a:pt x="1281" y="818"/>
                  </a:cubicBezTo>
                  <a:cubicBezTo>
                    <a:pt x="1280" y="819"/>
                    <a:pt x="1279" y="819"/>
                    <a:pt x="1279" y="820"/>
                  </a:cubicBezTo>
                  <a:cubicBezTo>
                    <a:pt x="1278" y="821"/>
                    <a:pt x="1278" y="822"/>
                    <a:pt x="1278" y="823"/>
                  </a:cubicBezTo>
                  <a:cubicBezTo>
                    <a:pt x="1278" y="824"/>
                    <a:pt x="1278" y="825"/>
                    <a:pt x="1279" y="826"/>
                  </a:cubicBezTo>
                  <a:cubicBezTo>
                    <a:pt x="1279" y="827"/>
                    <a:pt x="1280" y="828"/>
                    <a:pt x="1280" y="828"/>
                  </a:cubicBezTo>
                  <a:cubicBezTo>
                    <a:pt x="1290" y="835"/>
                    <a:pt x="1288" y="843"/>
                    <a:pt x="1294" y="852"/>
                  </a:cubicBezTo>
                  <a:cubicBezTo>
                    <a:pt x="1299" y="861"/>
                    <a:pt x="1310" y="870"/>
                    <a:pt x="1317" y="880"/>
                  </a:cubicBezTo>
                  <a:cubicBezTo>
                    <a:pt x="1318" y="882"/>
                    <a:pt x="1319" y="884"/>
                    <a:pt x="1320" y="886"/>
                  </a:cubicBezTo>
                  <a:cubicBezTo>
                    <a:pt x="1324" y="892"/>
                    <a:pt x="1328" y="899"/>
                    <a:pt x="1334" y="905"/>
                  </a:cubicBezTo>
                  <a:cubicBezTo>
                    <a:pt x="1338" y="918"/>
                    <a:pt x="1344" y="930"/>
                    <a:pt x="1350" y="942"/>
                  </a:cubicBezTo>
                  <a:cubicBezTo>
                    <a:pt x="1369" y="976"/>
                    <a:pt x="1383" y="1012"/>
                    <a:pt x="1392" y="1050"/>
                  </a:cubicBezTo>
                  <a:lnTo>
                    <a:pt x="1392" y="1052"/>
                  </a:lnTo>
                  <a:cubicBezTo>
                    <a:pt x="1393" y="1060"/>
                    <a:pt x="1395" y="1068"/>
                    <a:pt x="1396" y="1076"/>
                  </a:cubicBezTo>
                  <a:cubicBezTo>
                    <a:pt x="1396" y="1076"/>
                    <a:pt x="1395" y="1076"/>
                    <a:pt x="1394" y="1075"/>
                  </a:cubicBezTo>
                  <a:cubicBezTo>
                    <a:pt x="1393" y="1075"/>
                    <a:pt x="1394" y="1074"/>
                    <a:pt x="1393" y="1074"/>
                  </a:cubicBezTo>
                  <a:lnTo>
                    <a:pt x="1389" y="1074"/>
                  </a:lnTo>
                  <a:cubicBezTo>
                    <a:pt x="1377" y="1046"/>
                    <a:pt x="1371" y="1012"/>
                    <a:pt x="1358" y="984"/>
                  </a:cubicBezTo>
                  <a:cubicBezTo>
                    <a:pt x="1354" y="976"/>
                    <a:pt x="1351" y="969"/>
                    <a:pt x="1347" y="962"/>
                  </a:cubicBezTo>
                  <a:cubicBezTo>
                    <a:pt x="1331" y="935"/>
                    <a:pt x="1311" y="910"/>
                    <a:pt x="1288" y="889"/>
                  </a:cubicBezTo>
                  <a:cubicBezTo>
                    <a:pt x="1258" y="860"/>
                    <a:pt x="1221" y="839"/>
                    <a:pt x="1191" y="810"/>
                  </a:cubicBezTo>
                  <a:cubicBezTo>
                    <a:pt x="1160" y="782"/>
                    <a:pt x="1122" y="767"/>
                    <a:pt x="1088" y="743"/>
                  </a:cubicBezTo>
                  <a:cubicBezTo>
                    <a:pt x="1086" y="742"/>
                    <a:pt x="1084" y="745"/>
                    <a:pt x="1086" y="747"/>
                  </a:cubicBezTo>
                  <a:cubicBezTo>
                    <a:pt x="1103" y="761"/>
                    <a:pt x="1121" y="775"/>
                    <a:pt x="1140" y="785"/>
                  </a:cubicBezTo>
                  <a:cubicBezTo>
                    <a:pt x="1144" y="788"/>
                    <a:pt x="1147" y="788"/>
                    <a:pt x="1150" y="790"/>
                  </a:cubicBezTo>
                  <a:cubicBezTo>
                    <a:pt x="1184" y="812"/>
                    <a:pt x="1216" y="838"/>
                    <a:pt x="1245" y="867"/>
                  </a:cubicBezTo>
                  <a:cubicBezTo>
                    <a:pt x="1284" y="897"/>
                    <a:pt x="1316" y="934"/>
                    <a:pt x="1341" y="975"/>
                  </a:cubicBezTo>
                  <a:cubicBezTo>
                    <a:pt x="1358" y="1006"/>
                    <a:pt x="1363" y="1041"/>
                    <a:pt x="1376" y="1072"/>
                  </a:cubicBezTo>
                  <a:cubicBezTo>
                    <a:pt x="1356" y="1071"/>
                    <a:pt x="1339" y="1076"/>
                    <a:pt x="1348" y="1102"/>
                  </a:cubicBezTo>
                  <a:cubicBezTo>
                    <a:pt x="1360" y="1139"/>
                    <a:pt x="1384" y="1170"/>
                    <a:pt x="1393" y="1209"/>
                  </a:cubicBezTo>
                  <a:cubicBezTo>
                    <a:pt x="1399" y="1233"/>
                    <a:pt x="1404" y="1257"/>
                    <a:pt x="1408" y="1281"/>
                  </a:cubicBezTo>
                  <a:cubicBezTo>
                    <a:pt x="1409" y="1287"/>
                    <a:pt x="1411" y="1291"/>
                    <a:pt x="1412" y="1296"/>
                  </a:cubicBezTo>
                  <a:cubicBezTo>
                    <a:pt x="1409" y="1291"/>
                    <a:pt x="1406" y="1286"/>
                    <a:pt x="1403" y="1280"/>
                  </a:cubicBezTo>
                  <a:cubicBezTo>
                    <a:pt x="1402" y="1280"/>
                    <a:pt x="1402" y="1280"/>
                    <a:pt x="1402" y="1280"/>
                  </a:cubicBezTo>
                  <a:lnTo>
                    <a:pt x="1401" y="1280"/>
                  </a:lnTo>
                  <a:cubicBezTo>
                    <a:pt x="1401" y="1281"/>
                    <a:pt x="1401" y="1281"/>
                    <a:pt x="1401" y="1281"/>
                  </a:cubicBezTo>
                  <a:cubicBezTo>
                    <a:pt x="1408" y="1295"/>
                    <a:pt x="1415" y="1309"/>
                    <a:pt x="1420" y="1323"/>
                  </a:cubicBezTo>
                  <a:cubicBezTo>
                    <a:pt x="1428" y="1342"/>
                    <a:pt x="1433" y="1361"/>
                    <a:pt x="1437" y="1380"/>
                  </a:cubicBezTo>
                  <a:cubicBezTo>
                    <a:pt x="1437" y="1380"/>
                    <a:pt x="1437" y="1381"/>
                    <a:pt x="1438" y="1381"/>
                  </a:cubicBezTo>
                  <a:cubicBezTo>
                    <a:pt x="1439" y="1382"/>
                    <a:pt x="1438" y="1382"/>
                    <a:pt x="1439" y="1382"/>
                  </a:cubicBezTo>
                  <a:cubicBezTo>
                    <a:pt x="1460" y="1476"/>
                    <a:pt x="1453" y="1579"/>
                    <a:pt x="1461" y="1674"/>
                  </a:cubicBezTo>
                  <a:cubicBezTo>
                    <a:pt x="1457" y="1664"/>
                    <a:pt x="1455" y="1654"/>
                    <a:pt x="1452" y="1644"/>
                  </a:cubicBezTo>
                  <a:lnTo>
                    <a:pt x="1452" y="16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37"/>
            <p:cNvSpPr/>
            <p:nvPr/>
          </p:nvSpPr>
          <p:spPr>
            <a:xfrm>
              <a:off x="9388800" y="3383280"/>
              <a:ext cx="192240" cy="312120"/>
            </a:xfrm>
            <a:custGeom>
              <a:rect b="b" l="l" r="r" t="t"/>
              <a:pathLst>
                <a:path extrusionOk="0" h="867" w="534">
                  <a:moveTo>
                    <a:pt x="531" y="861"/>
                  </a:moveTo>
                  <a:cubicBezTo>
                    <a:pt x="516" y="833"/>
                    <a:pt x="504" y="804"/>
                    <a:pt x="494" y="774"/>
                  </a:cubicBezTo>
                  <a:cubicBezTo>
                    <a:pt x="480" y="722"/>
                    <a:pt x="463" y="671"/>
                    <a:pt x="443" y="621"/>
                  </a:cubicBezTo>
                  <a:cubicBezTo>
                    <a:pt x="410" y="532"/>
                    <a:pt x="359" y="450"/>
                    <a:pt x="318" y="363"/>
                  </a:cubicBezTo>
                  <a:cubicBezTo>
                    <a:pt x="311" y="348"/>
                    <a:pt x="304" y="333"/>
                    <a:pt x="295" y="318"/>
                  </a:cubicBezTo>
                  <a:cubicBezTo>
                    <a:pt x="280" y="292"/>
                    <a:pt x="262" y="267"/>
                    <a:pt x="242" y="244"/>
                  </a:cubicBezTo>
                  <a:cubicBezTo>
                    <a:pt x="230" y="228"/>
                    <a:pt x="219" y="212"/>
                    <a:pt x="209" y="195"/>
                  </a:cubicBezTo>
                  <a:cubicBezTo>
                    <a:pt x="207" y="192"/>
                    <a:pt x="207" y="190"/>
                    <a:pt x="205" y="187"/>
                  </a:cubicBezTo>
                  <a:cubicBezTo>
                    <a:pt x="198" y="174"/>
                    <a:pt x="188" y="162"/>
                    <a:pt x="178" y="150"/>
                  </a:cubicBezTo>
                  <a:cubicBezTo>
                    <a:pt x="151" y="130"/>
                    <a:pt x="127" y="107"/>
                    <a:pt x="104" y="82"/>
                  </a:cubicBezTo>
                  <a:cubicBezTo>
                    <a:pt x="74" y="52"/>
                    <a:pt x="35" y="30"/>
                    <a:pt x="3" y="1"/>
                  </a:cubicBezTo>
                  <a:cubicBezTo>
                    <a:pt x="2" y="0"/>
                    <a:pt x="0" y="1"/>
                    <a:pt x="1" y="3"/>
                  </a:cubicBezTo>
                  <a:cubicBezTo>
                    <a:pt x="34" y="39"/>
                    <a:pt x="76" y="67"/>
                    <a:pt x="110" y="101"/>
                  </a:cubicBezTo>
                  <a:cubicBezTo>
                    <a:pt x="133" y="125"/>
                    <a:pt x="169" y="151"/>
                    <a:pt x="183" y="182"/>
                  </a:cubicBezTo>
                  <a:cubicBezTo>
                    <a:pt x="185" y="184"/>
                    <a:pt x="186" y="186"/>
                    <a:pt x="187" y="189"/>
                  </a:cubicBezTo>
                  <a:cubicBezTo>
                    <a:pt x="204" y="219"/>
                    <a:pt x="225" y="247"/>
                    <a:pt x="247" y="272"/>
                  </a:cubicBezTo>
                  <a:cubicBezTo>
                    <a:pt x="258" y="288"/>
                    <a:pt x="269" y="304"/>
                    <a:pt x="278" y="321"/>
                  </a:cubicBezTo>
                  <a:cubicBezTo>
                    <a:pt x="293" y="346"/>
                    <a:pt x="305" y="371"/>
                    <a:pt x="316" y="397"/>
                  </a:cubicBezTo>
                  <a:cubicBezTo>
                    <a:pt x="355" y="485"/>
                    <a:pt x="405" y="566"/>
                    <a:pt x="439" y="657"/>
                  </a:cubicBezTo>
                  <a:cubicBezTo>
                    <a:pt x="456" y="695"/>
                    <a:pt x="470" y="735"/>
                    <a:pt x="481" y="775"/>
                  </a:cubicBezTo>
                  <a:cubicBezTo>
                    <a:pt x="486" y="795"/>
                    <a:pt x="494" y="814"/>
                    <a:pt x="504" y="831"/>
                  </a:cubicBezTo>
                  <a:cubicBezTo>
                    <a:pt x="510" y="842"/>
                    <a:pt x="518" y="853"/>
                    <a:pt x="526" y="863"/>
                  </a:cubicBezTo>
                  <a:cubicBezTo>
                    <a:pt x="528" y="866"/>
                    <a:pt x="533" y="864"/>
                    <a:pt x="531" y="8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37"/>
            <p:cNvSpPr/>
            <p:nvPr/>
          </p:nvSpPr>
          <p:spPr>
            <a:xfrm>
              <a:off x="9578520" y="3800880"/>
              <a:ext cx="10440" cy="19800"/>
            </a:xfrm>
            <a:custGeom>
              <a:rect b="b" l="l" r="r" t="t"/>
              <a:pathLst>
                <a:path extrusionOk="0" h="55" w="29">
                  <a:moveTo>
                    <a:pt x="25" y="1"/>
                  </a:moveTo>
                  <a:cubicBezTo>
                    <a:pt x="15" y="9"/>
                    <a:pt x="18" y="24"/>
                    <a:pt x="18" y="36"/>
                  </a:cubicBezTo>
                  <a:cubicBezTo>
                    <a:pt x="18" y="37"/>
                    <a:pt x="18" y="49"/>
                    <a:pt x="15" y="47"/>
                  </a:cubicBezTo>
                  <a:cubicBezTo>
                    <a:pt x="13" y="45"/>
                    <a:pt x="11" y="44"/>
                    <a:pt x="9" y="40"/>
                  </a:cubicBezTo>
                  <a:cubicBezTo>
                    <a:pt x="9" y="40"/>
                    <a:pt x="9" y="39"/>
                    <a:pt x="8" y="38"/>
                  </a:cubicBezTo>
                  <a:cubicBezTo>
                    <a:pt x="5" y="33"/>
                    <a:pt x="3" y="27"/>
                    <a:pt x="2" y="21"/>
                  </a:cubicBezTo>
                  <a:lnTo>
                    <a:pt x="0" y="21"/>
                  </a:lnTo>
                  <a:cubicBezTo>
                    <a:pt x="2" y="31"/>
                    <a:pt x="6" y="53"/>
                    <a:pt x="18" y="54"/>
                  </a:cubicBezTo>
                  <a:cubicBezTo>
                    <a:pt x="26" y="54"/>
                    <a:pt x="25" y="45"/>
                    <a:pt x="25" y="40"/>
                  </a:cubicBezTo>
                  <a:cubicBezTo>
                    <a:pt x="25" y="29"/>
                    <a:pt x="18" y="11"/>
                    <a:pt x="27" y="2"/>
                  </a:cubicBezTo>
                  <a:cubicBezTo>
                    <a:pt x="28" y="1"/>
                    <a:pt x="26" y="0"/>
                    <a:pt x="2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37"/>
            <p:cNvSpPr/>
            <p:nvPr/>
          </p:nvSpPr>
          <p:spPr>
            <a:xfrm>
              <a:off x="9569520" y="3641040"/>
              <a:ext cx="79920" cy="283320"/>
            </a:xfrm>
            <a:custGeom>
              <a:rect b="b" l="l" r="r" t="t"/>
              <a:pathLst>
                <a:path extrusionOk="0" h="787" w="222">
                  <a:moveTo>
                    <a:pt x="195" y="725"/>
                  </a:moveTo>
                  <a:cubicBezTo>
                    <a:pt x="193" y="701"/>
                    <a:pt x="196" y="676"/>
                    <a:pt x="195" y="654"/>
                  </a:cubicBezTo>
                  <a:cubicBezTo>
                    <a:pt x="191" y="608"/>
                    <a:pt x="187" y="562"/>
                    <a:pt x="179" y="516"/>
                  </a:cubicBezTo>
                  <a:cubicBezTo>
                    <a:pt x="171" y="470"/>
                    <a:pt x="148" y="429"/>
                    <a:pt x="134" y="388"/>
                  </a:cubicBezTo>
                  <a:cubicBezTo>
                    <a:pt x="130" y="377"/>
                    <a:pt x="125" y="366"/>
                    <a:pt x="119" y="355"/>
                  </a:cubicBezTo>
                  <a:lnTo>
                    <a:pt x="112" y="339"/>
                  </a:lnTo>
                  <a:cubicBezTo>
                    <a:pt x="104" y="332"/>
                    <a:pt x="104" y="325"/>
                    <a:pt x="112" y="320"/>
                  </a:cubicBezTo>
                  <a:cubicBezTo>
                    <a:pt x="116" y="326"/>
                    <a:pt x="120" y="333"/>
                    <a:pt x="124" y="340"/>
                  </a:cubicBezTo>
                  <a:cubicBezTo>
                    <a:pt x="127" y="344"/>
                    <a:pt x="129" y="348"/>
                    <a:pt x="131" y="353"/>
                  </a:cubicBezTo>
                  <a:lnTo>
                    <a:pt x="134" y="358"/>
                  </a:lnTo>
                  <a:cubicBezTo>
                    <a:pt x="137" y="367"/>
                    <a:pt x="151" y="361"/>
                    <a:pt x="148" y="351"/>
                  </a:cubicBezTo>
                  <a:cubicBezTo>
                    <a:pt x="125" y="285"/>
                    <a:pt x="118" y="215"/>
                    <a:pt x="91" y="151"/>
                  </a:cubicBezTo>
                  <a:cubicBezTo>
                    <a:pt x="80" y="125"/>
                    <a:pt x="68" y="99"/>
                    <a:pt x="53" y="74"/>
                  </a:cubicBezTo>
                  <a:cubicBezTo>
                    <a:pt x="39" y="49"/>
                    <a:pt x="22" y="25"/>
                    <a:pt x="4" y="2"/>
                  </a:cubicBezTo>
                  <a:cubicBezTo>
                    <a:pt x="3" y="0"/>
                    <a:pt x="0" y="2"/>
                    <a:pt x="1" y="5"/>
                  </a:cubicBezTo>
                  <a:cubicBezTo>
                    <a:pt x="9" y="16"/>
                    <a:pt x="17" y="28"/>
                    <a:pt x="24" y="40"/>
                  </a:cubicBezTo>
                  <a:cubicBezTo>
                    <a:pt x="45" y="77"/>
                    <a:pt x="62" y="116"/>
                    <a:pt x="74" y="156"/>
                  </a:cubicBezTo>
                  <a:cubicBezTo>
                    <a:pt x="90" y="208"/>
                    <a:pt x="100" y="261"/>
                    <a:pt x="117" y="314"/>
                  </a:cubicBezTo>
                  <a:cubicBezTo>
                    <a:pt x="110" y="308"/>
                    <a:pt x="104" y="303"/>
                    <a:pt x="98" y="298"/>
                  </a:cubicBezTo>
                  <a:lnTo>
                    <a:pt x="97" y="298"/>
                  </a:lnTo>
                  <a:lnTo>
                    <a:pt x="96" y="298"/>
                  </a:lnTo>
                  <a:lnTo>
                    <a:pt x="96" y="299"/>
                  </a:lnTo>
                  <a:lnTo>
                    <a:pt x="95" y="299"/>
                  </a:lnTo>
                  <a:cubicBezTo>
                    <a:pt x="84" y="334"/>
                    <a:pt x="106" y="363"/>
                    <a:pt x="117" y="396"/>
                  </a:cubicBezTo>
                  <a:cubicBezTo>
                    <a:pt x="136" y="441"/>
                    <a:pt x="150" y="489"/>
                    <a:pt x="161" y="537"/>
                  </a:cubicBezTo>
                  <a:cubicBezTo>
                    <a:pt x="170" y="584"/>
                    <a:pt x="175" y="632"/>
                    <a:pt x="175" y="679"/>
                  </a:cubicBezTo>
                  <a:cubicBezTo>
                    <a:pt x="175" y="686"/>
                    <a:pt x="175" y="692"/>
                    <a:pt x="175" y="699"/>
                  </a:cubicBezTo>
                  <a:cubicBezTo>
                    <a:pt x="159" y="679"/>
                    <a:pt x="144" y="656"/>
                    <a:pt x="130" y="633"/>
                  </a:cubicBezTo>
                  <a:cubicBezTo>
                    <a:pt x="128" y="628"/>
                    <a:pt x="125" y="624"/>
                    <a:pt x="122" y="619"/>
                  </a:cubicBezTo>
                  <a:cubicBezTo>
                    <a:pt x="87" y="556"/>
                    <a:pt x="65" y="485"/>
                    <a:pt x="60" y="412"/>
                  </a:cubicBezTo>
                  <a:cubicBezTo>
                    <a:pt x="60" y="412"/>
                    <a:pt x="60" y="411"/>
                    <a:pt x="59" y="411"/>
                  </a:cubicBezTo>
                  <a:cubicBezTo>
                    <a:pt x="58" y="410"/>
                    <a:pt x="59" y="410"/>
                    <a:pt x="58" y="410"/>
                  </a:cubicBezTo>
                  <a:lnTo>
                    <a:pt x="57" y="410"/>
                  </a:lnTo>
                  <a:lnTo>
                    <a:pt x="56" y="410"/>
                  </a:lnTo>
                  <a:cubicBezTo>
                    <a:pt x="56" y="410"/>
                    <a:pt x="55" y="410"/>
                    <a:pt x="55" y="411"/>
                  </a:cubicBezTo>
                  <a:lnTo>
                    <a:pt x="55" y="412"/>
                  </a:lnTo>
                  <a:cubicBezTo>
                    <a:pt x="49" y="526"/>
                    <a:pt x="102" y="643"/>
                    <a:pt x="177" y="731"/>
                  </a:cubicBezTo>
                  <a:cubicBezTo>
                    <a:pt x="177" y="745"/>
                    <a:pt x="181" y="758"/>
                    <a:pt x="188" y="770"/>
                  </a:cubicBezTo>
                  <a:cubicBezTo>
                    <a:pt x="190" y="773"/>
                    <a:pt x="191" y="775"/>
                    <a:pt x="193" y="777"/>
                  </a:cubicBezTo>
                  <a:cubicBezTo>
                    <a:pt x="200" y="786"/>
                    <a:pt x="212" y="775"/>
                    <a:pt x="208" y="766"/>
                  </a:cubicBezTo>
                  <a:lnTo>
                    <a:pt x="211" y="770"/>
                  </a:lnTo>
                  <a:lnTo>
                    <a:pt x="212" y="770"/>
                  </a:lnTo>
                  <a:cubicBezTo>
                    <a:pt x="213" y="771"/>
                    <a:pt x="214" y="771"/>
                    <a:pt x="214" y="771"/>
                  </a:cubicBezTo>
                  <a:cubicBezTo>
                    <a:pt x="215" y="771"/>
                    <a:pt x="216" y="771"/>
                    <a:pt x="217" y="770"/>
                  </a:cubicBezTo>
                  <a:cubicBezTo>
                    <a:pt x="217" y="770"/>
                    <a:pt x="217" y="768"/>
                    <a:pt x="218" y="768"/>
                  </a:cubicBezTo>
                  <a:cubicBezTo>
                    <a:pt x="219" y="767"/>
                    <a:pt x="219" y="767"/>
                    <a:pt x="219" y="766"/>
                  </a:cubicBezTo>
                  <a:cubicBezTo>
                    <a:pt x="221" y="753"/>
                    <a:pt x="216" y="748"/>
                    <a:pt x="207" y="737"/>
                  </a:cubicBezTo>
                  <a:lnTo>
                    <a:pt x="195" y="7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37"/>
            <p:cNvSpPr/>
            <p:nvPr/>
          </p:nvSpPr>
          <p:spPr>
            <a:xfrm>
              <a:off x="9282960" y="3504960"/>
              <a:ext cx="190080" cy="88560"/>
            </a:xfrm>
            <a:custGeom>
              <a:rect b="b" l="l" r="r" t="t"/>
              <a:pathLst>
                <a:path extrusionOk="0" h="246" w="528">
                  <a:moveTo>
                    <a:pt x="239" y="7"/>
                  </a:moveTo>
                  <a:cubicBezTo>
                    <a:pt x="213" y="2"/>
                    <a:pt x="188" y="0"/>
                    <a:pt x="162" y="0"/>
                  </a:cubicBezTo>
                  <a:cubicBezTo>
                    <a:pt x="151" y="0"/>
                    <a:pt x="141" y="0"/>
                    <a:pt x="131" y="1"/>
                  </a:cubicBezTo>
                  <a:cubicBezTo>
                    <a:pt x="84" y="1"/>
                    <a:pt x="46" y="19"/>
                    <a:pt x="2" y="26"/>
                  </a:cubicBezTo>
                  <a:cubicBezTo>
                    <a:pt x="1" y="26"/>
                    <a:pt x="1" y="26"/>
                    <a:pt x="1" y="26"/>
                  </a:cubicBezTo>
                  <a:cubicBezTo>
                    <a:pt x="1" y="26"/>
                    <a:pt x="1" y="27"/>
                    <a:pt x="0" y="27"/>
                  </a:cubicBezTo>
                  <a:cubicBezTo>
                    <a:pt x="0" y="28"/>
                    <a:pt x="0" y="28"/>
                    <a:pt x="0" y="28"/>
                  </a:cubicBezTo>
                  <a:cubicBezTo>
                    <a:pt x="1" y="28"/>
                    <a:pt x="1" y="28"/>
                    <a:pt x="1" y="29"/>
                  </a:cubicBezTo>
                  <a:lnTo>
                    <a:pt x="2" y="29"/>
                  </a:lnTo>
                  <a:cubicBezTo>
                    <a:pt x="46" y="27"/>
                    <a:pt x="86" y="10"/>
                    <a:pt x="131" y="11"/>
                  </a:cubicBezTo>
                  <a:cubicBezTo>
                    <a:pt x="142" y="11"/>
                    <a:pt x="154" y="10"/>
                    <a:pt x="166" y="10"/>
                  </a:cubicBezTo>
                  <a:cubicBezTo>
                    <a:pt x="189" y="10"/>
                    <a:pt x="213" y="12"/>
                    <a:pt x="237" y="15"/>
                  </a:cubicBezTo>
                  <a:cubicBezTo>
                    <a:pt x="284" y="24"/>
                    <a:pt x="312" y="34"/>
                    <a:pt x="344" y="66"/>
                  </a:cubicBezTo>
                  <a:lnTo>
                    <a:pt x="341" y="66"/>
                  </a:lnTo>
                  <a:cubicBezTo>
                    <a:pt x="335" y="65"/>
                    <a:pt x="328" y="65"/>
                    <a:pt x="321" y="65"/>
                  </a:cubicBezTo>
                  <a:cubicBezTo>
                    <a:pt x="306" y="65"/>
                    <a:pt x="291" y="66"/>
                    <a:pt x="276" y="69"/>
                  </a:cubicBezTo>
                  <a:cubicBezTo>
                    <a:pt x="272" y="69"/>
                    <a:pt x="273" y="69"/>
                    <a:pt x="276" y="69"/>
                  </a:cubicBezTo>
                  <a:cubicBezTo>
                    <a:pt x="271" y="69"/>
                    <a:pt x="266" y="69"/>
                    <a:pt x="262" y="69"/>
                  </a:cubicBezTo>
                  <a:cubicBezTo>
                    <a:pt x="257" y="69"/>
                    <a:pt x="254" y="69"/>
                    <a:pt x="249" y="69"/>
                  </a:cubicBezTo>
                  <a:cubicBezTo>
                    <a:pt x="246" y="69"/>
                    <a:pt x="245" y="73"/>
                    <a:pt x="248" y="75"/>
                  </a:cubicBezTo>
                  <a:cubicBezTo>
                    <a:pt x="264" y="84"/>
                    <a:pt x="281" y="90"/>
                    <a:pt x="299" y="95"/>
                  </a:cubicBezTo>
                  <a:cubicBezTo>
                    <a:pt x="343" y="111"/>
                    <a:pt x="378" y="121"/>
                    <a:pt x="413" y="154"/>
                  </a:cubicBezTo>
                  <a:cubicBezTo>
                    <a:pt x="431" y="170"/>
                    <a:pt x="454" y="180"/>
                    <a:pt x="472" y="197"/>
                  </a:cubicBezTo>
                  <a:cubicBezTo>
                    <a:pt x="487" y="213"/>
                    <a:pt x="503" y="229"/>
                    <a:pt x="520" y="244"/>
                  </a:cubicBezTo>
                  <a:cubicBezTo>
                    <a:pt x="521" y="244"/>
                    <a:pt x="522" y="244"/>
                    <a:pt x="523" y="244"/>
                  </a:cubicBezTo>
                  <a:cubicBezTo>
                    <a:pt x="523" y="244"/>
                    <a:pt x="524" y="245"/>
                    <a:pt x="525" y="244"/>
                  </a:cubicBezTo>
                  <a:cubicBezTo>
                    <a:pt x="526" y="243"/>
                    <a:pt x="525" y="243"/>
                    <a:pt x="526" y="242"/>
                  </a:cubicBezTo>
                  <a:cubicBezTo>
                    <a:pt x="527" y="241"/>
                    <a:pt x="527" y="241"/>
                    <a:pt x="527" y="240"/>
                  </a:cubicBezTo>
                  <a:cubicBezTo>
                    <a:pt x="527" y="239"/>
                    <a:pt x="527" y="239"/>
                    <a:pt x="527" y="238"/>
                  </a:cubicBezTo>
                  <a:cubicBezTo>
                    <a:pt x="495" y="182"/>
                    <a:pt x="441" y="145"/>
                    <a:pt x="389" y="110"/>
                  </a:cubicBezTo>
                  <a:cubicBezTo>
                    <a:pt x="360" y="90"/>
                    <a:pt x="322" y="85"/>
                    <a:pt x="290" y="74"/>
                  </a:cubicBezTo>
                  <a:cubicBezTo>
                    <a:pt x="294" y="75"/>
                    <a:pt x="298" y="76"/>
                    <a:pt x="302" y="77"/>
                  </a:cubicBezTo>
                  <a:cubicBezTo>
                    <a:pt x="307" y="76"/>
                    <a:pt x="312" y="76"/>
                    <a:pt x="317" y="76"/>
                  </a:cubicBezTo>
                  <a:cubicBezTo>
                    <a:pt x="332" y="76"/>
                    <a:pt x="347" y="78"/>
                    <a:pt x="362" y="83"/>
                  </a:cubicBezTo>
                  <a:lnTo>
                    <a:pt x="363" y="83"/>
                  </a:lnTo>
                  <a:cubicBezTo>
                    <a:pt x="364" y="83"/>
                    <a:pt x="365" y="83"/>
                    <a:pt x="366" y="82"/>
                  </a:cubicBezTo>
                  <a:cubicBezTo>
                    <a:pt x="366" y="82"/>
                    <a:pt x="366" y="81"/>
                    <a:pt x="367" y="80"/>
                  </a:cubicBezTo>
                  <a:cubicBezTo>
                    <a:pt x="368" y="79"/>
                    <a:pt x="368" y="79"/>
                    <a:pt x="368" y="78"/>
                  </a:cubicBezTo>
                  <a:cubicBezTo>
                    <a:pt x="368" y="77"/>
                    <a:pt x="368" y="77"/>
                    <a:pt x="367" y="76"/>
                  </a:cubicBezTo>
                  <a:cubicBezTo>
                    <a:pt x="366" y="75"/>
                    <a:pt x="367" y="75"/>
                    <a:pt x="367" y="75"/>
                  </a:cubicBezTo>
                  <a:cubicBezTo>
                    <a:pt x="341" y="56"/>
                    <a:pt x="330" y="38"/>
                    <a:pt x="299" y="25"/>
                  </a:cubicBezTo>
                  <a:cubicBezTo>
                    <a:pt x="280" y="17"/>
                    <a:pt x="260" y="11"/>
                    <a:pt x="23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37"/>
            <p:cNvSpPr/>
            <p:nvPr/>
          </p:nvSpPr>
          <p:spPr>
            <a:xfrm>
              <a:off x="9351360" y="3551040"/>
              <a:ext cx="153360" cy="91440"/>
            </a:xfrm>
            <a:custGeom>
              <a:rect b="b" l="l" r="r" t="t"/>
              <a:pathLst>
                <a:path extrusionOk="0" h="254" w="426">
                  <a:moveTo>
                    <a:pt x="398" y="205"/>
                  </a:moveTo>
                  <a:cubicBezTo>
                    <a:pt x="393" y="198"/>
                    <a:pt x="387" y="193"/>
                    <a:pt x="380" y="188"/>
                  </a:cubicBezTo>
                  <a:cubicBezTo>
                    <a:pt x="320" y="148"/>
                    <a:pt x="282" y="78"/>
                    <a:pt x="220" y="42"/>
                  </a:cubicBezTo>
                  <a:cubicBezTo>
                    <a:pt x="171" y="15"/>
                    <a:pt x="116" y="0"/>
                    <a:pt x="60" y="0"/>
                  </a:cubicBezTo>
                  <a:cubicBezTo>
                    <a:pt x="41" y="0"/>
                    <a:pt x="22" y="2"/>
                    <a:pt x="4" y="5"/>
                  </a:cubicBezTo>
                  <a:cubicBezTo>
                    <a:pt x="0" y="5"/>
                    <a:pt x="1" y="11"/>
                    <a:pt x="4" y="11"/>
                  </a:cubicBezTo>
                  <a:cubicBezTo>
                    <a:pt x="86" y="18"/>
                    <a:pt x="186" y="16"/>
                    <a:pt x="248" y="82"/>
                  </a:cubicBezTo>
                  <a:cubicBezTo>
                    <a:pt x="266" y="100"/>
                    <a:pt x="283" y="119"/>
                    <a:pt x="301" y="137"/>
                  </a:cubicBezTo>
                  <a:cubicBezTo>
                    <a:pt x="267" y="110"/>
                    <a:pt x="209" y="75"/>
                    <a:pt x="166" y="74"/>
                  </a:cubicBezTo>
                  <a:cubicBezTo>
                    <a:pt x="163" y="74"/>
                    <a:pt x="163" y="79"/>
                    <a:pt x="166" y="79"/>
                  </a:cubicBezTo>
                  <a:cubicBezTo>
                    <a:pt x="214" y="89"/>
                    <a:pt x="271" y="128"/>
                    <a:pt x="309" y="158"/>
                  </a:cubicBezTo>
                  <a:cubicBezTo>
                    <a:pt x="340" y="182"/>
                    <a:pt x="368" y="209"/>
                    <a:pt x="399" y="234"/>
                  </a:cubicBezTo>
                  <a:cubicBezTo>
                    <a:pt x="400" y="236"/>
                    <a:pt x="401" y="237"/>
                    <a:pt x="402" y="239"/>
                  </a:cubicBezTo>
                  <a:cubicBezTo>
                    <a:pt x="402" y="240"/>
                    <a:pt x="402" y="240"/>
                    <a:pt x="402" y="240"/>
                  </a:cubicBezTo>
                  <a:cubicBezTo>
                    <a:pt x="403" y="241"/>
                    <a:pt x="403" y="241"/>
                    <a:pt x="404" y="242"/>
                  </a:cubicBezTo>
                  <a:cubicBezTo>
                    <a:pt x="404" y="242"/>
                    <a:pt x="405" y="242"/>
                    <a:pt x="406" y="242"/>
                  </a:cubicBezTo>
                  <a:cubicBezTo>
                    <a:pt x="407" y="242"/>
                    <a:pt x="407" y="242"/>
                    <a:pt x="408" y="242"/>
                  </a:cubicBezTo>
                  <a:lnTo>
                    <a:pt x="408" y="241"/>
                  </a:lnTo>
                  <a:lnTo>
                    <a:pt x="421" y="251"/>
                  </a:lnTo>
                  <a:cubicBezTo>
                    <a:pt x="423" y="253"/>
                    <a:pt x="425" y="250"/>
                    <a:pt x="423" y="248"/>
                  </a:cubicBezTo>
                  <a:cubicBezTo>
                    <a:pt x="419" y="242"/>
                    <a:pt x="414" y="236"/>
                    <a:pt x="409" y="231"/>
                  </a:cubicBezTo>
                  <a:cubicBezTo>
                    <a:pt x="403" y="201"/>
                    <a:pt x="385" y="172"/>
                    <a:pt x="384" y="142"/>
                  </a:cubicBezTo>
                  <a:cubicBezTo>
                    <a:pt x="384" y="135"/>
                    <a:pt x="377" y="130"/>
                    <a:pt x="373" y="126"/>
                  </a:cubicBezTo>
                  <a:cubicBezTo>
                    <a:pt x="363" y="114"/>
                    <a:pt x="353" y="101"/>
                    <a:pt x="345" y="87"/>
                  </a:cubicBezTo>
                  <a:cubicBezTo>
                    <a:pt x="341" y="80"/>
                    <a:pt x="337" y="73"/>
                    <a:pt x="334" y="65"/>
                  </a:cubicBezTo>
                  <a:lnTo>
                    <a:pt x="334" y="64"/>
                  </a:lnTo>
                  <a:cubicBezTo>
                    <a:pt x="333" y="63"/>
                    <a:pt x="333" y="63"/>
                    <a:pt x="332" y="62"/>
                  </a:cubicBezTo>
                  <a:cubicBezTo>
                    <a:pt x="331" y="61"/>
                    <a:pt x="330" y="62"/>
                    <a:pt x="329" y="62"/>
                  </a:cubicBezTo>
                  <a:cubicBezTo>
                    <a:pt x="328" y="62"/>
                    <a:pt x="326" y="61"/>
                    <a:pt x="326" y="62"/>
                  </a:cubicBezTo>
                  <a:cubicBezTo>
                    <a:pt x="325" y="63"/>
                    <a:pt x="325" y="64"/>
                    <a:pt x="325" y="64"/>
                  </a:cubicBezTo>
                  <a:cubicBezTo>
                    <a:pt x="324" y="65"/>
                    <a:pt x="324" y="66"/>
                    <a:pt x="324" y="67"/>
                  </a:cubicBezTo>
                  <a:lnTo>
                    <a:pt x="324" y="68"/>
                  </a:lnTo>
                  <a:cubicBezTo>
                    <a:pt x="328" y="84"/>
                    <a:pt x="334" y="99"/>
                    <a:pt x="342" y="113"/>
                  </a:cubicBezTo>
                  <a:cubicBezTo>
                    <a:pt x="351" y="129"/>
                    <a:pt x="362" y="143"/>
                    <a:pt x="375" y="155"/>
                  </a:cubicBezTo>
                  <a:cubicBezTo>
                    <a:pt x="376" y="156"/>
                    <a:pt x="390" y="186"/>
                    <a:pt x="398" y="205"/>
                  </a:cubicBezTo>
                  <a:moveTo>
                    <a:pt x="376" y="197"/>
                  </a:moveTo>
                  <a:cubicBezTo>
                    <a:pt x="381" y="200"/>
                    <a:pt x="385" y="204"/>
                    <a:pt x="388" y="208"/>
                  </a:cubicBezTo>
                  <a:lnTo>
                    <a:pt x="376" y="1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37"/>
            <p:cNvSpPr/>
            <p:nvPr/>
          </p:nvSpPr>
          <p:spPr>
            <a:xfrm>
              <a:off x="9351000" y="3339000"/>
              <a:ext cx="358560" cy="346320"/>
            </a:xfrm>
            <a:custGeom>
              <a:rect b="b" l="l" r="r" t="t"/>
              <a:pathLst>
                <a:path extrusionOk="0" h="962" w="996">
                  <a:moveTo>
                    <a:pt x="860" y="155"/>
                  </a:moveTo>
                  <a:cubicBezTo>
                    <a:pt x="856" y="152"/>
                    <a:pt x="852" y="150"/>
                    <a:pt x="849" y="148"/>
                  </a:cubicBezTo>
                  <a:cubicBezTo>
                    <a:pt x="826" y="106"/>
                    <a:pt x="773" y="73"/>
                    <a:pt x="733" y="58"/>
                  </a:cubicBezTo>
                  <a:cubicBezTo>
                    <a:pt x="712" y="50"/>
                    <a:pt x="689" y="44"/>
                    <a:pt x="666" y="42"/>
                  </a:cubicBezTo>
                  <a:lnTo>
                    <a:pt x="666" y="38"/>
                  </a:lnTo>
                  <a:cubicBezTo>
                    <a:pt x="666" y="37"/>
                    <a:pt x="666" y="36"/>
                    <a:pt x="665" y="35"/>
                  </a:cubicBezTo>
                  <a:lnTo>
                    <a:pt x="664" y="34"/>
                  </a:lnTo>
                  <a:cubicBezTo>
                    <a:pt x="663" y="34"/>
                    <a:pt x="663" y="33"/>
                    <a:pt x="663" y="33"/>
                  </a:cubicBezTo>
                  <a:cubicBezTo>
                    <a:pt x="604" y="6"/>
                    <a:pt x="532" y="4"/>
                    <a:pt x="468" y="12"/>
                  </a:cubicBezTo>
                  <a:lnTo>
                    <a:pt x="459" y="13"/>
                  </a:lnTo>
                  <a:lnTo>
                    <a:pt x="459" y="12"/>
                  </a:lnTo>
                  <a:cubicBezTo>
                    <a:pt x="459" y="11"/>
                    <a:pt x="459" y="11"/>
                    <a:pt x="459" y="10"/>
                  </a:cubicBezTo>
                  <a:lnTo>
                    <a:pt x="458" y="9"/>
                  </a:lnTo>
                  <a:cubicBezTo>
                    <a:pt x="457" y="9"/>
                    <a:pt x="457" y="9"/>
                    <a:pt x="456" y="9"/>
                  </a:cubicBezTo>
                  <a:cubicBezTo>
                    <a:pt x="382" y="0"/>
                    <a:pt x="312" y="13"/>
                    <a:pt x="238" y="23"/>
                  </a:cubicBezTo>
                  <a:cubicBezTo>
                    <a:pt x="189" y="30"/>
                    <a:pt x="142" y="46"/>
                    <a:pt x="100" y="70"/>
                  </a:cubicBezTo>
                  <a:cubicBezTo>
                    <a:pt x="93" y="74"/>
                    <a:pt x="87" y="78"/>
                    <a:pt x="81" y="82"/>
                  </a:cubicBezTo>
                  <a:cubicBezTo>
                    <a:pt x="80" y="83"/>
                    <a:pt x="80" y="83"/>
                    <a:pt x="79" y="84"/>
                  </a:cubicBezTo>
                  <a:cubicBezTo>
                    <a:pt x="79" y="84"/>
                    <a:pt x="79" y="85"/>
                    <a:pt x="79" y="86"/>
                  </a:cubicBezTo>
                  <a:cubicBezTo>
                    <a:pt x="79" y="87"/>
                    <a:pt x="79" y="87"/>
                    <a:pt x="79" y="88"/>
                  </a:cubicBezTo>
                  <a:cubicBezTo>
                    <a:pt x="58" y="82"/>
                    <a:pt x="37" y="79"/>
                    <a:pt x="15" y="79"/>
                  </a:cubicBezTo>
                  <a:cubicBezTo>
                    <a:pt x="10" y="79"/>
                    <a:pt x="5" y="79"/>
                    <a:pt x="1" y="80"/>
                  </a:cubicBezTo>
                  <a:cubicBezTo>
                    <a:pt x="0" y="80"/>
                    <a:pt x="0" y="83"/>
                    <a:pt x="1" y="83"/>
                  </a:cubicBezTo>
                  <a:cubicBezTo>
                    <a:pt x="48" y="86"/>
                    <a:pt x="95" y="99"/>
                    <a:pt x="136" y="123"/>
                  </a:cubicBezTo>
                  <a:cubicBezTo>
                    <a:pt x="140" y="125"/>
                    <a:pt x="143" y="127"/>
                    <a:pt x="147" y="130"/>
                  </a:cubicBezTo>
                  <a:cubicBezTo>
                    <a:pt x="147" y="131"/>
                    <a:pt x="148" y="131"/>
                    <a:pt x="149" y="132"/>
                  </a:cubicBezTo>
                  <a:cubicBezTo>
                    <a:pt x="150" y="133"/>
                    <a:pt x="151" y="133"/>
                    <a:pt x="152" y="133"/>
                  </a:cubicBezTo>
                  <a:cubicBezTo>
                    <a:pt x="169" y="143"/>
                    <a:pt x="184" y="155"/>
                    <a:pt x="198" y="168"/>
                  </a:cubicBezTo>
                  <a:cubicBezTo>
                    <a:pt x="232" y="200"/>
                    <a:pt x="276" y="220"/>
                    <a:pt x="311" y="253"/>
                  </a:cubicBezTo>
                  <a:cubicBezTo>
                    <a:pt x="347" y="284"/>
                    <a:pt x="379" y="321"/>
                    <a:pt x="406" y="361"/>
                  </a:cubicBezTo>
                  <a:cubicBezTo>
                    <a:pt x="427" y="396"/>
                    <a:pt x="462" y="422"/>
                    <a:pt x="484" y="456"/>
                  </a:cubicBezTo>
                  <a:lnTo>
                    <a:pt x="484" y="457"/>
                  </a:lnTo>
                  <a:cubicBezTo>
                    <a:pt x="485" y="457"/>
                    <a:pt x="485" y="457"/>
                    <a:pt x="486" y="458"/>
                  </a:cubicBezTo>
                  <a:cubicBezTo>
                    <a:pt x="488" y="459"/>
                    <a:pt x="487" y="459"/>
                    <a:pt x="488" y="459"/>
                  </a:cubicBezTo>
                  <a:cubicBezTo>
                    <a:pt x="489" y="459"/>
                    <a:pt x="490" y="459"/>
                    <a:pt x="490" y="458"/>
                  </a:cubicBezTo>
                  <a:cubicBezTo>
                    <a:pt x="491" y="457"/>
                    <a:pt x="491" y="457"/>
                    <a:pt x="492" y="457"/>
                  </a:cubicBezTo>
                  <a:lnTo>
                    <a:pt x="492" y="456"/>
                  </a:lnTo>
                  <a:cubicBezTo>
                    <a:pt x="493" y="454"/>
                    <a:pt x="493" y="451"/>
                    <a:pt x="493" y="449"/>
                  </a:cubicBezTo>
                  <a:cubicBezTo>
                    <a:pt x="493" y="446"/>
                    <a:pt x="493" y="445"/>
                    <a:pt x="492" y="443"/>
                  </a:cubicBezTo>
                  <a:cubicBezTo>
                    <a:pt x="513" y="481"/>
                    <a:pt x="532" y="520"/>
                    <a:pt x="548" y="561"/>
                  </a:cubicBezTo>
                  <a:cubicBezTo>
                    <a:pt x="560" y="591"/>
                    <a:pt x="570" y="623"/>
                    <a:pt x="577" y="655"/>
                  </a:cubicBezTo>
                  <a:cubicBezTo>
                    <a:pt x="581" y="671"/>
                    <a:pt x="587" y="687"/>
                    <a:pt x="593" y="702"/>
                  </a:cubicBezTo>
                  <a:cubicBezTo>
                    <a:pt x="580" y="683"/>
                    <a:pt x="566" y="665"/>
                    <a:pt x="549" y="649"/>
                  </a:cubicBezTo>
                  <a:cubicBezTo>
                    <a:pt x="545" y="645"/>
                    <a:pt x="541" y="651"/>
                    <a:pt x="544" y="655"/>
                  </a:cubicBezTo>
                  <a:cubicBezTo>
                    <a:pt x="550" y="662"/>
                    <a:pt x="556" y="669"/>
                    <a:pt x="560" y="677"/>
                  </a:cubicBezTo>
                  <a:cubicBezTo>
                    <a:pt x="564" y="683"/>
                    <a:pt x="566" y="689"/>
                    <a:pt x="569" y="695"/>
                  </a:cubicBezTo>
                  <a:cubicBezTo>
                    <a:pt x="584" y="726"/>
                    <a:pt x="604" y="754"/>
                    <a:pt x="621" y="784"/>
                  </a:cubicBezTo>
                  <a:cubicBezTo>
                    <a:pt x="653" y="839"/>
                    <a:pt x="665" y="899"/>
                    <a:pt x="686" y="958"/>
                  </a:cubicBezTo>
                  <a:cubicBezTo>
                    <a:pt x="686" y="959"/>
                    <a:pt x="686" y="959"/>
                    <a:pt x="687" y="960"/>
                  </a:cubicBezTo>
                  <a:cubicBezTo>
                    <a:pt x="689" y="961"/>
                    <a:pt x="688" y="960"/>
                    <a:pt x="689" y="960"/>
                  </a:cubicBezTo>
                  <a:cubicBezTo>
                    <a:pt x="690" y="960"/>
                    <a:pt x="691" y="960"/>
                    <a:pt x="691" y="960"/>
                  </a:cubicBezTo>
                  <a:cubicBezTo>
                    <a:pt x="692" y="959"/>
                    <a:pt x="692" y="959"/>
                    <a:pt x="693" y="958"/>
                  </a:cubicBezTo>
                  <a:lnTo>
                    <a:pt x="693" y="957"/>
                  </a:lnTo>
                  <a:cubicBezTo>
                    <a:pt x="693" y="956"/>
                    <a:pt x="693" y="955"/>
                    <a:pt x="693" y="955"/>
                  </a:cubicBezTo>
                  <a:cubicBezTo>
                    <a:pt x="693" y="901"/>
                    <a:pt x="679" y="848"/>
                    <a:pt x="652" y="802"/>
                  </a:cubicBezTo>
                  <a:lnTo>
                    <a:pt x="652" y="801"/>
                  </a:lnTo>
                  <a:cubicBezTo>
                    <a:pt x="639" y="779"/>
                    <a:pt x="626" y="755"/>
                    <a:pt x="612" y="731"/>
                  </a:cubicBezTo>
                  <a:cubicBezTo>
                    <a:pt x="606" y="678"/>
                    <a:pt x="581" y="621"/>
                    <a:pt x="565" y="572"/>
                  </a:cubicBezTo>
                  <a:cubicBezTo>
                    <a:pt x="553" y="538"/>
                    <a:pt x="538" y="505"/>
                    <a:pt x="520" y="474"/>
                  </a:cubicBezTo>
                  <a:cubicBezTo>
                    <a:pt x="504" y="446"/>
                    <a:pt x="486" y="420"/>
                    <a:pt x="465" y="395"/>
                  </a:cubicBezTo>
                  <a:cubicBezTo>
                    <a:pt x="464" y="393"/>
                    <a:pt x="461" y="395"/>
                    <a:pt x="463" y="397"/>
                  </a:cubicBezTo>
                  <a:lnTo>
                    <a:pt x="464" y="399"/>
                  </a:lnTo>
                  <a:cubicBezTo>
                    <a:pt x="450" y="385"/>
                    <a:pt x="436" y="372"/>
                    <a:pt x="429" y="362"/>
                  </a:cubicBezTo>
                  <a:cubicBezTo>
                    <a:pt x="422" y="352"/>
                    <a:pt x="418" y="348"/>
                    <a:pt x="413" y="342"/>
                  </a:cubicBezTo>
                  <a:cubicBezTo>
                    <a:pt x="420" y="347"/>
                    <a:pt x="426" y="353"/>
                    <a:pt x="433" y="357"/>
                  </a:cubicBezTo>
                  <a:cubicBezTo>
                    <a:pt x="470" y="381"/>
                    <a:pt x="516" y="411"/>
                    <a:pt x="563" y="414"/>
                  </a:cubicBezTo>
                  <a:cubicBezTo>
                    <a:pt x="606" y="447"/>
                    <a:pt x="661" y="471"/>
                    <a:pt x="710" y="460"/>
                  </a:cubicBezTo>
                  <a:cubicBezTo>
                    <a:pt x="711" y="460"/>
                    <a:pt x="711" y="460"/>
                    <a:pt x="712" y="460"/>
                  </a:cubicBezTo>
                  <a:lnTo>
                    <a:pt x="713" y="459"/>
                  </a:lnTo>
                  <a:cubicBezTo>
                    <a:pt x="737" y="469"/>
                    <a:pt x="763" y="475"/>
                    <a:pt x="790" y="476"/>
                  </a:cubicBezTo>
                  <a:cubicBezTo>
                    <a:pt x="827" y="479"/>
                    <a:pt x="871" y="501"/>
                    <a:pt x="908" y="490"/>
                  </a:cubicBezTo>
                  <a:cubicBezTo>
                    <a:pt x="909" y="489"/>
                    <a:pt x="910" y="489"/>
                    <a:pt x="910" y="488"/>
                  </a:cubicBezTo>
                  <a:cubicBezTo>
                    <a:pt x="911" y="487"/>
                    <a:pt x="911" y="486"/>
                    <a:pt x="911" y="485"/>
                  </a:cubicBezTo>
                  <a:cubicBezTo>
                    <a:pt x="911" y="484"/>
                    <a:pt x="911" y="484"/>
                    <a:pt x="910" y="483"/>
                  </a:cubicBezTo>
                  <a:cubicBezTo>
                    <a:pt x="910" y="482"/>
                    <a:pt x="909" y="481"/>
                    <a:pt x="908" y="481"/>
                  </a:cubicBezTo>
                  <a:cubicBezTo>
                    <a:pt x="849" y="455"/>
                    <a:pt x="788" y="461"/>
                    <a:pt x="728" y="443"/>
                  </a:cubicBezTo>
                  <a:cubicBezTo>
                    <a:pt x="689" y="431"/>
                    <a:pt x="660" y="396"/>
                    <a:pt x="636" y="364"/>
                  </a:cubicBezTo>
                  <a:cubicBezTo>
                    <a:pt x="613" y="332"/>
                    <a:pt x="571" y="304"/>
                    <a:pt x="560" y="263"/>
                  </a:cubicBezTo>
                  <a:cubicBezTo>
                    <a:pt x="559" y="260"/>
                    <a:pt x="553" y="261"/>
                    <a:pt x="554" y="264"/>
                  </a:cubicBezTo>
                  <a:cubicBezTo>
                    <a:pt x="561" y="298"/>
                    <a:pt x="585" y="319"/>
                    <a:pt x="605" y="346"/>
                  </a:cubicBezTo>
                  <a:cubicBezTo>
                    <a:pt x="634" y="386"/>
                    <a:pt x="653" y="417"/>
                    <a:pt x="691" y="446"/>
                  </a:cubicBezTo>
                  <a:lnTo>
                    <a:pt x="693" y="447"/>
                  </a:lnTo>
                  <a:cubicBezTo>
                    <a:pt x="665" y="444"/>
                    <a:pt x="638" y="435"/>
                    <a:pt x="613" y="421"/>
                  </a:cubicBezTo>
                  <a:cubicBezTo>
                    <a:pt x="613" y="420"/>
                    <a:pt x="612" y="420"/>
                    <a:pt x="612" y="420"/>
                  </a:cubicBezTo>
                  <a:cubicBezTo>
                    <a:pt x="581" y="400"/>
                    <a:pt x="542" y="384"/>
                    <a:pt x="525" y="349"/>
                  </a:cubicBezTo>
                  <a:cubicBezTo>
                    <a:pt x="513" y="325"/>
                    <a:pt x="489" y="310"/>
                    <a:pt x="472" y="290"/>
                  </a:cubicBezTo>
                  <a:cubicBezTo>
                    <a:pt x="458" y="275"/>
                    <a:pt x="428" y="248"/>
                    <a:pt x="421" y="228"/>
                  </a:cubicBezTo>
                  <a:cubicBezTo>
                    <a:pt x="421" y="226"/>
                    <a:pt x="417" y="228"/>
                    <a:pt x="418" y="230"/>
                  </a:cubicBezTo>
                  <a:cubicBezTo>
                    <a:pt x="425" y="258"/>
                    <a:pt x="454" y="284"/>
                    <a:pt x="471" y="308"/>
                  </a:cubicBezTo>
                  <a:cubicBezTo>
                    <a:pt x="479" y="319"/>
                    <a:pt x="488" y="329"/>
                    <a:pt x="498" y="338"/>
                  </a:cubicBezTo>
                  <a:cubicBezTo>
                    <a:pt x="511" y="350"/>
                    <a:pt x="512" y="366"/>
                    <a:pt x="524" y="379"/>
                  </a:cubicBezTo>
                  <a:cubicBezTo>
                    <a:pt x="530" y="385"/>
                    <a:pt x="537" y="392"/>
                    <a:pt x="544" y="398"/>
                  </a:cubicBezTo>
                  <a:lnTo>
                    <a:pt x="526" y="394"/>
                  </a:lnTo>
                  <a:cubicBezTo>
                    <a:pt x="506" y="387"/>
                    <a:pt x="487" y="379"/>
                    <a:pt x="469" y="368"/>
                  </a:cubicBezTo>
                  <a:cubicBezTo>
                    <a:pt x="462" y="364"/>
                    <a:pt x="454" y="360"/>
                    <a:pt x="447" y="355"/>
                  </a:cubicBezTo>
                  <a:cubicBezTo>
                    <a:pt x="422" y="340"/>
                    <a:pt x="399" y="322"/>
                    <a:pt x="378" y="301"/>
                  </a:cubicBezTo>
                  <a:cubicBezTo>
                    <a:pt x="349" y="270"/>
                    <a:pt x="318" y="240"/>
                    <a:pt x="285" y="213"/>
                  </a:cubicBezTo>
                  <a:cubicBezTo>
                    <a:pt x="260" y="194"/>
                    <a:pt x="229" y="184"/>
                    <a:pt x="208" y="159"/>
                  </a:cubicBezTo>
                  <a:cubicBezTo>
                    <a:pt x="196" y="146"/>
                    <a:pt x="183" y="135"/>
                    <a:pt x="168" y="126"/>
                  </a:cubicBezTo>
                  <a:cubicBezTo>
                    <a:pt x="167" y="126"/>
                    <a:pt x="166" y="126"/>
                    <a:pt x="165" y="125"/>
                  </a:cubicBezTo>
                  <a:cubicBezTo>
                    <a:pt x="193" y="108"/>
                    <a:pt x="274" y="120"/>
                    <a:pt x="297" y="120"/>
                  </a:cubicBezTo>
                  <a:cubicBezTo>
                    <a:pt x="309" y="119"/>
                    <a:pt x="321" y="119"/>
                    <a:pt x="332" y="119"/>
                  </a:cubicBezTo>
                  <a:cubicBezTo>
                    <a:pt x="374" y="119"/>
                    <a:pt x="416" y="123"/>
                    <a:pt x="458" y="131"/>
                  </a:cubicBezTo>
                  <a:cubicBezTo>
                    <a:pt x="515" y="146"/>
                    <a:pt x="571" y="167"/>
                    <a:pt x="624" y="193"/>
                  </a:cubicBezTo>
                  <a:cubicBezTo>
                    <a:pt x="662" y="211"/>
                    <a:pt x="705" y="249"/>
                    <a:pt x="747" y="252"/>
                  </a:cubicBezTo>
                  <a:lnTo>
                    <a:pt x="748" y="252"/>
                  </a:lnTo>
                  <a:cubicBezTo>
                    <a:pt x="749" y="252"/>
                    <a:pt x="749" y="252"/>
                    <a:pt x="750" y="252"/>
                  </a:cubicBezTo>
                  <a:lnTo>
                    <a:pt x="751" y="251"/>
                  </a:lnTo>
                  <a:cubicBezTo>
                    <a:pt x="752" y="250"/>
                    <a:pt x="752" y="249"/>
                    <a:pt x="752" y="249"/>
                  </a:cubicBezTo>
                  <a:cubicBezTo>
                    <a:pt x="752" y="248"/>
                    <a:pt x="752" y="248"/>
                    <a:pt x="751" y="247"/>
                  </a:cubicBezTo>
                  <a:cubicBezTo>
                    <a:pt x="751" y="246"/>
                    <a:pt x="750" y="246"/>
                    <a:pt x="750" y="245"/>
                  </a:cubicBezTo>
                  <a:lnTo>
                    <a:pt x="749" y="245"/>
                  </a:lnTo>
                  <a:cubicBezTo>
                    <a:pt x="644" y="188"/>
                    <a:pt x="549" y="130"/>
                    <a:pt x="429" y="106"/>
                  </a:cubicBezTo>
                  <a:cubicBezTo>
                    <a:pt x="359" y="92"/>
                    <a:pt x="282" y="102"/>
                    <a:pt x="211" y="102"/>
                  </a:cubicBezTo>
                  <a:cubicBezTo>
                    <a:pt x="193" y="102"/>
                    <a:pt x="162" y="100"/>
                    <a:pt x="150" y="117"/>
                  </a:cubicBezTo>
                  <a:cubicBezTo>
                    <a:pt x="130" y="106"/>
                    <a:pt x="109" y="98"/>
                    <a:pt x="87" y="91"/>
                  </a:cubicBezTo>
                  <a:cubicBezTo>
                    <a:pt x="112" y="81"/>
                    <a:pt x="132" y="65"/>
                    <a:pt x="159" y="58"/>
                  </a:cubicBezTo>
                  <a:cubicBezTo>
                    <a:pt x="191" y="48"/>
                    <a:pt x="224" y="41"/>
                    <a:pt x="257" y="35"/>
                  </a:cubicBezTo>
                  <a:cubicBezTo>
                    <a:pt x="287" y="31"/>
                    <a:pt x="318" y="27"/>
                    <a:pt x="348" y="22"/>
                  </a:cubicBezTo>
                  <a:cubicBezTo>
                    <a:pt x="372" y="19"/>
                    <a:pt x="396" y="17"/>
                    <a:pt x="420" y="17"/>
                  </a:cubicBezTo>
                  <a:cubicBezTo>
                    <a:pt x="426" y="17"/>
                    <a:pt x="432" y="17"/>
                    <a:pt x="438" y="17"/>
                  </a:cubicBezTo>
                  <a:cubicBezTo>
                    <a:pt x="399" y="25"/>
                    <a:pt x="359" y="36"/>
                    <a:pt x="322" y="46"/>
                  </a:cubicBezTo>
                  <a:cubicBezTo>
                    <a:pt x="309" y="50"/>
                    <a:pt x="296" y="55"/>
                    <a:pt x="283" y="62"/>
                  </a:cubicBezTo>
                  <a:cubicBezTo>
                    <a:pt x="271" y="69"/>
                    <a:pt x="259" y="78"/>
                    <a:pt x="249" y="89"/>
                  </a:cubicBezTo>
                  <a:cubicBezTo>
                    <a:pt x="246" y="92"/>
                    <a:pt x="251" y="97"/>
                    <a:pt x="254" y="94"/>
                  </a:cubicBezTo>
                  <a:cubicBezTo>
                    <a:pt x="285" y="62"/>
                    <a:pt x="333" y="52"/>
                    <a:pt x="374" y="43"/>
                  </a:cubicBezTo>
                  <a:cubicBezTo>
                    <a:pt x="411" y="32"/>
                    <a:pt x="449" y="25"/>
                    <a:pt x="487" y="21"/>
                  </a:cubicBezTo>
                  <a:cubicBezTo>
                    <a:pt x="519" y="21"/>
                    <a:pt x="552" y="22"/>
                    <a:pt x="584" y="22"/>
                  </a:cubicBezTo>
                  <a:cubicBezTo>
                    <a:pt x="596" y="22"/>
                    <a:pt x="648" y="28"/>
                    <a:pt x="660" y="42"/>
                  </a:cubicBezTo>
                  <a:cubicBezTo>
                    <a:pt x="652" y="42"/>
                    <a:pt x="645" y="41"/>
                    <a:pt x="637" y="41"/>
                  </a:cubicBezTo>
                  <a:cubicBezTo>
                    <a:pt x="591" y="41"/>
                    <a:pt x="545" y="50"/>
                    <a:pt x="501" y="65"/>
                  </a:cubicBezTo>
                  <a:lnTo>
                    <a:pt x="501" y="66"/>
                  </a:lnTo>
                  <a:lnTo>
                    <a:pt x="500" y="67"/>
                  </a:lnTo>
                  <a:cubicBezTo>
                    <a:pt x="500" y="67"/>
                    <a:pt x="501" y="67"/>
                    <a:pt x="501" y="68"/>
                  </a:cubicBezTo>
                  <a:cubicBezTo>
                    <a:pt x="542" y="65"/>
                    <a:pt x="582" y="58"/>
                    <a:pt x="623" y="56"/>
                  </a:cubicBezTo>
                  <a:cubicBezTo>
                    <a:pt x="655" y="54"/>
                    <a:pt x="677" y="67"/>
                    <a:pt x="707" y="71"/>
                  </a:cubicBezTo>
                  <a:cubicBezTo>
                    <a:pt x="742" y="76"/>
                    <a:pt x="779" y="107"/>
                    <a:pt x="805" y="128"/>
                  </a:cubicBezTo>
                  <a:cubicBezTo>
                    <a:pt x="782" y="118"/>
                    <a:pt x="759" y="110"/>
                    <a:pt x="735" y="103"/>
                  </a:cubicBezTo>
                  <a:cubicBezTo>
                    <a:pt x="715" y="96"/>
                    <a:pt x="695" y="92"/>
                    <a:pt x="674" y="91"/>
                  </a:cubicBezTo>
                  <a:cubicBezTo>
                    <a:pt x="666" y="93"/>
                    <a:pt x="658" y="93"/>
                    <a:pt x="649" y="93"/>
                  </a:cubicBezTo>
                  <a:cubicBezTo>
                    <a:pt x="641" y="93"/>
                    <a:pt x="633" y="93"/>
                    <a:pt x="625" y="91"/>
                  </a:cubicBezTo>
                  <a:cubicBezTo>
                    <a:pt x="624" y="91"/>
                    <a:pt x="624" y="91"/>
                    <a:pt x="624" y="91"/>
                  </a:cubicBezTo>
                  <a:cubicBezTo>
                    <a:pt x="623" y="91"/>
                    <a:pt x="623" y="91"/>
                    <a:pt x="621" y="92"/>
                  </a:cubicBezTo>
                  <a:cubicBezTo>
                    <a:pt x="620" y="93"/>
                    <a:pt x="620" y="92"/>
                    <a:pt x="619" y="93"/>
                  </a:cubicBezTo>
                  <a:cubicBezTo>
                    <a:pt x="619" y="94"/>
                    <a:pt x="619" y="95"/>
                    <a:pt x="619" y="96"/>
                  </a:cubicBezTo>
                  <a:cubicBezTo>
                    <a:pt x="619" y="97"/>
                    <a:pt x="619" y="98"/>
                    <a:pt x="619" y="98"/>
                  </a:cubicBezTo>
                  <a:cubicBezTo>
                    <a:pt x="619" y="99"/>
                    <a:pt x="620" y="99"/>
                    <a:pt x="620" y="99"/>
                  </a:cubicBezTo>
                  <a:cubicBezTo>
                    <a:pt x="622" y="101"/>
                    <a:pt x="625" y="103"/>
                    <a:pt x="628" y="105"/>
                  </a:cubicBezTo>
                  <a:cubicBezTo>
                    <a:pt x="634" y="109"/>
                    <a:pt x="642" y="111"/>
                    <a:pt x="650" y="111"/>
                  </a:cubicBezTo>
                  <a:cubicBezTo>
                    <a:pt x="651" y="111"/>
                    <a:pt x="653" y="111"/>
                    <a:pt x="655" y="110"/>
                  </a:cubicBezTo>
                  <a:cubicBezTo>
                    <a:pt x="690" y="111"/>
                    <a:pt x="725" y="117"/>
                    <a:pt x="758" y="130"/>
                  </a:cubicBezTo>
                  <a:cubicBezTo>
                    <a:pt x="784" y="140"/>
                    <a:pt x="809" y="151"/>
                    <a:pt x="833" y="164"/>
                  </a:cubicBezTo>
                  <a:cubicBezTo>
                    <a:pt x="835" y="168"/>
                    <a:pt x="838" y="172"/>
                    <a:pt x="840" y="176"/>
                  </a:cubicBezTo>
                  <a:cubicBezTo>
                    <a:pt x="843" y="181"/>
                    <a:pt x="847" y="187"/>
                    <a:pt x="850" y="192"/>
                  </a:cubicBezTo>
                  <a:cubicBezTo>
                    <a:pt x="850" y="192"/>
                    <a:pt x="852" y="192"/>
                    <a:pt x="852" y="193"/>
                  </a:cubicBezTo>
                  <a:cubicBezTo>
                    <a:pt x="853" y="194"/>
                    <a:pt x="853" y="194"/>
                    <a:pt x="854" y="194"/>
                  </a:cubicBezTo>
                  <a:cubicBezTo>
                    <a:pt x="855" y="194"/>
                    <a:pt x="856" y="194"/>
                    <a:pt x="857" y="193"/>
                  </a:cubicBezTo>
                  <a:cubicBezTo>
                    <a:pt x="859" y="192"/>
                    <a:pt x="859" y="192"/>
                    <a:pt x="859" y="191"/>
                  </a:cubicBezTo>
                  <a:cubicBezTo>
                    <a:pt x="859" y="190"/>
                    <a:pt x="860" y="190"/>
                    <a:pt x="860" y="189"/>
                  </a:cubicBezTo>
                  <a:cubicBezTo>
                    <a:pt x="860" y="185"/>
                    <a:pt x="859" y="181"/>
                    <a:pt x="859" y="177"/>
                  </a:cubicBezTo>
                  <a:cubicBezTo>
                    <a:pt x="881" y="195"/>
                    <a:pt x="900" y="215"/>
                    <a:pt x="916" y="238"/>
                  </a:cubicBezTo>
                  <a:cubicBezTo>
                    <a:pt x="964" y="295"/>
                    <a:pt x="995" y="474"/>
                    <a:pt x="873" y="449"/>
                  </a:cubicBezTo>
                  <a:cubicBezTo>
                    <a:pt x="806" y="434"/>
                    <a:pt x="777" y="373"/>
                    <a:pt x="739" y="324"/>
                  </a:cubicBezTo>
                  <a:cubicBezTo>
                    <a:pt x="739" y="324"/>
                    <a:pt x="740" y="324"/>
                    <a:pt x="739" y="323"/>
                  </a:cubicBezTo>
                  <a:cubicBezTo>
                    <a:pt x="739" y="322"/>
                    <a:pt x="737" y="323"/>
                    <a:pt x="737" y="323"/>
                  </a:cubicBezTo>
                  <a:cubicBezTo>
                    <a:pt x="736" y="323"/>
                    <a:pt x="737" y="322"/>
                    <a:pt x="735" y="323"/>
                  </a:cubicBezTo>
                  <a:cubicBezTo>
                    <a:pt x="734" y="324"/>
                    <a:pt x="735" y="324"/>
                    <a:pt x="734" y="325"/>
                  </a:cubicBezTo>
                  <a:cubicBezTo>
                    <a:pt x="734" y="326"/>
                    <a:pt x="733" y="326"/>
                    <a:pt x="733" y="327"/>
                  </a:cubicBezTo>
                  <a:lnTo>
                    <a:pt x="733" y="328"/>
                  </a:lnTo>
                  <a:cubicBezTo>
                    <a:pt x="754" y="364"/>
                    <a:pt x="766" y="399"/>
                    <a:pt x="798" y="426"/>
                  </a:cubicBezTo>
                  <a:cubicBezTo>
                    <a:pt x="808" y="435"/>
                    <a:pt x="818" y="442"/>
                    <a:pt x="829" y="449"/>
                  </a:cubicBezTo>
                  <a:cubicBezTo>
                    <a:pt x="856" y="464"/>
                    <a:pt x="886" y="473"/>
                    <a:pt x="918" y="473"/>
                  </a:cubicBezTo>
                  <a:cubicBezTo>
                    <a:pt x="978" y="475"/>
                    <a:pt x="988" y="359"/>
                    <a:pt x="974" y="319"/>
                  </a:cubicBezTo>
                  <a:cubicBezTo>
                    <a:pt x="950" y="255"/>
                    <a:pt x="918" y="193"/>
                    <a:pt x="860"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37"/>
            <p:cNvSpPr/>
            <p:nvPr/>
          </p:nvSpPr>
          <p:spPr>
            <a:xfrm>
              <a:off x="9188640" y="3751200"/>
              <a:ext cx="37800" cy="28080"/>
            </a:xfrm>
            <a:custGeom>
              <a:rect b="b" l="l" r="r" t="t"/>
              <a:pathLst>
                <a:path extrusionOk="0" h="78" w="105">
                  <a:moveTo>
                    <a:pt x="4" y="0"/>
                  </a:moveTo>
                  <a:cubicBezTo>
                    <a:pt x="2" y="0"/>
                    <a:pt x="0" y="3"/>
                    <a:pt x="2" y="4"/>
                  </a:cubicBezTo>
                  <a:cubicBezTo>
                    <a:pt x="14" y="12"/>
                    <a:pt x="25" y="22"/>
                    <a:pt x="35" y="33"/>
                  </a:cubicBezTo>
                  <a:cubicBezTo>
                    <a:pt x="43" y="40"/>
                    <a:pt x="52" y="46"/>
                    <a:pt x="61" y="53"/>
                  </a:cubicBezTo>
                  <a:cubicBezTo>
                    <a:pt x="69" y="59"/>
                    <a:pt x="87" y="77"/>
                    <a:pt x="102" y="72"/>
                  </a:cubicBezTo>
                  <a:lnTo>
                    <a:pt x="103" y="72"/>
                  </a:lnTo>
                  <a:cubicBezTo>
                    <a:pt x="103" y="72"/>
                    <a:pt x="104" y="72"/>
                    <a:pt x="104" y="71"/>
                  </a:cubicBezTo>
                  <a:lnTo>
                    <a:pt x="104" y="70"/>
                  </a:lnTo>
                  <a:lnTo>
                    <a:pt x="104" y="69"/>
                  </a:lnTo>
                  <a:cubicBezTo>
                    <a:pt x="104" y="69"/>
                    <a:pt x="103" y="69"/>
                    <a:pt x="103" y="68"/>
                  </a:cubicBezTo>
                  <a:lnTo>
                    <a:pt x="102" y="68"/>
                  </a:lnTo>
                  <a:cubicBezTo>
                    <a:pt x="98" y="67"/>
                    <a:pt x="95" y="65"/>
                    <a:pt x="92" y="63"/>
                  </a:cubicBezTo>
                  <a:cubicBezTo>
                    <a:pt x="85" y="59"/>
                    <a:pt x="78" y="54"/>
                    <a:pt x="73" y="48"/>
                  </a:cubicBezTo>
                  <a:cubicBezTo>
                    <a:pt x="62" y="41"/>
                    <a:pt x="52" y="33"/>
                    <a:pt x="42" y="25"/>
                  </a:cubicBezTo>
                  <a:cubicBezTo>
                    <a:pt x="35" y="18"/>
                    <a:pt x="28" y="13"/>
                    <a:pt x="19" y="8"/>
                  </a:cubicBezTo>
                  <a:cubicBezTo>
                    <a:pt x="14" y="5"/>
                    <a:pt x="9" y="3"/>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37"/>
            <p:cNvSpPr/>
            <p:nvPr/>
          </p:nvSpPr>
          <p:spPr>
            <a:xfrm>
              <a:off x="9270360" y="3824280"/>
              <a:ext cx="138600" cy="382320"/>
            </a:xfrm>
            <a:custGeom>
              <a:rect b="b" l="l" r="r" t="t"/>
              <a:pathLst>
                <a:path extrusionOk="0" h="1062" w="385">
                  <a:moveTo>
                    <a:pt x="346" y="621"/>
                  </a:moveTo>
                  <a:cubicBezTo>
                    <a:pt x="345" y="576"/>
                    <a:pt x="319" y="534"/>
                    <a:pt x="310" y="491"/>
                  </a:cubicBezTo>
                  <a:cubicBezTo>
                    <a:pt x="298" y="429"/>
                    <a:pt x="262" y="370"/>
                    <a:pt x="239" y="314"/>
                  </a:cubicBezTo>
                  <a:cubicBezTo>
                    <a:pt x="231" y="299"/>
                    <a:pt x="224" y="284"/>
                    <a:pt x="215" y="269"/>
                  </a:cubicBezTo>
                  <a:cubicBezTo>
                    <a:pt x="203" y="248"/>
                    <a:pt x="190" y="228"/>
                    <a:pt x="176" y="209"/>
                  </a:cubicBezTo>
                  <a:cubicBezTo>
                    <a:pt x="124" y="135"/>
                    <a:pt x="67" y="65"/>
                    <a:pt x="4" y="0"/>
                  </a:cubicBezTo>
                  <a:cubicBezTo>
                    <a:pt x="3" y="0"/>
                    <a:pt x="3" y="0"/>
                    <a:pt x="3" y="0"/>
                  </a:cubicBezTo>
                  <a:lnTo>
                    <a:pt x="2" y="0"/>
                  </a:lnTo>
                  <a:lnTo>
                    <a:pt x="1" y="0"/>
                  </a:lnTo>
                  <a:cubicBezTo>
                    <a:pt x="0" y="1"/>
                    <a:pt x="0" y="1"/>
                    <a:pt x="0" y="1"/>
                  </a:cubicBezTo>
                  <a:cubicBezTo>
                    <a:pt x="0" y="2"/>
                    <a:pt x="0" y="2"/>
                    <a:pt x="1" y="2"/>
                  </a:cubicBezTo>
                  <a:lnTo>
                    <a:pt x="1" y="3"/>
                  </a:lnTo>
                  <a:cubicBezTo>
                    <a:pt x="41" y="48"/>
                    <a:pt x="77" y="97"/>
                    <a:pt x="110" y="148"/>
                  </a:cubicBezTo>
                  <a:cubicBezTo>
                    <a:pt x="119" y="165"/>
                    <a:pt x="135" y="178"/>
                    <a:pt x="144" y="196"/>
                  </a:cubicBezTo>
                  <a:cubicBezTo>
                    <a:pt x="159" y="219"/>
                    <a:pt x="176" y="241"/>
                    <a:pt x="194" y="261"/>
                  </a:cubicBezTo>
                  <a:cubicBezTo>
                    <a:pt x="197" y="265"/>
                    <a:pt x="199" y="269"/>
                    <a:pt x="201" y="273"/>
                  </a:cubicBezTo>
                  <a:cubicBezTo>
                    <a:pt x="211" y="288"/>
                    <a:pt x="218" y="305"/>
                    <a:pt x="224" y="322"/>
                  </a:cubicBezTo>
                  <a:cubicBezTo>
                    <a:pt x="233" y="341"/>
                    <a:pt x="240" y="361"/>
                    <a:pt x="250" y="381"/>
                  </a:cubicBezTo>
                  <a:cubicBezTo>
                    <a:pt x="270" y="426"/>
                    <a:pt x="286" y="473"/>
                    <a:pt x="297" y="521"/>
                  </a:cubicBezTo>
                  <a:cubicBezTo>
                    <a:pt x="310" y="561"/>
                    <a:pt x="317" y="603"/>
                    <a:pt x="329" y="641"/>
                  </a:cubicBezTo>
                  <a:cubicBezTo>
                    <a:pt x="344" y="688"/>
                    <a:pt x="329" y="743"/>
                    <a:pt x="341" y="790"/>
                  </a:cubicBezTo>
                  <a:cubicBezTo>
                    <a:pt x="351" y="828"/>
                    <a:pt x="344" y="869"/>
                    <a:pt x="346" y="908"/>
                  </a:cubicBezTo>
                  <a:cubicBezTo>
                    <a:pt x="350" y="958"/>
                    <a:pt x="357" y="1008"/>
                    <a:pt x="367" y="1058"/>
                  </a:cubicBezTo>
                  <a:cubicBezTo>
                    <a:pt x="367" y="1058"/>
                    <a:pt x="366" y="1058"/>
                    <a:pt x="367" y="1059"/>
                  </a:cubicBezTo>
                  <a:cubicBezTo>
                    <a:pt x="368" y="1060"/>
                    <a:pt x="368" y="1059"/>
                    <a:pt x="369" y="1060"/>
                  </a:cubicBezTo>
                  <a:cubicBezTo>
                    <a:pt x="370" y="1060"/>
                    <a:pt x="370" y="1061"/>
                    <a:pt x="371" y="1061"/>
                  </a:cubicBezTo>
                  <a:cubicBezTo>
                    <a:pt x="372" y="1061"/>
                    <a:pt x="372" y="1061"/>
                    <a:pt x="373" y="1060"/>
                  </a:cubicBezTo>
                  <a:cubicBezTo>
                    <a:pt x="374" y="1059"/>
                    <a:pt x="374" y="1060"/>
                    <a:pt x="375" y="1059"/>
                  </a:cubicBezTo>
                  <a:cubicBezTo>
                    <a:pt x="376" y="1058"/>
                    <a:pt x="375" y="1058"/>
                    <a:pt x="375" y="1058"/>
                  </a:cubicBezTo>
                  <a:cubicBezTo>
                    <a:pt x="384" y="998"/>
                    <a:pt x="365" y="943"/>
                    <a:pt x="367" y="884"/>
                  </a:cubicBezTo>
                  <a:cubicBezTo>
                    <a:pt x="367" y="859"/>
                    <a:pt x="367" y="833"/>
                    <a:pt x="368" y="808"/>
                  </a:cubicBezTo>
                  <a:cubicBezTo>
                    <a:pt x="368" y="793"/>
                    <a:pt x="361" y="783"/>
                    <a:pt x="362" y="767"/>
                  </a:cubicBezTo>
                  <a:cubicBezTo>
                    <a:pt x="365" y="719"/>
                    <a:pt x="348" y="669"/>
                    <a:pt x="346" y="6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37"/>
            <p:cNvSpPr/>
            <p:nvPr/>
          </p:nvSpPr>
          <p:spPr>
            <a:xfrm>
              <a:off x="9184320" y="3664440"/>
              <a:ext cx="283320" cy="570960"/>
            </a:xfrm>
            <a:custGeom>
              <a:rect b="b" l="l" r="r" t="t"/>
              <a:pathLst>
                <a:path extrusionOk="0" h="1586" w="787">
                  <a:moveTo>
                    <a:pt x="743" y="1331"/>
                  </a:moveTo>
                  <a:lnTo>
                    <a:pt x="745" y="1334"/>
                  </a:lnTo>
                  <a:cubicBezTo>
                    <a:pt x="748" y="1337"/>
                    <a:pt x="755" y="1334"/>
                    <a:pt x="754" y="1330"/>
                  </a:cubicBezTo>
                  <a:cubicBezTo>
                    <a:pt x="750" y="1315"/>
                    <a:pt x="754" y="1296"/>
                    <a:pt x="751" y="1280"/>
                  </a:cubicBezTo>
                  <a:cubicBezTo>
                    <a:pt x="747" y="1254"/>
                    <a:pt x="746" y="1228"/>
                    <a:pt x="741" y="1201"/>
                  </a:cubicBezTo>
                  <a:cubicBezTo>
                    <a:pt x="732" y="1142"/>
                    <a:pt x="737" y="1082"/>
                    <a:pt x="723" y="1024"/>
                  </a:cubicBezTo>
                  <a:cubicBezTo>
                    <a:pt x="713" y="992"/>
                    <a:pt x="699" y="961"/>
                    <a:pt x="683" y="932"/>
                  </a:cubicBezTo>
                  <a:cubicBezTo>
                    <a:pt x="679" y="926"/>
                    <a:pt x="676" y="920"/>
                    <a:pt x="673" y="915"/>
                  </a:cubicBezTo>
                  <a:cubicBezTo>
                    <a:pt x="668" y="907"/>
                    <a:pt x="628" y="859"/>
                    <a:pt x="657" y="886"/>
                  </a:cubicBezTo>
                  <a:cubicBezTo>
                    <a:pt x="660" y="889"/>
                    <a:pt x="663" y="891"/>
                    <a:pt x="667" y="893"/>
                  </a:cubicBezTo>
                  <a:cubicBezTo>
                    <a:pt x="672" y="896"/>
                    <a:pt x="677" y="898"/>
                    <a:pt x="682" y="900"/>
                  </a:cubicBezTo>
                  <a:cubicBezTo>
                    <a:pt x="683" y="900"/>
                    <a:pt x="683" y="900"/>
                    <a:pt x="684" y="900"/>
                  </a:cubicBezTo>
                  <a:cubicBezTo>
                    <a:pt x="685" y="900"/>
                    <a:pt x="686" y="900"/>
                    <a:pt x="687" y="899"/>
                  </a:cubicBezTo>
                  <a:cubicBezTo>
                    <a:pt x="688" y="898"/>
                    <a:pt x="689" y="897"/>
                    <a:pt x="690" y="896"/>
                  </a:cubicBezTo>
                  <a:cubicBezTo>
                    <a:pt x="691" y="894"/>
                    <a:pt x="691" y="894"/>
                    <a:pt x="691" y="893"/>
                  </a:cubicBezTo>
                  <a:cubicBezTo>
                    <a:pt x="691" y="892"/>
                    <a:pt x="691" y="892"/>
                    <a:pt x="691" y="892"/>
                  </a:cubicBezTo>
                  <a:cubicBezTo>
                    <a:pt x="686" y="854"/>
                    <a:pt x="670" y="816"/>
                    <a:pt x="662" y="778"/>
                  </a:cubicBezTo>
                  <a:cubicBezTo>
                    <a:pt x="654" y="740"/>
                    <a:pt x="628" y="708"/>
                    <a:pt x="610" y="676"/>
                  </a:cubicBezTo>
                  <a:cubicBezTo>
                    <a:pt x="609" y="674"/>
                    <a:pt x="608" y="672"/>
                    <a:pt x="606" y="669"/>
                  </a:cubicBezTo>
                  <a:cubicBezTo>
                    <a:pt x="569" y="605"/>
                    <a:pt x="522" y="547"/>
                    <a:pt x="465" y="499"/>
                  </a:cubicBezTo>
                  <a:lnTo>
                    <a:pt x="464" y="499"/>
                  </a:lnTo>
                  <a:lnTo>
                    <a:pt x="463" y="499"/>
                  </a:lnTo>
                  <a:cubicBezTo>
                    <a:pt x="462" y="481"/>
                    <a:pt x="455" y="462"/>
                    <a:pt x="446" y="446"/>
                  </a:cubicBezTo>
                  <a:cubicBezTo>
                    <a:pt x="443" y="441"/>
                    <a:pt x="440" y="436"/>
                    <a:pt x="437" y="432"/>
                  </a:cubicBezTo>
                  <a:cubicBezTo>
                    <a:pt x="434" y="424"/>
                    <a:pt x="431" y="416"/>
                    <a:pt x="427" y="409"/>
                  </a:cubicBezTo>
                  <a:cubicBezTo>
                    <a:pt x="423" y="396"/>
                    <a:pt x="418" y="384"/>
                    <a:pt x="411" y="372"/>
                  </a:cubicBezTo>
                  <a:lnTo>
                    <a:pt x="410" y="371"/>
                  </a:lnTo>
                  <a:lnTo>
                    <a:pt x="409" y="371"/>
                  </a:lnTo>
                  <a:lnTo>
                    <a:pt x="408" y="371"/>
                  </a:lnTo>
                  <a:lnTo>
                    <a:pt x="408" y="372"/>
                  </a:lnTo>
                  <a:cubicBezTo>
                    <a:pt x="408" y="372"/>
                    <a:pt x="407" y="372"/>
                    <a:pt x="407" y="373"/>
                  </a:cubicBezTo>
                  <a:lnTo>
                    <a:pt x="408" y="373"/>
                  </a:lnTo>
                  <a:cubicBezTo>
                    <a:pt x="408" y="374"/>
                    <a:pt x="408" y="375"/>
                    <a:pt x="409" y="375"/>
                  </a:cubicBezTo>
                  <a:cubicBezTo>
                    <a:pt x="415" y="385"/>
                    <a:pt x="418" y="396"/>
                    <a:pt x="420" y="408"/>
                  </a:cubicBezTo>
                  <a:lnTo>
                    <a:pt x="411" y="396"/>
                  </a:lnTo>
                  <a:cubicBezTo>
                    <a:pt x="387" y="367"/>
                    <a:pt x="366" y="336"/>
                    <a:pt x="347" y="304"/>
                  </a:cubicBezTo>
                  <a:cubicBezTo>
                    <a:pt x="344" y="299"/>
                    <a:pt x="342" y="294"/>
                    <a:pt x="339" y="289"/>
                  </a:cubicBezTo>
                  <a:cubicBezTo>
                    <a:pt x="335" y="282"/>
                    <a:pt x="327" y="292"/>
                    <a:pt x="334" y="295"/>
                  </a:cubicBezTo>
                  <a:cubicBezTo>
                    <a:pt x="334" y="295"/>
                    <a:pt x="335" y="295"/>
                    <a:pt x="336" y="295"/>
                  </a:cubicBezTo>
                  <a:cubicBezTo>
                    <a:pt x="328" y="298"/>
                    <a:pt x="339" y="318"/>
                    <a:pt x="350" y="335"/>
                  </a:cubicBezTo>
                  <a:cubicBezTo>
                    <a:pt x="350" y="335"/>
                    <a:pt x="349" y="335"/>
                    <a:pt x="349" y="336"/>
                  </a:cubicBezTo>
                  <a:lnTo>
                    <a:pt x="348" y="336"/>
                  </a:lnTo>
                  <a:cubicBezTo>
                    <a:pt x="348" y="337"/>
                    <a:pt x="348" y="337"/>
                    <a:pt x="348" y="338"/>
                  </a:cubicBezTo>
                  <a:cubicBezTo>
                    <a:pt x="346" y="372"/>
                    <a:pt x="313" y="354"/>
                    <a:pt x="298" y="339"/>
                  </a:cubicBezTo>
                  <a:lnTo>
                    <a:pt x="299" y="339"/>
                  </a:lnTo>
                  <a:cubicBezTo>
                    <a:pt x="299" y="338"/>
                    <a:pt x="299" y="338"/>
                    <a:pt x="299" y="337"/>
                  </a:cubicBezTo>
                  <a:lnTo>
                    <a:pt x="299" y="336"/>
                  </a:lnTo>
                  <a:lnTo>
                    <a:pt x="298" y="336"/>
                  </a:lnTo>
                  <a:cubicBezTo>
                    <a:pt x="292" y="328"/>
                    <a:pt x="285" y="320"/>
                    <a:pt x="277" y="313"/>
                  </a:cubicBezTo>
                  <a:cubicBezTo>
                    <a:pt x="269" y="302"/>
                    <a:pt x="261" y="291"/>
                    <a:pt x="253" y="280"/>
                  </a:cubicBezTo>
                  <a:cubicBezTo>
                    <a:pt x="243" y="262"/>
                    <a:pt x="234" y="243"/>
                    <a:pt x="226" y="223"/>
                  </a:cubicBezTo>
                  <a:cubicBezTo>
                    <a:pt x="224" y="219"/>
                    <a:pt x="222" y="215"/>
                    <a:pt x="220" y="212"/>
                  </a:cubicBezTo>
                  <a:cubicBezTo>
                    <a:pt x="212" y="198"/>
                    <a:pt x="206" y="185"/>
                    <a:pt x="201" y="170"/>
                  </a:cubicBezTo>
                  <a:cubicBezTo>
                    <a:pt x="201" y="167"/>
                    <a:pt x="195" y="167"/>
                    <a:pt x="195" y="170"/>
                  </a:cubicBezTo>
                  <a:cubicBezTo>
                    <a:pt x="199" y="184"/>
                    <a:pt x="204" y="197"/>
                    <a:pt x="212" y="210"/>
                  </a:cubicBezTo>
                  <a:cubicBezTo>
                    <a:pt x="213" y="212"/>
                    <a:pt x="214" y="214"/>
                    <a:pt x="215" y="215"/>
                  </a:cubicBezTo>
                  <a:cubicBezTo>
                    <a:pt x="225" y="237"/>
                    <a:pt x="232" y="259"/>
                    <a:pt x="242" y="280"/>
                  </a:cubicBezTo>
                  <a:cubicBezTo>
                    <a:pt x="222" y="264"/>
                    <a:pt x="202" y="248"/>
                    <a:pt x="183" y="230"/>
                  </a:cubicBezTo>
                  <a:cubicBezTo>
                    <a:pt x="165" y="212"/>
                    <a:pt x="149" y="191"/>
                    <a:pt x="136" y="168"/>
                  </a:cubicBezTo>
                  <a:cubicBezTo>
                    <a:pt x="129" y="157"/>
                    <a:pt x="124" y="146"/>
                    <a:pt x="119" y="135"/>
                  </a:cubicBezTo>
                  <a:cubicBezTo>
                    <a:pt x="110" y="117"/>
                    <a:pt x="109" y="95"/>
                    <a:pt x="98" y="80"/>
                  </a:cubicBezTo>
                  <a:cubicBezTo>
                    <a:pt x="96" y="78"/>
                    <a:pt x="92" y="80"/>
                    <a:pt x="93" y="83"/>
                  </a:cubicBezTo>
                  <a:cubicBezTo>
                    <a:pt x="108" y="105"/>
                    <a:pt x="113" y="142"/>
                    <a:pt x="123" y="165"/>
                  </a:cubicBezTo>
                  <a:cubicBezTo>
                    <a:pt x="127" y="176"/>
                    <a:pt x="131" y="185"/>
                    <a:pt x="137" y="195"/>
                  </a:cubicBezTo>
                  <a:cubicBezTo>
                    <a:pt x="142" y="204"/>
                    <a:pt x="147" y="212"/>
                    <a:pt x="154" y="220"/>
                  </a:cubicBezTo>
                  <a:cubicBezTo>
                    <a:pt x="103" y="206"/>
                    <a:pt x="83" y="129"/>
                    <a:pt x="56" y="89"/>
                  </a:cubicBezTo>
                  <a:cubicBezTo>
                    <a:pt x="36" y="61"/>
                    <a:pt x="28" y="26"/>
                    <a:pt x="4" y="2"/>
                  </a:cubicBezTo>
                  <a:cubicBezTo>
                    <a:pt x="3" y="0"/>
                    <a:pt x="0" y="2"/>
                    <a:pt x="2" y="4"/>
                  </a:cubicBezTo>
                  <a:cubicBezTo>
                    <a:pt x="20" y="25"/>
                    <a:pt x="30" y="57"/>
                    <a:pt x="43" y="82"/>
                  </a:cubicBezTo>
                  <a:cubicBezTo>
                    <a:pt x="56" y="107"/>
                    <a:pt x="74" y="135"/>
                    <a:pt x="89" y="161"/>
                  </a:cubicBezTo>
                  <a:cubicBezTo>
                    <a:pt x="109" y="196"/>
                    <a:pt x="119" y="230"/>
                    <a:pt x="160" y="226"/>
                  </a:cubicBezTo>
                  <a:lnTo>
                    <a:pt x="163" y="229"/>
                  </a:lnTo>
                  <a:cubicBezTo>
                    <a:pt x="193" y="260"/>
                    <a:pt x="226" y="288"/>
                    <a:pt x="261" y="313"/>
                  </a:cubicBezTo>
                  <a:cubicBezTo>
                    <a:pt x="282" y="346"/>
                    <a:pt x="313" y="387"/>
                    <a:pt x="350" y="387"/>
                  </a:cubicBezTo>
                  <a:cubicBezTo>
                    <a:pt x="351" y="387"/>
                    <a:pt x="352" y="388"/>
                    <a:pt x="353" y="387"/>
                  </a:cubicBezTo>
                  <a:cubicBezTo>
                    <a:pt x="353" y="386"/>
                    <a:pt x="353" y="386"/>
                    <a:pt x="354" y="385"/>
                  </a:cubicBezTo>
                  <a:cubicBezTo>
                    <a:pt x="354" y="384"/>
                    <a:pt x="355" y="384"/>
                    <a:pt x="355" y="384"/>
                  </a:cubicBezTo>
                  <a:cubicBezTo>
                    <a:pt x="356" y="378"/>
                    <a:pt x="356" y="371"/>
                    <a:pt x="356" y="365"/>
                  </a:cubicBezTo>
                  <a:cubicBezTo>
                    <a:pt x="356" y="356"/>
                    <a:pt x="355" y="347"/>
                    <a:pt x="354" y="339"/>
                  </a:cubicBezTo>
                  <a:cubicBezTo>
                    <a:pt x="359" y="347"/>
                    <a:pt x="364" y="354"/>
                    <a:pt x="366" y="357"/>
                  </a:cubicBezTo>
                  <a:cubicBezTo>
                    <a:pt x="385" y="388"/>
                    <a:pt x="409" y="417"/>
                    <a:pt x="427" y="448"/>
                  </a:cubicBezTo>
                  <a:lnTo>
                    <a:pt x="427" y="455"/>
                  </a:lnTo>
                  <a:cubicBezTo>
                    <a:pt x="430" y="481"/>
                    <a:pt x="436" y="508"/>
                    <a:pt x="445" y="533"/>
                  </a:cubicBezTo>
                  <a:cubicBezTo>
                    <a:pt x="445" y="534"/>
                    <a:pt x="445" y="533"/>
                    <a:pt x="446" y="534"/>
                  </a:cubicBezTo>
                  <a:cubicBezTo>
                    <a:pt x="446" y="535"/>
                    <a:pt x="446" y="535"/>
                    <a:pt x="447" y="536"/>
                  </a:cubicBezTo>
                  <a:cubicBezTo>
                    <a:pt x="447" y="536"/>
                    <a:pt x="448" y="536"/>
                    <a:pt x="449" y="536"/>
                  </a:cubicBezTo>
                  <a:lnTo>
                    <a:pt x="450" y="536"/>
                  </a:lnTo>
                  <a:cubicBezTo>
                    <a:pt x="451" y="535"/>
                    <a:pt x="451" y="535"/>
                    <a:pt x="452" y="534"/>
                  </a:cubicBezTo>
                  <a:lnTo>
                    <a:pt x="452" y="533"/>
                  </a:lnTo>
                  <a:cubicBezTo>
                    <a:pt x="453" y="529"/>
                    <a:pt x="453" y="524"/>
                    <a:pt x="453" y="519"/>
                  </a:cubicBezTo>
                  <a:cubicBezTo>
                    <a:pt x="453" y="514"/>
                    <a:pt x="453" y="509"/>
                    <a:pt x="452" y="505"/>
                  </a:cubicBezTo>
                  <a:cubicBezTo>
                    <a:pt x="452" y="508"/>
                    <a:pt x="454" y="511"/>
                    <a:pt x="455" y="514"/>
                  </a:cubicBezTo>
                  <a:lnTo>
                    <a:pt x="455" y="515"/>
                  </a:lnTo>
                  <a:cubicBezTo>
                    <a:pt x="456" y="516"/>
                    <a:pt x="456" y="515"/>
                    <a:pt x="457" y="516"/>
                  </a:cubicBezTo>
                  <a:cubicBezTo>
                    <a:pt x="457" y="517"/>
                    <a:pt x="458" y="517"/>
                    <a:pt x="459" y="517"/>
                  </a:cubicBezTo>
                  <a:cubicBezTo>
                    <a:pt x="459" y="517"/>
                    <a:pt x="460" y="517"/>
                    <a:pt x="461" y="516"/>
                  </a:cubicBezTo>
                  <a:cubicBezTo>
                    <a:pt x="461" y="516"/>
                    <a:pt x="462" y="516"/>
                    <a:pt x="462" y="515"/>
                  </a:cubicBezTo>
                  <a:lnTo>
                    <a:pt x="462" y="514"/>
                  </a:lnTo>
                  <a:cubicBezTo>
                    <a:pt x="462" y="512"/>
                    <a:pt x="463" y="510"/>
                    <a:pt x="463" y="508"/>
                  </a:cubicBezTo>
                  <a:cubicBezTo>
                    <a:pt x="463" y="506"/>
                    <a:pt x="462" y="504"/>
                    <a:pt x="462" y="502"/>
                  </a:cubicBezTo>
                  <a:cubicBezTo>
                    <a:pt x="515" y="556"/>
                    <a:pt x="561" y="616"/>
                    <a:pt x="598" y="681"/>
                  </a:cubicBezTo>
                  <a:cubicBezTo>
                    <a:pt x="600" y="685"/>
                    <a:pt x="603" y="689"/>
                    <a:pt x="605" y="693"/>
                  </a:cubicBezTo>
                  <a:cubicBezTo>
                    <a:pt x="605" y="693"/>
                    <a:pt x="605" y="694"/>
                    <a:pt x="606" y="694"/>
                  </a:cubicBezTo>
                  <a:cubicBezTo>
                    <a:pt x="639" y="752"/>
                    <a:pt x="662" y="815"/>
                    <a:pt x="674" y="881"/>
                  </a:cubicBezTo>
                  <a:cubicBezTo>
                    <a:pt x="657" y="871"/>
                    <a:pt x="648" y="852"/>
                    <a:pt x="627" y="853"/>
                  </a:cubicBezTo>
                  <a:lnTo>
                    <a:pt x="626" y="853"/>
                  </a:lnTo>
                  <a:cubicBezTo>
                    <a:pt x="625" y="853"/>
                    <a:pt x="624" y="853"/>
                    <a:pt x="624" y="854"/>
                  </a:cubicBezTo>
                  <a:cubicBezTo>
                    <a:pt x="623" y="854"/>
                    <a:pt x="622" y="855"/>
                    <a:pt x="621" y="856"/>
                  </a:cubicBezTo>
                  <a:lnTo>
                    <a:pt x="621" y="857"/>
                  </a:lnTo>
                  <a:cubicBezTo>
                    <a:pt x="614" y="884"/>
                    <a:pt x="643" y="900"/>
                    <a:pt x="657" y="921"/>
                  </a:cubicBezTo>
                  <a:cubicBezTo>
                    <a:pt x="661" y="927"/>
                    <a:pt x="664" y="933"/>
                    <a:pt x="668" y="939"/>
                  </a:cubicBezTo>
                  <a:cubicBezTo>
                    <a:pt x="691" y="980"/>
                    <a:pt x="707" y="1027"/>
                    <a:pt x="711" y="1075"/>
                  </a:cubicBezTo>
                  <a:cubicBezTo>
                    <a:pt x="714" y="1118"/>
                    <a:pt x="714" y="1162"/>
                    <a:pt x="720" y="1204"/>
                  </a:cubicBezTo>
                  <a:cubicBezTo>
                    <a:pt x="724" y="1227"/>
                    <a:pt x="725" y="1250"/>
                    <a:pt x="729" y="1274"/>
                  </a:cubicBezTo>
                  <a:lnTo>
                    <a:pt x="729" y="1272"/>
                  </a:lnTo>
                  <a:cubicBezTo>
                    <a:pt x="724" y="1244"/>
                    <a:pt x="710" y="1222"/>
                    <a:pt x="704" y="1195"/>
                  </a:cubicBezTo>
                  <a:cubicBezTo>
                    <a:pt x="696" y="1159"/>
                    <a:pt x="687" y="1109"/>
                    <a:pt x="662" y="1082"/>
                  </a:cubicBezTo>
                  <a:cubicBezTo>
                    <a:pt x="660" y="1079"/>
                    <a:pt x="655" y="1082"/>
                    <a:pt x="657" y="1085"/>
                  </a:cubicBezTo>
                  <a:cubicBezTo>
                    <a:pt x="681" y="1114"/>
                    <a:pt x="686" y="1177"/>
                    <a:pt x="694" y="1212"/>
                  </a:cubicBezTo>
                  <a:cubicBezTo>
                    <a:pt x="704" y="1256"/>
                    <a:pt x="720" y="1299"/>
                    <a:pt x="731" y="1343"/>
                  </a:cubicBezTo>
                  <a:cubicBezTo>
                    <a:pt x="743" y="1388"/>
                    <a:pt x="751" y="1434"/>
                    <a:pt x="755" y="1481"/>
                  </a:cubicBezTo>
                  <a:cubicBezTo>
                    <a:pt x="756" y="1515"/>
                    <a:pt x="761" y="1548"/>
                    <a:pt x="769" y="1581"/>
                  </a:cubicBezTo>
                  <a:cubicBezTo>
                    <a:pt x="770" y="1585"/>
                    <a:pt x="777" y="1584"/>
                    <a:pt x="777" y="1580"/>
                  </a:cubicBezTo>
                  <a:cubicBezTo>
                    <a:pt x="786" y="1503"/>
                    <a:pt x="764" y="1414"/>
                    <a:pt x="745" y="1339"/>
                  </a:cubicBezTo>
                  <a:lnTo>
                    <a:pt x="743" y="1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37"/>
            <p:cNvSpPr/>
            <p:nvPr/>
          </p:nvSpPr>
          <p:spPr>
            <a:xfrm>
              <a:off x="8732520" y="3611520"/>
              <a:ext cx="732600" cy="1013760"/>
            </a:xfrm>
            <a:custGeom>
              <a:rect b="b" l="l" r="r" t="t"/>
              <a:pathLst>
                <a:path extrusionOk="0" h="2816" w="2035">
                  <a:moveTo>
                    <a:pt x="2004" y="1646"/>
                  </a:moveTo>
                  <a:cubicBezTo>
                    <a:pt x="1992" y="1614"/>
                    <a:pt x="1991" y="1576"/>
                    <a:pt x="1969" y="1549"/>
                  </a:cubicBezTo>
                  <a:cubicBezTo>
                    <a:pt x="1968" y="1547"/>
                    <a:pt x="1965" y="1549"/>
                    <a:pt x="1966" y="1551"/>
                  </a:cubicBezTo>
                  <a:cubicBezTo>
                    <a:pt x="1983" y="1575"/>
                    <a:pt x="1981" y="1602"/>
                    <a:pt x="1988" y="1630"/>
                  </a:cubicBezTo>
                  <a:cubicBezTo>
                    <a:pt x="1997" y="1668"/>
                    <a:pt x="2004" y="1707"/>
                    <a:pt x="2008" y="1747"/>
                  </a:cubicBezTo>
                  <a:cubicBezTo>
                    <a:pt x="2008" y="1757"/>
                    <a:pt x="2008" y="1766"/>
                    <a:pt x="2008" y="1776"/>
                  </a:cubicBezTo>
                  <a:cubicBezTo>
                    <a:pt x="2008" y="1854"/>
                    <a:pt x="1992" y="1931"/>
                    <a:pt x="1961" y="2002"/>
                  </a:cubicBezTo>
                  <a:cubicBezTo>
                    <a:pt x="1950" y="2032"/>
                    <a:pt x="1940" y="2063"/>
                    <a:pt x="1933" y="2094"/>
                  </a:cubicBezTo>
                  <a:cubicBezTo>
                    <a:pt x="1922" y="2126"/>
                    <a:pt x="1909" y="2158"/>
                    <a:pt x="1893" y="2188"/>
                  </a:cubicBezTo>
                  <a:cubicBezTo>
                    <a:pt x="1879" y="2222"/>
                    <a:pt x="1850" y="2243"/>
                    <a:pt x="1836" y="2275"/>
                  </a:cubicBezTo>
                  <a:cubicBezTo>
                    <a:pt x="1834" y="2279"/>
                    <a:pt x="1832" y="2282"/>
                    <a:pt x="1830" y="2286"/>
                  </a:cubicBezTo>
                  <a:cubicBezTo>
                    <a:pt x="1824" y="2296"/>
                    <a:pt x="1818" y="2305"/>
                    <a:pt x="1811" y="2315"/>
                  </a:cubicBezTo>
                  <a:cubicBezTo>
                    <a:pt x="1813" y="2295"/>
                    <a:pt x="1815" y="2275"/>
                    <a:pt x="1817" y="2256"/>
                  </a:cubicBezTo>
                  <a:cubicBezTo>
                    <a:pt x="1823" y="2205"/>
                    <a:pt x="1820" y="2150"/>
                    <a:pt x="1829" y="2100"/>
                  </a:cubicBezTo>
                  <a:cubicBezTo>
                    <a:pt x="1847" y="1994"/>
                    <a:pt x="1829" y="1887"/>
                    <a:pt x="1829" y="1782"/>
                  </a:cubicBezTo>
                  <a:cubicBezTo>
                    <a:pt x="1829" y="1770"/>
                    <a:pt x="1837" y="1716"/>
                    <a:pt x="1824" y="1708"/>
                  </a:cubicBezTo>
                  <a:cubicBezTo>
                    <a:pt x="1806" y="1696"/>
                    <a:pt x="1787" y="1714"/>
                    <a:pt x="1791" y="1681"/>
                  </a:cubicBezTo>
                  <a:cubicBezTo>
                    <a:pt x="1796" y="1633"/>
                    <a:pt x="1785" y="1583"/>
                    <a:pt x="1791" y="1533"/>
                  </a:cubicBezTo>
                  <a:cubicBezTo>
                    <a:pt x="1794" y="1514"/>
                    <a:pt x="1795" y="1495"/>
                    <a:pt x="1795" y="1476"/>
                  </a:cubicBezTo>
                  <a:cubicBezTo>
                    <a:pt x="1795" y="1453"/>
                    <a:pt x="1793" y="1431"/>
                    <a:pt x="1789" y="1409"/>
                  </a:cubicBezTo>
                  <a:cubicBezTo>
                    <a:pt x="1789" y="1408"/>
                    <a:pt x="1788" y="1408"/>
                    <a:pt x="1788" y="1407"/>
                  </a:cubicBezTo>
                  <a:cubicBezTo>
                    <a:pt x="1787" y="1406"/>
                    <a:pt x="1787" y="1405"/>
                    <a:pt x="1786" y="1405"/>
                  </a:cubicBezTo>
                  <a:cubicBezTo>
                    <a:pt x="1784" y="1404"/>
                    <a:pt x="1783" y="1404"/>
                    <a:pt x="1782" y="1404"/>
                  </a:cubicBezTo>
                  <a:cubicBezTo>
                    <a:pt x="1780" y="1404"/>
                    <a:pt x="1779" y="1404"/>
                    <a:pt x="1778" y="1405"/>
                  </a:cubicBezTo>
                  <a:cubicBezTo>
                    <a:pt x="1777" y="1405"/>
                    <a:pt x="1777" y="1405"/>
                    <a:pt x="1776" y="1406"/>
                  </a:cubicBezTo>
                  <a:cubicBezTo>
                    <a:pt x="1761" y="1419"/>
                    <a:pt x="1747" y="1434"/>
                    <a:pt x="1737" y="1452"/>
                  </a:cubicBezTo>
                  <a:cubicBezTo>
                    <a:pt x="1733" y="1438"/>
                    <a:pt x="1732" y="1424"/>
                    <a:pt x="1732" y="1410"/>
                  </a:cubicBezTo>
                  <a:cubicBezTo>
                    <a:pt x="1732" y="1403"/>
                    <a:pt x="1732" y="1396"/>
                    <a:pt x="1733" y="1389"/>
                  </a:cubicBezTo>
                  <a:cubicBezTo>
                    <a:pt x="1733" y="1387"/>
                    <a:pt x="1733" y="1384"/>
                    <a:pt x="1733" y="1382"/>
                  </a:cubicBezTo>
                  <a:cubicBezTo>
                    <a:pt x="1733" y="1360"/>
                    <a:pt x="1732" y="1338"/>
                    <a:pt x="1728" y="1316"/>
                  </a:cubicBezTo>
                  <a:lnTo>
                    <a:pt x="1730" y="1316"/>
                  </a:lnTo>
                  <a:cubicBezTo>
                    <a:pt x="1734" y="1315"/>
                    <a:pt x="1736" y="1309"/>
                    <a:pt x="1732" y="1307"/>
                  </a:cubicBezTo>
                  <a:lnTo>
                    <a:pt x="1727" y="1305"/>
                  </a:lnTo>
                  <a:cubicBezTo>
                    <a:pt x="1725" y="1261"/>
                    <a:pt x="1720" y="1217"/>
                    <a:pt x="1713" y="1173"/>
                  </a:cubicBezTo>
                  <a:cubicBezTo>
                    <a:pt x="1694" y="1093"/>
                    <a:pt x="1697" y="1008"/>
                    <a:pt x="1678" y="927"/>
                  </a:cubicBezTo>
                  <a:cubicBezTo>
                    <a:pt x="1678" y="924"/>
                    <a:pt x="1672" y="925"/>
                    <a:pt x="1673" y="927"/>
                  </a:cubicBezTo>
                  <a:cubicBezTo>
                    <a:pt x="1681" y="972"/>
                    <a:pt x="1681" y="1017"/>
                    <a:pt x="1687" y="1062"/>
                  </a:cubicBezTo>
                  <a:cubicBezTo>
                    <a:pt x="1691" y="1090"/>
                    <a:pt x="1692" y="1118"/>
                    <a:pt x="1692" y="1147"/>
                  </a:cubicBezTo>
                  <a:cubicBezTo>
                    <a:pt x="1692" y="1171"/>
                    <a:pt x="1702" y="1193"/>
                    <a:pt x="1702" y="1219"/>
                  </a:cubicBezTo>
                  <a:cubicBezTo>
                    <a:pt x="1703" y="1243"/>
                    <a:pt x="1705" y="1267"/>
                    <a:pt x="1708" y="1291"/>
                  </a:cubicBezTo>
                  <a:cubicBezTo>
                    <a:pt x="1697" y="1281"/>
                    <a:pt x="1688" y="1269"/>
                    <a:pt x="1681" y="1257"/>
                  </a:cubicBezTo>
                  <a:cubicBezTo>
                    <a:pt x="1680" y="1256"/>
                    <a:pt x="1680" y="1255"/>
                    <a:pt x="1679" y="1254"/>
                  </a:cubicBezTo>
                  <a:cubicBezTo>
                    <a:pt x="1679" y="1253"/>
                    <a:pt x="1680" y="1252"/>
                    <a:pt x="1680" y="1251"/>
                  </a:cubicBezTo>
                  <a:cubicBezTo>
                    <a:pt x="1680" y="1250"/>
                    <a:pt x="1678" y="1248"/>
                    <a:pt x="1678" y="1247"/>
                  </a:cubicBezTo>
                  <a:cubicBezTo>
                    <a:pt x="1677" y="1246"/>
                    <a:pt x="1677" y="1245"/>
                    <a:pt x="1675" y="1244"/>
                  </a:cubicBezTo>
                  <a:cubicBezTo>
                    <a:pt x="1674" y="1243"/>
                    <a:pt x="1674" y="1243"/>
                    <a:pt x="1674" y="1243"/>
                  </a:cubicBezTo>
                  <a:cubicBezTo>
                    <a:pt x="1656" y="1202"/>
                    <a:pt x="1644" y="1158"/>
                    <a:pt x="1636" y="1114"/>
                  </a:cubicBezTo>
                  <a:cubicBezTo>
                    <a:pt x="1628" y="1079"/>
                    <a:pt x="1625" y="1043"/>
                    <a:pt x="1616" y="1008"/>
                  </a:cubicBezTo>
                  <a:cubicBezTo>
                    <a:pt x="1614" y="999"/>
                    <a:pt x="1588" y="944"/>
                    <a:pt x="1579" y="918"/>
                  </a:cubicBezTo>
                  <a:cubicBezTo>
                    <a:pt x="1579" y="916"/>
                    <a:pt x="1579" y="914"/>
                    <a:pt x="1579" y="912"/>
                  </a:cubicBezTo>
                  <a:cubicBezTo>
                    <a:pt x="1579" y="911"/>
                    <a:pt x="1579" y="911"/>
                    <a:pt x="1579" y="911"/>
                  </a:cubicBezTo>
                  <a:lnTo>
                    <a:pt x="1578" y="910"/>
                  </a:lnTo>
                  <a:cubicBezTo>
                    <a:pt x="1578" y="907"/>
                    <a:pt x="1578" y="905"/>
                    <a:pt x="1578" y="905"/>
                  </a:cubicBezTo>
                  <a:lnTo>
                    <a:pt x="1579" y="904"/>
                  </a:lnTo>
                  <a:cubicBezTo>
                    <a:pt x="1579" y="904"/>
                    <a:pt x="1580" y="904"/>
                    <a:pt x="1580" y="903"/>
                  </a:cubicBezTo>
                  <a:lnTo>
                    <a:pt x="1580" y="902"/>
                  </a:lnTo>
                  <a:lnTo>
                    <a:pt x="1580" y="901"/>
                  </a:lnTo>
                  <a:lnTo>
                    <a:pt x="1579" y="900"/>
                  </a:lnTo>
                  <a:lnTo>
                    <a:pt x="1578" y="900"/>
                  </a:lnTo>
                  <a:lnTo>
                    <a:pt x="1574" y="900"/>
                  </a:lnTo>
                  <a:cubicBezTo>
                    <a:pt x="1573" y="900"/>
                    <a:pt x="1572" y="899"/>
                    <a:pt x="1572" y="900"/>
                  </a:cubicBezTo>
                  <a:cubicBezTo>
                    <a:pt x="1571" y="901"/>
                    <a:pt x="1571" y="901"/>
                    <a:pt x="1571" y="902"/>
                  </a:cubicBezTo>
                  <a:cubicBezTo>
                    <a:pt x="1569" y="909"/>
                    <a:pt x="1568" y="915"/>
                    <a:pt x="1568" y="922"/>
                  </a:cubicBezTo>
                  <a:cubicBezTo>
                    <a:pt x="1568" y="932"/>
                    <a:pt x="1570" y="942"/>
                    <a:pt x="1575" y="951"/>
                  </a:cubicBezTo>
                  <a:cubicBezTo>
                    <a:pt x="1575" y="959"/>
                    <a:pt x="1575" y="967"/>
                    <a:pt x="1575" y="974"/>
                  </a:cubicBezTo>
                  <a:lnTo>
                    <a:pt x="1574" y="975"/>
                  </a:lnTo>
                  <a:cubicBezTo>
                    <a:pt x="1569" y="967"/>
                    <a:pt x="1563" y="959"/>
                    <a:pt x="1559" y="950"/>
                  </a:cubicBezTo>
                  <a:cubicBezTo>
                    <a:pt x="1548" y="931"/>
                    <a:pt x="1538" y="911"/>
                    <a:pt x="1529" y="891"/>
                  </a:cubicBezTo>
                  <a:cubicBezTo>
                    <a:pt x="1513" y="852"/>
                    <a:pt x="1489" y="819"/>
                    <a:pt x="1480" y="778"/>
                  </a:cubicBezTo>
                  <a:cubicBezTo>
                    <a:pt x="1473" y="743"/>
                    <a:pt x="1458" y="710"/>
                    <a:pt x="1449" y="675"/>
                  </a:cubicBezTo>
                  <a:cubicBezTo>
                    <a:pt x="1444" y="646"/>
                    <a:pt x="1435" y="617"/>
                    <a:pt x="1422" y="591"/>
                  </a:cubicBezTo>
                  <a:cubicBezTo>
                    <a:pt x="1420" y="588"/>
                    <a:pt x="1416" y="591"/>
                    <a:pt x="1418" y="594"/>
                  </a:cubicBezTo>
                  <a:cubicBezTo>
                    <a:pt x="1433" y="622"/>
                    <a:pt x="1436" y="662"/>
                    <a:pt x="1443" y="692"/>
                  </a:cubicBezTo>
                  <a:cubicBezTo>
                    <a:pt x="1453" y="733"/>
                    <a:pt x="1464" y="773"/>
                    <a:pt x="1477" y="812"/>
                  </a:cubicBezTo>
                  <a:cubicBezTo>
                    <a:pt x="1489" y="846"/>
                    <a:pt x="1510" y="876"/>
                    <a:pt x="1523" y="910"/>
                  </a:cubicBezTo>
                  <a:cubicBezTo>
                    <a:pt x="1526" y="917"/>
                    <a:pt x="1529" y="923"/>
                    <a:pt x="1532" y="930"/>
                  </a:cubicBezTo>
                  <a:cubicBezTo>
                    <a:pt x="1524" y="920"/>
                    <a:pt x="1515" y="912"/>
                    <a:pt x="1508" y="904"/>
                  </a:cubicBezTo>
                  <a:lnTo>
                    <a:pt x="1508" y="903"/>
                  </a:lnTo>
                  <a:cubicBezTo>
                    <a:pt x="1508" y="902"/>
                    <a:pt x="1508" y="901"/>
                    <a:pt x="1508" y="901"/>
                  </a:cubicBezTo>
                  <a:cubicBezTo>
                    <a:pt x="1479" y="857"/>
                    <a:pt x="1437" y="817"/>
                    <a:pt x="1403" y="772"/>
                  </a:cubicBezTo>
                  <a:cubicBezTo>
                    <a:pt x="1390" y="750"/>
                    <a:pt x="1379" y="727"/>
                    <a:pt x="1369" y="704"/>
                  </a:cubicBezTo>
                  <a:cubicBezTo>
                    <a:pt x="1354" y="673"/>
                    <a:pt x="1340" y="643"/>
                    <a:pt x="1325" y="612"/>
                  </a:cubicBezTo>
                  <a:cubicBezTo>
                    <a:pt x="1324" y="604"/>
                    <a:pt x="1321" y="596"/>
                    <a:pt x="1317" y="589"/>
                  </a:cubicBezTo>
                  <a:lnTo>
                    <a:pt x="1317" y="588"/>
                  </a:lnTo>
                  <a:cubicBezTo>
                    <a:pt x="1306" y="564"/>
                    <a:pt x="1296" y="538"/>
                    <a:pt x="1290" y="512"/>
                  </a:cubicBezTo>
                  <a:cubicBezTo>
                    <a:pt x="1280" y="491"/>
                    <a:pt x="1273" y="469"/>
                    <a:pt x="1266" y="446"/>
                  </a:cubicBezTo>
                  <a:lnTo>
                    <a:pt x="1266" y="445"/>
                  </a:lnTo>
                  <a:cubicBezTo>
                    <a:pt x="1266" y="444"/>
                    <a:pt x="1266" y="444"/>
                    <a:pt x="1265" y="444"/>
                  </a:cubicBezTo>
                  <a:lnTo>
                    <a:pt x="1264" y="444"/>
                  </a:lnTo>
                  <a:lnTo>
                    <a:pt x="1263" y="444"/>
                  </a:lnTo>
                  <a:cubicBezTo>
                    <a:pt x="1262" y="444"/>
                    <a:pt x="1262" y="444"/>
                    <a:pt x="1262" y="445"/>
                  </a:cubicBezTo>
                  <a:lnTo>
                    <a:pt x="1262" y="446"/>
                  </a:lnTo>
                  <a:cubicBezTo>
                    <a:pt x="1264" y="478"/>
                    <a:pt x="1272" y="509"/>
                    <a:pt x="1284" y="538"/>
                  </a:cubicBezTo>
                  <a:lnTo>
                    <a:pt x="1283" y="538"/>
                  </a:lnTo>
                  <a:cubicBezTo>
                    <a:pt x="1282" y="538"/>
                    <a:pt x="1280" y="539"/>
                    <a:pt x="1279" y="540"/>
                  </a:cubicBezTo>
                  <a:cubicBezTo>
                    <a:pt x="1278" y="540"/>
                    <a:pt x="1278" y="540"/>
                    <a:pt x="1277" y="541"/>
                  </a:cubicBezTo>
                  <a:cubicBezTo>
                    <a:pt x="1273" y="533"/>
                    <a:pt x="1270" y="524"/>
                    <a:pt x="1267" y="516"/>
                  </a:cubicBezTo>
                  <a:cubicBezTo>
                    <a:pt x="1266" y="515"/>
                    <a:pt x="1266" y="515"/>
                    <a:pt x="1265" y="514"/>
                  </a:cubicBezTo>
                  <a:cubicBezTo>
                    <a:pt x="1265" y="514"/>
                    <a:pt x="1264" y="514"/>
                    <a:pt x="1263" y="514"/>
                  </a:cubicBezTo>
                  <a:lnTo>
                    <a:pt x="1262" y="514"/>
                  </a:lnTo>
                  <a:cubicBezTo>
                    <a:pt x="1261" y="514"/>
                    <a:pt x="1261" y="514"/>
                    <a:pt x="1261" y="515"/>
                  </a:cubicBezTo>
                  <a:cubicBezTo>
                    <a:pt x="1258" y="506"/>
                    <a:pt x="1253" y="498"/>
                    <a:pt x="1249" y="491"/>
                  </a:cubicBezTo>
                  <a:cubicBezTo>
                    <a:pt x="1230" y="459"/>
                    <a:pt x="1205" y="432"/>
                    <a:pt x="1173" y="413"/>
                  </a:cubicBezTo>
                  <a:cubicBezTo>
                    <a:pt x="1173" y="412"/>
                    <a:pt x="1172" y="412"/>
                    <a:pt x="1172" y="412"/>
                  </a:cubicBezTo>
                  <a:cubicBezTo>
                    <a:pt x="1171" y="412"/>
                    <a:pt x="1171" y="412"/>
                    <a:pt x="1170" y="413"/>
                  </a:cubicBezTo>
                  <a:cubicBezTo>
                    <a:pt x="1169" y="414"/>
                    <a:pt x="1169" y="413"/>
                    <a:pt x="1169" y="414"/>
                  </a:cubicBezTo>
                  <a:cubicBezTo>
                    <a:pt x="1168" y="415"/>
                    <a:pt x="1168" y="415"/>
                    <a:pt x="1168" y="416"/>
                  </a:cubicBezTo>
                  <a:cubicBezTo>
                    <a:pt x="1168" y="416"/>
                    <a:pt x="1168" y="417"/>
                    <a:pt x="1169" y="418"/>
                  </a:cubicBezTo>
                  <a:cubicBezTo>
                    <a:pt x="1172" y="423"/>
                    <a:pt x="1175" y="428"/>
                    <a:pt x="1178" y="434"/>
                  </a:cubicBezTo>
                  <a:cubicBezTo>
                    <a:pt x="1170" y="420"/>
                    <a:pt x="1159" y="408"/>
                    <a:pt x="1147" y="397"/>
                  </a:cubicBezTo>
                  <a:cubicBezTo>
                    <a:pt x="1129" y="383"/>
                    <a:pt x="1111" y="370"/>
                    <a:pt x="1093" y="357"/>
                  </a:cubicBezTo>
                  <a:cubicBezTo>
                    <a:pt x="1067" y="338"/>
                    <a:pt x="1033" y="334"/>
                    <a:pt x="1005" y="317"/>
                  </a:cubicBezTo>
                  <a:cubicBezTo>
                    <a:pt x="981" y="286"/>
                    <a:pt x="957" y="256"/>
                    <a:pt x="936" y="224"/>
                  </a:cubicBezTo>
                  <a:cubicBezTo>
                    <a:pt x="918" y="197"/>
                    <a:pt x="889" y="178"/>
                    <a:pt x="867" y="156"/>
                  </a:cubicBezTo>
                  <a:cubicBezTo>
                    <a:pt x="840" y="129"/>
                    <a:pt x="812" y="103"/>
                    <a:pt x="785" y="76"/>
                  </a:cubicBezTo>
                  <a:cubicBezTo>
                    <a:pt x="770" y="62"/>
                    <a:pt x="754" y="49"/>
                    <a:pt x="736" y="39"/>
                  </a:cubicBezTo>
                  <a:cubicBezTo>
                    <a:pt x="698" y="17"/>
                    <a:pt x="656" y="6"/>
                    <a:pt x="612" y="6"/>
                  </a:cubicBezTo>
                  <a:cubicBezTo>
                    <a:pt x="605" y="6"/>
                    <a:pt x="598" y="6"/>
                    <a:pt x="591" y="7"/>
                  </a:cubicBezTo>
                  <a:cubicBezTo>
                    <a:pt x="589" y="7"/>
                    <a:pt x="588" y="11"/>
                    <a:pt x="591" y="12"/>
                  </a:cubicBezTo>
                  <a:cubicBezTo>
                    <a:pt x="636" y="15"/>
                    <a:pt x="680" y="26"/>
                    <a:pt x="721" y="45"/>
                  </a:cubicBezTo>
                  <a:cubicBezTo>
                    <a:pt x="751" y="59"/>
                    <a:pt x="769" y="81"/>
                    <a:pt x="795" y="100"/>
                  </a:cubicBezTo>
                  <a:cubicBezTo>
                    <a:pt x="820" y="118"/>
                    <a:pt x="833" y="148"/>
                    <a:pt x="857" y="167"/>
                  </a:cubicBezTo>
                  <a:cubicBezTo>
                    <a:pt x="890" y="193"/>
                    <a:pt x="918" y="224"/>
                    <a:pt x="940" y="259"/>
                  </a:cubicBezTo>
                  <a:cubicBezTo>
                    <a:pt x="971" y="303"/>
                    <a:pt x="1004" y="346"/>
                    <a:pt x="1040" y="387"/>
                  </a:cubicBezTo>
                  <a:cubicBezTo>
                    <a:pt x="1065" y="418"/>
                    <a:pt x="1088" y="451"/>
                    <a:pt x="1109" y="485"/>
                  </a:cubicBezTo>
                  <a:cubicBezTo>
                    <a:pt x="1117" y="498"/>
                    <a:pt x="1125" y="511"/>
                    <a:pt x="1133" y="524"/>
                  </a:cubicBezTo>
                  <a:cubicBezTo>
                    <a:pt x="1139" y="534"/>
                    <a:pt x="1145" y="544"/>
                    <a:pt x="1150" y="555"/>
                  </a:cubicBezTo>
                  <a:cubicBezTo>
                    <a:pt x="1152" y="559"/>
                    <a:pt x="1157" y="555"/>
                    <a:pt x="1156" y="552"/>
                  </a:cubicBezTo>
                  <a:cubicBezTo>
                    <a:pt x="1148" y="503"/>
                    <a:pt x="1099" y="440"/>
                    <a:pt x="1070" y="400"/>
                  </a:cubicBezTo>
                  <a:cubicBezTo>
                    <a:pt x="1051" y="376"/>
                    <a:pt x="1032" y="353"/>
                    <a:pt x="1013" y="329"/>
                  </a:cubicBezTo>
                  <a:cubicBezTo>
                    <a:pt x="1043" y="349"/>
                    <a:pt x="1076" y="359"/>
                    <a:pt x="1104" y="383"/>
                  </a:cubicBezTo>
                  <a:cubicBezTo>
                    <a:pt x="1141" y="415"/>
                    <a:pt x="1163" y="456"/>
                    <a:pt x="1194" y="492"/>
                  </a:cubicBezTo>
                  <a:lnTo>
                    <a:pt x="1195" y="493"/>
                  </a:lnTo>
                  <a:cubicBezTo>
                    <a:pt x="1196" y="493"/>
                    <a:pt x="1197" y="493"/>
                    <a:pt x="1197" y="493"/>
                  </a:cubicBezTo>
                  <a:cubicBezTo>
                    <a:pt x="1198" y="493"/>
                    <a:pt x="1199" y="493"/>
                    <a:pt x="1199" y="493"/>
                  </a:cubicBezTo>
                  <a:cubicBezTo>
                    <a:pt x="1200" y="492"/>
                    <a:pt x="1200" y="492"/>
                    <a:pt x="1201" y="491"/>
                  </a:cubicBezTo>
                  <a:cubicBezTo>
                    <a:pt x="1201" y="491"/>
                    <a:pt x="1201" y="490"/>
                    <a:pt x="1201" y="489"/>
                  </a:cubicBezTo>
                  <a:cubicBezTo>
                    <a:pt x="1201" y="488"/>
                    <a:pt x="1201" y="486"/>
                    <a:pt x="1201" y="485"/>
                  </a:cubicBezTo>
                  <a:cubicBezTo>
                    <a:pt x="1201" y="487"/>
                    <a:pt x="1203" y="489"/>
                    <a:pt x="1204" y="490"/>
                  </a:cubicBezTo>
                  <a:cubicBezTo>
                    <a:pt x="1206" y="494"/>
                    <a:pt x="1208" y="497"/>
                    <a:pt x="1210" y="501"/>
                  </a:cubicBezTo>
                  <a:cubicBezTo>
                    <a:pt x="1220" y="517"/>
                    <a:pt x="1228" y="534"/>
                    <a:pt x="1236" y="552"/>
                  </a:cubicBezTo>
                  <a:cubicBezTo>
                    <a:pt x="1253" y="594"/>
                    <a:pt x="1264" y="638"/>
                    <a:pt x="1268" y="683"/>
                  </a:cubicBezTo>
                  <a:cubicBezTo>
                    <a:pt x="1268" y="687"/>
                    <a:pt x="1268" y="691"/>
                    <a:pt x="1268" y="695"/>
                  </a:cubicBezTo>
                  <a:cubicBezTo>
                    <a:pt x="1268" y="700"/>
                    <a:pt x="1268" y="704"/>
                    <a:pt x="1268" y="709"/>
                  </a:cubicBezTo>
                  <a:cubicBezTo>
                    <a:pt x="1268" y="724"/>
                    <a:pt x="1269" y="739"/>
                    <a:pt x="1271" y="754"/>
                  </a:cubicBezTo>
                  <a:lnTo>
                    <a:pt x="1271" y="758"/>
                  </a:lnTo>
                  <a:cubicBezTo>
                    <a:pt x="1271" y="763"/>
                    <a:pt x="1272" y="768"/>
                    <a:pt x="1272" y="773"/>
                  </a:cubicBezTo>
                  <a:cubicBezTo>
                    <a:pt x="1272" y="779"/>
                    <a:pt x="1271" y="786"/>
                    <a:pt x="1270" y="792"/>
                  </a:cubicBezTo>
                  <a:cubicBezTo>
                    <a:pt x="1262" y="785"/>
                    <a:pt x="1255" y="776"/>
                    <a:pt x="1250" y="767"/>
                  </a:cubicBezTo>
                  <a:cubicBezTo>
                    <a:pt x="1247" y="762"/>
                    <a:pt x="1244" y="757"/>
                    <a:pt x="1242" y="751"/>
                  </a:cubicBezTo>
                  <a:cubicBezTo>
                    <a:pt x="1236" y="739"/>
                    <a:pt x="1230" y="728"/>
                    <a:pt x="1224" y="716"/>
                  </a:cubicBezTo>
                  <a:cubicBezTo>
                    <a:pt x="1208" y="689"/>
                    <a:pt x="1190" y="663"/>
                    <a:pt x="1170" y="639"/>
                  </a:cubicBezTo>
                  <a:lnTo>
                    <a:pt x="1169" y="638"/>
                  </a:lnTo>
                  <a:lnTo>
                    <a:pt x="1168" y="638"/>
                  </a:lnTo>
                  <a:lnTo>
                    <a:pt x="1167" y="638"/>
                  </a:lnTo>
                  <a:cubicBezTo>
                    <a:pt x="1166" y="639"/>
                    <a:pt x="1166" y="639"/>
                    <a:pt x="1166" y="639"/>
                  </a:cubicBezTo>
                  <a:cubicBezTo>
                    <a:pt x="1166" y="640"/>
                    <a:pt x="1166" y="640"/>
                    <a:pt x="1166" y="641"/>
                  </a:cubicBezTo>
                  <a:lnTo>
                    <a:pt x="1166" y="642"/>
                  </a:lnTo>
                  <a:cubicBezTo>
                    <a:pt x="1178" y="660"/>
                    <a:pt x="1191" y="678"/>
                    <a:pt x="1202" y="697"/>
                  </a:cubicBezTo>
                  <a:cubicBezTo>
                    <a:pt x="1199" y="695"/>
                    <a:pt x="1196" y="693"/>
                    <a:pt x="1193" y="691"/>
                  </a:cubicBezTo>
                  <a:cubicBezTo>
                    <a:pt x="1188" y="688"/>
                    <a:pt x="1183" y="686"/>
                    <a:pt x="1179" y="685"/>
                  </a:cubicBezTo>
                  <a:cubicBezTo>
                    <a:pt x="1143" y="673"/>
                    <a:pt x="1120" y="638"/>
                    <a:pt x="1097" y="610"/>
                  </a:cubicBezTo>
                  <a:cubicBezTo>
                    <a:pt x="1077" y="585"/>
                    <a:pt x="1067" y="549"/>
                    <a:pt x="1049" y="522"/>
                  </a:cubicBezTo>
                  <a:cubicBezTo>
                    <a:pt x="1044" y="515"/>
                    <a:pt x="1040" y="508"/>
                    <a:pt x="1036" y="501"/>
                  </a:cubicBezTo>
                  <a:cubicBezTo>
                    <a:pt x="1021" y="475"/>
                    <a:pt x="1009" y="448"/>
                    <a:pt x="1001" y="420"/>
                  </a:cubicBezTo>
                  <a:cubicBezTo>
                    <a:pt x="1001" y="420"/>
                    <a:pt x="1001" y="421"/>
                    <a:pt x="1000" y="420"/>
                  </a:cubicBezTo>
                  <a:cubicBezTo>
                    <a:pt x="999" y="419"/>
                    <a:pt x="999" y="418"/>
                    <a:pt x="999" y="418"/>
                  </a:cubicBezTo>
                  <a:cubicBezTo>
                    <a:pt x="998" y="417"/>
                    <a:pt x="997" y="417"/>
                    <a:pt x="997" y="417"/>
                  </a:cubicBezTo>
                  <a:cubicBezTo>
                    <a:pt x="996" y="417"/>
                    <a:pt x="995" y="417"/>
                    <a:pt x="994" y="418"/>
                  </a:cubicBezTo>
                  <a:cubicBezTo>
                    <a:pt x="994" y="418"/>
                    <a:pt x="994" y="419"/>
                    <a:pt x="993" y="420"/>
                  </a:cubicBezTo>
                  <a:cubicBezTo>
                    <a:pt x="992" y="421"/>
                    <a:pt x="992" y="421"/>
                    <a:pt x="992" y="422"/>
                  </a:cubicBezTo>
                  <a:cubicBezTo>
                    <a:pt x="998" y="469"/>
                    <a:pt x="966" y="418"/>
                    <a:pt x="962" y="411"/>
                  </a:cubicBezTo>
                  <a:cubicBezTo>
                    <a:pt x="952" y="397"/>
                    <a:pt x="940" y="383"/>
                    <a:pt x="928" y="370"/>
                  </a:cubicBezTo>
                  <a:cubicBezTo>
                    <a:pt x="926" y="368"/>
                    <a:pt x="924" y="366"/>
                    <a:pt x="923" y="364"/>
                  </a:cubicBezTo>
                  <a:cubicBezTo>
                    <a:pt x="922" y="361"/>
                    <a:pt x="921" y="359"/>
                    <a:pt x="919" y="357"/>
                  </a:cubicBezTo>
                  <a:cubicBezTo>
                    <a:pt x="917" y="354"/>
                    <a:pt x="915" y="351"/>
                    <a:pt x="913" y="348"/>
                  </a:cubicBezTo>
                  <a:lnTo>
                    <a:pt x="912" y="346"/>
                  </a:lnTo>
                  <a:lnTo>
                    <a:pt x="906" y="339"/>
                  </a:lnTo>
                  <a:cubicBezTo>
                    <a:pt x="892" y="308"/>
                    <a:pt x="881" y="276"/>
                    <a:pt x="875" y="242"/>
                  </a:cubicBezTo>
                  <a:lnTo>
                    <a:pt x="875" y="241"/>
                  </a:lnTo>
                  <a:cubicBezTo>
                    <a:pt x="874" y="241"/>
                    <a:pt x="874" y="241"/>
                    <a:pt x="874" y="241"/>
                  </a:cubicBezTo>
                  <a:lnTo>
                    <a:pt x="873" y="241"/>
                  </a:lnTo>
                  <a:lnTo>
                    <a:pt x="873" y="242"/>
                  </a:lnTo>
                  <a:lnTo>
                    <a:pt x="872" y="242"/>
                  </a:lnTo>
                  <a:cubicBezTo>
                    <a:pt x="873" y="266"/>
                    <a:pt x="877" y="290"/>
                    <a:pt x="884" y="313"/>
                  </a:cubicBezTo>
                  <a:lnTo>
                    <a:pt x="880" y="307"/>
                  </a:lnTo>
                  <a:cubicBezTo>
                    <a:pt x="841" y="254"/>
                    <a:pt x="795" y="196"/>
                    <a:pt x="782" y="128"/>
                  </a:cubicBezTo>
                  <a:cubicBezTo>
                    <a:pt x="782" y="126"/>
                    <a:pt x="777" y="126"/>
                    <a:pt x="777" y="128"/>
                  </a:cubicBezTo>
                  <a:cubicBezTo>
                    <a:pt x="782" y="170"/>
                    <a:pt x="795" y="211"/>
                    <a:pt x="816" y="248"/>
                  </a:cubicBezTo>
                  <a:cubicBezTo>
                    <a:pt x="819" y="253"/>
                    <a:pt x="821" y="257"/>
                    <a:pt x="824" y="261"/>
                  </a:cubicBezTo>
                  <a:lnTo>
                    <a:pt x="823" y="262"/>
                  </a:lnTo>
                  <a:lnTo>
                    <a:pt x="823" y="263"/>
                  </a:lnTo>
                  <a:cubicBezTo>
                    <a:pt x="822" y="264"/>
                    <a:pt x="822" y="264"/>
                    <a:pt x="822" y="265"/>
                  </a:cubicBezTo>
                  <a:cubicBezTo>
                    <a:pt x="804" y="252"/>
                    <a:pt x="788" y="238"/>
                    <a:pt x="773" y="222"/>
                  </a:cubicBezTo>
                  <a:cubicBezTo>
                    <a:pt x="770" y="218"/>
                    <a:pt x="767" y="213"/>
                    <a:pt x="764" y="209"/>
                  </a:cubicBezTo>
                  <a:cubicBezTo>
                    <a:pt x="764" y="208"/>
                    <a:pt x="765" y="207"/>
                    <a:pt x="765" y="206"/>
                  </a:cubicBezTo>
                  <a:cubicBezTo>
                    <a:pt x="765" y="205"/>
                    <a:pt x="764" y="204"/>
                    <a:pt x="764" y="204"/>
                  </a:cubicBezTo>
                  <a:lnTo>
                    <a:pt x="764" y="203"/>
                  </a:lnTo>
                  <a:cubicBezTo>
                    <a:pt x="759" y="198"/>
                    <a:pt x="754" y="193"/>
                    <a:pt x="749" y="188"/>
                  </a:cubicBezTo>
                  <a:cubicBezTo>
                    <a:pt x="747" y="184"/>
                    <a:pt x="744" y="180"/>
                    <a:pt x="742" y="176"/>
                  </a:cubicBezTo>
                  <a:cubicBezTo>
                    <a:pt x="723" y="143"/>
                    <a:pt x="712" y="106"/>
                    <a:pt x="710" y="69"/>
                  </a:cubicBezTo>
                  <a:cubicBezTo>
                    <a:pt x="710" y="66"/>
                    <a:pt x="705" y="66"/>
                    <a:pt x="704" y="69"/>
                  </a:cubicBezTo>
                  <a:cubicBezTo>
                    <a:pt x="704" y="73"/>
                    <a:pt x="704" y="78"/>
                    <a:pt x="704" y="82"/>
                  </a:cubicBezTo>
                  <a:cubicBezTo>
                    <a:pt x="704" y="103"/>
                    <a:pt x="707" y="124"/>
                    <a:pt x="714" y="144"/>
                  </a:cubicBezTo>
                  <a:cubicBezTo>
                    <a:pt x="712" y="142"/>
                    <a:pt x="710" y="139"/>
                    <a:pt x="708" y="137"/>
                  </a:cubicBezTo>
                  <a:cubicBezTo>
                    <a:pt x="679" y="112"/>
                    <a:pt x="637" y="86"/>
                    <a:pt x="631" y="44"/>
                  </a:cubicBezTo>
                  <a:cubicBezTo>
                    <a:pt x="631" y="42"/>
                    <a:pt x="626" y="42"/>
                    <a:pt x="626" y="44"/>
                  </a:cubicBezTo>
                  <a:cubicBezTo>
                    <a:pt x="624" y="73"/>
                    <a:pt x="649" y="99"/>
                    <a:pt x="668" y="117"/>
                  </a:cubicBezTo>
                  <a:cubicBezTo>
                    <a:pt x="682" y="128"/>
                    <a:pt x="695" y="140"/>
                    <a:pt x="708" y="153"/>
                  </a:cubicBezTo>
                  <a:cubicBezTo>
                    <a:pt x="706" y="152"/>
                    <a:pt x="704" y="151"/>
                    <a:pt x="702" y="150"/>
                  </a:cubicBezTo>
                  <a:cubicBezTo>
                    <a:pt x="700" y="149"/>
                    <a:pt x="699" y="148"/>
                    <a:pt x="697" y="147"/>
                  </a:cubicBezTo>
                  <a:cubicBezTo>
                    <a:pt x="686" y="144"/>
                    <a:pt x="674" y="143"/>
                    <a:pt x="663" y="143"/>
                  </a:cubicBezTo>
                  <a:cubicBezTo>
                    <a:pt x="657" y="143"/>
                    <a:pt x="651" y="143"/>
                    <a:pt x="645" y="144"/>
                  </a:cubicBezTo>
                  <a:cubicBezTo>
                    <a:pt x="612" y="143"/>
                    <a:pt x="580" y="133"/>
                    <a:pt x="552" y="117"/>
                  </a:cubicBezTo>
                  <a:cubicBezTo>
                    <a:pt x="544" y="112"/>
                    <a:pt x="537" y="108"/>
                    <a:pt x="530" y="103"/>
                  </a:cubicBezTo>
                  <a:cubicBezTo>
                    <a:pt x="515" y="89"/>
                    <a:pt x="505" y="68"/>
                    <a:pt x="491" y="52"/>
                  </a:cubicBezTo>
                  <a:cubicBezTo>
                    <a:pt x="473" y="33"/>
                    <a:pt x="498" y="35"/>
                    <a:pt x="513" y="36"/>
                  </a:cubicBezTo>
                  <a:cubicBezTo>
                    <a:pt x="534" y="36"/>
                    <a:pt x="554" y="29"/>
                    <a:pt x="575" y="31"/>
                  </a:cubicBezTo>
                  <a:cubicBezTo>
                    <a:pt x="588" y="31"/>
                    <a:pt x="602" y="31"/>
                    <a:pt x="603" y="16"/>
                  </a:cubicBezTo>
                  <a:cubicBezTo>
                    <a:pt x="603" y="12"/>
                    <a:pt x="598" y="9"/>
                    <a:pt x="596" y="13"/>
                  </a:cubicBezTo>
                  <a:cubicBezTo>
                    <a:pt x="587" y="36"/>
                    <a:pt x="439" y="0"/>
                    <a:pt x="470" y="52"/>
                  </a:cubicBezTo>
                  <a:lnTo>
                    <a:pt x="471" y="53"/>
                  </a:lnTo>
                  <a:cubicBezTo>
                    <a:pt x="468" y="97"/>
                    <a:pt x="473" y="143"/>
                    <a:pt x="473" y="188"/>
                  </a:cubicBezTo>
                  <a:cubicBezTo>
                    <a:pt x="474" y="200"/>
                    <a:pt x="475" y="212"/>
                    <a:pt x="475" y="225"/>
                  </a:cubicBezTo>
                  <a:cubicBezTo>
                    <a:pt x="475" y="237"/>
                    <a:pt x="474" y="249"/>
                    <a:pt x="473" y="262"/>
                  </a:cubicBezTo>
                  <a:cubicBezTo>
                    <a:pt x="469" y="289"/>
                    <a:pt x="454" y="315"/>
                    <a:pt x="450" y="343"/>
                  </a:cubicBezTo>
                  <a:cubicBezTo>
                    <a:pt x="443" y="385"/>
                    <a:pt x="440" y="428"/>
                    <a:pt x="440" y="470"/>
                  </a:cubicBezTo>
                  <a:cubicBezTo>
                    <a:pt x="440" y="475"/>
                    <a:pt x="440" y="481"/>
                    <a:pt x="440" y="486"/>
                  </a:cubicBezTo>
                  <a:cubicBezTo>
                    <a:pt x="438" y="506"/>
                    <a:pt x="438" y="527"/>
                    <a:pt x="438" y="547"/>
                  </a:cubicBezTo>
                  <a:cubicBezTo>
                    <a:pt x="438" y="576"/>
                    <a:pt x="439" y="605"/>
                    <a:pt x="442" y="633"/>
                  </a:cubicBezTo>
                  <a:cubicBezTo>
                    <a:pt x="407" y="617"/>
                    <a:pt x="371" y="605"/>
                    <a:pt x="333" y="598"/>
                  </a:cubicBezTo>
                  <a:cubicBezTo>
                    <a:pt x="275" y="584"/>
                    <a:pt x="207" y="606"/>
                    <a:pt x="148" y="604"/>
                  </a:cubicBezTo>
                  <a:cubicBezTo>
                    <a:pt x="145" y="604"/>
                    <a:pt x="142" y="604"/>
                    <a:pt x="139" y="604"/>
                  </a:cubicBezTo>
                  <a:cubicBezTo>
                    <a:pt x="114" y="604"/>
                    <a:pt x="90" y="602"/>
                    <a:pt x="66" y="600"/>
                  </a:cubicBezTo>
                  <a:lnTo>
                    <a:pt x="65" y="600"/>
                  </a:lnTo>
                  <a:cubicBezTo>
                    <a:pt x="46" y="600"/>
                    <a:pt x="26" y="597"/>
                    <a:pt x="7" y="593"/>
                  </a:cubicBezTo>
                  <a:cubicBezTo>
                    <a:pt x="3" y="591"/>
                    <a:pt x="0" y="597"/>
                    <a:pt x="4" y="600"/>
                  </a:cubicBezTo>
                  <a:cubicBezTo>
                    <a:pt x="30" y="616"/>
                    <a:pt x="77" y="618"/>
                    <a:pt x="107" y="619"/>
                  </a:cubicBezTo>
                  <a:cubicBezTo>
                    <a:pt x="163" y="620"/>
                    <a:pt x="217" y="616"/>
                    <a:pt x="272" y="614"/>
                  </a:cubicBezTo>
                  <a:cubicBezTo>
                    <a:pt x="276" y="614"/>
                    <a:pt x="279" y="614"/>
                    <a:pt x="283" y="614"/>
                  </a:cubicBezTo>
                  <a:cubicBezTo>
                    <a:pt x="333" y="614"/>
                    <a:pt x="383" y="626"/>
                    <a:pt x="427" y="648"/>
                  </a:cubicBezTo>
                  <a:cubicBezTo>
                    <a:pt x="468" y="668"/>
                    <a:pt x="492" y="707"/>
                    <a:pt x="515" y="744"/>
                  </a:cubicBezTo>
                  <a:cubicBezTo>
                    <a:pt x="523" y="757"/>
                    <a:pt x="525" y="768"/>
                    <a:pt x="540" y="773"/>
                  </a:cubicBezTo>
                  <a:cubicBezTo>
                    <a:pt x="541" y="773"/>
                    <a:pt x="541" y="773"/>
                    <a:pt x="542" y="773"/>
                  </a:cubicBezTo>
                  <a:cubicBezTo>
                    <a:pt x="543" y="773"/>
                    <a:pt x="543" y="773"/>
                    <a:pt x="544" y="773"/>
                  </a:cubicBezTo>
                  <a:cubicBezTo>
                    <a:pt x="544" y="774"/>
                    <a:pt x="545" y="775"/>
                    <a:pt x="546" y="776"/>
                  </a:cubicBezTo>
                  <a:cubicBezTo>
                    <a:pt x="546" y="777"/>
                    <a:pt x="547" y="778"/>
                    <a:pt x="547" y="779"/>
                  </a:cubicBezTo>
                  <a:cubicBezTo>
                    <a:pt x="548" y="786"/>
                    <a:pt x="551" y="794"/>
                    <a:pt x="554" y="800"/>
                  </a:cubicBezTo>
                  <a:cubicBezTo>
                    <a:pt x="556" y="804"/>
                    <a:pt x="557" y="808"/>
                    <a:pt x="559" y="811"/>
                  </a:cubicBezTo>
                  <a:cubicBezTo>
                    <a:pt x="564" y="819"/>
                    <a:pt x="570" y="827"/>
                    <a:pt x="578" y="833"/>
                  </a:cubicBezTo>
                  <a:cubicBezTo>
                    <a:pt x="578" y="833"/>
                    <a:pt x="578" y="834"/>
                    <a:pt x="579" y="834"/>
                  </a:cubicBezTo>
                  <a:lnTo>
                    <a:pt x="580" y="834"/>
                  </a:lnTo>
                  <a:lnTo>
                    <a:pt x="593" y="861"/>
                  </a:lnTo>
                  <a:cubicBezTo>
                    <a:pt x="587" y="852"/>
                    <a:pt x="579" y="844"/>
                    <a:pt x="571" y="836"/>
                  </a:cubicBezTo>
                  <a:cubicBezTo>
                    <a:pt x="512" y="777"/>
                    <a:pt x="444" y="708"/>
                    <a:pt x="360" y="687"/>
                  </a:cubicBezTo>
                  <a:cubicBezTo>
                    <a:pt x="360" y="686"/>
                    <a:pt x="360" y="686"/>
                    <a:pt x="359" y="686"/>
                  </a:cubicBezTo>
                  <a:cubicBezTo>
                    <a:pt x="359" y="686"/>
                    <a:pt x="358" y="687"/>
                    <a:pt x="357" y="687"/>
                  </a:cubicBezTo>
                  <a:lnTo>
                    <a:pt x="356" y="688"/>
                  </a:lnTo>
                  <a:cubicBezTo>
                    <a:pt x="356" y="689"/>
                    <a:pt x="356" y="689"/>
                    <a:pt x="356" y="690"/>
                  </a:cubicBezTo>
                  <a:cubicBezTo>
                    <a:pt x="356" y="691"/>
                    <a:pt x="356" y="691"/>
                    <a:pt x="356" y="692"/>
                  </a:cubicBezTo>
                  <a:cubicBezTo>
                    <a:pt x="356" y="693"/>
                    <a:pt x="357" y="693"/>
                    <a:pt x="357" y="693"/>
                  </a:cubicBezTo>
                  <a:cubicBezTo>
                    <a:pt x="358" y="693"/>
                    <a:pt x="358" y="694"/>
                    <a:pt x="358" y="694"/>
                  </a:cubicBezTo>
                  <a:cubicBezTo>
                    <a:pt x="439" y="725"/>
                    <a:pt x="511" y="795"/>
                    <a:pt x="568" y="858"/>
                  </a:cubicBezTo>
                  <a:cubicBezTo>
                    <a:pt x="605" y="898"/>
                    <a:pt x="630" y="969"/>
                    <a:pt x="647" y="1021"/>
                  </a:cubicBezTo>
                  <a:lnTo>
                    <a:pt x="645" y="1015"/>
                  </a:lnTo>
                  <a:cubicBezTo>
                    <a:pt x="626" y="973"/>
                    <a:pt x="590" y="941"/>
                    <a:pt x="555" y="910"/>
                  </a:cubicBezTo>
                  <a:cubicBezTo>
                    <a:pt x="548" y="903"/>
                    <a:pt x="540" y="896"/>
                    <a:pt x="532" y="890"/>
                  </a:cubicBezTo>
                  <a:cubicBezTo>
                    <a:pt x="471" y="797"/>
                    <a:pt x="348" y="738"/>
                    <a:pt x="247" y="706"/>
                  </a:cubicBezTo>
                  <a:cubicBezTo>
                    <a:pt x="246" y="706"/>
                    <a:pt x="246" y="706"/>
                    <a:pt x="246" y="706"/>
                  </a:cubicBezTo>
                  <a:cubicBezTo>
                    <a:pt x="245" y="706"/>
                    <a:pt x="244" y="706"/>
                    <a:pt x="244" y="707"/>
                  </a:cubicBezTo>
                  <a:cubicBezTo>
                    <a:pt x="244" y="707"/>
                    <a:pt x="243" y="707"/>
                    <a:pt x="243" y="708"/>
                  </a:cubicBezTo>
                  <a:lnTo>
                    <a:pt x="243" y="709"/>
                  </a:lnTo>
                  <a:cubicBezTo>
                    <a:pt x="243" y="710"/>
                    <a:pt x="243" y="710"/>
                    <a:pt x="243" y="711"/>
                  </a:cubicBezTo>
                  <a:lnTo>
                    <a:pt x="244" y="712"/>
                  </a:lnTo>
                  <a:cubicBezTo>
                    <a:pt x="282" y="727"/>
                    <a:pt x="319" y="744"/>
                    <a:pt x="353" y="764"/>
                  </a:cubicBezTo>
                  <a:cubicBezTo>
                    <a:pt x="368" y="773"/>
                    <a:pt x="382" y="781"/>
                    <a:pt x="396" y="791"/>
                  </a:cubicBezTo>
                  <a:cubicBezTo>
                    <a:pt x="430" y="815"/>
                    <a:pt x="462" y="841"/>
                    <a:pt x="492" y="871"/>
                  </a:cubicBezTo>
                  <a:lnTo>
                    <a:pt x="487" y="870"/>
                  </a:lnTo>
                  <a:cubicBezTo>
                    <a:pt x="486" y="870"/>
                    <a:pt x="486" y="870"/>
                    <a:pt x="486" y="870"/>
                  </a:cubicBezTo>
                  <a:lnTo>
                    <a:pt x="486" y="871"/>
                  </a:lnTo>
                  <a:cubicBezTo>
                    <a:pt x="486" y="871"/>
                    <a:pt x="485" y="871"/>
                    <a:pt x="485" y="872"/>
                  </a:cubicBezTo>
                  <a:lnTo>
                    <a:pt x="486" y="872"/>
                  </a:lnTo>
                  <a:cubicBezTo>
                    <a:pt x="486" y="873"/>
                    <a:pt x="486" y="873"/>
                    <a:pt x="486" y="873"/>
                  </a:cubicBezTo>
                  <a:lnTo>
                    <a:pt x="487" y="873"/>
                  </a:lnTo>
                  <a:cubicBezTo>
                    <a:pt x="491" y="875"/>
                    <a:pt x="495" y="876"/>
                    <a:pt x="499" y="879"/>
                  </a:cubicBezTo>
                  <a:cubicBezTo>
                    <a:pt x="500" y="879"/>
                    <a:pt x="501" y="880"/>
                    <a:pt x="502" y="880"/>
                  </a:cubicBezTo>
                  <a:cubicBezTo>
                    <a:pt x="514" y="892"/>
                    <a:pt x="526" y="903"/>
                    <a:pt x="539" y="913"/>
                  </a:cubicBezTo>
                  <a:lnTo>
                    <a:pt x="539" y="914"/>
                  </a:lnTo>
                  <a:cubicBezTo>
                    <a:pt x="540" y="914"/>
                    <a:pt x="540" y="914"/>
                    <a:pt x="540" y="914"/>
                  </a:cubicBezTo>
                  <a:cubicBezTo>
                    <a:pt x="541" y="914"/>
                    <a:pt x="541" y="914"/>
                    <a:pt x="542" y="914"/>
                  </a:cubicBezTo>
                  <a:lnTo>
                    <a:pt x="542" y="913"/>
                  </a:lnTo>
                  <a:cubicBezTo>
                    <a:pt x="551" y="923"/>
                    <a:pt x="560" y="932"/>
                    <a:pt x="566" y="939"/>
                  </a:cubicBezTo>
                  <a:cubicBezTo>
                    <a:pt x="587" y="960"/>
                    <a:pt x="605" y="984"/>
                    <a:pt x="620" y="1009"/>
                  </a:cubicBezTo>
                  <a:cubicBezTo>
                    <a:pt x="625" y="1019"/>
                    <a:pt x="630" y="1028"/>
                    <a:pt x="634" y="1037"/>
                  </a:cubicBezTo>
                  <a:cubicBezTo>
                    <a:pt x="646" y="1067"/>
                    <a:pt x="663" y="1095"/>
                    <a:pt x="674" y="1125"/>
                  </a:cubicBezTo>
                  <a:cubicBezTo>
                    <a:pt x="684" y="1156"/>
                    <a:pt x="691" y="1187"/>
                    <a:pt x="696" y="1220"/>
                  </a:cubicBezTo>
                  <a:cubicBezTo>
                    <a:pt x="683" y="1189"/>
                    <a:pt x="669" y="1159"/>
                    <a:pt x="656" y="1134"/>
                  </a:cubicBezTo>
                  <a:cubicBezTo>
                    <a:pt x="637" y="1095"/>
                    <a:pt x="601" y="1061"/>
                    <a:pt x="574" y="1027"/>
                  </a:cubicBezTo>
                  <a:cubicBezTo>
                    <a:pt x="561" y="1008"/>
                    <a:pt x="546" y="991"/>
                    <a:pt x="529" y="976"/>
                  </a:cubicBezTo>
                  <a:cubicBezTo>
                    <a:pt x="526" y="974"/>
                    <a:pt x="521" y="978"/>
                    <a:pt x="524" y="981"/>
                  </a:cubicBezTo>
                  <a:cubicBezTo>
                    <a:pt x="540" y="998"/>
                    <a:pt x="554" y="1017"/>
                    <a:pt x="565" y="1037"/>
                  </a:cubicBezTo>
                  <a:cubicBezTo>
                    <a:pt x="567" y="1040"/>
                    <a:pt x="569" y="1044"/>
                    <a:pt x="571" y="1047"/>
                  </a:cubicBezTo>
                  <a:cubicBezTo>
                    <a:pt x="589" y="1076"/>
                    <a:pt x="614" y="1101"/>
                    <a:pt x="633" y="1130"/>
                  </a:cubicBezTo>
                  <a:cubicBezTo>
                    <a:pt x="684" y="1207"/>
                    <a:pt x="692" y="1302"/>
                    <a:pt x="712" y="1388"/>
                  </a:cubicBezTo>
                  <a:cubicBezTo>
                    <a:pt x="712" y="1389"/>
                    <a:pt x="712" y="1389"/>
                    <a:pt x="712" y="1389"/>
                  </a:cubicBezTo>
                  <a:cubicBezTo>
                    <a:pt x="713" y="1390"/>
                    <a:pt x="713" y="1391"/>
                    <a:pt x="714" y="1391"/>
                  </a:cubicBezTo>
                  <a:cubicBezTo>
                    <a:pt x="713" y="1398"/>
                    <a:pt x="713" y="1406"/>
                    <a:pt x="713" y="1413"/>
                  </a:cubicBezTo>
                  <a:cubicBezTo>
                    <a:pt x="713" y="1448"/>
                    <a:pt x="718" y="1482"/>
                    <a:pt x="727" y="1515"/>
                  </a:cubicBezTo>
                  <a:cubicBezTo>
                    <a:pt x="728" y="1525"/>
                    <a:pt x="729" y="1535"/>
                    <a:pt x="730" y="1545"/>
                  </a:cubicBezTo>
                  <a:cubicBezTo>
                    <a:pt x="733" y="1596"/>
                    <a:pt x="724" y="1647"/>
                    <a:pt x="733" y="1698"/>
                  </a:cubicBezTo>
                  <a:cubicBezTo>
                    <a:pt x="671" y="1599"/>
                    <a:pt x="610" y="1490"/>
                    <a:pt x="602" y="1372"/>
                  </a:cubicBezTo>
                  <a:cubicBezTo>
                    <a:pt x="602" y="1372"/>
                    <a:pt x="602" y="1370"/>
                    <a:pt x="602" y="1368"/>
                  </a:cubicBezTo>
                  <a:cubicBezTo>
                    <a:pt x="601" y="1310"/>
                    <a:pt x="604" y="1240"/>
                    <a:pt x="584" y="1184"/>
                  </a:cubicBezTo>
                  <a:cubicBezTo>
                    <a:pt x="582" y="1179"/>
                    <a:pt x="575" y="1183"/>
                    <a:pt x="576" y="1188"/>
                  </a:cubicBezTo>
                  <a:cubicBezTo>
                    <a:pt x="582" y="1208"/>
                    <a:pt x="584" y="1229"/>
                    <a:pt x="584" y="1250"/>
                  </a:cubicBezTo>
                  <a:cubicBezTo>
                    <a:pt x="584" y="1255"/>
                    <a:pt x="584" y="1259"/>
                    <a:pt x="584" y="1264"/>
                  </a:cubicBezTo>
                  <a:cubicBezTo>
                    <a:pt x="584" y="1305"/>
                    <a:pt x="587" y="1345"/>
                    <a:pt x="588" y="1386"/>
                  </a:cubicBezTo>
                  <a:cubicBezTo>
                    <a:pt x="588" y="1427"/>
                    <a:pt x="582" y="1477"/>
                    <a:pt x="586" y="1522"/>
                  </a:cubicBezTo>
                  <a:cubicBezTo>
                    <a:pt x="580" y="1507"/>
                    <a:pt x="576" y="1492"/>
                    <a:pt x="572" y="1479"/>
                  </a:cubicBezTo>
                  <a:cubicBezTo>
                    <a:pt x="564" y="1458"/>
                    <a:pt x="555" y="1437"/>
                    <a:pt x="545" y="1418"/>
                  </a:cubicBezTo>
                  <a:cubicBezTo>
                    <a:pt x="528" y="1382"/>
                    <a:pt x="528" y="1341"/>
                    <a:pt x="525" y="1303"/>
                  </a:cubicBezTo>
                  <a:cubicBezTo>
                    <a:pt x="525" y="1298"/>
                    <a:pt x="517" y="1299"/>
                    <a:pt x="517" y="1303"/>
                  </a:cubicBezTo>
                  <a:cubicBezTo>
                    <a:pt x="516" y="1307"/>
                    <a:pt x="517" y="1309"/>
                    <a:pt x="517" y="1312"/>
                  </a:cubicBezTo>
                  <a:cubicBezTo>
                    <a:pt x="515" y="1296"/>
                    <a:pt x="512" y="1279"/>
                    <a:pt x="510" y="1262"/>
                  </a:cubicBezTo>
                  <a:cubicBezTo>
                    <a:pt x="502" y="1192"/>
                    <a:pt x="498" y="1108"/>
                    <a:pt x="461" y="1046"/>
                  </a:cubicBezTo>
                  <a:lnTo>
                    <a:pt x="460" y="1046"/>
                  </a:lnTo>
                  <a:cubicBezTo>
                    <a:pt x="460" y="1045"/>
                    <a:pt x="460" y="1046"/>
                    <a:pt x="459" y="1045"/>
                  </a:cubicBezTo>
                  <a:cubicBezTo>
                    <a:pt x="458" y="1044"/>
                    <a:pt x="458" y="1044"/>
                    <a:pt x="458" y="1044"/>
                  </a:cubicBezTo>
                  <a:cubicBezTo>
                    <a:pt x="457" y="1044"/>
                    <a:pt x="457" y="1044"/>
                    <a:pt x="456" y="1045"/>
                  </a:cubicBezTo>
                  <a:cubicBezTo>
                    <a:pt x="455" y="1046"/>
                    <a:pt x="456" y="1045"/>
                    <a:pt x="455" y="1046"/>
                  </a:cubicBezTo>
                  <a:cubicBezTo>
                    <a:pt x="454" y="1047"/>
                    <a:pt x="454" y="1047"/>
                    <a:pt x="454" y="1048"/>
                  </a:cubicBezTo>
                  <a:cubicBezTo>
                    <a:pt x="454" y="1048"/>
                    <a:pt x="454" y="1049"/>
                    <a:pt x="455" y="1049"/>
                  </a:cubicBezTo>
                  <a:cubicBezTo>
                    <a:pt x="499" y="1135"/>
                    <a:pt x="491" y="1246"/>
                    <a:pt x="510" y="1339"/>
                  </a:cubicBezTo>
                  <a:cubicBezTo>
                    <a:pt x="512" y="1353"/>
                    <a:pt x="512" y="1368"/>
                    <a:pt x="512" y="1382"/>
                  </a:cubicBezTo>
                  <a:cubicBezTo>
                    <a:pt x="512" y="1392"/>
                    <a:pt x="512" y="1401"/>
                    <a:pt x="511" y="1411"/>
                  </a:cubicBezTo>
                  <a:cubicBezTo>
                    <a:pt x="511" y="1436"/>
                    <a:pt x="498" y="1456"/>
                    <a:pt x="497" y="1479"/>
                  </a:cubicBezTo>
                  <a:cubicBezTo>
                    <a:pt x="497" y="1486"/>
                    <a:pt x="496" y="1492"/>
                    <a:pt x="496" y="1498"/>
                  </a:cubicBezTo>
                  <a:cubicBezTo>
                    <a:pt x="496" y="1499"/>
                    <a:pt x="496" y="1501"/>
                    <a:pt x="496" y="1502"/>
                  </a:cubicBezTo>
                  <a:cubicBezTo>
                    <a:pt x="489" y="1481"/>
                    <a:pt x="494" y="1461"/>
                    <a:pt x="486" y="1440"/>
                  </a:cubicBezTo>
                  <a:cubicBezTo>
                    <a:pt x="485" y="1440"/>
                    <a:pt x="485" y="1440"/>
                    <a:pt x="485" y="1439"/>
                  </a:cubicBezTo>
                  <a:cubicBezTo>
                    <a:pt x="485" y="1439"/>
                    <a:pt x="485" y="1438"/>
                    <a:pt x="484" y="1438"/>
                  </a:cubicBezTo>
                  <a:cubicBezTo>
                    <a:pt x="480" y="1425"/>
                    <a:pt x="475" y="1413"/>
                    <a:pt x="472" y="1399"/>
                  </a:cubicBezTo>
                  <a:cubicBezTo>
                    <a:pt x="469" y="1381"/>
                    <a:pt x="465" y="1363"/>
                    <a:pt x="460" y="1345"/>
                  </a:cubicBezTo>
                  <a:cubicBezTo>
                    <a:pt x="454" y="1326"/>
                    <a:pt x="447" y="1308"/>
                    <a:pt x="437" y="1291"/>
                  </a:cubicBezTo>
                  <a:cubicBezTo>
                    <a:pt x="428" y="1275"/>
                    <a:pt x="417" y="1261"/>
                    <a:pt x="405" y="1248"/>
                  </a:cubicBezTo>
                  <a:cubicBezTo>
                    <a:pt x="403" y="1246"/>
                    <a:pt x="400" y="1248"/>
                    <a:pt x="402" y="1251"/>
                  </a:cubicBezTo>
                  <a:cubicBezTo>
                    <a:pt x="451" y="1311"/>
                    <a:pt x="447" y="1395"/>
                    <a:pt x="479" y="1462"/>
                  </a:cubicBezTo>
                  <a:cubicBezTo>
                    <a:pt x="479" y="1488"/>
                    <a:pt x="486" y="1513"/>
                    <a:pt x="498" y="1535"/>
                  </a:cubicBezTo>
                  <a:cubicBezTo>
                    <a:pt x="500" y="1540"/>
                    <a:pt x="507" y="1536"/>
                    <a:pt x="507" y="1531"/>
                  </a:cubicBezTo>
                  <a:cubicBezTo>
                    <a:pt x="504" y="1484"/>
                    <a:pt x="520" y="1439"/>
                    <a:pt x="522" y="1392"/>
                  </a:cubicBezTo>
                  <a:cubicBezTo>
                    <a:pt x="529" y="1420"/>
                    <a:pt x="539" y="1447"/>
                    <a:pt x="551" y="1473"/>
                  </a:cubicBezTo>
                  <a:cubicBezTo>
                    <a:pt x="564" y="1501"/>
                    <a:pt x="571" y="1543"/>
                    <a:pt x="596" y="1567"/>
                  </a:cubicBezTo>
                  <a:lnTo>
                    <a:pt x="596" y="1569"/>
                  </a:lnTo>
                  <a:lnTo>
                    <a:pt x="596" y="1570"/>
                  </a:lnTo>
                  <a:lnTo>
                    <a:pt x="597" y="1571"/>
                  </a:lnTo>
                  <a:cubicBezTo>
                    <a:pt x="598" y="1571"/>
                    <a:pt x="598" y="1571"/>
                    <a:pt x="599" y="1571"/>
                  </a:cubicBezTo>
                  <a:lnTo>
                    <a:pt x="600" y="1571"/>
                  </a:lnTo>
                  <a:cubicBezTo>
                    <a:pt x="617" y="1655"/>
                    <a:pt x="610" y="1744"/>
                    <a:pt x="611" y="1829"/>
                  </a:cubicBezTo>
                  <a:cubicBezTo>
                    <a:pt x="609" y="1850"/>
                    <a:pt x="606" y="1871"/>
                    <a:pt x="602" y="1891"/>
                  </a:cubicBezTo>
                  <a:cubicBezTo>
                    <a:pt x="601" y="1903"/>
                    <a:pt x="598" y="1916"/>
                    <a:pt x="595" y="1896"/>
                  </a:cubicBezTo>
                  <a:cubicBezTo>
                    <a:pt x="588" y="1850"/>
                    <a:pt x="563" y="1806"/>
                    <a:pt x="563" y="1760"/>
                  </a:cubicBezTo>
                  <a:cubicBezTo>
                    <a:pt x="563" y="1759"/>
                    <a:pt x="563" y="1759"/>
                    <a:pt x="563" y="1758"/>
                  </a:cubicBezTo>
                  <a:cubicBezTo>
                    <a:pt x="562" y="1757"/>
                    <a:pt x="562" y="1758"/>
                    <a:pt x="561" y="1757"/>
                  </a:cubicBezTo>
                  <a:cubicBezTo>
                    <a:pt x="560" y="1756"/>
                    <a:pt x="560" y="1756"/>
                    <a:pt x="560" y="1756"/>
                  </a:cubicBezTo>
                  <a:cubicBezTo>
                    <a:pt x="559" y="1756"/>
                    <a:pt x="559" y="1756"/>
                    <a:pt x="558" y="1757"/>
                  </a:cubicBezTo>
                  <a:cubicBezTo>
                    <a:pt x="557" y="1758"/>
                    <a:pt x="557" y="1757"/>
                    <a:pt x="557" y="1758"/>
                  </a:cubicBezTo>
                  <a:cubicBezTo>
                    <a:pt x="556" y="1759"/>
                    <a:pt x="556" y="1759"/>
                    <a:pt x="556" y="1760"/>
                  </a:cubicBezTo>
                  <a:cubicBezTo>
                    <a:pt x="556" y="1764"/>
                    <a:pt x="556" y="1768"/>
                    <a:pt x="556" y="1773"/>
                  </a:cubicBezTo>
                  <a:cubicBezTo>
                    <a:pt x="556" y="1777"/>
                    <a:pt x="556" y="1782"/>
                    <a:pt x="556" y="1786"/>
                  </a:cubicBezTo>
                  <a:cubicBezTo>
                    <a:pt x="542" y="1880"/>
                    <a:pt x="523" y="1973"/>
                    <a:pt x="511" y="2067"/>
                  </a:cubicBezTo>
                  <a:cubicBezTo>
                    <a:pt x="479" y="1973"/>
                    <a:pt x="475" y="1867"/>
                    <a:pt x="473" y="1770"/>
                  </a:cubicBezTo>
                  <a:cubicBezTo>
                    <a:pt x="473" y="1766"/>
                    <a:pt x="468" y="1767"/>
                    <a:pt x="468" y="1770"/>
                  </a:cubicBezTo>
                  <a:cubicBezTo>
                    <a:pt x="463" y="1880"/>
                    <a:pt x="461" y="1996"/>
                    <a:pt x="508" y="2099"/>
                  </a:cubicBezTo>
                  <a:cubicBezTo>
                    <a:pt x="510" y="2105"/>
                    <a:pt x="521" y="2107"/>
                    <a:pt x="522" y="2099"/>
                  </a:cubicBezTo>
                  <a:cubicBezTo>
                    <a:pt x="532" y="2003"/>
                    <a:pt x="556" y="1910"/>
                    <a:pt x="561" y="1813"/>
                  </a:cubicBezTo>
                  <a:cubicBezTo>
                    <a:pt x="565" y="1830"/>
                    <a:pt x="570" y="1848"/>
                    <a:pt x="575" y="1865"/>
                  </a:cubicBezTo>
                  <a:cubicBezTo>
                    <a:pt x="580" y="1886"/>
                    <a:pt x="579" y="1924"/>
                    <a:pt x="599" y="1937"/>
                  </a:cubicBezTo>
                  <a:cubicBezTo>
                    <a:pt x="600" y="1938"/>
                    <a:pt x="601" y="1938"/>
                    <a:pt x="602" y="1938"/>
                  </a:cubicBezTo>
                  <a:cubicBezTo>
                    <a:pt x="603" y="1938"/>
                    <a:pt x="604" y="1938"/>
                    <a:pt x="605" y="1937"/>
                  </a:cubicBezTo>
                  <a:cubicBezTo>
                    <a:pt x="616" y="1931"/>
                    <a:pt x="616" y="1916"/>
                    <a:pt x="615" y="1905"/>
                  </a:cubicBezTo>
                  <a:cubicBezTo>
                    <a:pt x="616" y="1889"/>
                    <a:pt x="619" y="1873"/>
                    <a:pt x="624" y="1859"/>
                  </a:cubicBezTo>
                  <a:cubicBezTo>
                    <a:pt x="627" y="1845"/>
                    <a:pt x="628" y="1832"/>
                    <a:pt x="628" y="1818"/>
                  </a:cubicBezTo>
                  <a:cubicBezTo>
                    <a:pt x="628" y="1811"/>
                    <a:pt x="628" y="1803"/>
                    <a:pt x="627" y="1796"/>
                  </a:cubicBezTo>
                  <a:cubicBezTo>
                    <a:pt x="627" y="1750"/>
                    <a:pt x="627" y="1704"/>
                    <a:pt x="627" y="1658"/>
                  </a:cubicBezTo>
                  <a:cubicBezTo>
                    <a:pt x="627" y="1623"/>
                    <a:pt x="629" y="1590"/>
                    <a:pt x="607" y="1560"/>
                  </a:cubicBezTo>
                  <a:cubicBezTo>
                    <a:pt x="607" y="1559"/>
                    <a:pt x="607" y="1559"/>
                    <a:pt x="606" y="1558"/>
                  </a:cubicBezTo>
                  <a:cubicBezTo>
                    <a:pt x="605" y="1557"/>
                    <a:pt x="604" y="1558"/>
                    <a:pt x="603" y="1558"/>
                  </a:cubicBezTo>
                  <a:lnTo>
                    <a:pt x="602" y="1558"/>
                  </a:lnTo>
                  <a:cubicBezTo>
                    <a:pt x="604" y="1526"/>
                    <a:pt x="604" y="1494"/>
                    <a:pt x="602" y="1462"/>
                  </a:cubicBezTo>
                  <a:cubicBezTo>
                    <a:pt x="610" y="1492"/>
                    <a:pt x="619" y="1520"/>
                    <a:pt x="631" y="1548"/>
                  </a:cubicBezTo>
                  <a:cubicBezTo>
                    <a:pt x="643" y="1580"/>
                    <a:pt x="660" y="1607"/>
                    <a:pt x="675" y="1637"/>
                  </a:cubicBezTo>
                  <a:cubicBezTo>
                    <a:pt x="678" y="1645"/>
                    <a:pt x="682" y="1653"/>
                    <a:pt x="687" y="1661"/>
                  </a:cubicBezTo>
                  <a:cubicBezTo>
                    <a:pt x="694" y="1673"/>
                    <a:pt x="702" y="1685"/>
                    <a:pt x="712" y="1696"/>
                  </a:cubicBezTo>
                  <a:cubicBezTo>
                    <a:pt x="758" y="1801"/>
                    <a:pt x="723" y="1918"/>
                    <a:pt x="713" y="2026"/>
                  </a:cubicBezTo>
                  <a:cubicBezTo>
                    <a:pt x="707" y="2045"/>
                    <a:pt x="702" y="2065"/>
                    <a:pt x="699" y="2085"/>
                  </a:cubicBezTo>
                  <a:cubicBezTo>
                    <a:pt x="690" y="2051"/>
                    <a:pt x="682" y="2018"/>
                    <a:pt x="675" y="1984"/>
                  </a:cubicBezTo>
                  <a:cubicBezTo>
                    <a:pt x="669" y="1962"/>
                    <a:pt x="665" y="1939"/>
                    <a:pt x="663" y="1916"/>
                  </a:cubicBezTo>
                  <a:cubicBezTo>
                    <a:pt x="661" y="1895"/>
                    <a:pt x="649" y="1880"/>
                    <a:pt x="650" y="1857"/>
                  </a:cubicBezTo>
                  <a:cubicBezTo>
                    <a:pt x="650" y="1854"/>
                    <a:pt x="645" y="1853"/>
                    <a:pt x="644" y="1857"/>
                  </a:cubicBezTo>
                  <a:cubicBezTo>
                    <a:pt x="644" y="1864"/>
                    <a:pt x="644" y="1870"/>
                    <a:pt x="644" y="1877"/>
                  </a:cubicBezTo>
                  <a:cubicBezTo>
                    <a:pt x="644" y="1899"/>
                    <a:pt x="646" y="1921"/>
                    <a:pt x="650" y="1942"/>
                  </a:cubicBezTo>
                  <a:cubicBezTo>
                    <a:pt x="660" y="1997"/>
                    <a:pt x="674" y="2051"/>
                    <a:pt x="692" y="2104"/>
                  </a:cubicBezTo>
                  <a:cubicBezTo>
                    <a:pt x="693" y="2108"/>
                    <a:pt x="698" y="2111"/>
                    <a:pt x="701" y="2107"/>
                  </a:cubicBezTo>
                  <a:cubicBezTo>
                    <a:pt x="719" y="2087"/>
                    <a:pt x="721" y="2053"/>
                    <a:pt x="725" y="2026"/>
                  </a:cubicBezTo>
                  <a:cubicBezTo>
                    <a:pt x="732" y="1982"/>
                    <a:pt x="737" y="1937"/>
                    <a:pt x="747" y="1893"/>
                  </a:cubicBezTo>
                  <a:cubicBezTo>
                    <a:pt x="755" y="1860"/>
                    <a:pt x="748" y="1818"/>
                    <a:pt x="747" y="1784"/>
                  </a:cubicBezTo>
                  <a:cubicBezTo>
                    <a:pt x="747" y="1783"/>
                    <a:pt x="747" y="1782"/>
                    <a:pt x="747" y="1781"/>
                  </a:cubicBezTo>
                  <a:cubicBezTo>
                    <a:pt x="747" y="1758"/>
                    <a:pt x="743" y="1736"/>
                    <a:pt x="736" y="1714"/>
                  </a:cubicBezTo>
                  <a:cubicBezTo>
                    <a:pt x="737" y="1713"/>
                    <a:pt x="737" y="1713"/>
                    <a:pt x="738" y="1712"/>
                  </a:cubicBezTo>
                  <a:cubicBezTo>
                    <a:pt x="738" y="1711"/>
                    <a:pt x="738" y="1711"/>
                    <a:pt x="738" y="1710"/>
                  </a:cubicBezTo>
                  <a:cubicBezTo>
                    <a:pt x="738" y="1709"/>
                    <a:pt x="738" y="1709"/>
                    <a:pt x="738" y="1708"/>
                  </a:cubicBezTo>
                  <a:lnTo>
                    <a:pt x="735" y="1704"/>
                  </a:lnTo>
                  <a:cubicBezTo>
                    <a:pt x="736" y="1704"/>
                    <a:pt x="736" y="1703"/>
                    <a:pt x="737" y="1703"/>
                  </a:cubicBezTo>
                  <a:lnTo>
                    <a:pt x="738" y="1702"/>
                  </a:lnTo>
                  <a:lnTo>
                    <a:pt x="738" y="1701"/>
                  </a:lnTo>
                  <a:cubicBezTo>
                    <a:pt x="743" y="1674"/>
                    <a:pt x="745" y="1647"/>
                    <a:pt x="745" y="1620"/>
                  </a:cubicBezTo>
                  <a:cubicBezTo>
                    <a:pt x="745" y="1605"/>
                    <a:pt x="744" y="1590"/>
                    <a:pt x="743" y="1575"/>
                  </a:cubicBezTo>
                  <a:cubicBezTo>
                    <a:pt x="747" y="1586"/>
                    <a:pt x="751" y="1597"/>
                    <a:pt x="755" y="1608"/>
                  </a:cubicBezTo>
                  <a:cubicBezTo>
                    <a:pt x="764" y="1630"/>
                    <a:pt x="774" y="1651"/>
                    <a:pt x="786" y="1672"/>
                  </a:cubicBezTo>
                  <a:cubicBezTo>
                    <a:pt x="785" y="1672"/>
                    <a:pt x="785" y="1672"/>
                    <a:pt x="784" y="1673"/>
                  </a:cubicBezTo>
                  <a:cubicBezTo>
                    <a:pt x="783" y="1674"/>
                    <a:pt x="784" y="1675"/>
                    <a:pt x="784" y="1676"/>
                  </a:cubicBezTo>
                  <a:lnTo>
                    <a:pt x="784" y="1677"/>
                  </a:lnTo>
                  <a:cubicBezTo>
                    <a:pt x="790" y="1742"/>
                    <a:pt x="808" y="1805"/>
                    <a:pt x="808" y="1871"/>
                  </a:cubicBezTo>
                  <a:cubicBezTo>
                    <a:pt x="806" y="1931"/>
                    <a:pt x="800" y="1991"/>
                    <a:pt x="789" y="2050"/>
                  </a:cubicBezTo>
                  <a:cubicBezTo>
                    <a:pt x="785" y="2074"/>
                    <a:pt x="769" y="2105"/>
                    <a:pt x="769" y="2128"/>
                  </a:cubicBezTo>
                  <a:cubicBezTo>
                    <a:pt x="769" y="2130"/>
                    <a:pt x="769" y="2131"/>
                    <a:pt x="769" y="2133"/>
                  </a:cubicBezTo>
                  <a:cubicBezTo>
                    <a:pt x="769" y="2142"/>
                    <a:pt x="769" y="2152"/>
                    <a:pt x="771" y="2161"/>
                  </a:cubicBezTo>
                  <a:cubicBezTo>
                    <a:pt x="769" y="2153"/>
                    <a:pt x="767" y="2144"/>
                    <a:pt x="766" y="2135"/>
                  </a:cubicBezTo>
                  <a:cubicBezTo>
                    <a:pt x="766" y="2086"/>
                    <a:pt x="750" y="2034"/>
                    <a:pt x="751" y="1986"/>
                  </a:cubicBezTo>
                  <a:cubicBezTo>
                    <a:pt x="751" y="1984"/>
                    <a:pt x="749" y="1984"/>
                    <a:pt x="749" y="1986"/>
                  </a:cubicBezTo>
                  <a:cubicBezTo>
                    <a:pt x="747" y="2005"/>
                    <a:pt x="753" y="2020"/>
                    <a:pt x="752" y="2039"/>
                  </a:cubicBezTo>
                  <a:cubicBezTo>
                    <a:pt x="750" y="2055"/>
                    <a:pt x="749" y="2071"/>
                    <a:pt x="749" y="2087"/>
                  </a:cubicBezTo>
                  <a:cubicBezTo>
                    <a:pt x="749" y="2092"/>
                    <a:pt x="749" y="2096"/>
                    <a:pt x="749" y="2101"/>
                  </a:cubicBezTo>
                  <a:cubicBezTo>
                    <a:pt x="752" y="2124"/>
                    <a:pt x="745" y="2171"/>
                    <a:pt x="772" y="2181"/>
                  </a:cubicBezTo>
                  <a:lnTo>
                    <a:pt x="773" y="2181"/>
                  </a:lnTo>
                  <a:cubicBezTo>
                    <a:pt x="774" y="2181"/>
                    <a:pt x="775" y="2182"/>
                    <a:pt x="776" y="2181"/>
                  </a:cubicBezTo>
                  <a:cubicBezTo>
                    <a:pt x="777" y="2180"/>
                    <a:pt x="776" y="2180"/>
                    <a:pt x="777" y="2179"/>
                  </a:cubicBezTo>
                  <a:cubicBezTo>
                    <a:pt x="777" y="2178"/>
                    <a:pt x="778" y="2178"/>
                    <a:pt x="778" y="2177"/>
                  </a:cubicBezTo>
                  <a:cubicBezTo>
                    <a:pt x="787" y="2098"/>
                    <a:pt x="812" y="2020"/>
                    <a:pt x="828" y="1943"/>
                  </a:cubicBezTo>
                  <a:cubicBezTo>
                    <a:pt x="831" y="1921"/>
                    <a:pt x="832" y="1899"/>
                    <a:pt x="832" y="1877"/>
                  </a:cubicBezTo>
                  <a:cubicBezTo>
                    <a:pt x="832" y="1851"/>
                    <a:pt x="830" y="1825"/>
                    <a:pt x="826" y="1799"/>
                  </a:cubicBezTo>
                  <a:cubicBezTo>
                    <a:pt x="824" y="1782"/>
                    <a:pt x="822" y="1763"/>
                    <a:pt x="819" y="1745"/>
                  </a:cubicBezTo>
                  <a:cubicBezTo>
                    <a:pt x="820" y="1745"/>
                    <a:pt x="820" y="1744"/>
                    <a:pt x="821" y="1744"/>
                  </a:cubicBezTo>
                  <a:cubicBezTo>
                    <a:pt x="822" y="1744"/>
                    <a:pt x="822" y="1743"/>
                    <a:pt x="823" y="1742"/>
                  </a:cubicBezTo>
                  <a:lnTo>
                    <a:pt x="823" y="1740"/>
                  </a:lnTo>
                  <a:cubicBezTo>
                    <a:pt x="825" y="1742"/>
                    <a:pt x="827" y="1744"/>
                    <a:pt x="830" y="1746"/>
                  </a:cubicBezTo>
                  <a:cubicBezTo>
                    <a:pt x="834" y="1748"/>
                    <a:pt x="838" y="1749"/>
                    <a:pt x="841" y="1750"/>
                  </a:cubicBezTo>
                  <a:cubicBezTo>
                    <a:pt x="842" y="1750"/>
                    <a:pt x="842" y="1750"/>
                    <a:pt x="842" y="1750"/>
                  </a:cubicBezTo>
                  <a:cubicBezTo>
                    <a:pt x="843" y="1750"/>
                    <a:pt x="844" y="1749"/>
                    <a:pt x="845" y="1749"/>
                  </a:cubicBezTo>
                  <a:cubicBezTo>
                    <a:pt x="846" y="1749"/>
                    <a:pt x="846" y="1748"/>
                    <a:pt x="847" y="1747"/>
                  </a:cubicBezTo>
                  <a:cubicBezTo>
                    <a:pt x="847" y="1746"/>
                    <a:pt x="847" y="1746"/>
                    <a:pt x="847" y="1745"/>
                  </a:cubicBezTo>
                  <a:cubicBezTo>
                    <a:pt x="847" y="1744"/>
                    <a:pt x="847" y="1743"/>
                    <a:pt x="847" y="1742"/>
                  </a:cubicBezTo>
                  <a:cubicBezTo>
                    <a:pt x="841" y="1735"/>
                    <a:pt x="836" y="1727"/>
                    <a:pt x="830" y="1719"/>
                  </a:cubicBezTo>
                  <a:cubicBezTo>
                    <a:pt x="838" y="1692"/>
                    <a:pt x="843" y="1664"/>
                    <a:pt x="846" y="1636"/>
                  </a:cubicBezTo>
                  <a:cubicBezTo>
                    <a:pt x="847" y="1614"/>
                    <a:pt x="848" y="1592"/>
                    <a:pt x="848" y="1571"/>
                  </a:cubicBezTo>
                  <a:cubicBezTo>
                    <a:pt x="848" y="1537"/>
                    <a:pt x="846" y="1503"/>
                    <a:pt x="842" y="1469"/>
                  </a:cubicBezTo>
                  <a:cubicBezTo>
                    <a:pt x="842" y="1469"/>
                    <a:pt x="842" y="1468"/>
                    <a:pt x="841" y="1467"/>
                  </a:cubicBezTo>
                  <a:lnTo>
                    <a:pt x="840" y="1466"/>
                  </a:lnTo>
                  <a:cubicBezTo>
                    <a:pt x="839" y="1465"/>
                    <a:pt x="838" y="1465"/>
                    <a:pt x="837" y="1465"/>
                  </a:cubicBezTo>
                  <a:cubicBezTo>
                    <a:pt x="835" y="1424"/>
                    <a:pt x="825" y="1382"/>
                    <a:pt x="821" y="1341"/>
                  </a:cubicBezTo>
                  <a:cubicBezTo>
                    <a:pt x="818" y="1315"/>
                    <a:pt x="814" y="1289"/>
                    <a:pt x="809" y="1263"/>
                  </a:cubicBezTo>
                  <a:cubicBezTo>
                    <a:pt x="810" y="1264"/>
                    <a:pt x="810" y="1265"/>
                    <a:pt x="810" y="1265"/>
                  </a:cubicBezTo>
                  <a:cubicBezTo>
                    <a:pt x="843" y="1321"/>
                    <a:pt x="867" y="1382"/>
                    <a:pt x="882" y="1445"/>
                  </a:cubicBezTo>
                  <a:cubicBezTo>
                    <a:pt x="906" y="1538"/>
                    <a:pt x="890" y="1640"/>
                    <a:pt x="897" y="1735"/>
                  </a:cubicBezTo>
                  <a:cubicBezTo>
                    <a:pt x="897" y="1739"/>
                    <a:pt x="905" y="1740"/>
                    <a:pt x="905" y="1735"/>
                  </a:cubicBezTo>
                  <a:cubicBezTo>
                    <a:pt x="909" y="1687"/>
                    <a:pt x="909" y="1638"/>
                    <a:pt x="910" y="1589"/>
                  </a:cubicBezTo>
                  <a:cubicBezTo>
                    <a:pt x="910" y="1587"/>
                    <a:pt x="910" y="1585"/>
                    <a:pt x="910" y="1584"/>
                  </a:cubicBezTo>
                  <a:cubicBezTo>
                    <a:pt x="920" y="1621"/>
                    <a:pt x="926" y="1659"/>
                    <a:pt x="926" y="1698"/>
                  </a:cubicBezTo>
                  <a:cubicBezTo>
                    <a:pt x="926" y="1699"/>
                    <a:pt x="926" y="1700"/>
                    <a:pt x="926" y="1701"/>
                  </a:cubicBezTo>
                  <a:cubicBezTo>
                    <a:pt x="926" y="1746"/>
                    <a:pt x="923" y="1790"/>
                    <a:pt x="921" y="1834"/>
                  </a:cubicBezTo>
                  <a:cubicBezTo>
                    <a:pt x="916" y="1880"/>
                    <a:pt x="908" y="1925"/>
                    <a:pt x="896" y="1969"/>
                  </a:cubicBezTo>
                  <a:cubicBezTo>
                    <a:pt x="887" y="2006"/>
                    <a:pt x="883" y="2046"/>
                    <a:pt x="871" y="2082"/>
                  </a:cubicBezTo>
                  <a:cubicBezTo>
                    <a:pt x="870" y="2087"/>
                    <a:pt x="877" y="2090"/>
                    <a:pt x="880" y="2087"/>
                  </a:cubicBezTo>
                  <a:cubicBezTo>
                    <a:pt x="899" y="2062"/>
                    <a:pt x="903" y="2022"/>
                    <a:pt x="910" y="1992"/>
                  </a:cubicBezTo>
                  <a:cubicBezTo>
                    <a:pt x="917" y="1961"/>
                    <a:pt x="924" y="1936"/>
                    <a:pt x="928" y="1908"/>
                  </a:cubicBezTo>
                  <a:cubicBezTo>
                    <a:pt x="934" y="1889"/>
                    <a:pt x="938" y="1871"/>
                    <a:pt x="940" y="1852"/>
                  </a:cubicBezTo>
                  <a:cubicBezTo>
                    <a:pt x="940" y="1818"/>
                    <a:pt x="943" y="1782"/>
                    <a:pt x="945" y="1746"/>
                  </a:cubicBezTo>
                  <a:cubicBezTo>
                    <a:pt x="945" y="1749"/>
                    <a:pt x="945" y="1752"/>
                    <a:pt x="945" y="1755"/>
                  </a:cubicBezTo>
                  <a:cubicBezTo>
                    <a:pt x="945" y="1756"/>
                    <a:pt x="945" y="1756"/>
                    <a:pt x="945" y="1757"/>
                  </a:cubicBezTo>
                  <a:cubicBezTo>
                    <a:pt x="945" y="1759"/>
                    <a:pt x="945" y="1761"/>
                    <a:pt x="946" y="1762"/>
                  </a:cubicBezTo>
                  <a:cubicBezTo>
                    <a:pt x="947" y="1763"/>
                    <a:pt x="947" y="1764"/>
                    <a:pt x="948" y="1765"/>
                  </a:cubicBezTo>
                  <a:cubicBezTo>
                    <a:pt x="949" y="1793"/>
                    <a:pt x="953" y="1822"/>
                    <a:pt x="959" y="1849"/>
                  </a:cubicBezTo>
                  <a:cubicBezTo>
                    <a:pt x="976" y="1908"/>
                    <a:pt x="961" y="1980"/>
                    <a:pt x="964" y="2040"/>
                  </a:cubicBezTo>
                  <a:cubicBezTo>
                    <a:pt x="966" y="2088"/>
                    <a:pt x="950" y="2140"/>
                    <a:pt x="944" y="2187"/>
                  </a:cubicBezTo>
                  <a:cubicBezTo>
                    <a:pt x="941" y="2215"/>
                    <a:pt x="924" y="2320"/>
                    <a:pt x="890" y="2326"/>
                  </a:cubicBezTo>
                  <a:cubicBezTo>
                    <a:pt x="899" y="2292"/>
                    <a:pt x="904" y="2257"/>
                    <a:pt x="904" y="2221"/>
                  </a:cubicBezTo>
                  <a:cubicBezTo>
                    <a:pt x="904" y="2201"/>
                    <a:pt x="902" y="2182"/>
                    <a:pt x="899" y="2162"/>
                  </a:cubicBezTo>
                  <a:cubicBezTo>
                    <a:pt x="899" y="2161"/>
                    <a:pt x="900" y="2160"/>
                    <a:pt x="899" y="2159"/>
                  </a:cubicBezTo>
                  <a:cubicBezTo>
                    <a:pt x="898" y="2158"/>
                    <a:pt x="898" y="2158"/>
                    <a:pt x="897" y="2158"/>
                  </a:cubicBezTo>
                  <a:cubicBezTo>
                    <a:pt x="896" y="2157"/>
                    <a:pt x="895" y="2157"/>
                    <a:pt x="894" y="2157"/>
                  </a:cubicBezTo>
                  <a:cubicBezTo>
                    <a:pt x="894" y="2157"/>
                    <a:pt x="893" y="2157"/>
                    <a:pt x="892" y="2158"/>
                  </a:cubicBezTo>
                  <a:cubicBezTo>
                    <a:pt x="891" y="2158"/>
                    <a:pt x="891" y="2158"/>
                    <a:pt x="890" y="2159"/>
                  </a:cubicBezTo>
                  <a:cubicBezTo>
                    <a:pt x="889" y="2160"/>
                    <a:pt x="890" y="2161"/>
                    <a:pt x="890" y="2162"/>
                  </a:cubicBezTo>
                  <a:cubicBezTo>
                    <a:pt x="882" y="2207"/>
                    <a:pt x="877" y="2252"/>
                    <a:pt x="875" y="2298"/>
                  </a:cubicBezTo>
                  <a:cubicBezTo>
                    <a:pt x="872" y="2349"/>
                    <a:pt x="861" y="2399"/>
                    <a:pt x="843" y="2447"/>
                  </a:cubicBezTo>
                  <a:cubicBezTo>
                    <a:pt x="827" y="2393"/>
                    <a:pt x="818" y="2337"/>
                    <a:pt x="815" y="2280"/>
                  </a:cubicBezTo>
                  <a:lnTo>
                    <a:pt x="815" y="2279"/>
                  </a:lnTo>
                  <a:cubicBezTo>
                    <a:pt x="814" y="2278"/>
                    <a:pt x="814" y="2278"/>
                    <a:pt x="813" y="2277"/>
                  </a:cubicBezTo>
                  <a:lnTo>
                    <a:pt x="812" y="2277"/>
                  </a:lnTo>
                  <a:cubicBezTo>
                    <a:pt x="811" y="2274"/>
                    <a:pt x="811" y="2270"/>
                    <a:pt x="811" y="2267"/>
                  </a:cubicBezTo>
                  <a:cubicBezTo>
                    <a:pt x="811" y="2263"/>
                    <a:pt x="811" y="2260"/>
                    <a:pt x="812" y="2256"/>
                  </a:cubicBezTo>
                  <a:cubicBezTo>
                    <a:pt x="815" y="2229"/>
                    <a:pt x="822" y="2202"/>
                    <a:pt x="826" y="2174"/>
                  </a:cubicBezTo>
                  <a:cubicBezTo>
                    <a:pt x="830" y="2152"/>
                    <a:pt x="832" y="2129"/>
                    <a:pt x="832" y="2106"/>
                  </a:cubicBezTo>
                  <a:cubicBezTo>
                    <a:pt x="832" y="2090"/>
                    <a:pt x="831" y="2075"/>
                    <a:pt x="829" y="2059"/>
                  </a:cubicBezTo>
                  <a:cubicBezTo>
                    <a:pt x="829" y="2058"/>
                    <a:pt x="829" y="2058"/>
                    <a:pt x="829" y="2058"/>
                  </a:cubicBezTo>
                  <a:cubicBezTo>
                    <a:pt x="828" y="2057"/>
                    <a:pt x="828" y="2056"/>
                    <a:pt x="827" y="2056"/>
                  </a:cubicBezTo>
                  <a:cubicBezTo>
                    <a:pt x="826" y="2056"/>
                    <a:pt x="826" y="2056"/>
                    <a:pt x="825" y="2056"/>
                  </a:cubicBezTo>
                  <a:cubicBezTo>
                    <a:pt x="824" y="2056"/>
                    <a:pt x="823" y="2056"/>
                    <a:pt x="823" y="2056"/>
                  </a:cubicBezTo>
                  <a:cubicBezTo>
                    <a:pt x="822" y="2056"/>
                    <a:pt x="821" y="2057"/>
                    <a:pt x="821" y="2058"/>
                  </a:cubicBezTo>
                  <a:lnTo>
                    <a:pt x="821" y="2059"/>
                  </a:lnTo>
                  <a:cubicBezTo>
                    <a:pt x="804" y="2143"/>
                    <a:pt x="797" y="2229"/>
                    <a:pt x="789" y="2315"/>
                  </a:cubicBezTo>
                  <a:cubicBezTo>
                    <a:pt x="785" y="2364"/>
                    <a:pt x="765" y="2408"/>
                    <a:pt x="753" y="2456"/>
                  </a:cubicBezTo>
                  <a:cubicBezTo>
                    <a:pt x="746" y="2484"/>
                    <a:pt x="741" y="2514"/>
                    <a:pt x="733" y="2542"/>
                  </a:cubicBezTo>
                  <a:cubicBezTo>
                    <a:pt x="730" y="2526"/>
                    <a:pt x="729" y="2509"/>
                    <a:pt x="729" y="2492"/>
                  </a:cubicBezTo>
                  <a:cubicBezTo>
                    <a:pt x="729" y="2487"/>
                    <a:pt x="729" y="2483"/>
                    <a:pt x="729" y="2478"/>
                  </a:cubicBezTo>
                  <a:cubicBezTo>
                    <a:pt x="731" y="2439"/>
                    <a:pt x="729" y="2398"/>
                    <a:pt x="729" y="2359"/>
                  </a:cubicBezTo>
                  <a:cubicBezTo>
                    <a:pt x="728" y="2346"/>
                    <a:pt x="728" y="2333"/>
                    <a:pt x="728" y="2320"/>
                  </a:cubicBezTo>
                  <a:cubicBezTo>
                    <a:pt x="728" y="2289"/>
                    <a:pt x="730" y="2258"/>
                    <a:pt x="736" y="2227"/>
                  </a:cubicBezTo>
                  <a:cubicBezTo>
                    <a:pt x="739" y="2215"/>
                    <a:pt x="741" y="2202"/>
                    <a:pt x="741" y="2189"/>
                  </a:cubicBezTo>
                  <a:cubicBezTo>
                    <a:pt x="741" y="2182"/>
                    <a:pt x="740" y="2175"/>
                    <a:pt x="739" y="2168"/>
                  </a:cubicBezTo>
                  <a:cubicBezTo>
                    <a:pt x="738" y="2167"/>
                    <a:pt x="738" y="2167"/>
                    <a:pt x="737" y="2166"/>
                  </a:cubicBezTo>
                  <a:lnTo>
                    <a:pt x="736" y="2166"/>
                  </a:lnTo>
                  <a:cubicBezTo>
                    <a:pt x="735" y="2166"/>
                    <a:pt x="734" y="2166"/>
                    <a:pt x="734" y="2166"/>
                  </a:cubicBezTo>
                  <a:cubicBezTo>
                    <a:pt x="733" y="2167"/>
                    <a:pt x="734" y="2167"/>
                    <a:pt x="733" y="2168"/>
                  </a:cubicBezTo>
                  <a:cubicBezTo>
                    <a:pt x="732" y="2169"/>
                    <a:pt x="732" y="2168"/>
                    <a:pt x="732" y="2168"/>
                  </a:cubicBezTo>
                  <a:cubicBezTo>
                    <a:pt x="729" y="2198"/>
                    <a:pt x="719" y="2227"/>
                    <a:pt x="714" y="2256"/>
                  </a:cubicBezTo>
                  <a:cubicBezTo>
                    <a:pt x="706" y="2300"/>
                    <a:pt x="713" y="2348"/>
                    <a:pt x="713" y="2393"/>
                  </a:cubicBezTo>
                  <a:cubicBezTo>
                    <a:pt x="713" y="2429"/>
                    <a:pt x="706" y="2474"/>
                    <a:pt x="713" y="2509"/>
                  </a:cubicBezTo>
                  <a:cubicBezTo>
                    <a:pt x="714" y="2526"/>
                    <a:pt x="717" y="2543"/>
                    <a:pt x="721" y="2559"/>
                  </a:cubicBezTo>
                  <a:cubicBezTo>
                    <a:pt x="717" y="2595"/>
                    <a:pt x="711" y="2631"/>
                    <a:pt x="702" y="2666"/>
                  </a:cubicBezTo>
                  <a:cubicBezTo>
                    <a:pt x="696" y="2692"/>
                    <a:pt x="687" y="2716"/>
                    <a:pt x="674" y="2739"/>
                  </a:cubicBezTo>
                  <a:cubicBezTo>
                    <a:pt x="669" y="2752"/>
                    <a:pt x="664" y="2765"/>
                    <a:pt x="660" y="2778"/>
                  </a:cubicBezTo>
                  <a:cubicBezTo>
                    <a:pt x="659" y="2773"/>
                    <a:pt x="657" y="2768"/>
                    <a:pt x="655" y="2763"/>
                  </a:cubicBezTo>
                  <a:cubicBezTo>
                    <a:pt x="644" y="2731"/>
                    <a:pt x="638" y="2697"/>
                    <a:pt x="638" y="2662"/>
                  </a:cubicBezTo>
                  <a:cubicBezTo>
                    <a:pt x="634" y="2611"/>
                    <a:pt x="634" y="2559"/>
                    <a:pt x="632" y="2508"/>
                  </a:cubicBezTo>
                  <a:cubicBezTo>
                    <a:pt x="632" y="2507"/>
                    <a:pt x="631" y="2506"/>
                    <a:pt x="631" y="2505"/>
                  </a:cubicBezTo>
                  <a:cubicBezTo>
                    <a:pt x="631" y="2505"/>
                    <a:pt x="630" y="2505"/>
                    <a:pt x="629" y="2504"/>
                  </a:cubicBezTo>
                  <a:cubicBezTo>
                    <a:pt x="628" y="2503"/>
                    <a:pt x="628" y="2503"/>
                    <a:pt x="627" y="2503"/>
                  </a:cubicBezTo>
                  <a:cubicBezTo>
                    <a:pt x="626" y="2503"/>
                    <a:pt x="626" y="2503"/>
                    <a:pt x="625" y="2504"/>
                  </a:cubicBezTo>
                  <a:cubicBezTo>
                    <a:pt x="624" y="2505"/>
                    <a:pt x="623" y="2505"/>
                    <a:pt x="623" y="2505"/>
                  </a:cubicBezTo>
                  <a:cubicBezTo>
                    <a:pt x="622" y="2506"/>
                    <a:pt x="622" y="2507"/>
                    <a:pt x="622" y="2508"/>
                  </a:cubicBezTo>
                  <a:cubicBezTo>
                    <a:pt x="617" y="2611"/>
                    <a:pt x="605" y="2716"/>
                    <a:pt x="656" y="2810"/>
                  </a:cubicBezTo>
                  <a:cubicBezTo>
                    <a:pt x="659" y="2815"/>
                    <a:pt x="668" y="2813"/>
                    <a:pt x="667" y="2807"/>
                  </a:cubicBezTo>
                  <a:cubicBezTo>
                    <a:pt x="667" y="2805"/>
                    <a:pt x="667" y="2804"/>
                    <a:pt x="667" y="2802"/>
                  </a:cubicBezTo>
                  <a:cubicBezTo>
                    <a:pt x="668" y="2802"/>
                    <a:pt x="668" y="2801"/>
                    <a:pt x="668" y="2801"/>
                  </a:cubicBezTo>
                  <a:cubicBezTo>
                    <a:pt x="668" y="2800"/>
                    <a:pt x="669" y="2800"/>
                    <a:pt x="669" y="2799"/>
                  </a:cubicBezTo>
                  <a:cubicBezTo>
                    <a:pt x="683" y="2749"/>
                    <a:pt x="708" y="2706"/>
                    <a:pt x="720" y="2653"/>
                  </a:cubicBezTo>
                  <a:cubicBezTo>
                    <a:pt x="726" y="2626"/>
                    <a:pt x="729" y="2598"/>
                    <a:pt x="729" y="2570"/>
                  </a:cubicBezTo>
                  <a:lnTo>
                    <a:pt x="730" y="2571"/>
                  </a:lnTo>
                  <a:cubicBezTo>
                    <a:pt x="731" y="2571"/>
                    <a:pt x="732" y="2572"/>
                    <a:pt x="734" y="2572"/>
                  </a:cubicBezTo>
                  <a:cubicBezTo>
                    <a:pt x="735" y="2572"/>
                    <a:pt x="736" y="2571"/>
                    <a:pt x="737" y="2571"/>
                  </a:cubicBezTo>
                  <a:cubicBezTo>
                    <a:pt x="738" y="2570"/>
                    <a:pt x="739" y="2570"/>
                    <a:pt x="740" y="2569"/>
                  </a:cubicBezTo>
                  <a:cubicBezTo>
                    <a:pt x="730" y="2608"/>
                    <a:pt x="723" y="2650"/>
                    <a:pt x="741" y="2689"/>
                  </a:cubicBezTo>
                  <a:cubicBezTo>
                    <a:pt x="751" y="2708"/>
                    <a:pt x="764" y="2715"/>
                    <a:pt x="779" y="2699"/>
                  </a:cubicBezTo>
                  <a:cubicBezTo>
                    <a:pt x="811" y="2663"/>
                    <a:pt x="822" y="2623"/>
                    <a:pt x="840" y="2581"/>
                  </a:cubicBezTo>
                  <a:cubicBezTo>
                    <a:pt x="836" y="2600"/>
                    <a:pt x="831" y="2635"/>
                    <a:pt x="852" y="2643"/>
                  </a:cubicBezTo>
                  <a:lnTo>
                    <a:pt x="853" y="2643"/>
                  </a:lnTo>
                  <a:cubicBezTo>
                    <a:pt x="854" y="2643"/>
                    <a:pt x="855" y="2643"/>
                    <a:pt x="855" y="2643"/>
                  </a:cubicBezTo>
                  <a:cubicBezTo>
                    <a:pt x="856" y="2642"/>
                    <a:pt x="856" y="2642"/>
                    <a:pt x="857" y="2642"/>
                  </a:cubicBezTo>
                  <a:cubicBezTo>
                    <a:pt x="869" y="2626"/>
                    <a:pt x="888" y="2616"/>
                    <a:pt x="901" y="2600"/>
                  </a:cubicBezTo>
                  <a:cubicBezTo>
                    <a:pt x="907" y="2590"/>
                    <a:pt x="914" y="2581"/>
                    <a:pt x="920" y="2571"/>
                  </a:cubicBezTo>
                  <a:cubicBezTo>
                    <a:pt x="932" y="2550"/>
                    <a:pt x="941" y="2527"/>
                    <a:pt x="948" y="2504"/>
                  </a:cubicBezTo>
                  <a:cubicBezTo>
                    <a:pt x="955" y="2484"/>
                    <a:pt x="960" y="2462"/>
                    <a:pt x="966" y="2440"/>
                  </a:cubicBezTo>
                  <a:cubicBezTo>
                    <a:pt x="966" y="2441"/>
                    <a:pt x="967" y="2441"/>
                    <a:pt x="968" y="2442"/>
                  </a:cubicBezTo>
                  <a:cubicBezTo>
                    <a:pt x="969" y="2442"/>
                    <a:pt x="970" y="2443"/>
                    <a:pt x="971" y="2443"/>
                  </a:cubicBezTo>
                  <a:cubicBezTo>
                    <a:pt x="972" y="2443"/>
                    <a:pt x="973" y="2442"/>
                    <a:pt x="974" y="2442"/>
                  </a:cubicBezTo>
                  <a:cubicBezTo>
                    <a:pt x="975" y="2441"/>
                    <a:pt x="976" y="2441"/>
                    <a:pt x="977" y="2440"/>
                  </a:cubicBezTo>
                  <a:cubicBezTo>
                    <a:pt x="977" y="2439"/>
                    <a:pt x="977" y="2439"/>
                    <a:pt x="977" y="2438"/>
                  </a:cubicBezTo>
                  <a:cubicBezTo>
                    <a:pt x="990" y="2394"/>
                    <a:pt x="1026" y="2364"/>
                    <a:pt x="1034" y="2316"/>
                  </a:cubicBezTo>
                  <a:cubicBezTo>
                    <a:pt x="1034" y="2312"/>
                    <a:pt x="1035" y="2308"/>
                    <a:pt x="1036" y="2304"/>
                  </a:cubicBezTo>
                  <a:lnTo>
                    <a:pt x="1040" y="2304"/>
                  </a:lnTo>
                  <a:cubicBezTo>
                    <a:pt x="1041" y="2304"/>
                    <a:pt x="1041" y="2303"/>
                    <a:pt x="1041" y="2303"/>
                  </a:cubicBezTo>
                  <a:cubicBezTo>
                    <a:pt x="1042" y="2303"/>
                    <a:pt x="1043" y="2302"/>
                    <a:pt x="1043" y="2302"/>
                  </a:cubicBezTo>
                  <a:cubicBezTo>
                    <a:pt x="1043" y="2301"/>
                    <a:pt x="1043" y="2301"/>
                    <a:pt x="1044" y="2300"/>
                  </a:cubicBezTo>
                  <a:cubicBezTo>
                    <a:pt x="1055" y="2269"/>
                    <a:pt x="1070" y="2234"/>
                    <a:pt x="1081" y="2199"/>
                  </a:cubicBezTo>
                  <a:lnTo>
                    <a:pt x="1082" y="2200"/>
                  </a:lnTo>
                  <a:cubicBezTo>
                    <a:pt x="1083" y="2200"/>
                    <a:pt x="1083" y="2201"/>
                    <a:pt x="1084" y="2201"/>
                  </a:cubicBezTo>
                  <a:cubicBezTo>
                    <a:pt x="1085" y="2201"/>
                    <a:pt x="1085" y="2200"/>
                    <a:pt x="1086" y="2200"/>
                  </a:cubicBezTo>
                  <a:cubicBezTo>
                    <a:pt x="1087" y="2200"/>
                    <a:pt x="1087" y="2199"/>
                    <a:pt x="1088" y="2199"/>
                  </a:cubicBezTo>
                  <a:cubicBezTo>
                    <a:pt x="1090" y="2195"/>
                    <a:pt x="1093" y="2191"/>
                    <a:pt x="1095" y="2186"/>
                  </a:cubicBezTo>
                  <a:cubicBezTo>
                    <a:pt x="1108" y="2164"/>
                    <a:pt x="1118" y="2139"/>
                    <a:pt x="1123" y="2114"/>
                  </a:cubicBezTo>
                  <a:cubicBezTo>
                    <a:pt x="1125" y="2110"/>
                    <a:pt x="1126" y="2107"/>
                    <a:pt x="1127" y="2104"/>
                  </a:cubicBezTo>
                  <a:cubicBezTo>
                    <a:pt x="1128" y="2100"/>
                    <a:pt x="1129" y="2096"/>
                    <a:pt x="1131" y="2093"/>
                  </a:cubicBezTo>
                  <a:cubicBezTo>
                    <a:pt x="1140" y="2074"/>
                    <a:pt x="1146" y="2054"/>
                    <a:pt x="1149" y="2034"/>
                  </a:cubicBezTo>
                  <a:cubicBezTo>
                    <a:pt x="1150" y="2031"/>
                    <a:pt x="1151" y="2028"/>
                    <a:pt x="1152" y="2026"/>
                  </a:cubicBezTo>
                  <a:lnTo>
                    <a:pt x="1155" y="2021"/>
                  </a:lnTo>
                  <a:cubicBezTo>
                    <a:pt x="1157" y="2014"/>
                    <a:pt x="1159" y="2007"/>
                    <a:pt x="1159" y="1999"/>
                  </a:cubicBezTo>
                  <a:cubicBezTo>
                    <a:pt x="1159" y="1997"/>
                    <a:pt x="1159" y="1995"/>
                    <a:pt x="1158" y="1993"/>
                  </a:cubicBezTo>
                  <a:cubicBezTo>
                    <a:pt x="1165" y="2003"/>
                    <a:pt x="1172" y="2013"/>
                    <a:pt x="1179" y="2021"/>
                  </a:cubicBezTo>
                  <a:cubicBezTo>
                    <a:pt x="1180" y="2021"/>
                    <a:pt x="1180" y="2021"/>
                    <a:pt x="1180" y="2021"/>
                  </a:cubicBezTo>
                  <a:lnTo>
                    <a:pt x="1181" y="2021"/>
                  </a:lnTo>
                  <a:cubicBezTo>
                    <a:pt x="1187" y="2055"/>
                    <a:pt x="1200" y="2088"/>
                    <a:pt x="1217" y="2117"/>
                  </a:cubicBezTo>
                  <a:cubicBezTo>
                    <a:pt x="1222" y="2126"/>
                    <a:pt x="1227" y="2134"/>
                    <a:pt x="1233" y="2142"/>
                  </a:cubicBezTo>
                  <a:cubicBezTo>
                    <a:pt x="1237" y="2147"/>
                    <a:pt x="1243" y="2142"/>
                    <a:pt x="1243" y="2137"/>
                  </a:cubicBezTo>
                  <a:cubicBezTo>
                    <a:pt x="1241" y="2117"/>
                    <a:pt x="1240" y="2096"/>
                    <a:pt x="1240" y="2075"/>
                  </a:cubicBezTo>
                  <a:cubicBezTo>
                    <a:pt x="1240" y="2054"/>
                    <a:pt x="1241" y="2033"/>
                    <a:pt x="1243" y="2013"/>
                  </a:cubicBezTo>
                  <a:cubicBezTo>
                    <a:pt x="1244" y="1992"/>
                    <a:pt x="1241" y="2011"/>
                    <a:pt x="1241" y="2013"/>
                  </a:cubicBezTo>
                  <a:cubicBezTo>
                    <a:pt x="1236" y="2046"/>
                    <a:pt x="1233" y="2080"/>
                    <a:pt x="1232" y="2114"/>
                  </a:cubicBezTo>
                  <a:cubicBezTo>
                    <a:pt x="1167" y="1960"/>
                    <a:pt x="1179" y="1788"/>
                    <a:pt x="1176" y="1625"/>
                  </a:cubicBezTo>
                  <a:cubicBezTo>
                    <a:pt x="1176" y="1621"/>
                    <a:pt x="1170" y="1620"/>
                    <a:pt x="1170" y="1625"/>
                  </a:cubicBezTo>
                  <a:cubicBezTo>
                    <a:pt x="1168" y="1729"/>
                    <a:pt x="1158" y="1838"/>
                    <a:pt x="1168" y="1942"/>
                  </a:cubicBezTo>
                  <a:cubicBezTo>
                    <a:pt x="1170" y="1957"/>
                    <a:pt x="1172" y="1973"/>
                    <a:pt x="1175" y="1990"/>
                  </a:cubicBezTo>
                  <a:cubicBezTo>
                    <a:pt x="1159" y="1953"/>
                    <a:pt x="1141" y="1917"/>
                    <a:pt x="1124" y="1881"/>
                  </a:cubicBezTo>
                  <a:cubicBezTo>
                    <a:pt x="1094" y="1820"/>
                    <a:pt x="1089" y="1760"/>
                    <a:pt x="1088" y="1694"/>
                  </a:cubicBezTo>
                  <a:cubicBezTo>
                    <a:pt x="1088" y="1677"/>
                    <a:pt x="1093" y="1660"/>
                    <a:pt x="1091" y="1643"/>
                  </a:cubicBezTo>
                  <a:cubicBezTo>
                    <a:pt x="1091" y="1631"/>
                    <a:pt x="1097" y="1620"/>
                    <a:pt x="1096" y="1610"/>
                  </a:cubicBezTo>
                  <a:cubicBezTo>
                    <a:pt x="1097" y="1560"/>
                    <a:pt x="1102" y="1511"/>
                    <a:pt x="1111" y="1463"/>
                  </a:cubicBezTo>
                  <a:cubicBezTo>
                    <a:pt x="1111" y="1461"/>
                    <a:pt x="1108" y="1460"/>
                    <a:pt x="1107" y="1463"/>
                  </a:cubicBezTo>
                  <a:cubicBezTo>
                    <a:pt x="1091" y="1546"/>
                    <a:pt x="1081" y="1630"/>
                    <a:pt x="1079" y="1715"/>
                  </a:cubicBezTo>
                  <a:cubicBezTo>
                    <a:pt x="1079" y="1728"/>
                    <a:pt x="1079" y="1741"/>
                    <a:pt x="1079" y="1754"/>
                  </a:cubicBezTo>
                  <a:cubicBezTo>
                    <a:pt x="1077" y="1740"/>
                    <a:pt x="1075" y="1727"/>
                    <a:pt x="1072" y="1715"/>
                  </a:cubicBezTo>
                  <a:lnTo>
                    <a:pt x="1071" y="1709"/>
                  </a:lnTo>
                  <a:lnTo>
                    <a:pt x="1071" y="1707"/>
                  </a:lnTo>
                  <a:cubicBezTo>
                    <a:pt x="1071" y="1706"/>
                    <a:pt x="1070" y="1705"/>
                    <a:pt x="1070" y="1703"/>
                  </a:cubicBezTo>
                  <a:cubicBezTo>
                    <a:pt x="1058" y="1656"/>
                    <a:pt x="1051" y="1607"/>
                    <a:pt x="1050" y="1559"/>
                  </a:cubicBezTo>
                  <a:cubicBezTo>
                    <a:pt x="1049" y="1467"/>
                    <a:pt x="1049" y="1373"/>
                    <a:pt x="1077" y="1286"/>
                  </a:cubicBezTo>
                  <a:cubicBezTo>
                    <a:pt x="1078" y="1281"/>
                    <a:pt x="1071" y="1278"/>
                    <a:pt x="1069" y="1282"/>
                  </a:cubicBezTo>
                  <a:cubicBezTo>
                    <a:pt x="1038" y="1372"/>
                    <a:pt x="1037" y="1465"/>
                    <a:pt x="1036" y="1558"/>
                  </a:cubicBezTo>
                  <a:cubicBezTo>
                    <a:pt x="1036" y="1572"/>
                    <a:pt x="1036" y="1587"/>
                    <a:pt x="1038" y="1601"/>
                  </a:cubicBezTo>
                  <a:cubicBezTo>
                    <a:pt x="1036" y="1598"/>
                    <a:pt x="1034" y="1596"/>
                    <a:pt x="1032" y="1593"/>
                  </a:cubicBezTo>
                  <a:lnTo>
                    <a:pt x="1032" y="1592"/>
                  </a:lnTo>
                  <a:cubicBezTo>
                    <a:pt x="1029" y="1583"/>
                    <a:pt x="1027" y="1575"/>
                    <a:pt x="1025" y="1566"/>
                  </a:cubicBezTo>
                  <a:cubicBezTo>
                    <a:pt x="1024" y="1565"/>
                    <a:pt x="1024" y="1564"/>
                    <a:pt x="1023" y="1563"/>
                  </a:cubicBezTo>
                  <a:cubicBezTo>
                    <a:pt x="1022" y="1561"/>
                    <a:pt x="1021" y="1560"/>
                    <a:pt x="1020" y="1559"/>
                  </a:cubicBezTo>
                  <a:cubicBezTo>
                    <a:pt x="1018" y="1558"/>
                    <a:pt x="1017" y="1558"/>
                    <a:pt x="1015" y="1558"/>
                  </a:cubicBezTo>
                  <a:cubicBezTo>
                    <a:pt x="1011" y="1549"/>
                    <a:pt x="1009" y="1542"/>
                    <a:pt x="1009" y="1542"/>
                  </a:cubicBezTo>
                  <a:cubicBezTo>
                    <a:pt x="997" y="1511"/>
                    <a:pt x="988" y="1480"/>
                    <a:pt x="981" y="1448"/>
                  </a:cubicBezTo>
                  <a:cubicBezTo>
                    <a:pt x="979" y="1427"/>
                    <a:pt x="976" y="1405"/>
                    <a:pt x="975" y="1384"/>
                  </a:cubicBezTo>
                  <a:cubicBezTo>
                    <a:pt x="977" y="1372"/>
                    <a:pt x="978" y="1360"/>
                    <a:pt x="978" y="1348"/>
                  </a:cubicBezTo>
                  <a:cubicBezTo>
                    <a:pt x="978" y="1340"/>
                    <a:pt x="978" y="1332"/>
                    <a:pt x="977" y="1325"/>
                  </a:cubicBezTo>
                  <a:cubicBezTo>
                    <a:pt x="979" y="1309"/>
                    <a:pt x="980" y="1293"/>
                    <a:pt x="980" y="1278"/>
                  </a:cubicBezTo>
                  <a:cubicBezTo>
                    <a:pt x="980" y="1262"/>
                    <a:pt x="979" y="1247"/>
                    <a:pt x="977" y="1232"/>
                  </a:cubicBezTo>
                  <a:cubicBezTo>
                    <a:pt x="975" y="1223"/>
                    <a:pt x="974" y="1214"/>
                    <a:pt x="973" y="1205"/>
                  </a:cubicBezTo>
                  <a:cubicBezTo>
                    <a:pt x="973" y="1202"/>
                    <a:pt x="973" y="1199"/>
                    <a:pt x="973" y="1196"/>
                  </a:cubicBezTo>
                  <a:lnTo>
                    <a:pt x="973" y="1195"/>
                  </a:lnTo>
                  <a:cubicBezTo>
                    <a:pt x="973" y="1194"/>
                    <a:pt x="973" y="1192"/>
                    <a:pt x="972" y="1191"/>
                  </a:cubicBezTo>
                  <a:lnTo>
                    <a:pt x="971" y="1190"/>
                  </a:lnTo>
                  <a:cubicBezTo>
                    <a:pt x="969" y="1154"/>
                    <a:pt x="962" y="1118"/>
                    <a:pt x="949" y="1085"/>
                  </a:cubicBezTo>
                  <a:cubicBezTo>
                    <a:pt x="944" y="1073"/>
                    <a:pt x="938" y="1061"/>
                    <a:pt x="932" y="1050"/>
                  </a:cubicBezTo>
                  <a:cubicBezTo>
                    <a:pt x="913" y="1019"/>
                    <a:pt x="890" y="991"/>
                    <a:pt x="863" y="967"/>
                  </a:cubicBezTo>
                  <a:cubicBezTo>
                    <a:pt x="862" y="966"/>
                    <a:pt x="862" y="966"/>
                    <a:pt x="862" y="966"/>
                  </a:cubicBezTo>
                  <a:cubicBezTo>
                    <a:pt x="861" y="966"/>
                    <a:pt x="861" y="966"/>
                    <a:pt x="860" y="967"/>
                  </a:cubicBezTo>
                  <a:cubicBezTo>
                    <a:pt x="860" y="967"/>
                    <a:pt x="860" y="966"/>
                    <a:pt x="859" y="967"/>
                  </a:cubicBezTo>
                  <a:cubicBezTo>
                    <a:pt x="858" y="968"/>
                    <a:pt x="859" y="968"/>
                    <a:pt x="859" y="969"/>
                  </a:cubicBezTo>
                  <a:lnTo>
                    <a:pt x="859" y="970"/>
                  </a:lnTo>
                  <a:cubicBezTo>
                    <a:pt x="860" y="970"/>
                    <a:pt x="860" y="970"/>
                    <a:pt x="860" y="970"/>
                  </a:cubicBezTo>
                  <a:cubicBezTo>
                    <a:pt x="879" y="990"/>
                    <a:pt x="896" y="1011"/>
                    <a:pt x="909" y="1035"/>
                  </a:cubicBezTo>
                  <a:cubicBezTo>
                    <a:pt x="919" y="1053"/>
                    <a:pt x="928" y="1072"/>
                    <a:pt x="935" y="1091"/>
                  </a:cubicBezTo>
                  <a:cubicBezTo>
                    <a:pt x="934" y="1090"/>
                    <a:pt x="934" y="1090"/>
                    <a:pt x="933" y="1089"/>
                  </a:cubicBezTo>
                  <a:cubicBezTo>
                    <a:pt x="932" y="1088"/>
                    <a:pt x="931" y="1089"/>
                    <a:pt x="931" y="1089"/>
                  </a:cubicBezTo>
                  <a:cubicBezTo>
                    <a:pt x="930" y="1089"/>
                    <a:pt x="929" y="1088"/>
                    <a:pt x="928" y="1089"/>
                  </a:cubicBezTo>
                  <a:cubicBezTo>
                    <a:pt x="927" y="1090"/>
                    <a:pt x="927" y="1090"/>
                    <a:pt x="927" y="1091"/>
                  </a:cubicBezTo>
                  <a:cubicBezTo>
                    <a:pt x="926" y="1092"/>
                    <a:pt x="926" y="1093"/>
                    <a:pt x="926" y="1094"/>
                  </a:cubicBezTo>
                  <a:cubicBezTo>
                    <a:pt x="926" y="1094"/>
                    <a:pt x="926" y="1095"/>
                    <a:pt x="926" y="1096"/>
                  </a:cubicBezTo>
                  <a:cubicBezTo>
                    <a:pt x="935" y="1127"/>
                    <a:pt x="939" y="1159"/>
                    <a:pt x="939" y="1191"/>
                  </a:cubicBezTo>
                  <a:cubicBezTo>
                    <a:pt x="939" y="1193"/>
                    <a:pt x="939" y="1195"/>
                    <a:pt x="939" y="1197"/>
                  </a:cubicBezTo>
                  <a:lnTo>
                    <a:pt x="939" y="1196"/>
                  </a:lnTo>
                  <a:cubicBezTo>
                    <a:pt x="938" y="1195"/>
                    <a:pt x="938" y="1194"/>
                    <a:pt x="937" y="1194"/>
                  </a:cubicBezTo>
                  <a:cubicBezTo>
                    <a:pt x="936" y="1193"/>
                    <a:pt x="935" y="1194"/>
                    <a:pt x="934" y="1194"/>
                  </a:cubicBezTo>
                  <a:cubicBezTo>
                    <a:pt x="933" y="1194"/>
                    <a:pt x="932" y="1194"/>
                    <a:pt x="932" y="1194"/>
                  </a:cubicBezTo>
                  <a:cubicBezTo>
                    <a:pt x="931" y="1195"/>
                    <a:pt x="930" y="1195"/>
                    <a:pt x="930" y="1196"/>
                  </a:cubicBezTo>
                  <a:cubicBezTo>
                    <a:pt x="929" y="1197"/>
                    <a:pt x="929" y="1198"/>
                    <a:pt x="929" y="1199"/>
                  </a:cubicBezTo>
                  <a:cubicBezTo>
                    <a:pt x="929" y="1199"/>
                    <a:pt x="929" y="1200"/>
                    <a:pt x="929" y="1201"/>
                  </a:cubicBezTo>
                  <a:cubicBezTo>
                    <a:pt x="934" y="1219"/>
                    <a:pt x="937" y="1238"/>
                    <a:pt x="937" y="1257"/>
                  </a:cubicBezTo>
                  <a:cubicBezTo>
                    <a:pt x="936" y="1280"/>
                    <a:pt x="935" y="1302"/>
                    <a:pt x="935" y="1324"/>
                  </a:cubicBezTo>
                  <a:cubicBezTo>
                    <a:pt x="931" y="1322"/>
                    <a:pt x="924" y="1324"/>
                    <a:pt x="924" y="1329"/>
                  </a:cubicBezTo>
                  <a:cubicBezTo>
                    <a:pt x="927" y="1382"/>
                    <a:pt x="932" y="1434"/>
                    <a:pt x="937" y="1487"/>
                  </a:cubicBezTo>
                  <a:cubicBezTo>
                    <a:pt x="940" y="1511"/>
                    <a:pt x="941" y="1537"/>
                    <a:pt x="945" y="1561"/>
                  </a:cubicBezTo>
                  <a:cubicBezTo>
                    <a:pt x="945" y="1565"/>
                    <a:pt x="945" y="1568"/>
                    <a:pt x="944" y="1572"/>
                  </a:cubicBezTo>
                  <a:cubicBezTo>
                    <a:pt x="943" y="1567"/>
                    <a:pt x="943" y="1562"/>
                    <a:pt x="942" y="1557"/>
                  </a:cubicBezTo>
                  <a:cubicBezTo>
                    <a:pt x="942" y="1556"/>
                    <a:pt x="941" y="1554"/>
                    <a:pt x="941" y="1553"/>
                  </a:cubicBezTo>
                  <a:cubicBezTo>
                    <a:pt x="940" y="1552"/>
                    <a:pt x="939" y="1551"/>
                    <a:pt x="938" y="1550"/>
                  </a:cubicBezTo>
                  <a:cubicBezTo>
                    <a:pt x="936" y="1549"/>
                    <a:pt x="935" y="1549"/>
                    <a:pt x="934" y="1549"/>
                  </a:cubicBezTo>
                  <a:cubicBezTo>
                    <a:pt x="932" y="1549"/>
                    <a:pt x="931" y="1549"/>
                    <a:pt x="930" y="1550"/>
                  </a:cubicBezTo>
                  <a:cubicBezTo>
                    <a:pt x="929" y="1551"/>
                    <a:pt x="928" y="1552"/>
                    <a:pt x="927" y="1553"/>
                  </a:cubicBezTo>
                  <a:cubicBezTo>
                    <a:pt x="926" y="1554"/>
                    <a:pt x="926" y="1556"/>
                    <a:pt x="926" y="1557"/>
                  </a:cubicBezTo>
                  <a:cubicBezTo>
                    <a:pt x="926" y="1559"/>
                    <a:pt x="926" y="1561"/>
                    <a:pt x="926" y="1563"/>
                  </a:cubicBezTo>
                  <a:cubicBezTo>
                    <a:pt x="923" y="1558"/>
                    <a:pt x="920" y="1552"/>
                    <a:pt x="916" y="1547"/>
                  </a:cubicBezTo>
                  <a:cubicBezTo>
                    <a:pt x="917" y="1537"/>
                    <a:pt x="917" y="1528"/>
                    <a:pt x="917" y="1519"/>
                  </a:cubicBezTo>
                  <a:cubicBezTo>
                    <a:pt x="917" y="1510"/>
                    <a:pt x="917" y="1501"/>
                    <a:pt x="916" y="1492"/>
                  </a:cubicBezTo>
                  <a:cubicBezTo>
                    <a:pt x="916" y="1483"/>
                    <a:pt x="916" y="1494"/>
                    <a:pt x="918" y="1495"/>
                  </a:cubicBezTo>
                  <a:cubicBezTo>
                    <a:pt x="918" y="1496"/>
                    <a:pt x="918" y="1496"/>
                    <a:pt x="919" y="1497"/>
                  </a:cubicBezTo>
                  <a:cubicBezTo>
                    <a:pt x="920" y="1498"/>
                    <a:pt x="921" y="1497"/>
                    <a:pt x="922" y="1497"/>
                  </a:cubicBezTo>
                  <a:cubicBezTo>
                    <a:pt x="923" y="1497"/>
                    <a:pt x="924" y="1497"/>
                    <a:pt x="924" y="1497"/>
                  </a:cubicBezTo>
                  <a:cubicBezTo>
                    <a:pt x="925" y="1496"/>
                    <a:pt x="926" y="1496"/>
                    <a:pt x="926" y="1495"/>
                  </a:cubicBezTo>
                  <a:cubicBezTo>
                    <a:pt x="926" y="1494"/>
                    <a:pt x="927" y="1494"/>
                    <a:pt x="927" y="1493"/>
                  </a:cubicBezTo>
                  <a:cubicBezTo>
                    <a:pt x="931" y="1465"/>
                    <a:pt x="919" y="1437"/>
                    <a:pt x="917" y="1409"/>
                  </a:cubicBezTo>
                  <a:cubicBezTo>
                    <a:pt x="916" y="1408"/>
                    <a:pt x="916" y="1407"/>
                    <a:pt x="916" y="1406"/>
                  </a:cubicBezTo>
                  <a:cubicBezTo>
                    <a:pt x="915" y="1405"/>
                    <a:pt x="914" y="1404"/>
                    <a:pt x="913" y="1404"/>
                  </a:cubicBezTo>
                  <a:cubicBezTo>
                    <a:pt x="911" y="1403"/>
                    <a:pt x="910" y="1402"/>
                    <a:pt x="909" y="1402"/>
                  </a:cubicBezTo>
                  <a:cubicBezTo>
                    <a:pt x="907" y="1402"/>
                    <a:pt x="906" y="1403"/>
                    <a:pt x="905" y="1404"/>
                  </a:cubicBezTo>
                  <a:cubicBezTo>
                    <a:pt x="904" y="1404"/>
                    <a:pt x="903" y="1405"/>
                    <a:pt x="902" y="1406"/>
                  </a:cubicBezTo>
                  <a:cubicBezTo>
                    <a:pt x="901" y="1407"/>
                    <a:pt x="901" y="1408"/>
                    <a:pt x="901" y="1409"/>
                  </a:cubicBezTo>
                  <a:cubicBezTo>
                    <a:pt x="901" y="1414"/>
                    <a:pt x="901" y="1419"/>
                    <a:pt x="901" y="1424"/>
                  </a:cubicBezTo>
                  <a:cubicBezTo>
                    <a:pt x="899" y="1416"/>
                    <a:pt x="896" y="1407"/>
                    <a:pt x="894" y="1399"/>
                  </a:cubicBezTo>
                  <a:cubicBezTo>
                    <a:pt x="894" y="1398"/>
                    <a:pt x="895" y="1398"/>
                    <a:pt x="895" y="1397"/>
                  </a:cubicBezTo>
                  <a:cubicBezTo>
                    <a:pt x="917" y="1341"/>
                    <a:pt x="871" y="1273"/>
                    <a:pt x="858" y="1217"/>
                  </a:cubicBezTo>
                  <a:cubicBezTo>
                    <a:pt x="859" y="1221"/>
                    <a:pt x="861" y="1225"/>
                    <a:pt x="863" y="1230"/>
                  </a:cubicBezTo>
                  <a:cubicBezTo>
                    <a:pt x="863" y="1230"/>
                    <a:pt x="863" y="1229"/>
                    <a:pt x="864" y="1230"/>
                  </a:cubicBezTo>
                  <a:cubicBezTo>
                    <a:pt x="865" y="1231"/>
                    <a:pt x="865" y="1232"/>
                    <a:pt x="866" y="1233"/>
                  </a:cubicBezTo>
                  <a:cubicBezTo>
                    <a:pt x="867" y="1233"/>
                    <a:pt x="868" y="1233"/>
                    <a:pt x="869" y="1233"/>
                  </a:cubicBezTo>
                  <a:cubicBezTo>
                    <a:pt x="870" y="1233"/>
                    <a:pt x="871" y="1233"/>
                    <a:pt x="872" y="1233"/>
                  </a:cubicBezTo>
                  <a:cubicBezTo>
                    <a:pt x="873" y="1232"/>
                    <a:pt x="874" y="1231"/>
                    <a:pt x="875" y="1230"/>
                  </a:cubicBezTo>
                  <a:cubicBezTo>
                    <a:pt x="875" y="1229"/>
                    <a:pt x="876" y="1228"/>
                    <a:pt x="876" y="1227"/>
                  </a:cubicBezTo>
                  <a:lnTo>
                    <a:pt x="876" y="1226"/>
                  </a:lnTo>
                  <a:cubicBezTo>
                    <a:pt x="876" y="1196"/>
                    <a:pt x="859" y="1160"/>
                    <a:pt x="849" y="1131"/>
                  </a:cubicBezTo>
                  <a:cubicBezTo>
                    <a:pt x="839" y="1100"/>
                    <a:pt x="826" y="1070"/>
                    <a:pt x="810" y="1042"/>
                  </a:cubicBezTo>
                  <a:cubicBezTo>
                    <a:pt x="809" y="1040"/>
                    <a:pt x="808" y="1039"/>
                    <a:pt x="807" y="1037"/>
                  </a:cubicBezTo>
                  <a:cubicBezTo>
                    <a:pt x="809" y="1039"/>
                    <a:pt x="810" y="1041"/>
                    <a:pt x="812" y="1043"/>
                  </a:cubicBezTo>
                  <a:cubicBezTo>
                    <a:pt x="828" y="1072"/>
                    <a:pt x="843" y="1101"/>
                    <a:pt x="857" y="1132"/>
                  </a:cubicBezTo>
                  <a:cubicBezTo>
                    <a:pt x="870" y="1162"/>
                    <a:pt x="857" y="1132"/>
                    <a:pt x="858" y="1133"/>
                  </a:cubicBezTo>
                  <a:cubicBezTo>
                    <a:pt x="860" y="1139"/>
                    <a:pt x="862" y="1146"/>
                    <a:pt x="866" y="1152"/>
                  </a:cubicBezTo>
                  <a:cubicBezTo>
                    <a:pt x="868" y="1156"/>
                    <a:pt x="871" y="1160"/>
                    <a:pt x="875" y="1164"/>
                  </a:cubicBezTo>
                  <a:cubicBezTo>
                    <a:pt x="875" y="1165"/>
                    <a:pt x="875" y="1165"/>
                    <a:pt x="875" y="1165"/>
                  </a:cubicBezTo>
                  <a:cubicBezTo>
                    <a:pt x="876" y="1165"/>
                    <a:pt x="876" y="1166"/>
                    <a:pt x="878" y="1166"/>
                  </a:cubicBezTo>
                  <a:cubicBezTo>
                    <a:pt x="879" y="1166"/>
                    <a:pt x="881" y="1166"/>
                    <a:pt x="882" y="1165"/>
                  </a:cubicBezTo>
                  <a:cubicBezTo>
                    <a:pt x="883" y="1164"/>
                    <a:pt x="883" y="1164"/>
                    <a:pt x="884" y="1163"/>
                  </a:cubicBezTo>
                  <a:cubicBezTo>
                    <a:pt x="884" y="1162"/>
                    <a:pt x="885" y="1161"/>
                    <a:pt x="885" y="1160"/>
                  </a:cubicBezTo>
                  <a:cubicBezTo>
                    <a:pt x="885" y="1159"/>
                    <a:pt x="885" y="1159"/>
                    <a:pt x="884" y="1158"/>
                  </a:cubicBezTo>
                  <a:cubicBezTo>
                    <a:pt x="870" y="1112"/>
                    <a:pt x="869" y="1056"/>
                    <a:pt x="840" y="1015"/>
                  </a:cubicBezTo>
                  <a:cubicBezTo>
                    <a:pt x="834" y="988"/>
                    <a:pt x="799" y="967"/>
                    <a:pt x="776" y="958"/>
                  </a:cubicBezTo>
                  <a:cubicBezTo>
                    <a:pt x="761" y="952"/>
                    <a:pt x="745" y="949"/>
                    <a:pt x="730" y="945"/>
                  </a:cubicBezTo>
                  <a:lnTo>
                    <a:pt x="764" y="945"/>
                  </a:lnTo>
                  <a:cubicBezTo>
                    <a:pt x="804" y="945"/>
                    <a:pt x="820" y="968"/>
                    <a:pt x="840" y="999"/>
                  </a:cubicBezTo>
                  <a:cubicBezTo>
                    <a:pt x="840" y="999"/>
                    <a:pt x="840" y="1000"/>
                    <a:pt x="841" y="1001"/>
                  </a:cubicBezTo>
                  <a:cubicBezTo>
                    <a:pt x="845" y="1009"/>
                    <a:pt x="852" y="1015"/>
                    <a:pt x="860" y="1020"/>
                  </a:cubicBezTo>
                  <a:cubicBezTo>
                    <a:pt x="862" y="1021"/>
                    <a:pt x="865" y="1023"/>
                    <a:pt x="868" y="1024"/>
                  </a:cubicBezTo>
                  <a:lnTo>
                    <a:pt x="869" y="1024"/>
                  </a:lnTo>
                  <a:cubicBezTo>
                    <a:pt x="870" y="1024"/>
                    <a:pt x="870" y="1023"/>
                    <a:pt x="871" y="1023"/>
                  </a:cubicBezTo>
                  <a:cubicBezTo>
                    <a:pt x="872" y="1022"/>
                    <a:pt x="872" y="1023"/>
                    <a:pt x="873" y="1022"/>
                  </a:cubicBezTo>
                  <a:cubicBezTo>
                    <a:pt x="874" y="1021"/>
                    <a:pt x="873" y="1020"/>
                    <a:pt x="873" y="1019"/>
                  </a:cubicBezTo>
                  <a:lnTo>
                    <a:pt x="873" y="1018"/>
                  </a:lnTo>
                  <a:cubicBezTo>
                    <a:pt x="861" y="981"/>
                    <a:pt x="834" y="933"/>
                    <a:pt x="792" y="925"/>
                  </a:cubicBezTo>
                  <a:cubicBezTo>
                    <a:pt x="783" y="923"/>
                    <a:pt x="772" y="922"/>
                    <a:pt x="760" y="921"/>
                  </a:cubicBezTo>
                  <a:cubicBezTo>
                    <a:pt x="768" y="920"/>
                    <a:pt x="777" y="918"/>
                    <a:pt x="785" y="914"/>
                  </a:cubicBezTo>
                  <a:cubicBezTo>
                    <a:pt x="786" y="914"/>
                    <a:pt x="786" y="913"/>
                    <a:pt x="787" y="912"/>
                  </a:cubicBezTo>
                  <a:cubicBezTo>
                    <a:pt x="787" y="912"/>
                    <a:pt x="787" y="911"/>
                    <a:pt x="787" y="910"/>
                  </a:cubicBezTo>
                  <a:cubicBezTo>
                    <a:pt x="787" y="910"/>
                    <a:pt x="787" y="909"/>
                    <a:pt x="787" y="908"/>
                  </a:cubicBezTo>
                  <a:cubicBezTo>
                    <a:pt x="786" y="907"/>
                    <a:pt x="786" y="908"/>
                    <a:pt x="785" y="907"/>
                  </a:cubicBezTo>
                  <a:cubicBezTo>
                    <a:pt x="784" y="906"/>
                    <a:pt x="785" y="906"/>
                    <a:pt x="785" y="906"/>
                  </a:cubicBezTo>
                  <a:cubicBezTo>
                    <a:pt x="756" y="892"/>
                    <a:pt x="720" y="903"/>
                    <a:pt x="691" y="909"/>
                  </a:cubicBezTo>
                  <a:cubicBezTo>
                    <a:pt x="684" y="910"/>
                    <a:pt x="677" y="912"/>
                    <a:pt x="671" y="914"/>
                  </a:cubicBezTo>
                  <a:cubicBezTo>
                    <a:pt x="672" y="913"/>
                    <a:pt x="672" y="912"/>
                    <a:pt x="673" y="911"/>
                  </a:cubicBezTo>
                  <a:lnTo>
                    <a:pt x="675" y="902"/>
                  </a:lnTo>
                  <a:cubicBezTo>
                    <a:pt x="695" y="881"/>
                    <a:pt x="713" y="858"/>
                    <a:pt x="728" y="834"/>
                  </a:cubicBezTo>
                  <a:cubicBezTo>
                    <a:pt x="809" y="794"/>
                    <a:pt x="905" y="834"/>
                    <a:pt x="953" y="909"/>
                  </a:cubicBezTo>
                  <a:cubicBezTo>
                    <a:pt x="975" y="943"/>
                    <a:pt x="1016" y="1004"/>
                    <a:pt x="1061" y="1010"/>
                  </a:cubicBezTo>
                  <a:lnTo>
                    <a:pt x="1073" y="1030"/>
                  </a:lnTo>
                  <a:cubicBezTo>
                    <a:pt x="1101" y="1071"/>
                    <a:pt x="1135" y="1109"/>
                    <a:pt x="1173" y="1141"/>
                  </a:cubicBezTo>
                  <a:cubicBezTo>
                    <a:pt x="1184" y="1152"/>
                    <a:pt x="1196" y="1161"/>
                    <a:pt x="1209" y="1171"/>
                  </a:cubicBezTo>
                  <a:cubicBezTo>
                    <a:pt x="1207" y="1171"/>
                    <a:pt x="1206" y="1171"/>
                    <a:pt x="1204" y="1172"/>
                  </a:cubicBezTo>
                  <a:cubicBezTo>
                    <a:pt x="1202" y="1173"/>
                    <a:pt x="1200" y="1175"/>
                    <a:pt x="1199" y="1177"/>
                  </a:cubicBezTo>
                  <a:cubicBezTo>
                    <a:pt x="1197" y="1179"/>
                    <a:pt x="1198" y="1181"/>
                    <a:pt x="1198" y="1183"/>
                  </a:cubicBezTo>
                  <a:cubicBezTo>
                    <a:pt x="1198" y="1185"/>
                    <a:pt x="1198" y="1186"/>
                    <a:pt x="1198" y="1188"/>
                  </a:cubicBezTo>
                  <a:cubicBezTo>
                    <a:pt x="1205" y="1202"/>
                    <a:pt x="1223" y="1212"/>
                    <a:pt x="1236" y="1223"/>
                  </a:cubicBezTo>
                  <a:cubicBezTo>
                    <a:pt x="1240" y="1229"/>
                    <a:pt x="1245" y="1236"/>
                    <a:pt x="1249" y="1243"/>
                  </a:cubicBezTo>
                  <a:cubicBezTo>
                    <a:pt x="1251" y="1248"/>
                    <a:pt x="1254" y="1253"/>
                    <a:pt x="1257" y="1258"/>
                  </a:cubicBezTo>
                  <a:cubicBezTo>
                    <a:pt x="1261" y="1266"/>
                    <a:pt x="1267" y="1273"/>
                    <a:pt x="1273" y="1280"/>
                  </a:cubicBezTo>
                  <a:cubicBezTo>
                    <a:pt x="1273" y="1281"/>
                    <a:pt x="1274" y="1281"/>
                    <a:pt x="1274" y="1282"/>
                  </a:cubicBezTo>
                  <a:cubicBezTo>
                    <a:pt x="1300" y="1327"/>
                    <a:pt x="1322" y="1374"/>
                    <a:pt x="1339" y="1423"/>
                  </a:cubicBezTo>
                  <a:cubicBezTo>
                    <a:pt x="1352" y="1458"/>
                    <a:pt x="1355" y="1494"/>
                    <a:pt x="1369" y="1529"/>
                  </a:cubicBezTo>
                  <a:cubicBezTo>
                    <a:pt x="1387" y="1573"/>
                    <a:pt x="1399" y="1620"/>
                    <a:pt x="1405" y="1668"/>
                  </a:cubicBezTo>
                  <a:lnTo>
                    <a:pt x="1405" y="1669"/>
                  </a:lnTo>
                  <a:lnTo>
                    <a:pt x="1406" y="1670"/>
                  </a:lnTo>
                  <a:cubicBezTo>
                    <a:pt x="1407" y="1670"/>
                    <a:pt x="1407" y="1670"/>
                    <a:pt x="1407" y="1670"/>
                  </a:cubicBezTo>
                  <a:cubicBezTo>
                    <a:pt x="1408" y="1670"/>
                    <a:pt x="1408" y="1670"/>
                    <a:pt x="1409" y="1670"/>
                  </a:cubicBezTo>
                  <a:cubicBezTo>
                    <a:pt x="1409" y="1670"/>
                    <a:pt x="1409" y="1669"/>
                    <a:pt x="1410" y="1669"/>
                  </a:cubicBezTo>
                  <a:lnTo>
                    <a:pt x="1410" y="1668"/>
                  </a:lnTo>
                  <a:cubicBezTo>
                    <a:pt x="1410" y="1667"/>
                    <a:pt x="1410" y="1666"/>
                    <a:pt x="1410" y="1665"/>
                  </a:cubicBezTo>
                  <a:cubicBezTo>
                    <a:pt x="1410" y="1628"/>
                    <a:pt x="1404" y="1592"/>
                    <a:pt x="1392" y="1557"/>
                  </a:cubicBezTo>
                  <a:cubicBezTo>
                    <a:pt x="1386" y="1535"/>
                    <a:pt x="1375" y="1514"/>
                    <a:pt x="1368" y="1492"/>
                  </a:cubicBezTo>
                  <a:cubicBezTo>
                    <a:pt x="1365" y="1483"/>
                    <a:pt x="1362" y="1474"/>
                    <a:pt x="1360" y="1464"/>
                  </a:cubicBezTo>
                  <a:cubicBezTo>
                    <a:pt x="1363" y="1470"/>
                    <a:pt x="1365" y="1476"/>
                    <a:pt x="1369" y="1481"/>
                  </a:cubicBezTo>
                  <a:cubicBezTo>
                    <a:pt x="1369" y="1483"/>
                    <a:pt x="1370" y="1484"/>
                    <a:pt x="1371" y="1485"/>
                  </a:cubicBezTo>
                  <a:cubicBezTo>
                    <a:pt x="1376" y="1491"/>
                    <a:pt x="1387" y="1488"/>
                    <a:pt x="1384" y="1480"/>
                  </a:cubicBezTo>
                  <a:cubicBezTo>
                    <a:pt x="1372" y="1439"/>
                    <a:pt x="1363" y="1400"/>
                    <a:pt x="1347" y="1360"/>
                  </a:cubicBezTo>
                  <a:cubicBezTo>
                    <a:pt x="1348" y="1360"/>
                    <a:pt x="1349" y="1359"/>
                    <a:pt x="1350" y="1358"/>
                  </a:cubicBezTo>
                  <a:cubicBezTo>
                    <a:pt x="1350" y="1357"/>
                    <a:pt x="1351" y="1355"/>
                    <a:pt x="1351" y="1354"/>
                  </a:cubicBezTo>
                  <a:lnTo>
                    <a:pt x="1351" y="1350"/>
                  </a:lnTo>
                  <a:cubicBezTo>
                    <a:pt x="1351" y="1348"/>
                    <a:pt x="1350" y="1347"/>
                    <a:pt x="1350" y="1346"/>
                  </a:cubicBezTo>
                  <a:cubicBezTo>
                    <a:pt x="1349" y="1345"/>
                    <a:pt x="1349" y="1344"/>
                    <a:pt x="1348" y="1343"/>
                  </a:cubicBezTo>
                  <a:lnTo>
                    <a:pt x="1350" y="1343"/>
                  </a:lnTo>
                  <a:cubicBezTo>
                    <a:pt x="1351" y="1345"/>
                    <a:pt x="1352" y="1347"/>
                    <a:pt x="1353" y="1349"/>
                  </a:cubicBezTo>
                  <a:cubicBezTo>
                    <a:pt x="1355" y="1356"/>
                    <a:pt x="1355" y="1363"/>
                    <a:pt x="1357" y="1369"/>
                  </a:cubicBezTo>
                  <a:cubicBezTo>
                    <a:pt x="1362" y="1385"/>
                    <a:pt x="1371" y="1400"/>
                    <a:pt x="1377" y="1416"/>
                  </a:cubicBezTo>
                  <a:cubicBezTo>
                    <a:pt x="1378" y="1420"/>
                    <a:pt x="1385" y="1421"/>
                    <a:pt x="1385" y="1416"/>
                  </a:cubicBezTo>
                  <a:cubicBezTo>
                    <a:pt x="1384" y="1400"/>
                    <a:pt x="1380" y="1384"/>
                    <a:pt x="1372" y="1370"/>
                  </a:cubicBezTo>
                  <a:cubicBezTo>
                    <a:pt x="1369" y="1363"/>
                    <a:pt x="1367" y="1357"/>
                    <a:pt x="1366" y="1350"/>
                  </a:cubicBezTo>
                  <a:cubicBezTo>
                    <a:pt x="1365" y="1346"/>
                    <a:pt x="1363" y="1341"/>
                    <a:pt x="1361" y="1338"/>
                  </a:cubicBezTo>
                  <a:cubicBezTo>
                    <a:pt x="1361" y="1337"/>
                    <a:pt x="1361" y="1337"/>
                    <a:pt x="1361" y="1337"/>
                  </a:cubicBezTo>
                  <a:cubicBezTo>
                    <a:pt x="1362" y="1336"/>
                    <a:pt x="1362" y="1333"/>
                    <a:pt x="1362" y="1332"/>
                  </a:cubicBezTo>
                  <a:cubicBezTo>
                    <a:pt x="1362" y="1330"/>
                    <a:pt x="1362" y="1329"/>
                    <a:pt x="1361" y="1328"/>
                  </a:cubicBezTo>
                  <a:lnTo>
                    <a:pt x="1361" y="1327"/>
                  </a:lnTo>
                  <a:lnTo>
                    <a:pt x="1358" y="1324"/>
                  </a:lnTo>
                  <a:cubicBezTo>
                    <a:pt x="1359" y="1323"/>
                    <a:pt x="1361" y="1323"/>
                    <a:pt x="1362" y="1322"/>
                  </a:cubicBezTo>
                  <a:cubicBezTo>
                    <a:pt x="1363" y="1321"/>
                    <a:pt x="1363" y="1321"/>
                    <a:pt x="1364" y="1321"/>
                  </a:cubicBezTo>
                  <a:cubicBezTo>
                    <a:pt x="1364" y="1321"/>
                    <a:pt x="1364" y="1322"/>
                    <a:pt x="1365" y="1322"/>
                  </a:cubicBezTo>
                  <a:cubicBezTo>
                    <a:pt x="1367" y="1326"/>
                    <a:pt x="1369" y="1330"/>
                    <a:pt x="1372" y="1334"/>
                  </a:cubicBezTo>
                  <a:lnTo>
                    <a:pt x="1374" y="1335"/>
                  </a:lnTo>
                  <a:cubicBezTo>
                    <a:pt x="1374" y="1339"/>
                    <a:pt x="1376" y="1343"/>
                    <a:pt x="1378" y="1348"/>
                  </a:cubicBezTo>
                  <a:cubicBezTo>
                    <a:pt x="1380" y="1355"/>
                    <a:pt x="1383" y="1362"/>
                    <a:pt x="1387" y="1369"/>
                  </a:cubicBezTo>
                  <a:cubicBezTo>
                    <a:pt x="1390" y="1374"/>
                    <a:pt x="1393" y="1379"/>
                    <a:pt x="1397" y="1384"/>
                  </a:cubicBezTo>
                  <a:cubicBezTo>
                    <a:pt x="1402" y="1388"/>
                    <a:pt x="1406" y="1381"/>
                    <a:pt x="1405" y="1377"/>
                  </a:cubicBezTo>
                  <a:cubicBezTo>
                    <a:pt x="1403" y="1372"/>
                    <a:pt x="1402" y="1366"/>
                    <a:pt x="1401" y="1360"/>
                  </a:cubicBezTo>
                  <a:cubicBezTo>
                    <a:pt x="1402" y="1360"/>
                    <a:pt x="1402" y="1360"/>
                    <a:pt x="1403" y="1360"/>
                  </a:cubicBezTo>
                  <a:cubicBezTo>
                    <a:pt x="1404" y="1359"/>
                    <a:pt x="1405" y="1359"/>
                    <a:pt x="1406" y="1357"/>
                  </a:cubicBezTo>
                  <a:cubicBezTo>
                    <a:pt x="1406" y="1355"/>
                    <a:pt x="1407" y="1354"/>
                    <a:pt x="1407" y="1353"/>
                  </a:cubicBezTo>
                  <a:cubicBezTo>
                    <a:pt x="1407" y="1352"/>
                    <a:pt x="1407" y="1352"/>
                    <a:pt x="1407" y="1352"/>
                  </a:cubicBezTo>
                  <a:lnTo>
                    <a:pt x="1407" y="1349"/>
                  </a:lnTo>
                  <a:lnTo>
                    <a:pt x="1409" y="1349"/>
                  </a:lnTo>
                  <a:cubicBezTo>
                    <a:pt x="1412" y="1360"/>
                    <a:pt x="1414" y="1371"/>
                    <a:pt x="1417" y="1382"/>
                  </a:cubicBezTo>
                  <a:cubicBezTo>
                    <a:pt x="1424" y="1409"/>
                    <a:pt x="1424" y="1438"/>
                    <a:pt x="1438" y="1462"/>
                  </a:cubicBezTo>
                  <a:cubicBezTo>
                    <a:pt x="1439" y="1463"/>
                    <a:pt x="1439" y="1463"/>
                    <a:pt x="1440" y="1464"/>
                  </a:cubicBezTo>
                  <a:cubicBezTo>
                    <a:pt x="1441" y="1465"/>
                    <a:pt x="1442" y="1465"/>
                    <a:pt x="1443" y="1465"/>
                  </a:cubicBezTo>
                  <a:cubicBezTo>
                    <a:pt x="1444" y="1465"/>
                    <a:pt x="1445" y="1464"/>
                    <a:pt x="1446" y="1464"/>
                  </a:cubicBezTo>
                  <a:cubicBezTo>
                    <a:pt x="1447" y="1463"/>
                    <a:pt x="1448" y="1463"/>
                    <a:pt x="1449" y="1462"/>
                  </a:cubicBezTo>
                  <a:cubicBezTo>
                    <a:pt x="1449" y="1461"/>
                    <a:pt x="1450" y="1460"/>
                    <a:pt x="1450" y="1459"/>
                  </a:cubicBezTo>
                  <a:lnTo>
                    <a:pt x="1450" y="1458"/>
                  </a:lnTo>
                  <a:cubicBezTo>
                    <a:pt x="1442" y="1411"/>
                    <a:pt x="1432" y="1363"/>
                    <a:pt x="1420" y="1317"/>
                  </a:cubicBezTo>
                  <a:cubicBezTo>
                    <a:pt x="1421" y="1309"/>
                    <a:pt x="1421" y="1301"/>
                    <a:pt x="1421" y="1294"/>
                  </a:cubicBezTo>
                  <a:cubicBezTo>
                    <a:pt x="1421" y="1286"/>
                    <a:pt x="1421" y="1280"/>
                    <a:pt x="1420" y="1272"/>
                  </a:cubicBezTo>
                  <a:lnTo>
                    <a:pt x="1426" y="1293"/>
                  </a:lnTo>
                  <a:cubicBezTo>
                    <a:pt x="1434" y="1317"/>
                    <a:pt x="1432" y="1352"/>
                    <a:pt x="1451" y="1372"/>
                  </a:cubicBezTo>
                  <a:cubicBezTo>
                    <a:pt x="1454" y="1376"/>
                    <a:pt x="1460" y="1370"/>
                    <a:pt x="1459" y="1366"/>
                  </a:cubicBezTo>
                  <a:cubicBezTo>
                    <a:pt x="1449" y="1338"/>
                    <a:pt x="1451" y="1307"/>
                    <a:pt x="1440" y="1277"/>
                  </a:cubicBezTo>
                  <a:lnTo>
                    <a:pt x="1435" y="1263"/>
                  </a:lnTo>
                  <a:cubicBezTo>
                    <a:pt x="1447" y="1287"/>
                    <a:pt x="1457" y="1312"/>
                    <a:pt x="1465" y="1338"/>
                  </a:cubicBezTo>
                  <a:cubicBezTo>
                    <a:pt x="1466" y="1338"/>
                    <a:pt x="1466" y="1338"/>
                    <a:pt x="1466" y="1338"/>
                  </a:cubicBezTo>
                  <a:cubicBezTo>
                    <a:pt x="1467" y="1340"/>
                    <a:pt x="1467" y="1341"/>
                    <a:pt x="1469" y="1342"/>
                  </a:cubicBezTo>
                  <a:cubicBezTo>
                    <a:pt x="1470" y="1343"/>
                    <a:pt x="1472" y="1343"/>
                    <a:pt x="1474" y="1343"/>
                  </a:cubicBezTo>
                  <a:cubicBezTo>
                    <a:pt x="1475" y="1343"/>
                    <a:pt x="1477" y="1343"/>
                    <a:pt x="1478" y="1342"/>
                  </a:cubicBezTo>
                  <a:cubicBezTo>
                    <a:pt x="1479" y="1341"/>
                    <a:pt x="1479" y="1341"/>
                    <a:pt x="1480" y="1341"/>
                  </a:cubicBezTo>
                  <a:cubicBezTo>
                    <a:pt x="1492" y="1328"/>
                    <a:pt x="1486" y="1294"/>
                    <a:pt x="1486" y="1277"/>
                  </a:cubicBezTo>
                  <a:cubicBezTo>
                    <a:pt x="1484" y="1234"/>
                    <a:pt x="1479" y="1192"/>
                    <a:pt x="1469" y="1150"/>
                  </a:cubicBezTo>
                  <a:cubicBezTo>
                    <a:pt x="1458" y="1097"/>
                    <a:pt x="1421" y="1047"/>
                    <a:pt x="1401" y="997"/>
                  </a:cubicBezTo>
                  <a:cubicBezTo>
                    <a:pt x="1395" y="982"/>
                    <a:pt x="1388" y="966"/>
                    <a:pt x="1379" y="949"/>
                  </a:cubicBezTo>
                  <a:cubicBezTo>
                    <a:pt x="1380" y="949"/>
                    <a:pt x="1380" y="949"/>
                    <a:pt x="1381" y="949"/>
                  </a:cubicBezTo>
                  <a:cubicBezTo>
                    <a:pt x="1383" y="949"/>
                    <a:pt x="1384" y="949"/>
                    <a:pt x="1385" y="948"/>
                  </a:cubicBezTo>
                  <a:cubicBezTo>
                    <a:pt x="1386" y="947"/>
                    <a:pt x="1386" y="948"/>
                    <a:pt x="1386" y="948"/>
                  </a:cubicBezTo>
                  <a:cubicBezTo>
                    <a:pt x="1396" y="962"/>
                    <a:pt x="1405" y="977"/>
                    <a:pt x="1414" y="992"/>
                  </a:cubicBezTo>
                  <a:cubicBezTo>
                    <a:pt x="1420" y="1003"/>
                    <a:pt x="1426" y="1013"/>
                    <a:pt x="1431" y="1024"/>
                  </a:cubicBezTo>
                  <a:cubicBezTo>
                    <a:pt x="1434" y="1030"/>
                    <a:pt x="1442" y="1026"/>
                    <a:pt x="1442" y="1021"/>
                  </a:cubicBezTo>
                  <a:cubicBezTo>
                    <a:pt x="1441" y="1002"/>
                    <a:pt x="1435" y="983"/>
                    <a:pt x="1426" y="967"/>
                  </a:cubicBezTo>
                  <a:cubicBezTo>
                    <a:pt x="1425" y="965"/>
                    <a:pt x="1424" y="964"/>
                    <a:pt x="1423" y="962"/>
                  </a:cubicBezTo>
                  <a:cubicBezTo>
                    <a:pt x="1424" y="962"/>
                    <a:pt x="1425" y="961"/>
                    <a:pt x="1426" y="961"/>
                  </a:cubicBezTo>
                  <a:cubicBezTo>
                    <a:pt x="1427" y="960"/>
                    <a:pt x="1427" y="960"/>
                    <a:pt x="1428" y="959"/>
                  </a:cubicBezTo>
                  <a:cubicBezTo>
                    <a:pt x="1428" y="958"/>
                    <a:pt x="1429" y="957"/>
                    <a:pt x="1429" y="956"/>
                  </a:cubicBezTo>
                  <a:cubicBezTo>
                    <a:pt x="1432" y="960"/>
                    <a:pt x="1435" y="963"/>
                    <a:pt x="1439" y="967"/>
                  </a:cubicBezTo>
                  <a:cubicBezTo>
                    <a:pt x="1442" y="970"/>
                    <a:pt x="1446" y="979"/>
                    <a:pt x="1449" y="985"/>
                  </a:cubicBezTo>
                  <a:cubicBezTo>
                    <a:pt x="1478" y="1033"/>
                    <a:pt x="1496" y="1093"/>
                    <a:pt x="1516" y="1145"/>
                  </a:cubicBezTo>
                  <a:cubicBezTo>
                    <a:pt x="1516" y="1145"/>
                    <a:pt x="1515" y="1145"/>
                    <a:pt x="1516" y="1146"/>
                  </a:cubicBezTo>
                  <a:cubicBezTo>
                    <a:pt x="1516" y="1147"/>
                    <a:pt x="1517" y="1147"/>
                    <a:pt x="1518" y="1148"/>
                  </a:cubicBezTo>
                  <a:cubicBezTo>
                    <a:pt x="1519" y="1149"/>
                    <a:pt x="1521" y="1149"/>
                    <a:pt x="1522" y="1149"/>
                  </a:cubicBezTo>
                  <a:cubicBezTo>
                    <a:pt x="1523" y="1149"/>
                    <a:pt x="1524" y="1149"/>
                    <a:pt x="1525" y="1148"/>
                  </a:cubicBezTo>
                  <a:cubicBezTo>
                    <a:pt x="1526" y="1147"/>
                    <a:pt x="1526" y="1147"/>
                    <a:pt x="1527" y="1146"/>
                  </a:cubicBezTo>
                  <a:cubicBezTo>
                    <a:pt x="1527" y="1145"/>
                    <a:pt x="1528" y="1144"/>
                    <a:pt x="1528" y="1142"/>
                  </a:cubicBezTo>
                  <a:cubicBezTo>
                    <a:pt x="1528" y="1087"/>
                    <a:pt x="1501" y="1035"/>
                    <a:pt x="1477" y="987"/>
                  </a:cubicBezTo>
                  <a:cubicBezTo>
                    <a:pt x="1471" y="975"/>
                    <a:pt x="1465" y="962"/>
                    <a:pt x="1458" y="950"/>
                  </a:cubicBezTo>
                  <a:lnTo>
                    <a:pt x="1459" y="949"/>
                  </a:lnTo>
                  <a:cubicBezTo>
                    <a:pt x="1460" y="948"/>
                    <a:pt x="1460" y="948"/>
                    <a:pt x="1461" y="948"/>
                  </a:cubicBezTo>
                  <a:lnTo>
                    <a:pt x="1467" y="960"/>
                  </a:lnTo>
                  <a:cubicBezTo>
                    <a:pt x="1497" y="1019"/>
                    <a:pt x="1526" y="1076"/>
                    <a:pt x="1558" y="1133"/>
                  </a:cubicBezTo>
                  <a:cubicBezTo>
                    <a:pt x="1561" y="1138"/>
                    <a:pt x="1571" y="1138"/>
                    <a:pt x="1571" y="1130"/>
                  </a:cubicBezTo>
                  <a:cubicBezTo>
                    <a:pt x="1571" y="1082"/>
                    <a:pt x="1537" y="1032"/>
                    <a:pt x="1512" y="988"/>
                  </a:cubicBezTo>
                  <a:cubicBezTo>
                    <a:pt x="1518" y="991"/>
                    <a:pt x="1523" y="995"/>
                    <a:pt x="1529" y="998"/>
                  </a:cubicBezTo>
                  <a:cubicBezTo>
                    <a:pt x="1533" y="1006"/>
                    <a:pt x="1537" y="1014"/>
                    <a:pt x="1541" y="1021"/>
                  </a:cubicBezTo>
                  <a:cubicBezTo>
                    <a:pt x="1553" y="1048"/>
                    <a:pt x="1563" y="1082"/>
                    <a:pt x="1583" y="1103"/>
                  </a:cubicBezTo>
                  <a:cubicBezTo>
                    <a:pt x="1584" y="1103"/>
                    <a:pt x="1583" y="1103"/>
                    <a:pt x="1584" y="1104"/>
                  </a:cubicBezTo>
                  <a:cubicBezTo>
                    <a:pt x="1584" y="1105"/>
                    <a:pt x="1587" y="1105"/>
                    <a:pt x="1588" y="1105"/>
                  </a:cubicBezTo>
                  <a:cubicBezTo>
                    <a:pt x="1589" y="1105"/>
                    <a:pt x="1591" y="1104"/>
                    <a:pt x="1592" y="1104"/>
                  </a:cubicBezTo>
                  <a:cubicBezTo>
                    <a:pt x="1593" y="1103"/>
                    <a:pt x="1594" y="1102"/>
                    <a:pt x="1595" y="1101"/>
                  </a:cubicBezTo>
                  <a:cubicBezTo>
                    <a:pt x="1595" y="1100"/>
                    <a:pt x="1595" y="1099"/>
                    <a:pt x="1596" y="1098"/>
                  </a:cubicBezTo>
                  <a:cubicBezTo>
                    <a:pt x="1595" y="1079"/>
                    <a:pt x="1590" y="1060"/>
                    <a:pt x="1580" y="1044"/>
                  </a:cubicBezTo>
                  <a:cubicBezTo>
                    <a:pt x="1579" y="1042"/>
                    <a:pt x="1579" y="1041"/>
                    <a:pt x="1578" y="1040"/>
                  </a:cubicBezTo>
                  <a:cubicBezTo>
                    <a:pt x="1579" y="1042"/>
                    <a:pt x="1580" y="1043"/>
                    <a:pt x="1582" y="1044"/>
                  </a:cubicBezTo>
                  <a:cubicBezTo>
                    <a:pt x="1583" y="1045"/>
                    <a:pt x="1583" y="1045"/>
                    <a:pt x="1584" y="1045"/>
                  </a:cubicBezTo>
                  <a:cubicBezTo>
                    <a:pt x="1586" y="1046"/>
                    <a:pt x="1588" y="1047"/>
                    <a:pt x="1591" y="1047"/>
                  </a:cubicBezTo>
                  <a:cubicBezTo>
                    <a:pt x="1593" y="1047"/>
                    <a:pt x="1596" y="1046"/>
                    <a:pt x="1598" y="1045"/>
                  </a:cubicBezTo>
                  <a:cubicBezTo>
                    <a:pt x="1600" y="1044"/>
                    <a:pt x="1602" y="1042"/>
                    <a:pt x="1603" y="1040"/>
                  </a:cubicBezTo>
                  <a:cubicBezTo>
                    <a:pt x="1603" y="1039"/>
                    <a:pt x="1603" y="1039"/>
                    <a:pt x="1604" y="1038"/>
                  </a:cubicBezTo>
                  <a:cubicBezTo>
                    <a:pt x="1611" y="1078"/>
                    <a:pt x="1613" y="1117"/>
                    <a:pt x="1623" y="1155"/>
                  </a:cubicBezTo>
                  <a:cubicBezTo>
                    <a:pt x="1631" y="1191"/>
                    <a:pt x="1641" y="1226"/>
                    <a:pt x="1654" y="1259"/>
                  </a:cubicBezTo>
                  <a:cubicBezTo>
                    <a:pt x="1646" y="1279"/>
                    <a:pt x="1641" y="1299"/>
                    <a:pt x="1638" y="1320"/>
                  </a:cubicBezTo>
                  <a:cubicBezTo>
                    <a:pt x="1632" y="1346"/>
                    <a:pt x="1621" y="1374"/>
                    <a:pt x="1616" y="1399"/>
                  </a:cubicBezTo>
                  <a:cubicBezTo>
                    <a:pt x="1613" y="1421"/>
                    <a:pt x="1606" y="1443"/>
                    <a:pt x="1596" y="1463"/>
                  </a:cubicBezTo>
                  <a:cubicBezTo>
                    <a:pt x="1596" y="1451"/>
                    <a:pt x="1595" y="1440"/>
                    <a:pt x="1595" y="1428"/>
                  </a:cubicBezTo>
                  <a:cubicBezTo>
                    <a:pt x="1595" y="1423"/>
                    <a:pt x="1595" y="1418"/>
                    <a:pt x="1595" y="1413"/>
                  </a:cubicBezTo>
                  <a:cubicBezTo>
                    <a:pt x="1595" y="1385"/>
                    <a:pt x="1594" y="1358"/>
                    <a:pt x="1591" y="1330"/>
                  </a:cubicBezTo>
                  <a:cubicBezTo>
                    <a:pt x="1590" y="1330"/>
                    <a:pt x="1590" y="1329"/>
                    <a:pt x="1590" y="1329"/>
                  </a:cubicBezTo>
                  <a:cubicBezTo>
                    <a:pt x="1590" y="1328"/>
                    <a:pt x="1589" y="1328"/>
                    <a:pt x="1588" y="1327"/>
                  </a:cubicBezTo>
                  <a:cubicBezTo>
                    <a:pt x="1588" y="1327"/>
                    <a:pt x="1587" y="1327"/>
                    <a:pt x="1586" y="1327"/>
                  </a:cubicBezTo>
                  <a:cubicBezTo>
                    <a:pt x="1586" y="1327"/>
                    <a:pt x="1585" y="1326"/>
                    <a:pt x="1584" y="1327"/>
                  </a:cubicBezTo>
                  <a:cubicBezTo>
                    <a:pt x="1583" y="1327"/>
                    <a:pt x="1583" y="1328"/>
                    <a:pt x="1583" y="1329"/>
                  </a:cubicBezTo>
                  <a:cubicBezTo>
                    <a:pt x="1582" y="1330"/>
                    <a:pt x="1582" y="1330"/>
                    <a:pt x="1582" y="1330"/>
                  </a:cubicBezTo>
                  <a:cubicBezTo>
                    <a:pt x="1566" y="1433"/>
                    <a:pt x="1603" y="1553"/>
                    <a:pt x="1536" y="1645"/>
                  </a:cubicBezTo>
                  <a:cubicBezTo>
                    <a:pt x="1535" y="1646"/>
                    <a:pt x="1536" y="1648"/>
                    <a:pt x="1538" y="1647"/>
                  </a:cubicBezTo>
                  <a:cubicBezTo>
                    <a:pt x="1580" y="1621"/>
                    <a:pt x="1586" y="1575"/>
                    <a:pt x="1594" y="1529"/>
                  </a:cubicBezTo>
                  <a:cubicBezTo>
                    <a:pt x="1596" y="1515"/>
                    <a:pt x="1597" y="1501"/>
                    <a:pt x="1597" y="1487"/>
                  </a:cubicBezTo>
                  <a:cubicBezTo>
                    <a:pt x="1597" y="1482"/>
                    <a:pt x="1597" y="1476"/>
                    <a:pt x="1597" y="1470"/>
                  </a:cubicBezTo>
                  <a:lnTo>
                    <a:pt x="1598" y="1470"/>
                  </a:lnTo>
                  <a:cubicBezTo>
                    <a:pt x="1600" y="1467"/>
                    <a:pt x="1602" y="1464"/>
                    <a:pt x="1604" y="1460"/>
                  </a:cubicBezTo>
                  <a:cubicBezTo>
                    <a:pt x="1619" y="1436"/>
                    <a:pt x="1630" y="1409"/>
                    <a:pt x="1639" y="1382"/>
                  </a:cubicBezTo>
                  <a:cubicBezTo>
                    <a:pt x="1651" y="1352"/>
                    <a:pt x="1654" y="1313"/>
                    <a:pt x="1666" y="1282"/>
                  </a:cubicBezTo>
                  <a:cubicBezTo>
                    <a:pt x="1666" y="1283"/>
                    <a:pt x="1667" y="1285"/>
                    <a:pt x="1668" y="1287"/>
                  </a:cubicBezTo>
                  <a:cubicBezTo>
                    <a:pt x="1674" y="1296"/>
                    <a:pt x="1682" y="1304"/>
                    <a:pt x="1692" y="1310"/>
                  </a:cubicBezTo>
                  <a:cubicBezTo>
                    <a:pt x="1698" y="1313"/>
                    <a:pt x="1704" y="1316"/>
                    <a:pt x="1711" y="1318"/>
                  </a:cubicBezTo>
                  <a:cubicBezTo>
                    <a:pt x="1714" y="1336"/>
                    <a:pt x="1715" y="1355"/>
                    <a:pt x="1715" y="1374"/>
                  </a:cubicBezTo>
                  <a:cubicBezTo>
                    <a:pt x="1715" y="1402"/>
                    <a:pt x="1707" y="1452"/>
                    <a:pt x="1732" y="1475"/>
                  </a:cubicBezTo>
                  <a:lnTo>
                    <a:pt x="1733" y="1476"/>
                  </a:lnTo>
                  <a:cubicBezTo>
                    <a:pt x="1734" y="1477"/>
                    <a:pt x="1735" y="1477"/>
                    <a:pt x="1737" y="1477"/>
                  </a:cubicBezTo>
                  <a:cubicBezTo>
                    <a:pt x="1738" y="1477"/>
                    <a:pt x="1740" y="1477"/>
                    <a:pt x="1742" y="1476"/>
                  </a:cubicBezTo>
                  <a:cubicBezTo>
                    <a:pt x="1743" y="1475"/>
                    <a:pt x="1744" y="1474"/>
                    <a:pt x="1745" y="1473"/>
                  </a:cubicBezTo>
                  <a:cubicBezTo>
                    <a:pt x="1747" y="1466"/>
                    <a:pt x="1750" y="1459"/>
                    <a:pt x="1754" y="1453"/>
                  </a:cubicBezTo>
                  <a:cubicBezTo>
                    <a:pt x="1760" y="1443"/>
                    <a:pt x="1767" y="1434"/>
                    <a:pt x="1775" y="1426"/>
                  </a:cubicBezTo>
                  <a:cubicBezTo>
                    <a:pt x="1775" y="1430"/>
                    <a:pt x="1775" y="1435"/>
                    <a:pt x="1775" y="1439"/>
                  </a:cubicBezTo>
                  <a:cubicBezTo>
                    <a:pt x="1775" y="1475"/>
                    <a:pt x="1773" y="1511"/>
                    <a:pt x="1769" y="1547"/>
                  </a:cubicBezTo>
                  <a:cubicBezTo>
                    <a:pt x="1763" y="1595"/>
                    <a:pt x="1775" y="1641"/>
                    <a:pt x="1774" y="1688"/>
                  </a:cubicBezTo>
                  <a:cubicBezTo>
                    <a:pt x="1774" y="1702"/>
                    <a:pt x="1773" y="1718"/>
                    <a:pt x="1786" y="1727"/>
                  </a:cubicBezTo>
                  <a:cubicBezTo>
                    <a:pt x="1795" y="1733"/>
                    <a:pt x="1813" y="1712"/>
                    <a:pt x="1816" y="1725"/>
                  </a:cubicBezTo>
                  <a:cubicBezTo>
                    <a:pt x="1817" y="1735"/>
                    <a:pt x="1817" y="1745"/>
                    <a:pt x="1817" y="1756"/>
                  </a:cubicBezTo>
                  <a:cubicBezTo>
                    <a:pt x="1817" y="1770"/>
                    <a:pt x="1816" y="1784"/>
                    <a:pt x="1815" y="1798"/>
                  </a:cubicBezTo>
                  <a:cubicBezTo>
                    <a:pt x="1815" y="1825"/>
                    <a:pt x="1821" y="1851"/>
                    <a:pt x="1820" y="1878"/>
                  </a:cubicBezTo>
                  <a:cubicBezTo>
                    <a:pt x="1820" y="1932"/>
                    <a:pt x="1822" y="1987"/>
                    <a:pt x="1818" y="2042"/>
                  </a:cubicBezTo>
                  <a:cubicBezTo>
                    <a:pt x="1813" y="2101"/>
                    <a:pt x="1815" y="2162"/>
                    <a:pt x="1807" y="2220"/>
                  </a:cubicBezTo>
                  <a:cubicBezTo>
                    <a:pt x="1804" y="2243"/>
                    <a:pt x="1803" y="2267"/>
                    <a:pt x="1800" y="2290"/>
                  </a:cubicBezTo>
                  <a:cubicBezTo>
                    <a:pt x="1797" y="2307"/>
                    <a:pt x="1801" y="2336"/>
                    <a:pt x="1793" y="2352"/>
                  </a:cubicBezTo>
                  <a:cubicBezTo>
                    <a:pt x="1790" y="2357"/>
                    <a:pt x="1798" y="2362"/>
                    <a:pt x="1802" y="2357"/>
                  </a:cubicBezTo>
                  <a:lnTo>
                    <a:pt x="1806" y="2351"/>
                  </a:lnTo>
                  <a:lnTo>
                    <a:pt x="1807" y="2352"/>
                  </a:lnTo>
                  <a:cubicBezTo>
                    <a:pt x="1808" y="2352"/>
                    <a:pt x="1810" y="2353"/>
                    <a:pt x="1812" y="2353"/>
                  </a:cubicBezTo>
                  <a:cubicBezTo>
                    <a:pt x="1814" y="2353"/>
                    <a:pt x="1815" y="2353"/>
                    <a:pt x="1817" y="2352"/>
                  </a:cubicBezTo>
                  <a:cubicBezTo>
                    <a:pt x="1819" y="2351"/>
                    <a:pt x="1820" y="2350"/>
                    <a:pt x="1821" y="2348"/>
                  </a:cubicBezTo>
                  <a:cubicBezTo>
                    <a:pt x="1822" y="2347"/>
                    <a:pt x="1822" y="2345"/>
                    <a:pt x="1822" y="2344"/>
                  </a:cubicBezTo>
                  <a:cubicBezTo>
                    <a:pt x="1824" y="2324"/>
                    <a:pt x="1848" y="2304"/>
                    <a:pt x="1854" y="2283"/>
                  </a:cubicBezTo>
                  <a:cubicBezTo>
                    <a:pt x="1860" y="2261"/>
                    <a:pt x="1881" y="2244"/>
                    <a:pt x="1893" y="2224"/>
                  </a:cubicBezTo>
                  <a:cubicBezTo>
                    <a:pt x="1895" y="2222"/>
                    <a:pt x="1896" y="2220"/>
                    <a:pt x="1897" y="2217"/>
                  </a:cubicBezTo>
                  <a:cubicBezTo>
                    <a:pt x="1904" y="2206"/>
                    <a:pt x="1910" y="2194"/>
                    <a:pt x="1914" y="2181"/>
                  </a:cubicBezTo>
                  <a:cubicBezTo>
                    <a:pt x="1944" y="2110"/>
                    <a:pt x="1970" y="2038"/>
                    <a:pt x="1993" y="1965"/>
                  </a:cubicBezTo>
                  <a:cubicBezTo>
                    <a:pt x="2004" y="1929"/>
                    <a:pt x="2016" y="1892"/>
                    <a:pt x="2025" y="1856"/>
                  </a:cubicBezTo>
                  <a:cubicBezTo>
                    <a:pt x="2034" y="1820"/>
                    <a:pt x="2025" y="1769"/>
                    <a:pt x="2021" y="1730"/>
                  </a:cubicBezTo>
                  <a:cubicBezTo>
                    <a:pt x="2018" y="1702"/>
                    <a:pt x="2012" y="1673"/>
                    <a:pt x="2004" y="1646"/>
                  </a:cubicBezTo>
                  <a:moveTo>
                    <a:pt x="893" y="2344"/>
                  </a:moveTo>
                  <a:cubicBezTo>
                    <a:pt x="897" y="2346"/>
                    <a:pt x="901" y="2346"/>
                    <a:pt x="906" y="2346"/>
                  </a:cubicBezTo>
                  <a:cubicBezTo>
                    <a:pt x="910" y="2346"/>
                    <a:pt x="916" y="2346"/>
                    <a:pt x="920" y="2344"/>
                  </a:cubicBezTo>
                  <a:cubicBezTo>
                    <a:pt x="920" y="2349"/>
                    <a:pt x="920" y="2354"/>
                    <a:pt x="919" y="2359"/>
                  </a:cubicBezTo>
                  <a:cubicBezTo>
                    <a:pt x="917" y="2386"/>
                    <a:pt x="912" y="2413"/>
                    <a:pt x="910" y="2441"/>
                  </a:cubicBezTo>
                  <a:cubicBezTo>
                    <a:pt x="910" y="2442"/>
                    <a:pt x="910" y="2443"/>
                    <a:pt x="910" y="2444"/>
                  </a:cubicBezTo>
                  <a:cubicBezTo>
                    <a:pt x="910" y="2463"/>
                    <a:pt x="908" y="2483"/>
                    <a:pt x="904" y="2502"/>
                  </a:cubicBezTo>
                  <a:cubicBezTo>
                    <a:pt x="903" y="2500"/>
                    <a:pt x="902" y="2498"/>
                    <a:pt x="900" y="2496"/>
                  </a:cubicBezTo>
                  <a:cubicBezTo>
                    <a:pt x="891" y="2479"/>
                    <a:pt x="883" y="2461"/>
                    <a:pt x="877" y="2443"/>
                  </a:cubicBezTo>
                  <a:cubicBezTo>
                    <a:pt x="877" y="2443"/>
                    <a:pt x="878" y="2443"/>
                    <a:pt x="877" y="2442"/>
                  </a:cubicBezTo>
                  <a:cubicBezTo>
                    <a:pt x="876" y="2441"/>
                    <a:pt x="876" y="2441"/>
                    <a:pt x="875" y="2440"/>
                  </a:cubicBezTo>
                  <a:cubicBezTo>
                    <a:pt x="874" y="2439"/>
                    <a:pt x="873" y="2440"/>
                    <a:pt x="872" y="2440"/>
                  </a:cubicBezTo>
                  <a:cubicBezTo>
                    <a:pt x="871" y="2440"/>
                    <a:pt x="870" y="2439"/>
                    <a:pt x="869" y="2440"/>
                  </a:cubicBezTo>
                  <a:cubicBezTo>
                    <a:pt x="868" y="2441"/>
                    <a:pt x="868" y="2441"/>
                    <a:pt x="868" y="2442"/>
                  </a:cubicBezTo>
                  <a:cubicBezTo>
                    <a:pt x="878" y="2410"/>
                    <a:pt x="884" y="2376"/>
                    <a:pt x="893" y="2344"/>
                  </a:cubicBezTo>
                  <a:moveTo>
                    <a:pt x="1099" y="1984"/>
                  </a:moveTo>
                  <a:cubicBezTo>
                    <a:pt x="1099" y="1986"/>
                    <a:pt x="1099" y="1989"/>
                    <a:pt x="1098" y="1992"/>
                  </a:cubicBezTo>
                  <a:cubicBezTo>
                    <a:pt x="1098" y="1988"/>
                    <a:pt x="1098" y="1983"/>
                    <a:pt x="1098" y="1979"/>
                  </a:cubicBezTo>
                  <a:lnTo>
                    <a:pt x="1099" y="1984"/>
                  </a:lnTo>
                  <a:moveTo>
                    <a:pt x="1097" y="2172"/>
                  </a:moveTo>
                  <a:cubicBezTo>
                    <a:pt x="1098" y="2173"/>
                    <a:pt x="1099" y="2173"/>
                    <a:pt x="1100" y="2173"/>
                  </a:cubicBezTo>
                  <a:cubicBezTo>
                    <a:pt x="1100" y="2173"/>
                    <a:pt x="1101" y="2173"/>
                    <a:pt x="1102" y="2172"/>
                  </a:cubicBezTo>
                  <a:cubicBezTo>
                    <a:pt x="1100" y="2178"/>
                    <a:pt x="1097" y="2183"/>
                    <a:pt x="1094" y="2188"/>
                  </a:cubicBezTo>
                  <a:cubicBezTo>
                    <a:pt x="1094" y="2189"/>
                    <a:pt x="1093" y="2191"/>
                    <a:pt x="1092" y="2192"/>
                  </a:cubicBezTo>
                  <a:cubicBezTo>
                    <a:pt x="1094" y="2187"/>
                    <a:pt x="1096" y="2179"/>
                    <a:pt x="1097" y="2173"/>
                  </a:cubicBezTo>
                  <a:lnTo>
                    <a:pt x="1097" y="2172"/>
                  </a:lnTo>
                  <a:moveTo>
                    <a:pt x="1038" y="1614"/>
                  </a:moveTo>
                  <a:cubicBezTo>
                    <a:pt x="1038" y="1617"/>
                    <a:pt x="1038" y="1619"/>
                    <a:pt x="1038" y="1621"/>
                  </a:cubicBezTo>
                  <a:lnTo>
                    <a:pt x="1036" y="1615"/>
                  </a:lnTo>
                  <a:lnTo>
                    <a:pt x="1038" y="1614"/>
                  </a:lnTo>
                  <a:moveTo>
                    <a:pt x="985" y="2106"/>
                  </a:moveTo>
                  <a:cubicBezTo>
                    <a:pt x="991" y="2036"/>
                    <a:pt x="988" y="1965"/>
                    <a:pt x="989" y="1894"/>
                  </a:cubicBezTo>
                  <a:lnTo>
                    <a:pt x="990" y="1894"/>
                  </a:lnTo>
                  <a:cubicBezTo>
                    <a:pt x="991" y="1893"/>
                    <a:pt x="991" y="1893"/>
                    <a:pt x="992" y="1892"/>
                  </a:cubicBezTo>
                  <a:cubicBezTo>
                    <a:pt x="993" y="1891"/>
                    <a:pt x="994" y="1889"/>
                    <a:pt x="995" y="1888"/>
                  </a:cubicBezTo>
                  <a:cubicBezTo>
                    <a:pt x="996" y="1885"/>
                    <a:pt x="997" y="1883"/>
                    <a:pt x="998" y="1880"/>
                  </a:cubicBezTo>
                  <a:cubicBezTo>
                    <a:pt x="998" y="1883"/>
                    <a:pt x="998" y="1885"/>
                    <a:pt x="998" y="1887"/>
                  </a:cubicBezTo>
                  <a:cubicBezTo>
                    <a:pt x="998" y="1914"/>
                    <a:pt x="1000" y="1941"/>
                    <a:pt x="1003" y="1968"/>
                  </a:cubicBezTo>
                  <a:cubicBezTo>
                    <a:pt x="1003" y="1968"/>
                    <a:pt x="1003" y="1969"/>
                    <a:pt x="1004" y="1970"/>
                  </a:cubicBezTo>
                  <a:cubicBezTo>
                    <a:pt x="1004" y="1971"/>
                    <a:pt x="1005" y="1971"/>
                    <a:pt x="1006" y="1972"/>
                  </a:cubicBezTo>
                  <a:cubicBezTo>
                    <a:pt x="1007" y="1973"/>
                    <a:pt x="1008" y="1973"/>
                    <a:pt x="1010" y="1973"/>
                  </a:cubicBezTo>
                  <a:cubicBezTo>
                    <a:pt x="1011" y="1973"/>
                    <a:pt x="1012" y="1973"/>
                    <a:pt x="1013" y="1972"/>
                  </a:cubicBezTo>
                  <a:cubicBezTo>
                    <a:pt x="1014" y="1971"/>
                    <a:pt x="1014" y="1971"/>
                    <a:pt x="1015" y="1970"/>
                  </a:cubicBezTo>
                  <a:cubicBezTo>
                    <a:pt x="1015" y="1969"/>
                    <a:pt x="1016" y="1968"/>
                    <a:pt x="1016" y="1968"/>
                  </a:cubicBezTo>
                  <a:cubicBezTo>
                    <a:pt x="1022" y="1929"/>
                    <a:pt x="1025" y="1890"/>
                    <a:pt x="1025" y="1852"/>
                  </a:cubicBezTo>
                  <a:cubicBezTo>
                    <a:pt x="1025" y="1848"/>
                    <a:pt x="1025" y="1843"/>
                    <a:pt x="1024" y="1839"/>
                  </a:cubicBezTo>
                  <a:cubicBezTo>
                    <a:pt x="1026" y="1856"/>
                    <a:pt x="1029" y="1872"/>
                    <a:pt x="1034" y="1887"/>
                  </a:cubicBezTo>
                  <a:cubicBezTo>
                    <a:pt x="1034" y="1928"/>
                    <a:pt x="1035" y="1969"/>
                    <a:pt x="1036" y="2009"/>
                  </a:cubicBezTo>
                  <a:cubicBezTo>
                    <a:pt x="1036" y="2010"/>
                    <a:pt x="1036" y="2011"/>
                    <a:pt x="1037" y="2012"/>
                  </a:cubicBezTo>
                  <a:cubicBezTo>
                    <a:pt x="1037" y="2013"/>
                    <a:pt x="1039" y="2014"/>
                    <a:pt x="1039" y="2014"/>
                  </a:cubicBezTo>
                  <a:cubicBezTo>
                    <a:pt x="1040" y="2015"/>
                    <a:pt x="1041" y="2015"/>
                    <a:pt x="1043" y="2015"/>
                  </a:cubicBezTo>
                  <a:cubicBezTo>
                    <a:pt x="1044" y="2015"/>
                    <a:pt x="1045" y="2014"/>
                    <a:pt x="1046" y="2014"/>
                  </a:cubicBezTo>
                  <a:cubicBezTo>
                    <a:pt x="1047" y="2013"/>
                    <a:pt x="1047" y="2013"/>
                    <a:pt x="1048" y="2012"/>
                  </a:cubicBezTo>
                  <a:lnTo>
                    <a:pt x="1048" y="2011"/>
                  </a:lnTo>
                  <a:cubicBezTo>
                    <a:pt x="1056" y="1969"/>
                    <a:pt x="1059" y="1928"/>
                    <a:pt x="1059" y="1886"/>
                  </a:cubicBezTo>
                  <a:cubicBezTo>
                    <a:pt x="1059" y="1871"/>
                    <a:pt x="1059" y="1856"/>
                    <a:pt x="1058" y="1841"/>
                  </a:cubicBezTo>
                  <a:cubicBezTo>
                    <a:pt x="1058" y="1838"/>
                    <a:pt x="1058" y="1835"/>
                    <a:pt x="1058" y="1832"/>
                  </a:cubicBezTo>
                  <a:cubicBezTo>
                    <a:pt x="1060" y="1844"/>
                    <a:pt x="1062" y="1855"/>
                    <a:pt x="1065" y="1867"/>
                  </a:cubicBezTo>
                  <a:lnTo>
                    <a:pt x="1066" y="1868"/>
                  </a:lnTo>
                  <a:cubicBezTo>
                    <a:pt x="1066" y="1869"/>
                    <a:pt x="1067" y="1870"/>
                    <a:pt x="1068" y="1871"/>
                  </a:cubicBezTo>
                  <a:cubicBezTo>
                    <a:pt x="1069" y="1871"/>
                    <a:pt x="1070" y="1871"/>
                    <a:pt x="1071" y="1872"/>
                  </a:cubicBezTo>
                  <a:cubicBezTo>
                    <a:pt x="1072" y="1930"/>
                    <a:pt x="1076" y="1988"/>
                    <a:pt x="1083" y="2046"/>
                  </a:cubicBezTo>
                  <a:cubicBezTo>
                    <a:pt x="1083" y="2047"/>
                    <a:pt x="1083" y="2047"/>
                    <a:pt x="1084" y="2048"/>
                  </a:cubicBezTo>
                  <a:lnTo>
                    <a:pt x="1085" y="2049"/>
                  </a:lnTo>
                  <a:cubicBezTo>
                    <a:pt x="1086" y="2050"/>
                    <a:pt x="1087" y="2050"/>
                    <a:pt x="1088" y="2050"/>
                  </a:cubicBezTo>
                  <a:cubicBezTo>
                    <a:pt x="1089" y="2050"/>
                    <a:pt x="1090" y="2050"/>
                    <a:pt x="1091" y="2049"/>
                  </a:cubicBezTo>
                  <a:lnTo>
                    <a:pt x="1092" y="2048"/>
                  </a:lnTo>
                  <a:cubicBezTo>
                    <a:pt x="1093" y="2047"/>
                    <a:pt x="1093" y="2047"/>
                    <a:pt x="1093" y="2046"/>
                  </a:cubicBezTo>
                  <a:cubicBezTo>
                    <a:pt x="1093" y="2060"/>
                    <a:pt x="1093" y="2073"/>
                    <a:pt x="1092" y="2087"/>
                  </a:cubicBezTo>
                  <a:cubicBezTo>
                    <a:pt x="1085" y="2124"/>
                    <a:pt x="1080" y="2162"/>
                    <a:pt x="1071" y="2199"/>
                  </a:cubicBezTo>
                  <a:cubicBezTo>
                    <a:pt x="1066" y="2219"/>
                    <a:pt x="1062" y="2238"/>
                    <a:pt x="1057" y="2258"/>
                  </a:cubicBezTo>
                  <a:cubicBezTo>
                    <a:pt x="1054" y="2269"/>
                    <a:pt x="1050" y="2280"/>
                    <a:pt x="1046" y="2290"/>
                  </a:cubicBezTo>
                  <a:cubicBezTo>
                    <a:pt x="1048" y="2270"/>
                    <a:pt x="1050" y="2249"/>
                    <a:pt x="1053" y="2229"/>
                  </a:cubicBezTo>
                  <a:cubicBezTo>
                    <a:pt x="1058" y="2203"/>
                    <a:pt x="1061" y="2176"/>
                    <a:pt x="1061" y="2149"/>
                  </a:cubicBezTo>
                  <a:cubicBezTo>
                    <a:pt x="1061" y="2145"/>
                    <a:pt x="1055" y="2144"/>
                    <a:pt x="1054" y="2149"/>
                  </a:cubicBezTo>
                  <a:cubicBezTo>
                    <a:pt x="1050" y="2175"/>
                    <a:pt x="1042" y="2200"/>
                    <a:pt x="1035" y="2227"/>
                  </a:cubicBezTo>
                  <a:cubicBezTo>
                    <a:pt x="1025" y="2267"/>
                    <a:pt x="1024" y="2307"/>
                    <a:pt x="1012" y="2347"/>
                  </a:cubicBezTo>
                  <a:cubicBezTo>
                    <a:pt x="1008" y="2358"/>
                    <a:pt x="1003" y="2368"/>
                    <a:pt x="998" y="2377"/>
                  </a:cubicBezTo>
                  <a:cubicBezTo>
                    <a:pt x="996" y="2380"/>
                    <a:pt x="994" y="2383"/>
                    <a:pt x="992" y="2386"/>
                  </a:cubicBezTo>
                  <a:cubicBezTo>
                    <a:pt x="994" y="2382"/>
                    <a:pt x="996" y="2377"/>
                    <a:pt x="999" y="2373"/>
                  </a:cubicBezTo>
                  <a:cubicBezTo>
                    <a:pt x="1017" y="2339"/>
                    <a:pt x="1013" y="2300"/>
                    <a:pt x="1027" y="2265"/>
                  </a:cubicBezTo>
                  <a:cubicBezTo>
                    <a:pt x="1029" y="2260"/>
                    <a:pt x="1023" y="2257"/>
                    <a:pt x="1020" y="2261"/>
                  </a:cubicBezTo>
                  <a:cubicBezTo>
                    <a:pt x="995" y="2288"/>
                    <a:pt x="1001" y="2333"/>
                    <a:pt x="984" y="2365"/>
                  </a:cubicBezTo>
                  <a:cubicBezTo>
                    <a:pt x="964" y="2402"/>
                    <a:pt x="959" y="2447"/>
                    <a:pt x="945" y="2488"/>
                  </a:cubicBezTo>
                  <a:cubicBezTo>
                    <a:pt x="937" y="2517"/>
                    <a:pt x="925" y="2546"/>
                    <a:pt x="910" y="2573"/>
                  </a:cubicBezTo>
                  <a:cubicBezTo>
                    <a:pt x="904" y="2583"/>
                    <a:pt x="897" y="2594"/>
                    <a:pt x="889" y="2604"/>
                  </a:cubicBezTo>
                  <a:cubicBezTo>
                    <a:pt x="855" y="2645"/>
                    <a:pt x="856" y="2607"/>
                    <a:pt x="853" y="2578"/>
                  </a:cubicBezTo>
                  <a:cubicBezTo>
                    <a:pt x="853" y="2577"/>
                    <a:pt x="853" y="2577"/>
                    <a:pt x="853" y="2577"/>
                  </a:cubicBezTo>
                  <a:cubicBezTo>
                    <a:pt x="852" y="2576"/>
                    <a:pt x="852" y="2576"/>
                    <a:pt x="852" y="2576"/>
                  </a:cubicBezTo>
                  <a:cubicBezTo>
                    <a:pt x="851" y="2576"/>
                    <a:pt x="851" y="2575"/>
                    <a:pt x="850" y="2575"/>
                  </a:cubicBezTo>
                  <a:cubicBezTo>
                    <a:pt x="863" y="2546"/>
                    <a:pt x="869" y="2515"/>
                    <a:pt x="869" y="2484"/>
                  </a:cubicBezTo>
                  <a:cubicBezTo>
                    <a:pt x="869" y="2478"/>
                    <a:pt x="869" y="2471"/>
                    <a:pt x="868" y="2465"/>
                  </a:cubicBezTo>
                  <a:cubicBezTo>
                    <a:pt x="868" y="2464"/>
                    <a:pt x="868" y="2464"/>
                    <a:pt x="867" y="2463"/>
                  </a:cubicBezTo>
                  <a:cubicBezTo>
                    <a:pt x="866" y="2462"/>
                    <a:pt x="866" y="2463"/>
                    <a:pt x="865" y="2463"/>
                  </a:cubicBezTo>
                  <a:cubicBezTo>
                    <a:pt x="865" y="2463"/>
                    <a:pt x="864" y="2462"/>
                    <a:pt x="863" y="2463"/>
                  </a:cubicBezTo>
                  <a:cubicBezTo>
                    <a:pt x="862" y="2464"/>
                    <a:pt x="862" y="2464"/>
                    <a:pt x="862" y="2465"/>
                  </a:cubicBezTo>
                  <a:cubicBezTo>
                    <a:pt x="853" y="2481"/>
                    <a:pt x="847" y="2499"/>
                    <a:pt x="846" y="2518"/>
                  </a:cubicBezTo>
                  <a:cubicBezTo>
                    <a:pt x="844" y="2557"/>
                    <a:pt x="821" y="2590"/>
                    <a:pt x="812" y="2626"/>
                  </a:cubicBezTo>
                  <a:cubicBezTo>
                    <a:pt x="810" y="2635"/>
                    <a:pt x="776" y="2702"/>
                    <a:pt x="769" y="2692"/>
                  </a:cubicBezTo>
                  <a:cubicBezTo>
                    <a:pt x="746" y="2655"/>
                    <a:pt x="756" y="2602"/>
                    <a:pt x="753" y="2560"/>
                  </a:cubicBezTo>
                  <a:cubicBezTo>
                    <a:pt x="753" y="2558"/>
                    <a:pt x="751" y="2558"/>
                    <a:pt x="750" y="2560"/>
                  </a:cubicBezTo>
                  <a:cubicBezTo>
                    <a:pt x="758" y="2527"/>
                    <a:pt x="768" y="2495"/>
                    <a:pt x="776" y="2462"/>
                  </a:cubicBezTo>
                  <a:cubicBezTo>
                    <a:pt x="783" y="2441"/>
                    <a:pt x="791" y="2420"/>
                    <a:pt x="800" y="2399"/>
                  </a:cubicBezTo>
                  <a:cubicBezTo>
                    <a:pt x="805" y="2382"/>
                    <a:pt x="809" y="2363"/>
                    <a:pt x="810" y="2345"/>
                  </a:cubicBezTo>
                  <a:cubicBezTo>
                    <a:pt x="810" y="2351"/>
                    <a:pt x="810" y="2356"/>
                    <a:pt x="812" y="2361"/>
                  </a:cubicBezTo>
                  <a:cubicBezTo>
                    <a:pt x="818" y="2397"/>
                    <a:pt x="819" y="2444"/>
                    <a:pt x="839" y="2476"/>
                  </a:cubicBezTo>
                  <a:cubicBezTo>
                    <a:pt x="840" y="2477"/>
                    <a:pt x="841" y="2478"/>
                    <a:pt x="842" y="2479"/>
                  </a:cubicBezTo>
                  <a:cubicBezTo>
                    <a:pt x="843" y="2480"/>
                    <a:pt x="844" y="2480"/>
                    <a:pt x="846" y="2480"/>
                  </a:cubicBezTo>
                  <a:cubicBezTo>
                    <a:pt x="847" y="2480"/>
                    <a:pt x="848" y="2480"/>
                    <a:pt x="850" y="2479"/>
                  </a:cubicBezTo>
                  <a:cubicBezTo>
                    <a:pt x="851" y="2478"/>
                    <a:pt x="852" y="2477"/>
                    <a:pt x="853" y="2476"/>
                  </a:cubicBezTo>
                  <a:cubicBezTo>
                    <a:pt x="853" y="2475"/>
                    <a:pt x="854" y="2475"/>
                    <a:pt x="854" y="2474"/>
                  </a:cubicBezTo>
                  <a:cubicBezTo>
                    <a:pt x="858" y="2465"/>
                    <a:pt x="862" y="2455"/>
                    <a:pt x="865" y="2445"/>
                  </a:cubicBezTo>
                  <a:lnTo>
                    <a:pt x="865" y="2446"/>
                  </a:lnTo>
                  <a:cubicBezTo>
                    <a:pt x="865" y="2447"/>
                    <a:pt x="865" y="2447"/>
                    <a:pt x="865" y="2448"/>
                  </a:cubicBezTo>
                  <a:cubicBezTo>
                    <a:pt x="870" y="2472"/>
                    <a:pt x="879" y="2511"/>
                    <a:pt x="899" y="2528"/>
                  </a:cubicBezTo>
                  <a:cubicBezTo>
                    <a:pt x="900" y="2528"/>
                    <a:pt x="899" y="2528"/>
                    <a:pt x="900" y="2529"/>
                  </a:cubicBezTo>
                  <a:cubicBezTo>
                    <a:pt x="901" y="2530"/>
                    <a:pt x="903" y="2530"/>
                    <a:pt x="905" y="2530"/>
                  </a:cubicBezTo>
                  <a:cubicBezTo>
                    <a:pt x="906" y="2530"/>
                    <a:pt x="908" y="2530"/>
                    <a:pt x="909" y="2529"/>
                  </a:cubicBezTo>
                  <a:cubicBezTo>
                    <a:pt x="910" y="2528"/>
                    <a:pt x="911" y="2528"/>
                    <a:pt x="912" y="2527"/>
                  </a:cubicBezTo>
                  <a:cubicBezTo>
                    <a:pt x="937" y="2495"/>
                    <a:pt x="929" y="2433"/>
                    <a:pt x="934" y="2395"/>
                  </a:cubicBezTo>
                  <a:cubicBezTo>
                    <a:pt x="941" y="2361"/>
                    <a:pt x="945" y="2327"/>
                    <a:pt x="946" y="2293"/>
                  </a:cubicBezTo>
                  <a:cubicBezTo>
                    <a:pt x="947" y="2288"/>
                    <a:pt x="949" y="2282"/>
                    <a:pt x="950" y="2277"/>
                  </a:cubicBezTo>
                  <a:cubicBezTo>
                    <a:pt x="968" y="2221"/>
                    <a:pt x="980" y="2164"/>
                    <a:pt x="986" y="2106"/>
                  </a:cubicBezTo>
                  <a:lnTo>
                    <a:pt x="985" y="2106"/>
                  </a:lnTo>
                  <a:moveTo>
                    <a:pt x="970" y="1564"/>
                  </a:moveTo>
                  <a:lnTo>
                    <a:pt x="970" y="1567"/>
                  </a:lnTo>
                  <a:lnTo>
                    <a:pt x="970" y="1562"/>
                  </a:lnTo>
                  <a:lnTo>
                    <a:pt x="970" y="1564"/>
                  </a:lnTo>
                  <a:moveTo>
                    <a:pt x="963" y="1538"/>
                  </a:moveTo>
                  <a:lnTo>
                    <a:pt x="961" y="1538"/>
                  </a:lnTo>
                  <a:lnTo>
                    <a:pt x="959" y="1523"/>
                  </a:lnTo>
                  <a:lnTo>
                    <a:pt x="963" y="1538"/>
                  </a:lnTo>
                  <a:moveTo>
                    <a:pt x="1268" y="805"/>
                  </a:moveTo>
                  <a:lnTo>
                    <a:pt x="1268" y="805"/>
                  </a:lnTo>
                  <a:moveTo>
                    <a:pt x="831" y="275"/>
                  </a:moveTo>
                  <a:lnTo>
                    <a:pt x="831" y="275"/>
                  </a:lnTo>
                  <a:moveTo>
                    <a:pt x="730" y="187"/>
                  </a:moveTo>
                  <a:lnTo>
                    <a:pt x="731" y="189"/>
                  </a:lnTo>
                  <a:cubicBezTo>
                    <a:pt x="751" y="223"/>
                    <a:pt x="776" y="253"/>
                    <a:pt x="807" y="279"/>
                  </a:cubicBezTo>
                  <a:lnTo>
                    <a:pt x="803" y="280"/>
                  </a:lnTo>
                  <a:cubicBezTo>
                    <a:pt x="802" y="279"/>
                    <a:pt x="801" y="278"/>
                    <a:pt x="799" y="277"/>
                  </a:cubicBezTo>
                  <a:cubicBezTo>
                    <a:pt x="797" y="276"/>
                    <a:pt x="794" y="275"/>
                    <a:pt x="791" y="275"/>
                  </a:cubicBezTo>
                  <a:cubicBezTo>
                    <a:pt x="790" y="274"/>
                    <a:pt x="789" y="273"/>
                    <a:pt x="788" y="272"/>
                  </a:cubicBezTo>
                  <a:cubicBezTo>
                    <a:pt x="787" y="271"/>
                    <a:pt x="785" y="271"/>
                    <a:pt x="784" y="271"/>
                  </a:cubicBezTo>
                  <a:cubicBezTo>
                    <a:pt x="783" y="271"/>
                    <a:pt x="782" y="271"/>
                    <a:pt x="782" y="271"/>
                  </a:cubicBezTo>
                  <a:cubicBezTo>
                    <a:pt x="779" y="271"/>
                    <a:pt x="776" y="271"/>
                    <a:pt x="774" y="272"/>
                  </a:cubicBezTo>
                  <a:cubicBezTo>
                    <a:pt x="774" y="267"/>
                    <a:pt x="774" y="262"/>
                    <a:pt x="774" y="261"/>
                  </a:cubicBezTo>
                  <a:cubicBezTo>
                    <a:pt x="774" y="260"/>
                    <a:pt x="773" y="258"/>
                    <a:pt x="773" y="257"/>
                  </a:cubicBezTo>
                  <a:cubicBezTo>
                    <a:pt x="772" y="256"/>
                    <a:pt x="771" y="254"/>
                    <a:pt x="769" y="254"/>
                  </a:cubicBezTo>
                  <a:cubicBezTo>
                    <a:pt x="767" y="253"/>
                    <a:pt x="766" y="252"/>
                    <a:pt x="764" y="252"/>
                  </a:cubicBezTo>
                  <a:cubicBezTo>
                    <a:pt x="762" y="252"/>
                    <a:pt x="760" y="253"/>
                    <a:pt x="759" y="254"/>
                  </a:cubicBezTo>
                  <a:cubicBezTo>
                    <a:pt x="758" y="254"/>
                    <a:pt x="757" y="255"/>
                    <a:pt x="757" y="255"/>
                  </a:cubicBezTo>
                  <a:lnTo>
                    <a:pt x="755" y="257"/>
                  </a:lnTo>
                  <a:cubicBezTo>
                    <a:pt x="756" y="250"/>
                    <a:pt x="757" y="243"/>
                    <a:pt x="757" y="235"/>
                  </a:cubicBezTo>
                  <a:lnTo>
                    <a:pt x="757" y="234"/>
                  </a:lnTo>
                  <a:cubicBezTo>
                    <a:pt x="757" y="233"/>
                    <a:pt x="757" y="232"/>
                    <a:pt x="756" y="230"/>
                  </a:cubicBezTo>
                  <a:cubicBezTo>
                    <a:pt x="755" y="228"/>
                    <a:pt x="753" y="227"/>
                    <a:pt x="752" y="226"/>
                  </a:cubicBezTo>
                  <a:cubicBezTo>
                    <a:pt x="750" y="225"/>
                    <a:pt x="749" y="225"/>
                    <a:pt x="748" y="225"/>
                  </a:cubicBezTo>
                  <a:cubicBezTo>
                    <a:pt x="746" y="225"/>
                    <a:pt x="744" y="225"/>
                    <a:pt x="743" y="226"/>
                  </a:cubicBezTo>
                  <a:cubicBezTo>
                    <a:pt x="741" y="227"/>
                    <a:pt x="741" y="228"/>
                    <a:pt x="740" y="230"/>
                  </a:cubicBezTo>
                  <a:cubicBezTo>
                    <a:pt x="739" y="231"/>
                    <a:pt x="739" y="231"/>
                    <a:pt x="739" y="232"/>
                  </a:cubicBezTo>
                  <a:lnTo>
                    <a:pt x="735" y="242"/>
                  </a:lnTo>
                  <a:cubicBezTo>
                    <a:pt x="735" y="241"/>
                    <a:pt x="735" y="240"/>
                    <a:pt x="735" y="239"/>
                  </a:cubicBezTo>
                  <a:cubicBezTo>
                    <a:pt x="735" y="238"/>
                    <a:pt x="735" y="238"/>
                    <a:pt x="735" y="238"/>
                  </a:cubicBezTo>
                  <a:cubicBezTo>
                    <a:pt x="735" y="236"/>
                    <a:pt x="733" y="235"/>
                    <a:pt x="733" y="233"/>
                  </a:cubicBezTo>
                  <a:cubicBezTo>
                    <a:pt x="732" y="231"/>
                    <a:pt x="731" y="231"/>
                    <a:pt x="730" y="230"/>
                  </a:cubicBezTo>
                  <a:cubicBezTo>
                    <a:pt x="729" y="229"/>
                    <a:pt x="726" y="229"/>
                    <a:pt x="725" y="229"/>
                  </a:cubicBezTo>
                  <a:cubicBezTo>
                    <a:pt x="723" y="229"/>
                    <a:pt x="722" y="229"/>
                    <a:pt x="721" y="230"/>
                  </a:cubicBezTo>
                  <a:cubicBezTo>
                    <a:pt x="719" y="231"/>
                    <a:pt x="717" y="232"/>
                    <a:pt x="717" y="233"/>
                  </a:cubicBezTo>
                  <a:cubicBezTo>
                    <a:pt x="716" y="234"/>
                    <a:pt x="717" y="235"/>
                    <a:pt x="717" y="235"/>
                  </a:cubicBezTo>
                  <a:cubicBezTo>
                    <a:pt x="714" y="242"/>
                    <a:pt x="711" y="248"/>
                    <a:pt x="709" y="255"/>
                  </a:cubicBezTo>
                  <a:cubicBezTo>
                    <a:pt x="707" y="255"/>
                    <a:pt x="706" y="256"/>
                    <a:pt x="705" y="256"/>
                  </a:cubicBezTo>
                  <a:cubicBezTo>
                    <a:pt x="704" y="257"/>
                    <a:pt x="703" y="258"/>
                    <a:pt x="702" y="259"/>
                  </a:cubicBezTo>
                  <a:cubicBezTo>
                    <a:pt x="702" y="258"/>
                    <a:pt x="701" y="258"/>
                    <a:pt x="701" y="257"/>
                  </a:cubicBezTo>
                  <a:cubicBezTo>
                    <a:pt x="700" y="256"/>
                    <a:pt x="699" y="255"/>
                    <a:pt x="698" y="254"/>
                  </a:cubicBezTo>
                  <a:cubicBezTo>
                    <a:pt x="712" y="236"/>
                    <a:pt x="725" y="227"/>
                    <a:pt x="731" y="204"/>
                  </a:cubicBezTo>
                  <a:lnTo>
                    <a:pt x="731" y="202"/>
                  </a:lnTo>
                  <a:lnTo>
                    <a:pt x="731" y="201"/>
                  </a:lnTo>
                  <a:cubicBezTo>
                    <a:pt x="731" y="200"/>
                    <a:pt x="730" y="199"/>
                    <a:pt x="730" y="197"/>
                  </a:cubicBezTo>
                  <a:cubicBezTo>
                    <a:pt x="729" y="195"/>
                    <a:pt x="729" y="196"/>
                    <a:pt x="728" y="195"/>
                  </a:cubicBezTo>
                  <a:cubicBezTo>
                    <a:pt x="727" y="195"/>
                    <a:pt x="726" y="194"/>
                    <a:pt x="726" y="194"/>
                  </a:cubicBezTo>
                  <a:cubicBezTo>
                    <a:pt x="728" y="191"/>
                    <a:pt x="729" y="189"/>
                    <a:pt x="730" y="187"/>
                  </a:cubicBezTo>
                  <a:moveTo>
                    <a:pt x="757" y="299"/>
                  </a:moveTo>
                  <a:lnTo>
                    <a:pt x="757" y="299"/>
                  </a:lnTo>
                  <a:moveTo>
                    <a:pt x="739" y="312"/>
                  </a:moveTo>
                  <a:lnTo>
                    <a:pt x="729" y="319"/>
                  </a:lnTo>
                  <a:cubicBezTo>
                    <a:pt x="730" y="313"/>
                    <a:pt x="731" y="308"/>
                    <a:pt x="732" y="302"/>
                  </a:cubicBezTo>
                  <a:cubicBezTo>
                    <a:pt x="734" y="297"/>
                    <a:pt x="732" y="304"/>
                    <a:pt x="732" y="305"/>
                  </a:cubicBezTo>
                  <a:cubicBezTo>
                    <a:pt x="732" y="307"/>
                    <a:pt x="733" y="308"/>
                    <a:pt x="734" y="310"/>
                  </a:cubicBezTo>
                  <a:cubicBezTo>
                    <a:pt x="734" y="311"/>
                    <a:pt x="736" y="312"/>
                    <a:pt x="737" y="313"/>
                  </a:cubicBezTo>
                  <a:lnTo>
                    <a:pt x="739" y="312"/>
                  </a:lnTo>
                  <a:moveTo>
                    <a:pt x="713" y="331"/>
                  </a:moveTo>
                  <a:lnTo>
                    <a:pt x="705" y="336"/>
                  </a:lnTo>
                  <a:cubicBezTo>
                    <a:pt x="707" y="330"/>
                    <a:pt x="709" y="325"/>
                    <a:pt x="710" y="319"/>
                  </a:cubicBezTo>
                  <a:cubicBezTo>
                    <a:pt x="710" y="320"/>
                    <a:pt x="710" y="322"/>
                    <a:pt x="710" y="323"/>
                  </a:cubicBezTo>
                  <a:cubicBezTo>
                    <a:pt x="710" y="324"/>
                    <a:pt x="710" y="325"/>
                    <a:pt x="710" y="326"/>
                  </a:cubicBezTo>
                  <a:cubicBezTo>
                    <a:pt x="710" y="327"/>
                    <a:pt x="710" y="329"/>
                    <a:pt x="711" y="330"/>
                  </a:cubicBezTo>
                  <a:cubicBezTo>
                    <a:pt x="711" y="331"/>
                    <a:pt x="712" y="331"/>
                    <a:pt x="712" y="332"/>
                  </a:cubicBezTo>
                  <a:lnTo>
                    <a:pt x="713" y="331"/>
                  </a:lnTo>
                  <a:moveTo>
                    <a:pt x="608" y="158"/>
                  </a:moveTo>
                  <a:lnTo>
                    <a:pt x="604" y="161"/>
                  </a:lnTo>
                  <a:lnTo>
                    <a:pt x="603" y="161"/>
                  </a:lnTo>
                  <a:cubicBezTo>
                    <a:pt x="593" y="168"/>
                    <a:pt x="584" y="176"/>
                    <a:pt x="576" y="185"/>
                  </a:cubicBezTo>
                  <a:cubicBezTo>
                    <a:pt x="576" y="182"/>
                    <a:pt x="575" y="180"/>
                    <a:pt x="575" y="177"/>
                  </a:cubicBezTo>
                  <a:cubicBezTo>
                    <a:pt x="573" y="169"/>
                    <a:pt x="573" y="161"/>
                    <a:pt x="572" y="153"/>
                  </a:cubicBezTo>
                  <a:cubicBezTo>
                    <a:pt x="584" y="156"/>
                    <a:pt x="595" y="158"/>
                    <a:pt x="607" y="158"/>
                  </a:cubicBezTo>
                  <a:lnTo>
                    <a:pt x="608" y="158"/>
                  </a:lnTo>
                  <a:moveTo>
                    <a:pt x="560" y="147"/>
                  </a:moveTo>
                  <a:cubicBezTo>
                    <a:pt x="558" y="154"/>
                    <a:pt x="558" y="160"/>
                    <a:pt x="558" y="167"/>
                  </a:cubicBezTo>
                  <a:cubicBezTo>
                    <a:pt x="558" y="170"/>
                    <a:pt x="558" y="173"/>
                    <a:pt x="558" y="177"/>
                  </a:cubicBezTo>
                  <a:cubicBezTo>
                    <a:pt x="558" y="185"/>
                    <a:pt x="560" y="192"/>
                    <a:pt x="564" y="198"/>
                  </a:cubicBezTo>
                  <a:lnTo>
                    <a:pt x="556" y="209"/>
                  </a:lnTo>
                  <a:cubicBezTo>
                    <a:pt x="555" y="197"/>
                    <a:pt x="550" y="185"/>
                    <a:pt x="549" y="174"/>
                  </a:cubicBezTo>
                  <a:cubicBezTo>
                    <a:pt x="548" y="162"/>
                    <a:pt x="548" y="151"/>
                    <a:pt x="548" y="140"/>
                  </a:cubicBezTo>
                  <a:cubicBezTo>
                    <a:pt x="551" y="143"/>
                    <a:pt x="555" y="146"/>
                    <a:pt x="559" y="148"/>
                  </a:cubicBezTo>
                  <a:lnTo>
                    <a:pt x="560" y="147"/>
                  </a:lnTo>
                  <a:moveTo>
                    <a:pt x="538" y="132"/>
                  </a:moveTo>
                  <a:cubicBezTo>
                    <a:pt x="535" y="159"/>
                    <a:pt x="529" y="199"/>
                    <a:pt x="549" y="218"/>
                  </a:cubicBezTo>
                  <a:cubicBezTo>
                    <a:pt x="545" y="225"/>
                    <a:pt x="540" y="232"/>
                    <a:pt x="536" y="239"/>
                  </a:cubicBezTo>
                  <a:cubicBezTo>
                    <a:pt x="536" y="236"/>
                    <a:pt x="534" y="234"/>
                    <a:pt x="534" y="231"/>
                  </a:cubicBezTo>
                  <a:cubicBezTo>
                    <a:pt x="533" y="226"/>
                    <a:pt x="532" y="222"/>
                    <a:pt x="531" y="217"/>
                  </a:cubicBezTo>
                  <a:cubicBezTo>
                    <a:pt x="530" y="205"/>
                    <a:pt x="529" y="193"/>
                    <a:pt x="526" y="181"/>
                  </a:cubicBezTo>
                  <a:cubicBezTo>
                    <a:pt x="520" y="157"/>
                    <a:pt x="518" y="132"/>
                    <a:pt x="512" y="109"/>
                  </a:cubicBezTo>
                  <a:cubicBezTo>
                    <a:pt x="520" y="117"/>
                    <a:pt x="528" y="126"/>
                    <a:pt x="537" y="133"/>
                  </a:cubicBezTo>
                  <a:lnTo>
                    <a:pt x="538" y="132"/>
                  </a:lnTo>
                  <a:moveTo>
                    <a:pt x="447" y="635"/>
                  </a:moveTo>
                  <a:cubicBezTo>
                    <a:pt x="447" y="632"/>
                    <a:pt x="447" y="629"/>
                    <a:pt x="448" y="626"/>
                  </a:cubicBezTo>
                  <a:cubicBezTo>
                    <a:pt x="450" y="630"/>
                    <a:pt x="451" y="633"/>
                    <a:pt x="454" y="637"/>
                  </a:cubicBezTo>
                  <a:cubicBezTo>
                    <a:pt x="454" y="638"/>
                    <a:pt x="455" y="639"/>
                    <a:pt x="456" y="641"/>
                  </a:cubicBezTo>
                  <a:lnTo>
                    <a:pt x="447" y="635"/>
                  </a:lnTo>
                  <a:moveTo>
                    <a:pt x="466" y="332"/>
                  </a:moveTo>
                  <a:cubicBezTo>
                    <a:pt x="472" y="310"/>
                    <a:pt x="479" y="288"/>
                    <a:pt x="487" y="268"/>
                  </a:cubicBezTo>
                  <a:cubicBezTo>
                    <a:pt x="490" y="255"/>
                    <a:pt x="491" y="243"/>
                    <a:pt x="491" y="231"/>
                  </a:cubicBezTo>
                  <a:cubicBezTo>
                    <a:pt x="491" y="222"/>
                    <a:pt x="490" y="213"/>
                    <a:pt x="489" y="204"/>
                  </a:cubicBezTo>
                  <a:cubicBezTo>
                    <a:pt x="487" y="160"/>
                    <a:pt x="487" y="117"/>
                    <a:pt x="483" y="73"/>
                  </a:cubicBezTo>
                  <a:cubicBezTo>
                    <a:pt x="488" y="81"/>
                    <a:pt x="494" y="88"/>
                    <a:pt x="500" y="96"/>
                  </a:cubicBezTo>
                  <a:cubicBezTo>
                    <a:pt x="499" y="102"/>
                    <a:pt x="499" y="109"/>
                    <a:pt x="499" y="115"/>
                  </a:cubicBezTo>
                  <a:cubicBezTo>
                    <a:pt x="499" y="132"/>
                    <a:pt x="502" y="149"/>
                    <a:pt x="507" y="166"/>
                  </a:cubicBezTo>
                  <a:cubicBezTo>
                    <a:pt x="510" y="186"/>
                    <a:pt x="514" y="205"/>
                    <a:pt x="520" y="225"/>
                  </a:cubicBezTo>
                  <a:cubicBezTo>
                    <a:pt x="519" y="229"/>
                    <a:pt x="519" y="233"/>
                    <a:pt x="519" y="237"/>
                  </a:cubicBezTo>
                  <a:cubicBezTo>
                    <a:pt x="519" y="244"/>
                    <a:pt x="520" y="251"/>
                    <a:pt x="521" y="258"/>
                  </a:cubicBezTo>
                  <a:cubicBezTo>
                    <a:pt x="521" y="259"/>
                    <a:pt x="522" y="260"/>
                    <a:pt x="522" y="261"/>
                  </a:cubicBezTo>
                  <a:lnTo>
                    <a:pt x="523" y="262"/>
                  </a:lnTo>
                  <a:cubicBezTo>
                    <a:pt x="520" y="268"/>
                    <a:pt x="517" y="273"/>
                    <a:pt x="515" y="279"/>
                  </a:cubicBezTo>
                  <a:cubicBezTo>
                    <a:pt x="515" y="261"/>
                    <a:pt x="512" y="244"/>
                    <a:pt x="510" y="227"/>
                  </a:cubicBezTo>
                  <a:cubicBezTo>
                    <a:pt x="510" y="223"/>
                    <a:pt x="505" y="224"/>
                    <a:pt x="504" y="227"/>
                  </a:cubicBezTo>
                  <a:cubicBezTo>
                    <a:pt x="503" y="244"/>
                    <a:pt x="501" y="261"/>
                    <a:pt x="500" y="278"/>
                  </a:cubicBezTo>
                  <a:cubicBezTo>
                    <a:pt x="499" y="282"/>
                    <a:pt x="499" y="285"/>
                    <a:pt x="499" y="289"/>
                  </a:cubicBezTo>
                  <a:cubicBezTo>
                    <a:pt x="499" y="296"/>
                    <a:pt x="500" y="303"/>
                    <a:pt x="502" y="309"/>
                  </a:cubicBezTo>
                  <a:cubicBezTo>
                    <a:pt x="499" y="316"/>
                    <a:pt x="497" y="323"/>
                    <a:pt x="494" y="330"/>
                  </a:cubicBezTo>
                  <a:cubicBezTo>
                    <a:pt x="494" y="323"/>
                    <a:pt x="493" y="315"/>
                    <a:pt x="492" y="308"/>
                  </a:cubicBezTo>
                  <a:cubicBezTo>
                    <a:pt x="491" y="301"/>
                    <a:pt x="478" y="298"/>
                    <a:pt x="477" y="308"/>
                  </a:cubicBezTo>
                  <a:cubicBezTo>
                    <a:pt x="474" y="327"/>
                    <a:pt x="473" y="346"/>
                    <a:pt x="473" y="366"/>
                  </a:cubicBezTo>
                  <a:lnTo>
                    <a:pt x="473" y="367"/>
                  </a:lnTo>
                  <a:cubicBezTo>
                    <a:pt x="473" y="369"/>
                    <a:pt x="473" y="371"/>
                    <a:pt x="475" y="373"/>
                  </a:cubicBezTo>
                  <a:cubicBezTo>
                    <a:pt x="476" y="374"/>
                    <a:pt x="477" y="376"/>
                    <a:pt x="479" y="377"/>
                  </a:cubicBezTo>
                  <a:cubicBezTo>
                    <a:pt x="472" y="399"/>
                    <a:pt x="464" y="423"/>
                    <a:pt x="459" y="447"/>
                  </a:cubicBezTo>
                  <a:cubicBezTo>
                    <a:pt x="459" y="441"/>
                    <a:pt x="459" y="435"/>
                    <a:pt x="459" y="429"/>
                  </a:cubicBezTo>
                  <a:cubicBezTo>
                    <a:pt x="459" y="397"/>
                    <a:pt x="461" y="365"/>
                    <a:pt x="465" y="332"/>
                  </a:cubicBezTo>
                  <a:lnTo>
                    <a:pt x="466" y="332"/>
                  </a:lnTo>
                  <a:moveTo>
                    <a:pt x="464" y="560"/>
                  </a:moveTo>
                  <a:cubicBezTo>
                    <a:pt x="471" y="492"/>
                    <a:pt x="485" y="424"/>
                    <a:pt x="508" y="360"/>
                  </a:cubicBezTo>
                  <a:cubicBezTo>
                    <a:pt x="514" y="343"/>
                    <a:pt x="518" y="325"/>
                    <a:pt x="523" y="309"/>
                  </a:cubicBezTo>
                  <a:cubicBezTo>
                    <a:pt x="528" y="292"/>
                    <a:pt x="538" y="276"/>
                    <a:pt x="546" y="260"/>
                  </a:cubicBezTo>
                  <a:cubicBezTo>
                    <a:pt x="566" y="223"/>
                    <a:pt x="602" y="195"/>
                    <a:pt x="621" y="159"/>
                  </a:cubicBezTo>
                  <a:lnTo>
                    <a:pt x="629" y="160"/>
                  </a:lnTo>
                  <a:cubicBezTo>
                    <a:pt x="637" y="162"/>
                    <a:pt x="646" y="163"/>
                    <a:pt x="655" y="163"/>
                  </a:cubicBezTo>
                  <a:cubicBezTo>
                    <a:pt x="657" y="163"/>
                    <a:pt x="659" y="163"/>
                    <a:pt x="662" y="163"/>
                  </a:cubicBezTo>
                  <a:cubicBezTo>
                    <a:pt x="682" y="168"/>
                    <a:pt x="702" y="175"/>
                    <a:pt x="721" y="183"/>
                  </a:cubicBezTo>
                  <a:cubicBezTo>
                    <a:pt x="703" y="213"/>
                    <a:pt x="682" y="241"/>
                    <a:pt x="658" y="266"/>
                  </a:cubicBezTo>
                  <a:cubicBezTo>
                    <a:pt x="657" y="267"/>
                    <a:pt x="657" y="267"/>
                    <a:pt x="657" y="267"/>
                  </a:cubicBezTo>
                  <a:cubicBezTo>
                    <a:pt x="657" y="268"/>
                    <a:pt x="656" y="268"/>
                    <a:pt x="656" y="269"/>
                  </a:cubicBezTo>
                  <a:cubicBezTo>
                    <a:pt x="648" y="275"/>
                    <a:pt x="641" y="281"/>
                    <a:pt x="633" y="288"/>
                  </a:cubicBezTo>
                  <a:cubicBezTo>
                    <a:pt x="602" y="316"/>
                    <a:pt x="575" y="348"/>
                    <a:pt x="552" y="383"/>
                  </a:cubicBezTo>
                  <a:cubicBezTo>
                    <a:pt x="517" y="434"/>
                    <a:pt x="478" y="497"/>
                    <a:pt x="463" y="561"/>
                  </a:cubicBezTo>
                  <a:lnTo>
                    <a:pt x="464" y="560"/>
                  </a:lnTo>
                  <a:moveTo>
                    <a:pt x="672" y="293"/>
                  </a:moveTo>
                  <a:cubicBezTo>
                    <a:pt x="672" y="293"/>
                    <a:pt x="672" y="292"/>
                    <a:pt x="672" y="291"/>
                  </a:cubicBezTo>
                  <a:cubicBezTo>
                    <a:pt x="672" y="290"/>
                    <a:pt x="672" y="290"/>
                    <a:pt x="672" y="290"/>
                  </a:cubicBezTo>
                  <a:cubicBezTo>
                    <a:pt x="672" y="289"/>
                    <a:pt x="671" y="287"/>
                    <a:pt x="671" y="286"/>
                  </a:cubicBezTo>
                  <a:cubicBezTo>
                    <a:pt x="670" y="285"/>
                    <a:pt x="669" y="284"/>
                    <a:pt x="668" y="283"/>
                  </a:cubicBezTo>
                  <a:cubicBezTo>
                    <a:pt x="666" y="282"/>
                    <a:pt x="665" y="282"/>
                    <a:pt x="664" y="282"/>
                  </a:cubicBezTo>
                  <a:cubicBezTo>
                    <a:pt x="662" y="282"/>
                    <a:pt x="661" y="282"/>
                    <a:pt x="660" y="283"/>
                  </a:cubicBezTo>
                  <a:cubicBezTo>
                    <a:pt x="658" y="284"/>
                    <a:pt x="657" y="285"/>
                    <a:pt x="657" y="286"/>
                  </a:cubicBezTo>
                  <a:cubicBezTo>
                    <a:pt x="656" y="287"/>
                    <a:pt x="656" y="287"/>
                    <a:pt x="656" y="288"/>
                  </a:cubicBezTo>
                  <a:cubicBezTo>
                    <a:pt x="652" y="295"/>
                    <a:pt x="649" y="304"/>
                    <a:pt x="646" y="312"/>
                  </a:cubicBezTo>
                  <a:cubicBezTo>
                    <a:pt x="646" y="310"/>
                    <a:pt x="646" y="307"/>
                    <a:pt x="646" y="305"/>
                  </a:cubicBezTo>
                  <a:cubicBezTo>
                    <a:pt x="646" y="303"/>
                    <a:pt x="641" y="298"/>
                    <a:pt x="637" y="299"/>
                  </a:cubicBezTo>
                  <a:lnTo>
                    <a:pt x="644" y="292"/>
                  </a:lnTo>
                  <a:cubicBezTo>
                    <a:pt x="645" y="291"/>
                    <a:pt x="645" y="291"/>
                    <a:pt x="646" y="291"/>
                  </a:cubicBezTo>
                  <a:cubicBezTo>
                    <a:pt x="647" y="290"/>
                    <a:pt x="649" y="289"/>
                    <a:pt x="650" y="287"/>
                  </a:cubicBezTo>
                  <a:cubicBezTo>
                    <a:pt x="654" y="284"/>
                    <a:pt x="657" y="281"/>
                    <a:pt x="661" y="278"/>
                  </a:cubicBezTo>
                  <a:cubicBezTo>
                    <a:pt x="662" y="278"/>
                    <a:pt x="662" y="278"/>
                    <a:pt x="663" y="278"/>
                  </a:cubicBezTo>
                  <a:cubicBezTo>
                    <a:pt x="664" y="278"/>
                    <a:pt x="665" y="278"/>
                    <a:pt x="665" y="278"/>
                  </a:cubicBezTo>
                  <a:cubicBezTo>
                    <a:pt x="669" y="277"/>
                    <a:pt x="673" y="275"/>
                    <a:pt x="677" y="273"/>
                  </a:cubicBezTo>
                  <a:cubicBezTo>
                    <a:pt x="678" y="272"/>
                    <a:pt x="679" y="272"/>
                    <a:pt x="680" y="271"/>
                  </a:cubicBezTo>
                  <a:cubicBezTo>
                    <a:pt x="676" y="280"/>
                    <a:pt x="673" y="287"/>
                    <a:pt x="670" y="294"/>
                  </a:cubicBezTo>
                  <a:lnTo>
                    <a:pt x="672" y="293"/>
                  </a:lnTo>
                  <a:moveTo>
                    <a:pt x="678" y="337"/>
                  </a:moveTo>
                  <a:cubicBezTo>
                    <a:pt x="678" y="343"/>
                    <a:pt x="678" y="348"/>
                    <a:pt x="678" y="354"/>
                  </a:cubicBezTo>
                  <a:cubicBezTo>
                    <a:pt x="676" y="355"/>
                    <a:pt x="675" y="356"/>
                    <a:pt x="673" y="358"/>
                  </a:cubicBezTo>
                  <a:lnTo>
                    <a:pt x="673" y="359"/>
                  </a:lnTo>
                  <a:lnTo>
                    <a:pt x="678" y="337"/>
                  </a:lnTo>
                  <a:moveTo>
                    <a:pt x="613" y="344"/>
                  </a:moveTo>
                  <a:cubicBezTo>
                    <a:pt x="613" y="341"/>
                    <a:pt x="613" y="339"/>
                    <a:pt x="613" y="337"/>
                  </a:cubicBezTo>
                  <a:cubicBezTo>
                    <a:pt x="613" y="336"/>
                    <a:pt x="613" y="336"/>
                    <a:pt x="613" y="336"/>
                  </a:cubicBezTo>
                  <a:cubicBezTo>
                    <a:pt x="613" y="335"/>
                    <a:pt x="613" y="333"/>
                    <a:pt x="612" y="332"/>
                  </a:cubicBezTo>
                  <a:cubicBezTo>
                    <a:pt x="611" y="331"/>
                    <a:pt x="610" y="330"/>
                    <a:pt x="609" y="329"/>
                  </a:cubicBezTo>
                  <a:cubicBezTo>
                    <a:pt x="608" y="329"/>
                    <a:pt x="608" y="328"/>
                    <a:pt x="607" y="328"/>
                  </a:cubicBezTo>
                  <a:cubicBezTo>
                    <a:pt x="613" y="322"/>
                    <a:pt x="619" y="316"/>
                    <a:pt x="625" y="310"/>
                  </a:cubicBezTo>
                  <a:cubicBezTo>
                    <a:pt x="619" y="321"/>
                    <a:pt x="614" y="332"/>
                    <a:pt x="612" y="344"/>
                  </a:cubicBezTo>
                  <a:lnTo>
                    <a:pt x="613" y="344"/>
                  </a:lnTo>
                  <a:moveTo>
                    <a:pt x="619" y="384"/>
                  </a:moveTo>
                  <a:lnTo>
                    <a:pt x="615" y="399"/>
                  </a:lnTo>
                  <a:lnTo>
                    <a:pt x="611" y="401"/>
                  </a:lnTo>
                  <a:lnTo>
                    <a:pt x="608" y="403"/>
                  </a:lnTo>
                  <a:cubicBezTo>
                    <a:pt x="609" y="400"/>
                    <a:pt x="610" y="396"/>
                    <a:pt x="612" y="393"/>
                  </a:cubicBezTo>
                  <a:lnTo>
                    <a:pt x="619" y="384"/>
                  </a:lnTo>
                  <a:moveTo>
                    <a:pt x="560" y="423"/>
                  </a:moveTo>
                  <a:lnTo>
                    <a:pt x="560" y="422"/>
                  </a:lnTo>
                  <a:cubicBezTo>
                    <a:pt x="557" y="430"/>
                    <a:pt x="554" y="439"/>
                    <a:pt x="552" y="448"/>
                  </a:cubicBezTo>
                  <a:cubicBezTo>
                    <a:pt x="548" y="451"/>
                    <a:pt x="544" y="455"/>
                    <a:pt x="540" y="458"/>
                  </a:cubicBezTo>
                  <a:cubicBezTo>
                    <a:pt x="544" y="447"/>
                    <a:pt x="546" y="435"/>
                    <a:pt x="546" y="423"/>
                  </a:cubicBezTo>
                  <a:cubicBezTo>
                    <a:pt x="546" y="422"/>
                    <a:pt x="546" y="422"/>
                    <a:pt x="545" y="421"/>
                  </a:cubicBezTo>
                  <a:cubicBezTo>
                    <a:pt x="545" y="421"/>
                    <a:pt x="545" y="420"/>
                    <a:pt x="544" y="420"/>
                  </a:cubicBezTo>
                  <a:lnTo>
                    <a:pt x="543" y="420"/>
                  </a:lnTo>
                  <a:cubicBezTo>
                    <a:pt x="542" y="420"/>
                    <a:pt x="542" y="420"/>
                    <a:pt x="541" y="420"/>
                  </a:cubicBezTo>
                  <a:lnTo>
                    <a:pt x="540" y="421"/>
                  </a:lnTo>
                  <a:cubicBezTo>
                    <a:pt x="540" y="422"/>
                    <a:pt x="540" y="422"/>
                    <a:pt x="540" y="423"/>
                  </a:cubicBezTo>
                  <a:cubicBezTo>
                    <a:pt x="538" y="432"/>
                    <a:pt x="536" y="441"/>
                    <a:pt x="532" y="450"/>
                  </a:cubicBezTo>
                  <a:cubicBezTo>
                    <a:pt x="529" y="457"/>
                    <a:pt x="528" y="465"/>
                    <a:pt x="525" y="472"/>
                  </a:cubicBezTo>
                  <a:cubicBezTo>
                    <a:pt x="516" y="482"/>
                    <a:pt x="507" y="492"/>
                    <a:pt x="499" y="502"/>
                  </a:cubicBezTo>
                  <a:cubicBezTo>
                    <a:pt x="498" y="504"/>
                    <a:pt x="497" y="506"/>
                    <a:pt x="496" y="507"/>
                  </a:cubicBezTo>
                  <a:cubicBezTo>
                    <a:pt x="492" y="515"/>
                    <a:pt x="488" y="522"/>
                    <a:pt x="485" y="530"/>
                  </a:cubicBezTo>
                  <a:cubicBezTo>
                    <a:pt x="498" y="497"/>
                    <a:pt x="513" y="466"/>
                    <a:pt x="530" y="436"/>
                  </a:cubicBezTo>
                  <a:cubicBezTo>
                    <a:pt x="547" y="407"/>
                    <a:pt x="566" y="379"/>
                    <a:pt x="586" y="353"/>
                  </a:cubicBezTo>
                  <a:cubicBezTo>
                    <a:pt x="589" y="350"/>
                    <a:pt x="591" y="347"/>
                    <a:pt x="593" y="344"/>
                  </a:cubicBezTo>
                  <a:cubicBezTo>
                    <a:pt x="588" y="360"/>
                    <a:pt x="581" y="375"/>
                    <a:pt x="576" y="391"/>
                  </a:cubicBezTo>
                  <a:cubicBezTo>
                    <a:pt x="576" y="388"/>
                    <a:pt x="576" y="385"/>
                    <a:pt x="576" y="382"/>
                  </a:cubicBezTo>
                  <a:cubicBezTo>
                    <a:pt x="576" y="381"/>
                    <a:pt x="576" y="381"/>
                    <a:pt x="575" y="380"/>
                  </a:cubicBezTo>
                  <a:cubicBezTo>
                    <a:pt x="574" y="379"/>
                    <a:pt x="575" y="380"/>
                    <a:pt x="574" y="379"/>
                  </a:cubicBezTo>
                  <a:cubicBezTo>
                    <a:pt x="573" y="378"/>
                    <a:pt x="573" y="378"/>
                    <a:pt x="572" y="378"/>
                  </a:cubicBezTo>
                  <a:cubicBezTo>
                    <a:pt x="572" y="378"/>
                    <a:pt x="571" y="378"/>
                    <a:pt x="570" y="379"/>
                  </a:cubicBezTo>
                  <a:cubicBezTo>
                    <a:pt x="570" y="379"/>
                    <a:pt x="569" y="379"/>
                    <a:pt x="569" y="380"/>
                  </a:cubicBezTo>
                  <a:cubicBezTo>
                    <a:pt x="569" y="380"/>
                    <a:pt x="569" y="381"/>
                    <a:pt x="569" y="382"/>
                  </a:cubicBezTo>
                  <a:cubicBezTo>
                    <a:pt x="564" y="396"/>
                    <a:pt x="559" y="410"/>
                    <a:pt x="553" y="423"/>
                  </a:cubicBezTo>
                  <a:cubicBezTo>
                    <a:pt x="551" y="426"/>
                    <a:pt x="556" y="428"/>
                    <a:pt x="558" y="425"/>
                  </a:cubicBezTo>
                  <a:lnTo>
                    <a:pt x="560" y="423"/>
                  </a:lnTo>
                  <a:moveTo>
                    <a:pt x="484" y="610"/>
                  </a:moveTo>
                  <a:cubicBezTo>
                    <a:pt x="482" y="609"/>
                    <a:pt x="480" y="609"/>
                    <a:pt x="478" y="609"/>
                  </a:cubicBezTo>
                  <a:lnTo>
                    <a:pt x="477" y="609"/>
                  </a:lnTo>
                  <a:cubicBezTo>
                    <a:pt x="482" y="605"/>
                    <a:pt x="486" y="601"/>
                    <a:pt x="489" y="596"/>
                  </a:cubicBezTo>
                  <a:cubicBezTo>
                    <a:pt x="486" y="602"/>
                    <a:pt x="484" y="607"/>
                    <a:pt x="482" y="611"/>
                  </a:cubicBezTo>
                  <a:lnTo>
                    <a:pt x="484" y="610"/>
                  </a:lnTo>
                  <a:moveTo>
                    <a:pt x="526" y="718"/>
                  </a:moveTo>
                  <a:cubicBezTo>
                    <a:pt x="522" y="711"/>
                    <a:pt x="517" y="703"/>
                    <a:pt x="512" y="696"/>
                  </a:cubicBezTo>
                  <a:lnTo>
                    <a:pt x="517" y="700"/>
                  </a:lnTo>
                  <a:cubicBezTo>
                    <a:pt x="517" y="701"/>
                    <a:pt x="517" y="702"/>
                    <a:pt x="517" y="703"/>
                  </a:cubicBezTo>
                  <a:cubicBezTo>
                    <a:pt x="517" y="704"/>
                    <a:pt x="516" y="704"/>
                    <a:pt x="517" y="705"/>
                  </a:cubicBezTo>
                  <a:cubicBezTo>
                    <a:pt x="517" y="706"/>
                    <a:pt x="519" y="706"/>
                    <a:pt x="520" y="707"/>
                  </a:cubicBezTo>
                  <a:cubicBezTo>
                    <a:pt x="521" y="707"/>
                    <a:pt x="522" y="708"/>
                    <a:pt x="523" y="708"/>
                  </a:cubicBezTo>
                  <a:cubicBezTo>
                    <a:pt x="524" y="709"/>
                    <a:pt x="525" y="711"/>
                    <a:pt x="526" y="712"/>
                  </a:cubicBezTo>
                  <a:cubicBezTo>
                    <a:pt x="526" y="715"/>
                    <a:pt x="526" y="718"/>
                    <a:pt x="526" y="720"/>
                  </a:cubicBezTo>
                  <a:lnTo>
                    <a:pt x="526" y="718"/>
                  </a:lnTo>
                  <a:moveTo>
                    <a:pt x="535" y="738"/>
                  </a:moveTo>
                  <a:lnTo>
                    <a:pt x="531" y="728"/>
                  </a:lnTo>
                  <a:cubicBezTo>
                    <a:pt x="531" y="728"/>
                    <a:pt x="531" y="724"/>
                    <a:pt x="531" y="722"/>
                  </a:cubicBezTo>
                  <a:cubicBezTo>
                    <a:pt x="532" y="724"/>
                    <a:pt x="534" y="726"/>
                    <a:pt x="535" y="727"/>
                  </a:cubicBezTo>
                  <a:cubicBezTo>
                    <a:pt x="534" y="731"/>
                    <a:pt x="533" y="735"/>
                    <a:pt x="533" y="739"/>
                  </a:cubicBezTo>
                  <a:lnTo>
                    <a:pt x="535" y="738"/>
                  </a:lnTo>
                  <a:moveTo>
                    <a:pt x="563" y="752"/>
                  </a:moveTo>
                  <a:lnTo>
                    <a:pt x="563" y="751"/>
                  </a:lnTo>
                  <a:cubicBezTo>
                    <a:pt x="562" y="750"/>
                    <a:pt x="562" y="750"/>
                    <a:pt x="561" y="749"/>
                  </a:cubicBezTo>
                  <a:cubicBezTo>
                    <a:pt x="560" y="749"/>
                    <a:pt x="559" y="748"/>
                    <a:pt x="558" y="748"/>
                  </a:cubicBezTo>
                  <a:cubicBezTo>
                    <a:pt x="559" y="748"/>
                    <a:pt x="559" y="747"/>
                    <a:pt x="560" y="746"/>
                  </a:cubicBezTo>
                  <a:cubicBezTo>
                    <a:pt x="560" y="745"/>
                    <a:pt x="561" y="744"/>
                    <a:pt x="561" y="743"/>
                  </a:cubicBezTo>
                  <a:cubicBezTo>
                    <a:pt x="561" y="742"/>
                    <a:pt x="561" y="741"/>
                    <a:pt x="561" y="741"/>
                  </a:cubicBezTo>
                  <a:lnTo>
                    <a:pt x="564" y="739"/>
                  </a:lnTo>
                  <a:cubicBezTo>
                    <a:pt x="562" y="744"/>
                    <a:pt x="562" y="748"/>
                    <a:pt x="561" y="753"/>
                  </a:cubicBezTo>
                  <a:lnTo>
                    <a:pt x="563" y="752"/>
                  </a:lnTo>
                  <a:moveTo>
                    <a:pt x="594" y="786"/>
                  </a:moveTo>
                  <a:cubicBezTo>
                    <a:pt x="594" y="786"/>
                    <a:pt x="594" y="784"/>
                    <a:pt x="593" y="784"/>
                  </a:cubicBezTo>
                  <a:lnTo>
                    <a:pt x="593" y="783"/>
                  </a:lnTo>
                  <a:cubicBezTo>
                    <a:pt x="593" y="775"/>
                    <a:pt x="594" y="767"/>
                    <a:pt x="595" y="760"/>
                  </a:cubicBezTo>
                  <a:cubicBezTo>
                    <a:pt x="595" y="764"/>
                    <a:pt x="595" y="768"/>
                    <a:pt x="595" y="772"/>
                  </a:cubicBezTo>
                  <a:cubicBezTo>
                    <a:pt x="595" y="776"/>
                    <a:pt x="595" y="780"/>
                    <a:pt x="595" y="785"/>
                  </a:cubicBezTo>
                  <a:lnTo>
                    <a:pt x="594" y="786"/>
                  </a:lnTo>
                  <a:moveTo>
                    <a:pt x="627" y="917"/>
                  </a:moveTo>
                  <a:cubicBezTo>
                    <a:pt x="628" y="918"/>
                    <a:pt x="628" y="918"/>
                    <a:pt x="629" y="918"/>
                  </a:cubicBezTo>
                  <a:cubicBezTo>
                    <a:pt x="630" y="918"/>
                    <a:pt x="631" y="918"/>
                    <a:pt x="632" y="917"/>
                  </a:cubicBezTo>
                  <a:cubicBezTo>
                    <a:pt x="632" y="918"/>
                    <a:pt x="632" y="919"/>
                    <a:pt x="632" y="920"/>
                  </a:cubicBezTo>
                  <a:cubicBezTo>
                    <a:pt x="632" y="924"/>
                    <a:pt x="632" y="928"/>
                    <a:pt x="633" y="931"/>
                  </a:cubicBezTo>
                  <a:lnTo>
                    <a:pt x="627" y="917"/>
                  </a:lnTo>
                  <a:moveTo>
                    <a:pt x="768" y="987"/>
                  </a:moveTo>
                  <a:cubicBezTo>
                    <a:pt x="774" y="993"/>
                    <a:pt x="779" y="999"/>
                    <a:pt x="785" y="1005"/>
                  </a:cubicBezTo>
                  <a:cubicBezTo>
                    <a:pt x="784" y="1005"/>
                    <a:pt x="784" y="1004"/>
                    <a:pt x="783" y="1004"/>
                  </a:cubicBezTo>
                  <a:cubicBezTo>
                    <a:pt x="783" y="1004"/>
                    <a:pt x="782" y="1004"/>
                    <a:pt x="782" y="1003"/>
                  </a:cubicBezTo>
                  <a:cubicBezTo>
                    <a:pt x="776" y="997"/>
                    <a:pt x="770" y="991"/>
                    <a:pt x="764" y="986"/>
                  </a:cubicBezTo>
                  <a:lnTo>
                    <a:pt x="768" y="987"/>
                  </a:lnTo>
                  <a:moveTo>
                    <a:pt x="691" y="1032"/>
                  </a:moveTo>
                  <a:cubicBezTo>
                    <a:pt x="693" y="1033"/>
                    <a:pt x="694" y="1035"/>
                    <a:pt x="696" y="1036"/>
                  </a:cubicBezTo>
                  <a:cubicBezTo>
                    <a:pt x="711" y="1069"/>
                    <a:pt x="728" y="1101"/>
                    <a:pt x="746" y="1132"/>
                  </a:cubicBezTo>
                  <a:cubicBezTo>
                    <a:pt x="752" y="1143"/>
                    <a:pt x="759" y="1154"/>
                    <a:pt x="765" y="1164"/>
                  </a:cubicBezTo>
                  <a:cubicBezTo>
                    <a:pt x="767" y="1168"/>
                    <a:pt x="768" y="1171"/>
                    <a:pt x="770" y="1175"/>
                  </a:cubicBezTo>
                  <a:cubicBezTo>
                    <a:pt x="818" y="1276"/>
                    <a:pt x="806" y="1394"/>
                    <a:pt x="835" y="1501"/>
                  </a:cubicBezTo>
                  <a:lnTo>
                    <a:pt x="835" y="1502"/>
                  </a:lnTo>
                  <a:cubicBezTo>
                    <a:pt x="835" y="1502"/>
                    <a:pt x="836" y="1503"/>
                    <a:pt x="837" y="1503"/>
                  </a:cubicBezTo>
                  <a:lnTo>
                    <a:pt x="838" y="1504"/>
                  </a:lnTo>
                  <a:cubicBezTo>
                    <a:pt x="838" y="1551"/>
                    <a:pt x="843" y="1602"/>
                    <a:pt x="830" y="1646"/>
                  </a:cubicBezTo>
                  <a:cubicBezTo>
                    <a:pt x="827" y="1658"/>
                    <a:pt x="822" y="1675"/>
                    <a:pt x="819" y="1691"/>
                  </a:cubicBezTo>
                  <a:cubicBezTo>
                    <a:pt x="818" y="1689"/>
                    <a:pt x="817" y="1688"/>
                    <a:pt x="816" y="1686"/>
                  </a:cubicBezTo>
                  <a:cubicBezTo>
                    <a:pt x="783" y="1628"/>
                    <a:pt x="758" y="1566"/>
                    <a:pt x="742" y="1501"/>
                  </a:cubicBezTo>
                  <a:cubicBezTo>
                    <a:pt x="740" y="1477"/>
                    <a:pt x="737" y="1454"/>
                    <a:pt x="736" y="1431"/>
                  </a:cubicBezTo>
                  <a:lnTo>
                    <a:pt x="736" y="1430"/>
                  </a:lnTo>
                  <a:cubicBezTo>
                    <a:pt x="736" y="1430"/>
                    <a:pt x="735" y="1429"/>
                    <a:pt x="735" y="1428"/>
                  </a:cubicBezTo>
                  <a:cubicBezTo>
                    <a:pt x="734" y="1427"/>
                    <a:pt x="734" y="1427"/>
                    <a:pt x="734" y="1427"/>
                  </a:cubicBezTo>
                  <a:cubicBezTo>
                    <a:pt x="733" y="1426"/>
                    <a:pt x="732" y="1426"/>
                    <a:pt x="731" y="1426"/>
                  </a:cubicBezTo>
                  <a:cubicBezTo>
                    <a:pt x="730" y="1426"/>
                    <a:pt x="730" y="1426"/>
                    <a:pt x="729" y="1427"/>
                  </a:cubicBezTo>
                  <a:lnTo>
                    <a:pt x="728" y="1427"/>
                  </a:lnTo>
                  <a:cubicBezTo>
                    <a:pt x="727" y="1415"/>
                    <a:pt x="726" y="1403"/>
                    <a:pt x="725" y="1391"/>
                  </a:cubicBezTo>
                  <a:lnTo>
                    <a:pt x="726" y="1390"/>
                  </a:lnTo>
                  <a:cubicBezTo>
                    <a:pt x="726" y="1389"/>
                    <a:pt x="727" y="1389"/>
                    <a:pt x="727" y="1388"/>
                  </a:cubicBezTo>
                  <a:cubicBezTo>
                    <a:pt x="728" y="1376"/>
                    <a:pt x="729" y="1364"/>
                    <a:pt x="729" y="1352"/>
                  </a:cubicBezTo>
                  <a:cubicBezTo>
                    <a:pt x="729" y="1311"/>
                    <a:pt x="721" y="1271"/>
                    <a:pt x="705" y="1234"/>
                  </a:cubicBezTo>
                  <a:cubicBezTo>
                    <a:pt x="705" y="1234"/>
                    <a:pt x="706" y="1234"/>
                    <a:pt x="707" y="1234"/>
                  </a:cubicBezTo>
                  <a:cubicBezTo>
                    <a:pt x="708" y="1234"/>
                    <a:pt x="709" y="1234"/>
                    <a:pt x="709" y="1234"/>
                  </a:cubicBezTo>
                  <a:cubicBezTo>
                    <a:pt x="710" y="1233"/>
                    <a:pt x="711" y="1232"/>
                    <a:pt x="711" y="1232"/>
                  </a:cubicBezTo>
                  <a:cubicBezTo>
                    <a:pt x="712" y="1231"/>
                    <a:pt x="712" y="1230"/>
                    <a:pt x="712" y="1229"/>
                  </a:cubicBezTo>
                  <a:cubicBezTo>
                    <a:pt x="723" y="1155"/>
                    <a:pt x="683" y="1092"/>
                    <a:pt x="653" y="1026"/>
                  </a:cubicBezTo>
                  <a:cubicBezTo>
                    <a:pt x="654" y="1026"/>
                    <a:pt x="654" y="1027"/>
                    <a:pt x="654" y="1027"/>
                  </a:cubicBezTo>
                  <a:cubicBezTo>
                    <a:pt x="655" y="1027"/>
                    <a:pt x="656" y="1027"/>
                    <a:pt x="657" y="1027"/>
                  </a:cubicBezTo>
                  <a:cubicBezTo>
                    <a:pt x="658" y="1027"/>
                    <a:pt x="659" y="1027"/>
                    <a:pt x="659" y="1027"/>
                  </a:cubicBezTo>
                  <a:cubicBezTo>
                    <a:pt x="660" y="1026"/>
                    <a:pt x="660" y="1026"/>
                    <a:pt x="661" y="1025"/>
                  </a:cubicBezTo>
                  <a:cubicBezTo>
                    <a:pt x="661" y="1024"/>
                    <a:pt x="662" y="1024"/>
                    <a:pt x="662" y="1024"/>
                  </a:cubicBezTo>
                  <a:cubicBezTo>
                    <a:pt x="663" y="1019"/>
                    <a:pt x="663" y="1015"/>
                    <a:pt x="663" y="1011"/>
                  </a:cubicBezTo>
                  <a:cubicBezTo>
                    <a:pt x="663" y="999"/>
                    <a:pt x="660" y="987"/>
                    <a:pt x="654" y="976"/>
                  </a:cubicBezTo>
                  <a:cubicBezTo>
                    <a:pt x="653" y="976"/>
                    <a:pt x="653" y="975"/>
                    <a:pt x="653" y="975"/>
                  </a:cubicBezTo>
                  <a:cubicBezTo>
                    <a:pt x="656" y="979"/>
                    <a:pt x="659" y="983"/>
                    <a:pt x="662" y="988"/>
                  </a:cubicBezTo>
                  <a:lnTo>
                    <a:pt x="667" y="996"/>
                  </a:lnTo>
                  <a:cubicBezTo>
                    <a:pt x="667" y="997"/>
                    <a:pt x="667" y="997"/>
                    <a:pt x="667" y="997"/>
                  </a:cubicBezTo>
                  <a:cubicBezTo>
                    <a:pt x="667" y="998"/>
                    <a:pt x="667" y="998"/>
                    <a:pt x="667" y="999"/>
                  </a:cubicBezTo>
                  <a:lnTo>
                    <a:pt x="671" y="1004"/>
                  </a:lnTo>
                  <a:cubicBezTo>
                    <a:pt x="672" y="1009"/>
                    <a:pt x="674" y="1013"/>
                    <a:pt x="677" y="1017"/>
                  </a:cubicBezTo>
                  <a:cubicBezTo>
                    <a:pt x="680" y="1023"/>
                    <a:pt x="684" y="1028"/>
                    <a:pt x="689" y="1033"/>
                  </a:cubicBezTo>
                  <a:lnTo>
                    <a:pt x="691" y="1032"/>
                  </a:lnTo>
                  <a:moveTo>
                    <a:pt x="625" y="812"/>
                  </a:moveTo>
                  <a:cubicBezTo>
                    <a:pt x="636" y="785"/>
                    <a:pt x="648" y="760"/>
                    <a:pt x="662" y="735"/>
                  </a:cubicBezTo>
                  <a:cubicBezTo>
                    <a:pt x="672" y="718"/>
                    <a:pt x="682" y="702"/>
                    <a:pt x="693" y="687"/>
                  </a:cubicBezTo>
                  <a:cubicBezTo>
                    <a:pt x="718" y="665"/>
                    <a:pt x="741" y="647"/>
                    <a:pt x="767" y="628"/>
                  </a:cubicBezTo>
                  <a:cubicBezTo>
                    <a:pt x="774" y="623"/>
                    <a:pt x="781" y="618"/>
                    <a:pt x="787" y="614"/>
                  </a:cubicBezTo>
                  <a:cubicBezTo>
                    <a:pt x="749" y="648"/>
                    <a:pt x="714" y="687"/>
                    <a:pt x="684" y="730"/>
                  </a:cubicBezTo>
                  <a:cubicBezTo>
                    <a:pt x="661" y="756"/>
                    <a:pt x="641" y="783"/>
                    <a:pt x="624" y="813"/>
                  </a:cubicBezTo>
                  <a:lnTo>
                    <a:pt x="625" y="812"/>
                  </a:lnTo>
                  <a:moveTo>
                    <a:pt x="686" y="866"/>
                  </a:moveTo>
                  <a:cubicBezTo>
                    <a:pt x="689" y="856"/>
                    <a:pt x="690" y="846"/>
                    <a:pt x="691" y="836"/>
                  </a:cubicBezTo>
                  <a:cubicBezTo>
                    <a:pt x="691" y="835"/>
                    <a:pt x="691" y="834"/>
                    <a:pt x="691" y="833"/>
                  </a:cubicBezTo>
                  <a:cubicBezTo>
                    <a:pt x="691" y="832"/>
                    <a:pt x="691" y="832"/>
                    <a:pt x="691" y="831"/>
                  </a:cubicBezTo>
                  <a:cubicBezTo>
                    <a:pt x="693" y="826"/>
                    <a:pt x="695" y="821"/>
                    <a:pt x="697" y="816"/>
                  </a:cubicBezTo>
                  <a:cubicBezTo>
                    <a:pt x="708" y="801"/>
                    <a:pt x="719" y="786"/>
                    <a:pt x="730" y="772"/>
                  </a:cubicBezTo>
                  <a:cubicBezTo>
                    <a:pt x="754" y="741"/>
                    <a:pt x="788" y="715"/>
                    <a:pt x="806" y="681"/>
                  </a:cubicBezTo>
                  <a:cubicBezTo>
                    <a:pt x="806" y="681"/>
                    <a:pt x="806" y="682"/>
                    <a:pt x="807" y="681"/>
                  </a:cubicBezTo>
                  <a:cubicBezTo>
                    <a:pt x="808" y="680"/>
                    <a:pt x="807" y="679"/>
                    <a:pt x="807" y="678"/>
                  </a:cubicBezTo>
                  <a:cubicBezTo>
                    <a:pt x="807" y="677"/>
                    <a:pt x="807" y="676"/>
                    <a:pt x="807" y="675"/>
                  </a:cubicBezTo>
                  <a:cubicBezTo>
                    <a:pt x="806" y="675"/>
                    <a:pt x="806" y="675"/>
                    <a:pt x="806" y="675"/>
                  </a:cubicBezTo>
                  <a:cubicBezTo>
                    <a:pt x="864" y="642"/>
                    <a:pt x="924" y="614"/>
                    <a:pt x="979" y="578"/>
                  </a:cubicBezTo>
                  <a:cubicBezTo>
                    <a:pt x="982" y="576"/>
                    <a:pt x="979" y="572"/>
                    <a:pt x="976" y="573"/>
                  </a:cubicBezTo>
                  <a:cubicBezTo>
                    <a:pt x="945" y="586"/>
                    <a:pt x="914" y="600"/>
                    <a:pt x="885" y="617"/>
                  </a:cubicBezTo>
                  <a:cubicBezTo>
                    <a:pt x="876" y="622"/>
                    <a:pt x="868" y="627"/>
                    <a:pt x="860" y="632"/>
                  </a:cubicBezTo>
                  <a:cubicBezTo>
                    <a:pt x="852" y="636"/>
                    <a:pt x="844" y="641"/>
                    <a:pt x="837" y="645"/>
                  </a:cubicBezTo>
                  <a:cubicBezTo>
                    <a:pt x="815" y="658"/>
                    <a:pt x="793" y="672"/>
                    <a:pt x="773" y="688"/>
                  </a:cubicBezTo>
                  <a:lnTo>
                    <a:pt x="770" y="690"/>
                  </a:lnTo>
                  <a:cubicBezTo>
                    <a:pt x="765" y="694"/>
                    <a:pt x="760" y="698"/>
                    <a:pt x="755" y="703"/>
                  </a:cubicBezTo>
                  <a:lnTo>
                    <a:pt x="755" y="704"/>
                  </a:lnTo>
                  <a:cubicBezTo>
                    <a:pt x="741" y="719"/>
                    <a:pt x="728" y="733"/>
                    <a:pt x="716" y="749"/>
                  </a:cubicBezTo>
                  <a:cubicBezTo>
                    <a:pt x="713" y="752"/>
                    <a:pt x="711" y="756"/>
                    <a:pt x="708" y="759"/>
                  </a:cubicBezTo>
                  <a:cubicBezTo>
                    <a:pt x="710" y="757"/>
                    <a:pt x="711" y="755"/>
                    <a:pt x="712" y="753"/>
                  </a:cubicBezTo>
                  <a:cubicBezTo>
                    <a:pt x="713" y="751"/>
                    <a:pt x="715" y="748"/>
                    <a:pt x="716" y="746"/>
                  </a:cubicBezTo>
                  <a:cubicBezTo>
                    <a:pt x="716" y="745"/>
                    <a:pt x="716" y="744"/>
                    <a:pt x="716" y="744"/>
                  </a:cubicBezTo>
                  <a:cubicBezTo>
                    <a:pt x="716" y="743"/>
                    <a:pt x="717" y="742"/>
                    <a:pt x="716" y="741"/>
                  </a:cubicBezTo>
                  <a:cubicBezTo>
                    <a:pt x="715" y="740"/>
                    <a:pt x="715" y="740"/>
                    <a:pt x="715" y="740"/>
                  </a:cubicBezTo>
                  <a:lnTo>
                    <a:pt x="719" y="734"/>
                  </a:lnTo>
                  <a:cubicBezTo>
                    <a:pt x="752" y="694"/>
                    <a:pt x="791" y="656"/>
                    <a:pt x="816" y="610"/>
                  </a:cubicBezTo>
                  <a:cubicBezTo>
                    <a:pt x="816" y="609"/>
                    <a:pt x="817" y="608"/>
                    <a:pt x="817" y="607"/>
                  </a:cubicBezTo>
                  <a:cubicBezTo>
                    <a:pt x="817" y="605"/>
                    <a:pt x="816" y="604"/>
                    <a:pt x="816" y="603"/>
                  </a:cubicBezTo>
                  <a:cubicBezTo>
                    <a:pt x="815" y="602"/>
                    <a:pt x="814" y="601"/>
                    <a:pt x="813" y="600"/>
                  </a:cubicBezTo>
                  <a:cubicBezTo>
                    <a:pt x="812" y="600"/>
                    <a:pt x="811" y="599"/>
                    <a:pt x="810" y="599"/>
                  </a:cubicBezTo>
                  <a:cubicBezTo>
                    <a:pt x="823" y="591"/>
                    <a:pt x="835" y="584"/>
                    <a:pt x="847" y="576"/>
                  </a:cubicBezTo>
                  <a:cubicBezTo>
                    <a:pt x="863" y="567"/>
                    <a:pt x="877" y="565"/>
                    <a:pt x="887" y="549"/>
                  </a:cubicBezTo>
                  <a:cubicBezTo>
                    <a:pt x="889" y="546"/>
                    <a:pt x="885" y="542"/>
                    <a:pt x="882" y="545"/>
                  </a:cubicBezTo>
                  <a:cubicBezTo>
                    <a:pt x="871" y="554"/>
                    <a:pt x="852" y="557"/>
                    <a:pt x="839" y="564"/>
                  </a:cubicBezTo>
                  <a:cubicBezTo>
                    <a:pt x="812" y="580"/>
                    <a:pt x="787" y="598"/>
                    <a:pt x="761" y="616"/>
                  </a:cubicBezTo>
                  <a:cubicBezTo>
                    <a:pt x="749" y="624"/>
                    <a:pt x="736" y="632"/>
                    <a:pt x="724" y="641"/>
                  </a:cubicBezTo>
                  <a:cubicBezTo>
                    <a:pt x="732" y="627"/>
                    <a:pt x="740" y="614"/>
                    <a:pt x="747" y="600"/>
                  </a:cubicBezTo>
                  <a:cubicBezTo>
                    <a:pt x="750" y="593"/>
                    <a:pt x="741" y="589"/>
                    <a:pt x="736" y="592"/>
                  </a:cubicBezTo>
                  <a:cubicBezTo>
                    <a:pt x="706" y="617"/>
                    <a:pt x="681" y="647"/>
                    <a:pt x="662" y="680"/>
                  </a:cubicBezTo>
                  <a:cubicBezTo>
                    <a:pt x="659" y="685"/>
                    <a:pt x="657" y="690"/>
                    <a:pt x="654" y="695"/>
                  </a:cubicBezTo>
                  <a:cubicBezTo>
                    <a:pt x="644" y="712"/>
                    <a:pt x="635" y="730"/>
                    <a:pt x="625" y="750"/>
                  </a:cubicBezTo>
                  <a:cubicBezTo>
                    <a:pt x="635" y="708"/>
                    <a:pt x="650" y="667"/>
                    <a:pt x="667" y="627"/>
                  </a:cubicBezTo>
                  <a:cubicBezTo>
                    <a:pt x="679" y="611"/>
                    <a:pt x="689" y="595"/>
                    <a:pt x="699" y="578"/>
                  </a:cubicBezTo>
                  <a:cubicBezTo>
                    <a:pt x="701" y="573"/>
                    <a:pt x="704" y="568"/>
                    <a:pt x="707" y="564"/>
                  </a:cubicBezTo>
                  <a:cubicBezTo>
                    <a:pt x="708" y="561"/>
                    <a:pt x="704" y="557"/>
                    <a:pt x="701" y="559"/>
                  </a:cubicBezTo>
                  <a:cubicBezTo>
                    <a:pt x="684" y="569"/>
                    <a:pt x="670" y="583"/>
                    <a:pt x="660" y="600"/>
                  </a:cubicBezTo>
                  <a:lnTo>
                    <a:pt x="659" y="600"/>
                  </a:lnTo>
                  <a:cubicBezTo>
                    <a:pt x="658" y="600"/>
                    <a:pt x="657" y="600"/>
                    <a:pt x="656" y="601"/>
                  </a:cubicBezTo>
                  <a:cubicBezTo>
                    <a:pt x="655" y="601"/>
                    <a:pt x="655" y="601"/>
                    <a:pt x="655" y="601"/>
                  </a:cubicBezTo>
                  <a:cubicBezTo>
                    <a:pt x="632" y="619"/>
                    <a:pt x="619" y="651"/>
                    <a:pt x="607" y="676"/>
                  </a:cubicBezTo>
                  <a:cubicBezTo>
                    <a:pt x="594" y="699"/>
                    <a:pt x="585" y="723"/>
                    <a:pt x="578" y="748"/>
                  </a:cubicBezTo>
                  <a:cubicBezTo>
                    <a:pt x="579" y="728"/>
                    <a:pt x="581" y="709"/>
                    <a:pt x="583" y="689"/>
                  </a:cubicBezTo>
                  <a:cubicBezTo>
                    <a:pt x="592" y="672"/>
                    <a:pt x="601" y="654"/>
                    <a:pt x="610" y="637"/>
                  </a:cubicBezTo>
                  <a:cubicBezTo>
                    <a:pt x="623" y="613"/>
                    <a:pt x="644" y="587"/>
                    <a:pt x="643" y="559"/>
                  </a:cubicBezTo>
                  <a:cubicBezTo>
                    <a:pt x="643" y="551"/>
                    <a:pt x="633" y="552"/>
                    <a:pt x="630" y="557"/>
                  </a:cubicBezTo>
                  <a:cubicBezTo>
                    <a:pt x="626" y="565"/>
                    <a:pt x="622" y="573"/>
                    <a:pt x="617" y="581"/>
                  </a:cubicBezTo>
                  <a:cubicBezTo>
                    <a:pt x="610" y="593"/>
                    <a:pt x="603" y="605"/>
                    <a:pt x="595" y="616"/>
                  </a:cubicBezTo>
                  <a:cubicBezTo>
                    <a:pt x="599" y="601"/>
                    <a:pt x="603" y="586"/>
                    <a:pt x="609" y="572"/>
                  </a:cubicBezTo>
                  <a:cubicBezTo>
                    <a:pt x="609" y="571"/>
                    <a:pt x="610" y="570"/>
                    <a:pt x="610" y="569"/>
                  </a:cubicBezTo>
                  <a:cubicBezTo>
                    <a:pt x="610" y="568"/>
                    <a:pt x="609" y="568"/>
                    <a:pt x="609" y="567"/>
                  </a:cubicBezTo>
                  <a:cubicBezTo>
                    <a:pt x="608" y="566"/>
                    <a:pt x="608" y="565"/>
                    <a:pt x="607" y="565"/>
                  </a:cubicBezTo>
                  <a:cubicBezTo>
                    <a:pt x="606" y="565"/>
                    <a:pt x="605" y="564"/>
                    <a:pt x="605" y="564"/>
                  </a:cubicBezTo>
                  <a:cubicBezTo>
                    <a:pt x="604" y="564"/>
                    <a:pt x="603" y="565"/>
                    <a:pt x="602" y="565"/>
                  </a:cubicBezTo>
                  <a:lnTo>
                    <a:pt x="601" y="566"/>
                  </a:lnTo>
                  <a:cubicBezTo>
                    <a:pt x="581" y="586"/>
                    <a:pt x="579" y="620"/>
                    <a:pt x="576" y="648"/>
                  </a:cubicBezTo>
                  <a:cubicBezTo>
                    <a:pt x="573" y="653"/>
                    <a:pt x="570" y="658"/>
                    <a:pt x="568" y="662"/>
                  </a:cubicBezTo>
                  <a:cubicBezTo>
                    <a:pt x="563" y="672"/>
                    <a:pt x="556" y="684"/>
                    <a:pt x="550" y="696"/>
                  </a:cubicBezTo>
                  <a:lnTo>
                    <a:pt x="549" y="693"/>
                  </a:lnTo>
                  <a:cubicBezTo>
                    <a:pt x="550" y="663"/>
                    <a:pt x="554" y="632"/>
                    <a:pt x="560" y="602"/>
                  </a:cubicBezTo>
                  <a:cubicBezTo>
                    <a:pt x="568" y="569"/>
                    <a:pt x="587" y="534"/>
                    <a:pt x="587" y="500"/>
                  </a:cubicBezTo>
                  <a:cubicBezTo>
                    <a:pt x="587" y="492"/>
                    <a:pt x="575" y="490"/>
                    <a:pt x="570" y="496"/>
                  </a:cubicBezTo>
                  <a:cubicBezTo>
                    <a:pt x="566" y="502"/>
                    <a:pt x="561" y="509"/>
                    <a:pt x="557" y="516"/>
                  </a:cubicBezTo>
                  <a:cubicBezTo>
                    <a:pt x="539" y="548"/>
                    <a:pt x="529" y="583"/>
                    <a:pt x="527" y="620"/>
                  </a:cubicBezTo>
                  <a:cubicBezTo>
                    <a:pt x="526" y="619"/>
                    <a:pt x="525" y="618"/>
                    <a:pt x="524" y="618"/>
                  </a:cubicBezTo>
                  <a:cubicBezTo>
                    <a:pt x="522" y="617"/>
                    <a:pt x="520" y="616"/>
                    <a:pt x="518" y="616"/>
                  </a:cubicBezTo>
                  <a:cubicBezTo>
                    <a:pt x="516" y="616"/>
                    <a:pt x="514" y="617"/>
                    <a:pt x="513" y="618"/>
                  </a:cubicBezTo>
                  <a:cubicBezTo>
                    <a:pt x="511" y="619"/>
                    <a:pt x="510" y="620"/>
                    <a:pt x="509" y="622"/>
                  </a:cubicBezTo>
                  <a:cubicBezTo>
                    <a:pt x="508" y="623"/>
                    <a:pt x="507" y="624"/>
                    <a:pt x="507" y="626"/>
                  </a:cubicBezTo>
                  <a:cubicBezTo>
                    <a:pt x="506" y="631"/>
                    <a:pt x="505" y="637"/>
                    <a:pt x="505" y="643"/>
                  </a:cubicBezTo>
                  <a:lnTo>
                    <a:pt x="501" y="633"/>
                  </a:lnTo>
                  <a:cubicBezTo>
                    <a:pt x="503" y="626"/>
                    <a:pt x="507" y="619"/>
                    <a:pt x="509" y="611"/>
                  </a:cubicBezTo>
                  <a:cubicBezTo>
                    <a:pt x="512" y="599"/>
                    <a:pt x="518" y="588"/>
                    <a:pt x="522" y="577"/>
                  </a:cubicBezTo>
                  <a:cubicBezTo>
                    <a:pt x="524" y="570"/>
                    <a:pt x="522" y="563"/>
                    <a:pt x="524" y="557"/>
                  </a:cubicBezTo>
                  <a:cubicBezTo>
                    <a:pt x="525" y="556"/>
                    <a:pt x="525" y="555"/>
                    <a:pt x="525" y="555"/>
                  </a:cubicBezTo>
                  <a:cubicBezTo>
                    <a:pt x="525" y="554"/>
                    <a:pt x="525" y="552"/>
                    <a:pt x="524" y="551"/>
                  </a:cubicBezTo>
                  <a:cubicBezTo>
                    <a:pt x="523" y="550"/>
                    <a:pt x="523" y="550"/>
                    <a:pt x="522" y="549"/>
                  </a:cubicBezTo>
                  <a:cubicBezTo>
                    <a:pt x="521" y="548"/>
                    <a:pt x="519" y="548"/>
                    <a:pt x="518" y="548"/>
                  </a:cubicBezTo>
                  <a:cubicBezTo>
                    <a:pt x="516" y="548"/>
                    <a:pt x="516" y="549"/>
                    <a:pt x="515" y="549"/>
                  </a:cubicBezTo>
                  <a:cubicBezTo>
                    <a:pt x="514" y="549"/>
                    <a:pt x="514" y="550"/>
                    <a:pt x="513" y="550"/>
                  </a:cubicBezTo>
                  <a:lnTo>
                    <a:pt x="512" y="552"/>
                  </a:lnTo>
                  <a:lnTo>
                    <a:pt x="516" y="543"/>
                  </a:lnTo>
                  <a:cubicBezTo>
                    <a:pt x="523" y="532"/>
                    <a:pt x="530" y="522"/>
                    <a:pt x="538" y="513"/>
                  </a:cubicBezTo>
                  <a:cubicBezTo>
                    <a:pt x="551" y="499"/>
                    <a:pt x="565" y="487"/>
                    <a:pt x="580" y="476"/>
                  </a:cubicBezTo>
                  <a:cubicBezTo>
                    <a:pt x="583" y="481"/>
                    <a:pt x="595" y="481"/>
                    <a:pt x="596" y="474"/>
                  </a:cubicBezTo>
                  <a:cubicBezTo>
                    <a:pt x="596" y="470"/>
                    <a:pt x="597" y="466"/>
                    <a:pt x="597" y="463"/>
                  </a:cubicBezTo>
                  <a:cubicBezTo>
                    <a:pt x="604" y="457"/>
                    <a:pt x="611" y="452"/>
                    <a:pt x="617" y="447"/>
                  </a:cubicBezTo>
                  <a:cubicBezTo>
                    <a:pt x="618" y="447"/>
                    <a:pt x="619" y="448"/>
                    <a:pt x="620" y="448"/>
                  </a:cubicBezTo>
                  <a:cubicBezTo>
                    <a:pt x="622" y="448"/>
                    <a:pt x="623" y="446"/>
                    <a:pt x="625" y="446"/>
                  </a:cubicBezTo>
                  <a:cubicBezTo>
                    <a:pt x="626" y="445"/>
                    <a:pt x="627" y="445"/>
                    <a:pt x="628" y="443"/>
                  </a:cubicBezTo>
                  <a:cubicBezTo>
                    <a:pt x="628" y="442"/>
                    <a:pt x="629" y="441"/>
                    <a:pt x="629" y="440"/>
                  </a:cubicBezTo>
                  <a:lnTo>
                    <a:pt x="629" y="436"/>
                  </a:lnTo>
                  <a:cubicBezTo>
                    <a:pt x="632" y="433"/>
                    <a:pt x="635" y="430"/>
                    <a:pt x="638" y="428"/>
                  </a:cubicBezTo>
                  <a:cubicBezTo>
                    <a:pt x="640" y="429"/>
                    <a:pt x="641" y="429"/>
                    <a:pt x="643" y="429"/>
                  </a:cubicBezTo>
                  <a:cubicBezTo>
                    <a:pt x="645" y="429"/>
                    <a:pt x="646" y="429"/>
                    <a:pt x="648" y="428"/>
                  </a:cubicBezTo>
                  <a:cubicBezTo>
                    <a:pt x="649" y="427"/>
                    <a:pt x="650" y="426"/>
                    <a:pt x="651" y="424"/>
                  </a:cubicBezTo>
                  <a:cubicBezTo>
                    <a:pt x="654" y="419"/>
                    <a:pt x="655" y="414"/>
                    <a:pt x="657" y="409"/>
                  </a:cubicBezTo>
                  <a:lnTo>
                    <a:pt x="667" y="403"/>
                  </a:lnTo>
                  <a:cubicBezTo>
                    <a:pt x="668" y="402"/>
                    <a:pt x="669" y="401"/>
                    <a:pt x="670" y="400"/>
                  </a:cubicBezTo>
                  <a:cubicBezTo>
                    <a:pt x="671" y="398"/>
                    <a:pt x="671" y="396"/>
                    <a:pt x="671" y="395"/>
                  </a:cubicBezTo>
                  <a:cubicBezTo>
                    <a:pt x="671" y="393"/>
                    <a:pt x="671" y="392"/>
                    <a:pt x="670" y="391"/>
                  </a:cubicBezTo>
                  <a:lnTo>
                    <a:pt x="670" y="390"/>
                  </a:lnTo>
                  <a:cubicBezTo>
                    <a:pt x="701" y="359"/>
                    <a:pt x="735" y="331"/>
                    <a:pt x="772" y="308"/>
                  </a:cubicBezTo>
                  <a:cubicBezTo>
                    <a:pt x="773" y="307"/>
                    <a:pt x="774" y="307"/>
                    <a:pt x="775" y="306"/>
                  </a:cubicBezTo>
                  <a:cubicBezTo>
                    <a:pt x="779" y="303"/>
                    <a:pt x="784" y="301"/>
                    <a:pt x="790" y="300"/>
                  </a:cubicBezTo>
                  <a:cubicBezTo>
                    <a:pt x="791" y="301"/>
                    <a:pt x="793" y="301"/>
                    <a:pt x="794" y="301"/>
                  </a:cubicBezTo>
                  <a:cubicBezTo>
                    <a:pt x="796" y="301"/>
                    <a:pt x="798" y="300"/>
                    <a:pt x="800" y="299"/>
                  </a:cubicBezTo>
                  <a:cubicBezTo>
                    <a:pt x="802" y="298"/>
                    <a:pt x="803" y="297"/>
                    <a:pt x="804" y="295"/>
                  </a:cubicBezTo>
                  <a:cubicBezTo>
                    <a:pt x="809" y="294"/>
                    <a:pt x="814" y="292"/>
                    <a:pt x="819" y="290"/>
                  </a:cubicBezTo>
                  <a:cubicBezTo>
                    <a:pt x="834" y="303"/>
                    <a:pt x="850" y="314"/>
                    <a:pt x="867" y="325"/>
                  </a:cubicBezTo>
                  <a:cubicBezTo>
                    <a:pt x="873" y="332"/>
                    <a:pt x="879" y="339"/>
                    <a:pt x="885" y="345"/>
                  </a:cubicBezTo>
                  <a:cubicBezTo>
                    <a:pt x="868" y="349"/>
                    <a:pt x="852" y="356"/>
                    <a:pt x="837" y="365"/>
                  </a:cubicBezTo>
                  <a:cubicBezTo>
                    <a:pt x="836" y="365"/>
                    <a:pt x="836" y="365"/>
                    <a:pt x="836" y="365"/>
                  </a:cubicBezTo>
                  <a:cubicBezTo>
                    <a:pt x="794" y="387"/>
                    <a:pt x="768" y="423"/>
                    <a:pt x="734" y="455"/>
                  </a:cubicBezTo>
                  <a:cubicBezTo>
                    <a:pt x="732" y="456"/>
                    <a:pt x="734" y="459"/>
                    <a:pt x="737" y="458"/>
                  </a:cubicBezTo>
                  <a:cubicBezTo>
                    <a:pt x="769" y="435"/>
                    <a:pt x="799" y="405"/>
                    <a:pt x="834" y="387"/>
                  </a:cubicBezTo>
                  <a:cubicBezTo>
                    <a:pt x="835" y="386"/>
                    <a:pt x="836" y="385"/>
                    <a:pt x="838" y="384"/>
                  </a:cubicBezTo>
                  <a:cubicBezTo>
                    <a:pt x="852" y="376"/>
                    <a:pt x="869" y="370"/>
                    <a:pt x="885" y="368"/>
                  </a:cubicBezTo>
                  <a:cubicBezTo>
                    <a:pt x="891" y="367"/>
                    <a:pt x="897" y="366"/>
                    <a:pt x="902" y="363"/>
                  </a:cubicBezTo>
                  <a:lnTo>
                    <a:pt x="906" y="366"/>
                  </a:lnTo>
                  <a:cubicBezTo>
                    <a:pt x="906" y="368"/>
                    <a:pt x="907" y="370"/>
                    <a:pt x="908" y="371"/>
                  </a:cubicBezTo>
                  <a:cubicBezTo>
                    <a:pt x="918" y="385"/>
                    <a:pt x="929" y="398"/>
                    <a:pt x="941" y="410"/>
                  </a:cubicBezTo>
                  <a:cubicBezTo>
                    <a:pt x="908" y="422"/>
                    <a:pt x="875" y="436"/>
                    <a:pt x="844" y="452"/>
                  </a:cubicBezTo>
                  <a:cubicBezTo>
                    <a:pt x="832" y="457"/>
                    <a:pt x="820" y="464"/>
                    <a:pt x="809" y="470"/>
                  </a:cubicBezTo>
                  <a:cubicBezTo>
                    <a:pt x="783" y="485"/>
                    <a:pt x="760" y="503"/>
                    <a:pt x="739" y="525"/>
                  </a:cubicBezTo>
                  <a:cubicBezTo>
                    <a:pt x="738" y="526"/>
                    <a:pt x="740" y="528"/>
                    <a:pt x="742" y="527"/>
                  </a:cubicBezTo>
                  <a:cubicBezTo>
                    <a:pt x="760" y="512"/>
                    <a:pt x="779" y="500"/>
                    <a:pt x="799" y="488"/>
                  </a:cubicBezTo>
                  <a:cubicBezTo>
                    <a:pt x="818" y="477"/>
                    <a:pt x="839" y="467"/>
                    <a:pt x="860" y="458"/>
                  </a:cubicBezTo>
                  <a:cubicBezTo>
                    <a:pt x="889" y="447"/>
                    <a:pt x="920" y="434"/>
                    <a:pt x="951" y="426"/>
                  </a:cubicBezTo>
                  <a:cubicBezTo>
                    <a:pt x="951" y="425"/>
                    <a:pt x="951" y="425"/>
                    <a:pt x="952" y="425"/>
                  </a:cubicBezTo>
                  <a:lnTo>
                    <a:pt x="953" y="424"/>
                  </a:lnTo>
                  <a:cubicBezTo>
                    <a:pt x="965" y="442"/>
                    <a:pt x="975" y="466"/>
                    <a:pt x="994" y="476"/>
                  </a:cubicBezTo>
                  <a:cubicBezTo>
                    <a:pt x="994" y="476"/>
                    <a:pt x="995" y="476"/>
                    <a:pt x="996" y="476"/>
                  </a:cubicBezTo>
                  <a:cubicBezTo>
                    <a:pt x="997" y="476"/>
                    <a:pt x="997" y="476"/>
                    <a:pt x="998" y="475"/>
                  </a:cubicBezTo>
                  <a:cubicBezTo>
                    <a:pt x="999" y="474"/>
                    <a:pt x="999" y="474"/>
                    <a:pt x="1000" y="473"/>
                  </a:cubicBezTo>
                  <a:cubicBezTo>
                    <a:pt x="1001" y="472"/>
                    <a:pt x="1001" y="472"/>
                    <a:pt x="1001" y="471"/>
                  </a:cubicBezTo>
                  <a:lnTo>
                    <a:pt x="1001" y="470"/>
                  </a:lnTo>
                  <a:cubicBezTo>
                    <a:pt x="1001" y="467"/>
                    <a:pt x="1001" y="463"/>
                    <a:pt x="1001" y="459"/>
                  </a:cubicBezTo>
                  <a:cubicBezTo>
                    <a:pt x="1009" y="475"/>
                    <a:pt x="1017" y="491"/>
                    <a:pt x="1024" y="507"/>
                  </a:cubicBezTo>
                  <a:cubicBezTo>
                    <a:pt x="1034" y="534"/>
                    <a:pt x="1053" y="555"/>
                    <a:pt x="1064" y="581"/>
                  </a:cubicBezTo>
                  <a:cubicBezTo>
                    <a:pt x="1068" y="591"/>
                    <a:pt x="1073" y="600"/>
                    <a:pt x="1078" y="608"/>
                  </a:cubicBezTo>
                  <a:cubicBezTo>
                    <a:pt x="1081" y="613"/>
                    <a:pt x="1084" y="618"/>
                    <a:pt x="1087" y="623"/>
                  </a:cubicBezTo>
                  <a:cubicBezTo>
                    <a:pt x="1065" y="618"/>
                    <a:pt x="1043" y="615"/>
                    <a:pt x="1021" y="615"/>
                  </a:cubicBezTo>
                  <a:cubicBezTo>
                    <a:pt x="1019" y="615"/>
                    <a:pt x="1018" y="615"/>
                    <a:pt x="1016" y="615"/>
                  </a:cubicBezTo>
                  <a:cubicBezTo>
                    <a:pt x="988" y="615"/>
                    <a:pt x="955" y="617"/>
                    <a:pt x="933" y="634"/>
                  </a:cubicBezTo>
                  <a:cubicBezTo>
                    <a:pt x="933" y="635"/>
                    <a:pt x="933" y="635"/>
                    <a:pt x="933" y="635"/>
                  </a:cubicBezTo>
                  <a:lnTo>
                    <a:pt x="933" y="636"/>
                  </a:lnTo>
                  <a:cubicBezTo>
                    <a:pt x="934" y="636"/>
                    <a:pt x="934" y="636"/>
                    <a:pt x="934" y="636"/>
                  </a:cubicBezTo>
                  <a:cubicBezTo>
                    <a:pt x="956" y="627"/>
                    <a:pt x="991" y="632"/>
                    <a:pt x="1015" y="630"/>
                  </a:cubicBezTo>
                  <a:cubicBezTo>
                    <a:pt x="1018" y="630"/>
                    <a:pt x="1021" y="630"/>
                    <a:pt x="1024" y="630"/>
                  </a:cubicBezTo>
                  <a:cubicBezTo>
                    <a:pt x="1041" y="630"/>
                    <a:pt x="1058" y="633"/>
                    <a:pt x="1074" y="639"/>
                  </a:cubicBezTo>
                  <a:cubicBezTo>
                    <a:pt x="1082" y="643"/>
                    <a:pt x="1090" y="645"/>
                    <a:pt x="1098" y="645"/>
                  </a:cubicBezTo>
                  <a:cubicBezTo>
                    <a:pt x="1100" y="645"/>
                    <a:pt x="1101" y="644"/>
                    <a:pt x="1103" y="644"/>
                  </a:cubicBezTo>
                  <a:lnTo>
                    <a:pt x="1103" y="643"/>
                  </a:lnTo>
                  <a:cubicBezTo>
                    <a:pt x="1107" y="649"/>
                    <a:pt x="1112" y="655"/>
                    <a:pt x="1117" y="661"/>
                  </a:cubicBezTo>
                  <a:cubicBezTo>
                    <a:pt x="1142" y="690"/>
                    <a:pt x="1168" y="698"/>
                    <a:pt x="1202" y="711"/>
                  </a:cubicBezTo>
                  <a:cubicBezTo>
                    <a:pt x="1203" y="711"/>
                    <a:pt x="1203" y="711"/>
                    <a:pt x="1204" y="711"/>
                  </a:cubicBezTo>
                  <a:cubicBezTo>
                    <a:pt x="1204" y="711"/>
                    <a:pt x="1205" y="711"/>
                    <a:pt x="1206" y="710"/>
                  </a:cubicBezTo>
                  <a:cubicBezTo>
                    <a:pt x="1206" y="710"/>
                    <a:pt x="1207" y="710"/>
                    <a:pt x="1207" y="709"/>
                  </a:cubicBezTo>
                  <a:lnTo>
                    <a:pt x="1207" y="708"/>
                  </a:lnTo>
                  <a:cubicBezTo>
                    <a:pt x="1208" y="708"/>
                    <a:pt x="1208" y="709"/>
                    <a:pt x="1209" y="710"/>
                  </a:cubicBezTo>
                  <a:cubicBezTo>
                    <a:pt x="1217" y="725"/>
                    <a:pt x="1225" y="741"/>
                    <a:pt x="1232" y="757"/>
                  </a:cubicBezTo>
                  <a:cubicBezTo>
                    <a:pt x="1234" y="764"/>
                    <a:pt x="1237" y="770"/>
                    <a:pt x="1241" y="776"/>
                  </a:cubicBezTo>
                  <a:cubicBezTo>
                    <a:pt x="1243" y="780"/>
                    <a:pt x="1246" y="784"/>
                    <a:pt x="1248" y="788"/>
                  </a:cubicBezTo>
                  <a:cubicBezTo>
                    <a:pt x="1248" y="787"/>
                    <a:pt x="1248" y="787"/>
                    <a:pt x="1247" y="787"/>
                  </a:cubicBezTo>
                  <a:cubicBezTo>
                    <a:pt x="1234" y="779"/>
                    <a:pt x="1221" y="770"/>
                    <a:pt x="1209" y="759"/>
                  </a:cubicBezTo>
                  <a:cubicBezTo>
                    <a:pt x="1189" y="739"/>
                    <a:pt x="1150" y="725"/>
                    <a:pt x="1124" y="713"/>
                  </a:cubicBezTo>
                  <a:cubicBezTo>
                    <a:pt x="1093" y="698"/>
                    <a:pt x="1060" y="685"/>
                    <a:pt x="1027" y="675"/>
                  </a:cubicBezTo>
                  <a:cubicBezTo>
                    <a:pt x="916" y="641"/>
                    <a:pt x="729" y="716"/>
                    <a:pt x="703" y="839"/>
                  </a:cubicBezTo>
                  <a:cubicBezTo>
                    <a:pt x="703" y="840"/>
                    <a:pt x="703" y="841"/>
                    <a:pt x="703" y="841"/>
                  </a:cubicBezTo>
                  <a:cubicBezTo>
                    <a:pt x="704" y="842"/>
                    <a:pt x="704" y="842"/>
                    <a:pt x="705" y="843"/>
                  </a:cubicBezTo>
                  <a:lnTo>
                    <a:pt x="706" y="843"/>
                  </a:lnTo>
                  <a:cubicBezTo>
                    <a:pt x="707" y="843"/>
                    <a:pt x="707" y="843"/>
                    <a:pt x="707" y="843"/>
                  </a:cubicBezTo>
                  <a:cubicBezTo>
                    <a:pt x="700" y="851"/>
                    <a:pt x="693" y="859"/>
                    <a:pt x="685" y="867"/>
                  </a:cubicBezTo>
                  <a:lnTo>
                    <a:pt x="686" y="866"/>
                  </a:lnTo>
                  <a:moveTo>
                    <a:pt x="1304" y="1310"/>
                  </a:moveTo>
                  <a:lnTo>
                    <a:pt x="1304" y="1310"/>
                  </a:lnTo>
                  <a:moveTo>
                    <a:pt x="1321" y="1342"/>
                  </a:moveTo>
                  <a:cubicBezTo>
                    <a:pt x="1322" y="1342"/>
                    <a:pt x="1323" y="1342"/>
                    <a:pt x="1324" y="1342"/>
                  </a:cubicBezTo>
                  <a:cubicBezTo>
                    <a:pt x="1325" y="1342"/>
                    <a:pt x="1326" y="1342"/>
                    <a:pt x="1327" y="1342"/>
                  </a:cubicBezTo>
                  <a:lnTo>
                    <a:pt x="1327" y="1343"/>
                  </a:lnTo>
                  <a:cubicBezTo>
                    <a:pt x="1327" y="1345"/>
                    <a:pt x="1327" y="1347"/>
                    <a:pt x="1327" y="1349"/>
                  </a:cubicBezTo>
                  <a:cubicBezTo>
                    <a:pt x="1327" y="1352"/>
                    <a:pt x="1327" y="1356"/>
                    <a:pt x="1328" y="1359"/>
                  </a:cubicBezTo>
                  <a:cubicBezTo>
                    <a:pt x="1324" y="1354"/>
                    <a:pt x="1322" y="1349"/>
                    <a:pt x="1319" y="1343"/>
                  </a:cubicBezTo>
                  <a:lnTo>
                    <a:pt x="1321" y="1342"/>
                  </a:lnTo>
                  <a:moveTo>
                    <a:pt x="1335" y="1212"/>
                  </a:moveTo>
                  <a:cubicBezTo>
                    <a:pt x="1331" y="1209"/>
                    <a:pt x="1327" y="1206"/>
                    <a:pt x="1323" y="1204"/>
                  </a:cubicBezTo>
                  <a:cubicBezTo>
                    <a:pt x="1312" y="1198"/>
                    <a:pt x="1301" y="1193"/>
                    <a:pt x="1290" y="1190"/>
                  </a:cubicBezTo>
                  <a:cubicBezTo>
                    <a:pt x="1258" y="1179"/>
                    <a:pt x="1234" y="1156"/>
                    <a:pt x="1205" y="1140"/>
                  </a:cubicBezTo>
                  <a:cubicBezTo>
                    <a:pt x="1161" y="1116"/>
                    <a:pt x="1118" y="1060"/>
                    <a:pt x="1089" y="1019"/>
                  </a:cubicBezTo>
                  <a:cubicBezTo>
                    <a:pt x="1087" y="1016"/>
                    <a:pt x="1085" y="1012"/>
                    <a:pt x="1083" y="1009"/>
                  </a:cubicBezTo>
                  <a:cubicBezTo>
                    <a:pt x="1082" y="1008"/>
                    <a:pt x="1081" y="1007"/>
                    <a:pt x="1081" y="1005"/>
                  </a:cubicBezTo>
                  <a:cubicBezTo>
                    <a:pt x="1081" y="1005"/>
                    <a:pt x="1081" y="1004"/>
                    <a:pt x="1081" y="1003"/>
                  </a:cubicBezTo>
                  <a:cubicBezTo>
                    <a:pt x="1081" y="1001"/>
                    <a:pt x="1080" y="1000"/>
                    <a:pt x="1080" y="999"/>
                  </a:cubicBezTo>
                  <a:cubicBezTo>
                    <a:pt x="1079" y="998"/>
                    <a:pt x="1080" y="998"/>
                    <a:pt x="1080" y="998"/>
                  </a:cubicBezTo>
                  <a:cubicBezTo>
                    <a:pt x="1065" y="978"/>
                    <a:pt x="1072" y="944"/>
                    <a:pt x="1049" y="934"/>
                  </a:cubicBezTo>
                  <a:cubicBezTo>
                    <a:pt x="1048" y="934"/>
                    <a:pt x="1047" y="934"/>
                    <a:pt x="1046" y="934"/>
                  </a:cubicBezTo>
                  <a:cubicBezTo>
                    <a:pt x="1045" y="934"/>
                    <a:pt x="1044" y="934"/>
                    <a:pt x="1043" y="935"/>
                  </a:cubicBezTo>
                  <a:cubicBezTo>
                    <a:pt x="1042" y="935"/>
                    <a:pt x="1041" y="936"/>
                    <a:pt x="1041" y="937"/>
                  </a:cubicBezTo>
                  <a:cubicBezTo>
                    <a:pt x="1040" y="938"/>
                    <a:pt x="1040" y="939"/>
                    <a:pt x="1040" y="939"/>
                  </a:cubicBezTo>
                  <a:cubicBezTo>
                    <a:pt x="1040" y="941"/>
                    <a:pt x="1040" y="943"/>
                    <a:pt x="1040" y="945"/>
                  </a:cubicBezTo>
                  <a:cubicBezTo>
                    <a:pt x="1040" y="960"/>
                    <a:pt x="1044" y="976"/>
                    <a:pt x="1052" y="990"/>
                  </a:cubicBezTo>
                  <a:lnTo>
                    <a:pt x="1052" y="991"/>
                  </a:lnTo>
                  <a:cubicBezTo>
                    <a:pt x="1020" y="976"/>
                    <a:pt x="998" y="932"/>
                    <a:pt x="976" y="908"/>
                  </a:cubicBezTo>
                  <a:cubicBezTo>
                    <a:pt x="945" y="875"/>
                    <a:pt x="928" y="843"/>
                    <a:pt x="886" y="821"/>
                  </a:cubicBezTo>
                  <a:cubicBezTo>
                    <a:pt x="862" y="810"/>
                    <a:pt x="836" y="804"/>
                    <a:pt x="809" y="804"/>
                  </a:cubicBezTo>
                  <a:cubicBezTo>
                    <a:pt x="808" y="804"/>
                    <a:pt x="806" y="804"/>
                    <a:pt x="805" y="805"/>
                  </a:cubicBezTo>
                  <a:cubicBezTo>
                    <a:pt x="804" y="804"/>
                    <a:pt x="802" y="804"/>
                    <a:pt x="801" y="804"/>
                  </a:cubicBezTo>
                  <a:cubicBezTo>
                    <a:pt x="788" y="804"/>
                    <a:pt x="776" y="805"/>
                    <a:pt x="764" y="807"/>
                  </a:cubicBezTo>
                  <a:cubicBezTo>
                    <a:pt x="774" y="802"/>
                    <a:pt x="784" y="798"/>
                    <a:pt x="795" y="796"/>
                  </a:cubicBezTo>
                  <a:cubicBezTo>
                    <a:pt x="826" y="787"/>
                    <a:pt x="859" y="782"/>
                    <a:pt x="891" y="782"/>
                  </a:cubicBezTo>
                  <a:cubicBezTo>
                    <a:pt x="946" y="786"/>
                    <a:pt x="1002" y="830"/>
                    <a:pt x="1052" y="852"/>
                  </a:cubicBezTo>
                  <a:cubicBezTo>
                    <a:pt x="1082" y="864"/>
                    <a:pt x="1112" y="878"/>
                    <a:pt x="1140" y="895"/>
                  </a:cubicBezTo>
                  <a:cubicBezTo>
                    <a:pt x="1150" y="901"/>
                    <a:pt x="1160" y="907"/>
                    <a:pt x="1170" y="913"/>
                  </a:cubicBezTo>
                  <a:cubicBezTo>
                    <a:pt x="1192" y="992"/>
                    <a:pt x="1261" y="1038"/>
                    <a:pt x="1305" y="1104"/>
                  </a:cubicBezTo>
                  <a:cubicBezTo>
                    <a:pt x="1316" y="1117"/>
                    <a:pt x="1326" y="1132"/>
                    <a:pt x="1334" y="1147"/>
                  </a:cubicBezTo>
                  <a:cubicBezTo>
                    <a:pt x="1344" y="1165"/>
                    <a:pt x="1353" y="1183"/>
                    <a:pt x="1360" y="1202"/>
                  </a:cubicBezTo>
                  <a:cubicBezTo>
                    <a:pt x="1369" y="1227"/>
                    <a:pt x="1375" y="1253"/>
                    <a:pt x="1380" y="1279"/>
                  </a:cubicBezTo>
                  <a:cubicBezTo>
                    <a:pt x="1377" y="1271"/>
                    <a:pt x="1374" y="1265"/>
                    <a:pt x="1370" y="1258"/>
                  </a:cubicBezTo>
                  <a:cubicBezTo>
                    <a:pt x="1360" y="1241"/>
                    <a:pt x="1348" y="1226"/>
                    <a:pt x="1334" y="1213"/>
                  </a:cubicBezTo>
                  <a:lnTo>
                    <a:pt x="1335" y="1212"/>
                  </a:lnTo>
                  <a:moveTo>
                    <a:pt x="1187" y="924"/>
                  </a:moveTo>
                  <a:lnTo>
                    <a:pt x="1187" y="924"/>
                  </a:lnTo>
                  <a:moveTo>
                    <a:pt x="1221" y="979"/>
                  </a:moveTo>
                  <a:cubicBezTo>
                    <a:pt x="1227" y="986"/>
                    <a:pt x="1234" y="992"/>
                    <a:pt x="1239" y="998"/>
                  </a:cubicBezTo>
                  <a:lnTo>
                    <a:pt x="1247" y="1008"/>
                  </a:lnTo>
                  <a:cubicBezTo>
                    <a:pt x="1249" y="1011"/>
                    <a:pt x="1249" y="1014"/>
                    <a:pt x="1251" y="1017"/>
                  </a:cubicBezTo>
                  <a:cubicBezTo>
                    <a:pt x="1251" y="1018"/>
                    <a:pt x="1253" y="1019"/>
                    <a:pt x="1254" y="1021"/>
                  </a:cubicBezTo>
                  <a:cubicBezTo>
                    <a:pt x="1241" y="1008"/>
                    <a:pt x="1230" y="994"/>
                    <a:pt x="1219" y="980"/>
                  </a:cubicBezTo>
                  <a:lnTo>
                    <a:pt x="1221" y="979"/>
                  </a:lnTo>
                  <a:moveTo>
                    <a:pt x="1394" y="1184"/>
                  </a:moveTo>
                  <a:lnTo>
                    <a:pt x="1388" y="1170"/>
                  </a:lnTo>
                  <a:lnTo>
                    <a:pt x="1394" y="1181"/>
                  </a:lnTo>
                  <a:lnTo>
                    <a:pt x="1395" y="1184"/>
                  </a:lnTo>
                  <a:lnTo>
                    <a:pt x="1394" y="1184"/>
                  </a:lnTo>
                  <a:moveTo>
                    <a:pt x="1437" y="1108"/>
                  </a:moveTo>
                  <a:cubicBezTo>
                    <a:pt x="1456" y="1151"/>
                    <a:pt x="1468" y="1196"/>
                    <a:pt x="1471" y="1243"/>
                  </a:cubicBezTo>
                  <a:cubicBezTo>
                    <a:pt x="1471" y="1254"/>
                    <a:pt x="1476" y="1282"/>
                    <a:pt x="1475" y="1303"/>
                  </a:cubicBezTo>
                  <a:cubicBezTo>
                    <a:pt x="1458" y="1261"/>
                    <a:pt x="1439" y="1220"/>
                    <a:pt x="1416" y="1181"/>
                  </a:cubicBezTo>
                  <a:cubicBezTo>
                    <a:pt x="1414" y="1178"/>
                    <a:pt x="1413" y="1175"/>
                    <a:pt x="1411" y="1173"/>
                  </a:cubicBezTo>
                  <a:cubicBezTo>
                    <a:pt x="1408" y="1168"/>
                    <a:pt x="1406" y="1163"/>
                    <a:pt x="1403" y="1158"/>
                  </a:cubicBezTo>
                  <a:cubicBezTo>
                    <a:pt x="1391" y="1138"/>
                    <a:pt x="1377" y="1118"/>
                    <a:pt x="1362" y="1100"/>
                  </a:cubicBezTo>
                  <a:cubicBezTo>
                    <a:pt x="1358" y="1091"/>
                    <a:pt x="1354" y="1083"/>
                    <a:pt x="1349" y="1075"/>
                  </a:cubicBezTo>
                  <a:cubicBezTo>
                    <a:pt x="1337" y="1055"/>
                    <a:pt x="1324" y="1036"/>
                    <a:pt x="1308" y="1019"/>
                  </a:cubicBezTo>
                  <a:cubicBezTo>
                    <a:pt x="1292" y="1001"/>
                    <a:pt x="1274" y="984"/>
                    <a:pt x="1254" y="969"/>
                  </a:cubicBezTo>
                  <a:cubicBezTo>
                    <a:pt x="1240" y="954"/>
                    <a:pt x="1225" y="941"/>
                    <a:pt x="1209" y="928"/>
                  </a:cubicBezTo>
                  <a:cubicBezTo>
                    <a:pt x="1209" y="927"/>
                    <a:pt x="1208" y="926"/>
                    <a:pt x="1208" y="925"/>
                  </a:cubicBezTo>
                  <a:cubicBezTo>
                    <a:pt x="1207" y="924"/>
                    <a:pt x="1207" y="923"/>
                    <a:pt x="1206" y="923"/>
                  </a:cubicBezTo>
                  <a:lnTo>
                    <a:pt x="1199" y="918"/>
                  </a:lnTo>
                  <a:cubicBezTo>
                    <a:pt x="1199" y="918"/>
                    <a:pt x="1199" y="917"/>
                    <a:pt x="1198" y="917"/>
                  </a:cubicBezTo>
                  <a:cubicBezTo>
                    <a:pt x="1197" y="917"/>
                    <a:pt x="1196" y="916"/>
                    <a:pt x="1194" y="916"/>
                  </a:cubicBezTo>
                  <a:cubicBezTo>
                    <a:pt x="1176" y="902"/>
                    <a:pt x="1157" y="889"/>
                    <a:pt x="1137" y="877"/>
                  </a:cubicBezTo>
                  <a:cubicBezTo>
                    <a:pt x="1117" y="866"/>
                    <a:pt x="1095" y="855"/>
                    <a:pt x="1073" y="847"/>
                  </a:cubicBezTo>
                  <a:cubicBezTo>
                    <a:pt x="1017" y="824"/>
                    <a:pt x="964" y="788"/>
                    <a:pt x="905" y="774"/>
                  </a:cubicBezTo>
                  <a:cubicBezTo>
                    <a:pt x="895" y="772"/>
                    <a:pt x="886" y="772"/>
                    <a:pt x="876" y="772"/>
                  </a:cubicBezTo>
                  <a:cubicBezTo>
                    <a:pt x="857" y="772"/>
                    <a:pt x="838" y="774"/>
                    <a:pt x="820" y="779"/>
                  </a:cubicBezTo>
                  <a:cubicBezTo>
                    <a:pt x="767" y="789"/>
                    <a:pt x="767" y="795"/>
                    <a:pt x="722" y="820"/>
                  </a:cubicBezTo>
                  <a:cubicBezTo>
                    <a:pt x="722" y="820"/>
                    <a:pt x="721" y="820"/>
                    <a:pt x="721" y="821"/>
                  </a:cubicBezTo>
                  <a:lnTo>
                    <a:pt x="721" y="822"/>
                  </a:lnTo>
                  <a:cubicBezTo>
                    <a:pt x="717" y="824"/>
                    <a:pt x="713" y="828"/>
                    <a:pt x="711" y="832"/>
                  </a:cubicBezTo>
                  <a:cubicBezTo>
                    <a:pt x="764" y="710"/>
                    <a:pt x="930" y="661"/>
                    <a:pt x="1048" y="698"/>
                  </a:cubicBezTo>
                  <a:cubicBezTo>
                    <a:pt x="1074" y="707"/>
                    <a:pt x="1099" y="718"/>
                    <a:pt x="1124" y="731"/>
                  </a:cubicBezTo>
                  <a:cubicBezTo>
                    <a:pt x="1136" y="736"/>
                    <a:pt x="1149" y="742"/>
                    <a:pt x="1160" y="749"/>
                  </a:cubicBezTo>
                  <a:cubicBezTo>
                    <a:pt x="1175" y="757"/>
                    <a:pt x="1189" y="767"/>
                    <a:pt x="1202" y="778"/>
                  </a:cubicBezTo>
                  <a:cubicBezTo>
                    <a:pt x="1222" y="799"/>
                    <a:pt x="1249" y="806"/>
                    <a:pt x="1265" y="833"/>
                  </a:cubicBezTo>
                  <a:cubicBezTo>
                    <a:pt x="1280" y="857"/>
                    <a:pt x="1308" y="869"/>
                    <a:pt x="1316" y="898"/>
                  </a:cubicBezTo>
                  <a:cubicBezTo>
                    <a:pt x="1316" y="898"/>
                    <a:pt x="1316" y="899"/>
                    <a:pt x="1317" y="900"/>
                  </a:cubicBezTo>
                  <a:cubicBezTo>
                    <a:pt x="1317" y="901"/>
                    <a:pt x="1318" y="901"/>
                    <a:pt x="1320" y="902"/>
                  </a:cubicBezTo>
                  <a:cubicBezTo>
                    <a:pt x="1321" y="902"/>
                    <a:pt x="1322" y="903"/>
                    <a:pt x="1323" y="903"/>
                  </a:cubicBezTo>
                  <a:cubicBezTo>
                    <a:pt x="1324" y="903"/>
                    <a:pt x="1326" y="903"/>
                    <a:pt x="1327" y="902"/>
                  </a:cubicBezTo>
                  <a:cubicBezTo>
                    <a:pt x="1333" y="912"/>
                    <a:pt x="1339" y="922"/>
                    <a:pt x="1345" y="932"/>
                  </a:cubicBezTo>
                  <a:cubicBezTo>
                    <a:pt x="1378" y="989"/>
                    <a:pt x="1408" y="1049"/>
                    <a:pt x="1435" y="1110"/>
                  </a:cubicBezTo>
                  <a:lnTo>
                    <a:pt x="1437" y="110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37"/>
            <p:cNvSpPr/>
            <p:nvPr/>
          </p:nvSpPr>
          <p:spPr>
            <a:xfrm>
              <a:off x="9291600" y="3664800"/>
              <a:ext cx="172080" cy="257400"/>
            </a:xfrm>
            <a:custGeom>
              <a:rect b="b" l="l" r="r" t="t"/>
              <a:pathLst>
                <a:path extrusionOk="0" h="715" w="478">
                  <a:moveTo>
                    <a:pt x="255" y="345"/>
                  </a:moveTo>
                  <a:cubicBezTo>
                    <a:pt x="282" y="401"/>
                    <a:pt x="323" y="450"/>
                    <a:pt x="355" y="503"/>
                  </a:cubicBezTo>
                  <a:cubicBezTo>
                    <a:pt x="373" y="530"/>
                    <a:pt x="391" y="558"/>
                    <a:pt x="407" y="586"/>
                  </a:cubicBezTo>
                  <a:cubicBezTo>
                    <a:pt x="430" y="627"/>
                    <a:pt x="452" y="668"/>
                    <a:pt x="471" y="710"/>
                  </a:cubicBezTo>
                  <a:cubicBezTo>
                    <a:pt x="473" y="714"/>
                    <a:pt x="477" y="712"/>
                    <a:pt x="477" y="709"/>
                  </a:cubicBezTo>
                  <a:cubicBezTo>
                    <a:pt x="474" y="648"/>
                    <a:pt x="425" y="579"/>
                    <a:pt x="392" y="530"/>
                  </a:cubicBezTo>
                  <a:cubicBezTo>
                    <a:pt x="355" y="474"/>
                    <a:pt x="324" y="412"/>
                    <a:pt x="283" y="360"/>
                  </a:cubicBezTo>
                  <a:cubicBezTo>
                    <a:pt x="267" y="338"/>
                    <a:pt x="253" y="315"/>
                    <a:pt x="240" y="292"/>
                  </a:cubicBezTo>
                  <a:cubicBezTo>
                    <a:pt x="235" y="284"/>
                    <a:pt x="231" y="276"/>
                    <a:pt x="226" y="268"/>
                  </a:cubicBezTo>
                  <a:cubicBezTo>
                    <a:pt x="207" y="233"/>
                    <a:pt x="181" y="204"/>
                    <a:pt x="162" y="170"/>
                  </a:cubicBezTo>
                  <a:cubicBezTo>
                    <a:pt x="142" y="136"/>
                    <a:pt x="103" y="106"/>
                    <a:pt x="78" y="72"/>
                  </a:cubicBezTo>
                  <a:cubicBezTo>
                    <a:pt x="55" y="46"/>
                    <a:pt x="31" y="22"/>
                    <a:pt x="4" y="1"/>
                  </a:cubicBezTo>
                  <a:cubicBezTo>
                    <a:pt x="4" y="0"/>
                    <a:pt x="3" y="0"/>
                    <a:pt x="3" y="0"/>
                  </a:cubicBezTo>
                  <a:cubicBezTo>
                    <a:pt x="2" y="0"/>
                    <a:pt x="3" y="0"/>
                    <a:pt x="2" y="1"/>
                  </a:cubicBezTo>
                  <a:cubicBezTo>
                    <a:pt x="1" y="2"/>
                    <a:pt x="1" y="1"/>
                    <a:pt x="1" y="1"/>
                  </a:cubicBezTo>
                  <a:cubicBezTo>
                    <a:pt x="0" y="2"/>
                    <a:pt x="0" y="2"/>
                    <a:pt x="0" y="3"/>
                  </a:cubicBezTo>
                  <a:lnTo>
                    <a:pt x="1" y="4"/>
                  </a:lnTo>
                  <a:cubicBezTo>
                    <a:pt x="29" y="32"/>
                    <a:pt x="55" y="62"/>
                    <a:pt x="79" y="94"/>
                  </a:cubicBezTo>
                  <a:cubicBezTo>
                    <a:pt x="104" y="128"/>
                    <a:pt x="136" y="153"/>
                    <a:pt x="156" y="190"/>
                  </a:cubicBezTo>
                  <a:cubicBezTo>
                    <a:pt x="185" y="242"/>
                    <a:pt x="229" y="290"/>
                    <a:pt x="255" y="3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37"/>
            <p:cNvSpPr/>
            <p:nvPr/>
          </p:nvSpPr>
          <p:spPr>
            <a:xfrm>
              <a:off x="9331560" y="3758400"/>
              <a:ext cx="177120" cy="390240"/>
            </a:xfrm>
            <a:custGeom>
              <a:rect b="b" l="l" r="r" t="t"/>
              <a:pathLst>
                <a:path extrusionOk="0" h="1084" w="492">
                  <a:moveTo>
                    <a:pt x="479" y="700"/>
                  </a:moveTo>
                  <a:cubicBezTo>
                    <a:pt x="473" y="750"/>
                    <a:pt x="470" y="799"/>
                    <a:pt x="470" y="849"/>
                  </a:cubicBezTo>
                  <a:cubicBezTo>
                    <a:pt x="470" y="872"/>
                    <a:pt x="471" y="896"/>
                    <a:pt x="472" y="919"/>
                  </a:cubicBezTo>
                  <a:cubicBezTo>
                    <a:pt x="472" y="947"/>
                    <a:pt x="468" y="975"/>
                    <a:pt x="461" y="1003"/>
                  </a:cubicBezTo>
                  <a:cubicBezTo>
                    <a:pt x="460" y="1007"/>
                    <a:pt x="458" y="1012"/>
                    <a:pt x="457" y="1017"/>
                  </a:cubicBezTo>
                  <a:cubicBezTo>
                    <a:pt x="457" y="1015"/>
                    <a:pt x="457" y="1014"/>
                    <a:pt x="457" y="1012"/>
                  </a:cubicBezTo>
                  <a:cubicBezTo>
                    <a:pt x="457" y="939"/>
                    <a:pt x="447" y="867"/>
                    <a:pt x="427" y="797"/>
                  </a:cubicBezTo>
                  <a:cubicBezTo>
                    <a:pt x="418" y="765"/>
                    <a:pt x="411" y="733"/>
                    <a:pt x="406" y="701"/>
                  </a:cubicBezTo>
                  <a:cubicBezTo>
                    <a:pt x="406" y="700"/>
                    <a:pt x="406" y="700"/>
                    <a:pt x="406" y="700"/>
                  </a:cubicBezTo>
                  <a:cubicBezTo>
                    <a:pt x="406" y="696"/>
                    <a:pt x="405" y="692"/>
                    <a:pt x="403" y="689"/>
                  </a:cubicBezTo>
                  <a:cubicBezTo>
                    <a:pt x="401" y="686"/>
                    <a:pt x="399" y="683"/>
                    <a:pt x="395" y="681"/>
                  </a:cubicBezTo>
                  <a:cubicBezTo>
                    <a:pt x="393" y="680"/>
                    <a:pt x="391" y="679"/>
                    <a:pt x="389" y="678"/>
                  </a:cubicBezTo>
                  <a:cubicBezTo>
                    <a:pt x="387" y="668"/>
                    <a:pt x="383" y="658"/>
                    <a:pt x="377" y="648"/>
                  </a:cubicBezTo>
                  <a:cubicBezTo>
                    <a:pt x="375" y="644"/>
                    <a:pt x="372" y="640"/>
                    <a:pt x="369" y="636"/>
                  </a:cubicBezTo>
                  <a:cubicBezTo>
                    <a:pt x="341" y="598"/>
                    <a:pt x="343" y="553"/>
                    <a:pt x="328" y="510"/>
                  </a:cubicBezTo>
                  <a:cubicBezTo>
                    <a:pt x="314" y="470"/>
                    <a:pt x="297" y="432"/>
                    <a:pt x="276" y="396"/>
                  </a:cubicBezTo>
                  <a:cubicBezTo>
                    <a:pt x="274" y="393"/>
                    <a:pt x="273" y="391"/>
                    <a:pt x="272" y="389"/>
                  </a:cubicBezTo>
                  <a:cubicBezTo>
                    <a:pt x="270" y="386"/>
                    <a:pt x="269" y="384"/>
                    <a:pt x="268" y="382"/>
                  </a:cubicBezTo>
                  <a:cubicBezTo>
                    <a:pt x="259" y="366"/>
                    <a:pt x="251" y="350"/>
                    <a:pt x="244" y="333"/>
                  </a:cubicBezTo>
                  <a:lnTo>
                    <a:pt x="241" y="324"/>
                  </a:lnTo>
                  <a:cubicBezTo>
                    <a:pt x="253" y="313"/>
                    <a:pt x="228" y="274"/>
                    <a:pt x="223" y="262"/>
                  </a:cubicBezTo>
                  <a:lnTo>
                    <a:pt x="223" y="261"/>
                  </a:lnTo>
                  <a:cubicBezTo>
                    <a:pt x="222" y="260"/>
                    <a:pt x="221" y="259"/>
                    <a:pt x="220" y="259"/>
                  </a:cubicBezTo>
                  <a:cubicBezTo>
                    <a:pt x="219" y="258"/>
                    <a:pt x="219" y="258"/>
                    <a:pt x="218" y="258"/>
                  </a:cubicBezTo>
                  <a:lnTo>
                    <a:pt x="211" y="258"/>
                  </a:lnTo>
                  <a:cubicBezTo>
                    <a:pt x="210" y="258"/>
                    <a:pt x="208" y="258"/>
                    <a:pt x="207" y="259"/>
                  </a:cubicBezTo>
                  <a:cubicBezTo>
                    <a:pt x="206" y="259"/>
                    <a:pt x="206" y="260"/>
                    <a:pt x="205" y="261"/>
                  </a:cubicBezTo>
                  <a:cubicBezTo>
                    <a:pt x="205" y="262"/>
                    <a:pt x="204" y="263"/>
                    <a:pt x="204" y="264"/>
                  </a:cubicBezTo>
                  <a:cubicBezTo>
                    <a:pt x="204" y="267"/>
                    <a:pt x="204" y="269"/>
                    <a:pt x="204" y="272"/>
                  </a:cubicBezTo>
                  <a:cubicBezTo>
                    <a:pt x="204" y="283"/>
                    <a:pt x="207" y="293"/>
                    <a:pt x="212" y="302"/>
                  </a:cubicBezTo>
                  <a:cubicBezTo>
                    <a:pt x="213" y="303"/>
                    <a:pt x="213" y="304"/>
                    <a:pt x="214" y="305"/>
                  </a:cubicBezTo>
                  <a:lnTo>
                    <a:pt x="211" y="302"/>
                  </a:lnTo>
                  <a:cubicBezTo>
                    <a:pt x="202" y="292"/>
                    <a:pt x="194" y="281"/>
                    <a:pt x="187" y="270"/>
                  </a:cubicBezTo>
                  <a:cubicBezTo>
                    <a:pt x="171" y="244"/>
                    <a:pt x="150" y="220"/>
                    <a:pt x="127" y="199"/>
                  </a:cubicBezTo>
                  <a:cubicBezTo>
                    <a:pt x="119" y="190"/>
                    <a:pt x="111" y="180"/>
                    <a:pt x="105" y="170"/>
                  </a:cubicBezTo>
                  <a:cubicBezTo>
                    <a:pt x="101" y="161"/>
                    <a:pt x="96" y="153"/>
                    <a:pt x="93" y="143"/>
                  </a:cubicBezTo>
                  <a:cubicBezTo>
                    <a:pt x="84" y="124"/>
                    <a:pt x="70" y="109"/>
                    <a:pt x="61" y="90"/>
                  </a:cubicBezTo>
                  <a:cubicBezTo>
                    <a:pt x="56" y="79"/>
                    <a:pt x="51" y="68"/>
                    <a:pt x="45" y="58"/>
                  </a:cubicBezTo>
                  <a:cubicBezTo>
                    <a:pt x="33" y="38"/>
                    <a:pt x="20" y="19"/>
                    <a:pt x="5" y="2"/>
                  </a:cubicBezTo>
                  <a:cubicBezTo>
                    <a:pt x="3" y="0"/>
                    <a:pt x="0" y="2"/>
                    <a:pt x="1" y="5"/>
                  </a:cubicBezTo>
                  <a:cubicBezTo>
                    <a:pt x="29" y="58"/>
                    <a:pt x="59" y="109"/>
                    <a:pt x="84" y="164"/>
                  </a:cubicBezTo>
                  <a:cubicBezTo>
                    <a:pt x="87" y="169"/>
                    <a:pt x="90" y="174"/>
                    <a:pt x="93" y="180"/>
                  </a:cubicBezTo>
                  <a:cubicBezTo>
                    <a:pt x="102" y="194"/>
                    <a:pt x="112" y="209"/>
                    <a:pt x="125" y="220"/>
                  </a:cubicBezTo>
                  <a:cubicBezTo>
                    <a:pt x="149" y="245"/>
                    <a:pt x="171" y="273"/>
                    <a:pt x="189" y="302"/>
                  </a:cubicBezTo>
                  <a:cubicBezTo>
                    <a:pt x="194" y="311"/>
                    <a:pt x="202" y="318"/>
                    <a:pt x="211" y="324"/>
                  </a:cubicBezTo>
                  <a:cubicBezTo>
                    <a:pt x="216" y="326"/>
                    <a:pt x="221" y="328"/>
                    <a:pt x="226" y="330"/>
                  </a:cubicBezTo>
                  <a:cubicBezTo>
                    <a:pt x="231" y="344"/>
                    <a:pt x="236" y="358"/>
                    <a:pt x="242" y="371"/>
                  </a:cubicBezTo>
                  <a:cubicBezTo>
                    <a:pt x="252" y="395"/>
                    <a:pt x="267" y="416"/>
                    <a:pt x="277" y="440"/>
                  </a:cubicBezTo>
                  <a:cubicBezTo>
                    <a:pt x="297" y="485"/>
                    <a:pt x="313" y="531"/>
                    <a:pt x="325" y="579"/>
                  </a:cubicBezTo>
                  <a:cubicBezTo>
                    <a:pt x="334" y="627"/>
                    <a:pt x="371" y="660"/>
                    <a:pt x="373" y="709"/>
                  </a:cubicBezTo>
                  <a:cubicBezTo>
                    <a:pt x="373" y="711"/>
                    <a:pt x="373" y="713"/>
                    <a:pt x="374" y="714"/>
                  </a:cubicBezTo>
                  <a:cubicBezTo>
                    <a:pt x="375" y="716"/>
                    <a:pt x="376" y="717"/>
                    <a:pt x="377" y="718"/>
                  </a:cubicBezTo>
                  <a:cubicBezTo>
                    <a:pt x="379" y="718"/>
                    <a:pt x="381" y="719"/>
                    <a:pt x="382" y="719"/>
                  </a:cubicBezTo>
                  <a:cubicBezTo>
                    <a:pt x="384" y="719"/>
                    <a:pt x="386" y="718"/>
                    <a:pt x="387" y="718"/>
                  </a:cubicBezTo>
                  <a:cubicBezTo>
                    <a:pt x="388" y="717"/>
                    <a:pt x="389" y="716"/>
                    <a:pt x="390" y="715"/>
                  </a:cubicBezTo>
                  <a:cubicBezTo>
                    <a:pt x="395" y="732"/>
                    <a:pt x="399" y="754"/>
                    <a:pt x="399" y="756"/>
                  </a:cubicBezTo>
                  <a:cubicBezTo>
                    <a:pt x="404" y="788"/>
                    <a:pt x="410" y="819"/>
                    <a:pt x="418" y="851"/>
                  </a:cubicBezTo>
                  <a:cubicBezTo>
                    <a:pt x="435" y="918"/>
                    <a:pt x="432" y="982"/>
                    <a:pt x="438" y="1050"/>
                  </a:cubicBezTo>
                  <a:cubicBezTo>
                    <a:pt x="438" y="1051"/>
                    <a:pt x="439" y="1052"/>
                    <a:pt x="439" y="1053"/>
                  </a:cubicBezTo>
                  <a:lnTo>
                    <a:pt x="440" y="1054"/>
                  </a:lnTo>
                  <a:cubicBezTo>
                    <a:pt x="439" y="1059"/>
                    <a:pt x="438" y="1063"/>
                    <a:pt x="437" y="1068"/>
                  </a:cubicBezTo>
                  <a:cubicBezTo>
                    <a:pt x="436" y="1079"/>
                    <a:pt x="452" y="1083"/>
                    <a:pt x="454" y="1072"/>
                  </a:cubicBezTo>
                  <a:cubicBezTo>
                    <a:pt x="459" y="1044"/>
                    <a:pt x="473" y="1021"/>
                    <a:pt x="482" y="994"/>
                  </a:cubicBezTo>
                  <a:cubicBezTo>
                    <a:pt x="486" y="975"/>
                    <a:pt x="489" y="956"/>
                    <a:pt x="489" y="936"/>
                  </a:cubicBezTo>
                  <a:cubicBezTo>
                    <a:pt x="491" y="911"/>
                    <a:pt x="491" y="886"/>
                    <a:pt x="491" y="860"/>
                  </a:cubicBezTo>
                  <a:cubicBezTo>
                    <a:pt x="491" y="807"/>
                    <a:pt x="488" y="753"/>
                    <a:pt x="482" y="701"/>
                  </a:cubicBezTo>
                  <a:cubicBezTo>
                    <a:pt x="483" y="698"/>
                    <a:pt x="479" y="697"/>
                    <a:pt x="479" y="7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37"/>
            <p:cNvSpPr/>
            <p:nvPr/>
          </p:nvSpPr>
          <p:spPr>
            <a:xfrm>
              <a:off x="9148680" y="3291480"/>
              <a:ext cx="240120" cy="47520"/>
            </a:xfrm>
            <a:custGeom>
              <a:rect b="b" l="l" r="r" t="t"/>
              <a:pathLst>
                <a:path extrusionOk="0" h="132" w="667">
                  <a:moveTo>
                    <a:pt x="260" y="75"/>
                  </a:moveTo>
                  <a:cubicBezTo>
                    <a:pt x="215" y="88"/>
                    <a:pt x="164" y="94"/>
                    <a:pt x="117" y="104"/>
                  </a:cubicBezTo>
                  <a:cubicBezTo>
                    <a:pt x="78" y="112"/>
                    <a:pt x="40" y="122"/>
                    <a:pt x="1" y="128"/>
                  </a:cubicBezTo>
                  <a:cubicBezTo>
                    <a:pt x="0" y="128"/>
                    <a:pt x="0" y="128"/>
                    <a:pt x="0" y="128"/>
                  </a:cubicBezTo>
                  <a:cubicBezTo>
                    <a:pt x="0" y="129"/>
                    <a:pt x="0" y="129"/>
                    <a:pt x="0" y="129"/>
                  </a:cubicBezTo>
                  <a:lnTo>
                    <a:pt x="0" y="130"/>
                  </a:lnTo>
                  <a:lnTo>
                    <a:pt x="1" y="130"/>
                  </a:lnTo>
                  <a:cubicBezTo>
                    <a:pt x="2" y="131"/>
                    <a:pt x="1" y="131"/>
                    <a:pt x="1" y="131"/>
                  </a:cubicBezTo>
                  <a:cubicBezTo>
                    <a:pt x="46" y="126"/>
                    <a:pt x="91" y="118"/>
                    <a:pt x="136" y="109"/>
                  </a:cubicBezTo>
                  <a:cubicBezTo>
                    <a:pt x="186" y="100"/>
                    <a:pt x="246" y="80"/>
                    <a:pt x="298" y="82"/>
                  </a:cubicBezTo>
                  <a:cubicBezTo>
                    <a:pt x="303" y="83"/>
                    <a:pt x="308" y="83"/>
                    <a:pt x="313" y="83"/>
                  </a:cubicBezTo>
                  <a:cubicBezTo>
                    <a:pt x="364" y="83"/>
                    <a:pt x="414" y="74"/>
                    <a:pt x="463" y="57"/>
                  </a:cubicBezTo>
                  <a:cubicBezTo>
                    <a:pt x="484" y="50"/>
                    <a:pt x="511" y="44"/>
                    <a:pt x="536" y="35"/>
                  </a:cubicBezTo>
                  <a:cubicBezTo>
                    <a:pt x="579" y="32"/>
                    <a:pt x="621" y="28"/>
                    <a:pt x="664" y="22"/>
                  </a:cubicBezTo>
                  <a:cubicBezTo>
                    <a:pt x="666" y="22"/>
                    <a:pt x="666" y="20"/>
                    <a:pt x="664" y="20"/>
                  </a:cubicBezTo>
                  <a:cubicBezTo>
                    <a:pt x="631" y="20"/>
                    <a:pt x="597" y="21"/>
                    <a:pt x="564" y="21"/>
                  </a:cubicBezTo>
                  <a:cubicBezTo>
                    <a:pt x="569" y="18"/>
                    <a:pt x="575" y="14"/>
                    <a:pt x="579" y="9"/>
                  </a:cubicBezTo>
                  <a:cubicBezTo>
                    <a:pt x="583" y="5"/>
                    <a:pt x="578" y="0"/>
                    <a:pt x="573" y="2"/>
                  </a:cubicBezTo>
                  <a:cubicBezTo>
                    <a:pt x="554" y="10"/>
                    <a:pt x="534" y="16"/>
                    <a:pt x="514" y="22"/>
                  </a:cubicBezTo>
                  <a:cubicBezTo>
                    <a:pt x="413" y="22"/>
                    <a:pt x="312" y="22"/>
                    <a:pt x="212" y="27"/>
                  </a:cubicBezTo>
                  <a:cubicBezTo>
                    <a:pt x="211" y="27"/>
                    <a:pt x="211" y="28"/>
                    <a:pt x="210" y="28"/>
                  </a:cubicBezTo>
                  <a:cubicBezTo>
                    <a:pt x="209" y="28"/>
                    <a:pt x="209" y="29"/>
                    <a:pt x="209" y="29"/>
                  </a:cubicBezTo>
                  <a:cubicBezTo>
                    <a:pt x="208" y="30"/>
                    <a:pt x="208" y="30"/>
                    <a:pt x="208" y="31"/>
                  </a:cubicBezTo>
                  <a:cubicBezTo>
                    <a:pt x="208" y="32"/>
                    <a:pt x="208" y="32"/>
                    <a:pt x="209" y="33"/>
                  </a:cubicBezTo>
                  <a:cubicBezTo>
                    <a:pt x="209" y="33"/>
                    <a:pt x="209" y="34"/>
                    <a:pt x="210" y="34"/>
                  </a:cubicBezTo>
                  <a:cubicBezTo>
                    <a:pt x="211" y="34"/>
                    <a:pt x="211" y="34"/>
                    <a:pt x="212" y="34"/>
                  </a:cubicBezTo>
                  <a:cubicBezTo>
                    <a:pt x="297" y="39"/>
                    <a:pt x="383" y="41"/>
                    <a:pt x="469" y="38"/>
                  </a:cubicBezTo>
                  <a:cubicBezTo>
                    <a:pt x="449" y="44"/>
                    <a:pt x="430" y="50"/>
                    <a:pt x="412" y="55"/>
                  </a:cubicBezTo>
                  <a:cubicBezTo>
                    <a:pt x="363" y="67"/>
                    <a:pt x="308" y="59"/>
                    <a:pt x="26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37"/>
            <p:cNvSpPr/>
            <p:nvPr/>
          </p:nvSpPr>
          <p:spPr>
            <a:xfrm>
              <a:off x="9354960" y="3216240"/>
              <a:ext cx="475200" cy="225000"/>
            </a:xfrm>
            <a:custGeom>
              <a:rect b="b" l="l" r="r" t="t"/>
              <a:pathLst>
                <a:path extrusionOk="0" h="625" w="1320">
                  <a:moveTo>
                    <a:pt x="1266" y="568"/>
                  </a:moveTo>
                  <a:cubicBezTo>
                    <a:pt x="1244" y="546"/>
                    <a:pt x="1221" y="527"/>
                    <a:pt x="1199" y="506"/>
                  </a:cubicBezTo>
                  <a:cubicBezTo>
                    <a:pt x="1173" y="481"/>
                    <a:pt x="1144" y="460"/>
                    <a:pt x="1113" y="442"/>
                  </a:cubicBezTo>
                  <a:cubicBezTo>
                    <a:pt x="1092" y="430"/>
                    <a:pt x="1071" y="420"/>
                    <a:pt x="1050" y="412"/>
                  </a:cubicBezTo>
                  <a:cubicBezTo>
                    <a:pt x="993" y="388"/>
                    <a:pt x="932" y="367"/>
                    <a:pt x="882" y="330"/>
                  </a:cubicBezTo>
                  <a:cubicBezTo>
                    <a:pt x="879" y="327"/>
                    <a:pt x="875" y="325"/>
                    <a:pt x="872" y="323"/>
                  </a:cubicBezTo>
                  <a:cubicBezTo>
                    <a:pt x="856" y="314"/>
                    <a:pt x="840" y="307"/>
                    <a:pt x="823" y="300"/>
                  </a:cubicBezTo>
                  <a:cubicBezTo>
                    <a:pt x="789" y="284"/>
                    <a:pt x="752" y="249"/>
                    <a:pt x="720" y="227"/>
                  </a:cubicBezTo>
                  <a:cubicBezTo>
                    <a:pt x="720" y="227"/>
                    <a:pt x="719" y="227"/>
                    <a:pt x="719" y="226"/>
                  </a:cubicBezTo>
                  <a:cubicBezTo>
                    <a:pt x="719" y="226"/>
                    <a:pt x="718" y="226"/>
                    <a:pt x="717" y="226"/>
                  </a:cubicBezTo>
                  <a:cubicBezTo>
                    <a:pt x="716" y="226"/>
                    <a:pt x="715" y="225"/>
                    <a:pt x="714" y="226"/>
                  </a:cubicBezTo>
                  <a:cubicBezTo>
                    <a:pt x="713" y="227"/>
                    <a:pt x="713" y="227"/>
                    <a:pt x="712" y="228"/>
                  </a:cubicBezTo>
                  <a:cubicBezTo>
                    <a:pt x="711" y="229"/>
                    <a:pt x="712" y="230"/>
                    <a:pt x="712" y="231"/>
                  </a:cubicBezTo>
                  <a:cubicBezTo>
                    <a:pt x="712" y="232"/>
                    <a:pt x="712" y="233"/>
                    <a:pt x="712" y="233"/>
                  </a:cubicBezTo>
                  <a:cubicBezTo>
                    <a:pt x="713" y="234"/>
                    <a:pt x="713" y="234"/>
                    <a:pt x="713" y="235"/>
                  </a:cubicBezTo>
                  <a:cubicBezTo>
                    <a:pt x="739" y="256"/>
                    <a:pt x="715" y="248"/>
                    <a:pt x="705" y="245"/>
                  </a:cubicBezTo>
                  <a:cubicBezTo>
                    <a:pt x="670" y="236"/>
                    <a:pt x="636" y="222"/>
                    <a:pt x="603" y="206"/>
                  </a:cubicBezTo>
                  <a:cubicBezTo>
                    <a:pt x="584" y="195"/>
                    <a:pt x="565" y="187"/>
                    <a:pt x="544" y="180"/>
                  </a:cubicBezTo>
                  <a:cubicBezTo>
                    <a:pt x="525" y="170"/>
                    <a:pt x="504" y="161"/>
                    <a:pt x="483" y="153"/>
                  </a:cubicBezTo>
                  <a:cubicBezTo>
                    <a:pt x="481" y="152"/>
                    <a:pt x="480" y="151"/>
                    <a:pt x="478" y="150"/>
                  </a:cubicBezTo>
                  <a:cubicBezTo>
                    <a:pt x="462" y="140"/>
                    <a:pt x="444" y="134"/>
                    <a:pt x="426" y="129"/>
                  </a:cubicBezTo>
                  <a:cubicBezTo>
                    <a:pt x="374" y="110"/>
                    <a:pt x="322" y="88"/>
                    <a:pt x="269" y="73"/>
                  </a:cubicBezTo>
                  <a:cubicBezTo>
                    <a:pt x="224" y="60"/>
                    <a:pt x="182" y="26"/>
                    <a:pt x="136" y="21"/>
                  </a:cubicBezTo>
                  <a:cubicBezTo>
                    <a:pt x="110" y="18"/>
                    <a:pt x="86" y="13"/>
                    <a:pt x="61" y="4"/>
                  </a:cubicBezTo>
                  <a:cubicBezTo>
                    <a:pt x="52" y="0"/>
                    <a:pt x="48" y="8"/>
                    <a:pt x="36" y="2"/>
                  </a:cubicBezTo>
                  <a:cubicBezTo>
                    <a:pt x="34" y="2"/>
                    <a:pt x="33" y="4"/>
                    <a:pt x="34" y="5"/>
                  </a:cubicBezTo>
                  <a:cubicBezTo>
                    <a:pt x="36" y="6"/>
                    <a:pt x="38" y="8"/>
                    <a:pt x="40" y="9"/>
                  </a:cubicBezTo>
                  <a:cubicBezTo>
                    <a:pt x="48" y="13"/>
                    <a:pt x="57" y="16"/>
                    <a:pt x="66" y="17"/>
                  </a:cubicBezTo>
                  <a:cubicBezTo>
                    <a:pt x="119" y="22"/>
                    <a:pt x="170" y="47"/>
                    <a:pt x="219" y="67"/>
                  </a:cubicBezTo>
                  <a:cubicBezTo>
                    <a:pt x="265" y="87"/>
                    <a:pt x="313" y="104"/>
                    <a:pt x="362" y="117"/>
                  </a:cubicBezTo>
                  <a:cubicBezTo>
                    <a:pt x="402" y="126"/>
                    <a:pt x="440" y="141"/>
                    <a:pt x="475" y="161"/>
                  </a:cubicBezTo>
                  <a:cubicBezTo>
                    <a:pt x="476" y="162"/>
                    <a:pt x="477" y="162"/>
                    <a:pt x="478" y="162"/>
                  </a:cubicBezTo>
                  <a:cubicBezTo>
                    <a:pt x="401" y="152"/>
                    <a:pt x="324" y="147"/>
                    <a:pt x="247" y="147"/>
                  </a:cubicBezTo>
                  <a:cubicBezTo>
                    <a:pt x="167" y="144"/>
                    <a:pt x="87" y="155"/>
                    <a:pt x="8" y="153"/>
                  </a:cubicBezTo>
                  <a:cubicBezTo>
                    <a:pt x="7" y="153"/>
                    <a:pt x="6" y="153"/>
                    <a:pt x="5" y="154"/>
                  </a:cubicBezTo>
                  <a:cubicBezTo>
                    <a:pt x="3" y="155"/>
                    <a:pt x="3" y="156"/>
                    <a:pt x="2" y="157"/>
                  </a:cubicBezTo>
                  <a:cubicBezTo>
                    <a:pt x="1" y="158"/>
                    <a:pt x="0" y="159"/>
                    <a:pt x="0" y="161"/>
                  </a:cubicBezTo>
                  <a:cubicBezTo>
                    <a:pt x="0" y="162"/>
                    <a:pt x="1" y="164"/>
                    <a:pt x="2" y="166"/>
                  </a:cubicBezTo>
                  <a:cubicBezTo>
                    <a:pt x="3" y="168"/>
                    <a:pt x="3" y="168"/>
                    <a:pt x="5" y="169"/>
                  </a:cubicBezTo>
                  <a:cubicBezTo>
                    <a:pt x="5" y="169"/>
                    <a:pt x="6" y="169"/>
                    <a:pt x="7" y="170"/>
                  </a:cubicBezTo>
                  <a:cubicBezTo>
                    <a:pt x="22" y="175"/>
                    <a:pt x="36" y="181"/>
                    <a:pt x="50" y="189"/>
                  </a:cubicBezTo>
                  <a:cubicBezTo>
                    <a:pt x="76" y="199"/>
                    <a:pt x="104" y="203"/>
                    <a:pt x="129" y="212"/>
                  </a:cubicBezTo>
                  <a:cubicBezTo>
                    <a:pt x="138" y="215"/>
                    <a:pt x="147" y="218"/>
                    <a:pt x="156" y="222"/>
                  </a:cubicBezTo>
                  <a:cubicBezTo>
                    <a:pt x="158" y="231"/>
                    <a:pt x="154" y="234"/>
                    <a:pt x="145" y="231"/>
                  </a:cubicBezTo>
                  <a:cubicBezTo>
                    <a:pt x="136" y="231"/>
                    <a:pt x="128" y="231"/>
                    <a:pt x="119" y="231"/>
                  </a:cubicBezTo>
                  <a:cubicBezTo>
                    <a:pt x="118" y="231"/>
                    <a:pt x="118" y="233"/>
                    <a:pt x="119" y="233"/>
                  </a:cubicBezTo>
                  <a:cubicBezTo>
                    <a:pt x="129" y="235"/>
                    <a:pt x="138" y="236"/>
                    <a:pt x="148" y="236"/>
                  </a:cubicBezTo>
                  <a:cubicBezTo>
                    <a:pt x="155" y="236"/>
                    <a:pt x="162" y="235"/>
                    <a:pt x="169" y="234"/>
                  </a:cubicBezTo>
                  <a:cubicBezTo>
                    <a:pt x="170" y="234"/>
                    <a:pt x="170" y="233"/>
                    <a:pt x="171" y="233"/>
                  </a:cubicBezTo>
                  <a:lnTo>
                    <a:pt x="171" y="232"/>
                  </a:lnTo>
                  <a:cubicBezTo>
                    <a:pt x="175" y="217"/>
                    <a:pt x="154" y="211"/>
                    <a:pt x="143" y="206"/>
                  </a:cubicBezTo>
                  <a:cubicBezTo>
                    <a:pt x="132" y="201"/>
                    <a:pt x="117" y="196"/>
                    <a:pt x="104" y="191"/>
                  </a:cubicBezTo>
                  <a:cubicBezTo>
                    <a:pt x="87" y="186"/>
                    <a:pt x="71" y="178"/>
                    <a:pt x="55" y="172"/>
                  </a:cubicBezTo>
                  <a:cubicBezTo>
                    <a:pt x="76" y="170"/>
                    <a:pt x="98" y="168"/>
                    <a:pt x="119" y="168"/>
                  </a:cubicBezTo>
                  <a:cubicBezTo>
                    <a:pt x="168" y="168"/>
                    <a:pt x="218" y="167"/>
                    <a:pt x="266" y="168"/>
                  </a:cubicBezTo>
                  <a:cubicBezTo>
                    <a:pt x="300" y="170"/>
                    <a:pt x="335" y="175"/>
                    <a:pt x="369" y="177"/>
                  </a:cubicBezTo>
                  <a:cubicBezTo>
                    <a:pt x="410" y="179"/>
                    <a:pt x="455" y="187"/>
                    <a:pt x="495" y="178"/>
                  </a:cubicBezTo>
                  <a:lnTo>
                    <a:pt x="496" y="178"/>
                  </a:lnTo>
                  <a:cubicBezTo>
                    <a:pt x="497" y="177"/>
                    <a:pt x="498" y="177"/>
                    <a:pt x="498" y="176"/>
                  </a:cubicBezTo>
                  <a:cubicBezTo>
                    <a:pt x="499" y="175"/>
                    <a:pt x="499" y="174"/>
                    <a:pt x="499" y="174"/>
                  </a:cubicBezTo>
                  <a:cubicBezTo>
                    <a:pt x="503" y="177"/>
                    <a:pt x="507" y="180"/>
                    <a:pt x="511" y="182"/>
                  </a:cubicBezTo>
                  <a:cubicBezTo>
                    <a:pt x="516" y="185"/>
                    <a:pt x="522" y="188"/>
                    <a:pt x="528" y="190"/>
                  </a:cubicBezTo>
                  <a:cubicBezTo>
                    <a:pt x="556" y="198"/>
                    <a:pt x="583" y="210"/>
                    <a:pt x="608" y="224"/>
                  </a:cubicBezTo>
                  <a:cubicBezTo>
                    <a:pt x="610" y="225"/>
                    <a:pt x="612" y="226"/>
                    <a:pt x="613" y="227"/>
                  </a:cubicBezTo>
                  <a:cubicBezTo>
                    <a:pt x="637" y="239"/>
                    <a:pt x="663" y="249"/>
                    <a:pt x="689" y="254"/>
                  </a:cubicBezTo>
                  <a:cubicBezTo>
                    <a:pt x="705" y="261"/>
                    <a:pt x="722" y="267"/>
                    <a:pt x="739" y="271"/>
                  </a:cubicBezTo>
                  <a:cubicBezTo>
                    <a:pt x="740" y="271"/>
                    <a:pt x="741" y="272"/>
                    <a:pt x="742" y="271"/>
                  </a:cubicBezTo>
                  <a:cubicBezTo>
                    <a:pt x="743" y="270"/>
                    <a:pt x="744" y="269"/>
                    <a:pt x="744" y="269"/>
                  </a:cubicBezTo>
                  <a:cubicBezTo>
                    <a:pt x="745" y="268"/>
                    <a:pt x="745" y="267"/>
                    <a:pt x="745" y="266"/>
                  </a:cubicBezTo>
                  <a:cubicBezTo>
                    <a:pt x="745" y="265"/>
                    <a:pt x="745" y="265"/>
                    <a:pt x="745" y="265"/>
                  </a:cubicBezTo>
                  <a:lnTo>
                    <a:pt x="744" y="262"/>
                  </a:lnTo>
                  <a:cubicBezTo>
                    <a:pt x="784" y="292"/>
                    <a:pt x="826" y="320"/>
                    <a:pt x="869" y="345"/>
                  </a:cubicBezTo>
                  <a:cubicBezTo>
                    <a:pt x="911" y="369"/>
                    <a:pt x="953" y="390"/>
                    <a:pt x="997" y="409"/>
                  </a:cubicBezTo>
                  <a:cubicBezTo>
                    <a:pt x="1067" y="443"/>
                    <a:pt x="1129" y="464"/>
                    <a:pt x="1188" y="517"/>
                  </a:cubicBezTo>
                  <a:cubicBezTo>
                    <a:pt x="1218" y="544"/>
                    <a:pt x="1247" y="572"/>
                    <a:pt x="1276" y="600"/>
                  </a:cubicBezTo>
                  <a:cubicBezTo>
                    <a:pt x="1281" y="606"/>
                    <a:pt x="1288" y="612"/>
                    <a:pt x="1296" y="616"/>
                  </a:cubicBezTo>
                  <a:cubicBezTo>
                    <a:pt x="1301" y="619"/>
                    <a:pt x="1307" y="622"/>
                    <a:pt x="1314" y="624"/>
                  </a:cubicBezTo>
                  <a:lnTo>
                    <a:pt x="1315" y="624"/>
                  </a:lnTo>
                  <a:cubicBezTo>
                    <a:pt x="1315" y="624"/>
                    <a:pt x="1316" y="624"/>
                    <a:pt x="1317" y="623"/>
                  </a:cubicBezTo>
                  <a:lnTo>
                    <a:pt x="1318" y="622"/>
                  </a:lnTo>
                  <a:cubicBezTo>
                    <a:pt x="1318" y="621"/>
                    <a:pt x="1319" y="621"/>
                    <a:pt x="1319" y="620"/>
                  </a:cubicBezTo>
                  <a:cubicBezTo>
                    <a:pt x="1319" y="619"/>
                    <a:pt x="1319" y="619"/>
                    <a:pt x="1318" y="618"/>
                  </a:cubicBezTo>
                  <a:lnTo>
                    <a:pt x="1317" y="617"/>
                  </a:lnTo>
                  <a:cubicBezTo>
                    <a:pt x="1317" y="617"/>
                    <a:pt x="1316" y="617"/>
                    <a:pt x="1316" y="616"/>
                  </a:cubicBezTo>
                  <a:cubicBezTo>
                    <a:pt x="1298" y="602"/>
                    <a:pt x="1280" y="586"/>
                    <a:pt x="1266" y="5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37"/>
            <p:cNvSpPr/>
            <p:nvPr/>
          </p:nvSpPr>
          <p:spPr>
            <a:xfrm>
              <a:off x="8932320" y="3189240"/>
              <a:ext cx="1032480" cy="434160"/>
            </a:xfrm>
            <a:custGeom>
              <a:rect b="b" l="l" r="r" t="t"/>
              <a:pathLst>
                <a:path extrusionOk="0" h="1206" w="2868">
                  <a:moveTo>
                    <a:pt x="2866" y="1187"/>
                  </a:moveTo>
                  <a:cubicBezTo>
                    <a:pt x="2846" y="1164"/>
                    <a:pt x="2826" y="1141"/>
                    <a:pt x="2810" y="1116"/>
                  </a:cubicBezTo>
                  <a:lnTo>
                    <a:pt x="2807" y="1107"/>
                  </a:lnTo>
                  <a:cubicBezTo>
                    <a:pt x="2793" y="1067"/>
                    <a:pt x="2776" y="1027"/>
                    <a:pt x="2756" y="989"/>
                  </a:cubicBezTo>
                  <a:cubicBezTo>
                    <a:pt x="2738" y="952"/>
                    <a:pt x="2728" y="913"/>
                    <a:pt x="2707" y="876"/>
                  </a:cubicBezTo>
                  <a:cubicBezTo>
                    <a:pt x="2691" y="847"/>
                    <a:pt x="2673" y="820"/>
                    <a:pt x="2658" y="790"/>
                  </a:cubicBezTo>
                  <a:cubicBezTo>
                    <a:pt x="2643" y="756"/>
                    <a:pt x="2626" y="723"/>
                    <a:pt x="2607" y="690"/>
                  </a:cubicBezTo>
                  <a:cubicBezTo>
                    <a:pt x="2585" y="651"/>
                    <a:pt x="2559" y="613"/>
                    <a:pt x="2532" y="576"/>
                  </a:cubicBezTo>
                  <a:cubicBezTo>
                    <a:pt x="2482" y="514"/>
                    <a:pt x="2437" y="444"/>
                    <a:pt x="2377" y="391"/>
                  </a:cubicBezTo>
                  <a:cubicBezTo>
                    <a:pt x="2345" y="364"/>
                    <a:pt x="2319" y="333"/>
                    <a:pt x="2286" y="307"/>
                  </a:cubicBezTo>
                  <a:cubicBezTo>
                    <a:pt x="2270" y="294"/>
                    <a:pt x="2252" y="282"/>
                    <a:pt x="2234" y="272"/>
                  </a:cubicBezTo>
                  <a:cubicBezTo>
                    <a:pt x="2219" y="263"/>
                    <a:pt x="2203" y="255"/>
                    <a:pt x="2186" y="248"/>
                  </a:cubicBezTo>
                  <a:cubicBezTo>
                    <a:pt x="2113" y="217"/>
                    <a:pt x="2041" y="179"/>
                    <a:pt x="1966" y="152"/>
                  </a:cubicBezTo>
                  <a:cubicBezTo>
                    <a:pt x="1887" y="123"/>
                    <a:pt x="1805" y="100"/>
                    <a:pt x="1724" y="80"/>
                  </a:cubicBezTo>
                  <a:cubicBezTo>
                    <a:pt x="1643" y="59"/>
                    <a:pt x="1554" y="70"/>
                    <a:pt x="1472" y="68"/>
                  </a:cubicBezTo>
                  <a:cubicBezTo>
                    <a:pt x="1448" y="61"/>
                    <a:pt x="1423" y="57"/>
                    <a:pt x="1398" y="57"/>
                  </a:cubicBezTo>
                  <a:cubicBezTo>
                    <a:pt x="1397" y="57"/>
                    <a:pt x="1396" y="57"/>
                    <a:pt x="1395" y="57"/>
                  </a:cubicBezTo>
                  <a:cubicBezTo>
                    <a:pt x="1376" y="57"/>
                    <a:pt x="1357" y="55"/>
                    <a:pt x="1339" y="50"/>
                  </a:cubicBezTo>
                  <a:lnTo>
                    <a:pt x="1340" y="50"/>
                  </a:lnTo>
                  <a:cubicBezTo>
                    <a:pt x="1347" y="50"/>
                    <a:pt x="1347" y="40"/>
                    <a:pt x="1342" y="38"/>
                  </a:cubicBezTo>
                  <a:cubicBezTo>
                    <a:pt x="1314" y="28"/>
                    <a:pt x="1287" y="23"/>
                    <a:pt x="1260" y="12"/>
                  </a:cubicBezTo>
                  <a:cubicBezTo>
                    <a:pt x="1235" y="4"/>
                    <a:pt x="1210" y="0"/>
                    <a:pt x="1184" y="0"/>
                  </a:cubicBezTo>
                  <a:cubicBezTo>
                    <a:pt x="1179" y="0"/>
                    <a:pt x="1174" y="0"/>
                    <a:pt x="1169" y="0"/>
                  </a:cubicBezTo>
                  <a:cubicBezTo>
                    <a:pt x="1100" y="1"/>
                    <a:pt x="1030" y="8"/>
                    <a:pt x="962" y="23"/>
                  </a:cubicBezTo>
                  <a:cubicBezTo>
                    <a:pt x="940" y="26"/>
                    <a:pt x="920" y="34"/>
                    <a:pt x="900" y="44"/>
                  </a:cubicBezTo>
                  <a:cubicBezTo>
                    <a:pt x="881" y="51"/>
                    <a:pt x="861" y="59"/>
                    <a:pt x="839" y="65"/>
                  </a:cubicBezTo>
                  <a:cubicBezTo>
                    <a:pt x="793" y="80"/>
                    <a:pt x="748" y="100"/>
                    <a:pt x="705" y="124"/>
                  </a:cubicBezTo>
                  <a:cubicBezTo>
                    <a:pt x="704" y="125"/>
                    <a:pt x="703" y="126"/>
                    <a:pt x="702" y="126"/>
                  </a:cubicBezTo>
                  <a:cubicBezTo>
                    <a:pt x="639" y="162"/>
                    <a:pt x="580" y="201"/>
                    <a:pt x="539" y="259"/>
                  </a:cubicBezTo>
                  <a:cubicBezTo>
                    <a:pt x="545" y="233"/>
                    <a:pt x="555" y="203"/>
                    <a:pt x="577" y="191"/>
                  </a:cubicBezTo>
                  <a:cubicBezTo>
                    <a:pt x="583" y="188"/>
                    <a:pt x="580" y="179"/>
                    <a:pt x="573" y="181"/>
                  </a:cubicBezTo>
                  <a:cubicBezTo>
                    <a:pt x="547" y="189"/>
                    <a:pt x="521" y="200"/>
                    <a:pt x="497" y="214"/>
                  </a:cubicBezTo>
                  <a:cubicBezTo>
                    <a:pt x="474" y="227"/>
                    <a:pt x="454" y="242"/>
                    <a:pt x="434" y="259"/>
                  </a:cubicBezTo>
                  <a:cubicBezTo>
                    <a:pt x="416" y="277"/>
                    <a:pt x="399" y="296"/>
                    <a:pt x="384" y="316"/>
                  </a:cubicBezTo>
                  <a:cubicBezTo>
                    <a:pt x="383" y="316"/>
                    <a:pt x="383" y="316"/>
                    <a:pt x="383" y="316"/>
                  </a:cubicBezTo>
                  <a:cubicBezTo>
                    <a:pt x="383" y="316"/>
                    <a:pt x="382" y="316"/>
                    <a:pt x="381" y="316"/>
                  </a:cubicBezTo>
                  <a:lnTo>
                    <a:pt x="380" y="316"/>
                  </a:lnTo>
                  <a:cubicBezTo>
                    <a:pt x="379" y="316"/>
                    <a:pt x="379" y="316"/>
                    <a:pt x="379" y="316"/>
                  </a:cubicBezTo>
                  <a:cubicBezTo>
                    <a:pt x="268" y="383"/>
                    <a:pt x="168" y="458"/>
                    <a:pt x="104" y="573"/>
                  </a:cubicBezTo>
                  <a:cubicBezTo>
                    <a:pt x="48" y="673"/>
                    <a:pt x="33" y="796"/>
                    <a:pt x="25" y="909"/>
                  </a:cubicBezTo>
                  <a:cubicBezTo>
                    <a:pt x="20" y="899"/>
                    <a:pt x="16" y="888"/>
                    <a:pt x="14" y="876"/>
                  </a:cubicBezTo>
                  <a:cubicBezTo>
                    <a:pt x="13" y="869"/>
                    <a:pt x="0" y="869"/>
                    <a:pt x="1" y="876"/>
                  </a:cubicBezTo>
                  <a:cubicBezTo>
                    <a:pt x="2" y="934"/>
                    <a:pt x="8" y="991"/>
                    <a:pt x="18" y="1047"/>
                  </a:cubicBezTo>
                  <a:cubicBezTo>
                    <a:pt x="26" y="1089"/>
                    <a:pt x="49" y="1121"/>
                    <a:pt x="62" y="1160"/>
                  </a:cubicBezTo>
                  <a:cubicBezTo>
                    <a:pt x="62" y="1161"/>
                    <a:pt x="62" y="1160"/>
                    <a:pt x="63" y="1161"/>
                  </a:cubicBezTo>
                  <a:cubicBezTo>
                    <a:pt x="64" y="1162"/>
                    <a:pt x="64" y="1163"/>
                    <a:pt x="64" y="1163"/>
                  </a:cubicBezTo>
                  <a:cubicBezTo>
                    <a:pt x="65" y="1163"/>
                    <a:pt x="66" y="1163"/>
                    <a:pt x="66" y="1164"/>
                  </a:cubicBezTo>
                  <a:cubicBezTo>
                    <a:pt x="64" y="1165"/>
                    <a:pt x="63" y="1167"/>
                    <a:pt x="61" y="1169"/>
                  </a:cubicBezTo>
                  <a:cubicBezTo>
                    <a:pt x="59" y="1170"/>
                    <a:pt x="61" y="1171"/>
                    <a:pt x="62" y="1170"/>
                  </a:cubicBezTo>
                  <a:cubicBezTo>
                    <a:pt x="66" y="1169"/>
                    <a:pt x="69" y="1167"/>
                    <a:pt x="73" y="1165"/>
                  </a:cubicBezTo>
                  <a:cubicBezTo>
                    <a:pt x="88" y="1156"/>
                    <a:pt x="102" y="1143"/>
                    <a:pt x="111" y="1128"/>
                  </a:cubicBezTo>
                  <a:cubicBezTo>
                    <a:pt x="112" y="1127"/>
                    <a:pt x="112" y="1127"/>
                    <a:pt x="113" y="1127"/>
                  </a:cubicBezTo>
                  <a:cubicBezTo>
                    <a:pt x="114" y="1126"/>
                    <a:pt x="114" y="1126"/>
                    <a:pt x="115" y="1125"/>
                  </a:cubicBezTo>
                  <a:cubicBezTo>
                    <a:pt x="115" y="1124"/>
                    <a:pt x="115" y="1123"/>
                    <a:pt x="116" y="1123"/>
                  </a:cubicBezTo>
                  <a:cubicBezTo>
                    <a:pt x="120" y="1118"/>
                    <a:pt x="124" y="1113"/>
                    <a:pt x="128" y="1108"/>
                  </a:cubicBezTo>
                  <a:cubicBezTo>
                    <a:pt x="156" y="1082"/>
                    <a:pt x="221" y="1089"/>
                    <a:pt x="251" y="1104"/>
                  </a:cubicBezTo>
                  <a:cubicBezTo>
                    <a:pt x="252" y="1104"/>
                    <a:pt x="252" y="1104"/>
                    <a:pt x="252" y="1104"/>
                  </a:cubicBezTo>
                  <a:lnTo>
                    <a:pt x="253" y="1104"/>
                  </a:lnTo>
                  <a:cubicBezTo>
                    <a:pt x="254" y="1104"/>
                    <a:pt x="255" y="1104"/>
                    <a:pt x="255" y="1104"/>
                  </a:cubicBezTo>
                  <a:cubicBezTo>
                    <a:pt x="256" y="1104"/>
                    <a:pt x="256" y="1103"/>
                    <a:pt x="256" y="1103"/>
                  </a:cubicBezTo>
                  <a:cubicBezTo>
                    <a:pt x="257" y="1102"/>
                    <a:pt x="257" y="1102"/>
                    <a:pt x="257" y="1101"/>
                  </a:cubicBezTo>
                  <a:cubicBezTo>
                    <a:pt x="257" y="1101"/>
                    <a:pt x="257" y="1100"/>
                    <a:pt x="256" y="1099"/>
                  </a:cubicBezTo>
                  <a:cubicBezTo>
                    <a:pt x="251" y="1093"/>
                    <a:pt x="246" y="1089"/>
                    <a:pt x="239" y="1085"/>
                  </a:cubicBezTo>
                  <a:cubicBezTo>
                    <a:pt x="232" y="1081"/>
                    <a:pt x="223" y="1078"/>
                    <a:pt x="214" y="1077"/>
                  </a:cubicBezTo>
                  <a:lnTo>
                    <a:pt x="221" y="1073"/>
                  </a:lnTo>
                  <a:cubicBezTo>
                    <a:pt x="221" y="1074"/>
                    <a:pt x="222" y="1074"/>
                    <a:pt x="222" y="1074"/>
                  </a:cubicBezTo>
                  <a:cubicBezTo>
                    <a:pt x="223" y="1075"/>
                    <a:pt x="223" y="1075"/>
                    <a:pt x="224" y="1075"/>
                  </a:cubicBezTo>
                  <a:cubicBezTo>
                    <a:pt x="250" y="1069"/>
                    <a:pt x="267" y="1035"/>
                    <a:pt x="283" y="1016"/>
                  </a:cubicBezTo>
                  <a:cubicBezTo>
                    <a:pt x="307" y="990"/>
                    <a:pt x="320" y="959"/>
                    <a:pt x="342" y="933"/>
                  </a:cubicBezTo>
                  <a:cubicBezTo>
                    <a:pt x="390" y="878"/>
                    <a:pt x="416" y="809"/>
                    <a:pt x="456" y="748"/>
                  </a:cubicBezTo>
                  <a:cubicBezTo>
                    <a:pt x="458" y="745"/>
                    <a:pt x="454" y="742"/>
                    <a:pt x="451" y="744"/>
                  </a:cubicBezTo>
                  <a:cubicBezTo>
                    <a:pt x="400" y="783"/>
                    <a:pt x="381" y="864"/>
                    <a:pt x="340" y="914"/>
                  </a:cubicBezTo>
                  <a:cubicBezTo>
                    <a:pt x="320" y="937"/>
                    <a:pt x="309" y="963"/>
                    <a:pt x="291" y="987"/>
                  </a:cubicBezTo>
                  <a:cubicBezTo>
                    <a:pt x="281" y="998"/>
                    <a:pt x="271" y="1008"/>
                    <a:pt x="260" y="1019"/>
                  </a:cubicBezTo>
                  <a:cubicBezTo>
                    <a:pt x="250" y="1030"/>
                    <a:pt x="244" y="1044"/>
                    <a:pt x="234" y="1055"/>
                  </a:cubicBezTo>
                  <a:cubicBezTo>
                    <a:pt x="234" y="1048"/>
                    <a:pt x="230" y="1041"/>
                    <a:pt x="222" y="1044"/>
                  </a:cubicBezTo>
                  <a:lnTo>
                    <a:pt x="212" y="1046"/>
                  </a:lnTo>
                  <a:lnTo>
                    <a:pt x="230" y="1036"/>
                  </a:lnTo>
                  <a:cubicBezTo>
                    <a:pt x="240" y="1030"/>
                    <a:pt x="260" y="1025"/>
                    <a:pt x="260" y="1010"/>
                  </a:cubicBezTo>
                  <a:lnTo>
                    <a:pt x="260" y="1009"/>
                  </a:lnTo>
                  <a:cubicBezTo>
                    <a:pt x="260" y="1008"/>
                    <a:pt x="260" y="1007"/>
                    <a:pt x="259" y="1006"/>
                  </a:cubicBezTo>
                  <a:cubicBezTo>
                    <a:pt x="259" y="1006"/>
                    <a:pt x="258" y="1004"/>
                    <a:pt x="257" y="1004"/>
                  </a:cubicBezTo>
                  <a:cubicBezTo>
                    <a:pt x="256" y="1003"/>
                    <a:pt x="256" y="1004"/>
                    <a:pt x="255" y="1004"/>
                  </a:cubicBezTo>
                  <a:cubicBezTo>
                    <a:pt x="254" y="1004"/>
                    <a:pt x="253" y="1003"/>
                    <a:pt x="252" y="1004"/>
                  </a:cubicBezTo>
                  <a:cubicBezTo>
                    <a:pt x="251" y="1005"/>
                    <a:pt x="251" y="1005"/>
                    <a:pt x="251" y="1005"/>
                  </a:cubicBezTo>
                  <a:cubicBezTo>
                    <a:pt x="245" y="1009"/>
                    <a:pt x="231" y="1008"/>
                    <a:pt x="224" y="1011"/>
                  </a:cubicBezTo>
                  <a:cubicBezTo>
                    <a:pt x="221" y="1012"/>
                    <a:pt x="217" y="1014"/>
                    <a:pt x="214" y="1016"/>
                  </a:cubicBezTo>
                  <a:cubicBezTo>
                    <a:pt x="209" y="1019"/>
                    <a:pt x="204" y="1022"/>
                    <a:pt x="200" y="1025"/>
                  </a:cubicBezTo>
                  <a:lnTo>
                    <a:pt x="194" y="1029"/>
                  </a:lnTo>
                  <a:lnTo>
                    <a:pt x="196" y="1027"/>
                  </a:lnTo>
                  <a:cubicBezTo>
                    <a:pt x="208" y="1013"/>
                    <a:pt x="221" y="1000"/>
                    <a:pt x="236" y="989"/>
                  </a:cubicBezTo>
                  <a:cubicBezTo>
                    <a:pt x="243" y="983"/>
                    <a:pt x="247" y="975"/>
                    <a:pt x="254" y="969"/>
                  </a:cubicBezTo>
                  <a:cubicBezTo>
                    <a:pt x="254" y="968"/>
                    <a:pt x="255" y="968"/>
                    <a:pt x="255" y="967"/>
                  </a:cubicBezTo>
                  <a:cubicBezTo>
                    <a:pt x="256" y="966"/>
                    <a:pt x="257" y="964"/>
                    <a:pt x="257" y="963"/>
                  </a:cubicBezTo>
                  <a:cubicBezTo>
                    <a:pt x="257" y="962"/>
                    <a:pt x="256" y="960"/>
                    <a:pt x="255" y="959"/>
                  </a:cubicBezTo>
                  <a:cubicBezTo>
                    <a:pt x="254" y="958"/>
                    <a:pt x="254" y="957"/>
                    <a:pt x="253" y="956"/>
                  </a:cubicBezTo>
                  <a:cubicBezTo>
                    <a:pt x="252" y="955"/>
                    <a:pt x="252" y="955"/>
                    <a:pt x="251" y="955"/>
                  </a:cubicBezTo>
                  <a:cubicBezTo>
                    <a:pt x="249" y="955"/>
                    <a:pt x="247" y="955"/>
                    <a:pt x="246" y="955"/>
                  </a:cubicBezTo>
                  <a:cubicBezTo>
                    <a:pt x="240" y="955"/>
                    <a:pt x="235" y="956"/>
                    <a:pt x="230" y="959"/>
                  </a:cubicBezTo>
                  <a:cubicBezTo>
                    <a:pt x="228" y="960"/>
                    <a:pt x="226" y="962"/>
                    <a:pt x="223" y="964"/>
                  </a:cubicBezTo>
                  <a:cubicBezTo>
                    <a:pt x="212" y="973"/>
                    <a:pt x="201" y="983"/>
                    <a:pt x="190" y="994"/>
                  </a:cubicBezTo>
                  <a:lnTo>
                    <a:pt x="192" y="991"/>
                  </a:lnTo>
                  <a:cubicBezTo>
                    <a:pt x="214" y="952"/>
                    <a:pt x="242" y="918"/>
                    <a:pt x="266" y="880"/>
                  </a:cubicBezTo>
                  <a:lnTo>
                    <a:pt x="266" y="879"/>
                  </a:lnTo>
                  <a:cubicBezTo>
                    <a:pt x="267" y="878"/>
                    <a:pt x="267" y="876"/>
                    <a:pt x="267" y="875"/>
                  </a:cubicBezTo>
                  <a:cubicBezTo>
                    <a:pt x="267" y="873"/>
                    <a:pt x="267" y="871"/>
                    <a:pt x="266" y="870"/>
                  </a:cubicBezTo>
                  <a:cubicBezTo>
                    <a:pt x="265" y="869"/>
                    <a:pt x="264" y="867"/>
                    <a:pt x="262" y="867"/>
                  </a:cubicBezTo>
                  <a:cubicBezTo>
                    <a:pt x="260" y="866"/>
                    <a:pt x="260" y="865"/>
                    <a:pt x="258" y="865"/>
                  </a:cubicBezTo>
                  <a:cubicBezTo>
                    <a:pt x="257" y="865"/>
                    <a:pt x="256" y="866"/>
                    <a:pt x="255" y="866"/>
                  </a:cubicBezTo>
                  <a:cubicBezTo>
                    <a:pt x="253" y="867"/>
                    <a:pt x="251" y="868"/>
                    <a:pt x="249" y="869"/>
                  </a:cubicBezTo>
                  <a:cubicBezTo>
                    <a:pt x="230" y="880"/>
                    <a:pt x="215" y="895"/>
                    <a:pt x="205" y="913"/>
                  </a:cubicBezTo>
                  <a:lnTo>
                    <a:pt x="219" y="876"/>
                  </a:lnTo>
                  <a:cubicBezTo>
                    <a:pt x="238" y="871"/>
                    <a:pt x="256" y="863"/>
                    <a:pt x="273" y="853"/>
                  </a:cubicBezTo>
                  <a:cubicBezTo>
                    <a:pt x="281" y="849"/>
                    <a:pt x="288" y="844"/>
                    <a:pt x="295" y="839"/>
                  </a:cubicBezTo>
                  <a:cubicBezTo>
                    <a:pt x="313" y="822"/>
                    <a:pt x="338" y="809"/>
                    <a:pt x="357" y="794"/>
                  </a:cubicBezTo>
                  <a:cubicBezTo>
                    <a:pt x="375" y="778"/>
                    <a:pt x="391" y="762"/>
                    <a:pt x="406" y="745"/>
                  </a:cubicBezTo>
                  <a:cubicBezTo>
                    <a:pt x="445" y="704"/>
                    <a:pt x="493" y="671"/>
                    <a:pt x="533" y="632"/>
                  </a:cubicBezTo>
                  <a:cubicBezTo>
                    <a:pt x="574" y="593"/>
                    <a:pt x="604" y="556"/>
                    <a:pt x="651" y="525"/>
                  </a:cubicBezTo>
                  <a:cubicBezTo>
                    <a:pt x="654" y="524"/>
                    <a:pt x="655" y="518"/>
                    <a:pt x="651" y="517"/>
                  </a:cubicBezTo>
                  <a:lnTo>
                    <a:pt x="643" y="516"/>
                  </a:lnTo>
                  <a:cubicBezTo>
                    <a:pt x="676" y="507"/>
                    <a:pt x="708" y="496"/>
                    <a:pt x="739" y="483"/>
                  </a:cubicBezTo>
                  <a:cubicBezTo>
                    <a:pt x="781" y="466"/>
                    <a:pt x="817" y="431"/>
                    <a:pt x="859" y="410"/>
                  </a:cubicBezTo>
                  <a:lnTo>
                    <a:pt x="860" y="409"/>
                  </a:lnTo>
                  <a:cubicBezTo>
                    <a:pt x="861" y="408"/>
                    <a:pt x="860" y="408"/>
                    <a:pt x="860" y="407"/>
                  </a:cubicBezTo>
                  <a:lnTo>
                    <a:pt x="860" y="406"/>
                  </a:lnTo>
                  <a:cubicBezTo>
                    <a:pt x="859" y="406"/>
                    <a:pt x="859" y="405"/>
                    <a:pt x="859" y="405"/>
                  </a:cubicBezTo>
                  <a:cubicBezTo>
                    <a:pt x="858" y="405"/>
                    <a:pt x="858" y="405"/>
                    <a:pt x="857" y="405"/>
                  </a:cubicBezTo>
                  <a:cubicBezTo>
                    <a:pt x="808" y="417"/>
                    <a:pt x="767" y="454"/>
                    <a:pt x="720" y="472"/>
                  </a:cubicBezTo>
                  <a:cubicBezTo>
                    <a:pt x="663" y="493"/>
                    <a:pt x="604" y="509"/>
                    <a:pt x="544" y="518"/>
                  </a:cubicBezTo>
                  <a:cubicBezTo>
                    <a:pt x="543" y="518"/>
                    <a:pt x="542" y="518"/>
                    <a:pt x="541" y="519"/>
                  </a:cubicBezTo>
                  <a:cubicBezTo>
                    <a:pt x="540" y="519"/>
                    <a:pt x="539" y="520"/>
                    <a:pt x="538" y="522"/>
                  </a:cubicBezTo>
                  <a:cubicBezTo>
                    <a:pt x="537" y="523"/>
                    <a:pt x="537" y="523"/>
                    <a:pt x="537" y="525"/>
                  </a:cubicBezTo>
                  <a:cubicBezTo>
                    <a:pt x="537" y="526"/>
                    <a:pt x="537" y="528"/>
                    <a:pt x="538" y="529"/>
                  </a:cubicBezTo>
                  <a:cubicBezTo>
                    <a:pt x="539" y="530"/>
                    <a:pt x="540" y="531"/>
                    <a:pt x="541" y="532"/>
                  </a:cubicBezTo>
                  <a:cubicBezTo>
                    <a:pt x="542" y="533"/>
                    <a:pt x="543" y="533"/>
                    <a:pt x="544" y="533"/>
                  </a:cubicBezTo>
                  <a:cubicBezTo>
                    <a:pt x="545" y="533"/>
                    <a:pt x="545" y="533"/>
                    <a:pt x="545" y="533"/>
                  </a:cubicBezTo>
                  <a:cubicBezTo>
                    <a:pt x="564" y="531"/>
                    <a:pt x="583" y="529"/>
                    <a:pt x="602" y="525"/>
                  </a:cubicBezTo>
                  <a:lnTo>
                    <a:pt x="624" y="524"/>
                  </a:lnTo>
                  <a:cubicBezTo>
                    <a:pt x="649" y="522"/>
                    <a:pt x="631" y="526"/>
                    <a:pt x="624" y="531"/>
                  </a:cubicBezTo>
                  <a:cubicBezTo>
                    <a:pt x="612" y="539"/>
                    <a:pt x="600" y="547"/>
                    <a:pt x="588" y="556"/>
                  </a:cubicBezTo>
                  <a:cubicBezTo>
                    <a:pt x="570" y="574"/>
                    <a:pt x="553" y="592"/>
                    <a:pt x="537" y="612"/>
                  </a:cubicBezTo>
                  <a:cubicBezTo>
                    <a:pt x="515" y="637"/>
                    <a:pt x="488" y="657"/>
                    <a:pt x="465" y="680"/>
                  </a:cubicBezTo>
                  <a:cubicBezTo>
                    <a:pt x="447" y="697"/>
                    <a:pt x="425" y="710"/>
                    <a:pt x="408" y="726"/>
                  </a:cubicBezTo>
                  <a:cubicBezTo>
                    <a:pt x="380" y="752"/>
                    <a:pt x="356" y="780"/>
                    <a:pt x="326" y="805"/>
                  </a:cubicBezTo>
                  <a:cubicBezTo>
                    <a:pt x="309" y="817"/>
                    <a:pt x="292" y="828"/>
                    <a:pt x="274" y="839"/>
                  </a:cubicBezTo>
                  <a:cubicBezTo>
                    <a:pt x="258" y="848"/>
                    <a:pt x="242" y="856"/>
                    <a:pt x="225" y="864"/>
                  </a:cubicBezTo>
                  <a:cubicBezTo>
                    <a:pt x="240" y="826"/>
                    <a:pt x="254" y="788"/>
                    <a:pt x="267" y="750"/>
                  </a:cubicBezTo>
                  <a:lnTo>
                    <a:pt x="267" y="749"/>
                  </a:lnTo>
                  <a:cubicBezTo>
                    <a:pt x="267" y="748"/>
                    <a:pt x="267" y="748"/>
                    <a:pt x="267" y="747"/>
                  </a:cubicBezTo>
                  <a:cubicBezTo>
                    <a:pt x="275" y="734"/>
                    <a:pt x="284" y="720"/>
                    <a:pt x="292" y="706"/>
                  </a:cubicBezTo>
                  <a:cubicBezTo>
                    <a:pt x="325" y="651"/>
                    <a:pt x="380" y="610"/>
                    <a:pt x="407" y="553"/>
                  </a:cubicBezTo>
                  <a:cubicBezTo>
                    <a:pt x="408" y="552"/>
                    <a:pt x="408" y="550"/>
                    <a:pt x="408" y="549"/>
                  </a:cubicBezTo>
                  <a:cubicBezTo>
                    <a:pt x="408" y="547"/>
                    <a:pt x="408" y="546"/>
                    <a:pt x="407" y="545"/>
                  </a:cubicBezTo>
                  <a:cubicBezTo>
                    <a:pt x="406" y="544"/>
                    <a:pt x="405" y="543"/>
                    <a:pt x="404" y="542"/>
                  </a:cubicBezTo>
                  <a:cubicBezTo>
                    <a:pt x="403" y="541"/>
                    <a:pt x="401" y="541"/>
                    <a:pt x="400" y="541"/>
                  </a:cubicBezTo>
                  <a:cubicBezTo>
                    <a:pt x="399" y="541"/>
                    <a:pt x="397" y="541"/>
                    <a:pt x="396" y="542"/>
                  </a:cubicBezTo>
                  <a:cubicBezTo>
                    <a:pt x="395" y="542"/>
                    <a:pt x="395" y="542"/>
                    <a:pt x="395" y="543"/>
                  </a:cubicBezTo>
                  <a:cubicBezTo>
                    <a:pt x="364" y="567"/>
                    <a:pt x="337" y="595"/>
                    <a:pt x="314" y="626"/>
                  </a:cubicBezTo>
                  <a:cubicBezTo>
                    <a:pt x="378" y="529"/>
                    <a:pt x="456" y="442"/>
                    <a:pt x="546" y="367"/>
                  </a:cubicBezTo>
                  <a:cubicBezTo>
                    <a:pt x="618" y="309"/>
                    <a:pt x="694" y="257"/>
                    <a:pt x="775" y="210"/>
                  </a:cubicBezTo>
                  <a:cubicBezTo>
                    <a:pt x="813" y="188"/>
                    <a:pt x="852" y="167"/>
                    <a:pt x="892" y="148"/>
                  </a:cubicBezTo>
                  <a:cubicBezTo>
                    <a:pt x="947" y="124"/>
                    <a:pt x="1004" y="105"/>
                    <a:pt x="1062" y="92"/>
                  </a:cubicBezTo>
                  <a:cubicBezTo>
                    <a:pt x="1127" y="71"/>
                    <a:pt x="1193" y="59"/>
                    <a:pt x="1261" y="56"/>
                  </a:cubicBezTo>
                  <a:cubicBezTo>
                    <a:pt x="1303" y="58"/>
                    <a:pt x="1343" y="71"/>
                    <a:pt x="1385" y="72"/>
                  </a:cubicBezTo>
                  <a:cubicBezTo>
                    <a:pt x="1417" y="72"/>
                    <a:pt x="1447" y="84"/>
                    <a:pt x="1479" y="85"/>
                  </a:cubicBezTo>
                  <a:cubicBezTo>
                    <a:pt x="1499" y="86"/>
                    <a:pt x="1519" y="90"/>
                    <a:pt x="1538" y="99"/>
                  </a:cubicBezTo>
                  <a:cubicBezTo>
                    <a:pt x="1556" y="104"/>
                    <a:pt x="1576" y="107"/>
                    <a:pt x="1595" y="109"/>
                  </a:cubicBezTo>
                  <a:cubicBezTo>
                    <a:pt x="1621" y="114"/>
                    <a:pt x="1648" y="119"/>
                    <a:pt x="1674" y="125"/>
                  </a:cubicBezTo>
                  <a:cubicBezTo>
                    <a:pt x="1700" y="131"/>
                    <a:pt x="1725" y="147"/>
                    <a:pt x="1753" y="154"/>
                  </a:cubicBezTo>
                  <a:cubicBezTo>
                    <a:pt x="1787" y="167"/>
                    <a:pt x="1821" y="182"/>
                    <a:pt x="1853" y="198"/>
                  </a:cubicBezTo>
                  <a:cubicBezTo>
                    <a:pt x="1867" y="204"/>
                    <a:pt x="1881" y="210"/>
                    <a:pt x="1896" y="214"/>
                  </a:cubicBezTo>
                  <a:cubicBezTo>
                    <a:pt x="1890" y="213"/>
                    <a:pt x="1939" y="232"/>
                    <a:pt x="1940" y="234"/>
                  </a:cubicBezTo>
                  <a:cubicBezTo>
                    <a:pt x="1940" y="236"/>
                    <a:pt x="1947" y="235"/>
                    <a:pt x="1947" y="232"/>
                  </a:cubicBezTo>
                  <a:lnTo>
                    <a:pt x="1947" y="229"/>
                  </a:lnTo>
                  <a:cubicBezTo>
                    <a:pt x="1947" y="228"/>
                    <a:pt x="1947" y="227"/>
                    <a:pt x="1946" y="226"/>
                  </a:cubicBezTo>
                  <a:lnTo>
                    <a:pt x="1945" y="225"/>
                  </a:lnTo>
                  <a:cubicBezTo>
                    <a:pt x="1945" y="224"/>
                    <a:pt x="1944" y="224"/>
                    <a:pt x="1944" y="224"/>
                  </a:cubicBezTo>
                  <a:cubicBezTo>
                    <a:pt x="1919" y="214"/>
                    <a:pt x="1897" y="202"/>
                    <a:pt x="1872" y="192"/>
                  </a:cubicBezTo>
                  <a:cubicBezTo>
                    <a:pt x="1840" y="180"/>
                    <a:pt x="1806" y="157"/>
                    <a:pt x="1774" y="148"/>
                  </a:cubicBezTo>
                  <a:cubicBezTo>
                    <a:pt x="1746" y="141"/>
                    <a:pt x="1721" y="124"/>
                    <a:pt x="1695" y="117"/>
                  </a:cubicBezTo>
                  <a:cubicBezTo>
                    <a:pt x="1663" y="109"/>
                    <a:pt x="1630" y="104"/>
                    <a:pt x="1598" y="97"/>
                  </a:cubicBezTo>
                  <a:cubicBezTo>
                    <a:pt x="1565" y="89"/>
                    <a:pt x="1539" y="83"/>
                    <a:pt x="1508" y="78"/>
                  </a:cubicBezTo>
                  <a:cubicBezTo>
                    <a:pt x="1570" y="85"/>
                    <a:pt x="1634" y="74"/>
                    <a:pt x="1696" y="86"/>
                  </a:cubicBezTo>
                  <a:cubicBezTo>
                    <a:pt x="1780" y="102"/>
                    <a:pt x="1864" y="125"/>
                    <a:pt x="1945" y="155"/>
                  </a:cubicBezTo>
                  <a:cubicBezTo>
                    <a:pt x="2012" y="179"/>
                    <a:pt x="2074" y="210"/>
                    <a:pt x="2140" y="238"/>
                  </a:cubicBezTo>
                  <a:cubicBezTo>
                    <a:pt x="2172" y="249"/>
                    <a:pt x="2202" y="264"/>
                    <a:pt x="2232" y="280"/>
                  </a:cubicBezTo>
                  <a:cubicBezTo>
                    <a:pt x="2244" y="287"/>
                    <a:pt x="2255" y="295"/>
                    <a:pt x="2267" y="302"/>
                  </a:cubicBezTo>
                  <a:cubicBezTo>
                    <a:pt x="2303" y="332"/>
                    <a:pt x="2337" y="364"/>
                    <a:pt x="2368" y="398"/>
                  </a:cubicBezTo>
                  <a:cubicBezTo>
                    <a:pt x="2493" y="522"/>
                    <a:pt x="2583" y="673"/>
                    <a:pt x="2656" y="833"/>
                  </a:cubicBezTo>
                  <a:cubicBezTo>
                    <a:pt x="2672" y="866"/>
                    <a:pt x="2696" y="895"/>
                    <a:pt x="2712" y="927"/>
                  </a:cubicBezTo>
                  <a:cubicBezTo>
                    <a:pt x="2721" y="947"/>
                    <a:pt x="2729" y="967"/>
                    <a:pt x="2736" y="988"/>
                  </a:cubicBezTo>
                  <a:cubicBezTo>
                    <a:pt x="2723" y="967"/>
                    <a:pt x="2710" y="946"/>
                    <a:pt x="2695" y="927"/>
                  </a:cubicBezTo>
                  <a:cubicBezTo>
                    <a:pt x="2657" y="877"/>
                    <a:pt x="2620" y="827"/>
                    <a:pt x="2581" y="778"/>
                  </a:cubicBezTo>
                  <a:cubicBezTo>
                    <a:pt x="2562" y="752"/>
                    <a:pt x="2539" y="729"/>
                    <a:pt x="2518" y="705"/>
                  </a:cubicBezTo>
                  <a:cubicBezTo>
                    <a:pt x="2507" y="689"/>
                    <a:pt x="2494" y="675"/>
                    <a:pt x="2480" y="663"/>
                  </a:cubicBezTo>
                  <a:cubicBezTo>
                    <a:pt x="2479" y="663"/>
                    <a:pt x="2478" y="664"/>
                    <a:pt x="2478" y="664"/>
                  </a:cubicBezTo>
                  <a:cubicBezTo>
                    <a:pt x="2492" y="682"/>
                    <a:pt x="2505" y="700"/>
                    <a:pt x="2516" y="719"/>
                  </a:cubicBezTo>
                  <a:cubicBezTo>
                    <a:pt x="2516" y="721"/>
                    <a:pt x="2517" y="722"/>
                    <a:pt x="2518" y="723"/>
                  </a:cubicBezTo>
                  <a:cubicBezTo>
                    <a:pt x="2537" y="750"/>
                    <a:pt x="2561" y="773"/>
                    <a:pt x="2580" y="799"/>
                  </a:cubicBezTo>
                  <a:cubicBezTo>
                    <a:pt x="2617" y="849"/>
                    <a:pt x="2653" y="899"/>
                    <a:pt x="2690" y="949"/>
                  </a:cubicBezTo>
                  <a:cubicBezTo>
                    <a:pt x="2705" y="972"/>
                    <a:pt x="2720" y="996"/>
                    <a:pt x="2734" y="1020"/>
                  </a:cubicBezTo>
                  <a:cubicBezTo>
                    <a:pt x="2748" y="1044"/>
                    <a:pt x="2761" y="1070"/>
                    <a:pt x="2774" y="1095"/>
                  </a:cubicBezTo>
                  <a:cubicBezTo>
                    <a:pt x="2779" y="1105"/>
                    <a:pt x="2785" y="1115"/>
                    <a:pt x="2792" y="1127"/>
                  </a:cubicBezTo>
                  <a:cubicBezTo>
                    <a:pt x="2796" y="1144"/>
                    <a:pt x="2803" y="1160"/>
                    <a:pt x="2812" y="1175"/>
                  </a:cubicBezTo>
                  <a:cubicBezTo>
                    <a:pt x="2816" y="1182"/>
                    <a:pt x="2820" y="1189"/>
                    <a:pt x="2825" y="1195"/>
                  </a:cubicBezTo>
                  <a:cubicBezTo>
                    <a:pt x="2834" y="1205"/>
                    <a:pt x="2850" y="1192"/>
                    <a:pt x="2841" y="1182"/>
                  </a:cubicBezTo>
                  <a:lnTo>
                    <a:pt x="2840" y="1181"/>
                  </a:lnTo>
                  <a:cubicBezTo>
                    <a:pt x="2842" y="1183"/>
                    <a:pt x="2845" y="1185"/>
                    <a:pt x="2848" y="1187"/>
                  </a:cubicBezTo>
                  <a:cubicBezTo>
                    <a:pt x="2852" y="1189"/>
                    <a:pt x="2856" y="1191"/>
                    <a:pt x="2861" y="1193"/>
                  </a:cubicBezTo>
                  <a:lnTo>
                    <a:pt x="2862" y="1193"/>
                  </a:lnTo>
                  <a:cubicBezTo>
                    <a:pt x="2863" y="1193"/>
                    <a:pt x="2863" y="1192"/>
                    <a:pt x="2864" y="1192"/>
                  </a:cubicBezTo>
                  <a:cubicBezTo>
                    <a:pt x="2865" y="1191"/>
                    <a:pt x="2865" y="1192"/>
                    <a:pt x="2866" y="1191"/>
                  </a:cubicBezTo>
                  <a:cubicBezTo>
                    <a:pt x="2867" y="1190"/>
                    <a:pt x="2866" y="1189"/>
                    <a:pt x="2866" y="1189"/>
                  </a:cubicBezTo>
                  <a:cubicBezTo>
                    <a:pt x="2866" y="1188"/>
                    <a:pt x="2866" y="1188"/>
                    <a:pt x="2866" y="1187"/>
                  </a:cubicBezTo>
                  <a:moveTo>
                    <a:pt x="117" y="1105"/>
                  </a:moveTo>
                  <a:lnTo>
                    <a:pt x="117" y="1105"/>
                  </a:lnTo>
                  <a:moveTo>
                    <a:pt x="152" y="1083"/>
                  </a:moveTo>
                  <a:lnTo>
                    <a:pt x="152" y="1083"/>
                  </a:lnTo>
                  <a:moveTo>
                    <a:pt x="650" y="263"/>
                  </a:moveTo>
                  <a:cubicBezTo>
                    <a:pt x="626" y="282"/>
                    <a:pt x="597" y="296"/>
                    <a:pt x="573" y="317"/>
                  </a:cubicBezTo>
                  <a:cubicBezTo>
                    <a:pt x="540" y="347"/>
                    <a:pt x="505" y="376"/>
                    <a:pt x="470" y="404"/>
                  </a:cubicBezTo>
                  <a:cubicBezTo>
                    <a:pt x="422" y="441"/>
                    <a:pt x="382" y="498"/>
                    <a:pt x="345" y="546"/>
                  </a:cubicBezTo>
                  <a:cubicBezTo>
                    <a:pt x="331" y="563"/>
                    <a:pt x="319" y="581"/>
                    <a:pt x="306" y="600"/>
                  </a:cubicBezTo>
                  <a:cubicBezTo>
                    <a:pt x="268" y="626"/>
                    <a:pt x="247" y="680"/>
                    <a:pt x="226" y="720"/>
                  </a:cubicBezTo>
                  <a:cubicBezTo>
                    <a:pt x="216" y="739"/>
                    <a:pt x="206" y="759"/>
                    <a:pt x="196" y="779"/>
                  </a:cubicBezTo>
                  <a:cubicBezTo>
                    <a:pt x="197" y="772"/>
                    <a:pt x="198" y="765"/>
                    <a:pt x="198" y="758"/>
                  </a:cubicBezTo>
                  <a:cubicBezTo>
                    <a:pt x="198" y="751"/>
                    <a:pt x="197" y="744"/>
                    <a:pt x="196" y="737"/>
                  </a:cubicBezTo>
                  <a:cubicBezTo>
                    <a:pt x="196" y="736"/>
                    <a:pt x="195" y="735"/>
                    <a:pt x="195" y="734"/>
                  </a:cubicBezTo>
                  <a:cubicBezTo>
                    <a:pt x="194" y="733"/>
                    <a:pt x="194" y="731"/>
                    <a:pt x="192" y="731"/>
                  </a:cubicBezTo>
                  <a:cubicBezTo>
                    <a:pt x="191" y="730"/>
                    <a:pt x="189" y="729"/>
                    <a:pt x="187" y="729"/>
                  </a:cubicBezTo>
                  <a:cubicBezTo>
                    <a:pt x="185" y="729"/>
                    <a:pt x="184" y="730"/>
                    <a:pt x="182" y="731"/>
                  </a:cubicBezTo>
                  <a:cubicBezTo>
                    <a:pt x="181" y="731"/>
                    <a:pt x="180" y="733"/>
                    <a:pt x="179" y="734"/>
                  </a:cubicBezTo>
                  <a:cubicBezTo>
                    <a:pt x="179" y="734"/>
                    <a:pt x="179" y="735"/>
                    <a:pt x="178" y="735"/>
                  </a:cubicBezTo>
                  <a:cubicBezTo>
                    <a:pt x="162" y="775"/>
                    <a:pt x="150" y="817"/>
                    <a:pt x="143" y="860"/>
                  </a:cubicBezTo>
                  <a:cubicBezTo>
                    <a:pt x="143" y="855"/>
                    <a:pt x="143" y="850"/>
                    <a:pt x="143" y="844"/>
                  </a:cubicBezTo>
                  <a:cubicBezTo>
                    <a:pt x="143" y="814"/>
                    <a:pt x="141" y="783"/>
                    <a:pt x="137" y="753"/>
                  </a:cubicBezTo>
                  <a:cubicBezTo>
                    <a:pt x="136" y="747"/>
                    <a:pt x="127" y="748"/>
                    <a:pt x="126" y="753"/>
                  </a:cubicBezTo>
                  <a:cubicBezTo>
                    <a:pt x="119" y="804"/>
                    <a:pt x="115" y="854"/>
                    <a:pt x="115" y="905"/>
                  </a:cubicBezTo>
                  <a:cubicBezTo>
                    <a:pt x="115" y="913"/>
                    <a:pt x="115" y="920"/>
                    <a:pt x="115" y="928"/>
                  </a:cubicBezTo>
                  <a:cubicBezTo>
                    <a:pt x="115" y="948"/>
                    <a:pt x="115" y="968"/>
                    <a:pt x="115" y="989"/>
                  </a:cubicBezTo>
                  <a:cubicBezTo>
                    <a:pt x="115" y="974"/>
                    <a:pt x="112" y="960"/>
                    <a:pt x="104" y="947"/>
                  </a:cubicBezTo>
                  <a:cubicBezTo>
                    <a:pt x="103" y="945"/>
                    <a:pt x="101" y="942"/>
                    <a:pt x="99" y="940"/>
                  </a:cubicBezTo>
                  <a:cubicBezTo>
                    <a:pt x="98" y="939"/>
                    <a:pt x="98" y="939"/>
                    <a:pt x="97" y="938"/>
                  </a:cubicBezTo>
                  <a:cubicBezTo>
                    <a:pt x="96" y="937"/>
                    <a:pt x="95" y="938"/>
                    <a:pt x="94" y="938"/>
                  </a:cubicBezTo>
                  <a:cubicBezTo>
                    <a:pt x="93" y="938"/>
                    <a:pt x="92" y="938"/>
                    <a:pt x="92" y="938"/>
                  </a:cubicBezTo>
                  <a:cubicBezTo>
                    <a:pt x="91" y="939"/>
                    <a:pt x="91" y="940"/>
                    <a:pt x="90" y="941"/>
                  </a:cubicBezTo>
                  <a:cubicBezTo>
                    <a:pt x="89" y="942"/>
                    <a:pt x="89" y="942"/>
                    <a:pt x="89" y="943"/>
                  </a:cubicBezTo>
                  <a:cubicBezTo>
                    <a:pt x="89" y="944"/>
                    <a:pt x="89" y="945"/>
                    <a:pt x="89" y="945"/>
                  </a:cubicBezTo>
                  <a:cubicBezTo>
                    <a:pt x="93" y="969"/>
                    <a:pt x="96" y="994"/>
                    <a:pt x="97" y="1018"/>
                  </a:cubicBezTo>
                  <a:cubicBezTo>
                    <a:pt x="101" y="1052"/>
                    <a:pt x="97" y="1087"/>
                    <a:pt x="100" y="1121"/>
                  </a:cubicBezTo>
                  <a:cubicBezTo>
                    <a:pt x="90" y="1133"/>
                    <a:pt x="81" y="1146"/>
                    <a:pt x="70" y="1158"/>
                  </a:cubicBezTo>
                  <a:cubicBezTo>
                    <a:pt x="70" y="1131"/>
                    <a:pt x="54" y="1112"/>
                    <a:pt x="44" y="1088"/>
                  </a:cubicBezTo>
                  <a:cubicBezTo>
                    <a:pt x="26" y="1033"/>
                    <a:pt x="16" y="976"/>
                    <a:pt x="15" y="919"/>
                  </a:cubicBezTo>
                  <a:cubicBezTo>
                    <a:pt x="18" y="922"/>
                    <a:pt x="21" y="926"/>
                    <a:pt x="26" y="928"/>
                  </a:cubicBezTo>
                  <a:cubicBezTo>
                    <a:pt x="26" y="928"/>
                    <a:pt x="26" y="929"/>
                    <a:pt x="27" y="929"/>
                  </a:cubicBezTo>
                  <a:cubicBezTo>
                    <a:pt x="28" y="929"/>
                    <a:pt x="29" y="930"/>
                    <a:pt x="30" y="930"/>
                  </a:cubicBezTo>
                  <a:cubicBezTo>
                    <a:pt x="31" y="930"/>
                    <a:pt x="33" y="929"/>
                    <a:pt x="34" y="929"/>
                  </a:cubicBezTo>
                  <a:cubicBezTo>
                    <a:pt x="35" y="928"/>
                    <a:pt x="36" y="927"/>
                    <a:pt x="36" y="926"/>
                  </a:cubicBezTo>
                  <a:cubicBezTo>
                    <a:pt x="37" y="925"/>
                    <a:pt x="37" y="924"/>
                    <a:pt x="37" y="922"/>
                  </a:cubicBezTo>
                  <a:cubicBezTo>
                    <a:pt x="48" y="808"/>
                    <a:pt x="63" y="683"/>
                    <a:pt x="119" y="581"/>
                  </a:cubicBezTo>
                  <a:cubicBezTo>
                    <a:pt x="121" y="578"/>
                    <a:pt x="122" y="575"/>
                    <a:pt x="124" y="572"/>
                  </a:cubicBezTo>
                  <a:cubicBezTo>
                    <a:pt x="156" y="517"/>
                    <a:pt x="198" y="469"/>
                    <a:pt x="248" y="429"/>
                  </a:cubicBezTo>
                  <a:cubicBezTo>
                    <a:pt x="282" y="402"/>
                    <a:pt x="321" y="378"/>
                    <a:pt x="354" y="350"/>
                  </a:cubicBezTo>
                  <a:cubicBezTo>
                    <a:pt x="347" y="359"/>
                    <a:pt x="340" y="367"/>
                    <a:pt x="333" y="375"/>
                  </a:cubicBezTo>
                  <a:cubicBezTo>
                    <a:pt x="274" y="442"/>
                    <a:pt x="229" y="549"/>
                    <a:pt x="234" y="639"/>
                  </a:cubicBezTo>
                  <a:lnTo>
                    <a:pt x="235" y="640"/>
                  </a:lnTo>
                  <a:lnTo>
                    <a:pt x="236" y="641"/>
                  </a:lnTo>
                  <a:lnTo>
                    <a:pt x="237" y="641"/>
                  </a:lnTo>
                  <a:lnTo>
                    <a:pt x="238" y="641"/>
                  </a:lnTo>
                  <a:cubicBezTo>
                    <a:pt x="238" y="640"/>
                    <a:pt x="239" y="640"/>
                    <a:pt x="239" y="640"/>
                  </a:cubicBezTo>
                  <a:cubicBezTo>
                    <a:pt x="239" y="639"/>
                    <a:pt x="239" y="639"/>
                    <a:pt x="239" y="639"/>
                  </a:cubicBezTo>
                  <a:cubicBezTo>
                    <a:pt x="243" y="591"/>
                    <a:pt x="255" y="545"/>
                    <a:pt x="274" y="502"/>
                  </a:cubicBezTo>
                  <a:cubicBezTo>
                    <a:pt x="296" y="448"/>
                    <a:pt x="329" y="409"/>
                    <a:pt x="363" y="361"/>
                  </a:cubicBezTo>
                  <a:cubicBezTo>
                    <a:pt x="404" y="303"/>
                    <a:pt x="458" y="255"/>
                    <a:pt x="520" y="219"/>
                  </a:cubicBezTo>
                  <a:cubicBezTo>
                    <a:pt x="528" y="214"/>
                    <a:pt x="537" y="209"/>
                    <a:pt x="546" y="205"/>
                  </a:cubicBezTo>
                  <a:cubicBezTo>
                    <a:pt x="532" y="231"/>
                    <a:pt x="523" y="259"/>
                    <a:pt x="521" y="288"/>
                  </a:cubicBezTo>
                  <a:cubicBezTo>
                    <a:pt x="521" y="294"/>
                    <a:pt x="528" y="296"/>
                    <a:pt x="531" y="291"/>
                  </a:cubicBezTo>
                  <a:cubicBezTo>
                    <a:pt x="598" y="173"/>
                    <a:pt x="745" y="116"/>
                    <a:pt x="873" y="68"/>
                  </a:cubicBezTo>
                  <a:lnTo>
                    <a:pt x="871" y="71"/>
                  </a:lnTo>
                  <a:cubicBezTo>
                    <a:pt x="854" y="94"/>
                    <a:pt x="835" y="115"/>
                    <a:pt x="814" y="134"/>
                  </a:cubicBezTo>
                  <a:cubicBezTo>
                    <a:pt x="806" y="140"/>
                    <a:pt x="798" y="147"/>
                    <a:pt x="792" y="154"/>
                  </a:cubicBezTo>
                  <a:cubicBezTo>
                    <a:pt x="784" y="164"/>
                    <a:pt x="779" y="176"/>
                    <a:pt x="772" y="186"/>
                  </a:cubicBezTo>
                  <a:cubicBezTo>
                    <a:pt x="757" y="193"/>
                    <a:pt x="743" y="201"/>
                    <a:pt x="729" y="209"/>
                  </a:cubicBezTo>
                  <a:cubicBezTo>
                    <a:pt x="702" y="225"/>
                    <a:pt x="675" y="243"/>
                    <a:pt x="650" y="263"/>
                  </a:cubicBezTo>
                  <a:moveTo>
                    <a:pt x="1215" y="51"/>
                  </a:moveTo>
                  <a:lnTo>
                    <a:pt x="1215" y="52"/>
                  </a:lnTo>
                  <a:cubicBezTo>
                    <a:pt x="1214" y="52"/>
                    <a:pt x="1214" y="52"/>
                    <a:pt x="1214" y="53"/>
                  </a:cubicBezTo>
                  <a:lnTo>
                    <a:pt x="1213" y="53"/>
                  </a:lnTo>
                  <a:cubicBezTo>
                    <a:pt x="1083" y="59"/>
                    <a:pt x="956" y="94"/>
                    <a:pt x="840" y="154"/>
                  </a:cubicBezTo>
                  <a:lnTo>
                    <a:pt x="789" y="179"/>
                  </a:lnTo>
                  <a:cubicBezTo>
                    <a:pt x="800" y="157"/>
                    <a:pt x="822" y="143"/>
                    <a:pt x="838" y="124"/>
                  </a:cubicBezTo>
                  <a:cubicBezTo>
                    <a:pt x="846" y="115"/>
                    <a:pt x="908" y="64"/>
                    <a:pt x="907" y="65"/>
                  </a:cubicBezTo>
                  <a:cubicBezTo>
                    <a:pt x="908" y="64"/>
                    <a:pt x="910" y="63"/>
                    <a:pt x="911" y="62"/>
                  </a:cubicBezTo>
                  <a:cubicBezTo>
                    <a:pt x="932" y="51"/>
                    <a:pt x="954" y="43"/>
                    <a:pt x="978" y="39"/>
                  </a:cubicBezTo>
                  <a:cubicBezTo>
                    <a:pt x="1041" y="27"/>
                    <a:pt x="1105" y="21"/>
                    <a:pt x="1169" y="20"/>
                  </a:cubicBezTo>
                  <a:cubicBezTo>
                    <a:pt x="1173" y="20"/>
                    <a:pt x="1177" y="19"/>
                    <a:pt x="1182" y="19"/>
                  </a:cubicBezTo>
                  <a:cubicBezTo>
                    <a:pt x="1211" y="19"/>
                    <a:pt x="1240" y="26"/>
                    <a:pt x="1266" y="37"/>
                  </a:cubicBezTo>
                  <a:cubicBezTo>
                    <a:pt x="1269" y="39"/>
                    <a:pt x="1272" y="39"/>
                    <a:pt x="1274" y="40"/>
                  </a:cubicBezTo>
                  <a:cubicBezTo>
                    <a:pt x="1271" y="40"/>
                    <a:pt x="1268" y="40"/>
                    <a:pt x="1264" y="40"/>
                  </a:cubicBezTo>
                  <a:cubicBezTo>
                    <a:pt x="1247" y="40"/>
                    <a:pt x="1230" y="44"/>
                    <a:pt x="1215" y="52"/>
                  </a:cubicBezTo>
                  <a:lnTo>
                    <a:pt x="1215"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37"/>
            <p:cNvSpPr/>
            <p:nvPr/>
          </p:nvSpPr>
          <p:spPr>
            <a:xfrm>
              <a:off x="9064080" y="3953520"/>
              <a:ext cx="132480" cy="315000"/>
            </a:xfrm>
            <a:custGeom>
              <a:rect b="b" l="l" r="r" t="t"/>
              <a:pathLst>
                <a:path extrusionOk="0" h="875" w="368">
                  <a:moveTo>
                    <a:pt x="367" y="870"/>
                  </a:moveTo>
                  <a:cubicBezTo>
                    <a:pt x="351" y="781"/>
                    <a:pt x="342" y="688"/>
                    <a:pt x="313" y="601"/>
                  </a:cubicBezTo>
                  <a:cubicBezTo>
                    <a:pt x="299" y="557"/>
                    <a:pt x="285" y="512"/>
                    <a:pt x="274" y="466"/>
                  </a:cubicBezTo>
                  <a:cubicBezTo>
                    <a:pt x="268" y="443"/>
                    <a:pt x="260" y="420"/>
                    <a:pt x="250" y="398"/>
                  </a:cubicBezTo>
                  <a:cubicBezTo>
                    <a:pt x="243" y="382"/>
                    <a:pt x="240" y="354"/>
                    <a:pt x="232" y="340"/>
                  </a:cubicBezTo>
                  <a:cubicBezTo>
                    <a:pt x="213" y="306"/>
                    <a:pt x="204" y="259"/>
                    <a:pt x="193" y="220"/>
                  </a:cubicBezTo>
                  <a:cubicBezTo>
                    <a:pt x="189" y="206"/>
                    <a:pt x="175" y="193"/>
                    <a:pt x="170" y="179"/>
                  </a:cubicBezTo>
                  <a:cubicBezTo>
                    <a:pt x="165" y="165"/>
                    <a:pt x="158" y="151"/>
                    <a:pt x="151" y="138"/>
                  </a:cubicBezTo>
                  <a:cubicBezTo>
                    <a:pt x="148" y="134"/>
                    <a:pt x="146" y="130"/>
                    <a:pt x="143" y="125"/>
                  </a:cubicBezTo>
                  <a:cubicBezTo>
                    <a:pt x="112" y="72"/>
                    <a:pt x="64" y="15"/>
                    <a:pt x="0" y="0"/>
                  </a:cubicBezTo>
                  <a:lnTo>
                    <a:pt x="0" y="1"/>
                  </a:lnTo>
                  <a:cubicBezTo>
                    <a:pt x="20" y="9"/>
                    <a:pt x="16" y="10"/>
                    <a:pt x="29" y="21"/>
                  </a:cubicBezTo>
                  <a:cubicBezTo>
                    <a:pt x="48" y="38"/>
                    <a:pt x="91" y="64"/>
                    <a:pt x="102" y="89"/>
                  </a:cubicBezTo>
                  <a:cubicBezTo>
                    <a:pt x="109" y="100"/>
                    <a:pt x="116" y="110"/>
                    <a:pt x="124" y="120"/>
                  </a:cubicBezTo>
                  <a:cubicBezTo>
                    <a:pt x="127" y="123"/>
                    <a:pt x="129" y="127"/>
                    <a:pt x="131" y="131"/>
                  </a:cubicBezTo>
                  <a:cubicBezTo>
                    <a:pt x="140" y="147"/>
                    <a:pt x="149" y="165"/>
                    <a:pt x="157" y="183"/>
                  </a:cubicBezTo>
                  <a:cubicBezTo>
                    <a:pt x="168" y="212"/>
                    <a:pt x="181" y="237"/>
                    <a:pt x="191" y="268"/>
                  </a:cubicBezTo>
                  <a:cubicBezTo>
                    <a:pt x="200" y="298"/>
                    <a:pt x="211" y="329"/>
                    <a:pt x="220" y="360"/>
                  </a:cubicBezTo>
                  <a:cubicBezTo>
                    <a:pt x="230" y="398"/>
                    <a:pt x="249" y="433"/>
                    <a:pt x="259" y="470"/>
                  </a:cubicBezTo>
                  <a:cubicBezTo>
                    <a:pt x="272" y="515"/>
                    <a:pt x="284" y="561"/>
                    <a:pt x="298" y="605"/>
                  </a:cubicBezTo>
                  <a:cubicBezTo>
                    <a:pt x="327" y="691"/>
                    <a:pt x="335" y="783"/>
                    <a:pt x="361" y="870"/>
                  </a:cubicBezTo>
                  <a:cubicBezTo>
                    <a:pt x="362" y="874"/>
                    <a:pt x="367" y="873"/>
                    <a:pt x="367" y="8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37"/>
            <p:cNvSpPr/>
            <p:nvPr/>
          </p:nvSpPr>
          <p:spPr>
            <a:xfrm>
              <a:off x="9181440" y="4244760"/>
              <a:ext cx="72720" cy="296640"/>
            </a:xfrm>
            <a:custGeom>
              <a:rect b="b" l="l" r="r" t="t"/>
              <a:pathLst>
                <a:path extrusionOk="0" h="824" w="202">
                  <a:moveTo>
                    <a:pt x="101" y="5"/>
                  </a:moveTo>
                  <a:cubicBezTo>
                    <a:pt x="98" y="0"/>
                    <a:pt x="90" y="5"/>
                    <a:pt x="93" y="10"/>
                  </a:cubicBezTo>
                  <a:cubicBezTo>
                    <a:pt x="123" y="76"/>
                    <a:pt x="137" y="151"/>
                    <a:pt x="155" y="221"/>
                  </a:cubicBezTo>
                  <a:cubicBezTo>
                    <a:pt x="172" y="283"/>
                    <a:pt x="182" y="347"/>
                    <a:pt x="187" y="411"/>
                  </a:cubicBezTo>
                  <a:cubicBezTo>
                    <a:pt x="181" y="373"/>
                    <a:pt x="168" y="336"/>
                    <a:pt x="149" y="302"/>
                  </a:cubicBezTo>
                  <a:cubicBezTo>
                    <a:pt x="143" y="291"/>
                    <a:pt x="136" y="281"/>
                    <a:pt x="128" y="271"/>
                  </a:cubicBezTo>
                  <a:lnTo>
                    <a:pt x="127" y="270"/>
                  </a:lnTo>
                  <a:lnTo>
                    <a:pt x="126" y="270"/>
                  </a:lnTo>
                  <a:cubicBezTo>
                    <a:pt x="125" y="270"/>
                    <a:pt x="125" y="270"/>
                    <a:pt x="124" y="270"/>
                  </a:cubicBezTo>
                  <a:lnTo>
                    <a:pt x="123" y="271"/>
                  </a:lnTo>
                  <a:cubicBezTo>
                    <a:pt x="123" y="272"/>
                    <a:pt x="123" y="272"/>
                    <a:pt x="123" y="273"/>
                  </a:cubicBezTo>
                  <a:lnTo>
                    <a:pt x="123" y="274"/>
                  </a:lnTo>
                  <a:cubicBezTo>
                    <a:pt x="157" y="323"/>
                    <a:pt x="165" y="372"/>
                    <a:pt x="177" y="429"/>
                  </a:cubicBezTo>
                  <a:cubicBezTo>
                    <a:pt x="187" y="476"/>
                    <a:pt x="172" y="531"/>
                    <a:pt x="170" y="578"/>
                  </a:cubicBezTo>
                  <a:cubicBezTo>
                    <a:pt x="169" y="628"/>
                    <a:pt x="163" y="681"/>
                    <a:pt x="157" y="731"/>
                  </a:cubicBezTo>
                  <a:cubicBezTo>
                    <a:pt x="155" y="746"/>
                    <a:pt x="156" y="762"/>
                    <a:pt x="154" y="778"/>
                  </a:cubicBezTo>
                  <a:cubicBezTo>
                    <a:pt x="154" y="787"/>
                    <a:pt x="149" y="791"/>
                    <a:pt x="142" y="780"/>
                  </a:cubicBezTo>
                  <a:cubicBezTo>
                    <a:pt x="141" y="780"/>
                    <a:pt x="141" y="779"/>
                    <a:pt x="141" y="779"/>
                  </a:cubicBezTo>
                  <a:cubicBezTo>
                    <a:pt x="136" y="770"/>
                    <a:pt x="133" y="761"/>
                    <a:pt x="133" y="752"/>
                  </a:cubicBezTo>
                  <a:cubicBezTo>
                    <a:pt x="133" y="751"/>
                    <a:pt x="133" y="751"/>
                    <a:pt x="133" y="751"/>
                  </a:cubicBezTo>
                  <a:cubicBezTo>
                    <a:pt x="134" y="750"/>
                    <a:pt x="134" y="750"/>
                    <a:pt x="134" y="749"/>
                  </a:cubicBezTo>
                  <a:cubicBezTo>
                    <a:pt x="134" y="744"/>
                    <a:pt x="133" y="740"/>
                    <a:pt x="132" y="736"/>
                  </a:cubicBezTo>
                  <a:cubicBezTo>
                    <a:pt x="132" y="732"/>
                    <a:pt x="132" y="732"/>
                    <a:pt x="132" y="730"/>
                  </a:cubicBezTo>
                  <a:cubicBezTo>
                    <a:pt x="132" y="729"/>
                    <a:pt x="132" y="728"/>
                    <a:pt x="131" y="727"/>
                  </a:cubicBezTo>
                  <a:cubicBezTo>
                    <a:pt x="131" y="727"/>
                    <a:pt x="131" y="726"/>
                    <a:pt x="130" y="726"/>
                  </a:cubicBezTo>
                  <a:cubicBezTo>
                    <a:pt x="116" y="646"/>
                    <a:pt x="71" y="580"/>
                    <a:pt x="45" y="504"/>
                  </a:cubicBezTo>
                  <a:cubicBezTo>
                    <a:pt x="10" y="402"/>
                    <a:pt x="37" y="293"/>
                    <a:pt x="25" y="189"/>
                  </a:cubicBezTo>
                  <a:cubicBezTo>
                    <a:pt x="25" y="187"/>
                    <a:pt x="22" y="187"/>
                    <a:pt x="21" y="189"/>
                  </a:cubicBezTo>
                  <a:cubicBezTo>
                    <a:pt x="18" y="220"/>
                    <a:pt x="12" y="252"/>
                    <a:pt x="11" y="283"/>
                  </a:cubicBezTo>
                  <a:cubicBezTo>
                    <a:pt x="9" y="334"/>
                    <a:pt x="0" y="396"/>
                    <a:pt x="11" y="446"/>
                  </a:cubicBezTo>
                  <a:cubicBezTo>
                    <a:pt x="17" y="489"/>
                    <a:pt x="31" y="530"/>
                    <a:pt x="52" y="569"/>
                  </a:cubicBezTo>
                  <a:cubicBezTo>
                    <a:pt x="80" y="620"/>
                    <a:pt x="103" y="673"/>
                    <a:pt x="121" y="728"/>
                  </a:cubicBezTo>
                  <a:cubicBezTo>
                    <a:pt x="119" y="744"/>
                    <a:pt x="123" y="823"/>
                    <a:pt x="157" y="810"/>
                  </a:cubicBezTo>
                  <a:cubicBezTo>
                    <a:pt x="185" y="799"/>
                    <a:pt x="179" y="717"/>
                    <a:pt x="180" y="697"/>
                  </a:cubicBezTo>
                  <a:cubicBezTo>
                    <a:pt x="189" y="628"/>
                    <a:pt x="194" y="559"/>
                    <a:pt x="194" y="490"/>
                  </a:cubicBezTo>
                  <a:cubicBezTo>
                    <a:pt x="194" y="483"/>
                    <a:pt x="194" y="476"/>
                    <a:pt x="194" y="469"/>
                  </a:cubicBezTo>
                  <a:cubicBezTo>
                    <a:pt x="197" y="470"/>
                    <a:pt x="201" y="469"/>
                    <a:pt x="201" y="465"/>
                  </a:cubicBezTo>
                  <a:cubicBezTo>
                    <a:pt x="200" y="376"/>
                    <a:pt x="188" y="288"/>
                    <a:pt x="164" y="202"/>
                  </a:cubicBezTo>
                  <a:cubicBezTo>
                    <a:pt x="150" y="134"/>
                    <a:pt x="128" y="68"/>
                    <a:pt x="10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37"/>
            <p:cNvSpPr/>
            <p:nvPr/>
          </p:nvSpPr>
          <p:spPr>
            <a:xfrm>
              <a:off x="9190080" y="4134240"/>
              <a:ext cx="72000" cy="222480"/>
            </a:xfrm>
            <a:custGeom>
              <a:rect b="b" l="l" r="r" t="t"/>
              <a:pathLst>
                <a:path extrusionOk="0" h="618" w="200">
                  <a:moveTo>
                    <a:pt x="189" y="232"/>
                  </a:moveTo>
                  <a:cubicBezTo>
                    <a:pt x="185" y="290"/>
                    <a:pt x="190" y="348"/>
                    <a:pt x="179" y="405"/>
                  </a:cubicBezTo>
                  <a:cubicBezTo>
                    <a:pt x="178" y="416"/>
                    <a:pt x="177" y="427"/>
                    <a:pt x="177" y="437"/>
                  </a:cubicBezTo>
                  <a:cubicBezTo>
                    <a:pt x="177" y="441"/>
                    <a:pt x="177" y="444"/>
                    <a:pt x="178" y="448"/>
                  </a:cubicBezTo>
                  <a:cubicBezTo>
                    <a:pt x="177" y="456"/>
                    <a:pt x="175" y="464"/>
                    <a:pt x="171" y="471"/>
                  </a:cubicBezTo>
                  <a:cubicBezTo>
                    <a:pt x="169" y="458"/>
                    <a:pt x="167" y="445"/>
                    <a:pt x="165" y="432"/>
                  </a:cubicBezTo>
                  <a:cubicBezTo>
                    <a:pt x="155" y="381"/>
                    <a:pt x="156" y="330"/>
                    <a:pt x="145" y="279"/>
                  </a:cubicBezTo>
                  <a:cubicBezTo>
                    <a:pt x="125" y="178"/>
                    <a:pt x="81" y="75"/>
                    <a:pt x="6" y="2"/>
                  </a:cubicBezTo>
                  <a:cubicBezTo>
                    <a:pt x="4" y="0"/>
                    <a:pt x="0" y="4"/>
                    <a:pt x="2" y="6"/>
                  </a:cubicBezTo>
                  <a:cubicBezTo>
                    <a:pt x="67" y="77"/>
                    <a:pt x="105" y="175"/>
                    <a:pt x="125" y="267"/>
                  </a:cubicBezTo>
                  <a:cubicBezTo>
                    <a:pt x="138" y="322"/>
                    <a:pt x="137" y="378"/>
                    <a:pt x="147" y="433"/>
                  </a:cubicBezTo>
                  <a:cubicBezTo>
                    <a:pt x="158" y="492"/>
                    <a:pt x="153" y="555"/>
                    <a:pt x="164" y="614"/>
                  </a:cubicBezTo>
                  <a:cubicBezTo>
                    <a:pt x="164" y="615"/>
                    <a:pt x="164" y="614"/>
                    <a:pt x="165" y="615"/>
                  </a:cubicBezTo>
                  <a:lnTo>
                    <a:pt x="165" y="616"/>
                  </a:lnTo>
                  <a:cubicBezTo>
                    <a:pt x="166" y="617"/>
                    <a:pt x="166" y="617"/>
                    <a:pt x="167" y="617"/>
                  </a:cubicBezTo>
                  <a:cubicBezTo>
                    <a:pt x="167" y="617"/>
                    <a:pt x="168" y="617"/>
                    <a:pt x="168" y="616"/>
                  </a:cubicBezTo>
                  <a:cubicBezTo>
                    <a:pt x="168" y="616"/>
                    <a:pt x="169" y="616"/>
                    <a:pt x="169" y="615"/>
                  </a:cubicBezTo>
                  <a:lnTo>
                    <a:pt x="169" y="614"/>
                  </a:lnTo>
                  <a:cubicBezTo>
                    <a:pt x="174" y="589"/>
                    <a:pt x="176" y="564"/>
                    <a:pt x="176" y="538"/>
                  </a:cubicBezTo>
                  <a:cubicBezTo>
                    <a:pt x="176" y="519"/>
                    <a:pt x="175" y="499"/>
                    <a:pt x="172" y="480"/>
                  </a:cubicBezTo>
                  <a:cubicBezTo>
                    <a:pt x="182" y="451"/>
                    <a:pt x="188" y="421"/>
                    <a:pt x="192" y="390"/>
                  </a:cubicBezTo>
                  <a:cubicBezTo>
                    <a:pt x="196" y="361"/>
                    <a:pt x="199" y="331"/>
                    <a:pt x="199" y="301"/>
                  </a:cubicBezTo>
                  <a:cubicBezTo>
                    <a:pt x="199" y="277"/>
                    <a:pt x="197" y="254"/>
                    <a:pt x="194" y="230"/>
                  </a:cubicBezTo>
                  <a:cubicBezTo>
                    <a:pt x="194" y="229"/>
                    <a:pt x="194" y="229"/>
                    <a:pt x="193" y="229"/>
                  </a:cubicBezTo>
                  <a:lnTo>
                    <a:pt x="192" y="228"/>
                  </a:lnTo>
                  <a:cubicBezTo>
                    <a:pt x="191" y="228"/>
                    <a:pt x="191" y="229"/>
                    <a:pt x="191" y="229"/>
                  </a:cubicBezTo>
                  <a:cubicBezTo>
                    <a:pt x="190" y="229"/>
                    <a:pt x="190" y="229"/>
                    <a:pt x="190" y="230"/>
                  </a:cubicBezTo>
                  <a:cubicBezTo>
                    <a:pt x="189" y="230"/>
                    <a:pt x="189" y="231"/>
                    <a:pt x="189" y="231"/>
                  </a:cubicBezTo>
                  <a:lnTo>
                    <a:pt x="189" y="2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37"/>
            <p:cNvSpPr/>
            <p:nvPr/>
          </p:nvSpPr>
          <p:spPr>
            <a:xfrm>
              <a:off x="9260640" y="4150440"/>
              <a:ext cx="32040" cy="120240"/>
            </a:xfrm>
            <a:custGeom>
              <a:rect b="b" l="l" r="r" t="t"/>
              <a:pathLst>
                <a:path extrusionOk="0" h="334" w="89">
                  <a:moveTo>
                    <a:pt x="82" y="3"/>
                  </a:moveTo>
                  <a:cubicBezTo>
                    <a:pt x="82" y="3"/>
                    <a:pt x="83" y="3"/>
                    <a:pt x="82" y="2"/>
                  </a:cubicBezTo>
                  <a:cubicBezTo>
                    <a:pt x="82" y="1"/>
                    <a:pt x="81" y="2"/>
                    <a:pt x="80" y="1"/>
                  </a:cubicBezTo>
                  <a:cubicBezTo>
                    <a:pt x="80" y="0"/>
                    <a:pt x="79" y="0"/>
                    <a:pt x="78" y="0"/>
                  </a:cubicBezTo>
                  <a:cubicBezTo>
                    <a:pt x="78" y="0"/>
                    <a:pt x="77" y="0"/>
                    <a:pt x="76" y="1"/>
                  </a:cubicBezTo>
                  <a:lnTo>
                    <a:pt x="75" y="2"/>
                  </a:lnTo>
                  <a:cubicBezTo>
                    <a:pt x="75" y="3"/>
                    <a:pt x="75" y="3"/>
                    <a:pt x="75" y="3"/>
                  </a:cubicBezTo>
                  <a:cubicBezTo>
                    <a:pt x="67" y="64"/>
                    <a:pt x="56" y="124"/>
                    <a:pt x="44" y="184"/>
                  </a:cubicBezTo>
                  <a:cubicBezTo>
                    <a:pt x="37" y="215"/>
                    <a:pt x="37" y="268"/>
                    <a:pt x="16" y="292"/>
                  </a:cubicBezTo>
                  <a:cubicBezTo>
                    <a:pt x="15" y="294"/>
                    <a:pt x="14" y="296"/>
                    <a:pt x="12" y="298"/>
                  </a:cubicBezTo>
                  <a:cubicBezTo>
                    <a:pt x="7" y="307"/>
                    <a:pt x="4" y="317"/>
                    <a:pt x="2" y="327"/>
                  </a:cubicBezTo>
                  <a:cubicBezTo>
                    <a:pt x="0" y="331"/>
                    <a:pt x="5" y="333"/>
                    <a:pt x="7" y="330"/>
                  </a:cubicBezTo>
                  <a:cubicBezTo>
                    <a:pt x="40" y="288"/>
                    <a:pt x="47" y="254"/>
                    <a:pt x="55" y="202"/>
                  </a:cubicBezTo>
                  <a:cubicBezTo>
                    <a:pt x="67" y="138"/>
                    <a:pt x="88" y="69"/>
                    <a:pt x="8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37"/>
            <p:cNvSpPr/>
            <p:nvPr/>
          </p:nvSpPr>
          <p:spPr>
            <a:xfrm>
              <a:off x="8670600" y="4024080"/>
              <a:ext cx="106920" cy="158400"/>
            </a:xfrm>
            <a:custGeom>
              <a:rect b="b" l="l" r="r" t="t"/>
              <a:pathLst>
                <a:path extrusionOk="0" h="440" w="297">
                  <a:moveTo>
                    <a:pt x="132" y="219"/>
                  </a:moveTo>
                  <a:cubicBezTo>
                    <a:pt x="119" y="204"/>
                    <a:pt x="104" y="189"/>
                    <a:pt x="89" y="176"/>
                  </a:cubicBezTo>
                  <a:cubicBezTo>
                    <a:pt x="53" y="143"/>
                    <a:pt x="35" y="100"/>
                    <a:pt x="4" y="63"/>
                  </a:cubicBezTo>
                  <a:cubicBezTo>
                    <a:pt x="3" y="62"/>
                    <a:pt x="3" y="62"/>
                    <a:pt x="2" y="62"/>
                  </a:cubicBezTo>
                  <a:lnTo>
                    <a:pt x="1" y="63"/>
                  </a:lnTo>
                  <a:cubicBezTo>
                    <a:pt x="0" y="64"/>
                    <a:pt x="0" y="63"/>
                    <a:pt x="0" y="64"/>
                  </a:cubicBezTo>
                  <a:lnTo>
                    <a:pt x="0" y="65"/>
                  </a:lnTo>
                  <a:lnTo>
                    <a:pt x="0" y="66"/>
                  </a:lnTo>
                  <a:cubicBezTo>
                    <a:pt x="21" y="102"/>
                    <a:pt x="37" y="146"/>
                    <a:pt x="69" y="174"/>
                  </a:cubicBezTo>
                  <a:cubicBezTo>
                    <a:pt x="101" y="201"/>
                    <a:pt x="124" y="230"/>
                    <a:pt x="156" y="253"/>
                  </a:cubicBezTo>
                  <a:cubicBezTo>
                    <a:pt x="156" y="253"/>
                    <a:pt x="155" y="253"/>
                    <a:pt x="156" y="254"/>
                  </a:cubicBezTo>
                  <a:cubicBezTo>
                    <a:pt x="157" y="255"/>
                    <a:pt x="157" y="254"/>
                    <a:pt x="158" y="254"/>
                  </a:cubicBezTo>
                  <a:lnTo>
                    <a:pt x="159" y="254"/>
                  </a:lnTo>
                  <a:cubicBezTo>
                    <a:pt x="159" y="253"/>
                    <a:pt x="160" y="253"/>
                    <a:pt x="160" y="253"/>
                  </a:cubicBezTo>
                  <a:cubicBezTo>
                    <a:pt x="160" y="252"/>
                    <a:pt x="160" y="252"/>
                    <a:pt x="160" y="251"/>
                  </a:cubicBezTo>
                  <a:lnTo>
                    <a:pt x="160" y="250"/>
                  </a:lnTo>
                  <a:cubicBezTo>
                    <a:pt x="137" y="208"/>
                    <a:pt x="118" y="164"/>
                    <a:pt x="104" y="119"/>
                  </a:cubicBezTo>
                  <a:cubicBezTo>
                    <a:pt x="122" y="150"/>
                    <a:pt x="139" y="182"/>
                    <a:pt x="158" y="213"/>
                  </a:cubicBezTo>
                  <a:cubicBezTo>
                    <a:pt x="176" y="244"/>
                    <a:pt x="205" y="277"/>
                    <a:pt x="228" y="308"/>
                  </a:cubicBezTo>
                  <a:cubicBezTo>
                    <a:pt x="234" y="317"/>
                    <a:pt x="239" y="326"/>
                    <a:pt x="245" y="336"/>
                  </a:cubicBezTo>
                  <a:cubicBezTo>
                    <a:pt x="263" y="367"/>
                    <a:pt x="278" y="400"/>
                    <a:pt x="288" y="435"/>
                  </a:cubicBezTo>
                  <a:cubicBezTo>
                    <a:pt x="290" y="439"/>
                    <a:pt x="296" y="437"/>
                    <a:pt x="296" y="433"/>
                  </a:cubicBezTo>
                  <a:cubicBezTo>
                    <a:pt x="296" y="366"/>
                    <a:pt x="244" y="285"/>
                    <a:pt x="200" y="236"/>
                  </a:cubicBezTo>
                  <a:cubicBezTo>
                    <a:pt x="164" y="197"/>
                    <a:pt x="143" y="148"/>
                    <a:pt x="114" y="103"/>
                  </a:cubicBezTo>
                  <a:cubicBezTo>
                    <a:pt x="102" y="86"/>
                    <a:pt x="91" y="67"/>
                    <a:pt x="80" y="49"/>
                  </a:cubicBezTo>
                  <a:cubicBezTo>
                    <a:pt x="77" y="44"/>
                    <a:pt x="73" y="39"/>
                    <a:pt x="69" y="35"/>
                  </a:cubicBezTo>
                  <a:cubicBezTo>
                    <a:pt x="64" y="24"/>
                    <a:pt x="58" y="15"/>
                    <a:pt x="52" y="5"/>
                  </a:cubicBezTo>
                  <a:cubicBezTo>
                    <a:pt x="52" y="4"/>
                    <a:pt x="52" y="4"/>
                    <a:pt x="52" y="4"/>
                  </a:cubicBezTo>
                  <a:cubicBezTo>
                    <a:pt x="51" y="3"/>
                    <a:pt x="50" y="2"/>
                    <a:pt x="49" y="1"/>
                  </a:cubicBezTo>
                  <a:cubicBezTo>
                    <a:pt x="48" y="0"/>
                    <a:pt x="47" y="0"/>
                    <a:pt x="46" y="0"/>
                  </a:cubicBezTo>
                  <a:cubicBezTo>
                    <a:pt x="44" y="0"/>
                    <a:pt x="43" y="0"/>
                    <a:pt x="42" y="1"/>
                  </a:cubicBezTo>
                  <a:cubicBezTo>
                    <a:pt x="41" y="2"/>
                    <a:pt x="41" y="3"/>
                    <a:pt x="40" y="4"/>
                  </a:cubicBezTo>
                  <a:cubicBezTo>
                    <a:pt x="39" y="5"/>
                    <a:pt x="39" y="6"/>
                    <a:pt x="39" y="7"/>
                  </a:cubicBezTo>
                  <a:cubicBezTo>
                    <a:pt x="39" y="8"/>
                    <a:pt x="39" y="8"/>
                    <a:pt x="39" y="9"/>
                  </a:cubicBezTo>
                  <a:cubicBezTo>
                    <a:pt x="41" y="20"/>
                    <a:pt x="45" y="30"/>
                    <a:pt x="51" y="40"/>
                  </a:cubicBezTo>
                  <a:cubicBezTo>
                    <a:pt x="55" y="46"/>
                    <a:pt x="59" y="52"/>
                    <a:pt x="64" y="58"/>
                  </a:cubicBezTo>
                  <a:cubicBezTo>
                    <a:pt x="89" y="114"/>
                    <a:pt x="106" y="174"/>
                    <a:pt x="138" y="226"/>
                  </a:cubicBezTo>
                  <a:cubicBezTo>
                    <a:pt x="158" y="258"/>
                    <a:pt x="141" y="230"/>
                    <a:pt x="132"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7"/>
            <p:cNvSpPr/>
            <p:nvPr/>
          </p:nvSpPr>
          <p:spPr>
            <a:xfrm>
              <a:off x="8680680" y="3866760"/>
              <a:ext cx="240840" cy="618120"/>
            </a:xfrm>
            <a:custGeom>
              <a:rect b="b" l="l" r="r" t="t"/>
              <a:pathLst>
                <a:path extrusionOk="0" h="1717" w="669">
                  <a:moveTo>
                    <a:pt x="235" y="273"/>
                  </a:moveTo>
                  <a:cubicBezTo>
                    <a:pt x="197" y="241"/>
                    <a:pt x="163" y="204"/>
                    <a:pt x="123" y="175"/>
                  </a:cubicBezTo>
                  <a:cubicBezTo>
                    <a:pt x="83" y="145"/>
                    <a:pt x="48" y="104"/>
                    <a:pt x="5" y="81"/>
                  </a:cubicBezTo>
                  <a:cubicBezTo>
                    <a:pt x="3" y="80"/>
                    <a:pt x="0" y="84"/>
                    <a:pt x="2" y="85"/>
                  </a:cubicBezTo>
                  <a:cubicBezTo>
                    <a:pt x="21" y="102"/>
                    <a:pt x="38" y="119"/>
                    <a:pt x="53" y="139"/>
                  </a:cubicBezTo>
                  <a:cubicBezTo>
                    <a:pt x="67" y="154"/>
                    <a:pt x="83" y="168"/>
                    <a:pt x="101" y="180"/>
                  </a:cubicBezTo>
                  <a:cubicBezTo>
                    <a:pt x="146" y="211"/>
                    <a:pt x="182" y="252"/>
                    <a:pt x="224" y="286"/>
                  </a:cubicBezTo>
                  <a:cubicBezTo>
                    <a:pt x="265" y="322"/>
                    <a:pt x="301" y="363"/>
                    <a:pt x="330" y="409"/>
                  </a:cubicBezTo>
                  <a:cubicBezTo>
                    <a:pt x="341" y="425"/>
                    <a:pt x="351" y="453"/>
                    <a:pt x="364" y="476"/>
                  </a:cubicBezTo>
                  <a:cubicBezTo>
                    <a:pt x="367" y="492"/>
                    <a:pt x="370" y="507"/>
                    <a:pt x="374" y="523"/>
                  </a:cubicBezTo>
                  <a:cubicBezTo>
                    <a:pt x="374" y="524"/>
                    <a:pt x="375" y="524"/>
                    <a:pt x="375" y="524"/>
                  </a:cubicBezTo>
                  <a:cubicBezTo>
                    <a:pt x="376" y="525"/>
                    <a:pt x="377" y="525"/>
                    <a:pt x="377" y="525"/>
                  </a:cubicBezTo>
                  <a:cubicBezTo>
                    <a:pt x="378" y="525"/>
                    <a:pt x="378" y="525"/>
                    <a:pt x="379" y="524"/>
                  </a:cubicBezTo>
                  <a:cubicBezTo>
                    <a:pt x="379" y="523"/>
                    <a:pt x="380" y="524"/>
                    <a:pt x="381" y="523"/>
                  </a:cubicBezTo>
                  <a:cubicBezTo>
                    <a:pt x="388" y="594"/>
                    <a:pt x="400" y="664"/>
                    <a:pt x="416" y="734"/>
                  </a:cubicBezTo>
                  <a:cubicBezTo>
                    <a:pt x="420" y="749"/>
                    <a:pt x="421" y="781"/>
                    <a:pt x="427" y="808"/>
                  </a:cubicBezTo>
                  <a:cubicBezTo>
                    <a:pt x="418" y="799"/>
                    <a:pt x="410" y="788"/>
                    <a:pt x="403" y="777"/>
                  </a:cubicBezTo>
                  <a:cubicBezTo>
                    <a:pt x="364" y="715"/>
                    <a:pt x="319" y="660"/>
                    <a:pt x="297" y="588"/>
                  </a:cubicBezTo>
                  <a:lnTo>
                    <a:pt x="296" y="587"/>
                  </a:lnTo>
                  <a:lnTo>
                    <a:pt x="296" y="585"/>
                  </a:lnTo>
                  <a:lnTo>
                    <a:pt x="296" y="584"/>
                  </a:lnTo>
                  <a:cubicBezTo>
                    <a:pt x="296" y="583"/>
                    <a:pt x="295" y="584"/>
                    <a:pt x="295" y="583"/>
                  </a:cubicBezTo>
                  <a:cubicBezTo>
                    <a:pt x="294" y="582"/>
                    <a:pt x="294" y="582"/>
                    <a:pt x="294" y="582"/>
                  </a:cubicBezTo>
                  <a:cubicBezTo>
                    <a:pt x="293" y="582"/>
                    <a:pt x="293" y="582"/>
                    <a:pt x="292" y="583"/>
                  </a:cubicBezTo>
                  <a:lnTo>
                    <a:pt x="291" y="584"/>
                  </a:lnTo>
                  <a:lnTo>
                    <a:pt x="291" y="585"/>
                  </a:lnTo>
                  <a:cubicBezTo>
                    <a:pt x="284" y="624"/>
                    <a:pt x="281" y="664"/>
                    <a:pt x="281" y="704"/>
                  </a:cubicBezTo>
                  <a:cubicBezTo>
                    <a:pt x="281" y="713"/>
                    <a:pt x="281" y="722"/>
                    <a:pt x="281" y="730"/>
                  </a:cubicBezTo>
                  <a:cubicBezTo>
                    <a:pt x="280" y="747"/>
                    <a:pt x="280" y="763"/>
                    <a:pt x="280" y="780"/>
                  </a:cubicBezTo>
                  <a:cubicBezTo>
                    <a:pt x="280" y="820"/>
                    <a:pt x="282" y="861"/>
                    <a:pt x="288" y="901"/>
                  </a:cubicBezTo>
                  <a:cubicBezTo>
                    <a:pt x="296" y="949"/>
                    <a:pt x="340" y="999"/>
                    <a:pt x="339" y="1049"/>
                  </a:cubicBezTo>
                  <a:cubicBezTo>
                    <a:pt x="339" y="1076"/>
                    <a:pt x="339" y="1103"/>
                    <a:pt x="364" y="1118"/>
                  </a:cubicBezTo>
                  <a:cubicBezTo>
                    <a:pt x="365" y="1118"/>
                    <a:pt x="366" y="1118"/>
                    <a:pt x="368" y="1118"/>
                  </a:cubicBezTo>
                  <a:cubicBezTo>
                    <a:pt x="369" y="1118"/>
                    <a:pt x="371" y="1117"/>
                    <a:pt x="372" y="1117"/>
                  </a:cubicBezTo>
                  <a:cubicBezTo>
                    <a:pt x="373" y="1116"/>
                    <a:pt x="374" y="1115"/>
                    <a:pt x="375" y="1114"/>
                  </a:cubicBezTo>
                  <a:cubicBezTo>
                    <a:pt x="376" y="1113"/>
                    <a:pt x="376" y="1112"/>
                    <a:pt x="377" y="1111"/>
                  </a:cubicBezTo>
                  <a:cubicBezTo>
                    <a:pt x="379" y="1107"/>
                    <a:pt x="381" y="1104"/>
                    <a:pt x="382" y="1100"/>
                  </a:cubicBezTo>
                  <a:cubicBezTo>
                    <a:pt x="391" y="1150"/>
                    <a:pt x="408" y="1198"/>
                    <a:pt x="434" y="1242"/>
                  </a:cubicBezTo>
                  <a:cubicBezTo>
                    <a:pt x="447" y="1266"/>
                    <a:pt x="464" y="1289"/>
                    <a:pt x="483" y="1310"/>
                  </a:cubicBezTo>
                  <a:cubicBezTo>
                    <a:pt x="486" y="1334"/>
                    <a:pt x="492" y="1357"/>
                    <a:pt x="497" y="1380"/>
                  </a:cubicBezTo>
                  <a:cubicBezTo>
                    <a:pt x="509" y="1424"/>
                    <a:pt x="521" y="1499"/>
                    <a:pt x="566" y="1523"/>
                  </a:cubicBezTo>
                  <a:cubicBezTo>
                    <a:pt x="567" y="1523"/>
                    <a:pt x="568" y="1524"/>
                    <a:pt x="569" y="1524"/>
                  </a:cubicBezTo>
                  <a:cubicBezTo>
                    <a:pt x="570" y="1524"/>
                    <a:pt x="570" y="1523"/>
                    <a:pt x="571" y="1523"/>
                  </a:cubicBezTo>
                  <a:cubicBezTo>
                    <a:pt x="572" y="1523"/>
                    <a:pt x="572" y="1522"/>
                    <a:pt x="573" y="1521"/>
                  </a:cubicBezTo>
                  <a:cubicBezTo>
                    <a:pt x="573" y="1521"/>
                    <a:pt x="573" y="1520"/>
                    <a:pt x="573" y="1519"/>
                  </a:cubicBezTo>
                  <a:cubicBezTo>
                    <a:pt x="573" y="1518"/>
                    <a:pt x="573" y="1517"/>
                    <a:pt x="573" y="1517"/>
                  </a:cubicBezTo>
                  <a:lnTo>
                    <a:pt x="573" y="1516"/>
                  </a:lnTo>
                  <a:lnTo>
                    <a:pt x="573" y="1515"/>
                  </a:lnTo>
                  <a:cubicBezTo>
                    <a:pt x="578" y="1500"/>
                    <a:pt x="582" y="1485"/>
                    <a:pt x="585" y="1470"/>
                  </a:cubicBezTo>
                  <a:cubicBezTo>
                    <a:pt x="585" y="1509"/>
                    <a:pt x="589" y="1548"/>
                    <a:pt x="595" y="1586"/>
                  </a:cubicBezTo>
                  <a:cubicBezTo>
                    <a:pt x="603" y="1622"/>
                    <a:pt x="616" y="1657"/>
                    <a:pt x="635" y="1689"/>
                  </a:cubicBezTo>
                  <a:cubicBezTo>
                    <a:pt x="639" y="1697"/>
                    <a:pt x="645" y="1705"/>
                    <a:pt x="650" y="1712"/>
                  </a:cubicBezTo>
                  <a:cubicBezTo>
                    <a:pt x="652" y="1716"/>
                    <a:pt x="658" y="1712"/>
                    <a:pt x="657" y="1709"/>
                  </a:cubicBezTo>
                  <a:cubicBezTo>
                    <a:pt x="646" y="1671"/>
                    <a:pt x="627" y="1638"/>
                    <a:pt x="616" y="1600"/>
                  </a:cubicBezTo>
                  <a:cubicBezTo>
                    <a:pt x="601" y="1542"/>
                    <a:pt x="593" y="1482"/>
                    <a:pt x="593" y="1421"/>
                  </a:cubicBezTo>
                  <a:cubicBezTo>
                    <a:pt x="593" y="1419"/>
                    <a:pt x="593" y="1416"/>
                    <a:pt x="593" y="1414"/>
                  </a:cubicBezTo>
                  <a:cubicBezTo>
                    <a:pt x="595" y="1383"/>
                    <a:pt x="596" y="1351"/>
                    <a:pt x="596" y="1321"/>
                  </a:cubicBezTo>
                  <a:cubicBezTo>
                    <a:pt x="596" y="1290"/>
                    <a:pt x="595" y="1260"/>
                    <a:pt x="593" y="1229"/>
                  </a:cubicBezTo>
                  <a:cubicBezTo>
                    <a:pt x="593" y="1225"/>
                    <a:pt x="587" y="1224"/>
                    <a:pt x="587" y="1229"/>
                  </a:cubicBezTo>
                  <a:cubicBezTo>
                    <a:pt x="587" y="1257"/>
                    <a:pt x="585" y="1286"/>
                    <a:pt x="585" y="1314"/>
                  </a:cubicBezTo>
                  <a:cubicBezTo>
                    <a:pt x="585" y="1342"/>
                    <a:pt x="579" y="1367"/>
                    <a:pt x="578" y="1393"/>
                  </a:cubicBezTo>
                  <a:cubicBezTo>
                    <a:pt x="577" y="1431"/>
                    <a:pt x="569" y="1468"/>
                    <a:pt x="568" y="1505"/>
                  </a:cubicBezTo>
                  <a:cubicBezTo>
                    <a:pt x="534" y="1440"/>
                    <a:pt x="510" y="1370"/>
                    <a:pt x="498" y="1297"/>
                  </a:cubicBezTo>
                  <a:lnTo>
                    <a:pt x="498" y="1296"/>
                  </a:lnTo>
                  <a:cubicBezTo>
                    <a:pt x="498" y="1295"/>
                    <a:pt x="498" y="1295"/>
                    <a:pt x="498" y="1294"/>
                  </a:cubicBezTo>
                  <a:cubicBezTo>
                    <a:pt x="498" y="1253"/>
                    <a:pt x="493" y="1214"/>
                    <a:pt x="493" y="1173"/>
                  </a:cubicBezTo>
                  <a:cubicBezTo>
                    <a:pt x="493" y="1164"/>
                    <a:pt x="493" y="1154"/>
                    <a:pt x="493" y="1145"/>
                  </a:cubicBezTo>
                  <a:cubicBezTo>
                    <a:pt x="493" y="1114"/>
                    <a:pt x="492" y="1083"/>
                    <a:pt x="489" y="1052"/>
                  </a:cubicBezTo>
                  <a:cubicBezTo>
                    <a:pt x="481" y="993"/>
                    <a:pt x="484" y="931"/>
                    <a:pt x="465" y="875"/>
                  </a:cubicBezTo>
                  <a:cubicBezTo>
                    <a:pt x="465" y="874"/>
                    <a:pt x="465" y="874"/>
                    <a:pt x="465" y="874"/>
                  </a:cubicBezTo>
                  <a:cubicBezTo>
                    <a:pt x="465" y="873"/>
                    <a:pt x="464" y="873"/>
                    <a:pt x="464" y="873"/>
                  </a:cubicBezTo>
                  <a:cubicBezTo>
                    <a:pt x="463" y="872"/>
                    <a:pt x="462" y="872"/>
                    <a:pt x="462" y="872"/>
                  </a:cubicBezTo>
                  <a:cubicBezTo>
                    <a:pt x="461" y="872"/>
                    <a:pt x="460" y="872"/>
                    <a:pt x="460" y="873"/>
                  </a:cubicBezTo>
                  <a:cubicBezTo>
                    <a:pt x="459" y="874"/>
                    <a:pt x="459" y="873"/>
                    <a:pt x="459" y="874"/>
                  </a:cubicBezTo>
                  <a:cubicBezTo>
                    <a:pt x="458" y="875"/>
                    <a:pt x="458" y="875"/>
                    <a:pt x="458" y="876"/>
                  </a:cubicBezTo>
                  <a:lnTo>
                    <a:pt x="458" y="877"/>
                  </a:lnTo>
                  <a:cubicBezTo>
                    <a:pt x="475" y="938"/>
                    <a:pt x="470" y="1006"/>
                    <a:pt x="478" y="1069"/>
                  </a:cubicBezTo>
                  <a:cubicBezTo>
                    <a:pt x="480" y="1097"/>
                    <a:pt x="481" y="1125"/>
                    <a:pt x="481" y="1153"/>
                  </a:cubicBezTo>
                  <a:cubicBezTo>
                    <a:pt x="481" y="1165"/>
                    <a:pt x="481" y="1178"/>
                    <a:pt x="480" y="1191"/>
                  </a:cubicBezTo>
                  <a:cubicBezTo>
                    <a:pt x="480" y="1192"/>
                    <a:pt x="480" y="1193"/>
                    <a:pt x="480" y="1195"/>
                  </a:cubicBezTo>
                  <a:cubicBezTo>
                    <a:pt x="479" y="1208"/>
                    <a:pt x="479" y="1221"/>
                    <a:pt x="479" y="1234"/>
                  </a:cubicBezTo>
                  <a:cubicBezTo>
                    <a:pt x="479" y="1252"/>
                    <a:pt x="480" y="1269"/>
                    <a:pt x="482" y="1287"/>
                  </a:cubicBezTo>
                  <a:cubicBezTo>
                    <a:pt x="460" y="1238"/>
                    <a:pt x="440" y="1190"/>
                    <a:pt x="418" y="1142"/>
                  </a:cubicBezTo>
                  <a:cubicBezTo>
                    <a:pt x="401" y="1099"/>
                    <a:pt x="393" y="1054"/>
                    <a:pt x="393" y="1008"/>
                  </a:cubicBezTo>
                  <a:cubicBezTo>
                    <a:pt x="393" y="1006"/>
                    <a:pt x="393" y="1005"/>
                    <a:pt x="393" y="1004"/>
                  </a:cubicBezTo>
                  <a:cubicBezTo>
                    <a:pt x="393" y="999"/>
                    <a:pt x="393" y="993"/>
                    <a:pt x="393" y="988"/>
                  </a:cubicBezTo>
                  <a:cubicBezTo>
                    <a:pt x="393" y="942"/>
                    <a:pt x="408" y="894"/>
                    <a:pt x="404" y="850"/>
                  </a:cubicBezTo>
                  <a:cubicBezTo>
                    <a:pt x="404" y="845"/>
                    <a:pt x="397" y="846"/>
                    <a:pt x="395" y="850"/>
                  </a:cubicBezTo>
                  <a:cubicBezTo>
                    <a:pt x="382" y="892"/>
                    <a:pt x="375" y="935"/>
                    <a:pt x="375" y="979"/>
                  </a:cubicBezTo>
                  <a:cubicBezTo>
                    <a:pt x="375" y="987"/>
                    <a:pt x="375" y="995"/>
                    <a:pt x="376" y="1003"/>
                  </a:cubicBezTo>
                  <a:cubicBezTo>
                    <a:pt x="376" y="1013"/>
                    <a:pt x="376" y="1023"/>
                    <a:pt x="376" y="1032"/>
                  </a:cubicBezTo>
                  <a:cubicBezTo>
                    <a:pt x="376" y="1033"/>
                    <a:pt x="376" y="1033"/>
                    <a:pt x="376" y="1034"/>
                  </a:cubicBezTo>
                  <a:cubicBezTo>
                    <a:pt x="376" y="1051"/>
                    <a:pt x="373" y="1068"/>
                    <a:pt x="369" y="1085"/>
                  </a:cubicBezTo>
                  <a:cubicBezTo>
                    <a:pt x="364" y="1107"/>
                    <a:pt x="357" y="1077"/>
                    <a:pt x="357" y="1070"/>
                  </a:cubicBezTo>
                  <a:cubicBezTo>
                    <a:pt x="355" y="1048"/>
                    <a:pt x="360" y="1028"/>
                    <a:pt x="350" y="1007"/>
                  </a:cubicBezTo>
                  <a:cubicBezTo>
                    <a:pt x="321" y="949"/>
                    <a:pt x="303" y="886"/>
                    <a:pt x="299" y="821"/>
                  </a:cubicBezTo>
                  <a:cubicBezTo>
                    <a:pt x="296" y="774"/>
                    <a:pt x="294" y="728"/>
                    <a:pt x="294" y="681"/>
                  </a:cubicBezTo>
                  <a:cubicBezTo>
                    <a:pt x="294" y="657"/>
                    <a:pt x="295" y="633"/>
                    <a:pt x="295" y="608"/>
                  </a:cubicBezTo>
                  <a:cubicBezTo>
                    <a:pt x="306" y="644"/>
                    <a:pt x="320" y="678"/>
                    <a:pt x="339" y="710"/>
                  </a:cubicBezTo>
                  <a:cubicBezTo>
                    <a:pt x="347" y="724"/>
                    <a:pt x="356" y="737"/>
                    <a:pt x="365" y="750"/>
                  </a:cubicBezTo>
                  <a:cubicBezTo>
                    <a:pt x="392" y="789"/>
                    <a:pt x="413" y="831"/>
                    <a:pt x="455" y="855"/>
                  </a:cubicBezTo>
                  <a:cubicBezTo>
                    <a:pt x="456" y="855"/>
                    <a:pt x="457" y="856"/>
                    <a:pt x="457" y="856"/>
                  </a:cubicBezTo>
                  <a:cubicBezTo>
                    <a:pt x="458" y="856"/>
                    <a:pt x="458" y="855"/>
                    <a:pt x="459" y="855"/>
                  </a:cubicBezTo>
                  <a:lnTo>
                    <a:pt x="460" y="855"/>
                  </a:lnTo>
                  <a:cubicBezTo>
                    <a:pt x="470" y="857"/>
                    <a:pt x="475" y="842"/>
                    <a:pt x="466" y="839"/>
                  </a:cubicBezTo>
                  <a:cubicBezTo>
                    <a:pt x="450" y="833"/>
                    <a:pt x="446" y="787"/>
                    <a:pt x="443" y="774"/>
                  </a:cubicBezTo>
                  <a:cubicBezTo>
                    <a:pt x="438" y="746"/>
                    <a:pt x="431" y="718"/>
                    <a:pt x="424" y="690"/>
                  </a:cubicBezTo>
                  <a:cubicBezTo>
                    <a:pt x="415" y="659"/>
                    <a:pt x="418" y="626"/>
                    <a:pt x="409" y="595"/>
                  </a:cubicBezTo>
                  <a:cubicBezTo>
                    <a:pt x="400" y="564"/>
                    <a:pt x="393" y="536"/>
                    <a:pt x="387" y="507"/>
                  </a:cubicBezTo>
                  <a:cubicBezTo>
                    <a:pt x="386" y="507"/>
                    <a:pt x="386" y="506"/>
                    <a:pt x="386" y="506"/>
                  </a:cubicBezTo>
                  <a:lnTo>
                    <a:pt x="386" y="505"/>
                  </a:lnTo>
                  <a:cubicBezTo>
                    <a:pt x="385" y="505"/>
                    <a:pt x="386" y="505"/>
                    <a:pt x="386" y="504"/>
                  </a:cubicBezTo>
                  <a:cubicBezTo>
                    <a:pt x="388" y="506"/>
                    <a:pt x="390" y="508"/>
                    <a:pt x="393" y="509"/>
                  </a:cubicBezTo>
                  <a:cubicBezTo>
                    <a:pt x="394" y="510"/>
                    <a:pt x="395" y="511"/>
                    <a:pt x="397" y="511"/>
                  </a:cubicBezTo>
                  <a:lnTo>
                    <a:pt x="398" y="512"/>
                  </a:lnTo>
                  <a:cubicBezTo>
                    <a:pt x="399" y="512"/>
                    <a:pt x="399" y="511"/>
                    <a:pt x="400" y="511"/>
                  </a:cubicBezTo>
                  <a:cubicBezTo>
                    <a:pt x="401" y="511"/>
                    <a:pt x="401" y="510"/>
                    <a:pt x="402" y="509"/>
                  </a:cubicBezTo>
                  <a:cubicBezTo>
                    <a:pt x="402" y="509"/>
                    <a:pt x="402" y="508"/>
                    <a:pt x="402" y="507"/>
                  </a:cubicBezTo>
                  <a:cubicBezTo>
                    <a:pt x="402" y="507"/>
                    <a:pt x="402" y="506"/>
                    <a:pt x="402" y="505"/>
                  </a:cubicBezTo>
                  <a:cubicBezTo>
                    <a:pt x="401" y="505"/>
                    <a:pt x="401" y="505"/>
                    <a:pt x="401" y="505"/>
                  </a:cubicBezTo>
                  <a:cubicBezTo>
                    <a:pt x="399" y="501"/>
                    <a:pt x="396" y="497"/>
                    <a:pt x="394" y="493"/>
                  </a:cubicBezTo>
                  <a:cubicBezTo>
                    <a:pt x="390" y="486"/>
                    <a:pt x="386" y="480"/>
                    <a:pt x="384" y="472"/>
                  </a:cubicBezTo>
                  <a:cubicBezTo>
                    <a:pt x="380" y="450"/>
                    <a:pt x="373" y="428"/>
                    <a:pt x="371" y="404"/>
                  </a:cubicBezTo>
                  <a:cubicBezTo>
                    <a:pt x="368" y="366"/>
                    <a:pt x="348" y="326"/>
                    <a:pt x="336" y="290"/>
                  </a:cubicBezTo>
                  <a:cubicBezTo>
                    <a:pt x="324" y="257"/>
                    <a:pt x="309" y="226"/>
                    <a:pt x="292" y="196"/>
                  </a:cubicBezTo>
                  <a:cubicBezTo>
                    <a:pt x="290" y="193"/>
                    <a:pt x="288" y="189"/>
                    <a:pt x="286" y="186"/>
                  </a:cubicBezTo>
                  <a:cubicBezTo>
                    <a:pt x="282" y="178"/>
                    <a:pt x="277" y="170"/>
                    <a:pt x="273" y="162"/>
                  </a:cubicBezTo>
                  <a:cubicBezTo>
                    <a:pt x="259" y="139"/>
                    <a:pt x="244" y="117"/>
                    <a:pt x="226" y="97"/>
                  </a:cubicBezTo>
                  <a:cubicBezTo>
                    <a:pt x="275" y="129"/>
                    <a:pt x="320" y="170"/>
                    <a:pt x="369" y="202"/>
                  </a:cubicBezTo>
                  <a:cubicBezTo>
                    <a:pt x="402" y="226"/>
                    <a:pt x="429" y="257"/>
                    <a:pt x="449" y="292"/>
                  </a:cubicBezTo>
                  <a:cubicBezTo>
                    <a:pt x="452" y="297"/>
                    <a:pt x="455" y="302"/>
                    <a:pt x="457" y="307"/>
                  </a:cubicBezTo>
                  <a:cubicBezTo>
                    <a:pt x="482" y="349"/>
                    <a:pt x="517" y="396"/>
                    <a:pt x="534" y="442"/>
                  </a:cubicBezTo>
                  <a:lnTo>
                    <a:pt x="534" y="444"/>
                  </a:lnTo>
                  <a:cubicBezTo>
                    <a:pt x="534" y="445"/>
                    <a:pt x="535" y="446"/>
                    <a:pt x="535" y="446"/>
                  </a:cubicBezTo>
                  <a:cubicBezTo>
                    <a:pt x="535" y="447"/>
                    <a:pt x="536" y="447"/>
                    <a:pt x="536" y="448"/>
                  </a:cubicBezTo>
                  <a:lnTo>
                    <a:pt x="536" y="450"/>
                  </a:lnTo>
                  <a:cubicBezTo>
                    <a:pt x="536" y="450"/>
                    <a:pt x="535" y="450"/>
                    <a:pt x="536" y="451"/>
                  </a:cubicBezTo>
                  <a:cubicBezTo>
                    <a:pt x="536" y="452"/>
                    <a:pt x="537" y="452"/>
                    <a:pt x="538" y="452"/>
                  </a:cubicBezTo>
                  <a:cubicBezTo>
                    <a:pt x="538" y="452"/>
                    <a:pt x="539" y="452"/>
                    <a:pt x="540" y="452"/>
                  </a:cubicBezTo>
                  <a:cubicBezTo>
                    <a:pt x="540" y="452"/>
                    <a:pt x="541" y="452"/>
                    <a:pt x="542" y="452"/>
                  </a:cubicBezTo>
                  <a:lnTo>
                    <a:pt x="543" y="451"/>
                  </a:lnTo>
                  <a:cubicBezTo>
                    <a:pt x="543" y="450"/>
                    <a:pt x="543" y="449"/>
                    <a:pt x="543" y="449"/>
                  </a:cubicBezTo>
                  <a:lnTo>
                    <a:pt x="543" y="448"/>
                  </a:lnTo>
                  <a:cubicBezTo>
                    <a:pt x="544" y="448"/>
                    <a:pt x="544" y="447"/>
                    <a:pt x="545" y="446"/>
                  </a:cubicBezTo>
                  <a:cubicBezTo>
                    <a:pt x="545" y="445"/>
                    <a:pt x="546" y="445"/>
                    <a:pt x="546" y="444"/>
                  </a:cubicBezTo>
                  <a:cubicBezTo>
                    <a:pt x="546" y="436"/>
                    <a:pt x="547" y="429"/>
                    <a:pt x="547" y="421"/>
                  </a:cubicBezTo>
                  <a:cubicBezTo>
                    <a:pt x="547" y="341"/>
                    <a:pt x="525" y="262"/>
                    <a:pt x="485" y="192"/>
                  </a:cubicBezTo>
                  <a:cubicBezTo>
                    <a:pt x="469" y="164"/>
                    <a:pt x="450" y="138"/>
                    <a:pt x="428" y="114"/>
                  </a:cubicBezTo>
                  <a:cubicBezTo>
                    <a:pt x="438" y="118"/>
                    <a:pt x="447" y="123"/>
                    <a:pt x="457" y="128"/>
                  </a:cubicBezTo>
                  <a:cubicBezTo>
                    <a:pt x="465" y="133"/>
                    <a:pt x="473" y="138"/>
                    <a:pt x="481" y="144"/>
                  </a:cubicBezTo>
                  <a:cubicBezTo>
                    <a:pt x="522" y="174"/>
                    <a:pt x="559" y="209"/>
                    <a:pt x="591" y="249"/>
                  </a:cubicBezTo>
                  <a:cubicBezTo>
                    <a:pt x="610" y="273"/>
                    <a:pt x="633" y="309"/>
                    <a:pt x="660" y="325"/>
                  </a:cubicBezTo>
                  <a:cubicBezTo>
                    <a:pt x="664" y="327"/>
                    <a:pt x="668" y="321"/>
                    <a:pt x="665" y="318"/>
                  </a:cubicBezTo>
                  <a:cubicBezTo>
                    <a:pt x="653" y="308"/>
                    <a:pt x="648" y="286"/>
                    <a:pt x="639" y="272"/>
                  </a:cubicBezTo>
                  <a:cubicBezTo>
                    <a:pt x="630" y="258"/>
                    <a:pt x="614" y="249"/>
                    <a:pt x="605" y="237"/>
                  </a:cubicBezTo>
                  <a:cubicBezTo>
                    <a:pt x="575" y="199"/>
                    <a:pt x="540" y="165"/>
                    <a:pt x="501" y="136"/>
                  </a:cubicBezTo>
                  <a:cubicBezTo>
                    <a:pt x="492" y="130"/>
                    <a:pt x="481" y="125"/>
                    <a:pt x="472" y="119"/>
                  </a:cubicBezTo>
                  <a:cubicBezTo>
                    <a:pt x="439" y="101"/>
                    <a:pt x="405" y="85"/>
                    <a:pt x="370" y="73"/>
                  </a:cubicBezTo>
                  <a:cubicBezTo>
                    <a:pt x="312" y="52"/>
                    <a:pt x="257" y="24"/>
                    <a:pt x="201" y="0"/>
                  </a:cubicBezTo>
                  <a:cubicBezTo>
                    <a:pt x="199" y="0"/>
                    <a:pt x="197" y="2"/>
                    <a:pt x="199" y="3"/>
                  </a:cubicBezTo>
                  <a:cubicBezTo>
                    <a:pt x="218" y="16"/>
                    <a:pt x="237" y="27"/>
                    <a:pt x="256" y="38"/>
                  </a:cubicBezTo>
                  <a:cubicBezTo>
                    <a:pt x="274" y="49"/>
                    <a:pt x="293" y="59"/>
                    <a:pt x="311" y="68"/>
                  </a:cubicBezTo>
                  <a:cubicBezTo>
                    <a:pt x="344" y="83"/>
                    <a:pt x="380" y="94"/>
                    <a:pt x="415" y="108"/>
                  </a:cubicBezTo>
                  <a:cubicBezTo>
                    <a:pt x="485" y="190"/>
                    <a:pt x="513" y="292"/>
                    <a:pt x="527" y="397"/>
                  </a:cubicBezTo>
                  <a:cubicBezTo>
                    <a:pt x="514" y="367"/>
                    <a:pt x="495" y="338"/>
                    <a:pt x="481" y="312"/>
                  </a:cubicBezTo>
                  <a:cubicBezTo>
                    <a:pt x="458" y="269"/>
                    <a:pt x="430" y="215"/>
                    <a:pt x="386" y="191"/>
                  </a:cubicBezTo>
                  <a:cubicBezTo>
                    <a:pt x="347" y="169"/>
                    <a:pt x="319" y="133"/>
                    <a:pt x="277" y="117"/>
                  </a:cubicBezTo>
                  <a:cubicBezTo>
                    <a:pt x="260" y="111"/>
                    <a:pt x="244" y="89"/>
                    <a:pt x="228" y="80"/>
                  </a:cubicBezTo>
                  <a:cubicBezTo>
                    <a:pt x="221" y="76"/>
                    <a:pt x="161" y="60"/>
                    <a:pt x="159" y="55"/>
                  </a:cubicBezTo>
                  <a:cubicBezTo>
                    <a:pt x="157" y="50"/>
                    <a:pt x="152" y="51"/>
                    <a:pt x="152" y="55"/>
                  </a:cubicBezTo>
                  <a:lnTo>
                    <a:pt x="152" y="59"/>
                  </a:lnTo>
                  <a:cubicBezTo>
                    <a:pt x="152" y="60"/>
                    <a:pt x="153" y="60"/>
                    <a:pt x="153" y="61"/>
                  </a:cubicBezTo>
                  <a:lnTo>
                    <a:pt x="154" y="62"/>
                  </a:lnTo>
                  <a:lnTo>
                    <a:pt x="155" y="62"/>
                  </a:lnTo>
                  <a:cubicBezTo>
                    <a:pt x="171" y="68"/>
                    <a:pt x="187" y="76"/>
                    <a:pt x="202" y="84"/>
                  </a:cubicBezTo>
                  <a:cubicBezTo>
                    <a:pt x="202" y="85"/>
                    <a:pt x="202" y="85"/>
                    <a:pt x="202" y="85"/>
                  </a:cubicBezTo>
                  <a:lnTo>
                    <a:pt x="202" y="86"/>
                  </a:lnTo>
                  <a:cubicBezTo>
                    <a:pt x="236" y="109"/>
                    <a:pt x="257" y="155"/>
                    <a:pt x="275" y="189"/>
                  </a:cubicBezTo>
                  <a:cubicBezTo>
                    <a:pt x="276" y="190"/>
                    <a:pt x="276" y="191"/>
                    <a:pt x="276" y="191"/>
                  </a:cubicBezTo>
                  <a:cubicBezTo>
                    <a:pt x="293" y="219"/>
                    <a:pt x="306" y="248"/>
                    <a:pt x="316" y="279"/>
                  </a:cubicBezTo>
                  <a:cubicBezTo>
                    <a:pt x="328" y="316"/>
                    <a:pt x="340" y="354"/>
                    <a:pt x="349" y="392"/>
                  </a:cubicBezTo>
                  <a:cubicBezTo>
                    <a:pt x="350" y="400"/>
                    <a:pt x="352" y="408"/>
                    <a:pt x="353" y="416"/>
                  </a:cubicBezTo>
                  <a:cubicBezTo>
                    <a:pt x="344" y="400"/>
                    <a:pt x="334" y="385"/>
                    <a:pt x="324" y="370"/>
                  </a:cubicBezTo>
                  <a:cubicBezTo>
                    <a:pt x="299" y="334"/>
                    <a:pt x="269" y="301"/>
                    <a:pt x="235" y="2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7"/>
            <p:cNvSpPr/>
            <p:nvPr/>
          </p:nvSpPr>
          <p:spPr>
            <a:xfrm>
              <a:off x="8829720" y="4052880"/>
              <a:ext cx="66960" cy="126000"/>
            </a:xfrm>
            <a:custGeom>
              <a:rect b="b" l="l" r="r" t="t"/>
              <a:pathLst>
                <a:path extrusionOk="0" h="350" w="186">
                  <a:moveTo>
                    <a:pt x="182" y="332"/>
                  </a:moveTo>
                  <a:cubicBezTo>
                    <a:pt x="177" y="288"/>
                    <a:pt x="164" y="244"/>
                    <a:pt x="155" y="202"/>
                  </a:cubicBezTo>
                  <a:cubicBezTo>
                    <a:pt x="142" y="133"/>
                    <a:pt x="119" y="67"/>
                    <a:pt x="86" y="5"/>
                  </a:cubicBezTo>
                  <a:cubicBezTo>
                    <a:pt x="83" y="0"/>
                    <a:pt x="76" y="4"/>
                    <a:pt x="78" y="9"/>
                  </a:cubicBezTo>
                  <a:cubicBezTo>
                    <a:pt x="106" y="63"/>
                    <a:pt x="115" y="123"/>
                    <a:pt x="133" y="181"/>
                  </a:cubicBezTo>
                  <a:cubicBezTo>
                    <a:pt x="146" y="225"/>
                    <a:pt x="157" y="270"/>
                    <a:pt x="164" y="315"/>
                  </a:cubicBezTo>
                  <a:cubicBezTo>
                    <a:pt x="127" y="280"/>
                    <a:pt x="84" y="241"/>
                    <a:pt x="64" y="196"/>
                  </a:cubicBezTo>
                  <a:cubicBezTo>
                    <a:pt x="54" y="171"/>
                    <a:pt x="42" y="147"/>
                    <a:pt x="29" y="124"/>
                  </a:cubicBezTo>
                  <a:cubicBezTo>
                    <a:pt x="22" y="112"/>
                    <a:pt x="14" y="100"/>
                    <a:pt x="7" y="88"/>
                  </a:cubicBezTo>
                  <a:cubicBezTo>
                    <a:pt x="6" y="88"/>
                    <a:pt x="6" y="88"/>
                    <a:pt x="6" y="88"/>
                  </a:cubicBezTo>
                  <a:cubicBezTo>
                    <a:pt x="5" y="87"/>
                    <a:pt x="5" y="87"/>
                    <a:pt x="4" y="87"/>
                  </a:cubicBezTo>
                  <a:cubicBezTo>
                    <a:pt x="3" y="87"/>
                    <a:pt x="3" y="87"/>
                    <a:pt x="2" y="88"/>
                  </a:cubicBezTo>
                  <a:lnTo>
                    <a:pt x="1" y="89"/>
                  </a:lnTo>
                  <a:cubicBezTo>
                    <a:pt x="0" y="90"/>
                    <a:pt x="0" y="90"/>
                    <a:pt x="0" y="91"/>
                  </a:cubicBezTo>
                  <a:lnTo>
                    <a:pt x="0" y="92"/>
                  </a:lnTo>
                  <a:cubicBezTo>
                    <a:pt x="9" y="107"/>
                    <a:pt x="16" y="130"/>
                    <a:pt x="24" y="146"/>
                  </a:cubicBezTo>
                  <a:cubicBezTo>
                    <a:pt x="38" y="173"/>
                    <a:pt x="51" y="202"/>
                    <a:pt x="66" y="228"/>
                  </a:cubicBezTo>
                  <a:cubicBezTo>
                    <a:pt x="85" y="254"/>
                    <a:pt x="107" y="279"/>
                    <a:pt x="131" y="300"/>
                  </a:cubicBezTo>
                  <a:cubicBezTo>
                    <a:pt x="142" y="312"/>
                    <a:pt x="153" y="323"/>
                    <a:pt x="166" y="332"/>
                  </a:cubicBezTo>
                  <a:cubicBezTo>
                    <a:pt x="166" y="335"/>
                    <a:pt x="167" y="339"/>
                    <a:pt x="168" y="342"/>
                  </a:cubicBezTo>
                  <a:cubicBezTo>
                    <a:pt x="168" y="343"/>
                    <a:pt x="168" y="344"/>
                    <a:pt x="169" y="345"/>
                  </a:cubicBezTo>
                  <a:cubicBezTo>
                    <a:pt x="169" y="346"/>
                    <a:pt x="170" y="348"/>
                    <a:pt x="172" y="348"/>
                  </a:cubicBezTo>
                  <a:cubicBezTo>
                    <a:pt x="174" y="349"/>
                    <a:pt x="173" y="349"/>
                    <a:pt x="175" y="349"/>
                  </a:cubicBezTo>
                  <a:cubicBezTo>
                    <a:pt x="176" y="349"/>
                    <a:pt x="178" y="349"/>
                    <a:pt x="179" y="348"/>
                  </a:cubicBezTo>
                  <a:cubicBezTo>
                    <a:pt x="180" y="348"/>
                    <a:pt x="181" y="346"/>
                    <a:pt x="182" y="345"/>
                  </a:cubicBezTo>
                  <a:cubicBezTo>
                    <a:pt x="183" y="344"/>
                    <a:pt x="183" y="342"/>
                    <a:pt x="183" y="341"/>
                  </a:cubicBezTo>
                  <a:lnTo>
                    <a:pt x="183" y="340"/>
                  </a:lnTo>
                  <a:lnTo>
                    <a:pt x="183" y="338"/>
                  </a:lnTo>
                  <a:lnTo>
                    <a:pt x="184" y="338"/>
                  </a:lnTo>
                  <a:lnTo>
                    <a:pt x="185" y="337"/>
                  </a:lnTo>
                  <a:cubicBezTo>
                    <a:pt x="185" y="336"/>
                    <a:pt x="185" y="336"/>
                    <a:pt x="185" y="335"/>
                  </a:cubicBezTo>
                  <a:cubicBezTo>
                    <a:pt x="185" y="334"/>
                    <a:pt x="185" y="334"/>
                    <a:pt x="185" y="333"/>
                  </a:cubicBezTo>
                  <a:lnTo>
                    <a:pt x="184" y="332"/>
                  </a:lnTo>
                  <a:cubicBezTo>
                    <a:pt x="183" y="332"/>
                    <a:pt x="183" y="332"/>
                    <a:pt x="182" y="3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7"/>
            <p:cNvSpPr/>
            <p:nvPr/>
          </p:nvSpPr>
          <p:spPr>
            <a:xfrm>
              <a:off x="8870400" y="4175640"/>
              <a:ext cx="39600" cy="119160"/>
            </a:xfrm>
            <a:custGeom>
              <a:rect b="b" l="l" r="r" t="t"/>
              <a:pathLst>
                <a:path extrusionOk="0" h="331" w="110">
                  <a:moveTo>
                    <a:pt x="30" y="329"/>
                  </a:moveTo>
                  <a:cubicBezTo>
                    <a:pt x="37" y="317"/>
                    <a:pt x="40" y="304"/>
                    <a:pt x="41" y="291"/>
                  </a:cubicBezTo>
                  <a:cubicBezTo>
                    <a:pt x="59" y="244"/>
                    <a:pt x="66" y="193"/>
                    <a:pt x="86" y="148"/>
                  </a:cubicBezTo>
                  <a:cubicBezTo>
                    <a:pt x="101" y="110"/>
                    <a:pt x="109" y="69"/>
                    <a:pt x="109" y="27"/>
                  </a:cubicBezTo>
                  <a:cubicBezTo>
                    <a:pt x="109" y="21"/>
                    <a:pt x="109" y="14"/>
                    <a:pt x="108" y="7"/>
                  </a:cubicBezTo>
                  <a:lnTo>
                    <a:pt x="108" y="6"/>
                  </a:lnTo>
                  <a:cubicBezTo>
                    <a:pt x="108" y="6"/>
                    <a:pt x="107" y="6"/>
                    <a:pt x="107" y="5"/>
                  </a:cubicBezTo>
                  <a:lnTo>
                    <a:pt x="106" y="5"/>
                  </a:lnTo>
                  <a:cubicBezTo>
                    <a:pt x="105" y="5"/>
                    <a:pt x="105" y="4"/>
                    <a:pt x="104" y="5"/>
                  </a:cubicBezTo>
                  <a:cubicBezTo>
                    <a:pt x="103" y="6"/>
                    <a:pt x="103" y="6"/>
                    <a:pt x="103" y="6"/>
                  </a:cubicBezTo>
                  <a:cubicBezTo>
                    <a:pt x="103" y="7"/>
                    <a:pt x="103" y="7"/>
                    <a:pt x="103" y="7"/>
                  </a:cubicBezTo>
                  <a:cubicBezTo>
                    <a:pt x="101" y="87"/>
                    <a:pt x="66" y="164"/>
                    <a:pt x="37" y="240"/>
                  </a:cubicBezTo>
                  <a:cubicBezTo>
                    <a:pt x="34" y="224"/>
                    <a:pt x="29" y="208"/>
                    <a:pt x="25" y="194"/>
                  </a:cubicBezTo>
                  <a:cubicBezTo>
                    <a:pt x="8" y="131"/>
                    <a:pt x="25" y="63"/>
                    <a:pt x="4" y="2"/>
                  </a:cubicBezTo>
                  <a:cubicBezTo>
                    <a:pt x="4" y="0"/>
                    <a:pt x="0" y="2"/>
                    <a:pt x="0" y="3"/>
                  </a:cubicBezTo>
                  <a:cubicBezTo>
                    <a:pt x="7" y="56"/>
                    <a:pt x="0" y="111"/>
                    <a:pt x="5" y="165"/>
                  </a:cubicBezTo>
                  <a:cubicBezTo>
                    <a:pt x="9" y="204"/>
                    <a:pt x="20" y="240"/>
                    <a:pt x="23" y="278"/>
                  </a:cubicBezTo>
                  <a:cubicBezTo>
                    <a:pt x="20" y="288"/>
                    <a:pt x="16" y="299"/>
                    <a:pt x="13" y="309"/>
                  </a:cubicBezTo>
                  <a:cubicBezTo>
                    <a:pt x="13" y="310"/>
                    <a:pt x="13" y="311"/>
                    <a:pt x="13" y="311"/>
                  </a:cubicBezTo>
                  <a:cubicBezTo>
                    <a:pt x="13" y="313"/>
                    <a:pt x="14" y="314"/>
                    <a:pt x="15" y="316"/>
                  </a:cubicBezTo>
                  <a:cubicBezTo>
                    <a:pt x="16" y="317"/>
                    <a:pt x="16" y="319"/>
                    <a:pt x="18" y="320"/>
                  </a:cubicBezTo>
                  <a:cubicBezTo>
                    <a:pt x="20" y="321"/>
                    <a:pt x="22" y="321"/>
                    <a:pt x="23" y="321"/>
                  </a:cubicBezTo>
                  <a:cubicBezTo>
                    <a:pt x="24" y="321"/>
                    <a:pt x="24" y="321"/>
                    <a:pt x="24" y="321"/>
                  </a:cubicBezTo>
                  <a:cubicBezTo>
                    <a:pt x="24" y="323"/>
                    <a:pt x="24" y="325"/>
                    <a:pt x="24" y="326"/>
                  </a:cubicBezTo>
                  <a:cubicBezTo>
                    <a:pt x="24" y="327"/>
                    <a:pt x="24" y="328"/>
                    <a:pt x="24" y="328"/>
                  </a:cubicBezTo>
                  <a:cubicBezTo>
                    <a:pt x="25" y="329"/>
                    <a:pt x="25" y="328"/>
                    <a:pt x="26" y="329"/>
                  </a:cubicBezTo>
                  <a:cubicBezTo>
                    <a:pt x="27" y="330"/>
                    <a:pt x="27" y="330"/>
                    <a:pt x="27" y="330"/>
                  </a:cubicBezTo>
                  <a:cubicBezTo>
                    <a:pt x="28" y="330"/>
                    <a:pt x="28" y="330"/>
                    <a:pt x="29" y="329"/>
                  </a:cubicBezTo>
                  <a:cubicBezTo>
                    <a:pt x="30" y="328"/>
                    <a:pt x="30" y="329"/>
                    <a:pt x="30" y="3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7"/>
            <p:cNvSpPr/>
            <p:nvPr/>
          </p:nvSpPr>
          <p:spPr>
            <a:xfrm>
              <a:off x="8919360" y="4367520"/>
              <a:ext cx="45000" cy="219240"/>
            </a:xfrm>
            <a:custGeom>
              <a:rect b="b" l="l" r="r" t="t"/>
              <a:pathLst>
                <a:path extrusionOk="0" h="609" w="125">
                  <a:moveTo>
                    <a:pt x="2" y="305"/>
                  </a:moveTo>
                  <a:cubicBezTo>
                    <a:pt x="2" y="308"/>
                    <a:pt x="6" y="309"/>
                    <a:pt x="7" y="305"/>
                  </a:cubicBezTo>
                  <a:cubicBezTo>
                    <a:pt x="10" y="295"/>
                    <a:pt x="12" y="286"/>
                    <a:pt x="14" y="276"/>
                  </a:cubicBezTo>
                  <a:cubicBezTo>
                    <a:pt x="14" y="279"/>
                    <a:pt x="14" y="281"/>
                    <a:pt x="14" y="284"/>
                  </a:cubicBezTo>
                  <a:cubicBezTo>
                    <a:pt x="14" y="384"/>
                    <a:pt x="33" y="483"/>
                    <a:pt x="68" y="576"/>
                  </a:cubicBezTo>
                  <a:lnTo>
                    <a:pt x="69" y="577"/>
                  </a:lnTo>
                  <a:cubicBezTo>
                    <a:pt x="69" y="578"/>
                    <a:pt x="70" y="579"/>
                    <a:pt x="71" y="579"/>
                  </a:cubicBezTo>
                  <a:cubicBezTo>
                    <a:pt x="72" y="579"/>
                    <a:pt x="72" y="580"/>
                    <a:pt x="72" y="580"/>
                  </a:cubicBezTo>
                  <a:cubicBezTo>
                    <a:pt x="72" y="586"/>
                    <a:pt x="70" y="592"/>
                    <a:pt x="69" y="597"/>
                  </a:cubicBezTo>
                  <a:cubicBezTo>
                    <a:pt x="67" y="602"/>
                    <a:pt x="74" y="608"/>
                    <a:pt x="77" y="602"/>
                  </a:cubicBezTo>
                  <a:cubicBezTo>
                    <a:pt x="78" y="602"/>
                    <a:pt x="78" y="601"/>
                    <a:pt x="79" y="600"/>
                  </a:cubicBezTo>
                  <a:cubicBezTo>
                    <a:pt x="89" y="582"/>
                    <a:pt x="95" y="562"/>
                    <a:pt x="97" y="542"/>
                  </a:cubicBezTo>
                  <a:cubicBezTo>
                    <a:pt x="103" y="493"/>
                    <a:pt x="107" y="444"/>
                    <a:pt x="113" y="393"/>
                  </a:cubicBezTo>
                  <a:cubicBezTo>
                    <a:pt x="124" y="285"/>
                    <a:pt x="103" y="172"/>
                    <a:pt x="101" y="64"/>
                  </a:cubicBezTo>
                  <a:cubicBezTo>
                    <a:pt x="101" y="60"/>
                    <a:pt x="95" y="59"/>
                    <a:pt x="95" y="64"/>
                  </a:cubicBezTo>
                  <a:cubicBezTo>
                    <a:pt x="93" y="176"/>
                    <a:pt x="104" y="292"/>
                    <a:pt x="92" y="405"/>
                  </a:cubicBezTo>
                  <a:cubicBezTo>
                    <a:pt x="90" y="425"/>
                    <a:pt x="87" y="446"/>
                    <a:pt x="83" y="466"/>
                  </a:cubicBezTo>
                  <a:cubicBezTo>
                    <a:pt x="79" y="486"/>
                    <a:pt x="87" y="505"/>
                    <a:pt x="80" y="525"/>
                  </a:cubicBezTo>
                  <a:cubicBezTo>
                    <a:pt x="78" y="533"/>
                    <a:pt x="76" y="541"/>
                    <a:pt x="75" y="549"/>
                  </a:cubicBezTo>
                  <a:cubicBezTo>
                    <a:pt x="73" y="537"/>
                    <a:pt x="71" y="524"/>
                    <a:pt x="70" y="521"/>
                  </a:cubicBezTo>
                  <a:cubicBezTo>
                    <a:pt x="63" y="493"/>
                    <a:pt x="56" y="466"/>
                    <a:pt x="49" y="438"/>
                  </a:cubicBezTo>
                  <a:cubicBezTo>
                    <a:pt x="39" y="390"/>
                    <a:pt x="34" y="341"/>
                    <a:pt x="34" y="292"/>
                  </a:cubicBezTo>
                  <a:cubicBezTo>
                    <a:pt x="34" y="286"/>
                    <a:pt x="34" y="280"/>
                    <a:pt x="35" y="274"/>
                  </a:cubicBezTo>
                  <a:cubicBezTo>
                    <a:pt x="35" y="228"/>
                    <a:pt x="32" y="183"/>
                    <a:pt x="33" y="138"/>
                  </a:cubicBezTo>
                  <a:cubicBezTo>
                    <a:pt x="35" y="93"/>
                    <a:pt x="47" y="49"/>
                    <a:pt x="43" y="5"/>
                  </a:cubicBezTo>
                  <a:cubicBezTo>
                    <a:pt x="43" y="0"/>
                    <a:pt x="35" y="0"/>
                    <a:pt x="35" y="5"/>
                  </a:cubicBezTo>
                  <a:cubicBezTo>
                    <a:pt x="34" y="29"/>
                    <a:pt x="24" y="53"/>
                    <a:pt x="21" y="77"/>
                  </a:cubicBezTo>
                  <a:lnTo>
                    <a:pt x="20" y="76"/>
                  </a:lnTo>
                  <a:lnTo>
                    <a:pt x="19" y="76"/>
                  </a:lnTo>
                  <a:lnTo>
                    <a:pt x="18" y="76"/>
                  </a:lnTo>
                  <a:cubicBezTo>
                    <a:pt x="18" y="77"/>
                    <a:pt x="18" y="77"/>
                    <a:pt x="17" y="77"/>
                  </a:cubicBezTo>
                  <a:cubicBezTo>
                    <a:pt x="3" y="96"/>
                    <a:pt x="10" y="125"/>
                    <a:pt x="9" y="147"/>
                  </a:cubicBezTo>
                  <a:cubicBezTo>
                    <a:pt x="9" y="173"/>
                    <a:pt x="8" y="200"/>
                    <a:pt x="8" y="227"/>
                  </a:cubicBezTo>
                  <a:cubicBezTo>
                    <a:pt x="8" y="253"/>
                    <a:pt x="0" y="279"/>
                    <a:pt x="2" y="305"/>
                  </a:cubicBezTo>
                  <a:moveTo>
                    <a:pt x="21" y="82"/>
                  </a:moveTo>
                  <a:cubicBezTo>
                    <a:pt x="21" y="85"/>
                    <a:pt x="21" y="88"/>
                    <a:pt x="21" y="91"/>
                  </a:cubicBezTo>
                  <a:cubicBezTo>
                    <a:pt x="21" y="107"/>
                    <a:pt x="20" y="124"/>
                    <a:pt x="18" y="141"/>
                  </a:cubicBezTo>
                  <a:cubicBezTo>
                    <a:pt x="16" y="133"/>
                    <a:pt x="15" y="125"/>
                    <a:pt x="15" y="117"/>
                  </a:cubicBezTo>
                  <a:cubicBezTo>
                    <a:pt x="15" y="105"/>
                    <a:pt x="17" y="93"/>
                    <a:pt x="20" y="82"/>
                  </a:cubicBezTo>
                  <a:lnTo>
                    <a:pt x="21" y="8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7"/>
            <p:cNvSpPr/>
            <p:nvPr/>
          </p:nvSpPr>
          <p:spPr>
            <a:xfrm>
              <a:off x="7907400" y="4034880"/>
              <a:ext cx="110520" cy="65160"/>
            </a:xfrm>
            <a:custGeom>
              <a:rect b="b" l="l" r="r" t="t"/>
              <a:pathLst>
                <a:path extrusionOk="0" h="181" w="307">
                  <a:moveTo>
                    <a:pt x="300" y="134"/>
                  </a:moveTo>
                  <a:cubicBezTo>
                    <a:pt x="257" y="124"/>
                    <a:pt x="205" y="142"/>
                    <a:pt x="175" y="99"/>
                  </a:cubicBezTo>
                  <a:cubicBezTo>
                    <a:pt x="151" y="65"/>
                    <a:pt x="123" y="40"/>
                    <a:pt x="108" y="0"/>
                  </a:cubicBezTo>
                  <a:lnTo>
                    <a:pt x="107" y="0"/>
                  </a:lnTo>
                  <a:cubicBezTo>
                    <a:pt x="106" y="0"/>
                    <a:pt x="106" y="0"/>
                    <a:pt x="106" y="0"/>
                  </a:cubicBezTo>
                  <a:cubicBezTo>
                    <a:pt x="106" y="3"/>
                    <a:pt x="106" y="5"/>
                    <a:pt x="106" y="8"/>
                  </a:cubicBezTo>
                  <a:cubicBezTo>
                    <a:pt x="106" y="20"/>
                    <a:pt x="109" y="31"/>
                    <a:pt x="115" y="42"/>
                  </a:cubicBezTo>
                  <a:cubicBezTo>
                    <a:pt x="116" y="43"/>
                    <a:pt x="117" y="45"/>
                    <a:pt x="118" y="47"/>
                  </a:cubicBezTo>
                  <a:lnTo>
                    <a:pt x="119" y="49"/>
                  </a:lnTo>
                  <a:cubicBezTo>
                    <a:pt x="119" y="49"/>
                    <a:pt x="120" y="49"/>
                    <a:pt x="119" y="50"/>
                  </a:cubicBezTo>
                  <a:cubicBezTo>
                    <a:pt x="118" y="51"/>
                    <a:pt x="117" y="51"/>
                    <a:pt x="116" y="52"/>
                  </a:cubicBezTo>
                  <a:cubicBezTo>
                    <a:pt x="108" y="71"/>
                    <a:pt x="101" y="91"/>
                    <a:pt x="96" y="111"/>
                  </a:cubicBezTo>
                  <a:cubicBezTo>
                    <a:pt x="94" y="119"/>
                    <a:pt x="92" y="127"/>
                    <a:pt x="92" y="135"/>
                  </a:cubicBezTo>
                  <a:cubicBezTo>
                    <a:pt x="92" y="139"/>
                    <a:pt x="93" y="143"/>
                    <a:pt x="93" y="147"/>
                  </a:cubicBezTo>
                  <a:cubicBezTo>
                    <a:pt x="93" y="151"/>
                    <a:pt x="92" y="155"/>
                    <a:pt x="92" y="159"/>
                  </a:cubicBezTo>
                  <a:cubicBezTo>
                    <a:pt x="82" y="154"/>
                    <a:pt x="71" y="148"/>
                    <a:pt x="62" y="143"/>
                  </a:cubicBezTo>
                  <a:cubicBezTo>
                    <a:pt x="52" y="137"/>
                    <a:pt x="44" y="132"/>
                    <a:pt x="35" y="126"/>
                  </a:cubicBezTo>
                  <a:cubicBezTo>
                    <a:pt x="23" y="116"/>
                    <a:pt x="20" y="93"/>
                    <a:pt x="4" y="89"/>
                  </a:cubicBezTo>
                  <a:lnTo>
                    <a:pt x="3" y="89"/>
                  </a:lnTo>
                  <a:lnTo>
                    <a:pt x="2" y="90"/>
                  </a:lnTo>
                  <a:cubicBezTo>
                    <a:pt x="2" y="91"/>
                    <a:pt x="1" y="91"/>
                    <a:pt x="1" y="91"/>
                  </a:cubicBezTo>
                  <a:cubicBezTo>
                    <a:pt x="1" y="92"/>
                    <a:pt x="2" y="92"/>
                    <a:pt x="2" y="92"/>
                  </a:cubicBezTo>
                  <a:lnTo>
                    <a:pt x="3" y="95"/>
                  </a:lnTo>
                  <a:lnTo>
                    <a:pt x="5" y="95"/>
                  </a:lnTo>
                  <a:cubicBezTo>
                    <a:pt x="0" y="114"/>
                    <a:pt x="19" y="137"/>
                    <a:pt x="35" y="149"/>
                  </a:cubicBezTo>
                  <a:cubicBezTo>
                    <a:pt x="39" y="152"/>
                    <a:pt x="44" y="155"/>
                    <a:pt x="49" y="158"/>
                  </a:cubicBezTo>
                  <a:cubicBezTo>
                    <a:pt x="55" y="161"/>
                    <a:pt x="61" y="164"/>
                    <a:pt x="67" y="167"/>
                  </a:cubicBezTo>
                  <a:cubicBezTo>
                    <a:pt x="69" y="169"/>
                    <a:pt x="71" y="170"/>
                    <a:pt x="73" y="171"/>
                  </a:cubicBezTo>
                  <a:cubicBezTo>
                    <a:pt x="80" y="175"/>
                    <a:pt x="87" y="178"/>
                    <a:pt x="94" y="180"/>
                  </a:cubicBezTo>
                  <a:cubicBezTo>
                    <a:pt x="114" y="180"/>
                    <a:pt x="114" y="158"/>
                    <a:pt x="114" y="143"/>
                  </a:cubicBezTo>
                  <a:cubicBezTo>
                    <a:pt x="114" y="117"/>
                    <a:pt x="133" y="92"/>
                    <a:pt x="131" y="66"/>
                  </a:cubicBezTo>
                  <a:cubicBezTo>
                    <a:pt x="137" y="74"/>
                    <a:pt x="142" y="81"/>
                    <a:pt x="148" y="88"/>
                  </a:cubicBezTo>
                  <a:cubicBezTo>
                    <a:pt x="155" y="99"/>
                    <a:pt x="163" y="110"/>
                    <a:pt x="172" y="120"/>
                  </a:cubicBezTo>
                  <a:cubicBezTo>
                    <a:pt x="206" y="152"/>
                    <a:pt x="258" y="155"/>
                    <a:pt x="301" y="143"/>
                  </a:cubicBezTo>
                  <a:cubicBezTo>
                    <a:pt x="302" y="143"/>
                    <a:pt x="302" y="143"/>
                    <a:pt x="303" y="143"/>
                  </a:cubicBezTo>
                  <a:cubicBezTo>
                    <a:pt x="304" y="142"/>
                    <a:pt x="304" y="142"/>
                    <a:pt x="305" y="141"/>
                  </a:cubicBezTo>
                  <a:cubicBezTo>
                    <a:pt x="306" y="140"/>
                    <a:pt x="305" y="139"/>
                    <a:pt x="305" y="138"/>
                  </a:cubicBezTo>
                  <a:cubicBezTo>
                    <a:pt x="305" y="138"/>
                    <a:pt x="306" y="137"/>
                    <a:pt x="305" y="136"/>
                  </a:cubicBezTo>
                  <a:cubicBezTo>
                    <a:pt x="304" y="135"/>
                    <a:pt x="304" y="135"/>
                    <a:pt x="303" y="134"/>
                  </a:cubicBezTo>
                  <a:cubicBezTo>
                    <a:pt x="302" y="133"/>
                    <a:pt x="301" y="134"/>
                    <a:pt x="301" y="134"/>
                  </a:cubicBezTo>
                  <a:cubicBezTo>
                    <a:pt x="300" y="134"/>
                    <a:pt x="300" y="134"/>
                    <a:pt x="300"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37"/>
            <p:cNvSpPr/>
            <p:nvPr/>
          </p:nvSpPr>
          <p:spPr>
            <a:xfrm>
              <a:off x="7986240" y="3969720"/>
              <a:ext cx="105840" cy="106920"/>
            </a:xfrm>
            <a:custGeom>
              <a:rect b="b" l="l" r="r" t="t"/>
              <a:pathLst>
                <a:path extrusionOk="0" h="297" w="294">
                  <a:moveTo>
                    <a:pt x="144" y="221"/>
                  </a:moveTo>
                  <a:cubicBezTo>
                    <a:pt x="156" y="209"/>
                    <a:pt x="142" y="178"/>
                    <a:pt x="137" y="166"/>
                  </a:cubicBezTo>
                  <a:cubicBezTo>
                    <a:pt x="129" y="144"/>
                    <a:pt x="131" y="127"/>
                    <a:pt x="124" y="107"/>
                  </a:cubicBezTo>
                  <a:cubicBezTo>
                    <a:pt x="128" y="110"/>
                    <a:pt x="133" y="113"/>
                    <a:pt x="137" y="116"/>
                  </a:cubicBezTo>
                  <a:cubicBezTo>
                    <a:pt x="151" y="124"/>
                    <a:pt x="166" y="128"/>
                    <a:pt x="182" y="128"/>
                  </a:cubicBezTo>
                  <a:cubicBezTo>
                    <a:pt x="198" y="128"/>
                    <a:pt x="214" y="124"/>
                    <a:pt x="227" y="116"/>
                  </a:cubicBezTo>
                  <a:cubicBezTo>
                    <a:pt x="231" y="114"/>
                    <a:pt x="234" y="112"/>
                    <a:pt x="237" y="110"/>
                  </a:cubicBezTo>
                  <a:cubicBezTo>
                    <a:pt x="237" y="109"/>
                    <a:pt x="238" y="109"/>
                    <a:pt x="238" y="108"/>
                  </a:cubicBezTo>
                  <a:cubicBezTo>
                    <a:pt x="239" y="107"/>
                    <a:pt x="239" y="105"/>
                    <a:pt x="239" y="104"/>
                  </a:cubicBezTo>
                  <a:cubicBezTo>
                    <a:pt x="239" y="102"/>
                    <a:pt x="239" y="101"/>
                    <a:pt x="238" y="100"/>
                  </a:cubicBezTo>
                  <a:cubicBezTo>
                    <a:pt x="229" y="80"/>
                    <a:pt x="224" y="58"/>
                    <a:pt x="224" y="37"/>
                  </a:cubicBezTo>
                  <a:cubicBezTo>
                    <a:pt x="224" y="36"/>
                    <a:pt x="224" y="35"/>
                    <a:pt x="224" y="35"/>
                  </a:cubicBezTo>
                  <a:cubicBezTo>
                    <a:pt x="252" y="45"/>
                    <a:pt x="293" y="39"/>
                    <a:pt x="289" y="9"/>
                  </a:cubicBezTo>
                  <a:cubicBezTo>
                    <a:pt x="289" y="8"/>
                    <a:pt x="289" y="7"/>
                    <a:pt x="288" y="5"/>
                  </a:cubicBezTo>
                  <a:cubicBezTo>
                    <a:pt x="287" y="4"/>
                    <a:pt x="287" y="4"/>
                    <a:pt x="285" y="3"/>
                  </a:cubicBezTo>
                  <a:cubicBezTo>
                    <a:pt x="283" y="2"/>
                    <a:pt x="283" y="2"/>
                    <a:pt x="282" y="2"/>
                  </a:cubicBezTo>
                  <a:cubicBezTo>
                    <a:pt x="280" y="2"/>
                    <a:pt x="279" y="2"/>
                    <a:pt x="278" y="3"/>
                  </a:cubicBezTo>
                  <a:cubicBezTo>
                    <a:pt x="277" y="4"/>
                    <a:pt x="276" y="4"/>
                    <a:pt x="275" y="5"/>
                  </a:cubicBezTo>
                  <a:cubicBezTo>
                    <a:pt x="274" y="7"/>
                    <a:pt x="274" y="8"/>
                    <a:pt x="274" y="9"/>
                  </a:cubicBezTo>
                  <a:cubicBezTo>
                    <a:pt x="271" y="23"/>
                    <a:pt x="233" y="24"/>
                    <a:pt x="220" y="15"/>
                  </a:cubicBezTo>
                  <a:cubicBezTo>
                    <a:pt x="219" y="11"/>
                    <a:pt x="217" y="7"/>
                    <a:pt x="215" y="4"/>
                  </a:cubicBezTo>
                  <a:cubicBezTo>
                    <a:pt x="214" y="3"/>
                    <a:pt x="214" y="2"/>
                    <a:pt x="212" y="1"/>
                  </a:cubicBezTo>
                  <a:cubicBezTo>
                    <a:pt x="211" y="0"/>
                    <a:pt x="210" y="0"/>
                    <a:pt x="209" y="0"/>
                  </a:cubicBezTo>
                  <a:cubicBezTo>
                    <a:pt x="208" y="0"/>
                    <a:pt x="206" y="0"/>
                    <a:pt x="205" y="1"/>
                  </a:cubicBezTo>
                  <a:cubicBezTo>
                    <a:pt x="204" y="2"/>
                    <a:pt x="204" y="3"/>
                    <a:pt x="203" y="4"/>
                  </a:cubicBezTo>
                  <a:cubicBezTo>
                    <a:pt x="202" y="5"/>
                    <a:pt x="202" y="5"/>
                    <a:pt x="202" y="7"/>
                  </a:cubicBezTo>
                  <a:cubicBezTo>
                    <a:pt x="202" y="8"/>
                    <a:pt x="202" y="8"/>
                    <a:pt x="202" y="9"/>
                  </a:cubicBezTo>
                  <a:cubicBezTo>
                    <a:pt x="202" y="13"/>
                    <a:pt x="203" y="17"/>
                    <a:pt x="204" y="20"/>
                  </a:cubicBezTo>
                  <a:cubicBezTo>
                    <a:pt x="205" y="22"/>
                    <a:pt x="207" y="23"/>
                    <a:pt x="208" y="24"/>
                  </a:cubicBezTo>
                  <a:cubicBezTo>
                    <a:pt x="212" y="46"/>
                    <a:pt x="205" y="72"/>
                    <a:pt x="213" y="91"/>
                  </a:cubicBezTo>
                  <a:cubicBezTo>
                    <a:pt x="229" y="132"/>
                    <a:pt x="126" y="91"/>
                    <a:pt x="113" y="87"/>
                  </a:cubicBezTo>
                  <a:lnTo>
                    <a:pt x="112" y="87"/>
                  </a:lnTo>
                  <a:cubicBezTo>
                    <a:pt x="110" y="87"/>
                    <a:pt x="110" y="87"/>
                    <a:pt x="109" y="88"/>
                  </a:cubicBezTo>
                  <a:cubicBezTo>
                    <a:pt x="108" y="89"/>
                    <a:pt x="107" y="89"/>
                    <a:pt x="106" y="90"/>
                  </a:cubicBezTo>
                  <a:cubicBezTo>
                    <a:pt x="105" y="91"/>
                    <a:pt x="106" y="92"/>
                    <a:pt x="106" y="93"/>
                  </a:cubicBezTo>
                  <a:cubicBezTo>
                    <a:pt x="106" y="94"/>
                    <a:pt x="105" y="95"/>
                    <a:pt x="106" y="96"/>
                  </a:cubicBezTo>
                  <a:cubicBezTo>
                    <a:pt x="107" y="97"/>
                    <a:pt x="107" y="97"/>
                    <a:pt x="107" y="97"/>
                  </a:cubicBezTo>
                  <a:cubicBezTo>
                    <a:pt x="134" y="119"/>
                    <a:pt x="119" y="136"/>
                    <a:pt x="124" y="160"/>
                  </a:cubicBezTo>
                  <a:cubicBezTo>
                    <a:pt x="128" y="183"/>
                    <a:pt x="144" y="223"/>
                    <a:pt x="102" y="209"/>
                  </a:cubicBezTo>
                  <a:cubicBezTo>
                    <a:pt x="72" y="199"/>
                    <a:pt x="45" y="172"/>
                    <a:pt x="14" y="167"/>
                  </a:cubicBezTo>
                  <a:cubicBezTo>
                    <a:pt x="12" y="157"/>
                    <a:pt x="10" y="147"/>
                    <a:pt x="9" y="137"/>
                  </a:cubicBezTo>
                  <a:cubicBezTo>
                    <a:pt x="9" y="134"/>
                    <a:pt x="4" y="134"/>
                    <a:pt x="4" y="137"/>
                  </a:cubicBezTo>
                  <a:cubicBezTo>
                    <a:pt x="3" y="145"/>
                    <a:pt x="3" y="153"/>
                    <a:pt x="3" y="160"/>
                  </a:cubicBezTo>
                  <a:cubicBezTo>
                    <a:pt x="3" y="163"/>
                    <a:pt x="3" y="165"/>
                    <a:pt x="3" y="167"/>
                  </a:cubicBezTo>
                  <a:cubicBezTo>
                    <a:pt x="2" y="168"/>
                    <a:pt x="1" y="169"/>
                    <a:pt x="1" y="169"/>
                  </a:cubicBezTo>
                  <a:cubicBezTo>
                    <a:pt x="1" y="170"/>
                    <a:pt x="0" y="170"/>
                    <a:pt x="0" y="172"/>
                  </a:cubicBezTo>
                  <a:cubicBezTo>
                    <a:pt x="0" y="173"/>
                    <a:pt x="1" y="175"/>
                    <a:pt x="1" y="176"/>
                  </a:cubicBezTo>
                  <a:cubicBezTo>
                    <a:pt x="1" y="176"/>
                    <a:pt x="2" y="177"/>
                    <a:pt x="3" y="178"/>
                  </a:cubicBezTo>
                  <a:cubicBezTo>
                    <a:pt x="4" y="192"/>
                    <a:pt x="7" y="207"/>
                    <a:pt x="14" y="221"/>
                  </a:cubicBezTo>
                  <a:cubicBezTo>
                    <a:pt x="16" y="226"/>
                    <a:pt x="18" y="231"/>
                    <a:pt x="21" y="236"/>
                  </a:cubicBezTo>
                  <a:cubicBezTo>
                    <a:pt x="24" y="242"/>
                    <a:pt x="30" y="249"/>
                    <a:pt x="34" y="255"/>
                  </a:cubicBezTo>
                  <a:cubicBezTo>
                    <a:pt x="45" y="266"/>
                    <a:pt x="54" y="277"/>
                    <a:pt x="63" y="289"/>
                  </a:cubicBezTo>
                  <a:cubicBezTo>
                    <a:pt x="65" y="293"/>
                    <a:pt x="68" y="294"/>
                    <a:pt x="72" y="295"/>
                  </a:cubicBezTo>
                  <a:cubicBezTo>
                    <a:pt x="72" y="296"/>
                    <a:pt x="73" y="296"/>
                    <a:pt x="74" y="296"/>
                  </a:cubicBezTo>
                  <a:cubicBezTo>
                    <a:pt x="75" y="296"/>
                    <a:pt x="76" y="296"/>
                    <a:pt x="77" y="295"/>
                  </a:cubicBezTo>
                  <a:cubicBezTo>
                    <a:pt x="78" y="294"/>
                    <a:pt x="79" y="294"/>
                    <a:pt x="80" y="293"/>
                  </a:cubicBezTo>
                  <a:cubicBezTo>
                    <a:pt x="81" y="292"/>
                    <a:pt x="80" y="291"/>
                    <a:pt x="80" y="290"/>
                  </a:cubicBezTo>
                  <a:cubicBezTo>
                    <a:pt x="80" y="289"/>
                    <a:pt x="80" y="289"/>
                    <a:pt x="80" y="288"/>
                  </a:cubicBezTo>
                  <a:cubicBezTo>
                    <a:pt x="77" y="280"/>
                    <a:pt x="73" y="272"/>
                    <a:pt x="69" y="264"/>
                  </a:cubicBezTo>
                  <a:cubicBezTo>
                    <a:pt x="66" y="259"/>
                    <a:pt x="63" y="254"/>
                    <a:pt x="59" y="249"/>
                  </a:cubicBezTo>
                  <a:cubicBezTo>
                    <a:pt x="49" y="234"/>
                    <a:pt x="47" y="216"/>
                    <a:pt x="33" y="203"/>
                  </a:cubicBezTo>
                  <a:cubicBezTo>
                    <a:pt x="31" y="201"/>
                    <a:pt x="26" y="203"/>
                    <a:pt x="27" y="207"/>
                  </a:cubicBezTo>
                  <a:cubicBezTo>
                    <a:pt x="30" y="214"/>
                    <a:pt x="33" y="220"/>
                    <a:pt x="36" y="226"/>
                  </a:cubicBezTo>
                  <a:cubicBezTo>
                    <a:pt x="35" y="225"/>
                    <a:pt x="35" y="224"/>
                    <a:pt x="34" y="223"/>
                  </a:cubicBezTo>
                  <a:cubicBezTo>
                    <a:pt x="26" y="210"/>
                    <a:pt x="20" y="196"/>
                    <a:pt x="16" y="181"/>
                  </a:cubicBezTo>
                  <a:cubicBezTo>
                    <a:pt x="53" y="196"/>
                    <a:pt x="111" y="255"/>
                    <a:pt x="144" y="2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37"/>
            <p:cNvSpPr/>
            <p:nvPr/>
          </p:nvSpPr>
          <p:spPr>
            <a:xfrm>
              <a:off x="7855920" y="3567600"/>
              <a:ext cx="131400" cy="722880"/>
            </a:xfrm>
            <a:custGeom>
              <a:rect b="b" l="l" r="r" t="t"/>
              <a:pathLst>
                <a:path extrusionOk="0" h="2008" w="365">
                  <a:moveTo>
                    <a:pt x="337" y="2005"/>
                  </a:moveTo>
                  <a:cubicBezTo>
                    <a:pt x="341" y="2007"/>
                    <a:pt x="345" y="2001"/>
                    <a:pt x="342" y="1998"/>
                  </a:cubicBezTo>
                  <a:cubicBezTo>
                    <a:pt x="322" y="1979"/>
                    <a:pt x="293" y="1973"/>
                    <a:pt x="271" y="1957"/>
                  </a:cubicBezTo>
                  <a:cubicBezTo>
                    <a:pt x="244" y="1937"/>
                    <a:pt x="221" y="1914"/>
                    <a:pt x="197" y="1892"/>
                  </a:cubicBezTo>
                  <a:cubicBezTo>
                    <a:pt x="173" y="1871"/>
                    <a:pt x="141" y="1842"/>
                    <a:pt x="130" y="1807"/>
                  </a:cubicBezTo>
                  <a:cubicBezTo>
                    <a:pt x="122" y="1781"/>
                    <a:pt x="117" y="1755"/>
                    <a:pt x="115" y="1728"/>
                  </a:cubicBezTo>
                  <a:cubicBezTo>
                    <a:pt x="129" y="1751"/>
                    <a:pt x="145" y="1773"/>
                    <a:pt x="159" y="1795"/>
                  </a:cubicBezTo>
                  <a:cubicBezTo>
                    <a:pt x="169" y="1811"/>
                    <a:pt x="180" y="1825"/>
                    <a:pt x="193" y="1838"/>
                  </a:cubicBezTo>
                  <a:cubicBezTo>
                    <a:pt x="193" y="1846"/>
                    <a:pt x="194" y="1853"/>
                    <a:pt x="196" y="1860"/>
                  </a:cubicBezTo>
                  <a:cubicBezTo>
                    <a:pt x="197" y="1868"/>
                    <a:pt x="206" y="1864"/>
                    <a:pt x="206" y="1859"/>
                  </a:cubicBezTo>
                  <a:cubicBezTo>
                    <a:pt x="205" y="1854"/>
                    <a:pt x="205" y="1852"/>
                    <a:pt x="204" y="1848"/>
                  </a:cubicBezTo>
                  <a:lnTo>
                    <a:pt x="208" y="1852"/>
                  </a:lnTo>
                  <a:lnTo>
                    <a:pt x="209" y="1852"/>
                  </a:lnTo>
                  <a:cubicBezTo>
                    <a:pt x="209" y="1853"/>
                    <a:pt x="210" y="1853"/>
                    <a:pt x="211" y="1853"/>
                  </a:cubicBezTo>
                  <a:lnTo>
                    <a:pt x="212" y="1852"/>
                  </a:lnTo>
                  <a:cubicBezTo>
                    <a:pt x="213" y="1852"/>
                    <a:pt x="213" y="1852"/>
                    <a:pt x="214" y="1851"/>
                  </a:cubicBezTo>
                  <a:cubicBezTo>
                    <a:pt x="215" y="1851"/>
                    <a:pt x="214" y="1850"/>
                    <a:pt x="214" y="1849"/>
                  </a:cubicBezTo>
                  <a:cubicBezTo>
                    <a:pt x="214" y="1848"/>
                    <a:pt x="214" y="1848"/>
                    <a:pt x="214" y="1847"/>
                  </a:cubicBezTo>
                  <a:cubicBezTo>
                    <a:pt x="210" y="1840"/>
                    <a:pt x="205" y="1833"/>
                    <a:pt x="201" y="1826"/>
                  </a:cubicBezTo>
                  <a:cubicBezTo>
                    <a:pt x="201" y="1824"/>
                    <a:pt x="201" y="1822"/>
                    <a:pt x="201" y="1820"/>
                  </a:cubicBezTo>
                  <a:cubicBezTo>
                    <a:pt x="201" y="1819"/>
                    <a:pt x="201" y="1817"/>
                    <a:pt x="201" y="1815"/>
                  </a:cubicBezTo>
                  <a:cubicBezTo>
                    <a:pt x="202" y="1809"/>
                    <a:pt x="202" y="1803"/>
                    <a:pt x="202" y="1797"/>
                  </a:cubicBezTo>
                  <a:cubicBezTo>
                    <a:pt x="202" y="1791"/>
                    <a:pt x="202" y="1785"/>
                    <a:pt x="201" y="1779"/>
                  </a:cubicBezTo>
                  <a:cubicBezTo>
                    <a:pt x="191" y="1741"/>
                    <a:pt x="185" y="1701"/>
                    <a:pt x="183" y="1661"/>
                  </a:cubicBezTo>
                  <a:cubicBezTo>
                    <a:pt x="201" y="1677"/>
                    <a:pt x="221" y="1689"/>
                    <a:pt x="238" y="1705"/>
                  </a:cubicBezTo>
                  <a:cubicBezTo>
                    <a:pt x="264" y="1726"/>
                    <a:pt x="304" y="1749"/>
                    <a:pt x="338" y="1739"/>
                  </a:cubicBezTo>
                  <a:cubicBezTo>
                    <a:pt x="339" y="1738"/>
                    <a:pt x="339" y="1738"/>
                    <a:pt x="339" y="1738"/>
                  </a:cubicBezTo>
                  <a:cubicBezTo>
                    <a:pt x="340" y="1738"/>
                    <a:pt x="340" y="1738"/>
                    <a:pt x="341" y="1737"/>
                  </a:cubicBezTo>
                  <a:cubicBezTo>
                    <a:pt x="342" y="1737"/>
                    <a:pt x="341" y="1735"/>
                    <a:pt x="341" y="1734"/>
                  </a:cubicBezTo>
                  <a:cubicBezTo>
                    <a:pt x="341" y="1734"/>
                    <a:pt x="342" y="1733"/>
                    <a:pt x="341" y="1732"/>
                  </a:cubicBezTo>
                  <a:cubicBezTo>
                    <a:pt x="340" y="1732"/>
                    <a:pt x="340" y="1731"/>
                    <a:pt x="339" y="1731"/>
                  </a:cubicBezTo>
                  <a:cubicBezTo>
                    <a:pt x="339" y="1731"/>
                    <a:pt x="339" y="1730"/>
                    <a:pt x="338" y="1730"/>
                  </a:cubicBezTo>
                  <a:cubicBezTo>
                    <a:pt x="334" y="1729"/>
                    <a:pt x="330" y="1727"/>
                    <a:pt x="326" y="1726"/>
                  </a:cubicBezTo>
                  <a:cubicBezTo>
                    <a:pt x="336" y="1706"/>
                    <a:pt x="330" y="1676"/>
                    <a:pt x="328" y="1655"/>
                  </a:cubicBezTo>
                  <a:cubicBezTo>
                    <a:pt x="325" y="1623"/>
                    <a:pt x="320" y="1582"/>
                    <a:pt x="295" y="1559"/>
                  </a:cubicBezTo>
                  <a:cubicBezTo>
                    <a:pt x="295" y="1559"/>
                    <a:pt x="295" y="1560"/>
                    <a:pt x="294" y="1559"/>
                  </a:cubicBezTo>
                  <a:cubicBezTo>
                    <a:pt x="293" y="1559"/>
                    <a:pt x="293" y="1558"/>
                    <a:pt x="292" y="1558"/>
                  </a:cubicBezTo>
                  <a:cubicBezTo>
                    <a:pt x="292" y="1558"/>
                    <a:pt x="292" y="1559"/>
                    <a:pt x="291" y="1559"/>
                  </a:cubicBezTo>
                  <a:cubicBezTo>
                    <a:pt x="290" y="1560"/>
                    <a:pt x="289" y="1559"/>
                    <a:pt x="289" y="1560"/>
                  </a:cubicBezTo>
                  <a:cubicBezTo>
                    <a:pt x="289" y="1561"/>
                    <a:pt x="289" y="1561"/>
                    <a:pt x="289" y="1562"/>
                  </a:cubicBezTo>
                  <a:lnTo>
                    <a:pt x="289" y="1563"/>
                  </a:lnTo>
                  <a:cubicBezTo>
                    <a:pt x="296" y="1584"/>
                    <a:pt x="302" y="1605"/>
                    <a:pt x="306" y="1626"/>
                  </a:cubicBezTo>
                  <a:cubicBezTo>
                    <a:pt x="310" y="1643"/>
                    <a:pt x="312" y="1661"/>
                    <a:pt x="314" y="1678"/>
                  </a:cubicBezTo>
                  <a:cubicBezTo>
                    <a:pt x="315" y="1685"/>
                    <a:pt x="316" y="1693"/>
                    <a:pt x="316" y="1700"/>
                  </a:cubicBezTo>
                  <a:cubicBezTo>
                    <a:pt x="316" y="1708"/>
                    <a:pt x="315" y="1716"/>
                    <a:pt x="314" y="1723"/>
                  </a:cubicBezTo>
                  <a:cubicBezTo>
                    <a:pt x="307" y="1722"/>
                    <a:pt x="301" y="1720"/>
                    <a:pt x="294" y="1719"/>
                  </a:cubicBezTo>
                  <a:cubicBezTo>
                    <a:pt x="285" y="1716"/>
                    <a:pt x="275" y="1712"/>
                    <a:pt x="267" y="1707"/>
                  </a:cubicBezTo>
                  <a:cubicBezTo>
                    <a:pt x="256" y="1700"/>
                    <a:pt x="246" y="1693"/>
                    <a:pt x="237" y="1684"/>
                  </a:cubicBezTo>
                  <a:cubicBezTo>
                    <a:pt x="209" y="1660"/>
                    <a:pt x="180" y="1637"/>
                    <a:pt x="152" y="1614"/>
                  </a:cubicBezTo>
                  <a:cubicBezTo>
                    <a:pt x="151" y="1614"/>
                    <a:pt x="152" y="1614"/>
                    <a:pt x="151" y="1613"/>
                  </a:cubicBezTo>
                  <a:cubicBezTo>
                    <a:pt x="150" y="1613"/>
                    <a:pt x="150" y="1613"/>
                    <a:pt x="149" y="1613"/>
                  </a:cubicBezTo>
                  <a:lnTo>
                    <a:pt x="148" y="1613"/>
                  </a:lnTo>
                  <a:cubicBezTo>
                    <a:pt x="147" y="1614"/>
                    <a:pt x="147" y="1614"/>
                    <a:pt x="146" y="1615"/>
                  </a:cubicBezTo>
                  <a:lnTo>
                    <a:pt x="146" y="1616"/>
                  </a:lnTo>
                  <a:cubicBezTo>
                    <a:pt x="146" y="1617"/>
                    <a:pt x="146" y="1617"/>
                    <a:pt x="146" y="1618"/>
                  </a:cubicBezTo>
                  <a:lnTo>
                    <a:pt x="147" y="1618"/>
                  </a:lnTo>
                  <a:cubicBezTo>
                    <a:pt x="156" y="1632"/>
                    <a:pt x="166" y="1644"/>
                    <a:pt x="177" y="1656"/>
                  </a:cubicBezTo>
                  <a:cubicBezTo>
                    <a:pt x="177" y="1691"/>
                    <a:pt x="179" y="1725"/>
                    <a:pt x="184" y="1759"/>
                  </a:cubicBezTo>
                  <a:cubicBezTo>
                    <a:pt x="185" y="1775"/>
                    <a:pt x="186" y="1790"/>
                    <a:pt x="187" y="1806"/>
                  </a:cubicBezTo>
                  <a:cubicBezTo>
                    <a:pt x="161" y="1764"/>
                    <a:pt x="132" y="1723"/>
                    <a:pt x="106" y="1681"/>
                  </a:cubicBezTo>
                  <a:cubicBezTo>
                    <a:pt x="105" y="1681"/>
                    <a:pt x="105" y="1680"/>
                    <a:pt x="105" y="1680"/>
                  </a:cubicBezTo>
                  <a:cubicBezTo>
                    <a:pt x="86" y="1646"/>
                    <a:pt x="71" y="1609"/>
                    <a:pt x="63" y="1571"/>
                  </a:cubicBezTo>
                  <a:cubicBezTo>
                    <a:pt x="59" y="1547"/>
                    <a:pt x="57" y="1522"/>
                    <a:pt x="57" y="1497"/>
                  </a:cubicBezTo>
                  <a:cubicBezTo>
                    <a:pt x="57" y="1493"/>
                    <a:pt x="57" y="1489"/>
                    <a:pt x="57" y="1484"/>
                  </a:cubicBezTo>
                  <a:lnTo>
                    <a:pt x="57" y="1485"/>
                  </a:lnTo>
                  <a:cubicBezTo>
                    <a:pt x="67" y="1520"/>
                    <a:pt x="102" y="1539"/>
                    <a:pt x="120" y="1569"/>
                  </a:cubicBezTo>
                  <a:cubicBezTo>
                    <a:pt x="123" y="1575"/>
                    <a:pt x="131" y="1571"/>
                    <a:pt x="131" y="1565"/>
                  </a:cubicBezTo>
                  <a:cubicBezTo>
                    <a:pt x="134" y="1551"/>
                    <a:pt x="138" y="1537"/>
                    <a:pt x="144" y="1523"/>
                  </a:cubicBezTo>
                  <a:cubicBezTo>
                    <a:pt x="146" y="1510"/>
                    <a:pt x="146" y="1486"/>
                    <a:pt x="148" y="1475"/>
                  </a:cubicBezTo>
                  <a:cubicBezTo>
                    <a:pt x="149" y="1464"/>
                    <a:pt x="150" y="1453"/>
                    <a:pt x="150" y="1442"/>
                  </a:cubicBezTo>
                  <a:cubicBezTo>
                    <a:pt x="150" y="1431"/>
                    <a:pt x="149" y="1420"/>
                    <a:pt x="148" y="1409"/>
                  </a:cubicBezTo>
                  <a:cubicBezTo>
                    <a:pt x="148" y="1409"/>
                    <a:pt x="148" y="1408"/>
                    <a:pt x="147" y="1408"/>
                  </a:cubicBezTo>
                  <a:cubicBezTo>
                    <a:pt x="147" y="1408"/>
                    <a:pt x="147" y="1407"/>
                    <a:pt x="146" y="1407"/>
                  </a:cubicBezTo>
                  <a:lnTo>
                    <a:pt x="145" y="1407"/>
                  </a:lnTo>
                  <a:lnTo>
                    <a:pt x="144" y="1407"/>
                  </a:lnTo>
                  <a:cubicBezTo>
                    <a:pt x="143" y="1407"/>
                    <a:pt x="143" y="1408"/>
                    <a:pt x="143" y="1408"/>
                  </a:cubicBezTo>
                  <a:cubicBezTo>
                    <a:pt x="142" y="1408"/>
                    <a:pt x="142" y="1409"/>
                    <a:pt x="142" y="1409"/>
                  </a:cubicBezTo>
                  <a:cubicBezTo>
                    <a:pt x="138" y="1441"/>
                    <a:pt x="133" y="1473"/>
                    <a:pt x="132" y="1505"/>
                  </a:cubicBezTo>
                  <a:cubicBezTo>
                    <a:pt x="130" y="1519"/>
                    <a:pt x="127" y="1533"/>
                    <a:pt x="122" y="1547"/>
                  </a:cubicBezTo>
                  <a:cubicBezTo>
                    <a:pt x="110" y="1527"/>
                    <a:pt x="94" y="1513"/>
                    <a:pt x="81" y="1494"/>
                  </a:cubicBezTo>
                  <a:cubicBezTo>
                    <a:pt x="58" y="1460"/>
                    <a:pt x="54" y="1409"/>
                    <a:pt x="55" y="1371"/>
                  </a:cubicBezTo>
                  <a:cubicBezTo>
                    <a:pt x="54" y="1355"/>
                    <a:pt x="53" y="1339"/>
                    <a:pt x="53" y="1323"/>
                  </a:cubicBezTo>
                  <a:cubicBezTo>
                    <a:pt x="53" y="1307"/>
                    <a:pt x="54" y="1291"/>
                    <a:pt x="55" y="1275"/>
                  </a:cubicBezTo>
                  <a:cubicBezTo>
                    <a:pt x="55" y="1273"/>
                    <a:pt x="55" y="1271"/>
                    <a:pt x="56" y="1270"/>
                  </a:cubicBezTo>
                  <a:lnTo>
                    <a:pt x="57" y="1270"/>
                  </a:lnTo>
                  <a:cubicBezTo>
                    <a:pt x="58" y="1271"/>
                    <a:pt x="59" y="1271"/>
                    <a:pt x="60" y="1271"/>
                  </a:cubicBezTo>
                  <a:cubicBezTo>
                    <a:pt x="61" y="1271"/>
                    <a:pt x="62" y="1271"/>
                    <a:pt x="63" y="1270"/>
                  </a:cubicBezTo>
                  <a:cubicBezTo>
                    <a:pt x="64" y="1270"/>
                    <a:pt x="65" y="1269"/>
                    <a:pt x="65" y="1268"/>
                  </a:cubicBezTo>
                  <a:cubicBezTo>
                    <a:pt x="85" y="1243"/>
                    <a:pt x="87" y="1205"/>
                    <a:pt x="92" y="1176"/>
                  </a:cubicBezTo>
                  <a:cubicBezTo>
                    <a:pt x="99" y="1140"/>
                    <a:pt x="117" y="1107"/>
                    <a:pt x="119" y="1071"/>
                  </a:cubicBezTo>
                  <a:cubicBezTo>
                    <a:pt x="119" y="1070"/>
                    <a:pt x="119" y="1071"/>
                    <a:pt x="118" y="1069"/>
                  </a:cubicBezTo>
                  <a:cubicBezTo>
                    <a:pt x="117" y="1068"/>
                    <a:pt x="118" y="1068"/>
                    <a:pt x="117" y="1067"/>
                  </a:cubicBezTo>
                  <a:cubicBezTo>
                    <a:pt x="116" y="1067"/>
                    <a:pt x="116" y="1067"/>
                    <a:pt x="115" y="1067"/>
                  </a:cubicBezTo>
                  <a:cubicBezTo>
                    <a:pt x="114" y="1067"/>
                    <a:pt x="113" y="1067"/>
                    <a:pt x="113" y="1067"/>
                  </a:cubicBezTo>
                  <a:cubicBezTo>
                    <a:pt x="112" y="1068"/>
                    <a:pt x="112" y="1068"/>
                    <a:pt x="111" y="1069"/>
                  </a:cubicBezTo>
                  <a:cubicBezTo>
                    <a:pt x="92" y="1120"/>
                    <a:pt x="77" y="1172"/>
                    <a:pt x="68" y="1226"/>
                  </a:cubicBezTo>
                  <a:cubicBezTo>
                    <a:pt x="67" y="1233"/>
                    <a:pt x="65" y="1239"/>
                    <a:pt x="63" y="1246"/>
                  </a:cubicBezTo>
                  <a:cubicBezTo>
                    <a:pt x="62" y="1248"/>
                    <a:pt x="62" y="1250"/>
                    <a:pt x="60" y="1252"/>
                  </a:cubicBezTo>
                  <a:cubicBezTo>
                    <a:pt x="59" y="1253"/>
                    <a:pt x="60" y="1253"/>
                    <a:pt x="59" y="1254"/>
                  </a:cubicBezTo>
                  <a:cubicBezTo>
                    <a:pt x="62" y="1244"/>
                    <a:pt x="64" y="1235"/>
                    <a:pt x="64" y="1225"/>
                  </a:cubicBezTo>
                  <a:cubicBezTo>
                    <a:pt x="64" y="1223"/>
                    <a:pt x="64" y="1220"/>
                    <a:pt x="63" y="1218"/>
                  </a:cubicBezTo>
                  <a:lnTo>
                    <a:pt x="63" y="1217"/>
                  </a:lnTo>
                  <a:lnTo>
                    <a:pt x="62" y="1216"/>
                  </a:lnTo>
                  <a:lnTo>
                    <a:pt x="61" y="1216"/>
                  </a:lnTo>
                  <a:cubicBezTo>
                    <a:pt x="60" y="1216"/>
                    <a:pt x="60" y="1216"/>
                    <a:pt x="59" y="1216"/>
                  </a:cubicBezTo>
                  <a:cubicBezTo>
                    <a:pt x="58" y="1217"/>
                    <a:pt x="59" y="1217"/>
                    <a:pt x="58" y="1217"/>
                  </a:cubicBezTo>
                  <a:cubicBezTo>
                    <a:pt x="57" y="1218"/>
                    <a:pt x="58" y="1218"/>
                    <a:pt x="58" y="1218"/>
                  </a:cubicBezTo>
                  <a:cubicBezTo>
                    <a:pt x="56" y="1228"/>
                    <a:pt x="53" y="1238"/>
                    <a:pt x="50" y="1247"/>
                  </a:cubicBezTo>
                  <a:cubicBezTo>
                    <a:pt x="46" y="1238"/>
                    <a:pt x="43" y="1229"/>
                    <a:pt x="42" y="1220"/>
                  </a:cubicBezTo>
                  <a:cubicBezTo>
                    <a:pt x="38" y="1203"/>
                    <a:pt x="32" y="1186"/>
                    <a:pt x="24" y="1171"/>
                  </a:cubicBezTo>
                  <a:cubicBezTo>
                    <a:pt x="2" y="1108"/>
                    <a:pt x="14" y="1034"/>
                    <a:pt x="30" y="966"/>
                  </a:cubicBezTo>
                  <a:cubicBezTo>
                    <a:pt x="30" y="968"/>
                    <a:pt x="31" y="969"/>
                    <a:pt x="32" y="971"/>
                  </a:cubicBezTo>
                  <a:cubicBezTo>
                    <a:pt x="33" y="973"/>
                    <a:pt x="34" y="974"/>
                    <a:pt x="36" y="976"/>
                  </a:cubicBezTo>
                  <a:cubicBezTo>
                    <a:pt x="36" y="977"/>
                    <a:pt x="37" y="977"/>
                    <a:pt x="37" y="977"/>
                  </a:cubicBezTo>
                  <a:cubicBezTo>
                    <a:pt x="38" y="978"/>
                    <a:pt x="39" y="978"/>
                    <a:pt x="41" y="978"/>
                  </a:cubicBezTo>
                  <a:cubicBezTo>
                    <a:pt x="42" y="978"/>
                    <a:pt x="43" y="978"/>
                    <a:pt x="44" y="977"/>
                  </a:cubicBezTo>
                  <a:cubicBezTo>
                    <a:pt x="45" y="977"/>
                    <a:pt x="45" y="977"/>
                    <a:pt x="46" y="976"/>
                  </a:cubicBezTo>
                  <a:cubicBezTo>
                    <a:pt x="74" y="954"/>
                    <a:pt x="92" y="909"/>
                    <a:pt x="106" y="875"/>
                  </a:cubicBezTo>
                  <a:cubicBezTo>
                    <a:pt x="106" y="876"/>
                    <a:pt x="106" y="876"/>
                    <a:pt x="106" y="877"/>
                  </a:cubicBezTo>
                  <a:cubicBezTo>
                    <a:pt x="106" y="888"/>
                    <a:pt x="109" y="898"/>
                    <a:pt x="114" y="908"/>
                  </a:cubicBezTo>
                  <a:cubicBezTo>
                    <a:pt x="117" y="919"/>
                    <a:pt x="122" y="930"/>
                    <a:pt x="127" y="939"/>
                  </a:cubicBezTo>
                  <a:cubicBezTo>
                    <a:pt x="133" y="950"/>
                    <a:pt x="140" y="958"/>
                    <a:pt x="148" y="967"/>
                  </a:cubicBezTo>
                  <a:cubicBezTo>
                    <a:pt x="149" y="967"/>
                    <a:pt x="149" y="968"/>
                    <a:pt x="149" y="968"/>
                  </a:cubicBezTo>
                  <a:cubicBezTo>
                    <a:pt x="150" y="968"/>
                    <a:pt x="152" y="969"/>
                    <a:pt x="153" y="969"/>
                  </a:cubicBezTo>
                  <a:cubicBezTo>
                    <a:pt x="154" y="969"/>
                    <a:pt x="156" y="969"/>
                    <a:pt x="157" y="968"/>
                  </a:cubicBezTo>
                  <a:cubicBezTo>
                    <a:pt x="158" y="968"/>
                    <a:pt x="158" y="967"/>
                    <a:pt x="159" y="966"/>
                  </a:cubicBezTo>
                  <a:cubicBezTo>
                    <a:pt x="166" y="953"/>
                    <a:pt x="173" y="939"/>
                    <a:pt x="179" y="925"/>
                  </a:cubicBezTo>
                  <a:cubicBezTo>
                    <a:pt x="185" y="914"/>
                    <a:pt x="192" y="905"/>
                    <a:pt x="198" y="895"/>
                  </a:cubicBezTo>
                  <a:cubicBezTo>
                    <a:pt x="206" y="900"/>
                    <a:pt x="210" y="914"/>
                    <a:pt x="215" y="920"/>
                  </a:cubicBezTo>
                  <a:cubicBezTo>
                    <a:pt x="218" y="923"/>
                    <a:pt x="221" y="926"/>
                    <a:pt x="224" y="927"/>
                  </a:cubicBezTo>
                  <a:cubicBezTo>
                    <a:pt x="228" y="930"/>
                    <a:pt x="232" y="931"/>
                    <a:pt x="237" y="931"/>
                  </a:cubicBezTo>
                  <a:cubicBezTo>
                    <a:pt x="238" y="932"/>
                    <a:pt x="239" y="932"/>
                    <a:pt x="240" y="932"/>
                  </a:cubicBezTo>
                  <a:cubicBezTo>
                    <a:pt x="243" y="932"/>
                    <a:pt x="247" y="931"/>
                    <a:pt x="250" y="929"/>
                  </a:cubicBezTo>
                  <a:cubicBezTo>
                    <a:pt x="253" y="927"/>
                    <a:pt x="255" y="925"/>
                    <a:pt x="257" y="922"/>
                  </a:cubicBezTo>
                  <a:cubicBezTo>
                    <a:pt x="259" y="919"/>
                    <a:pt x="259" y="915"/>
                    <a:pt x="259" y="912"/>
                  </a:cubicBezTo>
                  <a:cubicBezTo>
                    <a:pt x="259" y="909"/>
                    <a:pt x="259" y="905"/>
                    <a:pt x="257" y="902"/>
                  </a:cubicBezTo>
                  <a:lnTo>
                    <a:pt x="256" y="901"/>
                  </a:lnTo>
                  <a:cubicBezTo>
                    <a:pt x="256" y="900"/>
                    <a:pt x="255" y="901"/>
                    <a:pt x="254" y="900"/>
                  </a:cubicBezTo>
                  <a:cubicBezTo>
                    <a:pt x="253" y="900"/>
                    <a:pt x="253" y="899"/>
                    <a:pt x="252" y="899"/>
                  </a:cubicBezTo>
                  <a:cubicBezTo>
                    <a:pt x="251" y="899"/>
                    <a:pt x="251" y="900"/>
                    <a:pt x="250" y="900"/>
                  </a:cubicBezTo>
                  <a:cubicBezTo>
                    <a:pt x="249" y="901"/>
                    <a:pt x="249" y="900"/>
                    <a:pt x="248" y="901"/>
                  </a:cubicBezTo>
                  <a:cubicBezTo>
                    <a:pt x="237" y="924"/>
                    <a:pt x="225" y="899"/>
                    <a:pt x="218" y="889"/>
                  </a:cubicBezTo>
                  <a:cubicBezTo>
                    <a:pt x="218" y="889"/>
                    <a:pt x="218" y="888"/>
                    <a:pt x="217" y="888"/>
                  </a:cubicBezTo>
                  <a:cubicBezTo>
                    <a:pt x="215" y="884"/>
                    <a:pt x="212" y="882"/>
                    <a:pt x="208" y="879"/>
                  </a:cubicBezTo>
                  <a:cubicBezTo>
                    <a:pt x="204" y="877"/>
                    <a:pt x="200" y="875"/>
                    <a:pt x="195" y="875"/>
                  </a:cubicBezTo>
                  <a:lnTo>
                    <a:pt x="194" y="875"/>
                  </a:lnTo>
                  <a:cubicBezTo>
                    <a:pt x="193" y="875"/>
                    <a:pt x="192" y="875"/>
                    <a:pt x="190" y="876"/>
                  </a:cubicBezTo>
                  <a:cubicBezTo>
                    <a:pt x="188" y="877"/>
                    <a:pt x="187" y="878"/>
                    <a:pt x="186" y="880"/>
                  </a:cubicBezTo>
                  <a:lnTo>
                    <a:pt x="186" y="881"/>
                  </a:lnTo>
                  <a:cubicBezTo>
                    <a:pt x="179" y="896"/>
                    <a:pt x="168" y="909"/>
                    <a:pt x="160" y="924"/>
                  </a:cubicBezTo>
                  <a:cubicBezTo>
                    <a:pt x="156" y="932"/>
                    <a:pt x="155" y="940"/>
                    <a:pt x="151" y="949"/>
                  </a:cubicBezTo>
                  <a:cubicBezTo>
                    <a:pt x="150" y="946"/>
                    <a:pt x="147" y="944"/>
                    <a:pt x="146" y="941"/>
                  </a:cubicBezTo>
                  <a:cubicBezTo>
                    <a:pt x="141" y="934"/>
                    <a:pt x="138" y="925"/>
                    <a:pt x="134" y="917"/>
                  </a:cubicBezTo>
                  <a:cubicBezTo>
                    <a:pt x="125" y="900"/>
                    <a:pt x="117" y="882"/>
                    <a:pt x="111" y="863"/>
                  </a:cubicBezTo>
                  <a:cubicBezTo>
                    <a:pt x="111" y="863"/>
                    <a:pt x="112" y="863"/>
                    <a:pt x="111" y="862"/>
                  </a:cubicBezTo>
                  <a:cubicBezTo>
                    <a:pt x="110" y="862"/>
                    <a:pt x="110" y="862"/>
                    <a:pt x="110" y="862"/>
                  </a:cubicBezTo>
                  <a:cubicBezTo>
                    <a:pt x="109" y="862"/>
                    <a:pt x="109" y="862"/>
                    <a:pt x="109" y="862"/>
                  </a:cubicBezTo>
                  <a:cubicBezTo>
                    <a:pt x="108" y="863"/>
                    <a:pt x="108" y="863"/>
                    <a:pt x="108" y="863"/>
                  </a:cubicBezTo>
                  <a:cubicBezTo>
                    <a:pt x="108" y="864"/>
                    <a:pt x="108" y="865"/>
                    <a:pt x="108" y="867"/>
                  </a:cubicBezTo>
                  <a:cubicBezTo>
                    <a:pt x="107" y="866"/>
                    <a:pt x="107" y="866"/>
                    <a:pt x="107" y="866"/>
                  </a:cubicBezTo>
                  <a:cubicBezTo>
                    <a:pt x="106" y="866"/>
                    <a:pt x="106" y="865"/>
                    <a:pt x="105" y="865"/>
                  </a:cubicBezTo>
                  <a:cubicBezTo>
                    <a:pt x="105" y="865"/>
                    <a:pt x="104" y="866"/>
                    <a:pt x="103" y="866"/>
                  </a:cubicBezTo>
                  <a:lnTo>
                    <a:pt x="103" y="867"/>
                  </a:lnTo>
                  <a:cubicBezTo>
                    <a:pt x="93" y="876"/>
                    <a:pt x="84" y="888"/>
                    <a:pt x="77" y="899"/>
                  </a:cubicBezTo>
                  <a:cubicBezTo>
                    <a:pt x="74" y="905"/>
                    <a:pt x="71" y="909"/>
                    <a:pt x="69" y="915"/>
                  </a:cubicBezTo>
                  <a:cubicBezTo>
                    <a:pt x="62" y="927"/>
                    <a:pt x="55" y="940"/>
                    <a:pt x="48" y="952"/>
                  </a:cubicBezTo>
                  <a:cubicBezTo>
                    <a:pt x="43" y="960"/>
                    <a:pt x="41" y="943"/>
                    <a:pt x="39" y="927"/>
                  </a:cubicBezTo>
                  <a:cubicBezTo>
                    <a:pt x="43" y="914"/>
                    <a:pt x="46" y="901"/>
                    <a:pt x="49" y="889"/>
                  </a:cubicBezTo>
                  <a:cubicBezTo>
                    <a:pt x="49" y="886"/>
                    <a:pt x="45" y="884"/>
                    <a:pt x="44" y="887"/>
                  </a:cubicBezTo>
                  <a:lnTo>
                    <a:pt x="38" y="906"/>
                  </a:lnTo>
                  <a:cubicBezTo>
                    <a:pt x="38" y="904"/>
                    <a:pt x="38" y="904"/>
                    <a:pt x="38" y="903"/>
                  </a:cubicBezTo>
                  <a:cubicBezTo>
                    <a:pt x="38" y="842"/>
                    <a:pt x="48" y="781"/>
                    <a:pt x="67" y="722"/>
                  </a:cubicBezTo>
                  <a:cubicBezTo>
                    <a:pt x="68" y="723"/>
                    <a:pt x="69" y="724"/>
                    <a:pt x="71" y="724"/>
                  </a:cubicBezTo>
                  <a:cubicBezTo>
                    <a:pt x="72" y="724"/>
                    <a:pt x="74" y="723"/>
                    <a:pt x="75" y="722"/>
                  </a:cubicBezTo>
                  <a:cubicBezTo>
                    <a:pt x="76" y="722"/>
                    <a:pt x="76" y="722"/>
                    <a:pt x="76" y="722"/>
                  </a:cubicBezTo>
                  <a:cubicBezTo>
                    <a:pt x="95" y="709"/>
                    <a:pt x="112" y="695"/>
                    <a:pt x="128" y="679"/>
                  </a:cubicBezTo>
                  <a:cubicBezTo>
                    <a:pt x="135" y="672"/>
                    <a:pt x="141" y="665"/>
                    <a:pt x="147" y="657"/>
                  </a:cubicBezTo>
                  <a:cubicBezTo>
                    <a:pt x="152" y="650"/>
                    <a:pt x="176" y="607"/>
                    <a:pt x="173" y="637"/>
                  </a:cubicBezTo>
                  <a:cubicBezTo>
                    <a:pt x="170" y="668"/>
                    <a:pt x="171" y="720"/>
                    <a:pt x="198" y="745"/>
                  </a:cubicBezTo>
                  <a:cubicBezTo>
                    <a:pt x="198" y="746"/>
                    <a:pt x="198" y="747"/>
                    <a:pt x="199" y="747"/>
                  </a:cubicBezTo>
                  <a:cubicBezTo>
                    <a:pt x="201" y="748"/>
                    <a:pt x="201" y="748"/>
                    <a:pt x="203" y="748"/>
                  </a:cubicBezTo>
                  <a:cubicBezTo>
                    <a:pt x="204" y="748"/>
                    <a:pt x="206" y="748"/>
                    <a:pt x="208" y="747"/>
                  </a:cubicBezTo>
                  <a:cubicBezTo>
                    <a:pt x="209" y="747"/>
                    <a:pt x="209" y="746"/>
                    <a:pt x="209" y="745"/>
                  </a:cubicBezTo>
                  <a:cubicBezTo>
                    <a:pt x="221" y="732"/>
                    <a:pt x="219" y="715"/>
                    <a:pt x="227" y="699"/>
                  </a:cubicBezTo>
                  <a:cubicBezTo>
                    <a:pt x="234" y="684"/>
                    <a:pt x="242" y="667"/>
                    <a:pt x="249" y="650"/>
                  </a:cubicBezTo>
                  <a:cubicBezTo>
                    <a:pt x="255" y="678"/>
                    <a:pt x="266" y="713"/>
                    <a:pt x="291" y="714"/>
                  </a:cubicBezTo>
                  <a:cubicBezTo>
                    <a:pt x="311" y="714"/>
                    <a:pt x="321" y="681"/>
                    <a:pt x="318" y="666"/>
                  </a:cubicBezTo>
                  <a:lnTo>
                    <a:pt x="317" y="664"/>
                  </a:lnTo>
                  <a:cubicBezTo>
                    <a:pt x="317" y="664"/>
                    <a:pt x="316" y="663"/>
                    <a:pt x="315" y="662"/>
                  </a:cubicBezTo>
                  <a:cubicBezTo>
                    <a:pt x="314" y="662"/>
                    <a:pt x="313" y="661"/>
                    <a:pt x="312" y="661"/>
                  </a:cubicBezTo>
                  <a:cubicBezTo>
                    <a:pt x="310" y="661"/>
                    <a:pt x="309" y="662"/>
                    <a:pt x="308" y="662"/>
                  </a:cubicBezTo>
                  <a:cubicBezTo>
                    <a:pt x="307" y="663"/>
                    <a:pt x="306" y="663"/>
                    <a:pt x="306" y="664"/>
                  </a:cubicBezTo>
                  <a:cubicBezTo>
                    <a:pt x="306" y="665"/>
                    <a:pt x="305" y="666"/>
                    <a:pt x="305" y="666"/>
                  </a:cubicBezTo>
                  <a:cubicBezTo>
                    <a:pt x="290" y="721"/>
                    <a:pt x="266" y="651"/>
                    <a:pt x="257" y="627"/>
                  </a:cubicBezTo>
                  <a:cubicBezTo>
                    <a:pt x="256" y="626"/>
                    <a:pt x="256" y="625"/>
                    <a:pt x="255" y="624"/>
                  </a:cubicBezTo>
                  <a:cubicBezTo>
                    <a:pt x="254" y="624"/>
                    <a:pt x="252" y="623"/>
                    <a:pt x="251" y="623"/>
                  </a:cubicBezTo>
                  <a:cubicBezTo>
                    <a:pt x="249" y="623"/>
                    <a:pt x="249" y="624"/>
                    <a:pt x="248" y="624"/>
                  </a:cubicBezTo>
                  <a:cubicBezTo>
                    <a:pt x="247" y="625"/>
                    <a:pt x="246" y="626"/>
                    <a:pt x="246" y="627"/>
                  </a:cubicBezTo>
                  <a:cubicBezTo>
                    <a:pt x="242" y="632"/>
                    <a:pt x="240" y="637"/>
                    <a:pt x="237" y="642"/>
                  </a:cubicBezTo>
                  <a:cubicBezTo>
                    <a:pt x="222" y="667"/>
                    <a:pt x="210" y="695"/>
                    <a:pt x="202" y="724"/>
                  </a:cubicBezTo>
                  <a:cubicBezTo>
                    <a:pt x="199" y="708"/>
                    <a:pt x="195" y="693"/>
                    <a:pt x="190" y="678"/>
                  </a:cubicBezTo>
                  <a:cubicBezTo>
                    <a:pt x="188" y="655"/>
                    <a:pt x="187" y="631"/>
                    <a:pt x="183" y="609"/>
                  </a:cubicBezTo>
                  <a:cubicBezTo>
                    <a:pt x="183" y="608"/>
                    <a:pt x="183" y="607"/>
                    <a:pt x="182" y="606"/>
                  </a:cubicBezTo>
                  <a:cubicBezTo>
                    <a:pt x="182" y="606"/>
                    <a:pt x="181" y="606"/>
                    <a:pt x="180" y="605"/>
                  </a:cubicBezTo>
                  <a:cubicBezTo>
                    <a:pt x="179" y="605"/>
                    <a:pt x="179" y="605"/>
                    <a:pt x="178" y="605"/>
                  </a:cubicBezTo>
                  <a:cubicBezTo>
                    <a:pt x="177" y="605"/>
                    <a:pt x="176" y="605"/>
                    <a:pt x="175" y="605"/>
                  </a:cubicBezTo>
                  <a:cubicBezTo>
                    <a:pt x="161" y="614"/>
                    <a:pt x="150" y="626"/>
                    <a:pt x="141" y="639"/>
                  </a:cubicBezTo>
                  <a:cubicBezTo>
                    <a:pt x="123" y="661"/>
                    <a:pt x="102" y="680"/>
                    <a:pt x="80" y="698"/>
                  </a:cubicBezTo>
                  <a:cubicBezTo>
                    <a:pt x="80" y="690"/>
                    <a:pt x="81" y="683"/>
                    <a:pt x="82" y="675"/>
                  </a:cubicBezTo>
                  <a:cubicBezTo>
                    <a:pt x="83" y="667"/>
                    <a:pt x="86" y="664"/>
                    <a:pt x="88" y="658"/>
                  </a:cubicBezTo>
                  <a:cubicBezTo>
                    <a:pt x="88" y="656"/>
                    <a:pt x="87" y="654"/>
                    <a:pt x="85" y="654"/>
                  </a:cubicBezTo>
                  <a:cubicBezTo>
                    <a:pt x="90" y="624"/>
                    <a:pt x="97" y="593"/>
                    <a:pt x="102" y="566"/>
                  </a:cubicBezTo>
                  <a:cubicBezTo>
                    <a:pt x="106" y="546"/>
                    <a:pt x="111" y="527"/>
                    <a:pt x="119" y="507"/>
                  </a:cubicBezTo>
                  <a:cubicBezTo>
                    <a:pt x="119" y="510"/>
                    <a:pt x="121" y="512"/>
                    <a:pt x="122" y="515"/>
                  </a:cubicBezTo>
                  <a:cubicBezTo>
                    <a:pt x="124" y="517"/>
                    <a:pt x="125" y="520"/>
                    <a:pt x="127" y="522"/>
                  </a:cubicBezTo>
                  <a:cubicBezTo>
                    <a:pt x="128" y="523"/>
                    <a:pt x="128" y="523"/>
                    <a:pt x="129" y="524"/>
                  </a:cubicBezTo>
                  <a:cubicBezTo>
                    <a:pt x="131" y="525"/>
                    <a:pt x="132" y="525"/>
                    <a:pt x="134" y="525"/>
                  </a:cubicBezTo>
                  <a:cubicBezTo>
                    <a:pt x="136" y="525"/>
                    <a:pt x="137" y="525"/>
                    <a:pt x="139" y="524"/>
                  </a:cubicBezTo>
                  <a:cubicBezTo>
                    <a:pt x="140" y="523"/>
                    <a:pt x="140" y="523"/>
                    <a:pt x="141" y="522"/>
                  </a:cubicBezTo>
                  <a:cubicBezTo>
                    <a:pt x="154" y="505"/>
                    <a:pt x="167" y="489"/>
                    <a:pt x="181" y="473"/>
                  </a:cubicBezTo>
                  <a:cubicBezTo>
                    <a:pt x="194" y="456"/>
                    <a:pt x="209" y="429"/>
                    <a:pt x="223" y="463"/>
                  </a:cubicBezTo>
                  <a:cubicBezTo>
                    <a:pt x="228" y="475"/>
                    <a:pt x="237" y="506"/>
                    <a:pt x="257" y="499"/>
                  </a:cubicBezTo>
                  <a:cubicBezTo>
                    <a:pt x="260" y="498"/>
                    <a:pt x="262" y="497"/>
                    <a:pt x="264" y="496"/>
                  </a:cubicBezTo>
                  <a:cubicBezTo>
                    <a:pt x="270" y="492"/>
                    <a:pt x="276" y="487"/>
                    <a:pt x="279" y="481"/>
                  </a:cubicBezTo>
                  <a:cubicBezTo>
                    <a:pt x="280" y="479"/>
                    <a:pt x="281" y="477"/>
                    <a:pt x="282" y="475"/>
                  </a:cubicBezTo>
                  <a:cubicBezTo>
                    <a:pt x="284" y="471"/>
                    <a:pt x="292" y="495"/>
                    <a:pt x="294" y="499"/>
                  </a:cubicBezTo>
                  <a:cubicBezTo>
                    <a:pt x="295" y="500"/>
                    <a:pt x="295" y="500"/>
                    <a:pt x="296" y="502"/>
                  </a:cubicBezTo>
                  <a:cubicBezTo>
                    <a:pt x="298" y="505"/>
                    <a:pt x="301" y="509"/>
                    <a:pt x="305" y="511"/>
                  </a:cubicBezTo>
                  <a:cubicBezTo>
                    <a:pt x="309" y="513"/>
                    <a:pt x="313" y="514"/>
                    <a:pt x="317" y="514"/>
                  </a:cubicBezTo>
                  <a:cubicBezTo>
                    <a:pt x="321" y="514"/>
                    <a:pt x="324" y="514"/>
                    <a:pt x="327" y="513"/>
                  </a:cubicBezTo>
                  <a:cubicBezTo>
                    <a:pt x="328" y="512"/>
                    <a:pt x="329" y="512"/>
                    <a:pt x="329" y="512"/>
                  </a:cubicBezTo>
                  <a:cubicBezTo>
                    <a:pt x="331" y="511"/>
                    <a:pt x="331" y="510"/>
                    <a:pt x="332" y="509"/>
                  </a:cubicBezTo>
                  <a:cubicBezTo>
                    <a:pt x="333" y="507"/>
                    <a:pt x="333" y="506"/>
                    <a:pt x="333" y="505"/>
                  </a:cubicBezTo>
                  <a:cubicBezTo>
                    <a:pt x="333" y="504"/>
                    <a:pt x="333" y="504"/>
                    <a:pt x="333" y="503"/>
                  </a:cubicBezTo>
                  <a:lnTo>
                    <a:pt x="333" y="500"/>
                  </a:lnTo>
                  <a:cubicBezTo>
                    <a:pt x="333" y="499"/>
                    <a:pt x="333" y="498"/>
                    <a:pt x="332" y="498"/>
                  </a:cubicBezTo>
                  <a:cubicBezTo>
                    <a:pt x="331" y="497"/>
                    <a:pt x="331" y="495"/>
                    <a:pt x="330" y="495"/>
                  </a:cubicBezTo>
                  <a:cubicBezTo>
                    <a:pt x="329" y="494"/>
                    <a:pt x="328" y="495"/>
                    <a:pt x="327" y="495"/>
                  </a:cubicBezTo>
                  <a:cubicBezTo>
                    <a:pt x="326" y="495"/>
                    <a:pt x="324" y="494"/>
                    <a:pt x="323" y="495"/>
                  </a:cubicBezTo>
                  <a:cubicBezTo>
                    <a:pt x="322" y="495"/>
                    <a:pt x="321" y="497"/>
                    <a:pt x="321" y="498"/>
                  </a:cubicBezTo>
                  <a:cubicBezTo>
                    <a:pt x="317" y="505"/>
                    <a:pt x="301" y="466"/>
                    <a:pt x="300" y="464"/>
                  </a:cubicBezTo>
                  <a:cubicBezTo>
                    <a:pt x="298" y="461"/>
                    <a:pt x="295" y="458"/>
                    <a:pt x="291" y="456"/>
                  </a:cubicBezTo>
                  <a:cubicBezTo>
                    <a:pt x="288" y="454"/>
                    <a:pt x="284" y="453"/>
                    <a:pt x="280" y="452"/>
                  </a:cubicBezTo>
                  <a:lnTo>
                    <a:pt x="279" y="452"/>
                  </a:lnTo>
                  <a:cubicBezTo>
                    <a:pt x="278" y="452"/>
                    <a:pt x="277" y="452"/>
                    <a:pt x="275" y="454"/>
                  </a:cubicBezTo>
                  <a:cubicBezTo>
                    <a:pt x="273" y="455"/>
                    <a:pt x="272" y="456"/>
                    <a:pt x="271" y="457"/>
                  </a:cubicBezTo>
                  <a:lnTo>
                    <a:pt x="271" y="458"/>
                  </a:lnTo>
                  <a:cubicBezTo>
                    <a:pt x="253" y="501"/>
                    <a:pt x="233" y="436"/>
                    <a:pt x="221" y="419"/>
                  </a:cubicBezTo>
                  <a:cubicBezTo>
                    <a:pt x="221" y="418"/>
                    <a:pt x="220" y="417"/>
                    <a:pt x="219" y="417"/>
                  </a:cubicBezTo>
                  <a:cubicBezTo>
                    <a:pt x="217" y="415"/>
                    <a:pt x="216" y="416"/>
                    <a:pt x="214" y="416"/>
                  </a:cubicBezTo>
                  <a:cubicBezTo>
                    <a:pt x="213" y="416"/>
                    <a:pt x="212" y="416"/>
                    <a:pt x="211" y="417"/>
                  </a:cubicBezTo>
                  <a:cubicBezTo>
                    <a:pt x="191" y="424"/>
                    <a:pt x="179" y="445"/>
                    <a:pt x="167" y="462"/>
                  </a:cubicBezTo>
                  <a:cubicBezTo>
                    <a:pt x="158" y="476"/>
                    <a:pt x="145" y="487"/>
                    <a:pt x="135" y="501"/>
                  </a:cubicBezTo>
                  <a:cubicBezTo>
                    <a:pt x="141" y="488"/>
                    <a:pt x="144" y="474"/>
                    <a:pt x="145" y="459"/>
                  </a:cubicBezTo>
                  <a:cubicBezTo>
                    <a:pt x="146" y="454"/>
                    <a:pt x="147" y="448"/>
                    <a:pt x="149" y="443"/>
                  </a:cubicBezTo>
                  <a:cubicBezTo>
                    <a:pt x="150" y="437"/>
                    <a:pt x="158" y="427"/>
                    <a:pt x="162" y="419"/>
                  </a:cubicBezTo>
                  <a:cubicBezTo>
                    <a:pt x="163" y="417"/>
                    <a:pt x="160" y="415"/>
                    <a:pt x="158" y="417"/>
                  </a:cubicBezTo>
                  <a:lnTo>
                    <a:pt x="155" y="421"/>
                  </a:lnTo>
                  <a:cubicBezTo>
                    <a:pt x="170" y="369"/>
                    <a:pt x="191" y="318"/>
                    <a:pt x="218" y="271"/>
                  </a:cubicBezTo>
                  <a:cubicBezTo>
                    <a:pt x="219" y="270"/>
                    <a:pt x="219" y="269"/>
                    <a:pt x="220" y="268"/>
                  </a:cubicBezTo>
                  <a:cubicBezTo>
                    <a:pt x="220" y="281"/>
                    <a:pt x="220" y="293"/>
                    <a:pt x="220" y="305"/>
                  </a:cubicBezTo>
                  <a:cubicBezTo>
                    <a:pt x="220" y="306"/>
                    <a:pt x="220" y="306"/>
                    <a:pt x="220" y="306"/>
                  </a:cubicBezTo>
                  <a:cubicBezTo>
                    <a:pt x="220" y="308"/>
                    <a:pt x="220" y="309"/>
                    <a:pt x="221" y="311"/>
                  </a:cubicBezTo>
                  <a:cubicBezTo>
                    <a:pt x="222" y="312"/>
                    <a:pt x="223" y="313"/>
                    <a:pt x="225" y="314"/>
                  </a:cubicBezTo>
                  <a:cubicBezTo>
                    <a:pt x="227" y="315"/>
                    <a:pt x="227" y="315"/>
                    <a:pt x="229" y="315"/>
                  </a:cubicBezTo>
                  <a:cubicBezTo>
                    <a:pt x="230" y="315"/>
                    <a:pt x="232" y="315"/>
                    <a:pt x="234" y="314"/>
                  </a:cubicBezTo>
                  <a:cubicBezTo>
                    <a:pt x="236" y="313"/>
                    <a:pt x="236" y="312"/>
                    <a:pt x="237" y="311"/>
                  </a:cubicBezTo>
                  <a:cubicBezTo>
                    <a:pt x="237" y="310"/>
                    <a:pt x="238" y="310"/>
                    <a:pt x="238" y="309"/>
                  </a:cubicBezTo>
                  <a:cubicBezTo>
                    <a:pt x="247" y="288"/>
                    <a:pt x="271" y="284"/>
                    <a:pt x="286" y="268"/>
                  </a:cubicBezTo>
                  <a:cubicBezTo>
                    <a:pt x="304" y="250"/>
                    <a:pt x="298" y="277"/>
                    <a:pt x="296" y="292"/>
                  </a:cubicBezTo>
                  <a:cubicBezTo>
                    <a:pt x="294" y="312"/>
                    <a:pt x="289" y="334"/>
                    <a:pt x="302" y="350"/>
                  </a:cubicBezTo>
                  <a:cubicBezTo>
                    <a:pt x="303" y="351"/>
                    <a:pt x="303" y="350"/>
                    <a:pt x="304" y="351"/>
                  </a:cubicBezTo>
                  <a:cubicBezTo>
                    <a:pt x="305" y="351"/>
                    <a:pt x="307" y="352"/>
                    <a:pt x="308" y="352"/>
                  </a:cubicBezTo>
                  <a:cubicBezTo>
                    <a:pt x="309" y="352"/>
                    <a:pt x="310" y="352"/>
                    <a:pt x="310" y="352"/>
                  </a:cubicBezTo>
                  <a:cubicBezTo>
                    <a:pt x="324" y="349"/>
                    <a:pt x="330" y="338"/>
                    <a:pt x="342" y="332"/>
                  </a:cubicBezTo>
                  <a:cubicBezTo>
                    <a:pt x="351" y="328"/>
                    <a:pt x="344" y="313"/>
                    <a:pt x="335" y="317"/>
                  </a:cubicBezTo>
                  <a:cubicBezTo>
                    <a:pt x="316" y="324"/>
                    <a:pt x="310" y="337"/>
                    <a:pt x="311" y="307"/>
                  </a:cubicBezTo>
                  <a:cubicBezTo>
                    <a:pt x="312" y="300"/>
                    <a:pt x="312" y="293"/>
                    <a:pt x="312" y="285"/>
                  </a:cubicBezTo>
                  <a:cubicBezTo>
                    <a:pt x="312" y="270"/>
                    <a:pt x="311" y="255"/>
                    <a:pt x="308" y="240"/>
                  </a:cubicBezTo>
                  <a:lnTo>
                    <a:pt x="308" y="239"/>
                  </a:lnTo>
                  <a:cubicBezTo>
                    <a:pt x="307" y="238"/>
                    <a:pt x="306" y="237"/>
                    <a:pt x="306" y="237"/>
                  </a:cubicBezTo>
                  <a:cubicBezTo>
                    <a:pt x="305" y="236"/>
                    <a:pt x="304" y="236"/>
                    <a:pt x="302" y="236"/>
                  </a:cubicBezTo>
                  <a:lnTo>
                    <a:pt x="301" y="236"/>
                  </a:lnTo>
                  <a:cubicBezTo>
                    <a:pt x="281" y="245"/>
                    <a:pt x="268" y="262"/>
                    <a:pt x="249" y="273"/>
                  </a:cubicBezTo>
                  <a:cubicBezTo>
                    <a:pt x="245" y="275"/>
                    <a:pt x="242" y="277"/>
                    <a:pt x="240" y="279"/>
                  </a:cubicBezTo>
                  <a:cubicBezTo>
                    <a:pt x="240" y="256"/>
                    <a:pt x="242" y="233"/>
                    <a:pt x="244" y="210"/>
                  </a:cubicBezTo>
                  <a:cubicBezTo>
                    <a:pt x="247" y="174"/>
                    <a:pt x="269" y="142"/>
                    <a:pt x="287" y="112"/>
                  </a:cubicBezTo>
                  <a:cubicBezTo>
                    <a:pt x="304" y="81"/>
                    <a:pt x="330" y="32"/>
                    <a:pt x="360" y="7"/>
                  </a:cubicBezTo>
                  <a:cubicBezTo>
                    <a:pt x="364" y="4"/>
                    <a:pt x="360" y="0"/>
                    <a:pt x="356" y="2"/>
                  </a:cubicBezTo>
                  <a:cubicBezTo>
                    <a:pt x="335" y="11"/>
                    <a:pt x="321" y="37"/>
                    <a:pt x="307" y="56"/>
                  </a:cubicBezTo>
                  <a:cubicBezTo>
                    <a:pt x="286" y="85"/>
                    <a:pt x="271" y="118"/>
                    <a:pt x="248" y="147"/>
                  </a:cubicBezTo>
                  <a:cubicBezTo>
                    <a:pt x="223" y="180"/>
                    <a:pt x="221" y="222"/>
                    <a:pt x="221" y="263"/>
                  </a:cubicBezTo>
                  <a:cubicBezTo>
                    <a:pt x="220" y="263"/>
                    <a:pt x="220" y="263"/>
                    <a:pt x="220" y="263"/>
                  </a:cubicBezTo>
                  <a:lnTo>
                    <a:pt x="219" y="263"/>
                  </a:lnTo>
                  <a:lnTo>
                    <a:pt x="218" y="263"/>
                  </a:lnTo>
                  <a:lnTo>
                    <a:pt x="217" y="263"/>
                  </a:lnTo>
                  <a:cubicBezTo>
                    <a:pt x="204" y="283"/>
                    <a:pt x="191" y="303"/>
                    <a:pt x="180" y="323"/>
                  </a:cubicBezTo>
                  <a:cubicBezTo>
                    <a:pt x="166" y="346"/>
                    <a:pt x="154" y="370"/>
                    <a:pt x="143" y="394"/>
                  </a:cubicBezTo>
                  <a:cubicBezTo>
                    <a:pt x="130" y="422"/>
                    <a:pt x="122" y="451"/>
                    <a:pt x="118" y="480"/>
                  </a:cubicBezTo>
                  <a:cubicBezTo>
                    <a:pt x="105" y="506"/>
                    <a:pt x="95" y="534"/>
                    <a:pt x="89" y="562"/>
                  </a:cubicBezTo>
                  <a:cubicBezTo>
                    <a:pt x="80" y="609"/>
                    <a:pt x="64" y="658"/>
                    <a:pt x="64" y="707"/>
                  </a:cubicBezTo>
                  <a:cubicBezTo>
                    <a:pt x="47" y="753"/>
                    <a:pt x="35" y="800"/>
                    <a:pt x="29" y="848"/>
                  </a:cubicBezTo>
                  <a:cubicBezTo>
                    <a:pt x="25" y="867"/>
                    <a:pt x="23" y="887"/>
                    <a:pt x="23" y="907"/>
                  </a:cubicBezTo>
                  <a:cubicBezTo>
                    <a:pt x="23" y="921"/>
                    <a:pt x="24" y="936"/>
                    <a:pt x="26" y="951"/>
                  </a:cubicBezTo>
                  <a:cubicBezTo>
                    <a:pt x="10" y="1002"/>
                    <a:pt x="2" y="1055"/>
                    <a:pt x="0" y="1108"/>
                  </a:cubicBezTo>
                  <a:cubicBezTo>
                    <a:pt x="0" y="1152"/>
                    <a:pt x="15" y="1219"/>
                    <a:pt x="47" y="1257"/>
                  </a:cubicBezTo>
                  <a:cubicBezTo>
                    <a:pt x="41" y="1272"/>
                    <a:pt x="38" y="1288"/>
                    <a:pt x="37" y="1304"/>
                  </a:cubicBezTo>
                  <a:cubicBezTo>
                    <a:pt x="37" y="1331"/>
                    <a:pt x="39" y="1358"/>
                    <a:pt x="39" y="1386"/>
                  </a:cubicBezTo>
                  <a:cubicBezTo>
                    <a:pt x="39" y="1387"/>
                    <a:pt x="39" y="1388"/>
                    <a:pt x="39" y="1389"/>
                  </a:cubicBezTo>
                  <a:cubicBezTo>
                    <a:pt x="39" y="1413"/>
                    <a:pt x="43" y="1436"/>
                    <a:pt x="51" y="1458"/>
                  </a:cubicBezTo>
                  <a:cubicBezTo>
                    <a:pt x="50" y="1458"/>
                    <a:pt x="50" y="1459"/>
                    <a:pt x="50" y="1459"/>
                  </a:cubicBezTo>
                  <a:cubicBezTo>
                    <a:pt x="49" y="1459"/>
                    <a:pt x="49" y="1460"/>
                    <a:pt x="49" y="1460"/>
                  </a:cubicBezTo>
                  <a:cubicBezTo>
                    <a:pt x="48" y="1461"/>
                    <a:pt x="48" y="1461"/>
                    <a:pt x="48" y="1461"/>
                  </a:cubicBezTo>
                  <a:cubicBezTo>
                    <a:pt x="34" y="1538"/>
                    <a:pt x="54" y="1605"/>
                    <a:pt x="85" y="1674"/>
                  </a:cubicBezTo>
                  <a:cubicBezTo>
                    <a:pt x="90" y="1683"/>
                    <a:pt x="95" y="1693"/>
                    <a:pt x="100" y="1702"/>
                  </a:cubicBezTo>
                  <a:cubicBezTo>
                    <a:pt x="101" y="1703"/>
                    <a:pt x="101" y="1704"/>
                    <a:pt x="102" y="1705"/>
                  </a:cubicBezTo>
                  <a:cubicBezTo>
                    <a:pt x="99" y="1718"/>
                    <a:pt x="98" y="1730"/>
                    <a:pt x="98" y="1743"/>
                  </a:cubicBezTo>
                  <a:cubicBezTo>
                    <a:pt x="98" y="1776"/>
                    <a:pt x="107" y="1810"/>
                    <a:pt x="123" y="1837"/>
                  </a:cubicBezTo>
                  <a:cubicBezTo>
                    <a:pt x="127" y="1844"/>
                    <a:pt x="130" y="1848"/>
                    <a:pt x="134" y="1853"/>
                  </a:cubicBezTo>
                  <a:cubicBezTo>
                    <a:pt x="168" y="1892"/>
                    <a:pt x="206" y="1928"/>
                    <a:pt x="246" y="1960"/>
                  </a:cubicBezTo>
                  <a:cubicBezTo>
                    <a:pt x="277" y="1990"/>
                    <a:pt x="304" y="1991"/>
                    <a:pt x="337" y="20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7"/>
            <p:cNvSpPr/>
            <p:nvPr/>
          </p:nvSpPr>
          <p:spPr>
            <a:xfrm>
              <a:off x="7923600" y="4258440"/>
              <a:ext cx="114480" cy="95040"/>
            </a:xfrm>
            <a:custGeom>
              <a:rect b="b" l="l" r="r" t="t"/>
              <a:pathLst>
                <a:path extrusionOk="0" h="264" w="318">
                  <a:moveTo>
                    <a:pt x="314" y="256"/>
                  </a:moveTo>
                  <a:cubicBezTo>
                    <a:pt x="246" y="236"/>
                    <a:pt x="182" y="186"/>
                    <a:pt x="124" y="147"/>
                  </a:cubicBezTo>
                  <a:cubicBezTo>
                    <a:pt x="100" y="130"/>
                    <a:pt x="78" y="110"/>
                    <a:pt x="59" y="88"/>
                  </a:cubicBezTo>
                  <a:cubicBezTo>
                    <a:pt x="36" y="63"/>
                    <a:pt x="26" y="29"/>
                    <a:pt x="6" y="1"/>
                  </a:cubicBezTo>
                  <a:lnTo>
                    <a:pt x="5" y="1"/>
                  </a:lnTo>
                  <a:lnTo>
                    <a:pt x="4" y="0"/>
                  </a:lnTo>
                  <a:cubicBezTo>
                    <a:pt x="3" y="0"/>
                    <a:pt x="2" y="1"/>
                    <a:pt x="2" y="1"/>
                  </a:cubicBezTo>
                  <a:cubicBezTo>
                    <a:pt x="1" y="1"/>
                    <a:pt x="1" y="1"/>
                    <a:pt x="0" y="2"/>
                  </a:cubicBezTo>
                  <a:cubicBezTo>
                    <a:pt x="0" y="3"/>
                    <a:pt x="0" y="3"/>
                    <a:pt x="0" y="4"/>
                  </a:cubicBezTo>
                  <a:lnTo>
                    <a:pt x="0" y="5"/>
                  </a:lnTo>
                  <a:cubicBezTo>
                    <a:pt x="14" y="31"/>
                    <a:pt x="20" y="63"/>
                    <a:pt x="37" y="87"/>
                  </a:cubicBezTo>
                  <a:cubicBezTo>
                    <a:pt x="59" y="115"/>
                    <a:pt x="84" y="140"/>
                    <a:pt x="113" y="161"/>
                  </a:cubicBezTo>
                  <a:cubicBezTo>
                    <a:pt x="171" y="201"/>
                    <a:pt x="240" y="254"/>
                    <a:pt x="313" y="262"/>
                  </a:cubicBezTo>
                  <a:cubicBezTo>
                    <a:pt x="317" y="263"/>
                    <a:pt x="317" y="257"/>
                    <a:pt x="314"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7"/>
            <p:cNvSpPr/>
            <p:nvPr/>
          </p:nvSpPr>
          <p:spPr>
            <a:xfrm>
              <a:off x="7975080" y="4326120"/>
              <a:ext cx="108000" cy="75960"/>
            </a:xfrm>
            <a:custGeom>
              <a:rect b="b" l="l" r="r" t="t"/>
              <a:pathLst>
                <a:path extrusionOk="0" h="211" w="300">
                  <a:moveTo>
                    <a:pt x="219" y="171"/>
                  </a:moveTo>
                  <a:cubicBezTo>
                    <a:pt x="241" y="181"/>
                    <a:pt x="264" y="192"/>
                    <a:pt x="285" y="205"/>
                  </a:cubicBezTo>
                  <a:cubicBezTo>
                    <a:pt x="287" y="206"/>
                    <a:pt x="288" y="206"/>
                    <a:pt x="289" y="207"/>
                  </a:cubicBezTo>
                  <a:cubicBezTo>
                    <a:pt x="292" y="210"/>
                    <a:pt x="299" y="207"/>
                    <a:pt x="297" y="203"/>
                  </a:cubicBezTo>
                  <a:cubicBezTo>
                    <a:pt x="286" y="175"/>
                    <a:pt x="236" y="158"/>
                    <a:pt x="213" y="146"/>
                  </a:cubicBezTo>
                  <a:cubicBezTo>
                    <a:pt x="189" y="133"/>
                    <a:pt x="162" y="122"/>
                    <a:pt x="137" y="109"/>
                  </a:cubicBezTo>
                  <a:cubicBezTo>
                    <a:pt x="84" y="83"/>
                    <a:pt x="46" y="41"/>
                    <a:pt x="4" y="1"/>
                  </a:cubicBezTo>
                  <a:lnTo>
                    <a:pt x="4" y="0"/>
                  </a:lnTo>
                  <a:cubicBezTo>
                    <a:pt x="3" y="0"/>
                    <a:pt x="3" y="0"/>
                    <a:pt x="2" y="0"/>
                  </a:cubicBezTo>
                  <a:lnTo>
                    <a:pt x="1" y="0"/>
                  </a:lnTo>
                  <a:lnTo>
                    <a:pt x="1" y="1"/>
                  </a:lnTo>
                  <a:cubicBezTo>
                    <a:pt x="0" y="1"/>
                    <a:pt x="0" y="2"/>
                    <a:pt x="0" y="2"/>
                  </a:cubicBezTo>
                  <a:cubicBezTo>
                    <a:pt x="0" y="2"/>
                    <a:pt x="0" y="3"/>
                    <a:pt x="1" y="3"/>
                  </a:cubicBezTo>
                  <a:cubicBezTo>
                    <a:pt x="26" y="58"/>
                    <a:pt x="63" y="85"/>
                    <a:pt x="113" y="117"/>
                  </a:cubicBezTo>
                  <a:cubicBezTo>
                    <a:pt x="147" y="138"/>
                    <a:pt x="185" y="150"/>
                    <a:pt x="219" y="1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7"/>
            <p:cNvSpPr/>
            <p:nvPr/>
          </p:nvSpPr>
          <p:spPr>
            <a:xfrm>
              <a:off x="7970040" y="4117680"/>
              <a:ext cx="38160" cy="33480"/>
            </a:xfrm>
            <a:custGeom>
              <a:rect b="b" l="l" r="r" t="t"/>
              <a:pathLst>
                <a:path extrusionOk="0" h="93" w="106">
                  <a:moveTo>
                    <a:pt x="85" y="79"/>
                  </a:moveTo>
                  <a:cubicBezTo>
                    <a:pt x="74" y="77"/>
                    <a:pt x="64" y="73"/>
                    <a:pt x="53" y="69"/>
                  </a:cubicBezTo>
                  <a:cubicBezTo>
                    <a:pt x="41" y="65"/>
                    <a:pt x="20" y="72"/>
                    <a:pt x="10" y="62"/>
                  </a:cubicBezTo>
                  <a:cubicBezTo>
                    <a:pt x="6" y="59"/>
                    <a:pt x="0" y="64"/>
                    <a:pt x="4" y="68"/>
                  </a:cubicBezTo>
                  <a:cubicBezTo>
                    <a:pt x="14" y="78"/>
                    <a:pt x="32" y="77"/>
                    <a:pt x="45" y="78"/>
                  </a:cubicBezTo>
                  <a:cubicBezTo>
                    <a:pt x="59" y="79"/>
                    <a:pt x="72" y="92"/>
                    <a:pt x="88" y="92"/>
                  </a:cubicBezTo>
                  <a:cubicBezTo>
                    <a:pt x="104" y="92"/>
                    <a:pt x="105" y="77"/>
                    <a:pt x="105" y="64"/>
                  </a:cubicBezTo>
                  <a:cubicBezTo>
                    <a:pt x="105" y="58"/>
                    <a:pt x="105" y="49"/>
                    <a:pt x="100" y="44"/>
                  </a:cubicBezTo>
                  <a:cubicBezTo>
                    <a:pt x="98" y="43"/>
                    <a:pt x="100" y="29"/>
                    <a:pt x="100" y="27"/>
                  </a:cubicBezTo>
                  <a:lnTo>
                    <a:pt x="100" y="26"/>
                  </a:lnTo>
                  <a:cubicBezTo>
                    <a:pt x="100" y="18"/>
                    <a:pt x="98" y="11"/>
                    <a:pt x="95" y="5"/>
                  </a:cubicBezTo>
                  <a:cubicBezTo>
                    <a:pt x="94" y="1"/>
                    <a:pt x="88" y="0"/>
                    <a:pt x="86" y="5"/>
                  </a:cubicBezTo>
                  <a:cubicBezTo>
                    <a:pt x="82" y="14"/>
                    <a:pt x="80" y="24"/>
                    <a:pt x="80" y="34"/>
                  </a:cubicBezTo>
                  <a:cubicBezTo>
                    <a:pt x="80" y="40"/>
                    <a:pt x="81" y="47"/>
                    <a:pt x="83" y="53"/>
                  </a:cubicBezTo>
                  <a:cubicBezTo>
                    <a:pt x="83" y="54"/>
                    <a:pt x="83" y="54"/>
                    <a:pt x="83" y="54"/>
                  </a:cubicBezTo>
                  <a:cubicBezTo>
                    <a:pt x="84" y="55"/>
                    <a:pt x="85" y="56"/>
                    <a:pt x="86" y="57"/>
                  </a:cubicBezTo>
                  <a:lnTo>
                    <a:pt x="86" y="56"/>
                  </a:lnTo>
                  <a:cubicBezTo>
                    <a:pt x="86" y="59"/>
                    <a:pt x="87" y="63"/>
                    <a:pt x="88" y="67"/>
                  </a:cubicBezTo>
                  <a:cubicBezTo>
                    <a:pt x="89" y="72"/>
                    <a:pt x="92" y="80"/>
                    <a:pt x="85"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7"/>
            <p:cNvSpPr/>
            <p:nvPr/>
          </p:nvSpPr>
          <p:spPr>
            <a:xfrm>
              <a:off x="8022960" y="4072320"/>
              <a:ext cx="86040" cy="63720"/>
            </a:xfrm>
            <a:custGeom>
              <a:rect b="b" l="l" r="r" t="t"/>
              <a:pathLst>
                <a:path extrusionOk="0" h="177" w="239">
                  <a:moveTo>
                    <a:pt x="59" y="147"/>
                  </a:moveTo>
                  <a:cubicBezTo>
                    <a:pt x="86" y="156"/>
                    <a:pt x="133" y="176"/>
                    <a:pt x="162" y="165"/>
                  </a:cubicBezTo>
                  <a:cubicBezTo>
                    <a:pt x="169" y="162"/>
                    <a:pt x="183" y="145"/>
                    <a:pt x="180" y="137"/>
                  </a:cubicBezTo>
                  <a:cubicBezTo>
                    <a:pt x="174" y="125"/>
                    <a:pt x="168" y="114"/>
                    <a:pt x="162" y="103"/>
                  </a:cubicBezTo>
                  <a:cubicBezTo>
                    <a:pt x="150" y="82"/>
                    <a:pt x="137" y="63"/>
                    <a:pt x="123" y="44"/>
                  </a:cubicBezTo>
                  <a:cubicBezTo>
                    <a:pt x="141" y="51"/>
                    <a:pt x="158" y="58"/>
                    <a:pt x="175" y="66"/>
                  </a:cubicBezTo>
                  <a:cubicBezTo>
                    <a:pt x="183" y="69"/>
                    <a:pt x="198" y="79"/>
                    <a:pt x="207" y="76"/>
                  </a:cubicBezTo>
                  <a:cubicBezTo>
                    <a:pt x="233" y="67"/>
                    <a:pt x="238" y="28"/>
                    <a:pt x="234" y="4"/>
                  </a:cubicBezTo>
                  <a:cubicBezTo>
                    <a:pt x="234" y="3"/>
                    <a:pt x="233" y="3"/>
                    <a:pt x="233" y="2"/>
                  </a:cubicBezTo>
                  <a:cubicBezTo>
                    <a:pt x="233" y="2"/>
                    <a:pt x="232" y="1"/>
                    <a:pt x="231" y="0"/>
                  </a:cubicBezTo>
                  <a:cubicBezTo>
                    <a:pt x="230" y="0"/>
                    <a:pt x="229" y="0"/>
                    <a:pt x="229" y="0"/>
                  </a:cubicBezTo>
                  <a:cubicBezTo>
                    <a:pt x="228" y="0"/>
                    <a:pt x="227" y="0"/>
                    <a:pt x="226" y="0"/>
                  </a:cubicBezTo>
                  <a:cubicBezTo>
                    <a:pt x="225" y="1"/>
                    <a:pt x="224" y="2"/>
                    <a:pt x="224" y="2"/>
                  </a:cubicBezTo>
                  <a:cubicBezTo>
                    <a:pt x="220" y="12"/>
                    <a:pt x="216" y="21"/>
                    <a:pt x="214" y="31"/>
                  </a:cubicBezTo>
                  <a:cubicBezTo>
                    <a:pt x="206" y="57"/>
                    <a:pt x="187" y="52"/>
                    <a:pt x="167" y="45"/>
                  </a:cubicBezTo>
                  <a:cubicBezTo>
                    <a:pt x="148" y="35"/>
                    <a:pt x="128" y="29"/>
                    <a:pt x="108" y="27"/>
                  </a:cubicBezTo>
                  <a:cubicBezTo>
                    <a:pt x="107" y="27"/>
                    <a:pt x="105" y="28"/>
                    <a:pt x="104" y="28"/>
                  </a:cubicBezTo>
                  <a:cubicBezTo>
                    <a:pt x="103" y="29"/>
                    <a:pt x="103" y="30"/>
                    <a:pt x="102" y="31"/>
                  </a:cubicBezTo>
                  <a:cubicBezTo>
                    <a:pt x="101" y="32"/>
                    <a:pt x="101" y="34"/>
                    <a:pt x="101" y="35"/>
                  </a:cubicBezTo>
                  <a:cubicBezTo>
                    <a:pt x="101" y="37"/>
                    <a:pt x="101" y="37"/>
                    <a:pt x="102" y="38"/>
                  </a:cubicBezTo>
                  <a:cubicBezTo>
                    <a:pt x="102" y="39"/>
                    <a:pt x="102" y="39"/>
                    <a:pt x="102" y="39"/>
                  </a:cubicBezTo>
                  <a:cubicBezTo>
                    <a:pt x="109" y="50"/>
                    <a:pt x="174" y="134"/>
                    <a:pt x="158" y="146"/>
                  </a:cubicBezTo>
                  <a:cubicBezTo>
                    <a:pt x="141" y="158"/>
                    <a:pt x="110" y="142"/>
                    <a:pt x="94" y="138"/>
                  </a:cubicBezTo>
                  <a:cubicBezTo>
                    <a:pt x="73" y="133"/>
                    <a:pt x="52" y="125"/>
                    <a:pt x="32" y="113"/>
                  </a:cubicBezTo>
                  <a:cubicBezTo>
                    <a:pt x="23" y="108"/>
                    <a:pt x="14" y="102"/>
                    <a:pt x="6" y="95"/>
                  </a:cubicBezTo>
                  <a:cubicBezTo>
                    <a:pt x="5" y="95"/>
                    <a:pt x="5" y="95"/>
                    <a:pt x="4" y="95"/>
                  </a:cubicBezTo>
                  <a:cubicBezTo>
                    <a:pt x="3" y="95"/>
                    <a:pt x="3" y="95"/>
                    <a:pt x="2" y="95"/>
                  </a:cubicBezTo>
                  <a:cubicBezTo>
                    <a:pt x="1" y="95"/>
                    <a:pt x="1" y="96"/>
                    <a:pt x="1" y="96"/>
                  </a:cubicBezTo>
                  <a:cubicBezTo>
                    <a:pt x="0" y="97"/>
                    <a:pt x="0" y="98"/>
                    <a:pt x="0" y="98"/>
                  </a:cubicBezTo>
                  <a:cubicBezTo>
                    <a:pt x="0" y="99"/>
                    <a:pt x="0" y="100"/>
                    <a:pt x="1" y="100"/>
                  </a:cubicBezTo>
                  <a:lnTo>
                    <a:pt x="1" y="101"/>
                  </a:lnTo>
                  <a:cubicBezTo>
                    <a:pt x="15" y="117"/>
                    <a:pt x="31" y="131"/>
                    <a:pt x="49" y="141"/>
                  </a:cubicBezTo>
                  <a:cubicBezTo>
                    <a:pt x="52" y="143"/>
                    <a:pt x="56" y="145"/>
                    <a:pt x="59"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7"/>
            <p:cNvSpPr/>
            <p:nvPr/>
          </p:nvSpPr>
          <p:spPr>
            <a:xfrm>
              <a:off x="7897320" y="3968280"/>
              <a:ext cx="70920" cy="42840"/>
            </a:xfrm>
            <a:custGeom>
              <a:rect b="b" l="l" r="r" t="t"/>
              <a:pathLst>
                <a:path extrusionOk="0" h="119" w="197">
                  <a:moveTo>
                    <a:pt x="121" y="85"/>
                  </a:moveTo>
                  <a:cubicBezTo>
                    <a:pt x="116" y="80"/>
                    <a:pt x="113" y="75"/>
                    <a:pt x="109" y="69"/>
                  </a:cubicBezTo>
                  <a:cubicBezTo>
                    <a:pt x="102" y="57"/>
                    <a:pt x="98" y="43"/>
                    <a:pt x="97" y="29"/>
                  </a:cubicBezTo>
                  <a:cubicBezTo>
                    <a:pt x="96" y="23"/>
                    <a:pt x="85" y="23"/>
                    <a:pt x="86" y="29"/>
                  </a:cubicBezTo>
                  <a:cubicBezTo>
                    <a:pt x="86" y="39"/>
                    <a:pt x="66" y="55"/>
                    <a:pt x="61" y="64"/>
                  </a:cubicBezTo>
                  <a:cubicBezTo>
                    <a:pt x="60" y="66"/>
                    <a:pt x="41" y="103"/>
                    <a:pt x="35" y="94"/>
                  </a:cubicBezTo>
                  <a:cubicBezTo>
                    <a:pt x="18" y="66"/>
                    <a:pt x="8" y="35"/>
                    <a:pt x="5" y="3"/>
                  </a:cubicBezTo>
                  <a:cubicBezTo>
                    <a:pt x="5" y="2"/>
                    <a:pt x="5" y="2"/>
                    <a:pt x="5" y="1"/>
                  </a:cubicBezTo>
                  <a:lnTo>
                    <a:pt x="4" y="0"/>
                  </a:lnTo>
                  <a:cubicBezTo>
                    <a:pt x="3" y="0"/>
                    <a:pt x="3" y="0"/>
                    <a:pt x="2" y="0"/>
                  </a:cubicBezTo>
                  <a:lnTo>
                    <a:pt x="1" y="0"/>
                  </a:lnTo>
                  <a:cubicBezTo>
                    <a:pt x="0" y="1"/>
                    <a:pt x="0" y="1"/>
                    <a:pt x="0" y="1"/>
                  </a:cubicBezTo>
                  <a:cubicBezTo>
                    <a:pt x="0" y="2"/>
                    <a:pt x="0" y="2"/>
                    <a:pt x="0" y="3"/>
                  </a:cubicBezTo>
                  <a:cubicBezTo>
                    <a:pt x="0" y="38"/>
                    <a:pt x="3" y="90"/>
                    <a:pt x="31" y="116"/>
                  </a:cubicBezTo>
                  <a:cubicBezTo>
                    <a:pt x="31" y="116"/>
                    <a:pt x="31" y="117"/>
                    <a:pt x="32" y="117"/>
                  </a:cubicBezTo>
                  <a:cubicBezTo>
                    <a:pt x="34" y="118"/>
                    <a:pt x="35" y="118"/>
                    <a:pt x="37" y="118"/>
                  </a:cubicBezTo>
                  <a:cubicBezTo>
                    <a:pt x="38" y="118"/>
                    <a:pt x="40" y="117"/>
                    <a:pt x="41" y="117"/>
                  </a:cubicBezTo>
                  <a:cubicBezTo>
                    <a:pt x="56" y="106"/>
                    <a:pt x="69" y="92"/>
                    <a:pt x="79" y="75"/>
                  </a:cubicBezTo>
                  <a:cubicBezTo>
                    <a:pt x="82" y="69"/>
                    <a:pt x="86" y="62"/>
                    <a:pt x="88" y="55"/>
                  </a:cubicBezTo>
                  <a:cubicBezTo>
                    <a:pt x="93" y="81"/>
                    <a:pt x="105" y="114"/>
                    <a:pt x="129" y="111"/>
                  </a:cubicBezTo>
                  <a:cubicBezTo>
                    <a:pt x="166" y="107"/>
                    <a:pt x="174" y="57"/>
                    <a:pt x="194" y="33"/>
                  </a:cubicBezTo>
                  <a:cubicBezTo>
                    <a:pt x="195" y="32"/>
                    <a:pt x="195" y="32"/>
                    <a:pt x="195" y="32"/>
                  </a:cubicBezTo>
                  <a:cubicBezTo>
                    <a:pt x="196" y="31"/>
                    <a:pt x="196" y="30"/>
                    <a:pt x="196" y="29"/>
                  </a:cubicBezTo>
                  <a:cubicBezTo>
                    <a:pt x="196" y="28"/>
                    <a:pt x="196" y="27"/>
                    <a:pt x="195" y="26"/>
                  </a:cubicBezTo>
                  <a:cubicBezTo>
                    <a:pt x="194" y="25"/>
                    <a:pt x="194" y="24"/>
                    <a:pt x="193" y="23"/>
                  </a:cubicBezTo>
                  <a:cubicBezTo>
                    <a:pt x="192" y="23"/>
                    <a:pt x="191" y="23"/>
                    <a:pt x="190" y="23"/>
                  </a:cubicBezTo>
                  <a:cubicBezTo>
                    <a:pt x="189" y="23"/>
                    <a:pt x="189" y="23"/>
                    <a:pt x="188" y="23"/>
                  </a:cubicBezTo>
                  <a:cubicBezTo>
                    <a:pt x="173" y="26"/>
                    <a:pt x="168" y="43"/>
                    <a:pt x="159" y="55"/>
                  </a:cubicBezTo>
                  <a:cubicBezTo>
                    <a:pt x="151" y="63"/>
                    <a:pt x="137" y="99"/>
                    <a:pt x="121"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37"/>
            <p:cNvSpPr/>
            <p:nvPr/>
          </p:nvSpPr>
          <p:spPr>
            <a:xfrm>
              <a:off x="8030520" y="4199040"/>
              <a:ext cx="68760" cy="103320"/>
            </a:xfrm>
            <a:custGeom>
              <a:rect b="b" l="l" r="r" t="t"/>
              <a:pathLst>
                <a:path extrusionOk="0" h="287" w="191">
                  <a:moveTo>
                    <a:pt x="156" y="168"/>
                  </a:moveTo>
                  <a:cubicBezTo>
                    <a:pt x="165" y="170"/>
                    <a:pt x="170" y="174"/>
                    <a:pt x="176" y="176"/>
                  </a:cubicBezTo>
                  <a:cubicBezTo>
                    <a:pt x="176" y="183"/>
                    <a:pt x="188" y="187"/>
                    <a:pt x="189" y="178"/>
                  </a:cubicBezTo>
                  <a:lnTo>
                    <a:pt x="189" y="176"/>
                  </a:lnTo>
                  <a:lnTo>
                    <a:pt x="190" y="175"/>
                  </a:lnTo>
                  <a:lnTo>
                    <a:pt x="190" y="174"/>
                  </a:lnTo>
                  <a:cubicBezTo>
                    <a:pt x="190" y="173"/>
                    <a:pt x="190" y="172"/>
                    <a:pt x="190" y="172"/>
                  </a:cubicBezTo>
                  <a:cubicBezTo>
                    <a:pt x="189" y="171"/>
                    <a:pt x="189" y="171"/>
                    <a:pt x="189" y="171"/>
                  </a:cubicBezTo>
                  <a:cubicBezTo>
                    <a:pt x="189" y="163"/>
                    <a:pt x="190" y="155"/>
                    <a:pt x="190" y="147"/>
                  </a:cubicBezTo>
                  <a:cubicBezTo>
                    <a:pt x="190" y="116"/>
                    <a:pt x="183" y="85"/>
                    <a:pt x="169" y="57"/>
                  </a:cubicBezTo>
                  <a:cubicBezTo>
                    <a:pt x="159" y="39"/>
                    <a:pt x="131" y="5"/>
                    <a:pt x="110" y="0"/>
                  </a:cubicBezTo>
                  <a:lnTo>
                    <a:pt x="109" y="0"/>
                  </a:lnTo>
                  <a:lnTo>
                    <a:pt x="108" y="0"/>
                  </a:lnTo>
                  <a:lnTo>
                    <a:pt x="108" y="1"/>
                  </a:lnTo>
                  <a:lnTo>
                    <a:pt x="107" y="1"/>
                  </a:lnTo>
                  <a:cubicBezTo>
                    <a:pt x="107" y="2"/>
                    <a:pt x="108" y="2"/>
                    <a:pt x="108" y="2"/>
                  </a:cubicBezTo>
                  <a:cubicBezTo>
                    <a:pt x="108" y="3"/>
                    <a:pt x="108" y="3"/>
                    <a:pt x="108" y="3"/>
                  </a:cubicBezTo>
                  <a:cubicBezTo>
                    <a:pt x="109" y="3"/>
                    <a:pt x="109" y="3"/>
                    <a:pt x="109" y="3"/>
                  </a:cubicBezTo>
                  <a:cubicBezTo>
                    <a:pt x="128" y="11"/>
                    <a:pt x="128" y="34"/>
                    <a:pt x="144" y="45"/>
                  </a:cubicBezTo>
                  <a:cubicBezTo>
                    <a:pt x="182" y="72"/>
                    <a:pt x="177" y="123"/>
                    <a:pt x="177" y="165"/>
                  </a:cubicBezTo>
                  <a:cubicBezTo>
                    <a:pt x="171" y="162"/>
                    <a:pt x="165" y="159"/>
                    <a:pt x="159" y="156"/>
                  </a:cubicBezTo>
                  <a:cubicBezTo>
                    <a:pt x="146" y="152"/>
                    <a:pt x="133" y="148"/>
                    <a:pt x="120" y="146"/>
                  </a:cubicBezTo>
                  <a:cubicBezTo>
                    <a:pt x="112" y="144"/>
                    <a:pt x="105" y="143"/>
                    <a:pt x="99" y="141"/>
                  </a:cubicBezTo>
                  <a:cubicBezTo>
                    <a:pt x="94" y="132"/>
                    <a:pt x="89" y="122"/>
                    <a:pt x="84" y="113"/>
                  </a:cubicBezTo>
                  <a:cubicBezTo>
                    <a:pt x="78" y="102"/>
                    <a:pt x="71" y="92"/>
                    <a:pt x="64" y="82"/>
                  </a:cubicBezTo>
                  <a:lnTo>
                    <a:pt x="63" y="81"/>
                  </a:lnTo>
                  <a:cubicBezTo>
                    <a:pt x="62" y="80"/>
                    <a:pt x="62" y="81"/>
                    <a:pt x="61" y="81"/>
                  </a:cubicBezTo>
                  <a:cubicBezTo>
                    <a:pt x="60" y="81"/>
                    <a:pt x="60" y="80"/>
                    <a:pt x="59" y="81"/>
                  </a:cubicBezTo>
                  <a:cubicBezTo>
                    <a:pt x="58" y="82"/>
                    <a:pt x="58" y="82"/>
                    <a:pt x="58" y="83"/>
                  </a:cubicBezTo>
                  <a:lnTo>
                    <a:pt x="58" y="84"/>
                  </a:lnTo>
                  <a:cubicBezTo>
                    <a:pt x="58" y="85"/>
                    <a:pt x="58" y="86"/>
                    <a:pt x="58" y="86"/>
                  </a:cubicBezTo>
                  <a:cubicBezTo>
                    <a:pt x="66" y="101"/>
                    <a:pt x="73" y="117"/>
                    <a:pt x="78" y="134"/>
                  </a:cubicBezTo>
                  <a:cubicBezTo>
                    <a:pt x="70" y="130"/>
                    <a:pt x="65" y="122"/>
                    <a:pt x="56" y="118"/>
                  </a:cubicBezTo>
                  <a:cubicBezTo>
                    <a:pt x="55" y="118"/>
                    <a:pt x="54" y="119"/>
                    <a:pt x="55" y="120"/>
                  </a:cubicBezTo>
                  <a:cubicBezTo>
                    <a:pt x="65" y="127"/>
                    <a:pt x="70" y="139"/>
                    <a:pt x="81" y="144"/>
                  </a:cubicBezTo>
                  <a:cubicBezTo>
                    <a:pt x="85" y="157"/>
                    <a:pt x="89" y="169"/>
                    <a:pt x="93" y="180"/>
                  </a:cubicBezTo>
                  <a:cubicBezTo>
                    <a:pt x="100" y="203"/>
                    <a:pt x="105" y="227"/>
                    <a:pt x="108" y="252"/>
                  </a:cubicBezTo>
                  <a:cubicBezTo>
                    <a:pt x="91" y="250"/>
                    <a:pt x="75" y="246"/>
                    <a:pt x="60" y="240"/>
                  </a:cubicBezTo>
                  <a:cubicBezTo>
                    <a:pt x="56" y="239"/>
                    <a:pt x="53" y="237"/>
                    <a:pt x="49" y="235"/>
                  </a:cubicBezTo>
                  <a:cubicBezTo>
                    <a:pt x="35" y="226"/>
                    <a:pt x="21" y="216"/>
                    <a:pt x="9" y="204"/>
                  </a:cubicBezTo>
                  <a:cubicBezTo>
                    <a:pt x="5" y="201"/>
                    <a:pt x="0" y="207"/>
                    <a:pt x="3" y="210"/>
                  </a:cubicBezTo>
                  <a:cubicBezTo>
                    <a:pt x="14" y="224"/>
                    <a:pt x="26" y="237"/>
                    <a:pt x="39" y="249"/>
                  </a:cubicBezTo>
                  <a:cubicBezTo>
                    <a:pt x="41" y="250"/>
                    <a:pt x="42" y="251"/>
                    <a:pt x="44" y="251"/>
                  </a:cubicBezTo>
                  <a:cubicBezTo>
                    <a:pt x="63" y="262"/>
                    <a:pt x="84" y="269"/>
                    <a:pt x="106" y="271"/>
                  </a:cubicBezTo>
                  <a:cubicBezTo>
                    <a:pt x="106" y="271"/>
                    <a:pt x="107" y="271"/>
                    <a:pt x="107" y="272"/>
                  </a:cubicBezTo>
                  <a:cubicBezTo>
                    <a:pt x="107" y="273"/>
                    <a:pt x="108" y="274"/>
                    <a:pt x="110" y="275"/>
                  </a:cubicBezTo>
                  <a:cubicBezTo>
                    <a:pt x="111" y="275"/>
                    <a:pt x="112" y="276"/>
                    <a:pt x="113" y="276"/>
                  </a:cubicBezTo>
                  <a:cubicBezTo>
                    <a:pt x="113" y="278"/>
                    <a:pt x="114" y="280"/>
                    <a:pt x="115" y="283"/>
                  </a:cubicBezTo>
                  <a:cubicBezTo>
                    <a:pt x="115" y="283"/>
                    <a:pt x="115" y="282"/>
                    <a:pt x="116" y="283"/>
                  </a:cubicBezTo>
                  <a:cubicBezTo>
                    <a:pt x="117" y="284"/>
                    <a:pt x="117" y="285"/>
                    <a:pt x="117" y="285"/>
                  </a:cubicBezTo>
                  <a:cubicBezTo>
                    <a:pt x="118" y="285"/>
                    <a:pt x="119" y="286"/>
                    <a:pt x="120" y="286"/>
                  </a:cubicBezTo>
                  <a:cubicBezTo>
                    <a:pt x="120" y="286"/>
                    <a:pt x="121" y="285"/>
                    <a:pt x="122" y="285"/>
                  </a:cubicBezTo>
                  <a:cubicBezTo>
                    <a:pt x="123" y="285"/>
                    <a:pt x="123" y="284"/>
                    <a:pt x="124" y="283"/>
                  </a:cubicBezTo>
                  <a:cubicBezTo>
                    <a:pt x="135" y="246"/>
                    <a:pt x="123" y="197"/>
                    <a:pt x="104" y="153"/>
                  </a:cubicBezTo>
                  <a:lnTo>
                    <a:pt x="108" y="155"/>
                  </a:lnTo>
                  <a:cubicBezTo>
                    <a:pt x="124" y="159"/>
                    <a:pt x="140" y="163"/>
                    <a:pt x="156"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37"/>
            <p:cNvSpPr/>
            <p:nvPr/>
          </p:nvSpPr>
          <p:spPr>
            <a:xfrm>
              <a:off x="8120160" y="4223520"/>
              <a:ext cx="60840" cy="73440"/>
            </a:xfrm>
            <a:custGeom>
              <a:rect b="b" l="l" r="r" t="t"/>
              <a:pathLst>
                <a:path extrusionOk="0" h="204" w="169">
                  <a:moveTo>
                    <a:pt x="113" y="169"/>
                  </a:moveTo>
                  <a:cubicBezTo>
                    <a:pt x="80" y="167"/>
                    <a:pt x="39" y="143"/>
                    <a:pt x="10" y="127"/>
                  </a:cubicBezTo>
                  <a:cubicBezTo>
                    <a:pt x="5" y="125"/>
                    <a:pt x="0" y="131"/>
                    <a:pt x="4" y="135"/>
                  </a:cubicBezTo>
                  <a:cubicBezTo>
                    <a:pt x="34" y="159"/>
                    <a:pt x="71" y="185"/>
                    <a:pt x="110" y="188"/>
                  </a:cubicBezTo>
                  <a:cubicBezTo>
                    <a:pt x="123" y="190"/>
                    <a:pt x="158" y="203"/>
                    <a:pt x="167" y="185"/>
                  </a:cubicBezTo>
                  <a:cubicBezTo>
                    <a:pt x="167" y="182"/>
                    <a:pt x="168" y="180"/>
                    <a:pt x="168" y="177"/>
                  </a:cubicBezTo>
                  <a:cubicBezTo>
                    <a:pt x="168" y="172"/>
                    <a:pt x="166" y="167"/>
                    <a:pt x="164" y="163"/>
                  </a:cubicBezTo>
                  <a:cubicBezTo>
                    <a:pt x="164" y="162"/>
                    <a:pt x="163" y="162"/>
                    <a:pt x="163" y="162"/>
                  </a:cubicBezTo>
                  <a:cubicBezTo>
                    <a:pt x="155" y="141"/>
                    <a:pt x="139" y="123"/>
                    <a:pt x="130" y="102"/>
                  </a:cubicBezTo>
                  <a:cubicBezTo>
                    <a:pt x="126" y="92"/>
                    <a:pt x="122" y="83"/>
                    <a:pt x="116" y="74"/>
                  </a:cubicBezTo>
                  <a:cubicBezTo>
                    <a:pt x="101" y="46"/>
                    <a:pt x="77" y="21"/>
                    <a:pt x="49" y="3"/>
                  </a:cubicBezTo>
                  <a:cubicBezTo>
                    <a:pt x="44" y="0"/>
                    <a:pt x="39" y="7"/>
                    <a:pt x="42" y="12"/>
                  </a:cubicBezTo>
                  <a:cubicBezTo>
                    <a:pt x="54" y="31"/>
                    <a:pt x="69" y="48"/>
                    <a:pt x="84" y="64"/>
                  </a:cubicBezTo>
                  <a:cubicBezTo>
                    <a:pt x="90" y="73"/>
                    <a:pt x="95" y="81"/>
                    <a:pt x="100" y="90"/>
                  </a:cubicBezTo>
                  <a:cubicBezTo>
                    <a:pt x="110" y="106"/>
                    <a:pt x="118" y="123"/>
                    <a:pt x="125" y="140"/>
                  </a:cubicBezTo>
                  <a:cubicBezTo>
                    <a:pt x="130" y="148"/>
                    <a:pt x="134" y="155"/>
                    <a:pt x="140" y="162"/>
                  </a:cubicBezTo>
                  <a:cubicBezTo>
                    <a:pt x="154" y="182"/>
                    <a:pt x="125" y="169"/>
                    <a:pt x="113"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37"/>
            <p:cNvSpPr/>
            <p:nvPr/>
          </p:nvSpPr>
          <p:spPr>
            <a:xfrm>
              <a:off x="8103600" y="4312080"/>
              <a:ext cx="103680" cy="94680"/>
            </a:xfrm>
            <a:custGeom>
              <a:rect b="b" l="l" r="r" t="t"/>
              <a:pathLst>
                <a:path extrusionOk="0" h="263" w="288">
                  <a:moveTo>
                    <a:pt x="213" y="253"/>
                  </a:moveTo>
                  <a:cubicBezTo>
                    <a:pt x="230" y="227"/>
                    <a:pt x="206" y="174"/>
                    <a:pt x="189" y="154"/>
                  </a:cubicBezTo>
                  <a:cubicBezTo>
                    <a:pt x="184" y="148"/>
                    <a:pt x="179" y="143"/>
                    <a:pt x="173" y="137"/>
                  </a:cubicBezTo>
                  <a:cubicBezTo>
                    <a:pt x="196" y="144"/>
                    <a:pt x="219" y="150"/>
                    <a:pt x="242" y="155"/>
                  </a:cubicBezTo>
                  <a:cubicBezTo>
                    <a:pt x="256" y="158"/>
                    <a:pt x="277" y="155"/>
                    <a:pt x="280" y="138"/>
                  </a:cubicBezTo>
                  <a:cubicBezTo>
                    <a:pt x="287" y="92"/>
                    <a:pt x="245" y="51"/>
                    <a:pt x="208" y="33"/>
                  </a:cubicBezTo>
                  <a:cubicBezTo>
                    <a:pt x="204" y="31"/>
                    <a:pt x="201" y="36"/>
                    <a:pt x="203" y="39"/>
                  </a:cubicBezTo>
                  <a:cubicBezTo>
                    <a:pt x="214" y="55"/>
                    <a:pt x="228" y="70"/>
                    <a:pt x="243" y="83"/>
                  </a:cubicBezTo>
                  <a:cubicBezTo>
                    <a:pt x="247" y="89"/>
                    <a:pt x="272" y="129"/>
                    <a:pt x="259" y="137"/>
                  </a:cubicBezTo>
                  <a:cubicBezTo>
                    <a:pt x="249" y="143"/>
                    <a:pt x="227" y="133"/>
                    <a:pt x="217" y="130"/>
                  </a:cubicBezTo>
                  <a:cubicBezTo>
                    <a:pt x="205" y="127"/>
                    <a:pt x="193" y="125"/>
                    <a:pt x="180" y="125"/>
                  </a:cubicBezTo>
                  <a:cubicBezTo>
                    <a:pt x="175" y="125"/>
                    <a:pt x="170" y="125"/>
                    <a:pt x="165" y="126"/>
                  </a:cubicBezTo>
                  <a:cubicBezTo>
                    <a:pt x="164" y="126"/>
                    <a:pt x="164" y="126"/>
                    <a:pt x="164" y="126"/>
                  </a:cubicBezTo>
                  <a:cubicBezTo>
                    <a:pt x="163" y="126"/>
                    <a:pt x="163" y="126"/>
                    <a:pt x="163" y="127"/>
                  </a:cubicBezTo>
                  <a:cubicBezTo>
                    <a:pt x="120" y="83"/>
                    <a:pt x="74" y="42"/>
                    <a:pt x="25" y="4"/>
                  </a:cubicBezTo>
                  <a:cubicBezTo>
                    <a:pt x="21" y="0"/>
                    <a:pt x="17" y="7"/>
                    <a:pt x="20" y="10"/>
                  </a:cubicBezTo>
                  <a:cubicBezTo>
                    <a:pt x="42" y="43"/>
                    <a:pt x="69" y="72"/>
                    <a:pt x="101" y="95"/>
                  </a:cubicBezTo>
                  <a:cubicBezTo>
                    <a:pt x="124" y="114"/>
                    <a:pt x="145" y="135"/>
                    <a:pt x="165" y="157"/>
                  </a:cubicBezTo>
                  <a:cubicBezTo>
                    <a:pt x="175" y="168"/>
                    <a:pt x="221" y="261"/>
                    <a:pt x="179" y="237"/>
                  </a:cubicBezTo>
                  <a:cubicBezTo>
                    <a:pt x="161" y="226"/>
                    <a:pt x="140" y="220"/>
                    <a:pt x="119" y="217"/>
                  </a:cubicBezTo>
                  <a:cubicBezTo>
                    <a:pt x="75" y="211"/>
                    <a:pt x="48" y="178"/>
                    <a:pt x="10" y="163"/>
                  </a:cubicBezTo>
                  <a:cubicBezTo>
                    <a:pt x="3" y="160"/>
                    <a:pt x="0" y="170"/>
                    <a:pt x="5" y="174"/>
                  </a:cubicBezTo>
                  <a:cubicBezTo>
                    <a:pt x="35" y="196"/>
                    <a:pt x="66" y="229"/>
                    <a:pt x="105" y="234"/>
                  </a:cubicBezTo>
                  <a:cubicBezTo>
                    <a:pt x="134" y="240"/>
                    <a:pt x="163" y="248"/>
                    <a:pt x="191" y="261"/>
                  </a:cubicBezTo>
                  <a:cubicBezTo>
                    <a:pt x="193" y="261"/>
                    <a:pt x="195" y="262"/>
                    <a:pt x="198" y="262"/>
                  </a:cubicBezTo>
                  <a:cubicBezTo>
                    <a:pt x="201" y="262"/>
                    <a:pt x="204" y="262"/>
                    <a:pt x="206" y="260"/>
                  </a:cubicBezTo>
                  <a:cubicBezTo>
                    <a:pt x="209" y="259"/>
                    <a:pt x="211" y="256"/>
                    <a:pt x="213"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7"/>
            <p:cNvSpPr/>
            <p:nvPr/>
          </p:nvSpPr>
          <p:spPr>
            <a:xfrm>
              <a:off x="8264520" y="4294080"/>
              <a:ext cx="346680" cy="160560"/>
            </a:xfrm>
            <a:custGeom>
              <a:rect b="b" l="l" r="r" t="t"/>
              <a:pathLst>
                <a:path extrusionOk="0" h="446" w="963">
                  <a:moveTo>
                    <a:pt x="142" y="184"/>
                  </a:moveTo>
                  <a:cubicBezTo>
                    <a:pt x="196" y="230"/>
                    <a:pt x="255" y="270"/>
                    <a:pt x="316" y="305"/>
                  </a:cubicBezTo>
                  <a:cubicBezTo>
                    <a:pt x="341" y="319"/>
                    <a:pt x="364" y="332"/>
                    <a:pt x="389" y="345"/>
                  </a:cubicBezTo>
                  <a:cubicBezTo>
                    <a:pt x="469" y="386"/>
                    <a:pt x="557" y="408"/>
                    <a:pt x="647" y="409"/>
                  </a:cubicBezTo>
                  <a:cubicBezTo>
                    <a:pt x="705" y="411"/>
                    <a:pt x="826" y="445"/>
                    <a:pt x="872" y="393"/>
                  </a:cubicBezTo>
                  <a:cubicBezTo>
                    <a:pt x="873" y="393"/>
                    <a:pt x="873" y="393"/>
                    <a:pt x="873" y="392"/>
                  </a:cubicBezTo>
                  <a:lnTo>
                    <a:pt x="872" y="391"/>
                  </a:lnTo>
                  <a:cubicBezTo>
                    <a:pt x="884" y="393"/>
                    <a:pt x="895" y="395"/>
                    <a:pt x="906" y="396"/>
                  </a:cubicBezTo>
                  <a:cubicBezTo>
                    <a:pt x="930" y="397"/>
                    <a:pt x="961" y="396"/>
                    <a:pt x="962" y="366"/>
                  </a:cubicBezTo>
                  <a:cubicBezTo>
                    <a:pt x="962" y="361"/>
                    <a:pt x="956" y="360"/>
                    <a:pt x="953" y="363"/>
                  </a:cubicBezTo>
                  <a:cubicBezTo>
                    <a:pt x="924" y="395"/>
                    <a:pt x="852" y="376"/>
                    <a:pt x="817" y="363"/>
                  </a:cubicBezTo>
                  <a:cubicBezTo>
                    <a:pt x="802" y="357"/>
                    <a:pt x="786" y="354"/>
                    <a:pt x="770" y="354"/>
                  </a:cubicBezTo>
                  <a:cubicBezTo>
                    <a:pt x="769" y="354"/>
                    <a:pt x="768" y="354"/>
                    <a:pt x="768" y="354"/>
                  </a:cubicBezTo>
                  <a:cubicBezTo>
                    <a:pt x="744" y="351"/>
                    <a:pt x="721" y="345"/>
                    <a:pt x="698" y="337"/>
                  </a:cubicBezTo>
                  <a:cubicBezTo>
                    <a:pt x="607" y="316"/>
                    <a:pt x="502" y="304"/>
                    <a:pt x="423" y="248"/>
                  </a:cubicBezTo>
                  <a:cubicBezTo>
                    <a:pt x="421" y="246"/>
                    <a:pt x="419" y="249"/>
                    <a:pt x="421" y="251"/>
                  </a:cubicBezTo>
                  <a:cubicBezTo>
                    <a:pt x="473" y="293"/>
                    <a:pt x="532" y="306"/>
                    <a:pt x="592" y="330"/>
                  </a:cubicBezTo>
                  <a:cubicBezTo>
                    <a:pt x="618" y="338"/>
                    <a:pt x="644" y="344"/>
                    <a:pt x="671" y="346"/>
                  </a:cubicBezTo>
                  <a:cubicBezTo>
                    <a:pt x="699" y="350"/>
                    <a:pt x="729" y="367"/>
                    <a:pt x="756" y="369"/>
                  </a:cubicBezTo>
                  <a:cubicBezTo>
                    <a:pt x="792" y="374"/>
                    <a:pt x="828" y="382"/>
                    <a:pt x="863" y="391"/>
                  </a:cubicBezTo>
                  <a:cubicBezTo>
                    <a:pt x="827" y="410"/>
                    <a:pt x="772" y="407"/>
                    <a:pt x="733" y="401"/>
                  </a:cubicBezTo>
                  <a:cubicBezTo>
                    <a:pt x="694" y="395"/>
                    <a:pt x="653" y="396"/>
                    <a:pt x="613" y="393"/>
                  </a:cubicBezTo>
                  <a:cubicBezTo>
                    <a:pt x="531" y="389"/>
                    <a:pt x="453" y="366"/>
                    <a:pt x="381" y="325"/>
                  </a:cubicBezTo>
                  <a:cubicBezTo>
                    <a:pt x="373" y="320"/>
                    <a:pt x="363" y="314"/>
                    <a:pt x="354" y="308"/>
                  </a:cubicBezTo>
                  <a:cubicBezTo>
                    <a:pt x="271" y="251"/>
                    <a:pt x="175" y="213"/>
                    <a:pt x="112" y="131"/>
                  </a:cubicBezTo>
                  <a:cubicBezTo>
                    <a:pt x="89" y="101"/>
                    <a:pt x="66" y="72"/>
                    <a:pt x="42" y="42"/>
                  </a:cubicBezTo>
                  <a:cubicBezTo>
                    <a:pt x="31" y="28"/>
                    <a:pt x="23" y="7"/>
                    <a:pt x="5" y="1"/>
                  </a:cubicBezTo>
                  <a:cubicBezTo>
                    <a:pt x="2" y="0"/>
                    <a:pt x="0" y="4"/>
                    <a:pt x="3" y="6"/>
                  </a:cubicBezTo>
                  <a:cubicBezTo>
                    <a:pt x="18" y="12"/>
                    <a:pt x="17" y="25"/>
                    <a:pt x="25" y="36"/>
                  </a:cubicBezTo>
                  <a:cubicBezTo>
                    <a:pt x="42" y="56"/>
                    <a:pt x="57" y="77"/>
                    <a:pt x="71" y="98"/>
                  </a:cubicBezTo>
                  <a:cubicBezTo>
                    <a:pt x="91" y="130"/>
                    <a:pt x="114" y="159"/>
                    <a:pt x="142"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37"/>
            <p:cNvSpPr/>
            <p:nvPr/>
          </p:nvSpPr>
          <p:spPr>
            <a:xfrm>
              <a:off x="8479800" y="4352400"/>
              <a:ext cx="171000" cy="69840"/>
            </a:xfrm>
            <a:custGeom>
              <a:rect b="b" l="l" r="r" t="t"/>
              <a:pathLst>
                <a:path extrusionOk="0" h="194" w="475">
                  <a:moveTo>
                    <a:pt x="473" y="114"/>
                  </a:moveTo>
                  <a:cubicBezTo>
                    <a:pt x="474" y="113"/>
                    <a:pt x="474" y="112"/>
                    <a:pt x="474" y="111"/>
                  </a:cubicBezTo>
                  <a:cubicBezTo>
                    <a:pt x="474" y="110"/>
                    <a:pt x="474" y="109"/>
                    <a:pt x="473" y="108"/>
                  </a:cubicBezTo>
                  <a:cubicBezTo>
                    <a:pt x="473" y="108"/>
                    <a:pt x="472" y="107"/>
                    <a:pt x="471" y="106"/>
                  </a:cubicBezTo>
                  <a:cubicBezTo>
                    <a:pt x="470" y="105"/>
                    <a:pt x="469" y="106"/>
                    <a:pt x="468" y="106"/>
                  </a:cubicBezTo>
                  <a:lnTo>
                    <a:pt x="467" y="106"/>
                  </a:lnTo>
                  <a:cubicBezTo>
                    <a:pt x="456" y="108"/>
                    <a:pt x="435" y="115"/>
                    <a:pt x="425" y="116"/>
                  </a:cubicBezTo>
                  <a:cubicBezTo>
                    <a:pt x="425" y="116"/>
                    <a:pt x="424" y="116"/>
                    <a:pt x="423" y="116"/>
                  </a:cubicBezTo>
                  <a:cubicBezTo>
                    <a:pt x="420" y="116"/>
                    <a:pt x="417" y="116"/>
                    <a:pt x="414" y="115"/>
                  </a:cubicBezTo>
                  <a:cubicBezTo>
                    <a:pt x="414" y="114"/>
                    <a:pt x="414" y="114"/>
                    <a:pt x="414" y="114"/>
                  </a:cubicBezTo>
                  <a:cubicBezTo>
                    <a:pt x="413" y="113"/>
                    <a:pt x="413" y="113"/>
                    <a:pt x="412" y="112"/>
                  </a:cubicBezTo>
                  <a:cubicBezTo>
                    <a:pt x="411" y="111"/>
                    <a:pt x="411" y="111"/>
                    <a:pt x="410" y="111"/>
                  </a:cubicBezTo>
                  <a:cubicBezTo>
                    <a:pt x="409" y="111"/>
                    <a:pt x="408" y="112"/>
                    <a:pt x="407" y="112"/>
                  </a:cubicBezTo>
                  <a:lnTo>
                    <a:pt x="406" y="111"/>
                  </a:lnTo>
                  <a:cubicBezTo>
                    <a:pt x="402" y="109"/>
                    <a:pt x="398" y="107"/>
                    <a:pt x="394" y="106"/>
                  </a:cubicBezTo>
                  <a:cubicBezTo>
                    <a:pt x="379" y="101"/>
                    <a:pt x="365" y="94"/>
                    <a:pt x="351" y="87"/>
                  </a:cubicBezTo>
                  <a:cubicBezTo>
                    <a:pt x="341" y="81"/>
                    <a:pt x="331" y="74"/>
                    <a:pt x="322" y="66"/>
                  </a:cubicBezTo>
                  <a:cubicBezTo>
                    <a:pt x="319" y="65"/>
                    <a:pt x="316" y="63"/>
                    <a:pt x="313" y="61"/>
                  </a:cubicBezTo>
                  <a:cubicBezTo>
                    <a:pt x="298" y="52"/>
                    <a:pt x="282" y="45"/>
                    <a:pt x="266" y="40"/>
                  </a:cubicBezTo>
                  <a:cubicBezTo>
                    <a:pt x="244" y="30"/>
                    <a:pt x="222" y="19"/>
                    <a:pt x="202" y="7"/>
                  </a:cubicBezTo>
                  <a:cubicBezTo>
                    <a:pt x="198" y="5"/>
                    <a:pt x="194" y="3"/>
                    <a:pt x="190" y="1"/>
                  </a:cubicBezTo>
                  <a:cubicBezTo>
                    <a:pt x="190" y="0"/>
                    <a:pt x="190" y="0"/>
                    <a:pt x="190" y="0"/>
                  </a:cubicBezTo>
                  <a:cubicBezTo>
                    <a:pt x="189" y="0"/>
                    <a:pt x="189" y="0"/>
                    <a:pt x="188" y="0"/>
                  </a:cubicBezTo>
                  <a:lnTo>
                    <a:pt x="187" y="0"/>
                  </a:lnTo>
                  <a:cubicBezTo>
                    <a:pt x="186" y="1"/>
                    <a:pt x="186" y="1"/>
                    <a:pt x="186" y="1"/>
                  </a:cubicBezTo>
                  <a:cubicBezTo>
                    <a:pt x="185" y="2"/>
                    <a:pt x="185" y="2"/>
                    <a:pt x="185" y="3"/>
                  </a:cubicBezTo>
                  <a:cubicBezTo>
                    <a:pt x="185" y="4"/>
                    <a:pt x="185" y="4"/>
                    <a:pt x="186" y="5"/>
                  </a:cubicBezTo>
                  <a:lnTo>
                    <a:pt x="187" y="5"/>
                  </a:lnTo>
                  <a:cubicBezTo>
                    <a:pt x="241" y="47"/>
                    <a:pt x="308" y="73"/>
                    <a:pt x="362" y="115"/>
                  </a:cubicBezTo>
                  <a:cubicBezTo>
                    <a:pt x="366" y="118"/>
                    <a:pt x="370" y="121"/>
                    <a:pt x="374" y="123"/>
                  </a:cubicBezTo>
                  <a:cubicBezTo>
                    <a:pt x="382" y="127"/>
                    <a:pt x="390" y="131"/>
                    <a:pt x="398" y="133"/>
                  </a:cubicBezTo>
                  <a:cubicBezTo>
                    <a:pt x="397" y="140"/>
                    <a:pt x="395" y="147"/>
                    <a:pt x="392" y="153"/>
                  </a:cubicBezTo>
                  <a:cubicBezTo>
                    <a:pt x="379" y="189"/>
                    <a:pt x="294" y="142"/>
                    <a:pt x="283" y="137"/>
                  </a:cubicBezTo>
                  <a:cubicBezTo>
                    <a:pt x="255" y="124"/>
                    <a:pt x="224" y="117"/>
                    <a:pt x="196" y="105"/>
                  </a:cubicBezTo>
                  <a:cubicBezTo>
                    <a:pt x="133" y="79"/>
                    <a:pt x="60" y="58"/>
                    <a:pt x="2" y="22"/>
                  </a:cubicBezTo>
                  <a:cubicBezTo>
                    <a:pt x="1" y="22"/>
                    <a:pt x="0" y="23"/>
                    <a:pt x="1" y="23"/>
                  </a:cubicBezTo>
                  <a:cubicBezTo>
                    <a:pt x="78" y="79"/>
                    <a:pt x="176" y="108"/>
                    <a:pt x="263" y="145"/>
                  </a:cubicBezTo>
                  <a:cubicBezTo>
                    <a:pt x="304" y="162"/>
                    <a:pt x="346" y="193"/>
                    <a:pt x="392" y="181"/>
                  </a:cubicBezTo>
                  <a:cubicBezTo>
                    <a:pt x="409" y="176"/>
                    <a:pt x="415" y="156"/>
                    <a:pt x="416" y="137"/>
                  </a:cubicBezTo>
                  <a:cubicBezTo>
                    <a:pt x="420" y="138"/>
                    <a:pt x="424" y="139"/>
                    <a:pt x="428" y="139"/>
                  </a:cubicBezTo>
                  <a:cubicBezTo>
                    <a:pt x="437" y="139"/>
                    <a:pt x="447" y="136"/>
                    <a:pt x="455" y="131"/>
                  </a:cubicBezTo>
                  <a:cubicBezTo>
                    <a:pt x="462" y="127"/>
                    <a:pt x="468" y="121"/>
                    <a:pt x="473" y="1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37"/>
            <p:cNvSpPr/>
            <p:nvPr/>
          </p:nvSpPr>
          <p:spPr>
            <a:xfrm>
              <a:off x="8582760" y="4275720"/>
              <a:ext cx="153720" cy="119880"/>
            </a:xfrm>
            <a:custGeom>
              <a:rect b="b" l="l" r="r" t="t"/>
              <a:pathLst>
                <a:path extrusionOk="0" h="333" w="427">
                  <a:moveTo>
                    <a:pt x="159" y="262"/>
                  </a:moveTo>
                  <a:cubicBezTo>
                    <a:pt x="139" y="244"/>
                    <a:pt x="119" y="226"/>
                    <a:pt x="101" y="206"/>
                  </a:cubicBezTo>
                  <a:cubicBezTo>
                    <a:pt x="72" y="177"/>
                    <a:pt x="39" y="153"/>
                    <a:pt x="8" y="125"/>
                  </a:cubicBezTo>
                  <a:cubicBezTo>
                    <a:pt x="5" y="123"/>
                    <a:pt x="0" y="127"/>
                    <a:pt x="3" y="130"/>
                  </a:cubicBezTo>
                  <a:cubicBezTo>
                    <a:pt x="48" y="176"/>
                    <a:pt x="90" y="223"/>
                    <a:pt x="138" y="267"/>
                  </a:cubicBezTo>
                  <a:cubicBezTo>
                    <a:pt x="186" y="310"/>
                    <a:pt x="238" y="332"/>
                    <a:pt x="284" y="272"/>
                  </a:cubicBezTo>
                  <a:cubicBezTo>
                    <a:pt x="284" y="272"/>
                    <a:pt x="285" y="272"/>
                    <a:pt x="285" y="271"/>
                  </a:cubicBezTo>
                  <a:cubicBezTo>
                    <a:pt x="285" y="271"/>
                    <a:pt x="286" y="270"/>
                    <a:pt x="286" y="269"/>
                  </a:cubicBezTo>
                  <a:cubicBezTo>
                    <a:pt x="340" y="294"/>
                    <a:pt x="426" y="277"/>
                    <a:pt x="405" y="204"/>
                  </a:cubicBezTo>
                  <a:cubicBezTo>
                    <a:pt x="403" y="198"/>
                    <a:pt x="395" y="200"/>
                    <a:pt x="393" y="204"/>
                  </a:cubicBezTo>
                  <a:cubicBezTo>
                    <a:pt x="386" y="217"/>
                    <a:pt x="380" y="229"/>
                    <a:pt x="373" y="241"/>
                  </a:cubicBezTo>
                  <a:cubicBezTo>
                    <a:pt x="353" y="274"/>
                    <a:pt x="284" y="241"/>
                    <a:pt x="273" y="230"/>
                  </a:cubicBezTo>
                  <a:cubicBezTo>
                    <a:pt x="245" y="200"/>
                    <a:pt x="223" y="159"/>
                    <a:pt x="196" y="126"/>
                  </a:cubicBezTo>
                  <a:cubicBezTo>
                    <a:pt x="182" y="109"/>
                    <a:pt x="175" y="88"/>
                    <a:pt x="160" y="72"/>
                  </a:cubicBezTo>
                  <a:cubicBezTo>
                    <a:pt x="139" y="48"/>
                    <a:pt x="118" y="23"/>
                    <a:pt x="95" y="0"/>
                  </a:cubicBezTo>
                  <a:lnTo>
                    <a:pt x="94" y="0"/>
                  </a:lnTo>
                  <a:cubicBezTo>
                    <a:pt x="156" y="75"/>
                    <a:pt x="197" y="167"/>
                    <a:pt x="255" y="244"/>
                  </a:cubicBezTo>
                  <a:cubicBezTo>
                    <a:pt x="259" y="249"/>
                    <a:pt x="264" y="254"/>
                    <a:pt x="269" y="258"/>
                  </a:cubicBezTo>
                  <a:cubicBezTo>
                    <a:pt x="232" y="294"/>
                    <a:pt x="199" y="294"/>
                    <a:pt x="159" y="2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7"/>
            <p:cNvSpPr/>
            <p:nvPr/>
          </p:nvSpPr>
          <p:spPr>
            <a:xfrm>
              <a:off x="8642160" y="4249800"/>
              <a:ext cx="109080" cy="103320"/>
            </a:xfrm>
            <a:custGeom>
              <a:rect b="b" l="l" r="r" t="t"/>
              <a:pathLst>
                <a:path extrusionOk="0" h="287" w="303">
                  <a:moveTo>
                    <a:pt x="280" y="272"/>
                  </a:moveTo>
                  <a:cubicBezTo>
                    <a:pt x="302" y="262"/>
                    <a:pt x="298" y="228"/>
                    <a:pt x="288" y="213"/>
                  </a:cubicBezTo>
                  <a:cubicBezTo>
                    <a:pt x="288" y="212"/>
                    <a:pt x="287" y="211"/>
                    <a:pt x="286" y="211"/>
                  </a:cubicBezTo>
                  <a:cubicBezTo>
                    <a:pt x="285" y="210"/>
                    <a:pt x="284" y="210"/>
                    <a:pt x="283" y="210"/>
                  </a:cubicBezTo>
                  <a:cubicBezTo>
                    <a:pt x="282" y="210"/>
                    <a:pt x="281" y="210"/>
                    <a:pt x="280" y="211"/>
                  </a:cubicBezTo>
                  <a:cubicBezTo>
                    <a:pt x="279" y="211"/>
                    <a:pt x="278" y="212"/>
                    <a:pt x="278" y="213"/>
                  </a:cubicBezTo>
                  <a:cubicBezTo>
                    <a:pt x="277" y="214"/>
                    <a:pt x="276" y="215"/>
                    <a:pt x="276" y="216"/>
                  </a:cubicBezTo>
                  <a:cubicBezTo>
                    <a:pt x="274" y="219"/>
                    <a:pt x="273" y="222"/>
                    <a:pt x="272" y="226"/>
                  </a:cubicBezTo>
                  <a:cubicBezTo>
                    <a:pt x="270" y="254"/>
                    <a:pt x="235" y="245"/>
                    <a:pt x="222" y="226"/>
                  </a:cubicBezTo>
                  <a:cubicBezTo>
                    <a:pt x="202" y="197"/>
                    <a:pt x="181" y="167"/>
                    <a:pt x="157" y="140"/>
                  </a:cubicBezTo>
                  <a:cubicBezTo>
                    <a:pt x="131" y="111"/>
                    <a:pt x="103" y="81"/>
                    <a:pt x="77" y="53"/>
                  </a:cubicBezTo>
                  <a:cubicBezTo>
                    <a:pt x="58" y="33"/>
                    <a:pt x="32" y="22"/>
                    <a:pt x="11" y="5"/>
                  </a:cubicBezTo>
                  <a:cubicBezTo>
                    <a:pt x="6" y="0"/>
                    <a:pt x="0" y="8"/>
                    <a:pt x="5" y="12"/>
                  </a:cubicBezTo>
                  <a:cubicBezTo>
                    <a:pt x="36" y="45"/>
                    <a:pt x="71" y="71"/>
                    <a:pt x="100" y="106"/>
                  </a:cubicBezTo>
                  <a:cubicBezTo>
                    <a:pt x="136" y="148"/>
                    <a:pt x="170" y="192"/>
                    <a:pt x="202" y="238"/>
                  </a:cubicBezTo>
                  <a:cubicBezTo>
                    <a:pt x="220" y="266"/>
                    <a:pt x="247" y="286"/>
                    <a:pt x="28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37"/>
            <p:cNvSpPr/>
            <p:nvPr/>
          </p:nvSpPr>
          <p:spPr>
            <a:xfrm>
              <a:off x="8641080" y="4179240"/>
              <a:ext cx="131400" cy="142920"/>
            </a:xfrm>
            <a:custGeom>
              <a:rect b="b" l="l" r="r" t="t"/>
              <a:pathLst>
                <a:path extrusionOk="0" h="397" w="365">
                  <a:moveTo>
                    <a:pt x="275" y="355"/>
                  </a:moveTo>
                  <a:cubicBezTo>
                    <a:pt x="270" y="349"/>
                    <a:pt x="264" y="342"/>
                    <a:pt x="261" y="335"/>
                  </a:cubicBezTo>
                  <a:cubicBezTo>
                    <a:pt x="257" y="328"/>
                    <a:pt x="254" y="322"/>
                    <a:pt x="252" y="315"/>
                  </a:cubicBezTo>
                  <a:cubicBezTo>
                    <a:pt x="225" y="277"/>
                    <a:pt x="196" y="241"/>
                    <a:pt x="166" y="206"/>
                  </a:cubicBezTo>
                  <a:cubicBezTo>
                    <a:pt x="145" y="180"/>
                    <a:pt x="122" y="156"/>
                    <a:pt x="101" y="130"/>
                  </a:cubicBezTo>
                  <a:cubicBezTo>
                    <a:pt x="80" y="105"/>
                    <a:pt x="30" y="92"/>
                    <a:pt x="10" y="64"/>
                  </a:cubicBezTo>
                  <a:cubicBezTo>
                    <a:pt x="7" y="59"/>
                    <a:pt x="0" y="64"/>
                    <a:pt x="3" y="69"/>
                  </a:cubicBezTo>
                  <a:cubicBezTo>
                    <a:pt x="13" y="84"/>
                    <a:pt x="28" y="88"/>
                    <a:pt x="43" y="102"/>
                  </a:cubicBezTo>
                  <a:cubicBezTo>
                    <a:pt x="66" y="123"/>
                    <a:pt x="87" y="142"/>
                    <a:pt x="108" y="165"/>
                  </a:cubicBezTo>
                  <a:cubicBezTo>
                    <a:pt x="153" y="212"/>
                    <a:pt x="186" y="270"/>
                    <a:pt x="228" y="319"/>
                  </a:cubicBezTo>
                  <a:cubicBezTo>
                    <a:pt x="252" y="347"/>
                    <a:pt x="256" y="396"/>
                    <a:pt x="304" y="394"/>
                  </a:cubicBezTo>
                  <a:cubicBezTo>
                    <a:pt x="318" y="394"/>
                    <a:pt x="331" y="391"/>
                    <a:pt x="344" y="386"/>
                  </a:cubicBezTo>
                  <a:cubicBezTo>
                    <a:pt x="346" y="387"/>
                    <a:pt x="348" y="388"/>
                    <a:pt x="351" y="388"/>
                  </a:cubicBezTo>
                  <a:cubicBezTo>
                    <a:pt x="353" y="388"/>
                    <a:pt x="355" y="387"/>
                    <a:pt x="357" y="386"/>
                  </a:cubicBezTo>
                  <a:cubicBezTo>
                    <a:pt x="359" y="385"/>
                    <a:pt x="361" y="383"/>
                    <a:pt x="362" y="381"/>
                  </a:cubicBezTo>
                  <a:cubicBezTo>
                    <a:pt x="363" y="379"/>
                    <a:pt x="364" y="377"/>
                    <a:pt x="364" y="375"/>
                  </a:cubicBezTo>
                  <a:cubicBezTo>
                    <a:pt x="364" y="374"/>
                    <a:pt x="363" y="374"/>
                    <a:pt x="363" y="373"/>
                  </a:cubicBezTo>
                  <a:cubicBezTo>
                    <a:pt x="346" y="227"/>
                    <a:pt x="244" y="96"/>
                    <a:pt x="134" y="4"/>
                  </a:cubicBezTo>
                  <a:cubicBezTo>
                    <a:pt x="129" y="0"/>
                    <a:pt x="123" y="6"/>
                    <a:pt x="127" y="11"/>
                  </a:cubicBezTo>
                  <a:cubicBezTo>
                    <a:pt x="220" y="101"/>
                    <a:pt x="315" y="226"/>
                    <a:pt x="337" y="358"/>
                  </a:cubicBezTo>
                  <a:cubicBezTo>
                    <a:pt x="335" y="360"/>
                    <a:pt x="332" y="363"/>
                    <a:pt x="329" y="364"/>
                  </a:cubicBezTo>
                  <a:cubicBezTo>
                    <a:pt x="322" y="368"/>
                    <a:pt x="314" y="369"/>
                    <a:pt x="307" y="369"/>
                  </a:cubicBezTo>
                  <a:cubicBezTo>
                    <a:pt x="299" y="369"/>
                    <a:pt x="291" y="368"/>
                    <a:pt x="286" y="364"/>
                  </a:cubicBezTo>
                  <a:cubicBezTo>
                    <a:pt x="281" y="362"/>
                    <a:pt x="278" y="359"/>
                    <a:pt x="275" y="3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37"/>
            <p:cNvSpPr/>
            <p:nvPr/>
          </p:nvSpPr>
          <p:spPr>
            <a:xfrm>
              <a:off x="8276400" y="4216680"/>
              <a:ext cx="139680" cy="79560"/>
            </a:xfrm>
            <a:custGeom>
              <a:rect b="b" l="l" r="r" t="t"/>
              <a:pathLst>
                <a:path extrusionOk="0" h="221" w="388">
                  <a:moveTo>
                    <a:pt x="380" y="84"/>
                  </a:moveTo>
                  <a:cubicBezTo>
                    <a:pt x="379" y="84"/>
                    <a:pt x="379" y="84"/>
                    <a:pt x="379" y="84"/>
                  </a:cubicBezTo>
                  <a:cubicBezTo>
                    <a:pt x="379" y="83"/>
                    <a:pt x="378" y="82"/>
                    <a:pt x="377" y="82"/>
                  </a:cubicBezTo>
                  <a:cubicBezTo>
                    <a:pt x="376" y="81"/>
                    <a:pt x="376" y="81"/>
                    <a:pt x="375" y="81"/>
                  </a:cubicBezTo>
                  <a:cubicBezTo>
                    <a:pt x="374" y="81"/>
                    <a:pt x="373" y="81"/>
                    <a:pt x="372" y="82"/>
                  </a:cubicBezTo>
                  <a:cubicBezTo>
                    <a:pt x="372" y="82"/>
                    <a:pt x="371" y="82"/>
                    <a:pt x="371" y="83"/>
                  </a:cubicBezTo>
                  <a:cubicBezTo>
                    <a:pt x="355" y="102"/>
                    <a:pt x="338" y="118"/>
                    <a:pt x="347" y="144"/>
                  </a:cubicBezTo>
                  <a:cubicBezTo>
                    <a:pt x="346" y="144"/>
                    <a:pt x="345" y="144"/>
                    <a:pt x="344" y="144"/>
                  </a:cubicBezTo>
                  <a:cubicBezTo>
                    <a:pt x="338" y="144"/>
                    <a:pt x="333" y="144"/>
                    <a:pt x="328" y="143"/>
                  </a:cubicBezTo>
                  <a:cubicBezTo>
                    <a:pt x="314" y="141"/>
                    <a:pt x="301" y="136"/>
                    <a:pt x="288" y="130"/>
                  </a:cubicBezTo>
                  <a:cubicBezTo>
                    <a:pt x="287" y="130"/>
                    <a:pt x="286" y="129"/>
                    <a:pt x="285" y="128"/>
                  </a:cubicBezTo>
                  <a:cubicBezTo>
                    <a:pt x="274" y="122"/>
                    <a:pt x="263" y="117"/>
                    <a:pt x="251" y="114"/>
                  </a:cubicBezTo>
                  <a:lnTo>
                    <a:pt x="251" y="113"/>
                  </a:lnTo>
                  <a:cubicBezTo>
                    <a:pt x="251" y="75"/>
                    <a:pt x="241" y="38"/>
                    <a:pt x="222" y="5"/>
                  </a:cubicBezTo>
                  <a:cubicBezTo>
                    <a:pt x="219" y="0"/>
                    <a:pt x="213" y="3"/>
                    <a:pt x="213" y="8"/>
                  </a:cubicBezTo>
                  <a:cubicBezTo>
                    <a:pt x="213" y="22"/>
                    <a:pt x="216" y="37"/>
                    <a:pt x="223" y="50"/>
                  </a:cubicBezTo>
                  <a:cubicBezTo>
                    <a:pt x="230" y="70"/>
                    <a:pt x="234" y="91"/>
                    <a:pt x="234" y="112"/>
                  </a:cubicBezTo>
                  <a:cubicBezTo>
                    <a:pt x="234" y="119"/>
                    <a:pt x="234" y="125"/>
                    <a:pt x="233" y="132"/>
                  </a:cubicBezTo>
                  <a:cubicBezTo>
                    <a:pt x="231" y="144"/>
                    <a:pt x="228" y="156"/>
                    <a:pt x="223" y="167"/>
                  </a:cubicBezTo>
                  <a:cubicBezTo>
                    <a:pt x="215" y="186"/>
                    <a:pt x="185" y="154"/>
                    <a:pt x="184" y="153"/>
                  </a:cubicBezTo>
                  <a:cubicBezTo>
                    <a:pt x="179" y="148"/>
                    <a:pt x="174" y="144"/>
                    <a:pt x="169" y="141"/>
                  </a:cubicBezTo>
                  <a:cubicBezTo>
                    <a:pt x="166" y="139"/>
                    <a:pt x="164" y="139"/>
                    <a:pt x="162" y="138"/>
                  </a:cubicBezTo>
                  <a:cubicBezTo>
                    <a:pt x="159" y="118"/>
                    <a:pt x="152" y="99"/>
                    <a:pt x="142" y="82"/>
                  </a:cubicBezTo>
                  <a:cubicBezTo>
                    <a:pt x="140" y="79"/>
                    <a:pt x="138" y="75"/>
                    <a:pt x="136" y="72"/>
                  </a:cubicBezTo>
                  <a:cubicBezTo>
                    <a:pt x="133" y="69"/>
                    <a:pt x="126" y="72"/>
                    <a:pt x="128" y="77"/>
                  </a:cubicBezTo>
                  <a:cubicBezTo>
                    <a:pt x="130" y="87"/>
                    <a:pt x="126" y="99"/>
                    <a:pt x="129" y="108"/>
                  </a:cubicBezTo>
                  <a:cubicBezTo>
                    <a:pt x="135" y="121"/>
                    <a:pt x="139" y="135"/>
                    <a:pt x="141" y="149"/>
                  </a:cubicBezTo>
                  <a:cubicBezTo>
                    <a:pt x="142" y="160"/>
                    <a:pt x="142" y="170"/>
                    <a:pt x="142" y="180"/>
                  </a:cubicBezTo>
                  <a:cubicBezTo>
                    <a:pt x="142" y="183"/>
                    <a:pt x="142" y="186"/>
                    <a:pt x="142" y="190"/>
                  </a:cubicBezTo>
                  <a:cubicBezTo>
                    <a:pt x="142" y="203"/>
                    <a:pt x="118" y="186"/>
                    <a:pt x="113" y="183"/>
                  </a:cubicBezTo>
                  <a:cubicBezTo>
                    <a:pt x="64" y="156"/>
                    <a:pt x="39" y="115"/>
                    <a:pt x="10" y="69"/>
                  </a:cubicBezTo>
                  <a:cubicBezTo>
                    <a:pt x="10" y="68"/>
                    <a:pt x="10" y="67"/>
                    <a:pt x="9" y="67"/>
                  </a:cubicBezTo>
                  <a:cubicBezTo>
                    <a:pt x="8" y="66"/>
                    <a:pt x="7" y="67"/>
                    <a:pt x="6" y="67"/>
                  </a:cubicBezTo>
                  <a:cubicBezTo>
                    <a:pt x="5" y="67"/>
                    <a:pt x="4" y="66"/>
                    <a:pt x="3" y="67"/>
                  </a:cubicBezTo>
                  <a:cubicBezTo>
                    <a:pt x="2" y="67"/>
                    <a:pt x="1" y="69"/>
                    <a:pt x="1" y="69"/>
                  </a:cubicBezTo>
                  <a:cubicBezTo>
                    <a:pt x="0" y="70"/>
                    <a:pt x="0" y="71"/>
                    <a:pt x="0" y="72"/>
                  </a:cubicBezTo>
                  <a:cubicBezTo>
                    <a:pt x="0" y="73"/>
                    <a:pt x="0" y="73"/>
                    <a:pt x="0" y="74"/>
                  </a:cubicBezTo>
                  <a:cubicBezTo>
                    <a:pt x="6" y="88"/>
                    <a:pt x="12" y="101"/>
                    <a:pt x="20" y="115"/>
                  </a:cubicBezTo>
                  <a:cubicBezTo>
                    <a:pt x="32" y="136"/>
                    <a:pt x="48" y="157"/>
                    <a:pt x="65" y="175"/>
                  </a:cubicBezTo>
                  <a:cubicBezTo>
                    <a:pt x="75" y="184"/>
                    <a:pt x="86" y="193"/>
                    <a:pt x="98" y="200"/>
                  </a:cubicBezTo>
                  <a:cubicBezTo>
                    <a:pt x="112" y="208"/>
                    <a:pt x="128" y="214"/>
                    <a:pt x="144" y="217"/>
                  </a:cubicBezTo>
                  <a:cubicBezTo>
                    <a:pt x="165" y="220"/>
                    <a:pt x="168" y="187"/>
                    <a:pt x="162" y="152"/>
                  </a:cubicBezTo>
                  <a:cubicBezTo>
                    <a:pt x="184" y="171"/>
                    <a:pt x="218" y="214"/>
                    <a:pt x="234" y="178"/>
                  </a:cubicBezTo>
                  <a:cubicBezTo>
                    <a:pt x="241" y="162"/>
                    <a:pt x="245" y="146"/>
                    <a:pt x="247" y="130"/>
                  </a:cubicBezTo>
                  <a:cubicBezTo>
                    <a:pt x="280" y="146"/>
                    <a:pt x="328" y="183"/>
                    <a:pt x="363" y="160"/>
                  </a:cubicBezTo>
                  <a:cubicBezTo>
                    <a:pt x="372" y="155"/>
                    <a:pt x="366" y="141"/>
                    <a:pt x="363" y="134"/>
                  </a:cubicBezTo>
                  <a:cubicBezTo>
                    <a:pt x="360" y="115"/>
                    <a:pt x="387" y="104"/>
                    <a:pt x="38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37"/>
            <p:cNvSpPr/>
            <p:nvPr/>
          </p:nvSpPr>
          <p:spPr>
            <a:xfrm>
              <a:off x="8395920" y="4132080"/>
              <a:ext cx="251640" cy="127080"/>
            </a:xfrm>
            <a:custGeom>
              <a:rect b="b" l="l" r="r" t="t"/>
              <a:pathLst>
                <a:path extrusionOk="0" h="353" w="699">
                  <a:moveTo>
                    <a:pt x="665" y="4"/>
                  </a:moveTo>
                  <a:cubicBezTo>
                    <a:pt x="661" y="27"/>
                    <a:pt x="659" y="51"/>
                    <a:pt x="658" y="75"/>
                  </a:cubicBezTo>
                  <a:cubicBezTo>
                    <a:pt x="658" y="81"/>
                    <a:pt x="656" y="109"/>
                    <a:pt x="647" y="110"/>
                  </a:cubicBezTo>
                  <a:cubicBezTo>
                    <a:pt x="639" y="109"/>
                    <a:pt x="631" y="106"/>
                    <a:pt x="624" y="102"/>
                  </a:cubicBezTo>
                  <a:cubicBezTo>
                    <a:pt x="615" y="97"/>
                    <a:pt x="607" y="89"/>
                    <a:pt x="601" y="79"/>
                  </a:cubicBezTo>
                  <a:cubicBezTo>
                    <a:pt x="600" y="78"/>
                    <a:pt x="600" y="77"/>
                    <a:pt x="599" y="75"/>
                  </a:cubicBezTo>
                  <a:cubicBezTo>
                    <a:pt x="599" y="74"/>
                    <a:pt x="599" y="73"/>
                    <a:pt x="598" y="72"/>
                  </a:cubicBezTo>
                  <a:cubicBezTo>
                    <a:pt x="598" y="71"/>
                    <a:pt x="597" y="71"/>
                    <a:pt x="596" y="70"/>
                  </a:cubicBezTo>
                  <a:cubicBezTo>
                    <a:pt x="595" y="69"/>
                    <a:pt x="594" y="69"/>
                    <a:pt x="593" y="69"/>
                  </a:cubicBezTo>
                  <a:cubicBezTo>
                    <a:pt x="592" y="69"/>
                    <a:pt x="591" y="69"/>
                    <a:pt x="590" y="70"/>
                  </a:cubicBezTo>
                  <a:cubicBezTo>
                    <a:pt x="589" y="71"/>
                    <a:pt x="588" y="71"/>
                    <a:pt x="588" y="72"/>
                  </a:cubicBezTo>
                  <a:cubicBezTo>
                    <a:pt x="587" y="73"/>
                    <a:pt x="587" y="74"/>
                    <a:pt x="587" y="75"/>
                  </a:cubicBezTo>
                  <a:cubicBezTo>
                    <a:pt x="586" y="77"/>
                    <a:pt x="586" y="80"/>
                    <a:pt x="586" y="82"/>
                  </a:cubicBezTo>
                  <a:cubicBezTo>
                    <a:pt x="586" y="84"/>
                    <a:pt x="586" y="86"/>
                    <a:pt x="587" y="89"/>
                  </a:cubicBezTo>
                  <a:cubicBezTo>
                    <a:pt x="589" y="114"/>
                    <a:pt x="593" y="169"/>
                    <a:pt x="567" y="159"/>
                  </a:cubicBezTo>
                  <a:cubicBezTo>
                    <a:pt x="545" y="152"/>
                    <a:pt x="524" y="143"/>
                    <a:pt x="505" y="131"/>
                  </a:cubicBezTo>
                  <a:cubicBezTo>
                    <a:pt x="504" y="131"/>
                    <a:pt x="504" y="131"/>
                    <a:pt x="503" y="130"/>
                  </a:cubicBezTo>
                  <a:cubicBezTo>
                    <a:pt x="502" y="127"/>
                    <a:pt x="502" y="123"/>
                    <a:pt x="502" y="119"/>
                  </a:cubicBezTo>
                  <a:cubicBezTo>
                    <a:pt x="502" y="115"/>
                    <a:pt x="496" y="115"/>
                    <a:pt x="496" y="119"/>
                  </a:cubicBezTo>
                  <a:cubicBezTo>
                    <a:pt x="495" y="123"/>
                    <a:pt x="496" y="123"/>
                    <a:pt x="496" y="125"/>
                  </a:cubicBezTo>
                  <a:cubicBezTo>
                    <a:pt x="487" y="119"/>
                    <a:pt x="480" y="111"/>
                    <a:pt x="474" y="102"/>
                  </a:cubicBezTo>
                  <a:cubicBezTo>
                    <a:pt x="474" y="101"/>
                    <a:pt x="473" y="101"/>
                    <a:pt x="473" y="101"/>
                  </a:cubicBezTo>
                  <a:cubicBezTo>
                    <a:pt x="472" y="100"/>
                    <a:pt x="471" y="100"/>
                    <a:pt x="470" y="100"/>
                  </a:cubicBezTo>
                  <a:cubicBezTo>
                    <a:pt x="469" y="100"/>
                    <a:pt x="468" y="100"/>
                    <a:pt x="467" y="101"/>
                  </a:cubicBezTo>
                  <a:cubicBezTo>
                    <a:pt x="466" y="102"/>
                    <a:pt x="466" y="102"/>
                    <a:pt x="465" y="103"/>
                  </a:cubicBezTo>
                  <a:cubicBezTo>
                    <a:pt x="465" y="103"/>
                    <a:pt x="464" y="104"/>
                    <a:pt x="464" y="105"/>
                  </a:cubicBezTo>
                  <a:cubicBezTo>
                    <a:pt x="464" y="106"/>
                    <a:pt x="464" y="106"/>
                    <a:pt x="465" y="107"/>
                  </a:cubicBezTo>
                  <a:cubicBezTo>
                    <a:pt x="466" y="110"/>
                    <a:pt x="467" y="113"/>
                    <a:pt x="469" y="116"/>
                  </a:cubicBezTo>
                  <a:cubicBezTo>
                    <a:pt x="476" y="128"/>
                    <a:pt x="485" y="138"/>
                    <a:pt x="496" y="146"/>
                  </a:cubicBezTo>
                  <a:cubicBezTo>
                    <a:pt x="496" y="156"/>
                    <a:pt x="497" y="166"/>
                    <a:pt x="498" y="176"/>
                  </a:cubicBezTo>
                  <a:cubicBezTo>
                    <a:pt x="498" y="191"/>
                    <a:pt x="498" y="205"/>
                    <a:pt x="497" y="219"/>
                  </a:cubicBezTo>
                  <a:cubicBezTo>
                    <a:pt x="496" y="219"/>
                    <a:pt x="496" y="219"/>
                    <a:pt x="495" y="220"/>
                  </a:cubicBezTo>
                  <a:cubicBezTo>
                    <a:pt x="491" y="229"/>
                    <a:pt x="456" y="230"/>
                    <a:pt x="448" y="230"/>
                  </a:cubicBezTo>
                  <a:cubicBezTo>
                    <a:pt x="419" y="227"/>
                    <a:pt x="391" y="219"/>
                    <a:pt x="365" y="206"/>
                  </a:cubicBezTo>
                  <a:cubicBezTo>
                    <a:pt x="329" y="190"/>
                    <a:pt x="295" y="141"/>
                    <a:pt x="271" y="111"/>
                  </a:cubicBezTo>
                  <a:cubicBezTo>
                    <a:pt x="271" y="111"/>
                    <a:pt x="271" y="112"/>
                    <a:pt x="270" y="111"/>
                  </a:cubicBezTo>
                  <a:cubicBezTo>
                    <a:pt x="269" y="110"/>
                    <a:pt x="269" y="110"/>
                    <a:pt x="268" y="110"/>
                  </a:cubicBezTo>
                  <a:cubicBezTo>
                    <a:pt x="268" y="110"/>
                    <a:pt x="267" y="110"/>
                    <a:pt x="266" y="111"/>
                  </a:cubicBezTo>
                  <a:lnTo>
                    <a:pt x="265" y="112"/>
                  </a:lnTo>
                  <a:cubicBezTo>
                    <a:pt x="265" y="113"/>
                    <a:pt x="264" y="113"/>
                    <a:pt x="264" y="114"/>
                  </a:cubicBezTo>
                  <a:cubicBezTo>
                    <a:pt x="264" y="115"/>
                    <a:pt x="265" y="115"/>
                    <a:pt x="265" y="116"/>
                  </a:cubicBezTo>
                  <a:cubicBezTo>
                    <a:pt x="280" y="139"/>
                    <a:pt x="298" y="161"/>
                    <a:pt x="318" y="181"/>
                  </a:cubicBezTo>
                  <a:cubicBezTo>
                    <a:pt x="307" y="210"/>
                    <a:pt x="316" y="245"/>
                    <a:pt x="318" y="275"/>
                  </a:cubicBezTo>
                  <a:cubicBezTo>
                    <a:pt x="319" y="290"/>
                    <a:pt x="322" y="312"/>
                    <a:pt x="301" y="311"/>
                  </a:cubicBezTo>
                  <a:cubicBezTo>
                    <a:pt x="288" y="310"/>
                    <a:pt x="276" y="306"/>
                    <a:pt x="265" y="299"/>
                  </a:cubicBezTo>
                  <a:cubicBezTo>
                    <a:pt x="259" y="296"/>
                    <a:pt x="253" y="292"/>
                    <a:pt x="248" y="287"/>
                  </a:cubicBezTo>
                  <a:cubicBezTo>
                    <a:pt x="248" y="286"/>
                    <a:pt x="247" y="286"/>
                    <a:pt x="246" y="285"/>
                  </a:cubicBezTo>
                  <a:cubicBezTo>
                    <a:pt x="245" y="285"/>
                    <a:pt x="245" y="284"/>
                    <a:pt x="244" y="284"/>
                  </a:cubicBezTo>
                  <a:cubicBezTo>
                    <a:pt x="243" y="284"/>
                    <a:pt x="243" y="284"/>
                    <a:pt x="242" y="285"/>
                  </a:cubicBezTo>
                  <a:cubicBezTo>
                    <a:pt x="241" y="276"/>
                    <a:pt x="240" y="268"/>
                    <a:pt x="238" y="259"/>
                  </a:cubicBezTo>
                  <a:lnTo>
                    <a:pt x="237" y="259"/>
                  </a:lnTo>
                  <a:cubicBezTo>
                    <a:pt x="237" y="258"/>
                    <a:pt x="236" y="257"/>
                    <a:pt x="236" y="257"/>
                  </a:cubicBezTo>
                  <a:cubicBezTo>
                    <a:pt x="235" y="256"/>
                    <a:pt x="234" y="256"/>
                    <a:pt x="233" y="256"/>
                  </a:cubicBezTo>
                  <a:cubicBezTo>
                    <a:pt x="232" y="256"/>
                    <a:pt x="232" y="256"/>
                    <a:pt x="231" y="257"/>
                  </a:cubicBezTo>
                  <a:cubicBezTo>
                    <a:pt x="230" y="258"/>
                    <a:pt x="229" y="258"/>
                    <a:pt x="229" y="259"/>
                  </a:cubicBezTo>
                  <a:lnTo>
                    <a:pt x="228" y="259"/>
                  </a:lnTo>
                  <a:cubicBezTo>
                    <a:pt x="225" y="274"/>
                    <a:pt x="224" y="290"/>
                    <a:pt x="224" y="305"/>
                  </a:cubicBezTo>
                  <a:cubicBezTo>
                    <a:pt x="224" y="313"/>
                    <a:pt x="224" y="321"/>
                    <a:pt x="225" y="329"/>
                  </a:cubicBezTo>
                  <a:cubicBezTo>
                    <a:pt x="225" y="332"/>
                    <a:pt x="186" y="329"/>
                    <a:pt x="183" y="329"/>
                  </a:cubicBezTo>
                  <a:cubicBezTo>
                    <a:pt x="161" y="329"/>
                    <a:pt x="141" y="323"/>
                    <a:pt x="122" y="313"/>
                  </a:cubicBezTo>
                  <a:cubicBezTo>
                    <a:pt x="120" y="311"/>
                    <a:pt x="118" y="310"/>
                    <a:pt x="117" y="309"/>
                  </a:cubicBezTo>
                  <a:cubicBezTo>
                    <a:pt x="96" y="294"/>
                    <a:pt x="78" y="275"/>
                    <a:pt x="65" y="253"/>
                  </a:cubicBezTo>
                  <a:cubicBezTo>
                    <a:pt x="65" y="252"/>
                    <a:pt x="64" y="251"/>
                    <a:pt x="64" y="250"/>
                  </a:cubicBezTo>
                  <a:cubicBezTo>
                    <a:pt x="47" y="228"/>
                    <a:pt x="32" y="205"/>
                    <a:pt x="18" y="181"/>
                  </a:cubicBezTo>
                  <a:cubicBezTo>
                    <a:pt x="13" y="173"/>
                    <a:pt x="9" y="165"/>
                    <a:pt x="5" y="157"/>
                  </a:cubicBezTo>
                  <a:lnTo>
                    <a:pt x="4" y="157"/>
                  </a:lnTo>
                  <a:lnTo>
                    <a:pt x="4" y="156"/>
                  </a:lnTo>
                  <a:cubicBezTo>
                    <a:pt x="3" y="156"/>
                    <a:pt x="3" y="156"/>
                    <a:pt x="2" y="156"/>
                  </a:cubicBezTo>
                  <a:lnTo>
                    <a:pt x="1" y="156"/>
                  </a:lnTo>
                  <a:lnTo>
                    <a:pt x="0" y="157"/>
                  </a:lnTo>
                  <a:lnTo>
                    <a:pt x="0" y="158"/>
                  </a:lnTo>
                  <a:cubicBezTo>
                    <a:pt x="0" y="159"/>
                    <a:pt x="0" y="159"/>
                    <a:pt x="0" y="159"/>
                  </a:cubicBezTo>
                  <a:cubicBezTo>
                    <a:pt x="9" y="185"/>
                    <a:pt x="20" y="209"/>
                    <a:pt x="34" y="233"/>
                  </a:cubicBezTo>
                  <a:cubicBezTo>
                    <a:pt x="48" y="258"/>
                    <a:pt x="65" y="281"/>
                    <a:pt x="84" y="303"/>
                  </a:cubicBezTo>
                  <a:cubicBezTo>
                    <a:pt x="126" y="350"/>
                    <a:pt x="177" y="339"/>
                    <a:pt x="232" y="351"/>
                  </a:cubicBezTo>
                  <a:cubicBezTo>
                    <a:pt x="237" y="352"/>
                    <a:pt x="241" y="347"/>
                    <a:pt x="241" y="343"/>
                  </a:cubicBezTo>
                  <a:cubicBezTo>
                    <a:pt x="243" y="332"/>
                    <a:pt x="244" y="321"/>
                    <a:pt x="244" y="311"/>
                  </a:cubicBezTo>
                  <a:cubicBezTo>
                    <a:pt x="244" y="309"/>
                    <a:pt x="244" y="308"/>
                    <a:pt x="244" y="306"/>
                  </a:cubicBezTo>
                  <a:cubicBezTo>
                    <a:pt x="249" y="312"/>
                    <a:pt x="256" y="317"/>
                    <a:pt x="263" y="321"/>
                  </a:cubicBezTo>
                  <a:cubicBezTo>
                    <a:pt x="275" y="328"/>
                    <a:pt x="288" y="332"/>
                    <a:pt x="302" y="332"/>
                  </a:cubicBezTo>
                  <a:cubicBezTo>
                    <a:pt x="311" y="332"/>
                    <a:pt x="319" y="331"/>
                    <a:pt x="328" y="328"/>
                  </a:cubicBezTo>
                  <a:cubicBezTo>
                    <a:pt x="342" y="320"/>
                    <a:pt x="340" y="295"/>
                    <a:pt x="339" y="282"/>
                  </a:cubicBezTo>
                  <a:cubicBezTo>
                    <a:pt x="339" y="280"/>
                    <a:pt x="339" y="278"/>
                    <a:pt x="339" y="276"/>
                  </a:cubicBezTo>
                  <a:cubicBezTo>
                    <a:pt x="339" y="249"/>
                    <a:pt x="336" y="222"/>
                    <a:pt x="331" y="195"/>
                  </a:cubicBezTo>
                  <a:cubicBezTo>
                    <a:pt x="377" y="237"/>
                    <a:pt x="436" y="262"/>
                    <a:pt x="497" y="231"/>
                  </a:cubicBezTo>
                  <a:cubicBezTo>
                    <a:pt x="498" y="232"/>
                    <a:pt x="498" y="232"/>
                    <a:pt x="499" y="233"/>
                  </a:cubicBezTo>
                  <a:cubicBezTo>
                    <a:pt x="500" y="233"/>
                    <a:pt x="502" y="234"/>
                    <a:pt x="503" y="234"/>
                  </a:cubicBezTo>
                  <a:cubicBezTo>
                    <a:pt x="504" y="234"/>
                    <a:pt x="506" y="234"/>
                    <a:pt x="507" y="233"/>
                  </a:cubicBezTo>
                  <a:cubicBezTo>
                    <a:pt x="508" y="232"/>
                    <a:pt x="509" y="231"/>
                    <a:pt x="510" y="230"/>
                  </a:cubicBezTo>
                  <a:cubicBezTo>
                    <a:pt x="510" y="229"/>
                    <a:pt x="511" y="228"/>
                    <a:pt x="511" y="227"/>
                  </a:cubicBezTo>
                  <a:cubicBezTo>
                    <a:pt x="511" y="210"/>
                    <a:pt x="512" y="193"/>
                    <a:pt x="512" y="176"/>
                  </a:cubicBezTo>
                  <a:cubicBezTo>
                    <a:pt x="512" y="170"/>
                    <a:pt x="511" y="163"/>
                    <a:pt x="509" y="157"/>
                  </a:cubicBezTo>
                  <a:cubicBezTo>
                    <a:pt x="511" y="158"/>
                    <a:pt x="513" y="159"/>
                    <a:pt x="514" y="160"/>
                  </a:cubicBezTo>
                  <a:cubicBezTo>
                    <a:pt x="534" y="171"/>
                    <a:pt x="555" y="179"/>
                    <a:pt x="577" y="183"/>
                  </a:cubicBezTo>
                  <a:cubicBezTo>
                    <a:pt x="609" y="188"/>
                    <a:pt x="608" y="147"/>
                    <a:pt x="603" y="113"/>
                  </a:cubicBezTo>
                  <a:cubicBezTo>
                    <a:pt x="607" y="116"/>
                    <a:pt x="610" y="118"/>
                    <a:pt x="614" y="120"/>
                  </a:cubicBezTo>
                  <a:cubicBezTo>
                    <a:pt x="625" y="127"/>
                    <a:pt x="638" y="131"/>
                    <a:pt x="651" y="131"/>
                  </a:cubicBezTo>
                  <a:cubicBezTo>
                    <a:pt x="698" y="131"/>
                    <a:pt x="684" y="30"/>
                    <a:pt x="678" y="5"/>
                  </a:cubicBezTo>
                  <a:cubicBezTo>
                    <a:pt x="677" y="4"/>
                    <a:pt x="677" y="4"/>
                    <a:pt x="677" y="4"/>
                  </a:cubicBezTo>
                  <a:cubicBezTo>
                    <a:pt x="677" y="3"/>
                    <a:pt x="677" y="2"/>
                    <a:pt x="675" y="1"/>
                  </a:cubicBezTo>
                  <a:cubicBezTo>
                    <a:pt x="673" y="0"/>
                    <a:pt x="672" y="0"/>
                    <a:pt x="671" y="0"/>
                  </a:cubicBezTo>
                  <a:cubicBezTo>
                    <a:pt x="670" y="0"/>
                    <a:pt x="668" y="1"/>
                    <a:pt x="667" y="1"/>
                  </a:cubicBezTo>
                  <a:cubicBezTo>
                    <a:pt x="666" y="2"/>
                    <a:pt x="665" y="3"/>
                    <a:pt x="66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7"/>
            <p:cNvSpPr/>
            <p:nvPr/>
          </p:nvSpPr>
          <p:spPr>
            <a:xfrm>
              <a:off x="8476920" y="4464360"/>
              <a:ext cx="140400" cy="147600"/>
            </a:xfrm>
            <a:custGeom>
              <a:rect b="b" l="l" r="r" t="t"/>
              <a:pathLst>
                <a:path extrusionOk="0" h="410" w="390">
                  <a:moveTo>
                    <a:pt x="349" y="145"/>
                  </a:moveTo>
                  <a:cubicBezTo>
                    <a:pt x="385" y="143"/>
                    <a:pt x="389" y="64"/>
                    <a:pt x="384" y="41"/>
                  </a:cubicBezTo>
                  <a:cubicBezTo>
                    <a:pt x="384" y="40"/>
                    <a:pt x="383" y="39"/>
                    <a:pt x="383" y="38"/>
                  </a:cubicBezTo>
                  <a:cubicBezTo>
                    <a:pt x="382" y="37"/>
                    <a:pt x="382" y="37"/>
                    <a:pt x="381" y="36"/>
                  </a:cubicBezTo>
                  <a:cubicBezTo>
                    <a:pt x="380" y="35"/>
                    <a:pt x="379" y="35"/>
                    <a:pt x="378" y="35"/>
                  </a:cubicBezTo>
                  <a:cubicBezTo>
                    <a:pt x="377" y="35"/>
                    <a:pt x="376" y="35"/>
                    <a:pt x="375" y="36"/>
                  </a:cubicBezTo>
                  <a:cubicBezTo>
                    <a:pt x="374" y="37"/>
                    <a:pt x="373" y="37"/>
                    <a:pt x="373" y="38"/>
                  </a:cubicBezTo>
                  <a:cubicBezTo>
                    <a:pt x="372" y="39"/>
                    <a:pt x="372" y="40"/>
                    <a:pt x="372" y="41"/>
                  </a:cubicBezTo>
                  <a:cubicBezTo>
                    <a:pt x="362" y="74"/>
                    <a:pt x="368" y="126"/>
                    <a:pt x="324" y="127"/>
                  </a:cubicBezTo>
                  <a:cubicBezTo>
                    <a:pt x="294" y="127"/>
                    <a:pt x="269" y="111"/>
                    <a:pt x="242" y="102"/>
                  </a:cubicBezTo>
                  <a:cubicBezTo>
                    <a:pt x="237" y="101"/>
                    <a:pt x="235" y="102"/>
                    <a:pt x="234" y="104"/>
                  </a:cubicBezTo>
                  <a:cubicBezTo>
                    <a:pt x="232" y="102"/>
                    <a:pt x="230" y="101"/>
                    <a:pt x="227" y="99"/>
                  </a:cubicBezTo>
                  <a:cubicBezTo>
                    <a:pt x="256" y="85"/>
                    <a:pt x="245" y="20"/>
                    <a:pt x="225" y="4"/>
                  </a:cubicBezTo>
                  <a:cubicBezTo>
                    <a:pt x="220" y="0"/>
                    <a:pt x="213" y="4"/>
                    <a:pt x="215" y="10"/>
                  </a:cubicBezTo>
                  <a:cubicBezTo>
                    <a:pt x="219" y="30"/>
                    <a:pt x="222" y="50"/>
                    <a:pt x="222" y="70"/>
                  </a:cubicBezTo>
                  <a:cubicBezTo>
                    <a:pt x="225" y="95"/>
                    <a:pt x="182" y="84"/>
                    <a:pt x="164" y="83"/>
                  </a:cubicBezTo>
                  <a:cubicBezTo>
                    <a:pt x="110" y="78"/>
                    <a:pt x="57" y="70"/>
                    <a:pt x="4" y="59"/>
                  </a:cubicBezTo>
                  <a:cubicBezTo>
                    <a:pt x="1" y="59"/>
                    <a:pt x="0" y="64"/>
                    <a:pt x="3" y="65"/>
                  </a:cubicBezTo>
                  <a:cubicBezTo>
                    <a:pt x="17" y="71"/>
                    <a:pt x="41" y="90"/>
                    <a:pt x="58" y="90"/>
                  </a:cubicBezTo>
                  <a:cubicBezTo>
                    <a:pt x="81" y="91"/>
                    <a:pt x="104" y="97"/>
                    <a:pt x="128" y="99"/>
                  </a:cubicBezTo>
                  <a:cubicBezTo>
                    <a:pt x="148" y="102"/>
                    <a:pt x="168" y="103"/>
                    <a:pt x="188" y="103"/>
                  </a:cubicBezTo>
                  <a:cubicBezTo>
                    <a:pt x="197" y="103"/>
                    <a:pt x="207" y="103"/>
                    <a:pt x="216" y="102"/>
                  </a:cubicBezTo>
                  <a:cubicBezTo>
                    <a:pt x="223" y="106"/>
                    <a:pt x="229" y="111"/>
                    <a:pt x="236" y="116"/>
                  </a:cubicBezTo>
                  <a:cubicBezTo>
                    <a:pt x="240" y="124"/>
                    <a:pt x="243" y="132"/>
                    <a:pt x="248" y="139"/>
                  </a:cubicBezTo>
                  <a:cubicBezTo>
                    <a:pt x="250" y="142"/>
                    <a:pt x="252" y="146"/>
                    <a:pt x="254" y="149"/>
                  </a:cubicBezTo>
                  <a:cubicBezTo>
                    <a:pt x="267" y="165"/>
                    <a:pt x="277" y="183"/>
                    <a:pt x="288" y="200"/>
                  </a:cubicBezTo>
                  <a:cubicBezTo>
                    <a:pt x="293" y="208"/>
                    <a:pt x="290" y="212"/>
                    <a:pt x="283" y="213"/>
                  </a:cubicBezTo>
                  <a:lnTo>
                    <a:pt x="282" y="212"/>
                  </a:lnTo>
                  <a:cubicBezTo>
                    <a:pt x="281" y="211"/>
                    <a:pt x="280" y="211"/>
                    <a:pt x="280" y="211"/>
                  </a:cubicBezTo>
                  <a:cubicBezTo>
                    <a:pt x="279" y="211"/>
                    <a:pt x="279" y="211"/>
                    <a:pt x="278" y="212"/>
                  </a:cubicBezTo>
                  <a:cubicBezTo>
                    <a:pt x="277" y="212"/>
                    <a:pt x="276" y="213"/>
                    <a:pt x="276" y="213"/>
                  </a:cubicBezTo>
                  <a:cubicBezTo>
                    <a:pt x="276" y="214"/>
                    <a:pt x="276" y="214"/>
                    <a:pt x="276" y="215"/>
                  </a:cubicBezTo>
                  <a:cubicBezTo>
                    <a:pt x="263" y="216"/>
                    <a:pt x="246" y="214"/>
                    <a:pt x="240" y="214"/>
                  </a:cubicBezTo>
                  <a:cubicBezTo>
                    <a:pt x="190" y="212"/>
                    <a:pt x="141" y="206"/>
                    <a:pt x="93" y="194"/>
                  </a:cubicBezTo>
                  <a:lnTo>
                    <a:pt x="92" y="194"/>
                  </a:lnTo>
                  <a:lnTo>
                    <a:pt x="91" y="195"/>
                  </a:lnTo>
                  <a:lnTo>
                    <a:pt x="91" y="196"/>
                  </a:lnTo>
                  <a:lnTo>
                    <a:pt x="91" y="197"/>
                  </a:lnTo>
                  <a:lnTo>
                    <a:pt x="92" y="198"/>
                  </a:lnTo>
                  <a:lnTo>
                    <a:pt x="93" y="198"/>
                  </a:lnTo>
                  <a:cubicBezTo>
                    <a:pt x="107" y="206"/>
                    <a:pt x="122" y="214"/>
                    <a:pt x="138" y="220"/>
                  </a:cubicBezTo>
                  <a:cubicBezTo>
                    <a:pt x="160" y="223"/>
                    <a:pt x="181" y="223"/>
                    <a:pt x="204" y="227"/>
                  </a:cubicBezTo>
                  <a:cubicBezTo>
                    <a:pt x="215" y="228"/>
                    <a:pt x="226" y="229"/>
                    <a:pt x="238" y="229"/>
                  </a:cubicBezTo>
                  <a:cubicBezTo>
                    <a:pt x="249" y="229"/>
                    <a:pt x="262" y="228"/>
                    <a:pt x="273" y="227"/>
                  </a:cubicBezTo>
                  <a:lnTo>
                    <a:pt x="278" y="227"/>
                  </a:lnTo>
                  <a:cubicBezTo>
                    <a:pt x="279" y="230"/>
                    <a:pt x="281" y="233"/>
                    <a:pt x="287" y="243"/>
                  </a:cubicBezTo>
                  <a:cubicBezTo>
                    <a:pt x="297" y="265"/>
                    <a:pt x="304" y="287"/>
                    <a:pt x="309" y="310"/>
                  </a:cubicBezTo>
                  <a:cubicBezTo>
                    <a:pt x="313" y="328"/>
                    <a:pt x="317" y="362"/>
                    <a:pt x="306" y="376"/>
                  </a:cubicBezTo>
                  <a:cubicBezTo>
                    <a:pt x="304" y="378"/>
                    <a:pt x="302" y="379"/>
                    <a:pt x="301" y="382"/>
                  </a:cubicBezTo>
                  <a:cubicBezTo>
                    <a:pt x="299" y="384"/>
                    <a:pt x="299" y="388"/>
                    <a:pt x="298" y="390"/>
                  </a:cubicBezTo>
                  <a:cubicBezTo>
                    <a:pt x="282" y="390"/>
                    <a:pt x="267" y="392"/>
                    <a:pt x="251" y="392"/>
                  </a:cubicBezTo>
                  <a:cubicBezTo>
                    <a:pt x="220" y="392"/>
                    <a:pt x="198" y="367"/>
                    <a:pt x="175" y="350"/>
                  </a:cubicBezTo>
                  <a:cubicBezTo>
                    <a:pt x="152" y="333"/>
                    <a:pt x="119" y="322"/>
                    <a:pt x="94" y="302"/>
                  </a:cubicBezTo>
                  <a:cubicBezTo>
                    <a:pt x="92" y="300"/>
                    <a:pt x="90" y="303"/>
                    <a:pt x="92" y="305"/>
                  </a:cubicBezTo>
                  <a:cubicBezTo>
                    <a:pt x="119" y="342"/>
                    <a:pt x="162" y="356"/>
                    <a:pt x="197" y="383"/>
                  </a:cubicBezTo>
                  <a:cubicBezTo>
                    <a:pt x="229" y="409"/>
                    <a:pt x="265" y="404"/>
                    <a:pt x="302" y="403"/>
                  </a:cubicBezTo>
                  <a:cubicBezTo>
                    <a:pt x="303" y="403"/>
                    <a:pt x="303" y="403"/>
                    <a:pt x="304" y="403"/>
                  </a:cubicBezTo>
                  <a:lnTo>
                    <a:pt x="305" y="403"/>
                  </a:lnTo>
                  <a:lnTo>
                    <a:pt x="312" y="403"/>
                  </a:lnTo>
                  <a:cubicBezTo>
                    <a:pt x="320" y="403"/>
                    <a:pt x="320" y="391"/>
                    <a:pt x="312" y="390"/>
                  </a:cubicBezTo>
                  <a:cubicBezTo>
                    <a:pt x="334" y="393"/>
                    <a:pt x="329" y="331"/>
                    <a:pt x="328" y="322"/>
                  </a:cubicBezTo>
                  <a:cubicBezTo>
                    <a:pt x="325" y="297"/>
                    <a:pt x="318" y="273"/>
                    <a:pt x="308" y="250"/>
                  </a:cubicBezTo>
                  <a:cubicBezTo>
                    <a:pt x="307" y="247"/>
                    <a:pt x="305" y="244"/>
                    <a:pt x="304" y="242"/>
                  </a:cubicBezTo>
                  <a:cubicBezTo>
                    <a:pt x="300" y="237"/>
                    <a:pt x="298" y="232"/>
                    <a:pt x="294" y="228"/>
                  </a:cubicBezTo>
                  <a:cubicBezTo>
                    <a:pt x="297" y="228"/>
                    <a:pt x="300" y="227"/>
                    <a:pt x="302" y="226"/>
                  </a:cubicBezTo>
                  <a:cubicBezTo>
                    <a:pt x="320" y="216"/>
                    <a:pt x="311" y="204"/>
                    <a:pt x="301" y="191"/>
                  </a:cubicBezTo>
                  <a:cubicBezTo>
                    <a:pt x="287" y="174"/>
                    <a:pt x="275" y="153"/>
                    <a:pt x="261" y="134"/>
                  </a:cubicBezTo>
                  <a:cubicBezTo>
                    <a:pt x="262" y="134"/>
                    <a:pt x="263" y="135"/>
                    <a:pt x="264" y="135"/>
                  </a:cubicBezTo>
                  <a:cubicBezTo>
                    <a:pt x="269" y="138"/>
                    <a:pt x="275" y="141"/>
                    <a:pt x="281" y="143"/>
                  </a:cubicBezTo>
                  <a:cubicBezTo>
                    <a:pt x="293" y="146"/>
                    <a:pt x="306" y="147"/>
                    <a:pt x="318" y="147"/>
                  </a:cubicBezTo>
                  <a:cubicBezTo>
                    <a:pt x="329" y="147"/>
                    <a:pt x="339" y="146"/>
                    <a:pt x="349" y="1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37"/>
            <p:cNvSpPr/>
            <p:nvPr/>
          </p:nvSpPr>
          <p:spPr>
            <a:xfrm>
              <a:off x="8341560" y="4450680"/>
              <a:ext cx="127080" cy="115200"/>
            </a:xfrm>
            <a:custGeom>
              <a:rect b="b" l="l" r="r" t="t"/>
              <a:pathLst>
                <a:path extrusionOk="0" h="320" w="353">
                  <a:moveTo>
                    <a:pt x="20" y="191"/>
                  </a:moveTo>
                  <a:cubicBezTo>
                    <a:pt x="22" y="196"/>
                    <a:pt x="24" y="201"/>
                    <a:pt x="27" y="205"/>
                  </a:cubicBezTo>
                  <a:cubicBezTo>
                    <a:pt x="36" y="220"/>
                    <a:pt x="48" y="233"/>
                    <a:pt x="63" y="241"/>
                  </a:cubicBezTo>
                  <a:cubicBezTo>
                    <a:pt x="65" y="242"/>
                    <a:pt x="66" y="243"/>
                    <a:pt x="68" y="244"/>
                  </a:cubicBezTo>
                  <a:cubicBezTo>
                    <a:pt x="94" y="258"/>
                    <a:pt x="152" y="310"/>
                    <a:pt x="181" y="279"/>
                  </a:cubicBezTo>
                  <a:cubicBezTo>
                    <a:pt x="184" y="277"/>
                    <a:pt x="185" y="274"/>
                    <a:pt x="187" y="271"/>
                  </a:cubicBezTo>
                  <a:cubicBezTo>
                    <a:pt x="189" y="269"/>
                    <a:pt x="190" y="266"/>
                    <a:pt x="191" y="263"/>
                  </a:cubicBezTo>
                  <a:cubicBezTo>
                    <a:pt x="200" y="271"/>
                    <a:pt x="210" y="279"/>
                    <a:pt x="222" y="286"/>
                  </a:cubicBezTo>
                  <a:cubicBezTo>
                    <a:pt x="224" y="287"/>
                    <a:pt x="227" y="289"/>
                    <a:pt x="230" y="290"/>
                  </a:cubicBezTo>
                  <a:cubicBezTo>
                    <a:pt x="234" y="293"/>
                    <a:pt x="237" y="295"/>
                    <a:pt x="241" y="297"/>
                  </a:cubicBezTo>
                  <a:cubicBezTo>
                    <a:pt x="265" y="311"/>
                    <a:pt x="293" y="319"/>
                    <a:pt x="321" y="319"/>
                  </a:cubicBezTo>
                  <a:cubicBezTo>
                    <a:pt x="324" y="319"/>
                    <a:pt x="326" y="318"/>
                    <a:pt x="329" y="318"/>
                  </a:cubicBezTo>
                  <a:cubicBezTo>
                    <a:pt x="352" y="316"/>
                    <a:pt x="348" y="294"/>
                    <a:pt x="348" y="275"/>
                  </a:cubicBezTo>
                  <a:cubicBezTo>
                    <a:pt x="348" y="256"/>
                    <a:pt x="350" y="238"/>
                    <a:pt x="350" y="219"/>
                  </a:cubicBezTo>
                  <a:cubicBezTo>
                    <a:pt x="348" y="208"/>
                    <a:pt x="345" y="197"/>
                    <a:pt x="339" y="187"/>
                  </a:cubicBezTo>
                  <a:cubicBezTo>
                    <a:pt x="338" y="185"/>
                    <a:pt x="336" y="183"/>
                    <a:pt x="335" y="182"/>
                  </a:cubicBezTo>
                  <a:cubicBezTo>
                    <a:pt x="335" y="181"/>
                    <a:pt x="335" y="181"/>
                    <a:pt x="335" y="181"/>
                  </a:cubicBezTo>
                  <a:cubicBezTo>
                    <a:pt x="334" y="180"/>
                    <a:pt x="334" y="180"/>
                    <a:pt x="333" y="179"/>
                  </a:cubicBezTo>
                  <a:cubicBezTo>
                    <a:pt x="332" y="179"/>
                    <a:pt x="331" y="178"/>
                    <a:pt x="330" y="178"/>
                  </a:cubicBezTo>
                  <a:lnTo>
                    <a:pt x="326" y="178"/>
                  </a:lnTo>
                  <a:cubicBezTo>
                    <a:pt x="325" y="178"/>
                    <a:pt x="325" y="179"/>
                    <a:pt x="324" y="179"/>
                  </a:cubicBezTo>
                  <a:cubicBezTo>
                    <a:pt x="323" y="180"/>
                    <a:pt x="324" y="179"/>
                    <a:pt x="323" y="180"/>
                  </a:cubicBezTo>
                  <a:cubicBezTo>
                    <a:pt x="322" y="181"/>
                    <a:pt x="322" y="181"/>
                    <a:pt x="322" y="182"/>
                  </a:cubicBezTo>
                  <a:cubicBezTo>
                    <a:pt x="322" y="183"/>
                    <a:pt x="322" y="183"/>
                    <a:pt x="323" y="184"/>
                  </a:cubicBezTo>
                  <a:cubicBezTo>
                    <a:pt x="323" y="184"/>
                    <a:pt x="323" y="185"/>
                    <a:pt x="324" y="185"/>
                  </a:cubicBezTo>
                  <a:lnTo>
                    <a:pt x="325" y="185"/>
                  </a:lnTo>
                  <a:cubicBezTo>
                    <a:pt x="332" y="189"/>
                    <a:pt x="335" y="223"/>
                    <a:pt x="335" y="229"/>
                  </a:cubicBezTo>
                  <a:cubicBezTo>
                    <a:pt x="335" y="238"/>
                    <a:pt x="336" y="303"/>
                    <a:pt x="329" y="302"/>
                  </a:cubicBezTo>
                  <a:cubicBezTo>
                    <a:pt x="301" y="299"/>
                    <a:pt x="274" y="290"/>
                    <a:pt x="250" y="276"/>
                  </a:cubicBezTo>
                  <a:cubicBezTo>
                    <a:pt x="233" y="266"/>
                    <a:pt x="203" y="254"/>
                    <a:pt x="197" y="233"/>
                  </a:cubicBezTo>
                  <a:cubicBezTo>
                    <a:pt x="197" y="214"/>
                    <a:pt x="194" y="192"/>
                    <a:pt x="194" y="176"/>
                  </a:cubicBezTo>
                  <a:cubicBezTo>
                    <a:pt x="191" y="117"/>
                    <a:pt x="178" y="50"/>
                    <a:pt x="138" y="3"/>
                  </a:cubicBezTo>
                  <a:cubicBezTo>
                    <a:pt x="136" y="0"/>
                    <a:pt x="130" y="3"/>
                    <a:pt x="131" y="7"/>
                  </a:cubicBezTo>
                  <a:cubicBezTo>
                    <a:pt x="161" y="72"/>
                    <a:pt x="177" y="143"/>
                    <a:pt x="177" y="216"/>
                  </a:cubicBezTo>
                  <a:cubicBezTo>
                    <a:pt x="177" y="219"/>
                    <a:pt x="177" y="222"/>
                    <a:pt x="177" y="225"/>
                  </a:cubicBezTo>
                  <a:cubicBezTo>
                    <a:pt x="177" y="237"/>
                    <a:pt x="177" y="273"/>
                    <a:pt x="155" y="267"/>
                  </a:cubicBezTo>
                  <a:cubicBezTo>
                    <a:pt x="132" y="262"/>
                    <a:pt x="103" y="237"/>
                    <a:pt x="79" y="225"/>
                  </a:cubicBezTo>
                  <a:cubicBezTo>
                    <a:pt x="40" y="206"/>
                    <a:pt x="25" y="161"/>
                    <a:pt x="4" y="127"/>
                  </a:cubicBezTo>
                  <a:cubicBezTo>
                    <a:pt x="3" y="126"/>
                    <a:pt x="3" y="126"/>
                    <a:pt x="2" y="126"/>
                  </a:cubicBezTo>
                  <a:lnTo>
                    <a:pt x="1" y="127"/>
                  </a:lnTo>
                  <a:cubicBezTo>
                    <a:pt x="0" y="128"/>
                    <a:pt x="0" y="128"/>
                    <a:pt x="0" y="128"/>
                  </a:cubicBezTo>
                  <a:cubicBezTo>
                    <a:pt x="0" y="129"/>
                    <a:pt x="0" y="129"/>
                    <a:pt x="0" y="129"/>
                  </a:cubicBezTo>
                  <a:cubicBezTo>
                    <a:pt x="9" y="147"/>
                    <a:pt x="14" y="173"/>
                    <a:pt x="20" y="1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37"/>
            <p:cNvSpPr/>
            <p:nvPr/>
          </p:nvSpPr>
          <p:spPr>
            <a:xfrm>
              <a:off x="8445600" y="4600080"/>
              <a:ext cx="60480" cy="50760"/>
            </a:xfrm>
            <a:custGeom>
              <a:rect b="b" l="l" r="r" t="t"/>
              <a:pathLst>
                <a:path extrusionOk="0" h="141" w="168">
                  <a:moveTo>
                    <a:pt x="160" y="126"/>
                  </a:moveTo>
                  <a:cubicBezTo>
                    <a:pt x="161" y="126"/>
                    <a:pt x="162" y="126"/>
                    <a:pt x="162" y="125"/>
                  </a:cubicBezTo>
                  <a:cubicBezTo>
                    <a:pt x="163" y="124"/>
                    <a:pt x="164" y="124"/>
                    <a:pt x="164" y="123"/>
                  </a:cubicBezTo>
                  <a:cubicBezTo>
                    <a:pt x="165" y="122"/>
                    <a:pt x="165" y="122"/>
                    <a:pt x="165" y="121"/>
                  </a:cubicBezTo>
                  <a:cubicBezTo>
                    <a:pt x="166" y="107"/>
                    <a:pt x="167" y="92"/>
                    <a:pt x="167" y="78"/>
                  </a:cubicBezTo>
                  <a:cubicBezTo>
                    <a:pt x="167" y="68"/>
                    <a:pt x="167" y="58"/>
                    <a:pt x="166" y="48"/>
                  </a:cubicBezTo>
                  <a:cubicBezTo>
                    <a:pt x="166" y="46"/>
                    <a:pt x="167" y="43"/>
                    <a:pt x="167" y="41"/>
                  </a:cubicBezTo>
                  <a:cubicBezTo>
                    <a:pt x="167" y="30"/>
                    <a:pt x="164" y="19"/>
                    <a:pt x="158" y="9"/>
                  </a:cubicBezTo>
                  <a:cubicBezTo>
                    <a:pt x="157" y="6"/>
                    <a:pt x="155" y="4"/>
                    <a:pt x="153" y="1"/>
                  </a:cubicBezTo>
                  <a:lnTo>
                    <a:pt x="152" y="1"/>
                  </a:lnTo>
                  <a:cubicBezTo>
                    <a:pt x="152" y="0"/>
                    <a:pt x="151" y="0"/>
                    <a:pt x="151" y="0"/>
                  </a:cubicBezTo>
                  <a:cubicBezTo>
                    <a:pt x="150" y="0"/>
                    <a:pt x="150" y="0"/>
                    <a:pt x="149" y="1"/>
                  </a:cubicBezTo>
                  <a:cubicBezTo>
                    <a:pt x="149" y="1"/>
                    <a:pt x="148" y="1"/>
                    <a:pt x="148" y="2"/>
                  </a:cubicBezTo>
                  <a:lnTo>
                    <a:pt x="147" y="3"/>
                  </a:lnTo>
                  <a:cubicBezTo>
                    <a:pt x="147" y="4"/>
                    <a:pt x="148" y="4"/>
                    <a:pt x="148" y="4"/>
                  </a:cubicBezTo>
                  <a:cubicBezTo>
                    <a:pt x="158" y="31"/>
                    <a:pt x="154" y="58"/>
                    <a:pt x="156" y="85"/>
                  </a:cubicBezTo>
                  <a:cubicBezTo>
                    <a:pt x="156" y="91"/>
                    <a:pt x="161" y="115"/>
                    <a:pt x="149" y="116"/>
                  </a:cubicBezTo>
                  <a:cubicBezTo>
                    <a:pt x="134" y="116"/>
                    <a:pt x="121" y="111"/>
                    <a:pt x="107" y="104"/>
                  </a:cubicBezTo>
                  <a:cubicBezTo>
                    <a:pt x="105" y="102"/>
                    <a:pt x="101" y="101"/>
                    <a:pt x="98" y="99"/>
                  </a:cubicBezTo>
                  <a:cubicBezTo>
                    <a:pt x="61" y="76"/>
                    <a:pt x="38" y="38"/>
                    <a:pt x="5" y="10"/>
                  </a:cubicBezTo>
                  <a:lnTo>
                    <a:pt x="4" y="10"/>
                  </a:lnTo>
                  <a:cubicBezTo>
                    <a:pt x="3" y="10"/>
                    <a:pt x="2" y="10"/>
                    <a:pt x="2" y="10"/>
                  </a:cubicBezTo>
                  <a:cubicBezTo>
                    <a:pt x="1" y="11"/>
                    <a:pt x="1" y="10"/>
                    <a:pt x="0" y="11"/>
                  </a:cubicBezTo>
                  <a:cubicBezTo>
                    <a:pt x="0" y="12"/>
                    <a:pt x="0" y="13"/>
                    <a:pt x="0" y="13"/>
                  </a:cubicBezTo>
                  <a:cubicBezTo>
                    <a:pt x="0" y="14"/>
                    <a:pt x="0" y="14"/>
                    <a:pt x="0" y="15"/>
                  </a:cubicBezTo>
                  <a:lnTo>
                    <a:pt x="1" y="15"/>
                  </a:lnTo>
                  <a:cubicBezTo>
                    <a:pt x="43" y="62"/>
                    <a:pt x="85" y="140"/>
                    <a:pt x="160"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7"/>
            <p:cNvSpPr/>
            <p:nvPr/>
          </p:nvSpPr>
          <p:spPr>
            <a:xfrm>
              <a:off x="8208360" y="4414320"/>
              <a:ext cx="29160" cy="29520"/>
            </a:xfrm>
            <a:custGeom>
              <a:rect b="b" l="l" r="r" t="t"/>
              <a:pathLst>
                <a:path extrusionOk="0" h="82" w="81">
                  <a:moveTo>
                    <a:pt x="4" y="0"/>
                  </a:moveTo>
                  <a:cubicBezTo>
                    <a:pt x="3" y="0"/>
                    <a:pt x="3" y="0"/>
                    <a:pt x="2" y="0"/>
                  </a:cubicBezTo>
                  <a:cubicBezTo>
                    <a:pt x="1" y="1"/>
                    <a:pt x="1" y="1"/>
                    <a:pt x="1" y="2"/>
                  </a:cubicBezTo>
                  <a:lnTo>
                    <a:pt x="0" y="3"/>
                  </a:lnTo>
                  <a:cubicBezTo>
                    <a:pt x="0" y="4"/>
                    <a:pt x="1" y="5"/>
                    <a:pt x="1" y="5"/>
                  </a:cubicBezTo>
                  <a:cubicBezTo>
                    <a:pt x="1" y="5"/>
                    <a:pt x="1" y="6"/>
                    <a:pt x="2" y="6"/>
                  </a:cubicBezTo>
                  <a:cubicBezTo>
                    <a:pt x="10" y="11"/>
                    <a:pt x="17" y="18"/>
                    <a:pt x="21" y="27"/>
                  </a:cubicBezTo>
                  <a:cubicBezTo>
                    <a:pt x="26" y="34"/>
                    <a:pt x="33" y="40"/>
                    <a:pt x="39" y="46"/>
                  </a:cubicBezTo>
                  <a:cubicBezTo>
                    <a:pt x="49" y="60"/>
                    <a:pt x="61" y="71"/>
                    <a:pt x="75" y="80"/>
                  </a:cubicBezTo>
                  <a:cubicBezTo>
                    <a:pt x="76" y="80"/>
                    <a:pt x="76" y="81"/>
                    <a:pt x="77" y="81"/>
                  </a:cubicBezTo>
                  <a:cubicBezTo>
                    <a:pt x="77" y="81"/>
                    <a:pt x="78" y="80"/>
                    <a:pt x="79" y="80"/>
                  </a:cubicBezTo>
                  <a:lnTo>
                    <a:pt x="80" y="79"/>
                  </a:lnTo>
                  <a:cubicBezTo>
                    <a:pt x="80" y="78"/>
                    <a:pt x="80" y="78"/>
                    <a:pt x="80" y="77"/>
                  </a:cubicBezTo>
                  <a:cubicBezTo>
                    <a:pt x="80" y="76"/>
                    <a:pt x="80" y="76"/>
                    <a:pt x="80" y="75"/>
                  </a:cubicBezTo>
                  <a:cubicBezTo>
                    <a:pt x="80" y="75"/>
                    <a:pt x="79" y="75"/>
                    <a:pt x="79" y="74"/>
                  </a:cubicBezTo>
                  <a:cubicBezTo>
                    <a:pt x="69" y="57"/>
                    <a:pt x="57" y="42"/>
                    <a:pt x="44" y="28"/>
                  </a:cubicBezTo>
                  <a:cubicBezTo>
                    <a:pt x="37" y="19"/>
                    <a:pt x="28" y="12"/>
                    <a:pt x="19" y="7"/>
                  </a:cubicBezTo>
                  <a:cubicBezTo>
                    <a:pt x="14" y="4"/>
                    <a:pt x="9"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37"/>
            <p:cNvSpPr/>
            <p:nvPr/>
          </p:nvSpPr>
          <p:spPr>
            <a:xfrm>
              <a:off x="8263800" y="4476960"/>
              <a:ext cx="28080" cy="30960"/>
            </a:xfrm>
            <a:custGeom>
              <a:rect b="b" l="l" r="r" t="t"/>
              <a:pathLst>
                <a:path extrusionOk="0" h="86" w="78">
                  <a:moveTo>
                    <a:pt x="64" y="84"/>
                  </a:moveTo>
                  <a:cubicBezTo>
                    <a:pt x="65" y="84"/>
                    <a:pt x="66" y="84"/>
                    <a:pt x="67" y="84"/>
                  </a:cubicBezTo>
                  <a:cubicBezTo>
                    <a:pt x="67" y="84"/>
                    <a:pt x="68" y="85"/>
                    <a:pt x="69" y="84"/>
                  </a:cubicBezTo>
                  <a:cubicBezTo>
                    <a:pt x="70" y="84"/>
                    <a:pt x="70" y="83"/>
                    <a:pt x="71" y="82"/>
                  </a:cubicBezTo>
                  <a:lnTo>
                    <a:pt x="71" y="81"/>
                  </a:lnTo>
                  <a:cubicBezTo>
                    <a:pt x="77" y="67"/>
                    <a:pt x="59" y="60"/>
                    <a:pt x="51" y="50"/>
                  </a:cubicBezTo>
                  <a:cubicBezTo>
                    <a:pt x="38" y="33"/>
                    <a:pt x="25" y="18"/>
                    <a:pt x="10" y="3"/>
                  </a:cubicBezTo>
                  <a:cubicBezTo>
                    <a:pt x="7" y="0"/>
                    <a:pt x="0" y="3"/>
                    <a:pt x="3" y="8"/>
                  </a:cubicBezTo>
                  <a:cubicBezTo>
                    <a:pt x="14" y="26"/>
                    <a:pt x="23" y="44"/>
                    <a:pt x="35" y="61"/>
                  </a:cubicBezTo>
                  <a:cubicBezTo>
                    <a:pt x="40" y="68"/>
                    <a:pt x="47" y="75"/>
                    <a:pt x="55" y="79"/>
                  </a:cubicBezTo>
                  <a:cubicBezTo>
                    <a:pt x="58" y="81"/>
                    <a:pt x="61" y="82"/>
                    <a:pt x="64"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37"/>
            <p:cNvSpPr/>
            <p:nvPr/>
          </p:nvSpPr>
          <p:spPr>
            <a:xfrm>
              <a:off x="8626320" y="4538160"/>
              <a:ext cx="25920" cy="23040"/>
            </a:xfrm>
            <a:custGeom>
              <a:rect b="b" l="l" r="r" t="t"/>
              <a:pathLst>
                <a:path extrusionOk="0" h="64" w="72">
                  <a:moveTo>
                    <a:pt x="69" y="49"/>
                  </a:moveTo>
                  <a:cubicBezTo>
                    <a:pt x="64" y="48"/>
                    <a:pt x="60" y="46"/>
                    <a:pt x="56" y="44"/>
                  </a:cubicBezTo>
                  <a:cubicBezTo>
                    <a:pt x="54" y="42"/>
                    <a:pt x="52" y="41"/>
                    <a:pt x="50" y="40"/>
                  </a:cubicBezTo>
                  <a:cubicBezTo>
                    <a:pt x="45" y="34"/>
                    <a:pt x="41" y="29"/>
                    <a:pt x="35" y="24"/>
                  </a:cubicBezTo>
                  <a:cubicBezTo>
                    <a:pt x="29" y="19"/>
                    <a:pt x="10" y="11"/>
                    <a:pt x="6" y="2"/>
                  </a:cubicBezTo>
                  <a:cubicBezTo>
                    <a:pt x="6" y="1"/>
                    <a:pt x="5" y="1"/>
                    <a:pt x="5" y="1"/>
                  </a:cubicBezTo>
                  <a:cubicBezTo>
                    <a:pt x="5" y="1"/>
                    <a:pt x="5" y="0"/>
                    <a:pt x="4" y="0"/>
                  </a:cubicBezTo>
                  <a:lnTo>
                    <a:pt x="3" y="0"/>
                  </a:lnTo>
                  <a:cubicBezTo>
                    <a:pt x="2" y="0"/>
                    <a:pt x="2" y="0"/>
                    <a:pt x="1" y="0"/>
                  </a:cubicBezTo>
                  <a:lnTo>
                    <a:pt x="0" y="1"/>
                  </a:lnTo>
                  <a:cubicBezTo>
                    <a:pt x="0" y="1"/>
                    <a:pt x="0" y="2"/>
                    <a:pt x="0" y="3"/>
                  </a:cubicBezTo>
                  <a:cubicBezTo>
                    <a:pt x="4" y="21"/>
                    <a:pt x="20" y="28"/>
                    <a:pt x="30" y="41"/>
                  </a:cubicBezTo>
                  <a:cubicBezTo>
                    <a:pt x="40" y="54"/>
                    <a:pt x="53" y="63"/>
                    <a:pt x="69" y="55"/>
                  </a:cubicBezTo>
                  <a:cubicBezTo>
                    <a:pt x="70" y="55"/>
                    <a:pt x="70" y="54"/>
                    <a:pt x="70" y="54"/>
                  </a:cubicBezTo>
                  <a:cubicBezTo>
                    <a:pt x="70" y="53"/>
                    <a:pt x="71" y="53"/>
                    <a:pt x="71" y="52"/>
                  </a:cubicBezTo>
                  <a:cubicBezTo>
                    <a:pt x="71" y="52"/>
                    <a:pt x="70" y="51"/>
                    <a:pt x="70" y="50"/>
                  </a:cubicBezTo>
                  <a:lnTo>
                    <a:pt x="69"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37"/>
            <p:cNvSpPr/>
            <p:nvPr/>
          </p:nvSpPr>
          <p:spPr>
            <a:xfrm>
              <a:off x="8673840" y="4579200"/>
              <a:ext cx="25920" cy="21960"/>
            </a:xfrm>
            <a:custGeom>
              <a:rect b="b" l="l" r="r" t="t"/>
              <a:pathLst>
                <a:path extrusionOk="0" h="61" w="72">
                  <a:moveTo>
                    <a:pt x="65" y="60"/>
                  </a:moveTo>
                  <a:cubicBezTo>
                    <a:pt x="66" y="60"/>
                    <a:pt x="66" y="60"/>
                    <a:pt x="67" y="60"/>
                  </a:cubicBezTo>
                  <a:cubicBezTo>
                    <a:pt x="67" y="60"/>
                    <a:pt x="68" y="60"/>
                    <a:pt x="69" y="59"/>
                  </a:cubicBezTo>
                  <a:cubicBezTo>
                    <a:pt x="69" y="59"/>
                    <a:pt x="70" y="59"/>
                    <a:pt x="70" y="58"/>
                  </a:cubicBezTo>
                  <a:cubicBezTo>
                    <a:pt x="71" y="57"/>
                    <a:pt x="71" y="57"/>
                    <a:pt x="71" y="56"/>
                  </a:cubicBezTo>
                  <a:cubicBezTo>
                    <a:pt x="71" y="56"/>
                    <a:pt x="71" y="55"/>
                    <a:pt x="70" y="55"/>
                  </a:cubicBezTo>
                  <a:cubicBezTo>
                    <a:pt x="63" y="30"/>
                    <a:pt x="31" y="14"/>
                    <a:pt x="10" y="2"/>
                  </a:cubicBezTo>
                  <a:cubicBezTo>
                    <a:pt x="6" y="0"/>
                    <a:pt x="0" y="6"/>
                    <a:pt x="4" y="10"/>
                  </a:cubicBezTo>
                  <a:cubicBezTo>
                    <a:pt x="20" y="29"/>
                    <a:pt x="39" y="45"/>
                    <a:pt x="60" y="57"/>
                  </a:cubicBezTo>
                  <a:cubicBezTo>
                    <a:pt x="62" y="59"/>
                    <a:pt x="63" y="59"/>
                    <a:pt x="65"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7"/>
            <p:cNvSpPr/>
            <p:nvPr/>
          </p:nvSpPr>
          <p:spPr>
            <a:xfrm>
              <a:off x="8722800" y="4613400"/>
              <a:ext cx="74520" cy="60480"/>
            </a:xfrm>
            <a:custGeom>
              <a:rect b="b" l="l" r="r" t="t"/>
              <a:pathLst>
                <a:path extrusionOk="0" h="168" w="207">
                  <a:moveTo>
                    <a:pt x="197" y="164"/>
                  </a:moveTo>
                  <a:cubicBezTo>
                    <a:pt x="197" y="165"/>
                    <a:pt x="198" y="165"/>
                    <a:pt x="198" y="165"/>
                  </a:cubicBezTo>
                  <a:cubicBezTo>
                    <a:pt x="199" y="166"/>
                    <a:pt x="198" y="166"/>
                    <a:pt x="199" y="166"/>
                  </a:cubicBezTo>
                  <a:cubicBezTo>
                    <a:pt x="201" y="167"/>
                    <a:pt x="200" y="167"/>
                    <a:pt x="201" y="167"/>
                  </a:cubicBezTo>
                  <a:cubicBezTo>
                    <a:pt x="202" y="167"/>
                    <a:pt x="203" y="167"/>
                    <a:pt x="203" y="166"/>
                  </a:cubicBezTo>
                  <a:cubicBezTo>
                    <a:pt x="204" y="166"/>
                    <a:pt x="205" y="166"/>
                    <a:pt x="205" y="165"/>
                  </a:cubicBezTo>
                  <a:cubicBezTo>
                    <a:pt x="206" y="164"/>
                    <a:pt x="205" y="164"/>
                    <a:pt x="205" y="163"/>
                  </a:cubicBezTo>
                  <a:lnTo>
                    <a:pt x="205" y="162"/>
                  </a:lnTo>
                  <a:cubicBezTo>
                    <a:pt x="200" y="125"/>
                    <a:pt x="154" y="103"/>
                    <a:pt x="128" y="81"/>
                  </a:cubicBezTo>
                  <a:cubicBezTo>
                    <a:pt x="108" y="64"/>
                    <a:pt x="87" y="48"/>
                    <a:pt x="64" y="34"/>
                  </a:cubicBezTo>
                  <a:cubicBezTo>
                    <a:pt x="50" y="26"/>
                    <a:pt x="17" y="17"/>
                    <a:pt x="7" y="3"/>
                  </a:cubicBezTo>
                  <a:cubicBezTo>
                    <a:pt x="5" y="0"/>
                    <a:pt x="0" y="3"/>
                    <a:pt x="2" y="7"/>
                  </a:cubicBezTo>
                  <a:cubicBezTo>
                    <a:pt x="2" y="8"/>
                    <a:pt x="2" y="8"/>
                    <a:pt x="3" y="9"/>
                  </a:cubicBezTo>
                  <a:cubicBezTo>
                    <a:pt x="6" y="14"/>
                    <a:pt x="10" y="18"/>
                    <a:pt x="14" y="20"/>
                  </a:cubicBezTo>
                  <a:cubicBezTo>
                    <a:pt x="16" y="21"/>
                    <a:pt x="18" y="22"/>
                    <a:pt x="21" y="23"/>
                  </a:cubicBezTo>
                  <a:cubicBezTo>
                    <a:pt x="29" y="27"/>
                    <a:pt x="36" y="31"/>
                    <a:pt x="44" y="36"/>
                  </a:cubicBezTo>
                  <a:cubicBezTo>
                    <a:pt x="60" y="45"/>
                    <a:pt x="75" y="55"/>
                    <a:pt x="90" y="67"/>
                  </a:cubicBezTo>
                  <a:cubicBezTo>
                    <a:pt x="108" y="80"/>
                    <a:pt x="124" y="96"/>
                    <a:pt x="142" y="109"/>
                  </a:cubicBezTo>
                  <a:cubicBezTo>
                    <a:pt x="165" y="123"/>
                    <a:pt x="184" y="142"/>
                    <a:pt x="197" y="1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7"/>
            <p:cNvSpPr/>
            <p:nvPr/>
          </p:nvSpPr>
          <p:spPr>
            <a:xfrm>
              <a:off x="8731080" y="4582800"/>
              <a:ext cx="82080" cy="68040"/>
            </a:xfrm>
            <a:custGeom>
              <a:rect b="b" l="l" r="r" t="t"/>
              <a:pathLst>
                <a:path extrusionOk="0" h="189" w="228">
                  <a:moveTo>
                    <a:pt x="220" y="187"/>
                  </a:moveTo>
                  <a:cubicBezTo>
                    <a:pt x="221" y="188"/>
                    <a:pt x="222" y="188"/>
                    <a:pt x="222" y="188"/>
                  </a:cubicBezTo>
                  <a:cubicBezTo>
                    <a:pt x="223" y="188"/>
                    <a:pt x="223" y="188"/>
                    <a:pt x="224" y="187"/>
                  </a:cubicBezTo>
                  <a:cubicBezTo>
                    <a:pt x="225" y="186"/>
                    <a:pt x="225" y="187"/>
                    <a:pt x="226" y="186"/>
                  </a:cubicBezTo>
                  <a:cubicBezTo>
                    <a:pt x="227" y="185"/>
                    <a:pt x="226" y="185"/>
                    <a:pt x="226" y="184"/>
                  </a:cubicBezTo>
                  <a:cubicBezTo>
                    <a:pt x="226" y="183"/>
                    <a:pt x="226" y="182"/>
                    <a:pt x="226" y="182"/>
                  </a:cubicBezTo>
                  <a:cubicBezTo>
                    <a:pt x="226" y="182"/>
                    <a:pt x="226" y="181"/>
                    <a:pt x="225" y="181"/>
                  </a:cubicBezTo>
                  <a:cubicBezTo>
                    <a:pt x="197" y="146"/>
                    <a:pt x="166" y="112"/>
                    <a:pt x="132" y="82"/>
                  </a:cubicBezTo>
                  <a:cubicBezTo>
                    <a:pt x="116" y="69"/>
                    <a:pt x="100" y="57"/>
                    <a:pt x="83" y="46"/>
                  </a:cubicBezTo>
                  <a:cubicBezTo>
                    <a:pt x="71" y="37"/>
                    <a:pt x="59" y="29"/>
                    <a:pt x="46" y="21"/>
                  </a:cubicBezTo>
                  <a:cubicBezTo>
                    <a:pt x="32" y="13"/>
                    <a:pt x="17" y="6"/>
                    <a:pt x="2" y="0"/>
                  </a:cubicBezTo>
                  <a:cubicBezTo>
                    <a:pt x="1" y="0"/>
                    <a:pt x="1" y="0"/>
                    <a:pt x="1" y="0"/>
                  </a:cubicBezTo>
                  <a:cubicBezTo>
                    <a:pt x="1" y="0"/>
                    <a:pt x="0" y="0"/>
                    <a:pt x="0" y="1"/>
                  </a:cubicBezTo>
                  <a:cubicBezTo>
                    <a:pt x="0" y="2"/>
                    <a:pt x="0" y="2"/>
                    <a:pt x="0" y="2"/>
                  </a:cubicBezTo>
                  <a:cubicBezTo>
                    <a:pt x="0" y="2"/>
                    <a:pt x="0" y="3"/>
                    <a:pt x="1" y="3"/>
                  </a:cubicBezTo>
                  <a:cubicBezTo>
                    <a:pt x="20" y="12"/>
                    <a:pt x="35" y="31"/>
                    <a:pt x="53" y="41"/>
                  </a:cubicBezTo>
                  <a:cubicBezTo>
                    <a:pt x="58" y="44"/>
                    <a:pt x="64" y="47"/>
                    <a:pt x="69" y="50"/>
                  </a:cubicBezTo>
                  <a:cubicBezTo>
                    <a:pt x="91" y="63"/>
                    <a:pt x="112" y="79"/>
                    <a:pt x="129" y="98"/>
                  </a:cubicBezTo>
                  <a:cubicBezTo>
                    <a:pt x="139" y="108"/>
                    <a:pt x="150" y="118"/>
                    <a:pt x="161" y="128"/>
                  </a:cubicBezTo>
                  <a:cubicBezTo>
                    <a:pt x="179" y="149"/>
                    <a:pt x="199" y="169"/>
                    <a:pt x="220" y="1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7"/>
            <p:cNvSpPr/>
            <p:nvPr/>
          </p:nvSpPr>
          <p:spPr>
            <a:xfrm>
              <a:off x="8654760" y="4494600"/>
              <a:ext cx="41400" cy="25200"/>
            </a:xfrm>
            <a:custGeom>
              <a:rect b="b" l="l" r="r" t="t"/>
              <a:pathLst>
                <a:path extrusionOk="0" h="70" w="115">
                  <a:moveTo>
                    <a:pt x="110" y="63"/>
                  </a:moveTo>
                  <a:cubicBezTo>
                    <a:pt x="113" y="63"/>
                    <a:pt x="114" y="58"/>
                    <a:pt x="110" y="57"/>
                  </a:cubicBezTo>
                  <a:cubicBezTo>
                    <a:pt x="97" y="52"/>
                    <a:pt x="85" y="46"/>
                    <a:pt x="72" y="39"/>
                  </a:cubicBezTo>
                  <a:cubicBezTo>
                    <a:pt x="69" y="37"/>
                    <a:pt x="64" y="34"/>
                    <a:pt x="60" y="32"/>
                  </a:cubicBezTo>
                  <a:cubicBezTo>
                    <a:pt x="50" y="27"/>
                    <a:pt x="40" y="22"/>
                    <a:pt x="30" y="17"/>
                  </a:cubicBezTo>
                  <a:cubicBezTo>
                    <a:pt x="23" y="12"/>
                    <a:pt x="16" y="8"/>
                    <a:pt x="9" y="3"/>
                  </a:cubicBezTo>
                  <a:cubicBezTo>
                    <a:pt x="5" y="0"/>
                    <a:pt x="0" y="6"/>
                    <a:pt x="4" y="9"/>
                  </a:cubicBezTo>
                  <a:cubicBezTo>
                    <a:pt x="17" y="20"/>
                    <a:pt x="31" y="30"/>
                    <a:pt x="45" y="38"/>
                  </a:cubicBezTo>
                  <a:cubicBezTo>
                    <a:pt x="49" y="40"/>
                    <a:pt x="51" y="42"/>
                    <a:pt x="55" y="44"/>
                  </a:cubicBezTo>
                  <a:cubicBezTo>
                    <a:pt x="71" y="53"/>
                    <a:pt x="91" y="69"/>
                    <a:pt x="110"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7"/>
            <p:cNvSpPr/>
            <p:nvPr/>
          </p:nvSpPr>
          <p:spPr>
            <a:xfrm>
              <a:off x="8743320" y="4547880"/>
              <a:ext cx="98640" cy="86040"/>
            </a:xfrm>
            <a:custGeom>
              <a:rect b="b" l="l" r="r" t="t"/>
              <a:pathLst>
                <a:path extrusionOk="0" h="239" w="274">
                  <a:moveTo>
                    <a:pt x="264" y="235"/>
                  </a:moveTo>
                  <a:cubicBezTo>
                    <a:pt x="268" y="238"/>
                    <a:pt x="273" y="232"/>
                    <a:pt x="270" y="228"/>
                  </a:cubicBezTo>
                  <a:cubicBezTo>
                    <a:pt x="235" y="180"/>
                    <a:pt x="193" y="137"/>
                    <a:pt x="145" y="102"/>
                  </a:cubicBezTo>
                  <a:cubicBezTo>
                    <a:pt x="129" y="89"/>
                    <a:pt x="115" y="75"/>
                    <a:pt x="100" y="62"/>
                  </a:cubicBezTo>
                  <a:cubicBezTo>
                    <a:pt x="72" y="39"/>
                    <a:pt x="37" y="27"/>
                    <a:pt x="9" y="3"/>
                  </a:cubicBezTo>
                  <a:cubicBezTo>
                    <a:pt x="5" y="0"/>
                    <a:pt x="0" y="6"/>
                    <a:pt x="4" y="9"/>
                  </a:cubicBezTo>
                  <a:cubicBezTo>
                    <a:pt x="24" y="27"/>
                    <a:pt x="45" y="43"/>
                    <a:pt x="67" y="59"/>
                  </a:cubicBezTo>
                  <a:cubicBezTo>
                    <a:pt x="87" y="74"/>
                    <a:pt x="106" y="92"/>
                    <a:pt x="126" y="108"/>
                  </a:cubicBezTo>
                  <a:cubicBezTo>
                    <a:pt x="178" y="145"/>
                    <a:pt x="217" y="193"/>
                    <a:pt x="264" y="2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7"/>
            <p:cNvSpPr/>
            <p:nvPr/>
          </p:nvSpPr>
          <p:spPr>
            <a:xfrm>
              <a:off x="8845560" y="4609080"/>
              <a:ext cx="41760" cy="77040"/>
            </a:xfrm>
            <a:custGeom>
              <a:rect b="b" l="l" r="r" t="t"/>
              <a:pathLst>
                <a:path extrusionOk="0" h="214" w="116">
                  <a:moveTo>
                    <a:pt x="1" y="3"/>
                  </a:moveTo>
                  <a:cubicBezTo>
                    <a:pt x="20" y="37"/>
                    <a:pt x="39" y="70"/>
                    <a:pt x="57" y="104"/>
                  </a:cubicBezTo>
                  <a:lnTo>
                    <a:pt x="57" y="105"/>
                  </a:lnTo>
                  <a:cubicBezTo>
                    <a:pt x="76" y="138"/>
                    <a:pt x="92" y="173"/>
                    <a:pt x="102" y="210"/>
                  </a:cubicBezTo>
                  <a:cubicBezTo>
                    <a:pt x="102" y="210"/>
                    <a:pt x="102" y="211"/>
                    <a:pt x="103" y="211"/>
                  </a:cubicBezTo>
                  <a:lnTo>
                    <a:pt x="104" y="212"/>
                  </a:lnTo>
                  <a:cubicBezTo>
                    <a:pt x="105" y="212"/>
                    <a:pt x="105" y="213"/>
                    <a:pt x="106" y="213"/>
                  </a:cubicBezTo>
                  <a:cubicBezTo>
                    <a:pt x="107" y="213"/>
                    <a:pt x="107" y="213"/>
                    <a:pt x="108" y="212"/>
                  </a:cubicBezTo>
                  <a:lnTo>
                    <a:pt x="109" y="211"/>
                  </a:lnTo>
                  <a:lnTo>
                    <a:pt x="109" y="210"/>
                  </a:lnTo>
                  <a:cubicBezTo>
                    <a:pt x="115" y="177"/>
                    <a:pt x="90" y="150"/>
                    <a:pt x="76" y="122"/>
                  </a:cubicBezTo>
                  <a:cubicBezTo>
                    <a:pt x="69" y="109"/>
                    <a:pt x="62" y="97"/>
                    <a:pt x="55" y="84"/>
                  </a:cubicBezTo>
                  <a:cubicBezTo>
                    <a:pt x="39" y="56"/>
                    <a:pt x="22" y="29"/>
                    <a:pt x="4" y="2"/>
                  </a:cubicBezTo>
                  <a:cubicBezTo>
                    <a:pt x="3" y="0"/>
                    <a:pt x="0" y="2"/>
                    <a:pt x="1"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37"/>
            <p:cNvSpPr/>
            <p:nvPr/>
          </p:nvSpPr>
          <p:spPr>
            <a:xfrm>
              <a:off x="8857800" y="4598280"/>
              <a:ext cx="28080" cy="40320"/>
            </a:xfrm>
            <a:custGeom>
              <a:rect b="b" l="l" r="r" t="t"/>
              <a:pathLst>
                <a:path extrusionOk="0" h="112" w="78">
                  <a:moveTo>
                    <a:pt x="37" y="72"/>
                  </a:moveTo>
                  <a:cubicBezTo>
                    <a:pt x="43" y="86"/>
                    <a:pt x="55" y="110"/>
                    <a:pt x="71" y="111"/>
                  </a:cubicBezTo>
                  <a:cubicBezTo>
                    <a:pt x="72" y="111"/>
                    <a:pt x="72" y="111"/>
                    <a:pt x="72" y="111"/>
                  </a:cubicBezTo>
                  <a:cubicBezTo>
                    <a:pt x="73" y="111"/>
                    <a:pt x="73" y="111"/>
                    <a:pt x="74" y="110"/>
                  </a:cubicBezTo>
                  <a:cubicBezTo>
                    <a:pt x="75" y="109"/>
                    <a:pt x="75" y="110"/>
                    <a:pt x="76" y="109"/>
                  </a:cubicBezTo>
                  <a:cubicBezTo>
                    <a:pt x="77" y="108"/>
                    <a:pt x="76" y="107"/>
                    <a:pt x="76" y="106"/>
                  </a:cubicBezTo>
                  <a:cubicBezTo>
                    <a:pt x="76" y="106"/>
                    <a:pt x="77" y="105"/>
                    <a:pt x="76" y="104"/>
                  </a:cubicBezTo>
                  <a:cubicBezTo>
                    <a:pt x="75" y="103"/>
                    <a:pt x="75" y="104"/>
                    <a:pt x="75" y="104"/>
                  </a:cubicBezTo>
                  <a:cubicBezTo>
                    <a:pt x="62" y="89"/>
                    <a:pt x="51" y="73"/>
                    <a:pt x="41" y="56"/>
                  </a:cubicBezTo>
                  <a:cubicBezTo>
                    <a:pt x="34" y="44"/>
                    <a:pt x="24" y="35"/>
                    <a:pt x="17" y="22"/>
                  </a:cubicBezTo>
                  <a:cubicBezTo>
                    <a:pt x="16" y="19"/>
                    <a:pt x="14" y="15"/>
                    <a:pt x="12" y="12"/>
                  </a:cubicBezTo>
                  <a:cubicBezTo>
                    <a:pt x="10" y="8"/>
                    <a:pt x="8" y="5"/>
                    <a:pt x="5" y="2"/>
                  </a:cubicBezTo>
                  <a:cubicBezTo>
                    <a:pt x="5" y="1"/>
                    <a:pt x="5" y="1"/>
                    <a:pt x="5" y="1"/>
                  </a:cubicBezTo>
                  <a:cubicBezTo>
                    <a:pt x="4" y="1"/>
                    <a:pt x="4" y="0"/>
                    <a:pt x="3" y="0"/>
                  </a:cubicBezTo>
                  <a:lnTo>
                    <a:pt x="2" y="1"/>
                  </a:lnTo>
                  <a:cubicBezTo>
                    <a:pt x="1" y="1"/>
                    <a:pt x="2" y="1"/>
                    <a:pt x="1" y="2"/>
                  </a:cubicBezTo>
                  <a:cubicBezTo>
                    <a:pt x="0" y="3"/>
                    <a:pt x="0" y="3"/>
                    <a:pt x="0" y="3"/>
                  </a:cubicBezTo>
                  <a:cubicBezTo>
                    <a:pt x="0" y="4"/>
                    <a:pt x="0" y="4"/>
                    <a:pt x="1" y="5"/>
                  </a:cubicBezTo>
                  <a:cubicBezTo>
                    <a:pt x="8" y="15"/>
                    <a:pt x="10" y="27"/>
                    <a:pt x="16" y="38"/>
                  </a:cubicBezTo>
                  <a:cubicBezTo>
                    <a:pt x="21" y="44"/>
                    <a:pt x="25" y="51"/>
                    <a:pt x="29" y="58"/>
                  </a:cubicBezTo>
                  <a:cubicBezTo>
                    <a:pt x="32" y="63"/>
                    <a:pt x="34" y="68"/>
                    <a:pt x="37"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37"/>
            <p:cNvSpPr/>
            <p:nvPr/>
          </p:nvSpPr>
          <p:spPr>
            <a:xfrm>
              <a:off x="8648640" y="4436280"/>
              <a:ext cx="276840" cy="84600"/>
            </a:xfrm>
            <a:custGeom>
              <a:rect b="b" l="l" r="r" t="t"/>
              <a:pathLst>
                <a:path extrusionOk="0" h="235" w="769">
                  <a:moveTo>
                    <a:pt x="451" y="105"/>
                  </a:moveTo>
                  <a:cubicBezTo>
                    <a:pt x="445" y="99"/>
                    <a:pt x="437" y="108"/>
                    <a:pt x="442" y="114"/>
                  </a:cubicBezTo>
                  <a:cubicBezTo>
                    <a:pt x="458" y="130"/>
                    <a:pt x="475" y="145"/>
                    <a:pt x="495" y="156"/>
                  </a:cubicBezTo>
                  <a:cubicBezTo>
                    <a:pt x="500" y="159"/>
                    <a:pt x="504" y="161"/>
                    <a:pt x="509" y="164"/>
                  </a:cubicBezTo>
                  <a:cubicBezTo>
                    <a:pt x="485" y="160"/>
                    <a:pt x="459" y="160"/>
                    <a:pt x="439" y="157"/>
                  </a:cubicBezTo>
                  <a:cubicBezTo>
                    <a:pt x="422" y="154"/>
                    <a:pt x="405" y="150"/>
                    <a:pt x="389" y="145"/>
                  </a:cubicBezTo>
                  <a:lnTo>
                    <a:pt x="387" y="145"/>
                  </a:lnTo>
                  <a:cubicBezTo>
                    <a:pt x="378" y="142"/>
                    <a:pt x="369" y="138"/>
                    <a:pt x="360" y="134"/>
                  </a:cubicBezTo>
                  <a:cubicBezTo>
                    <a:pt x="333" y="121"/>
                    <a:pt x="313" y="97"/>
                    <a:pt x="287" y="81"/>
                  </a:cubicBezTo>
                  <a:cubicBezTo>
                    <a:pt x="282" y="78"/>
                    <a:pt x="277" y="86"/>
                    <a:pt x="281" y="89"/>
                  </a:cubicBezTo>
                  <a:cubicBezTo>
                    <a:pt x="295" y="99"/>
                    <a:pt x="301" y="118"/>
                    <a:pt x="316" y="128"/>
                  </a:cubicBezTo>
                  <a:cubicBezTo>
                    <a:pt x="284" y="122"/>
                    <a:pt x="254" y="112"/>
                    <a:pt x="224" y="100"/>
                  </a:cubicBezTo>
                  <a:cubicBezTo>
                    <a:pt x="178" y="78"/>
                    <a:pt x="120" y="50"/>
                    <a:pt x="92" y="4"/>
                  </a:cubicBezTo>
                  <a:cubicBezTo>
                    <a:pt x="90" y="0"/>
                    <a:pt x="82" y="3"/>
                    <a:pt x="84" y="8"/>
                  </a:cubicBezTo>
                  <a:cubicBezTo>
                    <a:pt x="86" y="12"/>
                    <a:pt x="89" y="17"/>
                    <a:pt x="91" y="21"/>
                  </a:cubicBezTo>
                  <a:cubicBezTo>
                    <a:pt x="108" y="48"/>
                    <a:pt x="129" y="71"/>
                    <a:pt x="156" y="87"/>
                  </a:cubicBezTo>
                  <a:cubicBezTo>
                    <a:pt x="161" y="89"/>
                    <a:pt x="165" y="91"/>
                    <a:pt x="169" y="93"/>
                  </a:cubicBezTo>
                  <a:cubicBezTo>
                    <a:pt x="148" y="87"/>
                    <a:pt x="126" y="83"/>
                    <a:pt x="104" y="80"/>
                  </a:cubicBezTo>
                  <a:cubicBezTo>
                    <a:pt x="66" y="76"/>
                    <a:pt x="38" y="78"/>
                    <a:pt x="6" y="53"/>
                  </a:cubicBezTo>
                  <a:cubicBezTo>
                    <a:pt x="3" y="51"/>
                    <a:pt x="0" y="56"/>
                    <a:pt x="3" y="58"/>
                  </a:cubicBezTo>
                  <a:cubicBezTo>
                    <a:pt x="10" y="64"/>
                    <a:pt x="17" y="69"/>
                    <a:pt x="25" y="74"/>
                  </a:cubicBezTo>
                  <a:cubicBezTo>
                    <a:pt x="42" y="83"/>
                    <a:pt x="62" y="90"/>
                    <a:pt x="81" y="91"/>
                  </a:cubicBezTo>
                  <a:cubicBezTo>
                    <a:pt x="122" y="92"/>
                    <a:pt x="162" y="109"/>
                    <a:pt x="201" y="108"/>
                  </a:cubicBezTo>
                  <a:cubicBezTo>
                    <a:pt x="250" y="128"/>
                    <a:pt x="307" y="153"/>
                    <a:pt x="360" y="155"/>
                  </a:cubicBezTo>
                  <a:cubicBezTo>
                    <a:pt x="367" y="158"/>
                    <a:pt x="373" y="162"/>
                    <a:pt x="380" y="165"/>
                  </a:cubicBezTo>
                  <a:cubicBezTo>
                    <a:pt x="436" y="190"/>
                    <a:pt x="505" y="183"/>
                    <a:pt x="564" y="194"/>
                  </a:cubicBezTo>
                  <a:lnTo>
                    <a:pt x="565" y="194"/>
                  </a:lnTo>
                  <a:cubicBezTo>
                    <a:pt x="566" y="194"/>
                    <a:pt x="566" y="193"/>
                    <a:pt x="567" y="193"/>
                  </a:cubicBezTo>
                  <a:cubicBezTo>
                    <a:pt x="568" y="192"/>
                    <a:pt x="568" y="193"/>
                    <a:pt x="569" y="192"/>
                  </a:cubicBezTo>
                  <a:cubicBezTo>
                    <a:pt x="570" y="191"/>
                    <a:pt x="569" y="190"/>
                    <a:pt x="569" y="189"/>
                  </a:cubicBezTo>
                  <a:cubicBezTo>
                    <a:pt x="583" y="194"/>
                    <a:pt x="597" y="199"/>
                    <a:pt x="611" y="203"/>
                  </a:cubicBezTo>
                  <a:cubicBezTo>
                    <a:pt x="659" y="218"/>
                    <a:pt x="712" y="215"/>
                    <a:pt x="759" y="234"/>
                  </a:cubicBezTo>
                  <a:cubicBezTo>
                    <a:pt x="760" y="234"/>
                    <a:pt x="760" y="234"/>
                    <a:pt x="761" y="234"/>
                  </a:cubicBezTo>
                  <a:cubicBezTo>
                    <a:pt x="762" y="234"/>
                    <a:pt x="764" y="233"/>
                    <a:pt x="765" y="233"/>
                  </a:cubicBezTo>
                  <a:cubicBezTo>
                    <a:pt x="766" y="232"/>
                    <a:pt x="767" y="232"/>
                    <a:pt x="767" y="231"/>
                  </a:cubicBezTo>
                  <a:cubicBezTo>
                    <a:pt x="768" y="230"/>
                    <a:pt x="768" y="229"/>
                    <a:pt x="768" y="229"/>
                  </a:cubicBezTo>
                  <a:lnTo>
                    <a:pt x="768" y="222"/>
                  </a:lnTo>
                  <a:cubicBezTo>
                    <a:pt x="768" y="220"/>
                    <a:pt x="767" y="218"/>
                    <a:pt x="766" y="216"/>
                  </a:cubicBezTo>
                  <a:cubicBezTo>
                    <a:pt x="766" y="215"/>
                    <a:pt x="764" y="214"/>
                    <a:pt x="763" y="213"/>
                  </a:cubicBezTo>
                  <a:cubicBezTo>
                    <a:pt x="736" y="197"/>
                    <a:pt x="693" y="195"/>
                    <a:pt x="662" y="190"/>
                  </a:cubicBezTo>
                  <a:cubicBezTo>
                    <a:pt x="593" y="180"/>
                    <a:pt x="501" y="156"/>
                    <a:pt x="451"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7"/>
            <p:cNvSpPr/>
            <p:nvPr/>
          </p:nvSpPr>
          <p:spPr>
            <a:xfrm>
              <a:off x="8083080" y="4401720"/>
              <a:ext cx="48960" cy="34200"/>
            </a:xfrm>
            <a:custGeom>
              <a:rect b="b" l="l" r="r" t="t"/>
              <a:pathLst>
                <a:path extrusionOk="0" h="95" w="136">
                  <a:moveTo>
                    <a:pt x="5" y="10"/>
                  </a:moveTo>
                  <a:cubicBezTo>
                    <a:pt x="6" y="7"/>
                    <a:pt x="27" y="24"/>
                    <a:pt x="31" y="25"/>
                  </a:cubicBezTo>
                  <a:cubicBezTo>
                    <a:pt x="32" y="26"/>
                    <a:pt x="33" y="27"/>
                    <a:pt x="35" y="28"/>
                  </a:cubicBezTo>
                  <a:cubicBezTo>
                    <a:pt x="46" y="34"/>
                    <a:pt x="55" y="42"/>
                    <a:pt x="64" y="51"/>
                  </a:cubicBezTo>
                  <a:cubicBezTo>
                    <a:pt x="83" y="69"/>
                    <a:pt x="103" y="94"/>
                    <a:pt x="132" y="85"/>
                  </a:cubicBezTo>
                  <a:cubicBezTo>
                    <a:pt x="133" y="85"/>
                    <a:pt x="133" y="85"/>
                    <a:pt x="133" y="85"/>
                  </a:cubicBezTo>
                  <a:cubicBezTo>
                    <a:pt x="134" y="85"/>
                    <a:pt x="134" y="84"/>
                    <a:pt x="134" y="84"/>
                  </a:cubicBezTo>
                  <a:cubicBezTo>
                    <a:pt x="135" y="83"/>
                    <a:pt x="135" y="82"/>
                    <a:pt x="135" y="82"/>
                  </a:cubicBezTo>
                  <a:cubicBezTo>
                    <a:pt x="135" y="81"/>
                    <a:pt x="135" y="81"/>
                    <a:pt x="134" y="80"/>
                  </a:cubicBezTo>
                  <a:cubicBezTo>
                    <a:pt x="133" y="79"/>
                    <a:pt x="134" y="80"/>
                    <a:pt x="133" y="79"/>
                  </a:cubicBezTo>
                  <a:cubicBezTo>
                    <a:pt x="132" y="78"/>
                    <a:pt x="133" y="78"/>
                    <a:pt x="132" y="78"/>
                  </a:cubicBezTo>
                  <a:cubicBezTo>
                    <a:pt x="125" y="75"/>
                    <a:pt x="117" y="71"/>
                    <a:pt x="110" y="67"/>
                  </a:cubicBezTo>
                  <a:cubicBezTo>
                    <a:pt x="101" y="62"/>
                    <a:pt x="92" y="56"/>
                    <a:pt x="83" y="49"/>
                  </a:cubicBezTo>
                  <a:cubicBezTo>
                    <a:pt x="73" y="37"/>
                    <a:pt x="61" y="27"/>
                    <a:pt x="48" y="18"/>
                  </a:cubicBezTo>
                  <a:cubicBezTo>
                    <a:pt x="40" y="16"/>
                    <a:pt x="33" y="12"/>
                    <a:pt x="26" y="8"/>
                  </a:cubicBezTo>
                  <a:cubicBezTo>
                    <a:pt x="24" y="7"/>
                    <a:pt x="22" y="6"/>
                    <a:pt x="21" y="5"/>
                  </a:cubicBezTo>
                  <a:cubicBezTo>
                    <a:pt x="19" y="4"/>
                    <a:pt x="18" y="4"/>
                    <a:pt x="17" y="3"/>
                  </a:cubicBezTo>
                  <a:cubicBezTo>
                    <a:pt x="15" y="1"/>
                    <a:pt x="12" y="0"/>
                    <a:pt x="9" y="0"/>
                  </a:cubicBezTo>
                  <a:cubicBezTo>
                    <a:pt x="3" y="0"/>
                    <a:pt x="0" y="2"/>
                    <a:pt x="0" y="8"/>
                  </a:cubicBezTo>
                  <a:lnTo>
                    <a:pt x="0" y="9"/>
                  </a:lnTo>
                  <a:lnTo>
                    <a:pt x="0" y="10"/>
                  </a:lnTo>
                  <a:cubicBezTo>
                    <a:pt x="0" y="11"/>
                    <a:pt x="1" y="11"/>
                    <a:pt x="1" y="11"/>
                  </a:cubicBezTo>
                  <a:lnTo>
                    <a:pt x="2" y="11"/>
                  </a:lnTo>
                  <a:cubicBezTo>
                    <a:pt x="3" y="11"/>
                    <a:pt x="3" y="11"/>
                    <a:pt x="3" y="11"/>
                  </a:cubicBezTo>
                  <a:cubicBezTo>
                    <a:pt x="4" y="11"/>
                    <a:pt x="4" y="11"/>
                    <a:pt x="4" y="10"/>
                  </a:cubicBezTo>
                  <a:lnTo>
                    <a:pt x="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7"/>
            <p:cNvSpPr/>
            <p:nvPr/>
          </p:nvSpPr>
          <p:spPr>
            <a:xfrm>
              <a:off x="8142120" y="4442760"/>
              <a:ext cx="23040" cy="16920"/>
            </a:xfrm>
            <a:custGeom>
              <a:rect b="b" l="l" r="r" t="t"/>
              <a:pathLst>
                <a:path extrusionOk="0" h="47" w="64">
                  <a:moveTo>
                    <a:pt x="4" y="3"/>
                  </a:moveTo>
                  <a:cubicBezTo>
                    <a:pt x="0" y="3"/>
                    <a:pt x="0" y="12"/>
                    <a:pt x="4" y="12"/>
                  </a:cubicBezTo>
                  <a:cubicBezTo>
                    <a:pt x="9" y="13"/>
                    <a:pt x="11" y="19"/>
                    <a:pt x="14" y="22"/>
                  </a:cubicBezTo>
                  <a:cubicBezTo>
                    <a:pt x="18" y="25"/>
                    <a:pt x="21" y="28"/>
                    <a:pt x="25" y="31"/>
                  </a:cubicBezTo>
                  <a:cubicBezTo>
                    <a:pt x="29" y="35"/>
                    <a:pt x="34" y="38"/>
                    <a:pt x="39" y="41"/>
                  </a:cubicBezTo>
                  <a:cubicBezTo>
                    <a:pt x="42" y="43"/>
                    <a:pt x="45" y="45"/>
                    <a:pt x="49" y="46"/>
                  </a:cubicBezTo>
                  <a:lnTo>
                    <a:pt x="50" y="46"/>
                  </a:lnTo>
                  <a:cubicBezTo>
                    <a:pt x="51" y="46"/>
                    <a:pt x="52" y="46"/>
                    <a:pt x="52" y="46"/>
                  </a:cubicBezTo>
                  <a:cubicBezTo>
                    <a:pt x="53" y="45"/>
                    <a:pt x="53" y="45"/>
                    <a:pt x="54" y="44"/>
                  </a:cubicBezTo>
                  <a:cubicBezTo>
                    <a:pt x="63" y="32"/>
                    <a:pt x="41" y="23"/>
                    <a:pt x="33" y="18"/>
                  </a:cubicBezTo>
                  <a:cubicBezTo>
                    <a:pt x="26" y="14"/>
                    <a:pt x="16" y="0"/>
                    <a:pt x="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7"/>
            <p:cNvSpPr/>
            <p:nvPr/>
          </p:nvSpPr>
          <p:spPr>
            <a:xfrm>
              <a:off x="8169120" y="4465080"/>
              <a:ext cx="105120" cy="92880"/>
            </a:xfrm>
            <a:custGeom>
              <a:rect b="b" l="l" r="r" t="t"/>
              <a:pathLst>
                <a:path extrusionOk="0" h="258" w="292">
                  <a:moveTo>
                    <a:pt x="130" y="147"/>
                  </a:moveTo>
                  <a:cubicBezTo>
                    <a:pt x="148" y="166"/>
                    <a:pt x="169" y="182"/>
                    <a:pt x="192" y="196"/>
                  </a:cubicBezTo>
                  <a:cubicBezTo>
                    <a:pt x="221" y="217"/>
                    <a:pt x="251" y="236"/>
                    <a:pt x="282" y="255"/>
                  </a:cubicBezTo>
                  <a:cubicBezTo>
                    <a:pt x="287" y="257"/>
                    <a:pt x="291" y="251"/>
                    <a:pt x="289" y="247"/>
                  </a:cubicBezTo>
                  <a:cubicBezTo>
                    <a:pt x="251" y="189"/>
                    <a:pt x="171" y="165"/>
                    <a:pt x="124" y="112"/>
                  </a:cubicBezTo>
                  <a:cubicBezTo>
                    <a:pt x="91" y="74"/>
                    <a:pt x="51" y="24"/>
                    <a:pt x="6" y="0"/>
                  </a:cubicBezTo>
                  <a:cubicBezTo>
                    <a:pt x="6" y="0"/>
                    <a:pt x="5" y="0"/>
                    <a:pt x="4" y="0"/>
                  </a:cubicBezTo>
                  <a:cubicBezTo>
                    <a:pt x="3" y="0"/>
                    <a:pt x="3" y="0"/>
                    <a:pt x="2" y="0"/>
                  </a:cubicBezTo>
                  <a:cubicBezTo>
                    <a:pt x="1" y="1"/>
                    <a:pt x="1" y="1"/>
                    <a:pt x="0" y="2"/>
                  </a:cubicBezTo>
                  <a:cubicBezTo>
                    <a:pt x="0" y="2"/>
                    <a:pt x="0" y="3"/>
                    <a:pt x="0" y="4"/>
                  </a:cubicBezTo>
                  <a:cubicBezTo>
                    <a:pt x="0" y="5"/>
                    <a:pt x="0" y="6"/>
                    <a:pt x="0" y="6"/>
                  </a:cubicBezTo>
                  <a:cubicBezTo>
                    <a:pt x="0" y="7"/>
                    <a:pt x="1" y="7"/>
                    <a:pt x="1" y="7"/>
                  </a:cubicBezTo>
                  <a:cubicBezTo>
                    <a:pt x="43" y="55"/>
                    <a:pt x="87" y="100"/>
                    <a:pt x="13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7"/>
            <p:cNvSpPr/>
            <p:nvPr/>
          </p:nvSpPr>
          <p:spPr>
            <a:xfrm>
              <a:off x="7957440" y="2995920"/>
              <a:ext cx="8280" cy="11520"/>
            </a:xfrm>
            <a:custGeom>
              <a:rect b="b" l="l" r="r" t="t"/>
              <a:pathLst>
                <a:path extrusionOk="0" h="32" w="23">
                  <a:moveTo>
                    <a:pt x="3" y="16"/>
                  </a:moveTo>
                  <a:cubicBezTo>
                    <a:pt x="4" y="17"/>
                    <a:pt x="6" y="19"/>
                    <a:pt x="6" y="20"/>
                  </a:cubicBezTo>
                  <a:cubicBezTo>
                    <a:pt x="9" y="24"/>
                    <a:pt x="12" y="28"/>
                    <a:pt x="16" y="30"/>
                  </a:cubicBezTo>
                  <a:lnTo>
                    <a:pt x="16" y="31"/>
                  </a:lnTo>
                  <a:cubicBezTo>
                    <a:pt x="17" y="31"/>
                    <a:pt x="17" y="31"/>
                    <a:pt x="18" y="31"/>
                  </a:cubicBezTo>
                  <a:cubicBezTo>
                    <a:pt x="18" y="31"/>
                    <a:pt x="19" y="31"/>
                    <a:pt x="20" y="30"/>
                  </a:cubicBezTo>
                  <a:lnTo>
                    <a:pt x="21" y="29"/>
                  </a:lnTo>
                  <a:cubicBezTo>
                    <a:pt x="22" y="28"/>
                    <a:pt x="22" y="27"/>
                    <a:pt x="22" y="27"/>
                  </a:cubicBezTo>
                  <a:cubicBezTo>
                    <a:pt x="22" y="26"/>
                    <a:pt x="22" y="25"/>
                    <a:pt x="21" y="25"/>
                  </a:cubicBezTo>
                  <a:cubicBezTo>
                    <a:pt x="20" y="23"/>
                    <a:pt x="18" y="25"/>
                    <a:pt x="17" y="23"/>
                  </a:cubicBezTo>
                  <a:cubicBezTo>
                    <a:pt x="18" y="22"/>
                    <a:pt x="18" y="22"/>
                    <a:pt x="19" y="21"/>
                  </a:cubicBezTo>
                  <a:cubicBezTo>
                    <a:pt x="20" y="20"/>
                    <a:pt x="20" y="17"/>
                    <a:pt x="20" y="15"/>
                  </a:cubicBezTo>
                  <a:cubicBezTo>
                    <a:pt x="20" y="14"/>
                    <a:pt x="20" y="13"/>
                    <a:pt x="20" y="12"/>
                  </a:cubicBezTo>
                  <a:cubicBezTo>
                    <a:pt x="19" y="11"/>
                    <a:pt x="19" y="9"/>
                    <a:pt x="18" y="7"/>
                  </a:cubicBezTo>
                  <a:cubicBezTo>
                    <a:pt x="15" y="3"/>
                    <a:pt x="10" y="2"/>
                    <a:pt x="6" y="0"/>
                  </a:cubicBezTo>
                  <a:cubicBezTo>
                    <a:pt x="6" y="0"/>
                    <a:pt x="5" y="0"/>
                    <a:pt x="4" y="0"/>
                  </a:cubicBezTo>
                  <a:cubicBezTo>
                    <a:pt x="3" y="0"/>
                    <a:pt x="3" y="0"/>
                    <a:pt x="2" y="0"/>
                  </a:cubicBezTo>
                  <a:cubicBezTo>
                    <a:pt x="1" y="1"/>
                    <a:pt x="1" y="1"/>
                    <a:pt x="0" y="2"/>
                  </a:cubicBezTo>
                  <a:cubicBezTo>
                    <a:pt x="0" y="3"/>
                    <a:pt x="0" y="4"/>
                    <a:pt x="0" y="5"/>
                  </a:cubicBezTo>
                  <a:cubicBezTo>
                    <a:pt x="0" y="6"/>
                    <a:pt x="0" y="8"/>
                    <a:pt x="0" y="9"/>
                  </a:cubicBezTo>
                  <a:cubicBezTo>
                    <a:pt x="1" y="10"/>
                    <a:pt x="1" y="9"/>
                    <a:pt x="1" y="9"/>
                  </a:cubicBezTo>
                  <a:cubicBezTo>
                    <a:pt x="1" y="11"/>
                    <a:pt x="2" y="13"/>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7"/>
            <p:cNvSpPr/>
            <p:nvPr/>
          </p:nvSpPr>
          <p:spPr>
            <a:xfrm>
              <a:off x="8013960" y="2958120"/>
              <a:ext cx="9360" cy="16200"/>
            </a:xfrm>
            <a:custGeom>
              <a:rect b="b" l="l" r="r" t="t"/>
              <a:pathLst>
                <a:path extrusionOk="0" h="45" w="26">
                  <a:moveTo>
                    <a:pt x="15" y="42"/>
                  </a:moveTo>
                  <a:cubicBezTo>
                    <a:pt x="16" y="43"/>
                    <a:pt x="16" y="43"/>
                    <a:pt x="16" y="43"/>
                  </a:cubicBezTo>
                  <a:cubicBezTo>
                    <a:pt x="17" y="44"/>
                    <a:pt x="18" y="44"/>
                    <a:pt x="18" y="44"/>
                  </a:cubicBezTo>
                  <a:cubicBezTo>
                    <a:pt x="19" y="44"/>
                    <a:pt x="19" y="44"/>
                    <a:pt x="20" y="43"/>
                  </a:cubicBezTo>
                  <a:cubicBezTo>
                    <a:pt x="21" y="42"/>
                    <a:pt x="21" y="43"/>
                    <a:pt x="21" y="42"/>
                  </a:cubicBezTo>
                  <a:cubicBezTo>
                    <a:pt x="22" y="42"/>
                    <a:pt x="23" y="41"/>
                    <a:pt x="23" y="40"/>
                  </a:cubicBezTo>
                  <a:cubicBezTo>
                    <a:pt x="25" y="37"/>
                    <a:pt x="25" y="34"/>
                    <a:pt x="25" y="31"/>
                  </a:cubicBezTo>
                  <a:cubicBezTo>
                    <a:pt x="25" y="28"/>
                    <a:pt x="25" y="25"/>
                    <a:pt x="24" y="23"/>
                  </a:cubicBezTo>
                  <a:cubicBezTo>
                    <a:pt x="22" y="20"/>
                    <a:pt x="21" y="17"/>
                    <a:pt x="19" y="14"/>
                  </a:cubicBezTo>
                  <a:cubicBezTo>
                    <a:pt x="17" y="11"/>
                    <a:pt x="15" y="6"/>
                    <a:pt x="13" y="2"/>
                  </a:cubicBezTo>
                  <a:cubicBezTo>
                    <a:pt x="12" y="1"/>
                    <a:pt x="12" y="1"/>
                    <a:pt x="11" y="0"/>
                  </a:cubicBezTo>
                  <a:cubicBezTo>
                    <a:pt x="10" y="0"/>
                    <a:pt x="10" y="0"/>
                    <a:pt x="9" y="0"/>
                  </a:cubicBezTo>
                  <a:cubicBezTo>
                    <a:pt x="8" y="0"/>
                    <a:pt x="7" y="0"/>
                    <a:pt x="7" y="0"/>
                  </a:cubicBezTo>
                  <a:cubicBezTo>
                    <a:pt x="6" y="1"/>
                    <a:pt x="6" y="1"/>
                    <a:pt x="5" y="2"/>
                  </a:cubicBezTo>
                  <a:cubicBezTo>
                    <a:pt x="4" y="2"/>
                    <a:pt x="4" y="3"/>
                    <a:pt x="3" y="5"/>
                  </a:cubicBezTo>
                  <a:cubicBezTo>
                    <a:pt x="1" y="8"/>
                    <a:pt x="0" y="12"/>
                    <a:pt x="0" y="16"/>
                  </a:cubicBezTo>
                  <a:cubicBezTo>
                    <a:pt x="0" y="19"/>
                    <a:pt x="1" y="23"/>
                    <a:pt x="3" y="26"/>
                  </a:cubicBezTo>
                  <a:cubicBezTo>
                    <a:pt x="6" y="32"/>
                    <a:pt x="11" y="37"/>
                    <a:pt x="15"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37"/>
            <p:cNvSpPr/>
            <p:nvPr/>
          </p:nvSpPr>
          <p:spPr>
            <a:xfrm>
              <a:off x="7965000" y="3022560"/>
              <a:ext cx="16200" cy="13320"/>
            </a:xfrm>
            <a:custGeom>
              <a:rect b="b" l="l" r="r" t="t"/>
              <a:pathLst>
                <a:path extrusionOk="0" h="37" w="45">
                  <a:moveTo>
                    <a:pt x="0" y="10"/>
                  </a:moveTo>
                  <a:cubicBezTo>
                    <a:pt x="1" y="12"/>
                    <a:pt x="2" y="14"/>
                    <a:pt x="3" y="16"/>
                  </a:cubicBezTo>
                  <a:cubicBezTo>
                    <a:pt x="6" y="22"/>
                    <a:pt x="10" y="26"/>
                    <a:pt x="15" y="29"/>
                  </a:cubicBezTo>
                  <a:cubicBezTo>
                    <a:pt x="17" y="30"/>
                    <a:pt x="18" y="30"/>
                    <a:pt x="20" y="31"/>
                  </a:cubicBezTo>
                  <a:cubicBezTo>
                    <a:pt x="23" y="32"/>
                    <a:pt x="27" y="34"/>
                    <a:pt x="30" y="35"/>
                  </a:cubicBezTo>
                  <a:cubicBezTo>
                    <a:pt x="32" y="35"/>
                    <a:pt x="34" y="36"/>
                    <a:pt x="36" y="36"/>
                  </a:cubicBezTo>
                  <a:cubicBezTo>
                    <a:pt x="38" y="36"/>
                    <a:pt x="40" y="35"/>
                    <a:pt x="42" y="35"/>
                  </a:cubicBezTo>
                  <a:cubicBezTo>
                    <a:pt x="43" y="34"/>
                    <a:pt x="42" y="34"/>
                    <a:pt x="43" y="33"/>
                  </a:cubicBezTo>
                  <a:cubicBezTo>
                    <a:pt x="44" y="32"/>
                    <a:pt x="44" y="32"/>
                    <a:pt x="44" y="31"/>
                  </a:cubicBezTo>
                  <a:cubicBezTo>
                    <a:pt x="44" y="30"/>
                    <a:pt x="44" y="30"/>
                    <a:pt x="43" y="29"/>
                  </a:cubicBezTo>
                  <a:cubicBezTo>
                    <a:pt x="42" y="26"/>
                    <a:pt x="43" y="22"/>
                    <a:pt x="40" y="19"/>
                  </a:cubicBezTo>
                  <a:cubicBezTo>
                    <a:pt x="38" y="18"/>
                    <a:pt x="36" y="16"/>
                    <a:pt x="34" y="15"/>
                  </a:cubicBezTo>
                  <a:cubicBezTo>
                    <a:pt x="32" y="14"/>
                    <a:pt x="30" y="13"/>
                    <a:pt x="28" y="12"/>
                  </a:cubicBezTo>
                  <a:cubicBezTo>
                    <a:pt x="26" y="12"/>
                    <a:pt x="24" y="10"/>
                    <a:pt x="23" y="9"/>
                  </a:cubicBezTo>
                  <a:cubicBezTo>
                    <a:pt x="20" y="8"/>
                    <a:pt x="17" y="7"/>
                    <a:pt x="14" y="5"/>
                  </a:cubicBezTo>
                  <a:lnTo>
                    <a:pt x="13" y="4"/>
                  </a:lnTo>
                  <a:cubicBezTo>
                    <a:pt x="13" y="3"/>
                    <a:pt x="13" y="2"/>
                    <a:pt x="11" y="1"/>
                  </a:cubicBezTo>
                  <a:cubicBezTo>
                    <a:pt x="9" y="0"/>
                    <a:pt x="8" y="0"/>
                    <a:pt x="7" y="0"/>
                  </a:cubicBezTo>
                  <a:cubicBezTo>
                    <a:pt x="6" y="0"/>
                    <a:pt x="4" y="0"/>
                    <a:pt x="3" y="1"/>
                  </a:cubicBezTo>
                  <a:cubicBezTo>
                    <a:pt x="2" y="2"/>
                    <a:pt x="2" y="3"/>
                    <a:pt x="1" y="4"/>
                  </a:cubicBezTo>
                  <a:cubicBezTo>
                    <a:pt x="0" y="5"/>
                    <a:pt x="0" y="6"/>
                    <a:pt x="0" y="8"/>
                  </a:cubicBezTo>
                  <a:cubicBezTo>
                    <a:pt x="0" y="8"/>
                    <a:pt x="0" y="9"/>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37"/>
            <p:cNvSpPr/>
            <p:nvPr/>
          </p:nvSpPr>
          <p:spPr>
            <a:xfrm>
              <a:off x="8035200" y="2955240"/>
              <a:ext cx="10080" cy="11520"/>
            </a:xfrm>
            <a:custGeom>
              <a:rect b="b" l="l" r="r" t="t"/>
              <a:pathLst>
                <a:path extrusionOk="0" h="32" w="28">
                  <a:moveTo>
                    <a:pt x="18" y="30"/>
                  </a:moveTo>
                  <a:cubicBezTo>
                    <a:pt x="19" y="31"/>
                    <a:pt x="20" y="31"/>
                    <a:pt x="21" y="31"/>
                  </a:cubicBezTo>
                  <a:cubicBezTo>
                    <a:pt x="22" y="31"/>
                    <a:pt x="23" y="31"/>
                    <a:pt x="24" y="30"/>
                  </a:cubicBezTo>
                  <a:cubicBezTo>
                    <a:pt x="25" y="30"/>
                    <a:pt x="26" y="28"/>
                    <a:pt x="26" y="28"/>
                  </a:cubicBezTo>
                  <a:cubicBezTo>
                    <a:pt x="27" y="27"/>
                    <a:pt x="27" y="25"/>
                    <a:pt x="27" y="24"/>
                  </a:cubicBezTo>
                  <a:cubicBezTo>
                    <a:pt x="27" y="23"/>
                    <a:pt x="27" y="23"/>
                    <a:pt x="27" y="22"/>
                  </a:cubicBezTo>
                  <a:cubicBezTo>
                    <a:pt x="26" y="21"/>
                    <a:pt x="26" y="20"/>
                    <a:pt x="25" y="18"/>
                  </a:cubicBezTo>
                  <a:cubicBezTo>
                    <a:pt x="23" y="15"/>
                    <a:pt x="21" y="13"/>
                    <a:pt x="17" y="11"/>
                  </a:cubicBezTo>
                  <a:cubicBezTo>
                    <a:pt x="17" y="11"/>
                    <a:pt x="17" y="10"/>
                    <a:pt x="16" y="10"/>
                  </a:cubicBezTo>
                  <a:lnTo>
                    <a:pt x="15" y="9"/>
                  </a:lnTo>
                  <a:cubicBezTo>
                    <a:pt x="12" y="7"/>
                    <a:pt x="11" y="6"/>
                    <a:pt x="9" y="4"/>
                  </a:cubicBezTo>
                  <a:cubicBezTo>
                    <a:pt x="7" y="0"/>
                    <a:pt x="0" y="2"/>
                    <a:pt x="1" y="6"/>
                  </a:cubicBezTo>
                  <a:cubicBezTo>
                    <a:pt x="2" y="10"/>
                    <a:pt x="3" y="13"/>
                    <a:pt x="4" y="16"/>
                  </a:cubicBezTo>
                  <a:cubicBezTo>
                    <a:pt x="5" y="17"/>
                    <a:pt x="5" y="18"/>
                    <a:pt x="5" y="18"/>
                  </a:cubicBezTo>
                  <a:cubicBezTo>
                    <a:pt x="8" y="23"/>
                    <a:pt x="12" y="27"/>
                    <a:pt x="16" y="29"/>
                  </a:cubicBezTo>
                  <a:cubicBezTo>
                    <a:pt x="17" y="30"/>
                    <a:pt x="17" y="30"/>
                    <a:pt x="1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7"/>
            <p:cNvSpPr/>
            <p:nvPr/>
          </p:nvSpPr>
          <p:spPr>
            <a:xfrm>
              <a:off x="8168400" y="2873160"/>
              <a:ext cx="9360" cy="16560"/>
            </a:xfrm>
            <a:custGeom>
              <a:rect b="b" l="l" r="r" t="t"/>
              <a:pathLst>
                <a:path extrusionOk="0" h="46" w="26">
                  <a:moveTo>
                    <a:pt x="14" y="43"/>
                  </a:moveTo>
                  <a:cubicBezTo>
                    <a:pt x="14" y="43"/>
                    <a:pt x="15" y="44"/>
                    <a:pt x="16" y="44"/>
                  </a:cubicBezTo>
                  <a:cubicBezTo>
                    <a:pt x="17" y="45"/>
                    <a:pt x="18" y="45"/>
                    <a:pt x="19" y="45"/>
                  </a:cubicBezTo>
                  <a:cubicBezTo>
                    <a:pt x="20" y="45"/>
                    <a:pt x="21" y="45"/>
                    <a:pt x="22" y="44"/>
                  </a:cubicBezTo>
                  <a:cubicBezTo>
                    <a:pt x="23" y="44"/>
                    <a:pt x="24" y="44"/>
                    <a:pt x="25" y="42"/>
                  </a:cubicBezTo>
                  <a:cubicBezTo>
                    <a:pt x="25" y="41"/>
                    <a:pt x="25" y="41"/>
                    <a:pt x="25" y="40"/>
                  </a:cubicBezTo>
                  <a:lnTo>
                    <a:pt x="25" y="39"/>
                  </a:lnTo>
                  <a:cubicBezTo>
                    <a:pt x="25" y="38"/>
                    <a:pt x="25" y="37"/>
                    <a:pt x="25" y="37"/>
                  </a:cubicBezTo>
                  <a:cubicBezTo>
                    <a:pt x="25" y="33"/>
                    <a:pt x="23" y="31"/>
                    <a:pt x="23" y="28"/>
                  </a:cubicBezTo>
                  <a:cubicBezTo>
                    <a:pt x="22" y="22"/>
                    <a:pt x="20" y="18"/>
                    <a:pt x="17" y="13"/>
                  </a:cubicBezTo>
                  <a:cubicBezTo>
                    <a:pt x="15" y="10"/>
                    <a:pt x="12" y="5"/>
                    <a:pt x="8" y="1"/>
                  </a:cubicBezTo>
                  <a:lnTo>
                    <a:pt x="7" y="0"/>
                  </a:lnTo>
                  <a:cubicBezTo>
                    <a:pt x="6" y="0"/>
                    <a:pt x="5" y="0"/>
                    <a:pt x="4" y="0"/>
                  </a:cubicBezTo>
                  <a:cubicBezTo>
                    <a:pt x="4" y="0"/>
                    <a:pt x="3" y="0"/>
                    <a:pt x="2" y="0"/>
                  </a:cubicBezTo>
                  <a:cubicBezTo>
                    <a:pt x="1" y="1"/>
                    <a:pt x="2" y="2"/>
                    <a:pt x="1" y="2"/>
                  </a:cubicBezTo>
                  <a:cubicBezTo>
                    <a:pt x="0" y="3"/>
                    <a:pt x="0" y="3"/>
                    <a:pt x="0" y="4"/>
                  </a:cubicBezTo>
                  <a:lnTo>
                    <a:pt x="0" y="5"/>
                  </a:lnTo>
                  <a:cubicBezTo>
                    <a:pt x="1" y="12"/>
                    <a:pt x="4" y="20"/>
                    <a:pt x="5" y="27"/>
                  </a:cubicBezTo>
                  <a:cubicBezTo>
                    <a:pt x="5" y="30"/>
                    <a:pt x="7" y="33"/>
                    <a:pt x="8" y="35"/>
                  </a:cubicBezTo>
                  <a:cubicBezTo>
                    <a:pt x="10" y="38"/>
                    <a:pt x="11" y="41"/>
                    <a:pt x="14"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7"/>
            <p:cNvSpPr/>
            <p:nvPr/>
          </p:nvSpPr>
          <p:spPr>
            <a:xfrm>
              <a:off x="8224200" y="2887560"/>
              <a:ext cx="6120" cy="16560"/>
            </a:xfrm>
            <a:custGeom>
              <a:rect b="b" l="l" r="r" t="t"/>
              <a:pathLst>
                <a:path extrusionOk="0" h="46" w="17">
                  <a:moveTo>
                    <a:pt x="6" y="44"/>
                  </a:moveTo>
                  <a:cubicBezTo>
                    <a:pt x="6" y="44"/>
                    <a:pt x="7" y="45"/>
                    <a:pt x="8" y="45"/>
                  </a:cubicBezTo>
                  <a:cubicBezTo>
                    <a:pt x="8" y="45"/>
                    <a:pt x="9" y="44"/>
                    <a:pt x="10" y="44"/>
                  </a:cubicBezTo>
                  <a:lnTo>
                    <a:pt x="11" y="43"/>
                  </a:lnTo>
                  <a:cubicBezTo>
                    <a:pt x="12" y="42"/>
                    <a:pt x="13" y="42"/>
                    <a:pt x="14" y="41"/>
                  </a:cubicBezTo>
                  <a:cubicBezTo>
                    <a:pt x="14" y="40"/>
                    <a:pt x="15" y="40"/>
                    <a:pt x="15" y="39"/>
                  </a:cubicBezTo>
                  <a:cubicBezTo>
                    <a:pt x="15" y="35"/>
                    <a:pt x="16" y="31"/>
                    <a:pt x="16" y="27"/>
                  </a:cubicBezTo>
                  <a:cubicBezTo>
                    <a:pt x="16" y="20"/>
                    <a:pt x="15" y="12"/>
                    <a:pt x="13" y="5"/>
                  </a:cubicBezTo>
                  <a:cubicBezTo>
                    <a:pt x="11" y="0"/>
                    <a:pt x="4" y="2"/>
                    <a:pt x="3" y="5"/>
                  </a:cubicBezTo>
                  <a:cubicBezTo>
                    <a:pt x="1" y="12"/>
                    <a:pt x="0" y="19"/>
                    <a:pt x="0" y="26"/>
                  </a:cubicBezTo>
                  <a:cubicBezTo>
                    <a:pt x="0" y="30"/>
                    <a:pt x="0" y="34"/>
                    <a:pt x="1" y="38"/>
                  </a:cubicBezTo>
                  <a:cubicBezTo>
                    <a:pt x="1" y="39"/>
                    <a:pt x="1" y="40"/>
                    <a:pt x="2" y="41"/>
                  </a:cubicBezTo>
                  <a:cubicBezTo>
                    <a:pt x="2" y="42"/>
                    <a:pt x="3" y="43"/>
                    <a:pt x="4" y="44"/>
                  </a:cubicBezTo>
                  <a:cubicBezTo>
                    <a:pt x="5" y="44"/>
                    <a:pt x="5" y="44"/>
                    <a:pt x="6"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7"/>
            <p:cNvSpPr/>
            <p:nvPr/>
          </p:nvSpPr>
          <p:spPr>
            <a:xfrm>
              <a:off x="8245080" y="2913480"/>
              <a:ext cx="8280" cy="18360"/>
            </a:xfrm>
            <a:custGeom>
              <a:rect b="b" l="l" r="r" t="t"/>
              <a:pathLst>
                <a:path extrusionOk="0" h="51" w="23">
                  <a:moveTo>
                    <a:pt x="11" y="49"/>
                  </a:moveTo>
                  <a:cubicBezTo>
                    <a:pt x="14" y="47"/>
                    <a:pt x="16" y="44"/>
                    <a:pt x="17" y="41"/>
                  </a:cubicBezTo>
                  <a:cubicBezTo>
                    <a:pt x="19" y="38"/>
                    <a:pt x="20" y="35"/>
                    <a:pt x="21" y="31"/>
                  </a:cubicBezTo>
                  <a:cubicBezTo>
                    <a:pt x="22" y="28"/>
                    <a:pt x="22" y="25"/>
                    <a:pt x="22" y="22"/>
                  </a:cubicBezTo>
                  <a:cubicBezTo>
                    <a:pt x="22" y="16"/>
                    <a:pt x="21" y="9"/>
                    <a:pt x="19" y="3"/>
                  </a:cubicBezTo>
                  <a:lnTo>
                    <a:pt x="19" y="2"/>
                  </a:lnTo>
                  <a:cubicBezTo>
                    <a:pt x="18" y="1"/>
                    <a:pt x="18" y="2"/>
                    <a:pt x="17" y="1"/>
                  </a:cubicBezTo>
                  <a:cubicBezTo>
                    <a:pt x="17" y="0"/>
                    <a:pt x="16" y="0"/>
                    <a:pt x="15" y="0"/>
                  </a:cubicBezTo>
                  <a:cubicBezTo>
                    <a:pt x="14" y="0"/>
                    <a:pt x="14" y="0"/>
                    <a:pt x="13" y="1"/>
                  </a:cubicBezTo>
                  <a:lnTo>
                    <a:pt x="12" y="2"/>
                  </a:lnTo>
                  <a:cubicBezTo>
                    <a:pt x="12" y="3"/>
                    <a:pt x="11" y="3"/>
                    <a:pt x="11" y="3"/>
                  </a:cubicBezTo>
                  <a:cubicBezTo>
                    <a:pt x="10" y="13"/>
                    <a:pt x="7" y="21"/>
                    <a:pt x="5" y="31"/>
                  </a:cubicBezTo>
                  <a:cubicBezTo>
                    <a:pt x="4" y="41"/>
                    <a:pt x="0" y="45"/>
                    <a:pt x="7" y="50"/>
                  </a:cubicBezTo>
                  <a:cubicBezTo>
                    <a:pt x="7" y="50"/>
                    <a:pt x="8" y="50"/>
                    <a:pt x="9" y="50"/>
                  </a:cubicBezTo>
                  <a:lnTo>
                    <a:pt x="10" y="50"/>
                  </a:lnTo>
                  <a:cubicBezTo>
                    <a:pt x="11" y="49"/>
                    <a:pt x="11" y="49"/>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37"/>
            <p:cNvSpPr/>
            <p:nvPr/>
          </p:nvSpPr>
          <p:spPr>
            <a:xfrm>
              <a:off x="8316720" y="2916000"/>
              <a:ext cx="6840" cy="19080"/>
            </a:xfrm>
            <a:custGeom>
              <a:rect b="b" l="l" r="r" t="t"/>
              <a:pathLst>
                <a:path extrusionOk="0" h="53" w="19">
                  <a:moveTo>
                    <a:pt x="6" y="51"/>
                  </a:moveTo>
                  <a:cubicBezTo>
                    <a:pt x="7" y="52"/>
                    <a:pt x="8" y="52"/>
                    <a:pt x="9" y="52"/>
                  </a:cubicBezTo>
                  <a:cubicBezTo>
                    <a:pt x="10" y="52"/>
                    <a:pt x="11" y="52"/>
                    <a:pt x="12" y="51"/>
                  </a:cubicBezTo>
                  <a:cubicBezTo>
                    <a:pt x="18" y="47"/>
                    <a:pt x="18" y="41"/>
                    <a:pt x="18" y="34"/>
                  </a:cubicBezTo>
                  <a:cubicBezTo>
                    <a:pt x="18" y="26"/>
                    <a:pt x="18" y="18"/>
                    <a:pt x="17" y="10"/>
                  </a:cubicBezTo>
                  <a:cubicBezTo>
                    <a:pt x="17" y="2"/>
                    <a:pt x="3" y="0"/>
                    <a:pt x="2" y="10"/>
                  </a:cubicBezTo>
                  <a:cubicBezTo>
                    <a:pt x="1" y="18"/>
                    <a:pt x="1" y="25"/>
                    <a:pt x="1" y="33"/>
                  </a:cubicBezTo>
                  <a:cubicBezTo>
                    <a:pt x="1" y="34"/>
                    <a:pt x="1" y="34"/>
                    <a:pt x="1" y="34"/>
                  </a:cubicBezTo>
                  <a:cubicBezTo>
                    <a:pt x="1" y="40"/>
                    <a:pt x="0" y="47"/>
                    <a:pt x="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37"/>
            <p:cNvSpPr/>
            <p:nvPr/>
          </p:nvSpPr>
          <p:spPr>
            <a:xfrm>
              <a:off x="8303040" y="2945880"/>
              <a:ext cx="16200" cy="29160"/>
            </a:xfrm>
            <a:custGeom>
              <a:rect b="b" l="l" r="r" t="t"/>
              <a:pathLst>
                <a:path extrusionOk="0" h="81" w="45">
                  <a:moveTo>
                    <a:pt x="4" y="57"/>
                  </a:moveTo>
                  <a:lnTo>
                    <a:pt x="3" y="58"/>
                  </a:lnTo>
                  <a:cubicBezTo>
                    <a:pt x="0" y="62"/>
                    <a:pt x="0" y="66"/>
                    <a:pt x="0" y="70"/>
                  </a:cubicBezTo>
                  <a:cubicBezTo>
                    <a:pt x="0" y="71"/>
                    <a:pt x="0" y="72"/>
                    <a:pt x="0" y="74"/>
                  </a:cubicBezTo>
                  <a:cubicBezTo>
                    <a:pt x="1" y="74"/>
                    <a:pt x="1" y="75"/>
                    <a:pt x="1" y="76"/>
                  </a:cubicBezTo>
                  <a:cubicBezTo>
                    <a:pt x="2" y="77"/>
                    <a:pt x="2" y="78"/>
                    <a:pt x="4" y="79"/>
                  </a:cubicBezTo>
                  <a:cubicBezTo>
                    <a:pt x="6" y="80"/>
                    <a:pt x="6" y="80"/>
                    <a:pt x="8" y="80"/>
                  </a:cubicBezTo>
                  <a:cubicBezTo>
                    <a:pt x="9" y="80"/>
                    <a:pt x="11" y="80"/>
                    <a:pt x="13" y="79"/>
                  </a:cubicBezTo>
                  <a:cubicBezTo>
                    <a:pt x="14" y="78"/>
                    <a:pt x="15" y="77"/>
                    <a:pt x="15" y="76"/>
                  </a:cubicBezTo>
                  <a:cubicBezTo>
                    <a:pt x="17" y="74"/>
                    <a:pt x="18" y="73"/>
                    <a:pt x="19" y="71"/>
                  </a:cubicBezTo>
                  <a:cubicBezTo>
                    <a:pt x="23" y="63"/>
                    <a:pt x="27" y="55"/>
                    <a:pt x="29" y="46"/>
                  </a:cubicBezTo>
                  <a:cubicBezTo>
                    <a:pt x="29" y="40"/>
                    <a:pt x="31" y="34"/>
                    <a:pt x="34" y="29"/>
                  </a:cubicBezTo>
                  <a:cubicBezTo>
                    <a:pt x="35" y="28"/>
                    <a:pt x="35" y="27"/>
                    <a:pt x="36" y="26"/>
                  </a:cubicBezTo>
                  <a:cubicBezTo>
                    <a:pt x="39" y="21"/>
                    <a:pt x="38" y="13"/>
                    <a:pt x="41" y="7"/>
                  </a:cubicBezTo>
                  <a:cubicBezTo>
                    <a:pt x="44" y="1"/>
                    <a:pt x="39" y="0"/>
                    <a:pt x="36" y="2"/>
                  </a:cubicBezTo>
                  <a:cubicBezTo>
                    <a:pt x="34" y="4"/>
                    <a:pt x="32" y="5"/>
                    <a:pt x="31" y="8"/>
                  </a:cubicBezTo>
                  <a:cubicBezTo>
                    <a:pt x="31" y="9"/>
                    <a:pt x="30" y="10"/>
                    <a:pt x="30" y="11"/>
                  </a:cubicBezTo>
                  <a:cubicBezTo>
                    <a:pt x="27" y="19"/>
                    <a:pt x="18" y="22"/>
                    <a:pt x="15" y="29"/>
                  </a:cubicBezTo>
                  <a:cubicBezTo>
                    <a:pt x="12" y="39"/>
                    <a:pt x="9" y="48"/>
                    <a:pt x="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37"/>
            <p:cNvSpPr/>
            <p:nvPr/>
          </p:nvSpPr>
          <p:spPr>
            <a:xfrm>
              <a:off x="8300520" y="2904840"/>
              <a:ext cx="8640" cy="36360"/>
            </a:xfrm>
            <a:custGeom>
              <a:rect b="b" l="l" r="r" t="t"/>
              <a:pathLst>
                <a:path extrusionOk="0" h="101" w="24">
                  <a:moveTo>
                    <a:pt x="3" y="99"/>
                  </a:moveTo>
                  <a:cubicBezTo>
                    <a:pt x="4" y="100"/>
                    <a:pt x="4" y="100"/>
                    <a:pt x="5" y="100"/>
                  </a:cubicBezTo>
                  <a:cubicBezTo>
                    <a:pt x="6" y="100"/>
                    <a:pt x="6" y="99"/>
                    <a:pt x="7" y="99"/>
                  </a:cubicBezTo>
                  <a:cubicBezTo>
                    <a:pt x="8" y="99"/>
                    <a:pt x="8" y="98"/>
                    <a:pt x="9" y="97"/>
                  </a:cubicBezTo>
                  <a:cubicBezTo>
                    <a:pt x="18" y="79"/>
                    <a:pt x="23" y="58"/>
                    <a:pt x="23" y="38"/>
                  </a:cubicBezTo>
                  <a:cubicBezTo>
                    <a:pt x="23" y="26"/>
                    <a:pt x="22" y="14"/>
                    <a:pt x="19" y="3"/>
                  </a:cubicBezTo>
                  <a:lnTo>
                    <a:pt x="18" y="2"/>
                  </a:lnTo>
                  <a:cubicBezTo>
                    <a:pt x="18" y="1"/>
                    <a:pt x="17" y="1"/>
                    <a:pt x="17" y="1"/>
                  </a:cubicBezTo>
                  <a:cubicBezTo>
                    <a:pt x="16" y="0"/>
                    <a:pt x="16" y="0"/>
                    <a:pt x="15" y="0"/>
                  </a:cubicBezTo>
                  <a:cubicBezTo>
                    <a:pt x="15" y="0"/>
                    <a:pt x="14" y="0"/>
                    <a:pt x="13" y="1"/>
                  </a:cubicBezTo>
                  <a:cubicBezTo>
                    <a:pt x="13" y="1"/>
                    <a:pt x="12" y="1"/>
                    <a:pt x="12" y="2"/>
                  </a:cubicBezTo>
                  <a:lnTo>
                    <a:pt x="12" y="3"/>
                  </a:lnTo>
                  <a:cubicBezTo>
                    <a:pt x="9" y="16"/>
                    <a:pt x="10" y="30"/>
                    <a:pt x="7" y="44"/>
                  </a:cubicBezTo>
                  <a:cubicBezTo>
                    <a:pt x="4" y="57"/>
                    <a:pt x="2" y="66"/>
                    <a:pt x="0" y="77"/>
                  </a:cubicBezTo>
                  <a:cubicBezTo>
                    <a:pt x="0" y="80"/>
                    <a:pt x="0" y="93"/>
                    <a:pt x="0" y="94"/>
                  </a:cubicBezTo>
                  <a:lnTo>
                    <a:pt x="0" y="95"/>
                  </a:lnTo>
                  <a:cubicBezTo>
                    <a:pt x="0" y="96"/>
                    <a:pt x="0" y="96"/>
                    <a:pt x="0" y="97"/>
                  </a:cubicBezTo>
                  <a:lnTo>
                    <a:pt x="1" y="98"/>
                  </a:lnTo>
                  <a:lnTo>
                    <a:pt x="3"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7"/>
            <p:cNvSpPr/>
            <p:nvPr/>
          </p:nvSpPr>
          <p:spPr>
            <a:xfrm>
              <a:off x="8212320" y="2846160"/>
              <a:ext cx="6840" cy="10440"/>
            </a:xfrm>
            <a:custGeom>
              <a:rect b="b" l="l" r="r" t="t"/>
              <a:pathLst>
                <a:path extrusionOk="0" h="29" w="19">
                  <a:moveTo>
                    <a:pt x="5" y="28"/>
                  </a:moveTo>
                  <a:cubicBezTo>
                    <a:pt x="6" y="28"/>
                    <a:pt x="7" y="28"/>
                    <a:pt x="8" y="28"/>
                  </a:cubicBezTo>
                  <a:cubicBezTo>
                    <a:pt x="9" y="28"/>
                    <a:pt x="9" y="28"/>
                    <a:pt x="10" y="28"/>
                  </a:cubicBezTo>
                  <a:cubicBezTo>
                    <a:pt x="11" y="27"/>
                    <a:pt x="11" y="27"/>
                    <a:pt x="12" y="26"/>
                  </a:cubicBezTo>
                  <a:cubicBezTo>
                    <a:pt x="13" y="25"/>
                    <a:pt x="15" y="23"/>
                    <a:pt x="15" y="21"/>
                  </a:cubicBezTo>
                  <a:cubicBezTo>
                    <a:pt x="15" y="18"/>
                    <a:pt x="15" y="15"/>
                    <a:pt x="16" y="14"/>
                  </a:cubicBezTo>
                  <a:cubicBezTo>
                    <a:pt x="16" y="13"/>
                    <a:pt x="16" y="13"/>
                    <a:pt x="16" y="13"/>
                  </a:cubicBezTo>
                  <a:cubicBezTo>
                    <a:pt x="17" y="11"/>
                    <a:pt x="18" y="9"/>
                    <a:pt x="18" y="8"/>
                  </a:cubicBezTo>
                  <a:cubicBezTo>
                    <a:pt x="18" y="6"/>
                    <a:pt x="17" y="6"/>
                    <a:pt x="16" y="4"/>
                  </a:cubicBezTo>
                  <a:cubicBezTo>
                    <a:pt x="15" y="2"/>
                    <a:pt x="15" y="1"/>
                    <a:pt x="13" y="0"/>
                  </a:cubicBezTo>
                  <a:cubicBezTo>
                    <a:pt x="12" y="0"/>
                    <a:pt x="12" y="0"/>
                    <a:pt x="11" y="0"/>
                  </a:cubicBezTo>
                  <a:cubicBezTo>
                    <a:pt x="11" y="0"/>
                    <a:pt x="10" y="0"/>
                    <a:pt x="9" y="1"/>
                  </a:cubicBezTo>
                  <a:lnTo>
                    <a:pt x="8" y="2"/>
                  </a:lnTo>
                  <a:cubicBezTo>
                    <a:pt x="6" y="4"/>
                    <a:pt x="4" y="6"/>
                    <a:pt x="2" y="8"/>
                  </a:cubicBezTo>
                  <a:cubicBezTo>
                    <a:pt x="1" y="10"/>
                    <a:pt x="1" y="12"/>
                    <a:pt x="0" y="14"/>
                  </a:cubicBezTo>
                  <a:cubicBezTo>
                    <a:pt x="0" y="15"/>
                    <a:pt x="0" y="16"/>
                    <a:pt x="0" y="16"/>
                  </a:cubicBezTo>
                  <a:cubicBezTo>
                    <a:pt x="0" y="18"/>
                    <a:pt x="0" y="20"/>
                    <a:pt x="1" y="22"/>
                  </a:cubicBezTo>
                  <a:cubicBezTo>
                    <a:pt x="1" y="23"/>
                    <a:pt x="1" y="23"/>
                    <a:pt x="1" y="24"/>
                  </a:cubicBezTo>
                  <a:cubicBezTo>
                    <a:pt x="1" y="24"/>
                    <a:pt x="0" y="25"/>
                    <a:pt x="1" y="26"/>
                  </a:cubicBezTo>
                  <a:cubicBezTo>
                    <a:pt x="2" y="27"/>
                    <a:pt x="2" y="26"/>
                    <a:pt x="3" y="27"/>
                  </a:cubicBezTo>
                  <a:cubicBezTo>
                    <a:pt x="4" y="28"/>
                    <a:pt x="4" y="28"/>
                    <a:pt x="5"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7"/>
            <p:cNvSpPr/>
            <p:nvPr/>
          </p:nvSpPr>
          <p:spPr>
            <a:xfrm>
              <a:off x="7983360" y="3073680"/>
              <a:ext cx="8280" cy="3960"/>
            </a:xfrm>
            <a:custGeom>
              <a:rect b="b" l="l" r="r" t="t"/>
              <a:pathLst>
                <a:path extrusionOk="0" h="11" w="23">
                  <a:moveTo>
                    <a:pt x="6" y="7"/>
                  </a:moveTo>
                  <a:cubicBezTo>
                    <a:pt x="11" y="8"/>
                    <a:pt x="17" y="10"/>
                    <a:pt x="21" y="7"/>
                  </a:cubicBezTo>
                  <a:lnTo>
                    <a:pt x="22" y="6"/>
                  </a:lnTo>
                  <a:lnTo>
                    <a:pt x="22" y="5"/>
                  </a:lnTo>
                  <a:lnTo>
                    <a:pt x="22" y="4"/>
                  </a:lnTo>
                  <a:cubicBezTo>
                    <a:pt x="21" y="4"/>
                    <a:pt x="21" y="4"/>
                    <a:pt x="21" y="4"/>
                  </a:cubicBezTo>
                  <a:cubicBezTo>
                    <a:pt x="17" y="0"/>
                    <a:pt x="10" y="2"/>
                    <a:pt x="5" y="4"/>
                  </a:cubicBezTo>
                  <a:cubicBezTo>
                    <a:pt x="0" y="6"/>
                    <a:pt x="3" y="6"/>
                    <a:pt x="6"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7"/>
            <p:cNvSpPr/>
            <p:nvPr/>
          </p:nvSpPr>
          <p:spPr>
            <a:xfrm>
              <a:off x="8030520" y="3217320"/>
              <a:ext cx="6120" cy="24840"/>
            </a:xfrm>
            <a:custGeom>
              <a:rect b="b" l="l" r="r" t="t"/>
              <a:pathLst>
                <a:path extrusionOk="0" h="69" w="17">
                  <a:moveTo>
                    <a:pt x="10" y="66"/>
                  </a:moveTo>
                  <a:cubicBezTo>
                    <a:pt x="12" y="68"/>
                    <a:pt x="16" y="65"/>
                    <a:pt x="14" y="63"/>
                  </a:cubicBezTo>
                  <a:cubicBezTo>
                    <a:pt x="9" y="57"/>
                    <a:pt x="14" y="45"/>
                    <a:pt x="14" y="39"/>
                  </a:cubicBezTo>
                  <a:cubicBezTo>
                    <a:pt x="14" y="26"/>
                    <a:pt x="11" y="13"/>
                    <a:pt x="7" y="2"/>
                  </a:cubicBezTo>
                  <a:cubicBezTo>
                    <a:pt x="6" y="1"/>
                    <a:pt x="6" y="1"/>
                    <a:pt x="6" y="1"/>
                  </a:cubicBezTo>
                  <a:cubicBezTo>
                    <a:pt x="6" y="1"/>
                    <a:pt x="7" y="1"/>
                    <a:pt x="6" y="0"/>
                  </a:cubicBezTo>
                  <a:cubicBezTo>
                    <a:pt x="5" y="0"/>
                    <a:pt x="5" y="0"/>
                    <a:pt x="5" y="0"/>
                  </a:cubicBezTo>
                  <a:cubicBezTo>
                    <a:pt x="4" y="0"/>
                    <a:pt x="4" y="0"/>
                    <a:pt x="4" y="0"/>
                  </a:cubicBezTo>
                  <a:cubicBezTo>
                    <a:pt x="3" y="1"/>
                    <a:pt x="3" y="1"/>
                    <a:pt x="3" y="1"/>
                  </a:cubicBezTo>
                  <a:lnTo>
                    <a:pt x="3" y="2"/>
                  </a:lnTo>
                  <a:cubicBezTo>
                    <a:pt x="1" y="7"/>
                    <a:pt x="0" y="13"/>
                    <a:pt x="0" y="19"/>
                  </a:cubicBezTo>
                  <a:cubicBezTo>
                    <a:pt x="0" y="20"/>
                    <a:pt x="0" y="22"/>
                    <a:pt x="0" y="23"/>
                  </a:cubicBezTo>
                  <a:cubicBezTo>
                    <a:pt x="1" y="28"/>
                    <a:pt x="2" y="33"/>
                    <a:pt x="2" y="39"/>
                  </a:cubicBezTo>
                  <a:cubicBezTo>
                    <a:pt x="2" y="41"/>
                    <a:pt x="2" y="43"/>
                    <a:pt x="2" y="45"/>
                  </a:cubicBezTo>
                  <a:cubicBezTo>
                    <a:pt x="2" y="50"/>
                    <a:pt x="3" y="56"/>
                    <a:pt x="6" y="61"/>
                  </a:cubicBezTo>
                  <a:cubicBezTo>
                    <a:pt x="7" y="63"/>
                    <a:pt x="8" y="65"/>
                    <a:pt x="10"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7"/>
            <p:cNvSpPr/>
            <p:nvPr/>
          </p:nvSpPr>
          <p:spPr>
            <a:xfrm>
              <a:off x="8061840" y="3169080"/>
              <a:ext cx="7560" cy="24840"/>
            </a:xfrm>
            <a:custGeom>
              <a:rect b="b" l="l" r="r" t="t"/>
              <a:pathLst>
                <a:path extrusionOk="0" h="69" w="21">
                  <a:moveTo>
                    <a:pt x="6" y="65"/>
                  </a:moveTo>
                  <a:lnTo>
                    <a:pt x="6" y="66"/>
                  </a:lnTo>
                  <a:cubicBezTo>
                    <a:pt x="6" y="66"/>
                    <a:pt x="7" y="67"/>
                    <a:pt x="8" y="67"/>
                  </a:cubicBezTo>
                  <a:cubicBezTo>
                    <a:pt x="9" y="68"/>
                    <a:pt x="9" y="68"/>
                    <a:pt x="10" y="68"/>
                  </a:cubicBezTo>
                  <a:cubicBezTo>
                    <a:pt x="11" y="68"/>
                    <a:pt x="11" y="68"/>
                    <a:pt x="12" y="67"/>
                  </a:cubicBezTo>
                  <a:cubicBezTo>
                    <a:pt x="13" y="67"/>
                    <a:pt x="13" y="67"/>
                    <a:pt x="14" y="66"/>
                  </a:cubicBezTo>
                  <a:cubicBezTo>
                    <a:pt x="15" y="66"/>
                    <a:pt x="14" y="65"/>
                    <a:pt x="14" y="65"/>
                  </a:cubicBezTo>
                  <a:cubicBezTo>
                    <a:pt x="17" y="54"/>
                    <a:pt x="19" y="42"/>
                    <a:pt x="19" y="31"/>
                  </a:cubicBezTo>
                  <a:cubicBezTo>
                    <a:pt x="20" y="28"/>
                    <a:pt x="20" y="26"/>
                    <a:pt x="20" y="23"/>
                  </a:cubicBezTo>
                  <a:cubicBezTo>
                    <a:pt x="20" y="21"/>
                    <a:pt x="20" y="17"/>
                    <a:pt x="19" y="14"/>
                  </a:cubicBezTo>
                  <a:cubicBezTo>
                    <a:pt x="19" y="13"/>
                    <a:pt x="18" y="11"/>
                    <a:pt x="17" y="10"/>
                  </a:cubicBezTo>
                  <a:cubicBezTo>
                    <a:pt x="15" y="7"/>
                    <a:pt x="13" y="4"/>
                    <a:pt x="11" y="1"/>
                  </a:cubicBezTo>
                  <a:cubicBezTo>
                    <a:pt x="10" y="1"/>
                    <a:pt x="11" y="1"/>
                    <a:pt x="10" y="0"/>
                  </a:cubicBezTo>
                  <a:cubicBezTo>
                    <a:pt x="9" y="0"/>
                    <a:pt x="8" y="0"/>
                    <a:pt x="7" y="0"/>
                  </a:cubicBezTo>
                  <a:cubicBezTo>
                    <a:pt x="7" y="0"/>
                    <a:pt x="6" y="0"/>
                    <a:pt x="5" y="0"/>
                  </a:cubicBezTo>
                  <a:cubicBezTo>
                    <a:pt x="4" y="1"/>
                    <a:pt x="4" y="1"/>
                    <a:pt x="4" y="1"/>
                  </a:cubicBezTo>
                  <a:cubicBezTo>
                    <a:pt x="0" y="8"/>
                    <a:pt x="3" y="15"/>
                    <a:pt x="2" y="23"/>
                  </a:cubicBezTo>
                  <a:cubicBezTo>
                    <a:pt x="2" y="27"/>
                    <a:pt x="1" y="31"/>
                    <a:pt x="1" y="35"/>
                  </a:cubicBezTo>
                  <a:cubicBezTo>
                    <a:pt x="1" y="45"/>
                    <a:pt x="3" y="55"/>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7"/>
            <p:cNvSpPr/>
            <p:nvPr/>
          </p:nvSpPr>
          <p:spPr>
            <a:xfrm>
              <a:off x="8010720" y="3292200"/>
              <a:ext cx="8640" cy="42840"/>
            </a:xfrm>
            <a:custGeom>
              <a:rect b="b" l="l" r="r" t="t"/>
              <a:pathLst>
                <a:path extrusionOk="0" h="119" w="24">
                  <a:moveTo>
                    <a:pt x="12" y="2"/>
                  </a:moveTo>
                  <a:cubicBezTo>
                    <a:pt x="8" y="16"/>
                    <a:pt x="6" y="31"/>
                    <a:pt x="6" y="45"/>
                  </a:cubicBezTo>
                  <a:cubicBezTo>
                    <a:pt x="6" y="47"/>
                    <a:pt x="6" y="48"/>
                    <a:pt x="6" y="50"/>
                  </a:cubicBezTo>
                  <a:cubicBezTo>
                    <a:pt x="6" y="72"/>
                    <a:pt x="3" y="93"/>
                    <a:pt x="0" y="114"/>
                  </a:cubicBezTo>
                  <a:cubicBezTo>
                    <a:pt x="0" y="116"/>
                    <a:pt x="2" y="118"/>
                    <a:pt x="3" y="116"/>
                  </a:cubicBezTo>
                  <a:cubicBezTo>
                    <a:pt x="3" y="115"/>
                    <a:pt x="4" y="114"/>
                    <a:pt x="4" y="114"/>
                  </a:cubicBezTo>
                  <a:cubicBezTo>
                    <a:pt x="16" y="92"/>
                    <a:pt x="23" y="68"/>
                    <a:pt x="23" y="44"/>
                  </a:cubicBezTo>
                  <a:cubicBezTo>
                    <a:pt x="23" y="30"/>
                    <a:pt x="21" y="16"/>
                    <a:pt x="17" y="3"/>
                  </a:cubicBezTo>
                  <a:cubicBezTo>
                    <a:pt x="16" y="1"/>
                    <a:pt x="13" y="0"/>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7"/>
            <p:cNvSpPr/>
            <p:nvPr/>
          </p:nvSpPr>
          <p:spPr>
            <a:xfrm>
              <a:off x="8009640" y="3258000"/>
              <a:ext cx="7200" cy="19800"/>
            </a:xfrm>
            <a:custGeom>
              <a:rect b="b" l="l" r="r" t="t"/>
              <a:pathLst>
                <a:path extrusionOk="0" h="55" w="20">
                  <a:moveTo>
                    <a:pt x="17" y="49"/>
                  </a:moveTo>
                  <a:cubicBezTo>
                    <a:pt x="16" y="41"/>
                    <a:pt x="19" y="33"/>
                    <a:pt x="17" y="25"/>
                  </a:cubicBezTo>
                  <a:cubicBezTo>
                    <a:pt x="16" y="17"/>
                    <a:pt x="13" y="9"/>
                    <a:pt x="9" y="2"/>
                  </a:cubicBezTo>
                  <a:cubicBezTo>
                    <a:pt x="8" y="0"/>
                    <a:pt x="6" y="1"/>
                    <a:pt x="5" y="2"/>
                  </a:cubicBezTo>
                  <a:cubicBezTo>
                    <a:pt x="4" y="2"/>
                    <a:pt x="4" y="3"/>
                    <a:pt x="4" y="3"/>
                  </a:cubicBezTo>
                  <a:cubicBezTo>
                    <a:pt x="1" y="7"/>
                    <a:pt x="0" y="12"/>
                    <a:pt x="0" y="17"/>
                  </a:cubicBezTo>
                  <a:cubicBezTo>
                    <a:pt x="0" y="19"/>
                    <a:pt x="1" y="21"/>
                    <a:pt x="1" y="24"/>
                  </a:cubicBezTo>
                  <a:cubicBezTo>
                    <a:pt x="3" y="33"/>
                    <a:pt x="7" y="42"/>
                    <a:pt x="11" y="51"/>
                  </a:cubicBezTo>
                  <a:cubicBezTo>
                    <a:pt x="14" y="54"/>
                    <a:pt x="18" y="52"/>
                    <a:pt x="17"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37"/>
            <p:cNvSpPr/>
            <p:nvPr/>
          </p:nvSpPr>
          <p:spPr>
            <a:xfrm>
              <a:off x="8031240" y="3319200"/>
              <a:ext cx="7920" cy="19440"/>
            </a:xfrm>
            <a:custGeom>
              <a:rect b="b" l="l" r="r" t="t"/>
              <a:pathLst>
                <a:path extrusionOk="0" h="54" w="22">
                  <a:moveTo>
                    <a:pt x="9" y="19"/>
                  </a:moveTo>
                  <a:cubicBezTo>
                    <a:pt x="8" y="25"/>
                    <a:pt x="6" y="30"/>
                    <a:pt x="4" y="35"/>
                  </a:cubicBezTo>
                  <a:cubicBezTo>
                    <a:pt x="2" y="40"/>
                    <a:pt x="3" y="44"/>
                    <a:pt x="2" y="48"/>
                  </a:cubicBezTo>
                  <a:cubicBezTo>
                    <a:pt x="0" y="53"/>
                    <a:pt x="2" y="52"/>
                    <a:pt x="5" y="51"/>
                  </a:cubicBezTo>
                  <a:cubicBezTo>
                    <a:pt x="7" y="50"/>
                    <a:pt x="10" y="48"/>
                    <a:pt x="11" y="44"/>
                  </a:cubicBezTo>
                  <a:cubicBezTo>
                    <a:pt x="12" y="38"/>
                    <a:pt x="14" y="32"/>
                    <a:pt x="17" y="27"/>
                  </a:cubicBezTo>
                  <a:cubicBezTo>
                    <a:pt x="18" y="22"/>
                    <a:pt x="17" y="15"/>
                    <a:pt x="19" y="11"/>
                  </a:cubicBezTo>
                  <a:cubicBezTo>
                    <a:pt x="20" y="10"/>
                    <a:pt x="20" y="10"/>
                    <a:pt x="20" y="10"/>
                  </a:cubicBezTo>
                  <a:cubicBezTo>
                    <a:pt x="21" y="9"/>
                    <a:pt x="21" y="7"/>
                    <a:pt x="21" y="6"/>
                  </a:cubicBezTo>
                  <a:cubicBezTo>
                    <a:pt x="21" y="5"/>
                    <a:pt x="21" y="4"/>
                    <a:pt x="21" y="3"/>
                  </a:cubicBezTo>
                  <a:cubicBezTo>
                    <a:pt x="21" y="2"/>
                    <a:pt x="20" y="2"/>
                    <a:pt x="20" y="2"/>
                  </a:cubicBezTo>
                  <a:cubicBezTo>
                    <a:pt x="20" y="1"/>
                    <a:pt x="20" y="1"/>
                    <a:pt x="19" y="0"/>
                  </a:cubicBezTo>
                  <a:cubicBezTo>
                    <a:pt x="17" y="0"/>
                    <a:pt x="18" y="0"/>
                    <a:pt x="17" y="0"/>
                  </a:cubicBezTo>
                  <a:lnTo>
                    <a:pt x="15" y="0"/>
                  </a:lnTo>
                  <a:cubicBezTo>
                    <a:pt x="14" y="1"/>
                    <a:pt x="14" y="1"/>
                    <a:pt x="14" y="2"/>
                  </a:cubicBezTo>
                  <a:lnTo>
                    <a:pt x="14" y="3"/>
                  </a:lnTo>
                  <a:cubicBezTo>
                    <a:pt x="14" y="5"/>
                    <a:pt x="12" y="5"/>
                    <a:pt x="11" y="7"/>
                  </a:cubicBezTo>
                  <a:cubicBezTo>
                    <a:pt x="10" y="10"/>
                    <a:pt x="9" y="14"/>
                    <a:pt x="9" y="17"/>
                  </a:cubicBezTo>
                  <a:cubicBezTo>
                    <a:pt x="9" y="18"/>
                    <a:pt x="9" y="19"/>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37"/>
            <p:cNvSpPr/>
            <p:nvPr/>
          </p:nvSpPr>
          <p:spPr>
            <a:xfrm>
              <a:off x="8048160" y="3360600"/>
              <a:ext cx="10440" cy="27360"/>
            </a:xfrm>
            <a:custGeom>
              <a:rect b="b" l="l" r="r" t="t"/>
              <a:pathLst>
                <a:path extrusionOk="0" h="76" w="29">
                  <a:moveTo>
                    <a:pt x="9" y="75"/>
                  </a:moveTo>
                  <a:cubicBezTo>
                    <a:pt x="20" y="73"/>
                    <a:pt x="22" y="61"/>
                    <a:pt x="25" y="52"/>
                  </a:cubicBezTo>
                  <a:cubicBezTo>
                    <a:pt x="27" y="42"/>
                    <a:pt x="28" y="32"/>
                    <a:pt x="28" y="22"/>
                  </a:cubicBezTo>
                  <a:cubicBezTo>
                    <a:pt x="28" y="17"/>
                    <a:pt x="28" y="12"/>
                    <a:pt x="27" y="7"/>
                  </a:cubicBezTo>
                  <a:cubicBezTo>
                    <a:pt x="27" y="0"/>
                    <a:pt x="17" y="2"/>
                    <a:pt x="16" y="7"/>
                  </a:cubicBezTo>
                  <a:cubicBezTo>
                    <a:pt x="14" y="19"/>
                    <a:pt x="11" y="32"/>
                    <a:pt x="8" y="44"/>
                  </a:cubicBezTo>
                  <a:cubicBezTo>
                    <a:pt x="5" y="53"/>
                    <a:pt x="0" y="63"/>
                    <a:pt x="5" y="72"/>
                  </a:cubicBezTo>
                  <a:lnTo>
                    <a:pt x="5" y="73"/>
                  </a:lnTo>
                  <a:cubicBezTo>
                    <a:pt x="5" y="73"/>
                    <a:pt x="6" y="73"/>
                    <a:pt x="7" y="74"/>
                  </a:cubicBezTo>
                  <a:cubicBezTo>
                    <a:pt x="8" y="74"/>
                    <a:pt x="8" y="75"/>
                    <a:pt x="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37"/>
            <p:cNvSpPr/>
            <p:nvPr/>
          </p:nvSpPr>
          <p:spPr>
            <a:xfrm>
              <a:off x="8089560" y="3320640"/>
              <a:ext cx="6120" cy="18360"/>
            </a:xfrm>
            <a:custGeom>
              <a:rect b="b" l="l" r="r" t="t"/>
              <a:pathLst>
                <a:path extrusionOk="0" h="51" w="17">
                  <a:moveTo>
                    <a:pt x="11" y="49"/>
                  </a:moveTo>
                  <a:cubicBezTo>
                    <a:pt x="12" y="48"/>
                    <a:pt x="13" y="47"/>
                    <a:pt x="13" y="46"/>
                  </a:cubicBezTo>
                  <a:cubicBezTo>
                    <a:pt x="15" y="43"/>
                    <a:pt x="16" y="39"/>
                    <a:pt x="16" y="36"/>
                  </a:cubicBezTo>
                  <a:cubicBezTo>
                    <a:pt x="16" y="35"/>
                    <a:pt x="16" y="34"/>
                    <a:pt x="16" y="33"/>
                  </a:cubicBezTo>
                  <a:cubicBezTo>
                    <a:pt x="16" y="24"/>
                    <a:pt x="15" y="15"/>
                    <a:pt x="14" y="6"/>
                  </a:cubicBezTo>
                  <a:cubicBezTo>
                    <a:pt x="14" y="5"/>
                    <a:pt x="15" y="4"/>
                    <a:pt x="14" y="3"/>
                  </a:cubicBezTo>
                  <a:cubicBezTo>
                    <a:pt x="13" y="2"/>
                    <a:pt x="12" y="2"/>
                    <a:pt x="11" y="1"/>
                  </a:cubicBezTo>
                  <a:cubicBezTo>
                    <a:pt x="10" y="0"/>
                    <a:pt x="9" y="0"/>
                    <a:pt x="8" y="0"/>
                  </a:cubicBezTo>
                  <a:cubicBezTo>
                    <a:pt x="7" y="0"/>
                    <a:pt x="6" y="0"/>
                    <a:pt x="5" y="1"/>
                  </a:cubicBezTo>
                  <a:cubicBezTo>
                    <a:pt x="4" y="2"/>
                    <a:pt x="4" y="2"/>
                    <a:pt x="3" y="3"/>
                  </a:cubicBezTo>
                  <a:cubicBezTo>
                    <a:pt x="2" y="4"/>
                    <a:pt x="2" y="5"/>
                    <a:pt x="2" y="6"/>
                  </a:cubicBezTo>
                  <a:cubicBezTo>
                    <a:pt x="2" y="14"/>
                    <a:pt x="1" y="23"/>
                    <a:pt x="1" y="31"/>
                  </a:cubicBezTo>
                  <a:cubicBezTo>
                    <a:pt x="0" y="32"/>
                    <a:pt x="0" y="34"/>
                    <a:pt x="0" y="35"/>
                  </a:cubicBezTo>
                  <a:cubicBezTo>
                    <a:pt x="0" y="39"/>
                    <a:pt x="1" y="43"/>
                    <a:pt x="3" y="46"/>
                  </a:cubicBezTo>
                  <a:cubicBezTo>
                    <a:pt x="4" y="47"/>
                    <a:pt x="4" y="48"/>
                    <a:pt x="5" y="49"/>
                  </a:cubicBezTo>
                  <a:lnTo>
                    <a:pt x="6" y="49"/>
                  </a:lnTo>
                  <a:cubicBezTo>
                    <a:pt x="7" y="50"/>
                    <a:pt x="8" y="50"/>
                    <a:pt x="8" y="50"/>
                  </a:cubicBezTo>
                  <a:cubicBezTo>
                    <a:pt x="9" y="50"/>
                    <a:pt x="10" y="50"/>
                    <a:pt x="1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7"/>
            <p:cNvSpPr/>
            <p:nvPr/>
          </p:nvSpPr>
          <p:spPr>
            <a:xfrm>
              <a:off x="8143920" y="2983320"/>
              <a:ext cx="33480" cy="7920"/>
            </a:xfrm>
            <a:custGeom>
              <a:rect b="b" l="l" r="r" t="t"/>
              <a:pathLst>
                <a:path extrusionOk="0" h="22" w="93">
                  <a:moveTo>
                    <a:pt x="88" y="13"/>
                  </a:moveTo>
                  <a:cubicBezTo>
                    <a:pt x="73" y="9"/>
                    <a:pt x="58" y="5"/>
                    <a:pt x="43" y="3"/>
                  </a:cubicBezTo>
                  <a:cubicBezTo>
                    <a:pt x="40" y="2"/>
                    <a:pt x="37" y="2"/>
                    <a:pt x="33" y="2"/>
                  </a:cubicBezTo>
                  <a:cubicBezTo>
                    <a:pt x="30" y="2"/>
                    <a:pt x="26" y="2"/>
                    <a:pt x="22" y="3"/>
                  </a:cubicBezTo>
                  <a:cubicBezTo>
                    <a:pt x="17" y="2"/>
                    <a:pt x="11" y="1"/>
                    <a:pt x="5" y="0"/>
                  </a:cubicBezTo>
                  <a:cubicBezTo>
                    <a:pt x="1" y="0"/>
                    <a:pt x="0" y="6"/>
                    <a:pt x="5" y="7"/>
                  </a:cubicBezTo>
                  <a:cubicBezTo>
                    <a:pt x="10" y="8"/>
                    <a:pt x="17" y="12"/>
                    <a:pt x="25" y="13"/>
                  </a:cubicBezTo>
                  <a:cubicBezTo>
                    <a:pt x="33" y="13"/>
                    <a:pt x="41" y="14"/>
                    <a:pt x="50" y="16"/>
                  </a:cubicBezTo>
                  <a:cubicBezTo>
                    <a:pt x="59" y="19"/>
                    <a:pt x="69" y="21"/>
                    <a:pt x="79" y="21"/>
                  </a:cubicBezTo>
                  <a:cubicBezTo>
                    <a:pt x="82" y="21"/>
                    <a:pt x="86" y="20"/>
                    <a:pt x="89" y="20"/>
                  </a:cubicBezTo>
                  <a:lnTo>
                    <a:pt x="90" y="20"/>
                  </a:lnTo>
                  <a:cubicBezTo>
                    <a:pt x="91" y="19"/>
                    <a:pt x="91" y="19"/>
                    <a:pt x="91" y="18"/>
                  </a:cubicBezTo>
                  <a:cubicBezTo>
                    <a:pt x="92" y="17"/>
                    <a:pt x="92" y="17"/>
                    <a:pt x="92" y="17"/>
                  </a:cubicBezTo>
                  <a:cubicBezTo>
                    <a:pt x="92" y="16"/>
                    <a:pt x="92" y="16"/>
                    <a:pt x="91" y="15"/>
                  </a:cubicBezTo>
                  <a:cubicBezTo>
                    <a:pt x="91" y="14"/>
                    <a:pt x="91" y="15"/>
                    <a:pt x="90" y="14"/>
                  </a:cubicBezTo>
                  <a:cubicBezTo>
                    <a:pt x="90" y="13"/>
                    <a:pt x="89" y="13"/>
                    <a:pt x="88"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37"/>
            <p:cNvSpPr/>
            <p:nvPr/>
          </p:nvSpPr>
          <p:spPr>
            <a:xfrm>
              <a:off x="8182080" y="2980800"/>
              <a:ext cx="19440" cy="10800"/>
            </a:xfrm>
            <a:custGeom>
              <a:rect b="b" l="l" r="r" t="t"/>
              <a:pathLst>
                <a:path extrusionOk="0" h="30" w="54">
                  <a:moveTo>
                    <a:pt x="3" y="0"/>
                  </a:moveTo>
                  <a:cubicBezTo>
                    <a:pt x="0" y="0"/>
                    <a:pt x="0" y="5"/>
                    <a:pt x="3" y="6"/>
                  </a:cubicBezTo>
                  <a:cubicBezTo>
                    <a:pt x="17" y="10"/>
                    <a:pt x="38" y="29"/>
                    <a:pt x="52" y="19"/>
                  </a:cubicBezTo>
                  <a:cubicBezTo>
                    <a:pt x="52" y="19"/>
                    <a:pt x="53" y="19"/>
                    <a:pt x="53" y="18"/>
                  </a:cubicBezTo>
                  <a:lnTo>
                    <a:pt x="53" y="17"/>
                  </a:lnTo>
                  <a:cubicBezTo>
                    <a:pt x="53" y="16"/>
                    <a:pt x="53" y="15"/>
                    <a:pt x="53" y="15"/>
                  </a:cubicBezTo>
                  <a:lnTo>
                    <a:pt x="52" y="14"/>
                  </a:lnTo>
                  <a:cubicBezTo>
                    <a:pt x="52" y="14"/>
                    <a:pt x="51" y="13"/>
                    <a:pt x="50" y="13"/>
                  </a:cubicBezTo>
                  <a:cubicBezTo>
                    <a:pt x="44" y="9"/>
                    <a:pt x="37" y="6"/>
                    <a:pt x="30" y="4"/>
                  </a:cubicBezTo>
                  <a:cubicBezTo>
                    <a:pt x="24" y="1"/>
                    <a:pt x="17" y="0"/>
                    <a:pt x="10" y="0"/>
                  </a:cubicBezTo>
                  <a:cubicBezTo>
                    <a:pt x="8" y="0"/>
                    <a:pt x="6" y="0"/>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7"/>
            <p:cNvSpPr/>
            <p:nvPr/>
          </p:nvSpPr>
          <p:spPr>
            <a:xfrm>
              <a:off x="8220960" y="3027240"/>
              <a:ext cx="14400" cy="14040"/>
            </a:xfrm>
            <a:custGeom>
              <a:rect b="b" l="l" r="r" t="t"/>
              <a:pathLst>
                <a:path extrusionOk="0" h="39" w="40">
                  <a:moveTo>
                    <a:pt x="3" y="3"/>
                  </a:moveTo>
                  <a:cubicBezTo>
                    <a:pt x="3" y="3"/>
                    <a:pt x="2" y="3"/>
                    <a:pt x="2" y="4"/>
                  </a:cubicBezTo>
                  <a:cubicBezTo>
                    <a:pt x="2" y="4"/>
                    <a:pt x="1" y="4"/>
                    <a:pt x="1" y="5"/>
                  </a:cubicBezTo>
                  <a:lnTo>
                    <a:pt x="0" y="6"/>
                  </a:lnTo>
                  <a:cubicBezTo>
                    <a:pt x="0" y="7"/>
                    <a:pt x="1" y="8"/>
                    <a:pt x="1" y="8"/>
                  </a:cubicBezTo>
                  <a:cubicBezTo>
                    <a:pt x="1" y="9"/>
                    <a:pt x="2" y="9"/>
                    <a:pt x="2" y="9"/>
                  </a:cubicBezTo>
                  <a:cubicBezTo>
                    <a:pt x="3" y="10"/>
                    <a:pt x="3" y="10"/>
                    <a:pt x="4" y="10"/>
                  </a:cubicBezTo>
                  <a:cubicBezTo>
                    <a:pt x="8" y="10"/>
                    <a:pt x="10" y="14"/>
                    <a:pt x="11" y="16"/>
                  </a:cubicBezTo>
                  <a:cubicBezTo>
                    <a:pt x="13" y="19"/>
                    <a:pt x="15" y="21"/>
                    <a:pt x="17" y="23"/>
                  </a:cubicBezTo>
                  <a:cubicBezTo>
                    <a:pt x="22" y="27"/>
                    <a:pt x="27" y="32"/>
                    <a:pt x="31" y="37"/>
                  </a:cubicBezTo>
                  <a:cubicBezTo>
                    <a:pt x="31" y="38"/>
                    <a:pt x="32" y="38"/>
                    <a:pt x="32" y="38"/>
                  </a:cubicBezTo>
                  <a:lnTo>
                    <a:pt x="33" y="38"/>
                  </a:lnTo>
                  <a:lnTo>
                    <a:pt x="34" y="38"/>
                  </a:lnTo>
                  <a:cubicBezTo>
                    <a:pt x="35" y="38"/>
                    <a:pt x="35" y="38"/>
                    <a:pt x="35" y="37"/>
                  </a:cubicBezTo>
                  <a:cubicBezTo>
                    <a:pt x="39" y="28"/>
                    <a:pt x="28" y="20"/>
                    <a:pt x="22" y="15"/>
                  </a:cubicBezTo>
                  <a:cubicBezTo>
                    <a:pt x="16" y="10"/>
                    <a:pt x="12" y="0"/>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37"/>
            <p:cNvSpPr/>
            <p:nvPr/>
          </p:nvSpPr>
          <p:spPr>
            <a:xfrm>
              <a:off x="8236080" y="3040200"/>
              <a:ext cx="11880" cy="15840"/>
            </a:xfrm>
            <a:custGeom>
              <a:rect b="b" l="l" r="r" t="t"/>
              <a:pathLst>
                <a:path extrusionOk="0" h="44" w="33">
                  <a:moveTo>
                    <a:pt x="14" y="25"/>
                  </a:moveTo>
                  <a:cubicBezTo>
                    <a:pt x="15" y="27"/>
                    <a:pt x="16" y="29"/>
                    <a:pt x="17" y="31"/>
                  </a:cubicBezTo>
                  <a:cubicBezTo>
                    <a:pt x="19" y="35"/>
                    <a:pt x="21" y="38"/>
                    <a:pt x="24" y="41"/>
                  </a:cubicBezTo>
                  <a:lnTo>
                    <a:pt x="24" y="42"/>
                  </a:lnTo>
                  <a:cubicBezTo>
                    <a:pt x="25" y="43"/>
                    <a:pt x="26" y="42"/>
                    <a:pt x="27" y="42"/>
                  </a:cubicBezTo>
                  <a:cubicBezTo>
                    <a:pt x="28" y="42"/>
                    <a:pt x="29" y="42"/>
                    <a:pt x="29" y="42"/>
                  </a:cubicBezTo>
                  <a:cubicBezTo>
                    <a:pt x="30" y="41"/>
                    <a:pt x="31" y="41"/>
                    <a:pt x="31" y="40"/>
                  </a:cubicBezTo>
                  <a:cubicBezTo>
                    <a:pt x="32" y="39"/>
                    <a:pt x="32" y="39"/>
                    <a:pt x="32" y="38"/>
                  </a:cubicBezTo>
                  <a:lnTo>
                    <a:pt x="32" y="36"/>
                  </a:lnTo>
                  <a:cubicBezTo>
                    <a:pt x="32" y="35"/>
                    <a:pt x="32" y="34"/>
                    <a:pt x="32" y="34"/>
                  </a:cubicBezTo>
                  <a:cubicBezTo>
                    <a:pt x="32" y="33"/>
                    <a:pt x="32" y="32"/>
                    <a:pt x="32" y="31"/>
                  </a:cubicBezTo>
                  <a:cubicBezTo>
                    <a:pt x="31" y="29"/>
                    <a:pt x="29" y="27"/>
                    <a:pt x="28" y="24"/>
                  </a:cubicBezTo>
                  <a:cubicBezTo>
                    <a:pt x="27" y="23"/>
                    <a:pt x="27" y="21"/>
                    <a:pt x="26" y="20"/>
                  </a:cubicBezTo>
                  <a:cubicBezTo>
                    <a:pt x="21" y="13"/>
                    <a:pt x="14" y="7"/>
                    <a:pt x="7" y="2"/>
                  </a:cubicBezTo>
                  <a:cubicBezTo>
                    <a:pt x="3" y="0"/>
                    <a:pt x="0" y="6"/>
                    <a:pt x="3" y="9"/>
                  </a:cubicBezTo>
                  <a:cubicBezTo>
                    <a:pt x="6" y="13"/>
                    <a:pt x="9" y="17"/>
                    <a:pt x="12" y="22"/>
                  </a:cubicBezTo>
                  <a:cubicBezTo>
                    <a:pt x="12" y="23"/>
                    <a:pt x="13" y="24"/>
                    <a:pt x="14"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37"/>
            <p:cNvSpPr/>
            <p:nvPr/>
          </p:nvSpPr>
          <p:spPr>
            <a:xfrm>
              <a:off x="8232840" y="3025080"/>
              <a:ext cx="36000" cy="33120"/>
            </a:xfrm>
            <a:custGeom>
              <a:rect b="b" l="l" r="r" t="t"/>
              <a:pathLst>
                <a:path extrusionOk="0" h="92" w="100">
                  <a:moveTo>
                    <a:pt x="49" y="54"/>
                  </a:moveTo>
                  <a:cubicBezTo>
                    <a:pt x="60" y="62"/>
                    <a:pt x="70" y="71"/>
                    <a:pt x="80" y="81"/>
                  </a:cubicBezTo>
                  <a:cubicBezTo>
                    <a:pt x="85" y="87"/>
                    <a:pt x="87" y="91"/>
                    <a:pt x="95" y="90"/>
                  </a:cubicBezTo>
                  <a:cubicBezTo>
                    <a:pt x="96" y="90"/>
                    <a:pt x="97" y="90"/>
                    <a:pt x="97" y="90"/>
                  </a:cubicBezTo>
                  <a:cubicBezTo>
                    <a:pt x="98" y="90"/>
                    <a:pt x="98" y="89"/>
                    <a:pt x="98" y="89"/>
                  </a:cubicBezTo>
                  <a:cubicBezTo>
                    <a:pt x="99" y="88"/>
                    <a:pt x="99" y="88"/>
                    <a:pt x="99" y="87"/>
                  </a:cubicBezTo>
                  <a:lnTo>
                    <a:pt x="99" y="86"/>
                  </a:lnTo>
                  <a:cubicBezTo>
                    <a:pt x="89" y="61"/>
                    <a:pt x="64" y="47"/>
                    <a:pt x="44" y="30"/>
                  </a:cubicBezTo>
                  <a:cubicBezTo>
                    <a:pt x="35" y="22"/>
                    <a:pt x="26" y="14"/>
                    <a:pt x="17" y="5"/>
                  </a:cubicBezTo>
                  <a:cubicBezTo>
                    <a:pt x="16" y="3"/>
                    <a:pt x="15" y="2"/>
                    <a:pt x="14" y="1"/>
                  </a:cubicBezTo>
                  <a:cubicBezTo>
                    <a:pt x="12" y="0"/>
                    <a:pt x="10" y="0"/>
                    <a:pt x="8" y="0"/>
                  </a:cubicBezTo>
                  <a:cubicBezTo>
                    <a:pt x="5" y="0"/>
                    <a:pt x="3" y="0"/>
                    <a:pt x="2" y="1"/>
                  </a:cubicBezTo>
                  <a:cubicBezTo>
                    <a:pt x="1" y="2"/>
                    <a:pt x="1" y="2"/>
                    <a:pt x="1" y="2"/>
                  </a:cubicBezTo>
                  <a:cubicBezTo>
                    <a:pt x="0" y="3"/>
                    <a:pt x="0" y="4"/>
                    <a:pt x="0" y="4"/>
                  </a:cubicBezTo>
                  <a:cubicBezTo>
                    <a:pt x="0" y="5"/>
                    <a:pt x="0" y="5"/>
                    <a:pt x="1" y="6"/>
                  </a:cubicBezTo>
                  <a:cubicBezTo>
                    <a:pt x="1" y="6"/>
                    <a:pt x="1" y="7"/>
                    <a:pt x="2" y="7"/>
                  </a:cubicBezTo>
                  <a:cubicBezTo>
                    <a:pt x="10" y="12"/>
                    <a:pt x="14" y="21"/>
                    <a:pt x="21" y="28"/>
                  </a:cubicBezTo>
                  <a:cubicBezTo>
                    <a:pt x="28" y="35"/>
                    <a:pt x="41" y="45"/>
                    <a:pt x="49"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37"/>
            <p:cNvSpPr/>
            <p:nvPr/>
          </p:nvSpPr>
          <p:spPr>
            <a:xfrm>
              <a:off x="8249400" y="3028320"/>
              <a:ext cx="40680" cy="38880"/>
            </a:xfrm>
            <a:custGeom>
              <a:rect b="b" l="l" r="r" t="t"/>
              <a:pathLst>
                <a:path extrusionOk="0" h="108" w="113">
                  <a:moveTo>
                    <a:pt x="3" y="8"/>
                  </a:moveTo>
                  <a:cubicBezTo>
                    <a:pt x="15" y="10"/>
                    <a:pt x="25" y="24"/>
                    <a:pt x="34" y="30"/>
                  </a:cubicBezTo>
                  <a:cubicBezTo>
                    <a:pt x="44" y="37"/>
                    <a:pt x="48" y="50"/>
                    <a:pt x="57" y="57"/>
                  </a:cubicBezTo>
                  <a:cubicBezTo>
                    <a:pt x="69" y="67"/>
                    <a:pt x="79" y="78"/>
                    <a:pt x="87" y="91"/>
                  </a:cubicBezTo>
                  <a:cubicBezTo>
                    <a:pt x="87" y="92"/>
                    <a:pt x="88" y="93"/>
                    <a:pt x="88" y="93"/>
                  </a:cubicBezTo>
                  <a:cubicBezTo>
                    <a:pt x="91" y="97"/>
                    <a:pt x="95" y="101"/>
                    <a:pt x="99" y="103"/>
                  </a:cubicBezTo>
                  <a:cubicBezTo>
                    <a:pt x="102" y="105"/>
                    <a:pt x="105" y="106"/>
                    <a:pt x="108" y="107"/>
                  </a:cubicBezTo>
                  <a:lnTo>
                    <a:pt x="109" y="107"/>
                  </a:lnTo>
                  <a:lnTo>
                    <a:pt x="110" y="107"/>
                  </a:lnTo>
                  <a:cubicBezTo>
                    <a:pt x="111" y="107"/>
                    <a:pt x="111" y="106"/>
                    <a:pt x="111" y="106"/>
                  </a:cubicBezTo>
                  <a:cubicBezTo>
                    <a:pt x="112" y="105"/>
                    <a:pt x="112" y="105"/>
                    <a:pt x="112" y="104"/>
                  </a:cubicBezTo>
                  <a:cubicBezTo>
                    <a:pt x="112" y="104"/>
                    <a:pt x="112" y="103"/>
                    <a:pt x="111" y="103"/>
                  </a:cubicBezTo>
                  <a:cubicBezTo>
                    <a:pt x="108" y="96"/>
                    <a:pt x="103" y="94"/>
                    <a:pt x="98" y="88"/>
                  </a:cubicBezTo>
                  <a:cubicBezTo>
                    <a:pt x="94" y="82"/>
                    <a:pt x="92" y="75"/>
                    <a:pt x="87" y="68"/>
                  </a:cubicBezTo>
                  <a:cubicBezTo>
                    <a:pt x="79" y="57"/>
                    <a:pt x="66" y="51"/>
                    <a:pt x="58" y="39"/>
                  </a:cubicBezTo>
                  <a:cubicBezTo>
                    <a:pt x="51" y="29"/>
                    <a:pt x="42" y="21"/>
                    <a:pt x="32" y="15"/>
                  </a:cubicBezTo>
                  <a:cubicBezTo>
                    <a:pt x="22" y="8"/>
                    <a:pt x="17" y="0"/>
                    <a:pt x="4" y="2"/>
                  </a:cubicBezTo>
                  <a:cubicBezTo>
                    <a:pt x="3" y="2"/>
                    <a:pt x="3" y="2"/>
                    <a:pt x="3" y="2"/>
                  </a:cubicBezTo>
                  <a:cubicBezTo>
                    <a:pt x="3" y="2"/>
                    <a:pt x="3" y="3"/>
                    <a:pt x="2" y="3"/>
                  </a:cubicBezTo>
                  <a:cubicBezTo>
                    <a:pt x="2" y="4"/>
                    <a:pt x="1" y="3"/>
                    <a:pt x="0" y="4"/>
                  </a:cubicBezTo>
                  <a:lnTo>
                    <a:pt x="0" y="5"/>
                  </a:lnTo>
                  <a:cubicBezTo>
                    <a:pt x="0" y="6"/>
                    <a:pt x="0" y="7"/>
                    <a:pt x="0" y="7"/>
                  </a:cubicBezTo>
                  <a:cubicBezTo>
                    <a:pt x="1" y="8"/>
                    <a:pt x="1" y="8"/>
                    <a:pt x="2" y="8"/>
                  </a:cubicBezTo>
                  <a:lnTo>
                    <a:pt x="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37"/>
            <p:cNvSpPr/>
            <p:nvPr/>
          </p:nvSpPr>
          <p:spPr>
            <a:xfrm>
              <a:off x="8257680" y="3009240"/>
              <a:ext cx="48960" cy="41760"/>
            </a:xfrm>
            <a:custGeom>
              <a:rect b="b" l="l" r="r" t="t"/>
              <a:pathLst>
                <a:path extrusionOk="0" h="116" w="136">
                  <a:moveTo>
                    <a:pt x="124" y="96"/>
                  </a:moveTo>
                  <a:cubicBezTo>
                    <a:pt x="109" y="86"/>
                    <a:pt x="95" y="75"/>
                    <a:pt x="82" y="63"/>
                  </a:cubicBezTo>
                  <a:cubicBezTo>
                    <a:pt x="58" y="41"/>
                    <a:pt x="28" y="27"/>
                    <a:pt x="7" y="2"/>
                  </a:cubicBezTo>
                  <a:cubicBezTo>
                    <a:pt x="4" y="0"/>
                    <a:pt x="0" y="2"/>
                    <a:pt x="2" y="6"/>
                  </a:cubicBezTo>
                  <a:cubicBezTo>
                    <a:pt x="20" y="28"/>
                    <a:pt x="47" y="43"/>
                    <a:pt x="66" y="63"/>
                  </a:cubicBezTo>
                  <a:cubicBezTo>
                    <a:pt x="75" y="73"/>
                    <a:pt x="85" y="83"/>
                    <a:pt x="96" y="91"/>
                  </a:cubicBezTo>
                  <a:cubicBezTo>
                    <a:pt x="106" y="100"/>
                    <a:pt x="120" y="105"/>
                    <a:pt x="130" y="114"/>
                  </a:cubicBezTo>
                  <a:cubicBezTo>
                    <a:pt x="130" y="114"/>
                    <a:pt x="130" y="115"/>
                    <a:pt x="131" y="115"/>
                  </a:cubicBezTo>
                  <a:lnTo>
                    <a:pt x="132" y="115"/>
                  </a:lnTo>
                  <a:cubicBezTo>
                    <a:pt x="133" y="115"/>
                    <a:pt x="133" y="115"/>
                    <a:pt x="134" y="115"/>
                  </a:cubicBezTo>
                  <a:lnTo>
                    <a:pt x="135" y="114"/>
                  </a:lnTo>
                  <a:cubicBezTo>
                    <a:pt x="135" y="113"/>
                    <a:pt x="135" y="113"/>
                    <a:pt x="135" y="112"/>
                  </a:cubicBezTo>
                  <a:cubicBezTo>
                    <a:pt x="135" y="109"/>
                    <a:pt x="134" y="107"/>
                    <a:pt x="133" y="105"/>
                  </a:cubicBezTo>
                  <a:cubicBezTo>
                    <a:pt x="130" y="101"/>
                    <a:pt x="127" y="98"/>
                    <a:pt x="12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37"/>
            <p:cNvSpPr/>
            <p:nvPr/>
          </p:nvSpPr>
          <p:spPr>
            <a:xfrm>
              <a:off x="8292600" y="3077640"/>
              <a:ext cx="19080" cy="24480"/>
            </a:xfrm>
            <a:custGeom>
              <a:rect b="b" l="l" r="r" t="t"/>
              <a:pathLst>
                <a:path extrusionOk="0" h="68" w="53">
                  <a:moveTo>
                    <a:pt x="12" y="22"/>
                  </a:moveTo>
                  <a:cubicBezTo>
                    <a:pt x="14" y="26"/>
                    <a:pt x="16" y="30"/>
                    <a:pt x="18" y="33"/>
                  </a:cubicBezTo>
                  <a:cubicBezTo>
                    <a:pt x="19" y="35"/>
                    <a:pt x="20" y="36"/>
                    <a:pt x="21" y="38"/>
                  </a:cubicBezTo>
                  <a:cubicBezTo>
                    <a:pt x="25" y="45"/>
                    <a:pt x="30" y="51"/>
                    <a:pt x="34" y="58"/>
                  </a:cubicBezTo>
                  <a:cubicBezTo>
                    <a:pt x="34" y="59"/>
                    <a:pt x="35" y="59"/>
                    <a:pt x="35" y="59"/>
                  </a:cubicBezTo>
                  <a:cubicBezTo>
                    <a:pt x="36" y="62"/>
                    <a:pt x="38" y="64"/>
                    <a:pt x="40" y="65"/>
                  </a:cubicBezTo>
                  <a:cubicBezTo>
                    <a:pt x="43" y="66"/>
                    <a:pt x="45" y="67"/>
                    <a:pt x="47" y="67"/>
                  </a:cubicBezTo>
                  <a:cubicBezTo>
                    <a:pt x="48" y="67"/>
                    <a:pt x="49" y="67"/>
                    <a:pt x="50" y="66"/>
                  </a:cubicBezTo>
                  <a:lnTo>
                    <a:pt x="51" y="65"/>
                  </a:lnTo>
                  <a:cubicBezTo>
                    <a:pt x="52" y="64"/>
                    <a:pt x="52" y="63"/>
                    <a:pt x="52" y="62"/>
                  </a:cubicBezTo>
                  <a:cubicBezTo>
                    <a:pt x="52" y="61"/>
                    <a:pt x="52" y="61"/>
                    <a:pt x="51" y="60"/>
                  </a:cubicBezTo>
                  <a:lnTo>
                    <a:pt x="51" y="59"/>
                  </a:lnTo>
                  <a:cubicBezTo>
                    <a:pt x="50" y="58"/>
                    <a:pt x="50" y="57"/>
                    <a:pt x="49" y="57"/>
                  </a:cubicBezTo>
                  <a:cubicBezTo>
                    <a:pt x="46" y="51"/>
                    <a:pt x="43" y="44"/>
                    <a:pt x="40" y="38"/>
                  </a:cubicBezTo>
                  <a:cubicBezTo>
                    <a:pt x="35" y="31"/>
                    <a:pt x="30" y="26"/>
                    <a:pt x="26" y="19"/>
                  </a:cubicBezTo>
                  <a:cubicBezTo>
                    <a:pt x="23" y="12"/>
                    <a:pt x="16" y="0"/>
                    <a:pt x="4" y="0"/>
                  </a:cubicBezTo>
                  <a:cubicBezTo>
                    <a:pt x="0" y="0"/>
                    <a:pt x="0" y="7"/>
                    <a:pt x="4" y="8"/>
                  </a:cubicBezTo>
                  <a:cubicBezTo>
                    <a:pt x="9" y="9"/>
                    <a:pt x="11" y="19"/>
                    <a:pt x="12"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37"/>
            <p:cNvSpPr/>
            <p:nvPr/>
          </p:nvSpPr>
          <p:spPr>
            <a:xfrm>
              <a:off x="8969400" y="3783600"/>
              <a:ext cx="20520" cy="20160"/>
            </a:xfrm>
            <a:custGeom>
              <a:rect b="b" l="l" r="r" t="t"/>
              <a:pathLst>
                <a:path extrusionOk="0" h="56" w="57">
                  <a:moveTo>
                    <a:pt x="49" y="0"/>
                  </a:moveTo>
                  <a:cubicBezTo>
                    <a:pt x="47" y="1"/>
                    <a:pt x="44" y="2"/>
                    <a:pt x="42" y="4"/>
                  </a:cubicBezTo>
                  <a:cubicBezTo>
                    <a:pt x="35" y="8"/>
                    <a:pt x="28" y="13"/>
                    <a:pt x="22" y="18"/>
                  </a:cubicBezTo>
                  <a:cubicBezTo>
                    <a:pt x="14" y="25"/>
                    <a:pt x="11" y="34"/>
                    <a:pt x="3" y="41"/>
                  </a:cubicBezTo>
                  <a:cubicBezTo>
                    <a:pt x="2" y="42"/>
                    <a:pt x="1" y="43"/>
                    <a:pt x="1" y="43"/>
                  </a:cubicBezTo>
                  <a:cubicBezTo>
                    <a:pt x="0" y="45"/>
                    <a:pt x="0" y="45"/>
                    <a:pt x="0" y="47"/>
                  </a:cubicBezTo>
                  <a:cubicBezTo>
                    <a:pt x="0" y="48"/>
                    <a:pt x="0" y="49"/>
                    <a:pt x="1" y="51"/>
                  </a:cubicBezTo>
                  <a:cubicBezTo>
                    <a:pt x="2" y="53"/>
                    <a:pt x="3" y="53"/>
                    <a:pt x="4" y="54"/>
                  </a:cubicBezTo>
                  <a:cubicBezTo>
                    <a:pt x="5" y="55"/>
                    <a:pt x="7" y="55"/>
                    <a:pt x="8" y="55"/>
                  </a:cubicBezTo>
                  <a:cubicBezTo>
                    <a:pt x="9" y="55"/>
                    <a:pt x="11" y="55"/>
                    <a:pt x="12" y="54"/>
                  </a:cubicBezTo>
                  <a:cubicBezTo>
                    <a:pt x="13" y="54"/>
                    <a:pt x="13" y="54"/>
                    <a:pt x="13" y="53"/>
                  </a:cubicBezTo>
                  <a:cubicBezTo>
                    <a:pt x="21" y="47"/>
                    <a:pt x="26" y="38"/>
                    <a:pt x="35" y="32"/>
                  </a:cubicBezTo>
                  <a:cubicBezTo>
                    <a:pt x="42" y="27"/>
                    <a:pt x="48" y="20"/>
                    <a:pt x="53" y="12"/>
                  </a:cubicBezTo>
                  <a:cubicBezTo>
                    <a:pt x="54" y="10"/>
                    <a:pt x="54" y="9"/>
                    <a:pt x="55" y="7"/>
                  </a:cubicBezTo>
                  <a:cubicBezTo>
                    <a:pt x="55" y="6"/>
                    <a:pt x="55" y="6"/>
                    <a:pt x="55" y="5"/>
                  </a:cubicBezTo>
                  <a:cubicBezTo>
                    <a:pt x="55" y="4"/>
                    <a:pt x="56" y="3"/>
                    <a:pt x="55" y="2"/>
                  </a:cubicBezTo>
                  <a:cubicBezTo>
                    <a:pt x="54" y="1"/>
                    <a:pt x="54" y="2"/>
                    <a:pt x="53" y="1"/>
                  </a:cubicBezTo>
                  <a:cubicBezTo>
                    <a:pt x="52" y="0"/>
                    <a:pt x="51" y="0"/>
                    <a:pt x="50" y="0"/>
                  </a:cubicBezTo>
                  <a:lnTo>
                    <a:pt x="4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37"/>
            <p:cNvSpPr/>
            <p:nvPr/>
          </p:nvSpPr>
          <p:spPr>
            <a:xfrm>
              <a:off x="8962920" y="3761640"/>
              <a:ext cx="28080" cy="26280"/>
            </a:xfrm>
            <a:custGeom>
              <a:rect b="b" l="l" r="r" t="t"/>
              <a:pathLst>
                <a:path extrusionOk="0" h="73" w="78">
                  <a:moveTo>
                    <a:pt x="67" y="2"/>
                  </a:moveTo>
                  <a:cubicBezTo>
                    <a:pt x="65" y="3"/>
                    <a:pt x="63" y="4"/>
                    <a:pt x="60" y="5"/>
                  </a:cubicBezTo>
                  <a:cubicBezTo>
                    <a:pt x="50" y="11"/>
                    <a:pt x="40" y="18"/>
                    <a:pt x="31" y="26"/>
                  </a:cubicBezTo>
                  <a:cubicBezTo>
                    <a:pt x="21" y="37"/>
                    <a:pt x="11" y="48"/>
                    <a:pt x="1" y="61"/>
                  </a:cubicBezTo>
                  <a:cubicBezTo>
                    <a:pt x="0" y="62"/>
                    <a:pt x="0" y="64"/>
                    <a:pt x="0" y="65"/>
                  </a:cubicBezTo>
                  <a:cubicBezTo>
                    <a:pt x="0" y="66"/>
                    <a:pt x="0" y="68"/>
                    <a:pt x="1" y="69"/>
                  </a:cubicBezTo>
                  <a:cubicBezTo>
                    <a:pt x="2" y="71"/>
                    <a:pt x="3" y="71"/>
                    <a:pt x="4" y="71"/>
                  </a:cubicBezTo>
                  <a:cubicBezTo>
                    <a:pt x="5" y="72"/>
                    <a:pt x="5" y="72"/>
                    <a:pt x="7" y="72"/>
                  </a:cubicBezTo>
                  <a:cubicBezTo>
                    <a:pt x="8" y="72"/>
                    <a:pt x="10" y="72"/>
                    <a:pt x="11" y="71"/>
                  </a:cubicBezTo>
                  <a:cubicBezTo>
                    <a:pt x="11" y="71"/>
                    <a:pt x="12" y="71"/>
                    <a:pt x="12" y="70"/>
                  </a:cubicBezTo>
                  <a:cubicBezTo>
                    <a:pt x="22" y="61"/>
                    <a:pt x="29" y="51"/>
                    <a:pt x="39" y="40"/>
                  </a:cubicBezTo>
                  <a:cubicBezTo>
                    <a:pt x="49" y="30"/>
                    <a:pt x="63" y="21"/>
                    <a:pt x="73" y="10"/>
                  </a:cubicBezTo>
                  <a:cubicBezTo>
                    <a:pt x="77" y="6"/>
                    <a:pt x="72" y="0"/>
                    <a:pt x="6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37"/>
            <p:cNvSpPr/>
            <p:nvPr/>
          </p:nvSpPr>
          <p:spPr>
            <a:xfrm>
              <a:off x="9012960" y="3796200"/>
              <a:ext cx="18360" cy="18720"/>
            </a:xfrm>
            <a:custGeom>
              <a:rect b="b" l="l" r="r" t="t"/>
              <a:pathLst>
                <a:path extrusionOk="0" h="52" w="51">
                  <a:moveTo>
                    <a:pt x="19" y="15"/>
                  </a:moveTo>
                  <a:cubicBezTo>
                    <a:pt x="13" y="21"/>
                    <a:pt x="7" y="28"/>
                    <a:pt x="2" y="35"/>
                  </a:cubicBezTo>
                  <a:lnTo>
                    <a:pt x="1" y="36"/>
                  </a:lnTo>
                  <a:cubicBezTo>
                    <a:pt x="0" y="38"/>
                    <a:pt x="0" y="40"/>
                    <a:pt x="0" y="41"/>
                  </a:cubicBezTo>
                  <a:cubicBezTo>
                    <a:pt x="0" y="43"/>
                    <a:pt x="0" y="45"/>
                    <a:pt x="1" y="46"/>
                  </a:cubicBezTo>
                  <a:cubicBezTo>
                    <a:pt x="2" y="47"/>
                    <a:pt x="3" y="50"/>
                    <a:pt x="5" y="50"/>
                  </a:cubicBezTo>
                  <a:cubicBezTo>
                    <a:pt x="7" y="51"/>
                    <a:pt x="7" y="51"/>
                    <a:pt x="9" y="51"/>
                  </a:cubicBezTo>
                  <a:cubicBezTo>
                    <a:pt x="10" y="51"/>
                    <a:pt x="13" y="51"/>
                    <a:pt x="14" y="50"/>
                  </a:cubicBezTo>
                  <a:cubicBezTo>
                    <a:pt x="15" y="50"/>
                    <a:pt x="15" y="49"/>
                    <a:pt x="15" y="49"/>
                  </a:cubicBezTo>
                  <a:cubicBezTo>
                    <a:pt x="21" y="43"/>
                    <a:pt x="26" y="37"/>
                    <a:pt x="32" y="31"/>
                  </a:cubicBezTo>
                  <a:cubicBezTo>
                    <a:pt x="38" y="26"/>
                    <a:pt x="45" y="22"/>
                    <a:pt x="49" y="15"/>
                  </a:cubicBezTo>
                  <a:cubicBezTo>
                    <a:pt x="50" y="14"/>
                    <a:pt x="50" y="13"/>
                    <a:pt x="50" y="12"/>
                  </a:cubicBezTo>
                  <a:cubicBezTo>
                    <a:pt x="50" y="11"/>
                    <a:pt x="50" y="11"/>
                    <a:pt x="49" y="10"/>
                  </a:cubicBezTo>
                  <a:cubicBezTo>
                    <a:pt x="48" y="9"/>
                    <a:pt x="49" y="8"/>
                    <a:pt x="48" y="8"/>
                  </a:cubicBezTo>
                  <a:cubicBezTo>
                    <a:pt x="39" y="0"/>
                    <a:pt x="26" y="9"/>
                    <a:pt x="1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37"/>
            <p:cNvSpPr/>
            <p:nvPr/>
          </p:nvSpPr>
          <p:spPr>
            <a:xfrm>
              <a:off x="9053640" y="3782520"/>
              <a:ext cx="10080" cy="7920"/>
            </a:xfrm>
            <a:custGeom>
              <a:rect b="b" l="l" r="r" t="t"/>
              <a:pathLst>
                <a:path extrusionOk="0" h="22" w="28">
                  <a:moveTo>
                    <a:pt x="21" y="3"/>
                  </a:moveTo>
                  <a:cubicBezTo>
                    <a:pt x="16" y="4"/>
                    <a:pt x="13" y="5"/>
                    <a:pt x="8" y="8"/>
                  </a:cubicBezTo>
                  <a:cubicBezTo>
                    <a:pt x="7" y="9"/>
                    <a:pt x="6" y="9"/>
                    <a:pt x="4" y="10"/>
                  </a:cubicBezTo>
                  <a:cubicBezTo>
                    <a:pt x="0" y="14"/>
                    <a:pt x="6" y="21"/>
                    <a:pt x="10" y="17"/>
                  </a:cubicBezTo>
                  <a:cubicBezTo>
                    <a:pt x="11" y="16"/>
                    <a:pt x="11" y="16"/>
                    <a:pt x="12" y="16"/>
                  </a:cubicBezTo>
                  <a:cubicBezTo>
                    <a:pt x="16" y="13"/>
                    <a:pt x="21" y="11"/>
                    <a:pt x="25" y="9"/>
                  </a:cubicBezTo>
                  <a:cubicBezTo>
                    <a:pt x="26" y="9"/>
                    <a:pt x="26" y="8"/>
                    <a:pt x="26" y="8"/>
                  </a:cubicBezTo>
                  <a:cubicBezTo>
                    <a:pt x="27" y="7"/>
                    <a:pt x="27" y="7"/>
                    <a:pt x="27" y="6"/>
                  </a:cubicBezTo>
                  <a:lnTo>
                    <a:pt x="27" y="3"/>
                  </a:lnTo>
                  <a:lnTo>
                    <a:pt x="26" y="2"/>
                  </a:lnTo>
                  <a:cubicBezTo>
                    <a:pt x="26" y="1"/>
                    <a:pt x="26" y="2"/>
                    <a:pt x="25" y="1"/>
                  </a:cubicBezTo>
                  <a:cubicBezTo>
                    <a:pt x="25" y="0"/>
                    <a:pt x="24" y="0"/>
                    <a:pt x="24" y="0"/>
                  </a:cubicBezTo>
                  <a:cubicBezTo>
                    <a:pt x="23" y="0"/>
                    <a:pt x="23" y="0"/>
                    <a:pt x="22" y="1"/>
                  </a:cubicBezTo>
                  <a:cubicBezTo>
                    <a:pt x="22" y="1"/>
                    <a:pt x="21" y="1"/>
                    <a:pt x="21" y="2"/>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37"/>
            <p:cNvSpPr/>
            <p:nvPr/>
          </p:nvSpPr>
          <p:spPr>
            <a:xfrm>
              <a:off x="9047880" y="3984480"/>
              <a:ext cx="17280" cy="50400"/>
            </a:xfrm>
            <a:custGeom>
              <a:rect b="b" l="l" r="r" t="t"/>
              <a:pathLst>
                <a:path extrusionOk="0" h="140" w="48">
                  <a:moveTo>
                    <a:pt x="37" y="84"/>
                  </a:moveTo>
                  <a:cubicBezTo>
                    <a:pt x="33" y="71"/>
                    <a:pt x="29" y="58"/>
                    <a:pt x="26" y="44"/>
                  </a:cubicBezTo>
                  <a:cubicBezTo>
                    <a:pt x="24" y="30"/>
                    <a:pt x="20" y="17"/>
                    <a:pt x="14" y="6"/>
                  </a:cubicBezTo>
                  <a:cubicBezTo>
                    <a:pt x="13" y="5"/>
                    <a:pt x="12" y="4"/>
                    <a:pt x="12" y="3"/>
                  </a:cubicBezTo>
                  <a:cubicBezTo>
                    <a:pt x="11" y="2"/>
                    <a:pt x="11" y="2"/>
                    <a:pt x="10" y="1"/>
                  </a:cubicBezTo>
                  <a:cubicBezTo>
                    <a:pt x="9" y="1"/>
                    <a:pt x="8" y="0"/>
                    <a:pt x="7" y="0"/>
                  </a:cubicBezTo>
                  <a:cubicBezTo>
                    <a:pt x="6" y="0"/>
                    <a:pt x="4" y="0"/>
                    <a:pt x="3" y="1"/>
                  </a:cubicBezTo>
                  <a:cubicBezTo>
                    <a:pt x="2" y="2"/>
                    <a:pt x="2" y="3"/>
                    <a:pt x="1" y="4"/>
                  </a:cubicBezTo>
                  <a:cubicBezTo>
                    <a:pt x="0" y="5"/>
                    <a:pt x="0" y="6"/>
                    <a:pt x="0" y="7"/>
                  </a:cubicBezTo>
                  <a:cubicBezTo>
                    <a:pt x="0" y="8"/>
                    <a:pt x="0" y="9"/>
                    <a:pt x="1" y="10"/>
                  </a:cubicBezTo>
                  <a:cubicBezTo>
                    <a:pt x="1" y="11"/>
                    <a:pt x="1" y="11"/>
                    <a:pt x="2" y="11"/>
                  </a:cubicBezTo>
                  <a:cubicBezTo>
                    <a:pt x="4" y="18"/>
                    <a:pt x="6" y="24"/>
                    <a:pt x="7" y="31"/>
                  </a:cubicBezTo>
                  <a:cubicBezTo>
                    <a:pt x="9" y="48"/>
                    <a:pt x="13" y="65"/>
                    <a:pt x="18" y="82"/>
                  </a:cubicBezTo>
                  <a:cubicBezTo>
                    <a:pt x="23" y="100"/>
                    <a:pt x="25" y="124"/>
                    <a:pt x="39" y="138"/>
                  </a:cubicBezTo>
                  <a:cubicBezTo>
                    <a:pt x="40" y="138"/>
                    <a:pt x="40" y="139"/>
                    <a:pt x="41" y="139"/>
                  </a:cubicBezTo>
                  <a:cubicBezTo>
                    <a:pt x="41" y="139"/>
                    <a:pt x="42" y="139"/>
                    <a:pt x="43" y="139"/>
                  </a:cubicBezTo>
                  <a:cubicBezTo>
                    <a:pt x="44" y="139"/>
                    <a:pt x="44" y="139"/>
                    <a:pt x="45" y="139"/>
                  </a:cubicBezTo>
                  <a:cubicBezTo>
                    <a:pt x="46" y="139"/>
                    <a:pt x="46" y="138"/>
                    <a:pt x="47" y="137"/>
                  </a:cubicBezTo>
                  <a:cubicBezTo>
                    <a:pt x="47" y="137"/>
                    <a:pt x="47" y="136"/>
                    <a:pt x="47" y="135"/>
                  </a:cubicBezTo>
                  <a:cubicBezTo>
                    <a:pt x="47" y="134"/>
                    <a:pt x="47" y="134"/>
                    <a:pt x="47" y="133"/>
                  </a:cubicBezTo>
                  <a:cubicBezTo>
                    <a:pt x="42" y="117"/>
                    <a:pt x="39" y="101"/>
                    <a:pt x="37"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37"/>
            <p:cNvSpPr/>
            <p:nvPr/>
          </p:nvSpPr>
          <p:spPr>
            <a:xfrm>
              <a:off x="9052560" y="4041000"/>
              <a:ext cx="18720" cy="41400"/>
            </a:xfrm>
            <a:custGeom>
              <a:rect b="b" l="l" r="r" t="t"/>
              <a:pathLst>
                <a:path extrusionOk="0" h="115" w="52">
                  <a:moveTo>
                    <a:pt x="1" y="15"/>
                  </a:moveTo>
                  <a:cubicBezTo>
                    <a:pt x="4" y="30"/>
                    <a:pt x="8" y="45"/>
                    <a:pt x="13" y="59"/>
                  </a:cubicBezTo>
                  <a:cubicBezTo>
                    <a:pt x="18" y="76"/>
                    <a:pt x="22" y="92"/>
                    <a:pt x="27" y="108"/>
                  </a:cubicBezTo>
                  <a:cubicBezTo>
                    <a:pt x="28" y="114"/>
                    <a:pt x="37" y="113"/>
                    <a:pt x="39" y="108"/>
                  </a:cubicBezTo>
                  <a:cubicBezTo>
                    <a:pt x="51" y="76"/>
                    <a:pt x="23" y="43"/>
                    <a:pt x="19" y="12"/>
                  </a:cubicBezTo>
                  <a:cubicBezTo>
                    <a:pt x="17" y="0"/>
                    <a:pt x="0" y="4"/>
                    <a:pt x="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37"/>
            <p:cNvSpPr/>
            <p:nvPr/>
          </p:nvSpPr>
          <p:spPr>
            <a:xfrm>
              <a:off x="8365320" y="4736160"/>
              <a:ext cx="10440" cy="18360"/>
            </a:xfrm>
            <a:custGeom>
              <a:rect b="b" l="l" r="r" t="t"/>
              <a:pathLst>
                <a:path extrusionOk="0" h="51" w="29">
                  <a:moveTo>
                    <a:pt x="22" y="49"/>
                  </a:moveTo>
                  <a:cubicBezTo>
                    <a:pt x="23" y="48"/>
                    <a:pt x="25" y="46"/>
                    <a:pt x="25" y="45"/>
                  </a:cubicBezTo>
                  <a:cubicBezTo>
                    <a:pt x="28" y="41"/>
                    <a:pt x="28" y="38"/>
                    <a:pt x="28" y="34"/>
                  </a:cubicBezTo>
                  <a:cubicBezTo>
                    <a:pt x="28" y="31"/>
                    <a:pt x="28" y="28"/>
                    <a:pt x="26" y="25"/>
                  </a:cubicBezTo>
                  <a:cubicBezTo>
                    <a:pt x="25" y="23"/>
                    <a:pt x="24" y="21"/>
                    <a:pt x="23" y="19"/>
                  </a:cubicBezTo>
                  <a:cubicBezTo>
                    <a:pt x="20" y="13"/>
                    <a:pt x="16" y="8"/>
                    <a:pt x="11" y="2"/>
                  </a:cubicBezTo>
                  <a:cubicBezTo>
                    <a:pt x="10" y="2"/>
                    <a:pt x="10" y="1"/>
                    <a:pt x="9" y="1"/>
                  </a:cubicBezTo>
                  <a:cubicBezTo>
                    <a:pt x="8" y="0"/>
                    <a:pt x="7" y="0"/>
                    <a:pt x="6" y="0"/>
                  </a:cubicBezTo>
                  <a:cubicBezTo>
                    <a:pt x="5" y="0"/>
                    <a:pt x="4" y="0"/>
                    <a:pt x="3" y="1"/>
                  </a:cubicBezTo>
                  <a:cubicBezTo>
                    <a:pt x="2" y="2"/>
                    <a:pt x="1" y="2"/>
                    <a:pt x="0" y="3"/>
                  </a:cubicBezTo>
                  <a:cubicBezTo>
                    <a:pt x="0" y="4"/>
                    <a:pt x="0" y="5"/>
                    <a:pt x="0" y="6"/>
                  </a:cubicBezTo>
                  <a:cubicBezTo>
                    <a:pt x="0" y="7"/>
                    <a:pt x="0" y="7"/>
                    <a:pt x="0" y="8"/>
                  </a:cubicBezTo>
                  <a:cubicBezTo>
                    <a:pt x="3" y="16"/>
                    <a:pt x="5" y="24"/>
                    <a:pt x="7" y="32"/>
                  </a:cubicBezTo>
                  <a:cubicBezTo>
                    <a:pt x="8" y="36"/>
                    <a:pt x="10" y="40"/>
                    <a:pt x="12" y="44"/>
                  </a:cubicBezTo>
                  <a:cubicBezTo>
                    <a:pt x="13" y="46"/>
                    <a:pt x="14" y="48"/>
                    <a:pt x="16" y="49"/>
                  </a:cubicBezTo>
                  <a:lnTo>
                    <a:pt x="16" y="50"/>
                  </a:lnTo>
                  <a:cubicBezTo>
                    <a:pt x="17" y="50"/>
                    <a:pt x="18" y="50"/>
                    <a:pt x="19" y="50"/>
                  </a:cubicBezTo>
                  <a:cubicBezTo>
                    <a:pt x="20" y="50"/>
                    <a:pt x="21" y="50"/>
                    <a:pt x="21" y="50"/>
                  </a:cubicBezTo>
                  <a:cubicBezTo>
                    <a:pt x="22" y="50"/>
                    <a:pt x="22" y="49"/>
                    <a:pt x="22"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37"/>
            <p:cNvSpPr/>
            <p:nvPr/>
          </p:nvSpPr>
          <p:spPr>
            <a:xfrm>
              <a:off x="8314200" y="4753440"/>
              <a:ext cx="10800" cy="20880"/>
            </a:xfrm>
            <a:custGeom>
              <a:rect b="b" l="l" r="r" t="t"/>
              <a:pathLst>
                <a:path extrusionOk="0" h="58" w="30">
                  <a:moveTo>
                    <a:pt x="6" y="3"/>
                  </a:moveTo>
                  <a:cubicBezTo>
                    <a:pt x="5" y="3"/>
                    <a:pt x="6" y="4"/>
                    <a:pt x="5" y="5"/>
                  </a:cubicBezTo>
                  <a:cubicBezTo>
                    <a:pt x="2" y="9"/>
                    <a:pt x="0" y="15"/>
                    <a:pt x="0" y="21"/>
                  </a:cubicBezTo>
                  <a:cubicBezTo>
                    <a:pt x="0" y="24"/>
                    <a:pt x="1" y="28"/>
                    <a:pt x="2" y="31"/>
                  </a:cubicBezTo>
                  <a:cubicBezTo>
                    <a:pt x="3" y="37"/>
                    <a:pt x="5" y="42"/>
                    <a:pt x="8" y="47"/>
                  </a:cubicBezTo>
                  <a:cubicBezTo>
                    <a:pt x="9" y="49"/>
                    <a:pt x="11" y="52"/>
                    <a:pt x="12" y="54"/>
                  </a:cubicBezTo>
                  <a:cubicBezTo>
                    <a:pt x="15" y="57"/>
                    <a:pt x="19" y="55"/>
                    <a:pt x="21" y="54"/>
                  </a:cubicBezTo>
                  <a:cubicBezTo>
                    <a:pt x="29" y="46"/>
                    <a:pt x="25" y="31"/>
                    <a:pt x="21" y="23"/>
                  </a:cubicBezTo>
                  <a:cubicBezTo>
                    <a:pt x="20" y="17"/>
                    <a:pt x="18" y="12"/>
                    <a:pt x="16" y="7"/>
                  </a:cubicBezTo>
                  <a:cubicBezTo>
                    <a:pt x="15" y="5"/>
                    <a:pt x="15" y="6"/>
                    <a:pt x="14" y="5"/>
                  </a:cubicBezTo>
                  <a:cubicBezTo>
                    <a:pt x="13" y="1"/>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37"/>
            <p:cNvSpPr/>
            <p:nvPr/>
          </p:nvSpPr>
          <p:spPr>
            <a:xfrm>
              <a:off x="8609760" y="4808880"/>
              <a:ext cx="16560" cy="21960"/>
            </a:xfrm>
            <a:custGeom>
              <a:rect b="b" l="l" r="r" t="t"/>
              <a:pathLst>
                <a:path extrusionOk="0" h="61" w="46">
                  <a:moveTo>
                    <a:pt x="19" y="36"/>
                  </a:moveTo>
                  <a:cubicBezTo>
                    <a:pt x="24" y="44"/>
                    <a:pt x="30" y="56"/>
                    <a:pt x="38" y="59"/>
                  </a:cubicBezTo>
                  <a:cubicBezTo>
                    <a:pt x="41" y="60"/>
                    <a:pt x="45" y="59"/>
                    <a:pt x="43" y="55"/>
                  </a:cubicBezTo>
                  <a:cubicBezTo>
                    <a:pt x="42" y="53"/>
                    <a:pt x="40" y="50"/>
                    <a:pt x="39" y="48"/>
                  </a:cubicBezTo>
                  <a:cubicBezTo>
                    <a:pt x="35" y="42"/>
                    <a:pt x="32" y="36"/>
                    <a:pt x="28" y="31"/>
                  </a:cubicBezTo>
                  <a:cubicBezTo>
                    <a:pt x="21" y="21"/>
                    <a:pt x="13" y="12"/>
                    <a:pt x="8" y="2"/>
                  </a:cubicBezTo>
                  <a:lnTo>
                    <a:pt x="7" y="1"/>
                  </a:lnTo>
                  <a:cubicBezTo>
                    <a:pt x="6" y="1"/>
                    <a:pt x="5" y="0"/>
                    <a:pt x="5" y="0"/>
                  </a:cubicBezTo>
                  <a:cubicBezTo>
                    <a:pt x="4" y="0"/>
                    <a:pt x="3" y="1"/>
                    <a:pt x="2" y="1"/>
                  </a:cubicBezTo>
                  <a:cubicBezTo>
                    <a:pt x="2" y="1"/>
                    <a:pt x="2" y="2"/>
                    <a:pt x="1" y="3"/>
                  </a:cubicBezTo>
                  <a:cubicBezTo>
                    <a:pt x="0" y="4"/>
                    <a:pt x="0" y="4"/>
                    <a:pt x="0" y="5"/>
                  </a:cubicBezTo>
                  <a:lnTo>
                    <a:pt x="0" y="6"/>
                  </a:lnTo>
                  <a:cubicBezTo>
                    <a:pt x="2" y="10"/>
                    <a:pt x="5" y="14"/>
                    <a:pt x="7" y="18"/>
                  </a:cubicBezTo>
                  <a:cubicBezTo>
                    <a:pt x="11" y="24"/>
                    <a:pt x="14" y="30"/>
                    <a:pt x="1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37"/>
            <p:cNvSpPr/>
            <p:nvPr/>
          </p:nvSpPr>
          <p:spPr>
            <a:xfrm>
              <a:off x="8634600" y="4848840"/>
              <a:ext cx="16920" cy="20160"/>
            </a:xfrm>
            <a:custGeom>
              <a:rect b="b" l="l" r="r" t="t"/>
              <a:pathLst>
                <a:path extrusionOk="0" h="56" w="47">
                  <a:moveTo>
                    <a:pt x="20" y="16"/>
                  </a:moveTo>
                  <a:cubicBezTo>
                    <a:pt x="20" y="16"/>
                    <a:pt x="19" y="15"/>
                    <a:pt x="19" y="14"/>
                  </a:cubicBezTo>
                  <a:cubicBezTo>
                    <a:pt x="18" y="13"/>
                    <a:pt x="17" y="11"/>
                    <a:pt x="15" y="10"/>
                  </a:cubicBezTo>
                  <a:cubicBezTo>
                    <a:pt x="13" y="8"/>
                    <a:pt x="10" y="6"/>
                    <a:pt x="9" y="3"/>
                  </a:cubicBezTo>
                  <a:cubicBezTo>
                    <a:pt x="9" y="3"/>
                    <a:pt x="10" y="3"/>
                    <a:pt x="9" y="2"/>
                  </a:cubicBezTo>
                  <a:cubicBezTo>
                    <a:pt x="8" y="1"/>
                    <a:pt x="8" y="2"/>
                    <a:pt x="7" y="1"/>
                  </a:cubicBezTo>
                  <a:cubicBezTo>
                    <a:pt x="6" y="0"/>
                    <a:pt x="5" y="0"/>
                    <a:pt x="5" y="0"/>
                  </a:cubicBezTo>
                  <a:cubicBezTo>
                    <a:pt x="4" y="0"/>
                    <a:pt x="3" y="0"/>
                    <a:pt x="2" y="1"/>
                  </a:cubicBezTo>
                  <a:lnTo>
                    <a:pt x="1" y="2"/>
                  </a:lnTo>
                  <a:cubicBezTo>
                    <a:pt x="0" y="3"/>
                    <a:pt x="0" y="4"/>
                    <a:pt x="0" y="4"/>
                  </a:cubicBezTo>
                  <a:cubicBezTo>
                    <a:pt x="0" y="7"/>
                    <a:pt x="1" y="9"/>
                    <a:pt x="2" y="12"/>
                  </a:cubicBezTo>
                  <a:cubicBezTo>
                    <a:pt x="3" y="13"/>
                    <a:pt x="3" y="14"/>
                    <a:pt x="4" y="15"/>
                  </a:cubicBezTo>
                  <a:cubicBezTo>
                    <a:pt x="8" y="20"/>
                    <a:pt x="9" y="27"/>
                    <a:pt x="13" y="34"/>
                  </a:cubicBezTo>
                  <a:cubicBezTo>
                    <a:pt x="17" y="41"/>
                    <a:pt x="31" y="55"/>
                    <a:pt x="41" y="54"/>
                  </a:cubicBezTo>
                  <a:cubicBezTo>
                    <a:pt x="42" y="54"/>
                    <a:pt x="42" y="55"/>
                    <a:pt x="43" y="54"/>
                  </a:cubicBezTo>
                  <a:cubicBezTo>
                    <a:pt x="44" y="53"/>
                    <a:pt x="44" y="53"/>
                    <a:pt x="44" y="52"/>
                  </a:cubicBezTo>
                  <a:lnTo>
                    <a:pt x="45" y="51"/>
                  </a:lnTo>
                  <a:cubicBezTo>
                    <a:pt x="46" y="41"/>
                    <a:pt x="35" y="34"/>
                    <a:pt x="29" y="28"/>
                  </a:cubicBezTo>
                  <a:cubicBezTo>
                    <a:pt x="26" y="26"/>
                    <a:pt x="23" y="22"/>
                    <a:pt x="21" y="19"/>
                  </a:cubicBezTo>
                  <a:cubicBezTo>
                    <a:pt x="21" y="18"/>
                    <a:pt x="20" y="17"/>
                    <a:pt x="2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37"/>
            <p:cNvSpPr/>
            <p:nvPr/>
          </p:nvSpPr>
          <p:spPr>
            <a:xfrm>
              <a:off x="8704440" y="4838760"/>
              <a:ext cx="17280" cy="21600"/>
            </a:xfrm>
            <a:custGeom>
              <a:rect b="b" l="l" r="r" t="t"/>
              <a:pathLst>
                <a:path extrusionOk="0" h="60" w="48">
                  <a:moveTo>
                    <a:pt x="21" y="14"/>
                  </a:moveTo>
                  <a:cubicBezTo>
                    <a:pt x="18" y="10"/>
                    <a:pt x="15" y="6"/>
                    <a:pt x="11" y="3"/>
                  </a:cubicBezTo>
                  <a:cubicBezTo>
                    <a:pt x="7" y="0"/>
                    <a:pt x="0" y="5"/>
                    <a:pt x="4" y="9"/>
                  </a:cubicBezTo>
                  <a:lnTo>
                    <a:pt x="12" y="17"/>
                  </a:lnTo>
                  <a:cubicBezTo>
                    <a:pt x="17" y="21"/>
                    <a:pt x="18" y="29"/>
                    <a:pt x="22" y="34"/>
                  </a:cubicBezTo>
                  <a:cubicBezTo>
                    <a:pt x="26" y="39"/>
                    <a:pt x="30" y="44"/>
                    <a:pt x="33" y="50"/>
                  </a:cubicBezTo>
                  <a:cubicBezTo>
                    <a:pt x="33" y="50"/>
                    <a:pt x="33" y="51"/>
                    <a:pt x="34" y="51"/>
                  </a:cubicBezTo>
                  <a:cubicBezTo>
                    <a:pt x="34" y="52"/>
                    <a:pt x="34" y="52"/>
                    <a:pt x="34" y="52"/>
                  </a:cubicBezTo>
                  <a:cubicBezTo>
                    <a:pt x="35" y="54"/>
                    <a:pt x="37" y="56"/>
                    <a:pt x="39" y="57"/>
                  </a:cubicBezTo>
                  <a:cubicBezTo>
                    <a:pt x="40" y="58"/>
                    <a:pt x="41" y="58"/>
                    <a:pt x="42" y="58"/>
                  </a:cubicBezTo>
                  <a:cubicBezTo>
                    <a:pt x="43" y="59"/>
                    <a:pt x="43" y="59"/>
                    <a:pt x="43" y="59"/>
                  </a:cubicBezTo>
                  <a:cubicBezTo>
                    <a:pt x="44" y="59"/>
                    <a:pt x="45" y="58"/>
                    <a:pt x="45" y="58"/>
                  </a:cubicBezTo>
                  <a:cubicBezTo>
                    <a:pt x="46" y="58"/>
                    <a:pt x="46" y="57"/>
                    <a:pt x="46" y="57"/>
                  </a:cubicBezTo>
                  <a:cubicBezTo>
                    <a:pt x="47" y="56"/>
                    <a:pt x="47" y="56"/>
                    <a:pt x="47" y="55"/>
                  </a:cubicBezTo>
                  <a:cubicBezTo>
                    <a:pt x="47" y="55"/>
                    <a:pt x="47" y="54"/>
                    <a:pt x="46" y="54"/>
                  </a:cubicBezTo>
                  <a:cubicBezTo>
                    <a:pt x="45" y="51"/>
                    <a:pt x="45" y="49"/>
                    <a:pt x="43" y="46"/>
                  </a:cubicBezTo>
                  <a:cubicBezTo>
                    <a:pt x="40" y="40"/>
                    <a:pt x="35" y="35"/>
                    <a:pt x="31" y="30"/>
                  </a:cubicBezTo>
                  <a:cubicBezTo>
                    <a:pt x="29" y="28"/>
                    <a:pt x="28" y="25"/>
                    <a:pt x="26" y="22"/>
                  </a:cubicBezTo>
                  <a:cubicBezTo>
                    <a:pt x="25" y="19"/>
                    <a:pt x="23" y="17"/>
                    <a:pt x="2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37"/>
            <p:cNvSpPr/>
            <p:nvPr/>
          </p:nvSpPr>
          <p:spPr>
            <a:xfrm>
              <a:off x="8794440" y="4814280"/>
              <a:ext cx="18000" cy="32760"/>
            </a:xfrm>
            <a:custGeom>
              <a:rect b="b" l="l" r="r" t="t"/>
              <a:pathLst>
                <a:path extrusionOk="0" h="91" w="50">
                  <a:moveTo>
                    <a:pt x="22" y="57"/>
                  </a:moveTo>
                  <a:cubicBezTo>
                    <a:pt x="28" y="69"/>
                    <a:pt x="27" y="84"/>
                    <a:pt x="40" y="90"/>
                  </a:cubicBezTo>
                  <a:cubicBezTo>
                    <a:pt x="41" y="90"/>
                    <a:pt x="41" y="90"/>
                    <a:pt x="42" y="90"/>
                  </a:cubicBezTo>
                  <a:cubicBezTo>
                    <a:pt x="43" y="90"/>
                    <a:pt x="45" y="90"/>
                    <a:pt x="46" y="89"/>
                  </a:cubicBezTo>
                  <a:cubicBezTo>
                    <a:pt x="47" y="89"/>
                    <a:pt x="47" y="88"/>
                    <a:pt x="48" y="87"/>
                  </a:cubicBezTo>
                  <a:lnTo>
                    <a:pt x="48" y="86"/>
                  </a:lnTo>
                  <a:cubicBezTo>
                    <a:pt x="49" y="83"/>
                    <a:pt x="49" y="80"/>
                    <a:pt x="49" y="76"/>
                  </a:cubicBezTo>
                  <a:cubicBezTo>
                    <a:pt x="49" y="67"/>
                    <a:pt x="47" y="57"/>
                    <a:pt x="42" y="48"/>
                  </a:cubicBezTo>
                  <a:cubicBezTo>
                    <a:pt x="41" y="48"/>
                    <a:pt x="41" y="47"/>
                    <a:pt x="41" y="47"/>
                  </a:cubicBezTo>
                  <a:cubicBezTo>
                    <a:pt x="37" y="35"/>
                    <a:pt x="32" y="24"/>
                    <a:pt x="25" y="13"/>
                  </a:cubicBezTo>
                  <a:cubicBezTo>
                    <a:pt x="25" y="12"/>
                    <a:pt x="25" y="12"/>
                    <a:pt x="24" y="11"/>
                  </a:cubicBezTo>
                  <a:cubicBezTo>
                    <a:pt x="16" y="0"/>
                    <a:pt x="0" y="13"/>
                    <a:pt x="8" y="23"/>
                  </a:cubicBezTo>
                  <a:lnTo>
                    <a:pt x="8" y="24"/>
                  </a:lnTo>
                  <a:cubicBezTo>
                    <a:pt x="11" y="28"/>
                    <a:pt x="13" y="33"/>
                    <a:pt x="14" y="39"/>
                  </a:cubicBezTo>
                  <a:cubicBezTo>
                    <a:pt x="16" y="45"/>
                    <a:pt x="19" y="51"/>
                    <a:pt x="22"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37"/>
            <p:cNvSpPr/>
            <p:nvPr/>
          </p:nvSpPr>
          <p:spPr>
            <a:xfrm>
              <a:off x="8763120" y="4690440"/>
              <a:ext cx="16920" cy="10800"/>
            </a:xfrm>
            <a:custGeom>
              <a:rect b="b" l="l" r="r" t="t"/>
              <a:pathLst>
                <a:path extrusionOk="0" h="30" w="47">
                  <a:moveTo>
                    <a:pt x="2" y="10"/>
                  </a:moveTo>
                  <a:cubicBezTo>
                    <a:pt x="7" y="14"/>
                    <a:pt x="12" y="17"/>
                    <a:pt x="17" y="20"/>
                  </a:cubicBezTo>
                  <a:cubicBezTo>
                    <a:pt x="18" y="20"/>
                    <a:pt x="18" y="21"/>
                    <a:pt x="19" y="21"/>
                  </a:cubicBezTo>
                  <a:cubicBezTo>
                    <a:pt x="20" y="22"/>
                    <a:pt x="21" y="22"/>
                    <a:pt x="23" y="23"/>
                  </a:cubicBezTo>
                  <a:cubicBezTo>
                    <a:pt x="29" y="26"/>
                    <a:pt x="35" y="29"/>
                    <a:pt x="42" y="29"/>
                  </a:cubicBezTo>
                  <a:lnTo>
                    <a:pt x="43" y="29"/>
                  </a:lnTo>
                  <a:cubicBezTo>
                    <a:pt x="44" y="28"/>
                    <a:pt x="45" y="28"/>
                    <a:pt x="45" y="27"/>
                  </a:cubicBezTo>
                  <a:cubicBezTo>
                    <a:pt x="46" y="26"/>
                    <a:pt x="45" y="26"/>
                    <a:pt x="45" y="25"/>
                  </a:cubicBezTo>
                  <a:lnTo>
                    <a:pt x="45" y="24"/>
                  </a:lnTo>
                  <a:cubicBezTo>
                    <a:pt x="41" y="8"/>
                    <a:pt x="19" y="4"/>
                    <a:pt x="6" y="0"/>
                  </a:cubicBezTo>
                  <a:lnTo>
                    <a:pt x="5" y="0"/>
                  </a:lnTo>
                  <a:cubicBezTo>
                    <a:pt x="4" y="0"/>
                    <a:pt x="3" y="0"/>
                    <a:pt x="2" y="1"/>
                  </a:cubicBezTo>
                  <a:cubicBezTo>
                    <a:pt x="2" y="1"/>
                    <a:pt x="1" y="2"/>
                    <a:pt x="0" y="3"/>
                  </a:cubicBezTo>
                  <a:cubicBezTo>
                    <a:pt x="0" y="3"/>
                    <a:pt x="0" y="4"/>
                    <a:pt x="0" y="5"/>
                  </a:cubicBezTo>
                  <a:cubicBezTo>
                    <a:pt x="0" y="6"/>
                    <a:pt x="0" y="7"/>
                    <a:pt x="0" y="8"/>
                  </a:cubicBezTo>
                  <a:cubicBezTo>
                    <a:pt x="1" y="9"/>
                    <a:pt x="1"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37"/>
            <p:cNvSpPr/>
            <p:nvPr/>
          </p:nvSpPr>
          <p:spPr>
            <a:xfrm>
              <a:off x="7997400" y="4535640"/>
              <a:ext cx="1050120" cy="740160"/>
            </a:xfrm>
            <a:custGeom>
              <a:rect b="b" l="l" r="r" t="t"/>
              <a:pathLst>
                <a:path extrusionOk="0" h="2056" w="2917">
                  <a:moveTo>
                    <a:pt x="2879" y="1810"/>
                  </a:moveTo>
                  <a:lnTo>
                    <a:pt x="2877" y="1808"/>
                  </a:lnTo>
                  <a:cubicBezTo>
                    <a:pt x="2866" y="1785"/>
                    <a:pt x="2833" y="1786"/>
                    <a:pt x="2812" y="1787"/>
                  </a:cubicBezTo>
                  <a:cubicBezTo>
                    <a:pt x="2773" y="1789"/>
                    <a:pt x="2742" y="1791"/>
                    <a:pt x="2714" y="1820"/>
                  </a:cubicBezTo>
                  <a:lnTo>
                    <a:pt x="2703" y="1818"/>
                  </a:lnTo>
                  <a:cubicBezTo>
                    <a:pt x="2685" y="1815"/>
                    <a:pt x="2667" y="1813"/>
                    <a:pt x="2649" y="1813"/>
                  </a:cubicBezTo>
                  <a:cubicBezTo>
                    <a:pt x="2646" y="1813"/>
                    <a:pt x="2643" y="1813"/>
                    <a:pt x="2640" y="1813"/>
                  </a:cubicBezTo>
                  <a:cubicBezTo>
                    <a:pt x="2609" y="1812"/>
                    <a:pt x="2579" y="1805"/>
                    <a:pt x="2550" y="1794"/>
                  </a:cubicBezTo>
                  <a:cubicBezTo>
                    <a:pt x="2511" y="1781"/>
                    <a:pt x="2452" y="1771"/>
                    <a:pt x="2440" y="1726"/>
                  </a:cubicBezTo>
                  <a:cubicBezTo>
                    <a:pt x="2440" y="1721"/>
                    <a:pt x="2439" y="1717"/>
                    <a:pt x="2436" y="1713"/>
                  </a:cubicBezTo>
                  <a:cubicBezTo>
                    <a:pt x="2432" y="1698"/>
                    <a:pt x="2424" y="1682"/>
                    <a:pt x="2420" y="1667"/>
                  </a:cubicBezTo>
                  <a:cubicBezTo>
                    <a:pt x="2418" y="1659"/>
                    <a:pt x="2416" y="1651"/>
                    <a:pt x="2415" y="1644"/>
                  </a:cubicBezTo>
                  <a:cubicBezTo>
                    <a:pt x="2416" y="1638"/>
                    <a:pt x="2417" y="1632"/>
                    <a:pt x="2417" y="1626"/>
                  </a:cubicBezTo>
                  <a:cubicBezTo>
                    <a:pt x="2417" y="1620"/>
                    <a:pt x="2416" y="1614"/>
                    <a:pt x="2415" y="1608"/>
                  </a:cubicBezTo>
                  <a:cubicBezTo>
                    <a:pt x="2415" y="1606"/>
                    <a:pt x="2414" y="1602"/>
                    <a:pt x="2413" y="1601"/>
                  </a:cubicBezTo>
                  <a:cubicBezTo>
                    <a:pt x="2412" y="1600"/>
                    <a:pt x="2412" y="1600"/>
                    <a:pt x="2412" y="1599"/>
                  </a:cubicBezTo>
                  <a:lnTo>
                    <a:pt x="2410" y="1597"/>
                  </a:lnTo>
                  <a:cubicBezTo>
                    <a:pt x="2410" y="1594"/>
                    <a:pt x="2410" y="1591"/>
                    <a:pt x="2408" y="1588"/>
                  </a:cubicBezTo>
                  <a:cubicBezTo>
                    <a:pt x="2410" y="1587"/>
                    <a:pt x="2411" y="1585"/>
                    <a:pt x="2412" y="1583"/>
                  </a:cubicBezTo>
                  <a:cubicBezTo>
                    <a:pt x="2416" y="1576"/>
                    <a:pt x="2418" y="1567"/>
                    <a:pt x="2418" y="1558"/>
                  </a:cubicBezTo>
                  <a:cubicBezTo>
                    <a:pt x="2418" y="1556"/>
                    <a:pt x="2418" y="1554"/>
                    <a:pt x="2418" y="1552"/>
                  </a:cubicBezTo>
                  <a:cubicBezTo>
                    <a:pt x="2418" y="1547"/>
                    <a:pt x="2415" y="1542"/>
                    <a:pt x="2413" y="1537"/>
                  </a:cubicBezTo>
                  <a:cubicBezTo>
                    <a:pt x="2410" y="1532"/>
                    <a:pt x="2407" y="1528"/>
                    <a:pt x="2403" y="1526"/>
                  </a:cubicBezTo>
                  <a:cubicBezTo>
                    <a:pt x="2403" y="1510"/>
                    <a:pt x="2403" y="1495"/>
                    <a:pt x="2403" y="1480"/>
                  </a:cubicBezTo>
                  <a:cubicBezTo>
                    <a:pt x="2403" y="1476"/>
                    <a:pt x="2403" y="1473"/>
                    <a:pt x="2404" y="1470"/>
                  </a:cubicBezTo>
                  <a:cubicBezTo>
                    <a:pt x="2404" y="1468"/>
                    <a:pt x="2405" y="1464"/>
                    <a:pt x="2405" y="1462"/>
                  </a:cubicBezTo>
                  <a:cubicBezTo>
                    <a:pt x="2405" y="1459"/>
                    <a:pt x="2404" y="1457"/>
                    <a:pt x="2404" y="1454"/>
                  </a:cubicBezTo>
                  <a:cubicBezTo>
                    <a:pt x="2404" y="1450"/>
                    <a:pt x="2404" y="1446"/>
                    <a:pt x="2404" y="1442"/>
                  </a:cubicBezTo>
                  <a:cubicBezTo>
                    <a:pt x="2405" y="1437"/>
                    <a:pt x="2405" y="1431"/>
                    <a:pt x="2405" y="1425"/>
                  </a:cubicBezTo>
                  <a:cubicBezTo>
                    <a:pt x="2405" y="1393"/>
                    <a:pt x="2397" y="1362"/>
                    <a:pt x="2383" y="1334"/>
                  </a:cubicBezTo>
                  <a:lnTo>
                    <a:pt x="2382" y="1331"/>
                  </a:lnTo>
                  <a:cubicBezTo>
                    <a:pt x="2381" y="1324"/>
                    <a:pt x="2379" y="1317"/>
                    <a:pt x="2376" y="1311"/>
                  </a:cubicBezTo>
                  <a:cubicBezTo>
                    <a:pt x="2375" y="1310"/>
                    <a:pt x="2374" y="1309"/>
                    <a:pt x="2373" y="1307"/>
                  </a:cubicBezTo>
                  <a:cubicBezTo>
                    <a:pt x="2370" y="1297"/>
                    <a:pt x="2368" y="1286"/>
                    <a:pt x="2366" y="1276"/>
                  </a:cubicBezTo>
                  <a:cubicBezTo>
                    <a:pt x="2368" y="1274"/>
                    <a:pt x="2369" y="1272"/>
                    <a:pt x="2370" y="1270"/>
                  </a:cubicBezTo>
                  <a:cubicBezTo>
                    <a:pt x="2371" y="1269"/>
                    <a:pt x="2372" y="1267"/>
                    <a:pt x="2372" y="1266"/>
                  </a:cubicBezTo>
                  <a:cubicBezTo>
                    <a:pt x="2376" y="1251"/>
                    <a:pt x="2377" y="1223"/>
                    <a:pt x="2363" y="1212"/>
                  </a:cubicBezTo>
                  <a:lnTo>
                    <a:pt x="2361" y="1211"/>
                  </a:lnTo>
                  <a:cubicBezTo>
                    <a:pt x="2361" y="1190"/>
                    <a:pt x="2359" y="1168"/>
                    <a:pt x="2355" y="1147"/>
                  </a:cubicBezTo>
                  <a:cubicBezTo>
                    <a:pt x="2355" y="1147"/>
                    <a:pt x="2356" y="1147"/>
                    <a:pt x="2356" y="1146"/>
                  </a:cubicBezTo>
                  <a:cubicBezTo>
                    <a:pt x="2356" y="1145"/>
                    <a:pt x="2355" y="1145"/>
                    <a:pt x="2355" y="1144"/>
                  </a:cubicBezTo>
                  <a:lnTo>
                    <a:pt x="2354" y="1143"/>
                  </a:lnTo>
                  <a:lnTo>
                    <a:pt x="2353" y="1142"/>
                  </a:lnTo>
                  <a:lnTo>
                    <a:pt x="2351" y="1142"/>
                  </a:lnTo>
                  <a:lnTo>
                    <a:pt x="2350" y="1142"/>
                  </a:lnTo>
                  <a:cubicBezTo>
                    <a:pt x="2359" y="1132"/>
                    <a:pt x="2367" y="1122"/>
                    <a:pt x="2374" y="1111"/>
                  </a:cubicBezTo>
                  <a:cubicBezTo>
                    <a:pt x="2387" y="1089"/>
                    <a:pt x="2395" y="1065"/>
                    <a:pt x="2398" y="1039"/>
                  </a:cubicBezTo>
                  <a:lnTo>
                    <a:pt x="2399" y="1039"/>
                  </a:lnTo>
                  <a:cubicBezTo>
                    <a:pt x="2400" y="1038"/>
                    <a:pt x="2402" y="1036"/>
                    <a:pt x="2403" y="1035"/>
                  </a:cubicBezTo>
                  <a:cubicBezTo>
                    <a:pt x="2404" y="1033"/>
                    <a:pt x="2405" y="1030"/>
                    <a:pt x="2405" y="1028"/>
                  </a:cubicBezTo>
                  <a:cubicBezTo>
                    <a:pt x="2405" y="1028"/>
                    <a:pt x="2405" y="1027"/>
                    <a:pt x="2405" y="1026"/>
                  </a:cubicBezTo>
                  <a:cubicBezTo>
                    <a:pt x="2405" y="1022"/>
                    <a:pt x="2403" y="1018"/>
                    <a:pt x="2403" y="1014"/>
                  </a:cubicBezTo>
                  <a:lnTo>
                    <a:pt x="2404" y="1009"/>
                  </a:lnTo>
                  <a:cubicBezTo>
                    <a:pt x="2411" y="980"/>
                    <a:pt x="2412" y="953"/>
                    <a:pt x="2417" y="923"/>
                  </a:cubicBezTo>
                  <a:cubicBezTo>
                    <a:pt x="2417" y="920"/>
                    <a:pt x="2417" y="917"/>
                    <a:pt x="2417" y="913"/>
                  </a:cubicBezTo>
                  <a:cubicBezTo>
                    <a:pt x="2417" y="893"/>
                    <a:pt x="2414" y="874"/>
                    <a:pt x="2408" y="854"/>
                  </a:cubicBezTo>
                  <a:cubicBezTo>
                    <a:pt x="2405" y="833"/>
                    <a:pt x="2399" y="813"/>
                    <a:pt x="2390" y="794"/>
                  </a:cubicBezTo>
                  <a:cubicBezTo>
                    <a:pt x="2380" y="775"/>
                    <a:pt x="2371" y="756"/>
                    <a:pt x="2363" y="736"/>
                  </a:cubicBezTo>
                  <a:cubicBezTo>
                    <a:pt x="2370" y="736"/>
                    <a:pt x="2376" y="726"/>
                    <a:pt x="2378" y="717"/>
                  </a:cubicBezTo>
                  <a:cubicBezTo>
                    <a:pt x="2391" y="706"/>
                    <a:pt x="2406" y="689"/>
                    <a:pt x="2410" y="686"/>
                  </a:cubicBezTo>
                  <a:cubicBezTo>
                    <a:pt x="2451" y="655"/>
                    <a:pt x="2489" y="620"/>
                    <a:pt x="2523" y="581"/>
                  </a:cubicBezTo>
                  <a:cubicBezTo>
                    <a:pt x="2545" y="555"/>
                    <a:pt x="2551" y="515"/>
                    <a:pt x="2567" y="485"/>
                  </a:cubicBezTo>
                  <a:cubicBezTo>
                    <a:pt x="2578" y="463"/>
                    <a:pt x="2589" y="440"/>
                    <a:pt x="2600" y="417"/>
                  </a:cubicBezTo>
                  <a:cubicBezTo>
                    <a:pt x="2629" y="389"/>
                    <a:pt x="2657" y="361"/>
                    <a:pt x="2682" y="331"/>
                  </a:cubicBezTo>
                  <a:cubicBezTo>
                    <a:pt x="2712" y="310"/>
                    <a:pt x="2739" y="287"/>
                    <a:pt x="2744" y="254"/>
                  </a:cubicBezTo>
                  <a:cubicBezTo>
                    <a:pt x="2757" y="239"/>
                    <a:pt x="2768" y="224"/>
                    <a:pt x="2778" y="207"/>
                  </a:cubicBezTo>
                  <a:cubicBezTo>
                    <a:pt x="2788" y="189"/>
                    <a:pt x="2797" y="169"/>
                    <a:pt x="2803" y="148"/>
                  </a:cubicBezTo>
                  <a:cubicBezTo>
                    <a:pt x="2803" y="146"/>
                    <a:pt x="2800" y="144"/>
                    <a:pt x="2798" y="146"/>
                  </a:cubicBezTo>
                  <a:cubicBezTo>
                    <a:pt x="2781" y="169"/>
                    <a:pt x="2764" y="193"/>
                    <a:pt x="2749" y="218"/>
                  </a:cubicBezTo>
                  <a:cubicBezTo>
                    <a:pt x="2745" y="224"/>
                    <a:pt x="2741" y="229"/>
                    <a:pt x="2737" y="235"/>
                  </a:cubicBezTo>
                  <a:cubicBezTo>
                    <a:pt x="2735" y="234"/>
                    <a:pt x="2734" y="234"/>
                    <a:pt x="2733" y="234"/>
                  </a:cubicBezTo>
                  <a:cubicBezTo>
                    <a:pt x="2731" y="234"/>
                    <a:pt x="2729" y="234"/>
                    <a:pt x="2728" y="235"/>
                  </a:cubicBezTo>
                  <a:cubicBezTo>
                    <a:pt x="2726" y="236"/>
                    <a:pt x="2725" y="237"/>
                    <a:pt x="2725" y="238"/>
                  </a:cubicBezTo>
                  <a:cubicBezTo>
                    <a:pt x="2724" y="239"/>
                    <a:pt x="2725" y="240"/>
                    <a:pt x="2724" y="240"/>
                  </a:cubicBezTo>
                  <a:cubicBezTo>
                    <a:pt x="2722" y="246"/>
                    <a:pt x="2720" y="251"/>
                    <a:pt x="2717" y="256"/>
                  </a:cubicBezTo>
                  <a:cubicBezTo>
                    <a:pt x="2714" y="261"/>
                    <a:pt x="2710" y="266"/>
                    <a:pt x="2707" y="271"/>
                  </a:cubicBezTo>
                  <a:cubicBezTo>
                    <a:pt x="2702" y="276"/>
                    <a:pt x="2697" y="282"/>
                    <a:pt x="2692" y="287"/>
                  </a:cubicBezTo>
                  <a:cubicBezTo>
                    <a:pt x="2655" y="325"/>
                    <a:pt x="2602" y="349"/>
                    <a:pt x="2577" y="398"/>
                  </a:cubicBezTo>
                  <a:cubicBezTo>
                    <a:pt x="2564" y="425"/>
                    <a:pt x="2550" y="454"/>
                    <a:pt x="2535" y="482"/>
                  </a:cubicBezTo>
                  <a:lnTo>
                    <a:pt x="2530" y="475"/>
                  </a:lnTo>
                  <a:cubicBezTo>
                    <a:pt x="2526" y="469"/>
                    <a:pt x="2523" y="464"/>
                    <a:pt x="2518" y="459"/>
                  </a:cubicBezTo>
                  <a:cubicBezTo>
                    <a:pt x="2514" y="454"/>
                    <a:pt x="2508" y="448"/>
                    <a:pt x="2501" y="451"/>
                  </a:cubicBezTo>
                  <a:cubicBezTo>
                    <a:pt x="2493" y="454"/>
                    <a:pt x="2489" y="467"/>
                    <a:pt x="2498" y="471"/>
                  </a:cubicBezTo>
                  <a:cubicBezTo>
                    <a:pt x="2500" y="471"/>
                    <a:pt x="2502" y="477"/>
                    <a:pt x="2503" y="479"/>
                  </a:cubicBezTo>
                  <a:cubicBezTo>
                    <a:pt x="2506" y="484"/>
                    <a:pt x="2509" y="490"/>
                    <a:pt x="2512" y="495"/>
                  </a:cubicBezTo>
                  <a:lnTo>
                    <a:pt x="2512" y="496"/>
                  </a:lnTo>
                  <a:cubicBezTo>
                    <a:pt x="2515" y="500"/>
                    <a:pt x="2518" y="504"/>
                    <a:pt x="2522" y="507"/>
                  </a:cubicBezTo>
                  <a:cubicBezTo>
                    <a:pt x="2517" y="504"/>
                    <a:pt x="2513" y="501"/>
                    <a:pt x="2509" y="497"/>
                  </a:cubicBezTo>
                  <a:cubicBezTo>
                    <a:pt x="2495" y="485"/>
                    <a:pt x="2492" y="463"/>
                    <a:pt x="2475" y="456"/>
                  </a:cubicBezTo>
                  <a:cubicBezTo>
                    <a:pt x="2465" y="452"/>
                    <a:pt x="2458" y="468"/>
                    <a:pt x="2467" y="473"/>
                  </a:cubicBezTo>
                  <a:cubicBezTo>
                    <a:pt x="2472" y="476"/>
                    <a:pt x="2473" y="483"/>
                    <a:pt x="2475" y="487"/>
                  </a:cubicBezTo>
                  <a:cubicBezTo>
                    <a:pt x="2477" y="492"/>
                    <a:pt x="2479" y="496"/>
                    <a:pt x="2482" y="500"/>
                  </a:cubicBezTo>
                  <a:cubicBezTo>
                    <a:pt x="2482" y="501"/>
                    <a:pt x="2482" y="501"/>
                    <a:pt x="2482" y="502"/>
                  </a:cubicBezTo>
                  <a:cubicBezTo>
                    <a:pt x="2486" y="507"/>
                    <a:pt x="2490" y="512"/>
                    <a:pt x="2494" y="517"/>
                  </a:cubicBezTo>
                  <a:cubicBezTo>
                    <a:pt x="2499" y="521"/>
                    <a:pt x="2503" y="525"/>
                    <a:pt x="2508" y="529"/>
                  </a:cubicBezTo>
                  <a:lnTo>
                    <a:pt x="2500" y="541"/>
                  </a:lnTo>
                  <a:cubicBezTo>
                    <a:pt x="2493" y="537"/>
                    <a:pt x="2487" y="531"/>
                    <a:pt x="2482" y="525"/>
                  </a:cubicBezTo>
                  <a:cubicBezTo>
                    <a:pt x="2478" y="520"/>
                    <a:pt x="2472" y="515"/>
                    <a:pt x="2468" y="509"/>
                  </a:cubicBezTo>
                  <a:cubicBezTo>
                    <a:pt x="2467" y="506"/>
                    <a:pt x="2465" y="503"/>
                    <a:pt x="2464" y="501"/>
                  </a:cubicBezTo>
                  <a:cubicBezTo>
                    <a:pt x="2462" y="498"/>
                    <a:pt x="2461" y="496"/>
                    <a:pt x="2460" y="494"/>
                  </a:cubicBezTo>
                  <a:cubicBezTo>
                    <a:pt x="2457" y="491"/>
                    <a:pt x="2454" y="487"/>
                    <a:pt x="2451" y="483"/>
                  </a:cubicBezTo>
                  <a:cubicBezTo>
                    <a:pt x="2450" y="481"/>
                    <a:pt x="2449" y="480"/>
                    <a:pt x="2449" y="478"/>
                  </a:cubicBezTo>
                  <a:cubicBezTo>
                    <a:pt x="2447" y="473"/>
                    <a:pt x="2443" y="470"/>
                    <a:pt x="2441" y="465"/>
                  </a:cubicBezTo>
                  <a:cubicBezTo>
                    <a:pt x="2438" y="456"/>
                    <a:pt x="2421" y="459"/>
                    <a:pt x="2424" y="469"/>
                  </a:cubicBezTo>
                  <a:cubicBezTo>
                    <a:pt x="2427" y="478"/>
                    <a:pt x="2430" y="486"/>
                    <a:pt x="2434" y="494"/>
                  </a:cubicBezTo>
                  <a:cubicBezTo>
                    <a:pt x="2436" y="500"/>
                    <a:pt x="2442" y="505"/>
                    <a:pt x="2445" y="510"/>
                  </a:cubicBezTo>
                  <a:cubicBezTo>
                    <a:pt x="2446" y="513"/>
                    <a:pt x="2448" y="516"/>
                    <a:pt x="2450" y="519"/>
                  </a:cubicBezTo>
                  <a:cubicBezTo>
                    <a:pt x="2452" y="523"/>
                    <a:pt x="2454" y="526"/>
                    <a:pt x="2456" y="530"/>
                  </a:cubicBezTo>
                  <a:cubicBezTo>
                    <a:pt x="2464" y="542"/>
                    <a:pt x="2474" y="552"/>
                    <a:pt x="2486" y="560"/>
                  </a:cubicBezTo>
                  <a:cubicBezTo>
                    <a:pt x="2482" y="566"/>
                    <a:pt x="2477" y="571"/>
                    <a:pt x="2472" y="576"/>
                  </a:cubicBezTo>
                  <a:cubicBezTo>
                    <a:pt x="2471" y="575"/>
                    <a:pt x="2469" y="574"/>
                    <a:pt x="2468" y="572"/>
                  </a:cubicBezTo>
                  <a:cubicBezTo>
                    <a:pt x="2457" y="563"/>
                    <a:pt x="2448" y="552"/>
                    <a:pt x="2441" y="540"/>
                  </a:cubicBezTo>
                  <a:cubicBezTo>
                    <a:pt x="2435" y="529"/>
                    <a:pt x="2430" y="518"/>
                    <a:pt x="2423" y="506"/>
                  </a:cubicBezTo>
                  <a:cubicBezTo>
                    <a:pt x="2415" y="492"/>
                    <a:pt x="2405" y="478"/>
                    <a:pt x="2396" y="464"/>
                  </a:cubicBezTo>
                  <a:cubicBezTo>
                    <a:pt x="2390" y="457"/>
                    <a:pt x="2378" y="464"/>
                    <a:pt x="2384" y="472"/>
                  </a:cubicBezTo>
                  <a:cubicBezTo>
                    <a:pt x="2394" y="488"/>
                    <a:pt x="2423" y="567"/>
                    <a:pt x="2455" y="593"/>
                  </a:cubicBezTo>
                  <a:lnTo>
                    <a:pt x="2444" y="602"/>
                  </a:lnTo>
                  <a:cubicBezTo>
                    <a:pt x="2434" y="589"/>
                    <a:pt x="2426" y="575"/>
                    <a:pt x="2418" y="561"/>
                  </a:cubicBezTo>
                  <a:cubicBezTo>
                    <a:pt x="2412" y="552"/>
                    <a:pt x="2407" y="542"/>
                    <a:pt x="2402" y="532"/>
                  </a:cubicBezTo>
                  <a:cubicBezTo>
                    <a:pt x="2400" y="529"/>
                    <a:pt x="2399" y="526"/>
                    <a:pt x="2397" y="523"/>
                  </a:cubicBezTo>
                  <a:cubicBezTo>
                    <a:pt x="2386" y="504"/>
                    <a:pt x="2374" y="485"/>
                    <a:pt x="2360" y="467"/>
                  </a:cubicBezTo>
                  <a:cubicBezTo>
                    <a:pt x="2355" y="460"/>
                    <a:pt x="2343" y="467"/>
                    <a:pt x="2347" y="474"/>
                  </a:cubicBezTo>
                  <a:cubicBezTo>
                    <a:pt x="2365" y="509"/>
                    <a:pt x="2384" y="545"/>
                    <a:pt x="2406" y="578"/>
                  </a:cubicBezTo>
                  <a:cubicBezTo>
                    <a:pt x="2407" y="581"/>
                    <a:pt x="2408" y="583"/>
                    <a:pt x="2409" y="585"/>
                  </a:cubicBezTo>
                  <a:cubicBezTo>
                    <a:pt x="2415" y="595"/>
                    <a:pt x="2422" y="605"/>
                    <a:pt x="2430" y="614"/>
                  </a:cubicBezTo>
                  <a:lnTo>
                    <a:pt x="2417" y="625"/>
                  </a:lnTo>
                  <a:cubicBezTo>
                    <a:pt x="2420" y="625"/>
                    <a:pt x="2415" y="619"/>
                    <a:pt x="2414" y="617"/>
                  </a:cubicBezTo>
                  <a:cubicBezTo>
                    <a:pt x="2410" y="609"/>
                    <a:pt x="2406" y="602"/>
                    <a:pt x="2402" y="596"/>
                  </a:cubicBezTo>
                  <a:cubicBezTo>
                    <a:pt x="2398" y="589"/>
                    <a:pt x="2396" y="586"/>
                    <a:pt x="2393" y="582"/>
                  </a:cubicBezTo>
                  <a:cubicBezTo>
                    <a:pt x="2389" y="577"/>
                    <a:pt x="2387" y="577"/>
                    <a:pt x="2387" y="572"/>
                  </a:cubicBezTo>
                  <a:cubicBezTo>
                    <a:pt x="2386" y="567"/>
                    <a:pt x="2376" y="567"/>
                    <a:pt x="2375" y="572"/>
                  </a:cubicBezTo>
                  <a:cubicBezTo>
                    <a:pt x="2375" y="582"/>
                    <a:pt x="2382" y="585"/>
                    <a:pt x="2385" y="594"/>
                  </a:cubicBezTo>
                  <a:cubicBezTo>
                    <a:pt x="2388" y="602"/>
                    <a:pt x="2390" y="610"/>
                    <a:pt x="2392" y="618"/>
                  </a:cubicBezTo>
                  <a:cubicBezTo>
                    <a:pt x="2394" y="623"/>
                    <a:pt x="2396" y="627"/>
                    <a:pt x="2398" y="631"/>
                  </a:cubicBezTo>
                  <a:cubicBezTo>
                    <a:pt x="2400" y="634"/>
                    <a:pt x="2401" y="636"/>
                    <a:pt x="2403" y="638"/>
                  </a:cubicBezTo>
                  <a:lnTo>
                    <a:pt x="2398" y="644"/>
                  </a:lnTo>
                  <a:cubicBezTo>
                    <a:pt x="2366" y="596"/>
                    <a:pt x="2341" y="540"/>
                    <a:pt x="2301" y="498"/>
                  </a:cubicBezTo>
                  <a:cubicBezTo>
                    <a:pt x="2299" y="496"/>
                    <a:pt x="2295" y="500"/>
                    <a:pt x="2297" y="502"/>
                  </a:cubicBezTo>
                  <a:cubicBezTo>
                    <a:pt x="2306" y="515"/>
                    <a:pt x="2315" y="529"/>
                    <a:pt x="2323" y="543"/>
                  </a:cubicBezTo>
                  <a:cubicBezTo>
                    <a:pt x="2336" y="565"/>
                    <a:pt x="2347" y="588"/>
                    <a:pt x="2357" y="612"/>
                  </a:cubicBezTo>
                  <a:lnTo>
                    <a:pt x="2358" y="615"/>
                  </a:lnTo>
                  <a:cubicBezTo>
                    <a:pt x="2328" y="565"/>
                    <a:pt x="2270" y="531"/>
                    <a:pt x="2225" y="497"/>
                  </a:cubicBezTo>
                  <a:lnTo>
                    <a:pt x="2224" y="497"/>
                  </a:lnTo>
                  <a:cubicBezTo>
                    <a:pt x="2223" y="497"/>
                    <a:pt x="2223" y="497"/>
                    <a:pt x="2222" y="497"/>
                  </a:cubicBezTo>
                  <a:lnTo>
                    <a:pt x="2221" y="498"/>
                  </a:lnTo>
                  <a:cubicBezTo>
                    <a:pt x="2220" y="499"/>
                    <a:pt x="2221" y="499"/>
                    <a:pt x="2221" y="499"/>
                  </a:cubicBezTo>
                  <a:cubicBezTo>
                    <a:pt x="2221" y="500"/>
                    <a:pt x="2220" y="500"/>
                    <a:pt x="2221" y="501"/>
                  </a:cubicBezTo>
                  <a:cubicBezTo>
                    <a:pt x="2222" y="502"/>
                    <a:pt x="2222" y="501"/>
                    <a:pt x="2222" y="502"/>
                  </a:cubicBezTo>
                  <a:cubicBezTo>
                    <a:pt x="2255" y="530"/>
                    <a:pt x="2286" y="562"/>
                    <a:pt x="2314" y="595"/>
                  </a:cubicBezTo>
                  <a:cubicBezTo>
                    <a:pt x="2313" y="595"/>
                    <a:pt x="2313" y="595"/>
                    <a:pt x="2312" y="595"/>
                  </a:cubicBezTo>
                  <a:cubicBezTo>
                    <a:pt x="2311" y="595"/>
                    <a:pt x="2309" y="595"/>
                    <a:pt x="2308" y="596"/>
                  </a:cubicBezTo>
                  <a:cubicBezTo>
                    <a:pt x="2307" y="597"/>
                    <a:pt x="2306" y="597"/>
                    <a:pt x="2305" y="599"/>
                  </a:cubicBezTo>
                  <a:cubicBezTo>
                    <a:pt x="2305" y="599"/>
                    <a:pt x="2304" y="600"/>
                    <a:pt x="2304" y="601"/>
                  </a:cubicBezTo>
                  <a:cubicBezTo>
                    <a:pt x="2304" y="605"/>
                    <a:pt x="2303" y="608"/>
                    <a:pt x="2303" y="611"/>
                  </a:cubicBezTo>
                  <a:cubicBezTo>
                    <a:pt x="2303" y="616"/>
                    <a:pt x="2304" y="621"/>
                    <a:pt x="2305" y="625"/>
                  </a:cubicBezTo>
                  <a:cubicBezTo>
                    <a:pt x="2303" y="622"/>
                    <a:pt x="2301" y="619"/>
                    <a:pt x="2299" y="615"/>
                  </a:cubicBezTo>
                  <a:cubicBezTo>
                    <a:pt x="2298" y="613"/>
                    <a:pt x="2296" y="611"/>
                    <a:pt x="2295" y="609"/>
                  </a:cubicBezTo>
                  <a:cubicBezTo>
                    <a:pt x="2293" y="604"/>
                    <a:pt x="2289" y="600"/>
                    <a:pt x="2285" y="597"/>
                  </a:cubicBezTo>
                  <a:cubicBezTo>
                    <a:pt x="2281" y="593"/>
                    <a:pt x="2283" y="587"/>
                    <a:pt x="2279" y="584"/>
                  </a:cubicBezTo>
                  <a:cubicBezTo>
                    <a:pt x="2271" y="578"/>
                    <a:pt x="2249" y="568"/>
                    <a:pt x="2244" y="560"/>
                  </a:cubicBezTo>
                  <a:cubicBezTo>
                    <a:pt x="2237" y="548"/>
                    <a:pt x="2223" y="547"/>
                    <a:pt x="2213" y="537"/>
                  </a:cubicBezTo>
                  <a:lnTo>
                    <a:pt x="2212" y="537"/>
                  </a:lnTo>
                  <a:cubicBezTo>
                    <a:pt x="2211" y="537"/>
                    <a:pt x="2211" y="537"/>
                    <a:pt x="2211" y="537"/>
                  </a:cubicBezTo>
                  <a:cubicBezTo>
                    <a:pt x="2210" y="537"/>
                    <a:pt x="2210" y="537"/>
                    <a:pt x="2210" y="538"/>
                  </a:cubicBezTo>
                  <a:lnTo>
                    <a:pt x="2210" y="539"/>
                  </a:lnTo>
                  <a:lnTo>
                    <a:pt x="2210" y="540"/>
                  </a:lnTo>
                  <a:cubicBezTo>
                    <a:pt x="2214" y="545"/>
                    <a:pt x="2219" y="548"/>
                    <a:pt x="2224" y="551"/>
                  </a:cubicBezTo>
                  <a:cubicBezTo>
                    <a:pt x="2225" y="552"/>
                    <a:pt x="2226" y="552"/>
                    <a:pt x="2227" y="553"/>
                  </a:cubicBezTo>
                  <a:cubicBezTo>
                    <a:pt x="2237" y="559"/>
                    <a:pt x="2236" y="573"/>
                    <a:pt x="2245" y="577"/>
                  </a:cubicBezTo>
                  <a:cubicBezTo>
                    <a:pt x="2246" y="577"/>
                    <a:pt x="2247" y="578"/>
                    <a:pt x="2248" y="579"/>
                  </a:cubicBezTo>
                  <a:cubicBezTo>
                    <a:pt x="2254" y="582"/>
                    <a:pt x="2260" y="587"/>
                    <a:pt x="2266" y="591"/>
                  </a:cubicBezTo>
                  <a:cubicBezTo>
                    <a:pt x="2270" y="595"/>
                    <a:pt x="2271" y="602"/>
                    <a:pt x="2275" y="606"/>
                  </a:cubicBezTo>
                  <a:cubicBezTo>
                    <a:pt x="2285" y="617"/>
                    <a:pt x="2295" y="652"/>
                    <a:pt x="2314" y="649"/>
                  </a:cubicBezTo>
                  <a:cubicBezTo>
                    <a:pt x="2318" y="660"/>
                    <a:pt x="2321" y="671"/>
                    <a:pt x="2322" y="672"/>
                  </a:cubicBezTo>
                  <a:cubicBezTo>
                    <a:pt x="2330" y="690"/>
                    <a:pt x="2333" y="710"/>
                    <a:pt x="2341" y="727"/>
                  </a:cubicBezTo>
                  <a:cubicBezTo>
                    <a:pt x="2356" y="756"/>
                    <a:pt x="2381" y="797"/>
                    <a:pt x="2386" y="830"/>
                  </a:cubicBezTo>
                  <a:cubicBezTo>
                    <a:pt x="2392" y="871"/>
                    <a:pt x="2403" y="912"/>
                    <a:pt x="2395" y="953"/>
                  </a:cubicBezTo>
                  <a:lnTo>
                    <a:pt x="2393" y="963"/>
                  </a:lnTo>
                  <a:cubicBezTo>
                    <a:pt x="2375" y="901"/>
                    <a:pt x="2352" y="842"/>
                    <a:pt x="2323" y="786"/>
                  </a:cubicBezTo>
                  <a:cubicBezTo>
                    <a:pt x="2320" y="781"/>
                    <a:pt x="2312" y="784"/>
                    <a:pt x="2315" y="790"/>
                  </a:cubicBezTo>
                  <a:cubicBezTo>
                    <a:pt x="2328" y="819"/>
                    <a:pt x="2337" y="850"/>
                    <a:pt x="2343" y="881"/>
                  </a:cubicBezTo>
                  <a:cubicBezTo>
                    <a:pt x="2355" y="931"/>
                    <a:pt x="2368" y="977"/>
                    <a:pt x="2377" y="1027"/>
                  </a:cubicBezTo>
                  <a:cubicBezTo>
                    <a:pt x="2377" y="1028"/>
                    <a:pt x="2378" y="1029"/>
                    <a:pt x="2378" y="1030"/>
                  </a:cubicBezTo>
                  <a:cubicBezTo>
                    <a:pt x="2375" y="1042"/>
                    <a:pt x="2371" y="1054"/>
                    <a:pt x="2366" y="1066"/>
                  </a:cubicBezTo>
                  <a:cubicBezTo>
                    <a:pt x="2362" y="984"/>
                    <a:pt x="2342" y="904"/>
                    <a:pt x="2307" y="830"/>
                  </a:cubicBezTo>
                  <a:cubicBezTo>
                    <a:pt x="2305" y="825"/>
                    <a:pt x="2296" y="829"/>
                    <a:pt x="2298" y="834"/>
                  </a:cubicBezTo>
                  <a:cubicBezTo>
                    <a:pt x="2312" y="869"/>
                    <a:pt x="2320" y="908"/>
                    <a:pt x="2330" y="944"/>
                  </a:cubicBezTo>
                  <a:cubicBezTo>
                    <a:pt x="2345" y="998"/>
                    <a:pt x="2342" y="1049"/>
                    <a:pt x="2344" y="1103"/>
                  </a:cubicBezTo>
                  <a:cubicBezTo>
                    <a:pt x="2338" y="1110"/>
                    <a:pt x="2332" y="1115"/>
                    <a:pt x="2325" y="1120"/>
                  </a:cubicBezTo>
                  <a:cubicBezTo>
                    <a:pt x="2318" y="1058"/>
                    <a:pt x="2307" y="996"/>
                    <a:pt x="2292" y="936"/>
                  </a:cubicBezTo>
                  <a:cubicBezTo>
                    <a:pt x="2290" y="930"/>
                    <a:pt x="2280" y="930"/>
                    <a:pt x="2280" y="937"/>
                  </a:cubicBezTo>
                  <a:cubicBezTo>
                    <a:pt x="2283" y="1000"/>
                    <a:pt x="2297" y="1063"/>
                    <a:pt x="2299" y="1126"/>
                  </a:cubicBezTo>
                  <a:lnTo>
                    <a:pt x="2283" y="1126"/>
                  </a:lnTo>
                  <a:cubicBezTo>
                    <a:pt x="2283" y="1103"/>
                    <a:pt x="2271" y="1081"/>
                    <a:pt x="2269" y="1057"/>
                  </a:cubicBezTo>
                  <a:lnTo>
                    <a:pt x="2269" y="1056"/>
                  </a:lnTo>
                  <a:cubicBezTo>
                    <a:pt x="2269" y="1044"/>
                    <a:pt x="2268" y="1031"/>
                    <a:pt x="2265" y="1019"/>
                  </a:cubicBezTo>
                  <a:cubicBezTo>
                    <a:pt x="2257" y="1000"/>
                    <a:pt x="2250" y="978"/>
                    <a:pt x="2243" y="958"/>
                  </a:cubicBezTo>
                  <a:cubicBezTo>
                    <a:pt x="2243" y="958"/>
                    <a:pt x="2242" y="958"/>
                    <a:pt x="2242" y="957"/>
                  </a:cubicBezTo>
                  <a:cubicBezTo>
                    <a:pt x="2241" y="956"/>
                    <a:pt x="2241" y="956"/>
                    <a:pt x="2240" y="955"/>
                  </a:cubicBezTo>
                  <a:cubicBezTo>
                    <a:pt x="2239" y="954"/>
                    <a:pt x="2238" y="954"/>
                    <a:pt x="2237" y="954"/>
                  </a:cubicBezTo>
                  <a:cubicBezTo>
                    <a:pt x="2236" y="954"/>
                    <a:pt x="2235" y="954"/>
                    <a:pt x="2234" y="955"/>
                  </a:cubicBezTo>
                  <a:cubicBezTo>
                    <a:pt x="2233" y="956"/>
                    <a:pt x="2232" y="956"/>
                    <a:pt x="2232" y="957"/>
                  </a:cubicBezTo>
                  <a:cubicBezTo>
                    <a:pt x="2231" y="958"/>
                    <a:pt x="2231" y="959"/>
                    <a:pt x="2231" y="960"/>
                  </a:cubicBezTo>
                  <a:cubicBezTo>
                    <a:pt x="2231" y="961"/>
                    <a:pt x="2231" y="961"/>
                    <a:pt x="2231" y="962"/>
                  </a:cubicBezTo>
                  <a:cubicBezTo>
                    <a:pt x="2242" y="1016"/>
                    <a:pt x="2245" y="1071"/>
                    <a:pt x="2255" y="1126"/>
                  </a:cubicBezTo>
                  <a:lnTo>
                    <a:pt x="2253" y="1126"/>
                  </a:lnTo>
                  <a:cubicBezTo>
                    <a:pt x="2242" y="1051"/>
                    <a:pt x="2215" y="979"/>
                    <a:pt x="2178" y="914"/>
                  </a:cubicBezTo>
                  <a:cubicBezTo>
                    <a:pt x="2166" y="894"/>
                    <a:pt x="2154" y="874"/>
                    <a:pt x="2140" y="855"/>
                  </a:cubicBezTo>
                  <a:cubicBezTo>
                    <a:pt x="2136" y="850"/>
                    <a:pt x="2127" y="856"/>
                    <a:pt x="2130" y="862"/>
                  </a:cubicBezTo>
                  <a:cubicBezTo>
                    <a:pt x="2175" y="943"/>
                    <a:pt x="2206" y="1031"/>
                    <a:pt x="2224" y="1123"/>
                  </a:cubicBezTo>
                  <a:cubicBezTo>
                    <a:pt x="2214" y="1091"/>
                    <a:pt x="2202" y="1061"/>
                    <a:pt x="2187" y="1031"/>
                  </a:cubicBezTo>
                  <a:cubicBezTo>
                    <a:pt x="2165" y="994"/>
                    <a:pt x="2137" y="964"/>
                    <a:pt x="2114" y="928"/>
                  </a:cubicBezTo>
                  <a:cubicBezTo>
                    <a:pt x="2113" y="928"/>
                    <a:pt x="2113" y="927"/>
                    <a:pt x="2112" y="927"/>
                  </a:cubicBezTo>
                  <a:cubicBezTo>
                    <a:pt x="2111" y="926"/>
                    <a:pt x="2111" y="926"/>
                    <a:pt x="2110" y="926"/>
                  </a:cubicBezTo>
                  <a:cubicBezTo>
                    <a:pt x="2109" y="926"/>
                    <a:pt x="2108" y="926"/>
                    <a:pt x="2107" y="927"/>
                  </a:cubicBezTo>
                  <a:cubicBezTo>
                    <a:pt x="2107" y="927"/>
                    <a:pt x="2107" y="928"/>
                    <a:pt x="2106" y="929"/>
                  </a:cubicBezTo>
                  <a:cubicBezTo>
                    <a:pt x="2105" y="930"/>
                    <a:pt x="2105" y="930"/>
                    <a:pt x="2105" y="931"/>
                  </a:cubicBezTo>
                  <a:cubicBezTo>
                    <a:pt x="2105" y="932"/>
                    <a:pt x="2105" y="933"/>
                    <a:pt x="2106" y="933"/>
                  </a:cubicBezTo>
                  <a:cubicBezTo>
                    <a:pt x="2112" y="948"/>
                    <a:pt x="2119" y="963"/>
                    <a:pt x="2127" y="977"/>
                  </a:cubicBezTo>
                  <a:cubicBezTo>
                    <a:pt x="2134" y="989"/>
                    <a:pt x="2142" y="1001"/>
                    <a:pt x="2150" y="1012"/>
                  </a:cubicBezTo>
                  <a:cubicBezTo>
                    <a:pt x="2155" y="1018"/>
                    <a:pt x="2158" y="1024"/>
                    <a:pt x="2162" y="1030"/>
                  </a:cubicBezTo>
                  <a:cubicBezTo>
                    <a:pt x="2173" y="1049"/>
                    <a:pt x="2181" y="1069"/>
                    <a:pt x="2185" y="1091"/>
                  </a:cubicBezTo>
                  <a:cubicBezTo>
                    <a:pt x="2181" y="1086"/>
                    <a:pt x="2177" y="1080"/>
                    <a:pt x="2174" y="1074"/>
                  </a:cubicBezTo>
                  <a:cubicBezTo>
                    <a:pt x="2172" y="1072"/>
                    <a:pt x="2171" y="1070"/>
                    <a:pt x="2170" y="1067"/>
                  </a:cubicBezTo>
                  <a:cubicBezTo>
                    <a:pt x="2166" y="1057"/>
                    <a:pt x="2150" y="1046"/>
                    <a:pt x="2143" y="1038"/>
                  </a:cubicBezTo>
                  <a:cubicBezTo>
                    <a:pt x="2117" y="1009"/>
                    <a:pt x="2091" y="981"/>
                    <a:pt x="2064" y="954"/>
                  </a:cubicBezTo>
                  <a:cubicBezTo>
                    <a:pt x="2061" y="950"/>
                    <a:pt x="2054" y="954"/>
                    <a:pt x="2057" y="958"/>
                  </a:cubicBezTo>
                  <a:cubicBezTo>
                    <a:pt x="2081" y="998"/>
                    <a:pt x="2111" y="1033"/>
                    <a:pt x="2139" y="1071"/>
                  </a:cubicBezTo>
                  <a:lnTo>
                    <a:pt x="2140" y="1072"/>
                  </a:lnTo>
                  <a:cubicBezTo>
                    <a:pt x="2149" y="1088"/>
                    <a:pt x="2159" y="1102"/>
                    <a:pt x="2170" y="1115"/>
                  </a:cubicBezTo>
                  <a:cubicBezTo>
                    <a:pt x="2154" y="1109"/>
                    <a:pt x="2138" y="1103"/>
                    <a:pt x="2122" y="1095"/>
                  </a:cubicBezTo>
                  <a:cubicBezTo>
                    <a:pt x="2103" y="1088"/>
                    <a:pt x="2085" y="1079"/>
                    <a:pt x="2068" y="1069"/>
                  </a:cubicBezTo>
                  <a:cubicBezTo>
                    <a:pt x="2060" y="1065"/>
                    <a:pt x="2053" y="1061"/>
                    <a:pt x="2046" y="1056"/>
                  </a:cubicBezTo>
                  <a:lnTo>
                    <a:pt x="2045" y="1055"/>
                  </a:lnTo>
                  <a:lnTo>
                    <a:pt x="2044" y="1055"/>
                  </a:lnTo>
                  <a:cubicBezTo>
                    <a:pt x="2043" y="1055"/>
                    <a:pt x="2043" y="1054"/>
                    <a:pt x="2042" y="1055"/>
                  </a:cubicBezTo>
                  <a:cubicBezTo>
                    <a:pt x="2041" y="1056"/>
                    <a:pt x="2042" y="1055"/>
                    <a:pt x="2041" y="1056"/>
                  </a:cubicBezTo>
                  <a:cubicBezTo>
                    <a:pt x="2040" y="1057"/>
                    <a:pt x="2041" y="1057"/>
                    <a:pt x="2041" y="1058"/>
                  </a:cubicBezTo>
                  <a:cubicBezTo>
                    <a:pt x="2041" y="1059"/>
                    <a:pt x="2041" y="1059"/>
                    <a:pt x="2041" y="1059"/>
                  </a:cubicBezTo>
                  <a:cubicBezTo>
                    <a:pt x="2041" y="1060"/>
                    <a:pt x="2042" y="1060"/>
                    <a:pt x="2042" y="1060"/>
                  </a:cubicBezTo>
                  <a:cubicBezTo>
                    <a:pt x="2058" y="1079"/>
                    <a:pt x="2077" y="1095"/>
                    <a:pt x="2098" y="1109"/>
                  </a:cubicBezTo>
                  <a:cubicBezTo>
                    <a:pt x="2107" y="1116"/>
                    <a:pt x="2118" y="1123"/>
                    <a:pt x="2129" y="1130"/>
                  </a:cubicBezTo>
                  <a:cubicBezTo>
                    <a:pt x="2132" y="1132"/>
                    <a:pt x="2136" y="1134"/>
                    <a:pt x="2140" y="1136"/>
                  </a:cubicBezTo>
                  <a:cubicBezTo>
                    <a:pt x="2137" y="1136"/>
                    <a:pt x="2134" y="1136"/>
                    <a:pt x="2130" y="1136"/>
                  </a:cubicBezTo>
                  <a:cubicBezTo>
                    <a:pt x="2124" y="1136"/>
                    <a:pt x="2117" y="1135"/>
                    <a:pt x="2111" y="1133"/>
                  </a:cubicBezTo>
                  <a:cubicBezTo>
                    <a:pt x="2079" y="1121"/>
                    <a:pt x="2048" y="1107"/>
                    <a:pt x="2019" y="1090"/>
                  </a:cubicBezTo>
                  <a:cubicBezTo>
                    <a:pt x="1958" y="1050"/>
                    <a:pt x="1912" y="981"/>
                    <a:pt x="1845" y="951"/>
                  </a:cubicBezTo>
                  <a:cubicBezTo>
                    <a:pt x="1843" y="950"/>
                    <a:pt x="1840" y="954"/>
                    <a:pt x="1843" y="956"/>
                  </a:cubicBezTo>
                  <a:cubicBezTo>
                    <a:pt x="1873" y="975"/>
                    <a:pt x="1891" y="1009"/>
                    <a:pt x="1918" y="1034"/>
                  </a:cubicBezTo>
                  <a:cubicBezTo>
                    <a:pt x="1948" y="1065"/>
                    <a:pt x="1979" y="1094"/>
                    <a:pt x="2012" y="1121"/>
                  </a:cubicBezTo>
                  <a:cubicBezTo>
                    <a:pt x="2022" y="1129"/>
                    <a:pt x="2033" y="1136"/>
                    <a:pt x="2044" y="1142"/>
                  </a:cubicBezTo>
                  <a:cubicBezTo>
                    <a:pt x="2056" y="1149"/>
                    <a:pt x="2068" y="1155"/>
                    <a:pt x="2081" y="1161"/>
                  </a:cubicBezTo>
                  <a:cubicBezTo>
                    <a:pt x="2052" y="1159"/>
                    <a:pt x="2024" y="1154"/>
                    <a:pt x="1997" y="1146"/>
                  </a:cubicBezTo>
                  <a:cubicBezTo>
                    <a:pt x="1985" y="1141"/>
                    <a:pt x="1974" y="1134"/>
                    <a:pt x="1963" y="1128"/>
                  </a:cubicBezTo>
                  <a:cubicBezTo>
                    <a:pt x="1938" y="1113"/>
                    <a:pt x="1916" y="1097"/>
                    <a:pt x="1895" y="1077"/>
                  </a:cubicBezTo>
                  <a:cubicBezTo>
                    <a:pt x="1837" y="1027"/>
                    <a:pt x="1789" y="962"/>
                    <a:pt x="1740" y="903"/>
                  </a:cubicBezTo>
                  <a:cubicBezTo>
                    <a:pt x="1701" y="854"/>
                    <a:pt x="1666" y="805"/>
                    <a:pt x="1615" y="765"/>
                  </a:cubicBezTo>
                  <a:cubicBezTo>
                    <a:pt x="1562" y="725"/>
                    <a:pt x="1511" y="682"/>
                    <a:pt x="1463" y="635"/>
                  </a:cubicBezTo>
                  <a:cubicBezTo>
                    <a:pt x="1429" y="600"/>
                    <a:pt x="1400" y="560"/>
                    <a:pt x="1375" y="517"/>
                  </a:cubicBezTo>
                  <a:cubicBezTo>
                    <a:pt x="1375" y="517"/>
                    <a:pt x="1375" y="515"/>
                    <a:pt x="1375" y="514"/>
                  </a:cubicBezTo>
                  <a:lnTo>
                    <a:pt x="1375" y="513"/>
                  </a:lnTo>
                  <a:cubicBezTo>
                    <a:pt x="1374" y="512"/>
                    <a:pt x="1374" y="511"/>
                    <a:pt x="1373" y="511"/>
                  </a:cubicBezTo>
                  <a:cubicBezTo>
                    <a:pt x="1372" y="511"/>
                    <a:pt x="1372" y="510"/>
                    <a:pt x="1371" y="510"/>
                  </a:cubicBezTo>
                  <a:cubicBezTo>
                    <a:pt x="1360" y="491"/>
                    <a:pt x="1349" y="473"/>
                    <a:pt x="1337" y="455"/>
                  </a:cubicBezTo>
                  <a:lnTo>
                    <a:pt x="1335" y="451"/>
                  </a:lnTo>
                  <a:cubicBezTo>
                    <a:pt x="1335" y="450"/>
                    <a:pt x="1334" y="449"/>
                    <a:pt x="1334" y="448"/>
                  </a:cubicBezTo>
                  <a:cubicBezTo>
                    <a:pt x="1333" y="447"/>
                    <a:pt x="1332" y="446"/>
                    <a:pt x="1331" y="445"/>
                  </a:cubicBezTo>
                  <a:lnTo>
                    <a:pt x="1330" y="445"/>
                  </a:lnTo>
                  <a:cubicBezTo>
                    <a:pt x="1293" y="396"/>
                    <a:pt x="1252" y="351"/>
                    <a:pt x="1208" y="310"/>
                  </a:cubicBezTo>
                  <a:cubicBezTo>
                    <a:pt x="1182" y="282"/>
                    <a:pt x="1155" y="256"/>
                    <a:pt x="1127" y="230"/>
                  </a:cubicBezTo>
                  <a:lnTo>
                    <a:pt x="1123" y="219"/>
                  </a:lnTo>
                  <a:cubicBezTo>
                    <a:pt x="1121" y="214"/>
                    <a:pt x="1117" y="215"/>
                    <a:pt x="1114" y="219"/>
                  </a:cubicBezTo>
                  <a:cubicBezTo>
                    <a:pt x="1039" y="150"/>
                    <a:pt x="961" y="84"/>
                    <a:pt x="887" y="14"/>
                  </a:cubicBezTo>
                  <a:cubicBezTo>
                    <a:pt x="886" y="12"/>
                    <a:pt x="883" y="15"/>
                    <a:pt x="885" y="16"/>
                  </a:cubicBezTo>
                  <a:cubicBezTo>
                    <a:pt x="919" y="57"/>
                    <a:pt x="955" y="97"/>
                    <a:pt x="993" y="134"/>
                  </a:cubicBezTo>
                  <a:cubicBezTo>
                    <a:pt x="1028" y="194"/>
                    <a:pt x="1052" y="260"/>
                    <a:pt x="1064" y="328"/>
                  </a:cubicBezTo>
                  <a:cubicBezTo>
                    <a:pt x="1064" y="329"/>
                    <a:pt x="1065" y="329"/>
                    <a:pt x="1065" y="330"/>
                  </a:cubicBezTo>
                  <a:cubicBezTo>
                    <a:pt x="1065" y="331"/>
                    <a:pt x="1066" y="331"/>
                    <a:pt x="1067" y="332"/>
                  </a:cubicBezTo>
                  <a:cubicBezTo>
                    <a:pt x="1067" y="332"/>
                    <a:pt x="1068" y="332"/>
                    <a:pt x="1069" y="332"/>
                  </a:cubicBezTo>
                  <a:cubicBezTo>
                    <a:pt x="1069" y="332"/>
                    <a:pt x="1070" y="333"/>
                    <a:pt x="1071" y="332"/>
                  </a:cubicBezTo>
                  <a:cubicBezTo>
                    <a:pt x="1072" y="331"/>
                    <a:pt x="1071" y="331"/>
                    <a:pt x="1072" y="330"/>
                  </a:cubicBezTo>
                  <a:cubicBezTo>
                    <a:pt x="1073" y="329"/>
                    <a:pt x="1073" y="329"/>
                    <a:pt x="1073" y="328"/>
                  </a:cubicBezTo>
                  <a:cubicBezTo>
                    <a:pt x="1077" y="280"/>
                    <a:pt x="1055" y="228"/>
                    <a:pt x="1040" y="183"/>
                  </a:cubicBezTo>
                  <a:cubicBezTo>
                    <a:pt x="1040" y="181"/>
                    <a:pt x="1038" y="179"/>
                    <a:pt x="1038" y="178"/>
                  </a:cubicBezTo>
                  <a:lnTo>
                    <a:pt x="1068" y="206"/>
                  </a:lnTo>
                  <a:cubicBezTo>
                    <a:pt x="1070" y="214"/>
                    <a:pt x="1072" y="223"/>
                    <a:pt x="1074" y="230"/>
                  </a:cubicBezTo>
                  <a:cubicBezTo>
                    <a:pt x="1078" y="244"/>
                    <a:pt x="1083" y="258"/>
                    <a:pt x="1089" y="271"/>
                  </a:cubicBezTo>
                  <a:cubicBezTo>
                    <a:pt x="1089" y="272"/>
                    <a:pt x="1089" y="272"/>
                    <a:pt x="1089" y="272"/>
                  </a:cubicBezTo>
                  <a:cubicBezTo>
                    <a:pt x="1090" y="273"/>
                    <a:pt x="1091" y="274"/>
                    <a:pt x="1092" y="275"/>
                  </a:cubicBezTo>
                  <a:cubicBezTo>
                    <a:pt x="1093" y="276"/>
                    <a:pt x="1094" y="275"/>
                    <a:pt x="1095" y="275"/>
                  </a:cubicBezTo>
                  <a:cubicBezTo>
                    <a:pt x="1096" y="275"/>
                    <a:pt x="1097" y="276"/>
                    <a:pt x="1098" y="275"/>
                  </a:cubicBezTo>
                  <a:cubicBezTo>
                    <a:pt x="1099" y="274"/>
                    <a:pt x="1100" y="273"/>
                    <a:pt x="1101" y="272"/>
                  </a:cubicBezTo>
                  <a:lnTo>
                    <a:pt x="1101" y="271"/>
                  </a:lnTo>
                  <a:cubicBezTo>
                    <a:pt x="1103" y="266"/>
                    <a:pt x="1103" y="261"/>
                    <a:pt x="1103" y="256"/>
                  </a:cubicBezTo>
                  <a:cubicBezTo>
                    <a:pt x="1103" y="249"/>
                    <a:pt x="1102" y="243"/>
                    <a:pt x="1099" y="237"/>
                  </a:cubicBezTo>
                  <a:lnTo>
                    <a:pt x="1117" y="253"/>
                  </a:lnTo>
                  <a:cubicBezTo>
                    <a:pt x="1119" y="264"/>
                    <a:pt x="1122" y="276"/>
                    <a:pt x="1125" y="287"/>
                  </a:cubicBezTo>
                  <a:cubicBezTo>
                    <a:pt x="1138" y="331"/>
                    <a:pt x="1147" y="375"/>
                    <a:pt x="1152" y="420"/>
                  </a:cubicBezTo>
                  <a:cubicBezTo>
                    <a:pt x="1153" y="425"/>
                    <a:pt x="1161" y="427"/>
                    <a:pt x="1162" y="420"/>
                  </a:cubicBezTo>
                  <a:cubicBezTo>
                    <a:pt x="1163" y="410"/>
                    <a:pt x="1164" y="400"/>
                    <a:pt x="1164" y="390"/>
                  </a:cubicBezTo>
                  <a:cubicBezTo>
                    <a:pt x="1164" y="352"/>
                    <a:pt x="1156" y="314"/>
                    <a:pt x="1143" y="278"/>
                  </a:cubicBezTo>
                  <a:lnTo>
                    <a:pt x="1166" y="300"/>
                  </a:lnTo>
                  <a:cubicBezTo>
                    <a:pt x="1172" y="320"/>
                    <a:pt x="1176" y="341"/>
                    <a:pt x="1178" y="363"/>
                  </a:cubicBezTo>
                  <a:cubicBezTo>
                    <a:pt x="1181" y="384"/>
                    <a:pt x="1183" y="405"/>
                    <a:pt x="1187" y="426"/>
                  </a:cubicBezTo>
                  <a:cubicBezTo>
                    <a:pt x="1187" y="427"/>
                    <a:pt x="1188" y="428"/>
                    <a:pt x="1188" y="428"/>
                  </a:cubicBezTo>
                  <a:cubicBezTo>
                    <a:pt x="1188" y="429"/>
                    <a:pt x="1189" y="429"/>
                    <a:pt x="1190" y="430"/>
                  </a:cubicBezTo>
                  <a:cubicBezTo>
                    <a:pt x="1191" y="431"/>
                    <a:pt x="1192" y="431"/>
                    <a:pt x="1193" y="431"/>
                  </a:cubicBezTo>
                  <a:cubicBezTo>
                    <a:pt x="1194" y="431"/>
                    <a:pt x="1194" y="431"/>
                    <a:pt x="1195" y="430"/>
                  </a:cubicBezTo>
                  <a:cubicBezTo>
                    <a:pt x="1196" y="429"/>
                    <a:pt x="1196" y="429"/>
                    <a:pt x="1197" y="428"/>
                  </a:cubicBezTo>
                  <a:cubicBezTo>
                    <a:pt x="1198" y="427"/>
                    <a:pt x="1198" y="427"/>
                    <a:pt x="1198" y="426"/>
                  </a:cubicBezTo>
                  <a:cubicBezTo>
                    <a:pt x="1199" y="416"/>
                    <a:pt x="1200" y="406"/>
                    <a:pt x="1200" y="396"/>
                  </a:cubicBezTo>
                  <a:cubicBezTo>
                    <a:pt x="1200" y="373"/>
                    <a:pt x="1197" y="350"/>
                    <a:pt x="1191" y="328"/>
                  </a:cubicBezTo>
                  <a:lnTo>
                    <a:pt x="1189" y="322"/>
                  </a:lnTo>
                  <a:lnTo>
                    <a:pt x="1201" y="334"/>
                  </a:lnTo>
                  <a:cubicBezTo>
                    <a:pt x="1200" y="335"/>
                    <a:pt x="1200" y="336"/>
                    <a:pt x="1200" y="337"/>
                  </a:cubicBezTo>
                  <a:cubicBezTo>
                    <a:pt x="1200" y="338"/>
                    <a:pt x="1200" y="339"/>
                    <a:pt x="1201" y="340"/>
                  </a:cubicBezTo>
                  <a:cubicBezTo>
                    <a:pt x="1205" y="355"/>
                    <a:pt x="1208" y="370"/>
                    <a:pt x="1208" y="385"/>
                  </a:cubicBezTo>
                  <a:cubicBezTo>
                    <a:pt x="1208" y="392"/>
                    <a:pt x="1207" y="399"/>
                    <a:pt x="1206" y="406"/>
                  </a:cubicBezTo>
                  <a:cubicBezTo>
                    <a:pt x="1206" y="412"/>
                    <a:pt x="1206" y="418"/>
                    <a:pt x="1206" y="423"/>
                  </a:cubicBezTo>
                  <a:cubicBezTo>
                    <a:pt x="1206" y="444"/>
                    <a:pt x="1208" y="465"/>
                    <a:pt x="1211" y="485"/>
                  </a:cubicBezTo>
                  <a:cubicBezTo>
                    <a:pt x="1213" y="490"/>
                    <a:pt x="1221" y="492"/>
                    <a:pt x="1222" y="485"/>
                  </a:cubicBezTo>
                  <a:cubicBezTo>
                    <a:pt x="1226" y="460"/>
                    <a:pt x="1228" y="435"/>
                    <a:pt x="1228" y="410"/>
                  </a:cubicBezTo>
                  <a:cubicBezTo>
                    <a:pt x="1228" y="402"/>
                    <a:pt x="1228" y="393"/>
                    <a:pt x="1227" y="384"/>
                  </a:cubicBezTo>
                  <a:cubicBezTo>
                    <a:pt x="1227" y="383"/>
                    <a:pt x="1227" y="383"/>
                    <a:pt x="1227" y="383"/>
                  </a:cubicBezTo>
                  <a:cubicBezTo>
                    <a:pt x="1227" y="375"/>
                    <a:pt x="1226" y="367"/>
                    <a:pt x="1224" y="359"/>
                  </a:cubicBezTo>
                  <a:cubicBezTo>
                    <a:pt x="1231" y="366"/>
                    <a:pt x="1237" y="373"/>
                    <a:pt x="1244" y="380"/>
                  </a:cubicBezTo>
                  <a:cubicBezTo>
                    <a:pt x="1244" y="382"/>
                    <a:pt x="1244" y="384"/>
                    <a:pt x="1244" y="386"/>
                  </a:cubicBezTo>
                  <a:cubicBezTo>
                    <a:pt x="1244" y="395"/>
                    <a:pt x="1245" y="405"/>
                    <a:pt x="1248" y="413"/>
                  </a:cubicBezTo>
                  <a:cubicBezTo>
                    <a:pt x="1252" y="428"/>
                    <a:pt x="1247" y="444"/>
                    <a:pt x="1252" y="459"/>
                  </a:cubicBezTo>
                  <a:cubicBezTo>
                    <a:pt x="1253" y="460"/>
                    <a:pt x="1254" y="461"/>
                    <a:pt x="1254" y="461"/>
                  </a:cubicBezTo>
                  <a:cubicBezTo>
                    <a:pt x="1255" y="462"/>
                    <a:pt x="1256" y="462"/>
                    <a:pt x="1257" y="462"/>
                  </a:cubicBezTo>
                  <a:cubicBezTo>
                    <a:pt x="1258" y="462"/>
                    <a:pt x="1259" y="462"/>
                    <a:pt x="1260" y="461"/>
                  </a:cubicBezTo>
                  <a:cubicBezTo>
                    <a:pt x="1260" y="461"/>
                    <a:pt x="1261" y="460"/>
                    <a:pt x="1262" y="459"/>
                  </a:cubicBezTo>
                  <a:cubicBezTo>
                    <a:pt x="1265" y="449"/>
                    <a:pt x="1267" y="439"/>
                    <a:pt x="1267" y="429"/>
                  </a:cubicBezTo>
                  <a:cubicBezTo>
                    <a:pt x="1267" y="419"/>
                    <a:pt x="1265" y="409"/>
                    <a:pt x="1262" y="400"/>
                  </a:cubicBezTo>
                  <a:lnTo>
                    <a:pt x="1275" y="416"/>
                  </a:lnTo>
                  <a:cubicBezTo>
                    <a:pt x="1285" y="439"/>
                    <a:pt x="1280" y="473"/>
                    <a:pt x="1282" y="497"/>
                  </a:cubicBezTo>
                  <a:cubicBezTo>
                    <a:pt x="1286" y="530"/>
                    <a:pt x="1282" y="563"/>
                    <a:pt x="1284" y="596"/>
                  </a:cubicBezTo>
                  <a:cubicBezTo>
                    <a:pt x="1284" y="597"/>
                    <a:pt x="1284" y="597"/>
                    <a:pt x="1285" y="598"/>
                  </a:cubicBezTo>
                  <a:cubicBezTo>
                    <a:pt x="1286" y="599"/>
                    <a:pt x="1287" y="599"/>
                    <a:pt x="1288" y="600"/>
                  </a:cubicBezTo>
                  <a:cubicBezTo>
                    <a:pt x="1289" y="601"/>
                    <a:pt x="1290" y="601"/>
                    <a:pt x="1291" y="601"/>
                  </a:cubicBezTo>
                  <a:cubicBezTo>
                    <a:pt x="1292" y="601"/>
                    <a:pt x="1293" y="601"/>
                    <a:pt x="1294" y="600"/>
                  </a:cubicBezTo>
                  <a:cubicBezTo>
                    <a:pt x="1295" y="599"/>
                    <a:pt x="1296" y="599"/>
                    <a:pt x="1297" y="598"/>
                  </a:cubicBezTo>
                  <a:lnTo>
                    <a:pt x="1297" y="597"/>
                  </a:lnTo>
                  <a:cubicBezTo>
                    <a:pt x="1305" y="574"/>
                    <a:pt x="1308" y="550"/>
                    <a:pt x="1308" y="526"/>
                  </a:cubicBezTo>
                  <a:cubicBezTo>
                    <a:pt x="1308" y="512"/>
                    <a:pt x="1307" y="499"/>
                    <a:pt x="1305" y="485"/>
                  </a:cubicBezTo>
                  <a:cubicBezTo>
                    <a:pt x="1303" y="474"/>
                    <a:pt x="1302" y="462"/>
                    <a:pt x="1301" y="450"/>
                  </a:cubicBezTo>
                  <a:lnTo>
                    <a:pt x="1320" y="475"/>
                  </a:lnTo>
                  <a:cubicBezTo>
                    <a:pt x="1320" y="529"/>
                    <a:pt x="1324" y="584"/>
                    <a:pt x="1325" y="638"/>
                  </a:cubicBezTo>
                  <a:cubicBezTo>
                    <a:pt x="1325" y="639"/>
                    <a:pt x="1325" y="639"/>
                    <a:pt x="1326" y="640"/>
                  </a:cubicBezTo>
                  <a:cubicBezTo>
                    <a:pt x="1327" y="641"/>
                    <a:pt x="1327" y="642"/>
                    <a:pt x="1327" y="642"/>
                  </a:cubicBezTo>
                  <a:cubicBezTo>
                    <a:pt x="1328" y="643"/>
                    <a:pt x="1329" y="643"/>
                    <a:pt x="1330" y="643"/>
                  </a:cubicBezTo>
                  <a:cubicBezTo>
                    <a:pt x="1331" y="643"/>
                    <a:pt x="1331" y="643"/>
                    <a:pt x="1332" y="642"/>
                  </a:cubicBezTo>
                  <a:cubicBezTo>
                    <a:pt x="1333" y="641"/>
                    <a:pt x="1334" y="641"/>
                    <a:pt x="1334" y="640"/>
                  </a:cubicBezTo>
                  <a:cubicBezTo>
                    <a:pt x="1343" y="613"/>
                    <a:pt x="1347" y="586"/>
                    <a:pt x="1347" y="558"/>
                  </a:cubicBezTo>
                  <a:cubicBezTo>
                    <a:pt x="1347" y="541"/>
                    <a:pt x="1345" y="523"/>
                    <a:pt x="1342" y="506"/>
                  </a:cubicBezTo>
                  <a:lnTo>
                    <a:pt x="1361" y="533"/>
                  </a:lnTo>
                  <a:lnTo>
                    <a:pt x="1363" y="535"/>
                  </a:lnTo>
                  <a:cubicBezTo>
                    <a:pt x="1361" y="557"/>
                    <a:pt x="1361" y="578"/>
                    <a:pt x="1360" y="600"/>
                  </a:cubicBezTo>
                  <a:cubicBezTo>
                    <a:pt x="1359" y="612"/>
                    <a:pt x="1358" y="623"/>
                    <a:pt x="1358" y="634"/>
                  </a:cubicBezTo>
                  <a:cubicBezTo>
                    <a:pt x="1358" y="641"/>
                    <a:pt x="1358" y="648"/>
                    <a:pt x="1359" y="656"/>
                  </a:cubicBezTo>
                  <a:cubicBezTo>
                    <a:pt x="1360" y="661"/>
                    <a:pt x="1367" y="659"/>
                    <a:pt x="1368" y="656"/>
                  </a:cubicBezTo>
                  <a:cubicBezTo>
                    <a:pt x="1377" y="635"/>
                    <a:pt x="1381" y="613"/>
                    <a:pt x="1381" y="592"/>
                  </a:cubicBezTo>
                  <a:cubicBezTo>
                    <a:pt x="1381" y="591"/>
                    <a:pt x="1381" y="591"/>
                    <a:pt x="1381" y="590"/>
                  </a:cubicBezTo>
                  <a:cubicBezTo>
                    <a:pt x="1381" y="580"/>
                    <a:pt x="1380" y="570"/>
                    <a:pt x="1379" y="560"/>
                  </a:cubicBezTo>
                  <a:cubicBezTo>
                    <a:pt x="1389" y="573"/>
                    <a:pt x="1399" y="587"/>
                    <a:pt x="1408" y="601"/>
                  </a:cubicBezTo>
                  <a:cubicBezTo>
                    <a:pt x="1407" y="602"/>
                    <a:pt x="1407" y="603"/>
                    <a:pt x="1406" y="604"/>
                  </a:cubicBezTo>
                  <a:cubicBezTo>
                    <a:pt x="1405" y="605"/>
                    <a:pt x="1405" y="606"/>
                    <a:pt x="1405" y="607"/>
                  </a:cubicBezTo>
                  <a:cubicBezTo>
                    <a:pt x="1397" y="648"/>
                    <a:pt x="1388" y="688"/>
                    <a:pt x="1376" y="727"/>
                  </a:cubicBezTo>
                  <a:cubicBezTo>
                    <a:pt x="1376" y="726"/>
                    <a:pt x="1376" y="725"/>
                    <a:pt x="1376" y="723"/>
                  </a:cubicBezTo>
                  <a:cubicBezTo>
                    <a:pt x="1376" y="722"/>
                    <a:pt x="1376" y="721"/>
                    <a:pt x="1376" y="720"/>
                  </a:cubicBezTo>
                  <a:cubicBezTo>
                    <a:pt x="1375" y="719"/>
                    <a:pt x="1374" y="718"/>
                    <a:pt x="1373" y="718"/>
                  </a:cubicBezTo>
                  <a:cubicBezTo>
                    <a:pt x="1372" y="717"/>
                    <a:pt x="1371" y="717"/>
                    <a:pt x="1370" y="717"/>
                  </a:cubicBezTo>
                  <a:cubicBezTo>
                    <a:pt x="1369" y="717"/>
                    <a:pt x="1368" y="717"/>
                    <a:pt x="1367" y="718"/>
                  </a:cubicBezTo>
                  <a:lnTo>
                    <a:pt x="1366" y="719"/>
                  </a:lnTo>
                  <a:cubicBezTo>
                    <a:pt x="1343" y="739"/>
                    <a:pt x="1333" y="773"/>
                    <a:pt x="1319" y="798"/>
                  </a:cubicBezTo>
                  <a:cubicBezTo>
                    <a:pt x="1312" y="811"/>
                    <a:pt x="1306" y="824"/>
                    <a:pt x="1299" y="837"/>
                  </a:cubicBezTo>
                  <a:cubicBezTo>
                    <a:pt x="1293" y="848"/>
                    <a:pt x="1285" y="858"/>
                    <a:pt x="1277" y="868"/>
                  </a:cubicBezTo>
                  <a:cubicBezTo>
                    <a:pt x="1268" y="877"/>
                    <a:pt x="1277" y="866"/>
                    <a:pt x="1277" y="866"/>
                  </a:cubicBezTo>
                  <a:cubicBezTo>
                    <a:pt x="1277" y="865"/>
                    <a:pt x="1277" y="866"/>
                    <a:pt x="1277" y="866"/>
                  </a:cubicBezTo>
                  <a:lnTo>
                    <a:pt x="1279" y="860"/>
                  </a:lnTo>
                  <a:cubicBezTo>
                    <a:pt x="1300" y="816"/>
                    <a:pt x="1319" y="771"/>
                    <a:pt x="1335" y="725"/>
                  </a:cubicBezTo>
                  <a:cubicBezTo>
                    <a:pt x="1336" y="721"/>
                    <a:pt x="1332" y="716"/>
                    <a:pt x="1328" y="719"/>
                  </a:cubicBezTo>
                  <a:cubicBezTo>
                    <a:pt x="1308" y="734"/>
                    <a:pt x="1303" y="760"/>
                    <a:pt x="1293" y="782"/>
                  </a:cubicBezTo>
                  <a:cubicBezTo>
                    <a:pt x="1285" y="798"/>
                    <a:pt x="1277" y="825"/>
                    <a:pt x="1266" y="851"/>
                  </a:cubicBezTo>
                  <a:lnTo>
                    <a:pt x="1263" y="851"/>
                  </a:lnTo>
                  <a:cubicBezTo>
                    <a:pt x="1267" y="843"/>
                    <a:pt x="1270" y="835"/>
                    <a:pt x="1274" y="828"/>
                  </a:cubicBezTo>
                  <a:cubicBezTo>
                    <a:pt x="1274" y="827"/>
                    <a:pt x="1275" y="826"/>
                    <a:pt x="1275" y="825"/>
                  </a:cubicBezTo>
                  <a:cubicBezTo>
                    <a:pt x="1275" y="824"/>
                    <a:pt x="1274" y="823"/>
                    <a:pt x="1274" y="822"/>
                  </a:cubicBezTo>
                  <a:cubicBezTo>
                    <a:pt x="1273" y="821"/>
                    <a:pt x="1272" y="821"/>
                    <a:pt x="1271" y="820"/>
                  </a:cubicBezTo>
                  <a:cubicBezTo>
                    <a:pt x="1270" y="819"/>
                    <a:pt x="1270" y="819"/>
                    <a:pt x="1269" y="819"/>
                  </a:cubicBezTo>
                  <a:cubicBezTo>
                    <a:pt x="1257" y="819"/>
                    <a:pt x="1247" y="832"/>
                    <a:pt x="1240" y="845"/>
                  </a:cubicBezTo>
                  <a:cubicBezTo>
                    <a:pt x="1241" y="840"/>
                    <a:pt x="1242" y="835"/>
                    <a:pt x="1242" y="829"/>
                  </a:cubicBezTo>
                  <a:cubicBezTo>
                    <a:pt x="1245" y="823"/>
                    <a:pt x="1248" y="818"/>
                    <a:pt x="1251" y="813"/>
                  </a:cubicBezTo>
                  <a:cubicBezTo>
                    <a:pt x="1252" y="812"/>
                    <a:pt x="1252" y="813"/>
                    <a:pt x="1253" y="812"/>
                  </a:cubicBezTo>
                  <a:cubicBezTo>
                    <a:pt x="1255" y="810"/>
                    <a:pt x="1257" y="809"/>
                    <a:pt x="1258" y="806"/>
                  </a:cubicBezTo>
                  <a:cubicBezTo>
                    <a:pt x="1259" y="805"/>
                    <a:pt x="1259" y="805"/>
                    <a:pt x="1259" y="804"/>
                  </a:cubicBezTo>
                  <a:cubicBezTo>
                    <a:pt x="1259" y="801"/>
                    <a:pt x="1259" y="800"/>
                    <a:pt x="1261" y="798"/>
                  </a:cubicBezTo>
                  <a:cubicBezTo>
                    <a:pt x="1263" y="795"/>
                    <a:pt x="1265" y="792"/>
                    <a:pt x="1267" y="789"/>
                  </a:cubicBezTo>
                  <a:cubicBezTo>
                    <a:pt x="1268" y="788"/>
                    <a:pt x="1269" y="786"/>
                    <a:pt x="1269" y="785"/>
                  </a:cubicBezTo>
                  <a:cubicBezTo>
                    <a:pt x="1269" y="785"/>
                    <a:pt x="1269" y="784"/>
                    <a:pt x="1270" y="785"/>
                  </a:cubicBezTo>
                  <a:cubicBezTo>
                    <a:pt x="1271" y="786"/>
                    <a:pt x="1271" y="786"/>
                    <a:pt x="1272" y="787"/>
                  </a:cubicBezTo>
                  <a:cubicBezTo>
                    <a:pt x="1273" y="787"/>
                    <a:pt x="1274" y="788"/>
                    <a:pt x="1275" y="788"/>
                  </a:cubicBezTo>
                  <a:cubicBezTo>
                    <a:pt x="1276" y="788"/>
                    <a:pt x="1277" y="787"/>
                    <a:pt x="1278" y="787"/>
                  </a:cubicBezTo>
                  <a:cubicBezTo>
                    <a:pt x="1279" y="786"/>
                    <a:pt x="1279" y="786"/>
                    <a:pt x="1280" y="785"/>
                  </a:cubicBezTo>
                  <a:cubicBezTo>
                    <a:pt x="1287" y="768"/>
                    <a:pt x="1293" y="750"/>
                    <a:pt x="1297" y="732"/>
                  </a:cubicBezTo>
                  <a:cubicBezTo>
                    <a:pt x="1301" y="722"/>
                    <a:pt x="1304" y="711"/>
                    <a:pt x="1304" y="699"/>
                  </a:cubicBezTo>
                  <a:cubicBezTo>
                    <a:pt x="1304" y="695"/>
                    <a:pt x="1303" y="690"/>
                    <a:pt x="1302" y="685"/>
                  </a:cubicBezTo>
                  <a:cubicBezTo>
                    <a:pt x="1302" y="684"/>
                    <a:pt x="1301" y="683"/>
                    <a:pt x="1300" y="683"/>
                  </a:cubicBezTo>
                  <a:cubicBezTo>
                    <a:pt x="1300" y="683"/>
                    <a:pt x="1299" y="682"/>
                    <a:pt x="1298" y="682"/>
                  </a:cubicBezTo>
                  <a:cubicBezTo>
                    <a:pt x="1297" y="682"/>
                    <a:pt x="1296" y="683"/>
                    <a:pt x="1295" y="683"/>
                  </a:cubicBezTo>
                  <a:cubicBezTo>
                    <a:pt x="1294" y="683"/>
                    <a:pt x="1294" y="684"/>
                    <a:pt x="1293" y="685"/>
                  </a:cubicBezTo>
                  <a:cubicBezTo>
                    <a:pt x="1287" y="703"/>
                    <a:pt x="1282" y="722"/>
                    <a:pt x="1279" y="741"/>
                  </a:cubicBezTo>
                  <a:cubicBezTo>
                    <a:pt x="1279" y="737"/>
                    <a:pt x="1278" y="734"/>
                    <a:pt x="1276" y="731"/>
                  </a:cubicBezTo>
                  <a:cubicBezTo>
                    <a:pt x="1275" y="730"/>
                    <a:pt x="1274" y="729"/>
                    <a:pt x="1273" y="727"/>
                  </a:cubicBezTo>
                  <a:cubicBezTo>
                    <a:pt x="1275" y="723"/>
                    <a:pt x="1273" y="716"/>
                    <a:pt x="1275" y="711"/>
                  </a:cubicBezTo>
                  <a:cubicBezTo>
                    <a:pt x="1276" y="707"/>
                    <a:pt x="1276" y="702"/>
                    <a:pt x="1276" y="697"/>
                  </a:cubicBezTo>
                  <a:cubicBezTo>
                    <a:pt x="1276" y="685"/>
                    <a:pt x="1274" y="673"/>
                    <a:pt x="1271" y="661"/>
                  </a:cubicBezTo>
                  <a:cubicBezTo>
                    <a:pt x="1271" y="661"/>
                    <a:pt x="1271" y="660"/>
                    <a:pt x="1271" y="659"/>
                  </a:cubicBezTo>
                  <a:cubicBezTo>
                    <a:pt x="1270" y="658"/>
                    <a:pt x="1269" y="658"/>
                    <a:pt x="1268" y="657"/>
                  </a:cubicBezTo>
                  <a:cubicBezTo>
                    <a:pt x="1267" y="656"/>
                    <a:pt x="1266" y="656"/>
                    <a:pt x="1265" y="656"/>
                  </a:cubicBezTo>
                  <a:cubicBezTo>
                    <a:pt x="1264" y="656"/>
                    <a:pt x="1263" y="656"/>
                    <a:pt x="1262" y="657"/>
                  </a:cubicBezTo>
                  <a:cubicBezTo>
                    <a:pt x="1260" y="658"/>
                    <a:pt x="1260" y="658"/>
                    <a:pt x="1259" y="659"/>
                  </a:cubicBezTo>
                  <a:cubicBezTo>
                    <a:pt x="1258" y="660"/>
                    <a:pt x="1259" y="661"/>
                    <a:pt x="1258" y="661"/>
                  </a:cubicBezTo>
                  <a:cubicBezTo>
                    <a:pt x="1258" y="678"/>
                    <a:pt x="1256" y="694"/>
                    <a:pt x="1251" y="710"/>
                  </a:cubicBezTo>
                  <a:cubicBezTo>
                    <a:pt x="1250" y="715"/>
                    <a:pt x="1249" y="719"/>
                    <a:pt x="1248" y="724"/>
                  </a:cubicBezTo>
                  <a:lnTo>
                    <a:pt x="1245" y="724"/>
                  </a:lnTo>
                  <a:cubicBezTo>
                    <a:pt x="1244" y="724"/>
                    <a:pt x="1242" y="724"/>
                    <a:pt x="1241" y="724"/>
                  </a:cubicBezTo>
                  <a:cubicBezTo>
                    <a:pt x="1239" y="724"/>
                    <a:pt x="1238" y="724"/>
                    <a:pt x="1236" y="724"/>
                  </a:cubicBezTo>
                  <a:cubicBezTo>
                    <a:pt x="1236" y="715"/>
                    <a:pt x="1236" y="704"/>
                    <a:pt x="1236" y="698"/>
                  </a:cubicBezTo>
                  <a:cubicBezTo>
                    <a:pt x="1233" y="683"/>
                    <a:pt x="1229" y="669"/>
                    <a:pt x="1223" y="655"/>
                  </a:cubicBezTo>
                  <a:cubicBezTo>
                    <a:pt x="1223" y="651"/>
                    <a:pt x="1217" y="652"/>
                    <a:pt x="1216" y="655"/>
                  </a:cubicBezTo>
                  <a:cubicBezTo>
                    <a:pt x="1215" y="669"/>
                    <a:pt x="1216" y="684"/>
                    <a:pt x="1216" y="698"/>
                  </a:cubicBezTo>
                  <a:cubicBezTo>
                    <a:pt x="1215" y="707"/>
                    <a:pt x="1215" y="715"/>
                    <a:pt x="1215" y="724"/>
                  </a:cubicBezTo>
                  <a:cubicBezTo>
                    <a:pt x="1215" y="726"/>
                    <a:pt x="1215" y="729"/>
                    <a:pt x="1215" y="731"/>
                  </a:cubicBezTo>
                  <a:lnTo>
                    <a:pt x="1211" y="732"/>
                  </a:lnTo>
                  <a:lnTo>
                    <a:pt x="1210" y="732"/>
                  </a:lnTo>
                  <a:cubicBezTo>
                    <a:pt x="1208" y="732"/>
                    <a:pt x="1206" y="732"/>
                    <a:pt x="1204" y="732"/>
                  </a:cubicBezTo>
                  <a:cubicBezTo>
                    <a:pt x="1202" y="732"/>
                    <a:pt x="1200" y="732"/>
                    <a:pt x="1199" y="732"/>
                  </a:cubicBezTo>
                  <a:cubicBezTo>
                    <a:pt x="1199" y="730"/>
                    <a:pt x="1199" y="727"/>
                    <a:pt x="1199" y="725"/>
                  </a:cubicBezTo>
                  <a:cubicBezTo>
                    <a:pt x="1199" y="711"/>
                    <a:pt x="1197" y="698"/>
                    <a:pt x="1194" y="684"/>
                  </a:cubicBezTo>
                  <a:cubicBezTo>
                    <a:pt x="1187" y="663"/>
                    <a:pt x="1181" y="641"/>
                    <a:pt x="1177" y="618"/>
                  </a:cubicBezTo>
                  <a:cubicBezTo>
                    <a:pt x="1177" y="618"/>
                    <a:pt x="1178" y="618"/>
                    <a:pt x="1177" y="617"/>
                  </a:cubicBezTo>
                  <a:cubicBezTo>
                    <a:pt x="1176" y="616"/>
                    <a:pt x="1176" y="616"/>
                    <a:pt x="1175" y="616"/>
                  </a:cubicBezTo>
                  <a:lnTo>
                    <a:pt x="1174" y="616"/>
                  </a:lnTo>
                  <a:cubicBezTo>
                    <a:pt x="1173" y="616"/>
                    <a:pt x="1172" y="616"/>
                    <a:pt x="1172" y="616"/>
                  </a:cubicBezTo>
                  <a:cubicBezTo>
                    <a:pt x="1171" y="616"/>
                    <a:pt x="1171" y="617"/>
                    <a:pt x="1171" y="617"/>
                  </a:cubicBezTo>
                  <a:cubicBezTo>
                    <a:pt x="1170" y="618"/>
                    <a:pt x="1170" y="618"/>
                    <a:pt x="1170" y="618"/>
                  </a:cubicBezTo>
                  <a:cubicBezTo>
                    <a:pt x="1174" y="637"/>
                    <a:pt x="1175" y="656"/>
                    <a:pt x="1175" y="675"/>
                  </a:cubicBezTo>
                  <a:cubicBezTo>
                    <a:pt x="1175" y="677"/>
                    <a:pt x="1175" y="679"/>
                    <a:pt x="1175" y="680"/>
                  </a:cubicBezTo>
                  <a:cubicBezTo>
                    <a:pt x="1175" y="686"/>
                    <a:pt x="1178" y="693"/>
                    <a:pt x="1178" y="700"/>
                  </a:cubicBezTo>
                  <a:cubicBezTo>
                    <a:pt x="1178" y="711"/>
                    <a:pt x="1176" y="723"/>
                    <a:pt x="1176" y="734"/>
                  </a:cubicBezTo>
                  <a:lnTo>
                    <a:pt x="1166" y="735"/>
                  </a:lnTo>
                  <a:cubicBezTo>
                    <a:pt x="1166" y="728"/>
                    <a:pt x="1164" y="720"/>
                    <a:pt x="1163" y="712"/>
                  </a:cubicBezTo>
                  <a:cubicBezTo>
                    <a:pt x="1162" y="699"/>
                    <a:pt x="1155" y="686"/>
                    <a:pt x="1154" y="673"/>
                  </a:cubicBezTo>
                  <a:cubicBezTo>
                    <a:pt x="1154" y="666"/>
                    <a:pt x="1142" y="665"/>
                    <a:pt x="1141" y="673"/>
                  </a:cubicBezTo>
                  <a:lnTo>
                    <a:pt x="1141" y="674"/>
                  </a:lnTo>
                  <a:cubicBezTo>
                    <a:pt x="1141" y="685"/>
                    <a:pt x="1143" y="695"/>
                    <a:pt x="1145" y="705"/>
                  </a:cubicBezTo>
                  <a:cubicBezTo>
                    <a:pt x="1145" y="710"/>
                    <a:pt x="1145" y="714"/>
                    <a:pt x="1145" y="718"/>
                  </a:cubicBezTo>
                  <a:cubicBezTo>
                    <a:pt x="1145" y="722"/>
                    <a:pt x="1145" y="727"/>
                    <a:pt x="1145" y="731"/>
                  </a:cubicBezTo>
                  <a:cubicBezTo>
                    <a:pt x="1145" y="734"/>
                    <a:pt x="1145" y="736"/>
                    <a:pt x="1145" y="739"/>
                  </a:cubicBezTo>
                  <a:lnTo>
                    <a:pt x="1133" y="742"/>
                  </a:lnTo>
                  <a:cubicBezTo>
                    <a:pt x="1128" y="706"/>
                    <a:pt x="1120" y="669"/>
                    <a:pt x="1110" y="633"/>
                  </a:cubicBezTo>
                  <a:cubicBezTo>
                    <a:pt x="1106" y="616"/>
                    <a:pt x="1100" y="599"/>
                    <a:pt x="1091" y="583"/>
                  </a:cubicBezTo>
                  <a:cubicBezTo>
                    <a:pt x="1089" y="581"/>
                    <a:pt x="1088" y="580"/>
                    <a:pt x="1087" y="578"/>
                  </a:cubicBezTo>
                  <a:cubicBezTo>
                    <a:pt x="1085" y="574"/>
                    <a:pt x="1079" y="578"/>
                    <a:pt x="1081" y="581"/>
                  </a:cubicBezTo>
                  <a:cubicBezTo>
                    <a:pt x="1091" y="602"/>
                    <a:pt x="1097" y="624"/>
                    <a:pt x="1099" y="647"/>
                  </a:cubicBezTo>
                  <a:cubicBezTo>
                    <a:pt x="1107" y="679"/>
                    <a:pt x="1112" y="712"/>
                    <a:pt x="1114" y="745"/>
                  </a:cubicBezTo>
                  <a:cubicBezTo>
                    <a:pt x="1114" y="746"/>
                    <a:pt x="1114" y="746"/>
                    <a:pt x="1114" y="747"/>
                  </a:cubicBezTo>
                  <a:lnTo>
                    <a:pt x="1114" y="748"/>
                  </a:lnTo>
                  <a:lnTo>
                    <a:pt x="1101" y="753"/>
                  </a:lnTo>
                  <a:cubicBezTo>
                    <a:pt x="1101" y="721"/>
                    <a:pt x="1098" y="689"/>
                    <a:pt x="1091" y="657"/>
                  </a:cubicBezTo>
                  <a:cubicBezTo>
                    <a:pt x="1090" y="653"/>
                    <a:pt x="1083" y="653"/>
                    <a:pt x="1082" y="657"/>
                  </a:cubicBezTo>
                  <a:cubicBezTo>
                    <a:pt x="1080" y="677"/>
                    <a:pt x="1079" y="697"/>
                    <a:pt x="1079" y="716"/>
                  </a:cubicBezTo>
                  <a:cubicBezTo>
                    <a:pt x="1079" y="727"/>
                    <a:pt x="1079" y="738"/>
                    <a:pt x="1080" y="748"/>
                  </a:cubicBezTo>
                  <a:cubicBezTo>
                    <a:pt x="1077" y="752"/>
                    <a:pt x="1080" y="757"/>
                    <a:pt x="1084" y="760"/>
                  </a:cubicBezTo>
                  <a:lnTo>
                    <a:pt x="1074" y="764"/>
                  </a:lnTo>
                  <a:cubicBezTo>
                    <a:pt x="1072" y="757"/>
                    <a:pt x="1073" y="749"/>
                    <a:pt x="1071" y="741"/>
                  </a:cubicBezTo>
                  <a:cubicBezTo>
                    <a:pt x="1068" y="728"/>
                    <a:pt x="1066" y="715"/>
                    <a:pt x="1064" y="702"/>
                  </a:cubicBezTo>
                  <a:lnTo>
                    <a:pt x="1064" y="701"/>
                  </a:lnTo>
                  <a:cubicBezTo>
                    <a:pt x="1064" y="685"/>
                    <a:pt x="1060" y="670"/>
                    <a:pt x="1052" y="656"/>
                  </a:cubicBezTo>
                  <a:cubicBezTo>
                    <a:pt x="1052" y="655"/>
                    <a:pt x="1051" y="655"/>
                    <a:pt x="1051" y="654"/>
                  </a:cubicBezTo>
                  <a:cubicBezTo>
                    <a:pt x="1047" y="650"/>
                    <a:pt x="1041" y="656"/>
                    <a:pt x="1043" y="661"/>
                  </a:cubicBezTo>
                  <a:cubicBezTo>
                    <a:pt x="1044" y="664"/>
                    <a:pt x="1044" y="666"/>
                    <a:pt x="1044" y="669"/>
                  </a:cubicBezTo>
                  <a:cubicBezTo>
                    <a:pt x="1044" y="671"/>
                    <a:pt x="1044" y="675"/>
                    <a:pt x="1043" y="678"/>
                  </a:cubicBezTo>
                  <a:cubicBezTo>
                    <a:pt x="1044" y="684"/>
                    <a:pt x="1044" y="689"/>
                    <a:pt x="1044" y="694"/>
                  </a:cubicBezTo>
                  <a:cubicBezTo>
                    <a:pt x="1044" y="699"/>
                    <a:pt x="1044" y="704"/>
                    <a:pt x="1043" y="710"/>
                  </a:cubicBezTo>
                  <a:cubicBezTo>
                    <a:pt x="1044" y="720"/>
                    <a:pt x="1046" y="730"/>
                    <a:pt x="1049" y="740"/>
                  </a:cubicBezTo>
                  <a:cubicBezTo>
                    <a:pt x="1049" y="746"/>
                    <a:pt x="1049" y="751"/>
                    <a:pt x="1050" y="757"/>
                  </a:cubicBezTo>
                  <a:cubicBezTo>
                    <a:pt x="1049" y="755"/>
                    <a:pt x="1048" y="752"/>
                    <a:pt x="1046" y="750"/>
                  </a:cubicBezTo>
                  <a:cubicBezTo>
                    <a:pt x="1035" y="731"/>
                    <a:pt x="1026" y="710"/>
                    <a:pt x="1019" y="689"/>
                  </a:cubicBezTo>
                  <a:lnTo>
                    <a:pt x="1019" y="688"/>
                  </a:lnTo>
                  <a:cubicBezTo>
                    <a:pt x="1018" y="687"/>
                    <a:pt x="1018" y="686"/>
                    <a:pt x="1017" y="686"/>
                  </a:cubicBezTo>
                  <a:cubicBezTo>
                    <a:pt x="1016" y="685"/>
                    <a:pt x="1016" y="686"/>
                    <a:pt x="1015" y="686"/>
                  </a:cubicBezTo>
                  <a:cubicBezTo>
                    <a:pt x="1014" y="686"/>
                    <a:pt x="1013" y="685"/>
                    <a:pt x="1012" y="686"/>
                  </a:cubicBezTo>
                  <a:cubicBezTo>
                    <a:pt x="1011" y="687"/>
                    <a:pt x="1011" y="687"/>
                    <a:pt x="1011" y="688"/>
                  </a:cubicBezTo>
                  <a:cubicBezTo>
                    <a:pt x="1010" y="689"/>
                    <a:pt x="1010" y="689"/>
                    <a:pt x="1010" y="690"/>
                  </a:cubicBezTo>
                  <a:cubicBezTo>
                    <a:pt x="1010" y="693"/>
                    <a:pt x="1010" y="696"/>
                    <a:pt x="1010" y="699"/>
                  </a:cubicBezTo>
                  <a:cubicBezTo>
                    <a:pt x="1010" y="723"/>
                    <a:pt x="1014" y="747"/>
                    <a:pt x="1022" y="769"/>
                  </a:cubicBezTo>
                  <a:lnTo>
                    <a:pt x="1012" y="773"/>
                  </a:lnTo>
                  <a:cubicBezTo>
                    <a:pt x="1006" y="764"/>
                    <a:pt x="996" y="745"/>
                    <a:pt x="993" y="741"/>
                  </a:cubicBezTo>
                  <a:cubicBezTo>
                    <a:pt x="973" y="710"/>
                    <a:pt x="977" y="670"/>
                    <a:pt x="963" y="637"/>
                  </a:cubicBezTo>
                  <a:lnTo>
                    <a:pt x="963" y="636"/>
                  </a:lnTo>
                  <a:cubicBezTo>
                    <a:pt x="963" y="636"/>
                    <a:pt x="962" y="634"/>
                    <a:pt x="961" y="634"/>
                  </a:cubicBezTo>
                  <a:cubicBezTo>
                    <a:pt x="960" y="633"/>
                    <a:pt x="960" y="634"/>
                    <a:pt x="959" y="634"/>
                  </a:cubicBezTo>
                  <a:cubicBezTo>
                    <a:pt x="958" y="634"/>
                    <a:pt x="957" y="633"/>
                    <a:pt x="956" y="634"/>
                  </a:cubicBezTo>
                  <a:cubicBezTo>
                    <a:pt x="955" y="634"/>
                    <a:pt x="955" y="635"/>
                    <a:pt x="954" y="636"/>
                  </a:cubicBezTo>
                  <a:cubicBezTo>
                    <a:pt x="953" y="637"/>
                    <a:pt x="954" y="638"/>
                    <a:pt x="954" y="639"/>
                  </a:cubicBezTo>
                  <a:lnTo>
                    <a:pt x="954" y="640"/>
                  </a:lnTo>
                  <a:cubicBezTo>
                    <a:pt x="957" y="656"/>
                    <a:pt x="959" y="672"/>
                    <a:pt x="959" y="688"/>
                  </a:cubicBezTo>
                  <a:cubicBezTo>
                    <a:pt x="959" y="689"/>
                    <a:pt x="959" y="691"/>
                    <a:pt x="959" y="692"/>
                  </a:cubicBezTo>
                  <a:cubicBezTo>
                    <a:pt x="961" y="709"/>
                    <a:pt x="966" y="726"/>
                    <a:pt x="972" y="742"/>
                  </a:cubicBezTo>
                  <a:cubicBezTo>
                    <a:pt x="976" y="752"/>
                    <a:pt x="981" y="762"/>
                    <a:pt x="986" y="772"/>
                  </a:cubicBezTo>
                  <a:cubicBezTo>
                    <a:pt x="989" y="776"/>
                    <a:pt x="991" y="779"/>
                    <a:pt x="993" y="783"/>
                  </a:cubicBezTo>
                  <a:cubicBezTo>
                    <a:pt x="986" y="787"/>
                    <a:pt x="979" y="791"/>
                    <a:pt x="972" y="795"/>
                  </a:cubicBezTo>
                  <a:cubicBezTo>
                    <a:pt x="970" y="792"/>
                    <a:pt x="968" y="789"/>
                    <a:pt x="967" y="787"/>
                  </a:cubicBezTo>
                  <a:cubicBezTo>
                    <a:pt x="960" y="777"/>
                    <a:pt x="957" y="765"/>
                    <a:pt x="951" y="755"/>
                  </a:cubicBezTo>
                  <a:cubicBezTo>
                    <a:pt x="950" y="754"/>
                    <a:pt x="950" y="753"/>
                    <a:pt x="949" y="753"/>
                  </a:cubicBezTo>
                  <a:cubicBezTo>
                    <a:pt x="948" y="753"/>
                    <a:pt x="947" y="752"/>
                    <a:pt x="946" y="752"/>
                  </a:cubicBezTo>
                  <a:cubicBezTo>
                    <a:pt x="945" y="752"/>
                    <a:pt x="944" y="752"/>
                    <a:pt x="943" y="753"/>
                  </a:cubicBezTo>
                  <a:cubicBezTo>
                    <a:pt x="942" y="754"/>
                    <a:pt x="941" y="754"/>
                    <a:pt x="941" y="755"/>
                  </a:cubicBezTo>
                  <a:cubicBezTo>
                    <a:pt x="940" y="756"/>
                    <a:pt x="941" y="757"/>
                    <a:pt x="941" y="758"/>
                  </a:cubicBezTo>
                  <a:lnTo>
                    <a:pt x="941" y="759"/>
                  </a:lnTo>
                  <a:cubicBezTo>
                    <a:pt x="945" y="771"/>
                    <a:pt x="947" y="784"/>
                    <a:pt x="952" y="796"/>
                  </a:cubicBezTo>
                  <a:cubicBezTo>
                    <a:pt x="953" y="798"/>
                    <a:pt x="954" y="799"/>
                    <a:pt x="955" y="801"/>
                  </a:cubicBezTo>
                  <a:cubicBezTo>
                    <a:pt x="956" y="802"/>
                    <a:pt x="956" y="803"/>
                    <a:pt x="957" y="804"/>
                  </a:cubicBezTo>
                  <a:cubicBezTo>
                    <a:pt x="950" y="808"/>
                    <a:pt x="944" y="813"/>
                    <a:pt x="937" y="817"/>
                  </a:cubicBezTo>
                  <a:cubicBezTo>
                    <a:pt x="928" y="802"/>
                    <a:pt x="922" y="784"/>
                    <a:pt x="919" y="766"/>
                  </a:cubicBezTo>
                  <a:cubicBezTo>
                    <a:pt x="913" y="754"/>
                    <a:pt x="909" y="741"/>
                    <a:pt x="906" y="727"/>
                  </a:cubicBezTo>
                  <a:cubicBezTo>
                    <a:pt x="906" y="727"/>
                    <a:pt x="906" y="726"/>
                    <a:pt x="905" y="726"/>
                  </a:cubicBezTo>
                  <a:cubicBezTo>
                    <a:pt x="905" y="726"/>
                    <a:pt x="905" y="725"/>
                    <a:pt x="904" y="725"/>
                  </a:cubicBezTo>
                  <a:lnTo>
                    <a:pt x="903" y="725"/>
                  </a:lnTo>
                  <a:cubicBezTo>
                    <a:pt x="902" y="725"/>
                    <a:pt x="901" y="725"/>
                    <a:pt x="901" y="725"/>
                  </a:cubicBezTo>
                  <a:cubicBezTo>
                    <a:pt x="900" y="725"/>
                    <a:pt x="900" y="726"/>
                    <a:pt x="900" y="726"/>
                  </a:cubicBezTo>
                  <a:lnTo>
                    <a:pt x="899" y="727"/>
                  </a:lnTo>
                  <a:cubicBezTo>
                    <a:pt x="897" y="736"/>
                    <a:pt x="896" y="745"/>
                    <a:pt x="896" y="755"/>
                  </a:cubicBezTo>
                  <a:cubicBezTo>
                    <a:pt x="896" y="764"/>
                    <a:pt x="897" y="774"/>
                    <a:pt x="899" y="783"/>
                  </a:cubicBezTo>
                  <a:cubicBezTo>
                    <a:pt x="902" y="801"/>
                    <a:pt x="908" y="819"/>
                    <a:pt x="916" y="835"/>
                  </a:cubicBezTo>
                  <a:cubicBezTo>
                    <a:pt x="910" y="841"/>
                    <a:pt x="904" y="847"/>
                    <a:pt x="898" y="853"/>
                  </a:cubicBezTo>
                  <a:lnTo>
                    <a:pt x="898" y="852"/>
                  </a:lnTo>
                  <a:cubicBezTo>
                    <a:pt x="895" y="848"/>
                    <a:pt x="893" y="843"/>
                    <a:pt x="892" y="838"/>
                  </a:cubicBezTo>
                  <a:cubicBezTo>
                    <a:pt x="882" y="805"/>
                    <a:pt x="872" y="772"/>
                    <a:pt x="864" y="738"/>
                  </a:cubicBezTo>
                  <a:cubicBezTo>
                    <a:pt x="851" y="671"/>
                    <a:pt x="857" y="605"/>
                    <a:pt x="843" y="538"/>
                  </a:cubicBezTo>
                  <a:cubicBezTo>
                    <a:pt x="831" y="477"/>
                    <a:pt x="818" y="417"/>
                    <a:pt x="804" y="356"/>
                  </a:cubicBezTo>
                  <a:cubicBezTo>
                    <a:pt x="795" y="302"/>
                    <a:pt x="790" y="248"/>
                    <a:pt x="790" y="193"/>
                  </a:cubicBezTo>
                  <a:cubicBezTo>
                    <a:pt x="790" y="192"/>
                    <a:pt x="790" y="191"/>
                    <a:pt x="790" y="190"/>
                  </a:cubicBezTo>
                  <a:cubicBezTo>
                    <a:pt x="793" y="193"/>
                    <a:pt x="796" y="196"/>
                    <a:pt x="799" y="200"/>
                  </a:cubicBezTo>
                  <a:cubicBezTo>
                    <a:pt x="831" y="231"/>
                    <a:pt x="852" y="262"/>
                    <a:pt x="892" y="286"/>
                  </a:cubicBezTo>
                  <a:cubicBezTo>
                    <a:pt x="896" y="288"/>
                    <a:pt x="901" y="284"/>
                    <a:pt x="898" y="280"/>
                  </a:cubicBezTo>
                  <a:cubicBezTo>
                    <a:pt x="889" y="265"/>
                    <a:pt x="877" y="251"/>
                    <a:pt x="864" y="239"/>
                  </a:cubicBezTo>
                  <a:cubicBezTo>
                    <a:pt x="843" y="220"/>
                    <a:pt x="827" y="196"/>
                    <a:pt x="806" y="175"/>
                  </a:cubicBezTo>
                  <a:cubicBezTo>
                    <a:pt x="799" y="168"/>
                    <a:pt x="792" y="159"/>
                    <a:pt x="786" y="150"/>
                  </a:cubicBezTo>
                  <a:cubicBezTo>
                    <a:pt x="783" y="145"/>
                    <a:pt x="779" y="140"/>
                    <a:pt x="775" y="134"/>
                  </a:cubicBezTo>
                  <a:cubicBezTo>
                    <a:pt x="804" y="152"/>
                    <a:pt x="832" y="172"/>
                    <a:pt x="859" y="193"/>
                  </a:cubicBezTo>
                  <a:cubicBezTo>
                    <a:pt x="862" y="196"/>
                    <a:pt x="867" y="192"/>
                    <a:pt x="865" y="188"/>
                  </a:cubicBezTo>
                  <a:cubicBezTo>
                    <a:pt x="851" y="158"/>
                    <a:pt x="804" y="138"/>
                    <a:pt x="778" y="119"/>
                  </a:cubicBezTo>
                  <a:cubicBezTo>
                    <a:pt x="770" y="113"/>
                    <a:pt x="762" y="106"/>
                    <a:pt x="753" y="99"/>
                  </a:cubicBezTo>
                  <a:lnTo>
                    <a:pt x="751" y="95"/>
                  </a:lnTo>
                  <a:cubicBezTo>
                    <a:pt x="748" y="91"/>
                    <a:pt x="745" y="88"/>
                    <a:pt x="740" y="85"/>
                  </a:cubicBezTo>
                  <a:cubicBezTo>
                    <a:pt x="738" y="84"/>
                    <a:pt x="736" y="83"/>
                    <a:pt x="734" y="83"/>
                  </a:cubicBezTo>
                  <a:cubicBezTo>
                    <a:pt x="725" y="74"/>
                    <a:pt x="717" y="66"/>
                    <a:pt x="709" y="57"/>
                  </a:cubicBezTo>
                  <a:cubicBezTo>
                    <a:pt x="694" y="39"/>
                    <a:pt x="670" y="24"/>
                    <a:pt x="663" y="2"/>
                  </a:cubicBezTo>
                  <a:lnTo>
                    <a:pt x="663" y="1"/>
                  </a:lnTo>
                  <a:cubicBezTo>
                    <a:pt x="662" y="1"/>
                    <a:pt x="662" y="0"/>
                    <a:pt x="661" y="0"/>
                  </a:cubicBezTo>
                  <a:lnTo>
                    <a:pt x="660" y="0"/>
                  </a:lnTo>
                  <a:cubicBezTo>
                    <a:pt x="659" y="0"/>
                    <a:pt x="659" y="0"/>
                    <a:pt x="658" y="0"/>
                  </a:cubicBezTo>
                  <a:lnTo>
                    <a:pt x="657" y="1"/>
                  </a:lnTo>
                  <a:cubicBezTo>
                    <a:pt x="657" y="2"/>
                    <a:pt x="656" y="2"/>
                    <a:pt x="656" y="3"/>
                  </a:cubicBezTo>
                  <a:lnTo>
                    <a:pt x="657" y="4"/>
                  </a:lnTo>
                  <a:cubicBezTo>
                    <a:pt x="664" y="41"/>
                    <a:pt x="707" y="84"/>
                    <a:pt x="735" y="106"/>
                  </a:cubicBezTo>
                  <a:cubicBezTo>
                    <a:pt x="747" y="124"/>
                    <a:pt x="757" y="148"/>
                    <a:pt x="767" y="163"/>
                  </a:cubicBezTo>
                  <a:cubicBezTo>
                    <a:pt x="770" y="166"/>
                    <a:pt x="772" y="169"/>
                    <a:pt x="775" y="172"/>
                  </a:cubicBezTo>
                  <a:cubicBezTo>
                    <a:pt x="767" y="299"/>
                    <a:pt x="804" y="417"/>
                    <a:pt x="824" y="541"/>
                  </a:cubicBezTo>
                  <a:cubicBezTo>
                    <a:pt x="835" y="609"/>
                    <a:pt x="834" y="677"/>
                    <a:pt x="844" y="744"/>
                  </a:cubicBezTo>
                  <a:cubicBezTo>
                    <a:pt x="848" y="774"/>
                    <a:pt x="855" y="803"/>
                    <a:pt x="865" y="832"/>
                  </a:cubicBezTo>
                  <a:cubicBezTo>
                    <a:pt x="870" y="845"/>
                    <a:pt x="874" y="858"/>
                    <a:pt x="879" y="871"/>
                  </a:cubicBezTo>
                  <a:cubicBezTo>
                    <a:pt x="879" y="872"/>
                    <a:pt x="879" y="872"/>
                    <a:pt x="880" y="873"/>
                  </a:cubicBezTo>
                  <a:cubicBezTo>
                    <a:pt x="882" y="875"/>
                    <a:pt x="883" y="878"/>
                    <a:pt x="886" y="879"/>
                  </a:cubicBezTo>
                  <a:cubicBezTo>
                    <a:pt x="885" y="881"/>
                    <a:pt x="885" y="883"/>
                    <a:pt x="885" y="884"/>
                  </a:cubicBezTo>
                  <a:cubicBezTo>
                    <a:pt x="885" y="889"/>
                    <a:pt x="886" y="894"/>
                    <a:pt x="889" y="898"/>
                  </a:cubicBezTo>
                  <a:cubicBezTo>
                    <a:pt x="891" y="902"/>
                    <a:pt x="894" y="905"/>
                    <a:pt x="898" y="908"/>
                  </a:cubicBezTo>
                  <a:lnTo>
                    <a:pt x="899" y="908"/>
                  </a:lnTo>
                  <a:cubicBezTo>
                    <a:pt x="902" y="910"/>
                    <a:pt x="905" y="911"/>
                    <a:pt x="909" y="911"/>
                  </a:cubicBezTo>
                  <a:cubicBezTo>
                    <a:pt x="912" y="911"/>
                    <a:pt x="916" y="910"/>
                    <a:pt x="919" y="908"/>
                  </a:cubicBezTo>
                  <a:lnTo>
                    <a:pt x="920" y="908"/>
                  </a:lnTo>
                  <a:lnTo>
                    <a:pt x="917" y="925"/>
                  </a:lnTo>
                  <a:lnTo>
                    <a:pt x="913" y="926"/>
                  </a:lnTo>
                  <a:cubicBezTo>
                    <a:pt x="912" y="926"/>
                    <a:pt x="911" y="926"/>
                    <a:pt x="910" y="927"/>
                  </a:cubicBezTo>
                  <a:cubicBezTo>
                    <a:pt x="909" y="927"/>
                    <a:pt x="908" y="928"/>
                    <a:pt x="907" y="930"/>
                  </a:cubicBezTo>
                  <a:cubicBezTo>
                    <a:pt x="906" y="931"/>
                    <a:pt x="905" y="933"/>
                    <a:pt x="905" y="935"/>
                  </a:cubicBezTo>
                  <a:cubicBezTo>
                    <a:pt x="905" y="936"/>
                    <a:pt x="906" y="938"/>
                    <a:pt x="907" y="940"/>
                  </a:cubicBezTo>
                  <a:cubicBezTo>
                    <a:pt x="908" y="941"/>
                    <a:pt x="909" y="942"/>
                    <a:pt x="910" y="943"/>
                  </a:cubicBezTo>
                  <a:cubicBezTo>
                    <a:pt x="911" y="943"/>
                    <a:pt x="912" y="944"/>
                    <a:pt x="913" y="944"/>
                  </a:cubicBezTo>
                  <a:lnTo>
                    <a:pt x="914" y="944"/>
                  </a:lnTo>
                  <a:cubicBezTo>
                    <a:pt x="910" y="962"/>
                    <a:pt x="906" y="978"/>
                    <a:pt x="900" y="978"/>
                  </a:cubicBezTo>
                  <a:cubicBezTo>
                    <a:pt x="878" y="981"/>
                    <a:pt x="862" y="1021"/>
                    <a:pt x="853" y="1037"/>
                  </a:cubicBezTo>
                  <a:cubicBezTo>
                    <a:pt x="847" y="1048"/>
                    <a:pt x="852" y="1077"/>
                    <a:pt x="845" y="1078"/>
                  </a:cubicBezTo>
                  <a:cubicBezTo>
                    <a:pt x="844" y="1079"/>
                    <a:pt x="843" y="1079"/>
                    <a:pt x="841" y="1080"/>
                  </a:cubicBezTo>
                  <a:cubicBezTo>
                    <a:pt x="823" y="1086"/>
                    <a:pt x="791" y="1111"/>
                    <a:pt x="793" y="1132"/>
                  </a:cubicBezTo>
                  <a:cubicBezTo>
                    <a:pt x="796" y="1157"/>
                    <a:pt x="791" y="1151"/>
                    <a:pt x="775" y="1160"/>
                  </a:cubicBezTo>
                  <a:cubicBezTo>
                    <a:pt x="765" y="1167"/>
                    <a:pt x="756" y="1175"/>
                    <a:pt x="749" y="1184"/>
                  </a:cubicBezTo>
                  <a:cubicBezTo>
                    <a:pt x="746" y="1187"/>
                    <a:pt x="743" y="1190"/>
                    <a:pt x="741" y="1194"/>
                  </a:cubicBezTo>
                  <a:cubicBezTo>
                    <a:pt x="739" y="1198"/>
                    <a:pt x="737" y="1203"/>
                    <a:pt x="736" y="1208"/>
                  </a:cubicBezTo>
                  <a:cubicBezTo>
                    <a:pt x="736" y="1208"/>
                    <a:pt x="736" y="1209"/>
                    <a:pt x="736" y="1210"/>
                  </a:cubicBezTo>
                  <a:cubicBezTo>
                    <a:pt x="736" y="1210"/>
                    <a:pt x="736" y="1211"/>
                    <a:pt x="736" y="1212"/>
                  </a:cubicBezTo>
                  <a:cubicBezTo>
                    <a:pt x="736" y="1214"/>
                    <a:pt x="736" y="1216"/>
                    <a:pt x="736" y="1218"/>
                  </a:cubicBezTo>
                  <a:cubicBezTo>
                    <a:pt x="735" y="1218"/>
                    <a:pt x="734" y="1218"/>
                    <a:pt x="734" y="1218"/>
                  </a:cubicBezTo>
                  <a:cubicBezTo>
                    <a:pt x="732" y="1218"/>
                    <a:pt x="730" y="1218"/>
                    <a:pt x="729" y="1219"/>
                  </a:cubicBezTo>
                  <a:cubicBezTo>
                    <a:pt x="727" y="1220"/>
                    <a:pt x="727" y="1221"/>
                    <a:pt x="726" y="1222"/>
                  </a:cubicBezTo>
                  <a:cubicBezTo>
                    <a:pt x="715" y="1244"/>
                    <a:pt x="681" y="1258"/>
                    <a:pt x="660" y="1271"/>
                  </a:cubicBezTo>
                  <a:cubicBezTo>
                    <a:pt x="634" y="1288"/>
                    <a:pt x="611" y="1307"/>
                    <a:pt x="586" y="1325"/>
                  </a:cubicBezTo>
                  <a:cubicBezTo>
                    <a:pt x="547" y="1353"/>
                    <a:pt x="502" y="1373"/>
                    <a:pt x="464" y="1402"/>
                  </a:cubicBezTo>
                  <a:cubicBezTo>
                    <a:pt x="387" y="1458"/>
                    <a:pt x="292" y="1495"/>
                    <a:pt x="218" y="1555"/>
                  </a:cubicBezTo>
                  <a:cubicBezTo>
                    <a:pt x="196" y="1519"/>
                    <a:pt x="125" y="1551"/>
                    <a:pt x="95" y="1562"/>
                  </a:cubicBezTo>
                  <a:cubicBezTo>
                    <a:pt x="89" y="1565"/>
                    <a:pt x="84" y="1567"/>
                    <a:pt x="78" y="1571"/>
                  </a:cubicBezTo>
                  <a:cubicBezTo>
                    <a:pt x="54" y="1584"/>
                    <a:pt x="34" y="1604"/>
                    <a:pt x="21" y="1628"/>
                  </a:cubicBezTo>
                  <a:cubicBezTo>
                    <a:pt x="7" y="1652"/>
                    <a:pt x="0" y="1679"/>
                    <a:pt x="0" y="1707"/>
                  </a:cubicBezTo>
                  <a:cubicBezTo>
                    <a:pt x="0" y="1722"/>
                    <a:pt x="2" y="1736"/>
                    <a:pt x="6" y="1751"/>
                  </a:cubicBezTo>
                  <a:cubicBezTo>
                    <a:pt x="6" y="1751"/>
                    <a:pt x="6" y="1752"/>
                    <a:pt x="6" y="1753"/>
                  </a:cubicBezTo>
                  <a:cubicBezTo>
                    <a:pt x="7" y="1754"/>
                    <a:pt x="8" y="1754"/>
                    <a:pt x="9" y="1755"/>
                  </a:cubicBezTo>
                  <a:cubicBezTo>
                    <a:pt x="10" y="1756"/>
                    <a:pt x="10" y="1756"/>
                    <a:pt x="12" y="1756"/>
                  </a:cubicBezTo>
                  <a:cubicBezTo>
                    <a:pt x="13" y="1756"/>
                    <a:pt x="15" y="1756"/>
                    <a:pt x="16" y="1755"/>
                  </a:cubicBezTo>
                  <a:cubicBezTo>
                    <a:pt x="17" y="1754"/>
                    <a:pt x="17" y="1754"/>
                    <a:pt x="18" y="1753"/>
                  </a:cubicBezTo>
                  <a:cubicBezTo>
                    <a:pt x="30" y="1736"/>
                    <a:pt x="43" y="1719"/>
                    <a:pt x="58" y="1704"/>
                  </a:cubicBezTo>
                  <a:cubicBezTo>
                    <a:pt x="59" y="1704"/>
                    <a:pt x="59" y="1704"/>
                    <a:pt x="59" y="1705"/>
                  </a:cubicBezTo>
                  <a:cubicBezTo>
                    <a:pt x="59" y="1705"/>
                    <a:pt x="60" y="1705"/>
                    <a:pt x="61" y="1705"/>
                  </a:cubicBezTo>
                  <a:lnTo>
                    <a:pt x="62" y="1705"/>
                  </a:lnTo>
                  <a:cubicBezTo>
                    <a:pt x="63" y="1704"/>
                    <a:pt x="63" y="1704"/>
                    <a:pt x="63" y="1703"/>
                  </a:cubicBezTo>
                  <a:lnTo>
                    <a:pt x="64" y="1703"/>
                  </a:lnTo>
                  <a:cubicBezTo>
                    <a:pt x="64" y="1702"/>
                    <a:pt x="64" y="1701"/>
                    <a:pt x="65" y="1700"/>
                  </a:cubicBezTo>
                  <a:cubicBezTo>
                    <a:pt x="66" y="1698"/>
                    <a:pt x="67" y="1697"/>
                    <a:pt x="69" y="1695"/>
                  </a:cubicBezTo>
                  <a:cubicBezTo>
                    <a:pt x="73" y="1692"/>
                    <a:pt x="78" y="1688"/>
                    <a:pt x="83" y="1685"/>
                  </a:cubicBezTo>
                  <a:cubicBezTo>
                    <a:pt x="84" y="1685"/>
                    <a:pt x="85" y="1684"/>
                    <a:pt x="86" y="1684"/>
                  </a:cubicBezTo>
                  <a:lnTo>
                    <a:pt x="86" y="1683"/>
                  </a:lnTo>
                  <a:lnTo>
                    <a:pt x="88" y="1682"/>
                  </a:lnTo>
                  <a:cubicBezTo>
                    <a:pt x="90" y="1680"/>
                    <a:pt x="92" y="1678"/>
                    <a:pt x="95" y="1677"/>
                  </a:cubicBezTo>
                  <a:cubicBezTo>
                    <a:pt x="102" y="1673"/>
                    <a:pt x="110" y="1670"/>
                    <a:pt x="118" y="1670"/>
                  </a:cubicBezTo>
                  <a:cubicBezTo>
                    <a:pt x="115" y="1682"/>
                    <a:pt x="114" y="1695"/>
                    <a:pt x="114" y="1707"/>
                  </a:cubicBezTo>
                  <a:cubicBezTo>
                    <a:pt x="114" y="1716"/>
                    <a:pt x="115" y="1724"/>
                    <a:pt x="116" y="1733"/>
                  </a:cubicBezTo>
                  <a:cubicBezTo>
                    <a:pt x="116" y="1733"/>
                    <a:pt x="116" y="1734"/>
                    <a:pt x="117" y="1735"/>
                  </a:cubicBezTo>
                  <a:cubicBezTo>
                    <a:pt x="117" y="1736"/>
                    <a:pt x="118" y="1737"/>
                    <a:pt x="120" y="1738"/>
                  </a:cubicBezTo>
                  <a:cubicBezTo>
                    <a:pt x="122" y="1739"/>
                    <a:pt x="122" y="1739"/>
                    <a:pt x="124" y="1739"/>
                  </a:cubicBezTo>
                  <a:cubicBezTo>
                    <a:pt x="125" y="1739"/>
                    <a:pt x="126" y="1739"/>
                    <a:pt x="127" y="1738"/>
                  </a:cubicBezTo>
                  <a:cubicBezTo>
                    <a:pt x="129" y="1738"/>
                    <a:pt x="131" y="1737"/>
                    <a:pt x="132" y="1736"/>
                  </a:cubicBezTo>
                  <a:cubicBezTo>
                    <a:pt x="134" y="1735"/>
                    <a:pt x="136" y="1734"/>
                    <a:pt x="137" y="1732"/>
                  </a:cubicBezTo>
                  <a:cubicBezTo>
                    <a:pt x="151" y="1711"/>
                    <a:pt x="168" y="1693"/>
                    <a:pt x="188" y="1678"/>
                  </a:cubicBezTo>
                  <a:cubicBezTo>
                    <a:pt x="217" y="1656"/>
                    <a:pt x="258" y="1674"/>
                    <a:pt x="289" y="1663"/>
                  </a:cubicBezTo>
                  <a:cubicBezTo>
                    <a:pt x="289" y="1662"/>
                    <a:pt x="290" y="1662"/>
                    <a:pt x="290" y="1662"/>
                  </a:cubicBezTo>
                  <a:cubicBezTo>
                    <a:pt x="293" y="1660"/>
                    <a:pt x="296" y="1657"/>
                    <a:pt x="298" y="1654"/>
                  </a:cubicBezTo>
                  <a:cubicBezTo>
                    <a:pt x="300" y="1651"/>
                    <a:pt x="301" y="1648"/>
                    <a:pt x="301" y="1644"/>
                  </a:cubicBezTo>
                  <a:cubicBezTo>
                    <a:pt x="305" y="1644"/>
                    <a:pt x="308" y="1644"/>
                    <a:pt x="314" y="1640"/>
                  </a:cubicBezTo>
                  <a:cubicBezTo>
                    <a:pt x="337" y="1630"/>
                    <a:pt x="361" y="1621"/>
                    <a:pt x="386" y="1613"/>
                  </a:cubicBezTo>
                  <a:cubicBezTo>
                    <a:pt x="405" y="1603"/>
                    <a:pt x="424" y="1594"/>
                    <a:pt x="445" y="1587"/>
                  </a:cubicBezTo>
                  <a:cubicBezTo>
                    <a:pt x="454" y="1584"/>
                    <a:pt x="463" y="1580"/>
                    <a:pt x="472" y="1575"/>
                  </a:cubicBezTo>
                  <a:cubicBezTo>
                    <a:pt x="472" y="1575"/>
                    <a:pt x="473" y="1574"/>
                    <a:pt x="474" y="1574"/>
                  </a:cubicBezTo>
                  <a:cubicBezTo>
                    <a:pt x="459" y="1584"/>
                    <a:pt x="447" y="1597"/>
                    <a:pt x="438" y="1612"/>
                  </a:cubicBezTo>
                  <a:cubicBezTo>
                    <a:pt x="435" y="1617"/>
                    <a:pt x="433" y="1623"/>
                    <a:pt x="431" y="1628"/>
                  </a:cubicBezTo>
                  <a:cubicBezTo>
                    <a:pt x="427" y="1638"/>
                    <a:pt x="425" y="1649"/>
                    <a:pt x="425" y="1661"/>
                  </a:cubicBezTo>
                  <a:cubicBezTo>
                    <a:pt x="425" y="1676"/>
                    <a:pt x="429" y="1692"/>
                    <a:pt x="436" y="1705"/>
                  </a:cubicBezTo>
                  <a:cubicBezTo>
                    <a:pt x="443" y="1717"/>
                    <a:pt x="452" y="1727"/>
                    <a:pt x="463" y="1734"/>
                  </a:cubicBezTo>
                  <a:lnTo>
                    <a:pt x="465" y="1736"/>
                  </a:lnTo>
                  <a:cubicBezTo>
                    <a:pt x="467" y="1737"/>
                    <a:pt x="469" y="1738"/>
                    <a:pt x="471" y="1739"/>
                  </a:cubicBezTo>
                  <a:cubicBezTo>
                    <a:pt x="472" y="1740"/>
                    <a:pt x="474" y="1741"/>
                    <a:pt x="476" y="1741"/>
                  </a:cubicBezTo>
                  <a:cubicBezTo>
                    <a:pt x="478" y="1741"/>
                    <a:pt x="479" y="1740"/>
                    <a:pt x="481" y="1739"/>
                  </a:cubicBezTo>
                  <a:cubicBezTo>
                    <a:pt x="482" y="1738"/>
                    <a:pt x="484" y="1737"/>
                    <a:pt x="485" y="1735"/>
                  </a:cubicBezTo>
                  <a:cubicBezTo>
                    <a:pt x="486" y="1734"/>
                    <a:pt x="487" y="1732"/>
                    <a:pt x="487" y="1730"/>
                  </a:cubicBezTo>
                  <a:cubicBezTo>
                    <a:pt x="488" y="1725"/>
                    <a:pt x="489" y="1720"/>
                    <a:pt x="491" y="1715"/>
                  </a:cubicBezTo>
                  <a:cubicBezTo>
                    <a:pt x="491" y="1716"/>
                    <a:pt x="492" y="1716"/>
                    <a:pt x="492" y="1716"/>
                  </a:cubicBezTo>
                  <a:cubicBezTo>
                    <a:pt x="495" y="1716"/>
                    <a:pt x="497" y="1715"/>
                    <a:pt x="499" y="1714"/>
                  </a:cubicBezTo>
                  <a:cubicBezTo>
                    <a:pt x="501" y="1712"/>
                    <a:pt x="503" y="1711"/>
                    <a:pt x="504" y="1709"/>
                  </a:cubicBezTo>
                  <a:cubicBezTo>
                    <a:pt x="505" y="1708"/>
                    <a:pt x="505" y="1707"/>
                    <a:pt x="506" y="1705"/>
                  </a:cubicBezTo>
                  <a:cubicBezTo>
                    <a:pt x="506" y="1704"/>
                    <a:pt x="529" y="1691"/>
                    <a:pt x="529" y="1691"/>
                  </a:cubicBezTo>
                  <a:cubicBezTo>
                    <a:pt x="536" y="1684"/>
                    <a:pt x="542" y="1676"/>
                    <a:pt x="548" y="1668"/>
                  </a:cubicBezTo>
                  <a:lnTo>
                    <a:pt x="573" y="1657"/>
                  </a:lnTo>
                  <a:lnTo>
                    <a:pt x="574" y="1657"/>
                  </a:lnTo>
                  <a:cubicBezTo>
                    <a:pt x="576" y="1656"/>
                    <a:pt x="578" y="1654"/>
                    <a:pt x="579" y="1652"/>
                  </a:cubicBezTo>
                  <a:cubicBezTo>
                    <a:pt x="581" y="1650"/>
                    <a:pt x="582" y="1649"/>
                    <a:pt x="583" y="1647"/>
                  </a:cubicBezTo>
                  <a:cubicBezTo>
                    <a:pt x="585" y="1643"/>
                    <a:pt x="586" y="1639"/>
                    <a:pt x="586" y="1635"/>
                  </a:cubicBezTo>
                  <a:cubicBezTo>
                    <a:pt x="586" y="1634"/>
                    <a:pt x="586" y="1632"/>
                    <a:pt x="586" y="1630"/>
                  </a:cubicBezTo>
                  <a:cubicBezTo>
                    <a:pt x="609" y="1628"/>
                    <a:pt x="633" y="1624"/>
                    <a:pt x="641" y="1597"/>
                  </a:cubicBezTo>
                  <a:cubicBezTo>
                    <a:pt x="643" y="1589"/>
                    <a:pt x="636" y="1580"/>
                    <a:pt x="644" y="1581"/>
                  </a:cubicBezTo>
                  <a:cubicBezTo>
                    <a:pt x="646" y="1581"/>
                    <a:pt x="648" y="1581"/>
                    <a:pt x="649" y="1581"/>
                  </a:cubicBezTo>
                  <a:cubicBezTo>
                    <a:pt x="657" y="1581"/>
                    <a:pt x="664" y="1578"/>
                    <a:pt x="670" y="1575"/>
                  </a:cubicBezTo>
                  <a:cubicBezTo>
                    <a:pt x="673" y="1573"/>
                    <a:pt x="675" y="1572"/>
                    <a:pt x="677" y="1571"/>
                  </a:cubicBezTo>
                  <a:cubicBezTo>
                    <a:pt x="679" y="1568"/>
                    <a:pt x="681" y="1566"/>
                    <a:pt x="683" y="1563"/>
                  </a:cubicBezTo>
                  <a:cubicBezTo>
                    <a:pt x="685" y="1559"/>
                    <a:pt x="686" y="1555"/>
                    <a:pt x="687" y="1551"/>
                  </a:cubicBezTo>
                  <a:cubicBezTo>
                    <a:pt x="687" y="1548"/>
                    <a:pt x="688" y="1546"/>
                    <a:pt x="689" y="1543"/>
                  </a:cubicBezTo>
                  <a:lnTo>
                    <a:pt x="692" y="1541"/>
                  </a:lnTo>
                  <a:cubicBezTo>
                    <a:pt x="697" y="1541"/>
                    <a:pt x="702" y="1540"/>
                    <a:pt x="706" y="1538"/>
                  </a:cubicBezTo>
                  <a:cubicBezTo>
                    <a:pt x="709" y="1537"/>
                    <a:pt x="712" y="1536"/>
                    <a:pt x="714" y="1535"/>
                  </a:cubicBezTo>
                  <a:cubicBezTo>
                    <a:pt x="723" y="1529"/>
                    <a:pt x="731" y="1522"/>
                    <a:pt x="736" y="1512"/>
                  </a:cubicBezTo>
                  <a:cubicBezTo>
                    <a:pt x="737" y="1511"/>
                    <a:pt x="738" y="1509"/>
                    <a:pt x="739" y="1507"/>
                  </a:cubicBezTo>
                  <a:cubicBezTo>
                    <a:pt x="766" y="1492"/>
                    <a:pt x="803" y="1481"/>
                    <a:pt x="822" y="1459"/>
                  </a:cubicBezTo>
                  <a:cubicBezTo>
                    <a:pt x="823" y="1458"/>
                    <a:pt x="824" y="1456"/>
                    <a:pt x="825" y="1454"/>
                  </a:cubicBezTo>
                  <a:cubicBezTo>
                    <a:pt x="831" y="1444"/>
                    <a:pt x="835" y="1433"/>
                    <a:pt x="837" y="1421"/>
                  </a:cubicBezTo>
                  <a:cubicBezTo>
                    <a:pt x="839" y="1420"/>
                    <a:pt x="841" y="1418"/>
                    <a:pt x="842" y="1416"/>
                  </a:cubicBezTo>
                  <a:cubicBezTo>
                    <a:pt x="843" y="1415"/>
                    <a:pt x="843" y="1415"/>
                    <a:pt x="843" y="1415"/>
                  </a:cubicBezTo>
                  <a:cubicBezTo>
                    <a:pt x="843" y="1414"/>
                    <a:pt x="844" y="1414"/>
                    <a:pt x="844" y="1413"/>
                  </a:cubicBezTo>
                  <a:lnTo>
                    <a:pt x="847" y="1416"/>
                  </a:lnTo>
                  <a:cubicBezTo>
                    <a:pt x="847" y="1417"/>
                    <a:pt x="847" y="1418"/>
                    <a:pt x="847" y="1420"/>
                  </a:cubicBezTo>
                  <a:cubicBezTo>
                    <a:pt x="847" y="1421"/>
                    <a:pt x="847" y="1423"/>
                    <a:pt x="847" y="1424"/>
                  </a:cubicBezTo>
                  <a:cubicBezTo>
                    <a:pt x="845" y="1425"/>
                    <a:pt x="842" y="1426"/>
                    <a:pt x="839" y="1427"/>
                  </a:cubicBezTo>
                  <a:cubicBezTo>
                    <a:pt x="838" y="1428"/>
                    <a:pt x="837" y="1428"/>
                    <a:pt x="837" y="1429"/>
                  </a:cubicBezTo>
                  <a:cubicBezTo>
                    <a:pt x="836" y="1430"/>
                    <a:pt x="837" y="1431"/>
                    <a:pt x="837" y="1431"/>
                  </a:cubicBezTo>
                  <a:cubicBezTo>
                    <a:pt x="837" y="1432"/>
                    <a:pt x="837" y="1432"/>
                    <a:pt x="837" y="1433"/>
                  </a:cubicBezTo>
                  <a:lnTo>
                    <a:pt x="837" y="1436"/>
                  </a:lnTo>
                  <a:lnTo>
                    <a:pt x="837" y="1437"/>
                  </a:lnTo>
                  <a:cubicBezTo>
                    <a:pt x="838" y="1437"/>
                    <a:pt x="838" y="1438"/>
                    <a:pt x="838" y="1438"/>
                  </a:cubicBezTo>
                  <a:cubicBezTo>
                    <a:pt x="839" y="1438"/>
                    <a:pt x="839" y="1438"/>
                    <a:pt x="840" y="1438"/>
                  </a:cubicBezTo>
                  <a:lnTo>
                    <a:pt x="841" y="1438"/>
                  </a:lnTo>
                  <a:cubicBezTo>
                    <a:pt x="842" y="1438"/>
                    <a:pt x="842" y="1437"/>
                    <a:pt x="842" y="1437"/>
                  </a:cubicBezTo>
                  <a:cubicBezTo>
                    <a:pt x="849" y="1428"/>
                    <a:pt x="914" y="1473"/>
                    <a:pt x="929" y="1480"/>
                  </a:cubicBezTo>
                  <a:cubicBezTo>
                    <a:pt x="957" y="1493"/>
                    <a:pt x="987" y="1500"/>
                    <a:pt x="1018" y="1500"/>
                  </a:cubicBezTo>
                  <a:cubicBezTo>
                    <a:pt x="1020" y="1500"/>
                    <a:pt x="1022" y="1500"/>
                    <a:pt x="1024" y="1500"/>
                  </a:cubicBezTo>
                  <a:cubicBezTo>
                    <a:pt x="1079" y="1500"/>
                    <a:pt x="1133" y="1497"/>
                    <a:pt x="1175" y="1460"/>
                  </a:cubicBezTo>
                  <a:cubicBezTo>
                    <a:pt x="1192" y="1464"/>
                    <a:pt x="1185" y="1460"/>
                    <a:pt x="1208" y="1459"/>
                  </a:cubicBezTo>
                  <a:cubicBezTo>
                    <a:pt x="1236" y="1460"/>
                    <a:pt x="1263" y="1464"/>
                    <a:pt x="1290" y="1471"/>
                  </a:cubicBezTo>
                  <a:cubicBezTo>
                    <a:pt x="1306" y="1475"/>
                    <a:pt x="1322" y="1477"/>
                    <a:pt x="1339" y="1477"/>
                  </a:cubicBezTo>
                  <a:cubicBezTo>
                    <a:pt x="1350" y="1477"/>
                    <a:pt x="1361" y="1476"/>
                    <a:pt x="1373" y="1474"/>
                  </a:cubicBezTo>
                  <a:cubicBezTo>
                    <a:pt x="1375" y="1473"/>
                    <a:pt x="1376" y="1471"/>
                    <a:pt x="1377" y="1470"/>
                  </a:cubicBezTo>
                  <a:cubicBezTo>
                    <a:pt x="1378" y="1468"/>
                    <a:pt x="1378" y="1467"/>
                    <a:pt x="1378" y="1466"/>
                  </a:cubicBezTo>
                  <a:cubicBezTo>
                    <a:pt x="1378" y="1464"/>
                    <a:pt x="1378" y="1463"/>
                    <a:pt x="1377" y="1462"/>
                  </a:cubicBezTo>
                  <a:cubicBezTo>
                    <a:pt x="1358" y="1405"/>
                    <a:pt x="1329" y="1357"/>
                    <a:pt x="1262" y="1352"/>
                  </a:cubicBezTo>
                  <a:cubicBezTo>
                    <a:pt x="1227" y="1350"/>
                    <a:pt x="1138" y="1375"/>
                    <a:pt x="1132" y="1418"/>
                  </a:cubicBezTo>
                  <a:cubicBezTo>
                    <a:pt x="1099" y="1406"/>
                    <a:pt x="1059" y="1406"/>
                    <a:pt x="1025" y="1393"/>
                  </a:cubicBezTo>
                  <a:cubicBezTo>
                    <a:pt x="949" y="1365"/>
                    <a:pt x="1035" y="1243"/>
                    <a:pt x="1056" y="1201"/>
                  </a:cubicBezTo>
                  <a:cubicBezTo>
                    <a:pt x="1068" y="1176"/>
                    <a:pt x="1081" y="1150"/>
                    <a:pt x="1093" y="1124"/>
                  </a:cubicBezTo>
                  <a:lnTo>
                    <a:pt x="1096" y="1124"/>
                  </a:lnTo>
                  <a:cubicBezTo>
                    <a:pt x="1099" y="1124"/>
                    <a:pt x="1101" y="1123"/>
                    <a:pt x="1104" y="1122"/>
                  </a:cubicBezTo>
                  <a:cubicBezTo>
                    <a:pt x="1107" y="1120"/>
                    <a:pt x="1109" y="1118"/>
                    <a:pt x="1111" y="1115"/>
                  </a:cubicBezTo>
                  <a:cubicBezTo>
                    <a:pt x="1112" y="1113"/>
                    <a:pt x="1113" y="1110"/>
                    <a:pt x="1113" y="1108"/>
                  </a:cubicBezTo>
                  <a:cubicBezTo>
                    <a:pt x="1122" y="1083"/>
                    <a:pt x="1133" y="1058"/>
                    <a:pt x="1146" y="1036"/>
                  </a:cubicBezTo>
                  <a:cubicBezTo>
                    <a:pt x="1154" y="1022"/>
                    <a:pt x="1162" y="1009"/>
                    <a:pt x="1171" y="997"/>
                  </a:cubicBezTo>
                  <a:cubicBezTo>
                    <a:pt x="1172" y="996"/>
                    <a:pt x="1173" y="994"/>
                    <a:pt x="1174" y="993"/>
                  </a:cubicBezTo>
                  <a:cubicBezTo>
                    <a:pt x="1180" y="981"/>
                    <a:pt x="1186" y="969"/>
                    <a:pt x="1190" y="956"/>
                  </a:cubicBezTo>
                  <a:cubicBezTo>
                    <a:pt x="1208" y="944"/>
                    <a:pt x="1229" y="935"/>
                    <a:pt x="1247" y="923"/>
                  </a:cubicBezTo>
                  <a:lnTo>
                    <a:pt x="1248" y="923"/>
                  </a:lnTo>
                  <a:lnTo>
                    <a:pt x="1249" y="923"/>
                  </a:lnTo>
                  <a:lnTo>
                    <a:pt x="1250" y="922"/>
                  </a:lnTo>
                  <a:cubicBezTo>
                    <a:pt x="1253" y="921"/>
                    <a:pt x="1256" y="918"/>
                    <a:pt x="1258" y="915"/>
                  </a:cubicBezTo>
                  <a:cubicBezTo>
                    <a:pt x="1287" y="896"/>
                    <a:pt x="1314" y="872"/>
                    <a:pt x="1336" y="845"/>
                  </a:cubicBezTo>
                  <a:cubicBezTo>
                    <a:pt x="1383" y="786"/>
                    <a:pt x="1408" y="700"/>
                    <a:pt x="1424" y="626"/>
                  </a:cubicBezTo>
                  <a:cubicBezTo>
                    <a:pt x="1442" y="651"/>
                    <a:pt x="1463" y="674"/>
                    <a:pt x="1486" y="695"/>
                  </a:cubicBezTo>
                  <a:cubicBezTo>
                    <a:pt x="1533" y="736"/>
                    <a:pt x="1586" y="769"/>
                    <a:pt x="1632" y="814"/>
                  </a:cubicBezTo>
                  <a:cubicBezTo>
                    <a:pt x="1689" y="871"/>
                    <a:pt x="1734" y="939"/>
                    <a:pt x="1787" y="1001"/>
                  </a:cubicBezTo>
                  <a:cubicBezTo>
                    <a:pt x="1874" y="1102"/>
                    <a:pt x="1964" y="1189"/>
                    <a:pt x="2105" y="1185"/>
                  </a:cubicBezTo>
                  <a:cubicBezTo>
                    <a:pt x="2107" y="1210"/>
                    <a:pt x="2112" y="1234"/>
                    <a:pt x="2121" y="1257"/>
                  </a:cubicBezTo>
                  <a:cubicBezTo>
                    <a:pt x="2123" y="1266"/>
                    <a:pt x="2127" y="1275"/>
                    <a:pt x="2132" y="1283"/>
                  </a:cubicBezTo>
                  <a:cubicBezTo>
                    <a:pt x="2133" y="1284"/>
                    <a:pt x="2133" y="1285"/>
                    <a:pt x="2134" y="1286"/>
                  </a:cubicBezTo>
                  <a:cubicBezTo>
                    <a:pt x="2133" y="1286"/>
                    <a:pt x="2133" y="1286"/>
                    <a:pt x="2133" y="1286"/>
                  </a:cubicBezTo>
                  <a:cubicBezTo>
                    <a:pt x="2132" y="1287"/>
                    <a:pt x="2132" y="1288"/>
                    <a:pt x="2132" y="1289"/>
                  </a:cubicBezTo>
                  <a:cubicBezTo>
                    <a:pt x="2132" y="1290"/>
                    <a:pt x="2132" y="1290"/>
                    <a:pt x="2133" y="1291"/>
                  </a:cubicBezTo>
                  <a:cubicBezTo>
                    <a:pt x="2133" y="1292"/>
                    <a:pt x="2134" y="1292"/>
                    <a:pt x="2135" y="1293"/>
                  </a:cubicBezTo>
                  <a:lnTo>
                    <a:pt x="2137" y="1293"/>
                  </a:lnTo>
                  <a:cubicBezTo>
                    <a:pt x="2138" y="1296"/>
                    <a:pt x="2139" y="1300"/>
                    <a:pt x="2139" y="1304"/>
                  </a:cubicBezTo>
                  <a:cubicBezTo>
                    <a:pt x="2140" y="1320"/>
                    <a:pt x="2144" y="1337"/>
                    <a:pt x="2145" y="1353"/>
                  </a:cubicBezTo>
                  <a:cubicBezTo>
                    <a:pt x="2152" y="1411"/>
                    <a:pt x="2147" y="1477"/>
                    <a:pt x="2167" y="1533"/>
                  </a:cubicBezTo>
                  <a:cubicBezTo>
                    <a:pt x="2175" y="1562"/>
                    <a:pt x="2180" y="1591"/>
                    <a:pt x="2184" y="1621"/>
                  </a:cubicBezTo>
                  <a:cubicBezTo>
                    <a:pt x="2187" y="1637"/>
                    <a:pt x="2191" y="1653"/>
                    <a:pt x="2194" y="1669"/>
                  </a:cubicBezTo>
                  <a:cubicBezTo>
                    <a:pt x="2193" y="1672"/>
                    <a:pt x="2191" y="1673"/>
                    <a:pt x="2190" y="1676"/>
                  </a:cubicBezTo>
                  <a:cubicBezTo>
                    <a:pt x="2177" y="1697"/>
                    <a:pt x="2161" y="1714"/>
                    <a:pt x="2141" y="1726"/>
                  </a:cubicBezTo>
                  <a:cubicBezTo>
                    <a:pt x="2134" y="1730"/>
                    <a:pt x="2128" y="1733"/>
                    <a:pt x="2121" y="1736"/>
                  </a:cubicBezTo>
                  <a:cubicBezTo>
                    <a:pt x="2096" y="1743"/>
                    <a:pt x="2070" y="1749"/>
                    <a:pt x="2044" y="1753"/>
                  </a:cubicBezTo>
                  <a:cubicBezTo>
                    <a:pt x="2015" y="1760"/>
                    <a:pt x="1986" y="1770"/>
                    <a:pt x="1958" y="1778"/>
                  </a:cubicBezTo>
                  <a:cubicBezTo>
                    <a:pt x="1922" y="1788"/>
                    <a:pt x="1891" y="1811"/>
                    <a:pt x="1856" y="1823"/>
                  </a:cubicBezTo>
                  <a:cubicBezTo>
                    <a:pt x="1819" y="1837"/>
                    <a:pt x="1781" y="1848"/>
                    <a:pt x="1742" y="1858"/>
                  </a:cubicBezTo>
                  <a:cubicBezTo>
                    <a:pt x="1725" y="1861"/>
                    <a:pt x="1700" y="1864"/>
                    <a:pt x="1691" y="1881"/>
                  </a:cubicBezTo>
                  <a:cubicBezTo>
                    <a:pt x="1660" y="1879"/>
                    <a:pt x="1626" y="1878"/>
                    <a:pt x="1601" y="1899"/>
                  </a:cubicBezTo>
                  <a:cubicBezTo>
                    <a:pt x="1561" y="1931"/>
                    <a:pt x="1491" y="1947"/>
                    <a:pt x="1486" y="2008"/>
                  </a:cubicBezTo>
                  <a:cubicBezTo>
                    <a:pt x="1484" y="2011"/>
                    <a:pt x="1483" y="2015"/>
                    <a:pt x="1482" y="2018"/>
                  </a:cubicBezTo>
                  <a:cubicBezTo>
                    <a:pt x="1482" y="2019"/>
                    <a:pt x="1482" y="2019"/>
                    <a:pt x="1482" y="2019"/>
                  </a:cubicBezTo>
                  <a:cubicBezTo>
                    <a:pt x="1482" y="2021"/>
                    <a:pt x="1483" y="2022"/>
                    <a:pt x="1484" y="2024"/>
                  </a:cubicBezTo>
                  <a:cubicBezTo>
                    <a:pt x="1485" y="2025"/>
                    <a:pt x="1486" y="2027"/>
                    <a:pt x="1487" y="2028"/>
                  </a:cubicBezTo>
                  <a:cubicBezTo>
                    <a:pt x="1489" y="2029"/>
                    <a:pt x="1490" y="2029"/>
                    <a:pt x="1492" y="2029"/>
                  </a:cubicBezTo>
                  <a:lnTo>
                    <a:pt x="1496" y="2029"/>
                  </a:lnTo>
                  <a:cubicBezTo>
                    <a:pt x="1496" y="2030"/>
                    <a:pt x="1497" y="2030"/>
                    <a:pt x="1497" y="2030"/>
                  </a:cubicBezTo>
                  <a:cubicBezTo>
                    <a:pt x="1499" y="2030"/>
                    <a:pt x="1500" y="2029"/>
                    <a:pt x="1502" y="2028"/>
                  </a:cubicBezTo>
                  <a:cubicBezTo>
                    <a:pt x="1503" y="2027"/>
                    <a:pt x="1504" y="2026"/>
                    <a:pt x="1505" y="2025"/>
                  </a:cubicBezTo>
                  <a:cubicBezTo>
                    <a:pt x="1505" y="2023"/>
                    <a:pt x="1507" y="2022"/>
                    <a:pt x="1507" y="2020"/>
                  </a:cubicBezTo>
                  <a:cubicBezTo>
                    <a:pt x="1507" y="2019"/>
                    <a:pt x="1506" y="2017"/>
                    <a:pt x="1506" y="2016"/>
                  </a:cubicBezTo>
                  <a:cubicBezTo>
                    <a:pt x="1507" y="2015"/>
                    <a:pt x="1509" y="2013"/>
                    <a:pt x="1510" y="2012"/>
                  </a:cubicBezTo>
                  <a:cubicBezTo>
                    <a:pt x="1532" y="2003"/>
                    <a:pt x="1555" y="1998"/>
                    <a:pt x="1578" y="1996"/>
                  </a:cubicBezTo>
                  <a:lnTo>
                    <a:pt x="1599" y="1996"/>
                  </a:lnTo>
                  <a:lnTo>
                    <a:pt x="1611" y="1996"/>
                  </a:lnTo>
                  <a:cubicBezTo>
                    <a:pt x="1638" y="1996"/>
                    <a:pt x="1680" y="2020"/>
                    <a:pt x="1703" y="1993"/>
                  </a:cubicBezTo>
                  <a:cubicBezTo>
                    <a:pt x="1706" y="1989"/>
                    <a:pt x="1710" y="1984"/>
                    <a:pt x="1713" y="1979"/>
                  </a:cubicBezTo>
                  <a:cubicBezTo>
                    <a:pt x="1714" y="1977"/>
                    <a:pt x="1715" y="1975"/>
                    <a:pt x="1715" y="1973"/>
                  </a:cubicBezTo>
                  <a:cubicBezTo>
                    <a:pt x="1720" y="1970"/>
                    <a:pt x="1724" y="1965"/>
                    <a:pt x="1727" y="1960"/>
                  </a:cubicBezTo>
                  <a:cubicBezTo>
                    <a:pt x="1727" y="1960"/>
                    <a:pt x="1727" y="1959"/>
                    <a:pt x="1728" y="1959"/>
                  </a:cubicBezTo>
                  <a:lnTo>
                    <a:pt x="1747" y="1952"/>
                  </a:lnTo>
                  <a:cubicBezTo>
                    <a:pt x="1753" y="1954"/>
                    <a:pt x="1760" y="1955"/>
                    <a:pt x="1766" y="1956"/>
                  </a:cubicBezTo>
                  <a:cubicBezTo>
                    <a:pt x="1769" y="1957"/>
                    <a:pt x="1772" y="1957"/>
                    <a:pt x="1774" y="1957"/>
                  </a:cubicBezTo>
                  <a:cubicBezTo>
                    <a:pt x="1782" y="1957"/>
                    <a:pt x="1790" y="1955"/>
                    <a:pt x="1797" y="1951"/>
                  </a:cubicBezTo>
                  <a:cubicBezTo>
                    <a:pt x="1804" y="1947"/>
                    <a:pt x="1810" y="1941"/>
                    <a:pt x="1814" y="1934"/>
                  </a:cubicBezTo>
                  <a:lnTo>
                    <a:pt x="1823" y="1932"/>
                  </a:lnTo>
                  <a:cubicBezTo>
                    <a:pt x="1829" y="1934"/>
                    <a:pt x="1836" y="1935"/>
                    <a:pt x="1842" y="1935"/>
                  </a:cubicBezTo>
                  <a:cubicBezTo>
                    <a:pt x="1853" y="1935"/>
                    <a:pt x="1863" y="1931"/>
                    <a:pt x="1872" y="1927"/>
                  </a:cubicBezTo>
                  <a:cubicBezTo>
                    <a:pt x="1875" y="1925"/>
                    <a:pt x="1877" y="1924"/>
                    <a:pt x="1880" y="1922"/>
                  </a:cubicBezTo>
                  <a:cubicBezTo>
                    <a:pt x="1887" y="1922"/>
                    <a:pt x="1893" y="1920"/>
                    <a:pt x="1901" y="1919"/>
                  </a:cubicBezTo>
                  <a:cubicBezTo>
                    <a:pt x="1909" y="1923"/>
                    <a:pt x="1919" y="1925"/>
                    <a:pt x="1929" y="1925"/>
                  </a:cubicBezTo>
                  <a:lnTo>
                    <a:pt x="1930" y="1925"/>
                  </a:lnTo>
                  <a:cubicBezTo>
                    <a:pt x="1938" y="1925"/>
                    <a:pt x="1945" y="1923"/>
                    <a:pt x="1952" y="1920"/>
                  </a:cubicBezTo>
                  <a:cubicBezTo>
                    <a:pt x="1959" y="1916"/>
                    <a:pt x="1964" y="1910"/>
                    <a:pt x="1968" y="1904"/>
                  </a:cubicBezTo>
                  <a:cubicBezTo>
                    <a:pt x="1968" y="1903"/>
                    <a:pt x="1969" y="1902"/>
                    <a:pt x="1969" y="1901"/>
                  </a:cubicBezTo>
                  <a:lnTo>
                    <a:pt x="1992" y="1893"/>
                  </a:lnTo>
                  <a:cubicBezTo>
                    <a:pt x="2009" y="1888"/>
                    <a:pt x="2020" y="1892"/>
                    <a:pt x="2036" y="1889"/>
                  </a:cubicBezTo>
                  <a:cubicBezTo>
                    <a:pt x="2052" y="1885"/>
                    <a:pt x="2069" y="1882"/>
                    <a:pt x="2085" y="1877"/>
                  </a:cubicBezTo>
                  <a:cubicBezTo>
                    <a:pt x="2083" y="1879"/>
                    <a:pt x="2081" y="1882"/>
                    <a:pt x="2079" y="1884"/>
                  </a:cubicBezTo>
                  <a:cubicBezTo>
                    <a:pt x="2070" y="1892"/>
                    <a:pt x="2061" y="1901"/>
                    <a:pt x="2051" y="1908"/>
                  </a:cubicBezTo>
                  <a:lnTo>
                    <a:pt x="2045" y="1903"/>
                  </a:lnTo>
                  <a:cubicBezTo>
                    <a:pt x="2034" y="1898"/>
                    <a:pt x="2021" y="1896"/>
                    <a:pt x="2008" y="1896"/>
                  </a:cubicBezTo>
                  <a:cubicBezTo>
                    <a:pt x="2003" y="1896"/>
                    <a:pt x="1998" y="1896"/>
                    <a:pt x="1993" y="1897"/>
                  </a:cubicBezTo>
                  <a:cubicBezTo>
                    <a:pt x="1959" y="1901"/>
                    <a:pt x="1940" y="1945"/>
                    <a:pt x="1934" y="1983"/>
                  </a:cubicBezTo>
                  <a:cubicBezTo>
                    <a:pt x="1933" y="1985"/>
                    <a:pt x="1931" y="1987"/>
                    <a:pt x="1930" y="1989"/>
                  </a:cubicBezTo>
                  <a:cubicBezTo>
                    <a:pt x="1925" y="1997"/>
                    <a:pt x="1923" y="2007"/>
                    <a:pt x="1923" y="2017"/>
                  </a:cubicBezTo>
                  <a:cubicBezTo>
                    <a:pt x="1923" y="2027"/>
                    <a:pt x="1925" y="2037"/>
                    <a:pt x="1930" y="2045"/>
                  </a:cubicBezTo>
                  <a:cubicBezTo>
                    <a:pt x="1931" y="2046"/>
                    <a:pt x="1931" y="2046"/>
                    <a:pt x="1931" y="2047"/>
                  </a:cubicBezTo>
                  <a:cubicBezTo>
                    <a:pt x="1933" y="2050"/>
                    <a:pt x="1934" y="2051"/>
                    <a:pt x="1937" y="2053"/>
                  </a:cubicBezTo>
                  <a:cubicBezTo>
                    <a:pt x="1939" y="2054"/>
                    <a:pt x="1941" y="2055"/>
                    <a:pt x="1944" y="2055"/>
                  </a:cubicBezTo>
                  <a:cubicBezTo>
                    <a:pt x="1946" y="2055"/>
                    <a:pt x="1949" y="2054"/>
                    <a:pt x="1951" y="2053"/>
                  </a:cubicBezTo>
                  <a:cubicBezTo>
                    <a:pt x="1953" y="2051"/>
                    <a:pt x="1954" y="2050"/>
                    <a:pt x="1956" y="2047"/>
                  </a:cubicBezTo>
                  <a:cubicBezTo>
                    <a:pt x="1957" y="2046"/>
                    <a:pt x="1958" y="2044"/>
                    <a:pt x="1958" y="2042"/>
                  </a:cubicBezTo>
                  <a:cubicBezTo>
                    <a:pt x="1959" y="2032"/>
                    <a:pt x="1961" y="2022"/>
                    <a:pt x="1967" y="2013"/>
                  </a:cubicBezTo>
                  <a:cubicBezTo>
                    <a:pt x="1969" y="2009"/>
                    <a:pt x="1973" y="2004"/>
                    <a:pt x="1976" y="2001"/>
                  </a:cubicBezTo>
                  <a:cubicBezTo>
                    <a:pt x="1987" y="1992"/>
                    <a:pt x="1999" y="1984"/>
                    <a:pt x="2011" y="1977"/>
                  </a:cubicBezTo>
                  <a:cubicBezTo>
                    <a:pt x="2016" y="1974"/>
                    <a:pt x="2020" y="1971"/>
                    <a:pt x="2025" y="1969"/>
                  </a:cubicBezTo>
                  <a:cubicBezTo>
                    <a:pt x="2033" y="1966"/>
                    <a:pt x="2041" y="1965"/>
                    <a:pt x="2050" y="1965"/>
                  </a:cubicBezTo>
                  <a:cubicBezTo>
                    <a:pt x="2054" y="1965"/>
                    <a:pt x="2059" y="1965"/>
                    <a:pt x="2063" y="1966"/>
                  </a:cubicBezTo>
                  <a:cubicBezTo>
                    <a:pt x="2072" y="1968"/>
                    <a:pt x="2080" y="1969"/>
                    <a:pt x="2089" y="1969"/>
                  </a:cubicBezTo>
                  <a:cubicBezTo>
                    <a:pt x="2097" y="1969"/>
                    <a:pt x="2106" y="1968"/>
                    <a:pt x="2114" y="1966"/>
                  </a:cubicBezTo>
                  <a:cubicBezTo>
                    <a:pt x="2121" y="1965"/>
                    <a:pt x="2128" y="1963"/>
                    <a:pt x="2135" y="1959"/>
                  </a:cubicBezTo>
                  <a:cubicBezTo>
                    <a:pt x="2144" y="1954"/>
                    <a:pt x="2151" y="1946"/>
                    <a:pt x="2156" y="1937"/>
                  </a:cubicBezTo>
                  <a:cubicBezTo>
                    <a:pt x="2160" y="1930"/>
                    <a:pt x="2163" y="1922"/>
                    <a:pt x="2164" y="1914"/>
                  </a:cubicBezTo>
                  <a:lnTo>
                    <a:pt x="2165" y="1912"/>
                  </a:lnTo>
                  <a:cubicBezTo>
                    <a:pt x="2166" y="1911"/>
                    <a:pt x="2168" y="1910"/>
                    <a:pt x="2169" y="1909"/>
                  </a:cubicBezTo>
                  <a:cubicBezTo>
                    <a:pt x="2171" y="1910"/>
                    <a:pt x="2173" y="1910"/>
                    <a:pt x="2175" y="1910"/>
                  </a:cubicBezTo>
                  <a:cubicBezTo>
                    <a:pt x="2186" y="1910"/>
                    <a:pt x="2196" y="1907"/>
                    <a:pt x="2205" y="1902"/>
                  </a:cubicBezTo>
                  <a:cubicBezTo>
                    <a:pt x="2214" y="1897"/>
                    <a:pt x="2220" y="1889"/>
                    <a:pt x="2226" y="1880"/>
                  </a:cubicBezTo>
                  <a:cubicBezTo>
                    <a:pt x="2227" y="1877"/>
                    <a:pt x="2229" y="1876"/>
                    <a:pt x="2230" y="1873"/>
                  </a:cubicBezTo>
                  <a:lnTo>
                    <a:pt x="2246" y="1867"/>
                  </a:lnTo>
                  <a:cubicBezTo>
                    <a:pt x="2249" y="1868"/>
                    <a:pt x="2251" y="1868"/>
                    <a:pt x="2254" y="1868"/>
                  </a:cubicBezTo>
                  <a:cubicBezTo>
                    <a:pt x="2263" y="1868"/>
                    <a:pt x="2272" y="1865"/>
                    <a:pt x="2280" y="1861"/>
                  </a:cubicBezTo>
                  <a:cubicBezTo>
                    <a:pt x="2287" y="1856"/>
                    <a:pt x="2293" y="1849"/>
                    <a:pt x="2298" y="1842"/>
                  </a:cubicBezTo>
                  <a:cubicBezTo>
                    <a:pt x="2298" y="1841"/>
                    <a:pt x="2299" y="1842"/>
                    <a:pt x="2299" y="1841"/>
                  </a:cubicBezTo>
                  <a:lnTo>
                    <a:pt x="2303" y="1838"/>
                  </a:lnTo>
                  <a:cubicBezTo>
                    <a:pt x="2306" y="1836"/>
                    <a:pt x="2310" y="1834"/>
                    <a:pt x="2313" y="1831"/>
                  </a:cubicBezTo>
                  <a:cubicBezTo>
                    <a:pt x="2314" y="1836"/>
                    <a:pt x="2315" y="1840"/>
                    <a:pt x="2318" y="1845"/>
                  </a:cubicBezTo>
                  <a:cubicBezTo>
                    <a:pt x="2321" y="1852"/>
                    <a:pt x="2328" y="1857"/>
                    <a:pt x="2335" y="1861"/>
                  </a:cubicBezTo>
                  <a:cubicBezTo>
                    <a:pt x="2335" y="1862"/>
                    <a:pt x="2335" y="1862"/>
                    <a:pt x="2336" y="1862"/>
                  </a:cubicBezTo>
                  <a:cubicBezTo>
                    <a:pt x="2339" y="1865"/>
                    <a:pt x="2343" y="1868"/>
                    <a:pt x="2347" y="1871"/>
                  </a:cubicBezTo>
                  <a:cubicBezTo>
                    <a:pt x="2352" y="1874"/>
                    <a:pt x="2358" y="1876"/>
                    <a:pt x="2364" y="1877"/>
                  </a:cubicBezTo>
                  <a:cubicBezTo>
                    <a:pt x="2369" y="1878"/>
                    <a:pt x="2374" y="1878"/>
                    <a:pt x="2379" y="1878"/>
                  </a:cubicBezTo>
                  <a:cubicBezTo>
                    <a:pt x="2384" y="1878"/>
                    <a:pt x="2389" y="1878"/>
                    <a:pt x="2393" y="1877"/>
                  </a:cubicBezTo>
                  <a:cubicBezTo>
                    <a:pt x="2408" y="1880"/>
                    <a:pt x="2423" y="1882"/>
                    <a:pt x="2437" y="1884"/>
                  </a:cubicBezTo>
                  <a:cubicBezTo>
                    <a:pt x="2442" y="1886"/>
                    <a:pt x="2448" y="1887"/>
                    <a:pt x="2453" y="1888"/>
                  </a:cubicBezTo>
                  <a:cubicBezTo>
                    <a:pt x="2462" y="1890"/>
                    <a:pt x="2472" y="1891"/>
                    <a:pt x="2482" y="1891"/>
                  </a:cubicBezTo>
                  <a:cubicBezTo>
                    <a:pt x="2493" y="1891"/>
                    <a:pt x="2504" y="1890"/>
                    <a:pt x="2515" y="1887"/>
                  </a:cubicBezTo>
                  <a:cubicBezTo>
                    <a:pt x="2520" y="1893"/>
                    <a:pt x="2527" y="1899"/>
                    <a:pt x="2534" y="1903"/>
                  </a:cubicBezTo>
                  <a:cubicBezTo>
                    <a:pt x="2546" y="1910"/>
                    <a:pt x="2560" y="1914"/>
                    <a:pt x="2574" y="1914"/>
                  </a:cubicBezTo>
                  <a:cubicBezTo>
                    <a:pt x="2587" y="1914"/>
                    <a:pt x="2601" y="1910"/>
                    <a:pt x="2613" y="1903"/>
                  </a:cubicBezTo>
                  <a:cubicBezTo>
                    <a:pt x="2614" y="1902"/>
                    <a:pt x="2616" y="1901"/>
                    <a:pt x="2618" y="1900"/>
                  </a:cubicBezTo>
                  <a:cubicBezTo>
                    <a:pt x="2621" y="1903"/>
                    <a:pt x="2624" y="1906"/>
                    <a:pt x="2628" y="1908"/>
                  </a:cubicBezTo>
                  <a:cubicBezTo>
                    <a:pt x="2637" y="1913"/>
                    <a:pt x="2646" y="1916"/>
                    <a:pt x="2657" y="1916"/>
                  </a:cubicBezTo>
                  <a:cubicBezTo>
                    <a:pt x="2667" y="1916"/>
                    <a:pt x="2678" y="1913"/>
                    <a:pt x="2687" y="1908"/>
                  </a:cubicBezTo>
                  <a:cubicBezTo>
                    <a:pt x="2691" y="1906"/>
                    <a:pt x="2694" y="1903"/>
                    <a:pt x="2697" y="1900"/>
                  </a:cubicBezTo>
                  <a:cubicBezTo>
                    <a:pt x="2707" y="1905"/>
                    <a:pt x="2717" y="1907"/>
                    <a:pt x="2728" y="1907"/>
                  </a:cubicBezTo>
                  <a:cubicBezTo>
                    <a:pt x="2738" y="1907"/>
                    <a:pt x="2748" y="1905"/>
                    <a:pt x="2758" y="1900"/>
                  </a:cubicBezTo>
                  <a:cubicBezTo>
                    <a:pt x="2773" y="1894"/>
                    <a:pt x="2775" y="1887"/>
                    <a:pt x="2787" y="1884"/>
                  </a:cubicBezTo>
                  <a:cubicBezTo>
                    <a:pt x="2795" y="1886"/>
                    <a:pt x="2804" y="1887"/>
                    <a:pt x="2812" y="1887"/>
                  </a:cubicBezTo>
                  <a:cubicBezTo>
                    <a:pt x="2820" y="1887"/>
                    <a:pt x="2829" y="1886"/>
                    <a:pt x="2837" y="1884"/>
                  </a:cubicBezTo>
                  <a:cubicBezTo>
                    <a:pt x="2840" y="1883"/>
                    <a:pt x="2843" y="1881"/>
                    <a:pt x="2846" y="1879"/>
                  </a:cubicBezTo>
                  <a:cubicBezTo>
                    <a:pt x="2856" y="1874"/>
                    <a:pt x="2864" y="1866"/>
                    <a:pt x="2869" y="1857"/>
                  </a:cubicBezTo>
                  <a:cubicBezTo>
                    <a:pt x="2872" y="1861"/>
                    <a:pt x="2874" y="1864"/>
                    <a:pt x="2877" y="1867"/>
                  </a:cubicBezTo>
                  <a:cubicBezTo>
                    <a:pt x="2888" y="1879"/>
                    <a:pt x="2913" y="1877"/>
                    <a:pt x="2913" y="1857"/>
                  </a:cubicBezTo>
                  <a:cubicBezTo>
                    <a:pt x="2913" y="1844"/>
                    <a:pt x="2916" y="1823"/>
                    <a:pt x="2904" y="1813"/>
                  </a:cubicBezTo>
                  <a:cubicBezTo>
                    <a:pt x="2903" y="1813"/>
                    <a:pt x="2902" y="1812"/>
                    <a:pt x="2902" y="1812"/>
                  </a:cubicBezTo>
                  <a:cubicBezTo>
                    <a:pt x="2898" y="1810"/>
                    <a:pt x="2893" y="1808"/>
                    <a:pt x="2888" y="1808"/>
                  </a:cubicBezTo>
                  <a:cubicBezTo>
                    <a:pt x="2885" y="1808"/>
                    <a:pt x="2882" y="1809"/>
                    <a:pt x="2879" y="1810"/>
                  </a:cubicBezTo>
                  <a:moveTo>
                    <a:pt x="1353" y="1448"/>
                  </a:moveTo>
                  <a:lnTo>
                    <a:pt x="1357" y="1458"/>
                  </a:lnTo>
                  <a:lnTo>
                    <a:pt x="1352" y="1458"/>
                  </a:lnTo>
                  <a:cubicBezTo>
                    <a:pt x="1353" y="1456"/>
                    <a:pt x="1353" y="1453"/>
                    <a:pt x="1353" y="1450"/>
                  </a:cubicBezTo>
                  <a:cubicBezTo>
                    <a:pt x="1353" y="1449"/>
                    <a:pt x="1353" y="1449"/>
                    <a:pt x="1353" y="1448"/>
                  </a:cubicBezTo>
                  <a:moveTo>
                    <a:pt x="1147" y="1422"/>
                  </a:moveTo>
                  <a:cubicBezTo>
                    <a:pt x="1151" y="1411"/>
                    <a:pt x="1169" y="1403"/>
                    <a:pt x="1178" y="1395"/>
                  </a:cubicBezTo>
                  <a:cubicBezTo>
                    <a:pt x="1181" y="1394"/>
                    <a:pt x="1183" y="1392"/>
                    <a:pt x="1186" y="1391"/>
                  </a:cubicBezTo>
                  <a:cubicBezTo>
                    <a:pt x="1208" y="1378"/>
                    <a:pt x="1234" y="1371"/>
                    <a:pt x="1259" y="1371"/>
                  </a:cubicBezTo>
                  <a:cubicBezTo>
                    <a:pt x="1260" y="1371"/>
                    <a:pt x="1261" y="1371"/>
                    <a:pt x="1262" y="1371"/>
                  </a:cubicBezTo>
                  <a:cubicBezTo>
                    <a:pt x="1263" y="1371"/>
                    <a:pt x="1264" y="1371"/>
                    <a:pt x="1265" y="1371"/>
                  </a:cubicBezTo>
                  <a:cubicBezTo>
                    <a:pt x="1279" y="1371"/>
                    <a:pt x="1292" y="1374"/>
                    <a:pt x="1304" y="1381"/>
                  </a:cubicBezTo>
                  <a:cubicBezTo>
                    <a:pt x="1316" y="1387"/>
                    <a:pt x="1326" y="1398"/>
                    <a:pt x="1333" y="1410"/>
                  </a:cubicBezTo>
                  <a:cubicBezTo>
                    <a:pt x="1315" y="1391"/>
                    <a:pt x="1288" y="1388"/>
                    <a:pt x="1251" y="1389"/>
                  </a:cubicBezTo>
                  <a:cubicBezTo>
                    <a:pt x="1217" y="1400"/>
                    <a:pt x="1184" y="1412"/>
                    <a:pt x="1151" y="1426"/>
                  </a:cubicBezTo>
                  <a:lnTo>
                    <a:pt x="1146" y="1423"/>
                  </a:lnTo>
                  <a:cubicBezTo>
                    <a:pt x="1146" y="1423"/>
                    <a:pt x="1147" y="1423"/>
                    <a:pt x="1147" y="1422"/>
                  </a:cubicBezTo>
                  <a:moveTo>
                    <a:pt x="256" y="1542"/>
                  </a:moveTo>
                  <a:cubicBezTo>
                    <a:pt x="256" y="1544"/>
                    <a:pt x="255" y="1545"/>
                    <a:pt x="255" y="1546"/>
                  </a:cubicBezTo>
                  <a:cubicBezTo>
                    <a:pt x="255" y="1547"/>
                    <a:pt x="256" y="1549"/>
                    <a:pt x="256" y="1550"/>
                  </a:cubicBezTo>
                  <a:lnTo>
                    <a:pt x="228" y="1559"/>
                  </a:lnTo>
                  <a:lnTo>
                    <a:pt x="256" y="1542"/>
                  </a:lnTo>
                  <a:moveTo>
                    <a:pt x="29" y="1715"/>
                  </a:moveTo>
                  <a:cubicBezTo>
                    <a:pt x="31" y="1712"/>
                    <a:pt x="33" y="1710"/>
                    <a:pt x="35" y="1707"/>
                  </a:cubicBezTo>
                  <a:lnTo>
                    <a:pt x="36" y="1707"/>
                  </a:lnTo>
                  <a:cubicBezTo>
                    <a:pt x="37" y="1707"/>
                    <a:pt x="37" y="1707"/>
                    <a:pt x="37" y="1707"/>
                  </a:cubicBezTo>
                  <a:cubicBezTo>
                    <a:pt x="35" y="1710"/>
                    <a:pt x="32" y="1712"/>
                    <a:pt x="30" y="1715"/>
                  </a:cubicBezTo>
                  <a:lnTo>
                    <a:pt x="29" y="1715"/>
                  </a:lnTo>
                  <a:moveTo>
                    <a:pt x="55" y="1693"/>
                  </a:moveTo>
                  <a:lnTo>
                    <a:pt x="50" y="1697"/>
                  </a:lnTo>
                  <a:cubicBezTo>
                    <a:pt x="52" y="1694"/>
                    <a:pt x="54" y="1692"/>
                    <a:pt x="56" y="1689"/>
                  </a:cubicBezTo>
                  <a:lnTo>
                    <a:pt x="56" y="1690"/>
                  </a:lnTo>
                  <a:cubicBezTo>
                    <a:pt x="56" y="1691"/>
                    <a:pt x="56" y="1692"/>
                    <a:pt x="56" y="1693"/>
                  </a:cubicBezTo>
                  <a:lnTo>
                    <a:pt x="55" y="1693"/>
                  </a:lnTo>
                  <a:moveTo>
                    <a:pt x="120" y="1655"/>
                  </a:moveTo>
                  <a:lnTo>
                    <a:pt x="119" y="1655"/>
                  </a:lnTo>
                  <a:lnTo>
                    <a:pt x="113" y="1655"/>
                  </a:lnTo>
                  <a:lnTo>
                    <a:pt x="114" y="1655"/>
                  </a:lnTo>
                  <a:lnTo>
                    <a:pt x="122" y="1651"/>
                  </a:lnTo>
                  <a:lnTo>
                    <a:pt x="120" y="1655"/>
                  </a:lnTo>
                  <a:moveTo>
                    <a:pt x="99" y="1618"/>
                  </a:moveTo>
                  <a:cubicBezTo>
                    <a:pt x="95" y="1620"/>
                    <a:pt x="90" y="1623"/>
                    <a:pt x="86" y="1625"/>
                  </a:cubicBezTo>
                  <a:cubicBezTo>
                    <a:pt x="71" y="1634"/>
                    <a:pt x="58" y="1645"/>
                    <a:pt x="46" y="1658"/>
                  </a:cubicBezTo>
                  <a:cubicBezTo>
                    <a:pt x="35" y="1669"/>
                    <a:pt x="24" y="1681"/>
                    <a:pt x="15" y="1695"/>
                  </a:cubicBezTo>
                  <a:cubicBezTo>
                    <a:pt x="17" y="1675"/>
                    <a:pt x="23" y="1656"/>
                    <a:pt x="33" y="1639"/>
                  </a:cubicBezTo>
                  <a:cubicBezTo>
                    <a:pt x="46" y="1617"/>
                    <a:pt x="64" y="1599"/>
                    <a:pt x="86" y="1586"/>
                  </a:cubicBezTo>
                  <a:cubicBezTo>
                    <a:pt x="90" y="1584"/>
                    <a:pt x="95" y="1581"/>
                    <a:pt x="100" y="1579"/>
                  </a:cubicBezTo>
                  <a:cubicBezTo>
                    <a:pt x="118" y="1571"/>
                    <a:pt x="188" y="1543"/>
                    <a:pt x="202" y="1566"/>
                  </a:cubicBezTo>
                  <a:lnTo>
                    <a:pt x="201" y="1567"/>
                  </a:lnTo>
                  <a:lnTo>
                    <a:pt x="202" y="1567"/>
                  </a:lnTo>
                  <a:cubicBezTo>
                    <a:pt x="195" y="1570"/>
                    <a:pt x="188" y="1572"/>
                    <a:pt x="182" y="1575"/>
                  </a:cubicBezTo>
                  <a:cubicBezTo>
                    <a:pt x="179" y="1576"/>
                    <a:pt x="176" y="1577"/>
                    <a:pt x="173" y="1579"/>
                  </a:cubicBezTo>
                  <a:cubicBezTo>
                    <a:pt x="169" y="1581"/>
                    <a:pt x="166" y="1584"/>
                    <a:pt x="162" y="1587"/>
                  </a:cubicBezTo>
                  <a:cubicBezTo>
                    <a:pt x="161" y="1586"/>
                    <a:pt x="159" y="1586"/>
                    <a:pt x="158" y="1586"/>
                  </a:cubicBezTo>
                  <a:cubicBezTo>
                    <a:pt x="156" y="1586"/>
                    <a:pt x="155" y="1586"/>
                    <a:pt x="153" y="1587"/>
                  </a:cubicBezTo>
                  <a:cubicBezTo>
                    <a:pt x="152" y="1586"/>
                    <a:pt x="152" y="1585"/>
                    <a:pt x="151" y="1585"/>
                  </a:cubicBezTo>
                  <a:cubicBezTo>
                    <a:pt x="150" y="1584"/>
                    <a:pt x="149" y="1584"/>
                    <a:pt x="148" y="1584"/>
                  </a:cubicBezTo>
                  <a:cubicBezTo>
                    <a:pt x="128" y="1580"/>
                    <a:pt x="112" y="1602"/>
                    <a:pt x="100" y="1618"/>
                  </a:cubicBezTo>
                  <a:lnTo>
                    <a:pt x="99" y="1618"/>
                  </a:lnTo>
                  <a:moveTo>
                    <a:pt x="128" y="1711"/>
                  </a:moveTo>
                  <a:lnTo>
                    <a:pt x="128" y="1711"/>
                  </a:lnTo>
                  <a:moveTo>
                    <a:pt x="251" y="1607"/>
                  </a:moveTo>
                  <a:cubicBezTo>
                    <a:pt x="249" y="1610"/>
                    <a:pt x="244" y="1618"/>
                    <a:pt x="248" y="1617"/>
                  </a:cubicBezTo>
                  <a:cubicBezTo>
                    <a:pt x="240" y="1617"/>
                    <a:pt x="232" y="1617"/>
                    <a:pt x="223" y="1617"/>
                  </a:cubicBezTo>
                  <a:cubicBezTo>
                    <a:pt x="206" y="1618"/>
                    <a:pt x="188" y="1623"/>
                    <a:pt x="173" y="1632"/>
                  </a:cubicBezTo>
                  <a:cubicBezTo>
                    <a:pt x="168" y="1635"/>
                    <a:pt x="164" y="1637"/>
                    <a:pt x="160" y="1640"/>
                  </a:cubicBezTo>
                  <a:cubicBezTo>
                    <a:pt x="149" y="1648"/>
                    <a:pt x="139" y="1659"/>
                    <a:pt x="132" y="1670"/>
                  </a:cubicBezTo>
                  <a:cubicBezTo>
                    <a:pt x="135" y="1657"/>
                    <a:pt x="140" y="1644"/>
                    <a:pt x="146" y="1633"/>
                  </a:cubicBezTo>
                  <a:cubicBezTo>
                    <a:pt x="152" y="1622"/>
                    <a:pt x="159" y="1613"/>
                    <a:pt x="168" y="1605"/>
                  </a:cubicBezTo>
                  <a:cubicBezTo>
                    <a:pt x="168" y="1605"/>
                    <a:pt x="169" y="1604"/>
                    <a:pt x="170" y="1604"/>
                  </a:cubicBezTo>
                  <a:cubicBezTo>
                    <a:pt x="171" y="1603"/>
                    <a:pt x="172" y="1602"/>
                    <a:pt x="173" y="1601"/>
                  </a:cubicBezTo>
                  <a:lnTo>
                    <a:pt x="173" y="1600"/>
                  </a:lnTo>
                  <a:cubicBezTo>
                    <a:pt x="179" y="1595"/>
                    <a:pt x="185" y="1590"/>
                    <a:pt x="192" y="1586"/>
                  </a:cubicBezTo>
                  <a:cubicBezTo>
                    <a:pt x="195" y="1584"/>
                    <a:pt x="199" y="1583"/>
                    <a:pt x="203" y="1581"/>
                  </a:cubicBezTo>
                  <a:cubicBezTo>
                    <a:pt x="220" y="1573"/>
                    <a:pt x="239" y="1567"/>
                    <a:pt x="257" y="1561"/>
                  </a:cubicBezTo>
                  <a:cubicBezTo>
                    <a:pt x="261" y="1573"/>
                    <a:pt x="265" y="1584"/>
                    <a:pt x="270" y="1596"/>
                  </a:cubicBezTo>
                  <a:lnTo>
                    <a:pt x="269" y="1596"/>
                  </a:lnTo>
                  <a:cubicBezTo>
                    <a:pt x="266" y="1596"/>
                    <a:pt x="262" y="1596"/>
                    <a:pt x="259" y="1598"/>
                  </a:cubicBezTo>
                  <a:cubicBezTo>
                    <a:pt x="256" y="1600"/>
                    <a:pt x="254" y="1602"/>
                    <a:pt x="252" y="1605"/>
                  </a:cubicBezTo>
                  <a:cubicBezTo>
                    <a:pt x="252" y="1606"/>
                    <a:pt x="252" y="1606"/>
                    <a:pt x="251" y="1607"/>
                  </a:cubicBezTo>
                  <a:moveTo>
                    <a:pt x="273" y="1540"/>
                  </a:moveTo>
                  <a:cubicBezTo>
                    <a:pt x="272" y="1540"/>
                    <a:pt x="272" y="1539"/>
                    <a:pt x="272" y="1539"/>
                  </a:cubicBezTo>
                  <a:cubicBezTo>
                    <a:pt x="271" y="1538"/>
                    <a:pt x="270" y="1537"/>
                    <a:pt x="269" y="1536"/>
                  </a:cubicBezTo>
                  <a:cubicBezTo>
                    <a:pt x="268" y="1535"/>
                    <a:pt x="268" y="1535"/>
                    <a:pt x="267" y="1535"/>
                  </a:cubicBezTo>
                  <a:cubicBezTo>
                    <a:pt x="339" y="1492"/>
                    <a:pt x="411" y="1448"/>
                    <a:pt x="482" y="1403"/>
                  </a:cubicBezTo>
                  <a:cubicBezTo>
                    <a:pt x="529" y="1374"/>
                    <a:pt x="580" y="1352"/>
                    <a:pt x="624" y="1318"/>
                  </a:cubicBezTo>
                  <a:cubicBezTo>
                    <a:pt x="642" y="1305"/>
                    <a:pt x="660" y="1293"/>
                    <a:pt x="679" y="1283"/>
                  </a:cubicBezTo>
                  <a:cubicBezTo>
                    <a:pt x="682" y="1281"/>
                    <a:pt x="684" y="1280"/>
                    <a:pt x="686" y="1279"/>
                  </a:cubicBezTo>
                  <a:cubicBezTo>
                    <a:pt x="680" y="1287"/>
                    <a:pt x="674" y="1296"/>
                    <a:pt x="668" y="1306"/>
                  </a:cubicBezTo>
                  <a:cubicBezTo>
                    <a:pt x="653" y="1326"/>
                    <a:pt x="633" y="1343"/>
                    <a:pt x="611" y="1356"/>
                  </a:cubicBezTo>
                  <a:cubicBezTo>
                    <a:pt x="609" y="1357"/>
                    <a:pt x="607" y="1358"/>
                    <a:pt x="605" y="1359"/>
                  </a:cubicBezTo>
                  <a:cubicBezTo>
                    <a:pt x="577" y="1376"/>
                    <a:pt x="553" y="1397"/>
                    <a:pt x="527" y="1415"/>
                  </a:cubicBezTo>
                  <a:cubicBezTo>
                    <a:pt x="513" y="1423"/>
                    <a:pt x="500" y="1431"/>
                    <a:pt x="487" y="1439"/>
                  </a:cubicBezTo>
                  <a:cubicBezTo>
                    <a:pt x="463" y="1453"/>
                    <a:pt x="439" y="1466"/>
                    <a:pt x="414" y="1477"/>
                  </a:cubicBezTo>
                  <a:cubicBezTo>
                    <a:pt x="379" y="1497"/>
                    <a:pt x="344" y="1519"/>
                    <a:pt x="308" y="1538"/>
                  </a:cubicBezTo>
                  <a:lnTo>
                    <a:pt x="305" y="1539"/>
                  </a:lnTo>
                  <a:cubicBezTo>
                    <a:pt x="295" y="1543"/>
                    <a:pt x="284" y="1545"/>
                    <a:pt x="274" y="1545"/>
                  </a:cubicBezTo>
                  <a:cubicBezTo>
                    <a:pt x="274" y="1544"/>
                    <a:pt x="274" y="1542"/>
                    <a:pt x="273" y="1540"/>
                  </a:cubicBezTo>
                  <a:moveTo>
                    <a:pt x="300" y="1627"/>
                  </a:moveTo>
                  <a:cubicBezTo>
                    <a:pt x="300" y="1625"/>
                    <a:pt x="300" y="1623"/>
                    <a:pt x="300" y="1621"/>
                  </a:cubicBezTo>
                  <a:lnTo>
                    <a:pt x="306" y="1623"/>
                  </a:lnTo>
                  <a:lnTo>
                    <a:pt x="300" y="1627"/>
                  </a:lnTo>
                  <a:moveTo>
                    <a:pt x="464" y="1524"/>
                  </a:moveTo>
                  <a:cubicBezTo>
                    <a:pt x="460" y="1538"/>
                    <a:pt x="434" y="1535"/>
                    <a:pt x="423" y="1537"/>
                  </a:cubicBezTo>
                  <a:cubicBezTo>
                    <a:pt x="421" y="1537"/>
                    <a:pt x="420" y="1537"/>
                    <a:pt x="418" y="1538"/>
                  </a:cubicBezTo>
                  <a:cubicBezTo>
                    <a:pt x="415" y="1539"/>
                    <a:pt x="414" y="1542"/>
                    <a:pt x="412" y="1544"/>
                  </a:cubicBezTo>
                  <a:cubicBezTo>
                    <a:pt x="411" y="1545"/>
                    <a:pt x="411" y="1546"/>
                    <a:pt x="411" y="1548"/>
                  </a:cubicBezTo>
                  <a:lnTo>
                    <a:pt x="385" y="1552"/>
                  </a:lnTo>
                  <a:cubicBezTo>
                    <a:pt x="384" y="1551"/>
                    <a:pt x="382" y="1550"/>
                    <a:pt x="381" y="1549"/>
                  </a:cubicBezTo>
                  <a:cubicBezTo>
                    <a:pt x="378" y="1547"/>
                    <a:pt x="375" y="1547"/>
                    <a:pt x="372" y="1547"/>
                  </a:cubicBezTo>
                  <a:cubicBezTo>
                    <a:pt x="369" y="1547"/>
                    <a:pt x="367" y="1547"/>
                    <a:pt x="364" y="1549"/>
                  </a:cubicBezTo>
                  <a:cubicBezTo>
                    <a:pt x="361" y="1550"/>
                    <a:pt x="359" y="1552"/>
                    <a:pt x="358" y="1555"/>
                  </a:cubicBezTo>
                  <a:cubicBezTo>
                    <a:pt x="357" y="1557"/>
                    <a:pt x="356" y="1559"/>
                    <a:pt x="356" y="1562"/>
                  </a:cubicBezTo>
                  <a:lnTo>
                    <a:pt x="356" y="1563"/>
                  </a:lnTo>
                  <a:cubicBezTo>
                    <a:pt x="356" y="1568"/>
                    <a:pt x="354" y="1574"/>
                    <a:pt x="352" y="1580"/>
                  </a:cubicBezTo>
                  <a:cubicBezTo>
                    <a:pt x="352" y="1578"/>
                    <a:pt x="351" y="1577"/>
                    <a:pt x="350" y="1575"/>
                  </a:cubicBezTo>
                  <a:cubicBezTo>
                    <a:pt x="349" y="1573"/>
                    <a:pt x="347" y="1571"/>
                    <a:pt x="345" y="1570"/>
                  </a:cubicBezTo>
                  <a:cubicBezTo>
                    <a:pt x="342" y="1568"/>
                    <a:pt x="340" y="1568"/>
                    <a:pt x="337" y="1568"/>
                  </a:cubicBezTo>
                  <a:cubicBezTo>
                    <a:pt x="334" y="1568"/>
                    <a:pt x="331" y="1568"/>
                    <a:pt x="329" y="1570"/>
                  </a:cubicBezTo>
                  <a:cubicBezTo>
                    <a:pt x="326" y="1571"/>
                    <a:pt x="325" y="1573"/>
                    <a:pt x="324" y="1575"/>
                  </a:cubicBezTo>
                  <a:cubicBezTo>
                    <a:pt x="322" y="1577"/>
                    <a:pt x="322" y="1580"/>
                    <a:pt x="321" y="1582"/>
                  </a:cubicBezTo>
                  <a:lnTo>
                    <a:pt x="298" y="1590"/>
                  </a:lnTo>
                  <a:cubicBezTo>
                    <a:pt x="296" y="1584"/>
                    <a:pt x="295" y="1579"/>
                    <a:pt x="291" y="1573"/>
                  </a:cubicBezTo>
                  <a:cubicBezTo>
                    <a:pt x="289" y="1571"/>
                    <a:pt x="287" y="1568"/>
                    <a:pt x="285" y="1565"/>
                  </a:cubicBezTo>
                  <a:cubicBezTo>
                    <a:pt x="295" y="1562"/>
                    <a:pt x="304" y="1558"/>
                    <a:pt x="313" y="1553"/>
                  </a:cubicBezTo>
                  <a:cubicBezTo>
                    <a:pt x="314" y="1552"/>
                    <a:pt x="315" y="1552"/>
                    <a:pt x="316" y="1551"/>
                  </a:cubicBezTo>
                  <a:cubicBezTo>
                    <a:pt x="342" y="1537"/>
                    <a:pt x="368" y="1524"/>
                    <a:pt x="395" y="1511"/>
                  </a:cubicBezTo>
                  <a:cubicBezTo>
                    <a:pt x="397" y="1510"/>
                    <a:pt x="398" y="1509"/>
                    <a:pt x="400" y="1508"/>
                  </a:cubicBezTo>
                  <a:lnTo>
                    <a:pt x="401" y="1507"/>
                  </a:lnTo>
                  <a:cubicBezTo>
                    <a:pt x="440" y="1488"/>
                    <a:pt x="477" y="1470"/>
                    <a:pt x="513" y="1448"/>
                  </a:cubicBezTo>
                  <a:cubicBezTo>
                    <a:pt x="508" y="1455"/>
                    <a:pt x="505" y="1468"/>
                    <a:pt x="495" y="1468"/>
                  </a:cubicBezTo>
                  <a:cubicBezTo>
                    <a:pt x="495" y="1468"/>
                    <a:pt x="494" y="1469"/>
                    <a:pt x="495" y="1469"/>
                  </a:cubicBezTo>
                  <a:cubicBezTo>
                    <a:pt x="506" y="1471"/>
                    <a:pt x="510" y="1457"/>
                    <a:pt x="516" y="1450"/>
                  </a:cubicBezTo>
                  <a:cubicBezTo>
                    <a:pt x="517" y="1448"/>
                    <a:pt x="516" y="1447"/>
                    <a:pt x="514" y="1448"/>
                  </a:cubicBezTo>
                  <a:cubicBezTo>
                    <a:pt x="522" y="1443"/>
                    <a:pt x="531" y="1438"/>
                    <a:pt x="539" y="1433"/>
                  </a:cubicBezTo>
                  <a:cubicBezTo>
                    <a:pt x="547" y="1427"/>
                    <a:pt x="559" y="1420"/>
                    <a:pt x="568" y="1413"/>
                  </a:cubicBezTo>
                  <a:cubicBezTo>
                    <a:pt x="562" y="1420"/>
                    <a:pt x="555" y="1426"/>
                    <a:pt x="547" y="1430"/>
                  </a:cubicBezTo>
                  <a:cubicBezTo>
                    <a:pt x="541" y="1433"/>
                    <a:pt x="535" y="1436"/>
                    <a:pt x="529" y="1438"/>
                  </a:cubicBezTo>
                  <a:cubicBezTo>
                    <a:pt x="523" y="1440"/>
                    <a:pt x="529" y="1439"/>
                    <a:pt x="529" y="1439"/>
                  </a:cubicBezTo>
                  <a:cubicBezTo>
                    <a:pt x="546" y="1439"/>
                    <a:pt x="560" y="1422"/>
                    <a:pt x="573" y="1410"/>
                  </a:cubicBezTo>
                  <a:cubicBezTo>
                    <a:pt x="589" y="1399"/>
                    <a:pt x="605" y="1388"/>
                    <a:pt x="621" y="1376"/>
                  </a:cubicBezTo>
                  <a:cubicBezTo>
                    <a:pt x="617" y="1382"/>
                    <a:pt x="614" y="1387"/>
                    <a:pt x="610" y="1392"/>
                  </a:cubicBezTo>
                  <a:cubicBezTo>
                    <a:pt x="606" y="1397"/>
                    <a:pt x="610" y="1400"/>
                    <a:pt x="614" y="1397"/>
                  </a:cubicBezTo>
                  <a:cubicBezTo>
                    <a:pt x="627" y="1388"/>
                    <a:pt x="638" y="1377"/>
                    <a:pt x="647" y="1365"/>
                  </a:cubicBezTo>
                  <a:cubicBezTo>
                    <a:pt x="660" y="1348"/>
                    <a:pt x="680" y="1345"/>
                    <a:pt x="695" y="1334"/>
                  </a:cubicBezTo>
                  <a:cubicBezTo>
                    <a:pt x="703" y="1329"/>
                    <a:pt x="713" y="1324"/>
                    <a:pt x="715" y="1313"/>
                  </a:cubicBezTo>
                  <a:cubicBezTo>
                    <a:pt x="715" y="1309"/>
                    <a:pt x="715" y="1306"/>
                    <a:pt x="715" y="1303"/>
                  </a:cubicBezTo>
                  <a:cubicBezTo>
                    <a:pt x="715" y="1299"/>
                    <a:pt x="715" y="1296"/>
                    <a:pt x="715" y="1293"/>
                  </a:cubicBezTo>
                  <a:cubicBezTo>
                    <a:pt x="720" y="1299"/>
                    <a:pt x="725" y="1304"/>
                    <a:pt x="732" y="1309"/>
                  </a:cubicBezTo>
                  <a:cubicBezTo>
                    <a:pt x="734" y="1311"/>
                    <a:pt x="737" y="1313"/>
                    <a:pt x="741" y="1315"/>
                  </a:cubicBezTo>
                  <a:cubicBezTo>
                    <a:pt x="747" y="1318"/>
                    <a:pt x="753" y="1321"/>
                    <a:pt x="760" y="1324"/>
                  </a:cubicBezTo>
                  <a:cubicBezTo>
                    <a:pt x="752" y="1327"/>
                    <a:pt x="745" y="1331"/>
                    <a:pt x="738" y="1335"/>
                  </a:cubicBezTo>
                  <a:cubicBezTo>
                    <a:pt x="711" y="1350"/>
                    <a:pt x="687" y="1372"/>
                    <a:pt x="669" y="1397"/>
                  </a:cubicBezTo>
                  <a:cubicBezTo>
                    <a:pt x="668" y="1399"/>
                    <a:pt x="666" y="1401"/>
                    <a:pt x="665" y="1403"/>
                  </a:cubicBezTo>
                  <a:cubicBezTo>
                    <a:pt x="664" y="1405"/>
                    <a:pt x="663" y="1407"/>
                    <a:pt x="662" y="1409"/>
                  </a:cubicBezTo>
                  <a:cubicBezTo>
                    <a:pt x="661" y="1415"/>
                    <a:pt x="660" y="1420"/>
                    <a:pt x="657" y="1425"/>
                  </a:cubicBezTo>
                  <a:cubicBezTo>
                    <a:pt x="655" y="1428"/>
                    <a:pt x="653" y="1431"/>
                    <a:pt x="651" y="1433"/>
                  </a:cubicBezTo>
                  <a:cubicBezTo>
                    <a:pt x="653" y="1431"/>
                    <a:pt x="655" y="1428"/>
                    <a:pt x="657" y="1425"/>
                  </a:cubicBezTo>
                  <a:cubicBezTo>
                    <a:pt x="657" y="1424"/>
                    <a:pt x="657" y="1423"/>
                    <a:pt x="658" y="1422"/>
                  </a:cubicBezTo>
                  <a:cubicBezTo>
                    <a:pt x="661" y="1415"/>
                    <a:pt x="651" y="1407"/>
                    <a:pt x="646" y="1414"/>
                  </a:cubicBezTo>
                  <a:cubicBezTo>
                    <a:pt x="639" y="1423"/>
                    <a:pt x="631" y="1432"/>
                    <a:pt x="621" y="1439"/>
                  </a:cubicBezTo>
                  <a:cubicBezTo>
                    <a:pt x="597" y="1435"/>
                    <a:pt x="596" y="1460"/>
                    <a:pt x="575" y="1462"/>
                  </a:cubicBezTo>
                  <a:cubicBezTo>
                    <a:pt x="567" y="1462"/>
                    <a:pt x="563" y="1470"/>
                    <a:pt x="562" y="1477"/>
                  </a:cubicBezTo>
                  <a:cubicBezTo>
                    <a:pt x="563" y="1488"/>
                    <a:pt x="558" y="1492"/>
                    <a:pt x="546" y="1487"/>
                  </a:cubicBezTo>
                  <a:cubicBezTo>
                    <a:pt x="545" y="1486"/>
                    <a:pt x="544" y="1485"/>
                    <a:pt x="542" y="1484"/>
                  </a:cubicBezTo>
                  <a:cubicBezTo>
                    <a:pt x="540" y="1482"/>
                    <a:pt x="537" y="1482"/>
                    <a:pt x="534" y="1482"/>
                  </a:cubicBezTo>
                  <a:cubicBezTo>
                    <a:pt x="531" y="1482"/>
                    <a:pt x="529" y="1482"/>
                    <a:pt x="526" y="1484"/>
                  </a:cubicBezTo>
                  <a:cubicBezTo>
                    <a:pt x="523" y="1485"/>
                    <a:pt x="521" y="1487"/>
                    <a:pt x="519" y="1490"/>
                  </a:cubicBezTo>
                  <a:cubicBezTo>
                    <a:pt x="519" y="1491"/>
                    <a:pt x="518" y="1492"/>
                    <a:pt x="518" y="1493"/>
                  </a:cubicBezTo>
                  <a:cubicBezTo>
                    <a:pt x="517" y="1509"/>
                    <a:pt x="506" y="1516"/>
                    <a:pt x="485" y="1513"/>
                  </a:cubicBezTo>
                  <a:cubicBezTo>
                    <a:pt x="484" y="1513"/>
                    <a:pt x="483" y="1513"/>
                    <a:pt x="481" y="1513"/>
                  </a:cubicBezTo>
                  <a:cubicBezTo>
                    <a:pt x="478" y="1513"/>
                    <a:pt x="476" y="1513"/>
                    <a:pt x="473" y="1515"/>
                  </a:cubicBezTo>
                  <a:cubicBezTo>
                    <a:pt x="470" y="1516"/>
                    <a:pt x="468" y="1518"/>
                    <a:pt x="467" y="1521"/>
                  </a:cubicBezTo>
                  <a:cubicBezTo>
                    <a:pt x="466" y="1522"/>
                    <a:pt x="466" y="1523"/>
                    <a:pt x="465" y="1525"/>
                  </a:cubicBezTo>
                  <a:lnTo>
                    <a:pt x="464" y="1524"/>
                  </a:lnTo>
                  <a:moveTo>
                    <a:pt x="484" y="1650"/>
                  </a:moveTo>
                  <a:cubicBezTo>
                    <a:pt x="477" y="1656"/>
                    <a:pt x="471" y="1663"/>
                    <a:pt x="467" y="1671"/>
                  </a:cubicBezTo>
                  <a:cubicBezTo>
                    <a:pt x="462" y="1679"/>
                    <a:pt x="459" y="1687"/>
                    <a:pt x="457" y="1695"/>
                  </a:cubicBezTo>
                  <a:cubicBezTo>
                    <a:pt x="450" y="1684"/>
                    <a:pt x="447" y="1670"/>
                    <a:pt x="447" y="1656"/>
                  </a:cubicBezTo>
                  <a:cubicBezTo>
                    <a:pt x="447" y="1643"/>
                    <a:pt x="450" y="1629"/>
                    <a:pt x="457" y="1617"/>
                  </a:cubicBezTo>
                  <a:cubicBezTo>
                    <a:pt x="464" y="1605"/>
                    <a:pt x="474" y="1595"/>
                    <a:pt x="486" y="1588"/>
                  </a:cubicBezTo>
                  <a:cubicBezTo>
                    <a:pt x="487" y="1587"/>
                    <a:pt x="489" y="1587"/>
                    <a:pt x="490" y="1586"/>
                  </a:cubicBezTo>
                  <a:cubicBezTo>
                    <a:pt x="491" y="1586"/>
                    <a:pt x="491" y="1585"/>
                    <a:pt x="492" y="1585"/>
                  </a:cubicBezTo>
                  <a:cubicBezTo>
                    <a:pt x="494" y="1584"/>
                    <a:pt x="496" y="1582"/>
                    <a:pt x="498" y="1581"/>
                  </a:cubicBezTo>
                  <a:cubicBezTo>
                    <a:pt x="506" y="1584"/>
                    <a:pt x="515" y="1588"/>
                    <a:pt x="523" y="1593"/>
                  </a:cubicBezTo>
                  <a:cubicBezTo>
                    <a:pt x="528" y="1596"/>
                    <a:pt x="533" y="1599"/>
                    <a:pt x="539" y="1603"/>
                  </a:cubicBezTo>
                  <a:cubicBezTo>
                    <a:pt x="532" y="1605"/>
                    <a:pt x="526" y="1608"/>
                    <a:pt x="520" y="1611"/>
                  </a:cubicBezTo>
                  <a:cubicBezTo>
                    <a:pt x="508" y="1618"/>
                    <a:pt x="496" y="1629"/>
                    <a:pt x="489" y="1642"/>
                  </a:cubicBezTo>
                  <a:cubicBezTo>
                    <a:pt x="487" y="1645"/>
                    <a:pt x="486" y="1647"/>
                    <a:pt x="485" y="1650"/>
                  </a:cubicBezTo>
                  <a:lnTo>
                    <a:pt x="484" y="1650"/>
                  </a:lnTo>
                  <a:moveTo>
                    <a:pt x="1113" y="1429"/>
                  </a:moveTo>
                  <a:cubicBezTo>
                    <a:pt x="1113" y="1429"/>
                    <a:pt x="1112" y="1430"/>
                    <a:pt x="1111" y="1431"/>
                  </a:cubicBezTo>
                  <a:cubicBezTo>
                    <a:pt x="1110" y="1432"/>
                    <a:pt x="1111" y="1432"/>
                    <a:pt x="1111" y="1433"/>
                  </a:cubicBezTo>
                  <a:cubicBezTo>
                    <a:pt x="1112" y="1430"/>
                    <a:pt x="1073" y="1469"/>
                    <a:pt x="1073" y="1442"/>
                  </a:cubicBezTo>
                  <a:cubicBezTo>
                    <a:pt x="1073" y="1439"/>
                    <a:pt x="1072" y="1435"/>
                    <a:pt x="1070" y="1432"/>
                  </a:cubicBezTo>
                  <a:cubicBezTo>
                    <a:pt x="1068" y="1429"/>
                    <a:pt x="1066" y="1427"/>
                    <a:pt x="1063" y="1425"/>
                  </a:cubicBezTo>
                  <a:cubicBezTo>
                    <a:pt x="1062" y="1424"/>
                    <a:pt x="1062" y="1425"/>
                    <a:pt x="1062" y="1424"/>
                  </a:cubicBezTo>
                  <a:cubicBezTo>
                    <a:pt x="1077" y="1426"/>
                    <a:pt x="1097" y="1426"/>
                    <a:pt x="1115" y="1429"/>
                  </a:cubicBezTo>
                  <a:lnTo>
                    <a:pt x="1113" y="1429"/>
                  </a:lnTo>
                  <a:moveTo>
                    <a:pt x="1133" y="978"/>
                  </a:moveTo>
                  <a:cubicBezTo>
                    <a:pt x="1133" y="974"/>
                    <a:pt x="1132" y="970"/>
                    <a:pt x="1131" y="967"/>
                  </a:cubicBezTo>
                  <a:lnTo>
                    <a:pt x="1139" y="965"/>
                  </a:lnTo>
                  <a:cubicBezTo>
                    <a:pt x="1137" y="969"/>
                    <a:pt x="1135" y="974"/>
                    <a:pt x="1134" y="978"/>
                  </a:cubicBezTo>
                  <a:lnTo>
                    <a:pt x="1133" y="978"/>
                  </a:lnTo>
                  <a:moveTo>
                    <a:pt x="1153" y="791"/>
                  </a:moveTo>
                  <a:cubicBezTo>
                    <a:pt x="1151" y="793"/>
                    <a:pt x="1149" y="795"/>
                    <a:pt x="1148" y="797"/>
                  </a:cubicBezTo>
                  <a:cubicBezTo>
                    <a:pt x="1146" y="800"/>
                    <a:pt x="1145" y="803"/>
                    <a:pt x="1145" y="807"/>
                  </a:cubicBezTo>
                  <a:cubicBezTo>
                    <a:pt x="1145" y="810"/>
                    <a:pt x="1146" y="814"/>
                    <a:pt x="1148" y="817"/>
                  </a:cubicBezTo>
                  <a:cubicBezTo>
                    <a:pt x="1149" y="819"/>
                    <a:pt x="1151" y="821"/>
                    <a:pt x="1154" y="823"/>
                  </a:cubicBezTo>
                  <a:cubicBezTo>
                    <a:pt x="1173" y="836"/>
                    <a:pt x="1151" y="850"/>
                    <a:pt x="1139" y="859"/>
                  </a:cubicBezTo>
                  <a:cubicBezTo>
                    <a:pt x="1137" y="860"/>
                    <a:pt x="1135" y="862"/>
                    <a:pt x="1134" y="865"/>
                  </a:cubicBezTo>
                  <a:cubicBezTo>
                    <a:pt x="1132" y="868"/>
                    <a:pt x="1131" y="871"/>
                    <a:pt x="1131" y="875"/>
                  </a:cubicBezTo>
                  <a:cubicBezTo>
                    <a:pt x="1131" y="878"/>
                    <a:pt x="1132" y="881"/>
                    <a:pt x="1134" y="884"/>
                  </a:cubicBezTo>
                  <a:cubicBezTo>
                    <a:pt x="1135" y="887"/>
                    <a:pt x="1137" y="889"/>
                    <a:pt x="1139" y="890"/>
                  </a:cubicBezTo>
                  <a:cubicBezTo>
                    <a:pt x="1141" y="893"/>
                    <a:pt x="1144" y="895"/>
                    <a:pt x="1147" y="897"/>
                  </a:cubicBezTo>
                  <a:cubicBezTo>
                    <a:pt x="1147" y="897"/>
                    <a:pt x="1148" y="898"/>
                    <a:pt x="1149" y="898"/>
                  </a:cubicBezTo>
                  <a:cubicBezTo>
                    <a:pt x="1169" y="904"/>
                    <a:pt x="1137" y="926"/>
                    <a:pt x="1127" y="929"/>
                  </a:cubicBezTo>
                  <a:cubicBezTo>
                    <a:pt x="1117" y="930"/>
                    <a:pt x="1107" y="933"/>
                    <a:pt x="1098" y="939"/>
                  </a:cubicBezTo>
                  <a:cubicBezTo>
                    <a:pt x="1097" y="939"/>
                    <a:pt x="1095" y="941"/>
                    <a:pt x="1094" y="942"/>
                  </a:cubicBezTo>
                  <a:cubicBezTo>
                    <a:pt x="1092" y="943"/>
                    <a:pt x="1089" y="945"/>
                    <a:pt x="1088" y="947"/>
                  </a:cubicBezTo>
                  <a:cubicBezTo>
                    <a:pt x="1086" y="950"/>
                    <a:pt x="1086" y="954"/>
                    <a:pt x="1086" y="957"/>
                  </a:cubicBezTo>
                  <a:cubicBezTo>
                    <a:pt x="1086" y="960"/>
                    <a:pt x="1086" y="963"/>
                    <a:pt x="1087" y="965"/>
                  </a:cubicBezTo>
                  <a:cubicBezTo>
                    <a:pt x="1107" y="1003"/>
                    <a:pt x="1050" y="1010"/>
                    <a:pt x="1046" y="1040"/>
                  </a:cubicBezTo>
                  <a:cubicBezTo>
                    <a:pt x="1046" y="1041"/>
                    <a:pt x="1046" y="1041"/>
                    <a:pt x="1046" y="1042"/>
                  </a:cubicBezTo>
                  <a:cubicBezTo>
                    <a:pt x="1046" y="1048"/>
                    <a:pt x="1048" y="1054"/>
                    <a:pt x="1051" y="1059"/>
                  </a:cubicBezTo>
                  <a:cubicBezTo>
                    <a:pt x="1052" y="1061"/>
                    <a:pt x="1053" y="1062"/>
                    <a:pt x="1054" y="1063"/>
                  </a:cubicBezTo>
                  <a:cubicBezTo>
                    <a:pt x="1075" y="1091"/>
                    <a:pt x="1043" y="1109"/>
                    <a:pt x="1020" y="1122"/>
                  </a:cubicBezTo>
                  <a:cubicBezTo>
                    <a:pt x="1019" y="1123"/>
                    <a:pt x="1018" y="1123"/>
                    <a:pt x="1017" y="1124"/>
                  </a:cubicBezTo>
                  <a:cubicBezTo>
                    <a:pt x="1014" y="1126"/>
                    <a:pt x="1011" y="1128"/>
                    <a:pt x="1010" y="1131"/>
                  </a:cubicBezTo>
                  <a:cubicBezTo>
                    <a:pt x="1008" y="1134"/>
                    <a:pt x="1008" y="1137"/>
                    <a:pt x="1008" y="1141"/>
                  </a:cubicBezTo>
                  <a:cubicBezTo>
                    <a:pt x="1008" y="1144"/>
                    <a:pt x="1008" y="1148"/>
                    <a:pt x="1010" y="1151"/>
                  </a:cubicBezTo>
                  <a:cubicBezTo>
                    <a:pt x="1011" y="1153"/>
                    <a:pt x="1014" y="1155"/>
                    <a:pt x="1016" y="1157"/>
                  </a:cubicBezTo>
                  <a:cubicBezTo>
                    <a:pt x="1044" y="1177"/>
                    <a:pt x="1000" y="1186"/>
                    <a:pt x="985" y="1199"/>
                  </a:cubicBezTo>
                  <a:cubicBezTo>
                    <a:pt x="984" y="1200"/>
                    <a:pt x="983" y="1201"/>
                    <a:pt x="982" y="1203"/>
                  </a:cubicBezTo>
                  <a:cubicBezTo>
                    <a:pt x="980" y="1206"/>
                    <a:pt x="979" y="1209"/>
                    <a:pt x="979" y="1213"/>
                  </a:cubicBezTo>
                  <a:cubicBezTo>
                    <a:pt x="979" y="1216"/>
                    <a:pt x="980" y="1220"/>
                    <a:pt x="982" y="1223"/>
                  </a:cubicBezTo>
                  <a:cubicBezTo>
                    <a:pt x="982" y="1224"/>
                    <a:pt x="983" y="1225"/>
                    <a:pt x="983" y="1225"/>
                  </a:cubicBezTo>
                  <a:cubicBezTo>
                    <a:pt x="994" y="1242"/>
                    <a:pt x="973" y="1270"/>
                    <a:pt x="964" y="1283"/>
                  </a:cubicBezTo>
                  <a:cubicBezTo>
                    <a:pt x="955" y="1296"/>
                    <a:pt x="964" y="1324"/>
                    <a:pt x="970" y="1342"/>
                  </a:cubicBezTo>
                  <a:cubicBezTo>
                    <a:pt x="968" y="1347"/>
                    <a:pt x="967" y="1353"/>
                    <a:pt x="967" y="1359"/>
                  </a:cubicBezTo>
                  <a:cubicBezTo>
                    <a:pt x="967" y="1361"/>
                    <a:pt x="967" y="1364"/>
                    <a:pt x="968" y="1367"/>
                  </a:cubicBezTo>
                  <a:cubicBezTo>
                    <a:pt x="969" y="1372"/>
                    <a:pt x="971" y="1378"/>
                    <a:pt x="973" y="1383"/>
                  </a:cubicBezTo>
                  <a:cubicBezTo>
                    <a:pt x="977" y="1390"/>
                    <a:pt x="983" y="1396"/>
                    <a:pt x="990" y="1400"/>
                  </a:cubicBezTo>
                  <a:cubicBezTo>
                    <a:pt x="992" y="1401"/>
                    <a:pt x="994" y="1402"/>
                    <a:pt x="996" y="1402"/>
                  </a:cubicBezTo>
                  <a:cubicBezTo>
                    <a:pt x="1014" y="1410"/>
                    <a:pt x="1033" y="1417"/>
                    <a:pt x="1052" y="1423"/>
                  </a:cubicBezTo>
                  <a:cubicBezTo>
                    <a:pt x="1049" y="1423"/>
                    <a:pt x="1046" y="1423"/>
                    <a:pt x="1043" y="1425"/>
                  </a:cubicBezTo>
                  <a:cubicBezTo>
                    <a:pt x="1040" y="1426"/>
                    <a:pt x="1039" y="1428"/>
                    <a:pt x="1038" y="1431"/>
                  </a:cubicBezTo>
                  <a:cubicBezTo>
                    <a:pt x="1036" y="1433"/>
                    <a:pt x="1035" y="1437"/>
                    <a:pt x="1035" y="1439"/>
                  </a:cubicBezTo>
                  <a:cubicBezTo>
                    <a:pt x="1035" y="1440"/>
                    <a:pt x="1035" y="1440"/>
                    <a:pt x="1035" y="1440"/>
                  </a:cubicBezTo>
                  <a:cubicBezTo>
                    <a:pt x="1033" y="1445"/>
                    <a:pt x="1029" y="1448"/>
                    <a:pt x="1024" y="1451"/>
                  </a:cubicBezTo>
                  <a:cubicBezTo>
                    <a:pt x="1019" y="1454"/>
                    <a:pt x="1014" y="1455"/>
                    <a:pt x="1008" y="1455"/>
                  </a:cubicBezTo>
                  <a:cubicBezTo>
                    <a:pt x="1007" y="1455"/>
                    <a:pt x="1006" y="1455"/>
                    <a:pt x="1005" y="1455"/>
                  </a:cubicBezTo>
                  <a:cubicBezTo>
                    <a:pt x="993" y="1455"/>
                    <a:pt x="994" y="1450"/>
                    <a:pt x="990" y="1457"/>
                  </a:cubicBezTo>
                  <a:cubicBezTo>
                    <a:pt x="991" y="1454"/>
                    <a:pt x="992" y="1451"/>
                    <a:pt x="992" y="1448"/>
                  </a:cubicBezTo>
                  <a:cubicBezTo>
                    <a:pt x="992" y="1445"/>
                    <a:pt x="990" y="1441"/>
                    <a:pt x="989" y="1439"/>
                  </a:cubicBezTo>
                  <a:cubicBezTo>
                    <a:pt x="987" y="1436"/>
                    <a:pt x="985" y="1434"/>
                    <a:pt x="983" y="1433"/>
                  </a:cubicBezTo>
                  <a:cubicBezTo>
                    <a:pt x="980" y="1431"/>
                    <a:pt x="976" y="1430"/>
                    <a:pt x="973" y="1430"/>
                  </a:cubicBezTo>
                  <a:cubicBezTo>
                    <a:pt x="969" y="1430"/>
                    <a:pt x="967" y="1431"/>
                    <a:pt x="964" y="1433"/>
                  </a:cubicBezTo>
                  <a:cubicBezTo>
                    <a:pt x="962" y="1434"/>
                    <a:pt x="960" y="1436"/>
                    <a:pt x="958" y="1439"/>
                  </a:cubicBezTo>
                  <a:cubicBezTo>
                    <a:pt x="956" y="1441"/>
                    <a:pt x="902" y="1454"/>
                    <a:pt x="938" y="1412"/>
                  </a:cubicBezTo>
                  <a:cubicBezTo>
                    <a:pt x="952" y="1395"/>
                    <a:pt x="925" y="1377"/>
                    <a:pt x="912" y="1392"/>
                  </a:cubicBezTo>
                  <a:cubicBezTo>
                    <a:pt x="910" y="1394"/>
                    <a:pt x="909" y="1395"/>
                    <a:pt x="907" y="1397"/>
                  </a:cubicBezTo>
                  <a:cubicBezTo>
                    <a:pt x="906" y="1396"/>
                    <a:pt x="906" y="1395"/>
                    <a:pt x="905" y="1394"/>
                  </a:cubicBezTo>
                  <a:cubicBezTo>
                    <a:pt x="903" y="1391"/>
                    <a:pt x="900" y="1389"/>
                    <a:pt x="897" y="1387"/>
                  </a:cubicBezTo>
                  <a:cubicBezTo>
                    <a:pt x="893" y="1385"/>
                    <a:pt x="889" y="1383"/>
                    <a:pt x="884" y="1383"/>
                  </a:cubicBezTo>
                  <a:cubicBezTo>
                    <a:pt x="882" y="1383"/>
                    <a:pt x="879" y="1384"/>
                    <a:pt x="877" y="1385"/>
                  </a:cubicBezTo>
                  <a:cubicBezTo>
                    <a:pt x="875" y="1385"/>
                    <a:pt x="873" y="1385"/>
                    <a:pt x="872" y="1386"/>
                  </a:cubicBezTo>
                  <a:cubicBezTo>
                    <a:pt x="870" y="1387"/>
                    <a:pt x="869" y="1388"/>
                    <a:pt x="868" y="1390"/>
                  </a:cubicBezTo>
                  <a:cubicBezTo>
                    <a:pt x="865" y="1389"/>
                    <a:pt x="862" y="1388"/>
                    <a:pt x="859" y="1388"/>
                  </a:cubicBezTo>
                  <a:cubicBezTo>
                    <a:pt x="849" y="1384"/>
                    <a:pt x="850" y="1363"/>
                    <a:pt x="848" y="1355"/>
                  </a:cubicBezTo>
                  <a:cubicBezTo>
                    <a:pt x="848" y="1354"/>
                    <a:pt x="847" y="1353"/>
                    <a:pt x="847" y="1352"/>
                  </a:cubicBezTo>
                  <a:cubicBezTo>
                    <a:pt x="846" y="1350"/>
                    <a:pt x="844" y="1349"/>
                    <a:pt x="843" y="1348"/>
                  </a:cubicBezTo>
                  <a:cubicBezTo>
                    <a:pt x="841" y="1347"/>
                    <a:pt x="839" y="1347"/>
                    <a:pt x="838" y="1347"/>
                  </a:cubicBezTo>
                  <a:cubicBezTo>
                    <a:pt x="836" y="1347"/>
                    <a:pt x="835" y="1347"/>
                    <a:pt x="833" y="1348"/>
                  </a:cubicBezTo>
                  <a:cubicBezTo>
                    <a:pt x="832" y="1349"/>
                    <a:pt x="831" y="1350"/>
                    <a:pt x="830" y="1351"/>
                  </a:cubicBezTo>
                  <a:cubicBezTo>
                    <a:pt x="829" y="1350"/>
                    <a:pt x="828" y="1350"/>
                    <a:pt x="827" y="1350"/>
                  </a:cubicBezTo>
                  <a:cubicBezTo>
                    <a:pt x="824" y="1350"/>
                    <a:pt x="822" y="1350"/>
                    <a:pt x="819" y="1352"/>
                  </a:cubicBezTo>
                  <a:cubicBezTo>
                    <a:pt x="816" y="1353"/>
                    <a:pt x="815" y="1356"/>
                    <a:pt x="814" y="1358"/>
                  </a:cubicBezTo>
                  <a:cubicBezTo>
                    <a:pt x="813" y="1360"/>
                    <a:pt x="812" y="1362"/>
                    <a:pt x="812" y="1364"/>
                  </a:cubicBezTo>
                  <a:cubicBezTo>
                    <a:pt x="812" y="1384"/>
                    <a:pt x="812" y="1394"/>
                    <a:pt x="798" y="1406"/>
                  </a:cubicBezTo>
                  <a:cubicBezTo>
                    <a:pt x="791" y="1412"/>
                    <a:pt x="790" y="1434"/>
                    <a:pt x="775" y="1430"/>
                  </a:cubicBezTo>
                  <a:cubicBezTo>
                    <a:pt x="774" y="1429"/>
                    <a:pt x="772" y="1429"/>
                    <a:pt x="770" y="1429"/>
                  </a:cubicBezTo>
                  <a:cubicBezTo>
                    <a:pt x="767" y="1429"/>
                    <a:pt x="764" y="1429"/>
                    <a:pt x="761" y="1431"/>
                  </a:cubicBezTo>
                  <a:cubicBezTo>
                    <a:pt x="758" y="1432"/>
                    <a:pt x="756" y="1435"/>
                    <a:pt x="754" y="1438"/>
                  </a:cubicBezTo>
                  <a:cubicBezTo>
                    <a:pt x="753" y="1440"/>
                    <a:pt x="752" y="1443"/>
                    <a:pt x="752" y="1446"/>
                  </a:cubicBezTo>
                  <a:cubicBezTo>
                    <a:pt x="754" y="1459"/>
                    <a:pt x="747" y="1463"/>
                    <a:pt x="730" y="1459"/>
                  </a:cubicBezTo>
                  <a:cubicBezTo>
                    <a:pt x="729" y="1458"/>
                    <a:pt x="727" y="1458"/>
                    <a:pt x="726" y="1458"/>
                  </a:cubicBezTo>
                  <a:cubicBezTo>
                    <a:pt x="723" y="1458"/>
                    <a:pt x="720" y="1459"/>
                    <a:pt x="717" y="1461"/>
                  </a:cubicBezTo>
                  <a:cubicBezTo>
                    <a:pt x="714" y="1462"/>
                    <a:pt x="712" y="1464"/>
                    <a:pt x="710" y="1467"/>
                  </a:cubicBezTo>
                  <a:cubicBezTo>
                    <a:pt x="708" y="1470"/>
                    <a:pt x="708" y="1473"/>
                    <a:pt x="708" y="1476"/>
                  </a:cubicBezTo>
                  <a:cubicBezTo>
                    <a:pt x="706" y="1514"/>
                    <a:pt x="674" y="1493"/>
                    <a:pt x="660" y="1516"/>
                  </a:cubicBezTo>
                  <a:lnTo>
                    <a:pt x="659" y="1516"/>
                  </a:lnTo>
                  <a:cubicBezTo>
                    <a:pt x="655" y="1524"/>
                    <a:pt x="652" y="1533"/>
                    <a:pt x="651" y="1542"/>
                  </a:cubicBezTo>
                  <a:cubicBezTo>
                    <a:pt x="651" y="1547"/>
                    <a:pt x="625" y="1546"/>
                    <a:pt x="619" y="1547"/>
                  </a:cubicBezTo>
                  <a:cubicBezTo>
                    <a:pt x="617" y="1547"/>
                    <a:pt x="615" y="1548"/>
                    <a:pt x="614" y="1549"/>
                  </a:cubicBezTo>
                  <a:cubicBezTo>
                    <a:pt x="611" y="1551"/>
                    <a:pt x="609" y="1553"/>
                    <a:pt x="607" y="1556"/>
                  </a:cubicBezTo>
                  <a:cubicBezTo>
                    <a:pt x="607" y="1556"/>
                    <a:pt x="606" y="1557"/>
                    <a:pt x="606" y="1558"/>
                  </a:cubicBezTo>
                  <a:cubicBezTo>
                    <a:pt x="605" y="1565"/>
                    <a:pt x="602" y="1572"/>
                    <a:pt x="599" y="1577"/>
                  </a:cubicBezTo>
                  <a:cubicBezTo>
                    <a:pt x="598" y="1579"/>
                    <a:pt x="597" y="1581"/>
                    <a:pt x="595" y="1583"/>
                  </a:cubicBezTo>
                  <a:cubicBezTo>
                    <a:pt x="591" y="1586"/>
                    <a:pt x="587" y="1589"/>
                    <a:pt x="583" y="1592"/>
                  </a:cubicBezTo>
                  <a:cubicBezTo>
                    <a:pt x="578" y="1594"/>
                    <a:pt x="573" y="1595"/>
                    <a:pt x="567" y="1596"/>
                  </a:cubicBezTo>
                  <a:cubicBezTo>
                    <a:pt x="565" y="1596"/>
                    <a:pt x="563" y="1597"/>
                    <a:pt x="561" y="1597"/>
                  </a:cubicBezTo>
                  <a:cubicBezTo>
                    <a:pt x="554" y="1586"/>
                    <a:pt x="544" y="1576"/>
                    <a:pt x="533" y="1570"/>
                  </a:cubicBezTo>
                  <a:cubicBezTo>
                    <a:pt x="528" y="1567"/>
                    <a:pt x="523" y="1565"/>
                    <a:pt x="518" y="1563"/>
                  </a:cubicBezTo>
                  <a:cubicBezTo>
                    <a:pt x="527" y="1558"/>
                    <a:pt x="535" y="1551"/>
                    <a:pt x="543" y="1544"/>
                  </a:cubicBezTo>
                  <a:cubicBezTo>
                    <a:pt x="553" y="1540"/>
                    <a:pt x="562" y="1536"/>
                    <a:pt x="571" y="1530"/>
                  </a:cubicBezTo>
                  <a:cubicBezTo>
                    <a:pt x="574" y="1528"/>
                    <a:pt x="578" y="1526"/>
                    <a:pt x="581" y="1524"/>
                  </a:cubicBezTo>
                  <a:cubicBezTo>
                    <a:pt x="589" y="1513"/>
                    <a:pt x="597" y="1502"/>
                    <a:pt x="603" y="1490"/>
                  </a:cubicBezTo>
                  <a:cubicBezTo>
                    <a:pt x="604" y="1488"/>
                    <a:pt x="605" y="1487"/>
                    <a:pt x="606" y="1485"/>
                  </a:cubicBezTo>
                  <a:cubicBezTo>
                    <a:pt x="614" y="1479"/>
                    <a:pt x="622" y="1473"/>
                    <a:pt x="630" y="1468"/>
                  </a:cubicBezTo>
                  <a:cubicBezTo>
                    <a:pt x="632" y="1466"/>
                    <a:pt x="633" y="1465"/>
                    <a:pt x="634" y="1463"/>
                  </a:cubicBezTo>
                  <a:cubicBezTo>
                    <a:pt x="635" y="1462"/>
                    <a:pt x="635" y="1461"/>
                    <a:pt x="635" y="1460"/>
                  </a:cubicBezTo>
                  <a:cubicBezTo>
                    <a:pt x="636" y="1460"/>
                    <a:pt x="637" y="1459"/>
                    <a:pt x="638" y="1459"/>
                  </a:cubicBezTo>
                  <a:cubicBezTo>
                    <a:pt x="645" y="1454"/>
                    <a:pt x="652" y="1449"/>
                    <a:pt x="658" y="1443"/>
                  </a:cubicBezTo>
                  <a:cubicBezTo>
                    <a:pt x="670" y="1431"/>
                    <a:pt x="669" y="1420"/>
                    <a:pt x="678" y="1405"/>
                  </a:cubicBezTo>
                  <a:cubicBezTo>
                    <a:pt x="702" y="1370"/>
                    <a:pt x="737" y="1355"/>
                    <a:pt x="768" y="1328"/>
                  </a:cubicBezTo>
                  <a:cubicBezTo>
                    <a:pt x="774" y="1330"/>
                    <a:pt x="779" y="1330"/>
                    <a:pt x="785" y="1330"/>
                  </a:cubicBezTo>
                  <a:cubicBezTo>
                    <a:pt x="794" y="1330"/>
                    <a:pt x="803" y="1328"/>
                    <a:pt x="812" y="1324"/>
                  </a:cubicBezTo>
                  <a:cubicBezTo>
                    <a:pt x="813" y="1323"/>
                    <a:pt x="814" y="1322"/>
                    <a:pt x="815" y="1321"/>
                  </a:cubicBezTo>
                  <a:cubicBezTo>
                    <a:pt x="815" y="1320"/>
                    <a:pt x="816" y="1319"/>
                    <a:pt x="816" y="1318"/>
                  </a:cubicBezTo>
                  <a:cubicBezTo>
                    <a:pt x="816" y="1317"/>
                    <a:pt x="815" y="1316"/>
                    <a:pt x="815" y="1315"/>
                  </a:cubicBezTo>
                  <a:cubicBezTo>
                    <a:pt x="814" y="1314"/>
                    <a:pt x="813" y="1313"/>
                    <a:pt x="812" y="1312"/>
                  </a:cubicBezTo>
                  <a:cubicBezTo>
                    <a:pt x="796" y="1303"/>
                    <a:pt x="776" y="1302"/>
                    <a:pt x="760" y="1294"/>
                  </a:cubicBezTo>
                  <a:cubicBezTo>
                    <a:pt x="757" y="1293"/>
                    <a:pt x="755" y="1292"/>
                    <a:pt x="753" y="1291"/>
                  </a:cubicBezTo>
                  <a:cubicBezTo>
                    <a:pt x="750" y="1289"/>
                    <a:pt x="747" y="1287"/>
                    <a:pt x="743" y="1284"/>
                  </a:cubicBezTo>
                  <a:cubicBezTo>
                    <a:pt x="736" y="1280"/>
                    <a:pt x="733" y="1272"/>
                    <a:pt x="726" y="1266"/>
                  </a:cubicBezTo>
                  <a:lnTo>
                    <a:pt x="725" y="1266"/>
                  </a:lnTo>
                  <a:cubicBezTo>
                    <a:pt x="730" y="1260"/>
                    <a:pt x="736" y="1253"/>
                    <a:pt x="740" y="1245"/>
                  </a:cubicBezTo>
                  <a:lnTo>
                    <a:pt x="741" y="1245"/>
                  </a:lnTo>
                  <a:cubicBezTo>
                    <a:pt x="747" y="1247"/>
                    <a:pt x="752" y="1250"/>
                    <a:pt x="757" y="1253"/>
                  </a:cubicBezTo>
                  <a:cubicBezTo>
                    <a:pt x="758" y="1254"/>
                    <a:pt x="760" y="1255"/>
                    <a:pt x="761" y="1255"/>
                  </a:cubicBezTo>
                  <a:cubicBezTo>
                    <a:pt x="769" y="1260"/>
                    <a:pt x="778" y="1262"/>
                    <a:pt x="787" y="1262"/>
                  </a:cubicBezTo>
                  <a:cubicBezTo>
                    <a:pt x="796" y="1262"/>
                    <a:pt x="805" y="1260"/>
                    <a:pt x="813" y="1255"/>
                  </a:cubicBezTo>
                  <a:cubicBezTo>
                    <a:pt x="814" y="1255"/>
                    <a:pt x="814" y="1254"/>
                    <a:pt x="815" y="1253"/>
                  </a:cubicBezTo>
                  <a:cubicBezTo>
                    <a:pt x="815" y="1252"/>
                    <a:pt x="816" y="1251"/>
                    <a:pt x="816" y="1250"/>
                  </a:cubicBezTo>
                  <a:cubicBezTo>
                    <a:pt x="816" y="1249"/>
                    <a:pt x="815" y="1248"/>
                    <a:pt x="815" y="1247"/>
                  </a:cubicBezTo>
                  <a:cubicBezTo>
                    <a:pt x="814" y="1246"/>
                    <a:pt x="814" y="1245"/>
                    <a:pt x="813" y="1245"/>
                  </a:cubicBezTo>
                  <a:cubicBezTo>
                    <a:pt x="799" y="1237"/>
                    <a:pt x="782" y="1239"/>
                    <a:pt x="768" y="1231"/>
                  </a:cubicBezTo>
                  <a:cubicBezTo>
                    <a:pt x="767" y="1230"/>
                    <a:pt x="766" y="1230"/>
                    <a:pt x="765" y="1229"/>
                  </a:cubicBezTo>
                  <a:cubicBezTo>
                    <a:pt x="761" y="1227"/>
                    <a:pt x="757" y="1225"/>
                    <a:pt x="752" y="1224"/>
                  </a:cubicBezTo>
                  <a:lnTo>
                    <a:pt x="750" y="1221"/>
                  </a:lnTo>
                  <a:cubicBezTo>
                    <a:pt x="751" y="1213"/>
                    <a:pt x="754" y="1206"/>
                    <a:pt x="758" y="1199"/>
                  </a:cubicBezTo>
                  <a:cubicBezTo>
                    <a:pt x="763" y="1190"/>
                    <a:pt x="770" y="1182"/>
                    <a:pt x="779" y="1177"/>
                  </a:cubicBezTo>
                  <a:cubicBezTo>
                    <a:pt x="780" y="1178"/>
                    <a:pt x="781" y="1178"/>
                    <a:pt x="782" y="1179"/>
                  </a:cubicBezTo>
                  <a:lnTo>
                    <a:pt x="783" y="1179"/>
                  </a:lnTo>
                  <a:cubicBezTo>
                    <a:pt x="784" y="1180"/>
                    <a:pt x="785" y="1180"/>
                    <a:pt x="786" y="1181"/>
                  </a:cubicBezTo>
                  <a:cubicBezTo>
                    <a:pt x="800" y="1189"/>
                    <a:pt x="816" y="1196"/>
                    <a:pt x="832" y="1202"/>
                  </a:cubicBezTo>
                  <a:cubicBezTo>
                    <a:pt x="838" y="1203"/>
                    <a:pt x="844" y="1204"/>
                    <a:pt x="851" y="1204"/>
                  </a:cubicBezTo>
                  <a:cubicBezTo>
                    <a:pt x="861" y="1204"/>
                    <a:pt x="872" y="1201"/>
                    <a:pt x="882" y="1197"/>
                  </a:cubicBezTo>
                  <a:cubicBezTo>
                    <a:pt x="883" y="1196"/>
                    <a:pt x="884" y="1197"/>
                    <a:pt x="885" y="1195"/>
                  </a:cubicBezTo>
                  <a:cubicBezTo>
                    <a:pt x="885" y="1193"/>
                    <a:pt x="886" y="1192"/>
                    <a:pt x="886" y="1191"/>
                  </a:cubicBezTo>
                  <a:cubicBezTo>
                    <a:pt x="886" y="1190"/>
                    <a:pt x="885" y="1189"/>
                    <a:pt x="885" y="1188"/>
                  </a:cubicBezTo>
                  <a:cubicBezTo>
                    <a:pt x="884" y="1187"/>
                    <a:pt x="883" y="1186"/>
                    <a:pt x="882" y="1185"/>
                  </a:cubicBezTo>
                  <a:cubicBezTo>
                    <a:pt x="862" y="1176"/>
                    <a:pt x="840" y="1179"/>
                    <a:pt x="821" y="1171"/>
                  </a:cubicBezTo>
                  <a:cubicBezTo>
                    <a:pt x="815" y="1169"/>
                    <a:pt x="810" y="1167"/>
                    <a:pt x="805" y="1165"/>
                  </a:cubicBezTo>
                  <a:cubicBezTo>
                    <a:pt x="806" y="1164"/>
                    <a:pt x="806" y="1163"/>
                    <a:pt x="807" y="1161"/>
                  </a:cubicBezTo>
                  <a:cubicBezTo>
                    <a:pt x="808" y="1158"/>
                    <a:pt x="810" y="1156"/>
                    <a:pt x="810" y="1153"/>
                  </a:cubicBezTo>
                  <a:cubicBezTo>
                    <a:pt x="810" y="1141"/>
                    <a:pt x="813" y="1129"/>
                    <a:pt x="820" y="1118"/>
                  </a:cubicBezTo>
                  <a:cubicBezTo>
                    <a:pt x="825" y="1109"/>
                    <a:pt x="831" y="1102"/>
                    <a:pt x="839" y="1096"/>
                  </a:cubicBezTo>
                  <a:cubicBezTo>
                    <a:pt x="850" y="1106"/>
                    <a:pt x="864" y="1107"/>
                    <a:pt x="876" y="1115"/>
                  </a:cubicBezTo>
                  <a:cubicBezTo>
                    <a:pt x="877" y="1117"/>
                    <a:pt x="879" y="1118"/>
                    <a:pt x="881" y="1120"/>
                  </a:cubicBezTo>
                  <a:cubicBezTo>
                    <a:pt x="886" y="1123"/>
                    <a:pt x="892" y="1124"/>
                    <a:pt x="898" y="1124"/>
                  </a:cubicBezTo>
                  <a:cubicBezTo>
                    <a:pt x="904" y="1124"/>
                    <a:pt x="910" y="1123"/>
                    <a:pt x="915" y="1120"/>
                  </a:cubicBezTo>
                  <a:cubicBezTo>
                    <a:pt x="916" y="1119"/>
                    <a:pt x="917" y="1118"/>
                    <a:pt x="918" y="1118"/>
                  </a:cubicBezTo>
                  <a:cubicBezTo>
                    <a:pt x="919" y="1117"/>
                    <a:pt x="919" y="1116"/>
                    <a:pt x="920" y="1115"/>
                  </a:cubicBezTo>
                  <a:cubicBezTo>
                    <a:pt x="921" y="1114"/>
                    <a:pt x="921" y="1113"/>
                    <a:pt x="921" y="1112"/>
                  </a:cubicBezTo>
                  <a:cubicBezTo>
                    <a:pt x="921" y="1110"/>
                    <a:pt x="921" y="1109"/>
                    <a:pt x="920" y="1108"/>
                  </a:cubicBezTo>
                  <a:cubicBezTo>
                    <a:pt x="919" y="1107"/>
                    <a:pt x="919" y="1106"/>
                    <a:pt x="918" y="1106"/>
                  </a:cubicBezTo>
                  <a:cubicBezTo>
                    <a:pt x="917" y="1105"/>
                    <a:pt x="917" y="1105"/>
                    <a:pt x="916" y="1105"/>
                  </a:cubicBezTo>
                  <a:cubicBezTo>
                    <a:pt x="912" y="1102"/>
                    <a:pt x="907" y="1101"/>
                    <a:pt x="903" y="1101"/>
                  </a:cubicBezTo>
                  <a:cubicBezTo>
                    <a:pt x="899" y="1101"/>
                    <a:pt x="895" y="1099"/>
                    <a:pt x="891" y="1097"/>
                  </a:cubicBezTo>
                  <a:cubicBezTo>
                    <a:pt x="890" y="1096"/>
                    <a:pt x="888" y="1095"/>
                    <a:pt x="887" y="1094"/>
                  </a:cubicBezTo>
                  <a:cubicBezTo>
                    <a:pt x="879" y="1090"/>
                    <a:pt x="870" y="1087"/>
                    <a:pt x="862" y="1085"/>
                  </a:cubicBezTo>
                  <a:cubicBezTo>
                    <a:pt x="862" y="1084"/>
                    <a:pt x="862" y="1084"/>
                    <a:pt x="862" y="1083"/>
                  </a:cubicBezTo>
                  <a:lnTo>
                    <a:pt x="862" y="1082"/>
                  </a:lnTo>
                  <a:cubicBezTo>
                    <a:pt x="861" y="1078"/>
                    <a:pt x="861" y="1075"/>
                    <a:pt x="861" y="1071"/>
                  </a:cubicBezTo>
                  <a:cubicBezTo>
                    <a:pt x="861" y="1056"/>
                    <a:pt x="865" y="1042"/>
                    <a:pt x="872" y="1030"/>
                  </a:cubicBezTo>
                  <a:cubicBezTo>
                    <a:pt x="877" y="1021"/>
                    <a:pt x="884" y="1013"/>
                    <a:pt x="892" y="1006"/>
                  </a:cubicBezTo>
                  <a:cubicBezTo>
                    <a:pt x="892" y="1007"/>
                    <a:pt x="892" y="1008"/>
                    <a:pt x="892" y="1009"/>
                  </a:cubicBezTo>
                  <a:cubicBezTo>
                    <a:pt x="892" y="1010"/>
                    <a:pt x="891" y="1011"/>
                    <a:pt x="892" y="1012"/>
                  </a:cubicBezTo>
                  <a:cubicBezTo>
                    <a:pt x="892" y="1013"/>
                    <a:pt x="893" y="1013"/>
                    <a:pt x="894" y="1014"/>
                  </a:cubicBezTo>
                  <a:cubicBezTo>
                    <a:pt x="895" y="1015"/>
                    <a:pt x="896" y="1014"/>
                    <a:pt x="897" y="1015"/>
                  </a:cubicBezTo>
                  <a:cubicBezTo>
                    <a:pt x="902" y="1015"/>
                    <a:pt x="906" y="1025"/>
                    <a:pt x="911" y="1028"/>
                  </a:cubicBezTo>
                  <a:cubicBezTo>
                    <a:pt x="921" y="1032"/>
                    <a:pt x="932" y="1035"/>
                    <a:pt x="943" y="1036"/>
                  </a:cubicBezTo>
                  <a:cubicBezTo>
                    <a:pt x="959" y="1038"/>
                    <a:pt x="987" y="1039"/>
                    <a:pt x="993" y="1020"/>
                  </a:cubicBezTo>
                  <a:cubicBezTo>
                    <a:pt x="993" y="1020"/>
                    <a:pt x="993" y="1019"/>
                    <a:pt x="993" y="1018"/>
                  </a:cubicBezTo>
                  <a:cubicBezTo>
                    <a:pt x="993" y="1017"/>
                    <a:pt x="993" y="1016"/>
                    <a:pt x="992" y="1015"/>
                  </a:cubicBezTo>
                  <a:cubicBezTo>
                    <a:pt x="991" y="1014"/>
                    <a:pt x="990" y="1012"/>
                    <a:pt x="989" y="1012"/>
                  </a:cubicBezTo>
                  <a:cubicBezTo>
                    <a:pt x="987" y="1011"/>
                    <a:pt x="987" y="1011"/>
                    <a:pt x="986" y="1011"/>
                  </a:cubicBezTo>
                  <a:cubicBezTo>
                    <a:pt x="985" y="1011"/>
                    <a:pt x="985" y="1011"/>
                    <a:pt x="984" y="1011"/>
                  </a:cubicBezTo>
                  <a:cubicBezTo>
                    <a:pt x="975" y="1013"/>
                    <a:pt x="966" y="1014"/>
                    <a:pt x="957" y="1014"/>
                  </a:cubicBezTo>
                  <a:cubicBezTo>
                    <a:pt x="950" y="1014"/>
                    <a:pt x="943" y="1014"/>
                    <a:pt x="936" y="1013"/>
                  </a:cubicBezTo>
                  <a:cubicBezTo>
                    <a:pt x="922" y="1012"/>
                    <a:pt x="911" y="998"/>
                    <a:pt x="897" y="1002"/>
                  </a:cubicBezTo>
                  <a:cubicBezTo>
                    <a:pt x="904" y="996"/>
                    <a:pt x="911" y="991"/>
                    <a:pt x="917" y="984"/>
                  </a:cubicBezTo>
                  <a:cubicBezTo>
                    <a:pt x="921" y="981"/>
                    <a:pt x="920" y="974"/>
                    <a:pt x="919" y="970"/>
                  </a:cubicBezTo>
                  <a:cubicBezTo>
                    <a:pt x="919" y="966"/>
                    <a:pt x="919" y="962"/>
                    <a:pt x="919" y="958"/>
                  </a:cubicBezTo>
                  <a:cubicBezTo>
                    <a:pt x="919" y="954"/>
                    <a:pt x="919" y="950"/>
                    <a:pt x="919" y="946"/>
                  </a:cubicBezTo>
                  <a:cubicBezTo>
                    <a:pt x="920" y="946"/>
                    <a:pt x="921" y="946"/>
                    <a:pt x="921" y="946"/>
                  </a:cubicBezTo>
                  <a:cubicBezTo>
                    <a:pt x="941" y="946"/>
                    <a:pt x="960" y="943"/>
                    <a:pt x="978" y="938"/>
                  </a:cubicBezTo>
                  <a:cubicBezTo>
                    <a:pt x="992" y="935"/>
                    <a:pt x="1014" y="928"/>
                    <a:pt x="1015" y="911"/>
                  </a:cubicBezTo>
                  <a:lnTo>
                    <a:pt x="1015" y="910"/>
                  </a:lnTo>
                  <a:cubicBezTo>
                    <a:pt x="1015" y="909"/>
                    <a:pt x="1015" y="908"/>
                    <a:pt x="1015" y="907"/>
                  </a:cubicBezTo>
                  <a:cubicBezTo>
                    <a:pt x="1014" y="906"/>
                    <a:pt x="1013" y="904"/>
                    <a:pt x="1012" y="904"/>
                  </a:cubicBezTo>
                  <a:cubicBezTo>
                    <a:pt x="1011" y="903"/>
                    <a:pt x="1010" y="904"/>
                    <a:pt x="1009" y="904"/>
                  </a:cubicBezTo>
                  <a:cubicBezTo>
                    <a:pt x="1008" y="904"/>
                    <a:pt x="1007" y="903"/>
                    <a:pt x="1006" y="904"/>
                  </a:cubicBezTo>
                  <a:cubicBezTo>
                    <a:pt x="1005" y="905"/>
                    <a:pt x="1005" y="905"/>
                    <a:pt x="1004" y="906"/>
                  </a:cubicBezTo>
                  <a:cubicBezTo>
                    <a:pt x="996" y="909"/>
                    <a:pt x="988" y="911"/>
                    <a:pt x="980" y="911"/>
                  </a:cubicBezTo>
                  <a:cubicBezTo>
                    <a:pt x="973" y="911"/>
                    <a:pt x="966" y="913"/>
                    <a:pt x="960" y="914"/>
                  </a:cubicBezTo>
                  <a:cubicBezTo>
                    <a:pt x="948" y="916"/>
                    <a:pt x="936" y="919"/>
                    <a:pt x="923" y="922"/>
                  </a:cubicBezTo>
                  <a:cubicBezTo>
                    <a:pt x="926" y="910"/>
                    <a:pt x="929" y="899"/>
                    <a:pt x="931" y="888"/>
                  </a:cubicBezTo>
                  <a:cubicBezTo>
                    <a:pt x="931" y="887"/>
                    <a:pt x="931" y="887"/>
                    <a:pt x="931" y="887"/>
                  </a:cubicBezTo>
                  <a:cubicBezTo>
                    <a:pt x="931" y="886"/>
                    <a:pt x="931" y="885"/>
                    <a:pt x="931" y="884"/>
                  </a:cubicBezTo>
                  <a:cubicBezTo>
                    <a:pt x="930" y="883"/>
                    <a:pt x="930" y="883"/>
                    <a:pt x="929" y="882"/>
                  </a:cubicBezTo>
                  <a:cubicBezTo>
                    <a:pt x="930" y="880"/>
                    <a:pt x="931" y="878"/>
                    <a:pt x="932" y="875"/>
                  </a:cubicBezTo>
                  <a:cubicBezTo>
                    <a:pt x="932" y="873"/>
                    <a:pt x="934" y="870"/>
                    <a:pt x="935" y="868"/>
                  </a:cubicBezTo>
                  <a:lnTo>
                    <a:pt x="935" y="867"/>
                  </a:lnTo>
                  <a:cubicBezTo>
                    <a:pt x="943" y="868"/>
                    <a:pt x="950" y="869"/>
                    <a:pt x="958" y="869"/>
                  </a:cubicBezTo>
                  <a:cubicBezTo>
                    <a:pt x="983" y="869"/>
                    <a:pt x="1008" y="864"/>
                    <a:pt x="1032" y="854"/>
                  </a:cubicBezTo>
                  <a:lnTo>
                    <a:pt x="1033" y="853"/>
                  </a:lnTo>
                  <a:cubicBezTo>
                    <a:pt x="1034" y="852"/>
                    <a:pt x="1035" y="851"/>
                    <a:pt x="1036" y="850"/>
                  </a:cubicBezTo>
                  <a:cubicBezTo>
                    <a:pt x="1037" y="849"/>
                    <a:pt x="1037" y="847"/>
                    <a:pt x="1037" y="846"/>
                  </a:cubicBezTo>
                  <a:cubicBezTo>
                    <a:pt x="1037" y="844"/>
                    <a:pt x="1037" y="843"/>
                    <a:pt x="1037" y="842"/>
                  </a:cubicBezTo>
                  <a:lnTo>
                    <a:pt x="1037" y="840"/>
                  </a:lnTo>
                  <a:cubicBezTo>
                    <a:pt x="1035" y="836"/>
                    <a:pt x="1029" y="832"/>
                    <a:pt x="1025" y="837"/>
                  </a:cubicBezTo>
                  <a:cubicBezTo>
                    <a:pt x="1019" y="838"/>
                    <a:pt x="1012" y="839"/>
                    <a:pt x="1006" y="839"/>
                  </a:cubicBezTo>
                  <a:lnTo>
                    <a:pt x="981" y="844"/>
                  </a:lnTo>
                  <a:cubicBezTo>
                    <a:pt x="973" y="845"/>
                    <a:pt x="965" y="846"/>
                    <a:pt x="957" y="846"/>
                  </a:cubicBezTo>
                  <a:cubicBezTo>
                    <a:pt x="958" y="845"/>
                    <a:pt x="958" y="845"/>
                    <a:pt x="959" y="844"/>
                  </a:cubicBezTo>
                  <a:cubicBezTo>
                    <a:pt x="963" y="842"/>
                    <a:pt x="967" y="841"/>
                    <a:pt x="971" y="840"/>
                  </a:cubicBezTo>
                  <a:cubicBezTo>
                    <a:pt x="978" y="837"/>
                    <a:pt x="984" y="834"/>
                    <a:pt x="991" y="830"/>
                  </a:cubicBezTo>
                  <a:cubicBezTo>
                    <a:pt x="998" y="826"/>
                    <a:pt x="1006" y="821"/>
                    <a:pt x="1012" y="814"/>
                  </a:cubicBezTo>
                  <a:cubicBezTo>
                    <a:pt x="1044" y="800"/>
                    <a:pt x="1076" y="786"/>
                    <a:pt x="1110" y="775"/>
                  </a:cubicBezTo>
                  <a:lnTo>
                    <a:pt x="1111" y="775"/>
                  </a:lnTo>
                  <a:cubicBezTo>
                    <a:pt x="1120" y="775"/>
                    <a:pt x="1129" y="774"/>
                    <a:pt x="1139" y="772"/>
                  </a:cubicBezTo>
                  <a:cubicBezTo>
                    <a:pt x="1144" y="771"/>
                    <a:pt x="1150" y="770"/>
                    <a:pt x="1155" y="770"/>
                  </a:cubicBezTo>
                  <a:cubicBezTo>
                    <a:pt x="1157" y="770"/>
                    <a:pt x="1158" y="770"/>
                    <a:pt x="1160" y="771"/>
                  </a:cubicBezTo>
                  <a:cubicBezTo>
                    <a:pt x="1160" y="772"/>
                    <a:pt x="1161" y="774"/>
                    <a:pt x="1162" y="776"/>
                  </a:cubicBezTo>
                  <a:cubicBezTo>
                    <a:pt x="1163" y="778"/>
                    <a:pt x="1165" y="780"/>
                    <a:pt x="1166" y="781"/>
                  </a:cubicBezTo>
                  <a:cubicBezTo>
                    <a:pt x="1160" y="777"/>
                    <a:pt x="1161" y="783"/>
                    <a:pt x="1152" y="791"/>
                  </a:cubicBezTo>
                  <a:lnTo>
                    <a:pt x="1153" y="791"/>
                  </a:lnTo>
                  <a:moveTo>
                    <a:pt x="1229" y="862"/>
                  </a:moveTo>
                  <a:cubicBezTo>
                    <a:pt x="1227" y="866"/>
                    <a:pt x="1225" y="870"/>
                    <a:pt x="1223" y="873"/>
                  </a:cubicBezTo>
                  <a:cubicBezTo>
                    <a:pt x="1225" y="867"/>
                    <a:pt x="1228" y="860"/>
                    <a:pt x="1231" y="853"/>
                  </a:cubicBezTo>
                  <a:cubicBezTo>
                    <a:pt x="1232" y="852"/>
                    <a:pt x="1233" y="852"/>
                    <a:pt x="1234" y="851"/>
                  </a:cubicBezTo>
                  <a:cubicBezTo>
                    <a:pt x="1235" y="850"/>
                    <a:pt x="1235" y="850"/>
                    <a:pt x="1236" y="850"/>
                  </a:cubicBezTo>
                  <a:lnTo>
                    <a:pt x="1229" y="862"/>
                  </a:lnTo>
                  <a:moveTo>
                    <a:pt x="1326" y="832"/>
                  </a:moveTo>
                  <a:cubicBezTo>
                    <a:pt x="1335" y="815"/>
                    <a:pt x="1344" y="797"/>
                    <a:pt x="1354" y="780"/>
                  </a:cubicBezTo>
                  <a:cubicBezTo>
                    <a:pt x="1356" y="775"/>
                    <a:pt x="1359" y="771"/>
                    <a:pt x="1361" y="766"/>
                  </a:cubicBezTo>
                  <a:cubicBezTo>
                    <a:pt x="1356" y="780"/>
                    <a:pt x="1350" y="794"/>
                    <a:pt x="1342" y="806"/>
                  </a:cubicBezTo>
                  <a:cubicBezTo>
                    <a:pt x="1336" y="815"/>
                    <a:pt x="1332" y="824"/>
                    <a:pt x="1326" y="832"/>
                  </a:cubicBezTo>
                  <a:moveTo>
                    <a:pt x="1687" y="1896"/>
                  </a:moveTo>
                  <a:lnTo>
                    <a:pt x="1686" y="1896"/>
                  </a:lnTo>
                  <a:cubicBezTo>
                    <a:pt x="1685" y="1896"/>
                    <a:pt x="1684" y="1896"/>
                    <a:pt x="1683" y="1897"/>
                  </a:cubicBezTo>
                  <a:cubicBezTo>
                    <a:pt x="1682" y="1897"/>
                    <a:pt x="1681" y="1898"/>
                    <a:pt x="1681" y="1899"/>
                  </a:cubicBezTo>
                  <a:cubicBezTo>
                    <a:pt x="1680" y="1900"/>
                    <a:pt x="1680" y="1901"/>
                    <a:pt x="1680" y="1902"/>
                  </a:cubicBezTo>
                  <a:cubicBezTo>
                    <a:pt x="1680" y="1903"/>
                    <a:pt x="1681" y="1905"/>
                    <a:pt x="1681" y="1905"/>
                  </a:cubicBezTo>
                  <a:cubicBezTo>
                    <a:pt x="1682" y="1906"/>
                    <a:pt x="1682" y="1907"/>
                    <a:pt x="1683" y="1907"/>
                  </a:cubicBezTo>
                  <a:cubicBezTo>
                    <a:pt x="1681" y="1908"/>
                    <a:pt x="1680" y="1908"/>
                    <a:pt x="1678" y="1909"/>
                  </a:cubicBezTo>
                  <a:cubicBezTo>
                    <a:pt x="1676" y="1910"/>
                    <a:pt x="1674" y="1911"/>
                    <a:pt x="1672" y="1912"/>
                  </a:cubicBezTo>
                  <a:cubicBezTo>
                    <a:pt x="1665" y="1916"/>
                    <a:pt x="1659" y="1922"/>
                    <a:pt x="1654" y="1928"/>
                  </a:cubicBezTo>
                  <a:cubicBezTo>
                    <a:pt x="1636" y="1953"/>
                    <a:pt x="1601" y="1958"/>
                    <a:pt x="1573" y="1963"/>
                  </a:cubicBezTo>
                  <a:cubicBezTo>
                    <a:pt x="1551" y="1966"/>
                    <a:pt x="1531" y="1972"/>
                    <a:pt x="1512" y="1982"/>
                  </a:cubicBezTo>
                  <a:cubicBezTo>
                    <a:pt x="1529" y="1956"/>
                    <a:pt x="1564" y="1937"/>
                    <a:pt x="1588" y="1923"/>
                  </a:cubicBezTo>
                  <a:cubicBezTo>
                    <a:pt x="1607" y="1912"/>
                    <a:pt x="1657" y="1886"/>
                    <a:pt x="1692" y="1892"/>
                  </a:cubicBezTo>
                  <a:lnTo>
                    <a:pt x="1692" y="1893"/>
                  </a:lnTo>
                  <a:cubicBezTo>
                    <a:pt x="1693" y="1894"/>
                    <a:pt x="1693" y="1894"/>
                    <a:pt x="1694" y="1894"/>
                  </a:cubicBezTo>
                  <a:lnTo>
                    <a:pt x="1698" y="1897"/>
                  </a:lnTo>
                  <a:cubicBezTo>
                    <a:pt x="1698" y="1898"/>
                    <a:pt x="1698" y="1899"/>
                    <a:pt x="1698" y="1901"/>
                  </a:cubicBezTo>
                  <a:cubicBezTo>
                    <a:pt x="1694" y="1899"/>
                    <a:pt x="1691" y="1898"/>
                    <a:pt x="1687" y="1896"/>
                  </a:cubicBezTo>
                  <a:moveTo>
                    <a:pt x="1986" y="1940"/>
                  </a:moveTo>
                  <a:cubicBezTo>
                    <a:pt x="1976" y="1946"/>
                    <a:pt x="1966" y="1952"/>
                    <a:pt x="1958" y="1959"/>
                  </a:cubicBezTo>
                  <a:cubicBezTo>
                    <a:pt x="1962" y="1949"/>
                    <a:pt x="1967" y="1938"/>
                    <a:pt x="1972" y="1927"/>
                  </a:cubicBezTo>
                  <a:cubicBezTo>
                    <a:pt x="1988" y="1890"/>
                    <a:pt x="2015" y="1903"/>
                    <a:pt x="2036" y="1921"/>
                  </a:cubicBezTo>
                  <a:cubicBezTo>
                    <a:pt x="2020" y="1924"/>
                    <a:pt x="2004" y="1929"/>
                    <a:pt x="1990" y="1937"/>
                  </a:cubicBezTo>
                  <a:cubicBezTo>
                    <a:pt x="1989" y="1938"/>
                    <a:pt x="1987" y="1939"/>
                    <a:pt x="1986" y="1940"/>
                  </a:cubicBezTo>
                  <a:moveTo>
                    <a:pt x="2384" y="1404"/>
                  </a:moveTo>
                  <a:cubicBezTo>
                    <a:pt x="2384" y="1408"/>
                    <a:pt x="2385" y="1411"/>
                    <a:pt x="2385" y="1415"/>
                  </a:cubicBezTo>
                  <a:cubicBezTo>
                    <a:pt x="2385" y="1419"/>
                    <a:pt x="2384" y="1423"/>
                    <a:pt x="2384" y="1427"/>
                  </a:cubicBezTo>
                  <a:lnTo>
                    <a:pt x="2379" y="1423"/>
                  </a:lnTo>
                  <a:cubicBezTo>
                    <a:pt x="2381" y="1417"/>
                    <a:pt x="2383" y="1410"/>
                    <a:pt x="2384" y="1404"/>
                  </a:cubicBezTo>
                  <a:moveTo>
                    <a:pt x="2120" y="1188"/>
                  </a:moveTo>
                  <a:lnTo>
                    <a:pt x="2120" y="1189"/>
                  </a:lnTo>
                  <a:cubicBezTo>
                    <a:pt x="2120" y="1190"/>
                    <a:pt x="2120" y="1191"/>
                    <a:pt x="2120" y="1192"/>
                  </a:cubicBezTo>
                  <a:cubicBezTo>
                    <a:pt x="2120" y="1193"/>
                    <a:pt x="2120" y="1194"/>
                    <a:pt x="2120" y="1195"/>
                  </a:cubicBezTo>
                  <a:cubicBezTo>
                    <a:pt x="2120" y="1193"/>
                    <a:pt x="2120" y="1190"/>
                    <a:pt x="2120" y="1187"/>
                  </a:cubicBezTo>
                  <a:lnTo>
                    <a:pt x="2120" y="1188"/>
                  </a:lnTo>
                  <a:moveTo>
                    <a:pt x="2075" y="1824"/>
                  </a:moveTo>
                  <a:cubicBezTo>
                    <a:pt x="2074" y="1823"/>
                    <a:pt x="2074" y="1821"/>
                    <a:pt x="2073" y="1820"/>
                  </a:cubicBezTo>
                  <a:cubicBezTo>
                    <a:pt x="2071" y="1818"/>
                    <a:pt x="2069" y="1815"/>
                    <a:pt x="2066" y="1814"/>
                  </a:cubicBezTo>
                  <a:cubicBezTo>
                    <a:pt x="2063" y="1812"/>
                    <a:pt x="2060" y="1811"/>
                    <a:pt x="2057" y="1811"/>
                  </a:cubicBezTo>
                  <a:cubicBezTo>
                    <a:pt x="2054" y="1811"/>
                    <a:pt x="2051" y="1812"/>
                    <a:pt x="2048" y="1814"/>
                  </a:cubicBezTo>
                  <a:cubicBezTo>
                    <a:pt x="2045" y="1815"/>
                    <a:pt x="2043" y="1818"/>
                    <a:pt x="2041" y="1820"/>
                  </a:cubicBezTo>
                  <a:cubicBezTo>
                    <a:pt x="2041" y="1821"/>
                    <a:pt x="2041" y="1821"/>
                    <a:pt x="2041" y="1821"/>
                  </a:cubicBezTo>
                  <a:cubicBezTo>
                    <a:pt x="2024" y="1854"/>
                    <a:pt x="2003" y="1854"/>
                    <a:pt x="1971" y="1842"/>
                  </a:cubicBezTo>
                  <a:cubicBezTo>
                    <a:pt x="1969" y="1841"/>
                    <a:pt x="1967" y="1841"/>
                    <a:pt x="1965" y="1841"/>
                  </a:cubicBezTo>
                  <a:cubicBezTo>
                    <a:pt x="1962" y="1841"/>
                    <a:pt x="1958" y="1841"/>
                    <a:pt x="1956" y="1843"/>
                  </a:cubicBezTo>
                  <a:cubicBezTo>
                    <a:pt x="1953" y="1844"/>
                    <a:pt x="1951" y="1847"/>
                    <a:pt x="1950" y="1850"/>
                  </a:cubicBezTo>
                  <a:cubicBezTo>
                    <a:pt x="1949" y="1851"/>
                    <a:pt x="1948" y="1852"/>
                    <a:pt x="1948" y="1854"/>
                  </a:cubicBezTo>
                  <a:cubicBezTo>
                    <a:pt x="1947" y="1865"/>
                    <a:pt x="1943" y="1876"/>
                    <a:pt x="1938" y="1885"/>
                  </a:cubicBezTo>
                  <a:cubicBezTo>
                    <a:pt x="1937" y="1886"/>
                    <a:pt x="1937" y="1887"/>
                    <a:pt x="1936" y="1888"/>
                  </a:cubicBezTo>
                  <a:lnTo>
                    <a:pt x="1925" y="1891"/>
                  </a:lnTo>
                  <a:cubicBezTo>
                    <a:pt x="1916" y="1886"/>
                    <a:pt x="1909" y="1879"/>
                    <a:pt x="1904" y="1870"/>
                  </a:cubicBezTo>
                  <a:lnTo>
                    <a:pt x="1903" y="1870"/>
                  </a:lnTo>
                  <a:cubicBezTo>
                    <a:pt x="1903" y="1868"/>
                    <a:pt x="1902" y="1866"/>
                    <a:pt x="1901" y="1865"/>
                  </a:cubicBezTo>
                  <a:cubicBezTo>
                    <a:pt x="1899" y="1862"/>
                    <a:pt x="1898" y="1860"/>
                    <a:pt x="1895" y="1858"/>
                  </a:cubicBezTo>
                  <a:cubicBezTo>
                    <a:pt x="1892" y="1856"/>
                    <a:pt x="1889" y="1856"/>
                    <a:pt x="1886" y="1856"/>
                  </a:cubicBezTo>
                  <a:cubicBezTo>
                    <a:pt x="1883" y="1856"/>
                    <a:pt x="1880" y="1856"/>
                    <a:pt x="1877" y="1858"/>
                  </a:cubicBezTo>
                  <a:cubicBezTo>
                    <a:pt x="1874" y="1860"/>
                    <a:pt x="1872" y="1862"/>
                    <a:pt x="1870" y="1865"/>
                  </a:cubicBezTo>
                  <a:cubicBezTo>
                    <a:pt x="1869" y="1867"/>
                    <a:pt x="1868" y="1870"/>
                    <a:pt x="1868" y="1872"/>
                  </a:cubicBezTo>
                  <a:cubicBezTo>
                    <a:pt x="1868" y="1870"/>
                    <a:pt x="1834" y="1912"/>
                    <a:pt x="1823" y="1888"/>
                  </a:cubicBezTo>
                  <a:cubicBezTo>
                    <a:pt x="1817" y="1873"/>
                    <a:pt x="1793" y="1871"/>
                    <a:pt x="1790" y="1890"/>
                  </a:cubicBezTo>
                  <a:cubicBezTo>
                    <a:pt x="1791" y="1913"/>
                    <a:pt x="1775" y="1917"/>
                    <a:pt x="1743" y="1901"/>
                  </a:cubicBezTo>
                  <a:cubicBezTo>
                    <a:pt x="1743" y="1900"/>
                    <a:pt x="1742" y="1900"/>
                    <a:pt x="1742" y="1899"/>
                  </a:cubicBezTo>
                  <a:cubicBezTo>
                    <a:pt x="1740" y="1896"/>
                    <a:pt x="1738" y="1894"/>
                    <a:pt x="1736" y="1893"/>
                  </a:cubicBezTo>
                  <a:cubicBezTo>
                    <a:pt x="1733" y="1892"/>
                    <a:pt x="1731" y="1891"/>
                    <a:pt x="1728" y="1891"/>
                  </a:cubicBezTo>
                  <a:cubicBezTo>
                    <a:pt x="1726" y="1891"/>
                    <a:pt x="1725" y="1891"/>
                    <a:pt x="1723" y="1891"/>
                  </a:cubicBezTo>
                  <a:lnTo>
                    <a:pt x="1722" y="1889"/>
                  </a:lnTo>
                  <a:cubicBezTo>
                    <a:pt x="1721" y="1888"/>
                    <a:pt x="1719" y="1887"/>
                    <a:pt x="1718" y="1886"/>
                  </a:cubicBezTo>
                  <a:cubicBezTo>
                    <a:pt x="1714" y="1884"/>
                    <a:pt x="1710" y="1883"/>
                    <a:pt x="1706" y="1882"/>
                  </a:cubicBezTo>
                  <a:cubicBezTo>
                    <a:pt x="1717" y="1872"/>
                    <a:pt x="1745" y="1871"/>
                    <a:pt x="1758" y="1869"/>
                  </a:cubicBezTo>
                  <a:cubicBezTo>
                    <a:pt x="1774" y="1864"/>
                    <a:pt x="1791" y="1859"/>
                    <a:pt x="1807" y="1853"/>
                  </a:cubicBezTo>
                  <a:cubicBezTo>
                    <a:pt x="1851" y="1842"/>
                    <a:pt x="1894" y="1826"/>
                    <a:pt x="1935" y="1805"/>
                  </a:cubicBezTo>
                  <a:cubicBezTo>
                    <a:pt x="2015" y="1761"/>
                    <a:pt x="2150" y="1781"/>
                    <a:pt x="2199" y="1694"/>
                  </a:cubicBezTo>
                  <a:cubicBezTo>
                    <a:pt x="2199" y="1696"/>
                    <a:pt x="2199" y="1699"/>
                    <a:pt x="2199" y="1701"/>
                  </a:cubicBezTo>
                  <a:cubicBezTo>
                    <a:pt x="2199" y="1713"/>
                    <a:pt x="2197" y="1724"/>
                    <a:pt x="2194" y="1734"/>
                  </a:cubicBezTo>
                  <a:cubicBezTo>
                    <a:pt x="2178" y="1750"/>
                    <a:pt x="2161" y="1763"/>
                    <a:pt x="2142" y="1774"/>
                  </a:cubicBezTo>
                  <a:cubicBezTo>
                    <a:pt x="2140" y="1775"/>
                    <a:pt x="2139" y="1776"/>
                    <a:pt x="2137" y="1777"/>
                  </a:cubicBezTo>
                  <a:cubicBezTo>
                    <a:pt x="2133" y="1779"/>
                    <a:pt x="2081" y="1847"/>
                    <a:pt x="2074" y="1823"/>
                  </a:cubicBezTo>
                  <a:lnTo>
                    <a:pt x="2075" y="1824"/>
                  </a:lnTo>
                  <a:moveTo>
                    <a:pt x="2712" y="1856"/>
                  </a:moveTo>
                  <a:cubicBezTo>
                    <a:pt x="2712" y="1857"/>
                    <a:pt x="2711" y="1856"/>
                    <a:pt x="2710" y="1857"/>
                  </a:cubicBezTo>
                  <a:cubicBezTo>
                    <a:pt x="2709" y="1858"/>
                    <a:pt x="2709" y="1858"/>
                    <a:pt x="2709" y="1858"/>
                  </a:cubicBezTo>
                  <a:cubicBezTo>
                    <a:pt x="2707" y="1856"/>
                    <a:pt x="2705" y="1854"/>
                    <a:pt x="2702" y="1852"/>
                  </a:cubicBezTo>
                  <a:cubicBezTo>
                    <a:pt x="2699" y="1850"/>
                    <a:pt x="2695" y="1849"/>
                    <a:pt x="2692" y="1849"/>
                  </a:cubicBezTo>
                  <a:cubicBezTo>
                    <a:pt x="2688" y="1849"/>
                    <a:pt x="2685" y="1850"/>
                    <a:pt x="2682" y="1852"/>
                  </a:cubicBezTo>
                  <a:cubicBezTo>
                    <a:pt x="2679" y="1854"/>
                    <a:pt x="2677" y="1856"/>
                    <a:pt x="2675" y="1859"/>
                  </a:cubicBezTo>
                  <a:cubicBezTo>
                    <a:pt x="2673" y="1862"/>
                    <a:pt x="2672" y="1866"/>
                    <a:pt x="2672" y="1869"/>
                  </a:cubicBezTo>
                  <a:lnTo>
                    <a:pt x="2672" y="1870"/>
                  </a:lnTo>
                  <a:cubicBezTo>
                    <a:pt x="2672" y="1879"/>
                    <a:pt x="2642" y="1877"/>
                    <a:pt x="2643" y="1859"/>
                  </a:cubicBezTo>
                  <a:cubicBezTo>
                    <a:pt x="2645" y="1837"/>
                    <a:pt x="2610" y="1835"/>
                    <a:pt x="2604" y="1856"/>
                  </a:cubicBezTo>
                  <a:cubicBezTo>
                    <a:pt x="2598" y="1876"/>
                    <a:pt x="2545" y="1878"/>
                    <a:pt x="2545" y="1852"/>
                  </a:cubicBezTo>
                  <a:cubicBezTo>
                    <a:pt x="2545" y="1831"/>
                    <a:pt x="2515" y="1829"/>
                    <a:pt x="2507" y="1846"/>
                  </a:cubicBezTo>
                  <a:cubicBezTo>
                    <a:pt x="2503" y="1846"/>
                    <a:pt x="2499" y="1847"/>
                    <a:pt x="2495" y="1847"/>
                  </a:cubicBezTo>
                  <a:cubicBezTo>
                    <a:pt x="2491" y="1847"/>
                    <a:pt x="2487" y="1846"/>
                    <a:pt x="2483" y="1846"/>
                  </a:cubicBezTo>
                  <a:cubicBezTo>
                    <a:pt x="2462" y="1846"/>
                    <a:pt x="2444" y="1853"/>
                    <a:pt x="2439" y="1820"/>
                  </a:cubicBezTo>
                  <a:cubicBezTo>
                    <a:pt x="2439" y="1818"/>
                    <a:pt x="2438" y="1817"/>
                    <a:pt x="2437" y="1815"/>
                  </a:cubicBezTo>
                  <a:cubicBezTo>
                    <a:pt x="2436" y="1812"/>
                    <a:pt x="2433" y="1809"/>
                    <a:pt x="2431" y="1808"/>
                  </a:cubicBezTo>
                  <a:cubicBezTo>
                    <a:pt x="2428" y="1806"/>
                    <a:pt x="2425" y="1806"/>
                    <a:pt x="2422" y="1806"/>
                  </a:cubicBezTo>
                  <a:cubicBezTo>
                    <a:pt x="2419" y="1806"/>
                    <a:pt x="2415" y="1806"/>
                    <a:pt x="2413" y="1808"/>
                  </a:cubicBezTo>
                  <a:cubicBezTo>
                    <a:pt x="2410" y="1809"/>
                    <a:pt x="2408" y="1812"/>
                    <a:pt x="2406" y="1815"/>
                  </a:cubicBezTo>
                  <a:cubicBezTo>
                    <a:pt x="2405" y="1817"/>
                    <a:pt x="2404" y="1820"/>
                    <a:pt x="2404" y="1823"/>
                  </a:cubicBezTo>
                  <a:cubicBezTo>
                    <a:pt x="2404" y="1862"/>
                    <a:pt x="2351" y="1766"/>
                    <a:pt x="2356" y="1800"/>
                  </a:cubicBezTo>
                  <a:cubicBezTo>
                    <a:pt x="2354" y="1787"/>
                    <a:pt x="2352" y="1773"/>
                    <a:pt x="2350" y="1761"/>
                  </a:cubicBezTo>
                  <a:cubicBezTo>
                    <a:pt x="2350" y="1760"/>
                    <a:pt x="2349" y="1758"/>
                    <a:pt x="2349" y="1757"/>
                  </a:cubicBezTo>
                  <a:cubicBezTo>
                    <a:pt x="2348" y="1756"/>
                    <a:pt x="2346" y="1755"/>
                    <a:pt x="2345" y="1754"/>
                  </a:cubicBezTo>
                  <a:cubicBezTo>
                    <a:pt x="2344" y="1753"/>
                    <a:pt x="2343" y="1753"/>
                    <a:pt x="2342" y="1753"/>
                  </a:cubicBezTo>
                  <a:cubicBezTo>
                    <a:pt x="2342" y="1752"/>
                    <a:pt x="2342" y="1752"/>
                    <a:pt x="2342" y="1752"/>
                  </a:cubicBezTo>
                  <a:cubicBezTo>
                    <a:pt x="2340" y="1749"/>
                    <a:pt x="2338" y="1747"/>
                    <a:pt x="2336" y="1746"/>
                  </a:cubicBezTo>
                  <a:cubicBezTo>
                    <a:pt x="2334" y="1745"/>
                    <a:pt x="2331" y="1744"/>
                    <a:pt x="2328" y="1744"/>
                  </a:cubicBezTo>
                  <a:cubicBezTo>
                    <a:pt x="2325" y="1744"/>
                    <a:pt x="2322" y="1745"/>
                    <a:pt x="2320" y="1746"/>
                  </a:cubicBezTo>
                  <a:cubicBezTo>
                    <a:pt x="2317" y="1747"/>
                    <a:pt x="2316" y="1749"/>
                    <a:pt x="2315" y="1752"/>
                  </a:cubicBezTo>
                  <a:cubicBezTo>
                    <a:pt x="2314" y="1753"/>
                    <a:pt x="2314" y="1754"/>
                    <a:pt x="2313" y="1755"/>
                  </a:cubicBezTo>
                  <a:cubicBezTo>
                    <a:pt x="2313" y="1763"/>
                    <a:pt x="2310" y="1771"/>
                    <a:pt x="2306" y="1778"/>
                  </a:cubicBezTo>
                  <a:cubicBezTo>
                    <a:pt x="2302" y="1784"/>
                    <a:pt x="2299" y="1789"/>
                    <a:pt x="2294" y="1793"/>
                  </a:cubicBezTo>
                  <a:cubicBezTo>
                    <a:pt x="2293" y="1793"/>
                    <a:pt x="2292" y="1793"/>
                    <a:pt x="2291" y="1793"/>
                  </a:cubicBezTo>
                  <a:cubicBezTo>
                    <a:pt x="2288" y="1793"/>
                    <a:pt x="2284" y="1793"/>
                    <a:pt x="2281" y="1795"/>
                  </a:cubicBezTo>
                  <a:cubicBezTo>
                    <a:pt x="2278" y="1796"/>
                    <a:pt x="2276" y="1799"/>
                    <a:pt x="2274" y="1802"/>
                  </a:cubicBezTo>
                  <a:cubicBezTo>
                    <a:pt x="2273" y="1804"/>
                    <a:pt x="2273" y="1806"/>
                    <a:pt x="2272" y="1808"/>
                  </a:cubicBezTo>
                  <a:cubicBezTo>
                    <a:pt x="2268" y="1834"/>
                    <a:pt x="2253" y="1839"/>
                    <a:pt x="2228" y="1821"/>
                  </a:cubicBezTo>
                  <a:cubicBezTo>
                    <a:pt x="2226" y="1821"/>
                    <a:pt x="2224" y="1820"/>
                    <a:pt x="2222" y="1820"/>
                  </a:cubicBezTo>
                  <a:cubicBezTo>
                    <a:pt x="2219" y="1820"/>
                    <a:pt x="2215" y="1821"/>
                    <a:pt x="2212" y="1823"/>
                  </a:cubicBezTo>
                  <a:cubicBezTo>
                    <a:pt x="2209" y="1825"/>
                    <a:pt x="2207" y="1827"/>
                    <a:pt x="2205" y="1830"/>
                  </a:cubicBezTo>
                  <a:cubicBezTo>
                    <a:pt x="2204" y="1832"/>
                    <a:pt x="2203" y="1835"/>
                    <a:pt x="2203" y="1837"/>
                  </a:cubicBezTo>
                  <a:cubicBezTo>
                    <a:pt x="2198" y="1869"/>
                    <a:pt x="2180" y="1874"/>
                    <a:pt x="2152" y="1865"/>
                  </a:cubicBezTo>
                  <a:cubicBezTo>
                    <a:pt x="2151" y="1864"/>
                    <a:pt x="2149" y="1864"/>
                    <a:pt x="2148" y="1864"/>
                  </a:cubicBezTo>
                  <a:cubicBezTo>
                    <a:pt x="2145" y="1864"/>
                    <a:pt x="2141" y="1865"/>
                    <a:pt x="2138" y="1867"/>
                  </a:cubicBezTo>
                  <a:cubicBezTo>
                    <a:pt x="2135" y="1868"/>
                    <a:pt x="2133" y="1871"/>
                    <a:pt x="2131" y="1874"/>
                  </a:cubicBezTo>
                  <a:cubicBezTo>
                    <a:pt x="2130" y="1876"/>
                    <a:pt x="2129" y="1878"/>
                    <a:pt x="2129" y="1880"/>
                  </a:cubicBezTo>
                  <a:cubicBezTo>
                    <a:pt x="2124" y="1923"/>
                    <a:pt x="2105" y="1921"/>
                    <a:pt x="2070" y="1919"/>
                  </a:cubicBezTo>
                  <a:cubicBezTo>
                    <a:pt x="2070" y="1918"/>
                    <a:pt x="2069" y="1917"/>
                    <a:pt x="2069" y="1916"/>
                  </a:cubicBezTo>
                  <a:cubicBezTo>
                    <a:pt x="2067" y="1914"/>
                    <a:pt x="2066" y="1913"/>
                    <a:pt x="2064" y="1912"/>
                  </a:cubicBezTo>
                  <a:cubicBezTo>
                    <a:pt x="2063" y="1911"/>
                    <a:pt x="2062" y="1911"/>
                    <a:pt x="2062" y="1911"/>
                  </a:cubicBezTo>
                  <a:cubicBezTo>
                    <a:pt x="2109" y="1892"/>
                    <a:pt x="2138" y="1849"/>
                    <a:pt x="2166" y="1808"/>
                  </a:cubicBezTo>
                  <a:cubicBezTo>
                    <a:pt x="2169" y="1804"/>
                    <a:pt x="2171" y="1801"/>
                    <a:pt x="2174" y="1798"/>
                  </a:cubicBezTo>
                  <a:cubicBezTo>
                    <a:pt x="2177" y="1795"/>
                    <a:pt x="2185" y="1790"/>
                    <a:pt x="2191" y="1786"/>
                  </a:cubicBezTo>
                  <a:cubicBezTo>
                    <a:pt x="2202" y="1776"/>
                    <a:pt x="2210" y="1764"/>
                    <a:pt x="2218" y="1752"/>
                  </a:cubicBezTo>
                  <a:cubicBezTo>
                    <a:pt x="2221" y="1748"/>
                    <a:pt x="2223" y="1744"/>
                    <a:pt x="2224" y="1740"/>
                  </a:cubicBezTo>
                  <a:lnTo>
                    <a:pt x="2225" y="1739"/>
                  </a:lnTo>
                  <a:cubicBezTo>
                    <a:pt x="2225" y="1738"/>
                    <a:pt x="2226" y="1736"/>
                    <a:pt x="2226" y="1734"/>
                  </a:cubicBezTo>
                  <a:cubicBezTo>
                    <a:pt x="2226" y="1732"/>
                    <a:pt x="2226" y="1730"/>
                    <a:pt x="2225" y="1728"/>
                  </a:cubicBezTo>
                  <a:cubicBezTo>
                    <a:pt x="2224" y="1727"/>
                    <a:pt x="2223" y="1726"/>
                    <a:pt x="2222" y="1725"/>
                  </a:cubicBezTo>
                  <a:cubicBezTo>
                    <a:pt x="2224" y="1718"/>
                    <a:pt x="2225" y="1711"/>
                    <a:pt x="2225" y="1704"/>
                  </a:cubicBezTo>
                  <a:cubicBezTo>
                    <a:pt x="2225" y="1704"/>
                    <a:pt x="2225" y="1703"/>
                    <a:pt x="2225" y="1702"/>
                  </a:cubicBezTo>
                  <a:cubicBezTo>
                    <a:pt x="2233" y="1705"/>
                    <a:pt x="2242" y="1706"/>
                    <a:pt x="2250" y="1707"/>
                  </a:cubicBezTo>
                  <a:cubicBezTo>
                    <a:pt x="2272" y="1708"/>
                    <a:pt x="2301" y="1713"/>
                    <a:pt x="2316" y="1694"/>
                  </a:cubicBezTo>
                  <a:cubicBezTo>
                    <a:pt x="2316" y="1694"/>
                    <a:pt x="2317" y="1694"/>
                    <a:pt x="2317" y="1693"/>
                  </a:cubicBezTo>
                  <a:cubicBezTo>
                    <a:pt x="2317" y="1692"/>
                    <a:pt x="2318" y="1691"/>
                    <a:pt x="2318" y="1690"/>
                  </a:cubicBezTo>
                  <a:cubicBezTo>
                    <a:pt x="2318" y="1689"/>
                    <a:pt x="2317" y="1688"/>
                    <a:pt x="2317" y="1687"/>
                  </a:cubicBezTo>
                  <a:cubicBezTo>
                    <a:pt x="2316" y="1686"/>
                    <a:pt x="2315" y="1686"/>
                    <a:pt x="2314" y="1685"/>
                  </a:cubicBezTo>
                  <a:cubicBezTo>
                    <a:pt x="2313" y="1684"/>
                    <a:pt x="2313" y="1684"/>
                    <a:pt x="2313" y="1684"/>
                  </a:cubicBezTo>
                  <a:cubicBezTo>
                    <a:pt x="2303" y="1683"/>
                    <a:pt x="2294" y="1683"/>
                    <a:pt x="2285" y="1683"/>
                  </a:cubicBezTo>
                  <a:cubicBezTo>
                    <a:pt x="2276" y="1683"/>
                    <a:pt x="2267" y="1683"/>
                    <a:pt x="2258" y="1684"/>
                  </a:cubicBezTo>
                  <a:cubicBezTo>
                    <a:pt x="2254" y="1685"/>
                    <a:pt x="2250" y="1685"/>
                    <a:pt x="2246" y="1685"/>
                  </a:cubicBezTo>
                  <a:cubicBezTo>
                    <a:pt x="2238" y="1685"/>
                    <a:pt x="2230" y="1684"/>
                    <a:pt x="2223" y="1681"/>
                  </a:cubicBezTo>
                  <a:cubicBezTo>
                    <a:pt x="2221" y="1670"/>
                    <a:pt x="2219" y="1659"/>
                    <a:pt x="2216" y="1649"/>
                  </a:cubicBezTo>
                  <a:cubicBezTo>
                    <a:pt x="2224" y="1652"/>
                    <a:pt x="2232" y="1656"/>
                    <a:pt x="2240" y="1659"/>
                  </a:cubicBezTo>
                  <a:cubicBezTo>
                    <a:pt x="2247" y="1661"/>
                    <a:pt x="2254" y="1662"/>
                    <a:pt x="2261" y="1662"/>
                  </a:cubicBezTo>
                  <a:cubicBezTo>
                    <a:pt x="2263" y="1662"/>
                    <a:pt x="2266" y="1661"/>
                    <a:pt x="2268" y="1661"/>
                  </a:cubicBezTo>
                  <a:cubicBezTo>
                    <a:pt x="2282" y="1661"/>
                    <a:pt x="2303" y="1658"/>
                    <a:pt x="2308" y="1644"/>
                  </a:cubicBezTo>
                  <a:cubicBezTo>
                    <a:pt x="2309" y="1643"/>
                    <a:pt x="2309" y="1642"/>
                    <a:pt x="2309" y="1642"/>
                  </a:cubicBezTo>
                  <a:cubicBezTo>
                    <a:pt x="2309" y="1640"/>
                    <a:pt x="2308" y="1639"/>
                    <a:pt x="2308" y="1638"/>
                  </a:cubicBezTo>
                  <a:cubicBezTo>
                    <a:pt x="2307" y="1637"/>
                    <a:pt x="2306" y="1636"/>
                    <a:pt x="2305" y="1636"/>
                  </a:cubicBezTo>
                  <a:lnTo>
                    <a:pt x="2305" y="1635"/>
                  </a:lnTo>
                  <a:cubicBezTo>
                    <a:pt x="2290" y="1629"/>
                    <a:pt x="2270" y="1638"/>
                    <a:pt x="2254" y="1637"/>
                  </a:cubicBezTo>
                  <a:cubicBezTo>
                    <a:pt x="2238" y="1635"/>
                    <a:pt x="2227" y="1629"/>
                    <a:pt x="2212" y="1628"/>
                  </a:cubicBezTo>
                  <a:cubicBezTo>
                    <a:pt x="2211" y="1621"/>
                    <a:pt x="2210" y="1612"/>
                    <a:pt x="2209" y="1604"/>
                  </a:cubicBezTo>
                  <a:cubicBezTo>
                    <a:pt x="2213" y="1604"/>
                    <a:pt x="2217" y="1605"/>
                    <a:pt x="2221" y="1605"/>
                  </a:cubicBezTo>
                  <a:cubicBezTo>
                    <a:pt x="2225" y="1605"/>
                    <a:pt x="2228" y="1604"/>
                    <a:pt x="2232" y="1604"/>
                  </a:cubicBezTo>
                  <a:cubicBezTo>
                    <a:pt x="2249" y="1603"/>
                    <a:pt x="2278" y="1610"/>
                    <a:pt x="2287" y="1590"/>
                  </a:cubicBezTo>
                  <a:cubicBezTo>
                    <a:pt x="2289" y="1586"/>
                    <a:pt x="2286" y="1579"/>
                    <a:pt x="2280" y="1581"/>
                  </a:cubicBezTo>
                  <a:cubicBezTo>
                    <a:pt x="2275" y="1582"/>
                    <a:pt x="2269" y="1583"/>
                    <a:pt x="2263" y="1583"/>
                  </a:cubicBezTo>
                  <a:cubicBezTo>
                    <a:pt x="2255" y="1583"/>
                    <a:pt x="2247" y="1582"/>
                    <a:pt x="2240" y="1580"/>
                  </a:cubicBezTo>
                  <a:cubicBezTo>
                    <a:pt x="2231" y="1580"/>
                    <a:pt x="2209" y="1586"/>
                    <a:pt x="2206" y="1578"/>
                  </a:cubicBezTo>
                  <a:cubicBezTo>
                    <a:pt x="2204" y="1570"/>
                    <a:pt x="2202" y="1561"/>
                    <a:pt x="2200" y="1553"/>
                  </a:cubicBezTo>
                  <a:cubicBezTo>
                    <a:pt x="2203" y="1553"/>
                    <a:pt x="2206" y="1554"/>
                    <a:pt x="2209" y="1554"/>
                  </a:cubicBezTo>
                  <a:cubicBezTo>
                    <a:pt x="2214" y="1555"/>
                    <a:pt x="2220" y="1555"/>
                    <a:pt x="2225" y="1555"/>
                  </a:cubicBezTo>
                  <a:cubicBezTo>
                    <a:pt x="2246" y="1555"/>
                    <a:pt x="2266" y="1550"/>
                    <a:pt x="2283" y="1540"/>
                  </a:cubicBezTo>
                  <a:cubicBezTo>
                    <a:pt x="2284" y="1539"/>
                    <a:pt x="2285" y="1538"/>
                    <a:pt x="2286" y="1538"/>
                  </a:cubicBezTo>
                  <a:cubicBezTo>
                    <a:pt x="2287" y="1537"/>
                    <a:pt x="2287" y="1537"/>
                    <a:pt x="2288" y="1536"/>
                  </a:cubicBezTo>
                  <a:cubicBezTo>
                    <a:pt x="2288" y="1535"/>
                    <a:pt x="2288" y="1534"/>
                    <a:pt x="2288" y="1533"/>
                  </a:cubicBezTo>
                  <a:cubicBezTo>
                    <a:pt x="2288" y="1532"/>
                    <a:pt x="2288" y="1531"/>
                    <a:pt x="2288" y="1530"/>
                  </a:cubicBezTo>
                  <a:cubicBezTo>
                    <a:pt x="2287" y="1529"/>
                    <a:pt x="2287" y="1528"/>
                    <a:pt x="2286" y="1528"/>
                  </a:cubicBezTo>
                  <a:cubicBezTo>
                    <a:pt x="2273" y="1519"/>
                    <a:pt x="2259" y="1528"/>
                    <a:pt x="2245" y="1531"/>
                  </a:cubicBezTo>
                  <a:cubicBezTo>
                    <a:pt x="2239" y="1532"/>
                    <a:pt x="2232" y="1532"/>
                    <a:pt x="2225" y="1532"/>
                  </a:cubicBezTo>
                  <a:cubicBezTo>
                    <a:pt x="2218" y="1532"/>
                    <a:pt x="2211" y="1532"/>
                    <a:pt x="2204" y="1531"/>
                  </a:cubicBezTo>
                  <a:cubicBezTo>
                    <a:pt x="2201" y="1530"/>
                    <a:pt x="2198" y="1529"/>
                    <a:pt x="2196" y="1528"/>
                  </a:cubicBezTo>
                  <a:cubicBezTo>
                    <a:pt x="2194" y="1527"/>
                    <a:pt x="2192" y="1525"/>
                    <a:pt x="2190" y="1524"/>
                  </a:cubicBezTo>
                  <a:cubicBezTo>
                    <a:pt x="2186" y="1510"/>
                    <a:pt x="2181" y="1495"/>
                    <a:pt x="2178" y="1480"/>
                  </a:cubicBezTo>
                  <a:cubicBezTo>
                    <a:pt x="2184" y="1480"/>
                    <a:pt x="2190" y="1480"/>
                    <a:pt x="2195" y="1480"/>
                  </a:cubicBezTo>
                  <a:cubicBezTo>
                    <a:pt x="2213" y="1480"/>
                    <a:pt x="2251" y="1488"/>
                    <a:pt x="2258" y="1465"/>
                  </a:cubicBezTo>
                  <a:cubicBezTo>
                    <a:pt x="2259" y="1465"/>
                    <a:pt x="2259" y="1464"/>
                    <a:pt x="2259" y="1463"/>
                  </a:cubicBezTo>
                  <a:cubicBezTo>
                    <a:pt x="2259" y="1462"/>
                    <a:pt x="2258" y="1461"/>
                    <a:pt x="2258" y="1460"/>
                  </a:cubicBezTo>
                  <a:cubicBezTo>
                    <a:pt x="2257" y="1459"/>
                    <a:pt x="2256" y="1457"/>
                    <a:pt x="2255" y="1457"/>
                  </a:cubicBezTo>
                  <a:cubicBezTo>
                    <a:pt x="2254" y="1456"/>
                    <a:pt x="2253" y="1456"/>
                    <a:pt x="2252" y="1456"/>
                  </a:cubicBezTo>
                  <a:cubicBezTo>
                    <a:pt x="2251" y="1456"/>
                    <a:pt x="2250" y="1457"/>
                    <a:pt x="2249" y="1457"/>
                  </a:cubicBezTo>
                  <a:cubicBezTo>
                    <a:pt x="2242" y="1458"/>
                    <a:pt x="2235" y="1459"/>
                    <a:pt x="2228" y="1459"/>
                  </a:cubicBezTo>
                  <a:cubicBezTo>
                    <a:pt x="2220" y="1459"/>
                    <a:pt x="2213" y="1458"/>
                    <a:pt x="2206" y="1457"/>
                  </a:cubicBezTo>
                  <a:cubicBezTo>
                    <a:pt x="2192" y="1456"/>
                    <a:pt x="2182" y="1459"/>
                    <a:pt x="2172" y="1450"/>
                  </a:cubicBezTo>
                  <a:cubicBezTo>
                    <a:pt x="2169" y="1435"/>
                    <a:pt x="2167" y="1419"/>
                    <a:pt x="2167" y="1403"/>
                  </a:cubicBezTo>
                  <a:cubicBezTo>
                    <a:pt x="2183" y="1411"/>
                    <a:pt x="2200" y="1416"/>
                    <a:pt x="2218" y="1416"/>
                  </a:cubicBezTo>
                  <a:cubicBezTo>
                    <a:pt x="2228" y="1416"/>
                    <a:pt x="2239" y="1414"/>
                    <a:pt x="2249" y="1411"/>
                  </a:cubicBezTo>
                  <a:cubicBezTo>
                    <a:pt x="2254" y="1409"/>
                    <a:pt x="2257" y="1400"/>
                    <a:pt x="2251" y="1398"/>
                  </a:cubicBezTo>
                  <a:cubicBezTo>
                    <a:pt x="2235" y="1392"/>
                    <a:pt x="2218" y="1390"/>
                    <a:pt x="2201" y="1389"/>
                  </a:cubicBezTo>
                  <a:cubicBezTo>
                    <a:pt x="2192" y="1388"/>
                    <a:pt x="2176" y="1388"/>
                    <a:pt x="2170" y="1380"/>
                  </a:cubicBezTo>
                  <a:cubicBezTo>
                    <a:pt x="2169" y="1379"/>
                    <a:pt x="2169" y="1378"/>
                    <a:pt x="2168" y="1378"/>
                  </a:cubicBezTo>
                  <a:cubicBezTo>
                    <a:pt x="2168" y="1378"/>
                    <a:pt x="2167" y="1378"/>
                    <a:pt x="2167" y="1377"/>
                  </a:cubicBezTo>
                  <a:cubicBezTo>
                    <a:pt x="2166" y="1367"/>
                    <a:pt x="2165" y="1356"/>
                    <a:pt x="2163" y="1346"/>
                  </a:cubicBezTo>
                  <a:cubicBezTo>
                    <a:pt x="2174" y="1348"/>
                    <a:pt x="2185" y="1349"/>
                    <a:pt x="2196" y="1349"/>
                  </a:cubicBezTo>
                  <a:cubicBezTo>
                    <a:pt x="2209" y="1349"/>
                    <a:pt x="2222" y="1348"/>
                    <a:pt x="2235" y="1345"/>
                  </a:cubicBezTo>
                  <a:cubicBezTo>
                    <a:pt x="2236" y="1344"/>
                    <a:pt x="2236" y="1344"/>
                    <a:pt x="2237" y="1343"/>
                  </a:cubicBezTo>
                  <a:cubicBezTo>
                    <a:pt x="2238" y="1342"/>
                    <a:pt x="2238" y="1341"/>
                    <a:pt x="2238" y="1340"/>
                  </a:cubicBezTo>
                  <a:cubicBezTo>
                    <a:pt x="2238" y="1339"/>
                    <a:pt x="2238" y="1338"/>
                    <a:pt x="2237" y="1337"/>
                  </a:cubicBezTo>
                  <a:cubicBezTo>
                    <a:pt x="2236" y="1336"/>
                    <a:pt x="2236" y="1336"/>
                    <a:pt x="2235" y="1335"/>
                  </a:cubicBezTo>
                  <a:cubicBezTo>
                    <a:pt x="2225" y="1332"/>
                    <a:pt x="2214" y="1330"/>
                    <a:pt x="2204" y="1330"/>
                  </a:cubicBezTo>
                  <a:cubicBezTo>
                    <a:pt x="2200" y="1330"/>
                    <a:pt x="2197" y="1331"/>
                    <a:pt x="2193" y="1331"/>
                  </a:cubicBezTo>
                  <a:cubicBezTo>
                    <a:pt x="2188" y="1331"/>
                    <a:pt x="2164" y="1337"/>
                    <a:pt x="2163" y="1329"/>
                  </a:cubicBezTo>
                  <a:lnTo>
                    <a:pt x="2163" y="1328"/>
                  </a:lnTo>
                  <a:cubicBezTo>
                    <a:pt x="2162" y="1327"/>
                    <a:pt x="2162" y="1327"/>
                    <a:pt x="2161" y="1326"/>
                  </a:cubicBezTo>
                  <a:lnTo>
                    <a:pt x="2160" y="1326"/>
                  </a:lnTo>
                  <a:cubicBezTo>
                    <a:pt x="2158" y="1317"/>
                    <a:pt x="2157" y="1309"/>
                    <a:pt x="2157" y="1300"/>
                  </a:cubicBezTo>
                  <a:lnTo>
                    <a:pt x="2157" y="1296"/>
                  </a:lnTo>
                  <a:cubicBezTo>
                    <a:pt x="2163" y="1297"/>
                    <a:pt x="2169" y="1298"/>
                    <a:pt x="2175" y="1298"/>
                  </a:cubicBezTo>
                  <a:cubicBezTo>
                    <a:pt x="2178" y="1298"/>
                    <a:pt x="2181" y="1298"/>
                    <a:pt x="2185" y="1297"/>
                  </a:cubicBezTo>
                  <a:cubicBezTo>
                    <a:pt x="2187" y="1297"/>
                    <a:pt x="2189" y="1297"/>
                    <a:pt x="2191" y="1297"/>
                  </a:cubicBezTo>
                  <a:cubicBezTo>
                    <a:pt x="2202" y="1297"/>
                    <a:pt x="2213" y="1296"/>
                    <a:pt x="2224" y="1294"/>
                  </a:cubicBezTo>
                  <a:cubicBezTo>
                    <a:pt x="2227" y="1294"/>
                    <a:pt x="2227" y="1289"/>
                    <a:pt x="2224" y="1288"/>
                  </a:cubicBezTo>
                  <a:cubicBezTo>
                    <a:pt x="2211" y="1285"/>
                    <a:pt x="2199" y="1284"/>
                    <a:pt x="2186" y="1284"/>
                  </a:cubicBezTo>
                  <a:cubicBezTo>
                    <a:pt x="2183" y="1284"/>
                    <a:pt x="2181" y="1284"/>
                    <a:pt x="2178" y="1284"/>
                  </a:cubicBezTo>
                  <a:cubicBezTo>
                    <a:pt x="2170" y="1284"/>
                    <a:pt x="2162" y="1283"/>
                    <a:pt x="2154" y="1282"/>
                  </a:cubicBezTo>
                  <a:cubicBezTo>
                    <a:pt x="2154" y="1281"/>
                    <a:pt x="2153" y="1279"/>
                    <a:pt x="2152" y="1277"/>
                  </a:cubicBezTo>
                  <a:cubicBezTo>
                    <a:pt x="2151" y="1275"/>
                    <a:pt x="2149" y="1274"/>
                    <a:pt x="2148" y="1272"/>
                  </a:cubicBezTo>
                  <a:lnTo>
                    <a:pt x="2148" y="1271"/>
                  </a:lnTo>
                  <a:cubicBezTo>
                    <a:pt x="2143" y="1263"/>
                    <a:pt x="2139" y="1254"/>
                    <a:pt x="2136" y="1245"/>
                  </a:cubicBezTo>
                  <a:cubicBezTo>
                    <a:pt x="2144" y="1248"/>
                    <a:pt x="2152" y="1249"/>
                    <a:pt x="2161" y="1249"/>
                  </a:cubicBezTo>
                  <a:cubicBezTo>
                    <a:pt x="2166" y="1250"/>
                    <a:pt x="2172" y="1251"/>
                    <a:pt x="2177" y="1251"/>
                  </a:cubicBezTo>
                  <a:cubicBezTo>
                    <a:pt x="2192" y="1251"/>
                    <a:pt x="2207" y="1247"/>
                    <a:pt x="2221" y="1241"/>
                  </a:cubicBezTo>
                  <a:cubicBezTo>
                    <a:pt x="2222" y="1241"/>
                    <a:pt x="2221" y="1240"/>
                    <a:pt x="2222" y="1239"/>
                  </a:cubicBezTo>
                  <a:cubicBezTo>
                    <a:pt x="2223" y="1238"/>
                    <a:pt x="2223" y="1238"/>
                    <a:pt x="2223" y="1237"/>
                  </a:cubicBezTo>
                  <a:cubicBezTo>
                    <a:pt x="2223" y="1236"/>
                    <a:pt x="2223" y="1235"/>
                    <a:pt x="2222" y="1234"/>
                  </a:cubicBezTo>
                  <a:cubicBezTo>
                    <a:pt x="2222" y="1234"/>
                    <a:pt x="2222" y="1233"/>
                    <a:pt x="2221" y="1233"/>
                  </a:cubicBezTo>
                  <a:cubicBezTo>
                    <a:pt x="2212" y="1229"/>
                    <a:pt x="2201" y="1227"/>
                    <a:pt x="2191" y="1227"/>
                  </a:cubicBezTo>
                  <a:cubicBezTo>
                    <a:pt x="2186" y="1227"/>
                    <a:pt x="2181" y="1227"/>
                    <a:pt x="2176" y="1228"/>
                  </a:cubicBezTo>
                  <a:cubicBezTo>
                    <a:pt x="2168" y="1228"/>
                    <a:pt x="2143" y="1232"/>
                    <a:pt x="2137" y="1223"/>
                  </a:cubicBezTo>
                  <a:cubicBezTo>
                    <a:pt x="2136" y="1222"/>
                    <a:pt x="2135" y="1221"/>
                    <a:pt x="2134" y="1220"/>
                  </a:cubicBezTo>
                  <a:cubicBezTo>
                    <a:pt x="2132" y="1219"/>
                    <a:pt x="2130" y="1218"/>
                    <a:pt x="2129" y="1218"/>
                  </a:cubicBezTo>
                  <a:cubicBezTo>
                    <a:pt x="2128" y="1218"/>
                    <a:pt x="2127" y="1218"/>
                    <a:pt x="2127" y="1219"/>
                  </a:cubicBezTo>
                  <a:cubicBezTo>
                    <a:pt x="2125" y="1211"/>
                    <a:pt x="2123" y="1202"/>
                    <a:pt x="2122" y="1194"/>
                  </a:cubicBezTo>
                  <a:cubicBezTo>
                    <a:pt x="2122" y="1195"/>
                    <a:pt x="2122" y="1196"/>
                    <a:pt x="2123" y="1197"/>
                  </a:cubicBezTo>
                  <a:cubicBezTo>
                    <a:pt x="2124" y="1200"/>
                    <a:pt x="2128" y="1203"/>
                    <a:pt x="2131" y="1205"/>
                  </a:cubicBezTo>
                  <a:cubicBezTo>
                    <a:pt x="2134" y="1206"/>
                    <a:pt x="2136" y="1207"/>
                    <a:pt x="2140" y="1207"/>
                  </a:cubicBezTo>
                  <a:cubicBezTo>
                    <a:pt x="2143" y="1207"/>
                    <a:pt x="2147" y="1206"/>
                    <a:pt x="2150" y="1205"/>
                  </a:cubicBezTo>
                  <a:cubicBezTo>
                    <a:pt x="2152" y="1204"/>
                    <a:pt x="2153" y="1203"/>
                    <a:pt x="2154" y="1202"/>
                  </a:cubicBezTo>
                  <a:cubicBezTo>
                    <a:pt x="2158" y="1198"/>
                    <a:pt x="2161" y="1194"/>
                    <a:pt x="2163" y="1189"/>
                  </a:cubicBezTo>
                  <a:lnTo>
                    <a:pt x="2164" y="1189"/>
                  </a:lnTo>
                  <a:lnTo>
                    <a:pt x="2165" y="1189"/>
                  </a:lnTo>
                  <a:cubicBezTo>
                    <a:pt x="2168" y="1189"/>
                    <a:pt x="2171" y="1187"/>
                    <a:pt x="2173" y="1186"/>
                  </a:cubicBezTo>
                  <a:cubicBezTo>
                    <a:pt x="2174" y="1185"/>
                    <a:pt x="2176" y="1185"/>
                    <a:pt x="2177" y="1184"/>
                  </a:cubicBezTo>
                  <a:cubicBezTo>
                    <a:pt x="2178" y="1182"/>
                    <a:pt x="2179" y="1180"/>
                    <a:pt x="2180" y="1179"/>
                  </a:cubicBezTo>
                  <a:cubicBezTo>
                    <a:pt x="2182" y="1175"/>
                    <a:pt x="2184" y="1170"/>
                    <a:pt x="2184" y="1166"/>
                  </a:cubicBezTo>
                  <a:cubicBezTo>
                    <a:pt x="2189" y="1165"/>
                    <a:pt x="2194" y="1165"/>
                    <a:pt x="2199" y="1165"/>
                  </a:cubicBezTo>
                  <a:cubicBezTo>
                    <a:pt x="2208" y="1165"/>
                    <a:pt x="2218" y="1166"/>
                    <a:pt x="2227" y="1169"/>
                  </a:cubicBezTo>
                  <a:cubicBezTo>
                    <a:pt x="2248" y="1173"/>
                    <a:pt x="2288" y="1161"/>
                    <a:pt x="2312" y="1166"/>
                  </a:cubicBezTo>
                  <a:cubicBezTo>
                    <a:pt x="2308" y="1188"/>
                    <a:pt x="2294" y="1214"/>
                    <a:pt x="2312" y="1231"/>
                  </a:cubicBezTo>
                  <a:cubicBezTo>
                    <a:pt x="2321" y="1239"/>
                    <a:pt x="2350" y="1244"/>
                    <a:pt x="2325" y="1263"/>
                  </a:cubicBezTo>
                  <a:cubicBezTo>
                    <a:pt x="2321" y="1266"/>
                    <a:pt x="2317" y="1270"/>
                    <a:pt x="2314" y="1275"/>
                  </a:cubicBezTo>
                  <a:cubicBezTo>
                    <a:pt x="2311" y="1281"/>
                    <a:pt x="2309" y="1287"/>
                    <a:pt x="2309" y="1294"/>
                  </a:cubicBezTo>
                  <a:lnTo>
                    <a:pt x="2309" y="1295"/>
                  </a:lnTo>
                  <a:cubicBezTo>
                    <a:pt x="2309" y="1298"/>
                    <a:pt x="2310" y="1302"/>
                    <a:pt x="2312" y="1305"/>
                  </a:cubicBezTo>
                  <a:cubicBezTo>
                    <a:pt x="2313" y="1308"/>
                    <a:pt x="2316" y="1310"/>
                    <a:pt x="2319" y="1312"/>
                  </a:cubicBezTo>
                  <a:cubicBezTo>
                    <a:pt x="2334" y="1320"/>
                    <a:pt x="2346" y="1334"/>
                    <a:pt x="2331" y="1348"/>
                  </a:cubicBezTo>
                  <a:cubicBezTo>
                    <a:pt x="2330" y="1349"/>
                    <a:pt x="2329" y="1351"/>
                    <a:pt x="2328" y="1352"/>
                  </a:cubicBezTo>
                  <a:cubicBezTo>
                    <a:pt x="2326" y="1356"/>
                    <a:pt x="2325" y="1359"/>
                    <a:pt x="2325" y="1363"/>
                  </a:cubicBezTo>
                  <a:cubicBezTo>
                    <a:pt x="2325" y="1366"/>
                    <a:pt x="2326" y="1370"/>
                    <a:pt x="2328" y="1373"/>
                  </a:cubicBezTo>
                  <a:cubicBezTo>
                    <a:pt x="2330" y="1376"/>
                    <a:pt x="2332" y="1380"/>
                    <a:pt x="2335" y="1381"/>
                  </a:cubicBezTo>
                  <a:cubicBezTo>
                    <a:pt x="2337" y="1382"/>
                    <a:pt x="2338" y="1382"/>
                    <a:pt x="2339" y="1382"/>
                  </a:cubicBezTo>
                  <a:lnTo>
                    <a:pt x="2344" y="1384"/>
                  </a:lnTo>
                  <a:cubicBezTo>
                    <a:pt x="2344" y="1386"/>
                    <a:pt x="2344" y="1387"/>
                    <a:pt x="2344" y="1388"/>
                  </a:cubicBezTo>
                  <a:cubicBezTo>
                    <a:pt x="2344" y="1398"/>
                    <a:pt x="2342" y="1408"/>
                    <a:pt x="2337" y="1417"/>
                  </a:cubicBezTo>
                  <a:cubicBezTo>
                    <a:pt x="2335" y="1420"/>
                    <a:pt x="2334" y="1424"/>
                    <a:pt x="2334" y="1428"/>
                  </a:cubicBezTo>
                  <a:cubicBezTo>
                    <a:pt x="2334" y="1431"/>
                    <a:pt x="2335" y="1435"/>
                    <a:pt x="2337" y="1438"/>
                  </a:cubicBezTo>
                  <a:cubicBezTo>
                    <a:pt x="2338" y="1441"/>
                    <a:pt x="2340" y="1443"/>
                    <a:pt x="2343" y="1445"/>
                  </a:cubicBezTo>
                  <a:cubicBezTo>
                    <a:pt x="2359" y="1457"/>
                    <a:pt x="2368" y="1455"/>
                    <a:pt x="2362" y="1481"/>
                  </a:cubicBezTo>
                  <a:cubicBezTo>
                    <a:pt x="2359" y="1495"/>
                    <a:pt x="2340" y="1502"/>
                    <a:pt x="2336" y="1517"/>
                  </a:cubicBezTo>
                  <a:cubicBezTo>
                    <a:pt x="2335" y="1520"/>
                    <a:pt x="2334" y="1523"/>
                    <a:pt x="2334" y="1525"/>
                  </a:cubicBezTo>
                  <a:cubicBezTo>
                    <a:pt x="2334" y="1529"/>
                    <a:pt x="2335" y="1532"/>
                    <a:pt x="2337" y="1535"/>
                  </a:cubicBezTo>
                  <a:cubicBezTo>
                    <a:pt x="2339" y="1538"/>
                    <a:pt x="2341" y="1540"/>
                    <a:pt x="2344" y="1542"/>
                  </a:cubicBezTo>
                  <a:cubicBezTo>
                    <a:pt x="2347" y="1544"/>
                    <a:pt x="2349" y="1545"/>
                    <a:pt x="2352" y="1545"/>
                  </a:cubicBezTo>
                  <a:cubicBezTo>
                    <a:pt x="2393" y="1553"/>
                    <a:pt x="2362" y="1567"/>
                    <a:pt x="2363" y="1586"/>
                  </a:cubicBezTo>
                  <a:cubicBezTo>
                    <a:pt x="2363" y="1592"/>
                    <a:pt x="2363" y="1602"/>
                    <a:pt x="2369" y="1607"/>
                  </a:cubicBezTo>
                  <a:cubicBezTo>
                    <a:pt x="2389" y="1625"/>
                    <a:pt x="2380" y="1637"/>
                    <a:pt x="2369" y="1658"/>
                  </a:cubicBezTo>
                  <a:cubicBezTo>
                    <a:pt x="2354" y="1684"/>
                    <a:pt x="2393" y="1704"/>
                    <a:pt x="2415" y="1723"/>
                  </a:cubicBezTo>
                  <a:cubicBezTo>
                    <a:pt x="2417" y="1732"/>
                    <a:pt x="2421" y="1741"/>
                    <a:pt x="2425" y="1748"/>
                  </a:cubicBezTo>
                  <a:cubicBezTo>
                    <a:pt x="2444" y="1779"/>
                    <a:pt x="2482" y="1793"/>
                    <a:pt x="2514" y="1806"/>
                  </a:cubicBezTo>
                  <a:cubicBezTo>
                    <a:pt x="2549" y="1819"/>
                    <a:pt x="2586" y="1828"/>
                    <a:pt x="2624" y="1832"/>
                  </a:cubicBezTo>
                  <a:cubicBezTo>
                    <a:pt x="2627" y="1832"/>
                    <a:pt x="2631" y="1832"/>
                    <a:pt x="2634" y="1832"/>
                  </a:cubicBezTo>
                  <a:cubicBezTo>
                    <a:pt x="2647" y="1832"/>
                    <a:pt x="2660" y="1831"/>
                    <a:pt x="2673" y="1830"/>
                  </a:cubicBezTo>
                  <a:cubicBezTo>
                    <a:pt x="2675" y="1830"/>
                    <a:pt x="2676" y="1830"/>
                    <a:pt x="2678" y="1830"/>
                  </a:cubicBezTo>
                  <a:cubicBezTo>
                    <a:pt x="2686" y="1830"/>
                    <a:pt x="2693" y="1831"/>
                    <a:pt x="2700" y="1833"/>
                  </a:cubicBezTo>
                  <a:lnTo>
                    <a:pt x="2712" y="1835"/>
                  </a:lnTo>
                  <a:cubicBezTo>
                    <a:pt x="2719" y="1836"/>
                    <a:pt x="2719" y="1843"/>
                    <a:pt x="2712" y="1856"/>
                  </a:cubicBezTo>
                  <a:moveTo>
                    <a:pt x="2761" y="1855"/>
                  </a:moveTo>
                  <a:lnTo>
                    <a:pt x="2755" y="1853"/>
                  </a:lnTo>
                  <a:cubicBezTo>
                    <a:pt x="2756" y="1853"/>
                    <a:pt x="2756" y="1852"/>
                    <a:pt x="2756" y="1851"/>
                  </a:cubicBezTo>
                  <a:cubicBezTo>
                    <a:pt x="2756" y="1850"/>
                    <a:pt x="2756" y="1849"/>
                    <a:pt x="2755" y="1849"/>
                  </a:cubicBezTo>
                  <a:cubicBezTo>
                    <a:pt x="2755" y="1845"/>
                    <a:pt x="2754" y="1842"/>
                    <a:pt x="2752" y="1839"/>
                  </a:cubicBezTo>
                  <a:cubicBezTo>
                    <a:pt x="2749" y="1835"/>
                    <a:pt x="2745" y="1831"/>
                    <a:pt x="2741" y="1828"/>
                  </a:cubicBezTo>
                  <a:cubicBezTo>
                    <a:pt x="2740" y="1827"/>
                    <a:pt x="2738" y="1827"/>
                    <a:pt x="2737" y="1826"/>
                  </a:cubicBezTo>
                  <a:cubicBezTo>
                    <a:pt x="2739" y="1825"/>
                    <a:pt x="2742" y="1823"/>
                    <a:pt x="2744" y="1822"/>
                  </a:cubicBezTo>
                  <a:cubicBezTo>
                    <a:pt x="2757" y="1815"/>
                    <a:pt x="2770" y="1811"/>
                    <a:pt x="2785" y="1811"/>
                  </a:cubicBezTo>
                  <a:cubicBezTo>
                    <a:pt x="2795" y="1810"/>
                    <a:pt x="2805" y="1809"/>
                    <a:pt x="2816" y="1809"/>
                  </a:cubicBezTo>
                  <a:cubicBezTo>
                    <a:pt x="2826" y="1809"/>
                    <a:pt x="2836" y="1810"/>
                    <a:pt x="2846" y="1811"/>
                  </a:cubicBezTo>
                  <a:cubicBezTo>
                    <a:pt x="2843" y="1812"/>
                    <a:pt x="2841" y="1814"/>
                    <a:pt x="2838" y="1815"/>
                  </a:cubicBezTo>
                  <a:cubicBezTo>
                    <a:pt x="2813" y="1830"/>
                    <a:pt x="2788" y="1843"/>
                    <a:pt x="2761" y="18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2" name="Shape 4012"/>
        <p:cNvGrpSpPr/>
        <p:nvPr/>
      </p:nvGrpSpPr>
      <p:grpSpPr>
        <a:xfrm>
          <a:off x="0" y="0"/>
          <a:ext cx="0" cy="0"/>
          <a:chOff x="0" y="0"/>
          <a:chExt cx="0" cy="0"/>
        </a:xfrm>
      </p:grpSpPr>
      <p:sp>
        <p:nvSpPr>
          <p:cNvPr id="4013" name="Google Shape;4013;p38"/>
          <p:cNvSpPr txBox="1"/>
          <p:nvPr>
            <p:ph type="title"/>
          </p:nvPr>
        </p:nvSpPr>
        <p:spPr>
          <a:xfrm>
            <a:off x="2431000" y="1694325"/>
            <a:ext cx="4281900" cy="112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4014" name="Google Shape;4014;p38"/>
          <p:cNvSpPr txBox="1"/>
          <p:nvPr>
            <p:ph idx="1" type="subTitle"/>
          </p:nvPr>
        </p:nvSpPr>
        <p:spPr>
          <a:xfrm>
            <a:off x="2431000" y="2952100"/>
            <a:ext cx="42819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grpSp>
        <p:nvGrpSpPr>
          <p:cNvPr id="4015" name="Google Shape;4015;p38"/>
          <p:cNvGrpSpPr/>
          <p:nvPr/>
        </p:nvGrpSpPr>
        <p:grpSpPr>
          <a:xfrm>
            <a:off x="7278696" y="2014282"/>
            <a:ext cx="4682362" cy="4666694"/>
            <a:chOff x="6974410" y="857682"/>
            <a:chExt cx="4682362" cy="4666694"/>
          </a:xfrm>
        </p:grpSpPr>
        <p:sp>
          <p:nvSpPr>
            <p:cNvPr id="4016" name="Google Shape;4016;p38"/>
            <p:cNvSpPr/>
            <p:nvPr/>
          </p:nvSpPr>
          <p:spPr>
            <a:xfrm rot="-755217">
              <a:off x="7352664" y="1238533"/>
              <a:ext cx="3925854" cy="3904992"/>
            </a:xfrm>
            <a:custGeom>
              <a:rect b="b" l="l" r="r" t="t"/>
              <a:pathLst>
                <a:path extrusionOk="0" h="4727" w="4752">
                  <a:moveTo>
                    <a:pt x="926" y="106"/>
                  </a:moveTo>
                  <a:cubicBezTo>
                    <a:pt x="927" y="97"/>
                    <a:pt x="931" y="88"/>
                    <a:pt x="935" y="80"/>
                  </a:cubicBezTo>
                  <a:cubicBezTo>
                    <a:pt x="940" y="72"/>
                    <a:pt x="945" y="65"/>
                    <a:pt x="952" y="60"/>
                  </a:cubicBezTo>
                  <a:cubicBezTo>
                    <a:pt x="974" y="36"/>
                    <a:pt x="995" y="41"/>
                    <a:pt x="1003" y="74"/>
                  </a:cubicBezTo>
                  <a:cubicBezTo>
                    <a:pt x="1005" y="85"/>
                    <a:pt x="1007" y="97"/>
                    <a:pt x="1007" y="109"/>
                  </a:cubicBezTo>
                  <a:cubicBezTo>
                    <a:pt x="1007" y="114"/>
                    <a:pt x="1006" y="118"/>
                    <a:pt x="1006" y="123"/>
                  </a:cubicBezTo>
                  <a:cubicBezTo>
                    <a:pt x="1006" y="141"/>
                    <a:pt x="1003" y="160"/>
                    <a:pt x="1001" y="178"/>
                  </a:cubicBezTo>
                  <a:cubicBezTo>
                    <a:pt x="999" y="197"/>
                    <a:pt x="1008" y="204"/>
                    <a:pt x="1028" y="204"/>
                  </a:cubicBezTo>
                  <a:cubicBezTo>
                    <a:pt x="1052" y="203"/>
                    <a:pt x="1075" y="197"/>
                    <a:pt x="1096" y="186"/>
                  </a:cubicBezTo>
                  <a:cubicBezTo>
                    <a:pt x="1130" y="170"/>
                    <a:pt x="1142" y="177"/>
                    <a:pt x="1149" y="212"/>
                  </a:cubicBezTo>
                  <a:cubicBezTo>
                    <a:pt x="1151" y="225"/>
                    <a:pt x="1152" y="238"/>
                    <a:pt x="1152" y="250"/>
                  </a:cubicBezTo>
                  <a:cubicBezTo>
                    <a:pt x="1152" y="267"/>
                    <a:pt x="1151" y="283"/>
                    <a:pt x="1147" y="300"/>
                  </a:cubicBezTo>
                  <a:cubicBezTo>
                    <a:pt x="1143" y="323"/>
                    <a:pt x="1149" y="335"/>
                    <a:pt x="1174" y="336"/>
                  </a:cubicBezTo>
                  <a:cubicBezTo>
                    <a:pt x="1215" y="338"/>
                    <a:pt x="1257" y="347"/>
                    <a:pt x="1299" y="331"/>
                  </a:cubicBezTo>
                  <a:cubicBezTo>
                    <a:pt x="1328" y="320"/>
                    <a:pt x="1338" y="327"/>
                    <a:pt x="1347" y="358"/>
                  </a:cubicBezTo>
                  <a:cubicBezTo>
                    <a:pt x="1353" y="379"/>
                    <a:pt x="1357" y="401"/>
                    <a:pt x="1357" y="423"/>
                  </a:cubicBezTo>
                  <a:cubicBezTo>
                    <a:pt x="1356" y="436"/>
                    <a:pt x="1356" y="450"/>
                    <a:pt x="1356" y="463"/>
                  </a:cubicBezTo>
                  <a:cubicBezTo>
                    <a:pt x="1356" y="503"/>
                    <a:pt x="1359" y="542"/>
                    <a:pt x="1367" y="581"/>
                  </a:cubicBezTo>
                  <a:cubicBezTo>
                    <a:pt x="1377" y="622"/>
                    <a:pt x="1354" y="652"/>
                    <a:pt x="1319" y="672"/>
                  </a:cubicBezTo>
                  <a:cubicBezTo>
                    <a:pt x="1301" y="681"/>
                    <a:pt x="1282" y="689"/>
                    <a:pt x="1263" y="696"/>
                  </a:cubicBezTo>
                  <a:cubicBezTo>
                    <a:pt x="1406" y="770"/>
                    <a:pt x="1513" y="884"/>
                    <a:pt x="1643" y="966"/>
                  </a:cubicBezTo>
                  <a:cubicBezTo>
                    <a:pt x="1717" y="1018"/>
                    <a:pt x="1786" y="1076"/>
                    <a:pt x="1850" y="1139"/>
                  </a:cubicBezTo>
                  <a:cubicBezTo>
                    <a:pt x="1896" y="1181"/>
                    <a:pt x="1944" y="1220"/>
                    <a:pt x="1996" y="1255"/>
                  </a:cubicBezTo>
                  <a:cubicBezTo>
                    <a:pt x="2106" y="1328"/>
                    <a:pt x="2211" y="1409"/>
                    <a:pt x="2317" y="1487"/>
                  </a:cubicBezTo>
                  <a:cubicBezTo>
                    <a:pt x="2372" y="1528"/>
                    <a:pt x="2422" y="1574"/>
                    <a:pt x="2467" y="1625"/>
                  </a:cubicBezTo>
                  <a:cubicBezTo>
                    <a:pt x="2539" y="1704"/>
                    <a:pt x="2612" y="1781"/>
                    <a:pt x="2685" y="1859"/>
                  </a:cubicBezTo>
                  <a:cubicBezTo>
                    <a:pt x="2727" y="1904"/>
                    <a:pt x="2776" y="1943"/>
                    <a:pt x="2829" y="1974"/>
                  </a:cubicBezTo>
                  <a:cubicBezTo>
                    <a:pt x="2838" y="1979"/>
                    <a:pt x="2846" y="1983"/>
                    <a:pt x="2855" y="1988"/>
                  </a:cubicBezTo>
                  <a:cubicBezTo>
                    <a:pt x="2869" y="1995"/>
                    <a:pt x="2883" y="2003"/>
                    <a:pt x="2897" y="2011"/>
                  </a:cubicBezTo>
                  <a:cubicBezTo>
                    <a:pt x="2921" y="2025"/>
                    <a:pt x="2945" y="2040"/>
                    <a:pt x="2968" y="2055"/>
                  </a:cubicBezTo>
                  <a:cubicBezTo>
                    <a:pt x="2974" y="2060"/>
                    <a:pt x="2978" y="2063"/>
                    <a:pt x="2985" y="2067"/>
                  </a:cubicBezTo>
                  <a:cubicBezTo>
                    <a:pt x="3010" y="2081"/>
                    <a:pt x="3039" y="2089"/>
                    <a:pt x="3068" y="2089"/>
                  </a:cubicBezTo>
                  <a:cubicBezTo>
                    <a:pt x="3086" y="2089"/>
                    <a:pt x="3104" y="2086"/>
                    <a:pt x="3121" y="2080"/>
                  </a:cubicBezTo>
                  <a:cubicBezTo>
                    <a:pt x="3172" y="2069"/>
                    <a:pt x="3222" y="2061"/>
                    <a:pt x="3274" y="2058"/>
                  </a:cubicBezTo>
                  <a:cubicBezTo>
                    <a:pt x="3395" y="2040"/>
                    <a:pt x="3516" y="2016"/>
                    <a:pt x="3639" y="2009"/>
                  </a:cubicBezTo>
                  <a:cubicBezTo>
                    <a:pt x="3669" y="2007"/>
                    <a:pt x="3700" y="2006"/>
                    <a:pt x="3730" y="2006"/>
                  </a:cubicBezTo>
                  <a:cubicBezTo>
                    <a:pt x="3889" y="2006"/>
                    <a:pt x="4047" y="2030"/>
                    <a:pt x="4198" y="2077"/>
                  </a:cubicBezTo>
                  <a:cubicBezTo>
                    <a:pt x="4314" y="2112"/>
                    <a:pt x="4429" y="2151"/>
                    <a:pt x="4542" y="2189"/>
                  </a:cubicBezTo>
                  <a:cubicBezTo>
                    <a:pt x="4547" y="2190"/>
                    <a:pt x="4551" y="2191"/>
                    <a:pt x="4555" y="2193"/>
                  </a:cubicBezTo>
                  <a:cubicBezTo>
                    <a:pt x="4562" y="2197"/>
                    <a:pt x="4566" y="2202"/>
                    <a:pt x="4570" y="2208"/>
                  </a:cubicBezTo>
                  <a:cubicBezTo>
                    <a:pt x="4571" y="2211"/>
                    <a:pt x="4573" y="2214"/>
                    <a:pt x="4574" y="2218"/>
                  </a:cubicBezTo>
                  <a:cubicBezTo>
                    <a:pt x="4488" y="2228"/>
                    <a:pt x="4406" y="2218"/>
                    <a:pt x="4323" y="2214"/>
                  </a:cubicBezTo>
                  <a:cubicBezTo>
                    <a:pt x="4326" y="2217"/>
                    <a:pt x="4329" y="2222"/>
                    <a:pt x="4331" y="2223"/>
                  </a:cubicBezTo>
                  <a:cubicBezTo>
                    <a:pt x="4401" y="2241"/>
                    <a:pt x="4452" y="2293"/>
                    <a:pt x="4516" y="2320"/>
                  </a:cubicBezTo>
                  <a:cubicBezTo>
                    <a:pt x="4580" y="2347"/>
                    <a:pt x="4641" y="2383"/>
                    <a:pt x="4702" y="2416"/>
                  </a:cubicBezTo>
                  <a:cubicBezTo>
                    <a:pt x="4705" y="2418"/>
                    <a:pt x="4708" y="2419"/>
                    <a:pt x="4711" y="2421"/>
                  </a:cubicBezTo>
                  <a:cubicBezTo>
                    <a:pt x="4717" y="2425"/>
                    <a:pt x="4724" y="2429"/>
                    <a:pt x="4730" y="2433"/>
                  </a:cubicBezTo>
                  <a:cubicBezTo>
                    <a:pt x="4732" y="2435"/>
                    <a:pt x="4733" y="2437"/>
                    <a:pt x="4735" y="2439"/>
                  </a:cubicBezTo>
                  <a:cubicBezTo>
                    <a:pt x="4736" y="2441"/>
                    <a:pt x="4737" y="2444"/>
                    <a:pt x="4737" y="2447"/>
                  </a:cubicBezTo>
                  <a:cubicBezTo>
                    <a:pt x="4737" y="2449"/>
                    <a:pt x="4737" y="2451"/>
                    <a:pt x="4736" y="2452"/>
                  </a:cubicBezTo>
                  <a:cubicBezTo>
                    <a:pt x="4734" y="2462"/>
                    <a:pt x="4726" y="2462"/>
                    <a:pt x="4719" y="2462"/>
                  </a:cubicBezTo>
                  <a:cubicBezTo>
                    <a:pt x="4682" y="2462"/>
                    <a:pt x="4646" y="2456"/>
                    <a:pt x="4610" y="2446"/>
                  </a:cubicBezTo>
                  <a:cubicBezTo>
                    <a:pt x="4597" y="2442"/>
                    <a:pt x="4584" y="2439"/>
                    <a:pt x="4570" y="2439"/>
                  </a:cubicBezTo>
                  <a:cubicBezTo>
                    <a:pt x="4564" y="2439"/>
                    <a:pt x="4558" y="2440"/>
                    <a:pt x="4552" y="2441"/>
                  </a:cubicBezTo>
                  <a:cubicBezTo>
                    <a:pt x="4588" y="2472"/>
                    <a:pt x="4622" y="2499"/>
                    <a:pt x="4654" y="2529"/>
                  </a:cubicBezTo>
                  <a:cubicBezTo>
                    <a:pt x="4685" y="2558"/>
                    <a:pt x="4725" y="2572"/>
                    <a:pt x="4751" y="2613"/>
                  </a:cubicBezTo>
                  <a:cubicBezTo>
                    <a:pt x="4696" y="2612"/>
                    <a:pt x="4652" y="2582"/>
                    <a:pt x="4596" y="2581"/>
                  </a:cubicBezTo>
                  <a:cubicBezTo>
                    <a:pt x="4638" y="2638"/>
                    <a:pt x="4698" y="2673"/>
                    <a:pt x="4732" y="2731"/>
                  </a:cubicBezTo>
                  <a:cubicBezTo>
                    <a:pt x="4668" y="2728"/>
                    <a:pt x="4624" y="2685"/>
                    <a:pt x="4560" y="2652"/>
                  </a:cubicBezTo>
                  <a:cubicBezTo>
                    <a:pt x="4587" y="2699"/>
                    <a:pt x="4609" y="2734"/>
                    <a:pt x="4629" y="2770"/>
                  </a:cubicBezTo>
                  <a:cubicBezTo>
                    <a:pt x="4657" y="2820"/>
                    <a:pt x="4685" y="2870"/>
                    <a:pt x="4711" y="2920"/>
                  </a:cubicBezTo>
                  <a:cubicBezTo>
                    <a:pt x="4717" y="2932"/>
                    <a:pt x="4733" y="2946"/>
                    <a:pt x="4716" y="2959"/>
                  </a:cubicBezTo>
                  <a:cubicBezTo>
                    <a:pt x="4698" y="2971"/>
                    <a:pt x="4689" y="2953"/>
                    <a:pt x="4678" y="2945"/>
                  </a:cubicBezTo>
                  <a:cubicBezTo>
                    <a:pt x="4642" y="2916"/>
                    <a:pt x="4610" y="2883"/>
                    <a:pt x="4581" y="2848"/>
                  </a:cubicBezTo>
                  <a:cubicBezTo>
                    <a:pt x="4574" y="2836"/>
                    <a:pt x="4564" y="2826"/>
                    <a:pt x="4552" y="2819"/>
                  </a:cubicBezTo>
                  <a:cubicBezTo>
                    <a:pt x="4551" y="2819"/>
                    <a:pt x="4551" y="2818"/>
                    <a:pt x="4550" y="2818"/>
                  </a:cubicBezTo>
                  <a:cubicBezTo>
                    <a:pt x="4574" y="2910"/>
                    <a:pt x="4624" y="2989"/>
                    <a:pt x="4651" y="3082"/>
                  </a:cubicBezTo>
                  <a:cubicBezTo>
                    <a:pt x="4603" y="3072"/>
                    <a:pt x="4588" y="3035"/>
                    <a:pt x="4563" y="3011"/>
                  </a:cubicBezTo>
                  <a:cubicBezTo>
                    <a:pt x="4538" y="2987"/>
                    <a:pt x="4514" y="2958"/>
                    <a:pt x="4489" y="2929"/>
                  </a:cubicBezTo>
                  <a:cubicBezTo>
                    <a:pt x="4477" y="2944"/>
                    <a:pt x="4486" y="2956"/>
                    <a:pt x="4489" y="2966"/>
                  </a:cubicBezTo>
                  <a:cubicBezTo>
                    <a:pt x="4527" y="3094"/>
                    <a:pt x="4557" y="3224"/>
                    <a:pt x="4578" y="3356"/>
                  </a:cubicBezTo>
                  <a:cubicBezTo>
                    <a:pt x="4581" y="3371"/>
                    <a:pt x="4590" y="3393"/>
                    <a:pt x="4569" y="3400"/>
                  </a:cubicBezTo>
                  <a:cubicBezTo>
                    <a:pt x="4548" y="3406"/>
                    <a:pt x="4543" y="3384"/>
                    <a:pt x="4534" y="3371"/>
                  </a:cubicBezTo>
                  <a:cubicBezTo>
                    <a:pt x="4501" y="3309"/>
                    <a:pt x="4472" y="3246"/>
                    <a:pt x="4448" y="3180"/>
                  </a:cubicBezTo>
                  <a:cubicBezTo>
                    <a:pt x="4444" y="3166"/>
                    <a:pt x="4439" y="3152"/>
                    <a:pt x="4432" y="3140"/>
                  </a:cubicBezTo>
                  <a:cubicBezTo>
                    <a:pt x="4427" y="3132"/>
                    <a:pt x="4423" y="3126"/>
                    <a:pt x="4417" y="3119"/>
                  </a:cubicBezTo>
                  <a:cubicBezTo>
                    <a:pt x="4424" y="3209"/>
                    <a:pt x="4457" y="3291"/>
                    <a:pt x="4464" y="3385"/>
                  </a:cubicBezTo>
                  <a:cubicBezTo>
                    <a:pt x="4417" y="3362"/>
                    <a:pt x="4417" y="3315"/>
                    <a:pt x="4382" y="3285"/>
                  </a:cubicBezTo>
                  <a:cubicBezTo>
                    <a:pt x="4393" y="3338"/>
                    <a:pt x="4404" y="3385"/>
                    <a:pt x="4412" y="3431"/>
                  </a:cubicBezTo>
                  <a:cubicBezTo>
                    <a:pt x="4416" y="3457"/>
                    <a:pt x="4418" y="3482"/>
                    <a:pt x="4419" y="3508"/>
                  </a:cubicBezTo>
                  <a:cubicBezTo>
                    <a:pt x="4419" y="3520"/>
                    <a:pt x="4423" y="3536"/>
                    <a:pt x="4408" y="3541"/>
                  </a:cubicBezTo>
                  <a:cubicBezTo>
                    <a:pt x="4392" y="3546"/>
                    <a:pt x="4386" y="3531"/>
                    <a:pt x="4381" y="3520"/>
                  </a:cubicBezTo>
                  <a:cubicBezTo>
                    <a:pt x="4371" y="3499"/>
                    <a:pt x="4361" y="3477"/>
                    <a:pt x="4351" y="3455"/>
                  </a:cubicBezTo>
                  <a:cubicBezTo>
                    <a:pt x="4346" y="3444"/>
                    <a:pt x="4346" y="3431"/>
                    <a:pt x="4331" y="3422"/>
                  </a:cubicBezTo>
                  <a:cubicBezTo>
                    <a:pt x="4324" y="3469"/>
                    <a:pt x="4341" y="3513"/>
                    <a:pt x="4339" y="3558"/>
                  </a:cubicBezTo>
                  <a:cubicBezTo>
                    <a:pt x="4336" y="3603"/>
                    <a:pt x="4363" y="3647"/>
                    <a:pt x="4330" y="3699"/>
                  </a:cubicBezTo>
                  <a:cubicBezTo>
                    <a:pt x="4265" y="3579"/>
                    <a:pt x="4256" y="3452"/>
                    <a:pt x="4222" y="3332"/>
                  </a:cubicBezTo>
                  <a:cubicBezTo>
                    <a:pt x="4233" y="3478"/>
                    <a:pt x="4198" y="3618"/>
                    <a:pt x="4176" y="3768"/>
                  </a:cubicBezTo>
                  <a:cubicBezTo>
                    <a:pt x="4129" y="3727"/>
                    <a:pt x="4123" y="3673"/>
                    <a:pt x="4094" y="3618"/>
                  </a:cubicBezTo>
                  <a:cubicBezTo>
                    <a:pt x="4084" y="3729"/>
                    <a:pt x="4094" y="3830"/>
                    <a:pt x="4061" y="3925"/>
                  </a:cubicBezTo>
                  <a:cubicBezTo>
                    <a:pt x="4023" y="3802"/>
                    <a:pt x="4001" y="3674"/>
                    <a:pt x="3996" y="3545"/>
                  </a:cubicBezTo>
                  <a:cubicBezTo>
                    <a:pt x="3976" y="3545"/>
                    <a:pt x="3976" y="3561"/>
                    <a:pt x="3971" y="3571"/>
                  </a:cubicBezTo>
                  <a:cubicBezTo>
                    <a:pt x="3955" y="3602"/>
                    <a:pt x="3939" y="3633"/>
                    <a:pt x="3925" y="3665"/>
                  </a:cubicBezTo>
                  <a:cubicBezTo>
                    <a:pt x="3917" y="3683"/>
                    <a:pt x="3908" y="3701"/>
                    <a:pt x="3899" y="3718"/>
                  </a:cubicBezTo>
                  <a:cubicBezTo>
                    <a:pt x="3866" y="3774"/>
                    <a:pt x="3824" y="3824"/>
                    <a:pt x="3774" y="3865"/>
                  </a:cubicBezTo>
                  <a:cubicBezTo>
                    <a:pt x="3725" y="3907"/>
                    <a:pt x="3683" y="3956"/>
                    <a:pt x="3651" y="4013"/>
                  </a:cubicBezTo>
                  <a:cubicBezTo>
                    <a:pt x="3645" y="4022"/>
                    <a:pt x="3641" y="4032"/>
                    <a:pt x="3636" y="4042"/>
                  </a:cubicBezTo>
                  <a:cubicBezTo>
                    <a:pt x="3639" y="4060"/>
                    <a:pt x="3658" y="4058"/>
                    <a:pt x="3669" y="4068"/>
                  </a:cubicBezTo>
                  <a:cubicBezTo>
                    <a:pt x="3692" y="4091"/>
                    <a:pt x="3695" y="4114"/>
                    <a:pt x="3667" y="4131"/>
                  </a:cubicBezTo>
                  <a:cubicBezTo>
                    <a:pt x="3648" y="4144"/>
                    <a:pt x="3658" y="4149"/>
                    <a:pt x="3660" y="4164"/>
                  </a:cubicBezTo>
                  <a:cubicBezTo>
                    <a:pt x="3670" y="4233"/>
                    <a:pt x="3723" y="4280"/>
                    <a:pt x="3743" y="4343"/>
                  </a:cubicBezTo>
                  <a:cubicBezTo>
                    <a:pt x="3744" y="4346"/>
                    <a:pt x="3744" y="4349"/>
                    <a:pt x="3746" y="4352"/>
                  </a:cubicBezTo>
                  <a:cubicBezTo>
                    <a:pt x="3748" y="4356"/>
                    <a:pt x="3752" y="4359"/>
                    <a:pt x="3757" y="4362"/>
                  </a:cubicBezTo>
                  <a:cubicBezTo>
                    <a:pt x="3761" y="4364"/>
                    <a:pt x="3767" y="4366"/>
                    <a:pt x="3772" y="4366"/>
                  </a:cubicBezTo>
                  <a:cubicBezTo>
                    <a:pt x="3773" y="4366"/>
                    <a:pt x="3774" y="4366"/>
                    <a:pt x="3775" y="4366"/>
                  </a:cubicBezTo>
                  <a:lnTo>
                    <a:pt x="3776" y="4366"/>
                  </a:lnTo>
                  <a:cubicBezTo>
                    <a:pt x="3785" y="4366"/>
                    <a:pt x="3794" y="4368"/>
                    <a:pt x="3802" y="4373"/>
                  </a:cubicBezTo>
                  <a:cubicBezTo>
                    <a:pt x="3809" y="4377"/>
                    <a:pt x="3815" y="4384"/>
                    <a:pt x="3820" y="4392"/>
                  </a:cubicBezTo>
                  <a:cubicBezTo>
                    <a:pt x="3822" y="4397"/>
                    <a:pt x="3825" y="4402"/>
                    <a:pt x="3826" y="4408"/>
                  </a:cubicBezTo>
                  <a:cubicBezTo>
                    <a:pt x="3832" y="4432"/>
                    <a:pt x="3835" y="4457"/>
                    <a:pt x="3835" y="4481"/>
                  </a:cubicBezTo>
                  <a:cubicBezTo>
                    <a:pt x="3835" y="4499"/>
                    <a:pt x="3833" y="4516"/>
                    <a:pt x="3830" y="4534"/>
                  </a:cubicBezTo>
                  <a:cubicBezTo>
                    <a:pt x="3830" y="4536"/>
                    <a:pt x="3828" y="4539"/>
                    <a:pt x="3828" y="4541"/>
                  </a:cubicBezTo>
                  <a:cubicBezTo>
                    <a:pt x="3826" y="4544"/>
                    <a:pt x="3824" y="4546"/>
                    <a:pt x="3822" y="4548"/>
                  </a:cubicBezTo>
                  <a:cubicBezTo>
                    <a:pt x="3820" y="4549"/>
                    <a:pt x="3819" y="4549"/>
                    <a:pt x="3817" y="4549"/>
                  </a:cubicBezTo>
                  <a:cubicBezTo>
                    <a:pt x="3809" y="4551"/>
                    <a:pt x="3807" y="4543"/>
                    <a:pt x="3802" y="4538"/>
                  </a:cubicBezTo>
                  <a:cubicBezTo>
                    <a:pt x="3773" y="4511"/>
                    <a:pt x="3761" y="4473"/>
                    <a:pt x="3735" y="4443"/>
                  </a:cubicBezTo>
                  <a:cubicBezTo>
                    <a:pt x="3683" y="4380"/>
                    <a:pt x="3608" y="4344"/>
                    <a:pt x="3540" y="4302"/>
                  </a:cubicBezTo>
                  <a:cubicBezTo>
                    <a:pt x="3524" y="4295"/>
                    <a:pt x="3506" y="4291"/>
                    <a:pt x="3488" y="4291"/>
                  </a:cubicBezTo>
                  <a:cubicBezTo>
                    <a:pt x="3466" y="4291"/>
                    <a:pt x="3443" y="4296"/>
                    <a:pt x="3424" y="4308"/>
                  </a:cubicBezTo>
                  <a:cubicBezTo>
                    <a:pt x="3412" y="4314"/>
                    <a:pt x="3403" y="4323"/>
                    <a:pt x="3394" y="4332"/>
                  </a:cubicBezTo>
                  <a:cubicBezTo>
                    <a:pt x="3329" y="4417"/>
                    <a:pt x="3271" y="4506"/>
                    <a:pt x="3276" y="4620"/>
                  </a:cubicBezTo>
                  <a:cubicBezTo>
                    <a:pt x="3278" y="4657"/>
                    <a:pt x="3249" y="4683"/>
                    <a:pt x="3243" y="4726"/>
                  </a:cubicBezTo>
                  <a:cubicBezTo>
                    <a:pt x="3235" y="4715"/>
                    <a:pt x="3227" y="4702"/>
                    <a:pt x="3220" y="4690"/>
                  </a:cubicBezTo>
                  <a:cubicBezTo>
                    <a:pt x="3198" y="4652"/>
                    <a:pt x="3182" y="4611"/>
                    <a:pt x="3174" y="4567"/>
                  </a:cubicBezTo>
                  <a:cubicBezTo>
                    <a:pt x="3173" y="4564"/>
                    <a:pt x="3173" y="4560"/>
                    <a:pt x="3173" y="4556"/>
                  </a:cubicBezTo>
                  <a:cubicBezTo>
                    <a:pt x="3173" y="4548"/>
                    <a:pt x="3175" y="4540"/>
                    <a:pt x="3179" y="4533"/>
                  </a:cubicBezTo>
                  <a:cubicBezTo>
                    <a:pt x="3180" y="4530"/>
                    <a:pt x="3182" y="4528"/>
                    <a:pt x="3184" y="4526"/>
                  </a:cubicBezTo>
                  <a:cubicBezTo>
                    <a:pt x="3215" y="4495"/>
                    <a:pt x="3208" y="4458"/>
                    <a:pt x="3203" y="4422"/>
                  </a:cubicBezTo>
                  <a:cubicBezTo>
                    <a:pt x="3201" y="4407"/>
                    <a:pt x="3200" y="4392"/>
                    <a:pt x="3200" y="4376"/>
                  </a:cubicBezTo>
                  <a:cubicBezTo>
                    <a:pt x="3200" y="4368"/>
                    <a:pt x="3201" y="4360"/>
                    <a:pt x="3201" y="4351"/>
                  </a:cubicBezTo>
                  <a:cubicBezTo>
                    <a:pt x="3195" y="4349"/>
                    <a:pt x="3188" y="4347"/>
                    <a:pt x="3181" y="4347"/>
                  </a:cubicBezTo>
                  <a:cubicBezTo>
                    <a:pt x="3172" y="4347"/>
                    <a:pt x="3163" y="4350"/>
                    <a:pt x="3155" y="4355"/>
                  </a:cubicBezTo>
                  <a:cubicBezTo>
                    <a:pt x="3150" y="4358"/>
                    <a:pt x="3145" y="4361"/>
                    <a:pt x="3141" y="4366"/>
                  </a:cubicBezTo>
                  <a:cubicBezTo>
                    <a:pt x="3095" y="4405"/>
                    <a:pt x="3054" y="4449"/>
                    <a:pt x="3018" y="4498"/>
                  </a:cubicBezTo>
                  <a:cubicBezTo>
                    <a:pt x="2994" y="4532"/>
                    <a:pt x="2981" y="4574"/>
                    <a:pt x="2949" y="4604"/>
                  </a:cubicBezTo>
                  <a:cubicBezTo>
                    <a:pt x="2947" y="4607"/>
                    <a:pt x="2944" y="4610"/>
                    <a:pt x="2942" y="4614"/>
                  </a:cubicBezTo>
                  <a:cubicBezTo>
                    <a:pt x="2937" y="4623"/>
                    <a:pt x="2934" y="4633"/>
                    <a:pt x="2934" y="4644"/>
                  </a:cubicBezTo>
                  <a:cubicBezTo>
                    <a:pt x="2934" y="4647"/>
                    <a:pt x="2935" y="4650"/>
                    <a:pt x="2935" y="4653"/>
                  </a:cubicBezTo>
                  <a:cubicBezTo>
                    <a:pt x="2915" y="4650"/>
                    <a:pt x="2909" y="4641"/>
                    <a:pt x="2909" y="4627"/>
                  </a:cubicBezTo>
                  <a:cubicBezTo>
                    <a:pt x="2909" y="4579"/>
                    <a:pt x="2906" y="4531"/>
                    <a:pt x="2935" y="4489"/>
                  </a:cubicBezTo>
                  <a:cubicBezTo>
                    <a:pt x="2936" y="4487"/>
                    <a:pt x="2937" y="4486"/>
                    <a:pt x="2938" y="4484"/>
                  </a:cubicBezTo>
                  <a:cubicBezTo>
                    <a:pt x="2945" y="4473"/>
                    <a:pt x="2949" y="4461"/>
                    <a:pt x="2953" y="4449"/>
                  </a:cubicBezTo>
                  <a:cubicBezTo>
                    <a:pt x="2959" y="4424"/>
                    <a:pt x="2969" y="4399"/>
                    <a:pt x="2982" y="4377"/>
                  </a:cubicBezTo>
                  <a:cubicBezTo>
                    <a:pt x="3000" y="4345"/>
                    <a:pt x="3024" y="4317"/>
                    <a:pt x="3053" y="4295"/>
                  </a:cubicBezTo>
                  <a:cubicBezTo>
                    <a:pt x="3061" y="4289"/>
                    <a:pt x="3071" y="4284"/>
                    <a:pt x="3070" y="4274"/>
                  </a:cubicBezTo>
                  <a:cubicBezTo>
                    <a:pt x="3066" y="4193"/>
                    <a:pt x="3119" y="4135"/>
                    <a:pt x="3152" y="4069"/>
                  </a:cubicBezTo>
                  <a:cubicBezTo>
                    <a:pt x="3158" y="4056"/>
                    <a:pt x="3170" y="4046"/>
                    <a:pt x="3170" y="4029"/>
                  </a:cubicBezTo>
                  <a:cubicBezTo>
                    <a:pt x="3137" y="4006"/>
                    <a:pt x="3105" y="4000"/>
                    <a:pt x="3073" y="4032"/>
                  </a:cubicBezTo>
                  <a:cubicBezTo>
                    <a:pt x="3022" y="4084"/>
                    <a:pt x="2955" y="4103"/>
                    <a:pt x="2888" y="4124"/>
                  </a:cubicBezTo>
                  <a:cubicBezTo>
                    <a:pt x="2859" y="4132"/>
                    <a:pt x="2825" y="4126"/>
                    <a:pt x="2803" y="4155"/>
                  </a:cubicBezTo>
                  <a:cubicBezTo>
                    <a:pt x="2798" y="4161"/>
                    <a:pt x="2792" y="4156"/>
                    <a:pt x="2787" y="4149"/>
                  </a:cubicBezTo>
                  <a:cubicBezTo>
                    <a:pt x="2772" y="4132"/>
                    <a:pt x="2754" y="4140"/>
                    <a:pt x="2737" y="4147"/>
                  </a:cubicBezTo>
                  <a:cubicBezTo>
                    <a:pt x="2735" y="4147"/>
                    <a:pt x="2734" y="4148"/>
                    <a:pt x="2733" y="4149"/>
                  </a:cubicBezTo>
                  <a:cubicBezTo>
                    <a:pt x="2730" y="4150"/>
                    <a:pt x="2727" y="4153"/>
                    <a:pt x="2726" y="4156"/>
                  </a:cubicBezTo>
                  <a:cubicBezTo>
                    <a:pt x="2724" y="4159"/>
                    <a:pt x="2723" y="4162"/>
                    <a:pt x="2723" y="4165"/>
                  </a:cubicBezTo>
                  <a:cubicBezTo>
                    <a:pt x="2723" y="4168"/>
                    <a:pt x="2724" y="4171"/>
                    <a:pt x="2725" y="4173"/>
                  </a:cubicBezTo>
                  <a:cubicBezTo>
                    <a:pt x="2729" y="4189"/>
                    <a:pt x="2733" y="4205"/>
                    <a:pt x="2736" y="4221"/>
                  </a:cubicBezTo>
                  <a:cubicBezTo>
                    <a:pt x="2746" y="4272"/>
                    <a:pt x="2724" y="4305"/>
                    <a:pt x="2671" y="4322"/>
                  </a:cubicBezTo>
                  <a:cubicBezTo>
                    <a:pt x="2659" y="4309"/>
                    <a:pt x="2669" y="4295"/>
                    <a:pt x="2669" y="4280"/>
                  </a:cubicBezTo>
                  <a:cubicBezTo>
                    <a:pt x="2669" y="4261"/>
                    <a:pt x="2664" y="4243"/>
                    <a:pt x="2642" y="4237"/>
                  </a:cubicBezTo>
                  <a:cubicBezTo>
                    <a:pt x="2637" y="4235"/>
                    <a:pt x="2633" y="4234"/>
                    <a:pt x="2628" y="4234"/>
                  </a:cubicBezTo>
                  <a:cubicBezTo>
                    <a:pt x="2621" y="4234"/>
                    <a:pt x="2614" y="4236"/>
                    <a:pt x="2608" y="4239"/>
                  </a:cubicBezTo>
                  <a:cubicBezTo>
                    <a:pt x="2602" y="4242"/>
                    <a:pt x="2598" y="4247"/>
                    <a:pt x="2594" y="4253"/>
                  </a:cubicBezTo>
                  <a:cubicBezTo>
                    <a:pt x="2576" y="4280"/>
                    <a:pt x="2556" y="4306"/>
                    <a:pt x="2538" y="4335"/>
                  </a:cubicBezTo>
                  <a:cubicBezTo>
                    <a:pt x="2501" y="4389"/>
                    <a:pt x="2462" y="4443"/>
                    <a:pt x="2421" y="4493"/>
                  </a:cubicBezTo>
                  <a:cubicBezTo>
                    <a:pt x="2387" y="4536"/>
                    <a:pt x="2359" y="4581"/>
                    <a:pt x="2378" y="4639"/>
                  </a:cubicBezTo>
                  <a:cubicBezTo>
                    <a:pt x="2379" y="4645"/>
                    <a:pt x="2380" y="4650"/>
                    <a:pt x="2380" y="4656"/>
                  </a:cubicBezTo>
                  <a:cubicBezTo>
                    <a:pt x="2380" y="4661"/>
                    <a:pt x="2379" y="4667"/>
                    <a:pt x="2378" y="4672"/>
                  </a:cubicBezTo>
                  <a:cubicBezTo>
                    <a:pt x="2376" y="4686"/>
                    <a:pt x="2377" y="4705"/>
                    <a:pt x="2359" y="4708"/>
                  </a:cubicBezTo>
                  <a:cubicBezTo>
                    <a:pt x="2340" y="4711"/>
                    <a:pt x="2333" y="4697"/>
                    <a:pt x="2325" y="4685"/>
                  </a:cubicBezTo>
                  <a:cubicBezTo>
                    <a:pt x="2323" y="4683"/>
                    <a:pt x="2322" y="4680"/>
                    <a:pt x="2321" y="4678"/>
                  </a:cubicBezTo>
                  <a:cubicBezTo>
                    <a:pt x="2303" y="4648"/>
                    <a:pt x="2294" y="4615"/>
                    <a:pt x="2294" y="4580"/>
                  </a:cubicBezTo>
                  <a:cubicBezTo>
                    <a:pt x="2294" y="4562"/>
                    <a:pt x="2297" y="4544"/>
                    <a:pt x="2302" y="4526"/>
                  </a:cubicBezTo>
                  <a:cubicBezTo>
                    <a:pt x="2305" y="4517"/>
                    <a:pt x="2314" y="4509"/>
                    <a:pt x="2313" y="4501"/>
                  </a:cubicBezTo>
                  <a:cubicBezTo>
                    <a:pt x="2305" y="4438"/>
                    <a:pt x="2331" y="4383"/>
                    <a:pt x="2355" y="4323"/>
                  </a:cubicBezTo>
                  <a:cubicBezTo>
                    <a:pt x="2327" y="4337"/>
                    <a:pt x="2298" y="4350"/>
                    <a:pt x="2270" y="4364"/>
                  </a:cubicBezTo>
                  <a:cubicBezTo>
                    <a:pt x="2212" y="4397"/>
                    <a:pt x="2150" y="4421"/>
                    <a:pt x="2085" y="4435"/>
                  </a:cubicBezTo>
                  <a:cubicBezTo>
                    <a:pt x="2068" y="4438"/>
                    <a:pt x="2052" y="4444"/>
                    <a:pt x="2038" y="4453"/>
                  </a:cubicBezTo>
                  <a:cubicBezTo>
                    <a:pt x="2015" y="4466"/>
                    <a:pt x="1996" y="4485"/>
                    <a:pt x="1983" y="4508"/>
                  </a:cubicBezTo>
                  <a:cubicBezTo>
                    <a:pt x="1980" y="4513"/>
                    <a:pt x="1977" y="4519"/>
                    <a:pt x="1974" y="4524"/>
                  </a:cubicBezTo>
                  <a:cubicBezTo>
                    <a:pt x="1951" y="4575"/>
                    <a:pt x="1916" y="4621"/>
                    <a:pt x="1888" y="4674"/>
                  </a:cubicBezTo>
                  <a:cubicBezTo>
                    <a:pt x="1877" y="4643"/>
                    <a:pt x="1862" y="4612"/>
                    <a:pt x="1855" y="4580"/>
                  </a:cubicBezTo>
                  <a:cubicBezTo>
                    <a:pt x="1851" y="4569"/>
                    <a:pt x="1849" y="4558"/>
                    <a:pt x="1849" y="4546"/>
                  </a:cubicBezTo>
                  <a:cubicBezTo>
                    <a:pt x="1849" y="4529"/>
                    <a:pt x="1853" y="4512"/>
                    <a:pt x="1862" y="4497"/>
                  </a:cubicBezTo>
                  <a:cubicBezTo>
                    <a:pt x="1868" y="4486"/>
                    <a:pt x="1876" y="4477"/>
                    <a:pt x="1885" y="4469"/>
                  </a:cubicBezTo>
                  <a:cubicBezTo>
                    <a:pt x="1932" y="4435"/>
                    <a:pt x="1950" y="4382"/>
                    <a:pt x="1991" y="4338"/>
                  </a:cubicBezTo>
                  <a:cubicBezTo>
                    <a:pt x="1910" y="4340"/>
                    <a:pt x="1859" y="4383"/>
                    <a:pt x="1825" y="4449"/>
                  </a:cubicBezTo>
                  <a:cubicBezTo>
                    <a:pt x="1823" y="4446"/>
                    <a:pt x="1821" y="4442"/>
                    <a:pt x="1819" y="4439"/>
                  </a:cubicBezTo>
                  <a:cubicBezTo>
                    <a:pt x="1811" y="4425"/>
                    <a:pt x="1807" y="4410"/>
                    <a:pt x="1806" y="4394"/>
                  </a:cubicBezTo>
                  <a:cubicBezTo>
                    <a:pt x="1805" y="4387"/>
                    <a:pt x="1804" y="4381"/>
                    <a:pt x="1804" y="4374"/>
                  </a:cubicBezTo>
                  <a:cubicBezTo>
                    <a:pt x="1804" y="4359"/>
                    <a:pt x="1808" y="4344"/>
                    <a:pt x="1816" y="4331"/>
                  </a:cubicBezTo>
                  <a:cubicBezTo>
                    <a:pt x="1823" y="4318"/>
                    <a:pt x="1834" y="4306"/>
                    <a:pt x="1847" y="4299"/>
                  </a:cubicBezTo>
                  <a:cubicBezTo>
                    <a:pt x="1858" y="4292"/>
                    <a:pt x="1871" y="4289"/>
                    <a:pt x="1884" y="4288"/>
                  </a:cubicBezTo>
                  <a:cubicBezTo>
                    <a:pt x="1897" y="4288"/>
                    <a:pt x="1909" y="4284"/>
                    <a:pt x="1920" y="4278"/>
                  </a:cubicBezTo>
                  <a:cubicBezTo>
                    <a:pt x="1927" y="4273"/>
                    <a:pt x="1934" y="4268"/>
                    <a:pt x="1939" y="4262"/>
                  </a:cubicBezTo>
                  <a:cubicBezTo>
                    <a:pt x="1951" y="4251"/>
                    <a:pt x="1964" y="4241"/>
                    <a:pt x="1978" y="4233"/>
                  </a:cubicBezTo>
                  <a:cubicBezTo>
                    <a:pt x="2010" y="4214"/>
                    <a:pt x="2047" y="4204"/>
                    <a:pt x="2084" y="4204"/>
                  </a:cubicBezTo>
                  <a:cubicBezTo>
                    <a:pt x="2127" y="4201"/>
                    <a:pt x="2164" y="4197"/>
                    <a:pt x="2189" y="4152"/>
                  </a:cubicBezTo>
                  <a:cubicBezTo>
                    <a:pt x="2214" y="4106"/>
                    <a:pt x="2259" y="4083"/>
                    <a:pt x="2303" y="4059"/>
                  </a:cubicBezTo>
                  <a:cubicBezTo>
                    <a:pt x="2316" y="4051"/>
                    <a:pt x="2334" y="4049"/>
                    <a:pt x="2343" y="4032"/>
                  </a:cubicBezTo>
                  <a:cubicBezTo>
                    <a:pt x="2341" y="4030"/>
                    <a:pt x="2340" y="4027"/>
                    <a:pt x="2340" y="4027"/>
                  </a:cubicBezTo>
                  <a:cubicBezTo>
                    <a:pt x="2228" y="4038"/>
                    <a:pt x="2122" y="4003"/>
                    <a:pt x="2013" y="3989"/>
                  </a:cubicBezTo>
                  <a:cubicBezTo>
                    <a:pt x="1965" y="3983"/>
                    <a:pt x="1918" y="3982"/>
                    <a:pt x="1870" y="3980"/>
                  </a:cubicBezTo>
                  <a:cubicBezTo>
                    <a:pt x="1835" y="3978"/>
                    <a:pt x="1801" y="3980"/>
                    <a:pt x="1778" y="3945"/>
                  </a:cubicBezTo>
                  <a:cubicBezTo>
                    <a:pt x="1771" y="3935"/>
                    <a:pt x="1751" y="3932"/>
                    <a:pt x="1738" y="3927"/>
                  </a:cubicBezTo>
                  <a:cubicBezTo>
                    <a:pt x="1650" y="3896"/>
                    <a:pt x="1562" y="3865"/>
                    <a:pt x="1474" y="3836"/>
                  </a:cubicBezTo>
                  <a:cubicBezTo>
                    <a:pt x="1452" y="3829"/>
                    <a:pt x="1430" y="3820"/>
                    <a:pt x="1410" y="3808"/>
                  </a:cubicBezTo>
                  <a:cubicBezTo>
                    <a:pt x="1375" y="3788"/>
                    <a:pt x="1344" y="3760"/>
                    <a:pt x="1319" y="3727"/>
                  </a:cubicBezTo>
                  <a:cubicBezTo>
                    <a:pt x="1232" y="3611"/>
                    <a:pt x="1152" y="3490"/>
                    <a:pt x="1079" y="3364"/>
                  </a:cubicBezTo>
                  <a:cubicBezTo>
                    <a:pt x="1032" y="3283"/>
                    <a:pt x="989" y="3201"/>
                    <a:pt x="949" y="3117"/>
                  </a:cubicBezTo>
                  <a:cubicBezTo>
                    <a:pt x="903" y="3020"/>
                    <a:pt x="876" y="2916"/>
                    <a:pt x="868" y="2810"/>
                  </a:cubicBezTo>
                  <a:cubicBezTo>
                    <a:pt x="858" y="2672"/>
                    <a:pt x="824" y="2538"/>
                    <a:pt x="802" y="2402"/>
                  </a:cubicBezTo>
                  <a:cubicBezTo>
                    <a:pt x="795" y="2359"/>
                    <a:pt x="788" y="2315"/>
                    <a:pt x="783" y="2272"/>
                  </a:cubicBezTo>
                  <a:cubicBezTo>
                    <a:pt x="773" y="2192"/>
                    <a:pt x="751" y="2114"/>
                    <a:pt x="717" y="2040"/>
                  </a:cubicBezTo>
                  <a:cubicBezTo>
                    <a:pt x="675" y="1946"/>
                    <a:pt x="653" y="1844"/>
                    <a:pt x="653" y="1742"/>
                  </a:cubicBezTo>
                  <a:cubicBezTo>
                    <a:pt x="653" y="1716"/>
                    <a:pt x="654" y="1690"/>
                    <a:pt x="657" y="1664"/>
                  </a:cubicBezTo>
                  <a:cubicBezTo>
                    <a:pt x="662" y="1567"/>
                    <a:pt x="674" y="1471"/>
                    <a:pt x="692" y="1375"/>
                  </a:cubicBezTo>
                  <a:cubicBezTo>
                    <a:pt x="696" y="1359"/>
                    <a:pt x="698" y="1342"/>
                    <a:pt x="698" y="1326"/>
                  </a:cubicBezTo>
                  <a:cubicBezTo>
                    <a:pt x="698" y="1310"/>
                    <a:pt x="696" y="1294"/>
                    <a:pt x="692" y="1278"/>
                  </a:cubicBezTo>
                  <a:cubicBezTo>
                    <a:pt x="655" y="1302"/>
                    <a:pt x="622" y="1331"/>
                    <a:pt x="593" y="1364"/>
                  </a:cubicBezTo>
                  <a:cubicBezTo>
                    <a:pt x="586" y="1372"/>
                    <a:pt x="578" y="1380"/>
                    <a:pt x="568" y="1386"/>
                  </a:cubicBezTo>
                  <a:cubicBezTo>
                    <a:pt x="554" y="1393"/>
                    <a:pt x="539" y="1398"/>
                    <a:pt x="523" y="1398"/>
                  </a:cubicBezTo>
                  <a:cubicBezTo>
                    <a:pt x="514" y="1398"/>
                    <a:pt x="504" y="1396"/>
                    <a:pt x="496" y="1393"/>
                  </a:cubicBezTo>
                  <a:cubicBezTo>
                    <a:pt x="451" y="1381"/>
                    <a:pt x="408" y="1367"/>
                    <a:pt x="363" y="1352"/>
                  </a:cubicBezTo>
                  <a:cubicBezTo>
                    <a:pt x="351" y="1348"/>
                    <a:pt x="339" y="1343"/>
                    <a:pt x="327" y="1336"/>
                  </a:cubicBezTo>
                  <a:cubicBezTo>
                    <a:pt x="295" y="1318"/>
                    <a:pt x="268" y="1290"/>
                    <a:pt x="249" y="1257"/>
                  </a:cubicBezTo>
                  <a:cubicBezTo>
                    <a:pt x="248" y="1255"/>
                    <a:pt x="246" y="1253"/>
                    <a:pt x="245" y="1250"/>
                  </a:cubicBezTo>
                  <a:cubicBezTo>
                    <a:pt x="244" y="1248"/>
                    <a:pt x="243" y="1246"/>
                    <a:pt x="241" y="1244"/>
                  </a:cubicBezTo>
                  <a:cubicBezTo>
                    <a:pt x="219" y="1205"/>
                    <a:pt x="207" y="1162"/>
                    <a:pt x="207" y="1117"/>
                  </a:cubicBezTo>
                  <a:cubicBezTo>
                    <a:pt x="207" y="1073"/>
                    <a:pt x="219" y="1029"/>
                    <a:pt x="241" y="990"/>
                  </a:cubicBezTo>
                  <a:cubicBezTo>
                    <a:pt x="249" y="977"/>
                    <a:pt x="257" y="965"/>
                    <a:pt x="267" y="953"/>
                  </a:cubicBezTo>
                  <a:cubicBezTo>
                    <a:pt x="284" y="932"/>
                    <a:pt x="303" y="912"/>
                    <a:pt x="325" y="887"/>
                  </a:cubicBezTo>
                  <a:cubicBezTo>
                    <a:pt x="237" y="858"/>
                    <a:pt x="155" y="828"/>
                    <a:pt x="70" y="808"/>
                  </a:cubicBezTo>
                  <a:cubicBezTo>
                    <a:pt x="54" y="804"/>
                    <a:pt x="38" y="801"/>
                    <a:pt x="21" y="798"/>
                  </a:cubicBezTo>
                  <a:cubicBezTo>
                    <a:pt x="12" y="797"/>
                    <a:pt x="2" y="794"/>
                    <a:pt x="0" y="784"/>
                  </a:cubicBezTo>
                  <a:lnTo>
                    <a:pt x="0" y="775"/>
                  </a:lnTo>
                  <a:cubicBezTo>
                    <a:pt x="0" y="774"/>
                    <a:pt x="1" y="773"/>
                    <a:pt x="2" y="771"/>
                  </a:cubicBezTo>
                  <a:cubicBezTo>
                    <a:pt x="4" y="768"/>
                    <a:pt x="6" y="765"/>
                    <a:pt x="9" y="763"/>
                  </a:cubicBezTo>
                  <a:cubicBezTo>
                    <a:pt x="10" y="763"/>
                    <a:pt x="11" y="762"/>
                    <a:pt x="12" y="762"/>
                  </a:cubicBezTo>
                  <a:cubicBezTo>
                    <a:pt x="57" y="735"/>
                    <a:pt x="100" y="709"/>
                    <a:pt x="146" y="686"/>
                  </a:cubicBezTo>
                  <a:cubicBezTo>
                    <a:pt x="183" y="668"/>
                    <a:pt x="225" y="682"/>
                    <a:pt x="269" y="672"/>
                  </a:cubicBezTo>
                  <a:cubicBezTo>
                    <a:pt x="221" y="590"/>
                    <a:pt x="225" y="502"/>
                    <a:pt x="244" y="413"/>
                  </a:cubicBezTo>
                  <a:cubicBezTo>
                    <a:pt x="250" y="384"/>
                    <a:pt x="249" y="348"/>
                    <a:pt x="291" y="342"/>
                  </a:cubicBezTo>
                  <a:cubicBezTo>
                    <a:pt x="301" y="340"/>
                    <a:pt x="301" y="327"/>
                    <a:pt x="304" y="319"/>
                  </a:cubicBezTo>
                  <a:cubicBezTo>
                    <a:pt x="311" y="303"/>
                    <a:pt x="316" y="288"/>
                    <a:pt x="322" y="273"/>
                  </a:cubicBezTo>
                  <a:cubicBezTo>
                    <a:pt x="340" y="234"/>
                    <a:pt x="342" y="234"/>
                    <a:pt x="386" y="258"/>
                  </a:cubicBezTo>
                  <a:cubicBezTo>
                    <a:pt x="394" y="242"/>
                    <a:pt x="402" y="226"/>
                    <a:pt x="411" y="211"/>
                  </a:cubicBezTo>
                  <a:cubicBezTo>
                    <a:pt x="432" y="174"/>
                    <a:pt x="456" y="139"/>
                    <a:pt x="481" y="105"/>
                  </a:cubicBezTo>
                  <a:cubicBezTo>
                    <a:pt x="499" y="82"/>
                    <a:pt x="518" y="60"/>
                    <a:pt x="539" y="39"/>
                  </a:cubicBezTo>
                  <a:cubicBezTo>
                    <a:pt x="565" y="13"/>
                    <a:pt x="584" y="20"/>
                    <a:pt x="592" y="56"/>
                  </a:cubicBezTo>
                  <a:cubicBezTo>
                    <a:pt x="595" y="73"/>
                    <a:pt x="597" y="89"/>
                    <a:pt x="598" y="105"/>
                  </a:cubicBezTo>
                  <a:cubicBezTo>
                    <a:pt x="598" y="140"/>
                    <a:pt x="607" y="175"/>
                    <a:pt x="622" y="206"/>
                  </a:cubicBezTo>
                  <a:cubicBezTo>
                    <a:pt x="644" y="204"/>
                    <a:pt x="646" y="185"/>
                    <a:pt x="654" y="172"/>
                  </a:cubicBezTo>
                  <a:cubicBezTo>
                    <a:pt x="655" y="171"/>
                    <a:pt x="655" y="170"/>
                    <a:pt x="656" y="169"/>
                  </a:cubicBezTo>
                  <a:cubicBezTo>
                    <a:pt x="679" y="128"/>
                    <a:pt x="708" y="91"/>
                    <a:pt x="741" y="57"/>
                  </a:cubicBezTo>
                  <a:cubicBezTo>
                    <a:pt x="754" y="45"/>
                    <a:pt x="768" y="34"/>
                    <a:pt x="783" y="25"/>
                  </a:cubicBezTo>
                  <a:cubicBezTo>
                    <a:pt x="792" y="20"/>
                    <a:pt x="800" y="16"/>
                    <a:pt x="810" y="12"/>
                  </a:cubicBezTo>
                  <a:cubicBezTo>
                    <a:pt x="821" y="8"/>
                    <a:pt x="834" y="0"/>
                    <a:pt x="846" y="9"/>
                  </a:cubicBezTo>
                  <a:cubicBezTo>
                    <a:pt x="857" y="18"/>
                    <a:pt x="853" y="33"/>
                    <a:pt x="849" y="45"/>
                  </a:cubicBezTo>
                  <a:cubicBezTo>
                    <a:pt x="838" y="79"/>
                    <a:pt x="832" y="114"/>
                    <a:pt x="832" y="150"/>
                  </a:cubicBezTo>
                  <a:cubicBezTo>
                    <a:pt x="832" y="154"/>
                    <a:pt x="832" y="159"/>
                    <a:pt x="833" y="163"/>
                  </a:cubicBezTo>
                  <a:cubicBezTo>
                    <a:pt x="834" y="169"/>
                    <a:pt x="836" y="175"/>
                    <a:pt x="838" y="180"/>
                  </a:cubicBezTo>
                  <a:cubicBezTo>
                    <a:pt x="880" y="166"/>
                    <a:pt x="896" y="124"/>
                    <a:pt x="930" y="104"/>
                  </a:cubicBezTo>
                  <a:cubicBezTo>
                    <a:pt x="927" y="112"/>
                    <a:pt x="923" y="120"/>
                    <a:pt x="918" y="128"/>
                  </a:cubicBezTo>
                  <a:cubicBezTo>
                    <a:pt x="906" y="150"/>
                    <a:pt x="888" y="169"/>
                    <a:pt x="868" y="183"/>
                  </a:cubicBezTo>
                  <a:cubicBezTo>
                    <a:pt x="851" y="198"/>
                    <a:pt x="833" y="209"/>
                    <a:pt x="848" y="236"/>
                  </a:cubicBezTo>
                  <a:cubicBezTo>
                    <a:pt x="851" y="241"/>
                    <a:pt x="841" y="247"/>
                    <a:pt x="833" y="245"/>
                  </a:cubicBezTo>
                  <a:cubicBezTo>
                    <a:pt x="827" y="240"/>
                    <a:pt x="829" y="221"/>
                    <a:pt x="812" y="234"/>
                  </a:cubicBezTo>
                  <a:cubicBezTo>
                    <a:pt x="805" y="240"/>
                    <a:pt x="798" y="251"/>
                    <a:pt x="786" y="247"/>
                  </a:cubicBezTo>
                  <a:cubicBezTo>
                    <a:pt x="789" y="229"/>
                    <a:pt x="810" y="225"/>
                    <a:pt x="818" y="209"/>
                  </a:cubicBezTo>
                  <a:cubicBezTo>
                    <a:pt x="778" y="180"/>
                    <a:pt x="797" y="142"/>
                    <a:pt x="803" y="105"/>
                  </a:cubicBezTo>
                  <a:cubicBezTo>
                    <a:pt x="806" y="84"/>
                    <a:pt x="822" y="64"/>
                    <a:pt x="814" y="36"/>
                  </a:cubicBezTo>
                  <a:cubicBezTo>
                    <a:pt x="812" y="38"/>
                    <a:pt x="809" y="39"/>
                    <a:pt x="807" y="40"/>
                  </a:cubicBezTo>
                  <a:cubicBezTo>
                    <a:pt x="766" y="64"/>
                    <a:pt x="732" y="97"/>
                    <a:pt x="709" y="138"/>
                  </a:cubicBezTo>
                  <a:cubicBezTo>
                    <a:pt x="703" y="149"/>
                    <a:pt x="697" y="161"/>
                    <a:pt x="692" y="173"/>
                  </a:cubicBezTo>
                  <a:cubicBezTo>
                    <a:pt x="708" y="162"/>
                    <a:pt x="722" y="150"/>
                    <a:pt x="736" y="137"/>
                  </a:cubicBezTo>
                  <a:cubicBezTo>
                    <a:pt x="737" y="136"/>
                    <a:pt x="738" y="135"/>
                    <a:pt x="740" y="134"/>
                  </a:cubicBezTo>
                  <a:cubicBezTo>
                    <a:pt x="742" y="133"/>
                    <a:pt x="744" y="132"/>
                    <a:pt x="746" y="132"/>
                  </a:cubicBezTo>
                  <a:cubicBezTo>
                    <a:pt x="748" y="132"/>
                    <a:pt x="750" y="133"/>
                    <a:pt x="752" y="134"/>
                  </a:cubicBezTo>
                  <a:cubicBezTo>
                    <a:pt x="753" y="135"/>
                    <a:pt x="754" y="136"/>
                    <a:pt x="755" y="137"/>
                  </a:cubicBezTo>
                  <a:cubicBezTo>
                    <a:pt x="761" y="144"/>
                    <a:pt x="755" y="150"/>
                    <a:pt x="750" y="155"/>
                  </a:cubicBezTo>
                  <a:cubicBezTo>
                    <a:pt x="692" y="210"/>
                    <a:pt x="633" y="264"/>
                    <a:pt x="599" y="339"/>
                  </a:cubicBezTo>
                  <a:cubicBezTo>
                    <a:pt x="598" y="342"/>
                    <a:pt x="595" y="345"/>
                    <a:pt x="593" y="348"/>
                  </a:cubicBezTo>
                  <a:cubicBezTo>
                    <a:pt x="593" y="326"/>
                    <a:pt x="611" y="307"/>
                    <a:pt x="608" y="282"/>
                  </a:cubicBezTo>
                  <a:cubicBezTo>
                    <a:pt x="597" y="285"/>
                    <a:pt x="586" y="289"/>
                    <a:pt x="576" y="295"/>
                  </a:cubicBezTo>
                  <a:cubicBezTo>
                    <a:pt x="559" y="305"/>
                    <a:pt x="544" y="318"/>
                    <a:pt x="534" y="335"/>
                  </a:cubicBezTo>
                  <a:cubicBezTo>
                    <a:pt x="524" y="326"/>
                    <a:pt x="510" y="315"/>
                    <a:pt x="504" y="335"/>
                  </a:cubicBezTo>
                  <a:cubicBezTo>
                    <a:pt x="487" y="376"/>
                    <a:pt x="477" y="419"/>
                    <a:pt x="472" y="463"/>
                  </a:cubicBezTo>
                  <a:cubicBezTo>
                    <a:pt x="480" y="451"/>
                    <a:pt x="484" y="437"/>
                    <a:pt x="491" y="424"/>
                  </a:cubicBezTo>
                  <a:cubicBezTo>
                    <a:pt x="498" y="411"/>
                    <a:pt x="497" y="395"/>
                    <a:pt x="513" y="389"/>
                  </a:cubicBezTo>
                  <a:cubicBezTo>
                    <a:pt x="516" y="411"/>
                    <a:pt x="502" y="430"/>
                    <a:pt x="497" y="451"/>
                  </a:cubicBezTo>
                  <a:cubicBezTo>
                    <a:pt x="494" y="464"/>
                    <a:pt x="479" y="482"/>
                    <a:pt x="497" y="489"/>
                  </a:cubicBezTo>
                  <a:cubicBezTo>
                    <a:pt x="514" y="497"/>
                    <a:pt x="524" y="475"/>
                    <a:pt x="530" y="462"/>
                  </a:cubicBezTo>
                  <a:cubicBezTo>
                    <a:pt x="536" y="453"/>
                    <a:pt x="539" y="442"/>
                    <a:pt x="544" y="433"/>
                  </a:cubicBezTo>
                  <a:cubicBezTo>
                    <a:pt x="551" y="416"/>
                    <a:pt x="558" y="400"/>
                    <a:pt x="567" y="385"/>
                  </a:cubicBezTo>
                  <a:cubicBezTo>
                    <a:pt x="576" y="371"/>
                    <a:pt x="585" y="357"/>
                    <a:pt x="595" y="344"/>
                  </a:cubicBezTo>
                  <a:lnTo>
                    <a:pt x="579" y="405"/>
                  </a:lnTo>
                  <a:cubicBezTo>
                    <a:pt x="618" y="369"/>
                    <a:pt x="634" y="317"/>
                    <a:pt x="672" y="280"/>
                  </a:cubicBezTo>
                  <a:cubicBezTo>
                    <a:pt x="651" y="336"/>
                    <a:pt x="613" y="386"/>
                    <a:pt x="592" y="446"/>
                  </a:cubicBezTo>
                  <a:cubicBezTo>
                    <a:pt x="626" y="440"/>
                    <a:pt x="637" y="418"/>
                    <a:pt x="652" y="400"/>
                  </a:cubicBezTo>
                  <a:cubicBezTo>
                    <a:pt x="695" y="347"/>
                    <a:pt x="730" y="285"/>
                    <a:pt x="787" y="244"/>
                  </a:cubicBezTo>
                  <a:cubicBezTo>
                    <a:pt x="776" y="284"/>
                    <a:pt x="739" y="306"/>
                    <a:pt x="719" y="340"/>
                  </a:cubicBezTo>
                  <a:cubicBezTo>
                    <a:pt x="704" y="358"/>
                    <a:pt x="691" y="377"/>
                    <a:pt x="679" y="398"/>
                  </a:cubicBezTo>
                  <a:cubicBezTo>
                    <a:pt x="676" y="402"/>
                    <a:pt x="673" y="407"/>
                    <a:pt x="671" y="412"/>
                  </a:cubicBezTo>
                  <a:cubicBezTo>
                    <a:pt x="702" y="408"/>
                    <a:pt x="707" y="386"/>
                    <a:pt x="720" y="372"/>
                  </a:cubicBezTo>
                  <a:cubicBezTo>
                    <a:pt x="758" y="329"/>
                    <a:pt x="783" y="275"/>
                    <a:pt x="834" y="243"/>
                  </a:cubicBezTo>
                  <a:cubicBezTo>
                    <a:pt x="815" y="285"/>
                    <a:pt x="779" y="314"/>
                    <a:pt x="755" y="352"/>
                  </a:cubicBezTo>
                  <a:cubicBezTo>
                    <a:pt x="746" y="366"/>
                    <a:pt x="731" y="378"/>
                    <a:pt x="730" y="396"/>
                  </a:cubicBezTo>
                  <a:cubicBezTo>
                    <a:pt x="767" y="402"/>
                    <a:pt x="770" y="359"/>
                    <a:pt x="798" y="356"/>
                  </a:cubicBezTo>
                  <a:cubicBezTo>
                    <a:pt x="802" y="377"/>
                    <a:pt x="773" y="384"/>
                    <a:pt x="775" y="406"/>
                  </a:cubicBezTo>
                  <a:cubicBezTo>
                    <a:pt x="791" y="409"/>
                    <a:pt x="794" y="384"/>
                    <a:pt x="810" y="389"/>
                  </a:cubicBezTo>
                  <a:cubicBezTo>
                    <a:pt x="807" y="409"/>
                    <a:pt x="810" y="420"/>
                    <a:pt x="831" y="404"/>
                  </a:cubicBezTo>
                  <a:cubicBezTo>
                    <a:pt x="834" y="402"/>
                    <a:pt x="838" y="401"/>
                    <a:pt x="841" y="401"/>
                  </a:cubicBezTo>
                  <a:cubicBezTo>
                    <a:pt x="851" y="403"/>
                    <a:pt x="860" y="407"/>
                    <a:pt x="869" y="397"/>
                  </a:cubicBezTo>
                  <a:cubicBezTo>
                    <a:pt x="890" y="376"/>
                    <a:pt x="913" y="356"/>
                    <a:pt x="935" y="336"/>
                  </a:cubicBezTo>
                  <a:cubicBezTo>
                    <a:pt x="945" y="339"/>
                    <a:pt x="951" y="319"/>
                    <a:pt x="965" y="332"/>
                  </a:cubicBezTo>
                  <a:lnTo>
                    <a:pt x="876" y="413"/>
                  </a:lnTo>
                  <a:cubicBezTo>
                    <a:pt x="872" y="416"/>
                    <a:pt x="868" y="419"/>
                    <a:pt x="864" y="422"/>
                  </a:cubicBezTo>
                  <a:cubicBezTo>
                    <a:pt x="855" y="427"/>
                    <a:pt x="845" y="431"/>
                    <a:pt x="835" y="434"/>
                  </a:cubicBezTo>
                  <a:cubicBezTo>
                    <a:pt x="790" y="452"/>
                    <a:pt x="739" y="446"/>
                    <a:pt x="696" y="471"/>
                  </a:cubicBezTo>
                  <a:cubicBezTo>
                    <a:pt x="675" y="484"/>
                    <a:pt x="682" y="457"/>
                    <a:pt x="673" y="452"/>
                  </a:cubicBezTo>
                  <a:cubicBezTo>
                    <a:pt x="697" y="462"/>
                    <a:pt x="707" y="445"/>
                    <a:pt x="726" y="426"/>
                  </a:cubicBezTo>
                  <a:cubicBezTo>
                    <a:pt x="715" y="427"/>
                    <a:pt x="704" y="431"/>
                    <a:pt x="695" y="436"/>
                  </a:cubicBezTo>
                  <a:cubicBezTo>
                    <a:pt x="688" y="440"/>
                    <a:pt x="681" y="446"/>
                    <a:pt x="675" y="452"/>
                  </a:cubicBezTo>
                  <a:lnTo>
                    <a:pt x="608" y="507"/>
                  </a:lnTo>
                  <a:cubicBezTo>
                    <a:pt x="595" y="488"/>
                    <a:pt x="623" y="483"/>
                    <a:pt x="615" y="462"/>
                  </a:cubicBezTo>
                  <a:cubicBezTo>
                    <a:pt x="545" y="496"/>
                    <a:pt x="503" y="557"/>
                    <a:pt x="458" y="616"/>
                  </a:cubicBezTo>
                  <a:cubicBezTo>
                    <a:pt x="460" y="582"/>
                    <a:pt x="489" y="559"/>
                    <a:pt x="496" y="516"/>
                  </a:cubicBezTo>
                  <a:cubicBezTo>
                    <a:pt x="420" y="607"/>
                    <a:pt x="398" y="682"/>
                    <a:pt x="419" y="763"/>
                  </a:cubicBezTo>
                  <a:cubicBezTo>
                    <a:pt x="433" y="758"/>
                    <a:pt x="435" y="744"/>
                    <a:pt x="442" y="734"/>
                  </a:cubicBezTo>
                  <a:cubicBezTo>
                    <a:pt x="454" y="716"/>
                    <a:pt x="469" y="700"/>
                    <a:pt x="487" y="686"/>
                  </a:cubicBezTo>
                  <a:cubicBezTo>
                    <a:pt x="559" y="624"/>
                    <a:pt x="720" y="653"/>
                    <a:pt x="743" y="752"/>
                  </a:cubicBezTo>
                  <a:cubicBezTo>
                    <a:pt x="746" y="767"/>
                    <a:pt x="760" y="769"/>
                    <a:pt x="771" y="774"/>
                  </a:cubicBezTo>
                  <a:cubicBezTo>
                    <a:pt x="813" y="793"/>
                    <a:pt x="855" y="812"/>
                    <a:pt x="897" y="830"/>
                  </a:cubicBezTo>
                  <a:cubicBezTo>
                    <a:pt x="901" y="832"/>
                    <a:pt x="906" y="835"/>
                    <a:pt x="910" y="837"/>
                  </a:cubicBezTo>
                  <a:cubicBezTo>
                    <a:pt x="923" y="845"/>
                    <a:pt x="933" y="855"/>
                    <a:pt x="941" y="868"/>
                  </a:cubicBezTo>
                  <a:cubicBezTo>
                    <a:pt x="948" y="881"/>
                    <a:pt x="953" y="896"/>
                    <a:pt x="953" y="910"/>
                  </a:cubicBezTo>
                  <a:cubicBezTo>
                    <a:pt x="953" y="914"/>
                    <a:pt x="953" y="918"/>
                    <a:pt x="952" y="922"/>
                  </a:cubicBezTo>
                  <a:cubicBezTo>
                    <a:pt x="946" y="1000"/>
                    <a:pt x="923" y="1075"/>
                    <a:pt x="884" y="1143"/>
                  </a:cubicBezTo>
                  <a:cubicBezTo>
                    <a:pt x="876" y="1158"/>
                    <a:pt x="866" y="1172"/>
                    <a:pt x="856" y="1187"/>
                  </a:cubicBezTo>
                  <a:cubicBezTo>
                    <a:pt x="847" y="1199"/>
                    <a:pt x="836" y="1210"/>
                    <a:pt x="823" y="1217"/>
                  </a:cubicBezTo>
                  <a:cubicBezTo>
                    <a:pt x="809" y="1225"/>
                    <a:pt x="793" y="1230"/>
                    <a:pt x="776" y="1231"/>
                  </a:cubicBezTo>
                  <a:cubicBezTo>
                    <a:pt x="724" y="1235"/>
                    <a:pt x="712" y="1247"/>
                    <a:pt x="728" y="1297"/>
                  </a:cubicBezTo>
                  <a:cubicBezTo>
                    <a:pt x="731" y="1315"/>
                    <a:pt x="733" y="1332"/>
                    <a:pt x="733" y="1350"/>
                  </a:cubicBezTo>
                  <a:cubicBezTo>
                    <a:pt x="733" y="1352"/>
                    <a:pt x="733" y="1355"/>
                    <a:pt x="733" y="1357"/>
                  </a:cubicBezTo>
                  <a:cubicBezTo>
                    <a:pt x="750" y="1335"/>
                    <a:pt x="748" y="1310"/>
                    <a:pt x="775" y="1292"/>
                  </a:cubicBezTo>
                  <a:cubicBezTo>
                    <a:pt x="751" y="1360"/>
                    <a:pt x="737" y="1430"/>
                    <a:pt x="733" y="1502"/>
                  </a:cubicBezTo>
                  <a:cubicBezTo>
                    <a:pt x="731" y="1529"/>
                    <a:pt x="730" y="1556"/>
                    <a:pt x="730" y="1584"/>
                  </a:cubicBezTo>
                  <a:cubicBezTo>
                    <a:pt x="730" y="1699"/>
                    <a:pt x="746" y="1814"/>
                    <a:pt x="777" y="1925"/>
                  </a:cubicBezTo>
                  <a:cubicBezTo>
                    <a:pt x="782" y="1945"/>
                    <a:pt x="783" y="1969"/>
                    <a:pt x="806" y="1981"/>
                  </a:cubicBezTo>
                  <a:lnTo>
                    <a:pt x="815" y="2018"/>
                  </a:lnTo>
                  <a:cubicBezTo>
                    <a:pt x="815" y="2019"/>
                    <a:pt x="815" y="2020"/>
                    <a:pt x="815" y="2021"/>
                  </a:cubicBezTo>
                  <a:cubicBezTo>
                    <a:pt x="815" y="2026"/>
                    <a:pt x="814" y="2031"/>
                    <a:pt x="811" y="2036"/>
                  </a:cubicBezTo>
                  <a:cubicBezTo>
                    <a:pt x="810" y="2038"/>
                    <a:pt x="809" y="2039"/>
                    <a:pt x="808" y="2041"/>
                  </a:cubicBezTo>
                  <a:cubicBezTo>
                    <a:pt x="798" y="2037"/>
                    <a:pt x="797" y="2027"/>
                    <a:pt x="794" y="2018"/>
                  </a:cubicBezTo>
                  <a:cubicBezTo>
                    <a:pt x="750" y="1896"/>
                    <a:pt x="725" y="1768"/>
                    <a:pt x="719" y="1639"/>
                  </a:cubicBezTo>
                  <a:cubicBezTo>
                    <a:pt x="719" y="1586"/>
                    <a:pt x="719" y="1533"/>
                    <a:pt x="719" y="1480"/>
                  </a:cubicBezTo>
                  <a:cubicBezTo>
                    <a:pt x="694" y="1534"/>
                    <a:pt x="699" y="1592"/>
                    <a:pt x="695" y="1648"/>
                  </a:cubicBezTo>
                  <a:cubicBezTo>
                    <a:pt x="689" y="1738"/>
                    <a:pt x="679" y="1825"/>
                    <a:pt x="722" y="1915"/>
                  </a:cubicBezTo>
                  <a:cubicBezTo>
                    <a:pt x="768" y="2013"/>
                    <a:pt x="805" y="2114"/>
                    <a:pt x="858" y="2209"/>
                  </a:cubicBezTo>
                  <a:cubicBezTo>
                    <a:pt x="875" y="2240"/>
                    <a:pt x="901" y="2268"/>
                    <a:pt x="911" y="2304"/>
                  </a:cubicBezTo>
                  <a:lnTo>
                    <a:pt x="908" y="2307"/>
                  </a:lnTo>
                  <a:cubicBezTo>
                    <a:pt x="850" y="2240"/>
                    <a:pt x="819" y="2157"/>
                    <a:pt x="769" y="2084"/>
                  </a:cubicBezTo>
                  <a:cubicBezTo>
                    <a:pt x="803" y="2180"/>
                    <a:pt x="808" y="2281"/>
                    <a:pt x="827" y="2379"/>
                  </a:cubicBezTo>
                  <a:cubicBezTo>
                    <a:pt x="853" y="2520"/>
                    <a:pt x="891" y="2658"/>
                    <a:pt x="905" y="2801"/>
                  </a:cubicBezTo>
                  <a:cubicBezTo>
                    <a:pt x="917" y="2918"/>
                    <a:pt x="951" y="3031"/>
                    <a:pt x="1003" y="3136"/>
                  </a:cubicBezTo>
                  <a:cubicBezTo>
                    <a:pt x="1069" y="3276"/>
                    <a:pt x="1148" y="3408"/>
                    <a:pt x="1225" y="3541"/>
                  </a:cubicBezTo>
                  <a:cubicBezTo>
                    <a:pt x="1226" y="3543"/>
                    <a:pt x="1228" y="3546"/>
                    <a:pt x="1229" y="3548"/>
                  </a:cubicBezTo>
                  <a:cubicBezTo>
                    <a:pt x="1234" y="3557"/>
                    <a:pt x="1241" y="3564"/>
                    <a:pt x="1250" y="3570"/>
                  </a:cubicBezTo>
                  <a:lnTo>
                    <a:pt x="1250" y="3568"/>
                  </a:lnTo>
                  <a:cubicBezTo>
                    <a:pt x="1313" y="3683"/>
                    <a:pt x="1385" y="3782"/>
                    <a:pt x="1525" y="3818"/>
                  </a:cubicBezTo>
                  <a:cubicBezTo>
                    <a:pt x="1627" y="3845"/>
                    <a:pt x="1724" y="3891"/>
                    <a:pt x="1824" y="3929"/>
                  </a:cubicBezTo>
                  <a:cubicBezTo>
                    <a:pt x="1847" y="3938"/>
                    <a:pt x="1865" y="3956"/>
                    <a:pt x="1894" y="3956"/>
                  </a:cubicBezTo>
                  <a:cubicBezTo>
                    <a:pt x="1901" y="3955"/>
                    <a:pt x="1908" y="3955"/>
                    <a:pt x="1915" y="3955"/>
                  </a:cubicBezTo>
                  <a:cubicBezTo>
                    <a:pt x="2015" y="3955"/>
                    <a:pt x="2114" y="3965"/>
                    <a:pt x="2211" y="3985"/>
                  </a:cubicBezTo>
                  <a:cubicBezTo>
                    <a:pt x="2234" y="3989"/>
                    <a:pt x="2257" y="3991"/>
                    <a:pt x="2280" y="3991"/>
                  </a:cubicBezTo>
                  <a:cubicBezTo>
                    <a:pt x="2283" y="3991"/>
                    <a:pt x="2285" y="3991"/>
                    <a:pt x="2288" y="3991"/>
                  </a:cubicBezTo>
                  <a:cubicBezTo>
                    <a:pt x="2299" y="3990"/>
                    <a:pt x="2311" y="3990"/>
                    <a:pt x="2323" y="3990"/>
                  </a:cubicBezTo>
                  <a:cubicBezTo>
                    <a:pt x="2355" y="3990"/>
                    <a:pt x="2388" y="3994"/>
                    <a:pt x="2420" y="4001"/>
                  </a:cubicBezTo>
                  <a:cubicBezTo>
                    <a:pt x="2429" y="4003"/>
                    <a:pt x="2439" y="4005"/>
                    <a:pt x="2449" y="4005"/>
                  </a:cubicBezTo>
                  <a:cubicBezTo>
                    <a:pt x="2463" y="4005"/>
                    <a:pt x="2477" y="4002"/>
                    <a:pt x="2490" y="3996"/>
                  </a:cubicBezTo>
                  <a:cubicBezTo>
                    <a:pt x="2347" y="3953"/>
                    <a:pt x="2199" y="3958"/>
                    <a:pt x="2075" y="3886"/>
                  </a:cubicBezTo>
                  <a:cubicBezTo>
                    <a:pt x="2151" y="3903"/>
                    <a:pt x="2225" y="3935"/>
                    <a:pt x="2305" y="3939"/>
                  </a:cubicBezTo>
                  <a:cubicBezTo>
                    <a:pt x="2305" y="3924"/>
                    <a:pt x="2295" y="3925"/>
                    <a:pt x="2289" y="3923"/>
                  </a:cubicBezTo>
                  <a:lnTo>
                    <a:pt x="2081" y="3853"/>
                  </a:lnTo>
                  <a:cubicBezTo>
                    <a:pt x="2072" y="3850"/>
                    <a:pt x="2062" y="3845"/>
                    <a:pt x="2054" y="3850"/>
                  </a:cubicBezTo>
                  <a:cubicBezTo>
                    <a:pt x="2021" y="3871"/>
                    <a:pt x="1986" y="3853"/>
                    <a:pt x="1956" y="3845"/>
                  </a:cubicBezTo>
                  <a:cubicBezTo>
                    <a:pt x="1890" y="3828"/>
                    <a:pt x="1827" y="3801"/>
                    <a:pt x="1768" y="3768"/>
                  </a:cubicBezTo>
                  <a:cubicBezTo>
                    <a:pt x="1760" y="3763"/>
                    <a:pt x="1753" y="3760"/>
                    <a:pt x="1746" y="3755"/>
                  </a:cubicBezTo>
                  <a:cubicBezTo>
                    <a:pt x="1731" y="3746"/>
                    <a:pt x="1714" y="3738"/>
                    <a:pt x="1712" y="3710"/>
                  </a:cubicBezTo>
                  <a:cubicBezTo>
                    <a:pt x="1734" y="3720"/>
                    <a:pt x="1752" y="3737"/>
                    <a:pt x="1773" y="3718"/>
                  </a:cubicBezTo>
                  <a:cubicBezTo>
                    <a:pt x="1778" y="3714"/>
                    <a:pt x="1795" y="3721"/>
                    <a:pt x="1789" y="3732"/>
                  </a:cubicBezTo>
                  <a:cubicBezTo>
                    <a:pt x="1772" y="3759"/>
                    <a:pt x="1796" y="3763"/>
                    <a:pt x="1810" y="3771"/>
                  </a:cubicBezTo>
                  <a:cubicBezTo>
                    <a:pt x="1824" y="3779"/>
                    <a:pt x="1847" y="3799"/>
                    <a:pt x="1859" y="3790"/>
                  </a:cubicBezTo>
                  <a:cubicBezTo>
                    <a:pt x="1883" y="3771"/>
                    <a:pt x="1895" y="3790"/>
                    <a:pt x="1912" y="3798"/>
                  </a:cubicBezTo>
                  <a:cubicBezTo>
                    <a:pt x="1938" y="3809"/>
                    <a:pt x="1961" y="3830"/>
                    <a:pt x="1995" y="3830"/>
                  </a:cubicBezTo>
                  <a:cubicBezTo>
                    <a:pt x="1985" y="3809"/>
                    <a:pt x="1957" y="3815"/>
                    <a:pt x="1955" y="3785"/>
                  </a:cubicBezTo>
                  <a:cubicBezTo>
                    <a:pt x="2016" y="3811"/>
                    <a:pt x="2072" y="3844"/>
                    <a:pt x="2133" y="3857"/>
                  </a:cubicBezTo>
                  <a:cubicBezTo>
                    <a:pt x="2194" y="3869"/>
                    <a:pt x="2253" y="3902"/>
                    <a:pt x="2318" y="3912"/>
                  </a:cubicBezTo>
                  <a:cubicBezTo>
                    <a:pt x="2298" y="3899"/>
                    <a:pt x="2277" y="3888"/>
                    <a:pt x="2257" y="3876"/>
                  </a:cubicBezTo>
                  <a:cubicBezTo>
                    <a:pt x="2236" y="3864"/>
                    <a:pt x="2212" y="3856"/>
                    <a:pt x="2202" y="3831"/>
                  </a:cubicBezTo>
                  <a:cubicBezTo>
                    <a:pt x="2241" y="3845"/>
                    <a:pt x="2272" y="3875"/>
                    <a:pt x="2312" y="3884"/>
                  </a:cubicBezTo>
                  <a:cubicBezTo>
                    <a:pt x="2323" y="3867"/>
                    <a:pt x="2296" y="3863"/>
                    <a:pt x="2304" y="3849"/>
                  </a:cubicBezTo>
                  <a:cubicBezTo>
                    <a:pt x="2348" y="3863"/>
                    <a:pt x="2396" y="3867"/>
                    <a:pt x="2438" y="3888"/>
                  </a:cubicBezTo>
                  <a:cubicBezTo>
                    <a:pt x="2477" y="3904"/>
                    <a:pt x="2518" y="3914"/>
                    <a:pt x="2560" y="3917"/>
                  </a:cubicBezTo>
                  <a:lnTo>
                    <a:pt x="2680" y="3929"/>
                  </a:lnTo>
                  <a:cubicBezTo>
                    <a:pt x="2695" y="3930"/>
                    <a:pt x="2712" y="3929"/>
                    <a:pt x="2719" y="3945"/>
                  </a:cubicBezTo>
                  <a:cubicBezTo>
                    <a:pt x="2727" y="3966"/>
                    <a:pt x="2737" y="3962"/>
                    <a:pt x="2751" y="3950"/>
                  </a:cubicBezTo>
                  <a:cubicBezTo>
                    <a:pt x="2764" y="3937"/>
                    <a:pt x="2775" y="3933"/>
                    <a:pt x="2781" y="3957"/>
                  </a:cubicBezTo>
                  <a:cubicBezTo>
                    <a:pt x="2784" y="3967"/>
                    <a:pt x="2794" y="3968"/>
                    <a:pt x="2804" y="3969"/>
                  </a:cubicBezTo>
                  <a:lnTo>
                    <a:pt x="2912" y="3982"/>
                  </a:lnTo>
                  <a:cubicBezTo>
                    <a:pt x="2852" y="3951"/>
                    <a:pt x="2788" y="3929"/>
                    <a:pt x="2722" y="3916"/>
                  </a:cubicBezTo>
                  <a:cubicBezTo>
                    <a:pt x="2634" y="3899"/>
                    <a:pt x="2544" y="3886"/>
                    <a:pt x="2457" y="3862"/>
                  </a:cubicBezTo>
                  <a:cubicBezTo>
                    <a:pt x="2428" y="3855"/>
                    <a:pt x="2400" y="3845"/>
                    <a:pt x="2374" y="3830"/>
                  </a:cubicBezTo>
                  <a:cubicBezTo>
                    <a:pt x="2355" y="3819"/>
                    <a:pt x="2338" y="3806"/>
                    <a:pt x="2322" y="3791"/>
                  </a:cubicBezTo>
                  <a:cubicBezTo>
                    <a:pt x="2306" y="3774"/>
                    <a:pt x="2283" y="3779"/>
                    <a:pt x="2269" y="3768"/>
                  </a:cubicBezTo>
                  <a:cubicBezTo>
                    <a:pt x="2254" y="3756"/>
                    <a:pt x="2274" y="3734"/>
                    <a:pt x="2261" y="3713"/>
                  </a:cubicBezTo>
                  <a:cubicBezTo>
                    <a:pt x="2169" y="3565"/>
                    <a:pt x="2082" y="3414"/>
                    <a:pt x="1976" y="3275"/>
                  </a:cubicBezTo>
                  <a:cubicBezTo>
                    <a:pt x="1970" y="3268"/>
                    <a:pt x="1964" y="3259"/>
                    <a:pt x="1959" y="3251"/>
                  </a:cubicBezTo>
                  <a:cubicBezTo>
                    <a:pt x="1957" y="3248"/>
                    <a:pt x="1956" y="3246"/>
                    <a:pt x="1955" y="3243"/>
                  </a:cubicBezTo>
                  <a:cubicBezTo>
                    <a:pt x="1949" y="3231"/>
                    <a:pt x="1949" y="3218"/>
                    <a:pt x="1966" y="3212"/>
                  </a:cubicBezTo>
                  <a:cubicBezTo>
                    <a:pt x="1983" y="3206"/>
                    <a:pt x="1994" y="3190"/>
                    <a:pt x="2010" y="3207"/>
                  </a:cubicBezTo>
                  <a:cubicBezTo>
                    <a:pt x="2022" y="3220"/>
                    <a:pt x="2015" y="3232"/>
                    <a:pt x="2004" y="3240"/>
                  </a:cubicBezTo>
                  <a:cubicBezTo>
                    <a:pt x="1986" y="3253"/>
                    <a:pt x="1999" y="3262"/>
                    <a:pt x="2007" y="3271"/>
                  </a:cubicBezTo>
                  <a:cubicBezTo>
                    <a:pt x="2100" y="3385"/>
                    <a:pt x="2183" y="3506"/>
                    <a:pt x="2257" y="3633"/>
                  </a:cubicBezTo>
                  <a:cubicBezTo>
                    <a:pt x="2258" y="3636"/>
                    <a:pt x="2260" y="3639"/>
                    <a:pt x="2262" y="3643"/>
                  </a:cubicBezTo>
                  <a:cubicBezTo>
                    <a:pt x="2264" y="3647"/>
                    <a:pt x="2267" y="3651"/>
                    <a:pt x="2269" y="3655"/>
                  </a:cubicBezTo>
                  <a:cubicBezTo>
                    <a:pt x="2304" y="3716"/>
                    <a:pt x="2355" y="3765"/>
                    <a:pt x="2416" y="3801"/>
                  </a:cubicBezTo>
                  <a:cubicBezTo>
                    <a:pt x="2454" y="3823"/>
                    <a:pt x="2496" y="3839"/>
                    <a:pt x="2540" y="3848"/>
                  </a:cubicBezTo>
                  <a:cubicBezTo>
                    <a:pt x="2554" y="3851"/>
                    <a:pt x="2568" y="3856"/>
                    <a:pt x="2582" y="3859"/>
                  </a:cubicBezTo>
                  <a:cubicBezTo>
                    <a:pt x="2696" y="3879"/>
                    <a:pt x="2808" y="3908"/>
                    <a:pt x="2918" y="3944"/>
                  </a:cubicBezTo>
                  <a:cubicBezTo>
                    <a:pt x="2923" y="3948"/>
                    <a:pt x="2930" y="3949"/>
                    <a:pt x="2937" y="3949"/>
                  </a:cubicBezTo>
                  <a:cubicBezTo>
                    <a:pt x="2943" y="3949"/>
                    <a:pt x="2950" y="3948"/>
                    <a:pt x="2955" y="3944"/>
                  </a:cubicBezTo>
                  <a:cubicBezTo>
                    <a:pt x="2918" y="3920"/>
                    <a:pt x="2866" y="3918"/>
                    <a:pt x="2844" y="3872"/>
                  </a:cubicBezTo>
                  <a:cubicBezTo>
                    <a:pt x="2842" y="3867"/>
                    <a:pt x="2831" y="3866"/>
                    <a:pt x="2825" y="3865"/>
                  </a:cubicBezTo>
                  <a:cubicBezTo>
                    <a:pt x="2755" y="3857"/>
                    <a:pt x="2687" y="3836"/>
                    <a:pt x="2624" y="3805"/>
                  </a:cubicBezTo>
                  <a:cubicBezTo>
                    <a:pt x="2615" y="3800"/>
                    <a:pt x="2604" y="3789"/>
                    <a:pt x="2595" y="3799"/>
                  </a:cubicBezTo>
                  <a:cubicBezTo>
                    <a:pt x="2577" y="3818"/>
                    <a:pt x="2565" y="3801"/>
                    <a:pt x="2552" y="3794"/>
                  </a:cubicBezTo>
                  <a:cubicBezTo>
                    <a:pt x="2526" y="3777"/>
                    <a:pt x="2499" y="3758"/>
                    <a:pt x="2471" y="3739"/>
                  </a:cubicBezTo>
                  <a:cubicBezTo>
                    <a:pt x="2467" y="3767"/>
                    <a:pt x="2498" y="3774"/>
                    <a:pt x="2500" y="3801"/>
                  </a:cubicBezTo>
                  <a:lnTo>
                    <a:pt x="2430" y="3738"/>
                  </a:lnTo>
                  <a:cubicBezTo>
                    <a:pt x="2428" y="3734"/>
                    <a:pt x="2426" y="3730"/>
                    <a:pt x="2424" y="3726"/>
                  </a:cubicBezTo>
                  <a:cubicBezTo>
                    <a:pt x="2414" y="3710"/>
                    <a:pt x="2401" y="3696"/>
                    <a:pt x="2384" y="3687"/>
                  </a:cubicBezTo>
                  <a:cubicBezTo>
                    <a:pt x="2381" y="3685"/>
                    <a:pt x="2378" y="3683"/>
                    <a:pt x="2375" y="3682"/>
                  </a:cubicBezTo>
                  <a:cubicBezTo>
                    <a:pt x="2377" y="3688"/>
                    <a:pt x="2379" y="3694"/>
                    <a:pt x="2383" y="3700"/>
                  </a:cubicBezTo>
                  <a:cubicBezTo>
                    <a:pt x="2392" y="3717"/>
                    <a:pt x="2408" y="3732"/>
                    <a:pt x="2425" y="3742"/>
                  </a:cubicBezTo>
                  <a:cubicBezTo>
                    <a:pt x="2413" y="3756"/>
                    <a:pt x="2404" y="3746"/>
                    <a:pt x="2394" y="3738"/>
                  </a:cubicBezTo>
                  <a:cubicBezTo>
                    <a:pt x="2364" y="3714"/>
                    <a:pt x="2349" y="3676"/>
                    <a:pt x="2317" y="3653"/>
                  </a:cubicBezTo>
                  <a:lnTo>
                    <a:pt x="2319" y="3654"/>
                  </a:lnTo>
                  <a:cubicBezTo>
                    <a:pt x="2320" y="3636"/>
                    <a:pt x="2305" y="3624"/>
                    <a:pt x="2301" y="3609"/>
                  </a:cubicBezTo>
                  <a:cubicBezTo>
                    <a:pt x="2296" y="3593"/>
                    <a:pt x="2273" y="3581"/>
                    <a:pt x="2312" y="3571"/>
                  </a:cubicBezTo>
                  <a:cubicBezTo>
                    <a:pt x="2336" y="3565"/>
                    <a:pt x="2331" y="3482"/>
                    <a:pt x="2310" y="3450"/>
                  </a:cubicBezTo>
                  <a:lnTo>
                    <a:pt x="2289" y="3538"/>
                  </a:lnTo>
                  <a:cubicBezTo>
                    <a:pt x="2289" y="3536"/>
                    <a:pt x="2289" y="3534"/>
                    <a:pt x="2289" y="3531"/>
                  </a:cubicBezTo>
                  <a:cubicBezTo>
                    <a:pt x="2289" y="3495"/>
                    <a:pt x="2293" y="3460"/>
                    <a:pt x="2302" y="3425"/>
                  </a:cubicBezTo>
                  <a:cubicBezTo>
                    <a:pt x="2308" y="3393"/>
                    <a:pt x="2307" y="3359"/>
                    <a:pt x="2328" y="3332"/>
                  </a:cubicBezTo>
                  <a:cubicBezTo>
                    <a:pt x="2328" y="3334"/>
                    <a:pt x="2328" y="3336"/>
                    <a:pt x="2328" y="3338"/>
                  </a:cubicBezTo>
                  <a:cubicBezTo>
                    <a:pt x="2328" y="3356"/>
                    <a:pt x="2325" y="3374"/>
                    <a:pt x="2320" y="3391"/>
                  </a:cubicBezTo>
                  <a:cubicBezTo>
                    <a:pt x="2313" y="3412"/>
                    <a:pt x="2326" y="3419"/>
                    <a:pt x="2344" y="3422"/>
                  </a:cubicBezTo>
                  <a:cubicBezTo>
                    <a:pt x="2356" y="3375"/>
                    <a:pt x="2366" y="3332"/>
                    <a:pt x="2377" y="3289"/>
                  </a:cubicBezTo>
                  <a:cubicBezTo>
                    <a:pt x="2383" y="3263"/>
                    <a:pt x="2370" y="3257"/>
                    <a:pt x="2348" y="3258"/>
                  </a:cubicBezTo>
                  <a:cubicBezTo>
                    <a:pt x="2289" y="3231"/>
                    <a:pt x="2232" y="3194"/>
                    <a:pt x="2170" y="3178"/>
                  </a:cubicBezTo>
                  <a:cubicBezTo>
                    <a:pt x="2131" y="3168"/>
                    <a:pt x="2093" y="3153"/>
                    <a:pt x="2058" y="3133"/>
                  </a:cubicBezTo>
                  <a:cubicBezTo>
                    <a:pt x="2040" y="3122"/>
                    <a:pt x="2023" y="3110"/>
                    <a:pt x="2006" y="3097"/>
                  </a:cubicBezTo>
                  <a:cubicBezTo>
                    <a:pt x="2006" y="3088"/>
                    <a:pt x="2003" y="3079"/>
                    <a:pt x="1999" y="3072"/>
                  </a:cubicBezTo>
                  <a:cubicBezTo>
                    <a:pt x="1996" y="3068"/>
                    <a:pt x="1994" y="3064"/>
                    <a:pt x="1990" y="3060"/>
                  </a:cubicBezTo>
                  <a:cubicBezTo>
                    <a:pt x="1976" y="3045"/>
                    <a:pt x="1959" y="3032"/>
                    <a:pt x="1941" y="3021"/>
                  </a:cubicBezTo>
                  <a:lnTo>
                    <a:pt x="1935" y="3017"/>
                  </a:lnTo>
                  <a:cubicBezTo>
                    <a:pt x="1926" y="3004"/>
                    <a:pt x="1914" y="2992"/>
                    <a:pt x="1901" y="2982"/>
                  </a:cubicBezTo>
                  <a:cubicBezTo>
                    <a:pt x="1858" y="2944"/>
                    <a:pt x="1820" y="2902"/>
                    <a:pt x="1786" y="2856"/>
                  </a:cubicBezTo>
                  <a:cubicBezTo>
                    <a:pt x="1779" y="2847"/>
                    <a:pt x="1767" y="2837"/>
                    <a:pt x="1779" y="2821"/>
                  </a:cubicBezTo>
                  <a:cubicBezTo>
                    <a:pt x="1881" y="2943"/>
                    <a:pt x="2003" y="3045"/>
                    <a:pt x="2140" y="3125"/>
                  </a:cubicBezTo>
                  <a:cubicBezTo>
                    <a:pt x="2144" y="3127"/>
                    <a:pt x="2149" y="3130"/>
                    <a:pt x="2153" y="3132"/>
                  </a:cubicBezTo>
                  <a:cubicBezTo>
                    <a:pt x="2158" y="3136"/>
                    <a:pt x="2164" y="3140"/>
                    <a:pt x="2169" y="3143"/>
                  </a:cubicBezTo>
                  <a:cubicBezTo>
                    <a:pt x="2190" y="3155"/>
                    <a:pt x="2214" y="3162"/>
                    <a:pt x="2238" y="3162"/>
                  </a:cubicBezTo>
                  <a:cubicBezTo>
                    <a:pt x="2239" y="3162"/>
                    <a:pt x="2239" y="3162"/>
                    <a:pt x="2240" y="3162"/>
                  </a:cubicBezTo>
                  <a:cubicBezTo>
                    <a:pt x="2242" y="3161"/>
                    <a:pt x="2243" y="3161"/>
                    <a:pt x="2245" y="3161"/>
                  </a:cubicBezTo>
                  <a:cubicBezTo>
                    <a:pt x="2254" y="3161"/>
                    <a:pt x="2263" y="3163"/>
                    <a:pt x="2271" y="3168"/>
                  </a:cubicBezTo>
                  <a:cubicBezTo>
                    <a:pt x="2279" y="3172"/>
                    <a:pt x="2285" y="3179"/>
                    <a:pt x="2290" y="3186"/>
                  </a:cubicBezTo>
                  <a:cubicBezTo>
                    <a:pt x="2294" y="3194"/>
                    <a:pt x="2298" y="3202"/>
                    <a:pt x="2306" y="3205"/>
                  </a:cubicBezTo>
                  <a:cubicBezTo>
                    <a:pt x="2358" y="3229"/>
                    <a:pt x="2411" y="3248"/>
                    <a:pt x="2465" y="3264"/>
                  </a:cubicBezTo>
                  <a:cubicBezTo>
                    <a:pt x="2465" y="3263"/>
                    <a:pt x="2465" y="3263"/>
                    <a:pt x="2465" y="3262"/>
                  </a:cubicBezTo>
                  <a:cubicBezTo>
                    <a:pt x="2465" y="3252"/>
                    <a:pt x="2463" y="3242"/>
                    <a:pt x="2458" y="3234"/>
                  </a:cubicBezTo>
                  <a:cubicBezTo>
                    <a:pt x="2453" y="3225"/>
                    <a:pt x="2445" y="3218"/>
                    <a:pt x="2437" y="3213"/>
                  </a:cubicBezTo>
                  <a:cubicBezTo>
                    <a:pt x="2434" y="3211"/>
                    <a:pt x="2432" y="3210"/>
                    <a:pt x="2429" y="3209"/>
                  </a:cubicBezTo>
                  <a:cubicBezTo>
                    <a:pt x="2387" y="3183"/>
                    <a:pt x="2344" y="3159"/>
                    <a:pt x="2303" y="3132"/>
                  </a:cubicBezTo>
                  <a:cubicBezTo>
                    <a:pt x="2241" y="3095"/>
                    <a:pt x="2184" y="3052"/>
                    <a:pt x="2132" y="3003"/>
                  </a:cubicBezTo>
                  <a:cubicBezTo>
                    <a:pt x="2123" y="2991"/>
                    <a:pt x="2114" y="2980"/>
                    <a:pt x="2107" y="2967"/>
                  </a:cubicBezTo>
                  <a:cubicBezTo>
                    <a:pt x="2100" y="2955"/>
                    <a:pt x="2095" y="2943"/>
                    <a:pt x="2090" y="2931"/>
                  </a:cubicBezTo>
                  <a:cubicBezTo>
                    <a:pt x="2132" y="2968"/>
                    <a:pt x="2169" y="3007"/>
                    <a:pt x="2211" y="3044"/>
                  </a:cubicBezTo>
                  <a:cubicBezTo>
                    <a:pt x="2231" y="3066"/>
                    <a:pt x="2255" y="3084"/>
                    <a:pt x="2281" y="3099"/>
                  </a:cubicBezTo>
                  <a:cubicBezTo>
                    <a:pt x="2296" y="3108"/>
                    <a:pt x="2312" y="3116"/>
                    <a:pt x="2328" y="3122"/>
                  </a:cubicBezTo>
                  <a:cubicBezTo>
                    <a:pt x="2341" y="3126"/>
                    <a:pt x="2354" y="3131"/>
                    <a:pt x="2367" y="3138"/>
                  </a:cubicBezTo>
                  <a:cubicBezTo>
                    <a:pt x="2377" y="3144"/>
                    <a:pt x="2387" y="3152"/>
                    <a:pt x="2397" y="3160"/>
                  </a:cubicBezTo>
                  <a:cubicBezTo>
                    <a:pt x="2427" y="3183"/>
                    <a:pt x="2458" y="3204"/>
                    <a:pt x="2491" y="3223"/>
                  </a:cubicBezTo>
                  <a:cubicBezTo>
                    <a:pt x="2524" y="3242"/>
                    <a:pt x="2558" y="3259"/>
                    <a:pt x="2593" y="3273"/>
                  </a:cubicBezTo>
                  <a:cubicBezTo>
                    <a:pt x="2569" y="3252"/>
                    <a:pt x="2544" y="3232"/>
                    <a:pt x="2518" y="3213"/>
                  </a:cubicBezTo>
                  <a:cubicBezTo>
                    <a:pt x="2497" y="3200"/>
                    <a:pt x="2479" y="3183"/>
                    <a:pt x="2467" y="3161"/>
                  </a:cubicBezTo>
                  <a:cubicBezTo>
                    <a:pt x="2462" y="3152"/>
                    <a:pt x="2457" y="3142"/>
                    <a:pt x="2454" y="3132"/>
                  </a:cubicBezTo>
                  <a:cubicBezTo>
                    <a:pt x="2532" y="3200"/>
                    <a:pt x="2617" y="3260"/>
                    <a:pt x="2706" y="3311"/>
                  </a:cubicBezTo>
                  <a:cubicBezTo>
                    <a:pt x="2732" y="3326"/>
                    <a:pt x="2759" y="3341"/>
                    <a:pt x="2785" y="3354"/>
                  </a:cubicBezTo>
                  <a:cubicBezTo>
                    <a:pt x="2779" y="3333"/>
                    <a:pt x="2755" y="3319"/>
                    <a:pt x="2773" y="3294"/>
                  </a:cubicBezTo>
                  <a:cubicBezTo>
                    <a:pt x="2797" y="3301"/>
                    <a:pt x="2811" y="3320"/>
                    <a:pt x="2829" y="3336"/>
                  </a:cubicBezTo>
                  <a:cubicBezTo>
                    <a:pt x="2816" y="3375"/>
                    <a:pt x="2854" y="3383"/>
                    <a:pt x="2872" y="3400"/>
                  </a:cubicBezTo>
                  <a:cubicBezTo>
                    <a:pt x="2904" y="3425"/>
                    <a:pt x="2937" y="3448"/>
                    <a:pt x="2972" y="3468"/>
                  </a:cubicBezTo>
                  <a:cubicBezTo>
                    <a:pt x="2983" y="3474"/>
                    <a:pt x="2993" y="3480"/>
                    <a:pt x="3004" y="3486"/>
                  </a:cubicBezTo>
                  <a:cubicBezTo>
                    <a:pt x="3052" y="3486"/>
                    <a:pt x="3071" y="3528"/>
                    <a:pt x="3101" y="3555"/>
                  </a:cubicBezTo>
                  <a:cubicBezTo>
                    <a:pt x="3087" y="3582"/>
                    <a:pt x="3112" y="3584"/>
                    <a:pt x="3123" y="3594"/>
                  </a:cubicBezTo>
                  <a:cubicBezTo>
                    <a:pt x="3178" y="3644"/>
                    <a:pt x="3253" y="3665"/>
                    <a:pt x="3300" y="3725"/>
                  </a:cubicBezTo>
                  <a:cubicBezTo>
                    <a:pt x="3310" y="3737"/>
                    <a:pt x="3327" y="3742"/>
                    <a:pt x="3341" y="3751"/>
                  </a:cubicBezTo>
                  <a:cubicBezTo>
                    <a:pt x="3342" y="3752"/>
                    <a:pt x="3342" y="3753"/>
                    <a:pt x="3344" y="3755"/>
                  </a:cubicBezTo>
                  <a:cubicBezTo>
                    <a:pt x="3344" y="3756"/>
                    <a:pt x="3345" y="3758"/>
                    <a:pt x="3345" y="3760"/>
                  </a:cubicBezTo>
                  <a:cubicBezTo>
                    <a:pt x="3345" y="3762"/>
                    <a:pt x="3344" y="3764"/>
                    <a:pt x="3344" y="3765"/>
                  </a:cubicBezTo>
                  <a:cubicBezTo>
                    <a:pt x="3343" y="3766"/>
                    <a:pt x="3344" y="3766"/>
                    <a:pt x="3344" y="3766"/>
                  </a:cubicBezTo>
                  <a:cubicBezTo>
                    <a:pt x="3340" y="3772"/>
                    <a:pt x="3335" y="3770"/>
                    <a:pt x="3330" y="3767"/>
                  </a:cubicBezTo>
                  <a:cubicBezTo>
                    <a:pt x="3329" y="3767"/>
                    <a:pt x="3328" y="3766"/>
                    <a:pt x="3328" y="3766"/>
                  </a:cubicBezTo>
                  <a:cubicBezTo>
                    <a:pt x="3324" y="3764"/>
                    <a:pt x="3319" y="3763"/>
                    <a:pt x="3315" y="3763"/>
                  </a:cubicBezTo>
                  <a:cubicBezTo>
                    <a:pt x="3313" y="3763"/>
                    <a:pt x="3311" y="3763"/>
                    <a:pt x="3309" y="3763"/>
                  </a:cubicBezTo>
                  <a:cubicBezTo>
                    <a:pt x="3307" y="3746"/>
                    <a:pt x="3291" y="3742"/>
                    <a:pt x="3280" y="3734"/>
                  </a:cubicBezTo>
                  <a:cubicBezTo>
                    <a:pt x="3160" y="3641"/>
                    <a:pt x="3035" y="3553"/>
                    <a:pt x="2914" y="3462"/>
                  </a:cubicBezTo>
                  <a:cubicBezTo>
                    <a:pt x="2893" y="3446"/>
                    <a:pt x="2870" y="3431"/>
                    <a:pt x="2847" y="3418"/>
                  </a:cubicBezTo>
                  <a:cubicBezTo>
                    <a:pt x="2774" y="3375"/>
                    <a:pt x="2694" y="3348"/>
                    <a:pt x="2611" y="3335"/>
                  </a:cubicBezTo>
                  <a:lnTo>
                    <a:pt x="2611" y="3336"/>
                  </a:lnTo>
                  <a:cubicBezTo>
                    <a:pt x="2618" y="3348"/>
                    <a:pt x="2629" y="3359"/>
                    <a:pt x="2642" y="3367"/>
                  </a:cubicBezTo>
                  <a:cubicBezTo>
                    <a:pt x="2644" y="3368"/>
                    <a:pt x="2646" y="3369"/>
                    <a:pt x="2649" y="3370"/>
                  </a:cubicBezTo>
                  <a:cubicBezTo>
                    <a:pt x="2776" y="3455"/>
                    <a:pt x="2904" y="3541"/>
                    <a:pt x="3032" y="3626"/>
                  </a:cubicBezTo>
                  <a:cubicBezTo>
                    <a:pt x="3062" y="3645"/>
                    <a:pt x="3091" y="3664"/>
                    <a:pt x="3122" y="3682"/>
                  </a:cubicBezTo>
                  <a:cubicBezTo>
                    <a:pt x="3158" y="3702"/>
                    <a:pt x="3195" y="3722"/>
                    <a:pt x="3233" y="3740"/>
                  </a:cubicBezTo>
                  <a:cubicBezTo>
                    <a:pt x="3235" y="3742"/>
                    <a:pt x="3238" y="3743"/>
                    <a:pt x="3241" y="3745"/>
                  </a:cubicBezTo>
                  <a:cubicBezTo>
                    <a:pt x="3261" y="3757"/>
                    <a:pt x="3284" y="3763"/>
                    <a:pt x="3307" y="3763"/>
                  </a:cubicBezTo>
                  <a:cubicBezTo>
                    <a:pt x="3308" y="3763"/>
                    <a:pt x="3309" y="3763"/>
                    <a:pt x="3310" y="3763"/>
                  </a:cubicBezTo>
                  <a:cubicBezTo>
                    <a:pt x="3310" y="3776"/>
                    <a:pt x="3308" y="3789"/>
                    <a:pt x="3289" y="3783"/>
                  </a:cubicBezTo>
                  <a:cubicBezTo>
                    <a:pt x="3258" y="3773"/>
                    <a:pt x="3228" y="3762"/>
                    <a:pt x="3198" y="3750"/>
                  </a:cubicBezTo>
                  <a:cubicBezTo>
                    <a:pt x="3180" y="3744"/>
                    <a:pt x="3166" y="3726"/>
                    <a:pt x="3145" y="3732"/>
                  </a:cubicBezTo>
                  <a:cubicBezTo>
                    <a:pt x="3137" y="3721"/>
                    <a:pt x="3127" y="3711"/>
                    <a:pt x="3116" y="3705"/>
                  </a:cubicBezTo>
                  <a:cubicBezTo>
                    <a:pt x="3108" y="3700"/>
                    <a:pt x="3100" y="3698"/>
                    <a:pt x="3092" y="3695"/>
                  </a:cubicBezTo>
                  <a:cubicBezTo>
                    <a:pt x="3077" y="3684"/>
                    <a:pt x="3060" y="3673"/>
                    <a:pt x="3044" y="3664"/>
                  </a:cubicBezTo>
                  <a:cubicBezTo>
                    <a:pt x="3024" y="3652"/>
                    <a:pt x="3005" y="3643"/>
                    <a:pt x="2984" y="3634"/>
                  </a:cubicBezTo>
                  <a:cubicBezTo>
                    <a:pt x="2971" y="3672"/>
                    <a:pt x="2962" y="3710"/>
                    <a:pt x="2958" y="3750"/>
                  </a:cubicBezTo>
                  <a:cubicBezTo>
                    <a:pt x="2955" y="3773"/>
                    <a:pt x="2973" y="3778"/>
                    <a:pt x="2988" y="3782"/>
                  </a:cubicBezTo>
                  <a:cubicBezTo>
                    <a:pt x="3007" y="3787"/>
                    <a:pt x="3007" y="3767"/>
                    <a:pt x="3009" y="3757"/>
                  </a:cubicBezTo>
                  <a:cubicBezTo>
                    <a:pt x="3015" y="3732"/>
                    <a:pt x="3011" y="3705"/>
                    <a:pt x="3032" y="3685"/>
                  </a:cubicBezTo>
                  <a:cubicBezTo>
                    <a:pt x="3032" y="3712"/>
                    <a:pt x="3026" y="3736"/>
                    <a:pt x="3023" y="3761"/>
                  </a:cubicBezTo>
                  <a:cubicBezTo>
                    <a:pt x="3021" y="3775"/>
                    <a:pt x="3011" y="3798"/>
                    <a:pt x="3036" y="3800"/>
                  </a:cubicBezTo>
                  <a:cubicBezTo>
                    <a:pt x="3058" y="3803"/>
                    <a:pt x="3053" y="3781"/>
                    <a:pt x="3056" y="3768"/>
                  </a:cubicBezTo>
                  <a:cubicBezTo>
                    <a:pt x="3059" y="3750"/>
                    <a:pt x="3063" y="3732"/>
                    <a:pt x="3066" y="3715"/>
                  </a:cubicBezTo>
                  <a:cubicBezTo>
                    <a:pt x="3069" y="3698"/>
                    <a:pt x="3080" y="3696"/>
                    <a:pt x="3092" y="3695"/>
                  </a:cubicBezTo>
                  <a:cubicBezTo>
                    <a:pt x="3076" y="3728"/>
                    <a:pt x="3067" y="3764"/>
                    <a:pt x="3066" y="3801"/>
                  </a:cubicBezTo>
                  <a:cubicBezTo>
                    <a:pt x="3066" y="3814"/>
                    <a:pt x="3072" y="3822"/>
                    <a:pt x="3087" y="3812"/>
                  </a:cubicBezTo>
                  <a:cubicBezTo>
                    <a:pt x="3095" y="3806"/>
                    <a:pt x="3101" y="3799"/>
                    <a:pt x="3107" y="3790"/>
                  </a:cubicBezTo>
                  <a:cubicBezTo>
                    <a:pt x="3110" y="3784"/>
                    <a:pt x="3113" y="3776"/>
                    <a:pt x="3115" y="3769"/>
                  </a:cubicBezTo>
                  <a:cubicBezTo>
                    <a:pt x="3118" y="3755"/>
                    <a:pt x="3115" y="3728"/>
                    <a:pt x="3144" y="3732"/>
                  </a:cubicBezTo>
                  <a:cubicBezTo>
                    <a:pt x="3139" y="3747"/>
                    <a:pt x="3134" y="3763"/>
                    <a:pt x="3129" y="3779"/>
                  </a:cubicBezTo>
                  <a:cubicBezTo>
                    <a:pt x="3119" y="3818"/>
                    <a:pt x="3119" y="3818"/>
                    <a:pt x="3161" y="3837"/>
                  </a:cubicBezTo>
                  <a:cubicBezTo>
                    <a:pt x="3180" y="3818"/>
                    <a:pt x="3170" y="3784"/>
                    <a:pt x="3201" y="3762"/>
                  </a:cubicBezTo>
                  <a:lnTo>
                    <a:pt x="3182" y="3832"/>
                  </a:lnTo>
                  <a:cubicBezTo>
                    <a:pt x="3177" y="3852"/>
                    <a:pt x="3191" y="3853"/>
                    <a:pt x="3204" y="3855"/>
                  </a:cubicBezTo>
                  <a:cubicBezTo>
                    <a:pt x="3225" y="3857"/>
                    <a:pt x="3219" y="3847"/>
                    <a:pt x="3211" y="3837"/>
                  </a:cubicBezTo>
                  <a:cubicBezTo>
                    <a:pt x="3203" y="3826"/>
                    <a:pt x="3207" y="3821"/>
                    <a:pt x="3217" y="3825"/>
                  </a:cubicBezTo>
                  <a:cubicBezTo>
                    <a:pt x="3226" y="3828"/>
                    <a:pt x="3236" y="3811"/>
                    <a:pt x="3239" y="3821"/>
                  </a:cubicBezTo>
                  <a:cubicBezTo>
                    <a:pt x="3240" y="3825"/>
                    <a:pt x="3241" y="3828"/>
                    <a:pt x="3243" y="3831"/>
                  </a:cubicBezTo>
                  <a:cubicBezTo>
                    <a:pt x="3246" y="3837"/>
                    <a:pt x="3252" y="3842"/>
                    <a:pt x="3259" y="3846"/>
                  </a:cubicBezTo>
                  <a:cubicBezTo>
                    <a:pt x="3265" y="3850"/>
                    <a:pt x="3272" y="3852"/>
                    <a:pt x="3280" y="3852"/>
                  </a:cubicBezTo>
                  <a:lnTo>
                    <a:pt x="3281" y="3852"/>
                  </a:lnTo>
                  <a:cubicBezTo>
                    <a:pt x="3310" y="3853"/>
                    <a:pt x="3287" y="3816"/>
                    <a:pt x="3319" y="3804"/>
                  </a:cubicBezTo>
                  <a:cubicBezTo>
                    <a:pt x="3291" y="3853"/>
                    <a:pt x="3316" y="3875"/>
                    <a:pt x="3355" y="3888"/>
                  </a:cubicBezTo>
                  <a:cubicBezTo>
                    <a:pt x="3338" y="3906"/>
                    <a:pt x="3319" y="3870"/>
                    <a:pt x="3306" y="3895"/>
                  </a:cubicBezTo>
                  <a:cubicBezTo>
                    <a:pt x="3314" y="3916"/>
                    <a:pt x="3346" y="3900"/>
                    <a:pt x="3350" y="3921"/>
                  </a:cubicBezTo>
                  <a:cubicBezTo>
                    <a:pt x="3355" y="3948"/>
                    <a:pt x="3368" y="3941"/>
                    <a:pt x="3385" y="3937"/>
                  </a:cubicBezTo>
                  <a:cubicBezTo>
                    <a:pt x="3402" y="3933"/>
                    <a:pt x="3426" y="3914"/>
                    <a:pt x="3449" y="3931"/>
                  </a:cubicBezTo>
                  <a:cubicBezTo>
                    <a:pt x="3444" y="3954"/>
                    <a:pt x="3419" y="3960"/>
                    <a:pt x="3416" y="3982"/>
                  </a:cubicBezTo>
                  <a:cubicBezTo>
                    <a:pt x="3421" y="3983"/>
                    <a:pt x="3426" y="3984"/>
                    <a:pt x="3430" y="3984"/>
                  </a:cubicBezTo>
                  <a:cubicBezTo>
                    <a:pt x="3439" y="3984"/>
                    <a:pt x="3448" y="3982"/>
                    <a:pt x="3455" y="3977"/>
                  </a:cubicBezTo>
                  <a:cubicBezTo>
                    <a:pt x="3458" y="3975"/>
                    <a:pt x="3461" y="3973"/>
                    <a:pt x="3464" y="3971"/>
                  </a:cubicBezTo>
                  <a:cubicBezTo>
                    <a:pt x="3510" y="3928"/>
                    <a:pt x="3566" y="3899"/>
                    <a:pt x="3611" y="3857"/>
                  </a:cubicBezTo>
                  <a:cubicBezTo>
                    <a:pt x="3615" y="3854"/>
                    <a:pt x="3618" y="3851"/>
                    <a:pt x="3620" y="3848"/>
                  </a:cubicBezTo>
                  <a:cubicBezTo>
                    <a:pt x="3622" y="3843"/>
                    <a:pt x="3624" y="3838"/>
                    <a:pt x="3624" y="3833"/>
                  </a:cubicBezTo>
                  <a:cubicBezTo>
                    <a:pt x="3624" y="3832"/>
                    <a:pt x="3623" y="3830"/>
                    <a:pt x="3623" y="3828"/>
                  </a:cubicBezTo>
                  <a:cubicBezTo>
                    <a:pt x="3594" y="3837"/>
                    <a:pt x="3594" y="3837"/>
                    <a:pt x="3589" y="3802"/>
                  </a:cubicBezTo>
                  <a:lnTo>
                    <a:pt x="3574" y="3803"/>
                  </a:lnTo>
                  <a:lnTo>
                    <a:pt x="3572" y="3783"/>
                  </a:lnTo>
                  <a:cubicBezTo>
                    <a:pt x="3593" y="3767"/>
                    <a:pt x="3610" y="3747"/>
                    <a:pt x="3624" y="3724"/>
                  </a:cubicBezTo>
                  <a:cubicBezTo>
                    <a:pt x="3628" y="3716"/>
                    <a:pt x="3632" y="3707"/>
                    <a:pt x="3636" y="3699"/>
                  </a:cubicBezTo>
                  <a:cubicBezTo>
                    <a:pt x="3647" y="3675"/>
                    <a:pt x="3650" y="3646"/>
                    <a:pt x="3675" y="3631"/>
                  </a:cubicBezTo>
                  <a:cubicBezTo>
                    <a:pt x="3666" y="3685"/>
                    <a:pt x="3633" y="3731"/>
                    <a:pt x="3613" y="3791"/>
                  </a:cubicBezTo>
                  <a:cubicBezTo>
                    <a:pt x="3616" y="3790"/>
                    <a:pt x="3620" y="3788"/>
                    <a:pt x="3623" y="3786"/>
                  </a:cubicBezTo>
                  <a:cubicBezTo>
                    <a:pt x="3641" y="3776"/>
                    <a:pt x="3655" y="3761"/>
                    <a:pt x="3666" y="3744"/>
                  </a:cubicBezTo>
                  <a:cubicBezTo>
                    <a:pt x="3669" y="3736"/>
                    <a:pt x="3673" y="3728"/>
                    <a:pt x="3678" y="3720"/>
                  </a:cubicBezTo>
                  <a:cubicBezTo>
                    <a:pt x="3684" y="3709"/>
                    <a:pt x="3691" y="3699"/>
                    <a:pt x="3699" y="3689"/>
                  </a:cubicBezTo>
                  <a:cubicBezTo>
                    <a:pt x="3695" y="3699"/>
                    <a:pt x="3690" y="3712"/>
                    <a:pt x="3708" y="3707"/>
                  </a:cubicBezTo>
                  <a:cubicBezTo>
                    <a:pt x="3709" y="3706"/>
                    <a:pt x="3710" y="3706"/>
                    <a:pt x="3710" y="3706"/>
                  </a:cubicBezTo>
                  <a:cubicBezTo>
                    <a:pt x="3714" y="3703"/>
                    <a:pt x="3718" y="3700"/>
                    <a:pt x="3720" y="3696"/>
                  </a:cubicBezTo>
                  <a:cubicBezTo>
                    <a:pt x="3722" y="3692"/>
                    <a:pt x="3724" y="3687"/>
                    <a:pt x="3724" y="3683"/>
                  </a:cubicBezTo>
                  <a:cubicBezTo>
                    <a:pt x="3724" y="3679"/>
                    <a:pt x="3723" y="3676"/>
                    <a:pt x="3722" y="3673"/>
                  </a:cubicBezTo>
                  <a:cubicBezTo>
                    <a:pt x="3718" y="3673"/>
                    <a:pt x="3714" y="3674"/>
                    <a:pt x="3711" y="3676"/>
                  </a:cubicBezTo>
                  <a:cubicBezTo>
                    <a:pt x="3706" y="3679"/>
                    <a:pt x="3702" y="3683"/>
                    <a:pt x="3700" y="3687"/>
                  </a:cubicBezTo>
                  <a:cubicBezTo>
                    <a:pt x="3698" y="3689"/>
                    <a:pt x="3698" y="3690"/>
                    <a:pt x="3698" y="3692"/>
                  </a:cubicBezTo>
                  <a:cubicBezTo>
                    <a:pt x="3704" y="3669"/>
                    <a:pt x="3712" y="3647"/>
                    <a:pt x="3722" y="3625"/>
                  </a:cubicBezTo>
                  <a:cubicBezTo>
                    <a:pt x="3757" y="3546"/>
                    <a:pt x="3799" y="3469"/>
                    <a:pt x="3842" y="3392"/>
                  </a:cubicBezTo>
                  <a:cubicBezTo>
                    <a:pt x="3858" y="3364"/>
                    <a:pt x="3867" y="3331"/>
                    <a:pt x="3867" y="3299"/>
                  </a:cubicBezTo>
                  <a:cubicBezTo>
                    <a:pt x="3867" y="3291"/>
                    <a:pt x="3866" y="3283"/>
                    <a:pt x="3865" y="3275"/>
                  </a:cubicBezTo>
                  <a:cubicBezTo>
                    <a:pt x="3855" y="3283"/>
                    <a:pt x="3846" y="3293"/>
                    <a:pt x="3840" y="3304"/>
                  </a:cubicBezTo>
                  <a:cubicBezTo>
                    <a:pt x="3836" y="3310"/>
                    <a:pt x="3834" y="3316"/>
                    <a:pt x="3832" y="3323"/>
                  </a:cubicBezTo>
                  <a:cubicBezTo>
                    <a:pt x="3788" y="3409"/>
                    <a:pt x="3747" y="3497"/>
                    <a:pt x="3703" y="3583"/>
                  </a:cubicBezTo>
                  <a:cubicBezTo>
                    <a:pt x="3694" y="3600"/>
                    <a:pt x="3691" y="3622"/>
                    <a:pt x="3673" y="3633"/>
                  </a:cubicBezTo>
                  <a:cubicBezTo>
                    <a:pt x="3668" y="3613"/>
                    <a:pt x="3682" y="3598"/>
                    <a:pt x="3689" y="3582"/>
                  </a:cubicBezTo>
                  <a:cubicBezTo>
                    <a:pt x="3731" y="3494"/>
                    <a:pt x="3774" y="3406"/>
                    <a:pt x="3816" y="3318"/>
                  </a:cubicBezTo>
                  <a:cubicBezTo>
                    <a:pt x="3818" y="3316"/>
                    <a:pt x="3819" y="3314"/>
                    <a:pt x="3820" y="3312"/>
                  </a:cubicBezTo>
                  <a:cubicBezTo>
                    <a:pt x="3826" y="3301"/>
                    <a:pt x="3830" y="3289"/>
                    <a:pt x="3832" y="3277"/>
                  </a:cubicBezTo>
                  <a:cubicBezTo>
                    <a:pt x="3803" y="3301"/>
                    <a:pt x="3802" y="3342"/>
                    <a:pt x="3770" y="3360"/>
                  </a:cubicBezTo>
                  <a:cubicBezTo>
                    <a:pt x="3770" y="3356"/>
                    <a:pt x="3770" y="3352"/>
                    <a:pt x="3770" y="3349"/>
                  </a:cubicBezTo>
                  <a:cubicBezTo>
                    <a:pt x="3801" y="3292"/>
                    <a:pt x="3831" y="3235"/>
                    <a:pt x="3862" y="3178"/>
                  </a:cubicBezTo>
                  <a:cubicBezTo>
                    <a:pt x="3864" y="3175"/>
                    <a:pt x="3867" y="3173"/>
                    <a:pt x="3869" y="3171"/>
                  </a:cubicBezTo>
                  <a:cubicBezTo>
                    <a:pt x="3896" y="3197"/>
                    <a:pt x="3903" y="3148"/>
                    <a:pt x="3925" y="3155"/>
                  </a:cubicBezTo>
                  <a:cubicBezTo>
                    <a:pt x="3895" y="3199"/>
                    <a:pt x="3864" y="3244"/>
                    <a:pt x="3884" y="3303"/>
                  </a:cubicBezTo>
                  <a:cubicBezTo>
                    <a:pt x="3901" y="3298"/>
                    <a:pt x="3899" y="3275"/>
                    <a:pt x="3917" y="3277"/>
                  </a:cubicBezTo>
                  <a:cubicBezTo>
                    <a:pt x="3924" y="3318"/>
                    <a:pt x="3885" y="3362"/>
                    <a:pt x="3926" y="3404"/>
                  </a:cubicBezTo>
                  <a:cubicBezTo>
                    <a:pt x="3952" y="3353"/>
                    <a:pt x="3979" y="3305"/>
                    <a:pt x="3954" y="3245"/>
                  </a:cubicBezTo>
                  <a:cubicBezTo>
                    <a:pt x="3942" y="3216"/>
                    <a:pt x="3951" y="3180"/>
                    <a:pt x="3923" y="3156"/>
                  </a:cubicBezTo>
                  <a:cubicBezTo>
                    <a:pt x="3933" y="3098"/>
                    <a:pt x="3890" y="3062"/>
                    <a:pt x="3864" y="3013"/>
                  </a:cubicBezTo>
                  <a:cubicBezTo>
                    <a:pt x="3852" y="3028"/>
                    <a:pt x="3841" y="3043"/>
                    <a:pt x="3832" y="3060"/>
                  </a:cubicBezTo>
                  <a:cubicBezTo>
                    <a:pt x="3817" y="3085"/>
                    <a:pt x="3806" y="3113"/>
                    <a:pt x="3797" y="3141"/>
                  </a:cubicBezTo>
                  <a:lnTo>
                    <a:pt x="3754" y="3228"/>
                  </a:lnTo>
                  <a:cubicBezTo>
                    <a:pt x="3748" y="3238"/>
                    <a:pt x="3743" y="3247"/>
                    <a:pt x="3737" y="3257"/>
                  </a:cubicBezTo>
                  <a:cubicBezTo>
                    <a:pt x="3699" y="3322"/>
                    <a:pt x="3666" y="3390"/>
                    <a:pt x="3636" y="3460"/>
                  </a:cubicBezTo>
                  <a:cubicBezTo>
                    <a:pt x="3627" y="3479"/>
                    <a:pt x="3625" y="3502"/>
                    <a:pt x="3605" y="3515"/>
                  </a:cubicBezTo>
                  <a:cubicBezTo>
                    <a:pt x="3605" y="3514"/>
                    <a:pt x="3604" y="3514"/>
                    <a:pt x="3604" y="3513"/>
                  </a:cubicBezTo>
                  <a:cubicBezTo>
                    <a:pt x="3604" y="3499"/>
                    <a:pt x="3608" y="3485"/>
                    <a:pt x="3615" y="3472"/>
                  </a:cubicBezTo>
                  <a:cubicBezTo>
                    <a:pt x="3616" y="3471"/>
                    <a:pt x="3617" y="3470"/>
                    <a:pt x="3618" y="3468"/>
                  </a:cubicBezTo>
                  <a:cubicBezTo>
                    <a:pt x="3681" y="3324"/>
                    <a:pt x="3748" y="3182"/>
                    <a:pt x="3823" y="3044"/>
                  </a:cubicBezTo>
                  <a:cubicBezTo>
                    <a:pt x="3850" y="2997"/>
                    <a:pt x="3848" y="2991"/>
                    <a:pt x="3817" y="2943"/>
                  </a:cubicBezTo>
                  <a:cubicBezTo>
                    <a:pt x="3807" y="2954"/>
                    <a:pt x="3819" y="2977"/>
                    <a:pt x="3811" y="2978"/>
                  </a:cubicBezTo>
                  <a:cubicBezTo>
                    <a:pt x="3773" y="2981"/>
                    <a:pt x="3775" y="3016"/>
                    <a:pt x="3765" y="3036"/>
                  </a:cubicBezTo>
                  <a:cubicBezTo>
                    <a:pt x="3687" y="3187"/>
                    <a:pt x="3622" y="3345"/>
                    <a:pt x="3553" y="3501"/>
                  </a:cubicBezTo>
                  <a:cubicBezTo>
                    <a:pt x="3546" y="3517"/>
                    <a:pt x="3546" y="3537"/>
                    <a:pt x="3526" y="3545"/>
                  </a:cubicBezTo>
                  <a:cubicBezTo>
                    <a:pt x="3539" y="3498"/>
                    <a:pt x="3553" y="3451"/>
                    <a:pt x="3562" y="3403"/>
                  </a:cubicBezTo>
                  <a:cubicBezTo>
                    <a:pt x="3568" y="3379"/>
                    <a:pt x="3576" y="3356"/>
                    <a:pt x="3589" y="3335"/>
                  </a:cubicBezTo>
                  <a:cubicBezTo>
                    <a:pt x="3595" y="3324"/>
                    <a:pt x="3603" y="3313"/>
                    <a:pt x="3611" y="3303"/>
                  </a:cubicBezTo>
                  <a:lnTo>
                    <a:pt x="3625" y="3288"/>
                  </a:lnTo>
                  <a:cubicBezTo>
                    <a:pt x="3629" y="3284"/>
                    <a:pt x="3632" y="3279"/>
                    <a:pt x="3635" y="3274"/>
                  </a:cubicBezTo>
                  <a:cubicBezTo>
                    <a:pt x="3643" y="3259"/>
                    <a:pt x="3648" y="3242"/>
                    <a:pt x="3648" y="3225"/>
                  </a:cubicBezTo>
                  <a:lnTo>
                    <a:pt x="3647" y="3227"/>
                  </a:lnTo>
                  <a:cubicBezTo>
                    <a:pt x="3650" y="3226"/>
                    <a:pt x="3654" y="3225"/>
                    <a:pt x="3656" y="3223"/>
                  </a:cubicBezTo>
                  <a:cubicBezTo>
                    <a:pt x="3695" y="3141"/>
                    <a:pt x="3733" y="3059"/>
                    <a:pt x="3774" y="2978"/>
                  </a:cubicBezTo>
                  <a:cubicBezTo>
                    <a:pt x="3786" y="2953"/>
                    <a:pt x="3774" y="2941"/>
                    <a:pt x="3757" y="2929"/>
                  </a:cubicBezTo>
                  <a:cubicBezTo>
                    <a:pt x="3753" y="2919"/>
                    <a:pt x="3762" y="2907"/>
                    <a:pt x="3748" y="2897"/>
                  </a:cubicBezTo>
                  <a:cubicBezTo>
                    <a:pt x="3709" y="2950"/>
                    <a:pt x="3689" y="3013"/>
                    <a:pt x="3653" y="3069"/>
                  </a:cubicBezTo>
                  <a:cubicBezTo>
                    <a:pt x="3643" y="3055"/>
                    <a:pt x="3653" y="3046"/>
                    <a:pt x="3657" y="3037"/>
                  </a:cubicBezTo>
                  <a:cubicBezTo>
                    <a:pt x="3678" y="2995"/>
                    <a:pt x="3696" y="2953"/>
                    <a:pt x="3719" y="2914"/>
                  </a:cubicBezTo>
                  <a:cubicBezTo>
                    <a:pt x="3722" y="2911"/>
                    <a:pt x="3724" y="2908"/>
                    <a:pt x="3726" y="2905"/>
                  </a:cubicBezTo>
                  <a:cubicBezTo>
                    <a:pt x="3732" y="2893"/>
                    <a:pt x="3736" y="2881"/>
                    <a:pt x="3736" y="2868"/>
                  </a:cubicBezTo>
                  <a:cubicBezTo>
                    <a:pt x="3736" y="2855"/>
                    <a:pt x="3731" y="2842"/>
                    <a:pt x="3726" y="2831"/>
                  </a:cubicBezTo>
                  <a:cubicBezTo>
                    <a:pt x="3721" y="2823"/>
                    <a:pt x="3716" y="2816"/>
                    <a:pt x="3709" y="2811"/>
                  </a:cubicBezTo>
                  <a:cubicBezTo>
                    <a:pt x="3692" y="2823"/>
                    <a:pt x="3688" y="2845"/>
                    <a:pt x="3679" y="2862"/>
                  </a:cubicBezTo>
                  <a:cubicBezTo>
                    <a:pt x="3650" y="2913"/>
                    <a:pt x="3638" y="2971"/>
                    <a:pt x="3603" y="3019"/>
                  </a:cubicBezTo>
                  <a:cubicBezTo>
                    <a:pt x="3598" y="2997"/>
                    <a:pt x="3611" y="2980"/>
                    <a:pt x="3619" y="2962"/>
                  </a:cubicBezTo>
                  <a:cubicBezTo>
                    <a:pt x="3642" y="2909"/>
                    <a:pt x="3667" y="2856"/>
                    <a:pt x="3690" y="2803"/>
                  </a:cubicBezTo>
                  <a:cubicBezTo>
                    <a:pt x="3696" y="2791"/>
                    <a:pt x="3704" y="2777"/>
                    <a:pt x="3683" y="2768"/>
                  </a:cubicBezTo>
                  <a:cubicBezTo>
                    <a:pt x="3682" y="2770"/>
                    <a:pt x="3681" y="2772"/>
                    <a:pt x="3680" y="2774"/>
                  </a:cubicBezTo>
                  <a:cubicBezTo>
                    <a:pt x="3667" y="2796"/>
                    <a:pt x="3657" y="2819"/>
                    <a:pt x="3648" y="2843"/>
                  </a:cubicBezTo>
                  <a:cubicBezTo>
                    <a:pt x="3628" y="2889"/>
                    <a:pt x="3617" y="2939"/>
                    <a:pt x="3591" y="2983"/>
                  </a:cubicBezTo>
                  <a:cubicBezTo>
                    <a:pt x="3591" y="2983"/>
                    <a:pt x="3591" y="2982"/>
                    <a:pt x="3591" y="2981"/>
                  </a:cubicBezTo>
                  <a:cubicBezTo>
                    <a:pt x="3591" y="2960"/>
                    <a:pt x="3596" y="2939"/>
                    <a:pt x="3605" y="2920"/>
                  </a:cubicBezTo>
                  <a:cubicBezTo>
                    <a:pt x="3625" y="2869"/>
                    <a:pt x="3645" y="2818"/>
                    <a:pt x="3666" y="2767"/>
                  </a:cubicBezTo>
                  <a:cubicBezTo>
                    <a:pt x="3673" y="2748"/>
                    <a:pt x="3678" y="2730"/>
                    <a:pt x="3655" y="2716"/>
                  </a:cubicBezTo>
                  <a:cubicBezTo>
                    <a:pt x="3629" y="2757"/>
                    <a:pt x="3623" y="2804"/>
                    <a:pt x="3596" y="2841"/>
                  </a:cubicBezTo>
                  <a:cubicBezTo>
                    <a:pt x="3602" y="2810"/>
                    <a:pt x="3615" y="2782"/>
                    <a:pt x="3622" y="2753"/>
                  </a:cubicBezTo>
                  <a:cubicBezTo>
                    <a:pt x="3629" y="2723"/>
                    <a:pt x="3660" y="2700"/>
                    <a:pt x="3631" y="2671"/>
                  </a:cubicBezTo>
                  <a:cubicBezTo>
                    <a:pt x="3607" y="2681"/>
                    <a:pt x="3617" y="2712"/>
                    <a:pt x="3591" y="2722"/>
                  </a:cubicBezTo>
                  <a:cubicBezTo>
                    <a:pt x="3599" y="2689"/>
                    <a:pt x="3611" y="2658"/>
                    <a:pt x="3628" y="2629"/>
                  </a:cubicBezTo>
                  <a:cubicBezTo>
                    <a:pt x="3629" y="2627"/>
                    <a:pt x="3630" y="2626"/>
                    <a:pt x="3630" y="2625"/>
                  </a:cubicBezTo>
                  <a:cubicBezTo>
                    <a:pt x="3638" y="2641"/>
                    <a:pt x="3632" y="2662"/>
                    <a:pt x="3654" y="2665"/>
                  </a:cubicBezTo>
                  <a:cubicBezTo>
                    <a:pt x="3671" y="2659"/>
                    <a:pt x="3667" y="2633"/>
                    <a:pt x="3688" y="2629"/>
                  </a:cubicBezTo>
                  <a:cubicBezTo>
                    <a:pt x="3688" y="2658"/>
                    <a:pt x="3647" y="2682"/>
                    <a:pt x="3683" y="2714"/>
                  </a:cubicBezTo>
                  <a:cubicBezTo>
                    <a:pt x="3702" y="2698"/>
                    <a:pt x="3702" y="2672"/>
                    <a:pt x="3721" y="2658"/>
                  </a:cubicBezTo>
                  <a:cubicBezTo>
                    <a:pt x="3729" y="2679"/>
                    <a:pt x="3712" y="2691"/>
                    <a:pt x="3707" y="2708"/>
                  </a:cubicBezTo>
                  <a:cubicBezTo>
                    <a:pt x="3702" y="2724"/>
                    <a:pt x="3684" y="2740"/>
                    <a:pt x="3709" y="2758"/>
                  </a:cubicBezTo>
                  <a:cubicBezTo>
                    <a:pt x="3727" y="2728"/>
                    <a:pt x="3757" y="2698"/>
                    <a:pt x="3758" y="2667"/>
                  </a:cubicBezTo>
                  <a:cubicBezTo>
                    <a:pt x="3758" y="2644"/>
                    <a:pt x="3725" y="2618"/>
                    <a:pt x="3706" y="2594"/>
                  </a:cubicBezTo>
                  <a:cubicBezTo>
                    <a:pt x="3692" y="2577"/>
                    <a:pt x="3677" y="2561"/>
                    <a:pt x="3661" y="2545"/>
                  </a:cubicBezTo>
                  <a:cubicBezTo>
                    <a:pt x="3644" y="2523"/>
                    <a:pt x="3623" y="2504"/>
                    <a:pt x="3599" y="2489"/>
                  </a:cubicBezTo>
                  <a:cubicBezTo>
                    <a:pt x="3578" y="2508"/>
                    <a:pt x="3583" y="2540"/>
                    <a:pt x="3556" y="2551"/>
                  </a:cubicBezTo>
                  <a:cubicBezTo>
                    <a:pt x="3559" y="2521"/>
                    <a:pt x="3585" y="2498"/>
                    <a:pt x="3581" y="2457"/>
                  </a:cubicBezTo>
                  <a:lnTo>
                    <a:pt x="3549" y="2490"/>
                  </a:lnTo>
                  <a:cubicBezTo>
                    <a:pt x="3566" y="2433"/>
                    <a:pt x="3564" y="2427"/>
                    <a:pt x="3503" y="2388"/>
                  </a:cubicBezTo>
                  <a:cubicBezTo>
                    <a:pt x="3496" y="2372"/>
                    <a:pt x="3487" y="2362"/>
                    <a:pt x="3475" y="2383"/>
                  </a:cubicBezTo>
                  <a:cubicBezTo>
                    <a:pt x="3467" y="2407"/>
                    <a:pt x="3458" y="2430"/>
                    <a:pt x="3447" y="2452"/>
                  </a:cubicBezTo>
                  <a:cubicBezTo>
                    <a:pt x="3447" y="2427"/>
                    <a:pt x="3452" y="2402"/>
                    <a:pt x="3461" y="2378"/>
                  </a:cubicBezTo>
                  <a:cubicBezTo>
                    <a:pt x="3464" y="2365"/>
                    <a:pt x="3467" y="2355"/>
                    <a:pt x="3455" y="2343"/>
                  </a:cubicBezTo>
                  <a:cubicBezTo>
                    <a:pt x="3437" y="2327"/>
                    <a:pt x="3417" y="2313"/>
                    <a:pt x="3396" y="2301"/>
                  </a:cubicBezTo>
                  <a:cubicBezTo>
                    <a:pt x="3353" y="2276"/>
                    <a:pt x="3304" y="2260"/>
                    <a:pt x="3254" y="2255"/>
                  </a:cubicBezTo>
                  <a:lnTo>
                    <a:pt x="3338" y="2354"/>
                  </a:lnTo>
                  <a:lnTo>
                    <a:pt x="3358" y="2290"/>
                  </a:lnTo>
                  <a:cubicBezTo>
                    <a:pt x="3361" y="2298"/>
                    <a:pt x="3363" y="2305"/>
                    <a:pt x="3363" y="2313"/>
                  </a:cubicBezTo>
                  <a:cubicBezTo>
                    <a:pt x="3363" y="2321"/>
                    <a:pt x="3361" y="2329"/>
                    <a:pt x="3358" y="2336"/>
                  </a:cubicBezTo>
                  <a:cubicBezTo>
                    <a:pt x="3348" y="2382"/>
                    <a:pt x="3350" y="2386"/>
                    <a:pt x="3392" y="2415"/>
                  </a:cubicBezTo>
                  <a:cubicBezTo>
                    <a:pt x="3391" y="2417"/>
                    <a:pt x="3391" y="2419"/>
                    <a:pt x="3391" y="2421"/>
                  </a:cubicBezTo>
                  <a:cubicBezTo>
                    <a:pt x="3391" y="2423"/>
                    <a:pt x="3390" y="2425"/>
                    <a:pt x="3392" y="2427"/>
                  </a:cubicBezTo>
                  <a:cubicBezTo>
                    <a:pt x="3392" y="2428"/>
                    <a:pt x="3394" y="2429"/>
                    <a:pt x="3395" y="2430"/>
                  </a:cubicBezTo>
                  <a:cubicBezTo>
                    <a:pt x="3403" y="2437"/>
                    <a:pt x="3408" y="2433"/>
                    <a:pt x="3410" y="2425"/>
                  </a:cubicBezTo>
                  <a:cubicBezTo>
                    <a:pt x="3416" y="2398"/>
                    <a:pt x="3422" y="2373"/>
                    <a:pt x="3428" y="2348"/>
                  </a:cubicBezTo>
                  <a:cubicBezTo>
                    <a:pt x="3430" y="2356"/>
                    <a:pt x="3431" y="2365"/>
                    <a:pt x="3431" y="2374"/>
                  </a:cubicBezTo>
                  <a:cubicBezTo>
                    <a:pt x="3431" y="2384"/>
                    <a:pt x="3429" y="2395"/>
                    <a:pt x="3426" y="2406"/>
                  </a:cubicBezTo>
                  <a:cubicBezTo>
                    <a:pt x="3422" y="2422"/>
                    <a:pt x="3419" y="2438"/>
                    <a:pt x="3418" y="2454"/>
                  </a:cubicBezTo>
                  <a:cubicBezTo>
                    <a:pt x="3418" y="2471"/>
                    <a:pt x="3428" y="2481"/>
                    <a:pt x="3448" y="2474"/>
                  </a:cubicBezTo>
                  <a:cubicBezTo>
                    <a:pt x="3448" y="2487"/>
                    <a:pt x="3440" y="2506"/>
                    <a:pt x="3467" y="2503"/>
                  </a:cubicBezTo>
                  <a:cubicBezTo>
                    <a:pt x="3465" y="2512"/>
                    <a:pt x="3464" y="2521"/>
                    <a:pt x="3464" y="2530"/>
                  </a:cubicBezTo>
                  <a:cubicBezTo>
                    <a:pt x="3464" y="2548"/>
                    <a:pt x="3468" y="2565"/>
                    <a:pt x="3475" y="2581"/>
                  </a:cubicBezTo>
                  <a:cubicBezTo>
                    <a:pt x="3479" y="2594"/>
                    <a:pt x="3491" y="2613"/>
                    <a:pt x="3464" y="2619"/>
                  </a:cubicBezTo>
                  <a:lnTo>
                    <a:pt x="3457" y="2597"/>
                  </a:lnTo>
                  <a:cubicBezTo>
                    <a:pt x="3450" y="2575"/>
                    <a:pt x="3441" y="2553"/>
                    <a:pt x="3431" y="2532"/>
                  </a:cubicBezTo>
                  <a:cubicBezTo>
                    <a:pt x="3374" y="2436"/>
                    <a:pt x="3295" y="2355"/>
                    <a:pt x="3201" y="2295"/>
                  </a:cubicBezTo>
                  <a:cubicBezTo>
                    <a:pt x="3180" y="2251"/>
                    <a:pt x="3138" y="2289"/>
                    <a:pt x="3111" y="2269"/>
                  </a:cubicBezTo>
                  <a:cubicBezTo>
                    <a:pt x="3108" y="2283"/>
                    <a:pt x="3125" y="2287"/>
                    <a:pt x="3123" y="2299"/>
                  </a:cubicBezTo>
                  <a:lnTo>
                    <a:pt x="3124" y="2299"/>
                  </a:lnTo>
                  <a:cubicBezTo>
                    <a:pt x="3097" y="2298"/>
                    <a:pt x="3086" y="2273"/>
                    <a:pt x="3069" y="2259"/>
                  </a:cubicBezTo>
                  <a:cubicBezTo>
                    <a:pt x="3056" y="2248"/>
                    <a:pt x="3048" y="2229"/>
                    <a:pt x="3020" y="2232"/>
                  </a:cubicBezTo>
                  <a:lnTo>
                    <a:pt x="3082" y="2302"/>
                  </a:lnTo>
                  <a:cubicBezTo>
                    <a:pt x="3018" y="2266"/>
                    <a:pt x="2983" y="2197"/>
                    <a:pt x="2907" y="2169"/>
                  </a:cubicBezTo>
                  <a:cubicBezTo>
                    <a:pt x="2915" y="2202"/>
                    <a:pt x="2951" y="2210"/>
                    <a:pt x="2950" y="2243"/>
                  </a:cubicBezTo>
                  <a:cubicBezTo>
                    <a:pt x="2890" y="2156"/>
                    <a:pt x="2799" y="2104"/>
                    <a:pt x="2724" y="2034"/>
                  </a:cubicBezTo>
                  <a:cubicBezTo>
                    <a:pt x="2714" y="2022"/>
                    <a:pt x="2702" y="2012"/>
                    <a:pt x="2688" y="2004"/>
                  </a:cubicBezTo>
                  <a:cubicBezTo>
                    <a:pt x="2683" y="2001"/>
                    <a:pt x="2678" y="1998"/>
                    <a:pt x="2672" y="1996"/>
                  </a:cubicBezTo>
                  <a:cubicBezTo>
                    <a:pt x="2684" y="2031"/>
                    <a:pt x="2718" y="2045"/>
                    <a:pt x="2723" y="2077"/>
                  </a:cubicBezTo>
                  <a:cubicBezTo>
                    <a:pt x="2673" y="2047"/>
                    <a:pt x="2644" y="1998"/>
                    <a:pt x="2611" y="1952"/>
                  </a:cubicBezTo>
                  <a:cubicBezTo>
                    <a:pt x="2593" y="1925"/>
                    <a:pt x="2572" y="1900"/>
                    <a:pt x="2549" y="1878"/>
                  </a:cubicBezTo>
                  <a:cubicBezTo>
                    <a:pt x="2521" y="1851"/>
                    <a:pt x="2487" y="1830"/>
                    <a:pt x="2458" y="1806"/>
                  </a:cubicBezTo>
                  <a:cubicBezTo>
                    <a:pt x="2408" y="1765"/>
                    <a:pt x="2365" y="1716"/>
                    <a:pt x="2330" y="1662"/>
                  </a:cubicBezTo>
                  <a:cubicBezTo>
                    <a:pt x="2345" y="1657"/>
                    <a:pt x="2352" y="1668"/>
                    <a:pt x="2360" y="1674"/>
                  </a:cubicBezTo>
                  <a:cubicBezTo>
                    <a:pt x="2424" y="1723"/>
                    <a:pt x="2484" y="1777"/>
                    <a:pt x="2540" y="1835"/>
                  </a:cubicBezTo>
                  <a:cubicBezTo>
                    <a:pt x="2623" y="1921"/>
                    <a:pt x="2711" y="1999"/>
                    <a:pt x="2848" y="2017"/>
                  </a:cubicBezTo>
                  <a:cubicBezTo>
                    <a:pt x="2835" y="2010"/>
                    <a:pt x="2822" y="2003"/>
                    <a:pt x="2810" y="1996"/>
                  </a:cubicBezTo>
                  <a:cubicBezTo>
                    <a:pt x="2766" y="1970"/>
                    <a:pt x="2726" y="1940"/>
                    <a:pt x="2689" y="1905"/>
                  </a:cubicBezTo>
                  <a:cubicBezTo>
                    <a:pt x="2612" y="1824"/>
                    <a:pt x="2533" y="1745"/>
                    <a:pt x="2457" y="1662"/>
                  </a:cubicBezTo>
                  <a:cubicBezTo>
                    <a:pt x="2401" y="1602"/>
                    <a:pt x="2340" y="1545"/>
                    <a:pt x="2275" y="1494"/>
                  </a:cubicBezTo>
                  <a:cubicBezTo>
                    <a:pt x="2137" y="1385"/>
                    <a:pt x="1988" y="1290"/>
                    <a:pt x="1855" y="1174"/>
                  </a:cubicBezTo>
                  <a:cubicBezTo>
                    <a:pt x="1759" y="1086"/>
                    <a:pt x="1656" y="1006"/>
                    <a:pt x="1546" y="936"/>
                  </a:cubicBezTo>
                  <a:cubicBezTo>
                    <a:pt x="1521" y="921"/>
                    <a:pt x="1499" y="901"/>
                    <a:pt x="1476" y="883"/>
                  </a:cubicBezTo>
                  <a:cubicBezTo>
                    <a:pt x="1399" y="827"/>
                    <a:pt x="1335" y="751"/>
                    <a:pt x="1233" y="734"/>
                  </a:cubicBezTo>
                  <a:cubicBezTo>
                    <a:pt x="1197" y="728"/>
                    <a:pt x="1166" y="705"/>
                    <a:pt x="1129" y="695"/>
                  </a:cubicBezTo>
                  <a:cubicBezTo>
                    <a:pt x="1092" y="685"/>
                    <a:pt x="1069" y="648"/>
                    <a:pt x="1041" y="622"/>
                  </a:cubicBezTo>
                  <a:cubicBezTo>
                    <a:pt x="1034" y="616"/>
                    <a:pt x="1020" y="611"/>
                    <a:pt x="1030" y="596"/>
                  </a:cubicBezTo>
                  <a:cubicBezTo>
                    <a:pt x="1066" y="601"/>
                    <a:pt x="1092" y="625"/>
                    <a:pt x="1124" y="641"/>
                  </a:cubicBezTo>
                  <a:cubicBezTo>
                    <a:pt x="1121" y="635"/>
                    <a:pt x="1118" y="629"/>
                    <a:pt x="1115" y="623"/>
                  </a:cubicBezTo>
                  <a:cubicBezTo>
                    <a:pt x="1105" y="606"/>
                    <a:pt x="1090" y="591"/>
                    <a:pt x="1073" y="581"/>
                  </a:cubicBezTo>
                  <a:cubicBezTo>
                    <a:pt x="1024" y="550"/>
                    <a:pt x="981" y="508"/>
                    <a:pt x="924" y="492"/>
                  </a:cubicBezTo>
                  <a:cubicBezTo>
                    <a:pt x="899" y="485"/>
                    <a:pt x="900" y="465"/>
                    <a:pt x="913" y="454"/>
                  </a:cubicBezTo>
                  <a:cubicBezTo>
                    <a:pt x="937" y="432"/>
                    <a:pt x="963" y="413"/>
                    <a:pt x="991" y="396"/>
                  </a:cubicBezTo>
                  <a:cubicBezTo>
                    <a:pt x="1009" y="386"/>
                    <a:pt x="1027" y="378"/>
                    <a:pt x="1046" y="370"/>
                  </a:cubicBezTo>
                  <a:cubicBezTo>
                    <a:pt x="1027" y="387"/>
                    <a:pt x="1007" y="403"/>
                    <a:pt x="986" y="417"/>
                  </a:cubicBezTo>
                  <a:cubicBezTo>
                    <a:pt x="962" y="433"/>
                    <a:pt x="941" y="453"/>
                    <a:pt x="926" y="477"/>
                  </a:cubicBezTo>
                  <a:cubicBezTo>
                    <a:pt x="967" y="479"/>
                    <a:pt x="982" y="446"/>
                    <a:pt x="1007" y="431"/>
                  </a:cubicBezTo>
                  <a:cubicBezTo>
                    <a:pt x="1032" y="416"/>
                    <a:pt x="1052" y="391"/>
                    <a:pt x="1088" y="378"/>
                  </a:cubicBezTo>
                  <a:cubicBezTo>
                    <a:pt x="1065" y="415"/>
                    <a:pt x="1025" y="425"/>
                    <a:pt x="1009" y="467"/>
                  </a:cubicBezTo>
                  <a:cubicBezTo>
                    <a:pt x="1051" y="451"/>
                    <a:pt x="1073" y="420"/>
                    <a:pt x="1110" y="412"/>
                  </a:cubicBezTo>
                  <a:cubicBezTo>
                    <a:pt x="1087" y="436"/>
                    <a:pt x="1061" y="454"/>
                    <a:pt x="1037" y="475"/>
                  </a:cubicBezTo>
                  <a:cubicBezTo>
                    <a:pt x="1027" y="484"/>
                    <a:pt x="996" y="489"/>
                    <a:pt x="1013" y="509"/>
                  </a:cubicBezTo>
                  <a:cubicBezTo>
                    <a:pt x="1030" y="529"/>
                    <a:pt x="1038" y="499"/>
                    <a:pt x="1051" y="492"/>
                  </a:cubicBezTo>
                  <a:cubicBezTo>
                    <a:pt x="1072" y="480"/>
                    <a:pt x="1084" y="452"/>
                    <a:pt x="1121" y="445"/>
                  </a:cubicBezTo>
                  <a:lnTo>
                    <a:pt x="1036" y="534"/>
                  </a:lnTo>
                  <a:cubicBezTo>
                    <a:pt x="1101" y="520"/>
                    <a:pt x="1124" y="466"/>
                    <a:pt x="1172" y="445"/>
                  </a:cubicBezTo>
                  <a:cubicBezTo>
                    <a:pt x="1174" y="463"/>
                    <a:pt x="1158" y="467"/>
                    <a:pt x="1153" y="477"/>
                  </a:cubicBezTo>
                  <a:cubicBezTo>
                    <a:pt x="1139" y="510"/>
                    <a:pt x="1172" y="477"/>
                    <a:pt x="1172" y="497"/>
                  </a:cubicBezTo>
                  <a:cubicBezTo>
                    <a:pt x="1161" y="508"/>
                    <a:pt x="1148" y="522"/>
                    <a:pt x="1134" y="535"/>
                  </a:cubicBezTo>
                  <a:cubicBezTo>
                    <a:pt x="1128" y="542"/>
                    <a:pt x="1119" y="548"/>
                    <a:pt x="1110" y="541"/>
                  </a:cubicBezTo>
                  <a:cubicBezTo>
                    <a:pt x="1095" y="528"/>
                    <a:pt x="1086" y="538"/>
                    <a:pt x="1081" y="549"/>
                  </a:cubicBezTo>
                  <a:cubicBezTo>
                    <a:pt x="1076" y="561"/>
                    <a:pt x="1090" y="567"/>
                    <a:pt x="1098" y="573"/>
                  </a:cubicBezTo>
                  <a:cubicBezTo>
                    <a:pt x="1116" y="585"/>
                    <a:pt x="1129" y="576"/>
                    <a:pt x="1142" y="564"/>
                  </a:cubicBezTo>
                  <a:cubicBezTo>
                    <a:pt x="1167" y="541"/>
                    <a:pt x="1192" y="518"/>
                    <a:pt x="1217" y="495"/>
                  </a:cubicBezTo>
                  <a:cubicBezTo>
                    <a:pt x="1209" y="533"/>
                    <a:pt x="1175" y="551"/>
                    <a:pt x="1157" y="581"/>
                  </a:cubicBezTo>
                  <a:cubicBezTo>
                    <a:pt x="1177" y="590"/>
                    <a:pt x="1183" y="561"/>
                    <a:pt x="1202" y="569"/>
                  </a:cubicBezTo>
                  <a:cubicBezTo>
                    <a:pt x="1202" y="590"/>
                    <a:pt x="1171" y="593"/>
                    <a:pt x="1171" y="622"/>
                  </a:cubicBezTo>
                  <a:cubicBezTo>
                    <a:pt x="1209" y="607"/>
                    <a:pt x="1231" y="574"/>
                    <a:pt x="1267" y="558"/>
                  </a:cubicBezTo>
                  <a:cubicBezTo>
                    <a:pt x="1263" y="577"/>
                    <a:pt x="1256" y="596"/>
                    <a:pt x="1246" y="613"/>
                  </a:cubicBezTo>
                  <a:cubicBezTo>
                    <a:pt x="1240" y="623"/>
                    <a:pt x="1234" y="632"/>
                    <a:pt x="1226" y="641"/>
                  </a:cubicBezTo>
                  <a:cubicBezTo>
                    <a:pt x="1244" y="654"/>
                    <a:pt x="1258" y="655"/>
                    <a:pt x="1268" y="641"/>
                  </a:cubicBezTo>
                  <a:cubicBezTo>
                    <a:pt x="1274" y="634"/>
                    <a:pt x="1280" y="626"/>
                    <a:pt x="1284" y="618"/>
                  </a:cubicBezTo>
                  <a:cubicBezTo>
                    <a:pt x="1295" y="599"/>
                    <a:pt x="1302" y="578"/>
                    <a:pt x="1303" y="556"/>
                  </a:cubicBezTo>
                  <a:cubicBezTo>
                    <a:pt x="1303" y="523"/>
                    <a:pt x="1303" y="490"/>
                    <a:pt x="1303" y="457"/>
                  </a:cubicBezTo>
                  <a:cubicBezTo>
                    <a:pt x="1315" y="454"/>
                    <a:pt x="1330" y="457"/>
                    <a:pt x="1331" y="439"/>
                  </a:cubicBezTo>
                  <a:cubicBezTo>
                    <a:pt x="1332" y="436"/>
                    <a:pt x="1332" y="433"/>
                    <a:pt x="1332" y="430"/>
                  </a:cubicBezTo>
                  <a:cubicBezTo>
                    <a:pt x="1332" y="407"/>
                    <a:pt x="1329" y="385"/>
                    <a:pt x="1322" y="363"/>
                  </a:cubicBezTo>
                  <a:cubicBezTo>
                    <a:pt x="1320" y="353"/>
                    <a:pt x="1311" y="350"/>
                    <a:pt x="1301" y="354"/>
                  </a:cubicBezTo>
                  <a:cubicBezTo>
                    <a:pt x="1291" y="358"/>
                    <a:pt x="1280" y="361"/>
                    <a:pt x="1269" y="363"/>
                  </a:cubicBezTo>
                  <a:cubicBezTo>
                    <a:pt x="1201" y="369"/>
                    <a:pt x="1131" y="383"/>
                    <a:pt x="1077" y="322"/>
                  </a:cubicBezTo>
                  <a:cubicBezTo>
                    <a:pt x="1087" y="322"/>
                    <a:pt x="1100" y="329"/>
                    <a:pt x="1105" y="315"/>
                  </a:cubicBezTo>
                  <a:cubicBezTo>
                    <a:pt x="1116" y="291"/>
                    <a:pt x="1121" y="266"/>
                    <a:pt x="1121" y="239"/>
                  </a:cubicBezTo>
                  <a:cubicBezTo>
                    <a:pt x="1121" y="225"/>
                    <a:pt x="1120" y="211"/>
                    <a:pt x="1116" y="197"/>
                  </a:cubicBezTo>
                  <a:lnTo>
                    <a:pt x="1037" y="233"/>
                  </a:lnTo>
                  <a:cubicBezTo>
                    <a:pt x="1052" y="261"/>
                    <a:pt x="1064" y="290"/>
                    <a:pt x="1072" y="320"/>
                  </a:cubicBezTo>
                  <a:cubicBezTo>
                    <a:pt x="1063" y="314"/>
                    <a:pt x="1055" y="306"/>
                    <a:pt x="1050" y="297"/>
                  </a:cubicBezTo>
                  <a:cubicBezTo>
                    <a:pt x="1045" y="289"/>
                    <a:pt x="1042" y="280"/>
                    <a:pt x="1042" y="271"/>
                  </a:cubicBezTo>
                  <a:cubicBezTo>
                    <a:pt x="1039" y="258"/>
                    <a:pt x="987" y="280"/>
                    <a:pt x="1023" y="244"/>
                  </a:cubicBezTo>
                  <a:cubicBezTo>
                    <a:pt x="1025" y="243"/>
                    <a:pt x="1017" y="238"/>
                    <a:pt x="1012" y="236"/>
                  </a:cubicBezTo>
                  <a:cubicBezTo>
                    <a:pt x="955" y="218"/>
                    <a:pt x="954" y="216"/>
                    <a:pt x="966" y="157"/>
                  </a:cubicBezTo>
                  <a:cubicBezTo>
                    <a:pt x="971" y="139"/>
                    <a:pt x="973" y="121"/>
                    <a:pt x="973" y="102"/>
                  </a:cubicBezTo>
                  <a:cubicBezTo>
                    <a:pt x="973" y="93"/>
                    <a:pt x="972" y="84"/>
                    <a:pt x="971" y="75"/>
                  </a:cubicBezTo>
                  <a:cubicBezTo>
                    <a:pt x="949" y="79"/>
                    <a:pt x="946" y="105"/>
                    <a:pt x="926" y="106"/>
                  </a:cubicBezTo>
                  <a:moveTo>
                    <a:pt x="3286" y="4335"/>
                  </a:moveTo>
                  <a:cubicBezTo>
                    <a:pt x="3293" y="4334"/>
                    <a:pt x="3300" y="4331"/>
                    <a:pt x="3306" y="4328"/>
                  </a:cubicBezTo>
                  <a:cubicBezTo>
                    <a:pt x="3315" y="4322"/>
                    <a:pt x="3323" y="4315"/>
                    <a:pt x="3328" y="4307"/>
                  </a:cubicBezTo>
                  <a:cubicBezTo>
                    <a:pt x="3329" y="4305"/>
                    <a:pt x="3329" y="4304"/>
                    <a:pt x="3330" y="4302"/>
                  </a:cubicBezTo>
                  <a:cubicBezTo>
                    <a:pt x="3346" y="4296"/>
                    <a:pt x="3362" y="4289"/>
                    <a:pt x="3377" y="4280"/>
                  </a:cubicBezTo>
                  <a:cubicBezTo>
                    <a:pt x="3405" y="4264"/>
                    <a:pt x="3430" y="4244"/>
                    <a:pt x="3451" y="4219"/>
                  </a:cubicBezTo>
                  <a:cubicBezTo>
                    <a:pt x="3414" y="4237"/>
                    <a:pt x="3386" y="4254"/>
                    <a:pt x="3356" y="4265"/>
                  </a:cubicBezTo>
                  <a:cubicBezTo>
                    <a:pt x="3353" y="4266"/>
                    <a:pt x="3351" y="4266"/>
                    <a:pt x="3348" y="4268"/>
                  </a:cubicBezTo>
                  <a:cubicBezTo>
                    <a:pt x="3342" y="4270"/>
                    <a:pt x="3338" y="4275"/>
                    <a:pt x="3335" y="4281"/>
                  </a:cubicBezTo>
                  <a:cubicBezTo>
                    <a:pt x="3332" y="4286"/>
                    <a:pt x="3330" y="4293"/>
                    <a:pt x="3330" y="4299"/>
                  </a:cubicBezTo>
                  <a:cubicBezTo>
                    <a:pt x="3330" y="4301"/>
                    <a:pt x="3331" y="4302"/>
                    <a:pt x="3331" y="4303"/>
                  </a:cubicBezTo>
                  <a:cubicBezTo>
                    <a:pt x="3323" y="4304"/>
                    <a:pt x="3316" y="4306"/>
                    <a:pt x="3310" y="4310"/>
                  </a:cubicBezTo>
                  <a:cubicBezTo>
                    <a:pt x="3302" y="4315"/>
                    <a:pt x="3295" y="4321"/>
                    <a:pt x="3291" y="4329"/>
                  </a:cubicBezTo>
                  <a:cubicBezTo>
                    <a:pt x="3289" y="4332"/>
                    <a:pt x="3288" y="4334"/>
                    <a:pt x="3287" y="4337"/>
                  </a:cubicBezTo>
                  <a:cubicBezTo>
                    <a:pt x="3266" y="4334"/>
                    <a:pt x="3256" y="4347"/>
                    <a:pt x="3248" y="4363"/>
                  </a:cubicBezTo>
                  <a:cubicBezTo>
                    <a:pt x="3264" y="4359"/>
                    <a:pt x="3280" y="4354"/>
                    <a:pt x="3286" y="4335"/>
                  </a:cubicBezTo>
                  <a:moveTo>
                    <a:pt x="2719" y="3830"/>
                  </a:moveTo>
                  <a:cubicBezTo>
                    <a:pt x="2729" y="3820"/>
                    <a:pt x="2743" y="3835"/>
                    <a:pt x="2754" y="3825"/>
                  </a:cubicBezTo>
                  <a:cubicBezTo>
                    <a:pt x="2761" y="3820"/>
                    <a:pt x="2769" y="3814"/>
                    <a:pt x="2766" y="3804"/>
                  </a:cubicBezTo>
                  <a:lnTo>
                    <a:pt x="2766" y="3803"/>
                  </a:lnTo>
                  <a:cubicBezTo>
                    <a:pt x="2764" y="3800"/>
                    <a:pt x="2761" y="3796"/>
                    <a:pt x="2758" y="3795"/>
                  </a:cubicBezTo>
                  <a:cubicBezTo>
                    <a:pt x="2757" y="3794"/>
                    <a:pt x="2756" y="3794"/>
                    <a:pt x="2755" y="3794"/>
                  </a:cubicBezTo>
                  <a:cubicBezTo>
                    <a:pt x="2752" y="3792"/>
                    <a:pt x="2749" y="3792"/>
                    <a:pt x="2747" y="3792"/>
                  </a:cubicBezTo>
                  <a:cubicBezTo>
                    <a:pt x="2744" y="3792"/>
                    <a:pt x="2742" y="3792"/>
                    <a:pt x="2740" y="3794"/>
                  </a:cubicBezTo>
                  <a:cubicBezTo>
                    <a:pt x="2737" y="3795"/>
                    <a:pt x="2736" y="3796"/>
                    <a:pt x="2735" y="3799"/>
                  </a:cubicBezTo>
                  <a:cubicBezTo>
                    <a:pt x="2734" y="3800"/>
                    <a:pt x="2734" y="3801"/>
                    <a:pt x="2734" y="3802"/>
                  </a:cubicBezTo>
                  <a:cubicBezTo>
                    <a:pt x="2730" y="3812"/>
                    <a:pt x="2724" y="3821"/>
                    <a:pt x="2719" y="3831"/>
                  </a:cubicBezTo>
                  <a:cubicBezTo>
                    <a:pt x="2719" y="3810"/>
                    <a:pt x="2738" y="3785"/>
                    <a:pt x="2707" y="3770"/>
                  </a:cubicBezTo>
                  <a:cubicBezTo>
                    <a:pt x="2698" y="3766"/>
                    <a:pt x="2688" y="3758"/>
                    <a:pt x="2681" y="3772"/>
                  </a:cubicBezTo>
                  <a:cubicBezTo>
                    <a:pt x="2674" y="3786"/>
                    <a:pt x="2670" y="3794"/>
                    <a:pt x="2685" y="3804"/>
                  </a:cubicBezTo>
                  <a:cubicBezTo>
                    <a:pt x="2699" y="3813"/>
                    <a:pt x="2717" y="3809"/>
                    <a:pt x="2719" y="3830"/>
                  </a:cubicBezTo>
                  <a:moveTo>
                    <a:pt x="2409" y="4398"/>
                  </a:moveTo>
                  <a:cubicBezTo>
                    <a:pt x="2398" y="4406"/>
                    <a:pt x="2409" y="4367"/>
                    <a:pt x="2392" y="4389"/>
                  </a:cubicBezTo>
                  <a:cubicBezTo>
                    <a:pt x="2389" y="4393"/>
                    <a:pt x="2386" y="4397"/>
                    <a:pt x="2384" y="4401"/>
                  </a:cubicBezTo>
                  <a:cubicBezTo>
                    <a:pt x="2379" y="4410"/>
                    <a:pt x="2376" y="4420"/>
                    <a:pt x="2376" y="4430"/>
                  </a:cubicBezTo>
                  <a:lnTo>
                    <a:pt x="2376" y="4431"/>
                  </a:lnTo>
                  <a:cubicBezTo>
                    <a:pt x="2394" y="4424"/>
                    <a:pt x="2391" y="4399"/>
                    <a:pt x="2411" y="4396"/>
                  </a:cubicBezTo>
                  <a:cubicBezTo>
                    <a:pt x="2409" y="4415"/>
                    <a:pt x="2393" y="4431"/>
                    <a:pt x="2396" y="4453"/>
                  </a:cubicBezTo>
                  <a:cubicBezTo>
                    <a:pt x="2398" y="4452"/>
                    <a:pt x="2400" y="4450"/>
                    <a:pt x="2401" y="4450"/>
                  </a:cubicBezTo>
                  <a:cubicBezTo>
                    <a:pt x="2409" y="4445"/>
                    <a:pt x="2415" y="4439"/>
                    <a:pt x="2420" y="4431"/>
                  </a:cubicBezTo>
                  <a:lnTo>
                    <a:pt x="2421" y="4430"/>
                  </a:lnTo>
                  <a:cubicBezTo>
                    <a:pt x="2445" y="4401"/>
                    <a:pt x="2465" y="4369"/>
                    <a:pt x="2485" y="4337"/>
                  </a:cubicBezTo>
                  <a:cubicBezTo>
                    <a:pt x="2487" y="4332"/>
                    <a:pt x="2490" y="4329"/>
                    <a:pt x="2492" y="4324"/>
                  </a:cubicBezTo>
                  <a:cubicBezTo>
                    <a:pt x="2493" y="4324"/>
                    <a:pt x="2494" y="4323"/>
                    <a:pt x="2496" y="4323"/>
                  </a:cubicBezTo>
                  <a:cubicBezTo>
                    <a:pt x="2515" y="4311"/>
                    <a:pt x="2531" y="4295"/>
                    <a:pt x="2542" y="4276"/>
                  </a:cubicBezTo>
                  <a:cubicBezTo>
                    <a:pt x="2547" y="4268"/>
                    <a:pt x="2550" y="4260"/>
                    <a:pt x="2553" y="4251"/>
                  </a:cubicBezTo>
                  <a:cubicBezTo>
                    <a:pt x="2571" y="4209"/>
                    <a:pt x="2588" y="4165"/>
                    <a:pt x="2603" y="4122"/>
                  </a:cubicBezTo>
                  <a:cubicBezTo>
                    <a:pt x="2606" y="4113"/>
                    <a:pt x="2618" y="4102"/>
                    <a:pt x="2603" y="4089"/>
                  </a:cubicBezTo>
                  <a:cubicBezTo>
                    <a:pt x="2561" y="4165"/>
                    <a:pt x="2524" y="4243"/>
                    <a:pt x="2493" y="4324"/>
                  </a:cubicBezTo>
                  <a:cubicBezTo>
                    <a:pt x="2492" y="4324"/>
                    <a:pt x="2490" y="4324"/>
                    <a:pt x="2488" y="4324"/>
                  </a:cubicBezTo>
                  <a:cubicBezTo>
                    <a:pt x="2477" y="4324"/>
                    <a:pt x="2465" y="4327"/>
                    <a:pt x="2455" y="4333"/>
                  </a:cubicBezTo>
                  <a:cubicBezTo>
                    <a:pt x="2445" y="4338"/>
                    <a:pt x="2437" y="4347"/>
                    <a:pt x="2431" y="4357"/>
                  </a:cubicBezTo>
                  <a:cubicBezTo>
                    <a:pt x="2428" y="4362"/>
                    <a:pt x="2426" y="4367"/>
                    <a:pt x="2425" y="4373"/>
                  </a:cubicBezTo>
                  <a:cubicBezTo>
                    <a:pt x="2423" y="4376"/>
                    <a:pt x="2422" y="4379"/>
                    <a:pt x="2420" y="4382"/>
                  </a:cubicBezTo>
                  <a:cubicBezTo>
                    <a:pt x="2417" y="4388"/>
                    <a:pt x="2413" y="4393"/>
                    <a:pt x="2409" y="4398"/>
                  </a:cubicBezTo>
                  <a:moveTo>
                    <a:pt x="3069" y="3908"/>
                  </a:moveTo>
                  <a:cubicBezTo>
                    <a:pt x="3058" y="3925"/>
                    <a:pt x="3054" y="3954"/>
                    <a:pt x="3024" y="3928"/>
                  </a:cubicBezTo>
                  <a:cubicBezTo>
                    <a:pt x="3023" y="3927"/>
                    <a:pt x="3021" y="3926"/>
                    <a:pt x="3020" y="3925"/>
                  </a:cubicBezTo>
                  <a:cubicBezTo>
                    <a:pt x="3012" y="3920"/>
                    <a:pt x="3003" y="3917"/>
                    <a:pt x="2994" y="3915"/>
                  </a:cubicBezTo>
                  <a:cubicBezTo>
                    <a:pt x="2958" y="3900"/>
                    <a:pt x="2921" y="3890"/>
                    <a:pt x="2882" y="3886"/>
                  </a:cubicBezTo>
                  <a:cubicBezTo>
                    <a:pt x="2948" y="3926"/>
                    <a:pt x="3044" y="3958"/>
                    <a:pt x="3092" y="3956"/>
                  </a:cubicBezTo>
                  <a:cubicBezTo>
                    <a:pt x="3092" y="3945"/>
                    <a:pt x="3089" y="3935"/>
                    <a:pt x="3083" y="3925"/>
                  </a:cubicBezTo>
                  <a:cubicBezTo>
                    <a:pt x="3079" y="3918"/>
                    <a:pt x="3073" y="3912"/>
                    <a:pt x="3067" y="3907"/>
                  </a:cubicBezTo>
                  <a:cubicBezTo>
                    <a:pt x="3075" y="3902"/>
                    <a:pt x="3089" y="3911"/>
                    <a:pt x="3093" y="3897"/>
                  </a:cubicBezTo>
                  <a:cubicBezTo>
                    <a:pt x="3085" y="3884"/>
                    <a:pt x="3071" y="3873"/>
                    <a:pt x="3059" y="3882"/>
                  </a:cubicBezTo>
                  <a:cubicBezTo>
                    <a:pt x="3047" y="3890"/>
                    <a:pt x="3069" y="3898"/>
                    <a:pt x="3069" y="3908"/>
                  </a:cubicBezTo>
                  <a:moveTo>
                    <a:pt x="2234" y="4286"/>
                  </a:moveTo>
                  <a:lnTo>
                    <a:pt x="2109" y="4322"/>
                  </a:lnTo>
                  <a:cubicBezTo>
                    <a:pt x="2093" y="4327"/>
                    <a:pt x="2078" y="4332"/>
                    <a:pt x="2063" y="4341"/>
                  </a:cubicBezTo>
                  <a:cubicBezTo>
                    <a:pt x="2044" y="4351"/>
                    <a:pt x="2028" y="4366"/>
                    <a:pt x="2014" y="4383"/>
                  </a:cubicBezTo>
                  <a:cubicBezTo>
                    <a:pt x="2020" y="4383"/>
                    <a:pt x="2024" y="4385"/>
                    <a:pt x="2027" y="4384"/>
                  </a:cubicBezTo>
                  <a:cubicBezTo>
                    <a:pt x="2091" y="4360"/>
                    <a:pt x="2152" y="4325"/>
                    <a:pt x="2218" y="4305"/>
                  </a:cubicBezTo>
                  <a:cubicBezTo>
                    <a:pt x="2229" y="4302"/>
                    <a:pt x="2229" y="4292"/>
                    <a:pt x="2234" y="4284"/>
                  </a:cubicBezTo>
                  <a:cubicBezTo>
                    <a:pt x="2275" y="4298"/>
                    <a:pt x="2302" y="4268"/>
                    <a:pt x="2336" y="4255"/>
                  </a:cubicBezTo>
                  <a:cubicBezTo>
                    <a:pt x="2327" y="4238"/>
                    <a:pt x="2317" y="4236"/>
                    <a:pt x="2304" y="4245"/>
                  </a:cubicBezTo>
                  <a:cubicBezTo>
                    <a:pt x="2281" y="4260"/>
                    <a:pt x="2257" y="4271"/>
                    <a:pt x="2234" y="4286"/>
                  </a:cubicBezTo>
                  <a:moveTo>
                    <a:pt x="3794" y="3585"/>
                  </a:moveTo>
                  <a:cubicBezTo>
                    <a:pt x="3790" y="3567"/>
                    <a:pt x="3805" y="3554"/>
                    <a:pt x="3808" y="3539"/>
                  </a:cubicBezTo>
                  <a:cubicBezTo>
                    <a:pt x="3811" y="3523"/>
                    <a:pt x="3820" y="3510"/>
                    <a:pt x="3806" y="3496"/>
                  </a:cubicBezTo>
                  <a:cubicBezTo>
                    <a:pt x="3800" y="3503"/>
                    <a:pt x="3795" y="3510"/>
                    <a:pt x="3791" y="3518"/>
                  </a:cubicBezTo>
                  <a:cubicBezTo>
                    <a:pt x="3768" y="3556"/>
                    <a:pt x="3757" y="3600"/>
                    <a:pt x="3756" y="3645"/>
                  </a:cubicBezTo>
                  <a:cubicBezTo>
                    <a:pt x="3776" y="3629"/>
                    <a:pt x="3772" y="3596"/>
                    <a:pt x="3796" y="3583"/>
                  </a:cubicBezTo>
                  <a:cubicBezTo>
                    <a:pt x="3769" y="3646"/>
                    <a:pt x="3759" y="3717"/>
                    <a:pt x="3721" y="3777"/>
                  </a:cubicBezTo>
                  <a:cubicBezTo>
                    <a:pt x="3734" y="3761"/>
                    <a:pt x="3760" y="3763"/>
                    <a:pt x="3769" y="3739"/>
                  </a:cubicBezTo>
                  <a:cubicBezTo>
                    <a:pt x="3779" y="3711"/>
                    <a:pt x="3797" y="3684"/>
                    <a:pt x="3806" y="3655"/>
                  </a:cubicBezTo>
                  <a:cubicBezTo>
                    <a:pt x="3810" y="3646"/>
                    <a:pt x="3812" y="3637"/>
                    <a:pt x="3812" y="3628"/>
                  </a:cubicBezTo>
                  <a:cubicBezTo>
                    <a:pt x="3812" y="3617"/>
                    <a:pt x="3808" y="3605"/>
                    <a:pt x="3803" y="3596"/>
                  </a:cubicBezTo>
                  <a:cubicBezTo>
                    <a:pt x="3800" y="3591"/>
                    <a:pt x="3798" y="3587"/>
                    <a:pt x="3794" y="3583"/>
                  </a:cubicBezTo>
                  <a:lnTo>
                    <a:pt x="3794" y="3585"/>
                  </a:lnTo>
                  <a:moveTo>
                    <a:pt x="2439" y="4061"/>
                  </a:moveTo>
                  <a:cubicBezTo>
                    <a:pt x="2450" y="4065"/>
                    <a:pt x="2470" y="4068"/>
                    <a:pt x="2449" y="4084"/>
                  </a:cubicBezTo>
                  <a:cubicBezTo>
                    <a:pt x="2424" y="4103"/>
                    <a:pt x="2404" y="4127"/>
                    <a:pt x="2388" y="4154"/>
                  </a:cubicBezTo>
                  <a:cubicBezTo>
                    <a:pt x="2403" y="4162"/>
                    <a:pt x="2414" y="4165"/>
                    <a:pt x="2424" y="4158"/>
                  </a:cubicBezTo>
                  <a:cubicBezTo>
                    <a:pt x="2462" y="4133"/>
                    <a:pt x="2475" y="4088"/>
                    <a:pt x="2503" y="4055"/>
                  </a:cubicBezTo>
                  <a:cubicBezTo>
                    <a:pt x="2504" y="4053"/>
                    <a:pt x="2505" y="4051"/>
                    <a:pt x="2505" y="4049"/>
                  </a:cubicBezTo>
                  <a:cubicBezTo>
                    <a:pt x="2505" y="4046"/>
                    <a:pt x="2504" y="4044"/>
                    <a:pt x="2503" y="4042"/>
                  </a:cubicBezTo>
                  <a:cubicBezTo>
                    <a:pt x="2502" y="4040"/>
                    <a:pt x="2500" y="4038"/>
                    <a:pt x="2498" y="4037"/>
                  </a:cubicBezTo>
                  <a:cubicBezTo>
                    <a:pt x="2496" y="4036"/>
                    <a:pt x="2494" y="4035"/>
                    <a:pt x="2492" y="4035"/>
                  </a:cubicBezTo>
                  <a:cubicBezTo>
                    <a:pt x="2471" y="4037"/>
                    <a:pt x="2447" y="4030"/>
                    <a:pt x="2436" y="4057"/>
                  </a:cubicBezTo>
                  <a:cubicBezTo>
                    <a:pt x="2372" y="4084"/>
                    <a:pt x="2341" y="4121"/>
                    <a:pt x="2341" y="4177"/>
                  </a:cubicBezTo>
                  <a:lnTo>
                    <a:pt x="2439" y="4061"/>
                  </a:lnTo>
                  <a:moveTo>
                    <a:pt x="3153" y="3972"/>
                  </a:moveTo>
                  <a:cubicBezTo>
                    <a:pt x="3151" y="3911"/>
                    <a:pt x="3151" y="3911"/>
                    <a:pt x="3114" y="3902"/>
                  </a:cubicBezTo>
                  <a:cubicBezTo>
                    <a:pt x="3102" y="3966"/>
                    <a:pt x="3104" y="3969"/>
                    <a:pt x="3155" y="3971"/>
                  </a:cubicBezTo>
                  <a:lnTo>
                    <a:pt x="3181" y="4001"/>
                  </a:lnTo>
                  <a:cubicBezTo>
                    <a:pt x="3201" y="3998"/>
                    <a:pt x="3194" y="3967"/>
                    <a:pt x="3221" y="3972"/>
                  </a:cubicBezTo>
                  <a:cubicBezTo>
                    <a:pt x="3231" y="3986"/>
                    <a:pt x="3219" y="4008"/>
                    <a:pt x="3229" y="4023"/>
                  </a:cubicBezTo>
                  <a:cubicBezTo>
                    <a:pt x="3284" y="4014"/>
                    <a:pt x="3294" y="3963"/>
                    <a:pt x="3325" y="3930"/>
                  </a:cubicBezTo>
                  <a:cubicBezTo>
                    <a:pt x="3303" y="3937"/>
                    <a:pt x="3281" y="3942"/>
                    <a:pt x="3258" y="3944"/>
                  </a:cubicBezTo>
                  <a:cubicBezTo>
                    <a:pt x="3223" y="3954"/>
                    <a:pt x="3185" y="3952"/>
                    <a:pt x="3153" y="3972"/>
                  </a:cubicBezTo>
                  <a:moveTo>
                    <a:pt x="2566" y="3977"/>
                  </a:moveTo>
                  <a:cubicBezTo>
                    <a:pt x="2579" y="3979"/>
                    <a:pt x="2591" y="3980"/>
                    <a:pt x="2604" y="3982"/>
                  </a:cubicBezTo>
                  <a:cubicBezTo>
                    <a:pt x="2616" y="3983"/>
                    <a:pt x="2623" y="3983"/>
                    <a:pt x="2624" y="3971"/>
                  </a:cubicBezTo>
                  <a:cubicBezTo>
                    <a:pt x="2625" y="3958"/>
                    <a:pt x="2624" y="3950"/>
                    <a:pt x="2609" y="3948"/>
                  </a:cubicBezTo>
                  <a:cubicBezTo>
                    <a:pt x="2536" y="3938"/>
                    <a:pt x="2464" y="3927"/>
                    <a:pt x="2390" y="3916"/>
                  </a:cubicBezTo>
                  <a:cubicBezTo>
                    <a:pt x="2390" y="3932"/>
                    <a:pt x="2396" y="3939"/>
                    <a:pt x="2410" y="3938"/>
                  </a:cubicBezTo>
                  <a:cubicBezTo>
                    <a:pt x="2412" y="3938"/>
                    <a:pt x="2415" y="3938"/>
                    <a:pt x="2417" y="3938"/>
                  </a:cubicBezTo>
                  <a:cubicBezTo>
                    <a:pt x="2429" y="3938"/>
                    <a:pt x="2440" y="3941"/>
                    <a:pt x="2450" y="3946"/>
                  </a:cubicBezTo>
                  <a:cubicBezTo>
                    <a:pt x="2454" y="3948"/>
                    <a:pt x="2457" y="3951"/>
                    <a:pt x="2460" y="3954"/>
                  </a:cubicBezTo>
                  <a:cubicBezTo>
                    <a:pt x="2455" y="3954"/>
                    <a:pt x="2448" y="3954"/>
                    <a:pt x="2445" y="3957"/>
                  </a:cubicBezTo>
                  <a:cubicBezTo>
                    <a:pt x="2441" y="3960"/>
                    <a:pt x="2441" y="3970"/>
                    <a:pt x="2449" y="3972"/>
                  </a:cubicBezTo>
                  <a:cubicBezTo>
                    <a:pt x="2482" y="3981"/>
                    <a:pt x="2515" y="3989"/>
                    <a:pt x="2553" y="3998"/>
                  </a:cubicBezTo>
                  <a:cubicBezTo>
                    <a:pt x="2542" y="4000"/>
                    <a:pt x="2532" y="4002"/>
                    <a:pt x="2522" y="4006"/>
                  </a:cubicBezTo>
                  <a:cubicBezTo>
                    <a:pt x="2516" y="4009"/>
                    <a:pt x="2512" y="4019"/>
                    <a:pt x="2522" y="4022"/>
                  </a:cubicBezTo>
                  <a:cubicBezTo>
                    <a:pt x="2526" y="4023"/>
                    <a:pt x="2530" y="4024"/>
                    <a:pt x="2535" y="4024"/>
                  </a:cubicBezTo>
                  <a:cubicBezTo>
                    <a:pt x="2546" y="4024"/>
                    <a:pt x="2556" y="4021"/>
                    <a:pt x="2566" y="4015"/>
                  </a:cubicBezTo>
                  <a:cubicBezTo>
                    <a:pt x="2570" y="4013"/>
                    <a:pt x="2573" y="4010"/>
                    <a:pt x="2576" y="4007"/>
                  </a:cubicBezTo>
                  <a:cubicBezTo>
                    <a:pt x="2589" y="3999"/>
                    <a:pt x="2566" y="3989"/>
                    <a:pt x="2566" y="3977"/>
                  </a:cubicBezTo>
                  <a:moveTo>
                    <a:pt x="4119" y="3260"/>
                  </a:moveTo>
                  <a:cubicBezTo>
                    <a:pt x="4121" y="3253"/>
                    <a:pt x="4123" y="3245"/>
                    <a:pt x="4123" y="3237"/>
                  </a:cubicBezTo>
                  <a:cubicBezTo>
                    <a:pt x="4123" y="3226"/>
                    <a:pt x="4120" y="3215"/>
                    <a:pt x="4115" y="3205"/>
                  </a:cubicBezTo>
                  <a:cubicBezTo>
                    <a:pt x="4113" y="3212"/>
                    <a:pt x="4112" y="3219"/>
                    <a:pt x="4112" y="3226"/>
                  </a:cubicBezTo>
                  <a:cubicBezTo>
                    <a:pt x="4112" y="3237"/>
                    <a:pt x="4115" y="3249"/>
                    <a:pt x="4119" y="3260"/>
                  </a:cubicBezTo>
                  <a:lnTo>
                    <a:pt x="4172" y="3583"/>
                  </a:lnTo>
                  <a:cubicBezTo>
                    <a:pt x="4186" y="3533"/>
                    <a:pt x="4193" y="3482"/>
                    <a:pt x="4193" y="3430"/>
                  </a:cubicBezTo>
                  <a:cubicBezTo>
                    <a:pt x="4193" y="3383"/>
                    <a:pt x="4187" y="3336"/>
                    <a:pt x="4176" y="3290"/>
                  </a:cubicBezTo>
                  <a:cubicBezTo>
                    <a:pt x="4153" y="3346"/>
                    <a:pt x="4193" y="3401"/>
                    <a:pt x="4178" y="3457"/>
                  </a:cubicBezTo>
                  <a:cubicBezTo>
                    <a:pt x="4159" y="3451"/>
                    <a:pt x="4160" y="3435"/>
                    <a:pt x="4157" y="3422"/>
                  </a:cubicBezTo>
                  <a:cubicBezTo>
                    <a:pt x="4149" y="3375"/>
                    <a:pt x="4142" y="3328"/>
                    <a:pt x="4134" y="3281"/>
                  </a:cubicBezTo>
                  <a:cubicBezTo>
                    <a:pt x="4132" y="3271"/>
                    <a:pt x="4130" y="3263"/>
                    <a:pt x="4119" y="3260"/>
                  </a:cubicBezTo>
                  <a:moveTo>
                    <a:pt x="2446" y="3280"/>
                  </a:moveTo>
                  <a:cubicBezTo>
                    <a:pt x="2429" y="3287"/>
                    <a:pt x="2415" y="3268"/>
                    <a:pt x="2397" y="3276"/>
                  </a:cubicBezTo>
                  <a:cubicBezTo>
                    <a:pt x="2378" y="3335"/>
                    <a:pt x="2363" y="3395"/>
                    <a:pt x="2351" y="3455"/>
                  </a:cubicBezTo>
                  <a:cubicBezTo>
                    <a:pt x="2348" y="3469"/>
                    <a:pt x="2345" y="3485"/>
                    <a:pt x="2366" y="3492"/>
                  </a:cubicBezTo>
                  <a:cubicBezTo>
                    <a:pt x="2378" y="3438"/>
                    <a:pt x="2393" y="3385"/>
                    <a:pt x="2411" y="3333"/>
                  </a:cubicBezTo>
                  <a:cubicBezTo>
                    <a:pt x="2420" y="3313"/>
                    <a:pt x="2424" y="3290"/>
                    <a:pt x="2446" y="3278"/>
                  </a:cubicBezTo>
                  <a:cubicBezTo>
                    <a:pt x="2439" y="3298"/>
                    <a:pt x="2433" y="3317"/>
                    <a:pt x="2426" y="3336"/>
                  </a:cubicBezTo>
                  <a:cubicBezTo>
                    <a:pt x="2407" y="3389"/>
                    <a:pt x="2392" y="3444"/>
                    <a:pt x="2381" y="3500"/>
                  </a:cubicBezTo>
                  <a:cubicBezTo>
                    <a:pt x="2378" y="3518"/>
                    <a:pt x="2371" y="3536"/>
                    <a:pt x="2393" y="3546"/>
                  </a:cubicBezTo>
                  <a:cubicBezTo>
                    <a:pt x="2405" y="3542"/>
                    <a:pt x="2404" y="3531"/>
                    <a:pt x="2407" y="3523"/>
                  </a:cubicBezTo>
                  <a:cubicBezTo>
                    <a:pt x="2428" y="3461"/>
                    <a:pt x="2446" y="3397"/>
                    <a:pt x="2471" y="3336"/>
                  </a:cubicBezTo>
                  <a:cubicBezTo>
                    <a:pt x="2485" y="3303"/>
                    <a:pt x="2469" y="3292"/>
                    <a:pt x="2446" y="3280"/>
                  </a:cubicBezTo>
                  <a:moveTo>
                    <a:pt x="2652" y="4056"/>
                  </a:moveTo>
                  <a:cubicBezTo>
                    <a:pt x="2697" y="4052"/>
                    <a:pt x="2733" y="4027"/>
                    <a:pt x="2786" y="4008"/>
                  </a:cubicBezTo>
                  <a:cubicBezTo>
                    <a:pt x="2692" y="3994"/>
                    <a:pt x="2619" y="4022"/>
                    <a:pt x="2548" y="4048"/>
                  </a:cubicBezTo>
                  <a:cubicBezTo>
                    <a:pt x="2542" y="4048"/>
                    <a:pt x="2537" y="4049"/>
                    <a:pt x="2532" y="4051"/>
                  </a:cubicBezTo>
                  <a:cubicBezTo>
                    <a:pt x="2525" y="4054"/>
                    <a:pt x="2513" y="4057"/>
                    <a:pt x="2523" y="4068"/>
                  </a:cubicBezTo>
                  <a:cubicBezTo>
                    <a:pt x="2528" y="4075"/>
                    <a:pt x="2534" y="4069"/>
                    <a:pt x="2540" y="4064"/>
                  </a:cubicBezTo>
                  <a:cubicBezTo>
                    <a:pt x="2545" y="4058"/>
                    <a:pt x="2550" y="4054"/>
                    <a:pt x="2546" y="4047"/>
                  </a:cubicBezTo>
                  <a:cubicBezTo>
                    <a:pt x="2558" y="4057"/>
                    <a:pt x="2582" y="4059"/>
                    <a:pt x="2560" y="4086"/>
                  </a:cubicBezTo>
                  <a:cubicBezTo>
                    <a:pt x="2519" y="4136"/>
                    <a:pt x="2503" y="4199"/>
                    <a:pt x="2476" y="4257"/>
                  </a:cubicBezTo>
                  <a:cubicBezTo>
                    <a:pt x="2472" y="4268"/>
                    <a:pt x="2471" y="4280"/>
                    <a:pt x="2471" y="4291"/>
                  </a:cubicBezTo>
                  <a:cubicBezTo>
                    <a:pt x="2471" y="4297"/>
                    <a:pt x="2471" y="4304"/>
                    <a:pt x="2472" y="4310"/>
                  </a:cubicBezTo>
                  <a:cubicBezTo>
                    <a:pt x="2479" y="4303"/>
                    <a:pt x="2484" y="4295"/>
                    <a:pt x="2489" y="4287"/>
                  </a:cubicBezTo>
                  <a:cubicBezTo>
                    <a:pt x="2496" y="4275"/>
                    <a:pt x="2501" y="4261"/>
                    <a:pt x="2504" y="4247"/>
                  </a:cubicBezTo>
                  <a:cubicBezTo>
                    <a:pt x="2519" y="4202"/>
                    <a:pt x="2538" y="4160"/>
                    <a:pt x="2561" y="4120"/>
                  </a:cubicBezTo>
                  <a:cubicBezTo>
                    <a:pt x="2569" y="4106"/>
                    <a:pt x="2577" y="4093"/>
                    <a:pt x="2586" y="4080"/>
                  </a:cubicBezTo>
                  <a:cubicBezTo>
                    <a:pt x="2587" y="4079"/>
                    <a:pt x="2587" y="4077"/>
                    <a:pt x="2588" y="4076"/>
                  </a:cubicBezTo>
                  <a:cubicBezTo>
                    <a:pt x="2596" y="4063"/>
                    <a:pt x="2607" y="4051"/>
                    <a:pt x="2620" y="4044"/>
                  </a:cubicBezTo>
                  <a:cubicBezTo>
                    <a:pt x="2623" y="4042"/>
                    <a:pt x="2626" y="4041"/>
                    <a:pt x="2628" y="4040"/>
                  </a:cubicBezTo>
                  <a:cubicBezTo>
                    <a:pt x="2643" y="4034"/>
                    <a:pt x="2653" y="4038"/>
                    <a:pt x="2655" y="4056"/>
                  </a:cubicBezTo>
                  <a:lnTo>
                    <a:pt x="2614" y="4177"/>
                  </a:lnTo>
                  <a:cubicBezTo>
                    <a:pt x="2662" y="4148"/>
                    <a:pt x="2680" y="4108"/>
                    <a:pt x="2709" y="4074"/>
                  </a:cubicBezTo>
                  <a:cubicBezTo>
                    <a:pt x="2672" y="4076"/>
                    <a:pt x="2672" y="4076"/>
                    <a:pt x="2652" y="4056"/>
                  </a:cubicBezTo>
                  <a:moveTo>
                    <a:pt x="2737" y="3755"/>
                  </a:moveTo>
                  <a:cubicBezTo>
                    <a:pt x="2742" y="3768"/>
                    <a:pt x="2749" y="3778"/>
                    <a:pt x="2764" y="3776"/>
                  </a:cubicBezTo>
                  <a:cubicBezTo>
                    <a:pt x="2765" y="3776"/>
                    <a:pt x="2767" y="3775"/>
                    <a:pt x="2768" y="3775"/>
                  </a:cubicBezTo>
                  <a:cubicBezTo>
                    <a:pt x="2771" y="3773"/>
                    <a:pt x="2773" y="3771"/>
                    <a:pt x="2774" y="3769"/>
                  </a:cubicBezTo>
                  <a:cubicBezTo>
                    <a:pt x="2775" y="3767"/>
                    <a:pt x="2776" y="3764"/>
                    <a:pt x="2776" y="3761"/>
                  </a:cubicBezTo>
                  <a:cubicBezTo>
                    <a:pt x="2776" y="3703"/>
                    <a:pt x="2803" y="3651"/>
                    <a:pt x="2812" y="3595"/>
                  </a:cubicBezTo>
                  <a:cubicBezTo>
                    <a:pt x="2813" y="3586"/>
                    <a:pt x="2816" y="3577"/>
                    <a:pt x="2821" y="3568"/>
                  </a:cubicBezTo>
                  <a:cubicBezTo>
                    <a:pt x="2826" y="3557"/>
                    <a:pt x="2836" y="3549"/>
                    <a:pt x="2847" y="3543"/>
                  </a:cubicBezTo>
                  <a:cubicBezTo>
                    <a:pt x="2833" y="3586"/>
                    <a:pt x="2820" y="3629"/>
                    <a:pt x="2806" y="3672"/>
                  </a:cubicBezTo>
                  <a:cubicBezTo>
                    <a:pt x="2802" y="3688"/>
                    <a:pt x="2799" y="3704"/>
                    <a:pt x="2797" y="3720"/>
                  </a:cubicBezTo>
                  <a:cubicBezTo>
                    <a:pt x="2797" y="3721"/>
                    <a:pt x="2797" y="3722"/>
                    <a:pt x="2797" y="3723"/>
                  </a:cubicBezTo>
                  <a:cubicBezTo>
                    <a:pt x="2797" y="3728"/>
                    <a:pt x="2797" y="3732"/>
                    <a:pt x="2800" y="3736"/>
                  </a:cubicBezTo>
                  <a:cubicBezTo>
                    <a:pt x="2802" y="3740"/>
                    <a:pt x="2806" y="3744"/>
                    <a:pt x="2810" y="3746"/>
                  </a:cubicBezTo>
                  <a:cubicBezTo>
                    <a:pt x="2814" y="3748"/>
                    <a:pt x="2819" y="3750"/>
                    <a:pt x="2823" y="3750"/>
                  </a:cubicBezTo>
                  <a:lnTo>
                    <a:pt x="2824" y="3750"/>
                  </a:lnTo>
                  <a:cubicBezTo>
                    <a:pt x="2839" y="3750"/>
                    <a:pt x="2835" y="3735"/>
                    <a:pt x="2838" y="3725"/>
                  </a:cubicBezTo>
                  <a:cubicBezTo>
                    <a:pt x="2849" y="3680"/>
                    <a:pt x="2856" y="3632"/>
                    <a:pt x="2871" y="3588"/>
                  </a:cubicBezTo>
                  <a:cubicBezTo>
                    <a:pt x="2880" y="3559"/>
                    <a:pt x="2874" y="3548"/>
                    <a:pt x="2846" y="3544"/>
                  </a:cubicBezTo>
                  <a:cubicBezTo>
                    <a:pt x="2831" y="3514"/>
                    <a:pt x="2793" y="3511"/>
                    <a:pt x="2777" y="3482"/>
                  </a:cubicBezTo>
                  <a:cubicBezTo>
                    <a:pt x="2763" y="3487"/>
                    <a:pt x="2755" y="3470"/>
                    <a:pt x="2741" y="3472"/>
                  </a:cubicBezTo>
                  <a:cubicBezTo>
                    <a:pt x="2700" y="3550"/>
                    <a:pt x="2662" y="3686"/>
                    <a:pt x="2671" y="3723"/>
                  </a:cubicBezTo>
                  <a:cubicBezTo>
                    <a:pt x="2680" y="3716"/>
                    <a:pt x="2680" y="3707"/>
                    <a:pt x="2682" y="3699"/>
                  </a:cubicBezTo>
                  <a:cubicBezTo>
                    <a:pt x="2695" y="3640"/>
                    <a:pt x="2713" y="3582"/>
                    <a:pt x="2735" y="3526"/>
                  </a:cubicBezTo>
                  <a:cubicBezTo>
                    <a:pt x="2743" y="3505"/>
                    <a:pt x="2751" y="3485"/>
                    <a:pt x="2777" y="3482"/>
                  </a:cubicBezTo>
                  <a:cubicBezTo>
                    <a:pt x="2732" y="3547"/>
                    <a:pt x="2718" y="3625"/>
                    <a:pt x="2696" y="3699"/>
                  </a:cubicBezTo>
                  <a:cubicBezTo>
                    <a:pt x="2682" y="3740"/>
                    <a:pt x="2689" y="3747"/>
                    <a:pt x="2738" y="3754"/>
                  </a:cubicBezTo>
                  <a:lnTo>
                    <a:pt x="2737" y="3755"/>
                  </a:lnTo>
                  <a:moveTo>
                    <a:pt x="3812" y="3717"/>
                  </a:moveTo>
                  <a:lnTo>
                    <a:pt x="3815" y="3720"/>
                  </a:lnTo>
                  <a:cubicBezTo>
                    <a:pt x="3812" y="3729"/>
                    <a:pt x="3808" y="3738"/>
                    <a:pt x="3804" y="3746"/>
                  </a:cubicBezTo>
                  <a:cubicBezTo>
                    <a:pt x="3795" y="3760"/>
                    <a:pt x="3785" y="3772"/>
                    <a:pt x="3772" y="3781"/>
                  </a:cubicBezTo>
                  <a:cubicBezTo>
                    <a:pt x="3732" y="3811"/>
                    <a:pt x="3695" y="3845"/>
                    <a:pt x="3662" y="3883"/>
                  </a:cubicBezTo>
                  <a:cubicBezTo>
                    <a:pt x="3645" y="3905"/>
                    <a:pt x="3628" y="3925"/>
                    <a:pt x="3611" y="3945"/>
                  </a:cubicBezTo>
                  <a:cubicBezTo>
                    <a:pt x="3598" y="3945"/>
                    <a:pt x="3594" y="3935"/>
                    <a:pt x="3585" y="3931"/>
                  </a:cubicBezTo>
                  <a:cubicBezTo>
                    <a:pt x="3579" y="3928"/>
                    <a:pt x="3573" y="3926"/>
                    <a:pt x="3567" y="3926"/>
                  </a:cubicBezTo>
                  <a:cubicBezTo>
                    <a:pt x="3560" y="3926"/>
                    <a:pt x="3553" y="3928"/>
                    <a:pt x="3547" y="3932"/>
                  </a:cubicBezTo>
                  <a:cubicBezTo>
                    <a:pt x="3541" y="3935"/>
                    <a:pt x="3535" y="3940"/>
                    <a:pt x="3532" y="3946"/>
                  </a:cubicBezTo>
                  <a:cubicBezTo>
                    <a:pt x="3530" y="3948"/>
                    <a:pt x="3530" y="3950"/>
                    <a:pt x="3530" y="3951"/>
                  </a:cubicBezTo>
                  <a:cubicBezTo>
                    <a:pt x="3528" y="3960"/>
                    <a:pt x="3527" y="3970"/>
                    <a:pt x="3527" y="3979"/>
                  </a:cubicBezTo>
                  <a:cubicBezTo>
                    <a:pt x="3527" y="4008"/>
                    <a:pt x="3534" y="4036"/>
                    <a:pt x="3549" y="4062"/>
                  </a:cubicBezTo>
                  <a:cubicBezTo>
                    <a:pt x="3551" y="4066"/>
                    <a:pt x="3555" y="4070"/>
                    <a:pt x="3558" y="4074"/>
                  </a:cubicBezTo>
                  <a:cubicBezTo>
                    <a:pt x="3561" y="4024"/>
                    <a:pt x="3561" y="4024"/>
                    <a:pt x="3600" y="4043"/>
                  </a:cubicBezTo>
                  <a:cubicBezTo>
                    <a:pt x="3609" y="4021"/>
                    <a:pt x="3619" y="3999"/>
                    <a:pt x="3631" y="3979"/>
                  </a:cubicBezTo>
                  <a:cubicBezTo>
                    <a:pt x="3663" y="3923"/>
                    <a:pt x="3707" y="3875"/>
                    <a:pt x="3759" y="3836"/>
                  </a:cubicBezTo>
                  <a:cubicBezTo>
                    <a:pt x="3807" y="3805"/>
                    <a:pt x="3847" y="3763"/>
                    <a:pt x="3876" y="3713"/>
                  </a:cubicBezTo>
                  <a:cubicBezTo>
                    <a:pt x="3877" y="3712"/>
                    <a:pt x="3878" y="3711"/>
                    <a:pt x="3878" y="3709"/>
                  </a:cubicBezTo>
                  <a:cubicBezTo>
                    <a:pt x="3908" y="3647"/>
                    <a:pt x="3936" y="3583"/>
                    <a:pt x="3964" y="3519"/>
                  </a:cubicBezTo>
                  <a:cubicBezTo>
                    <a:pt x="3976" y="3490"/>
                    <a:pt x="3981" y="3459"/>
                    <a:pt x="3981" y="3428"/>
                  </a:cubicBezTo>
                  <a:cubicBezTo>
                    <a:pt x="3981" y="3407"/>
                    <a:pt x="3979" y="3386"/>
                    <a:pt x="3973" y="3366"/>
                  </a:cubicBezTo>
                  <a:cubicBezTo>
                    <a:pt x="3956" y="3392"/>
                    <a:pt x="3926" y="3412"/>
                    <a:pt x="3943" y="3450"/>
                  </a:cubicBezTo>
                  <a:cubicBezTo>
                    <a:pt x="3946" y="3455"/>
                    <a:pt x="3941" y="3464"/>
                    <a:pt x="3938" y="3471"/>
                  </a:cubicBezTo>
                  <a:cubicBezTo>
                    <a:pt x="3917" y="3515"/>
                    <a:pt x="3899" y="3561"/>
                    <a:pt x="3884" y="3609"/>
                  </a:cubicBezTo>
                  <a:cubicBezTo>
                    <a:pt x="3881" y="3617"/>
                    <a:pt x="3880" y="3631"/>
                    <a:pt x="3870" y="3631"/>
                  </a:cubicBezTo>
                  <a:cubicBezTo>
                    <a:pt x="3817" y="3625"/>
                    <a:pt x="3822" y="3674"/>
                    <a:pt x="3804" y="3701"/>
                  </a:cubicBezTo>
                  <a:cubicBezTo>
                    <a:pt x="3798" y="3709"/>
                    <a:pt x="3806" y="3714"/>
                    <a:pt x="3813" y="3717"/>
                  </a:cubicBezTo>
                  <a:lnTo>
                    <a:pt x="3812" y="3717"/>
                  </a:lnTo>
                  <a:moveTo>
                    <a:pt x="2540" y="3610"/>
                  </a:moveTo>
                  <a:cubicBezTo>
                    <a:pt x="2538" y="3660"/>
                    <a:pt x="2538" y="3660"/>
                    <a:pt x="2569" y="3677"/>
                  </a:cubicBezTo>
                  <a:cubicBezTo>
                    <a:pt x="2593" y="3595"/>
                    <a:pt x="2610" y="3510"/>
                    <a:pt x="2651" y="3432"/>
                  </a:cubicBezTo>
                  <a:cubicBezTo>
                    <a:pt x="2651" y="3434"/>
                    <a:pt x="2651" y="3436"/>
                    <a:pt x="2651" y="3438"/>
                  </a:cubicBezTo>
                  <a:cubicBezTo>
                    <a:pt x="2651" y="3450"/>
                    <a:pt x="2649" y="3462"/>
                    <a:pt x="2644" y="3473"/>
                  </a:cubicBezTo>
                  <a:cubicBezTo>
                    <a:pt x="2625" y="3536"/>
                    <a:pt x="2606" y="3599"/>
                    <a:pt x="2587" y="3662"/>
                  </a:cubicBezTo>
                  <a:cubicBezTo>
                    <a:pt x="2584" y="3670"/>
                    <a:pt x="2582" y="3678"/>
                    <a:pt x="2582" y="3686"/>
                  </a:cubicBezTo>
                  <a:cubicBezTo>
                    <a:pt x="2582" y="3693"/>
                    <a:pt x="2583" y="3699"/>
                    <a:pt x="2585" y="3705"/>
                  </a:cubicBezTo>
                  <a:cubicBezTo>
                    <a:pt x="2586" y="3706"/>
                    <a:pt x="2586" y="3708"/>
                    <a:pt x="2587" y="3709"/>
                  </a:cubicBezTo>
                  <a:cubicBezTo>
                    <a:pt x="2589" y="3711"/>
                    <a:pt x="2591" y="3713"/>
                    <a:pt x="2594" y="3715"/>
                  </a:cubicBezTo>
                  <a:cubicBezTo>
                    <a:pt x="2596" y="3716"/>
                    <a:pt x="2599" y="3718"/>
                    <a:pt x="2602" y="3718"/>
                  </a:cubicBezTo>
                  <a:cubicBezTo>
                    <a:pt x="2614" y="3718"/>
                    <a:pt x="2607" y="3708"/>
                    <a:pt x="2609" y="3702"/>
                  </a:cubicBezTo>
                  <a:cubicBezTo>
                    <a:pt x="2626" y="3637"/>
                    <a:pt x="2643" y="3572"/>
                    <a:pt x="2662" y="3508"/>
                  </a:cubicBezTo>
                  <a:cubicBezTo>
                    <a:pt x="2663" y="3499"/>
                    <a:pt x="2665" y="3491"/>
                    <a:pt x="2670" y="3484"/>
                  </a:cubicBezTo>
                  <a:cubicBezTo>
                    <a:pt x="2675" y="3474"/>
                    <a:pt x="2683" y="3467"/>
                    <a:pt x="2692" y="3461"/>
                  </a:cubicBezTo>
                  <a:lnTo>
                    <a:pt x="2693" y="3461"/>
                  </a:lnTo>
                  <a:cubicBezTo>
                    <a:pt x="2679" y="3507"/>
                    <a:pt x="2663" y="3545"/>
                    <a:pt x="2655" y="3586"/>
                  </a:cubicBezTo>
                  <a:cubicBezTo>
                    <a:pt x="2646" y="3626"/>
                    <a:pt x="2621" y="3663"/>
                    <a:pt x="2640" y="3716"/>
                  </a:cubicBezTo>
                  <a:cubicBezTo>
                    <a:pt x="2671" y="3626"/>
                    <a:pt x="2687" y="3545"/>
                    <a:pt x="2719" y="3471"/>
                  </a:cubicBezTo>
                  <a:cubicBezTo>
                    <a:pt x="2721" y="3468"/>
                    <a:pt x="2721" y="3465"/>
                    <a:pt x="2721" y="3461"/>
                  </a:cubicBezTo>
                  <a:cubicBezTo>
                    <a:pt x="2721" y="3458"/>
                    <a:pt x="2720" y="3454"/>
                    <a:pt x="2719" y="3451"/>
                  </a:cubicBezTo>
                  <a:cubicBezTo>
                    <a:pt x="2717" y="3448"/>
                    <a:pt x="2713" y="3446"/>
                    <a:pt x="2711" y="3444"/>
                  </a:cubicBezTo>
                  <a:cubicBezTo>
                    <a:pt x="2710" y="3443"/>
                    <a:pt x="2710" y="3443"/>
                    <a:pt x="2710" y="3443"/>
                  </a:cubicBezTo>
                  <a:lnTo>
                    <a:pt x="2582" y="3354"/>
                  </a:lnTo>
                  <a:cubicBezTo>
                    <a:pt x="2543" y="3442"/>
                    <a:pt x="2514" y="3535"/>
                    <a:pt x="2495" y="3629"/>
                  </a:cubicBezTo>
                  <a:cubicBezTo>
                    <a:pt x="2495" y="3631"/>
                    <a:pt x="2495" y="3633"/>
                    <a:pt x="2495" y="3634"/>
                  </a:cubicBezTo>
                  <a:cubicBezTo>
                    <a:pt x="2495" y="3639"/>
                    <a:pt x="2496" y="3642"/>
                    <a:pt x="2498" y="3646"/>
                  </a:cubicBezTo>
                  <a:cubicBezTo>
                    <a:pt x="2500" y="3649"/>
                    <a:pt x="2503" y="3653"/>
                    <a:pt x="2507" y="3655"/>
                  </a:cubicBezTo>
                  <a:cubicBezTo>
                    <a:pt x="2507" y="3655"/>
                    <a:pt x="2507" y="3656"/>
                    <a:pt x="2508" y="3656"/>
                  </a:cubicBezTo>
                  <a:cubicBezTo>
                    <a:pt x="2535" y="3652"/>
                    <a:pt x="2515" y="3618"/>
                    <a:pt x="2540" y="3610"/>
                  </a:cubicBezTo>
                  <a:moveTo>
                    <a:pt x="3630" y="2187"/>
                  </a:moveTo>
                  <a:cubicBezTo>
                    <a:pt x="3592" y="2167"/>
                    <a:pt x="3550" y="2156"/>
                    <a:pt x="3507" y="2153"/>
                  </a:cubicBezTo>
                  <a:cubicBezTo>
                    <a:pt x="3553" y="2197"/>
                    <a:pt x="3676" y="2278"/>
                    <a:pt x="3712" y="2287"/>
                  </a:cubicBezTo>
                  <a:lnTo>
                    <a:pt x="3665" y="2245"/>
                  </a:lnTo>
                  <a:cubicBezTo>
                    <a:pt x="3650" y="2232"/>
                    <a:pt x="3635" y="2218"/>
                    <a:pt x="3620" y="2204"/>
                  </a:cubicBezTo>
                  <a:cubicBezTo>
                    <a:pt x="3609" y="2191"/>
                    <a:pt x="3617" y="2185"/>
                    <a:pt x="3631" y="2185"/>
                  </a:cubicBezTo>
                  <a:cubicBezTo>
                    <a:pt x="3649" y="2214"/>
                    <a:pt x="3680" y="2229"/>
                    <a:pt x="3703" y="2252"/>
                  </a:cubicBezTo>
                  <a:cubicBezTo>
                    <a:pt x="3726" y="2275"/>
                    <a:pt x="3751" y="2296"/>
                    <a:pt x="3779" y="2322"/>
                  </a:cubicBezTo>
                  <a:cubicBezTo>
                    <a:pt x="3780" y="2320"/>
                    <a:pt x="3780" y="2317"/>
                    <a:pt x="3780" y="2315"/>
                  </a:cubicBezTo>
                  <a:cubicBezTo>
                    <a:pt x="3780" y="2309"/>
                    <a:pt x="3779" y="2303"/>
                    <a:pt x="3776" y="2298"/>
                  </a:cubicBezTo>
                  <a:cubicBezTo>
                    <a:pt x="3774" y="2295"/>
                    <a:pt x="3771" y="2292"/>
                    <a:pt x="3769" y="2290"/>
                  </a:cubicBezTo>
                  <a:cubicBezTo>
                    <a:pt x="3763" y="2282"/>
                    <a:pt x="3758" y="2274"/>
                    <a:pt x="3769" y="2266"/>
                  </a:cubicBezTo>
                  <a:cubicBezTo>
                    <a:pt x="3828" y="2305"/>
                    <a:pt x="4005" y="2559"/>
                    <a:pt x="4028" y="2646"/>
                  </a:cubicBezTo>
                  <a:cubicBezTo>
                    <a:pt x="3988" y="2586"/>
                    <a:pt x="3956" y="2533"/>
                    <a:pt x="3920" y="2484"/>
                  </a:cubicBezTo>
                  <a:cubicBezTo>
                    <a:pt x="3881" y="2436"/>
                    <a:pt x="3834" y="2393"/>
                    <a:pt x="3782" y="2359"/>
                  </a:cubicBezTo>
                  <a:cubicBezTo>
                    <a:pt x="3863" y="2444"/>
                    <a:pt x="3934" y="2539"/>
                    <a:pt x="3993" y="2641"/>
                  </a:cubicBezTo>
                  <a:cubicBezTo>
                    <a:pt x="4046" y="2733"/>
                    <a:pt x="4089" y="2831"/>
                    <a:pt x="4122" y="2933"/>
                  </a:cubicBezTo>
                  <a:cubicBezTo>
                    <a:pt x="4116" y="2890"/>
                    <a:pt x="4106" y="2850"/>
                    <a:pt x="4097" y="2809"/>
                  </a:cubicBezTo>
                  <a:cubicBezTo>
                    <a:pt x="4092" y="2795"/>
                    <a:pt x="4090" y="2780"/>
                    <a:pt x="4090" y="2766"/>
                  </a:cubicBezTo>
                  <a:cubicBezTo>
                    <a:pt x="4090" y="2757"/>
                    <a:pt x="4091" y="2749"/>
                    <a:pt x="4092" y="2740"/>
                  </a:cubicBezTo>
                  <a:cubicBezTo>
                    <a:pt x="4095" y="2728"/>
                    <a:pt x="4097" y="2715"/>
                    <a:pt x="4097" y="2702"/>
                  </a:cubicBezTo>
                  <a:cubicBezTo>
                    <a:pt x="4097" y="2676"/>
                    <a:pt x="4090" y="2649"/>
                    <a:pt x="4078" y="2626"/>
                  </a:cubicBezTo>
                  <a:cubicBezTo>
                    <a:pt x="4036" y="2541"/>
                    <a:pt x="3975" y="2469"/>
                    <a:pt x="3928" y="2388"/>
                  </a:cubicBezTo>
                  <a:cubicBezTo>
                    <a:pt x="3890" y="2327"/>
                    <a:pt x="3838" y="2277"/>
                    <a:pt x="3776" y="2242"/>
                  </a:cubicBezTo>
                  <a:cubicBezTo>
                    <a:pt x="3762" y="2234"/>
                    <a:pt x="3749" y="2227"/>
                    <a:pt x="3734" y="2220"/>
                  </a:cubicBezTo>
                  <a:cubicBezTo>
                    <a:pt x="3732" y="2219"/>
                    <a:pt x="3729" y="2217"/>
                    <a:pt x="3726" y="2216"/>
                  </a:cubicBezTo>
                  <a:cubicBezTo>
                    <a:pt x="3697" y="2198"/>
                    <a:pt x="3663" y="2189"/>
                    <a:pt x="3629" y="2187"/>
                  </a:cubicBezTo>
                  <a:lnTo>
                    <a:pt x="3630" y="2187"/>
                  </a:lnTo>
                  <a:moveTo>
                    <a:pt x="4166" y="2564"/>
                  </a:moveTo>
                  <a:cubicBezTo>
                    <a:pt x="4171" y="2546"/>
                    <a:pt x="4163" y="2533"/>
                    <a:pt x="4147" y="2514"/>
                  </a:cubicBezTo>
                  <a:cubicBezTo>
                    <a:pt x="4149" y="2527"/>
                    <a:pt x="4153" y="2539"/>
                    <a:pt x="4160" y="2551"/>
                  </a:cubicBezTo>
                  <a:cubicBezTo>
                    <a:pt x="4162" y="2555"/>
                    <a:pt x="4165" y="2559"/>
                    <a:pt x="4167" y="2563"/>
                  </a:cubicBezTo>
                  <a:cubicBezTo>
                    <a:pt x="4170" y="2584"/>
                    <a:pt x="4175" y="2606"/>
                    <a:pt x="4185" y="2626"/>
                  </a:cubicBezTo>
                  <a:cubicBezTo>
                    <a:pt x="4234" y="2760"/>
                    <a:pt x="4276" y="2897"/>
                    <a:pt x="4311" y="3035"/>
                  </a:cubicBezTo>
                  <a:cubicBezTo>
                    <a:pt x="4329" y="3121"/>
                    <a:pt x="4383" y="3186"/>
                    <a:pt x="4417" y="3263"/>
                  </a:cubicBezTo>
                  <a:cubicBezTo>
                    <a:pt x="4406" y="3188"/>
                    <a:pt x="4390" y="3115"/>
                    <a:pt x="4377" y="3041"/>
                  </a:cubicBezTo>
                  <a:cubicBezTo>
                    <a:pt x="4353" y="2900"/>
                    <a:pt x="4317" y="2761"/>
                    <a:pt x="4269" y="2627"/>
                  </a:cubicBezTo>
                  <a:cubicBezTo>
                    <a:pt x="4255" y="2592"/>
                    <a:pt x="4238" y="2558"/>
                    <a:pt x="4220" y="2526"/>
                  </a:cubicBezTo>
                  <a:cubicBezTo>
                    <a:pt x="4166" y="2434"/>
                    <a:pt x="4095" y="2354"/>
                    <a:pt x="4008" y="2293"/>
                  </a:cubicBezTo>
                  <a:cubicBezTo>
                    <a:pt x="4002" y="2288"/>
                    <a:pt x="3996" y="2280"/>
                    <a:pt x="3984" y="2284"/>
                  </a:cubicBezTo>
                  <a:lnTo>
                    <a:pt x="4152" y="2618"/>
                  </a:lnTo>
                  <a:cubicBezTo>
                    <a:pt x="4143" y="2581"/>
                    <a:pt x="4132" y="2545"/>
                    <a:pt x="4118" y="2510"/>
                  </a:cubicBezTo>
                  <a:cubicBezTo>
                    <a:pt x="4106" y="2474"/>
                    <a:pt x="4079" y="2443"/>
                    <a:pt x="4078" y="2400"/>
                  </a:cubicBezTo>
                  <a:cubicBezTo>
                    <a:pt x="4079" y="2400"/>
                    <a:pt x="4080" y="2401"/>
                    <a:pt x="4082" y="2402"/>
                  </a:cubicBezTo>
                  <a:cubicBezTo>
                    <a:pt x="4089" y="2407"/>
                    <a:pt x="4097" y="2413"/>
                    <a:pt x="4102" y="2421"/>
                  </a:cubicBezTo>
                  <a:cubicBezTo>
                    <a:pt x="4104" y="2426"/>
                    <a:pt x="4106" y="2431"/>
                    <a:pt x="4107" y="2436"/>
                  </a:cubicBezTo>
                  <a:cubicBezTo>
                    <a:pt x="4116" y="2455"/>
                    <a:pt x="4136" y="2438"/>
                    <a:pt x="4145" y="2452"/>
                  </a:cubicBezTo>
                  <a:cubicBezTo>
                    <a:pt x="4151" y="2461"/>
                    <a:pt x="4159" y="2469"/>
                    <a:pt x="4164" y="2478"/>
                  </a:cubicBezTo>
                  <a:cubicBezTo>
                    <a:pt x="4174" y="2496"/>
                    <a:pt x="4183" y="2514"/>
                    <a:pt x="4190" y="2533"/>
                  </a:cubicBezTo>
                  <a:cubicBezTo>
                    <a:pt x="4247" y="2678"/>
                    <a:pt x="4294" y="2827"/>
                    <a:pt x="4331" y="2978"/>
                  </a:cubicBezTo>
                  <a:cubicBezTo>
                    <a:pt x="4335" y="2995"/>
                    <a:pt x="4346" y="3012"/>
                    <a:pt x="4335" y="3034"/>
                  </a:cubicBezTo>
                  <a:cubicBezTo>
                    <a:pt x="4332" y="3030"/>
                    <a:pt x="4329" y="3026"/>
                    <a:pt x="4327" y="3021"/>
                  </a:cubicBezTo>
                  <a:cubicBezTo>
                    <a:pt x="4319" y="3008"/>
                    <a:pt x="4315" y="2994"/>
                    <a:pt x="4313" y="2979"/>
                  </a:cubicBezTo>
                  <a:cubicBezTo>
                    <a:pt x="4280" y="2853"/>
                    <a:pt x="4239" y="2729"/>
                    <a:pt x="4192" y="2608"/>
                  </a:cubicBezTo>
                  <a:cubicBezTo>
                    <a:pt x="4185" y="2593"/>
                    <a:pt x="4186" y="2572"/>
                    <a:pt x="4165" y="2564"/>
                  </a:cubicBezTo>
                  <a:lnTo>
                    <a:pt x="4166" y="2564"/>
                  </a:lnTo>
                  <a:moveTo>
                    <a:pt x="630" y="686"/>
                  </a:moveTo>
                  <a:cubicBezTo>
                    <a:pt x="647" y="707"/>
                    <a:pt x="662" y="728"/>
                    <a:pt x="677" y="750"/>
                  </a:cubicBezTo>
                  <a:cubicBezTo>
                    <a:pt x="678" y="752"/>
                    <a:pt x="679" y="754"/>
                    <a:pt x="680" y="755"/>
                  </a:cubicBezTo>
                  <a:cubicBezTo>
                    <a:pt x="686" y="766"/>
                    <a:pt x="689" y="777"/>
                    <a:pt x="689" y="789"/>
                  </a:cubicBezTo>
                  <a:cubicBezTo>
                    <a:pt x="689" y="801"/>
                    <a:pt x="685" y="813"/>
                    <a:pt x="680" y="823"/>
                  </a:cubicBezTo>
                  <a:cubicBezTo>
                    <a:pt x="674" y="834"/>
                    <a:pt x="666" y="841"/>
                    <a:pt x="656" y="847"/>
                  </a:cubicBezTo>
                  <a:cubicBezTo>
                    <a:pt x="646" y="853"/>
                    <a:pt x="635" y="856"/>
                    <a:pt x="624" y="856"/>
                  </a:cubicBezTo>
                  <a:cubicBezTo>
                    <a:pt x="561" y="863"/>
                    <a:pt x="519" y="806"/>
                    <a:pt x="535" y="739"/>
                  </a:cubicBezTo>
                  <a:cubicBezTo>
                    <a:pt x="539" y="728"/>
                    <a:pt x="542" y="719"/>
                    <a:pt x="548" y="709"/>
                  </a:cubicBezTo>
                  <a:cubicBezTo>
                    <a:pt x="554" y="698"/>
                    <a:pt x="563" y="687"/>
                    <a:pt x="572" y="678"/>
                  </a:cubicBezTo>
                  <a:cubicBezTo>
                    <a:pt x="499" y="688"/>
                    <a:pt x="476" y="710"/>
                    <a:pt x="460" y="767"/>
                  </a:cubicBezTo>
                  <a:cubicBezTo>
                    <a:pt x="459" y="774"/>
                    <a:pt x="457" y="780"/>
                    <a:pt x="453" y="787"/>
                  </a:cubicBezTo>
                  <a:cubicBezTo>
                    <a:pt x="448" y="796"/>
                    <a:pt x="440" y="803"/>
                    <a:pt x="431" y="808"/>
                  </a:cubicBezTo>
                  <a:cubicBezTo>
                    <a:pt x="429" y="809"/>
                    <a:pt x="427" y="810"/>
                    <a:pt x="425" y="811"/>
                  </a:cubicBezTo>
                  <a:cubicBezTo>
                    <a:pt x="407" y="816"/>
                    <a:pt x="396" y="799"/>
                    <a:pt x="385" y="787"/>
                  </a:cubicBezTo>
                  <a:cubicBezTo>
                    <a:pt x="374" y="775"/>
                    <a:pt x="366" y="761"/>
                    <a:pt x="355" y="748"/>
                  </a:cubicBezTo>
                  <a:cubicBezTo>
                    <a:pt x="346" y="736"/>
                    <a:pt x="334" y="725"/>
                    <a:pt x="321" y="718"/>
                  </a:cubicBezTo>
                  <a:cubicBezTo>
                    <a:pt x="304" y="708"/>
                    <a:pt x="285" y="703"/>
                    <a:pt x="265" y="703"/>
                  </a:cubicBezTo>
                  <a:cubicBezTo>
                    <a:pt x="266" y="707"/>
                    <a:pt x="267" y="710"/>
                    <a:pt x="269" y="714"/>
                  </a:cubicBezTo>
                  <a:cubicBezTo>
                    <a:pt x="271" y="717"/>
                    <a:pt x="273" y="720"/>
                    <a:pt x="276" y="722"/>
                  </a:cubicBezTo>
                  <a:cubicBezTo>
                    <a:pt x="309" y="752"/>
                    <a:pt x="343" y="781"/>
                    <a:pt x="375" y="811"/>
                  </a:cubicBezTo>
                  <a:cubicBezTo>
                    <a:pt x="407" y="842"/>
                    <a:pt x="409" y="863"/>
                    <a:pt x="375" y="897"/>
                  </a:cubicBezTo>
                  <a:cubicBezTo>
                    <a:pt x="348" y="922"/>
                    <a:pt x="322" y="948"/>
                    <a:pt x="298" y="976"/>
                  </a:cubicBezTo>
                  <a:cubicBezTo>
                    <a:pt x="289" y="987"/>
                    <a:pt x="280" y="999"/>
                    <a:pt x="273" y="1011"/>
                  </a:cubicBezTo>
                  <a:cubicBezTo>
                    <a:pt x="253" y="1044"/>
                    <a:pt x="244" y="1081"/>
                    <a:pt x="244" y="1119"/>
                  </a:cubicBezTo>
                  <a:cubicBezTo>
                    <a:pt x="244" y="1136"/>
                    <a:pt x="246" y="1152"/>
                    <a:pt x="250" y="1168"/>
                  </a:cubicBezTo>
                  <a:cubicBezTo>
                    <a:pt x="257" y="1150"/>
                    <a:pt x="262" y="1131"/>
                    <a:pt x="265" y="1111"/>
                  </a:cubicBezTo>
                  <a:cubicBezTo>
                    <a:pt x="269" y="1082"/>
                    <a:pt x="276" y="1054"/>
                    <a:pt x="285" y="1026"/>
                  </a:cubicBezTo>
                  <a:cubicBezTo>
                    <a:pt x="291" y="1011"/>
                    <a:pt x="298" y="988"/>
                    <a:pt x="312" y="988"/>
                  </a:cubicBezTo>
                  <a:cubicBezTo>
                    <a:pt x="344" y="987"/>
                    <a:pt x="353" y="961"/>
                    <a:pt x="371" y="944"/>
                  </a:cubicBezTo>
                  <a:cubicBezTo>
                    <a:pt x="380" y="936"/>
                    <a:pt x="387" y="921"/>
                    <a:pt x="407" y="926"/>
                  </a:cubicBezTo>
                  <a:cubicBezTo>
                    <a:pt x="395" y="938"/>
                    <a:pt x="387" y="947"/>
                    <a:pt x="377" y="956"/>
                  </a:cubicBezTo>
                  <a:cubicBezTo>
                    <a:pt x="357" y="974"/>
                    <a:pt x="388" y="977"/>
                    <a:pt x="387" y="989"/>
                  </a:cubicBezTo>
                  <a:cubicBezTo>
                    <a:pt x="386" y="996"/>
                    <a:pt x="385" y="1003"/>
                    <a:pt x="382" y="1010"/>
                  </a:cubicBezTo>
                  <a:cubicBezTo>
                    <a:pt x="363" y="1075"/>
                    <a:pt x="353" y="1142"/>
                    <a:pt x="351" y="1210"/>
                  </a:cubicBezTo>
                  <a:cubicBezTo>
                    <a:pt x="351" y="1212"/>
                    <a:pt x="351" y="1213"/>
                    <a:pt x="351" y="1215"/>
                  </a:cubicBezTo>
                  <a:cubicBezTo>
                    <a:pt x="351" y="1224"/>
                    <a:pt x="349" y="1233"/>
                    <a:pt x="344" y="1241"/>
                  </a:cubicBezTo>
                  <a:cubicBezTo>
                    <a:pt x="342" y="1245"/>
                    <a:pt x="339" y="1249"/>
                    <a:pt x="336" y="1252"/>
                  </a:cubicBezTo>
                  <a:lnTo>
                    <a:pt x="351" y="1067"/>
                  </a:lnTo>
                  <a:cubicBezTo>
                    <a:pt x="346" y="1069"/>
                    <a:pt x="342" y="1073"/>
                    <a:pt x="340" y="1078"/>
                  </a:cubicBezTo>
                  <a:cubicBezTo>
                    <a:pt x="338" y="1081"/>
                    <a:pt x="337" y="1083"/>
                    <a:pt x="337" y="1086"/>
                  </a:cubicBezTo>
                  <a:cubicBezTo>
                    <a:pt x="324" y="1136"/>
                    <a:pt x="313" y="1185"/>
                    <a:pt x="301" y="1235"/>
                  </a:cubicBezTo>
                  <a:cubicBezTo>
                    <a:pt x="290" y="1279"/>
                    <a:pt x="294" y="1291"/>
                    <a:pt x="335" y="1316"/>
                  </a:cubicBezTo>
                  <a:cubicBezTo>
                    <a:pt x="386" y="1345"/>
                    <a:pt x="441" y="1367"/>
                    <a:pt x="498" y="1380"/>
                  </a:cubicBezTo>
                  <a:cubicBezTo>
                    <a:pt x="503" y="1382"/>
                    <a:pt x="509" y="1383"/>
                    <a:pt x="514" y="1383"/>
                  </a:cubicBezTo>
                  <a:cubicBezTo>
                    <a:pt x="524" y="1383"/>
                    <a:pt x="534" y="1380"/>
                    <a:pt x="542" y="1375"/>
                  </a:cubicBezTo>
                  <a:cubicBezTo>
                    <a:pt x="549" y="1371"/>
                    <a:pt x="556" y="1365"/>
                    <a:pt x="560" y="1358"/>
                  </a:cubicBezTo>
                  <a:cubicBezTo>
                    <a:pt x="594" y="1319"/>
                    <a:pt x="631" y="1284"/>
                    <a:pt x="666" y="1247"/>
                  </a:cubicBezTo>
                  <a:cubicBezTo>
                    <a:pt x="677" y="1236"/>
                    <a:pt x="690" y="1227"/>
                    <a:pt x="703" y="1219"/>
                  </a:cubicBezTo>
                  <a:cubicBezTo>
                    <a:pt x="720" y="1209"/>
                    <a:pt x="738" y="1202"/>
                    <a:pt x="757" y="1198"/>
                  </a:cubicBezTo>
                  <a:cubicBezTo>
                    <a:pt x="823" y="1184"/>
                    <a:pt x="849" y="1152"/>
                    <a:pt x="849" y="1085"/>
                  </a:cubicBezTo>
                  <a:cubicBezTo>
                    <a:pt x="849" y="1052"/>
                    <a:pt x="849" y="1019"/>
                    <a:pt x="849" y="986"/>
                  </a:cubicBezTo>
                  <a:cubicBezTo>
                    <a:pt x="849" y="977"/>
                    <a:pt x="849" y="966"/>
                    <a:pt x="862" y="966"/>
                  </a:cubicBezTo>
                  <a:cubicBezTo>
                    <a:pt x="875" y="967"/>
                    <a:pt x="878" y="979"/>
                    <a:pt x="877" y="990"/>
                  </a:cubicBezTo>
                  <a:cubicBezTo>
                    <a:pt x="874" y="1001"/>
                    <a:pt x="873" y="1011"/>
                    <a:pt x="873" y="1022"/>
                  </a:cubicBezTo>
                  <a:cubicBezTo>
                    <a:pt x="873" y="1033"/>
                    <a:pt x="874" y="1044"/>
                    <a:pt x="877" y="1055"/>
                  </a:cubicBezTo>
                  <a:cubicBezTo>
                    <a:pt x="880" y="1051"/>
                    <a:pt x="883" y="1047"/>
                    <a:pt x="885" y="1043"/>
                  </a:cubicBezTo>
                  <a:cubicBezTo>
                    <a:pt x="886" y="1041"/>
                    <a:pt x="887" y="1040"/>
                    <a:pt x="887" y="1039"/>
                  </a:cubicBezTo>
                  <a:cubicBezTo>
                    <a:pt x="895" y="1016"/>
                    <a:pt x="903" y="993"/>
                    <a:pt x="908" y="970"/>
                  </a:cubicBezTo>
                  <a:cubicBezTo>
                    <a:pt x="926" y="897"/>
                    <a:pt x="917" y="883"/>
                    <a:pt x="851" y="849"/>
                  </a:cubicBezTo>
                  <a:cubicBezTo>
                    <a:pt x="850" y="848"/>
                    <a:pt x="848" y="848"/>
                    <a:pt x="847" y="847"/>
                  </a:cubicBezTo>
                  <a:cubicBezTo>
                    <a:pt x="841" y="843"/>
                    <a:pt x="834" y="842"/>
                    <a:pt x="828" y="842"/>
                  </a:cubicBezTo>
                  <a:cubicBezTo>
                    <a:pt x="821" y="842"/>
                    <a:pt x="815" y="844"/>
                    <a:pt x="810" y="847"/>
                  </a:cubicBezTo>
                  <a:cubicBezTo>
                    <a:pt x="804" y="851"/>
                    <a:pt x="799" y="855"/>
                    <a:pt x="796" y="860"/>
                  </a:cubicBezTo>
                  <a:cubicBezTo>
                    <a:pt x="795" y="861"/>
                    <a:pt x="795" y="862"/>
                    <a:pt x="795" y="862"/>
                  </a:cubicBezTo>
                  <a:cubicBezTo>
                    <a:pt x="805" y="836"/>
                    <a:pt x="803" y="821"/>
                    <a:pt x="778" y="812"/>
                  </a:cubicBezTo>
                  <a:cubicBezTo>
                    <a:pt x="769" y="809"/>
                    <a:pt x="761" y="805"/>
                    <a:pt x="753" y="800"/>
                  </a:cubicBezTo>
                  <a:cubicBezTo>
                    <a:pt x="747" y="796"/>
                    <a:pt x="741" y="792"/>
                    <a:pt x="735" y="788"/>
                  </a:cubicBezTo>
                  <a:cubicBezTo>
                    <a:pt x="733" y="787"/>
                    <a:pt x="731" y="786"/>
                    <a:pt x="729" y="785"/>
                  </a:cubicBezTo>
                  <a:cubicBezTo>
                    <a:pt x="721" y="780"/>
                    <a:pt x="714" y="773"/>
                    <a:pt x="709" y="765"/>
                  </a:cubicBezTo>
                  <a:cubicBezTo>
                    <a:pt x="705" y="758"/>
                    <a:pt x="703" y="751"/>
                    <a:pt x="702" y="744"/>
                  </a:cubicBezTo>
                  <a:cubicBezTo>
                    <a:pt x="701" y="715"/>
                    <a:pt x="674" y="693"/>
                    <a:pt x="630" y="686"/>
                  </a:cubicBezTo>
                  <a:moveTo>
                    <a:pt x="370" y="415"/>
                  </a:moveTo>
                  <a:cubicBezTo>
                    <a:pt x="370" y="424"/>
                    <a:pt x="370" y="432"/>
                    <a:pt x="370" y="441"/>
                  </a:cubicBezTo>
                  <a:cubicBezTo>
                    <a:pt x="370" y="492"/>
                    <a:pt x="375" y="543"/>
                    <a:pt x="386" y="594"/>
                  </a:cubicBezTo>
                  <a:cubicBezTo>
                    <a:pt x="388" y="553"/>
                    <a:pt x="387" y="514"/>
                    <a:pt x="388" y="473"/>
                  </a:cubicBezTo>
                  <a:cubicBezTo>
                    <a:pt x="390" y="391"/>
                    <a:pt x="391" y="391"/>
                    <a:pt x="411" y="365"/>
                  </a:cubicBezTo>
                  <a:cubicBezTo>
                    <a:pt x="419" y="370"/>
                    <a:pt x="415" y="378"/>
                    <a:pt x="418" y="391"/>
                  </a:cubicBezTo>
                  <a:cubicBezTo>
                    <a:pt x="438" y="340"/>
                    <a:pt x="446" y="290"/>
                    <a:pt x="474" y="247"/>
                  </a:cubicBezTo>
                  <a:cubicBezTo>
                    <a:pt x="478" y="238"/>
                    <a:pt x="483" y="229"/>
                    <a:pt x="488" y="221"/>
                  </a:cubicBezTo>
                  <a:cubicBezTo>
                    <a:pt x="491" y="215"/>
                    <a:pt x="495" y="210"/>
                    <a:pt x="498" y="204"/>
                  </a:cubicBezTo>
                  <a:cubicBezTo>
                    <a:pt x="513" y="187"/>
                    <a:pt x="520" y="222"/>
                    <a:pt x="535" y="209"/>
                  </a:cubicBezTo>
                  <a:cubicBezTo>
                    <a:pt x="539" y="206"/>
                    <a:pt x="544" y="202"/>
                    <a:pt x="547" y="209"/>
                  </a:cubicBezTo>
                  <a:cubicBezTo>
                    <a:pt x="533" y="238"/>
                    <a:pt x="523" y="269"/>
                    <a:pt x="518" y="300"/>
                  </a:cubicBezTo>
                  <a:cubicBezTo>
                    <a:pt x="521" y="302"/>
                    <a:pt x="524" y="303"/>
                    <a:pt x="528" y="303"/>
                  </a:cubicBezTo>
                  <a:cubicBezTo>
                    <a:pt x="531" y="303"/>
                    <a:pt x="534" y="302"/>
                    <a:pt x="537" y="300"/>
                  </a:cubicBezTo>
                  <a:cubicBezTo>
                    <a:pt x="540" y="298"/>
                    <a:pt x="542" y="296"/>
                    <a:pt x="544" y="293"/>
                  </a:cubicBezTo>
                  <a:cubicBezTo>
                    <a:pt x="544" y="293"/>
                    <a:pt x="544" y="292"/>
                    <a:pt x="545" y="292"/>
                  </a:cubicBezTo>
                  <a:cubicBezTo>
                    <a:pt x="556" y="276"/>
                    <a:pt x="558" y="253"/>
                    <a:pt x="592" y="265"/>
                  </a:cubicBezTo>
                  <a:cubicBezTo>
                    <a:pt x="611" y="273"/>
                    <a:pt x="625" y="239"/>
                    <a:pt x="610" y="216"/>
                  </a:cubicBezTo>
                  <a:cubicBezTo>
                    <a:pt x="609" y="214"/>
                    <a:pt x="608" y="213"/>
                    <a:pt x="607" y="211"/>
                  </a:cubicBezTo>
                  <a:cubicBezTo>
                    <a:pt x="591" y="184"/>
                    <a:pt x="581" y="155"/>
                    <a:pt x="577" y="124"/>
                  </a:cubicBezTo>
                  <a:cubicBezTo>
                    <a:pt x="573" y="104"/>
                    <a:pt x="569" y="83"/>
                    <a:pt x="564" y="59"/>
                  </a:cubicBezTo>
                  <a:cubicBezTo>
                    <a:pt x="546" y="72"/>
                    <a:pt x="530" y="88"/>
                    <a:pt x="518" y="107"/>
                  </a:cubicBezTo>
                  <a:cubicBezTo>
                    <a:pt x="496" y="136"/>
                    <a:pt x="475" y="167"/>
                    <a:pt x="457" y="199"/>
                  </a:cubicBezTo>
                  <a:cubicBezTo>
                    <a:pt x="440" y="228"/>
                    <a:pt x="425" y="257"/>
                    <a:pt x="412" y="287"/>
                  </a:cubicBezTo>
                  <a:cubicBezTo>
                    <a:pt x="404" y="305"/>
                    <a:pt x="399" y="329"/>
                    <a:pt x="375" y="330"/>
                  </a:cubicBezTo>
                  <a:cubicBezTo>
                    <a:pt x="351" y="331"/>
                    <a:pt x="356" y="304"/>
                    <a:pt x="345" y="289"/>
                  </a:cubicBezTo>
                  <a:cubicBezTo>
                    <a:pt x="342" y="285"/>
                    <a:pt x="339" y="285"/>
                    <a:pt x="335" y="289"/>
                  </a:cubicBezTo>
                  <a:cubicBezTo>
                    <a:pt x="324" y="311"/>
                    <a:pt x="317" y="334"/>
                    <a:pt x="315" y="359"/>
                  </a:cubicBezTo>
                  <a:cubicBezTo>
                    <a:pt x="328" y="354"/>
                    <a:pt x="329" y="339"/>
                    <a:pt x="343" y="337"/>
                  </a:cubicBezTo>
                  <a:cubicBezTo>
                    <a:pt x="345" y="358"/>
                    <a:pt x="330" y="374"/>
                    <a:pt x="323" y="391"/>
                  </a:cubicBezTo>
                  <a:cubicBezTo>
                    <a:pt x="318" y="403"/>
                    <a:pt x="308" y="418"/>
                    <a:pt x="320" y="427"/>
                  </a:cubicBezTo>
                  <a:cubicBezTo>
                    <a:pt x="342" y="444"/>
                    <a:pt x="334" y="467"/>
                    <a:pt x="336" y="488"/>
                  </a:cubicBezTo>
                  <a:cubicBezTo>
                    <a:pt x="344" y="562"/>
                    <a:pt x="351" y="636"/>
                    <a:pt x="385" y="705"/>
                  </a:cubicBezTo>
                  <a:cubicBezTo>
                    <a:pt x="373" y="610"/>
                    <a:pt x="342" y="514"/>
                    <a:pt x="370" y="415"/>
                  </a:cubicBezTo>
                  <a:moveTo>
                    <a:pt x="3966" y="3182"/>
                  </a:moveTo>
                  <a:cubicBezTo>
                    <a:pt x="3973" y="3023"/>
                    <a:pt x="3891" y="2810"/>
                    <a:pt x="3773" y="2681"/>
                  </a:cubicBezTo>
                  <a:cubicBezTo>
                    <a:pt x="3766" y="2691"/>
                    <a:pt x="3758" y="2701"/>
                    <a:pt x="3753" y="2711"/>
                  </a:cubicBezTo>
                  <a:cubicBezTo>
                    <a:pt x="3742" y="2729"/>
                    <a:pt x="3734" y="2748"/>
                    <a:pt x="3726" y="2767"/>
                  </a:cubicBezTo>
                  <a:cubicBezTo>
                    <a:pt x="3725" y="2772"/>
                    <a:pt x="3724" y="2777"/>
                    <a:pt x="3724" y="2782"/>
                  </a:cubicBezTo>
                  <a:cubicBezTo>
                    <a:pt x="3724" y="2792"/>
                    <a:pt x="3726" y="2801"/>
                    <a:pt x="3731" y="2809"/>
                  </a:cubicBezTo>
                  <a:cubicBezTo>
                    <a:pt x="3735" y="2817"/>
                    <a:pt x="3743" y="2823"/>
                    <a:pt x="3751" y="2828"/>
                  </a:cubicBezTo>
                  <a:cubicBezTo>
                    <a:pt x="3754" y="2830"/>
                    <a:pt x="3758" y="2832"/>
                    <a:pt x="3761" y="2833"/>
                  </a:cubicBezTo>
                  <a:cubicBezTo>
                    <a:pt x="3771" y="2836"/>
                    <a:pt x="3770" y="2839"/>
                    <a:pt x="3771" y="2845"/>
                  </a:cubicBezTo>
                  <a:cubicBezTo>
                    <a:pt x="3771" y="2851"/>
                    <a:pt x="3756" y="2863"/>
                    <a:pt x="3774" y="2874"/>
                  </a:cubicBezTo>
                  <a:cubicBezTo>
                    <a:pt x="3792" y="2855"/>
                    <a:pt x="3796" y="2824"/>
                    <a:pt x="3824" y="2804"/>
                  </a:cubicBezTo>
                  <a:cubicBezTo>
                    <a:pt x="3818" y="2830"/>
                    <a:pt x="3808" y="2850"/>
                    <a:pt x="3821" y="2869"/>
                  </a:cubicBezTo>
                  <a:cubicBezTo>
                    <a:pt x="3823" y="2873"/>
                    <a:pt x="3826" y="2877"/>
                    <a:pt x="3828" y="2881"/>
                  </a:cubicBezTo>
                  <a:cubicBezTo>
                    <a:pt x="3853" y="2924"/>
                    <a:pt x="3873" y="2969"/>
                    <a:pt x="3890" y="3016"/>
                  </a:cubicBezTo>
                  <a:cubicBezTo>
                    <a:pt x="3892" y="3021"/>
                    <a:pt x="3890" y="3028"/>
                    <a:pt x="3900" y="3031"/>
                  </a:cubicBezTo>
                  <a:cubicBezTo>
                    <a:pt x="3924" y="3039"/>
                    <a:pt x="3924" y="3039"/>
                    <a:pt x="3926" y="3048"/>
                  </a:cubicBezTo>
                  <a:cubicBezTo>
                    <a:pt x="3930" y="3094"/>
                    <a:pt x="3943" y="3140"/>
                    <a:pt x="3965" y="3182"/>
                  </a:cubicBezTo>
                  <a:lnTo>
                    <a:pt x="3966" y="3182"/>
                  </a:lnTo>
                  <a:moveTo>
                    <a:pt x="4142" y="3197"/>
                  </a:moveTo>
                  <a:cubicBezTo>
                    <a:pt x="4149" y="2985"/>
                    <a:pt x="3932" y="2518"/>
                    <a:pt x="3773" y="2403"/>
                  </a:cubicBezTo>
                  <a:cubicBezTo>
                    <a:pt x="3767" y="2426"/>
                    <a:pt x="3784" y="2438"/>
                    <a:pt x="3795" y="2451"/>
                  </a:cubicBezTo>
                  <a:cubicBezTo>
                    <a:pt x="3934" y="2629"/>
                    <a:pt x="4006" y="2842"/>
                    <a:pt x="4099" y="3044"/>
                  </a:cubicBezTo>
                  <a:cubicBezTo>
                    <a:pt x="4117" y="3094"/>
                    <a:pt x="4131" y="3145"/>
                    <a:pt x="4141" y="3197"/>
                  </a:cubicBezTo>
                  <a:lnTo>
                    <a:pt x="4142" y="3197"/>
                  </a:lnTo>
                  <a:moveTo>
                    <a:pt x="4266" y="2412"/>
                  </a:moveTo>
                  <a:cubicBezTo>
                    <a:pt x="4473" y="2767"/>
                    <a:pt x="4493" y="2809"/>
                    <a:pt x="4494" y="2862"/>
                  </a:cubicBezTo>
                  <a:cubicBezTo>
                    <a:pt x="4478" y="2851"/>
                    <a:pt x="4473" y="2832"/>
                    <a:pt x="4462" y="2818"/>
                  </a:cubicBezTo>
                  <a:cubicBezTo>
                    <a:pt x="4451" y="2804"/>
                    <a:pt x="4443" y="2786"/>
                    <a:pt x="4426" y="2778"/>
                  </a:cubicBezTo>
                  <a:cubicBezTo>
                    <a:pt x="4455" y="2873"/>
                    <a:pt x="4530" y="2932"/>
                    <a:pt x="4592" y="3002"/>
                  </a:cubicBezTo>
                  <a:cubicBezTo>
                    <a:pt x="4556" y="2820"/>
                    <a:pt x="4392" y="2522"/>
                    <a:pt x="4265" y="2412"/>
                  </a:cubicBezTo>
                  <a:lnTo>
                    <a:pt x="4266" y="2412"/>
                  </a:lnTo>
                  <a:moveTo>
                    <a:pt x="2480" y="3668"/>
                  </a:moveTo>
                  <a:cubicBezTo>
                    <a:pt x="2461" y="3626"/>
                    <a:pt x="2490" y="3606"/>
                    <a:pt x="2497" y="3577"/>
                  </a:cubicBezTo>
                  <a:cubicBezTo>
                    <a:pt x="2510" y="3511"/>
                    <a:pt x="2529" y="3446"/>
                    <a:pt x="2554" y="3384"/>
                  </a:cubicBezTo>
                  <a:cubicBezTo>
                    <a:pt x="2572" y="3343"/>
                    <a:pt x="2566" y="3331"/>
                    <a:pt x="2528" y="3312"/>
                  </a:cubicBezTo>
                  <a:cubicBezTo>
                    <a:pt x="2510" y="3303"/>
                    <a:pt x="2499" y="3304"/>
                    <a:pt x="2490" y="3326"/>
                  </a:cubicBezTo>
                  <a:cubicBezTo>
                    <a:pt x="2460" y="3401"/>
                    <a:pt x="2434" y="3477"/>
                    <a:pt x="2412" y="3554"/>
                  </a:cubicBezTo>
                  <a:cubicBezTo>
                    <a:pt x="2407" y="3572"/>
                    <a:pt x="2404" y="3591"/>
                    <a:pt x="2423" y="3596"/>
                  </a:cubicBezTo>
                  <a:cubicBezTo>
                    <a:pt x="2441" y="3601"/>
                    <a:pt x="2432" y="3572"/>
                    <a:pt x="2444" y="3565"/>
                  </a:cubicBezTo>
                  <a:cubicBezTo>
                    <a:pt x="2446" y="3635"/>
                    <a:pt x="2446" y="3635"/>
                    <a:pt x="2480" y="3668"/>
                  </a:cubicBezTo>
                  <a:moveTo>
                    <a:pt x="3509" y="2264"/>
                  </a:moveTo>
                  <a:cubicBezTo>
                    <a:pt x="3515" y="2286"/>
                    <a:pt x="3538" y="2281"/>
                    <a:pt x="3538" y="2296"/>
                  </a:cubicBezTo>
                  <a:cubicBezTo>
                    <a:pt x="3536" y="2322"/>
                    <a:pt x="3557" y="2329"/>
                    <a:pt x="3572" y="2341"/>
                  </a:cubicBezTo>
                  <a:cubicBezTo>
                    <a:pt x="3692" y="2431"/>
                    <a:pt x="3797" y="2541"/>
                    <a:pt x="3882" y="2665"/>
                  </a:cubicBezTo>
                  <a:cubicBezTo>
                    <a:pt x="3893" y="2680"/>
                    <a:pt x="3905" y="2695"/>
                    <a:pt x="3917" y="2711"/>
                  </a:cubicBezTo>
                  <a:cubicBezTo>
                    <a:pt x="3917" y="2711"/>
                    <a:pt x="3917" y="2710"/>
                    <a:pt x="3918" y="2709"/>
                  </a:cubicBezTo>
                  <a:cubicBezTo>
                    <a:pt x="3918" y="2707"/>
                    <a:pt x="3920" y="2704"/>
                    <a:pt x="3920" y="2702"/>
                  </a:cubicBezTo>
                  <a:cubicBezTo>
                    <a:pt x="3920" y="2699"/>
                    <a:pt x="3918" y="2698"/>
                    <a:pt x="3918" y="2696"/>
                  </a:cubicBezTo>
                  <a:cubicBezTo>
                    <a:pt x="3917" y="2695"/>
                    <a:pt x="3917" y="2694"/>
                    <a:pt x="3917" y="2694"/>
                  </a:cubicBezTo>
                  <a:cubicBezTo>
                    <a:pt x="3903" y="2667"/>
                    <a:pt x="3889" y="2641"/>
                    <a:pt x="3874" y="2615"/>
                  </a:cubicBezTo>
                  <a:cubicBezTo>
                    <a:pt x="3828" y="2536"/>
                    <a:pt x="3777" y="2461"/>
                    <a:pt x="3720" y="2390"/>
                  </a:cubicBezTo>
                  <a:cubicBezTo>
                    <a:pt x="3712" y="2380"/>
                    <a:pt x="3702" y="2371"/>
                    <a:pt x="3692" y="2364"/>
                  </a:cubicBezTo>
                  <a:cubicBezTo>
                    <a:pt x="3673" y="2352"/>
                    <a:pt x="3654" y="2341"/>
                    <a:pt x="3636" y="2330"/>
                  </a:cubicBezTo>
                  <a:cubicBezTo>
                    <a:pt x="3594" y="2306"/>
                    <a:pt x="3552" y="2284"/>
                    <a:pt x="3509" y="2264"/>
                  </a:cubicBezTo>
                  <a:moveTo>
                    <a:pt x="2748" y="2007"/>
                  </a:moveTo>
                  <a:cubicBezTo>
                    <a:pt x="2754" y="2019"/>
                    <a:pt x="2755" y="2023"/>
                    <a:pt x="2757" y="2024"/>
                  </a:cubicBezTo>
                  <a:cubicBezTo>
                    <a:pt x="2836" y="2095"/>
                    <a:pt x="2927" y="2144"/>
                    <a:pt x="3019" y="2195"/>
                  </a:cubicBezTo>
                  <a:cubicBezTo>
                    <a:pt x="3026" y="2199"/>
                    <a:pt x="3035" y="2201"/>
                    <a:pt x="3044" y="2201"/>
                  </a:cubicBezTo>
                  <a:cubicBezTo>
                    <a:pt x="3046" y="2201"/>
                    <a:pt x="3048" y="2201"/>
                    <a:pt x="3050" y="2201"/>
                  </a:cubicBezTo>
                  <a:cubicBezTo>
                    <a:pt x="3088" y="2193"/>
                    <a:pt x="3116" y="2214"/>
                    <a:pt x="3147" y="2229"/>
                  </a:cubicBezTo>
                  <a:cubicBezTo>
                    <a:pt x="3151" y="2233"/>
                    <a:pt x="3155" y="2236"/>
                    <a:pt x="3160" y="2239"/>
                  </a:cubicBezTo>
                  <a:cubicBezTo>
                    <a:pt x="3174" y="2247"/>
                    <a:pt x="3189" y="2251"/>
                    <a:pt x="3205" y="2251"/>
                  </a:cubicBezTo>
                  <a:cubicBezTo>
                    <a:pt x="3061" y="2144"/>
                    <a:pt x="2908" y="2079"/>
                    <a:pt x="2748" y="2007"/>
                  </a:cubicBezTo>
                  <a:moveTo>
                    <a:pt x="2728" y="4093"/>
                  </a:moveTo>
                  <a:cubicBezTo>
                    <a:pt x="2751" y="4090"/>
                    <a:pt x="2776" y="4062"/>
                    <a:pt x="2785" y="4073"/>
                  </a:cubicBezTo>
                  <a:cubicBezTo>
                    <a:pt x="2813" y="4111"/>
                    <a:pt x="2834" y="4075"/>
                    <a:pt x="2858" y="4073"/>
                  </a:cubicBezTo>
                  <a:cubicBezTo>
                    <a:pt x="2881" y="4071"/>
                    <a:pt x="2908" y="4051"/>
                    <a:pt x="2940" y="4049"/>
                  </a:cubicBezTo>
                  <a:cubicBezTo>
                    <a:pt x="2929" y="4075"/>
                    <a:pt x="2902" y="4072"/>
                    <a:pt x="2889" y="4095"/>
                  </a:cubicBezTo>
                  <a:cubicBezTo>
                    <a:pt x="2952" y="4077"/>
                    <a:pt x="3018" y="4075"/>
                    <a:pt x="3054" y="4006"/>
                  </a:cubicBezTo>
                  <a:cubicBezTo>
                    <a:pt x="3008" y="3993"/>
                    <a:pt x="2965" y="3985"/>
                    <a:pt x="2921" y="4015"/>
                  </a:cubicBezTo>
                  <a:cubicBezTo>
                    <a:pt x="2918" y="4017"/>
                    <a:pt x="2914" y="4020"/>
                    <a:pt x="2910" y="4022"/>
                  </a:cubicBezTo>
                  <a:cubicBezTo>
                    <a:pt x="2903" y="4026"/>
                    <a:pt x="2895" y="4029"/>
                    <a:pt x="2887" y="4031"/>
                  </a:cubicBezTo>
                  <a:cubicBezTo>
                    <a:pt x="2869" y="4033"/>
                    <a:pt x="2844" y="4077"/>
                    <a:pt x="2830" y="4025"/>
                  </a:cubicBezTo>
                  <a:cubicBezTo>
                    <a:pt x="2828" y="4020"/>
                    <a:pt x="2821" y="4024"/>
                    <a:pt x="2816" y="4025"/>
                  </a:cubicBezTo>
                  <a:cubicBezTo>
                    <a:pt x="2789" y="4035"/>
                    <a:pt x="2763" y="4044"/>
                    <a:pt x="2739" y="4053"/>
                  </a:cubicBezTo>
                  <a:cubicBezTo>
                    <a:pt x="2722" y="4059"/>
                    <a:pt x="2725" y="4075"/>
                    <a:pt x="2728" y="4093"/>
                  </a:cubicBezTo>
                  <a:moveTo>
                    <a:pt x="363" y="834"/>
                  </a:moveTo>
                  <a:lnTo>
                    <a:pt x="236" y="707"/>
                  </a:lnTo>
                  <a:cubicBezTo>
                    <a:pt x="234" y="706"/>
                    <a:pt x="232" y="705"/>
                    <a:pt x="230" y="703"/>
                  </a:cubicBezTo>
                  <a:cubicBezTo>
                    <a:pt x="226" y="701"/>
                    <a:pt x="220" y="699"/>
                    <a:pt x="215" y="699"/>
                  </a:cubicBezTo>
                  <a:cubicBezTo>
                    <a:pt x="214" y="699"/>
                    <a:pt x="213" y="699"/>
                    <a:pt x="212" y="699"/>
                  </a:cubicBezTo>
                  <a:cubicBezTo>
                    <a:pt x="211" y="699"/>
                    <a:pt x="210" y="699"/>
                    <a:pt x="210" y="699"/>
                  </a:cubicBezTo>
                  <a:cubicBezTo>
                    <a:pt x="184" y="699"/>
                    <a:pt x="158" y="705"/>
                    <a:pt x="135" y="719"/>
                  </a:cubicBezTo>
                  <a:cubicBezTo>
                    <a:pt x="123" y="726"/>
                    <a:pt x="111" y="736"/>
                    <a:pt x="101" y="746"/>
                  </a:cubicBezTo>
                  <a:cubicBezTo>
                    <a:pt x="183" y="777"/>
                    <a:pt x="253" y="818"/>
                    <a:pt x="334" y="835"/>
                  </a:cubicBezTo>
                  <a:cubicBezTo>
                    <a:pt x="341" y="838"/>
                    <a:pt x="349" y="844"/>
                    <a:pt x="363" y="834"/>
                  </a:cubicBezTo>
                  <a:moveTo>
                    <a:pt x="2932" y="3801"/>
                  </a:moveTo>
                  <a:cubicBezTo>
                    <a:pt x="2940" y="3757"/>
                    <a:pt x="2947" y="3717"/>
                    <a:pt x="2954" y="3678"/>
                  </a:cubicBezTo>
                  <a:cubicBezTo>
                    <a:pt x="2966" y="3614"/>
                    <a:pt x="2967" y="3614"/>
                    <a:pt x="2911" y="3581"/>
                  </a:cubicBezTo>
                  <a:cubicBezTo>
                    <a:pt x="2905" y="3578"/>
                    <a:pt x="2900" y="3576"/>
                    <a:pt x="2894" y="3575"/>
                  </a:cubicBezTo>
                  <a:cubicBezTo>
                    <a:pt x="2872" y="3630"/>
                    <a:pt x="2856" y="3688"/>
                    <a:pt x="2847" y="3748"/>
                  </a:cubicBezTo>
                  <a:cubicBezTo>
                    <a:pt x="2847" y="3749"/>
                    <a:pt x="2847" y="3751"/>
                    <a:pt x="2847" y="3753"/>
                  </a:cubicBezTo>
                  <a:cubicBezTo>
                    <a:pt x="2847" y="3756"/>
                    <a:pt x="2847" y="3760"/>
                    <a:pt x="2849" y="3763"/>
                  </a:cubicBezTo>
                  <a:cubicBezTo>
                    <a:pt x="2849" y="3764"/>
                    <a:pt x="2849" y="3764"/>
                    <a:pt x="2849" y="3764"/>
                  </a:cubicBezTo>
                  <a:cubicBezTo>
                    <a:pt x="2851" y="3767"/>
                    <a:pt x="2853" y="3769"/>
                    <a:pt x="2856" y="3771"/>
                  </a:cubicBezTo>
                  <a:cubicBezTo>
                    <a:pt x="2859" y="3772"/>
                    <a:pt x="2862" y="3773"/>
                    <a:pt x="2865" y="3773"/>
                  </a:cubicBezTo>
                  <a:cubicBezTo>
                    <a:pt x="2866" y="3773"/>
                    <a:pt x="2866" y="3773"/>
                    <a:pt x="2867" y="3773"/>
                  </a:cubicBezTo>
                  <a:cubicBezTo>
                    <a:pt x="2875" y="3773"/>
                    <a:pt x="2876" y="3768"/>
                    <a:pt x="2878" y="3763"/>
                  </a:cubicBezTo>
                  <a:cubicBezTo>
                    <a:pt x="2880" y="3754"/>
                    <a:pt x="2880" y="3745"/>
                    <a:pt x="2883" y="3736"/>
                  </a:cubicBezTo>
                  <a:cubicBezTo>
                    <a:pt x="2894" y="3699"/>
                    <a:pt x="2893" y="3657"/>
                    <a:pt x="2916" y="3621"/>
                  </a:cubicBezTo>
                  <a:cubicBezTo>
                    <a:pt x="2926" y="3633"/>
                    <a:pt x="2921" y="3643"/>
                    <a:pt x="2918" y="3653"/>
                  </a:cubicBezTo>
                  <a:cubicBezTo>
                    <a:pt x="2910" y="3685"/>
                    <a:pt x="2901" y="3717"/>
                    <a:pt x="2894" y="3749"/>
                  </a:cubicBezTo>
                  <a:cubicBezTo>
                    <a:pt x="2887" y="3786"/>
                    <a:pt x="2887" y="3786"/>
                    <a:pt x="2932" y="3801"/>
                  </a:cubicBezTo>
                  <a:moveTo>
                    <a:pt x="4043" y="3094"/>
                  </a:moveTo>
                  <a:cubicBezTo>
                    <a:pt x="4037" y="3189"/>
                    <a:pt x="4094" y="3538"/>
                    <a:pt x="4125" y="3575"/>
                  </a:cubicBezTo>
                  <a:cubicBezTo>
                    <a:pt x="4101" y="3406"/>
                    <a:pt x="4092" y="3247"/>
                    <a:pt x="4043" y="3094"/>
                  </a:cubicBezTo>
                  <a:moveTo>
                    <a:pt x="4160" y="2390"/>
                  </a:moveTo>
                  <a:cubicBezTo>
                    <a:pt x="4161" y="2385"/>
                    <a:pt x="4161" y="2380"/>
                    <a:pt x="4161" y="2375"/>
                  </a:cubicBezTo>
                  <a:cubicBezTo>
                    <a:pt x="4161" y="2354"/>
                    <a:pt x="4155" y="2333"/>
                    <a:pt x="4145" y="2314"/>
                  </a:cubicBezTo>
                  <a:cubicBezTo>
                    <a:pt x="4136" y="2299"/>
                    <a:pt x="4123" y="2285"/>
                    <a:pt x="4108" y="2275"/>
                  </a:cubicBezTo>
                  <a:cubicBezTo>
                    <a:pt x="4093" y="2263"/>
                    <a:pt x="4076" y="2252"/>
                    <a:pt x="4059" y="2242"/>
                  </a:cubicBezTo>
                  <a:cubicBezTo>
                    <a:pt x="4041" y="2232"/>
                    <a:pt x="4023" y="2223"/>
                    <a:pt x="4004" y="2215"/>
                  </a:cubicBezTo>
                  <a:cubicBezTo>
                    <a:pt x="3959" y="2192"/>
                    <a:pt x="3910" y="2176"/>
                    <a:pt x="3860" y="2169"/>
                  </a:cubicBezTo>
                  <a:cubicBezTo>
                    <a:pt x="3879" y="2179"/>
                    <a:pt x="3897" y="2189"/>
                    <a:pt x="3915" y="2199"/>
                  </a:cubicBezTo>
                  <a:cubicBezTo>
                    <a:pt x="3951" y="2220"/>
                    <a:pt x="3985" y="2241"/>
                    <a:pt x="4019" y="2265"/>
                  </a:cubicBezTo>
                  <a:cubicBezTo>
                    <a:pt x="4069" y="2302"/>
                    <a:pt x="4116" y="2344"/>
                    <a:pt x="4160" y="2390"/>
                  </a:cubicBezTo>
                  <a:moveTo>
                    <a:pt x="3929" y="2279"/>
                  </a:moveTo>
                  <a:cubicBezTo>
                    <a:pt x="4043" y="2464"/>
                    <a:pt x="4116" y="2664"/>
                    <a:pt x="4213" y="2851"/>
                  </a:cubicBezTo>
                  <a:cubicBezTo>
                    <a:pt x="4204" y="2818"/>
                    <a:pt x="4193" y="2785"/>
                    <a:pt x="4180" y="2754"/>
                  </a:cubicBezTo>
                  <a:cubicBezTo>
                    <a:pt x="4123" y="2608"/>
                    <a:pt x="4057" y="2467"/>
                    <a:pt x="3982" y="2330"/>
                  </a:cubicBezTo>
                  <a:cubicBezTo>
                    <a:pt x="3970" y="2312"/>
                    <a:pt x="3962" y="2287"/>
                    <a:pt x="3928" y="2279"/>
                  </a:cubicBezTo>
                  <a:lnTo>
                    <a:pt x="3929" y="2279"/>
                  </a:lnTo>
                  <a:moveTo>
                    <a:pt x="4431" y="2532"/>
                  </a:moveTo>
                  <a:cubicBezTo>
                    <a:pt x="4464" y="2649"/>
                    <a:pt x="4606" y="2857"/>
                    <a:pt x="4675" y="2899"/>
                  </a:cubicBezTo>
                  <a:cubicBezTo>
                    <a:pt x="4673" y="2888"/>
                    <a:pt x="4670" y="2878"/>
                    <a:pt x="4665" y="2869"/>
                  </a:cubicBezTo>
                  <a:cubicBezTo>
                    <a:pt x="4663" y="2866"/>
                    <a:pt x="4662" y="2865"/>
                    <a:pt x="4661" y="2863"/>
                  </a:cubicBezTo>
                  <a:cubicBezTo>
                    <a:pt x="4632" y="2795"/>
                    <a:pt x="4579" y="2744"/>
                    <a:pt x="4537" y="2685"/>
                  </a:cubicBezTo>
                  <a:cubicBezTo>
                    <a:pt x="4499" y="2635"/>
                    <a:pt x="4465" y="2583"/>
                    <a:pt x="4430" y="2532"/>
                  </a:cubicBezTo>
                  <a:lnTo>
                    <a:pt x="4431" y="2532"/>
                  </a:lnTo>
                  <a:moveTo>
                    <a:pt x="4258" y="3127"/>
                  </a:moveTo>
                  <a:lnTo>
                    <a:pt x="4247" y="3130"/>
                  </a:lnTo>
                  <a:cubicBezTo>
                    <a:pt x="4247" y="3142"/>
                    <a:pt x="4249" y="3156"/>
                    <a:pt x="4251" y="3167"/>
                  </a:cubicBezTo>
                  <a:cubicBezTo>
                    <a:pt x="4264" y="3252"/>
                    <a:pt x="4277" y="3337"/>
                    <a:pt x="4299" y="3420"/>
                  </a:cubicBezTo>
                  <a:cubicBezTo>
                    <a:pt x="4303" y="3436"/>
                    <a:pt x="4315" y="3460"/>
                    <a:pt x="4284" y="3468"/>
                  </a:cubicBezTo>
                  <a:cubicBezTo>
                    <a:pt x="4282" y="3468"/>
                    <a:pt x="4280" y="3478"/>
                    <a:pt x="4282" y="3483"/>
                  </a:cubicBezTo>
                  <a:cubicBezTo>
                    <a:pt x="4296" y="3533"/>
                    <a:pt x="4303" y="3586"/>
                    <a:pt x="4330" y="3632"/>
                  </a:cubicBezTo>
                  <a:cubicBezTo>
                    <a:pt x="4308" y="3463"/>
                    <a:pt x="4305" y="3292"/>
                    <a:pt x="4256" y="3127"/>
                  </a:cubicBezTo>
                  <a:lnTo>
                    <a:pt x="4258" y="3127"/>
                  </a:lnTo>
                  <a:moveTo>
                    <a:pt x="3088" y="4267"/>
                  </a:moveTo>
                  <a:cubicBezTo>
                    <a:pt x="3107" y="4261"/>
                    <a:pt x="3125" y="4253"/>
                    <a:pt x="3142" y="4243"/>
                  </a:cubicBezTo>
                  <a:cubicBezTo>
                    <a:pt x="3153" y="4236"/>
                    <a:pt x="3164" y="4229"/>
                    <a:pt x="3175" y="4221"/>
                  </a:cubicBezTo>
                  <a:cubicBezTo>
                    <a:pt x="3185" y="4213"/>
                    <a:pt x="3198" y="4199"/>
                    <a:pt x="3192" y="4189"/>
                  </a:cubicBezTo>
                  <a:cubicBezTo>
                    <a:pt x="3165" y="4151"/>
                    <a:pt x="3196" y="4124"/>
                    <a:pt x="3207" y="4093"/>
                  </a:cubicBezTo>
                  <a:cubicBezTo>
                    <a:pt x="3210" y="4085"/>
                    <a:pt x="3215" y="4077"/>
                    <a:pt x="3219" y="4069"/>
                  </a:cubicBezTo>
                  <a:cubicBezTo>
                    <a:pt x="3222" y="4061"/>
                    <a:pt x="3223" y="4058"/>
                    <a:pt x="3217" y="4054"/>
                  </a:cubicBezTo>
                  <a:lnTo>
                    <a:pt x="3216" y="4054"/>
                  </a:lnTo>
                  <a:cubicBezTo>
                    <a:pt x="3214" y="4053"/>
                    <a:pt x="3211" y="4052"/>
                    <a:pt x="3209" y="4052"/>
                  </a:cubicBezTo>
                  <a:cubicBezTo>
                    <a:pt x="3206" y="4052"/>
                    <a:pt x="3205" y="4053"/>
                    <a:pt x="3203" y="4054"/>
                  </a:cubicBezTo>
                  <a:cubicBezTo>
                    <a:pt x="3201" y="4055"/>
                    <a:pt x="3199" y="4056"/>
                    <a:pt x="3198" y="4058"/>
                  </a:cubicBezTo>
                  <a:cubicBezTo>
                    <a:pt x="3195" y="4062"/>
                    <a:pt x="3191" y="4067"/>
                    <a:pt x="3189" y="4071"/>
                  </a:cubicBezTo>
                  <a:cubicBezTo>
                    <a:pt x="3188" y="4072"/>
                    <a:pt x="3188" y="4073"/>
                    <a:pt x="3187" y="4073"/>
                  </a:cubicBezTo>
                  <a:cubicBezTo>
                    <a:pt x="3167" y="4109"/>
                    <a:pt x="3144" y="4143"/>
                    <a:pt x="3118" y="4175"/>
                  </a:cubicBezTo>
                  <a:cubicBezTo>
                    <a:pt x="3112" y="4181"/>
                    <a:pt x="3107" y="4188"/>
                    <a:pt x="3103" y="4195"/>
                  </a:cubicBezTo>
                  <a:cubicBezTo>
                    <a:pt x="3092" y="4214"/>
                    <a:pt x="3086" y="4236"/>
                    <a:pt x="3086" y="4258"/>
                  </a:cubicBezTo>
                  <a:cubicBezTo>
                    <a:pt x="3086" y="4261"/>
                    <a:pt x="3087" y="4264"/>
                    <a:pt x="3087" y="4267"/>
                  </a:cubicBezTo>
                  <a:lnTo>
                    <a:pt x="3088" y="4267"/>
                  </a:lnTo>
                  <a:moveTo>
                    <a:pt x="3314" y="4208"/>
                  </a:moveTo>
                  <a:cubicBezTo>
                    <a:pt x="3334" y="4232"/>
                    <a:pt x="3354" y="4218"/>
                    <a:pt x="3370" y="4211"/>
                  </a:cubicBezTo>
                  <a:cubicBezTo>
                    <a:pt x="3409" y="4194"/>
                    <a:pt x="3447" y="4175"/>
                    <a:pt x="3483" y="4155"/>
                  </a:cubicBezTo>
                  <a:cubicBezTo>
                    <a:pt x="3505" y="4144"/>
                    <a:pt x="3539" y="4152"/>
                    <a:pt x="3548" y="4123"/>
                  </a:cubicBezTo>
                  <a:cubicBezTo>
                    <a:pt x="3556" y="4094"/>
                    <a:pt x="3522" y="4082"/>
                    <a:pt x="3516" y="4057"/>
                  </a:cubicBezTo>
                  <a:cubicBezTo>
                    <a:pt x="3516" y="4053"/>
                    <a:pt x="3509" y="4050"/>
                    <a:pt x="3502" y="4054"/>
                  </a:cubicBezTo>
                  <a:cubicBezTo>
                    <a:pt x="3501" y="4059"/>
                    <a:pt x="3500" y="4063"/>
                    <a:pt x="3500" y="4068"/>
                  </a:cubicBezTo>
                  <a:cubicBezTo>
                    <a:pt x="3500" y="4079"/>
                    <a:pt x="3502" y="4089"/>
                    <a:pt x="3508" y="4099"/>
                  </a:cubicBezTo>
                  <a:cubicBezTo>
                    <a:pt x="3509" y="4101"/>
                    <a:pt x="3511" y="4103"/>
                    <a:pt x="3512" y="4105"/>
                  </a:cubicBezTo>
                  <a:cubicBezTo>
                    <a:pt x="3518" y="4113"/>
                    <a:pt x="3525" y="4119"/>
                    <a:pt x="3515" y="4126"/>
                  </a:cubicBezTo>
                  <a:cubicBezTo>
                    <a:pt x="3505" y="4132"/>
                    <a:pt x="3495" y="4125"/>
                    <a:pt x="3489" y="4114"/>
                  </a:cubicBezTo>
                  <a:cubicBezTo>
                    <a:pt x="3479" y="4093"/>
                    <a:pt x="3486" y="4066"/>
                    <a:pt x="3467" y="4044"/>
                  </a:cubicBezTo>
                  <a:cubicBezTo>
                    <a:pt x="3461" y="4069"/>
                    <a:pt x="3446" y="4094"/>
                    <a:pt x="3457" y="4114"/>
                  </a:cubicBezTo>
                  <a:cubicBezTo>
                    <a:pt x="3474" y="4144"/>
                    <a:pt x="3465" y="4149"/>
                    <a:pt x="3437" y="4156"/>
                  </a:cubicBezTo>
                  <a:cubicBezTo>
                    <a:pt x="3403" y="4161"/>
                    <a:pt x="3369" y="4172"/>
                    <a:pt x="3340" y="4190"/>
                  </a:cubicBezTo>
                  <a:cubicBezTo>
                    <a:pt x="3330" y="4195"/>
                    <a:pt x="3322" y="4201"/>
                    <a:pt x="3313" y="4208"/>
                  </a:cubicBezTo>
                  <a:lnTo>
                    <a:pt x="3314" y="4208"/>
                  </a:lnTo>
                  <a:moveTo>
                    <a:pt x="4291" y="3101"/>
                  </a:moveTo>
                  <a:cubicBezTo>
                    <a:pt x="4308" y="3236"/>
                    <a:pt x="4342" y="3367"/>
                    <a:pt x="4392" y="3493"/>
                  </a:cubicBezTo>
                  <a:cubicBezTo>
                    <a:pt x="4396" y="3484"/>
                    <a:pt x="4398" y="3474"/>
                    <a:pt x="4398" y="3464"/>
                  </a:cubicBezTo>
                  <a:cubicBezTo>
                    <a:pt x="4398" y="3458"/>
                    <a:pt x="4397" y="3452"/>
                    <a:pt x="4396" y="3446"/>
                  </a:cubicBezTo>
                  <a:cubicBezTo>
                    <a:pt x="4384" y="3390"/>
                    <a:pt x="4369" y="3335"/>
                    <a:pt x="4350" y="3282"/>
                  </a:cubicBezTo>
                  <a:cubicBezTo>
                    <a:pt x="4340" y="3253"/>
                    <a:pt x="4333" y="3223"/>
                    <a:pt x="4330" y="3192"/>
                  </a:cubicBezTo>
                  <a:cubicBezTo>
                    <a:pt x="4330" y="3191"/>
                    <a:pt x="4330" y="3190"/>
                    <a:pt x="4330" y="3189"/>
                  </a:cubicBezTo>
                  <a:cubicBezTo>
                    <a:pt x="4330" y="3169"/>
                    <a:pt x="4325" y="3149"/>
                    <a:pt x="4315" y="3132"/>
                  </a:cubicBezTo>
                  <a:cubicBezTo>
                    <a:pt x="4308" y="3120"/>
                    <a:pt x="4299" y="3110"/>
                    <a:pt x="4289" y="3101"/>
                  </a:cubicBezTo>
                  <a:lnTo>
                    <a:pt x="4291" y="3101"/>
                  </a:lnTo>
                  <a:moveTo>
                    <a:pt x="4441" y="2393"/>
                  </a:moveTo>
                  <a:lnTo>
                    <a:pt x="4433" y="2403"/>
                  </a:lnTo>
                  <a:lnTo>
                    <a:pt x="4471" y="2442"/>
                  </a:lnTo>
                  <a:cubicBezTo>
                    <a:pt x="4484" y="2455"/>
                    <a:pt x="4497" y="2468"/>
                    <a:pt x="4508" y="2482"/>
                  </a:cubicBezTo>
                  <a:cubicBezTo>
                    <a:pt x="4556" y="2547"/>
                    <a:pt x="4583" y="2562"/>
                    <a:pt x="4667" y="2565"/>
                  </a:cubicBezTo>
                  <a:cubicBezTo>
                    <a:pt x="4590" y="2506"/>
                    <a:pt x="4524" y="2439"/>
                    <a:pt x="4441" y="2393"/>
                  </a:cubicBezTo>
                  <a:moveTo>
                    <a:pt x="501" y="238"/>
                  </a:moveTo>
                  <a:cubicBezTo>
                    <a:pt x="449" y="343"/>
                    <a:pt x="410" y="455"/>
                    <a:pt x="413" y="577"/>
                  </a:cubicBezTo>
                  <a:cubicBezTo>
                    <a:pt x="443" y="464"/>
                    <a:pt x="491" y="356"/>
                    <a:pt x="501" y="238"/>
                  </a:cubicBezTo>
                  <a:moveTo>
                    <a:pt x="3392" y="4007"/>
                  </a:moveTo>
                  <a:cubicBezTo>
                    <a:pt x="3399" y="4043"/>
                    <a:pt x="3373" y="4075"/>
                    <a:pt x="3390" y="4106"/>
                  </a:cubicBezTo>
                  <a:cubicBezTo>
                    <a:pt x="3405" y="4118"/>
                    <a:pt x="3410" y="4086"/>
                    <a:pt x="3423" y="4102"/>
                  </a:cubicBezTo>
                  <a:cubicBezTo>
                    <a:pt x="3406" y="4135"/>
                    <a:pt x="3361" y="4129"/>
                    <a:pt x="3338" y="4161"/>
                  </a:cubicBezTo>
                  <a:cubicBezTo>
                    <a:pt x="3374" y="4166"/>
                    <a:pt x="3399" y="4149"/>
                    <a:pt x="3425" y="4141"/>
                  </a:cubicBezTo>
                  <a:cubicBezTo>
                    <a:pt x="3435" y="4138"/>
                    <a:pt x="3437" y="4128"/>
                    <a:pt x="3437" y="4118"/>
                  </a:cubicBezTo>
                  <a:cubicBezTo>
                    <a:pt x="3437" y="4079"/>
                    <a:pt x="3441" y="4039"/>
                    <a:pt x="3449" y="4001"/>
                  </a:cubicBezTo>
                  <a:lnTo>
                    <a:pt x="3392" y="4007"/>
                  </a:lnTo>
                  <a:moveTo>
                    <a:pt x="4229" y="2313"/>
                  </a:moveTo>
                  <a:cubicBezTo>
                    <a:pt x="4228" y="2315"/>
                    <a:pt x="4228" y="2317"/>
                    <a:pt x="4228" y="2318"/>
                  </a:cubicBezTo>
                  <a:cubicBezTo>
                    <a:pt x="4228" y="2321"/>
                    <a:pt x="4228" y="2323"/>
                    <a:pt x="4230" y="2325"/>
                  </a:cubicBezTo>
                  <a:cubicBezTo>
                    <a:pt x="4230" y="2326"/>
                    <a:pt x="4232" y="2328"/>
                    <a:pt x="4233" y="2329"/>
                  </a:cubicBezTo>
                  <a:cubicBezTo>
                    <a:pt x="4302" y="2386"/>
                    <a:pt x="4374" y="2439"/>
                    <a:pt x="4449" y="2487"/>
                  </a:cubicBezTo>
                  <a:cubicBezTo>
                    <a:pt x="4451" y="2489"/>
                    <a:pt x="4452" y="2491"/>
                    <a:pt x="4456" y="2493"/>
                  </a:cubicBezTo>
                  <a:cubicBezTo>
                    <a:pt x="4459" y="2495"/>
                    <a:pt x="4464" y="2496"/>
                    <a:pt x="4468" y="2497"/>
                  </a:cubicBezTo>
                  <a:cubicBezTo>
                    <a:pt x="4469" y="2498"/>
                    <a:pt x="4470" y="2498"/>
                    <a:pt x="4471" y="2498"/>
                  </a:cubicBezTo>
                  <a:cubicBezTo>
                    <a:pt x="4473" y="2498"/>
                    <a:pt x="4475" y="2497"/>
                    <a:pt x="4477" y="2496"/>
                  </a:cubicBezTo>
                  <a:cubicBezTo>
                    <a:pt x="4479" y="2495"/>
                    <a:pt x="4480" y="2494"/>
                    <a:pt x="4481" y="2492"/>
                  </a:cubicBezTo>
                  <a:cubicBezTo>
                    <a:pt x="4482" y="2490"/>
                    <a:pt x="4483" y="2488"/>
                    <a:pt x="4483" y="2486"/>
                  </a:cubicBezTo>
                  <a:cubicBezTo>
                    <a:pt x="4483" y="2484"/>
                    <a:pt x="4483" y="2482"/>
                    <a:pt x="4482" y="2481"/>
                  </a:cubicBezTo>
                  <a:cubicBezTo>
                    <a:pt x="4481" y="2477"/>
                    <a:pt x="4479" y="2474"/>
                    <a:pt x="4478" y="2471"/>
                  </a:cubicBezTo>
                  <a:cubicBezTo>
                    <a:pt x="4474" y="2465"/>
                    <a:pt x="4468" y="2459"/>
                    <a:pt x="4462" y="2456"/>
                  </a:cubicBezTo>
                  <a:cubicBezTo>
                    <a:pt x="4458" y="2454"/>
                    <a:pt x="4455" y="2452"/>
                    <a:pt x="4452" y="2451"/>
                  </a:cubicBezTo>
                  <a:cubicBezTo>
                    <a:pt x="4438" y="2449"/>
                    <a:pt x="4426" y="2444"/>
                    <a:pt x="4414" y="2437"/>
                  </a:cubicBezTo>
                  <a:cubicBezTo>
                    <a:pt x="4405" y="2432"/>
                    <a:pt x="4397" y="2426"/>
                    <a:pt x="4390" y="2419"/>
                  </a:cubicBezTo>
                  <a:cubicBezTo>
                    <a:pt x="4348" y="2390"/>
                    <a:pt x="4307" y="2359"/>
                    <a:pt x="4265" y="2330"/>
                  </a:cubicBezTo>
                  <a:cubicBezTo>
                    <a:pt x="4255" y="2324"/>
                    <a:pt x="4245" y="2310"/>
                    <a:pt x="4229" y="2313"/>
                  </a:cubicBezTo>
                  <a:moveTo>
                    <a:pt x="4192" y="3126"/>
                  </a:moveTo>
                  <a:cubicBezTo>
                    <a:pt x="4192" y="3114"/>
                    <a:pt x="4192" y="3102"/>
                    <a:pt x="4192" y="3090"/>
                  </a:cubicBezTo>
                  <a:cubicBezTo>
                    <a:pt x="4192" y="3021"/>
                    <a:pt x="4183" y="2952"/>
                    <a:pt x="4165" y="2885"/>
                  </a:cubicBezTo>
                  <a:cubicBezTo>
                    <a:pt x="4163" y="2878"/>
                    <a:pt x="4160" y="2871"/>
                    <a:pt x="4157" y="2865"/>
                  </a:cubicBezTo>
                  <a:cubicBezTo>
                    <a:pt x="4150" y="2854"/>
                    <a:pt x="4141" y="2845"/>
                    <a:pt x="4130" y="2838"/>
                  </a:cubicBezTo>
                  <a:cubicBezTo>
                    <a:pt x="4153" y="2934"/>
                    <a:pt x="4161" y="3032"/>
                    <a:pt x="4191" y="3126"/>
                  </a:cubicBezTo>
                  <a:lnTo>
                    <a:pt x="4192" y="3126"/>
                  </a:lnTo>
                  <a:moveTo>
                    <a:pt x="3086" y="2123"/>
                  </a:moveTo>
                  <a:cubicBezTo>
                    <a:pt x="3130" y="2166"/>
                    <a:pt x="3259" y="2225"/>
                    <a:pt x="3316" y="2227"/>
                  </a:cubicBezTo>
                  <a:cubicBezTo>
                    <a:pt x="3265" y="2197"/>
                    <a:pt x="3216" y="2169"/>
                    <a:pt x="3170" y="2138"/>
                  </a:cubicBezTo>
                  <a:cubicBezTo>
                    <a:pt x="3168" y="2137"/>
                    <a:pt x="3167" y="2136"/>
                    <a:pt x="3165" y="2136"/>
                  </a:cubicBezTo>
                  <a:cubicBezTo>
                    <a:pt x="3148" y="2126"/>
                    <a:pt x="3129" y="2121"/>
                    <a:pt x="3109" y="2121"/>
                  </a:cubicBezTo>
                  <a:cubicBezTo>
                    <a:pt x="3102" y="2121"/>
                    <a:pt x="3094" y="2121"/>
                    <a:pt x="3086" y="2123"/>
                  </a:cubicBezTo>
                  <a:moveTo>
                    <a:pt x="4233" y="2446"/>
                  </a:moveTo>
                  <a:lnTo>
                    <a:pt x="4225" y="2451"/>
                  </a:lnTo>
                  <a:cubicBezTo>
                    <a:pt x="4252" y="2510"/>
                    <a:pt x="4281" y="2569"/>
                    <a:pt x="4308" y="2628"/>
                  </a:cubicBezTo>
                  <a:cubicBezTo>
                    <a:pt x="4321" y="2657"/>
                    <a:pt x="4337" y="2684"/>
                    <a:pt x="4378" y="2685"/>
                  </a:cubicBezTo>
                  <a:lnTo>
                    <a:pt x="4233" y="2446"/>
                  </a:lnTo>
                  <a:moveTo>
                    <a:pt x="4449" y="2358"/>
                  </a:moveTo>
                  <a:cubicBezTo>
                    <a:pt x="4510" y="2407"/>
                    <a:pt x="4584" y="2415"/>
                    <a:pt x="4658" y="2427"/>
                  </a:cubicBezTo>
                  <a:cubicBezTo>
                    <a:pt x="4639" y="2412"/>
                    <a:pt x="4618" y="2399"/>
                    <a:pt x="4598" y="2387"/>
                  </a:cubicBezTo>
                  <a:cubicBezTo>
                    <a:pt x="4575" y="2374"/>
                    <a:pt x="4553" y="2363"/>
                    <a:pt x="4529" y="2354"/>
                  </a:cubicBezTo>
                  <a:cubicBezTo>
                    <a:pt x="4520" y="2365"/>
                    <a:pt x="4541" y="2376"/>
                    <a:pt x="4525" y="2383"/>
                  </a:cubicBezTo>
                  <a:cubicBezTo>
                    <a:pt x="4497" y="2379"/>
                    <a:pt x="4477" y="2356"/>
                    <a:pt x="4448" y="2359"/>
                  </a:cubicBezTo>
                  <a:lnTo>
                    <a:pt x="4449" y="2358"/>
                  </a:lnTo>
                  <a:moveTo>
                    <a:pt x="3576" y="2243"/>
                  </a:moveTo>
                  <a:lnTo>
                    <a:pt x="3582" y="2233"/>
                  </a:lnTo>
                  <a:cubicBezTo>
                    <a:pt x="3551" y="2213"/>
                    <a:pt x="3519" y="2195"/>
                    <a:pt x="3490" y="2173"/>
                  </a:cubicBezTo>
                  <a:cubicBezTo>
                    <a:pt x="3443" y="2138"/>
                    <a:pt x="3434" y="2134"/>
                    <a:pt x="3374" y="2141"/>
                  </a:cubicBezTo>
                  <a:lnTo>
                    <a:pt x="3576" y="2243"/>
                  </a:lnTo>
                  <a:moveTo>
                    <a:pt x="2828" y="3834"/>
                  </a:moveTo>
                  <a:cubicBezTo>
                    <a:pt x="2825" y="3825"/>
                    <a:pt x="2824" y="3816"/>
                    <a:pt x="2819" y="3813"/>
                  </a:cubicBezTo>
                  <a:cubicBezTo>
                    <a:pt x="2808" y="3806"/>
                    <a:pt x="2792" y="3801"/>
                    <a:pt x="2784" y="3813"/>
                  </a:cubicBezTo>
                  <a:cubicBezTo>
                    <a:pt x="2776" y="3824"/>
                    <a:pt x="2792" y="3833"/>
                    <a:pt x="2802" y="3839"/>
                  </a:cubicBezTo>
                  <a:cubicBezTo>
                    <a:pt x="2837" y="3859"/>
                    <a:pt x="2880" y="3847"/>
                    <a:pt x="2914" y="3870"/>
                  </a:cubicBezTo>
                  <a:cubicBezTo>
                    <a:pt x="2916" y="3870"/>
                    <a:pt x="2923" y="3866"/>
                    <a:pt x="2926" y="3862"/>
                  </a:cubicBezTo>
                  <a:cubicBezTo>
                    <a:pt x="2927" y="3862"/>
                    <a:pt x="2927" y="3862"/>
                    <a:pt x="2927" y="3862"/>
                  </a:cubicBezTo>
                  <a:cubicBezTo>
                    <a:pt x="2928" y="3860"/>
                    <a:pt x="2928" y="3858"/>
                    <a:pt x="2928" y="3857"/>
                  </a:cubicBezTo>
                  <a:cubicBezTo>
                    <a:pt x="2928" y="3855"/>
                    <a:pt x="2928" y="3853"/>
                    <a:pt x="2927" y="3852"/>
                  </a:cubicBezTo>
                  <a:cubicBezTo>
                    <a:pt x="2925" y="3850"/>
                    <a:pt x="2925" y="3849"/>
                    <a:pt x="2924" y="3848"/>
                  </a:cubicBezTo>
                  <a:cubicBezTo>
                    <a:pt x="2917" y="3843"/>
                    <a:pt x="2908" y="3833"/>
                    <a:pt x="2901" y="3834"/>
                  </a:cubicBezTo>
                  <a:cubicBezTo>
                    <a:pt x="2872" y="3839"/>
                    <a:pt x="2865" y="3816"/>
                    <a:pt x="2852" y="3800"/>
                  </a:cubicBezTo>
                  <a:cubicBezTo>
                    <a:pt x="2851" y="3798"/>
                    <a:pt x="2846" y="3799"/>
                    <a:pt x="2842" y="3798"/>
                  </a:cubicBezTo>
                  <a:cubicBezTo>
                    <a:pt x="2831" y="3805"/>
                    <a:pt x="2838" y="3818"/>
                    <a:pt x="2828" y="3834"/>
                  </a:cubicBezTo>
                  <a:moveTo>
                    <a:pt x="3265" y="4198"/>
                  </a:moveTo>
                  <a:cubicBezTo>
                    <a:pt x="3256" y="4196"/>
                    <a:pt x="3247" y="4190"/>
                    <a:pt x="3243" y="4193"/>
                  </a:cubicBezTo>
                  <a:cubicBezTo>
                    <a:pt x="3213" y="4214"/>
                    <a:pt x="3187" y="4238"/>
                    <a:pt x="3163" y="4265"/>
                  </a:cubicBezTo>
                  <a:cubicBezTo>
                    <a:pt x="3160" y="4268"/>
                    <a:pt x="3163" y="4279"/>
                    <a:pt x="3167" y="4285"/>
                  </a:cubicBezTo>
                  <a:cubicBezTo>
                    <a:pt x="3170" y="4290"/>
                    <a:pt x="3179" y="4290"/>
                    <a:pt x="3185" y="4285"/>
                  </a:cubicBezTo>
                  <a:cubicBezTo>
                    <a:pt x="3203" y="4276"/>
                    <a:pt x="3220" y="4266"/>
                    <a:pt x="3238" y="4256"/>
                  </a:cubicBezTo>
                  <a:cubicBezTo>
                    <a:pt x="3255" y="4246"/>
                    <a:pt x="3252" y="4248"/>
                    <a:pt x="3238" y="4230"/>
                  </a:cubicBezTo>
                  <a:cubicBezTo>
                    <a:pt x="3234" y="4225"/>
                    <a:pt x="3234" y="4220"/>
                    <a:pt x="3240" y="4217"/>
                  </a:cubicBezTo>
                  <a:cubicBezTo>
                    <a:pt x="3243" y="4216"/>
                    <a:pt x="3246" y="4214"/>
                    <a:pt x="3249" y="4213"/>
                  </a:cubicBezTo>
                  <a:cubicBezTo>
                    <a:pt x="3256" y="4209"/>
                    <a:pt x="3261" y="4204"/>
                    <a:pt x="3265" y="4198"/>
                  </a:cubicBezTo>
                  <a:moveTo>
                    <a:pt x="349" y="703"/>
                  </a:moveTo>
                  <a:cubicBezTo>
                    <a:pt x="339" y="642"/>
                    <a:pt x="326" y="582"/>
                    <a:pt x="310" y="522"/>
                  </a:cubicBezTo>
                  <a:cubicBezTo>
                    <a:pt x="304" y="587"/>
                    <a:pt x="303" y="650"/>
                    <a:pt x="349" y="703"/>
                  </a:cubicBezTo>
                  <a:moveTo>
                    <a:pt x="3282" y="4449"/>
                  </a:moveTo>
                  <a:cubicBezTo>
                    <a:pt x="3284" y="4446"/>
                    <a:pt x="3286" y="4442"/>
                    <a:pt x="3288" y="4438"/>
                  </a:cubicBezTo>
                  <a:cubicBezTo>
                    <a:pt x="3314" y="4393"/>
                    <a:pt x="3345" y="4350"/>
                    <a:pt x="3379" y="4311"/>
                  </a:cubicBezTo>
                  <a:cubicBezTo>
                    <a:pt x="3299" y="4333"/>
                    <a:pt x="3286" y="4388"/>
                    <a:pt x="3282" y="4449"/>
                  </a:cubicBezTo>
                  <a:moveTo>
                    <a:pt x="3325" y="4010"/>
                  </a:moveTo>
                  <a:lnTo>
                    <a:pt x="3315" y="4003"/>
                  </a:lnTo>
                  <a:cubicBezTo>
                    <a:pt x="3297" y="4019"/>
                    <a:pt x="3278" y="4034"/>
                    <a:pt x="3260" y="4051"/>
                  </a:cubicBezTo>
                  <a:cubicBezTo>
                    <a:pt x="3259" y="4052"/>
                    <a:pt x="3258" y="4053"/>
                    <a:pt x="3257" y="4055"/>
                  </a:cubicBezTo>
                  <a:cubicBezTo>
                    <a:pt x="3256" y="4058"/>
                    <a:pt x="3255" y="4061"/>
                    <a:pt x="3254" y="4064"/>
                  </a:cubicBezTo>
                  <a:cubicBezTo>
                    <a:pt x="3290" y="4087"/>
                    <a:pt x="3245" y="4111"/>
                    <a:pt x="3254" y="4138"/>
                  </a:cubicBezTo>
                  <a:cubicBezTo>
                    <a:pt x="3302" y="4105"/>
                    <a:pt x="3291" y="4045"/>
                    <a:pt x="3325" y="4010"/>
                  </a:cubicBezTo>
                  <a:moveTo>
                    <a:pt x="3298" y="2177"/>
                  </a:moveTo>
                  <a:cubicBezTo>
                    <a:pt x="3301" y="2178"/>
                    <a:pt x="3303" y="2180"/>
                    <a:pt x="3305" y="2181"/>
                  </a:cubicBezTo>
                  <a:cubicBezTo>
                    <a:pt x="3358" y="2212"/>
                    <a:pt x="3414" y="2238"/>
                    <a:pt x="3472" y="2258"/>
                  </a:cubicBezTo>
                  <a:cubicBezTo>
                    <a:pt x="3449" y="2226"/>
                    <a:pt x="3383" y="2194"/>
                    <a:pt x="3297" y="2177"/>
                  </a:cubicBezTo>
                  <a:lnTo>
                    <a:pt x="3298" y="2177"/>
                  </a:lnTo>
                  <a:moveTo>
                    <a:pt x="4471" y="2538"/>
                  </a:moveTo>
                  <a:cubicBezTo>
                    <a:pt x="4513" y="2580"/>
                    <a:pt x="4560" y="2616"/>
                    <a:pt x="4611" y="2646"/>
                  </a:cubicBezTo>
                  <a:cubicBezTo>
                    <a:pt x="4613" y="2647"/>
                    <a:pt x="4614" y="2648"/>
                    <a:pt x="4615" y="2648"/>
                  </a:cubicBezTo>
                  <a:cubicBezTo>
                    <a:pt x="4557" y="2569"/>
                    <a:pt x="4534" y="2551"/>
                    <a:pt x="4471" y="2538"/>
                  </a:cubicBezTo>
                  <a:moveTo>
                    <a:pt x="3935" y="2842"/>
                  </a:moveTo>
                  <a:lnTo>
                    <a:pt x="3949" y="2837"/>
                  </a:lnTo>
                  <a:cubicBezTo>
                    <a:pt x="3934" y="2777"/>
                    <a:pt x="3894" y="2731"/>
                    <a:pt x="3850" y="2687"/>
                  </a:cubicBezTo>
                  <a:lnTo>
                    <a:pt x="3935" y="2842"/>
                  </a:lnTo>
                  <a:moveTo>
                    <a:pt x="4374" y="2184"/>
                  </a:moveTo>
                  <a:cubicBezTo>
                    <a:pt x="4302" y="2160"/>
                    <a:pt x="4228" y="2146"/>
                    <a:pt x="4152" y="2141"/>
                  </a:cubicBezTo>
                  <a:cubicBezTo>
                    <a:pt x="4224" y="2166"/>
                    <a:pt x="4299" y="2180"/>
                    <a:pt x="4374" y="2184"/>
                  </a:cubicBezTo>
                  <a:moveTo>
                    <a:pt x="570" y="770"/>
                  </a:moveTo>
                  <a:cubicBezTo>
                    <a:pt x="569" y="774"/>
                    <a:pt x="569" y="777"/>
                    <a:pt x="569" y="781"/>
                  </a:cubicBezTo>
                  <a:cubicBezTo>
                    <a:pt x="569" y="790"/>
                    <a:pt x="570" y="799"/>
                    <a:pt x="575" y="806"/>
                  </a:cubicBezTo>
                  <a:cubicBezTo>
                    <a:pt x="579" y="814"/>
                    <a:pt x="586" y="819"/>
                    <a:pt x="593" y="823"/>
                  </a:cubicBezTo>
                  <a:cubicBezTo>
                    <a:pt x="597" y="826"/>
                    <a:pt x="601" y="827"/>
                    <a:pt x="605" y="828"/>
                  </a:cubicBezTo>
                  <a:cubicBezTo>
                    <a:pt x="610" y="830"/>
                    <a:pt x="615" y="831"/>
                    <a:pt x="620" y="831"/>
                  </a:cubicBezTo>
                  <a:cubicBezTo>
                    <a:pt x="628" y="831"/>
                    <a:pt x="636" y="829"/>
                    <a:pt x="643" y="825"/>
                  </a:cubicBezTo>
                  <a:cubicBezTo>
                    <a:pt x="649" y="821"/>
                    <a:pt x="654" y="817"/>
                    <a:pt x="658" y="811"/>
                  </a:cubicBezTo>
                  <a:cubicBezTo>
                    <a:pt x="659" y="810"/>
                    <a:pt x="660" y="808"/>
                    <a:pt x="661" y="807"/>
                  </a:cubicBezTo>
                  <a:cubicBezTo>
                    <a:pt x="664" y="801"/>
                    <a:pt x="666" y="793"/>
                    <a:pt x="666" y="786"/>
                  </a:cubicBezTo>
                  <a:cubicBezTo>
                    <a:pt x="666" y="779"/>
                    <a:pt x="664" y="772"/>
                    <a:pt x="661" y="766"/>
                  </a:cubicBezTo>
                  <a:cubicBezTo>
                    <a:pt x="657" y="760"/>
                    <a:pt x="652" y="755"/>
                    <a:pt x="647" y="752"/>
                  </a:cubicBezTo>
                  <a:cubicBezTo>
                    <a:pt x="637" y="772"/>
                    <a:pt x="644" y="805"/>
                    <a:pt x="616" y="809"/>
                  </a:cubicBezTo>
                  <a:cubicBezTo>
                    <a:pt x="587" y="814"/>
                    <a:pt x="587" y="783"/>
                    <a:pt x="570" y="770"/>
                  </a:cubicBezTo>
                  <a:moveTo>
                    <a:pt x="4485" y="3197"/>
                  </a:moveTo>
                  <a:cubicBezTo>
                    <a:pt x="4507" y="3242"/>
                    <a:pt x="4517" y="3285"/>
                    <a:pt x="4549" y="3324"/>
                  </a:cubicBezTo>
                  <a:cubicBezTo>
                    <a:pt x="4532" y="3203"/>
                    <a:pt x="4532" y="3203"/>
                    <a:pt x="4486" y="3197"/>
                  </a:cubicBezTo>
                  <a:lnTo>
                    <a:pt x="4485" y="3197"/>
                  </a:lnTo>
                  <a:moveTo>
                    <a:pt x="1926" y="4304"/>
                  </a:moveTo>
                  <a:cubicBezTo>
                    <a:pt x="1983" y="4321"/>
                    <a:pt x="2020" y="4298"/>
                    <a:pt x="2071" y="4280"/>
                  </a:cubicBezTo>
                  <a:cubicBezTo>
                    <a:pt x="2012" y="4256"/>
                    <a:pt x="1975" y="4284"/>
                    <a:pt x="1926" y="4304"/>
                  </a:cubicBezTo>
                  <a:moveTo>
                    <a:pt x="3994" y="3008"/>
                  </a:moveTo>
                  <a:cubicBezTo>
                    <a:pt x="4033" y="2978"/>
                    <a:pt x="4028" y="2944"/>
                    <a:pt x="3980" y="2889"/>
                  </a:cubicBezTo>
                  <a:cubicBezTo>
                    <a:pt x="3982" y="2929"/>
                    <a:pt x="3986" y="2969"/>
                    <a:pt x="3995" y="3008"/>
                  </a:cubicBezTo>
                  <a:lnTo>
                    <a:pt x="3994" y="3008"/>
                  </a:lnTo>
                  <a:moveTo>
                    <a:pt x="4484" y="3048"/>
                  </a:moveTo>
                  <a:cubicBezTo>
                    <a:pt x="4473" y="2984"/>
                    <a:pt x="4453" y="2923"/>
                    <a:pt x="4422" y="2866"/>
                  </a:cubicBezTo>
                  <a:cubicBezTo>
                    <a:pt x="4431" y="2930"/>
                    <a:pt x="4452" y="2992"/>
                    <a:pt x="4484" y="3048"/>
                  </a:cubicBezTo>
                  <a:moveTo>
                    <a:pt x="3588" y="4271"/>
                  </a:moveTo>
                  <a:cubicBezTo>
                    <a:pt x="3573" y="4259"/>
                    <a:pt x="3591" y="4240"/>
                    <a:pt x="3581" y="4229"/>
                  </a:cubicBezTo>
                  <a:cubicBezTo>
                    <a:pt x="3537" y="4241"/>
                    <a:pt x="3490" y="4234"/>
                    <a:pt x="3456" y="4270"/>
                  </a:cubicBezTo>
                  <a:cubicBezTo>
                    <a:pt x="3500" y="4250"/>
                    <a:pt x="3542" y="4260"/>
                    <a:pt x="3588" y="4271"/>
                  </a:cubicBezTo>
                  <a:moveTo>
                    <a:pt x="2344" y="3514"/>
                  </a:moveTo>
                  <a:cubicBezTo>
                    <a:pt x="2309" y="3611"/>
                    <a:pt x="2320" y="3631"/>
                    <a:pt x="2368" y="3664"/>
                  </a:cubicBezTo>
                  <a:cubicBezTo>
                    <a:pt x="2318" y="3622"/>
                    <a:pt x="2374" y="3567"/>
                    <a:pt x="2345" y="3513"/>
                  </a:cubicBezTo>
                  <a:lnTo>
                    <a:pt x="2344" y="3514"/>
                  </a:lnTo>
                  <a:moveTo>
                    <a:pt x="2212" y="4365"/>
                  </a:moveTo>
                  <a:cubicBezTo>
                    <a:pt x="2262" y="4341"/>
                    <a:pt x="2320" y="4332"/>
                    <a:pt x="2363" y="4279"/>
                  </a:cubicBezTo>
                  <a:cubicBezTo>
                    <a:pt x="2296" y="4292"/>
                    <a:pt x="2257" y="4336"/>
                    <a:pt x="2212" y="4365"/>
                  </a:cubicBezTo>
                  <a:moveTo>
                    <a:pt x="4064" y="3697"/>
                  </a:moveTo>
                  <a:cubicBezTo>
                    <a:pt x="4065" y="3635"/>
                    <a:pt x="4090" y="3575"/>
                    <a:pt x="4060" y="3516"/>
                  </a:cubicBezTo>
                  <a:cubicBezTo>
                    <a:pt x="4057" y="3540"/>
                    <a:pt x="4056" y="3565"/>
                    <a:pt x="4056" y="3590"/>
                  </a:cubicBezTo>
                  <a:cubicBezTo>
                    <a:pt x="4056" y="3626"/>
                    <a:pt x="4058" y="3661"/>
                    <a:pt x="4064" y="3696"/>
                  </a:cubicBezTo>
                  <a:lnTo>
                    <a:pt x="4064" y="3697"/>
                  </a:lnTo>
                  <a:moveTo>
                    <a:pt x="3915" y="2151"/>
                  </a:moveTo>
                  <a:cubicBezTo>
                    <a:pt x="3939" y="2160"/>
                    <a:pt x="3963" y="2170"/>
                    <a:pt x="3987" y="2176"/>
                  </a:cubicBezTo>
                  <a:cubicBezTo>
                    <a:pt x="4011" y="2182"/>
                    <a:pt x="4032" y="2208"/>
                    <a:pt x="4072" y="2190"/>
                  </a:cubicBezTo>
                  <a:cubicBezTo>
                    <a:pt x="4024" y="2165"/>
                    <a:pt x="3971" y="2151"/>
                    <a:pt x="3917" y="2151"/>
                  </a:cubicBezTo>
                  <a:cubicBezTo>
                    <a:pt x="3916" y="2151"/>
                    <a:pt x="3916" y="2151"/>
                    <a:pt x="3915" y="2151"/>
                  </a:cubicBezTo>
                  <a:moveTo>
                    <a:pt x="3272" y="3909"/>
                  </a:moveTo>
                  <a:cubicBezTo>
                    <a:pt x="3240" y="3897"/>
                    <a:pt x="3208" y="3886"/>
                    <a:pt x="3175" y="3877"/>
                  </a:cubicBezTo>
                  <a:cubicBezTo>
                    <a:pt x="3194" y="3891"/>
                    <a:pt x="3189" y="3921"/>
                    <a:pt x="3210" y="3927"/>
                  </a:cubicBezTo>
                  <a:cubicBezTo>
                    <a:pt x="3214" y="3927"/>
                    <a:pt x="3218" y="3928"/>
                    <a:pt x="3222" y="3928"/>
                  </a:cubicBezTo>
                  <a:cubicBezTo>
                    <a:pt x="3236" y="3928"/>
                    <a:pt x="3250" y="3924"/>
                    <a:pt x="3263" y="3917"/>
                  </a:cubicBezTo>
                  <a:cubicBezTo>
                    <a:pt x="3266" y="3915"/>
                    <a:pt x="3270" y="3912"/>
                    <a:pt x="3273" y="3909"/>
                  </a:cubicBezTo>
                  <a:lnTo>
                    <a:pt x="3272" y="3909"/>
                  </a:lnTo>
                  <a:moveTo>
                    <a:pt x="3804" y="2223"/>
                  </a:moveTo>
                  <a:lnTo>
                    <a:pt x="3916" y="2325"/>
                  </a:lnTo>
                  <a:cubicBezTo>
                    <a:pt x="3898" y="2277"/>
                    <a:pt x="3873" y="2234"/>
                    <a:pt x="3805" y="2223"/>
                  </a:cubicBezTo>
                  <a:lnTo>
                    <a:pt x="3804" y="2223"/>
                  </a:lnTo>
                  <a:moveTo>
                    <a:pt x="3372" y="2174"/>
                  </a:moveTo>
                  <a:cubicBezTo>
                    <a:pt x="3363" y="2166"/>
                    <a:pt x="3354" y="2159"/>
                    <a:pt x="3343" y="2153"/>
                  </a:cubicBezTo>
                  <a:cubicBezTo>
                    <a:pt x="3320" y="2140"/>
                    <a:pt x="3295" y="2132"/>
                    <a:pt x="3268" y="2130"/>
                  </a:cubicBezTo>
                  <a:cubicBezTo>
                    <a:pt x="3255" y="2130"/>
                    <a:pt x="3230" y="2124"/>
                    <a:pt x="3231" y="2139"/>
                  </a:cubicBezTo>
                  <a:cubicBezTo>
                    <a:pt x="3231" y="2164"/>
                    <a:pt x="3252" y="2145"/>
                    <a:pt x="3264" y="2145"/>
                  </a:cubicBezTo>
                  <a:cubicBezTo>
                    <a:pt x="3273" y="2146"/>
                    <a:pt x="3282" y="2149"/>
                    <a:pt x="3290" y="2152"/>
                  </a:cubicBezTo>
                  <a:lnTo>
                    <a:pt x="3372" y="2174"/>
                  </a:lnTo>
                  <a:moveTo>
                    <a:pt x="3613" y="2415"/>
                  </a:moveTo>
                  <a:cubicBezTo>
                    <a:pt x="3643" y="2474"/>
                    <a:pt x="3660" y="2493"/>
                    <a:pt x="3698" y="2515"/>
                  </a:cubicBezTo>
                  <a:cubicBezTo>
                    <a:pt x="3694" y="2504"/>
                    <a:pt x="3689" y="2494"/>
                    <a:pt x="3684" y="2484"/>
                  </a:cubicBezTo>
                  <a:cubicBezTo>
                    <a:pt x="3668" y="2456"/>
                    <a:pt x="3644" y="2433"/>
                    <a:pt x="3617" y="2417"/>
                  </a:cubicBezTo>
                  <a:cubicBezTo>
                    <a:pt x="3615" y="2416"/>
                    <a:pt x="3615" y="2416"/>
                    <a:pt x="3614" y="2415"/>
                  </a:cubicBezTo>
                  <a:lnTo>
                    <a:pt x="3613" y="2415"/>
                  </a:lnTo>
                  <a:moveTo>
                    <a:pt x="4347" y="2754"/>
                  </a:moveTo>
                  <a:cubicBezTo>
                    <a:pt x="4361" y="2832"/>
                    <a:pt x="4361" y="2832"/>
                    <a:pt x="4406" y="2828"/>
                  </a:cubicBezTo>
                  <a:cubicBezTo>
                    <a:pt x="4390" y="2801"/>
                    <a:pt x="4370" y="2776"/>
                    <a:pt x="4348" y="2754"/>
                  </a:cubicBezTo>
                  <a:lnTo>
                    <a:pt x="4347" y="2754"/>
                  </a:lnTo>
                  <a:moveTo>
                    <a:pt x="4040" y="3754"/>
                  </a:moveTo>
                  <a:cubicBezTo>
                    <a:pt x="4049" y="3701"/>
                    <a:pt x="4025" y="3648"/>
                    <a:pt x="4028" y="3595"/>
                  </a:cubicBezTo>
                  <a:cubicBezTo>
                    <a:pt x="4018" y="3648"/>
                    <a:pt x="4034" y="3700"/>
                    <a:pt x="4042" y="3754"/>
                  </a:cubicBezTo>
                  <a:lnTo>
                    <a:pt x="4040" y="3754"/>
                  </a:lnTo>
                  <a:moveTo>
                    <a:pt x="3670" y="4289"/>
                  </a:moveTo>
                  <a:cubicBezTo>
                    <a:pt x="3668" y="4286"/>
                    <a:pt x="3666" y="4282"/>
                    <a:pt x="3664" y="4278"/>
                  </a:cubicBezTo>
                  <a:cubicBezTo>
                    <a:pt x="3656" y="4265"/>
                    <a:pt x="3646" y="4253"/>
                    <a:pt x="3633" y="4243"/>
                  </a:cubicBezTo>
                  <a:cubicBezTo>
                    <a:pt x="3629" y="4239"/>
                    <a:pt x="3624" y="4235"/>
                    <a:pt x="3619" y="4238"/>
                  </a:cubicBezTo>
                  <a:cubicBezTo>
                    <a:pt x="3613" y="4241"/>
                    <a:pt x="3614" y="4246"/>
                    <a:pt x="3614" y="4252"/>
                  </a:cubicBezTo>
                  <a:cubicBezTo>
                    <a:pt x="3617" y="4284"/>
                    <a:pt x="3621" y="4287"/>
                    <a:pt x="3671" y="4290"/>
                  </a:cubicBezTo>
                  <a:lnTo>
                    <a:pt x="3670" y="4289"/>
                  </a:lnTo>
                  <a:moveTo>
                    <a:pt x="3242" y="4485"/>
                  </a:moveTo>
                  <a:cubicBezTo>
                    <a:pt x="3248" y="4467"/>
                    <a:pt x="3252" y="4448"/>
                    <a:pt x="3252" y="4429"/>
                  </a:cubicBezTo>
                  <a:cubicBezTo>
                    <a:pt x="3252" y="4416"/>
                    <a:pt x="3250" y="4403"/>
                    <a:pt x="3247" y="4390"/>
                  </a:cubicBezTo>
                  <a:cubicBezTo>
                    <a:pt x="3229" y="4432"/>
                    <a:pt x="3229" y="4436"/>
                    <a:pt x="3244" y="4485"/>
                  </a:cubicBezTo>
                  <a:lnTo>
                    <a:pt x="3242" y="4485"/>
                  </a:lnTo>
                  <a:moveTo>
                    <a:pt x="3651" y="3817"/>
                  </a:moveTo>
                  <a:cubicBezTo>
                    <a:pt x="3672" y="3800"/>
                    <a:pt x="3689" y="3779"/>
                    <a:pt x="3703" y="3756"/>
                  </a:cubicBezTo>
                  <a:cubicBezTo>
                    <a:pt x="3707" y="3748"/>
                    <a:pt x="3711" y="3740"/>
                    <a:pt x="3715" y="3732"/>
                  </a:cubicBezTo>
                  <a:cubicBezTo>
                    <a:pt x="3690" y="3758"/>
                    <a:pt x="3655" y="3774"/>
                    <a:pt x="3653" y="3818"/>
                  </a:cubicBezTo>
                  <a:lnTo>
                    <a:pt x="3651" y="3817"/>
                  </a:lnTo>
                  <a:moveTo>
                    <a:pt x="2298" y="4214"/>
                  </a:moveTo>
                  <a:cubicBezTo>
                    <a:pt x="2295" y="4214"/>
                    <a:pt x="2293" y="4214"/>
                    <a:pt x="2291" y="4214"/>
                  </a:cubicBezTo>
                  <a:cubicBezTo>
                    <a:pt x="2272" y="4214"/>
                    <a:pt x="2253" y="4219"/>
                    <a:pt x="2237" y="4228"/>
                  </a:cubicBezTo>
                  <a:cubicBezTo>
                    <a:pt x="2223" y="4236"/>
                    <a:pt x="2211" y="4247"/>
                    <a:pt x="2202" y="4261"/>
                  </a:cubicBezTo>
                  <a:cubicBezTo>
                    <a:pt x="2225" y="4256"/>
                    <a:pt x="2248" y="4248"/>
                    <a:pt x="2269" y="4236"/>
                  </a:cubicBezTo>
                  <a:cubicBezTo>
                    <a:pt x="2279" y="4230"/>
                    <a:pt x="2290" y="4223"/>
                    <a:pt x="2299" y="4215"/>
                  </a:cubicBezTo>
                  <a:lnTo>
                    <a:pt x="2298" y="4214"/>
                  </a:lnTo>
                  <a:moveTo>
                    <a:pt x="2407" y="3676"/>
                  </a:moveTo>
                  <a:cubicBezTo>
                    <a:pt x="2434" y="3651"/>
                    <a:pt x="2428" y="3631"/>
                    <a:pt x="2402" y="3609"/>
                  </a:cubicBezTo>
                  <a:cubicBezTo>
                    <a:pt x="2388" y="3634"/>
                    <a:pt x="2381" y="3656"/>
                    <a:pt x="2407" y="3676"/>
                  </a:cubicBezTo>
                  <a:moveTo>
                    <a:pt x="3724" y="4374"/>
                  </a:moveTo>
                  <a:cubicBezTo>
                    <a:pt x="3703" y="4311"/>
                    <a:pt x="3700" y="4310"/>
                    <a:pt x="3657" y="4325"/>
                  </a:cubicBezTo>
                  <a:cubicBezTo>
                    <a:pt x="3676" y="4343"/>
                    <a:pt x="3696" y="4358"/>
                    <a:pt x="3719" y="4371"/>
                  </a:cubicBezTo>
                  <a:cubicBezTo>
                    <a:pt x="3720" y="4372"/>
                    <a:pt x="3722" y="4373"/>
                    <a:pt x="3724" y="4374"/>
                  </a:cubicBezTo>
                  <a:moveTo>
                    <a:pt x="2484" y="3716"/>
                  </a:moveTo>
                  <a:cubicBezTo>
                    <a:pt x="2485" y="3719"/>
                    <a:pt x="2486" y="3722"/>
                    <a:pt x="2488" y="3725"/>
                  </a:cubicBezTo>
                  <a:cubicBezTo>
                    <a:pt x="2493" y="3733"/>
                    <a:pt x="2500" y="3741"/>
                    <a:pt x="2509" y="3746"/>
                  </a:cubicBezTo>
                  <a:lnTo>
                    <a:pt x="2510" y="3746"/>
                  </a:lnTo>
                  <a:cubicBezTo>
                    <a:pt x="2520" y="3754"/>
                    <a:pt x="2527" y="3766"/>
                    <a:pt x="2542" y="3765"/>
                  </a:cubicBezTo>
                  <a:cubicBezTo>
                    <a:pt x="2542" y="3736"/>
                    <a:pt x="2540" y="3734"/>
                    <a:pt x="2508" y="3727"/>
                  </a:cubicBezTo>
                  <a:cubicBezTo>
                    <a:pt x="2501" y="3725"/>
                    <a:pt x="2497" y="3714"/>
                    <a:pt x="2484" y="3716"/>
                  </a:cubicBezTo>
                  <a:moveTo>
                    <a:pt x="3838" y="3508"/>
                  </a:moveTo>
                  <a:cubicBezTo>
                    <a:pt x="3830" y="3524"/>
                    <a:pt x="3826" y="3542"/>
                    <a:pt x="3826" y="3560"/>
                  </a:cubicBezTo>
                  <a:cubicBezTo>
                    <a:pt x="3826" y="3572"/>
                    <a:pt x="3828" y="3583"/>
                    <a:pt x="3831" y="3594"/>
                  </a:cubicBezTo>
                  <a:cubicBezTo>
                    <a:pt x="3845" y="3568"/>
                    <a:pt x="3880" y="3545"/>
                    <a:pt x="3838" y="3508"/>
                  </a:cubicBezTo>
                  <a:moveTo>
                    <a:pt x="3718" y="2049"/>
                  </a:moveTo>
                  <a:cubicBezTo>
                    <a:pt x="3758" y="2051"/>
                    <a:pt x="3801" y="2060"/>
                    <a:pt x="3843" y="2049"/>
                  </a:cubicBezTo>
                  <a:lnTo>
                    <a:pt x="3718" y="2049"/>
                  </a:lnTo>
                  <a:moveTo>
                    <a:pt x="4294" y="2319"/>
                  </a:moveTo>
                  <a:cubicBezTo>
                    <a:pt x="4279" y="2286"/>
                    <a:pt x="4247" y="2277"/>
                    <a:pt x="4216" y="2269"/>
                  </a:cubicBezTo>
                  <a:cubicBezTo>
                    <a:pt x="4228" y="2282"/>
                    <a:pt x="4242" y="2294"/>
                    <a:pt x="4257" y="2302"/>
                  </a:cubicBezTo>
                  <a:cubicBezTo>
                    <a:pt x="4269" y="2309"/>
                    <a:pt x="4281" y="2315"/>
                    <a:pt x="4294" y="2318"/>
                  </a:cubicBezTo>
                  <a:lnTo>
                    <a:pt x="4294" y="2319"/>
                  </a:lnTo>
                  <a:moveTo>
                    <a:pt x="3571" y="4198"/>
                  </a:moveTo>
                  <a:cubicBezTo>
                    <a:pt x="3570" y="4197"/>
                    <a:pt x="3568" y="4196"/>
                    <a:pt x="3566" y="4195"/>
                  </a:cubicBezTo>
                  <a:cubicBezTo>
                    <a:pt x="3557" y="4189"/>
                    <a:pt x="3546" y="4187"/>
                    <a:pt x="3535" y="4187"/>
                  </a:cubicBezTo>
                  <a:cubicBezTo>
                    <a:pt x="3524" y="4187"/>
                    <a:pt x="3513" y="4189"/>
                    <a:pt x="3503" y="4195"/>
                  </a:cubicBezTo>
                  <a:cubicBezTo>
                    <a:pt x="3503" y="4195"/>
                    <a:pt x="3502" y="4196"/>
                    <a:pt x="3501" y="4196"/>
                  </a:cubicBezTo>
                  <a:cubicBezTo>
                    <a:pt x="3525" y="4203"/>
                    <a:pt x="3542" y="4241"/>
                    <a:pt x="3571" y="4198"/>
                  </a:cubicBezTo>
                  <a:moveTo>
                    <a:pt x="1958" y="4487"/>
                  </a:moveTo>
                  <a:cubicBezTo>
                    <a:pt x="1973" y="4470"/>
                    <a:pt x="1993" y="4457"/>
                    <a:pt x="1984" y="4429"/>
                  </a:cubicBezTo>
                  <a:cubicBezTo>
                    <a:pt x="1983" y="4428"/>
                    <a:pt x="1983" y="4427"/>
                    <a:pt x="1982" y="4427"/>
                  </a:cubicBezTo>
                  <a:cubicBezTo>
                    <a:pt x="1980" y="4426"/>
                    <a:pt x="1979" y="4425"/>
                    <a:pt x="1977" y="4425"/>
                  </a:cubicBezTo>
                  <a:cubicBezTo>
                    <a:pt x="1976" y="4425"/>
                    <a:pt x="1976" y="4425"/>
                    <a:pt x="1975" y="4425"/>
                  </a:cubicBezTo>
                  <a:cubicBezTo>
                    <a:pt x="1952" y="4437"/>
                    <a:pt x="1949" y="4458"/>
                    <a:pt x="1951" y="4480"/>
                  </a:cubicBezTo>
                  <a:cubicBezTo>
                    <a:pt x="1950" y="4481"/>
                    <a:pt x="1952" y="4483"/>
                    <a:pt x="1958" y="4487"/>
                  </a:cubicBezTo>
                  <a:moveTo>
                    <a:pt x="261" y="484"/>
                  </a:moveTo>
                  <a:cubicBezTo>
                    <a:pt x="272" y="449"/>
                    <a:pt x="279" y="413"/>
                    <a:pt x="280" y="376"/>
                  </a:cubicBezTo>
                  <a:cubicBezTo>
                    <a:pt x="277" y="379"/>
                    <a:pt x="275" y="383"/>
                    <a:pt x="272" y="387"/>
                  </a:cubicBezTo>
                  <a:cubicBezTo>
                    <a:pt x="261" y="406"/>
                    <a:pt x="256" y="428"/>
                    <a:pt x="256" y="450"/>
                  </a:cubicBezTo>
                  <a:cubicBezTo>
                    <a:pt x="256" y="461"/>
                    <a:pt x="257" y="473"/>
                    <a:pt x="261" y="484"/>
                  </a:cubicBezTo>
                  <a:moveTo>
                    <a:pt x="1294" y="636"/>
                  </a:moveTo>
                  <a:cubicBezTo>
                    <a:pt x="1339" y="622"/>
                    <a:pt x="1341" y="620"/>
                    <a:pt x="1329" y="563"/>
                  </a:cubicBezTo>
                  <a:lnTo>
                    <a:pt x="1294" y="636"/>
                  </a:lnTo>
                  <a:moveTo>
                    <a:pt x="4005" y="3136"/>
                  </a:moveTo>
                  <a:cubicBezTo>
                    <a:pt x="4018" y="3077"/>
                    <a:pt x="4017" y="3064"/>
                    <a:pt x="3995" y="3031"/>
                  </a:cubicBezTo>
                  <a:lnTo>
                    <a:pt x="4005" y="3136"/>
                  </a:lnTo>
                  <a:moveTo>
                    <a:pt x="3073" y="4341"/>
                  </a:moveTo>
                  <a:cubicBezTo>
                    <a:pt x="3055" y="4352"/>
                    <a:pt x="3041" y="4367"/>
                    <a:pt x="3030" y="4386"/>
                  </a:cubicBezTo>
                  <a:cubicBezTo>
                    <a:pt x="3025" y="4394"/>
                    <a:pt x="3022" y="4402"/>
                    <a:pt x="3019" y="4411"/>
                  </a:cubicBezTo>
                  <a:cubicBezTo>
                    <a:pt x="3037" y="4398"/>
                    <a:pt x="3052" y="4381"/>
                    <a:pt x="3063" y="4362"/>
                  </a:cubicBezTo>
                  <a:cubicBezTo>
                    <a:pt x="3067" y="4355"/>
                    <a:pt x="3070" y="4348"/>
                    <a:pt x="3073" y="4341"/>
                  </a:cubicBezTo>
                  <a:moveTo>
                    <a:pt x="298" y="659"/>
                  </a:moveTo>
                  <a:cubicBezTo>
                    <a:pt x="300" y="653"/>
                    <a:pt x="301" y="646"/>
                    <a:pt x="301" y="640"/>
                  </a:cubicBezTo>
                  <a:cubicBezTo>
                    <a:pt x="301" y="629"/>
                    <a:pt x="298" y="618"/>
                    <a:pt x="292" y="608"/>
                  </a:cubicBezTo>
                  <a:cubicBezTo>
                    <a:pt x="292" y="607"/>
                    <a:pt x="292" y="607"/>
                    <a:pt x="292" y="607"/>
                  </a:cubicBezTo>
                  <a:cubicBezTo>
                    <a:pt x="291" y="607"/>
                    <a:pt x="291" y="606"/>
                    <a:pt x="291" y="605"/>
                  </a:cubicBezTo>
                  <a:cubicBezTo>
                    <a:pt x="290" y="603"/>
                    <a:pt x="288" y="602"/>
                    <a:pt x="286" y="600"/>
                  </a:cubicBezTo>
                  <a:cubicBezTo>
                    <a:pt x="284" y="599"/>
                    <a:pt x="281" y="599"/>
                    <a:pt x="279" y="599"/>
                  </a:cubicBezTo>
                  <a:cubicBezTo>
                    <a:pt x="277" y="599"/>
                    <a:pt x="275" y="599"/>
                    <a:pt x="274" y="600"/>
                  </a:cubicBezTo>
                  <a:cubicBezTo>
                    <a:pt x="273" y="600"/>
                    <a:pt x="273" y="600"/>
                    <a:pt x="273" y="600"/>
                  </a:cubicBezTo>
                  <a:cubicBezTo>
                    <a:pt x="271" y="601"/>
                    <a:pt x="269" y="603"/>
                    <a:pt x="268" y="605"/>
                  </a:cubicBezTo>
                  <a:cubicBezTo>
                    <a:pt x="267" y="607"/>
                    <a:pt x="266" y="609"/>
                    <a:pt x="266" y="611"/>
                  </a:cubicBezTo>
                  <a:cubicBezTo>
                    <a:pt x="266" y="613"/>
                    <a:pt x="267" y="616"/>
                    <a:pt x="268" y="617"/>
                  </a:cubicBezTo>
                  <a:cubicBezTo>
                    <a:pt x="274" y="634"/>
                    <a:pt x="277" y="652"/>
                    <a:pt x="298" y="659"/>
                  </a:cubicBezTo>
                  <a:moveTo>
                    <a:pt x="3759" y="2169"/>
                  </a:moveTo>
                  <a:cubicBezTo>
                    <a:pt x="3762" y="2171"/>
                    <a:pt x="3766" y="2173"/>
                    <a:pt x="3769" y="2175"/>
                  </a:cubicBezTo>
                  <a:cubicBezTo>
                    <a:pt x="3797" y="2192"/>
                    <a:pt x="3828" y="2203"/>
                    <a:pt x="3861" y="2209"/>
                  </a:cubicBezTo>
                  <a:cubicBezTo>
                    <a:pt x="3856" y="2205"/>
                    <a:pt x="3851" y="2202"/>
                    <a:pt x="3846" y="2199"/>
                  </a:cubicBezTo>
                  <a:cubicBezTo>
                    <a:pt x="3819" y="2184"/>
                    <a:pt x="3790" y="2174"/>
                    <a:pt x="3759" y="2169"/>
                  </a:cubicBezTo>
                  <a:moveTo>
                    <a:pt x="2424" y="4186"/>
                  </a:moveTo>
                  <a:cubicBezTo>
                    <a:pt x="2396" y="4203"/>
                    <a:pt x="2375" y="4213"/>
                    <a:pt x="2390" y="4248"/>
                  </a:cubicBezTo>
                  <a:cubicBezTo>
                    <a:pt x="2399" y="4241"/>
                    <a:pt x="2405" y="4232"/>
                    <a:pt x="2411" y="4222"/>
                  </a:cubicBezTo>
                  <a:cubicBezTo>
                    <a:pt x="2417" y="4211"/>
                    <a:pt x="2422" y="4199"/>
                    <a:pt x="2424" y="4186"/>
                  </a:cubicBezTo>
                  <a:moveTo>
                    <a:pt x="3460" y="2305"/>
                  </a:moveTo>
                  <a:lnTo>
                    <a:pt x="3524" y="2347"/>
                  </a:lnTo>
                  <a:cubicBezTo>
                    <a:pt x="3523" y="2345"/>
                    <a:pt x="3521" y="2342"/>
                    <a:pt x="3520" y="2340"/>
                  </a:cubicBezTo>
                  <a:cubicBezTo>
                    <a:pt x="3514" y="2329"/>
                    <a:pt x="3505" y="2320"/>
                    <a:pt x="3495" y="2314"/>
                  </a:cubicBezTo>
                  <a:cubicBezTo>
                    <a:pt x="3484" y="2308"/>
                    <a:pt x="3472" y="2305"/>
                    <a:pt x="3460" y="2305"/>
                  </a:cubicBezTo>
                  <a:moveTo>
                    <a:pt x="3766" y="2128"/>
                  </a:moveTo>
                  <a:lnTo>
                    <a:pt x="3765" y="2128"/>
                  </a:lnTo>
                  <a:cubicBezTo>
                    <a:pt x="3748" y="2118"/>
                    <a:pt x="3728" y="2112"/>
                    <a:pt x="3708" y="2112"/>
                  </a:cubicBezTo>
                  <a:cubicBezTo>
                    <a:pt x="3698" y="2112"/>
                    <a:pt x="3689" y="2113"/>
                    <a:pt x="3680" y="2116"/>
                  </a:cubicBezTo>
                  <a:cubicBezTo>
                    <a:pt x="3700" y="2125"/>
                    <a:pt x="3721" y="2130"/>
                    <a:pt x="3743" y="2130"/>
                  </a:cubicBezTo>
                  <a:cubicBezTo>
                    <a:pt x="3750" y="2130"/>
                    <a:pt x="3758" y="2129"/>
                    <a:pt x="3766" y="2128"/>
                  </a:cubicBezTo>
                  <a:moveTo>
                    <a:pt x="2367" y="3636"/>
                  </a:moveTo>
                  <a:cubicBezTo>
                    <a:pt x="2387" y="3593"/>
                    <a:pt x="2387" y="3593"/>
                    <a:pt x="2369" y="3571"/>
                  </a:cubicBezTo>
                  <a:cubicBezTo>
                    <a:pt x="2364" y="3581"/>
                    <a:pt x="2361" y="3593"/>
                    <a:pt x="2361" y="3605"/>
                  </a:cubicBezTo>
                  <a:cubicBezTo>
                    <a:pt x="2361" y="3616"/>
                    <a:pt x="2363" y="3626"/>
                    <a:pt x="2367" y="3636"/>
                  </a:cubicBezTo>
                  <a:moveTo>
                    <a:pt x="1902" y="4540"/>
                  </a:moveTo>
                  <a:cubicBezTo>
                    <a:pt x="1897" y="4561"/>
                    <a:pt x="1887" y="4580"/>
                    <a:pt x="1902" y="4602"/>
                  </a:cubicBezTo>
                  <a:cubicBezTo>
                    <a:pt x="1907" y="4598"/>
                    <a:pt x="1911" y="4594"/>
                    <a:pt x="1914" y="4589"/>
                  </a:cubicBezTo>
                  <a:cubicBezTo>
                    <a:pt x="1917" y="4584"/>
                    <a:pt x="1919" y="4577"/>
                    <a:pt x="1919" y="4571"/>
                  </a:cubicBezTo>
                  <a:cubicBezTo>
                    <a:pt x="1919" y="4564"/>
                    <a:pt x="1917" y="4558"/>
                    <a:pt x="1914" y="4552"/>
                  </a:cubicBezTo>
                  <a:cubicBezTo>
                    <a:pt x="1911" y="4547"/>
                    <a:pt x="1907" y="4543"/>
                    <a:pt x="1902" y="4540"/>
                  </a:cubicBezTo>
                  <a:moveTo>
                    <a:pt x="3958" y="2910"/>
                  </a:moveTo>
                  <a:cubicBezTo>
                    <a:pt x="3958" y="2896"/>
                    <a:pt x="3956" y="2883"/>
                    <a:pt x="3955" y="2868"/>
                  </a:cubicBezTo>
                  <a:cubicBezTo>
                    <a:pt x="3955" y="2867"/>
                    <a:pt x="3954" y="2866"/>
                    <a:pt x="3954" y="2865"/>
                  </a:cubicBezTo>
                  <a:cubicBezTo>
                    <a:pt x="3953" y="2864"/>
                    <a:pt x="3951" y="2863"/>
                    <a:pt x="3950" y="2862"/>
                  </a:cubicBezTo>
                  <a:cubicBezTo>
                    <a:pt x="3948" y="2861"/>
                    <a:pt x="3948" y="2861"/>
                    <a:pt x="3946" y="2861"/>
                  </a:cubicBezTo>
                  <a:cubicBezTo>
                    <a:pt x="3945" y="2861"/>
                    <a:pt x="3944" y="2861"/>
                    <a:pt x="3943" y="2861"/>
                  </a:cubicBezTo>
                  <a:cubicBezTo>
                    <a:pt x="3938" y="2861"/>
                    <a:pt x="3934" y="2865"/>
                    <a:pt x="3935" y="2872"/>
                  </a:cubicBezTo>
                  <a:cubicBezTo>
                    <a:pt x="3936" y="2879"/>
                    <a:pt x="3938" y="2886"/>
                    <a:pt x="3942" y="2892"/>
                  </a:cubicBezTo>
                  <a:cubicBezTo>
                    <a:pt x="3946" y="2899"/>
                    <a:pt x="3951" y="2905"/>
                    <a:pt x="3958" y="2910"/>
                  </a:cubicBezTo>
                  <a:moveTo>
                    <a:pt x="3099" y="3852"/>
                  </a:moveTo>
                  <a:cubicBezTo>
                    <a:pt x="3099" y="3845"/>
                    <a:pt x="3091" y="3840"/>
                    <a:pt x="3079" y="3839"/>
                  </a:cubicBezTo>
                  <a:cubicBezTo>
                    <a:pt x="3067" y="3837"/>
                    <a:pt x="3058" y="3835"/>
                    <a:pt x="3059" y="3849"/>
                  </a:cubicBezTo>
                  <a:cubicBezTo>
                    <a:pt x="3059" y="3862"/>
                    <a:pt x="3072" y="3866"/>
                    <a:pt x="3082" y="3870"/>
                  </a:cubicBezTo>
                  <a:cubicBezTo>
                    <a:pt x="3092" y="3873"/>
                    <a:pt x="3095" y="3869"/>
                    <a:pt x="3099" y="3852"/>
                  </a:cubicBezTo>
                  <a:moveTo>
                    <a:pt x="2244" y="4176"/>
                  </a:moveTo>
                  <a:cubicBezTo>
                    <a:pt x="2279" y="4171"/>
                    <a:pt x="2279" y="4171"/>
                    <a:pt x="2303" y="4135"/>
                  </a:cubicBezTo>
                  <a:cubicBezTo>
                    <a:pt x="2296" y="4138"/>
                    <a:pt x="2288" y="4141"/>
                    <a:pt x="2282" y="4145"/>
                  </a:cubicBezTo>
                  <a:cubicBezTo>
                    <a:pt x="2267" y="4153"/>
                    <a:pt x="2255" y="4164"/>
                    <a:pt x="2244" y="4176"/>
                  </a:cubicBezTo>
                  <a:moveTo>
                    <a:pt x="2948" y="3834"/>
                  </a:moveTo>
                  <a:cubicBezTo>
                    <a:pt x="2979" y="3861"/>
                    <a:pt x="2980" y="3863"/>
                    <a:pt x="2989" y="3854"/>
                  </a:cubicBezTo>
                  <a:cubicBezTo>
                    <a:pt x="2990" y="3854"/>
                    <a:pt x="2990" y="3853"/>
                    <a:pt x="2991" y="3852"/>
                  </a:cubicBezTo>
                  <a:cubicBezTo>
                    <a:pt x="2992" y="3850"/>
                    <a:pt x="2992" y="3848"/>
                    <a:pt x="2992" y="3846"/>
                  </a:cubicBezTo>
                  <a:cubicBezTo>
                    <a:pt x="2992" y="3846"/>
                    <a:pt x="2992" y="3845"/>
                    <a:pt x="2992" y="3844"/>
                  </a:cubicBezTo>
                  <a:cubicBezTo>
                    <a:pt x="2982" y="3824"/>
                    <a:pt x="2965" y="3827"/>
                    <a:pt x="2948" y="3834"/>
                  </a:cubicBezTo>
                  <a:moveTo>
                    <a:pt x="2451" y="4220"/>
                  </a:moveTo>
                  <a:cubicBezTo>
                    <a:pt x="2458" y="4215"/>
                    <a:pt x="2464" y="4208"/>
                    <a:pt x="2469" y="4200"/>
                  </a:cubicBezTo>
                  <a:cubicBezTo>
                    <a:pt x="2475" y="4190"/>
                    <a:pt x="2478" y="4179"/>
                    <a:pt x="2478" y="4168"/>
                  </a:cubicBezTo>
                  <a:cubicBezTo>
                    <a:pt x="2478" y="4167"/>
                    <a:pt x="2478" y="4166"/>
                    <a:pt x="2478" y="4165"/>
                  </a:cubicBezTo>
                  <a:cubicBezTo>
                    <a:pt x="2470" y="4170"/>
                    <a:pt x="2463" y="4176"/>
                    <a:pt x="2459" y="4184"/>
                  </a:cubicBezTo>
                  <a:cubicBezTo>
                    <a:pt x="2453" y="4193"/>
                    <a:pt x="2451" y="4204"/>
                    <a:pt x="2451" y="4215"/>
                  </a:cubicBezTo>
                  <a:cubicBezTo>
                    <a:pt x="2451" y="4217"/>
                    <a:pt x="2451" y="4218"/>
                    <a:pt x="2451" y="4220"/>
                  </a:cubicBezTo>
                  <a:moveTo>
                    <a:pt x="2823" y="3784"/>
                  </a:moveTo>
                  <a:cubicBezTo>
                    <a:pt x="2823" y="3783"/>
                    <a:pt x="2821" y="3782"/>
                    <a:pt x="2821" y="3781"/>
                  </a:cubicBezTo>
                  <a:cubicBezTo>
                    <a:pt x="2818" y="3776"/>
                    <a:pt x="2814" y="3771"/>
                    <a:pt x="2810" y="3769"/>
                  </a:cubicBezTo>
                  <a:cubicBezTo>
                    <a:pt x="2807" y="3767"/>
                    <a:pt x="2805" y="3767"/>
                    <a:pt x="2802" y="3766"/>
                  </a:cubicBezTo>
                  <a:cubicBezTo>
                    <a:pt x="2793" y="3762"/>
                    <a:pt x="2789" y="3769"/>
                    <a:pt x="2789" y="3777"/>
                  </a:cubicBezTo>
                  <a:cubicBezTo>
                    <a:pt x="2789" y="3790"/>
                    <a:pt x="2799" y="3793"/>
                    <a:pt x="2811" y="3795"/>
                  </a:cubicBezTo>
                  <a:cubicBezTo>
                    <a:pt x="2817" y="3795"/>
                    <a:pt x="2820" y="3793"/>
                    <a:pt x="2823" y="3784"/>
                  </a:cubicBezTo>
                  <a:moveTo>
                    <a:pt x="2946" y="3797"/>
                  </a:moveTo>
                  <a:cubicBezTo>
                    <a:pt x="2949" y="3803"/>
                    <a:pt x="2953" y="3807"/>
                    <a:pt x="2959" y="3811"/>
                  </a:cubicBezTo>
                  <a:cubicBezTo>
                    <a:pt x="2964" y="3814"/>
                    <a:pt x="2971" y="3816"/>
                    <a:pt x="2978" y="3816"/>
                  </a:cubicBezTo>
                  <a:cubicBezTo>
                    <a:pt x="2983" y="3816"/>
                    <a:pt x="2988" y="3815"/>
                    <a:pt x="2993" y="3812"/>
                  </a:cubicBezTo>
                  <a:cubicBezTo>
                    <a:pt x="2977" y="3801"/>
                    <a:pt x="2968" y="3789"/>
                    <a:pt x="2946" y="3797"/>
                  </a:cubicBezTo>
                  <a:moveTo>
                    <a:pt x="2991" y="3886"/>
                  </a:moveTo>
                  <a:cubicBezTo>
                    <a:pt x="2976" y="3871"/>
                    <a:pt x="2964" y="3859"/>
                    <a:pt x="2948" y="3865"/>
                  </a:cubicBezTo>
                  <a:cubicBezTo>
                    <a:pt x="2947" y="3866"/>
                    <a:pt x="2946" y="3867"/>
                    <a:pt x="2945" y="3868"/>
                  </a:cubicBezTo>
                  <a:cubicBezTo>
                    <a:pt x="2944" y="3869"/>
                    <a:pt x="2944" y="3871"/>
                    <a:pt x="2944" y="3873"/>
                  </a:cubicBezTo>
                  <a:lnTo>
                    <a:pt x="2944" y="3874"/>
                  </a:lnTo>
                  <a:cubicBezTo>
                    <a:pt x="2953" y="3889"/>
                    <a:pt x="2966" y="3896"/>
                    <a:pt x="2989" y="3886"/>
                  </a:cubicBezTo>
                  <a:lnTo>
                    <a:pt x="2991" y="3886"/>
                  </a:lnTo>
                  <a:moveTo>
                    <a:pt x="286" y="559"/>
                  </a:moveTo>
                  <a:lnTo>
                    <a:pt x="286" y="496"/>
                  </a:lnTo>
                  <a:cubicBezTo>
                    <a:pt x="283" y="506"/>
                    <a:pt x="282" y="518"/>
                    <a:pt x="282" y="528"/>
                  </a:cubicBezTo>
                  <a:cubicBezTo>
                    <a:pt x="282" y="539"/>
                    <a:pt x="283" y="549"/>
                    <a:pt x="286" y="559"/>
                  </a:cubicBezTo>
                  <a:moveTo>
                    <a:pt x="2146" y="4263"/>
                  </a:moveTo>
                  <a:cubicBezTo>
                    <a:pt x="2110" y="4263"/>
                    <a:pt x="2110" y="4263"/>
                    <a:pt x="2085" y="4281"/>
                  </a:cubicBezTo>
                  <a:lnTo>
                    <a:pt x="2146" y="4263"/>
                  </a:lnTo>
                  <a:moveTo>
                    <a:pt x="2128" y="4384"/>
                  </a:moveTo>
                  <a:cubicBezTo>
                    <a:pt x="2122" y="4382"/>
                    <a:pt x="2115" y="4381"/>
                    <a:pt x="2109" y="4381"/>
                  </a:cubicBezTo>
                  <a:cubicBezTo>
                    <a:pt x="2099" y="4381"/>
                    <a:pt x="2089" y="4384"/>
                    <a:pt x="2080" y="4389"/>
                  </a:cubicBezTo>
                  <a:cubicBezTo>
                    <a:pt x="2075" y="4392"/>
                    <a:pt x="2071" y="4395"/>
                    <a:pt x="2067" y="4399"/>
                  </a:cubicBezTo>
                  <a:cubicBezTo>
                    <a:pt x="2073" y="4401"/>
                    <a:pt x="2079" y="4403"/>
                    <a:pt x="2085" y="4403"/>
                  </a:cubicBezTo>
                  <a:cubicBezTo>
                    <a:pt x="2095" y="4403"/>
                    <a:pt x="2105" y="4400"/>
                    <a:pt x="2114" y="4395"/>
                  </a:cubicBezTo>
                  <a:cubicBezTo>
                    <a:pt x="2119" y="4392"/>
                    <a:pt x="2124" y="4388"/>
                    <a:pt x="2128" y="4384"/>
                  </a:cubicBezTo>
                  <a:moveTo>
                    <a:pt x="3691" y="2148"/>
                  </a:moveTo>
                  <a:cubicBezTo>
                    <a:pt x="3675" y="2144"/>
                    <a:pt x="3661" y="2134"/>
                    <a:pt x="3650" y="2153"/>
                  </a:cubicBezTo>
                  <a:cubicBezTo>
                    <a:pt x="3663" y="2155"/>
                    <a:pt x="3674" y="2164"/>
                    <a:pt x="3691" y="2147"/>
                  </a:cubicBezTo>
                  <a:lnTo>
                    <a:pt x="3691" y="2148"/>
                  </a:lnTo>
                  <a:moveTo>
                    <a:pt x="3841" y="3466"/>
                  </a:moveTo>
                  <a:cubicBezTo>
                    <a:pt x="3851" y="3456"/>
                    <a:pt x="3863" y="3447"/>
                    <a:pt x="3853" y="3430"/>
                  </a:cubicBezTo>
                  <a:cubicBezTo>
                    <a:pt x="3852" y="3428"/>
                    <a:pt x="3845" y="3425"/>
                    <a:pt x="3844" y="3426"/>
                  </a:cubicBezTo>
                  <a:cubicBezTo>
                    <a:pt x="3843" y="3428"/>
                    <a:pt x="3842" y="3429"/>
                    <a:pt x="3841" y="3431"/>
                  </a:cubicBezTo>
                  <a:cubicBezTo>
                    <a:pt x="3838" y="3437"/>
                    <a:pt x="3836" y="3444"/>
                    <a:pt x="3836" y="3450"/>
                  </a:cubicBezTo>
                  <a:cubicBezTo>
                    <a:pt x="3836" y="3454"/>
                    <a:pt x="3836" y="3457"/>
                    <a:pt x="3837" y="3461"/>
                  </a:cubicBezTo>
                  <a:cubicBezTo>
                    <a:pt x="3838" y="3462"/>
                    <a:pt x="3839" y="3463"/>
                    <a:pt x="3841" y="3465"/>
                  </a:cubicBezTo>
                  <a:lnTo>
                    <a:pt x="3841" y="3466"/>
                  </a:lnTo>
                  <a:moveTo>
                    <a:pt x="3039" y="3876"/>
                  </a:moveTo>
                  <a:cubicBezTo>
                    <a:pt x="3039" y="3865"/>
                    <a:pt x="3030" y="3863"/>
                    <a:pt x="3023" y="3859"/>
                  </a:cubicBezTo>
                  <a:cubicBezTo>
                    <a:pt x="3015" y="3855"/>
                    <a:pt x="3011" y="3856"/>
                    <a:pt x="3010" y="3862"/>
                  </a:cubicBezTo>
                  <a:cubicBezTo>
                    <a:pt x="3006" y="3876"/>
                    <a:pt x="3018" y="3879"/>
                    <a:pt x="3027" y="3882"/>
                  </a:cubicBezTo>
                  <a:cubicBezTo>
                    <a:pt x="3028" y="3883"/>
                    <a:pt x="3029" y="3883"/>
                    <a:pt x="3030" y="3883"/>
                  </a:cubicBezTo>
                  <a:cubicBezTo>
                    <a:pt x="3032" y="3883"/>
                    <a:pt x="3034" y="3881"/>
                    <a:pt x="3035" y="3881"/>
                  </a:cubicBezTo>
                  <a:cubicBezTo>
                    <a:pt x="3036" y="3880"/>
                    <a:pt x="3038" y="3879"/>
                    <a:pt x="3039" y="3878"/>
                  </a:cubicBezTo>
                  <a:cubicBezTo>
                    <a:pt x="3039" y="3877"/>
                    <a:pt x="3039" y="3877"/>
                    <a:pt x="3039" y="3876"/>
                  </a:cubicBezTo>
                  <a:moveTo>
                    <a:pt x="3581" y="2274"/>
                  </a:moveTo>
                  <a:cubicBezTo>
                    <a:pt x="3590" y="2283"/>
                    <a:pt x="3600" y="2292"/>
                    <a:pt x="3611" y="2298"/>
                  </a:cubicBezTo>
                  <a:cubicBezTo>
                    <a:pt x="3621" y="2304"/>
                    <a:pt x="3631" y="2308"/>
                    <a:pt x="3642" y="2311"/>
                  </a:cubicBezTo>
                  <a:cubicBezTo>
                    <a:pt x="3634" y="2301"/>
                    <a:pt x="3623" y="2293"/>
                    <a:pt x="3612" y="2286"/>
                  </a:cubicBezTo>
                  <a:cubicBezTo>
                    <a:pt x="3603" y="2280"/>
                    <a:pt x="3592" y="2276"/>
                    <a:pt x="3582" y="2274"/>
                  </a:cubicBezTo>
                  <a:lnTo>
                    <a:pt x="3581" y="2274"/>
                  </a:lnTo>
                  <a:moveTo>
                    <a:pt x="4150" y="3613"/>
                  </a:moveTo>
                  <a:cubicBezTo>
                    <a:pt x="4147" y="3634"/>
                    <a:pt x="4143" y="3646"/>
                    <a:pt x="4152" y="3658"/>
                  </a:cubicBezTo>
                  <a:cubicBezTo>
                    <a:pt x="4159" y="3645"/>
                    <a:pt x="4156" y="3633"/>
                    <a:pt x="4150" y="3613"/>
                  </a:cubicBezTo>
                  <a:moveTo>
                    <a:pt x="2471" y="3700"/>
                  </a:moveTo>
                  <a:cubicBezTo>
                    <a:pt x="2469" y="3695"/>
                    <a:pt x="2467" y="3690"/>
                    <a:pt x="2465" y="3686"/>
                  </a:cubicBezTo>
                  <a:cubicBezTo>
                    <a:pt x="2458" y="3674"/>
                    <a:pt x="2448" y="3664"/>
                    <a:pt x="2436" y="3657"/>
                  </a:cubicBezTo>
                  <a:cubicBezTo>
                    <a:pt x="2435" y="3657"/>
                    <a:pt x="2434" y="3656"/>
                    <a:pt x="2434" y="3656"/>
                  </a:cubicBezTo>
                  <a:cubicBezTo>
                    <a:pt x="2434" y="3664"/>
                    <a:pt x="2436" y="3671"/>
                    <a:pt x="2440" y="3678"/>
                  </a:cubicBezTo>
                  <a:cubicBezTo>
                    <a:pt x="2444" y="3685"/>
                    <a:pt x="2449" y="3691"/>
                    <a:pt x="2456" y="3695"/>
                  </a:cubicBezTo>
                  <a:cubicBezTo>
                    <a:pt x="2461" y="3697"/>
                    <a:pt x="2466" y="3699"/>
                    <a:pt x="2471" y="3700"/>
                  </a:cubicBezTo>
                  <a:moveTo>
                    <a:pt x="4021" y="3498"/>
                  </a:moveTo>
                  <a:cubicBezTo>
                    <a:pt x="4018" y="3505"/>
                    <a:pt x="4017" y="3512"/>
                    <a:pt x="4017" y="3519"/>
                  </a:cubicBezTo>
                  <a:cubicBezTo>
                    <a:pt x="4017" y="3526"/>
                    <a:pt x="4018" y="3533"/>
                    <a:pt x="4021" y="3539"/>
                  </a:cubicBezTo>
                  <a:lnTo>
                    <a:pt x="4021" y="3498"/>
                  </a:lnTo>
                  <a:moveTo>
                    <a:pt x="2579" y="3295"/>
                  </a:moveTo>
                  <a:cubicBezTo>
                    <a:pt x="2563" y="3284"/>
                    <a:pt x="2552" y="3271"/>
                    <a:pt x="2534" y="3282"/>
                  </a:cubicBezTo>
                  <a:cubicBezTo>
                    <a:pt x="2537" y="3286"/>
                    <a:pt x="2540" y="3289"/>
                    <a:pt x="2545" y="3292"/>
                  </a:cubicBezTo>
                  <a:cubicBezTo>
                    <a:pt x="2551" y="3295"/>
                    <a:pt x="2558" y="3297"/>
                    <a:pt x="2566" y="3297"/>
                  </a:cubicBezTo>
                  <a:cubicBezTo>
                    <a:pt x="2570" y="3297"/>
                    <a:pt x="2574" y="3296"/>
                    <a:pt x="2579" y="3295"/>
                  </a:cubicBezTo>
                  <a:moveTo>
                    <a:pt x="4043" y="3302"/>
                  </a:moveTo>
                  <a:lnTo>
                    <a:pt x="4038" y="3302"/>
                  </a:lnTo>
                  <a:cubicBezTo>
                    <a:pt x="4038" y="3306"/>
                    <a:pt x="4037" y="3310"/>
                    <a:pt x="4037" y="3315"/>
                  </a:cubicBezTo>
                  <a:cubicBezTo>
                    <a:pt x="4037" y="3319"/>
                    <a:pt x="4038" y="3324"/>
                    <a:pt x="4038" y="3328"/>
                  </a:cubicBezTo>
                  <a:cubicBezTo>
                    <a:pt x="4038" y="3334"/>
                    <a:pt x="4044" y="3334"/>
                    <a:pt x="4044" y="3328"/>
                  </a:cubicBezTo>
                  <a:cubicBezTo>
                    <a:pt x="4044" y="3326"/>
                    <a:pt x="4044" y="3325"/>
                    <a:pt x="4044" y="3323"/>
                  </a:cubicBezTo>
                  <a:cubicBezTo>
                    <a:pt x="4044" y="3316"/>
                    <a:pt x="4044" y="3308"/>
                    <a:pt x="4043" y="3301"/>
                  </a:cubicBezTo>
                  <a:lnTo>
                    <a:pt x="4043" y="3302"/>
                  </a:lnTo>
                  <a:moveTo>
                    <a:pt x="4099" y="2103"/>
                  </a:moveTo>
                  <a:cubicBezTo>
                    <a:pt x="4107" y="2111"/>
                    <a:pt x="4117" y="2105"/>
                    <a:pt x="4126" y="2105"/>
                  </a:cubicBezTo>
                  <a:cubicBezTo>
                    <a:pt x="4121" y="2103"/>
                    <a:pt x="4115" y="2102"/>
                    <a:pt x="4110" y="2102"/>
                  </a:cubicBezTo>
                  <a:cubicBezTo>
                    <a:pt x="4106" y="2102"/>
                    <a:pt x="4103" y="2102"/>
                    <a:pt x="4099" y="2103"/>
                  </a:cubicBezTo>
                  <a:moveTo>
                    <a:pt x="3041" y="3835"/>
                  </a:moveTo>
                  <a:cubicBezTo>
                    <a:pt x="3041" y="3825"/>
                    <a:pt x="3031" y="3822"/>
                    <a:pt x="3023" y="3820"/>
                  </a:cubicBezTo>
                  <a:cubicBezTo>
                    <a:pt x="3015" y="3818"/>
                    <a:pt x="3013" y="3822"/>
                    <a:pt x="3013" y="3828"/>
                  </a:cubicBezTo>
                  <a:cubicBezTo>
                    <a:pt x="3013" y="3839"/>
                    <a:pt x="3023" y="3841"/>
                    <a:pt x="3031" y="3843"/>
                  </a:cubicBezTo>
                  <a:cubicBezTo>
                    <a:pt x="3039" y="3845"/>
                    <a:pt x="3040" y="3841"/>
                    <a:pt x="3042" y="3835"/>
                  </a:cubicBezTo>
                  <a:lnTo>
                    <a:pt x="3041" y="3835"/>
                  </a:lnTo>
                  <a:moveTo>
                    <a:pt x="3261" y="3862"/>
                  </a:moveTo>
                  <a:cubicBezTo>
                    <a:pt x="3256" y="3863"/>
                    <a:pt x="3251" y="3865"/>
                    <a:pt x="3252" y="3872"/>
                  </a:cubicBezTo>
                  <a:cubicBezTo>
                    <a:pt x="3255" y="3885"/>
                    <a:pt x="3267" y="3886"/>
                    <a:pt x="3276" y="3888"/>
                  </a:cubicBezTo>
                  <a:cubicBezTo>
                    <a:pt x="3277" y="3888"/>
                    <a:pt x="3277" y="3888"/>
                    <a:pt x="3278" y="3888"/>
                  </a:cubicBezTo>
                  <a:cubicBezTo>
                    <a:pt x="3279" y="3888"/>
                    <a:pt x="3279" y="3887"/>
                    <a:pt x="3281" y="3887"/>
                  </a:cubicBezTo>
                  <a:cubicBezTo>
                    <a:pt x="3282" y="3886"/>
                    <a:pt x="3283" y="3886"/>
                    <a:pt x="3284" y="3885"/>
                  </a:cubicBezTo>
                  <a:cubicBezTo>
                    <a:pt x="3285" y="3884"/>
                    <a:pt x="3285" y="3882"/>
                    <a:pt x="3285" y="3881"/>
                  </a:cubicBezTo>
                  <a:cubicBezTo>
                    <a:pt x="3285" y="3880"/>
                    <a:pt x="3285" y="3879"/>
                    <a:pt x="3285" y="3879"/>
                  </a:cubicBezTo>
                  <a:cubicBezTo>
                    <a:pt x="3282" y="3867"/>
                    <a:pt x="3272" y="3864"/>
                    <a:pt x="3262" y="3862"/>
                  </a:cubicBezTo>
                  <a:lnTo>
                    <a:pt x="3261" y="3862"/>
                  </a:lnTo>
                  <a:moveTo>
                    <a:pt x="3797" y="2873"/>
                  </a:moveTo>
                  <a:cubicBezTo>
                    <a:pt x="3796" y="2874"/>
                    <a:pt x="3795" y="2875"/>
                    <a:pt x="3795" y="2876"/>
                  </a:cubicBezTo>
                  <a:cubicBezTo>
                    <a:pt x="3794" y="2877"/>
                    <a:pt x="3794" y="2878"/>
                    <a:pt x="3793" y="2879"/>
                  </a:cubicBezTo>
                  <a:cubicBezTo>
                    <a:pt x="3792" y="2882"/>
                    <a:pt x="3791" y="2886"/>
                    <a:pt x="3791" y="2889"/>
                  </a:cubicBezTo>
                  <a:cubicBezTo>
                    <a:pt x="3791" y="2895"/>
                    <a:pt x="3793" y="2901"/>
                    <a:pt x="3796" y="2905"/>
                  </a:cubicBezTo>
                  <a:cubicBezTo>
                    <a:pt x="3796" y="2908"/>
                    <a:pt x="3803" y="2910"/>
                    <a:pt x="3804" y="2909"/>
                  </a:cubicBezTo>
                  <a:cubicBezTo>
                    <a:pt x="3815" y="2903"/>
                    <a:pt x="3811" y="2894"/>
                    <a:pt x="3806" y="2886"/>
                  </a:cubicBezTo>
                  <a:cubicBezTo>
                    <a:pt x="3804" y="2881"/>
                    <a:pt x="3801" y="2877"/>
                    <a:pt x="3797" y="2873"/>
                  </a:cubicBezTo>
                  <a:moveTo>
                    <a:pt x="3403" y="3958"/>
                  </a:moveTo>
                  <a:cubicBezTo>
                    <a:pt x="3401" y="3956"/>
                    <a:pt x="3399" y="3952"/>
                    <a:pt x="3397" y="3953"/>
                  </a:cubicBezTo>
                  <a:cubicBezTo>
                    <a:pt x="3392" y="3953"/>
                    <a:pt x="3388" y="3954"/>
                    <a:pt x="3385" y="3956"/>
                  </a:cubicBezTo>
                  <a:cubicBezTo>
                    <a:pt x="3381" y="3959"/>
                    <a:pt x="3377" y="3962"/>
                    <a:pt x="3375" y="3966"/>
                  </a:cubicBezTo>
                  <a:cubicBezTo>
                    <a:pt x="3376" y="3967"/>
                    <a:pt x="3377" y="3968"/>
                    <a:pt x="3379" y="3969"/>
                  </a:cubicBezTo>
                  <a:cubicBezTo>
                    <a:pt x="3380" y="3969"/>
                    <a:pt x="3381" y="3970"/>
                    <a:pt x="3383" y="3971"/>
                  </a:cubicBezTo>
                  <a:cubicBezTo>
                    <a:pt x="3384" y="3971"/>
                    <a:pt x="3385" y="3971"/>
                    <a:pt x="3386" y="3971"/>
                  </a:cubicBezTo>
                  <a:cubicBezTo>
                    <a:pt x="3389" y="3971"/>
                    <a:pt x="3392" y="3969"/>
                    <a:pt x="3395" y="3968"/>
                  </a:cubicBezTo>
                  <a:cubicBezTo>
                    <a:pt x="3397" y="3966"/>
                    <a:pt x="3400" y="3964"/>
                    <a:pt x="3402" y="3962"/>
                  </a:cubicBezTo>
                  <a:cubicBezTo>
                    <a:pt x="3402" y="3961"/>
                    <a:pt x="3403" y="3959"/>
                    <a:pt x="3404" y="3958"/>
                  </a:cubicBezTo>
                  <a:lnTo>
                    <a:pt x="3403" y="3958"/>
                  </a:lnTo>
                  <a:moveTo>
                    <a:pt x="3740" y="2374"/>
                  </a:moveTo>
                  <a:cubicBezTo>
                    <a:pt x="3743" y="2372"/>
                    <a:pt x="3748" y="2370"/>
                    <a:pt x="3748" y="2369"/>
                  </a:cubicBezTo>
                  <a:cubicBezTo>
                    <a:pt x="3748" y="2367"/>
                    <a:pt x="3747" y="2365"/>
                    <a:pt x="3746" y="2363"/>
                  </a:cubicBezTo>
                  <a:cubicBezTo>
                    <a:pt x="3744" y="2360"/>
                    <a:pt x="3741" y="2356"/>
                    <a:pt x="3739" y="2355"/>
                  </a:cubicBezTo>
                  <a:cubicBezTo>
                    <a:pt x="3737" y="2354"/>
                    <a:pt x="3736" y="2354"/>
                    <a:pt x="3734" y="2354"/>
                  </a:cubicBezTo>
                  <a:cubicBezTo>
                    <a:pt x="3729" y="2352"/>
                    <a:pt x="3722" y="2354"/>
                    <a:pt x="3724" y="2360"/>
                  </a:cubicBezTo>
                  <a:cubicBezTo>
                    <a:pt x="3724" y="2362"/>
                    <a:pt x="3725" y="2363"/>
                    <a:pt x="3726" y="2365"/>
                  </a:cubicBezTo>
                  <a:cubicBezTo>
                    <a:pt x="3727" y="2367"/>
                    <a:pt x="3730" y="2370"/>
                    <a:pt x="3732" y="2371"/>
                  </a:cubicBezTo>
                  <a:cubicBezTo>
                    <a:pt x="3735" y="2373"/>
                    <a:pt x="3738" y="2374"/>
                    <a:pt x="3740" y="2374"/>
                  </a:cubicBezTo>
                  <a:moveTo>
                    <a:pt x="313" y="463"/>
                  </a:moveTo>
                  <a:cubicBezTo>
                    <a:pt x="311" y="459"/>
                    <a:pt x="309" y="452"/>
                    <a:pt x="307" y="452"/>
                  </a:cubicBezTo>
                  <a:cubicBezTo>
                    <a:pt x="298" y="452"/>
                    <a:pt x="295" y="459"/>
                    <a:pt x="293" y="466"/>
                  </a:cubicBezTo>
                  <a:cubicBezTo>
                    <a:pt x="293" y="467"/>
                    <a:pt x="293" y="468"/>
                    <a:pt x="293" y="469"/>
                  </a:cubicBezTo>
                  <a:cubicBezTo>
                    <a:pt x="293" y="471"/>
                    <a:pt x="293" y="472"/>
                    <a:pt x="294" y="473"/>
                  </a:cubicBezTo>
                  <a:cubicBezTo>
                    <a:pt x="295" y="475"/>
                    <a:pt x="296" y="476"/>
                    <a:pt x="297" y="477"/>
                  </a:cubicBezTo>
                  <a:cubicBezTo>
                    <a:pt x="298" y="478"/>
                    <a:pt x="299" y="478"/>
                    <a:pt x="300" y="478"/>
                  </a:cubicBezTo>
                  <a:cubicBezTo>
                    <a:pt x="309" y="479"/>
                    <a:pt x="311" y="471"/>
                    <a:pt x="313" y="463"/>
                  </a:cubicBezTo>
                  <a:moveTo>
                    <a:pt x="3140" y="3874"/>
                  </a:moveTo>
                  <a:cubicBezTo>
                    <a:pt x="3149" y="3870"/>
                    <a:pt x="3155" y="3868"/>
                    <a:pt x="3155" y="3867"/>
                  </a:cubicBezTo>
                  <a:cubicBezTo>
                    <a:pt x="3155" y="3861"/>
                    <a:pt x="3148" y="3859"/>
                    <a:pt x="3143" y="3858"/>
                  </a:cubicBezTo>
                  <a:cubicBezTo>
                    <a:pt x="3138" y="3856"/>
                    <a:pt x="3133" y="3853"/>
                    <a:pt x="3134" y="3862"/>
                  </a:cubicBezTo>
                  <a:cubicBezTo>
                    <a:pt x="3135" y="3865"/>
                    <a:pt x="3135" y="3868"/>
                    <a:pt x="3138" y="3872"/>
                  </a:cubicBezTo>
                  <a:cubicBezTo>
                    <a:pt x="3138" y="3873"/>
                    <a:pt x="3139" y="3873"/>
                    <a:pt x="3140" y="38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38"/>
            <p:cNvSpPr/>
            <p:nvPr/>
          </p:nvSpPr>
          <p:spPr>
            <a:xfrm rot="-755217">
              <a:off x="8380074" y="3122447"/>
              <a:ext cx="690660" cy="810408"/>
            </a:xfrm>
            <a:custGeom>
              <a:rect b="b" l="l" r="r" t="t"/>
              <a:pathLst>
                <a:path extrusionOk="0" h="981" w="836">
                  <a:moveTo>
                    <a:pt x="835" y="980"/>
                  </a:moveTo>
                  <a:cubicBezTo>
                    <a:pt x="812" y="969"/>
                    <a:pt x="789" y="960"/>
                    <a:pt x="765" y="954"/>
                  </a:cubicBezTo>
                  <a:cubicBezTo>
                    <a:pt x="738" y="946"/>
                    <a:pt x="713" y="935"/>
                    <a:pt x="689" y="921"/>
                  </a:cubicBezTo>
                  <a:cubicBezTo>
                    <a:pt x="671" y="911"/>
                    <a:pt x="654" y="899"/>
                    <a:pt x="639" y="886"/>
                  </a:cubicBezTo>
                  <a:cubicBezTo>
                    <a:pt x="494" y="781"/>
                    <a:pt x="372" y="646"/>
                    <a:pt x="282" y="490"/>
                  </a:cubicBezTo>
                  <a:cubicBezTo>
                    <a:pt x="279" y="484"/>
                    <a:pt x="276" y="479"/>
                    <a:pt x="273" y="473"/>
                  </a:cubicBezTo>
                  <a:cubicBezTo>
                    <a:pt x="237" y="407"/>
                    <a:pt x="203" y="341"/>
                    <a:pt x="167" y="274"/>
                  </a:cubicBezTo>
                  <a:cubicBezTo>
                    <a:pt x="163" y="266"/>
                    <a:pt x="158" y="258"/>
                    <a:pt x="154" y="250"/>
                  </a:cubicBezTo>
                  <a:cubicBezTo>
                    <a:pt x="131" y="210"/>
                    <a:pt x="104" y="172"/>
                    <a:pt x="75" y="136"/>
                  </a:cubicBezTo>
                  <a:cubicBezTo>
                    <a:pt x="75" y="176"/>
                    <a:pt x="103" y="200"/>
                    <a:pt x="104" y="232"/>
                  </a:cubicBezTo>
                  <a:cubicBezTo>
                    <a:pt x="97" y="221"/>
                    <a:pt x="90" y="210"/>
                    <a:pt x="84" y="199"/>
                  </a:cubicBezTo>
                  <a:cubicBezTo>
                    <a:pt x="48" y="137"/>
                    <a:pt x="20" y="70"/>
                    <a:pt x="0" y="1"/>
                  </a:cubicBezTo>
                  <a:cubicBezTo>
                    <a:pt x="3" y="0"/>
                    <a:pt x="4" y="0"/>
                    <a:pt x="7" y="0"/>
                  </a:cubicBezTo>
                  <a:cubicBezTo>
                    <a:pt x="9" y="0"/>
                    <a:pt x="12" y="0"/>
                    <a:pt x="14" y="1"/>
                  </a:cubicBezTo>
                  <a:cubicBezTo>
                    <a:pt x="20" y="19"/>
                    <a:pt x="27" y="36"/>
                    <a:pt x="37" y="53"/>
                  </a:cubicBezTo>
                  <a:cubicBezTo>
                    <a:pt x="49" y="74"/>
                    <a:pt x="65" y="94"/>
                    <a:pt x="83" y="110"/>
                  </a:cubicBezTo>
                  <a:cubicBezTo>
                    <a:pt x="124" y="158"/>
                    <a:pt x="160" y="208"/>
                    <a:pt x="191" y="262"/>
                  </a:cubicBezTo>
                  <a:cubicBezTo>
                    <a:pt x="200" y="278"/>
                    <a:pt x="209" y="295"/>
                    <a:pt x="217" y="311"/>
                  </a:cubicBezTo>
                  <a:cubicBezTo>
                    <a:pt x="244" y="359"/>
                    <a:pt x="270" y="408"/>
                    <a:pt x="295" y="457"/>
                  </a:cubicBezTo>
                  <a:cubicBezTo>
                    <a:pt x="300" y="466"/>
                    <a:pt x="305" y="476"/>
                    <a:pt x="311" y="485"/>
                  </a:cubicBezTo>
                  <a:cubicBezTo>
                    <a:pt x="394" y="629"/>
                    <a:pt x="503" y="755"/>
                    <a:pt x="634" y="857"/>
                  </a:cubicBezTo>
                  <a:cubicBezTo>
                    <a:pt x="646" y="868"/>
                    <a:pt x="659" y="878"/>
                    <a:pt x="673" y="886"/>
                  </a:cubicBezTo>
                  <a:cubicBezTo>
                    <a:pt x="688" y="895"/>
                    <a:pt x="705" y="902"/>
                    <a:pt x="722" y="906"/>
                  </a:cubicBezTo>
                  <a:cubicBezTo>
                    <a:pt x="668" y="847"/>
                    <a:pt x="606" y="795"/>
                    <a:pt x="553" y="736"/>
                  </a:cubicBezTo>
                  <a:cubicBezTo>
                    <a:pt x="499" y="676"/>
                    <a:pt x="465" y="602"/>
                    <a:pt x="405" y="546"/>
                  </a:cubicBezTo>
                  <a:cubicBezTo>
                    <a:pt x="409" y="544"/>
                    <a:pt x="414" y="542"/>
                    <a:pt x="420" y="542"/>
                  </a:cubicBezTo>
                  <a:cubicBezTo>
                    <a:pt x="426" y="542"/>
                    <a:pt x="432" y="544"/>
                    <a:pt x="437" y="547"/>
                  </a:cubicBezTo>
                  <a:cubicBezTo>
                    <a:pt x="442" y="550"/>
                    <a:pt x="446" y="554"/>
                    <a:pt x="449" y="560"/>
                  </a:cubicBezTo>
                  <a:cubicBezTo>
                    <a:pt x="450" y="561"/>
                    <a:pt x="451" y="563"/>
                    <a:pt x="452" y="566"/>
                  </a:cubicBezTo>
                  <a:cubicBezTo>
                    <a:pt x="525" y="689"/>
                    <a:pt x="620" y="797"/>
                    <a:pt x="733" y="886"/>
                  </a:cubicBezTo>
                  <a:cubicBezTo>
                    <a:pt x="736" y="889"/>
                    <a:pt x="739" y="892"/>
                    <a:pt x="742" y="894"/>
                  </a:cubicBezTo>
                  <a:cubicBezTo>
                    <a:pt x="748" y="897"/>
                    <a:pt x="755" y="899"/>
                    <a:pt x="762" y="899"/>
                  </a:cubicBezTo>
                  <a:lnTo>
                    <a:pt x="768" y="903"/>
                  </a:lnTo>
                  <a:cubicBezTo>
                    <a:pt x="769" y="907"/>
                    <a:pt x="771" y="911"/>
                    <a:pt x="773" y="915"/>
                  </a:cubicBezTo>
                  <a:cubicBezTo>
                    <a:pt x="778" y="924"/>
                    <a:pt x="785" y="931"/>
                    <a:pt x="793" y="935"/>
                  </a:cubicBezTo>
                  <a:cubicBezTo>
                    <a:pt x="801" y="940"/>
                    <a:pt x="809" y="942"/>
                    <a:pt x="817" y="943"/>
                  </a:cubicBezTo>
                  <a:cubicBezTo>
                    <a:pt x="821" y="946"/>
                    <a:pt x="825" y="950"/>
                    <a:pt x="828" y="955"/>
                  </a:cubicBezTo>
                  <a:cubicBezTo>
                    <a:pt x="832" y="963"/>
                    <a:pt x="834" y="971"/>
                    <a:pt x="835" y="9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38"/>
            <p:cNvSpPr/>
            <p:nvPr/>
          </p:nvSpPr>
          <p:spPr>
            <a:xfrm rot="-755217">
              <a:off x="10083243" y="2997987"/>
              <a:ext cx="259410" cy="629491"/>
            </a:xfrm>
            <a:custGeom>
              <a:rect b="b" l="l" r="r" t="t"/>
              <a:pathLst>
                <a:path extrusionOk="0" h="762" w="314">
                  <a:moveTo>
                    <a:pt x="250" y="272"/>
                  </a:moveTo>
                  <a:cubicBezTo>
                    <a:pt x="230" y="314"/>
                    <a:pt x="249" y="352"/>
                    <a:pt x="261" y="393"/>
                  </a:cubicBezTo>
                  <a:cubicBezTo>
                    <a:pt x="287" y="374"/>
                    <a:pt x="280" y="338"/>
                    <a:pt x="303" y="320"/>
                  </a:cubicBezTo>
                  <a:lnTo>
                    <a:pt x="313" y="322"/>
                  </a:lnTo>
                  <a:lnTo>
                    <a:pt x="303" y="379"/>
                  </a:lnTo>
                  <a:cubicBezTo>
                    <a:pt x="297" y="382"/>
                    <a:pt x="288" y="384"/>
                    <a:pt x="285" y="389"/>
                  </a:cubicBezTo>
                  <a:cubicBezTo>
                    <a:pt x="257" y="440"/>
                    <a:pt x="235" y="492"/>
                    <a:pt x="260" y="552"/>
                  </a:cubicBezTo>
                  <a:cubicBezTo>
                    <a:pt x="280" y="601"/>
                    <a:pt x="292" y="653"/>
                    <a:pt x="293" y="706"/>
                  </a:cubicBezTo>
                  <a:cubicBezTo>
                    <a:pt x="294" y="711"/>
                    <a:pt x="294" y="715"/>
                    <a:pt x="294" y="720"/>
                  </a:cubicBezTo>
                  <a:cubicBezTo>
                    <a:pt x="294" y="734"/>
                    <a:pt x="291" y="748"/>
                    <a:pt x="286" y="761"/>
                  </a:cubicBezTo>
                  <a:cubicBezTo>
                    <a:pt x="272" y="761"/>
                    <a:pt x="273" y="755"/>
                    <a:pt x="273" y="750"/>
                  </a:cubicBezTo>
                  <a:cubicBezTo>
                    <a:pt x="277" y="634"/>
                    <a:pt x="236" y="531"/>
                    <a:pt x="177" y="434"/>
                  </a:cubicBezTo>
                  <a:cubicBezTo>
                    <a:pt x="127" y="351"/>
                    <a:pt x="72" y="271"/>
                    <a:pt x="12" y="195"/>
                  </a:cubicBezTo>
                  <a:cubicBezTo>
                    <a:pt x="9" y="192"/>
                    <a:pt x="7" y="189"/>
                    <a:pt x="5" y="186"/>
                  </a:cubicBezTo>
                  <a:cubicBezTo>
                    <a:pt x="1" y="180"/>
                    <a:pt x="0" y="173"/>
                    <a:pt x="0" y="166"/>
                  </a:cubicBezTo>
                  <a:cubicBezTo>
                    <a:pt x="0" y="159"/>
                    <a:pt x="2" y="154"/>
                    <a:pt x="5" y="147"/>
                  </a:cubicBezTo>
                  <a:cubicBezTo>
                    <a:pt x="8" y="143"/>
                    <a:pt x="11" y="138"/>
                    <a:pt x="15" y="135"/>
                  </a:cubicBezTo>
                  <a:cubicBezTo>
                    <a:pt x="76" y="204"/>
                    <a:pt x="130" y="279"/>
                    <a:pt x="176" y="359"/>
                  </a:cubicBezTo>
                  <a:cubicBezTo>
                    <a:pt x="179" y="363"/>
                    <a:pt x="181" y="367"/>
                    <a:pt x="183" y="371"/>
                  </a:cubicBezTo>
                  <a:cubicBezTo>
                    <a:pt x="180" y="412"/>
                    <a:pt x="204" y="441"/>
                    <a:pt x="227" y="471"/>
                  </a:cubicBezTo>
                  <a:cubicBezTo>
                    <a:pt x="245" y="464"/>
                    <a:pt x="239" y="449"/>
                    <a:pt x="238" y="437"/>
                  </a:cubicBezTo>
                  <a:cubicBezTo>
                    <a:pt x="239" y="436"/>
                    <a:pt x="239" y="434"/>
                    <a:pt x="239" y="432"/>
                  </a:cubicBezTo>
                  <a:cubicBezTo>
                    <a:pt x="239" y="379"/>
                    <a:pt x="224" y="326"/>
                    <a:pt x="198" y="280"/>
                  </a:cubicBezTo>
                  <a:cubicBezTo>
                    <a:pt x="191" y="268"/>
                    <a:pt x="184" y="258"/>
                    <a:pt x="176" y="247"/>
                  </a:cubicBezTo>
                  <a:cubicBezTo>
                    <a:pt x="117" y="180"/>
                    <a:pt x="90" y="92"/>
                    <a:pt x="23" y="31"/>
                  </a:cubicBezTo>
                  <a:lnTo>
                    <a:pt x="23" y="27"/>
                  </a:lnTo>
                  <a:cubicBezTo>
                    <a:pt x="30" y="0"/>
                    <a:pt x="41" y="18"/>
                    <a:pt x="47" y="27"/>
                  </a:cubicBezTo>
                  <a:cubicBezTo>
                    <a:pt x="90" y="83"/>
                    <a:pt x="132" y="141"/>
                    <a:pt x="175" y="198"/>
                  </a:cubicBezTo>
                  <a:cubicBezTo>
                    <a:pt x="185" y="211"/>
                    <a:pt x="190" y="228"/>
                    <a:pt x="207" y="234"/>
                  </a:cubicBezTo>
                  <a:lnTo>
                    <a:pt x="214" y="255"/>
                  </a:lnTo>
                  <a:cubicBezTo>
                    <a:pt x="226" y="289"/>
                    <a:pt x="226" y="289"/>
                    <a:pt x="25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38"/>
            <p:cNvSpPr/>
            <p:nvPr/>
          </p:nvSpPr>
          <p:spPr>
            <a:xfrm rot="-755217">
              <a:off x="10411908" y="3855600"/>
              <a:ext cx="221408" cy="346137"/>
            </a:xfrm>
            <a:custGeom>
              <a:rect b="b" l="l" r="r" t="t"/>
              <a:pathLst>
                <a:path extrusionOk="0" h="419" w="268">
                  <a:moveTo>
                    <a:pt x="105" y="256"/>
                  </a:moveTo>
                  <a:cubicBezTo>
                    <a:pt x="106" y="264"/>
                    <a:pt x="100" y="274"/>
                    <a:pt x="108" y="284"/>
                  </a:cubicBezTo>
                  <a:cubicBezTo>
                    <a:pt x="114" y="276"/>
                    <a:pt x="120" y="267"/>
                    <a:pt x="126" y="258"/>
                  </a:cubicBezTo>
                  <a:cubicBezTo>
                    <a:pt x="131" y="249"/>
                    <a:pt x="136" y="239"/>
                    <a:pt x="139" y="229"/>
                  </a:cubicBezTo>
                  <a:cubicBezTo>
                    <a:pt x="169" y="170"/>
                    <a:pt x="199" y="111"/>
                    <a:pt x="229" y="52"/>
                  </a:cubicBezTo>
                  <a:cubicBezTo>
                    <a:pt x="231" y="47"/>
                    <a:pt x="234" y="42"/>
                    <a:pt x="237" y="37"/>
                  </a:cubicBezTo>
                  <a:cubicBezTo>
                    <a:pt x="245" y="23"/>
                    <a:pt x="255" y="10"/>
                    <a:pt x="267" y="0"/>
                  </a:cubicBezTo>
                  <a:cubicBezTo>
                    <a:pt x="253" y="35"/>
                    <a:pt x="237" y="70"/>
                    <a:pt x="218" y="103"/>
                  </a:cubicBezTo>
                  <a:cubicBezTo>
                    <a:pt x="217" y="104"/>
                    <a:pt x="216" y="106"/>
                    <a:pt x="215" y="107"/>
                  </a:cubicBezTo>
                  <a:cubicBezTo>
                    <a:pt x="178" y="174"/>
                    <a:pt x="148" y="245"/>
                    <a:pt x="125" y="319"/>
                  </a:cubicBezTo>
                  <a:lnTo>
                    <a:pt x="127" y="338"/>
                  </a:lnTo>
                  <a:cubicBezTo>
                    <a:pt x="126" y="341"/>
                    <a:pt x="124" y="344"/>
                    <a:pt x="123" y="346"/>
                  </a:cubicBezTo>
                  <a:cubicBezTo>
                    <a:pt x="113" y="363"/>
                    <a:pt x="101" y="377"/>
                    <a:pt x="86" y="389"/>
                  </a:cubicBezTo>
                  <a:cubicBezTo>
                    <a:pt x="77" y="399"/>
                    <a:pt x="66" y="413"/>
                    <a:pt x="50" y="395"/>
                  </a:cubicBezTo>
                  <a:cubicBezTo>
                    <a:pt x="41" y="385"/>
                    <a:pt x="34" y="395"/>
                    <a:pt x="28" y="401"/>
                  </a:cubicBezTo>
                  <a:cubicBezTo>
                    <a:pt x="21" y="407"/>
                    <a:pt x="14" y="418"/>
                    <a:pt x="2" y="418"/>
                  </a:cubicBezTo>
                  <a:cubicBezTo>
                    <a:pt x="0" y="353"/>
                    <a:pt x="0" y="353"/>
                    <a:pt x="49" y="312"/>
                  </a:cubicBezTo>
                  <a:cubicBezTo>
                    <a:pt x="51" y="322"/>
                    <a:pt x="43" y="334"/>
                    <a:pt x="54" y="343"/>
                  </a:cubicBezTo>
                  <a:cubicBezTo>
                    <a:pt x="80" y="319"/>
                    <a:pt x="76" y="277"/>
                    <a:pt x="105"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38"/>
            <p:cNvSpPr/>
            <p:nvPr/>
          </p:nvSpPr>
          <p:spPr>
            <a:xfrm rot="-755217">
              <a:off x="10504894" y="3508481"/>
              <a:ext cx="172665" cy="346964"/>
            </a:xfrm>
            <a:custGeom>
              <a:rect b="b" l="l" r="r" t="t"/>
              <a:pathLst>
                <a:path extrusionOk="0" h="420" w="209">
                  <a:moveTo>
                    <a:pt x="0" y="419"/>
                  </a:moveTo>
                  <a:cubicBezTo>
                    <a:pt x="3" y="379"/>
                    <a:pt x="26" y="347"/>
                    <a:pt x="40" y="313"/>
                  </a:cubicBezTo>
                  <a:cubicBezTo>
                    <a:pt x="61" y="260"/>
                    <a:pt x="83" y="207"/>
                    <a:pt x="104" y="156"/>
                  </a:cubicBezTo>
                  <a:lnTo>
                    <a:pt x="148" y="68"/>
                  </a:lnTo>
                  <a:cubicBezTo>
                    <a:pt x="166" y="47"/>
                    <a:pt x="182" y="24"/>
                    <a:pt x="195" y="0"/>
                  </a:cubicBezTo>
                  <a:cubicBezTo>
                    <a:pt x="208" y="6"/>
                    <a:pt x="205" y="12"/>
                    <a:pt x="202" y="16"/>
                  </a:cubicBezTo>
                  <a:cubicBezTo>
                    <a:pt x="135" y="137"/>
                    <a:pt x="75" y="262"/>
                    <a:pt x="21" y="390"/>
                  </a:cubicBezTo>
                  <a:cubicBezTo>
                    <a:pt x="16" y="400"/>
                    <a:pt x="14" y="414"/>
                    <a:pt x="0"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38"/>
            <p:cNvSpPr/>
            <p:nvPr/>
          </p:nvSpPr>
          <p:spPr>
            <a:xfrm rot="-755217">
              <a:off x="7910879" y="2944647"/>
              <a:ext cx="60309" cy="262701"/>
            </a:xfrm>
            <a:custGeom>
              <a:rect b="b" l="l" r="r" t="t"/>
              <a:pathLst>
                <a:path extrusionOk="0" h="318" w="73">
                  <a:moveTo>
                    <a:pt x="58" y="278"/>
                  </a:moveTo>
                  <a:cubicBezTo>
                    <a:pt x="38" y="218"/>
                    <a:pt x="24" y="156"/>
                    <a:pt x="16" y="93"/>
                  </a:cubicBezTo>
                  <a:cubicBezTo>
                    <a:pt x="12" y="63"/>
                    <a:pt x="0" y="33"/>
                    <a:pt x="11" y="0"/>
                  </a:cubicBezTo>
                  <a:cubicBezTo>
                    <a:pt x="33" y="35"/>
                    <a:pt x="25" y="75"/>
                    <a:pt x="32" y="112"/>
                  </a:cubicBezTo>
                  <a:cubicBezTo>
                    <a:pt x="43" y="177"/>
                    <a:pt x="66" y="239"/>
                    <a:pt x="72" y="305"/>
                  </a:cubicBezTo>
                  <a:lnTo>
                    <a:pt x="67" y="317"/>
                  </a:lnTo>
                  <a:lnTo>
                    <a:pt x="58" y="2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38"/>
            <p:cNvSpPr/>
            <p:nvPr/>
          </p:nvSpPr>
          <p:spPr>
            <a:xfrm rot="-755217">
              <a:off x="7999836" y="3181235"/>
              <a:ext cx="53700" cy="132177"/>
            </a:xfrm>
            <a:custGeom>
              <a:rect b="b" l="l" r="r" t="t"/>
              <a:pathLst>
                <a:path extrusionOk="0" h="160" w="65">
                  <a:moveTo>
                    <a:pt x="7" y="12"/>
                  </a:moveTo>
                  <a:lnTo>
                    <a:pt x="13" y="0"/>
                  </a:lnTo>
                  <a:cubicBezTo>
                    <a:pt x="40" y="49"/>
                    <a:pt x="45" y="106"/>
                    <a:pt x="64" y="159"/>
                  </a:cubicBezTo>
                  <a:cubicBezTo>
                    <a:pt x="46" y="115"/>
                    <a:pt x="19" y="77"/>
                    <a:pt x="0" y="36"/>
                  </a:cubicBezTo>
                  <a:cubicBezTo>
                    <a:pt x="1" y="34"/>
                    <a:pt x="3" y="32"/>
                    <a:pt x="4" y="31"/>
                  </a:cubicBezTo>
                  <a:cubicBezTo>
                    <a:pt x="6" y="26"/>
                    <a:pt x="8" y="21"/>
                    <a:pt x="8" y="16"/>
                  </a:cubicBezTo>
                  <a:cubicBezTo>
                    <a:pt x="8" y="15"/>
                    <a:pt x="8" y="13"/>
                    <a:pt x="7"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38"/>
            <p:cNvSpPr/>
            <p:nvPr/>
          </p:nvSpPr>
          <p:spPr>
            <a:xfrm rot="-755217">
              <a:off x="10462233" y="3600716"/>
              <a:ext cx="51221" cy="119785"/>
            </a:xfrm>
            <a:custGeom>
              <a:rect b="b" l="l" r="r" t="t"/>
              <a:pathLst>
                <a:path extrusionOk="0" h="145" w="62">
                  <a:moveTo>
                    <a:pt x="55" y="0"/>
                  </a:moveTo>
                  <a:cubicBezTo>
                    <a:pt x="61" y="25"/>
                    <a:pt x="36" y="44"/>
                    <a:pt x="42" y="69"/>
                  </a:cubicBezTo>
                  <a:lnTo>
                    <a:pt x="44" y="67"/>
                  </a:lnTo>
                  <a:cubicBezTo>
                    <a:pt x="38" y="72"/>
                    <a:pt x="34" y="78"/>
                    <a:pt x="30" y="84"/>
                  </a:cubicBezTo>
                  <a:cubicBezTo>
                    <a:pt x="24" y="95"/>
                    <a:pt x="20" y="107"/>
                    <a:pt x="20" y="119"/>
                  </a:cubicBezTo>
                  <a:cubicBezTo>
                    <a:pt x="20" y="122"/>
                    <a:pt x="20" y="126"/>
                    <a:pt x="21" y="129"/>
                  </a:cubicBezTo>
                  <a:lnTo>
                    <a:pt x="7" y="144"/>
                  </a:lnTo>
                  <a:cubicBezTo>
                    <a:pt x="5" y="140"/>
                    <a:pt x="0" y="134"/>
                    <a:pt x="1" y="131"/>
                  </a:cubicBezTo>
                  <a:cubicBezTo>
                    <a:pt x="16" y="86"/>
                    <a:pt x="26" y="39"/>
                    <a:pt x="5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38"/>
            <p:cNvSpPr/>
            <p:nvPr/>
          </p:nvSpPr>
          <p:spPr>
            <a:xfrm rot="-755217">
              <a:off x="10214667" y="3389640"/>
              <a:ext cx="200754" cy="741841"/>
            </a:xfrm>
            <a:custGeom>
              <a:rect b="b" l="l" r="r" t="t"/>
              <a:pathLst>
                <a:path extrusionOk="0" h="898" w="243">
                  <a:moveTo>
                    <a:pt x="0" y="494"/>
                  </a:moveTo>
                  <a:cubicBezTo>
                    <a:pt x="39" y="518"/>
                    <a:pt x="50" y="560"/>
                    <a:pt x="66" y="598"/>
                  </a:cubicBezTo>
                  <a:cubicBezTo>
                    <a:pt x="87" y="647"/>
                    <a:pt x="102" y="698"/>
                    <a:pt x="111" y="750"/>
                  </a:cubicBezTo>
                  <a:cubicBezTo>
                    <a:pt x="114" y="771"/>
                    <a:pt x="120" y="791"/>
                    <a:pt x="128" y="810"/>
                  </a:cubicBezTo>
                  <a:cubicBezTo>
                    <a:pt x="147" y="773"/>
                    <a:pt x="157" y="733"/>
                    <a:pt x="157" y="691"/>
                  </a:cubicBezTo>
                  <a:cubicBezTo>
                    <a:pt x="157" y="685"/>
                    <a:pt x="158" y="678"/>
                    <a:pt x="158" y="671"/>
                  </a:cubicBezTo>
                  <a:cubicBezTo>
                    <a:pt x="158" y="586"/>
                    <a:pt x="148" y="501"/>
                    <a:pt x="128" y="419"/>
                  </a:cubicBezTo>
                  <a:cubicBezTo>
                    <a:pt x="115" y="368"/>
                    <a:pt x="107" y="315"/>
                    <a:pt x="105" y="262"/>
                  </a:cubicBezTo>
                  <a:cubicBezTo>
                    <a:pt x="139" y="359"/>
                    <a:pt x="164" y="458"/>
                    <a:pt x="181" y="559"/>
                  </a:cubicBezTo>
                  <a:cubicBezTo>
                    <a:pt x="226" y="506"/>
                    <a:pt x="221" y="304"/>
                    <a:pt x="169" y="181"/>
                  </a:cubicBezTo>
                  <a:cubicBezTo>
                    <a:pt x="166" y="220"/>
                    <a:pt x="182" y="252"/>
                    <a:pt x="182" y="285"/>
                  </a:cubicBezTo>
                  <a:cubicBezTo>
                    <a:pt x="158" y="243"/>
                    <a:pt x="145" y="195"/>
                    <a:pt x="145" y="146"/>
                  </a:cubicBezTo>
                  <a:cubicBezTo>
                    <a:pt x="145" y="145"/>
                    <a:pt x="145" y="144"/>
                    <a:pt x="145" y="143"/>
                  </a:cubicBezTo>
                  <a:cubicBezTo>
                    <a:pt x="144" y="103"/>
                    <a:pt x="133" y="64"/>
                    <a:pt x="114" y="30"/>
                  </a:cubicBezTo>
                  <a:cubicBezTo>
                    <a:pt x="109" y="21"/>
                    <a:pt x="104" y="12"/>
                    <a:pt x="98" y="0"/>
                  </a:cubicBezTo>
                  <a:cubicBezTo>
                    <a:pt x="103" y="0"/>
                    <a:pt x="108" y="2"/>
                    <a:pt x="112" y="4"/>
                  </a:cubicBezTo>
                  <a:cubicBezTo>
                    <a:pt x="118" y="8"/>
                    <a:pt x="123" y="12"/>
                    <a:pt x="126" y="18"/>
                  </a:cubicBezTo>
                  <a:cubicBezTo>
                    <a:pt x="127" y="20"/>
                    <a:pt x="128" y="23"/>
                    <a:pt x="129" y="26"/>
                  </a:cubicBezTo>
                  <a:cubicBezTo>
                    <a:pt x="194" y="158"/>
                    <a:pt x="242" y="293"/>
                    <a:pt x="235" y="442"/>
                  </a:cubicBezTo>
                  <a:cubicBezTo>
                    <a:pt x="235" y="444"/>
                    <a:pt x="235" y="446"/>
                    <a:pt x="235" y="448"/>
                  </a:cubicBezTo>
                  <a:cubicBezTo>
                    <a:pt x="235" y="502"/>
                    <a:pt x="221" y="555"/>
                    <a:pt x="194" y="601"/>
                  </a:cubicBezTo>
                  <a:cubicBezTo>
                    <a:pt x="193" y="602"/>
                    <a:pt x="193" y="603"/>
                    <a:pt x="192" y="604"/>
                  </a:cubicBezTo>
                  <a:cubicBezTo>
                    <a:pt x="188" y="614"/>
                    <a:pt x="185" y="624"/>
                    <a:pt x="185" y="635"/>
                  </a:cubicBezTo>
                  <a:cubicBezTo>
                    <a:pt x="185" y="639"/>
                    <a:pt x="186" y="643"/>
                    <a:pt x="186" y="647"/>
                  </a:cubicBezTo>
                  <a:cubicBezTo>
                    <a:pt x="186" y="689"/>
                    <a:pt x="180" y="731"/>
                    <a:pt x="168" y="772"/>
                  </a:cubicBezTo>
                  <a:cubicBezTo>
                    <a:pt x="165" y="782"/>
                    <a:pt x="164" y="796"/>
                    <a:pt x="157" y="802"/>
                  </a:cubicBezTo>
                  <a:cubicBezTo>
                    <a:pt x="148" y="812"/>
                    <a:pt x="140" y="822"/>
                    <a:pt x="134" y="833"/>
                  </a:cubicBezTo>
                  <a:cubicBezTo>
                    <a:pt x="122" y="853"/>
                    <a:pt x="115" y="874"/>
                    <a:pt x="112" y="897"/>
                  </a:cubicBezTo>
                  <a:cubicBezTo>
                    <a:pt x="94" y="853"/>
                    <a:pt x="105" y="805"/>
                    <a:pt x="94" y="761"/>
                  </a:cubicBezTo>
                  <a:cubicBezTo>
                    <a:pt x="82" y="716"/>
                    <a:pt x="70" y="669"/>
                    <a:pt x="57" y="623"/>
                  </a:cubicBezTo>
                  <a:cubicBezTo>
                    <a:pt x="43" y="577"/>
                    <a:pt x="14" y="539"/>
                    <a:pt x="1" y="493"/>
                  </a:cubicBezTo>
                  <a:lnTo>
                    <a:pt x="0" y="4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38"/>
            <p:cNvSpPr/>
            <p:nvPr/>
          </p:nvSpPr>
          <p:spPr>
            <a:xfrm rot="-755217">
              <a:off x="8208272" y="2838461"/>
              <a:ext cx="395725" cy="554316"/>
            </a:xfrm>
            <a:custGeom>
              <a:rect b="b" l="l" r="r" t="t"/>
              <a:pathLst>
                <a:path extrusionOk="0" h="671" w="479">
                  <a:moveTo>
                    <a:pt x="406" y="655"/>
                  </a:moveTo>
                  <a:cubicBezTo>
                    <a:pt x="380" y="635"/>
                    <a:pt x="358" y="610"/>
                    <a:pt x="341" y="582"/>
                  </a:cubicBezTo>
                  <a:cubicBezTo>
                    <a:pt x="225" y="433"/>
                    <a:pt x="116" y="280"/>
                    <a:pt x="39" y="106"/>
                  </a:cubicBezTo>
                  <a:cubicBezTo>
                    <a:pt x="22" y="72"/>
                    <a:pt x="9" y="37"/>
                    <a:pt x="0" y="0"/>
                  </a:cubicBezTo>
                  <a:cubicBezTo>
                    <a:pt x="30" y="24"/>
                    <a:pt x="55" y="52"/>
                    <a:pt x="74" y="85"/>
                  </a:cubicBezTo>
                  <a:cubicBezTo>
                    <a:pt x="76" y="88"/>
                    <a:pt x="78" y="92"/>
                    <a:pt x="80" y="96"/>
                  </a:cubicBezTo>
                  <a:cubicBezTo>
                    <a:pt x="184" y="296"/>
                    <a:pt x="305" y="485"/>
                    <a:pt x="468" y="645"/>
                  </a:cubicBezTo>
                  <a:cubicBezTo>
                    <a:pt x="471" y="649"/>
                    <a:pt x="475" y="653"/>
                    <a:pt x="478" y="658"/>
                  </a:cubicBezTo>
                  <a:cubicBezTo>
                    <a:pt x="464" y="670"/>
                    <a:pt x="458" y="656"/>
                    <a:pt x="451" y="650"/>
                  </a:cubicBezTo>
                  <a:cubicBezTo>
                    <a:pt x="408" y="609"/>
                    <a:pt x="368" y="567"/>
                    <a:pt x="331" y="521"/>
                  </a:cubicBezTo>
                  <a:cubicBezTo>
                    <a:pt x="321" y="509"/>
                    <a:pt x="315" y="492"/>
                    <a:pt x="297" y="489"/>
                  </a:cubicBezTo>
                  <a:cubicBezTo>
                    <a:pt x="296" y="482"/>
                    <a:pt x="295" y="475"/>
                    <a:pt x="291" y="469"/>
                  </a:cubicBezTo>
                  <a:cubicBezTo>
                    <a:pt x="288" y="463"/>
                    <a:pt x="283" y="459"/>
                    <a:pt x="276" y="455"/>
                  </a:cubicBezTo>
                  <a:cubicBezTo>
                    <a:pt x="274" y="454"/>
                    <a:pt x="270" y="452"/>
                    <a:pt x="267" y="451"/>
                  </a:cubicBezTo>
                  <a:cubicBezTo>
                    <a:pt x="277" y="467"/>
                    <a:pt x="281" y="483"/>
                    <a:pt x="299" y="488"/>
                  </a:cubicBezTo>
                  <a:cubicBezTo>
                    <a:pt x="306" y="521"/>
                    <a:pt x="333" y="541"/>
                    <a:pt x="351" y="569"/>
                  </a:cubicBezTo>
                  <a:cubicBezTo>
                    <a:pt x="373" y="595"/>
                    <a:pt x="393" y="622"/>
                    <a:pt x="411" y="651"/>
                  </a:cubicBezTo>
                  <a:lnTo>
                    <a:pt x="406" y="6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38"/>
            <p:cNvSpPr/>
            <p:nvPr/>
          </p:nvSpPr>
          <p:spPr>
            <a:xfrm rot="-755217">
              <a:off x="8041997" y="2936450"/>
              <a:ext cx="211494" cy="527054"/>
            </a:xfrm>
            <a:custGeom>
              <a:rect b="b" l="l" r="r" t="t"/>
              <a:pathLst>
                <a:path extrusionOk="0" h="638" w="256">
                  <a:moveTo>
                    <a:pt x="125" y="344"/>
                  </a:moveTo>
                  <a:cubicBezTo>
                    <a:pt x="106" y="253"/>
                    <a:pt x="75" y="163"/>
                    <a:pt x="69" y="69"/>
                  </a:cubicBezTo>
                  <a:cubicBezTo>
                    <a:pt x="115" y="263"/>
                    <a:pt x="177" y="453"/>
                    <a:pt x="255" y="637"/>
                  </a:cubicBezTo>
                  <a:cubicBezTo>
                    <a:pt x="167" y="532"/>
                    <a:pt x="0" y="116"/>
                    <a:pt x="0" y="0"/>
                  </a:cubicBezTo>
                  <a:cubicBezTo>
                    <a:pt x="39" y="117"/>
                    <a:pt x="71" y="234"/>
                    <a:pt x="12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38"/>
            <p:cNvSpPr/>
            <p:nvPr/>
          </p:nvSpPr>
          <p:spPr>
            <a:xfrm rot="-755217">
              <a:off x="8005975" y="2394202"/>
              <a:ext cx="140445" cy="424617"/>
            </a:xfrm>
            <a:custGeom>
              <a:rect b="b" l="l" r="r" t="t"/>
              <a:pathLst>
                <a:path extrusionOk="0" h="514" w="170">
                  <a:moveTo>
                    <a:pt x="7" y="0"/>
                  </a:moveTo>
                  <a:cubicBezTo>
                    <a:pt x="25" y="132"/>
                    <a:pt x="87" y="247"/>
                    <a:pt x="141" y="364"/>
                  </a:cubicBezTo>
                  <a:cubicBezTo>
                    <a:pt x="127" y="347"/>
                    <a:pt x="114" y="329"/>
                    <a:pt x="103" y="310"/>
                  </a:cubicBezTo>
                  <a:cubicBezTo>
                    <a:pt x="94" y="295"/>
                    <a:pt x="87" y="279"/>
                    <a:pt x="80" y="262"/>
                  </a:cubicBezTo>
                  <a:cubicBezTo>
                    <a:pt x="63" y="227"/>
                    <a:pt x="48" y="191"/>
                    <a:pt x="27" y="157"/>
                  </a:cubicBezTo>
                  <a:cubicBezTo>
                    <a:pt x="49" y="283"/>
                    <a:pt x="104" y="397"/>
                    <a:pt x="169" y="513"/>
                  </a:cubicBezTo>
                  <a:cubicBezTo>
                    <a:pt x="166" y="512"/>
                    <a:pt x="162" y="510"/>
                    <a:pt x="159" y="508"/>
                  </a:cubicBezTo>
                  <a:cubicBezTo>
                    <a:pt x="151" y="504"/>
                    <a:pt x="144" y="497"/>
                    <a:pt x="139" y="488"/>
                  </a:cubicBezTo>
                  <a:cubicBezTo>
                    <a:pt x="137" y="485"/>
                    <a:pt x="136" y="482"/>
                    <a:pt x="135" y="479"/>
                  </a:cubicBezTo>
                  <a:cubicBezTo>
                    <a:pt x="132" y="474"/>
                    <a:pt x="129" y="469"/>
                    <a:pt x="126" y="464"/>
                  </a:cubicBezTo>
                  <a:cubicBezTo>
                    <a:pt x="73" y="372"/>
                    <a:pt x="33" y="273"/>
                    <a:pt x="7" y="170"/>
                  </a:cubicBezTo>
                  <a:cubicBezTo>
                    <a:pt x="2" y="158"/>
                    <a:pt x="0" y="146"/>
                    <a:pt x="0" y="133"/>
                  </a:cubicBezTo>
                  <a:cubicBezTo>
                    <a:pt x="0" y="120"/>
                    <a:pt x="2" y="107"/>
                    <a:pt x="7" y="95"/>
                  </a:cubicBezTo>
                  <a:cubicBezTo>
                    <a:pt x="13" y="84"/>
                    <a:pt x="7" y="74"/>
                    <a:pt x="5" y="64"/>
                  </a:cubicBezTo>
                  <a:cubicBezTo>
                    <a:pt x="3" y="55"/>
                    <a:pt x="1" y="45"/>
                    <a:pt x="1" y="35"/>
                  </a:cubicBezTo>
                  <a:cubicBezTo>
                    <a:pt x="1" y="23"/>
                    <a:pt x="3" y="1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38"/>
            <p:cNvSpPr/>
            <p:nvPr/>
          </p:nvSpPr>
          <p:spPr>
            <a:xfrm rot="-755217">
              <a:off x="8233389" y="2956788"/>
              <a:ext cx="310632" cy="498967"/>
            </a:xfrm>
            <a:custGeom>
              <a:rect b="b" l="l" r="r" t="t"/>
              <a:pathLst>
                <a:path extrusionOk="0" h="604" w="376">
                  <a:moveTo>
                    <a:pt x="0" y="0"/>
                  </a:moveTo>
                  <a:cubicBezTo>
                    <a:pt x="36" y="85"/>
                    <a:pt x="77" y="168"/>
                    <a:pt x="124" y="249"/>
                  </a:cubicBezTo>
                  <a:cubicBezTo>
                    <a:pt x="196" y="374"/>
                    <a:pt x="281" y="493"/>
                    <a:pt x="375" y="603"/>
                  </a:cubicBezTo>
                  <a:cubicBezTo>
                    <a:pt x="288" y="570"/>
                    <a:pt x="14" y="1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38"/>
            <p:cNvSpPr/>
            <p:nvPr/>
          </p:nvSpPr>
          <p:spPr>
            <a:xfrm rot="-755217">
              <a:off x="8303028" y="2701579"/>
              <a:ext cx="321371" cy="380834"/>
            </a:xfrm>
            <a:custGeom>
              <a:rect b="b" l="l" r="r" t="t"/>
              <a:pathLst>
                <a:path extrusionOk="0" h="461" w="389">
                  <a:moveTo>
                    <a:pt x="0" y="0"/>
                  </a:moveTo>
                  <a:cubicBezTo>
                    <a:pt x="109" y="169"/>
                    <a:pt x="240" y="324"/>
                    <a:pt x="388" y="460"/>
                  </a:cubicBezTo>
                  <a:cubicBezTo>
                    <a:pt x="285" y="414"/>
                    <a:pt x="16" y="9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38"/>
            <p:cNvSpPr/>
            <p:nvPr/>
          </p:nvSpPr>
          <p:spPr>
            <a:xfrm rot="-755217">
              <a:off x="8302232" y="2641799"/>
              <a:ext cx="399856" cy="416356"/>
            </a:xfrm>
            <a:custGeom>
              <a:rect b="b" l="l" r="r" t="t"/>
              <a:pathLst>
                <a:path extrusionOk="0" h="504" w="484">
                  <a:moveTo>
                    <a:pt x="483" y="503"/>
                  </a:moveTo>
                  <a:cubicBezTo>
                    <a:pt x="442" y="461"/>
                    <a:pt x="404" y="423"/>
                    <a:pt x="365" y="384"/>
                  </a:cubicBezTo>
                  <a:cubicBezTo>
                    <a:pt x="268" y="282"/>
                    <a:pt x="171" y="179"/>
                    <a:pt x="76" y="75"/>
                  </a:cubicBezTo>
                  <a:cubicBezTo>
                    <a:pt x="59" y="61"/>
                    <a:pt x="41" y="48"/>
                    <a:pt x="23" y="36"/>
                  </a:cubicBezTo>
                  <a:cubicBezTo>
                    <a:pt x="16" y="31"/>
                    <a:pt x="0" y="24"/>
                    <a:pt x="13" y="12"/>
                  </a:cubicBezTo>
                  <a:cubicBezTo>
                    <a:pt x="25" y="0"/>
                    <a:pt x="31" y="0"/>
                    <a:pt x="44" y="14"/>
                  </a:cubicBezTo>
                  <a:cubicBezTo>
                    <a:pt x="111" y="90"/>
                    <a:pt x="181" y="163"/>
                    <a:pt x="249" y="237"/>
                  </a:cubicBezTo>
                  <a:lnTo>
                    <a:pt x="470" y="475"/>
                  </a:lnTo>
                  <a:cubicBezTo>
                    <a:pt x="474" y="477"/>
                    <a:pt x="478" y="481"/>
                    <a:pt x="480" y="485"/>
                  </a:cubicBezTo>
                  <a:cubicBezTo>
                    <a:pt x="482" y="489"/>
                    <a:pt x="483" y="493"/>
                    <a:pt x="483" y="498"/>
                  </a:cubicBezTo>
                  <a:cubicBezTo>
                    <a:pt x="483" y="500"/>
                    <a:pt x="483" y="501"/>
                    <a:pt x="483"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38"/>
            <p:cNvSpPr/>
            <p:nvPr/>
          </p:nvSpPr>
          <p:spPr>
            <a:xfrm rot="-755217">
              <a:off x="9060684" y="3383623"/>
              <a:ext cx="393246" cy="457661"/>
            </a:xfrm>
            <a:custGeom>
              <a:rect b="b" l="l" r="r" t="t"/>
              <a:pathLst>
                <a:path extrusionOk="0" h="554" w="476">
                  <a:moveTo>
                    <a:pt x="0" y="0"/>
                  </a:moveTo>
                  <a:cubicBezTo>
                    <a:pt x="65" y="104"/>
                    <a:pt x="139" y="201"/>
                    <a:pt x="221" y="291"/>
                  </a:cubicBezTo>
                  <a:cubicBezTo>
                    <a:pt x="303" y="381"/>
                    <a:pt x="391" y="465"/>
                    <a:pt x="475" y="553"/>
                  </a:cubicBezTo>
                  <a:cubicBezTo>
                    <a:pt x="291" y="390"/>
                    <a:pt x="112" y="2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38"/>
            <p:cNvSpPr/>
            <p:nvPr/>
          </p:nvSpPr>
          <p:spPr>
            <a:xfrm rot="-755217">
              <a:off x="8137320" y="2985806"/>
              <a:ext cx="146228" cy="447748"/>
            </a:xfrm>
            <a:custGeom>
              <a:rect b="b" l="l" r="r" t="t"/>
              <a:pathLst>
                <a:path extrusionOk="0" h="542" w="177">
                  <a:moveTo>
                    <a:pt x="0" y="0"/>
                  </a:moveTo>
                  <a:cubicBezTo>
                    <a:pt x="55" y="181"/>
                    <a:pt x="108" y="364"/>
                    <a:pt x="176" y="541"/>
                  </a:cubicBezTo>
                  <a:cubicBezTo>
                    <a:pt x="94" y="369"/>
                    <a:pt x="34" y="18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38"/>
            <p:cNvSpPr/>
            <p:nvPr/>
          </p:nvSpPr>
          <p:spPr>
            <a:xfrm rot="-755217">
              <a:off x="9405177" y="3075615"/>
              <a:ext cx="241235" cy="384964"/>
            </a:xfrm>
            <a:custGeom>
              <a:rect b="b" l="l" r="r" t="t"/>
              <a:pathLst>
                <a:path extrusionOk="0" h="466" w="292">
                  <a:moveTo>
                    <a:pt x="282" y="465"/>
                  </a:moveTo>
                  <a:cubicBezTo>
                    <a:pt x="182" y="314"/>
                    <a:pt x="98" y="155"/>
                    <a:pt x="0" y="0"/>
                  </a:cubicBezTo>
                  <a:cubicBezTo>
                    <a:pt x="22" y="0"/>
                    <a:pt x="27" y="12"/>
                    <a:pt x="33" y="22"/>
                  </a:cubicBezTo>
                  <a:cubicBezTo>
                    <a:pt x="59" y="62"/>
                    <a:pt x="82" y="103"/>
                    <a:pt x="107" y="144"/>
                  </a:cubicBezTo>
                  <a:cubicBezTo>
                    <a:pt x="161" y="237"/>
                    <a:pt x="216" y="330"/>
                    <a:pt x="270" y="424"/>
                  </a:cubicBezTo>
                  <a:cubicBezTo>
                    <a:pt x="276" y="435"/>
                    <a:pt x="291" y="445"/>
                    <a:pt x="282" y="4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38"/>
            <p:cNvSpPr/>
            <p:nvPr/>
          </p:nvSpPr>
          <p:spPr>
            <a:xfrm rot="-755217">
              <a:off x="7880180" y="2644961"/>
              <a:ext cx="48743" cy="285006"/>
            </a:xfrm>
            <a:custGeom>
              <a:rect b="b" l="l" r="r" t="t"/>
              <a:pathLst>
                <a:path extrusionOk="0" h="345" w="59">
                  <a:moveTo>
                    <a:pt x="58" y="302"/>
                  </a:moveTo>
                  <a:cubicBezTo>
                    <a:pt x="32" y="280"/>
                    <a:pt x="37" y="247"/>
                    <a:pt x="34" y="218"/>
                  </a:cubicBezTo>
                  <a:cubicBezTo>
                    <a:pt x="28" y="173"/>
                    <a:pt x="17" y="129"/>
                    <a:pt x="11" y="83"/>
                  </a:cubicBezTo>
                  <a:lnTo>
                    <a:pt x="11" y="344"/>
                  </a:lnTo>
                  <a:cubicBezTo>
                    <a:pt x="4" y="287"/>
                    <a:pt x="0" y="230"/>
                    <a:pt x="0" y="172"/>
                  </a:cubicBezTo>
                  <a:cubicBezTo>
                    <a:pt x="0" y="115"/>
                    <a:pt x="4" y="57"/>
                    <a:pt x="11" y="0"/>
                  </a:cubicBezTo>
                  <a:cubicBezTo>
                    <a:pt x="20" y="13"/>
                    <a:pt x="41" y="5"/>
                    <a:pt x="38" y="27"/>
                  </a:cubicBezTo>
                  <a:cubicBezTo>
                    <a:pt x="25" y="104"/>
                    <a:pt x="42" y="179"/>
                    <a:pt x="51" y="255"/>
                  </a:cubicBezTo>
                  <a:cubicBezTo>
                    <a:pt x="53" y="272"/>
                    <a:pt x="54" y="288"/>
                    <a:pt x="56" y="305"/>
                  </a:cubicBezTo>
                  <a:lnTo>
                    <a:pt x="58" y="3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38"/>
            <p:cNvSpPr/>
            <p:nvPr/>
          </p:nvSpPr>
          <p:spPr>
            <a:xfrm rot="-755217">
              <a:off x="8382398" y="2620450"/>
              <a:ext cx="276760" cy="326311"/>
            </a:xfrm>
            <a:custGeom>
              <a:rect b="b" l="l" r="r" t="t"/>
              <a:pathLst>
                <a:path extrusionOk="0" h="395" w="335">
                  <a:moveTo>
                    <a:pt x="334" y="392"/>
                  </a:moveTo>
                  <a:cubicBezTo>
                    <a:pt x="313" y="389"/>
                    <a:pt x="306" y="370"/>
                    <a:pt x="295" y="357"/>
                  </a:cubicBezTo>
                  <a:cubicBezTo>
                    <a:pt x="198" y="242"/>
                    <a:pt x="107" y="123"/>
                    <a:pt x="4" y="13"/>
                  </a:cubicBezTo>
                  <a:cubicBezTo>
                    <a:pt x="2" y="11"/>
                    <a:pt x="2" y="7"/>
                    <a:pt x="0" y="0"/>
                  </a:cubicBezTo>
                  <a:cubicBezTo>
                    <a:pt x="17" y="1"/>
                    <a:pt x="26" y="14"/>
                    <a:pt x="34" y="23"/>
                  </a:cubicBezTo>
                  <a:cubicBezTo>
                    <a:pt x="140" y="136"/>
                    <a:pt x="231" y="261"/>
                    <a:pt x="329" y="379"/>
                  </a:cubicBezTo>
                  <a:cubicBezTo>
                    <a:pt x="332" y="382"/>
                    <a:pt x="331" y="389"/>
                    <a:pt x="332" y="394"/>
                  </a:cubicBezTo>
                  <a:lnTo>
                    <a:pt x="334" y="3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38"/>
            <p:cNvSpPr/>
            <p:nvPr/>
          </p:nvSpPr>
          <p:spPr>
            <a:xfrm rot="-755217">
              <a:off x="10253055" y="3685209"/>
              <a:ext cx="80136" cy="219744"/>
            </a:xfrm>
            <a:custGeom>
              <a:rect b="b" l="l" r="r" t="t"/>
              <a:pathLst>
                <a:path extrusionOk="0" h="266" w="97">
                  <a:moveTo>
                    <a:pt x="0" y="0"/>
                  </a:moveTo>
                  <a:cubicBezTo>
                    <a:pt x="43" y="2"/>
                    <a:pt x="48" y="40"/>
                    <a:pt x="56" y="64"/>
                  </a:cubicBezTo>
                  <a:cubicBezTo>
                    <a:pt x="72" y="121"/>
                    <a:pt x="86" y="179"/>
                    <a:pt x="96" y="238"/>
                  </a:cubicBezTo>
                  <a:cubicBezTo>
                    <a:pt x="95" y="247"/>
                    <a:pt x="94" y="256"/>
                    <a:pt x="91" y="265"/>
                  </a:cubicBezTo>
                  <a:cubicBezTo>
                    <a:pt x="67" y="235"/>
                    <a:pt x="72" y="194"/>
                    <a:pt x="51" y="173"/>
                  </a:cubicBezTo>
                  <a:cubicBezTo>
                    <a:pt x="24" y="147"/>
                    <a:pt x="42" y="119"/>
                    <a:pt x="30" y="94"/>
                  </a:cubicBezTo>
                  <a:cubicBezTo>
                    <a:pt x="18" y="63"/>
                    <a:pt x="8"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38"/>
            <p:cNvSpPr/>
            <p:nvPr/>
          </p:nvSpPr>
          <p:spPr>
            <a:xfrm rot="-755217">
              <a:off x="8302608" y="2785366"/>
              <a:ext cx="256106" cy="330441"/>
            </a:xfrm>
            <a:custGeom>
              <a:rect b="b" l="l" r="r" t="t"/>
              <a:pathLst>
                <a:path extrusionOk="0" h="400" w="310">
                  <a:moveTo>
                    <a:pt x="305" y="399"/>
                  </a:moveTo>
                  <a:cubicBezTo>
                    <a:pt x="279" y="382"/>
                    <a:pt x="257" y="360"/>
                    <a:pt x="240" y="334"/>
                  </a:cubicBezTo>
                  <a:cubicBezTo>
                    <a:pt x="162" y="247"/>
                    <a:pt x="90" y="154"/>
                    <a:pt x="26" y="55"/>
                  </a:cubicBezTo>
                  <a:cubicBezTo>
                    <a:pt x="22" y="50"/>
                    <a:pt x="18" y="44"/>
                    <a:pt x="15" y="39"/>
                  </a:cubicBezTo>
                  <a:cubicBezTo>
                    <a:pt x="8" y="27"/>
                    <a:pt x="3" y="15"/>
                    <a:pt x="0" y="2"/>
                  </a:cubicBezTo>
                  <a:cubicBezTo>
                    <a:pt x="14" y="0"/>
                    <a:pt x="17" y="11"/>
                    <a:pt x="21" y="17"/>
                  </a:cubicBezTo>
                  <a:cubicBezTo>
                    <a:pt x="102" y="142"/>
                    <a:pt x="193" y="259"/>
                    <a:pt x="292" y="369"/>
                  </a:cubicBezTo>
                  <a:cubicBezTo>
                    <a:pt x="300" y="377"/>
                    <a:pt x="309" y="384"/>
                    <a:pt x="309" y="396"/>
                  </a:cubicBezTo>
                  <a:lnTo>
                    <a:pt x="305" y="3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38"/>
            <p:cNvSpPr/>
            <p:nvPr/>
          </p:nvSpPr>
          <p:spPr>
            <a:xfrm rot="-755217">
              <a:off x="8045259" y="3063371"/>
              <a:ext cx="183405" cy="396530"/>
            </a:xfrm>
            <a:custGeom>
              <a:rect b="b" l="l" r="r" t="t"/>
              <a:pathLst>
                <a:path extrusionOk="0" h="480" w="222">
                  <a:moveTo>
                    <a:pt x="218" y="478"/>
                  </a:moveTo>
                  <a:cubicBezTo>
                    <a:pt x="215" y="478"/>
                    <a:pt x="210" y="476"/>
                    <a:pt x="209" y="474"/>
                  </a:cubicBezTo>
                  <a:cubicBezTo>
                    <a:pt x="127" y="331"/>
                    <a:pt x="50" y="186"/>
                    <a:pt x="3" y="27"/>
                  </a:cubicBezTo>
                  <a:cubicBezTo>
                    <a:pt x="1" y="22"/>
                    <a:pt x="0" y="16"/>
                    <a:pt x="0" y="11"/>
                  </a:cubicBezTo>
                  <a:cubicBezTo>
                    <a:pt x="0" y="7"/>
                    <a:pt x="0" y="4"/>
                    <a:pt x="1" y="0"/>
                  </a:cubicBezTo>
                  <a:cubicBezTo>
                    <a:pt x="11" y="0"/>
                    <a:pt x="13" y="7"/>
                    <a:pt x="15" y="13"/>
                  </a:cubicBezTo>
                  <a:cubicBezTo>
                    <a:pt x="57" y="160"/>
                    <a:pt x="127" y="295"/>
                    <a:pt x="198" y="429"/>
                  </a:cubicBezTo>
                  <a:cubicBezTo>
                    <a:pt x="206" y="445"/>
                    <a:pt x="221" y="458"/>
                    <a:pt x="217" y="479"/>
                  </a:cubicBezTo>
                  <a:lnTo>
                    <a:pt x="218" y="4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38"/>
            <p:cNvSpPr/>
            <p:nvPr/>
          </p:nvSpPr>
          <p:spPr>
            <a:xfrm rot="-755217">
              <a:off x="8502007" y="2245017"/>
              <a:ext cx="243714" cy="233787"/>
            </a:xfrm>
            <a:custGeom>
              <a:rect b="b" l="l" r="r" t="t"/>
              <a:pathLst>
                <a:path extrusionOk="0" h="283" w="295">
                  <a:moveTo>
                    <a:pt x="0" y="0"/>
                  </a:moveTo>
                  <a:cubicBezTo>
                    <a:pt x="69" y="16"/>
                    <a:pt x="243" y="181"/>
                    <a:pt x="294" y="282"/>
                  </a:cubicBezTo>
                  <a:cubicBezTo>
                    <a:pt x="206" y="178"/>
                    <a:pt x="107" y="8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38"/>
            <p:cNvSpPr/>
            <p:nvPr/>
          </p:nvSpPr>
          <p:spPr>
            <a:xfrm rot="-755217">
              <a:off x="8635100" y="4324916"/>
              <a:ext cx="259410" cy="191656"/>
            </a:xfrm>
            <a:custGeom>
              <a:rect b="b" l="l" r="r" t="t"/>
              <a:pathLst>
                <a:path extrusionOk="0" h="232" w="314">
                  <a:moveTo>
                    <a:pt x="313" y="229"/>
                  </a:moveTo>
                  <a:cubicBezTo>
                    <a:pt x="285" y="229"/>
                    <a:pt x="269" y="208"/>
                    <a:pt x="248" y="196"/>
                  </a:cubicBezTo>
                  <a:cubicBezTo>
                    <a:pt x="231" y="186"/>
                    <a:pt x="216" y="178"/>
                    <a:pt x="201" y="196"/>
                  </a:cubicBezTo>
                  <a:cubicBezTo>
                    <a:pt x="163" y="182"/>
                    <a:pt x="138" y="149"/>
                    <a:pt x="109" y="123"/>
                  </a:cubicBezTo>
                  <a:cubicBezTo>
                    <a:pt x="71" y="89"/>
                    <a:pt x="37" y="52"/>
                    <a:pt x="0" y="17"/>
                  </a:cubicBezTo>
                  <a:lnTo>
                    <a:pt x="0" y="18"/>
                  </a:lnTo>
                  <a:cubicBezTo>
                    <a:pt x="7" y="0"/>
                    <a:pt x="16" y="9"/>
                    <a:pt x="24" y="17"/>
                  </a:cubicBezTo>
                  <a:cubicBezTo>
                    <a:pt x="61" y="54"/>
                    <a:pt x="98" y="92"/>
                    <a:pt x="135" y="130"/>
                  </a:cubicBezTo>
                  <a:cubicBezTo>
                    <a:pt x="145" y="140"/>
                    <a:pt x="156" y="149"/>
                    <a:pt x="167" y="159"/>
                  </a:cubicBezTo>
                  <a:cubicBezTo>
                    <a:pt x="178" y="169"/>
                    <a:pt x="182" y="170"/>
                    <a:pt x="194" y="153"/>
                  </a:cubicBezTo>
                  <a:cubicBezTo>
                    <a:pt x="205" y="137"/>
                    <a:pt x="224" y="140"/>
                    <a:pt x="235" y="165"/>
                  </a:cubicBezTo>
                  <a:cubicBezTo>
                    <a:pt x="240" y="176"/>
                    <a:pt x="250" y="180"/>
                    <a:pt x="258" y="187"/>
                  </a:cubicBezTo>
                  <a:cubicBezTo>
                    <a:pt x="275" y="203"/>
                    <a:pt x="301" y="207"/>
                    <a:pt x="311" y="231"/>
                  </a:cubicBezTo>
                  <a:lnTo>
                    <a:pt x="313" y="2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38"/>
            <p:cNvSpPr/>
            <p:nvPr/>
          </p:nvSpPr>
          <p:spPr>
            <a:xfrm rot="-755217">
              <a:off x="8202745" y="3060241"/>
              <a:ext cx="146228" cy="323833"/>
            </a:xfrm>
            <a:custGeom>
              <a:rect b="b" l="l" r="r" t="t"/>
              <a:pathLst>
                <a:path extrusionOk="0" h="392" w="177">
                  <a:moveTo>
                    <a:pt x="172" y="391"/>
                  </a:moveTo>
                  <a:cubicBezTo>
                    <a:pt x="155" y="366"/>
                    <a:pt x="139" y="341"/>
                    <a:pt x="123" y="315"/>
                  </a:cubicBezTo>
                  <a:cubicBezTo>
                    <a:pt x="70" y="222"/>
                    <a:pt x="29" y="123"/>
                    <a:pt x="3" y="19"/>
                  </a:cubicBezTo>
                  <a:cubicBezTo>
                    <a:pt x="1" y="11"/>
                    <a:pt x="0" y="5"/>
                    <a:pt x="7" y="0"/>
                  </a:cubicBezTo>
                  <a:cubicBezTo>
                    <a:pt x="8" y="0"/>
                    <a:pt x="8" y="0"/>
                    <a:pt x="8" y="0"/>
                  </a:cubicBezTo>
                  <a:cubicBezTo>
                    <a:pt x="10" y="0"/>
                    <a:pt x="12" y="0"/>
                    <a:pt x="13" y="1"/>
                  </a:cubicBezTo>
                  <a:cubicBezTo>
                    <a:pt x="15" y="2"/>
                    <a:pt x="16" y="3"/>
                    <a:pt x="17" y="5"/>
                  </a:cubicBezTo>
                  <a:cubicBezTo>
                    <a:pt x="18" y="6"/>
                    <a:pt x="18" y="8"/>
                    <a:pt x="18" y="9"/>
                  </a:cubicBezTo>
                  <a:cubicBezTo>
                    <a:pt x="45" y="131"/>
                    <a:pt x="101" y="239"/>
                    <a:pt x="159" y="348"/>
                  </a:cubicBezTo>
                  <a:cubicBezTo>
                    <a:pt x="161" y="351"/>
                    <a:pt x="163" y="354"/>
                    <a:pt x="165" y="357"/>
                  </a:cubicBezTo>
                  <a:cubicBezTo>
                    <a:pt x="171" y="366"/>
                    <a:pt x="174" y="377"/>
                    <a:pt x="176" y="388"/>
                  </a:cubicBezTo>
                  <a:lnTo>
                    <a:pt x="172" y="3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38"/>
            <p:cNvSpPr/>
            <p:nvPr/>
          </p:nvSpPr>
          <p:spPr>
            <a:xfrm rot="-755217">
              <a:off x="8265615" y="2813518"/>
              <a:ext cx="210668" cy="296571"/>
            </a:xfrm>
            <a:custGeom>
              <a:rect b="b" l="l" r="r" t="t"/>
              <a:pathLst>
                <a:path extrusionOk="0" h="359" w="255">
                  <a:moveTo>
                    <a:pt x="254" y="358"/>
                  </a:moveTo>
                  <a:cubicBezTo>
                    <a:pt x="253" y="358"/>
                    <a:pt x="253" y="358"/>
                    <a:pt x="252" y="358"/>
                  </a:cubicBezTo>
                  <a:cubicBezTo>
                    <a:pt x="249" y="358"/>
                    <a:pt x="245" y="358"/>
                    <a:pt x="242" y="356"/>
                  </a:cubicBezTo>
                  <a:cubicBezTo>
                    <a:pt x="240" y="354"/>
                    <a:pt x="237" y="352"/>
                    <a:pt x="236" y="349"/>
                  </a:cubicBezTo>
                  <a:cubicBezTo>
                    <a:pt x="153" y="258"/>
                    <a:pt x="80" y="159"/>
                    <a:pt x="18" y="53"/>
                  </a:cubicBezTo>
                  <a:cubicBezTo>
                    <a:pt x="11" y="40"/>
                    <a:pt x="5" y="26"/>
                    <a:pt x="0" y="13"/>
                  </a:cubicBezTo>
                  <a:cubicBezTo>
                    <a:pt x="0" y="10"/>
                    <a:pt x="0" y="6"/>
                    <a:pt x="1" y="0"/>
                  </a:cubicBezTo>
                  <a:cubicBezTo>
                    <a:pt x="14" y="5"/>
                    <a:pt x="17" y="18"/>
                    <a:pt x="22" y="26"/>
                  </a:cubicBezTo>
                  <a:cubicBezTo>
                    <a:pt x="23" y="28"/>
                    <a:pt x="25" y="31"/>
                    <a:pt x="26" y="33"/>
                  </a:cubicBezTo>
                  <a:cubicBezTo>
                    <a:pt x="82" y="129"/>
                    <a:pt x="146" y="221"/>
                    <a:pt x="217" y="305"/>
                  </a:cubicBezTo>
                  <a:cubicBezTo>
                    <a:pt x="231" y="322"/>
                    <a:pt x="251" y="334"/>
                    <a:pt x="253" y="358"/>
                  </a:cubicBezTo>
                  <a:lnTo>
                    <a:pt x="254" y="3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38"/>
            <p:cNvSpPr/>
            <p:nvPr/>
          </p:nvSpPr>
          <p:spPr>
            <a:xfrm rot="-755217">
              <a:off x="7649393" y="2038951"/>
              <a:ext cx="194145" cy="171830"/>
            </a:xfrm>
            <a:custGeom>
              <a:rect b="b" l="l" r="r" t="t"/>
              <a:pathLst>
                <a:path extrusionOk="0" h="208" w="235">
                  <a:moveTo>
                    <a:pt x="2" y="0"/>
                  </a:moveTo>
                  <a:cubicBezTo>
                    <a:pt x="47" y="34"/>
                    <a:pt x="73" y="78"/>
                    <a:pt x="112" y="106"/>
                  </a:cubicBezTo>
                  <a:cubicBezTo>
                    <a:pt x="138" y="128"/>
                    <a:pt x="166" y="147"/>
                    <a:pt x="196" y="164"/>
                  </a:cubicBezTo>
                  <a:cubicBezTo>
                    <a:pt x="208" y="171"/>
                    <a:pt x="221" y="178"/>
                    <a:pt x="234" y="184"/>
                  </a:cubicBezTo>
                  <a:cubicBezTo>
                    <a:pt x="225" y="207"/>
                    <a:pt x="202" y="167"/>
                    <a:pt x="195" y="198"/>
                  </a:cubicBezTo>
                  <a:cubicBezTo>
                    <a:pt x="193" y="207"/>
                    <a:pt x="182" y="200"/>
                    <a:pt x="177" y="195"/>
                  </a:cubicBezTo>
                  <a:cubicBezTo>
                    <a:pt x="119" y="138"/>
                    <a:pt x="56" y="85"/>
                    <a:pt x="2" y="22"/>
                  </a:cubicBezTo>
                  <a:cubicBezTo>
                    <a:pt x="0" y="20"/>
                    <a:pt x="2" y="1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38"/>
            <p:cNvSpPr/>
            <p:nvPr/>
          </p:nvSpPr>
          <p:spPr>
            <a:xfrm rot="-755217">
              <a:off x="9359377" y="3131702"/>
              <a:ext cx="174317" cy="271788"/>
            </a:xfrm>
            <a:custGeom>
              <a:rect b="b" l="l" r="r" t="t"/>
              <a:pathLst>
                <a:path extrusionOk="0" h="329" w="211">
                  <a:moveTo>
                    <a:pt x="207" y="328"/>
                  </a:moveTo>
                  <a:cubicBezTo>
                    <a:pt x="191" y="322"/>
                    <a:pt x="188" y="306"/>
                    <a:pt x="181" y="294"/>
                  </a:cubicBezTo>
                  <a:cubicBezTo>
                    <a:pt x="178" y="290"/>
                    <a:pt x="176" y="286"/>
                    <a:pt x="173" y="282"/>
                  </a:cubicBezTo>
                  <a:cubicBezTo>
                    <a:pt x="121" y="190"/>
                    <a:pt x="63" y="102"/>
                    <a:pt x="1" y="17"/>
                  </a:cubicBezTo>
                  <a:cubicBezTo>
                    <a:pt x="0" y="15"/>
                    <a:pt x="1" y="10"/>
                    <a:pt x="1" y="7"/>
                  </a:cubicBezTo>
                  <a:cubicBezTo>
                    <a:pt x="7" y="0"/>
                    <a:pt x="12" y="5"/>
                    <a:pt x="15" y="7"/>
                  </a:cubicBezTo>
                  <a:cubicBezTo>
                    <a:pt x="63" y="69"/>
                    <a:pt x="107" y="134"/>
                    <a:pt x="145" y="201"/>
                  </a:cubicBezTo>
                  <a:cubicBezTo>
                    <a:pt x="169" y="241"/>
                    <a:pt x="190" y="283"/>
                    <a:pt x="210" y="324"/>
                  </a:cubicBezTo>
                  <a:lnTo>
                    <a:pt x="207" y="3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38"/>
            <p:cNvSpPr/>
            <p:nvPr/>
          </p:nvSpPr>
          <p:spPr>
            <a:xfrm rot="-755217">
              <a:off x="9644023" y="3507587"/>
              <a:ext cx="206537" cy="231309"/>
            </a:xfrm>
            <a:custGeom>
              <a:rect b="b" l="l" r="r" t="t"/>
              <a:pathLst>
                <a:path extrusionOk="0" h="280" w="250">
                  <a:moveTo>
                    <a:pt x="249" y="279"/>
                  </a:moveTo>
                  <a:cubicBezTo>
                    <a:pt x="164" y="182"/>
                    <a:pt x="75" y="98"/>
                    <a:pt x="0" y="0"/>
                  </a:cubicBezTo>
                  <a:cubicBezTo>
                    <a:pt x="46" y="24"/>
                    <a:pt x="235" y="237"/>
                    <a:pt x="249" y="2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38"/>
            <p:cNvSpPr/>
            <p:nvPr/>
          </p:nvSpPr>
          <p:spPr>
            <a:xfrm rot="-755217">
              <a:off x="9622727" y="3531019"/>
              <a:ext cx="198275" cy="229657"/>
            </a:xfrm>
            <a:custGeom>
              <a:rect b="b" l="l" r="r" t="t"/>
              <a:pathLst>
                <a:path extrusionOk="0" h="278" w="240">
                  <a:moveTo>
                    <a:pt x="34" y="0"/>
                  </a:moveTo>
                  <a:cubicBezTo>
                    <a:pt x="33" y="4"/>
                    <a:pt x="33" y="8"/>
                    <a:pt x="33" y="12"/>
                  </a:cubicBezTo>
                  <a:cubicBezTo>
                    <a:pt x="33" y="29"/>
                    <a:pt x="38" y="45"/>
                    <a:pt x="46" y="59"/>
                  </a:cubicBezTo>
                  <a:cubicBezTo>
                    <a:pt x="51" y="68"/>
                    <a:pt x="58" y="76"/>
                    <a:pt x="66" y="83"/>
                  </a:cubicBezTo>
                  <a:cubicBezTo>
                    <a:pt x="109" y="135"/>
                    <a:pt x="155" y="185"/>
                    <a:pt x="203" y="232"/>
                  </a:cubicBezTo>
                  <a:cubicBezTo>
                    <a:pt x="215" y="244"/>
                    <a:pt x="227" y="257"/>
                    <a:pt x="239" y="271"/>
                  </a:cubicBezTo>
                  <a:cubicBezTo>
                    <a:pt x="227" y="277"/>
                    <a:pt x="222" y="271"/>
                    <a:pt x="217" y="266"/>
                  </a:cubicBezTo>
                  <a:cubicBezTo>
                    <a:pt x="149" y="202"/>
                    <a:pt x="85" y="134"/>
                    <a:pt x="27" y="61"/>
                  </a:cubicBezTo>
                  <a:cubicBezTo>
                    <a:pt x="13" y="43"/>
                    <a:pt x="0" y="26"/>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38"/>
            <p:cNvSpPr/>
            <p:nvPr/>
          </p:nvSpPr>
          <p:spPr>
            <a:xfrm rot="-755217">
              <a:off x="8768161" y="2501607"/>
              <a:ext cx="172665" cy="232135"/>
            </a:xfrm>
            <a:custGeom>
              <a:rect b="b" l="l" r="r" t="t"/>
              <a:pathLst>
                <a:path extrusionOk="0" h="281" w="209">
                  <a:moveTo>
                    <a:pt x="207" y="279"/>
                  </a:moveTo>
                  <a:cubicBezTo>
                    <a:pt x="203" y="277"/>
                    <a:pt x="196" y="276"/>
                    <a:pt x="194" y="273"/>
                  </a:cubicBezTo>
                  <a:cubicBezTo>
                    <a:pt x="129" y="185"/>
                    <a:pt x="64" y="96"/>
                    <a:pt x="0" y="8"/>
                  </a:cubicBezTo>
                  <a:cubicBezTo>
                    <a:pt x="16" y="0"/>
                    <a:pt x="21" y="12"/>
                    <a:pt x="27" y="20"/>
                  </a:cubicBezTo>
                  <a:cubicBezTo>
                    <a:pt x="91" y="99"/>
                    <a:pt x="148" y="185"/>
                    <a:pt x="206" y="270"/>
                  </a:cubicBezTo>
                  <a:cubicBezTo>
                    <a:pt x="208" y="272"/>
                    <a:pt x="206" y="277"/>
                    <a:pt x="206" y="280"/>
                  </a:cubicBezTo>
                  <a:lnTo>
                    <a:pt x="207" y="2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38"/>
            <p:cNvSpPr/>
            <p:nvPr/>
          </p:nvSpPr>
          <p:spPr>
            <a:xfrm rot="-755217">
              <a:off x="9655427" y="3603257"/>
              <a:ext cx="211494" cy="209830"/>
            </a:xfrm>
            <a:custGeom>
              <a:rect b="b" l="l" r="r" t="t"/>
              <a:pathLst>
                <a:path extrusionOk="0" h="254" w="256">
                  <a:moveTo>
                    <a:pt x="0" y="0"/>
                  </a:moveTo>
                  <a:cubicBezTo>
                    <a:pt x="81" y="84"/>
                    <a:pt x="161" y="171"/>
                    <a:pt x="255" y="253"/>
                  </a:cubicBezTo>
                  <a:cubicBezTo>
                    <a:pt x="205" y="236"/>
                    <a:pt x="55" y="8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38"/>
            <p:cNvSpPr/>
            <p:nvPr/>
          </p:nvSpPr>
          <p:spPr>
            <a:xfrm rot="-755217">
              <a:off x="9344743" y="4058738"/>
              <a:ext cx="161099" cy="244527"/>
            </a:xfrm>
            <a:custGeom>
              <a:rect b="b" l="l" r="r" t="t"/>
              <a:pathLst>
                <a:path extrusionOk="0" h="296" w="195">
                  <a:moveTo>
                    <a:pt x="170" y="239"/>
                  </a:moveTo>
                  <a:cubicBezTo>
                    <a:pt x="165" y="262"/>
                    <a:pt x="194" y="272"/>
                    <a:pt x="191" y="294"/>
                  </a:cubicBezTo>
                  <a:cubicBezTo>
                    <a:pt x="182" y="295"/>
                    <a:pt x="178" y="290"/>
                    <a:pt x="173" y="284"/>
                  </a:cubicBezTo>
                  <a:cubicBezTo>
                    <a:pt x="120" y="211"/>
                    <a:pt x="70" y="134"/>
                    <a:pt x="25" y="56"/>
                  </a:cubicBezTo>
                  <a:cubicBezTo>
                    <a:pt x="18" y="44"/>
                    <a:pt x="11" y="33"/>
                    <a:pt x="5" y="21"/>
                  </a:cubicBezTo>
                  <a:cubicBezTo>
                    <a:pt x="3" y="14"/>
                    <a:pt x="1" y="7"/>
                    <a:pt x="0" y="0"/>
                  </a:cubicBezTo>
                  <a:cubicBezTo>
                    <a:pt x="17" y="4"/>
                    <a:pt x="20" y="16"/>
                    <a:pt x="26" y="25"/>
                  </a:cubicBezTo>
                  <a:cubicBezTo>
                    <a:pt x="64" y="86"/>
                    <a:pt x="101" y="147"/>
                    <a:pt x="139" y="207"/>
                  </a:cubicBezTo>
                  <a:cubicBezTo>
                    <a:pt x="147" y="220"/>
                    <a:pt x="151" y="239"/>
                    <a:pt x="171" y="241"/>
                  </a:cubicBezTo>
                  <a:lnTo>
                    <a:pt x="170" y="2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38"/>
            <p:cNvSpPr/>
            <p:nvPr/>
          </p:nvSpPr>
          <p:spPr>
            <a:xfrm rot="-755217">
              <a:off x="9650451" y="3173726"/>
              <a:ext cx="180926" cy="223874"/>
            </a:xfrm>
            <a:custGeom>
              <a:rect b="b" l="l" r="r" t="t"/>
              <a:pathLst>
                <a:path extrusionOk="0" h="271" w="219">
                  <a:moveTo>
                    <a:pt x="0" y="0"/>
                  </a:moveTo>
                  <a:cubicBezTo>
                    <a:pt x="85" y="80"/>
                    <a:pt x="149" y="177"/>
                    <a:pt x="218" y="270"/>
                  </a:cubicBezTo>
                  <a:cubicBezTo>
                    <a:pt x="136" y="187"/>
                    <a:pt x="71" y="9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38"/>
            <p:cNvSpPr/>
            <p:nvPr/>
          </p:nvSpPr>
          <p:spPr>
            <a:xfrm rot="-755217">
              <a:off x="8768964" y="2676617"/>
              <a:ext cx="164403" cy="223874"/>
            </a:xfrm>
            <a:custGeom>
              <a:rect b="b" l="l" r="r" t="t"/>
              <a:pathLst>
                <a:path extrusionOk="0" h="271" w="199">
                  <a:moveTo>
                    <a:pt x="186" y="270"/>
                  </a:moveTo>
                  <a:lnTo>
                    <a:pt x="0" y="0"/>
                  </a:lnTo>
                  <a:cubicBezTo>
                    <a:pt x="34" y="17"/>
                    <a:pt x="34" y="17"/>
                    <a:pt x="74" y="79"/>
                  </a:cubicBezTo>
                  <a:cubicBezTo>
                    <a:pt x="95" y="111"/>
                    <a:pt x="116" y="143"/>
                    <a:pt x="138" y="175"/>
                  </a:cubicBezTo>
                  <a:lnTo>
                    <a:pt x="198" y="264"/>
                  </a:lnTo>
                  <a:lnTo>
                    <a:pt x="186" y="2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38"/>
            <p:cNvSpPr/>
            <p:nvPr/>
          </p:nvSpPr>
          <p:spPr>
            <a:xfrm rot="-755217">
              <a:off x="8966919" y="3247736"/>
              <a:ext cx="194971" cy="222222"/>
            </a:xfrm>
            <a:custGeom>
              <a:rect b="b" l="l" r="r" t="t"/>
              <a:pathLst>
                <a:path extrusionOk="0" h="269" w="236">
                  <a:moveTo>
                    <a:pt x="235" y="267"/>
                  </a:moveTo>
                  <a:cubicBezTo>
                    <a:pt x="202" y="255"/>
                    <a:pt x="186" y="224"/>
                    <a:pt x="165" y="200"/>
                  </a:cubicBezTo>
                  <a:cubicBezTo>
                    <a:pt x="107" y="139"/>
                    <a:pt x="52" y="74"/>
                    <a:pt x="0" y="6"/>
                  </a:cubicBezTo>
                  <a:cubicBezTo>
                    <a:pt x="19" y="0"/>
                    <a:pt x="22" y="13"/>
                    <a:pt x="27" y="20"/>
                  </a:cubicBezTo>
                  <a:cubicBezTo>
                    <a:pt x="91" y="93"/>
                    <a:pt x="154" y="166"/>
                    <a:pt x="218" y="240"/>
                  </a:cubicBezTo>
                  <a:cubicBezTo>
                    <a:pt x="225" y="248"/>
                    <a:pt x="234" y="255"/>
                    <a:pt x="233" y="268"/>
                  </a:cubicBezTo>
                  <a:lnTo>
                    <a:pt x="235" y="2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38"/>
            <p:cNvSpPr/>
            <p:nvPr/>
          </p:nvSpPr>
          <p:spPr>
            <a:xfrm rot="-755217">
              <a:off x="8911993" y="2437490"/>
              <a:ext cx="156142" cy="164395"/>
            </a:xfrm>
            <a:custGeom>
              <a:rect b="b" l="l" r="r" t="t"/>
              <a:pathLst>
                <a:path extrusionOk="0" h="199" w="189">
                  <a:moveTo>
                    <a:pt x="95" y="76"/>
                  </a:moveTo>
                  <a:cubicBezTo>
                    <a:pt x="99" y="104"/>
                    <a:pt x="122" y="118"/>
                    <a:pt x="138" y="138"/>
                  </a:cubicBezTo>
                  <a:cubicBezTo>
                    <a:pt x="154" y="157"/>
                    <a:pt x="176" y="183"/>
                    <a:pt x="188" y="198"/>
                  </a:cubicBezTo>
                  <a:cubicBezTo>
                    <a:pt x="147" y="176"/>
                    <a:pt x="43" y="70"/>
                    <a:pt x="0" y="0"/>
                  </a:cubicBezTo>
                  <a:cubicBezTo>
                    <a:pt x="43" y="8"/>
                    <a:pt x="47" y="56"/>
                    <a:pt x="82" y="65"/>
                  </a:cubicBezTo>
                  <a:lnTo>
                    <a:pt x="95"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38"/>
            <p:cNvSpPr/>
            <p:nvPr/>
          </p:nvSpPr>
          <p:spPr>
            <a:xfrm rot="-755217">
              <a:off x="8736130" y="2546675"/>
              <a:ext cx="156142" cy="205700"/>
            </a:xfrm>
            <a:custGeom>
              <a:rect b="b" l="l" r="r" t="t"/>
              <a:pathLst>
                <a:path extrusionOk="0" h="249" w="189">
                  <a:moveTo>
                    <a:pt x="185" y="248"/>
                  </a:moveTo>
                  <a:cubicBezTo>
                    <a:pt x="117" y="175"/>
                    <a:pt x="65" y="90"/>
                    <a:pt x="0" y="0"/>
                  </a:cubicBezTo>
                  <a:cubicBezTo>
                    <a:pt x="40" y="22"/>
                    <a:pt x="140" y="156"/>
                    <a:pt x="188" y="245"/>
                  </a:cubicBezTo>
                  <a:lnTo>
                    <a:pt x="185"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38"/>
            <p:cNvSpPr/>
            <p:nvPr/>
          </p:nvSpPr>
          <p:spPr>
            <a:xfrm rot="-755217">
              <a:off x="8109585" y="2294266"/>
              <a:ext cx="188362" cy="190004"/>
            </a:xfrm>
            <a:custGeom>
              <a:rect b="b" l="l" r="r" t="t"/>
              <a:pathLst>
                <a:path extrusionOk="0" h="230" w="228">
                  <a:moveTo>
                    <a:pt x="0" y="0"/>
                  </a:moveTo>
                  <a:lnTo>
                    <a:pt x="1" y="0"/>
                  </a:lnTo>
                  <a:cubicBezTo>
                    <a:pt x="5" y="0"/>
                    <a:pt x="9" y="1"/>
                    <a:pt x="13" y="4"/>
                  </a:cubicBezTo>
                  <a:cubicBezTo>
                    <a:pt x="15" y="5"/>
                    <a:pt x="17" y="7"/>
                    <a:pt x="19" y="9"/>
                  </a:cubicBezTo>
                  <a:lnTo>
                    <a:pt x="221" y="211"/>
                  </a:lnTo>
                  <a:cubicBezTo>
                    <a:pt x="223" y="212"/>
                    <a:pt x="224" y="213"/>
                    <a:pt x="225" y="215"/>
                  </a:cubicBezTo>
                  <a:cubicBezTo>
                    <a:pt x="226" y="217"/>
                    <a:pt x="226" y="218"/>
                    <a:pt x="226" y="221"/>
                  </a:cubicBezTo>
                  <a:cubicBezTo>
                    <a:pt x="226" y="223"/>
                    <a:pt x="227" y="226"/>
                    <a:pt x="225" y="228"/>
                  </a:cubicBezTo>
                  <a:cubicBezTo>
                    <a:pt x="224" y="229"/>
                    <a:pt x="224" y="229"/>
                    <a:pt x="224" y="229"/>
                  </a:cubicBezTo>
                  <a:lnTo>
                    <a:pt x="195" y="200"/>
                  </a:lnTo>
                  <a:cubicBezTo>
                    <a:pt x="142" y="149"/>
                    <a:pt x="89" y="97"/>
                    <a:pt x="38" y="45"/>
                  </a:cubicBezTo>
                  <a:cubicBezTo>
                    <a:pt x="24" y="32"/>
                    <a:pt x="6"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38"/>
            <p:cNvSpPr/>
            <p:nvPr/>
          </p:nvSpPr>
          <p:spPr>
            <a:xfrm rot="-755217">
              <a:off x="7964519" y="2527367"/>
              <a:ext cx="74353" cy="264353"/>
            </a:xfrm>
            <a:custGeom>
              <a:rect b="b" l="l" r="r" t="t"/>
              <a:pathLst>
                <a:path extrusionOk="0" h="320" w="90">
                  <a:moveTo>
                    <a:pt x="89" y="317"/>
                  </a:moveTo>
                  <a:cubicBezTo>
                    <a:pt x="79" y="319"/>
                    <a:pt x="77" y="312"/>
                    <a:pt x="75" y="305"/>
                  </a:cubicBezTo>
                  <a:cubicBezTo>
                    <a:pt x="39" y="213"/>
                    <a:pt x="14" y="117"/>
                    <a:pt x="1" y="19"/>
                  </a:cubicBezTo>
                  <a:cubicBezTo>
                    <a:pt x="0" y="17"/>
                    <a:pt x="0" y="15"/>
                    <a:pt x="0" y="13"/>
                  </a:cubicBezTo>
                  <a:cubicBezTo>
                    <a:pt x="0" y="10"/>
                    <a:pt x="1" y="7"/>
                    <a:pt x="2" y="5"/>
                  </a:cubicBezTo>
                  <a:cubicBezTo>
                    <a:pt x="3" y="3"/>
                    <a:pt x="5" y="1"/>
                    <a:pt x="7" y="0"/>
                  </a:cubicBezTo>
                  <a:cubicBezTo>
                    <a:pt x="10" y="1"/>
                    <a:pt x="15" y="2"/>
                    <a:pt x="15" y="4"/>
                  </a:cubicBezTo>
                  <a:cubicBezTo>
                    <a:pt x="23" y="93"/>
                    <a:pt x="42" y="181"/>
                    <a:pt x="74" y="264"/>
                  </a:cubicBezTo>
                  <a:cubicBezTo>
                    <a:pt x="82" y="281"/>
                    <a:pt x="87" y="299"/>
                    <a:pt x="88" y="317"/>
                  </a:cubicBezTo>
                  <a:lnTo>
                    <a:pt x="89" y="3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38"/>
            <p:cNvSpPr/>
            <p:nvPr/>
          </p:nvSpPr>
          <p:spPr>
            <a:xfrm rot="-755217">
              <a:off x="9370495" y="2894804"/>
              <a:ext cx="159447" cy="209830"/>
            </a:xfrm>
            <a:custGeom>
              <a:rect b="b" l="l" r="r" t="t"/>
              <a:pathLst>
                <a:path extrusionOk="0" h="254" w="193">
                  <a:moveTo>
                    <a:pt x="192" y="252"/>
                  </a:moveTo>
                  <a:cubicBezTo>
                    <a:pt x="188" y="252"/>
                    <a:pt x="184" y="252"/>
                    <a:pt x="182" y="250"/>
                  </a:cubicBezTo>
                  <a:cubicBezTo>
                    <a:pt x="116" y="173"/>
                    <a:pt x="55" y="91"/>
                    <a:pt x="0" y="6"/>
                  </a:cubicBezTo>
                  <a:cubicBezTo>
                    <a:pt x="19" y="0"/>
                    <a:pt x="23" y="12"/>
                    <a:pt x="27" y="20"/>
                  </a:cubicBezTo>
                  <a:cubicBezTo>
                    <a:pt x="78" y="93"/>
                    <a:pt x="129" y="167"/>
                    <a:pt x="185" y="237"/>
                  </a:cubicBezTo>
                  <a:cubicBezTo>
                    <a:pt x="188" y="242"/>
                    <a:pt x="189" y="247"/>
                    <a:pt x="190" y="253"/>
                  </a:cubicBezTo>
                  <a:lnTo>
                    <a:pt x="192" y="2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38"/>
            <p:cNvSpPr/>
            <p:nvPr/>
          </p:nvSpPr>
          <p:spPr>
            <a:xfrm rot="-755217">
              <a:off x="9042565" y="4449658"/>
              <a:ext cx="166056" cy="91697"/>
            </a:xfrm>
            <a:custGeom>
              <a:rect b="b" l="l" r="r" t="t"/>
              <a:pathLst>
                <a:path extrusionOk="0" h="111" w="201">
                  <a:moveTo>
                    <a:pt x="0" y="22"/>
                  </a:moveTo>
                  <a:cubicBezTo>
                    <a:pt x="33" y="22"/>
                    <a:pt x="57" y="0"/>
                    <a:pt x="85" y="16"/>
                  </a:cubicBezTo>
                  <a:cubicBezTo>
                    <a:pt x="95" y="36"/>
                    <a:pt x="60" y="25"/>
                    <a:pt x="73" y="51"/>
                  </a:cubicBezTo>
                  <a:cubicBezTo>
                    <a:pt x="114" y="74"/>
                    <a:pt x="156" y="94"/>
                    <a:pt x="200" y="110"/>
                  </a:cubicBezTo>
                  <a:cubicBezTo>
                    <a:pt x="145" y="109"/>
                    <a:pt x="74" y="78"/>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38"/>
            <p:cNvSpPr/>
            <p:nvPr/>
          </p:nvSpPr>
          <p:spPr>
            <a:xfrm rot="-755217">
              <a:off x="7937171" y="2649573"/>
              <a:ext cx="69396" cy="230483"/>
            </a:xfrm>
            <a:custGeom>
              <a:rect b="b" l="l" r="r" t="t"/>
              <a:pathLst>
                <a:path extrusionOk="0" h="279" w="84">
                  <a:moveTo>
                    <a:pt x="14" y="0"/>
                  </a:moveTo>
                  <a:cubicBezTo>
                    <a:pt x="26" y="95"/>
                    <a:pt x="49" y="189"/>
                    <a:pt x="83" y="278"/>
                  </a:cubicBezTo>
                  <a:cubicBezTo>
                    <a:pt x="40" y="226"/>
                    <a:pt x="0" y="60"/>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38"/>
            <p:cNvSpPr/>
            <p:nvPr/>
          </p:nvSpPr>
          <p:spPr>
            <a:xfrm rot="-755217">
              <a:off x="10121845" y="3387192"/>
              <a:ext cx="92529" cy="147046"/>
            </a:xfrm>
            <a:custGeom>
              <a:rect b="b" l="l" r="r" t="t"/>
              <a:pathLst>
                <a:path extrusionOk="0" h="178" w="112">
                  <a:moveTo>
                    <a:pt x="47" y="89"/>
                  </a:moveTo>
                  <a:lnTo>
                    <a:pt x="0" y="9"/>
                  </a:lnTo>
                  <a:cubicBezTo>
                    <a:pt x="15" y="0"/>
                    <a:pt x="20" y="13"/>
                    <a:pt x="24" y="21"/>
                  </a:cubicBezTo>
                  <a:cubicBezTo>
                    <a:pt x="49" y="61"/>
                    <a:pt x="73" y="102"/>
                    <a:pt x="97" y="143"/>
                  </a:cubicBezTo>
                  <a:cubicBezTo>
                    <a:pt x="102" y="151"/>
                    <a:pt x="111" y="161"/>
                    <a:pt x="96" y="169"/>
                  </a:cubicBezTo>
                  <a:cubicBezTo>
                    <a:pt x="81" y="177"/>
                    <a:pt x="72" y="168"/>
                    <a:pt x="67" y="155"/>
                  </a:cubicBezTo>
                  <a:cubicBezTo>
                    <a:pt x="62" y="143"/>
                    <a:pt x="56" y="125"/>
                    <a:pt x="52" y="109"/>
                  </a:cubicBezTo>
                  <a:lnTo>
                    <a:pt x="47"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38"/>
            <p:cNvSpPr/>
            <p:nvPr/>
          </p:nvSpPr>
          <p:spPr>
            <a:xfrm rot="-755217">
              <a:off x="7927704" y="2657098"/>
              <a:ext cx="38003" cy="247831"/>
            </a:xfrm>
            <a:custGeom>
              <a:rect b="b" l="l" r="r" t="t"/>
              <a:pathLst>
                <a:path extrusionOk="0" h="300" w="46">
                  <a:moveTo>
                    <a:pt x="45" y="297"/>
                  </a:moveTo>
                  <a:cubicBezTo>
                    <a:pt x="32" y="299"/>
                    <a:pt x="31" y="289"/>
                    <a:pt x="28" y="280"/>
                  </a:cubicBezTo>
                  <a:cubicBezTo>
                    <a:pt x="9" y="210"/>
                    <a:pt x="0" y="136"/>
                    <a:pt x="0" y="63"/>
                  </a:cubicBezTo>
                  <a:cubicBezTo>
                    <a:pt x="0" y="42"/>
                    <a:pt x="0" y="21"/>
                    <a:pt x="2" y="0"/>
                  </a:cubicBezTo>
                  <a:cubicBezTo>
                    <a:pt x="8" y="100"/>
                    <a:pt x="21" y="200"/>
                    <a:pt x="42" y="298"/>
                  </a:cubicBezTo>
                  <a:lnTo>
                    <a:pt x="45" y="2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38"/>
            <p:cNvSpPr/>
            <p:nvPr/>
          </p:nvSpPr>
          <p:spPr>
            <a:xfrm rot="-755217">
              <a:off x="8980561" y="2454930"/>
              <a:ext cx="132184" cy="132177"/>
            </a:xfrm>
            <a:custGeom>
              <a:rect b="b" l="l" r="r" t="t"/>
              <a:pathLst>
                <a:path extrusionOk="0" h="160" w="160">
                  <a:moveTo>
                    <a:pt x="14" y="41"/>
                  </a:moveTo>
                  <a:lnTo>
                    <a:pt x="0" y="30"/>
                  </a:lnTo>
                  <a:cubicBezTo>
                    <a:pt x="0" y="15"/>
                    <a:pt x="5" y="0"/>
                    <a:pt x="21" y="14"/>
                  </a:cubicBezTo>
                  <a:cubicBezTo>
                    <a:pt x="70" y="59"/>
                    <a:pt x="116" y="108"/>
                    <a:pt x="159" y="159"/>
                  </a:cubicBezTo>
                  <a:cubicBezTo>
                    <a:pt x="101" y="130"/>
                    <a:pt x="64" y="78"/>
                    <a:pt x="1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38"/>
            <p:cNvSpPr/>
            <p:nvPr/>
          </p:nvSpPr>
          <p:spPr>
            <a:xfrm rot="-755217">
              <a:off x="7959420" y="2614731"/>
              <a:ext cx="57004" cy="235440"/>
            </a:xfrm>
            <a:custGeom>
              <a:rect b="b" l="l" r="r" t="t"/>
              <a:pathLst>
                <a:path extrusionOk="0" h="285" w="69">
                  <a:moveTo>
                    <a:pt x="68" y="284"/>
                  </a:moveTo>
                  <a:cubicBezTo>
                    <a:pt x="65" y="283"/>
                    <a:pt x="61" y="282"/>
                    <a:pt x="59" y="280"/>
                  </a:cubicBezTo>
                  <a:cubicBezTo>
                    <a:pt x="27" y="198"/>
                    <a:pt x="7" y="111"/>
                    <a:pt x="0" y="24"/>
                  </a:cubicBezTo>
                  <a:cubicBezTo>
                    <a:pt x="1" y="15"/>
                    <a:pt x="4" y="7"/>
                    <a:pt x="7" y="0"/>
                  </a:cubicBezTo>
                  <a:cubicBezTo>
                    <a:pt x="16" y="47"/>
                    <a:pt x="22" y="86"/>
                    <a:pt x="30" y="125"/>
                  </a:cubicBezTo>
                  <a:cubicBezTo>
                    <a:pt x="42" y="178"/>
                    <a:pt x="55" y="231"/>
                    <a:pt x="67" y="284"/>
                  </a:cubicBezTo>
                  <a:lnTo>
                    <a:pt x="68" y="28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38"/>
            <p:cNvSpPr/>
            <p:nvPr/>
          </p:nvSpPr>
          <p:spPr>
            <a:xfrm rot="-755217">
              <a:off x="10088543" y="3954901"/>
              <a:ext cx="119791" cy="113176"/>
            </a:xfrm>
            <a:custGeom>
              <a:rect b="b" l="l" r="r" t="t"/>
              <a:pathLst>
                <a:path extrusionOk="0" h="137" w="145">
                  <a:moveTo>
                    <a:pt x="84" y="57"/>
                  </a:moveTo>
                  <a:cubicBezTo>
                    <a:pt x="105" y="77"/>
                    <a:pt x="124" y="100"/>
                    <a:pt x="138" y="125"/>
                  </a:cubicBezTo>
                  <a:cubicBezTo>
                    <a:pt x="140" y="129"/>
                    <a:pt x="142" y="132"/>
                    <a:pt x="144" y="136"/>
                  </a:cubicBezTo>
                  <a:cubicBezTo>
                    <a:pt x="144" y="136"/>
                    <a:pt x="143" y="135"/>
                    <a:pt x="142" y="135"/>
                  </a:cubicBezTo>
                  <a:cubicBezTo>
                    <a:pt x="85" y="102"/>
                    <a:pt x="36" y="56"/>
                    <a:pt x="0" y="0"/>
                  </a:cubicBezTo>
                  <a:cubicBezTo>
                    <a:pt x="18" y="4"/>
                    <a:pt x="27" y="19"/>
                    <a:pt x="41" y="30"/>
                  </a:cubicBezTo>
                  <a:cubicBezTo>
                    <a:pt x="55" y="41"/>
                    <a:pt x="64" y="57"/>
                    <a:pt x="8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38"/>
            <p:cNvSpPr/>
            <p:nvPr/>
          </p:nvSpPr>
          <p:spPr>
            <a:xfrm rot="-755217">
              <a:off x="8744092" y="2609019"/>
              <a:ext cx="130531" cy="162742"/>
            </a:xfrm>
            <a:custGeom>
              <a:rect b="b" l="l" r="r" t="t"/>
              <a:pathLst>
                <a:path extrusionOk="0" h="197" w="158">
                  <a:moveTo>
                    <a:pt x="155" y="195"/>
                  </a:moveTo>
                  <a:cubicBezTo>
                    <a:pt x="105" y="158"/>
                    <a:pt x="76" y="102"/>
                    <a:pt x="36" y="55"/>
                  </a:cubicBezTo>
                  <a:cubicBezTo>
                    <a:pt x="26" y="46"/>
                    <a:pt x="18" y="36"/>
                    <a:pt x="11" y="24"/>
                  </a:cubicBezTo>
                  <a:cubicBezTo>
                    <a:pt x="6" y="16"/>
                    <a:pt x="3" y="8"/>
                    <a:pt x="0" y="0"/>
                  </a:cubicBezTo>
                  <a:cubicBezTo>
                    <a:pt x="5" y="1"/>
                    <a:pt x="9" y="3"/>
                    <a:pt x="13" y="6"/>
                  </a:cubicBezTo>
                  <a:cubicBezTo>
                    <a:pt x="24" y="12"/>
                    <a:pt x="32" y="20"/>
                    <a:pt x="38" y="31"/>
                  </a:cubicBezTo>
                  <a:cubicBezTo>
                    <a:pt x="39" y="31"/>
                    <a:pt x="39" y="32"/>
                    <a:pt x="39" y="33"/>
                  </a:cubicBezTo>
                  <a:cubicBezTo>
                    <a:pt x="75" y="79"/>
                    <a:pt x="110" y="125"/>
                    <a:pt x="145" y="172"/>
                  </a:cubicBezTo>
                  <a:cubicBezTo>
                    <a:pt x="151" y="179"/>
                    <a:pt x="157" y="185"/>
                    <a:pt x="154" y="196"/>
                  </a:cubicBezTo>
                  <a:lnTo>
                    <a:pt x="155" y="1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38"/>
            <p:cNvSpPr/>
            <p:nvPr/>
          </p:nvSpPr>
          <p:spPr>
            <a:xfrm rot="-755217">
              <a:off x="9382025" y="2835511"/>
              <a:ext cx="118139" cy="178438"/>
            </a:xfrm>
            <a:custGeom>
              <a:rect b="b" l="l" r="r" t="t"/>
              <a:pathLst>
                <a:path extrusionOk="0" h="216" w="143">
                  <a:moveTo>
                    <a:pt x="142" y="215"/>
                  </a:moveTo>
                  <a:cubicBezTo>
                    <a:pt x="89" y="148"/>
                    <a:pt x="53" y="74"/>
                    <a:pt x="0" y="0"/>
                  </a:cubicBezTo>
                  <a:cubicBezTo>
                    <a:pt x="41" y="25"/>
                    <a:pt x="131" y="166"/>
                    <a:pt x="142"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38"/>
            <p:cNvSpPr/>
            <p:nvPr/>
          </p:nvSpPr>
          <p:spPr>
            <a:xfrm rot="-755217">
              <a:off x="7991180" y="2535730"/>
              <a:ext cx="61135" cy="207352"/>
            </a:xfrm>
            <a:custGeom>
              <a:rect b="b" l="l" r="r" t="t"/>
              <a:pathLst>
                <a:path extrusionOk="0" h="251" w="74">
                  <a:moveTo>
                    <a:pt x="73" y="248"/>
                  </a:moveTo>
                  <a:cubicBezTo>
                    <a:pt x="71" y="248"/>
                    <a:pt x="68" y="248"/>
                    <a:pt x="68" y="248"/>
                  </a:cubicBezTo>
                  <a:cubicBezTo>
                    <a:pt x="28" y="171"/>
                    <a:pt x="5" y="87"/>
                    <a:pt x="0" y="0"/>
                  </a:cubicBezTo>
                  <a:cubicBezTo>
                    <a:pt x="20" y="85"/>
                    <a:pt x="50" y="166"/>
                    <a:pt x="72" y="250"/>
                  </a:cubicBezTo>
                  <a:lnTo>
                    <a:pt x="73"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38"/>
            <p:cNvSpPr/>
            <p:nvPr/>
          </p:nvSpPr>
          <p:spPr>
            <a:xfrm rot="-755217">
              <a:off x="9007218" y="3199338"/>
              <a:ext cx="152011" cy="138785"/>
            </a:xfrm>
            <a:custGeom>
              <a:rect b="b" l="l" r="r" t="t"/>
              <a:pathLst>
                <a:path extrusionOk="0" h="168" w="184">
                  <a:moveTo>
                    <a:pt x="10" y="0"/>
                  </a:moveTo>
                  <a:lnTo>
                    <a:pt x="183" y="167"/>
                  </a:lnTo>
                  <a:cubicBezTo>
                    <a:pt x="115" y="123"/>
                    <a:pt x="54" y="69"/>
                    <a:pt x="0" y="8"/>
                  </a:cubicBez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38"/>
            <p:cNvSpPr/>
            <p:nvPr/>
          </p:nvSpPr>
          <p:spPr>
            <a:xfrm rot="-755217">
              <a:off x="7787823" y="2077254"/>
              <a:ext cx="128053" cy="106567"/>
            </a:xfrm>
            <a:custGeom>
              <a:rect b="b" l="l" r="r" t="t"/>
              <a:pathLst>
                <a:path extrusionOk="0" h="129" w="155">
                  <a:moveTo>
                    <a:pt x="152" y="115"/>
                  </a:moveTo>
                  <a:cubicBezTo>
                    <a:pt x="154" y="120"/>
                    <a:pt x="154" y="128"/>
                    <a:pt x="148" y="128"/>
                  </a:cubicBezTo>
                  <a:cubicBezTo>
                    <a:pt x="106" y="124"/>
                    <a:pt x="20" y="51"/>
                    <a:pt x="0" y="0"/>
                  </a:cubicBezTo>
                  <a:cubicBezTo>
                    <a:pt x="35" y="14"/>
                    <a:pt x="43" y="57"/>
                    <a:pt x="80" y="63"/>
                  </a:cubicBezTo>
                  <a:lnTo>
                    <a:pt x="77" y="61"/>
                  </a:lnTo>
                  <a:cubicBezTo>
                    <a:pt x="78" y="64"/>
                    <a:pt x="79" y="66"/>
                    <a:pt x="81" y="69"/>
                  </a:cubicBezTo>
                  <a:cubicBezTo>
                    <a:pt x="86" y="77"/>
                    <a:pt x="93" y="83"/>
                    <a:pt x="101" y="88"/>
                  </a:cubicBezTo>
                  <a:cubicBezTo>
                    <a:pt x="109" y="92"/>
                    <a:pt x="118" y="95"/>
                    <a:pt x="127" y="95"/>
                  </a:cubicBezTo>
                  <a:cubicBezTo>
                    <a:pt x="128" y="95"/>
                    <a:pt x="128" y="95"/>
                    <a:pt x="129" y="95"/>
                  </a:cubicBezTo>
                  <a:lnTo>
                    <a:pt x="143" y="106"/>
                  </a:lnTo>
                  <a:lnTo>
                    <a:pt x="152" y="1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38"/>
            <p:cNvSpPr/>
            <p:nvPr/>
          </p:nvSpPr>
          <p:spPr>
            <a:xfrm rot="-755217">
              <a:off x="8384282" y="2504520"/>
              <a:ext cx="147054" cy="149525"/>
            </a:xfrm>
            <a:custGeom>
              <a:rect b="b" l="l" r="r" t="t"/>
              <a:pathLst>
                <a:path extrusionOk="0" h="181" w="178">
                  <a:moveTo>
                    <a:pt x="177" y="180"/>
                  </a:moveTo>
                  <a:cubicBezTo>
                    <a:pt x="166" y="180"/>
                    <a:pt x="161" y="173"/>
                    <a:pt x="155" y="166"/>
                  </a:cubicBezTo>
                  <a:cubicBezTo>
                    <a:pt x="108" y="106"/>
                    <a:pt x="56" y="51"/>
                    <a:pt x="0" y="0"/>
                  </a:cubicBezTo>
                  <a:cubicBezTo>
                    <a:pt x="48" y="13"/>
                    <a:pt x="143" y="113"/>
                    <a:pt x="176" y="180"/>
                  </a:cubicBezTo>
                  <a:lnTo>
                    <a:pt x="177" y="1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38"/>
            <p:cNvSpPr/>
            <p:nvPr/>
          </p:nvSpPr>
          <p:spPr>
            <a:xfrm rot="-755217">
              <a:off x="8224884" y="3611995"/>
              <a:ext cx="67744" cy="71871"/>
            </a:xfrm>
            <a:custGeom>
              <a:rect b="b" l="l" r="r" t="t"/>
              <a:pathLst>
                <a:path extrusionOk="0" h="87" w="82">
                  <a:moveTo>
                    <a:pt x="81" y="86"/>
                  </a:moveTo>
                  <a:cubicBezTo>
                    <a:pt x="48" y="83"/>
                    <a:pt x="2" y="44"/>
                    <a:pt x="0" y="19"/>
                  </a:cubicBezTo>
                  <a:cubicBezTo>
                    <a:pt x="0" y="19"/>
                    <a:pt x="0" y="18"/>
                    <a:pt x="0" y="17"/>
                  </a:cubicBezTo>
                  <a:cubicBezTo>
                    <a:pt x="0" y="14"/>
                    <a:pt x="0" y="12"/>
                    <a:pt x="2" y="9"/>
                  </a:cubicBezTo>
                  <a:cubicBezTo>
                    <a:pt x="4" y="6"/>
                    <a:pt x="6" y="5"/>
                    <a:pt x="8" y="3"/>
                  </a:cubicBezTo>
                  <a:cubicBezTo>
                    <a:pt x="9" y="2"/>
                    <a:pt x="9" y="2"/>
                    <a:pt x="10" y="2"/>
                  </a:cubicBezTo>
                  <a:cubicBezTo>
                    <a:pt x="13" y="1"/>
                    <a:pt x="16" y="0"/>
                    <a:pt x="19" y="0"/>
                  </a:cubicBezTo>
                  <a:cubicBezTo>
                    <a:pt x="22" y="0"/>
                    <a:pt x="26" y="1"/>
                    <a:pt x="29" y="3"/>
                  </a:cubicBezTo>
                  <a:cubicBezTo>
                    <a:pt x="32" y="5"/>
                    <a:pt x="34" y="7"/>
                    <a:pt x="36" y="10"/>
                  </a:cubicBezTo>
                  <a:cubicBezTo>
                    <a:pt x="36" y="11"/>
                    <a:pt x="36" y="11"/>
                    <a:pt x="37" y="12"/>
                  </a:cubicBezTo>
                  <a:cubicBezTo>
                    <a:pt x="52" y="36"/>
                    <a:pt x="66" y="60"/>
                    <a:pt x="8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38"/>
            <p:cNvSpPr/>
            <p:nvPr/>
          </p:nvSpPr>
          <p:spPr>
            <a:xfrm rot="-755217">
              <a:off x="8824383" y="2455310"/>
              <a:ext cx="117313" cy="152003"/>
            </a:xfrm>
            <a:custGeom>
              <a:rect b="b" l="l" r="r" t="t"/>
              <a:pathLst>
                <a:path extrusionOk="0" h="184" w="142">
                  <a:moveTo>
                    <a:pt x="137" y="183"/>
                  </a:moveTo>
                  <a:cubicBezTo>
                    <a:pt x="81" y="130"/>
                    <a:pt x="47" y="59"/>
                    <a:pt x="0" y="0"/>
                  </a:cubicBezTo>
                  <a:cubicBezTo>
                    <a:pt x="36" y="19"/>
                    <a:pt x="96" y="97"/>
                    <a:pt x="141" y="179"/>
                  </a:cubicBezTo>
                  <a:lnTo>
                    <a:pt x="137" y="1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38"/>
            <p:cNvSpPr/>
            <p:nvPr/>
          </p:nvSpPr>
          <p:spPr>
            <a:xfrm rot="-755217">
              <a:off x="8802099" y="2495732"/>
              <a:ext cx="103268" cy="153655"/>
            </a:xfrm>
            <a:custGeom>
              <a:rect b="b" l="l" r="r" t="t"/>
              <a:pathLst>
                <a:path extrusionOk="0" h="186" w="125">
                  <a:moveTo>
                    <a:pt x="124" y="185"/>
                  </a:moveTo>
                  <a:lnTo>
                    <a:pt x="0" y="0"/>
                  </a:lnTo>
                  <a:cubicBezTo>
                    <a:pt x="39" y="18"/>
                    <a:pt x="93" y="96"/>
                    <a:pt x="12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38"/>
            <p:cNvSpPr/>
            <p:nvPr/>
          </p:nvSpPr>
          <p:spPr>
            <a:xfrm rot="-755217">
              <a:off x="10174684" y="3868264"/>
              <a:ext cx="88398" cy="128872"/>
            </a:xfrm>
            <a:custGeom>
              <a:rect b="b" l="l" r="r" t="t"/>
              <a:pathLst>
                <a:path extrusionOk="0" h="156" w="107">
                  <a:moveTo>
                    <a:pt x="68" y="53"/>
                  </a:moveTo>
                  <a:cubicBezTo>
                    <a:pt x="75" y="87"/>
                    <a:pt x="106" y="113"/>
                    <a:pt x="98" y="155"/>
                  </a:cubicBezTo>
                  <a:lnTo>
                    <a:pt x="0" y="7"/>
                  </a:lnTo>
                  <a:lnTo>
                    <a:pt x="9" y="0"/>
                  </a:lnTo>
                  <a:cubicBezTo>
                    <a:pt x="22" y="21"/>
                    <a:pt x="39" y="38"/>
                    <a:pt x="59" y="49"/>
                  </a:cubicBezTo>
                  <a:cubicBezTo>
                    <a:pt x="63" y="51"/>
                    <a:pt x="66" y="53"/>
                    <a:pt x="70" y="55"/>
                  </a:cubicBezTo>
                  <a:lnTo>
                    <a:pt x="68"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38"/>
            <p:cNvSpPr/>
            <p:nvPr/>
          </p:nvSpPr>
          <p:spPr>
            <a:xfrm rot="-755217">
              <a:off x="8073842" y="2333761"/>
              <a:ext cx="151185" cy="143742"/>
            </a:xfrm>
            <a:custGeom>
              <a:rect b="b" l="l" r="r" t="t"/>
              <a:pathLst>
                <a:path extrusionOk="0" h="174" w="183">
                  <a:moveTo>
                    <a:pt x="2" y="0"/>
                  </a:moveTo>
                  <a:cubicBezTo>
                    <a:pt x="24" y="7"/>
                    <a:pt x="35" y="27"/>
                    <a:pt x="50" y="43"/>
                  </a:cubicBezTo>
                  <a:cubicBezTo>
                    <a:pt x="93" y="84"/>
                    <a:pt x="135" y="125"/>
                    <a:pt x="182" y="172"/>
                  </a:cubicBezTo>
                  <a:cubicBezTo>
                    <a:pt x="180" y="172"/>
                    <a:pt x="177" y="173"/>
                    <a:pt x="175" y="173"/>
                  </a:cubicBezTo>
                  <a:cubicBezTo>
                    <a:pt x="168" y="173"/>
                    <a:pt x="162" y="170"/>
                    <a:pt x="156" y="167"/>
                  </a:cubicBezTo>
                  <a:cubicBezTo>
                    <a:pt x="151" y="164"/>
                    <a:pt x="146" y="160"/>
                    <a:pt x="143" y="156"/>
                  </a:cubicBezTo>
                  <a:cubicBezTo>
                    <a:pt x="102" y="115"/>
                    <a:pt x="61" y="74"/>
                    <a:pt x="20" y="33"/>
                  </a:cubicBezTo>
                  <a:cubicBezTo>
                    <a:pt x="11" y="24"/>
                    <a:pt x="0" y="16"/>
                    <a:pt x="1"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38"/>
            <p:cNvSpPr/>
            <p:nvPr/>
          </p:nvSpPr>
          <p:spPr>
            <a:xfrm rot="-755217">
              <a:off x="8950404" y="3462857"/>
              <a:ext cx="114835" cy="168525"/>
            </a:xfrm>
            <a:custGeom>
              <a:rect b="b" l="l" r="r" t="t"/>
              <a:pathLst>
                <a:path extrusionOk="0" h="204" w="139">
                  <a:moveTo>
                    <a:pt x="138" y="203"/>
                  </a:moveTo>
                  <a:cubicBezTo>
                    <a:pt x="118" y="203"/>
                    <a:pt x="113" y="183"/>
                    <a:pt x="104" y="171"/>
                  </a:cubicBezTo>
                  <a:cubicBezTo>
                    <a:pt x="79" y="141"/>
                    <a:pt x="57" y="109"/>
                    <a:pt x="38" y="76"/>
                  </a:cubicBezTo>
                  <a:cubicBezTo>
                    <a:pt x="24" y="51"/>
                    <a:pt x="11" y="26"/>
                    <a:pt x="0" y="0"/>
                  </a:cubicBezTo>
                  <a:cubicBezTo>
                    <a:pt x="22" y="25"/>
                    <a:pt x="42" y="52"/>
                    <a:pt x="59" y="82"/>
                  </a:cubicBezTo>
                  <a:cubicBezTo>
                    <a:pt x="63" y="87"/>
                    <a:pt x="66" y="93"/>
                    <a:pt x="69" y="99"/>
                  </a:cubicBezTo>
                  <a:cubicBezTo>
                    <a:pt x="92" y="134"/>
                    <a:pt x="122" y="163"/>
                    <a:pt x="137" y="203"/>
                  </a:cubicBezTo>
                  <a:lnTo>
                    <a:pt x="138" y="20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38"/>
            <p:cNvSpPr/>
            <p:nvPr/>
          </p:nvSpPr>
          <p:spPr>
            <a:xfrm rot="-755217">
              <a:off x="9639190" y="3235492"/>
              <a:ext cx="128053" cy="156960"/>
            </a:xfrm>
            <a:custGeom>
              <a:rect b="b" l="l" r="r" t="t"/>
              <a:pathLst>
                <a:path extrusionOk="0" h="190" w="155">
                  <a:moveTo>
                    <a:pt x="154" y="188"/>
                  </a:moveTo>
                  <a:cubicBezTo>
                    <a:pt x="141" y="188"/>
                    <a:pt x="136" y="178"/>
                    <a:pt x="129" y="170"/>
                  </a:cubicBezTo>
                  <a:cubicBezTo>
                    <a:pt x="92" y="125"/>
                    <a:pt x="56" y="80"/>
                    <a:pt x="19" y="34"/>
                  </a:cubicBezTo>
                  <a:cubicBezTo>
                    <a:pt x="12" y="25"/>
                    <a:pt x="0" y="17"/>
                    <a:pt x="3" y="3"/>
                  </a:cubicBezTo>
                  <a:cubicBezTo>
                    <a:pt x="18" y="0"/>
                    <a:pt x="21" y="12"/>
                    <a:pt x="27" y="20"/>
                  </a:cubicBezTo>
                  <a:cubicBezTo>
                    <a:pt x="70" y="76"/>
                    <a:pt x="123" y="124"/>
                    <a:pt x="153" y="189"/>
                  </a:cubicBezTo>
                  <a:lnTo>
                    <a:pt x="154" y="1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38"/>
            <p:cNvSpPr/>
            <p:nvPr/>
          </p:nvSpPr>
          <p:spPr>
            <a:xfrm rot="-755217">
              <a:off x="8688559" y="3098555"/>
              <a:ext cx="122270" cy="135481"/>
            </a:xfrm>
            <a:custGeom>
              <a:rect b="b" l="l" r="r" t="t"/>
              <a:pathLst>
                <a:path extrusionOk="0" h="164" w="148">
                  <a:moveTo>
                    <a:pt x="4" y="41"/>
                  </a:moveTo>
                  <a:cubicBezTo>
                    <a:pt x="21" y="31"/>
                    <a:pt x="0" y="14"/>
                    <a:pt x="12" y="0"/>
                  </a:cubicBezTo>
                  <a:cubicBezTo>
                    <a:pt x="48" y="59"/>
                    <a:pt x="94" y="111"/>
                    <a:pt x="147" y="156"/>
                  </a:cubicBezTo>
                  <a:cubicBezTo>
                    <a:pt x="127" y="163"/>
                    <a:pt x="122" y="148"/>
                    <a:pt x="114" y="141"/>
                  </a:cubicBezTo>
                  <a:cubicBezTo>
                    <a:pt x="82" y="115"/>
                    <a:pt x="59" y="79"/>
                    <a:pt x="19" y="62"/>
                  </a:cubicBezTo>
                  <a:cubicBezTo>
                    <a:pt x="18" y="61"/>
                    <a:pt x="17" y="61"/>
                    <a:pt x="16" y="60"/>
                  </a:cubicBezTo>
                  <a:cubicBezTo>
                    <a:pt x="13" y="58"/>
                    <a:pt x="10" y="56"/>
                    <a:pt x="8" y="52"/>
                  </a:cubicBezTo>
                  <a:cubicBezTo>
                    <a:pt x="6" y="48"/>
                    <a:pt x="5" y="45"/>
                    <a:pt x="5" y="41"/>
                  </a:cubicBezTo>
                  <a:lnTo>
                    <a:pt x="5" y="40"/>
                  </a:lnTo>
                  <a:lnTo>
                    <a:pt x="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38"/>
            <p:cNvSpPr/>
            <p:nvPr/>
          </p:nvSpPr>
          <p:spPr>
            <a:xfrm rot="-755217">
              <a:off x="8778734" y="2736076"/>
              <a:ext cx="106573" cy="168525"/>
            </a:xfrm>
            <a:custGeom>
              <a:rect b="b" l="l" r="r" t="t"/>
              <a:pathLst>
                <a:path extrusionOk="0" h="204" w="129">
                  <a:moveTo>
                    <a:pt x="128" y="203"/>
                  </a:moveTo>
                  <a:lnTo>
                    <a:pt x="0" y="0"/>
                  </a:lnTo>
                  <a:cubicBezTo>
                    <a:pt x="40" y="28"/>
                    <a:pt x="117" y="150"/>
                    <a:pt x="128" y="2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38"/>
            <p:cNvSpPr/>
            <p:nvPr/>
          </p:nvSpPr>
          <p:spPr>
            <a:xfrm rot="-755217">
              <a:off x="9286331" y="4483706"/>
              <a:ext cx="133836" cy="42131"/>
            </a:xfrm>
            <a:custGeom>
              <a:rect b="b" l="l" r="r" t="t"/>
              <a:pathLst>
                <a:path extrusionOk="0" h="51" w="162">
                  <a:moveTo>
                    <a:pt x="161" y="45"/>
                  </a:moveTo>
                  <a:cubicBezTo>
                    <a:pt x="160" y="45"/>
                    <a:pt x="160" y="45"/>
                    <a:pt x="159" y="46"/>
                  </a:cubicBezTo>
                  <a:cubicBezTo>
                    <a:pt x="154" y="49"/>
                    <a:pt x="149" y="50"/>
                    <a:pt x="143" y="50"/>
                  </a:cubicBezTo>
                  <a:cubicBezTo>
                    <a:pt x="140" y="50"/>
                    <a:pt x="137" y="50"/>
                    <a:pt x="134" y="49"/>
                  </a:cubicBezTo>
                  <a:cubicBezTo>
                    <a:pt x="106" y="47"/>
                    <a:pt x="80" y="31"/>
                    <a:pt x="50" y="44"/>
                  </a:cubicBezTo>
                  <a:cubicBezTo>
                    <a:pt x="39" y="49"/>
                    <a:pt x="21" y="40"/>
                    <a:pt x="8" y="34"/>
                  </a:cubicBezTo>
                  <a:cubicBezTo>
                    <a:pt x="0" y="30"/>
                    <a:pt x="1" y="18"/>
                    <a:pt x="4" y="9"/>
                  </a:cubicBezTo>
                  <a:cubicBezTo>
                    <a:pt x="6" y="0"/>
                    <a:pt x="14" y="3"/>
                    <a:pt x="21" y="5"/>
                  </a:cubicBezTo>
                  <a:lnTo>
                    <a:pt x="161"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38"/>
            <p:cNvSpPr/>
            <p:nvPr/>
          </p:nvSpPr>
          <p:spPr>
            <a:xfrm rot="-755217">
              <a:off x="9082665" y="2915838"/>
              <a:ext cx="136314" cy="132177"/>
            </a:xfrm>
            <a:custGeom>
              <a:rect b="b" l="l" r="r" t="t"/>
              <a:pathLst>
                <a:path extrusionOk="0" h="160" w="165">
                  <a:moveTo>
                    <a:pt x="154" y="159"/>
                  </a:moveTo>
                  <a:lnTo>
                    <a:pt x="0" y="0"/>
                  </a:lnTo>
                  <a:cubicBezTo>
                    <a:pt x="29" y="21"/>
                    <a:pt x="56" y="45"/>
                    <a:pt x="80" y="72"/>
                  </a:cubicBezTo>
                  <a:cubicBezTo>
                    <a:pt x="108" y="98"/>
                    <a:pt x="136" y="123"/>
                    <a:pt x="164" y="149"/>
                  </a:cubicBezTo>
                  <a:lnTo>
                    <a:pt x="154"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38"/>
            <p:cNvSpPr/>
            <p:nvPr/>
          </p:nvSpPr>
          <p:spPr>
            <a:xfrm rot="-755217">
              <a:off x="9132724" y="2893565"/>
              <a:ext cx="137141" cy="132177"/>
            </a:xfrm>
            <a:custGeom>
              <a:rect b="b" l="l" r="r" t="t"/>
              <a:pathLst>
                <a:path extrusionOk="0" h="160" w="166">
                  <a:moveTo>
                    <a:pt x="0" y="0"/>
                  </a:moveTo>
                  <a:cubicBezTo>
                    <a:pt x="65" y="39"/>
                    <a:pt x="112" y="95"/>
                    <a:pt x="165" y="154"/>
                  </a:cubicBezTo>
                  <a:cubicBezTo>
                    <a:pt x="153" y="150"/>
                    <a:pt x="165" y="151"/>
                    <a:pt x="159" y="157"/>
                  </a:cubicBezTo>
                  <a:cubicBezTo>
                    <a:pt x="159" y="157"/>
                    <a:pt x="155" y="159"/>
                    <a:pt x="155" y="158"/>
                  </a:cubicBezTo>
                  <a:cubicBezTo>
                    <a:pt x="149" y="154"/>
                    <a:pt x="144" y="149"/>
                    <a:pt x="139" y="144"/>
                  </a:cubicBezTo>
                  <a:cubicBezTo>
                    <a:pt x="95" y="93"/>
                    <a:pt x="45" y="5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38"/>
            <p:cNvSpPr/>
            <p:nvPr/>
          </p:nvSpPr>
          <p:spPr>
            <a:xfrm rot="-755217">
              <a:off x="8169021" y="2089676"/>
              <a:ext cx="137141" cy="136307"/>
            </a:xfrm>
            <a:custGeom>
              <a:rect b="b" l="l" r="r" t="t"/>
              <a:pathLst>
                <a:path extrusionOk="0" h="165" w="166">
                  <a:moveTo>
                    <a:pt x="0" y="0"/>
                  </a:moveTo>
                  <a:cubicBezTo>
                    <a:pt x="66" y="41"/>
                    <a:pt x="113" y="102"/>
                    <a:pt x="165" y="156"/>
                  </a:cubicBezTo>
                  <a:lnTo>
                    <a:pt x="156" y="164"/>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38"/>
            <p:cNvSpPr/>
            <p:nvPr/>
          </p:nvSpPr>
          <p:spPr>
            <a:xfrm rot="-755217">
              <a:off x="9386989" y="3618635"/>
              <a:ext cx="132184" cy="133829"/>
            </a:xfrm>
            <a:custGeom>
              <a:rect b="b" l="l" r="r" t="t"/>
              <a:pathLst>
                <a:path extrusionOk="0" h="162" w="160">
                  <a:moveTo>
                    <a:pt x="0" y="1"/>
                  </a:moveTo>
                  <a:cubicBezTo>
                    <a:pt x="19" y="3"/>
                    <a:pt x="25" y="20"/>
                    <a:pt x="36" y="31"/>
                  </a:cubicBezTo>
                  <a:cubicBezTo>
                    <a:pt x="78" y="73"/>
                    <a:pt x="120" y="116"/>
                    <a:pt x="159" y="161"/>
                  </a:cubicBezTo>
                  <a:cubicBezTo>
                    <a:pt x="118" y="133"/>
                    <a:pt x="82" y="100"/>
                    <a:pt x="49" y="63"/>
                  </a:cubicBezTo>
                  <a:cubicBezTo>
                    <a:pt x="32" y="43"/>
                    <a:pt x="4"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38"/>
            <p:cNvSpPr/>
            <p:nvPr/>
          </p:nvSpPr>
          <p:spPr>
            <a:xfrm rot="-755217">
              <a:off x="8256439" y="2892080"/>
              <a:ext cx="94181" cy="161090"/>
            </a:xfrm>
            <a:custGeom>
              <a:rect b="b" l="l" r="r" t="t"/>
              <a:pathLst>
                <a:path extrusionOk="0" h="195" w="114">
                  <a:moveTo>
                    <a:pt x="109" y="194"/>
                  </a:moveTo>
                  <a:cubicBezTo>
                    <a:pt x="84" y="168"/>
                    <a:pt x="63" y="140"/>
                    <a:pt x="45" y="109"/>
                  </a:cubicBezTo>
                  <a:cubicBezTo>
                    <a:pt x="25" y="75"/>
                    <a:pt x="10" y="38"/>
                    <a:pt x="0" y="0"/>
                  </a:cubicBezTo>
                  <a:cubicBezTo>
                    <a:pt x="31" y="67"/>
                    <a:pt x="77" y="126"/>
                    <a:pt x="113" y="191"/>
                  </a:cubicBezTo>
                  <a:lnTo>
                    <a:pt x="109" y="1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38"/>
            <p:cNvSpPr/>
            <p:nvPr/>
          </p:nvSpPr>
          <p:spPr>
            <a:xfrm rot="-755217">
              <a:off x="8187380" y="2468797"/>
              <a:ext cx="131358" cy="134655"/>
            </a:xfrm>
            <a:custGeom>
              <a:rect b="b" l="l" r="r" t="t"/>
              <a:pathLst>
                <a:path extrusionOk="0" h="163" w="159">
                  <a:moveTo>
                    <a:pt x="0" y="1"/>
                  </a:moveTo>
                  <a:cubicBezTo>
                    <a:pt x="23" y="4"/>
                    <a:pt x="29" y="27"/>
                    <a:pt x="43" y="39"/>
                  </a:cubicBezTo>
                  <a:cubicBezTo>
                    <a:pt x="82" y="79"/>
                    <a:pt x="122" y="119"/>
                    <a:pt x="158" y="162"/>
                  </a:cubicBezTo>
                  <a:cubicBezTo>
                    <a:pt x="99" y="114"/>
                    <a:pt x="38" y="6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38"/>
            <p:cNvSpPr/>
            <p:nvPr/>
          </p:nvSpPr>
          <p:spPr>
            <a:xfrm rot="-755217">
              <a:off x="9651912" y="3663598"/>
              <a:ext cx="124748" cy="135481"/>
            </a:xfrm>
            <a:custGeom>
              <a:rect b="b" l="l" r="r" t="t"/>
              <a:pathLst>
                <a:path extrusionOk="0" h="164" w="151">
                  <a:moveTo>
                    <a:pt x="8" y="0"/>
                  </a:moveTo>
                  <a:lnTo>
                    <a:pt x="150" y="155"/>
                  </a:lnTo>
                  <a:lnTo>
                    <a:pt x="142" y="163"/>
                  </a:lnTo>
                  <a:cubicBezTo>
                    <a:pt x="90" y="115"/>
                    <a:pt x="43" y="63"/>
                    <a:pt x="0" y="7"/>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38"/>
            <p:cNvSpPr/>
            <p:nvPr/>
          </p:nvSpPr>
          <p:spPr>
            <a:xfrm rot="-755217">
              <a:off x="7743440" y="1811750"/>
              <a:ext cx="131358" cy="110698"/>
            </a:xfrm>
            <a:custGeom>
              <a:rect b="b" l="l" r="r" t="t"/>
              <a:pathLst>
                <a:path extrusionOk="0" h="134" w="159">
                  <a:moveTo>
                    <a:pt x="0" y="133"/>
                  </a:moveTo>
                  <a:cubicBezTo>
                    <a:pt x="28" y="87"/>
                    <a:pt x="66" y="49"/>
                    <a:pt x="112" y="22"/>
                  </a:cubicBezTo>
                  <a:cubicBezTo>
                    <a:pt x="127" y="13"/>
                    <a:pt x="142" y="6"/>
                    <a:pt x="158" y="0"/>
                  </a:cubicBezTo>
                  <a:cubicBezTo>
                    <a:pt x="97" y="47"/>
                    <a:pt x="49" y="90"/>
                    <a:pt x="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38"/>
            <p:cNvSpPr/>
            <p:nvPr/>
          </p:nvSpPr>
          <p:spPr>
            <a:xfrm rot="-755217">
              <a:off x="10054148" y="3213989"/>
              <a:ext cx="90050" cy="160264"/>
            </a:xfrm>
            <a:custGeom>
              <a:rect b="b" l="l" r="r" t="t"/>
              <a:pathLst>
                <a:path extrusionOk="0" h="194" w="109">
                  <a:moveTo>
                    <a:pt x="108" y="193"/>
                  </a:moveTo>
                  <a:cubicBezTo>
                    <a:pt x="63" y="123"/>
                    <a:pt x="38" y="58"/>
                    <a:pt x="0" y="0"/>
                  </a:cubicBezTo>
                  <a:cubicBezTo>
                    <a:pt x="34" y="23"/>
                    <a:pt x="79" y="103"/>
                    <a:pt x="108"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38"/>
            <p:cNvSpPr/>
            <p:nvPr/>
          </p:nvSpPr>
          <p:spPr>
            <a:xfrm rot="-755217">
              <a:off x="8688864" y="2844761"/>
              <a:ext cx="114008" cy="146220"/>
            </a:xfrm>
            <a:custGeom>
              <a:rect b="b" l="l" r="r" t="t"/>
              <a:pathLst>
                <a:path extrusionOk="0" h="177" w="138">
                  <a:moveTo>
                    <a:pt x="137" y="176"/>
                  </a:moveTo>
                  <a:cubicBezTo>
                    <a:pt x="84" y="127"/>
                    <a:pt x="50" y="64"/>
                    <a:pt x="0" y="0"/>
                  </a:cubicBezTo>
                  <a:cubicBezTo>
                    <a:pt x="7" y="1"/>
                    <a:pt x="13" y="4"/>
                    <a:pt x="19" y="7"/>
                  </a:cubicBezTo>
                  <a:cubicBezTo>
                    <a:pt x="28" y="13"/>
                    <a:pt x="36" y="20"/>
                    <a:pt x="42" y="30"/>
                  </a:cubicBezTo>
                  <a:cubicBezTo>
                    <a:pt x="43" y="32"/>
                    <a:pt x="44" y="34"/>
                    <a:pt x="45" y="36"/>
                  </a:cubicBezTo>
                  <a:cubicBezTo>
                    <a:pt x="75" y="84"/>
                    <a:pt x="117" y="122"/>
                    <a:pt x="136" y="176"/>
                  </a:cubicBezTo>
                  <a:lnTo>
                    <a:pt x="137" y="1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38"/>
            <p:cNvSpPr/>
            <p:nvPr/>
          </p:nvSpPr>
          <p:spPr>
            <a:xfrm rot="-755217">
              <a:off x="8834291" y="2426603"/>
              <a:ext cx="117313" cy="131350"/>
            </a:xfrm>
            <a:custGeom>
              <a:rect b="b" l="l" r="r" t="t"/>
              <a:pathLst>
                <a:path extrusionOk="0" h="159" w="142">
                  <a:moveTo>
                    <a:pt x="138" y="158"/>
                  </a:moveTo>
                  <a:cubicBezTo>
                    <a:pt x="85" y="112"/>
                    <a:pt x="46" y="53"/>
                    <a:pt x="0" y="0"/>
                  </a:cubicBezTo>
                  <a:cubicBezTo>
                    <a:pt x="57" y="41"/>
                    <a:pt x="105" y="93"/>
                    <a:pt x="140" y="154"/>
                  </a:cubicBezTo>
                  <a:cubicBezTo>
                    <a:pt x="140" y="155"/>
                    <a:pt x="141" y="155"/>
                    <a:pt x="141" y="155"/>
                  </a:cubicBezTo>
                  <a:lnTo>
                    <a:pt x="138" y="1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38"/>
            <p:cNvSpPr/>
            <p:nvPr/>
          </p:nvSpPr>
          <p:spPr>
            <a:xfrm rot="-755217">
              <a:off x="9985232" y="3860389"/>
              <a:ext cx="111530" cy="113176"/>
            </a:xfrm>
            <a:custGeom>
              <a:rect b="b" l="l" r="r" t="t"/>
              <a:pathLst>
                <a:path extrusionOk="0" h="137" w="135">
                  <a:moveTo>
                    <a:pt x="26" y="46"/>
                  </a:moveTo>
                  <a:cubicBezTo>
                    <a:pt x="24" y="27"/>
                    <a:pt x="2" y="19"/>
                    <a:pt x="0" y="0"/>
                  </a:cubicBezTo>
                  <a:cubicBezTo>
                    <a:pt x="52" y="38"/>
                    <a:pt x="98" y="84"/>
                    <a:pt x="134" y="136"/>
                  </a:cubicBezTo>
                  <a:cubicBezTo>
                    <a:pt x="102" y="130"/>
                    <a:pt x="93" y="90"/>
                    <a:pt x="61" y="83"/>
                  </a:cubicBezTo>
                  <a:lnTo>
                    <a:pt x="2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38"/>
            <p:cNvSpPr/>
            <p:nvPr/>
          </p:nvSpPr>
          <p:spPr>
            <a:xfrm rot="-755217">
              <a:off x="9321025" y="3417676"/>
              <a:ext cx="87572" cy="154481"/>
            </a:xfrm>
            <a:custGeom>
              <a:rect b="b" l="l" r="r" t="t"/>
              <a:pathLst>
                <a:path extrusionOk="0" h="187" w="106">
                  <a:moveTo>
                    <a:pt x="102" y="186"/>
                  </a:moveTo>
                  <a:cubicBezTo>
                    <a:pt x="45" y="129"/>
                    <a:pt x="0" y="50"/>
                    <a:pt x="1" y="0"/>
                  </a:cubicBezTo>
                  <a:cubicBezTo>
                    <a:pt x="26" y="67"/>
                    <a:pt x="73" y="120"/>
                    <a:pt x="105" y="182"/>
                  </a:cubicBezTo>
                  <a:lnTo>
                    <a:pt x="102"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38"/>
            <p:cNvSpPr/>
            <p:nvPr/>
          </p:nvSpPr>
          <p:spPr>
            <a:xfrm rot="-755217">
              <a:off x="9104793" y="3037381"/>
              <a:ext cx="108225" cy="113176"/>
            </a:xfrm>
            <a:custGeom>
              <a:rect b="b" l="l" r="r" t="t"/>
              <a:pathLst>
                <a:path extrusionOk="0" h="137" w="131">
                  <a:moveTo>
                    <a:pt x="121" y="136"/>
                  </a:moveTo>
                  <a:lnTo>
                    <a:pt x="0" y="0"/>
                  </a:lnTo>
                  <a:cubicBezTo>
                    <a:pt x="18" y="7"/>
                    <a:pt x="77" y="61"/>
                    <a:pt x="130" y="127"/>
                  </a:cubicBezTo>
                  <a:lnTo>
                    <a:pt x="121" y="1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38"/>
            <p:cNvSpPr/>
            <p:nvPr/>
          </p:nvSpPr>
          <p:spPr>
            <a:xfrm rot="-755217">
              <a:off x="9002486" y="4047961"/>
              <a:ext cx="66918" cy="76828"/>
            </a:xfrm>
            <a:custGeom>
              <a:rect b="b" l="l" r="r" t="t"/>
              <a:pathLst>
                <a:path extrusionOk="0" h="93" w="81">
                  <a:moveTo>
                    <a:pt x="80" y="92"/>
                  </a:moveTo>
                  <a:cubicBezTo>
                    <a:pt x="27" y="78"/>
                    <a:pt x="35" y="23"/>
                    <a:pt x="0" y="8"/>
                  </a:cubicBezTo>
                  <a:cubicBezTo>
                    <a:pt x="4" y="1"/>
                    <a:pt x="7" y="0"/>
                    <a:pt x="11" y="2"/>
                  </a:cubicBezTo>
                  <a:cubicBezTo>
                    <a:pt x="33" y="17"/>
                    <a:pt x="52" y="37"/>
                    <a:pt x="65" y="61"/>
                  </a:cubicBezTo>
                  <a:cubicBezTo>
                    <a:pt x="71" y="71"/>
                    <a:pt x="76" y="81"/>
                    <a:pt x="8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38"/>
            <p:cNvSpPr/>
            <p:nvPr/>
          </p:nvSpPr>
          <p:spPr>
            <a:xfrm rot="-755217">
              <a:off x="8008504" y="2415194"/>
              <a:ext cx="84267" cy="153655"/>
            </a:xfrm>
            <a:custGeom>
              <a:rect b="b" l="l" r="r" t="t"/>
              <a:pathLst>
                <a:path extrusionOk="0" h="186" w="102">
                  <a:moveTo>
                    <a:pt x="100" y="185"/>
                  </a:moveTo>
                  <a:cubicBezTo>
                    <a:pt x="51" y="135"/>
                    <a:pt x="33" y="70"/>
                    <a:pt x="0" y="0"/>
                  </a:cubicBezTo>
                  <a:cubicBezTo>
                    <a:pt x="14" y="12"/>
                    <a:pt x="5" y="5"/>
                    <a:pt x="12" y="4"/>
                  </a:cubicBezTo>
                  <a:cubicBezTo>
                    <a:pt x="13" y="4"/>
                    <a:pt x="16" y="4"/>
                    <a:pt x="17" y="6"/>
                  </a:cubicBezTo>
                  <a:cubicBezTo>
                    <a:pt x="45" y="65"/>
                    <a:pt x="73" y="124"/>
                    <a:pt x="101" y="183"/>
                  </a:cubicBezTo>
                  <a:lnTo>
                    <a:pt x="100"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38"/>
            <p:cNvSpPr/>
            <p:nvPr/>
          </p:nvSpPr>
          <p:spPr>
            <a:xfrm rot="-755217">
              <a:off x="9072253" y="3525226"/>
              <a:ext cx="104921" cy="135481"/>
            </a:xfrm>
            <a:custGeom>
              <a:rect b="b" l="l" r="r" t="t"/>
              <a:pathLst>
                <a:path extrusionOk="0" h="164" w="127">
                  <a:moveTo>
                    <a:pt x="126" y="163"/>
                  </a:moveTo>
                  <a:cubicBezTo>
                    <a:pt x="84" y="128"/>
                    <a:pt x="48" y="86"/>
                    <a:pt x="20" y="39"/>
                  </a:cubicBezTo>
                  <a:cubicBezTo>
                    <a:pt x="13" y="26"/>
                    <a:pt x="6" y="13"/>
                    <a:pt x="0" y="0"/>
                  </a:cubicBezTo>
                  <a:cubicBezTo>
                    <a:pt x="39" y="57"/>
                    <a:pt x="93" y="102"/>
                    <a:pt x="126"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38"/>
            <p:cNvSpPr/>
            <p:nvPr/>
          </p:nvSpPr>
          <p:spPr>
            <a:xfrm rot="-755217">
              <a:off x="9104607" y="2998768"/>
              <a:ext cx="113182" cy="112350"/>
            </a:xfrm>
            <a:custGeom>
              <a:rect b="b" l="l" r="r" t="t"/>
              <a:pathLst>
                <a:path extrusionOk="0" h="136" w="137">
                  <a:moveTo>
                    <a:pt x="136" y="135"/>
                  </a:moveTo>
                  <a:cubicBezTo>
                    <a:pt x="86" y="95"/>
                    <a:pt x="40" y="50"/>
                    <a:pt x="0" y="0"/>
                  </a:cubicBezTo>
                  <a:cubicBezTo>
                    <a:pt x="32" y="12"/>
                    <a:pt x="49" y="41"/>
                    <a:pt x="72" y="63"/>
                  </a:cubicBezTo>
                  <a:cubicBezTo>
                    <a:pt x="95" y="85"/>
                    <a:pt x="114" y="111"/>
                    <a:pt x="13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38"/>
            <p:cNvSpPr/>
            <p:nvPr/>
          </p:nvSpPr>
          <p:spPr>
            <a:xfrm rot="-755217">
              <a:off x="9314544" y="3313038"/>
              <a:ext cx="95833" cy="137959"/>
            </a:xfrm>
            <a:custGeom>
              <a:rect b="b" l="l" r="r" t="t"/>
              <a:pathLst>
                <a:path extrusionOk="0" h="167" w="116">
                  <a:moveTo>
                    <a:pt x="114" y="166"/>
                  </a:moveTo>
                  <a:cubicBezTo>
                    <a:pt x="80" y="131"/>
                    <a:pt x="49" y="91"/>
                    <a:pt x="25" y="49"/>
                  </a:cubicBezTo>
                  <a:cubicBezTo>
                    <a:pt x="16" y="33"/>
                    <a:pt x="7" y="16"/>
                    <a:pt x="0" y="0"/>
                  </a:cubicBezTo>
                  <a:cubicBezTo>
                    <a:pt x="41" y="52"/>
                    <a:pt x="88" y="101"/>
                    <a:pt x="115" y="165"/>
                  </a:cubicBezTo>
                  <a:lnTo>
                    <a:pt x="114"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38"/>
            <p:cNvSpPr/>
            <p:nvPr/>
          </p:nvSpPr>
          <p:spPr>
            <a:xfrm rot="-755217">
              <a:off x="8685041" y="3220533"/>
              <a:ext cx="110704" cy="111524"/>
            </a:xfrm>
            <a:custGeom>
              <a:rect b="b" l="l" r="r" t="t"/>
              <a:pathLst>
                <a:path extrusionOk="0" h="135" w="134">
                  <a:moveTo>
                    <a:pt x="133" y="134"/>
                  </a:moveTo>
                  <a:lnTo>
                    <a:pt x="132" y="134"/>
                  </a:lnTo>
                  <a:cubicBezTo>
                    <a:pt x="79" y="103"/>
                    <a:pt x="34" y="58"/>
                    <a:pt x="3" y="5"/>
                  </a:cubicBezTo>
                  <a:cubicBezTo>
                    <a:pt x="2" y="3"/>
                    <a:pt x="1" y="2"/>
                    <a:pt x="0" y="0"/>
                  </a:cubicBezTo>
                  <a:lnTo>
                    <a:pt x="133" y="1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38"/>
            <p:cNvSpPr/>
            <p:nvPr/>
          </p:nvSpPr>
          <p:spPr>
            <a:xfrm rot="-755217">
              <a:off x="10314572" y="3141315"/>
              <a:ext cx="58656" cy="139612"/>
            </a:xfrm>
            <a:custGeom>
              <a:rect b="b" l="l" r="r" t="t"/>
              <a:pathLst>
                <a:path extrusionOk="0" h="169" w="71">
                  <a:moveTo>
                    <a:pt x="0" y="168"/>
                  </a:moveTo>
                  <a:lnTo>
                    <a:pt x="10" y="111"/>
                  </a:lnTo>
                  <a:cubicBezTo>
                    <a:pt x="28" y="91"/>
                    <a:pt x="25" y="62"/>
                    <a:pt x="42" y="42"/>
                  </a:cubicBezTo>
                  <a:lnTo>
                    <a:pt x="70" y="0"/>
                  </a:lnTo>
                  <a:cubicBezTo>
                    <a:pt x="57" y="53"/>
                    <a:pt x="37" y="105"/>
                    <a:pt x="9" y="152"/>
                  </a:cubicBezTo>
                  <a:cubicBezTo>
                    <a:pt x="6" y="157"/>
                    <a:pt x="3" y="163"/>
                    <a:pt x="0"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38"/>
            <p:cNvSpPr/>
            <p:nvPr/>
          </p:nvSpPr>
          <p:spPr>
            <a:xfrm rot="-755217">
              <a:off x="8888461" y="4418593"/>
              <a:ext cx="132184" cy="104089"/>
            </a:xfrm>
            <a:custGeom>
              <a:rect b="b" l="l" r="r" t="t"/>
              <a:pathLst>
                <a:path extrusionOk="0" h="126" w="160">
                  <a:moveTo>
                    <a:pt x="91" y="90"/>
                  </a:moveTo>
                  <a:cubicBezTo>
                    <a:pt x="63" y="58"/>
                    <a:pt x="21" y="41"/>
                    <a:pt x="0" y="0"/>
                  </a:cubicBezTo>
                  <a:lnTo>
                    <a:pt x="159" y="118"/>
                  </a:lnTo>
                  <a:cubicBezTo>
                    <a:pt x="133" y="125"/>
                    <a:pt x="121" y="99"/>
                    <a:pt x="101" y="102"/>
                  </a:cubicBezTo>
                  <a:lnTo>
                    <a:pt x="91"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38"/>
            <p:cNvSpPr/>
            <p:nvPr/>
          </p:nvSpPr>
          <p:spPr>
            <a:xfrm rot="-755217">
              <a:off x="10305651" y="3107505"/>
              <a:ext cx="52047" cy="128046"/>
            </a:xfrm>
            <a:custGeom>
              <a:rect b="b" l="l" r="r" t="t"/>
              <a:pathLst>
                <a:path extrusionOk="0" h="155" w="63">
                  <a:moveTo>
                    <a:pt x="42" y="85"/>
                  </a:moveTo>
                  <a:cubicBezTo>
                    <a:pt x="25" y="105"/>
                    <a:pt x="28" y="134"/>
                    <a:pt x="10" y="154"/>
                  </a:cubicBezTo>
                  <a:lnTo>
                    <a:pt x="0" y="152"/>
                  </a:lnTo>
                  <a:cubicBezTo>
                    <a:pt x="12" y="99"/>
                    <a:pt x="32" y="48"/>
                    <a:pt x="57" y="0"/>
                  </a:cubicBezTo>
                  <a:cubicBezTo>
                    <a:pt x="62" y="31"/>
                    <a:pt x="38" y="55"/>
                    <a:pt x="42"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38"/>
            <p:cNvSpPr/>
            <p:nvPr/>
          </p:nvSpPr>
          <p:spPr>
            <a:xfrm rot="-755217">
              <a:off x="9334148" y="3259876"/>
              <a:ext cx="108225" cy="137959"/>
            </a:xfrm>
            <a:custGeom>
              <a:rect b="b" l="l" r="r" t="t"/>
              <a:pathLst>
                <a:path extrusionOk="0" h="167" w="131">
                  <a:moveTo>
                    <a:pt x="0" y="1"/>
                  </a:moveTo>
                  <a:cubicBezTo>
                    <a:pt x="13" y="0"/>
                    <a:pt x="19" y="10"/>
                    <a:pt x="26" y="19"/>
                  </a:cubicBezTo>
                  <a:cubicBezTo>
                    <a:pt x="59" y="64"/>
                    <a:pt x="91" y="110"/>
                    <a:pt x="130" y="166"/>
                  </a:cubicBezTo>
                  <a:cubicBezTo>
                    <a:pt x="84" y="123"/>
                    <a:pt x="43" y="73"/>
                    <a:pt x="12" y="18"/>
                  </a:cubicBezTo>
                  <a:cubicBezTo>
                    <a:pt x="8" y="12"/>
                    <a:pt x="5"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38"/>
            <p:cNvSpPr/>
            <p:nvPr/>
          </p:nvSpPr>
          <p:spPr>
            <a:xfrm rot="-755217">
              <a:off x="8373974" y="3755727"/>
              <a:ext cx="65266" cy="58653"/>
            </a:xfrm>
            <a:custGeom>
              <a:rect b="b" l="l" r="r" t="t"/>
              <a:pathLst>
                <a:path extrusionOk="0" h="71" w="79">
                  <a:moveTo>
                    <a:pt x="55" y="70"/>
                  </a:moveTo>
                  <a:cubicBezTo>
                    <a:pt x="31" y="53"/>
                    <a:pt x="0" y="49"/>
                    <a:pt x="14" y="15"/>
                  </a:cubicBezTo>
                  <a:cubicBezTo>
                    <a:pt x="15" y="14"/>
                    <a:pt x="16" y="13"/>
                    <a:pt x="16" y="12"/>
                  </a:cubicBezTo>
                  <a:cubicBezTo>
                    <a:pt x="19" y="8"/>
                    <a:pt x="21" y="5"/>
                    <a:pt x="24" y="3"/>
                  </a:cubicBezTo>
                  <a:cubicBezTo>
                    <a:pt x="28" y="1"/>
                    <a:pt x="32" y="0"/>
                    <a:pt x="36" y="0"/>
                  </a:cubicBezTo>
                  <a:cubicBezTo>
                    <a:pt x="40" y="0"/>
                    <a:pt x="43" y="1"/>
                    <a:pt x="47" y="2"/>
                  </a:cubicBezTo>
                  <a:cubicBezTo>
                    <a:pt x="78" y="17"/>
                    <a:pt x="63" y="41"/>
                    <a:pt x="55"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38"/>
            <p:cNvSpPr/>
            <p:nvPr/>
          </p:nvSpPr>
          <p:spPr>
            <a:xfrm rot="-755217">
              <a:off x="8475480" y="3763988"/>
              <a:ext cx="74353" cy="40479"/>
            </a:xfrm>
            <a:custGeom>
              <a:rect b="b" l="l" r="r" t="t"/>
              <a:pathLst>
                <a:path extrusionOk="0" h="49" w="90">
                  <a:moveTo>
                    <a:pt x="49" y="41"/>
                  </a:moveTo>
                  <a:cubicBezTo>
                    <a:pt x="43" y="41"/>
                    <a:pt x="38" y="42"/>
                    <a:pt x="33" y="42"/>
                  </a:cubicBezTo>
                  <a:cubicBezTo>
                    <a:pt x="28" y="42"/>
                    <a:pt x="23" y="41"/>
                    <a:pt x="17" y="41"/>
                  </a:cubicBezTo>
                  <a:cubicBezTo>
                    <a:pt x="15" y="41"/>
                    <a:pt x="12" y="40"/>
                    <a:pt x="10" y="39"/>
                  </a:cubicBezTo>
                  <a:cubicBezTo>
                    <a:pt x="7" y="37"/>
                    <a:pt x="5" y="35"/>
                    <a:pt x="3" y="32"/>
                  </a:cubicBezTo>
                  <a:cubicBezTo>
                    <a:pt x="1" y="29"/>
                    <a:pt x="0" y="26"/>
                    <a:pt x="0" y="23"/>
                  </a:cubicBezTo>
                  <a:cubicBezTo>
                    <a:pt x="0" y="21"/>
                    <a:pt x="1" y="19"/>
                    <a:pt x="1" y="17"/>
                  </a:cubicBezTo>
                  <a:cubicBezTo>
                    <a:pt x="2" y="14"/>
                    <a:pt x="3" y="12"/>
                    <a:pt x="4" y="10"/>
                  </a:cubicBezTo>
                  <a:cubicBezTo>
                    <a:pt x="6" y="7"/>
                    <a:pt x="8" y="4"/>
                    <a:pt x="11" y="2"/>
                  </a:cubicBezTo>
                  <a:cubicBezTo>
                    <a:pt x="14" y="0"/>
                    <a:pt x="17" y="0"/>
                    <a:pt x="21" y="0"/>
                  </a:cubicBezTo>
                  <a:cubicBezTo>
                    <a:pt x="24" y="0"/>
                    <a:pt x="28" y="1"/>
                    <a:pt x="30" y="2"/>
                  </a:cubicBezTo>
                  <a:cubicBezTo>
                    <a:pt x="31" y="3"/>
                    <a:pt x="31" y="3"/>
                    <a:pt x="31" y="3"/>
                  </a:cubicBezTo>
                  <a:cubicBezTo>
                    <a:pt x="43" y="8"/>
                    <a:pt x="47" y="29"/>
                    <a:pt x="67" y="17"/>
                  </a:cubicBezTo>
                  <a:cubicBezTo>
                    <a:pt x="79" y="11"/>
                    <a:pt x="89" y="17"/>
                    <a:pt x="89" y="31"/>
                  </a:cubicBezTo>
                  <a:cubicBezTo>
                    <a:pt x="88" y="45"/>
                    <a:pt x="77" y="48"/>
                    <a:pt x="65" y="46"/>
                  </a:cubicBezTo>
                  <a:cubicBezTo>
                    <a:pt x="60" y="45"/>
                    <a:pt x="54" y="43"/>
                    <a:pt x="49"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38"/>
            <p:cNvSpPr/>
            <p:nvPr/>
          </p:nvSpPr>
          <p:spPr>
            <a:xfrm rot="-755217">
              <a:off x="8449427" y="2367315"/>
              <a:ext cx="104095" cy="109872"/>
            </a:xfrm>
            <a:custGeom>
              <a:rect b="b" l="l" r="r" t="t"/>
              <a:pathLst>
                <a:path extrusionOk="0" h="133" w="126">
                  <a:moveTo>
                    <a:pt x="0" y="0"/>
                  </a:moveTo>
                  <a:lnTo>
                    <a:pt x="125" y="132"/>
                  </a:lnTo>
                  <a:cubicBezTo>
                    <a:pt x="123" y="132"/>
                    <a:pt x="122" y="131"/>
                    <a:pt x="120" y="130"/>
                  </a:cubicBezTo>
                  <a:cubicBezTo>
                    <a:pt x="74" y="104"/>
                    <a:pt x="37" y="66"/>
                    <a:pt x="10" y="20"/>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38"/>
            <p:cNvSpPr/>
            <p:nvPr/>
          </p:nvSpPr>
          <p:spPr>
            <a:xfrm rot="-755217">
              <a:off x="9251556" y="4321056"/>
              <a:ext cx="46264" cy="50392"/>
            </a:xfrm>
            <a:custGeom>
              <a:rect b="b" l="l" r="r" t="t"/>
              <a:pathLst>
                <a:path extrusionOk="0" h="61" w="56">
                  <a:moveTo>
                    <a:pt x="1" y="29"/>
                  </a:moveTo>
                  <a:cubicBezTo>
                    <a:pt x="0" y="28"/>
                    <a:pt x="0" y="28"/>
                    <a:pt x="0" y="27"/>
                  </a:cubicBezTo>
                  <a:cubicBezTo>
                    <a:pt x="0" y="22"/>
                    <a:pt x="2" y="18"/>
                    <a:pt x="4" y="13"/>
                  </a:cubicBezTo>
                  <a:cubicBezTo>
                    <a:pt x="6" y="8"/>
                    <a:pt x="10" y="6"/>
                    <a:pt x="14" y="3"/>
                  </a:cubicBezTo>
                  <a:cubicBezTo>
                    <a:pt x="18" y="0"/>
                    <a:pt x="23" y="0"/>
                    <a:pt x="28" y="0"/>
                  </a:cubicBezTo>
                  <a:cubicBezTo>
                    <a:pt x="32" y="0"/>
                    <a:pt x="37" y="0"/>
                    <a:pt x="41" y="3"/>
                  </a:cubicBezTo>
                  <a:cubicBezTo>
                    <a:pt x="45" y="6"/>
                    <a:pt x="49" y="9"/>
                    <a:pt x="51" y="13"/>
                  </a:cubicBezTo>
                  <a:cubicBezTo>
                    <a:pt x="53" y="17"/>
                    <a:pt x="55" y="21"/>
                    <a:pt x="55" y="25"/>
                  </a:cubicBezTo>
                  <a:cubicBezTo>
                    <a:pt x="55" y="27"/>
                    <a:pt x="55" y="28"/>
                    <a:pt x="55" y="30"/>
                  </a:cubicBezTo>
                  <a:cubicBezTo>
                    <a:pt x="55" y="35"/>
                    <a:pt x="54" y="39"/>
                    <a:pt x="51" y="44"/>
                  </a:cubicBezTo>
                  <a:cubicBezTo>
                    <a:pt x="48" y="49"/>
                    <a:pt x="45" y="52"/>
                    <a:pt x="41" y="55"/>
                  </a:cubicBezTo>
                  <a:cubicBezTo>
                    <a:pt x="37" y="57"/>
                    <a:pt x="32" y="58"/>
                    <a:pt x="27" y="58"/>
                  </a:cubicBezTo>
                  <a:cubicBezTo>
                    <a:pt x="10" y="60"/>
                    <a:pt x="1" y="48"/>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38"/>
            <p:cNvSpPr/>
            <p:nvPr/>
          </p:nvSpPr>
          <p:spPr>
            <a:xfrm rot="-755217">
              <a:off x="10393510" y="3482502"/>
              <a:ext cx="40481" cy="105741"/>
            </a:xfrm>
            <a:custGeom>
              <a:rect b="b" l="l" r="r" t="t"/>
              <a:pathLst>
                <a:path extrusionOk="0" h="128" w="49">
                  <a:moveTo>
                    <a:pt x="26" y="0"/>
                  </a:moveTo>
                  <a:cubicBezTo>
                    <a:pt x="26" y="14"/>
                    <a:pt x="27" y="30"/>
                    <a:pt x="48" y="17"/>
                  </a:cubicBezTo>
                  <a:cubicBezTo>
                    <a:pt x="44" y="54"/>
                    <a:pt x="25" y="85"/>
                    <a:pt x="9" y="127"/>
                  </a:cubicBezTo>
                  <a:cubicBezTo>
                    <a:pt x="1" y="78"/>
                    <a:pt x="0" y="37"/>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38"/>
            <p:cNvSpPr/>
            <p:nvPr/>
          </p:nvSpPr>
          <p:spPr>
            <a:xfrm rot="-755217">
              <a:off x="8859452" y="3482703"/>
              <a:ext cx="85093" cy="136307"/>
            </a:xfrm>
            <a:custGeom>
              <a:rect b="b" l="l" r="r" t="t"/>
              <a:pathLst>
                <a:path extrusionOk="0" h="165" w="103">
                  <a:moveTo>
                    <a:pt x="101" y="164"/>
                  </a:moveTo>
                  <a:cubicBezTo>
                    <a:pt x="54" y="120"/>
                    <a:pt x="29" y="62"/>
                    <a:pt x="0" y="7"/>
                  </a:cubicBezTo>
                  <a:lnTo>
                    <a:pt x="11" y="0"/>
                  </a:lnTo>
                  <a:lnTo>
                    <a:pt x="102" y="163"/>
                  </a:lnTo>
                  <a:lnTo>
                    <a:pt x="101"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38"/>
            <p:cNvSpPr/>
            <p:nvPr/>
          </p:nvSpPr>
          <p:spPr>
            <a:xfrm rot="-755217">
              <a:off x="8163592" y="2290587"/>
              <a:ext cx="104095" cy="106567"/>
            </a:xfrm>
            <a:custGeom>
              <a:rect b="b" l="l" r="r" t="t"/>
              <a:pathLst>
                <a:path extrusionOk="0" h="129" w="126">
                  <a:moveTo>
                    <a:pt x="0" y="1"/>
                  </a:moveTo>
                  <a:cubicBezTo>
                    <a:pt x="51" y="32"/>
                    <a:pt x="94" y="76"/>
                    <a:pt x="125" y="128"/>
                  </a:cubicBezTo>
                  <a:cubicBezTo>
                    <a:pt x="88" y="81"/>
                    <a:pt x="33" y="5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38"/>
            <p:cNvSpPr/>
            <p:nvPr/>
          </p:nvSpPr>
          <p:spPr>
            <a:xfrm rot="-755217">
              <a:off x="8180170" y="2155148"/>
              <a:ext cx="99964" cy="94176"/>
            </a:xfrm>
            <a:custGeom>
              <a:rect b="b" l="l" r="r" t="t"/>
              <a:pathLst>
                <a:path extrusionOk="0" h="114" w="121">
                  <a:moveTo>
                    <a:pt x="0" y="0"/>
                  </a:moveTo>
                  <a:cubicBezTo>
                    <a:pt x="52" y="26"/>
                    <a:pt x="85" y="69"/>
                    <a:pt x="120" y="1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38"/>
            <p:cNvSpPr/>
            <p:nvPr/>
          </p:nvSpPr>
          <p:spPr>
            <a:xfrm rot="-755217">
              <a:off x="9401713" y="2997334"/>
              <a:ext cx="85919" cy="118133"/>
            </a:xfrm>
            <a:custGeom>
              <a:rect b="b" l="l" r="r" t="t"/>
              <a:pathLst>
                <a:path extrusionOk="0" h="143" w="104">
                  <a:moveTo>
                    <a:pt x="103" y="141"/>
                  </a:moveTo>
                  <a:cubicBezTo>
                    <a:pt x="56" y="103"/>
                    <a:pt x="34" y="47"/>
                    <a:pt x="0" y="0"/>
                  </a:cubicBezTo>
                  <a:cubicBezTo>
                    <a:pt x="40" y="43"/>
                    <a:pt x="81" y="85"/>
                    <a:pt x="102" y="142"/>
                  </a:cubicBezTo>
                  <a:lnTo>
                    <a:pt x="103" y="1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38"/>
            <p:cNvSpPr/>
            <p:nvPr/>
          </p:nvSpPr>
          <p:spPr>
            <a:xfrm rot="-755217">
              <a:off x="9239285" y="2608189"/>
              <a:ext cx="80962" cy="101611"/>
            </a:xfrm>
            <a:custGeom>
              <a:rect b="b" l="l" r="r" t="t"/>
              <a:pathLst>
                <a:path extrusionOk="0" h="123" w="98">
                  <a:moveTo>
                    <a:pt x="0" y="0"/>
                  </a:moveTo>
                  <a:cubicBezTo>
                    <a:pt x="35" y="29"/>
                    <a:pt x="64" y="65"/>
                    <a:pt x="87" y="104"/>
                  </a:cubicBezTo>
                  <a:cubicBezTo>
                    <a:pt x="91" y="110"/>
                    <a:pt x="94" y="116"/>
                    <a:pt x="97" y="122"/>
                  </a:cubicBezTo>
                  <a:cubicBezTo>
                    <a:pt x="59" y="87"/>
                    <a:pt x="27" y="47"/>
                    <a:pt x="1" y="3"/>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38"/>
            <p:cNvSpPr/>
            <p:nvPr/>
          </p:nvSpPr>
          <p:spPr>
            <a:xfrm rot="-755217">
              <a:off x="8025529" y="3147769"/>
              <a:ext cx="53700" cy="148699"/>
            </a:xfrm>
            <a:custGeom>
              <a:rect b="b" l="l" r="r" t="t"/>
              <a:pathLst>
                <a:path extrusionOk="0" h="180" w="65">
                  <a:moveTo>
                    <a:pt x="64" y="178"/>
                  </a:moveTo>
                  <a:cubicBezTo>
                    <a:pt x="24" y="125"/>
                    <a:pt x="11" y="63"/>
                    <a:pt x="0" y="0"/>
                  </a:cubicBezTo>
                  <a:cubicBezTo>
                    <a:pt x="20" y="60"/>
                    <a:pt x="53" y="115"/>
                    <a:pt x="63" y="179"/>
                  </a:cubicBezTo>
                  <a:lnTo>
                    <a:pt x="64" y="1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38"/>
            <p:cNvSpPr/>
            <p:nvPr/>
          </p:nvSpPr>
          <p:spPr>
            <a:xfrm rot="-755217">
              <a:off x="8546283" y="4238408"/>
              <a:ext cx="67744" cy="60306"/>
            </a:xfrm>
            <a:custGeom>
              <a:rect b="b" l="l" r="r" t="t"/>
              <a:pathLst>
                <a:path extrusionOk="0" h="73" w="82">
                  <a:moveTo>
                    <a:pt x="81" y="72"/>
                  </a:moveTo>
                  <a:cubicBezTo>
                    <a:pt x="61" y="69"/>
                    <a:pt x="41" y="62"/>
                    <a:pt x="24" y="52"/>
                  </a:cubicBezTo>
                  <a:cubicBezTo>
                    <a:pt x="21" y="50"/>
                    <a:pt x="18" y="48"/>
                    <a:pt x="15" y="46"/>
                  </a:cubicBezTo>
                  <a:cubicBezTo>
                    <a:pt x="14" y="46"/>
                    <a:pt x="13" y="45"/>
                    <a:pt x="13" y="45"/>
                  </a:cubicBezTo>
                  <a:cubicBezTo>
                    <a:pt x="9" y="43"/>
                    <a:pt x="5" y="39"/>
                    <a:pt x="3" y="35"/>
                  </a:cubicBezTo>
                  <a:cubicBezTo>
                    <a:pt x="1" y="31"/>
                    <a:pt x="0" y="27"/>
                    <a:pt x="0" y="22"/>
                  </a:cubicBezTo>
                  <a:cubicBezTo>
                    <a:pt x="0" y="21"/>
                    <a:pt x="0" y="20"/>
                    <a:pt x="0" y="20"/>
                  </a:cubicBezTo>
                  <a:cubicBezTo>
                    <a:pt x="0" y="19"/>
                    <a:pt x="0" y="19"/>
                    <a:pt x="0" y="19"/>
                  </a:cubicBezTo>
                  <a:cubicBezTo>
                    <a:pt x="0" y="16"/>
                    <a:pt x="0" y="13"/>
                    <a:pt x="2" y="10"/>
                  </a:cubicBezTo>
                  <a:cubicBezTo>
                    <a:pt x="4" y="7"/>
                    <a:pt x="6" y="5"/>
                    <a:pt x="9" y="3"/>
                  </a:cubicBezTo>
                  <a:cubicBezTo>
                    <a:pt x="9" y="3"/>
                    <a:pt x="10" y="3"/>
                    <a:pt x="11" y="3"/>
                  </a:cubicBezTo>
                  <a:cubicBezTo>
                    <a:pt x="16" y="0"/>
                    <a:pt x="23" y="1"/>
                    <a:pt x="25" y="6"/>
                  </a:cubicBezTo>
                  <a:cubicBezTo>
                    <a:pt x="35" y="30"/>
                    <a:pt x="67" y="38"/>
                    <a:pt x="81"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38"/>
            <p:cNvSpPr/>
            <p:nvPr/>
          </p:nvSpPr>
          <p:spPr>
            <a:xfrm rot="-755217">
              <a:off x="10067602" y="3860708"/>
              <a:ext cx="79310" cy="103263"/>
            </a:xfrm>
            <a:custGeom>
              <a:rect b="b" l="l" r="r" t="t"/>
              <a:pathLst>
                <a:path extrusionOk="0" h="125" w="96">
                  <a:moveTo>
                    <a:pt x="95" y="124"/>
                  </a:moveTo>
                  <a:lnTo>
                    <a:pt x="0" y="0"/>
                  </a:lnTo>
                  <a:cubicBezTo>
                    <a:pt x="30" y="6"/>
                    <a:pt x="57" y="36"/>
                    <a:pt x="9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38"/>
            <p:cNvSpPr/>
            <p:nvPr/>
          </p:nvSpPr>
          <p:spPr>
            <a:xfrm rot="-755217">
              <a:off x="8332280" y="3632254"/>
              <a:ext cx="50395" cy="70219"/>
            </a:xfrm>
            <a:custGeom>
              <a:rect b="b" l="l" r="r" t="t"/>
              <a:pathLst>
                <a:path extrusionOk="0" h="85" w="61">
                  <a:moveTo>
                    <a:pt x="19" y="0"/>
                  </a:moveTo>
                  <a:cubicBezTo>
                    <a:pt x="23" y="0"/>
                    <a:pt x="27" y="1"/>
                    <a:pt x="31" y="3"/>
                  </a:cubicBezTo>
                  <a:cubicBezTo>
                    <a:pt x="35" y="6"/>
                    <a:pt x="38" y="9"/>
                    <a:pt x="41" y="13"/>
                  </a:cubicBezTo>
                  <a:lnTo>
                    <a:pt x="41" y="14"/>
                  </a:lnTo>
                  <a:cubicBezTo>
                    <a:pt x="48" y="30"/>
                    <a:pt x="54" y="47"/>
                    <a:pt x="59" y="64"/>
                  </a:cubicBezTo>
                  <a:cubicBezTo>
                    <a:pt x="59" y="65"/>
                    <a:pt x="60" y="67"/>
                    <a:pt x="60" y="68"/>
                  </a:cubicBezTo>
                  <a:cubicBezTo>
                    <a:pt x="60" y="71"/>
                    <a:pt x="60" y="74"/>
                    <a:pt x="58" y="76"/>
                  </a:cubicBezTo>
                  <a:cubicBezTo>
                    <a:pt x="57" y="78"/>
                    <a:pt x="55" y="80"/>
                    <a:pt x="52" y="82"/>
                  </a:cubicBezTo>
                  <a:cubicBezTo>
                    <a:pt x="50" y="84"/>
                    <a:pt x="47" y="84"/>
                    <a:pt x="44" y="84"/>
                  </a:cubicBezTo>
                  <a:cubicBezTo>
                    <a:pt x="41" y="84"/>
                    <a:pt x="39" y="84"/>
                    <a:pt x="36" y="82"/>
                  </a:cubicBezTo>
                  <a:cubicBezTo>
                    <a:pt x="34" y="80"/>
                    <a:pt x="32" y="78"/>
                    <a:pt x="31" y="76"/>
                  </a:cubicBezTo>
                  <a:cubicBezTo>
                    <a:pt x="30" y="74"/>
                    <a:pt x="29" y="73"/>
                    <a:pt x="29" y="71"/>
                  </a:cubicBezTo>
                  <a:cubicBezTo>
                    <a:pt x="29" y="68"/>
                    <a:pt x="29" y="65"/>
                    <a:pt x="29" y="62"/>
                  </a:cubicBezTo>
                  <a:cubicBezTo>
                    <a:pt x="29" y="52"/>
                    <a:pt x="27" y="43"/>
                    <a:pt x="22" y="35"/>
                  </a:cubicBezTo>
                  <a:cubicBezTo>
                    <a:pt x="18" y="28"/>
                    <a:pt x="13" y="23"/>
                    <a:pt x="8" y="18"/>
                  </a:cubicBezTo>
                  <a:cubicBezTo>
                    <a:pt x="0" y="11"/>
                    <a:pt x="9"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38"/>
            <p:cNvSpPr/>
            <p:nvPr/>
          </p:nvSpPr>
          <p:spPr>
            <a:xfrm rot="-755217">
              <a:off x="8765785" y="3032363"/>
              <a:ext cx="101616" cy="97480"/>
            </a:xfrm>
            <a:custGeom>
              <a:rect b="b" l="l" r="r" t="t"/>
              <a:pathLst>
                <a:path extrusionOk="0" h="118" w="123">
                  <a:moveTo>
                    <a:pt x="0" y="2"/>
                  </a:moveTo>
                  <a:cubicBezTo>
                    <a:pt x="45" y="32"/>
                    <a:pt x="74" y="81"/>
                    <a:pt x="122" y="117"/>
                  </a:cubicBezTo>
                  <a:cubicBezTo>
                    <a:pt x="115" y="113"/>
                    <a:pt x="107" y="109"/>
                    <a:pt x="100" y="105"/>
                  </a:cubicBezTo>
                  <a:cubicBezTo>
                    <a:pt x="62" y="83"/>
                    <a:pt x="30" y="51"/>
                    <a:pt x="8" y="13"/>
                  </a:cubicBezTo>
                  <a:cubicBezTo>
                    <a:pt x="6" y="9"/>
                    <a:pt x="3" y="5"/>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38"/>
            <p:cNvSpPr/>
            <p:nvPr/>
          </p:nvSpPr>
          <p:spPr>
            <a:xfrm rot="-755217">
              <a:off x="9928130" y="3417946"/>
              <a:ext cx="90876" cy="79306"/>
            </a:xfrm>
            <a:custGeom>
              <a:rect b="b" l="l" r="r" t="t"/>
              <a:pathLst>
                <a:path extrusionOk="0" h="96" w="110">
                  <a:moveTo>
                    <a:pt x="109" y="95"/>
                  </a:moveTo>
                  <a:cubicBezTo>
                    <a:pt x="68" y="70"/>
                    <a:pt x="31" y="38"/>
                    <a:pt x="0" y="0"/>
                  </a:cubicBezTo>
                  <a:cubicBezTo>
                    <a:pt x="2" y="1"/>
                    <a:pt x="3" y="2"/>
                    <a:pt x="5" y="3"/>
                  </a:cubicBezTo>
                  <a:cubicBezTo>
                    <a:pt x="45" y="27"/>
                    <a:pt x="81" y="58"/>
                    <a:pt x="109"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38"/>
            <p:cNvSpPr/>
            <p:nvPr/>
          </p:nvSpPr>
          <p:spPr>
            <a:xfrm rot="-755217">
              <a:off x="9379226" y="4286791"/>
              <a:ext cx="38003" cy="57827"/>
            </a:xfrm>
            <a:custGeom>
              <a:rect b="b" l="l" r="r" t="t"/>
              <a:pathLst>
                <a:path extrusionOk="0" h="70" w="46">
                  <a:moveTo>
                    <a:pt x="29" y="69"/>
                  </a:moveTo>
                  <a:cubicBezTo>
                    <a:pt x="25" y="68"/>
                    <a:pt x="22" y="67"/>
                    <a:pt x="19" y="65"/>
                  </a:cubicBezTo>
                  <a:cubicBezTo>
                    <a:pt x="13" y="62"/>
                    <a:pt x="8" y="57"/>
                    <a:pt x="5" y="51"/>
                  </a:cubicBezTo>
                  <a:cubicBezTo>
                    <a:pt x="2" y="45"/>
                    <a:pt x="0" y="39"/>
                    <a:pt x="0" y="32"/>
                  </a:cubicBezTo>
                  <a:cubicBezTo>
                    <a:pt x="0" y="25"/>
                    <a:pt x="2" y="19"/>
                    <a:pt x="5" y="13"/>
                  </a:cubicBezTo>
                  <a:cubicBezTo>
                    <a:pt x="6" y="12"/>
                    <a:pt x="6" y="11"/>
                    <a:pt x="7" y="10"/>
                  </a:cubicBezTo>
                  <a:cubicBezTo>
                    <a:pt x="8" y="7"/>
                    <a:pt x="10" y="5"/>
                    <a:pt x="13" y="3"/>
                  </a:cubicBezTo>
                  <a:cubicBezTo>
                    <a:pt x="16" y="1"/>
                    <a:pt x="19" y="0"/>
                    <a:pt x="23" y="0"/>
                  </a:cubicBezTo>
                  <a:cubicBezTo>
                    <a:pt x="24" y="0"/>
                    <a:pt x="26" y="1"/>
                    <a:pt x="27" y="1"/>
                  </a:cubicBezTo>
                  <a:cubicBezTo>
                    <a:pt x="37" y="4"/>
                    <a:pt x="45" y="11"/>
                    <a:pt x="43" y="21"/>
                  </a:cubicBezTo>
                  <a:cubicBezTo>
                    <a:pt x="42" y="38"/>
                    <a:pt x="37" y="54"/>
                    <a:pt x="29"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38"/>
            <p:cNvSpPr/>
            <p:nvPr/>
          </p:nvSpPr>
          <p:spPr>
            <a:xfrm rot="-755217">
              <a:off x="9723242" y="3429360"/>
              <a:ext cx="88398" cy="86741"/>
            </a:xfrm>
            <a:custGeom>
              <a:rect b="b" l="l" r="r" t="t"/>
              <a:pathLst>
                <a:path extrusionOk="0" h="105" w="107">
                  <a:moveTo>
                    <a:pt x="106" y="104"/>
                  </a:moveTo>
                  <a:lnTo>
                    <a:pt x="0" y="0"/>
                  </a:lnTo>
                  <a:cubicBezTo>
                    <a:pt x="31" y="11"/>
                    <a:pt x="73" y="52"/>
                    <a:pt x="106"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38"/>
            <p:cNvSpPr/>
            <p:nvPr/>
          </p:nvSpPr>
          <p:spPr>
            <a:xfrm rot="-755217">
              <a:off x="9391668" y="3923092"/>
              <a:ext cx="28089" cy="147046"/>
            </a:xfrm>
            <a:custGeom>
              <a:rect b="b" l="l" r="r" t="t"/>
              <a:pathLst>
                <a:path extrusionOk="0" h="178" w="34">
                  <a:moveTo>
                    <a:pt x="3" y="177"/>
                  </a:moveTo>
                  <a:cubicBezTo>
                    <a:pt x="1" y="164"/>
                    <a:pt x="0" y="151"/>
                    <a:pt x="0" y="137"/>
                  </a:cubicBezTo>
                  <a:cubicBezTo>
                    <a:pt x="0" y="119"/>
                    <a:pt x="2" y="102"/>
                    <a:pt x="5" y="84"/>
                  </a:cubicBezTo>
                  <a:cubicBezTo>
                    <a:pt x="9" y="58"/>
                    <a:pt x="5" y="28"/>
                    <a:pt x="10" y="0"/>
                  </a:cubicBezTo>
                  <a:cubicBezTo>
                    <a:pt x="33" y="61"/>
                    <a:pt x="3" y="119"/>
                    <a:pt x="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38"/>
            <p:cNvSpPr/>
            <p:nvPr/>
          </p:nvSpPr>
          <p:spPr>
            <a:xfrm rot="-755217">
              <a:off x="7680235" y="2028728"/>
              <a:ext cx="111530" cy="45436"/>
            </a:xfrm>
            <a:custGeom>
              <a:rect b="b" l="l" r="r" t="t"/>
              <a:pathLst>
                <a:path extrusionOk="0" h="55" w="135">
                  <a:moveTo>
                    <a:pt x="5" y="0"/>
                  </a:moveTo>
                  <a:lnTo>
                    <a:pt x="134" y="54"/>
                  </a:lnTo>
                  <a:cubicBezTo>
                    <a:pt x="91" y="53"/>
                    <a:pt x="50" y="40"/>
                    <a:pt x="13" y="20"/>
                  </a:cubicBezTo>
                  <a:cubicBezTo>
                    <a:pt x="8" y="17"/>
                    <a:pt x="4" y="15"/>
                    <a:pt x="0" y="12"/>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38"/>
            <p:cNvSpPr/>
            <p:nvPr/>
          </p:nvSpPr>
          <p:spPr>
            <a:xfrm rot="-755217">
              <a:off x="9313402" y="3488529"/>
              <a:ext cx="76832" cy="104915"/>
            </a:xfrm>
            <a:custGeom>
              <a:rect b="b" l="l" r="r" t="t"/>
              <a:pathLst>
                <a:path extrusionOk="0" h="127" w="93">
                  <a:moveTo>
                    <a:pt x="92" y="125"/>
                  </a:moveTo>
                  <a:cubicBezTo>
                    <a:pt x="48" y="96"/>
                    <a:pt x="27" y="50"/>
                    <a:pt x="0" y="0"/>
                  </a:cubicBezTo>
                  <a:cubicBezTo>
                    <a:pt x="29" y="26"/>
                    <a:pt x="54" y="57"/>
                    <a:pt x="73" y="91"/>
                  </a:cubicBezTo>
                  <a:cubicBezTo>
                    <a:pt x="80" y="102"/>
                    <a:pt x="86" y="114"/>
                    <a:pt x="91" y="126"/>
                  </a:cubicBezTo>
                  <a:lnTo>
                    <a:pt x="92" y="1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38"/>
            <p:cNvSpPr/>
            <p:nvPr/>
          </p:nvSpPr>
          <p:spPr>
            <a:xfrm rot="-755217">
              <a:off x="8040737" y="2351279"/>
              <a:ext cx="79310" cy="108220"/>
            </a:xfrm>
            <a:custGeom>
              <a:rect b="b" l="l" r="r" t="t"/>
              <a:pathLst>
                <a:path extrusionOk="0" h="131" w="96">
                  <a:moveTo>
                    <a:pt x="95" y="129"/>
                  </a:moveTo>
                  <a:cubicBezTo>
                    <a:pt x="51" y="99"/>
                    <a:pt x="31" y="53"/>
                    <a:pt x="0" y="0"/>
                  </a:cubicBezTo>
                  <a:cubicBezTo>
                    <a:pt x="30" y="29"/>
                    <a:pt x="56" y="62"/>
                    <a:pt x="77" y="98"/>
                  </a:cubicBezTo>
                  <a:cubicBezTo>
                    <a:pt x="83" y="108"/>
                    <a:pt x="89" y="119"/>
                    <a:pt x="94" y="130"/>
                  </a:cubicBezTo>
                  <a:lnTo>
                    <a:pt x="95"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38"/>
            <p:cNvSpPr/>
            <p:nvPr/>
          </p:nvSpPr>
          <p:spPr>
            <a:xfrm rot="-755217">
              <a:off x="10050473" y="3481829"/>
              <a:ext cx="94181" cy="91697"/>
            </a:xfrm>
            <a:custGeom>
              <a:rect b="b" l="l" r="r" t="t"/>
              <a:pathLst>
                <a:path extrusionOk="0" h="111" w="114">
                  <a:moveTo>
                    <a:pt x="113" y="110"/>
                  </a:moveTo>
                  <a:lnTo>
                    <a:pt x="0" y="0"/>
                  </a:lnTo>
                  <a:cubicBezTo>
                    <a:pt x="44" y="29"/>
                    <a:pt x="82" y="67"/>
                    <a:pt x="113"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38"/>
            <p:cNvSpPr/>
            <p:nvPr/>
          </p:nvSpPr>
          <p:spPr>
            <a:xfrm rot="-755217">
              <a:off x="8795205" y="4192326"/>
              <a:ext cx="41307" cy="42131"/>
            </a:xfrm>
            <a:custGeom>
              <a:rect b="b" l="l" r="r" t="t"/>
              <a:pathLst>
                <a:path extrusionOk="0" h="51" w="50">
                  <a:moveTo>
                    <a:pt x="21" y="49"/>
                  </a:moveTo>
                  <a:cubicBezTo>
                    <a:pt x="18" y="49"/>
                    <a:pt x="15" y="48"/>
                    <a:pt x="12" y="46"/>
                  </a:cubicBezTo>
                  <a:cubicBezTo>
                    <a:pt x="8" y="44"/>
                    <a:pt x="5" y="41"/>
                    <a:pt x="3" y="37"/>
                  </a:cubicBezTo>
                  <a:cubicBezTo>
                    <a:pt x="1" y="33"/>
                    <a:pt x="0" y="29"/>
                    <a:pt x="0" y="25"/>
                  </a:cubicBezTo>
                  <a:cubicBezTo>
                    <a:pt x="0" y="20"/>
                    <a:pt x="1" y="16"/>
                    <a:pt x="3" y="12"/>
                  </a:cubicBezTo>
                  <a:cubicBezTo>
                    <a:pt x="5" y="8"/>
                    <a:pt x="8" y="5"/>
                    <a:pt x="12" y="3"/>
                  </a:cubicBezTo>
                  <a:cubicBezTo>
                    <a:pt x="16" y="1"/>
                    <a:pt x="20" y="0"/>
                    <a:pt x="24" y="0"/>
                  </a:cubicBezTo>
                  <a:cubicBezTo>
                    <a:pt x="25" y="0"/>
                    <a:pt x="26" y="0"/>
                    <a:pt x="26" y="0"/>
                  </a:cubicBezTo>
                  <a:cubicBezTo>
                    <a:pt x="30" y="0"/>
                    <a:pt x="34" y="1"/>
                    <a:pt x="37" y="3"/>
                  </a:cubicBezTo>
                  <a:cubicBezTo>
                    <a:pt x="41" y="5"/>
                    <a:pt x="44" y="8"/>
                    <a:pt x="46" y="11"/>
                  </a:cubicBezTo>
                  <a:cubicBezTo>
                    <a:pt x="48" y="14"/>
                    <a:pt x="49" y="18"/>
                    <a:pt x="49" y="22"/>
                  </a:cubicBezTo>
                  <a:cubicBezTo>
                    <a:pt x="49" y="24"/>
                    <a:pt x="48" y="25"/>
                    <a:pt x="48" y="26"/>
                  </a:cubicBezTo>
                  <a:cubicBezTo>
                    <a:pt x="48" y="30"/>
                    <a:pt x="47" y="34"/>
                    <a:pt x="45" y="37"/>
                  </a:cubicBezTo>
                  <a:cubicBezTo>
                    <a:pt x="43" y="41"/>
                    <a:pt x="40" y="44"/>
                    <a:pt x="36" y="46"/>
                  </a:cubicBezTo>
                  <a:cubicBezTo>
                    <a:pt x="32" y="48"/>
                    <a:pt x="28" y="50"/>
                    <a:pt x="24" y="50"/>
                  </a:cubicBezTo>
                  <a:cubicBezTo>
                    <a:pt x="23" y="50"/>
                    <a:pt x="22" y="50"/>
                    <a:pt x="2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38"/>
            <p:cNvSpPr/>
            <p:nvPr/>
          </p:nvSpPr>
          <p:spPr>
            <a:xfrm rot="-755217">
              <a:off x="9021644" y="3842851"/>
              <a:ext cx="50395" cy="46262"/>
            </a:xfrm>
            <a:custGeom>
              <a:rect b="b" l="l" r="r" t="t"/>
              <a:pathLst>
                <a:path extrusionOk="0" h="56" w="61">
                  <a:moveTo>
                    <a:pt x="15" y="0"/>
                  </a:moveTo>
                  <a:cubicBezTo>
                    <a:pt x="17" y="1"/>
                    <a:pt x="20" y="3"/>
                    <a:pt x="23" y="4"/>
                  </a:cubicBezTo>
                  <a:cubicBezTo>
                    <a:pt x="37" y="12"/>
                    <a:pt x="49" y="24"/>
                    <a:pt x="56" y="37"/>
                  </a:cubicBezTo>
                  <a:cubicBezTo>
                    <a:pt x="58" y="40"/>
                    <a:pt x="59" y="42"/>
                    <a:pt x="60" y="45"/>
                  </a:cubicBezTo>
                  <a:cubicBezTo>
                    <a:pt x="60" y="48"/>
                    <a:pt x="58" y="53"/>
                    <a:pt x="56" y="54"/>
                  </a:cubicBezTo>
                  <a:cubicBezTo>
                    <a:pt x="52" y="55"/>
                    <a:pt x="48" y="55"/>
                    <a:pt x="44" y="55"/>
                  </a:cubicBezTo>
                  <a:cubicBezTo>
                    <a:pt x="36" y="55"/>
                    <a:pt x="27" y="53"/>
                    <a:pt x="20" y="49"/>
                  </a:cubicBezTo>
                  <a:cubicBezTo>
                    <a:pt x="17" y="47"/>
                    <a:pt x="14" y="45"/>
                    <a:pt x="12" y="43"/>
                  </a:cubicBezTo>
                  <a:cubicBezTo>
                    <a:pt x="8" y="41"/>
                    <a:pt x="5" y="38"/>
                    <a:pt x="3" y="34"/>
                  </a:cubicBezTo>
                  <a:cubicBezTo>
                    <a:pt x="1" y="30"/>
                    <a:pt x="0" y="27"/>
                    <a:pt x="0" y="23"/>
                  </a:cubicBezTo>
                  <a:cubicBezTo>
                    <a:pt x="0" y="19"/>
                    <a:pt x="1" y="15"/>
                    <a:pt x="3" y="11"/>
                  </a:cubicBezTo>
                  <a:cubicBezTo>
                    <a:pt x="3" y="11"/>
                    <a:pt x="4" y="11"/>
                    <a:pt x="4" y="10"/>
                  </a:cubicBezTo>
                  <a:cubicBezTo>
                    <a:pt x="6" y="5"/>
                    <a:pt x="12" y="2"/>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38"/>
            <p:cNvSpPr/>
            <p:nvPr/>
          </p:nvSpPr>
          <p:spPr>
            <a:xfrm rot="-755217">
              <a:off x="9413330" y="2835733"/>
              <a:ext cx="81789" cy="90871"/>
            </a:xfrm>
            <a:custGeom>
              <a:rect b="b" l="l" r="r" t="t"/>
              <a:pathLst>
                <a:path extrusionOk="0" h="110" w="99">
                  <a:moveTo>
                    <a:pt x="97" y="109"/>
                  </a:moveTo>
                  <a:cubicBezTo>
                    <a:pt x="56" y="81"/>
                    <a:pt x="38" y="32"/>
                    <a:pt x="0" y="0"/>
                  </a:cubicBezTo>
                  <a:cubicBezTo>
                    <a:pt x="36" y="11"/>
                    <a:pt x="71" y="50"/>
                    <a:pt x="98" y="108"/>
                  </a:cubicBezTo>
                  <a:lnTo>
                    <a:pt x="97" y="10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38"/>
            <p:cNvSpPr/>
            <p:nvPr/>
          </p:nvSpPr>
          <p:spPr>
            <a:xfrm rot="-755217">
              <a:off x="8213859" y="2210457"/>
              <a:ext cx="81789" cy="82610"/>
            </a:xfrm>
            <a:custGeom>
              <a:rect b="b" l="l" r="r" t="t"/>
              <a:pathLst>
                <a:path extrusionOk="0" h="100" w="99">
                  <a:moveTo>
                    <a:pt x="0" y="0"/>
                  </a:moveTo>
                  <a:cubicBezTo>
                    <a:pt x="40" y="26"/>
                    <a:pt x="73" y="59"/>
                    <a:pt x="98" y="99"/>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38"/>
            <p:cNvSpPr/>
            <p:nvPr/>
          </p:nvSpPr>
          <p:spPr>
            <a:xfrm rot="-755217">
              <a:off x="7678424" y="1945679"/>
              <a:ext cx="97485" cy="14870"/>
            </a:xfrm>
            <a:custGeom>
              <a:rect b="b" l="l" r="r" t="t"/>
              <a:pathLst>
                <a:path extrusionOk="0" h="18" w="118">
                  <a:moveTo>
                    <a:pt x="0" y="15"/>
                  </a:moveTo>
                  <a:cubicBezTo>
                    <a:pt x="18" y="5"/>
                    <a:pt x="38" y="0"/>
                    <a:pt x="59" y="0"/>
                  </a:cubicBezTo>
                  <a:cubicBezTo>
                    <a:pt x="79" y="0"/>
                    <a:pt x="99" y="5"/>
                    <a:pt x="117" y="15"/>
                  </a:cubicBezTo>
                  <a:cubicBezTo>
                    <a:pt x="77" y="13"/>
                    <a:pt x="39" y="17"/>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38"/>
            <p:cNvSpPr/>
            <p:nvPr/>
          </p:nvSpPr>
          <p:spPr>
            <a:xfrm rot="-755217">
              <a:off x="8981187" y="4197764"/>
              <a:ext cx="52873" cy="42957"/>
            </a:xfrm>
            <a:custGeom>
              <a:rect b="b" l="l" r="r" t="t"/>
              <a:pathLst>
                <a:path extrusionOk="0" h="52" w="64">
                  <a:moveTo>
                    <a:pt x="20" y="51"/>
                  </a:moveTo>
                  <a:cubicBezTo>
                    <a:pt x="16" y="51"/>
                    <a:pt x="6" y="51"/>
                    <a:pt x="3" y="40"/>
                  </a:cubicBezTo>
                  <a:cubicBezTo>
                    <a:pt x="0" y="29"/>
                    <a:pt x="9" y="24"/>
                    <a:pt x="17" y="20"/>
                  </a:cubicBezTo>
                  <a:cubicBezTo>
                    <a:pt x="30" y="15"/>
                    <a:pt x="41" y="0"/>
                    <a:pt x="57" y="13"/>
                  </a:cubicBezTo>
                  <a:cubicBezTo>
                    <a:pt x="59" y="14"/>
                    <a:pt x="59" y="16"/>
                    <a:pt x="61" y="18"/>
                  </a:cubicBezTo>
                  <a:cubicBezTo>
                    <a:pt x="62" y="20"/>
                    <a:pt x="63" y="23"/>
                    <a:pt x="63" y="26"/>
                  </a:cubicBezTo>
                  <a:cubicBezTo>
                    <a:pt x="63" y="28"/>
                    <a:pt x="63" y="30"/>
                    <a:pt x="62" y="32"/>
                  </a:cubicBezTo>
                  <a:cubicBezTo>
                    <a:pt x="55" y="47"/>
                    <a:pt x="40" y="50"/>
                    <a:pt x="20"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38"/>
            <p:cNvSpPr/>
            <p:nvPr/>
          </p:nvSpPr>
          <p:spPr>
            <a:xfrm rot="-755217">
              <a:off x="8892510" y="3893143"/>
              <a:ext cx="47917" cy="47914"/>
            </a:xfrm>
            <a:custGeom>
              <a:rect b="b" l="l" r="r" t="t"/>
              <a:pathLst>
                <a:path extrusionOk="0" h="58" w="58">
                  <a:moveTo>
                    <a:pt x="54" y="55"/>
                  </a:moveTo>
                  <a:cubicBezTo>
                    <a:pt x="51" y="56"/>
                    <a:pt x="48" y="57"/>
                    <a:pt x="45" y="57"/>
                  </a:cubicBezTo>
                  <a:cubicBezTo>
                    <a:pt x="40" y="57"/>
                    <a:pt x="35" y="55"/>
                    <a:pt x="30" y="53"/>
                  </a:cubicBezTo>
                  <a:cubicBezTo>
                    <a:pt x="27" y="51"/>
                    <a:pt x="24" y="48"/>
                    <a:pt x="22" y="46"/>
                  </a:cubicBezTo>
                  <a:cubicBezTo>
                    <a:pt x="10" y="36"/>
                    <a:pt x="0" y="25"/>
                    <a:pt x="6" y="9"/>
                  </a:cubicBezTo>
                  <a:lnTo>
                    <a:pt x="6" y="8"/>
                  </a:lnTo>
                  <a:cubicBezTo>
                    <a:pt x="8" y="6"/>
                    <a:pt x="10" y="4"/>
                    <a:pt x="12" y="2"/>
                  </a:cubicBezTo>
                  <a:cubicBezTo>
                    <a:pt x="14" y="1"/>
                    <a:pt x="16" y="1"/>
                    <a:pt x="18" y="0"/>
                  </a:cubicBezTo>
                  <a:cubicBezTo>
                    <a:pt x="34" y="0"/>
                    <a:pt x="33" y="16"/>
                    <a:pt x="40" y="27"/>
                  </a:cubicBezTo>
                  <a:cubicBezTo>
                    <a:pt x="46" y="38"/>
                    <a:pt x="57" y="41"/>
                    <a:pt x="5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38"/>
            <p:cNvSpPr/>
            <p:nvPr/>
          </p:nvSpPr>
          <p:spPr>
            <a:xfrm rot="-755217">
              <a:off x="9040458" y="3271175"/>
              <a:ext cx="80962" cy="88393"/>
            </a:xfrm>
            <a:custGeom>
              <a:rect b="b" l="l" r="r" t="t"/>
              <a:pathLst>
                <a:path extrusionOk="0" h="107" w="98">
                  <a:moveTo>
                    <a:pt x="4" y="0"/>
                  </a:moveTo>
                  <a:cubicBezTo>
                    <a:pt x="41" y="30"/>
                    <a:pt x="72" y="66"/>
                    <a:pt x="97" y="106"/>
                  </a:cubicBezTo>
                  <a:cubicBezTo>
                    <a:pt x="58" y="78"/>
                    <a:pt x="25" y="43"/>
                    <a:pt x="0" y="2"/>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38"/>
            <p:cNvSpPr/>
            <p:nvPr/>
          </p:nvSpPr>
          <p:spPr>
            <a:xfrm rot="-755217">
              <a:off x="7833061" y="2086120"/>
              <a:ext cx="76006" cy="75175"/>
            </a:xfrm>
            <a:custGeom>
              <a:rect b="b" l="l" r="r" t="t"/>
              <a:pathLst>
                <a:path extrusionOk="0" h="91" w="92">
                  <a:moveTo>
                    <a:pt x="88" y="90"/>
                  </a:moveTo>
                  <a:lnTo>
                    <a:pt x="74" y="79"/>
                  </a:lnTo>
                  <a:cubicBezTo>
                    <a:pt x="57" y="67"/>
                    <a:pt x="44" y="49"/>
                    <a:pt x="22" y="45"/>
                  </a:cubicBezTo>
                  <a:lnTo>
                    <a:pt x="24" y="47"/>
                  </a:lnTo>
                  <a:cubicBezTo>
                    <a:pt x="26" y="30"/>
                    <a:pt x="0" y="25"/>
                    <a:pt x="7" y="0"/>
                  </a:cubicBezTo>
                  <a:lnTo>
                    <a:pt x="91" y="76"/>
                  </a:lnTo>
                  <a:lnTo>
                    <a:pt x="88"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38"/>
            <p:cNvSpPr/>
            <p:nvPr/>
          </p:nvSpPr>
          <p:spPr>
            <a:xfrm rot="-755217">
              <a:off x="10016904" y="3648948"/>
              <a:ext cx="90050" cy="94176"/>
            </a:xfrm>
            <a:custGeom>
              <a:rect b="b" l="l" r="r" t="t"/>
              <a:pathLst>
                <a:path extrusionOk="0" h="114" w="109">
                  <a:moveTo>
                    <a:pt x="105" y="113"/>
                  </a:moveTo>
                  <a:cubicBezTo>
                    <a:pt x="67" y="79"/>
                    <a:pt x="32" y="41"/>
                    <a:pt x="0" y="0"/>
                  </a:cubicBezTo>
                  <a:cubicBezTo>
                    <a:pt x="2" y="1"/>
                    <a:pt x="3" y="2"/>
                    <a:pt x="4" y="3"/>
                  </a:cubicBezTo>
                  <a:cubicBezTo>
                    <a:pt x="46" y="27"/>
                    <a:pt x="81" y="61"/>
                    <a:pt x="104" y="102"/>
                  </a:cubicBezTo>
                  <a:cubicBezTo>
                    <a:pt x="106" y="105"/>
                    <a:pt x="107" y="107"/>
                    <a:pt x="108" y="110"/>
                  </a:cubicBezTo>
                  <a:lnTo>
                    <a:pt x="105" y="1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38"/>
            <p:cNvSpPr/>
            <p:nvPr/>
          </p:nvSpPr>
          <p:spPr>
            <a:xfrm rot="-755217">
              <a:off x="9198644" y="3639030"/>
              <a:ext cx="78484" cy="87567"/>
            </a:xfrm>
            <a:custGeom>
              <a:rect b="b" l="l" r="r" t="t"/>
              <a:pathLst>
                <a:path extrusionOk="0" h="106" w="95">
                  <a:moveTo>
                    <a:pt x="0" y="0"/>
                  </a:moveTo>
                  <a:cubicBezTo>
                    <a:pt x="38" y="28"/>
                    <a:pt x="70" y="64"/>
                    <a:pt x="94" y="105"/>
                  </a:cubicBezTo>
                  <a:cubicBezTo>
                    <a:pt x="58" y="74"/>
                    <a:pt x="19"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38"/>
            <p:cNvSpPr/>
            <p:nvPr/>
          </p:nvSpPr>
          <p:spPr>
            <a:xfrm rot="-755217">
              <a:off x="8445714" y="3918928"/>
              <a:ext cx="51221" cy="50392"/>
            </a:xfrm>
            <a:custGeom>
              <a:rect b="b" l="l" r="r" t="t"/>
              <a:pathLst>
                <a:path extrusionOk="0" h="61" w="62">
                  <a:moveTo>
                    <a:pt x="61" y="57"/>
                  </a:moveTo>
                  <a:cubicBezTo>
                    <a:pt x="55" y="59"/>
                    <a:pt x="48" y="60"/>
                    <a:pt x="42" y="60"/>
                  </a:cubicBezTo>
                  <a:cubicBezTo>
                    <a:pt x="34" y="60"/>
                    <a:pt x="25" y="57"/>
                    <a:pt x="18" y="54"/>
                  </a:cubicBezTo>
                  <a:cubicBezTo>
                    <a:pt x="14" y="51"/>
                    <a:pt x="11" y="49"/>
                    <a:pt x="8" y="46"/>
                  </a:cubicBezTo>
                  <a:cubicBezTo>
                    <a:pt x="6" y="44"/>
                    <a:pt x="5" y="43"/>
                    <a:pt x="3" y="41"/>
                  </a:cubicBezTo>
                  <a:cubicBezTo>
                    <a:pt x="1" y="37"/>
                    <a:pt x="0" y="33"/>
                    <a:pt x="0" y="29"/>
                  </a:cubicBezTo>
                  <a:cubicBezTo>
                    <a:pt x="0" y="25"/>
                    <a:pt x="1" y="21"/>
                    <a:pt x="3" y="18"/>
                  </a:cubicBezTo>
                  <a:cubicBezTo>
                    <a:pt x="5" y="14"/>
                    <a:pt x="8" y="12"/>
                    <a:pt x="12" y="10"/>
                  </a:cubicBezTo>
                  <a:lnTo>
                    <a:pt x="13" y="9"/>
                  </a:lnTo>
                  <a:cubicBezTo>
                    <a:pt x="26" y="0"/>
                    <a:pt x="33" y="9"/>
                    <a:pt x="34" y="22"/>
                  </a:cubicBezTo>
                  <a:cubicBezTo>
                    <a:pt x="35" y="39"/>
                    <a:pt x="57" y="38"/>
                    <a:pt x="6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38"/>
            <p:cNvSpPr/>
            <p:nvPr/>
          </p:nvSpPr>
          <p:spPr>
            <a:xfrm rot="-755217">
              <a:off x="8405450" y="2449108"/>
              <a:ext cx="77658" cy="78480"/>
            </a:xfrm>
            <a:custGeom>
              <a:rect b="b" l="l" r="r" t="t"/>
              <a:pathLst>
                <a:path extrusionOk="0" h="95" w="94">
                  <a:moveTo>
                    <a:pt x="58" y="38"/>
                  </a:moveTo>
                  <a:cubicBezTo>
                    <a:pt x="67" y="58"/>
                    <a:pt x="93" y="68"/>
                    <a:pt x="93" y="94"/>
                  </a:cubicBezTo>
                  <a:cubicBezTo>
                    <a:pt x="58" y="74"/>
                    <a:pt x="37" y="40"/>
                    <a:pt x="9" y="13"/>
                  </a:cubicBezTo>
                  <a:cubicBezTo>
                    <a:pt x="0" y="4"/>
                    <a:pt x="16" y="1"/>
                    <a:pt x="24" y="0"/>
                  </a:cubicBezTo>
                  <a:lnTo>
                    <a:pt x="5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38"/>
            <p:cNvSpPr/>
            <p:nvPr/>
          </p:nvSpPr>
          <p:spPr>
            <a:xfrm rot="-755217">
              <a:off x="8743309" y="3931957"/>
              <a:ext cx="43786" cy="44610"/>
            </a:xfrm>
            <a:custGeom>
              <a:rect b="b" l="l" r="r" t="t"/>
              <a:pathLst>
                <a:path extrusionOk="0" h="54" w="53">
                  <a:moveTo>
                    <a:pt x="10" y="53"/>
                  </a:moveTo>
                  <a:cubicBezTo>
                    <a:pt x="5" y="51"/>
                    <a:pt x="0" y="49"/>
                    <a:pt x="0" y="43"/>
                  </a:cubicBezTo>
                  <a:cubicBezTo>
                    <a:pt x="0" y="29"/>
                    <a:pt x="25" y="0"/>
                    <a:pt x="36" y="0"/>
                  </a:cubicBezTo>
                  <a:lnTo>
                    <a:pt x="37" y="0"/>
                  </a:lnTo>
                  <a:cubicBezTo>
                    <a:pt x="39" y="0"/>
                    <a:pt x="41" y="0"/>
                    <a:pt x="44" y="2"/>
                  </a:cubicBezTo>
                  <a:cubicBezTo>
                    <a:pt x="47" y="4"/>
                    <a:pt x="49" y="6"/>
                    <a:pt x="50" y="8"/>
                  </a:cubicBezTo>
                  <a:cubicBezTo>
                    <a:pt x="51" y="10"/>
                    <a:pt x="52" y="13"/>
                    <a:pt x="52" y="16"/>
                  </a:cubicBezTo>
                  <a:cubicBezTo>
                    <a:pt x="52" y="17"/>
                    <a:pt x="52" y="17"/>
                    <a:pt x="52" y="18"/>
                  </a:cubicBezTo>
                  <a:cubicBezTo>
                    <a:pt x="51" y="22"/>
                    <a:pt x="49" y="26"/>
                    <a:pt x="47" y="30"/>
                  </a:cubicBezTo>
                  <a:cubicBezTo>
                    <a:pt x="43" y="37"/>
                    <a:pt x="37" y="43"/>
                    <a:pt x="30" y="47"/>
                  </a:cubicBezTo>
                  <a:cubicBezTo>
                    <a:pt x="24" y="51"/>
                    <a:pt x="17" y="53"/>
                    <a:pt x="10"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38"/>
            <p:cNvSpPr/>
            <p:nvPr/>
          </p:nvSpPr>
          <p:spPr>
            <a:xfrm rot="-755217">
              <a:off x="8867026" y="4259896"/>
              <a:ext cx="35524" cy="42957"/>
            </a:xfrm>
            <a:custGeom>
              <a:rect b="b" l="l" r="r" t="t"/>
              <a:pathLst>
                <a:path extrusionOk="0" h="52" w="43">
                  <a:moveTo>
                    <a:pt x="41" y="31"/>
                  </a:moveTo>
                  <a:cubicBezTo>
                    <a:pt x="41" y="38"/>
                    <a:pt x="42" y="50"/>
                    <a:pt x="30" y="51"/>
                  </a:cubicBezTo>
                  <a:cubicBezTo>
                    <a:pt x="29" y="51"/>
                    <a:pt x="29" y="51"/>
                    <a:pt x="28" y="51"/>
                  </a:cubicBezTo>
                  <a:cubicBezTo>
                    <a:pt x="23" y="51"/>
                    <a:pt x="18" y="50"/>
                    <a:pt x="14" y="47"/>
                  </a:cubicBezTo>
                  <a:cubicBezTo>
                    <a:pt x="10" y="45"/>
                    <a:pt x="7" y="41"/>
                    <a:pt x="4" y="37"/>
                  </a:cubicBezTo>
                  <a:cubicBezTo>
                    <a:pt x="2" y="34"/>
                    <a:pt x="1" y="30"/>
                    <a:pt x="0" y="26"/>
                  </a:cubicBezTo>
                  <a:cubicBezTo>
                    <a:pt x="0" y="24"/>
                    <a:pt x="0" y="23"/>
                    <a:pt x="0" y="22"/>
                  </a:cubicBezTo>
                  <a:cubicBezTo>
                    <a:pt x="0" y="18"/>
                    <a:pt x="1" y="15"/>
                    <a:pt x="3" y="12"/>
                  </a:cubicBezTo>
                  <a:cubicBezTo>
                    <a:pt x="5" y="9"/>
                    <a:pt x="7" y="7"/>
                    <a:pt x="10" y="5"/>
                  </a:cubicBezTo>
                  <a:cubicBezTo>
                    <a:pt x="12" y="4"/>
                    <a:pt x="15" y="3"/>
                    <a:pt x="17" y="2"/>
                  </a:cubicBezTo>
                  <a:cubicBezTo>
                    <a:pt x="36" y="0"/>
                    <a:pt x="41" y="14"/>
                    <a:pt x="4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38"/>
            <p:cNvSpPr/>
            <p:nvPr/>
          </p:nvSpPr>
          <p:spPr>
            <a:xfrm rot="-755217">
              <a:off x="8820217" y="3951995"/>
              <a:ext cx="50395" cy="33044"/>
            </a:xfrm>
            <a:custGeom>
              <a:rect b="b" l="l" r="r" t="t"/>
              <a:pathLst>
                <a:path extrusionOk="0" h="40" w="61">
                  <a:moveTo>
                    <a:pt x="60" y="30"/>
                  </a:moveTo>
                  <a:cubicBezTo>
                    <a:pt x="59" y="31"/>
                    <a:pt x="57" y="32"/>
                    <a:pt x="55" y="33"/>
                  </a:cubicBezTo>
                  <a:cubicBezTo>
                    <a:pt x="48" y="37"/>
                    <a:pt x="40" y="39"/>
                    <a:pt x="32" y="39"/>
                  </a:cubicBezTo>
                  <a:cubicBezTo>
                    <a:pt x="25" y="39"/>
                    <a:pt x="17" y="38"/>
                    <a:pt x="11" y="34"/>
                  </a:cubicBezTo>
                  <a:cubicBezTo>
                    <a:pt x="10" y="34"/>
                    <a:pt x="9" y="33"/>
                    <a:pt x="8" y="33"/>
                  </a:cubicBezTo>
                  <a:cubicBezTo>
                    <a:pt x="6" y="32"/>
                    <a:pt x="4" y="30"/>
                    <a:pt x="2" y="27"/>
                  </a:cubicBezTo>
                  <a:cubicBezTo>
                    <a:pt x="0" y="24"/>
                    <a:pt x="0" y="22"/>
                    <a:pt x="0" y="19"/>
                  </a:cubicBezTo>
                  <a:cubicBezTo>
                    <a:pt x="0" y="16"/>
                    <a:pt x="1" y="14"/>
                    <a:pt x="2" y="11"/>
                  </a:cubicBezTo>
                  <a:cubicBezTo>
                    <a:pt x="2" y="10"/>
                    <a:pt x="3" y="9"/>
                    <a:pt x="4" y="8"/>
                  </a:cubicBezTo>
                  <a:cubicBezTo>
                    <a:pt x="5" y="5"/>
                    <a:pt x="6" y="3"/>
                    <a:pt x="9" y="2"/>
                  </a:cubicBezTo>
                  <a:cubicBezTo>
                    <a:pt x="12" y="1"/>
                    <a:pt x="14" y="0"/>
                    <a:pt x="17" y="0"/>
                  </a:cubicBezTo>
                  <a:cubicBezTo>
                    <a:pt x="19" y="0"/>
                    <a:pt x="22" y="0"/>
                    <a:pt x="24" y="2"/>
                  </a:cubicBezTo>
                  <a:cubicBezTo>
                    <a:pt x="36" y="8"/>
                    <a:pt x="52" y="12"/>
                    <a:pt x="6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38"/>
            <p:cNvSpPr/>
            <p:nvPr/>
          </p:nvSpPr>
          <p:spPr>
            <a:xfrm rot="-755217">
              <a:off x="9035146" y="4130633"/>
              <a:ext cx="38829" cy="47914"/>
            </a:xfrm>
            <a:custGeom>
              <a:rect b="b" l="l" r="r" t="t"/>
              <a:pathLst>
                <a:path extrusionOk="0" h="58" w="47">
                  <a:moveTo>
                    <a:pt x="46" y="21"/>
                  </a:moveTo>
                  <a:cubicBezTo>
                    <a:pt x="45" y="26"/>
                    <a:pt x="43" y="31"/>
                    <a:pt x="40" y="36"/>
                  </a:cubicBezTo>
                  <a:cubicBezTo>
                    <a:pt x="37" y="42"/>
                    <a:pt x="31" y="48"/>
                    <a:pt x="25" y="51"/>
                  </a:cubicBezTo>
                  <a:cubicBezTo>
                    <a:pt x="21" y="54"/>
                    <a:pt x="16" y="56"/>
                    <a:pt x="11" y="57"/>
                  </a:cubicBezTo>
                  <a:lnTo>
                    <a:pt x="10" y="57"/>
                  </a:lnTo>
                  <a:cubicBezTo>
                    <a:pt x="8" y="57"/>
                    <a:pt x="7" y="56"/>
                    <a:pt x="5" y="55"/>
                  </a:cubicBezTo>
                  <a:cubicBezTo>
                    <a:pt x="3" y="54"/>
                    <a:pt x="2" y="53"/>
                    <a:pt x="1" y="51"/>
                  </a:cubicBezTo>
                  <a:cubicBezTo>
                    <a:pt x="0" y="49"/>
                    <a:pt x="0" y="48"/>
                    <a:pt x="0" y="46"/>
                  </a:cubicBezTo>
                  <a:cubicBezTo>
                    <a:pt x="0" y="44"/>
                    <a:pt x="0" y="43"/>
                    <a:pt x="1" y="41"/>
                  </a:cubicBezTo>
                  <a:cubicBezTo>
                    <a:pt x="9" y="26"/>
                    <a:pt x="5" y="1"/>
                    <a:pt x="30" y="0"/>
                  </a:cubicBezTo>
                  <a:cubicBezTo>
                    <a:pt x="41" y="0"/>
                    <a:pt x="44" y="10"/>
                    <a:pt x="4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38"/>
            <p:cNvSpPr/>
            <p:nvPr/>
          </p:nvSpPr>
          <p:spPr>
            <a:xfrm rot="-755217">
              <a:off x="8594426" y="3072400"/>
              <a:ext cx="84267" cy="84263"/>
            </a:xfrm>
            <a:custGeom>
              <a:rect b="b" l="l" r="r" t="t"/>
              <a:pathLst>
                <a:path extrusionOk="0" h="102" w="102">
                  <a:moveTo>
                    <a:pt x="4" y="0"/>
                  </a:moveTo>
                  <a:cubicBezTo>
                    <a:pt x="42" y="27"/>
                    <a:pt x="75" y="62"/>
                    <a:pt x="101" y="101"/>
                  </a:cubicBezTo>
                  <a:cubicBezTo>
                    <a:pt x="97" y="99"/>
                    <a:pt x="93" y="96"/>
                    <a:pt x="89" y="94"/>
                  </a:cubicBezTo>
                  <a:cubicBezTo>
                    <a:pt x="54" y="74"/>
                    <a:pt x="24" y="45"/>
                    <a:pt x="4" y="10"/>
                  </a:cubicBezTo>
                  <a:cubicBezTo>
                    <a:pt x="3" y="7"/>
                    <a:pt x="2" y="5"/>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38"/>
            <p:cNvSpPr/>
            <p:nvPr/>
          </p:nvSpPr>
          <p:spPr>
            <a:xfrm rot="-755217">
              <a:off x="8693390" y="3187655"/>
              <a:ext cx="76006" cy="96654"/>
            </a:xfrm>
            <a:custGeom>
              <a:rect b="b" l="l" r="r" t="t"/>
              <a:pathLst>
                <a:path extrusionOk="0" h="117" w="92">
                  <a:moveTo>
                    <a:pt x="11" y="0"/>
                  </a:moveTo>
                  <a:cubicBezTo>
                    <a:pt x="28" y="46"/>
                    <a:pt x="69" y="74"/>
                    <a:pt x="91" y="116"/>
                  </a:cubicBezTo>
                  <a:cubicBezTo>
                    <a:pt x="46" y="98"/>
                    <a:pt x="26" y="58"/>
                    <a:pt x="4" y="20"/>
                  </a:cubicBezTo>
                  <a:cubicBezTo>
                    <a:pt x="0" y="13"/>
                    <a:pt x="5" y="6"/>
                    <a:pt x="10"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38"/>
            <p:cNvSpPr/>
            <p:nvPr/>
          </p:nvSpPr>
          <p:spPr>
            <a:xfrm rot="-755217">
              <a:off x="8461151" y="3502144"/>
              <a:ext cx="44612" cy="37175"/>
            </a:xfrm>
            <a:custGeom>
              <a:rect b="b" l="l" r="r" t="t"/>
              <a:pathLst>
                <a:path extrusionOk="0" h="45" w="54">
                  <a:moveTo>
                    <a:pt x="20" y="44"/>
                  </a:moveTo>
                  <a:cubicBezTo>
                    <a:pt x="19" y="44"/>
                    <a:pt x="18" y="44"/>
                    <a:pt x="17" y="44"/>
                  </a:cubicBezTo>
                  <a:cubicBezTo>
                    <a:pt x="14" y="44"/>
                    <a:pt x="12" y="43"/>
                    <a:pt x="9" y="42"/>
                  </a:cubicBezTo>
                  <a:cubicBezTo>
                    <a:pt x="6" y="40"/>
                    <a:pt x="4" y="38"/>
                    <a:pt x="2" y="35"/>
                  </a:cubicBezTo>
                  <a:cubicBezTo>
                    <a:pt x="0" y="32"/>
                    <a:pt x="0" y="30"/>
                    <a:pt x="0" y="27"/>
                  </a:cubicBezTo>
                  <a:cubicBezTo>
                    <a:pt x="0" y="25"/>
                    <a:pt x="0" y="24"/>
                    <a:pt x="0" y="23"/>
                  </a:cubicBezTo>
                  <a:lnTo>
                    <a:pt x="0" y="22"/>
                  </a:lnTo>
                  <a:cubicBezTo>
                    <a:pt x="0" y="18"/>
                    <a:pt x="1" y="14"/>
                    <a:pt x="3" y="11"/>
                  </a:cubicBezTo>
                  <a:cubicBezTo>
                    <a:pt x="5" y="8"/>
                    <a:pt x="7" y="5"/>
                    <a:pt x="11" y="3"/>
                  </a:cubicBezTo>
                  <a:cubicBezTo>
                    <a:pt x="15" y="1"/>
                    <a:pt x="18" y="0"/>
                    <a:pt x="22" y="0"/>
                  </a:cubicBezTo>
                  <a:cubicBezTo>
                    <a:pt x="24" y="0"/>
                    <a:pt x="25" y="0"/>
                    <a:pt x="27" y="0"/>
                  </a:cubicBezTo>
                  <a:cubicBezTo>
                    <a:pt x="40" y="2"/>
                    <a:pt x="53" y="10"/>
                    <a:pt x="53" y="23"/>
                  </a:cubicBezTo>
                  <a:cubicBezTo>
                    <a:pt x="53" y="43"/>
                    <a:pt x="31" y="37"/>
                    <a:pt x="2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38"/>
            <p:cNvSpPr/>
            <p:nvPr/>
          </p:nvSpPr>
          <p:spPr>
            <a:xfrm rot="-755217">
              <a:off x="7987931" y="1819580"/>
              <a:ext cx="118139" cy="42131"/>
            </a:xfrm>
            <a:custGeom>
              <a:rect b="b" l="l" r="r" t="t"/>
              <a:pathLst>
                <a:path extrusionOk="0" h="51" w="143">
                  <a:moveTo>
                    <a:pt x="142" y="49"/>
                  </a:moveTo>
                  <a:cubicBezTo>
                    <a:pt x="92" y="40"/>
                    <a:pt x="44" y="24"/>
                    <a:pt x="0" y="0"/>
                  </a:cubicBezTo>
                  <a:cubicBezTo>
                    <a:pt x="43" y="3"/>
                    <a:pt x="84" y="16"/>
                    <a:pt x="121" y="37"/>
                  </a:cubicBezTo>
                  <a:cubicBezTo>
                    <a:pt x="128" y="41"/>
                    <a:pt x="134" y="45"/>
                    <a:pt x="141" y="50"/>
                  </a:cubicBezTo>
                  <a:lnTo>
                    <a:pt x="142"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38"/>
            <p:cNvSpPr/>
            <p:nvPr/>
          </p:nvSpPr>
          <p:spPr>
            <a:xfrm rot="-755217">
              <a:off x="9274442" y="4220626"/>
              <a:ext cx="42134" cy="39653"/>
            </a:xfrm>
            <a:custGeom>
              <a:rect b="b" l="l" r="r" t="t"/>
              <a:pathLst>
                <a:path extrusionOk="0" h="48" w="51">
                  <a:moveTo>
                    <a:pt x="19" y="47"/>
                  </a:moveTo>
                  <a:cubicBezTo>
                    <a:pt x="16" y="46"/>
                    <a:pt x="13" y="45"/>
                    <a:pt x="10" y="44"/>
                  </a:cubicBezTo>
                  <a:cubicBezTo>
                    <a:pt x="7" y="42"/>
                    <a:pt x="5" y="40"/>
                    <a:pt x="3" y="37"/>
                  </a:cubicBezTo>
                  <a:cubicBezTo>
                    <a:pt x="1" y="34"/>
                    <a:pt x="0" y="30"/>
                    <a:pt x="0" y="27"/>
                  </a:cubicBezTo>
                  <a:cubicBezTo>
                    <a:pt x="0" y="26"/>
                    <a:pt x="0" y="25"/>
                    <a:pt x="0" y="25"/>
                  </a:cubicBezTo>
                  <a:cubicBezTo>
                    <a:pt x="0" y="6"/>
                    <a:pt x="13" y="0"/>
                    <a:pt x="29" y="0"/>
                  </a:cubicBezTo>
                  <a:cubicBezTo>
                    <a:pt x="30" y="0"/>
                    <a:pt x="30" y="0"/>
                    <a:pt x="31" y="0"/>
                  </a:cubicBezTo>
                  <a:cubicBezTo>
                    <a:pt x="34" y="0"/>
                    <a:pt x="38" y="1"/>
                    <a:pt x="41" y="3"/>
                  </a:cubicBezTo>
                  <a:cubicBezTo>
                    <a:pt x="44" y="5"/>
                    <a:pt x="46" y="7"/>
                    <a:pt x="48" y="10"/>
                  </a:cubicBezTo>
                  <a:cubicBezTo>
                    <a:pt x="50" y="13"/>
                    <a:pt x="50" y="16"/>
                    <a:pt x="50" y="19"/>
                  </a:cubicBezTo>
                  <a:cubicBezTo>
                    <a:pt x="50" y="20"/>
                    <a:pt x="50" y="20"/>
                    <a:pt x="50" y="21"/>
                  </a:cubicBezTo>
                  <a:cubicBezTo>
                    <a:pt x="50" y="25"/>
                    <a:pt x="48" y="29"/>
                    <a:pt x="46" y="32"/>
                  </a:cubicBezTo>
                  <a:cubicBezTo>
                    <a:pt x="44" y="37"/>
                    <a:pt x="41" y="40"/>
                    <a:pt x="36" y="43"/>
                  </a:cubicBezTo>
                  <a:cubicBezTo>
                    <a:pt x="31" y="46"/>
                    <a:pt x="26" y="47"/>
                    <a:pt x="21" y="47"/>
                  </a:cubicBezTo>
                  <a:cubicBezTo>
                    <a:pt x="20" y="47"/>
                    <a:pt x="19" y="47"/>
                    <a:pt x="1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38"/>
            <p:cNvSpPr/>
            <p:nvPr/>
          </p:nvSpPr>
          <p:spPr>
            <a:xfrm rot="-755217">
              <a:off x="9703557" y="3340003"/>
              <a:ext cx="71049" cy="83436"/>
            </a:xfrm>
            <a:custGeom>
              <a:rect b="b" l="l" r="r" t="t"/>
              <a:pathLst>
                <a:path extrusionOk="0" h="101" w="86">
                  <a:moveTo>
                    <a:pt x="85" y="99"/>
                  </a:moveTo>
                  <a:cubicBezTo>
                    <a:pt x="43" y="77"/>
                    <a:pt x="23" y="37"/>
                    <a:pt x="0" y="0"/>
                  </a:cubicBezTo>
                  <a:cubicBezTo>
                    <a:pt x="30" y="22"/>
                    <a:pt x="56" y="50"/>
                    <a:pt x="75" y="83"/>
                  </a:cubicBezTo>
                  <a:cubicBezTo>
                    <a:pt x="78" y="88"/>
                    <a:pt x="81" y="94"/>
                    <a:pt x="84" y="100"/>
                  </a:cubicBezTo>
                  <a:lnTo>
                    <a:pt x="8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38"/>
            <p:cNvSpPr/>
            <p:nvPr/>
          </p:nvSpPr>
          <p:spPr>
            <a:xfrm rot="-755217">
              <a:off x="9728145" y="3007662"/>
              <a:ext cx="70223" cy="66088"/>
            </a:xfrm>
            <a:custGeom>
              <a:rect b="b" l="l" r="r" t="t"/>
              <a:pathLst>
                <a:path extrusionOk="0" h="80" w="85">
                  <a:moveTo>
                    <a:pt x="0" y="0"/>
                  </a:moveTo>
                  <a:lnTo>
                    <a:pt x="84" y="79"/>
                  </a:lnTo>
                  <a:cubicBezTo>
                    <a:pt x="51" y="59"/>
                    <a:pt x="23"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38"/>
            <p:cNvSpPr/>
            <p:nvPr/>
          </p:nvSpPr>
          <p:spPr>
            <a:xfrm rot="-755217">
              <a:off x="8275745" y="3820706"/>
              <a:ext cx="48743" cy="36349"/>
            </a:xfrm>
            <a:custGeom>
              <a:rect b="b" l="l" r="r" t="t"/>
              <a:pathLst>
                <a:path extrusionOk="0" h="44" w="59">
                  <a:moveTo>
                    <a:pt x="58" y="36"/>
                  </a:moveTo>
                  <a:cubicBezTo>
                    <a:pt x="57" y="36"/>
                    <a:pt x="56" y="37"/>
                    <a:pt x="56" y="37"/>
                  </a:cubicBezTo>
                  <a:cubicBezTo>
                    <a:pt x="49" y="41"/>
                    <a:pt x="41" y="43"/>
                    <a:pt x="32" y="43"/>
                  </a:cubicBezTo>
                  <a:cubicBezTo>
                    <a:pt x="27" y="43"/>
                    <a:pt x="22" y="42"/>
                    <a:pt x="17" y="41"/>
                  </a:cubicBezTo>
                  <a:cubicBezTo>
                    <a:pt x="14" y="40"/>
                    <a:pt x="11" y="39"/>
                    <a:pt x="9" y="38"/>
                  </a:cubicBezTo>
                  <a:cubicBezTo>
                    <a:pt x="6" y="36"/>
                    <a:pt x="4" y="34"/>
                    <a:pt x="2" y="31"/>
                  </a:cubicBezTo>
                  <a:cubicBezTo>
                    <a:pt x="1" y="29"/>
                    <a:pt x="0" y="26"/>
                    <a:pt x="0" y="23"/>
                  </a:cubicBezTo>
                  <a:cubicBezTo>
                    <a:pt x="0" y="19"/>
                    <a:pt x="1" y="15"/>
                    <a:pt x="3" y="12"/>
                  </a:cubicBezTo>
                  <a:cubicBezTo>
                    <a:pt x="5" y="8"/>
                    <a:pt x="7" y="5"/>
                    <a:pt x="11" y="3"/>
                  </a:cubicBezTo>
                  <a:cubicBezTo>
                    <a:pt x="12" y="3"/>
                    <a:pt x="13" y="2"/>
                    <a:pt x="14" y="2"/>
                  </a:cubicBezTo>
                  <a:cubicBezTo>
                    <a:pt x="17" y="0"/>
                    <a:pt x="20" y="0"/>
                    <a:pt x="23" y="0"/>
                  </a:cubicBezTo>
                  <a:cubicBezTo>
                    <a:pt x="26" y="0"/>
                    <a:pt x="29" y="1"/>
                    <a:pt x="31" y="2"/>
                  </a:cubicBezTo>
                  <a:cubicBezTo>
                    <a:pt x="34" y="4"/>
                    <a:pt x="36" y="5"/>
                    <a:pt x="37" y="8"/>
                  </a:cubicBezTo>
                  <a:cubicBezTo>
                    <a:pt x="44" y="16"/>
                    <a:pt x="50" y="25"/>
                    <a:pt x="58"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38"/>
            <p:cNvSpPr/>
            <p:nvPr/>
          </p:nvSpPr>
          <p:spPr>
            <a:xfrm rot="-755217">
              <a:off x="8718081" y="4319608"/>
              <a:ext cx="34698" cy="52871"/>
            </a:xfrm>
            <a:custGeom>
              <a:rect b="b" l="l" r="r" t="t"/>
              <a:pathLst>
                <a:path extrusionOk="0" h="64" w="42">
                  <a:moveTo>
                    <a:pt x="30" y="0"/>
                  </a:moveTo>
                  <a:cubicBezTo>
                    <a:pt x="31" y="2"/>
                    <a:pt x="33" y="4"/>
                    <a:pt x="34" y="6"/>
                  </a:cubicBezTo>
                  <a:cubicBezTo>
                    <a:pt x="39" y="15"/>
                    <a:pt x="41" y="24"/>
                    <a:pt x="41" y="33"/>
                  </a:cubicBezTo>
                  <a:cubicBezTo>
                    <a:pt x="41" y="37"/>
                    <a:pt x="41" y="41"/>
                    <a:pt x="40" y="45"/>
                  </a:cubicBezTo>
                  <a:cubicBezTo>
                    <a:pt x="39" y="48"/>
                    <a:pt x="39" y="50"/>
                    <a:pt x="37" y="53"/>
                  </a:cubicBezTo>
                  <a:cubicBezTo>
                    <a:pt x="35" y="56"/>
                    <a:pt x="33" y="58"/>
                    <a:pt x="30" y="60"/>
                  </a:cubicBezTo>
                  <a:cubicBezTo>
                    <a:pt x="27" y="62"/>
                    <a:pt x="23" y="63"/>
                    <a:pt x="19" y="63"/>
                  </a:cubicBezTo>
                  <a:cubicBezTo>
                    <a:pt x="18" y="63"/>
                    <a:pt x="17" y="63"/>
                    <a:pt x="16" y="62"/>
                  </a:cubicBezTo>
                  <a:cubicBezTo>
                    <a:pt x="2" y="60"/>
                    <a:pt x="0" y="48"/>
                    <a:pt x="3" y="36"/>
                  </a:cubicBezTo>
                  <a:cubicBezTo>
                    <a:pt x="4" y="30"/>
                    <a:pt x="6" y="25"/>
                    <a:pt x="9" y="20"/>
                  </a:cubicBezTo>
                  <a:cubicBezTo>
                    <a:pt x="14" y="12"/>
                    <a:pt x="20" y="5"/>
                    <a:pt x="28" y="1"/>
                  </a:cubicBezTo>
                  <a:cubicBezTo>
                    <a:pt x="29" y="1"/>
                    <a:pt x="29" y="0"/>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38"/>
            <p:cNvSpPr/>
            <p:nvPr/>
          </p:nvSpPr>
          <p:spPr>
            <a:xfrm rot="-755217">
              <a:off x="8600414" y="3617395"/>
              <a:ext cx="38003" cy="38827"/>
            </a:xfrm>
            <a:custGeom>
              <a:rect b="b" l="l" r="r" t="t"/>
              <a:pathLst>
                <a:path extrusionOk="0" h="47" w="46">
                  <a:moveTo>
                    <a:pt x="45" y="26"/>
                  </a:moveTo>
                  <a:cubicBezTo>
                    <a:pt x="45" y="29"/>
                    <a:pt x="44" y="32"/>
                    <a:pt x="42" y="35"/>
                  </a:cubicBezTo>
                  <a:cubicBezTo>
                    <a:pt x="40" y="39"/>
                    <a:pt x="38" y="41"/>
                    <a:pt x="34" y="43"/>
                  </a:cubicBezTo>
                  <a:cubicBezTo>
                    <a:pt x="30" y="45"/>
                    <a:pt x="27" y="46"/>
                    <a:pt x="24" y="46"/>
                  </a:cubicBezTo>
                  <a:cubicBezTo>
                    <a:pt x="22" y="46"/>
                    <a:pt x="20" y="46"/>
                    <a:pt x="19" y="46"/>
                  </a:cubicBezTo>
                  <a:cubicBezTo>
                    <a:pt x="16" y="45"/>
                    <a:pt x="13" y="45"/>
                    <a:pt x="10" y="43"/>
                  </a:cubicBezTo>
                  <a:cubicBezTo>
                    <a:pt x="7" y="41"/>
                    <a:pt x="5" y="39"/>
                    <a:pt x="3" y="36"/>
                  </a:cubicBezTo>
                  <a:cubicBezTo>
                    <a:pt x="1" y="33"/>
                    <a:pt x="0" y="29"/>
                    <a:pt x="0" y="26"/>
                  </a:cubicBezTo>
                  <a:cubicBezTo>
                    <a:pt x="0" y="25"/>
                    <a:pt x="0" y="24"/>
                    <a:pt x="0" y="23"/>
                  </a:cubicBezTo>
                  <a:cubicBezTo>
                    <a:pt x="0" y="23"/>
                    <a:pt x="0" y="22"/>
                    <a:pt x="0" y="21"/>
                  </a:cubicBezTo>
                  <a:cubicBezTo>
                    <a:pt x="0" y="18"/>
                    <a:pt x="1" y="14"/>
                    <a:pt x="3" y="11"/>
                  </a:cubicBezTo>
                  <a:cubicBezTo>
                    <a:pt x="5" y="8"/>
                    <a:pt x="8" y="5"/>
                    <a:pt x="11" y="3"/>
                  </a:cubicBezTo>
                  <a:cubicBezTo>
                    <a:pt x="14" y="1"/>
                    <a:pt x="18" y="0"/>
                    <a:pt x="21" y="0"/>
                  </a:cubicBezTo>
                  <a:cubicBezTo>
                    <a:pt x="22" y="0"/>
                    <a:pt x="23" y="0"/>
                    <a:pt x="24" y="0"/>
                  </a:cubicBezTo>
                  <a:cubicBezTo>
                    <a:pt x="39" y="1"/>
                    <a:pt x="45" y="11"/>
                    <a:pt x="4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38"/>
            <p:cNvSpPr/>
            <p:nvPr/>
          </p:nvSpPr>
          <p:spPr>
            <a:xfrm rot="-755217">
              <a:off x="10427633" y="3936074"/>
              <a:ext cx="41307" cy="103263"/>
            </a:xfrm>
            <a:custGeom>
              <a:rect b="b" l="l" r="r" t="t"/>
              <a:pathLst>
                <a:path extrusionOk="0" h="125" w="50">
                  <a:moveTo>
                    <a:pt x="48" y="0"/>
                  </a:moveTo>
                  <a:cubicBezTo>
                    <a:pt x="48" y="47"/>
                    <a:pt x="17" y="83"/>
                    <a:pt x="0" y="124"/>
                  </a:cubicBezTo>
                  <a:cubicBezTo>
                    <a:pt x="7" y="87"/>
                    <a:pt x="20" y="51"/>
                    <a:pt x="39" y="18"/>
                  </a:cubicBezTo>
                  <a:cubicBezTo>
                    <a:pt x="42" y="13"/>
                    <a:pt x="46" y="7"/>
                    <a:pt x="49" y="1"/>
                  </a:cubicBezTo>
                  <a:lnTo>
                    <a:pt x="4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38"/>
            <p:cNvSpPr/>
            <p:nvPr/>
          </p:nvSpPr>
          <p:spPr>
            <a:xfrm rot="-755217">
              <a:off x="9399706" y="3258167"/>
              <a:ext cx="57004" cy="104915"/>
            </a:xfrm>
            <a:custGeom>
              <a:rect b="b" l="l" r="r" t="t"/>
              <a:pathLst>
                <a:path extrusionOk="0" h="127" w="69">
                  <a:moveTo>
                    <a:pt x="68" y="126"/>
                  </a:moveTo>
                  <a:cubicBezTo>
                    <a:pt x="58" y="112"/>
                    <a:pt x="49" y="97"/>
                    <a:pt x="40" y="82"/>
                  </a:cubicBezTo>
                  <a:cubicBezTo>
                    <a:pt x="25" y="56"/>
                    <a:pt x="12" y="28"/>
                    <a:pt x="0" y="0"/>
                  </a:cubicBezTo>
                  <a:cubicBezTo>
                    <a:pt x="15" y="15"/>
                    <a:pt x="27" y="32"/>
                    <a:pt x="38" y="51"/>
                  </a:cubicBezTo>
                  <a:cubicBezTo>
                    <a:pt x="51" y="74"/>
                    <a:pt x="62" y="99"/>
                    <a:pt x="68"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38"/>
            <p:cNvSpPr/>
            <p:nvPr/>
          </p:nvSpPr>
          <p:spPr>
            <a:xfrm rot="-755217">
              <a:off x="10125508" y="3870601"/>
              <a:ext cx="62787" cy="88393"/>
            </a:xfrm>
            <a:custGeom>
              <a:rect b="b" l="l" r="r" t="t"/>
              <a:pathLst>
                <a:path extrusionOk="0" h="107" w="76">
                  <a:moveTo>
                    <a:pt x="3" y="0"/>
                  </a:moveTo>
                  <a:cubicBezTo>
                    <a:pt x="24" y="22"/>
                    <a:pt x="42" y="46"/>
                    <a:pt x="58" y="73"/>
                  </a:cubicBezTo>
                  <a:cubicBezTo>
                    <a:pt x="64" y="83"/>
                    <a:pt x="69" y="94"/>
                    <a:pt x="75" y="106"/>
                  </a:cubicBezTo>
                  <a:cubicBezTo>
                    <a:pt x="50" y="82"/>
                    <a:pt x="29" y="55"/>
                    <a:pt x="12" y="26"/>
                  </a:cubicBezTo>
                  <a:cubicBezTo>
                    <a:pt x="8" y="18"/>
                    <a:pt x="4" y="11"/>
                    <a:pt x="0" y="3"/>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38"/>
            <p:cNvSpPr/>
            <p:nvPr/>
          </p:nvSpPr>
          <p:spPr>
            <a:xfrm rot="-755217">
              <a:off x="9689682" y="3010209"/>
              <a:ext cx="57830" cy="81784"/>
            </a:xfrm>
            <a:custGeom>
              <a:rect b="b" l="l" r="r" t="t"/>
              <a:pathLst>
                <a:path extrusionOk="0" h="99" w="70">
                  <a:moveTo>
                    <a:pt x="69" y="97"/>
                  </a:moveTo>
                  <a:cubicBezTo>
                    <a:pt x="48" y="81"/>
                    <a:pt x="30" y="60"/>
                    <a:pt x="17" y="37"/>
                  </a:cubicBezTo>
                  <a:cubicBezTo>
                    <a:pt x="10" y="25"/>
                    <a:pt x="5" y="13"/>
                    <a:pt x="0" y="0"/>
                  </a:cubicBezTo>
                  <a:cubicBezTo>
                    <a:pt x="27" y="30"/>
                    <a:pt x="58" y="57"/>
                    <a:pt x="68" y="98"/>
                  </a:cubicBezTo>
                  <a:lnTo>
                    <a:pt x="69"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38"/>
            <p:cNvSpPr/>
            <p:nvPr/>
          </p:nvSpPr>
          <p:spPr>
            <a:xfrm rot="-755217">
              <a:off x="10481253" y="3485108"/>
              <a:ext cx="47090" cy="112350"/>
            </a:xfrm>
            <a:custGeom>
              <a:rect b="b" l="l" r="r" t="t"/>
              <a:pathLst>
                <a:path extrusionOk="0" h="136" w="57">
                  <a:moveTo>
                    <a:pt x="56" y="0"/>
                  </a:moveTo>
                  <a:cubicBezTo>
                    <a:pt x="50" y="39"/>
                    <a:pt x="36" y="75"/>
                    <a:pt x="17" y="109"/>
                  </a:cubicBezTo>
                  <a:cubicBezTo>
                    <a:pt x="12" y="118"/>
                    <a:pt x="6" y="127"/>
                    <a:pt x="0" y="135"/>
                  </a:cubicBezTo>
                  <a:cubicBezTo>
                    <a:pt x="7" y="97"/>
                    <a:pt x="20" y="60"/>
                    <a:pt x="40" y="27"/>
                  </a:cubicBezTo>
                  <a:cubicBezTo>
                    <a:pt x="45" y="18"/>
                    <a:pt x="50" y="9"/>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38"/>
            <p:cNvSpPr/>
            <p:nvPr/>
          </p:nvSpPr>
          <p:spPr>
            <a:xfrm rot="-755217">
              <a:off x="9153328" y="3359762"/>
              <a:ext cx="67744" cy="66914"/>
            </a:xfrm>
            <a:custGeom>
              <a:rect b="b" l="l" r="r" t="t"/>
              <a:pathLst>
                <a:path extrusionOk="0" h="81" w="82">
                  <a:moveTo>
                    <a:pt x="72" y="80"/>
                  </a:moveTo>
                  <a:lnTo>
                    <a:pt x="0" y="0"/>
                  </a:lnTo>
                  <a:cubicBezTo>
                    <a:pt x="2" y="1"/>
                    <a:pt x="4" y="3"/>
                    <a:pt x="6" y="4"/>
                  </a:cubicBezTo>
                  <a:cubicBezTo>
                    <a:pt x="36" y="21"/>
                    <a:pt x="61" y="44"/>
                    <a:pt x="81" y="73"/>
                  </a:cubicBezTo>
                  <a:lnTo>
                    <a:pt x="7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38"/>
            <p:cNvSpPr/>
            <p:nvPr/>
          </p:nvSpPr>
          <p:spPr>
            <a:xfrm rot="-755217">
              <a:off x="9198599" y="4150741"/>
              <a:ext cx="47090" cy="45436"/>
            </a:xfrm>
            <a:custGeom>
              <a:rect b="b" l="l" r="r" t="t"/>
              <a:pathLst>
                <a:path extrusionOk="0" h="55" w="57">
                  <a:moveTo>
                    <a:pt x="48" y="47"/>
                  </a:moveTo>
                  <a:cubicBezTo>
                    <a:pt x="35" y="54"/>
                    <a:pt x="24" y="47"/>
                    <a:pt x="13" y="41"/>
                  </a:cubicBezTo>
                  <a:cubicBezTo>
                    <a:pt x="12" y="41"/>
                    <a:pt x="11" y="40"/>
                    <a:pt x="10" y="39"/>
                  </a:cubicBezTo>
                  <a:cubicBezTo>
                    <a:pt x="7" y="38"/>
                    <a:pt x="5" y="36"/>
                    <a:pt x="3" y="33"/>
                  </a:cubicBezTo>
                  <a:cubicBezTo>
                    <a:pt x="1" y="30"/>
                    <a:pt x="0" y="27"/>
                    <a:pt x="0" y="24"/>
                  </a:cubicBezTo>
                  <a:cubicBezTo>
                    <a:pt x="0" y="22"/>
                    <a:pt x="1" y="21"/>
                    <a:pt x="1" y="19"/>
                  </a:cubicBezTo>
                  <a:cubicBezTo>
                    <a:pt x="1" y="17"/>
                    <a:pt x="3" y="15"/>
                    <a:pt x="4" y="12"/>
                  </a:cubicBezTo>
                  <a:cubicBezTo>
                    <a:pt x="6" y="8"/>
                    <a:pt x="8" y="6"/>
                    <a:pt x="12" y="4"/>
                  </a:cubicBezTo>
                  <a:cubicBezTo>
                    <a:pt x="14" y="3"/>
                    <a:pt x="16" y="2"/>
                    <a:pt x="18" y="1"/>
                  </a:cubicBezTo>
                  <a:cubicBezTo>
                    <a:pt x="20" y="1"/>
                    <a:pt x="22" y="0"/>
                    <a:pt x="24" y="0"/>
                  </a:cubicBezTo>
                  <a:cubicBezTo>
                    <a:pt x="27" y="0"/>
                    <a:pt x="29" y="1"/>
                    <a:pt x="32" y="3"/>
                  </a:cubicBezTo>
                  <a:cubicBezTo>
                    <a:pt x="35" y="5"/>
                    <a:pt x="37" y="6"/>
                    <a:pt x="39" y="9"/>
                  </a:cubicBezTo>
                  <a:cubicBezTo>
                    <a:pt x="39" y="10"/>
                    <a:pt x="40" y="11"/>
                    <a:pt x="40" y="12"/>
                  </a:cubicBezTo>
                  <a:cubicBezTo>
                    <a:pt x="43" y="23"/>
                    <a:pt x="56" y="32"/>
                    <a:pt x="4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38"/>
            <p:cNvSpPr/>
            <p:nvPr/>
          </p:nvSpPr>
          <p:spPr>
            <a:xfrm rot="-755217">
              <a:off x="8583031" y="4044028"/>
              <a:ext cx="42960" cy="45436"/>
            </a:xfrm>
            <a:custGeom>
              <a:rect b="b" l="l" r="r" t="t"/>
              <a:pathLst>
                <a:path extrusionOk="0" h="55" w="52">
                  <a:moveTo>
                    <a:pt x="45" y="0"/>
                  </a:moveTo>
                  <a:cubicBezTo>
                    <a:pt x="47" y="26"/>
                    <a:pt x="51" y="47"/>
                    <a:pt x="20" y="53"/>
                  </a:cubicBezTo>
                  <a:cubicBezTo>
                    <a:pt x="19" y="53"/>
                    <a:pt x="17" y="54"/>
                    <a:pt x="16" y="54"/>
                  </a:cubicBezTo>
                  <a:cubicBezTo>
                    <a:pt x="13" y="54"/>
                    <a:pt x="11" y="52"/>
                    <a:pt x="8" y="51"/>
                  </a:cubicBezTo>
                  <a:cubicBezTo>
                    <a:pt x="6" y="49"/>
                    <a:pt x="4" y="48"/>
                    <a:pt x="3" y="46"/>
                  </a:cubicBezTo>
                  <a:cubicBezTo>
                    <a:pt x="2" y="44"/>
                    <a:pt x="1" y="42"/>
                    <a:pt x="1" y="39"/>
                  </a:cubicBezTo>
                  <a:cubicBezTo>
                    <a:pt x="0" y="10"/>
                    <a:pt x="21" y="6"/>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38"/>
            <p:cNvSpPr/>
            <p:nvPr/>
          </p:nvSpPr>
          <p:spPr>
            <a:xfrm rot="-755217">
              <a:off x="9896671" y="3000210"/>
              <a:ext cx="48743" cy="53697"/>
            </a:xfrm>
            <a:custGeom>
              <a:rect b="b" l="l" r="r" t="t"/>
              <a:pathLst>
                <a:path extrusionOk="0" h="65" w="59">
                  <a:moveTo>
                    <a:pt x="17" y="1"/>
                  </a:moveTo>
                  <a:cubicBezTo>
                    <a:pt x="58" y="27"/>
                    <a:pt x="58" y="27"/>
                    <a:pt x="43" y="64"/>
                  </a:cubicBezTo>
                  <a:cubicBezTo>
                    <a:pt x="29" y="44"/>
                    <a:pt x="0" y="32"/>
                    <a:pt x="17" y="0"/>
                  </a:cubicBezTo>
                  <a:lnTo>
                    <a:pt x="1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38"/>
            <p:cNvSpPr/>
            <p:nvPr/>
          </p:nvSpPr>
          <p:spPr>
            <a:xfrm rot="-755217">
              <a:off x="9334707" y="3732420"/>
              <a:ext cx="66918" cy="66914"/>
            </a:xfrm>
            <a:custGeom>
              <a:rect b="b" l="l" r="r" t="t"/>
              <a:pathLst>
                <a:path extrusionOk="0" h="81" w="81">
                  <a:moveTo>
                    <a:pt x="0" y="0"/>
                  </a:moveTo>
                  <a:lnTo>
                    <a:pt x="80" y="80"/>
                  </a:lnTo>
                  <a:cubicBezTo>
                    <a:pt x="75" y="78"/>
                    <a:pt x="71" y="75"/>
                    <a:pt x="67" y="73"/>
                  </a:cubicBezTo>
                  <a:cubicBezTo>
                    <a:pt x="42" y="59"/>
                    <a:pt x="21" y="38"/>
                    <a:pt x="7" y="13"/>
                  </a:cubicBezTo>
                  <a:cubicBezTo>
                    <a:pt x="5" y="9"/>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38"/>
            <p:cNvSpPr/>
            <p:nvPr/>
          </p:nvSpPr>
          <p:spPr>
            <a:xfrm rot="-755217">
              <a:off x="8960622" y="3208321"/>
              <a:ext cx="67744" cy="84263"/>
            </a:xfrm>
            <a:custGeom>
              <a:rect b="b" l="l" r="r" t="t"/>
              <a:pathLst>
                <a:path extrusionOk="0" h="102" w="82">
                  <a:moveTo>
                    <a:pt x="77" y="101"/>
                  </a:moveTo>
                  <a:cubicBezTo>
                    <a:pt x="52" y="82"/>
                    <a:pt x="31" y="59"/>
                    <a:pt x="15" y="31"/>
                  </a:cubicBezTo>
                  <a:cubicBezTo>
                    <a:pt x="9" y="21"/>
                    <a:pt x="4" y="11"/>
                    <a:pt x="0" y="0"/>
                  </a:cubicBezTo>
                  <a:cubicBezTo>
                    <a:pt x="32" y="28"/>
                    <a:pt x="59" y="61"/>
                    <a:pt x="81" y="97"/>
                  </a:cubicBezTo>
                  <a:lnTo>
                    <a:pt x="77" y="10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38"/>
            <p:cNvSpPr/>
            <p:nvPr/>
          </p:nvSpPr>
          <p:spPr>
            <a:xfrm rot="-755217">
              <a:off x="10357967" y="4153856"/>
              <a:ext cx="31394" cy="76002"/>
            </a:xfrm>
            <a:custGeom>
              <a:rect b="b" l="l" r="r" t="t"/>
              <a:pathLst>
                <a:path extrusionOk="0" h="92" w="38">
                  <a:moveTo>
                    <a:pt x="37" y="91"/>
                  </a:moveTo>
                  <a:cubicBezTo>
                    <a:pt x="2" y="56"/>
                    <a:pt x="0" y="50"/>
                    <a:pt x="8" y="0"/>
                  </a:cubicBezTo>
                  <a:cubicBezTo>
                    <a:pt x="23" y="34"/>
                    <a:pt x="20" y="66"/>
                    <a:pt x="37"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38"/>
            <p:cNvSpPr/>
            <p:nvPr/>
          </p:nvSpPr>
          <p:spPr>
            <a:xfrm rot="-755217">
              <a:off x="7758708" y="1982571"/>
              <a:ext cx="71875" cy="41305"/>
            </a:xfrm>
            <a:custGeom>
              <a:rect b="b" l="l" r="r" t="t"/>
              <a:pathLst>
                <a:path extrusionOk="0" h="50" w="87">
                  <a:moveTo>
                    <a:pt x="86" y="49"/>
                  </a:moveTo>
                  <a:cubicBezTo>
                    <a:pt x="69" y="45"/>
                    <a:pt x="53" y="39"/>
                    <a:pt x="38" y="30"/>
                  </a:cubicBezTo>
                  <a:cubicBezTo>
                    <a:pt x="24" y="22"/>
                    <a:pt x="11" y="12"/>
                    <a:pt x="0" y="0"/>
                  </a:cubicBezTo>
                  <a:cubicBezTo>
                    <a:pt x="17" y="3"/>
                    <a:pt x="33" y="10"/>
                    <a:pt x="48" y="18"/>
                  </a:cubicBezTo>
                  <a:cubicBezTo>
                    <a:pt x="62" y="26"/>
                    <a:pt x="75" y="37"/>
                    <a:pt x="8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38"/>
            <p:cNvSpPr/>
            <p:nvPr/>
          </p:nvSpPr>
          <p:spPr>
            <a:xfrm rot="-755217">
              <a:off x="8127949" y="3403901"/>
              <a:ext cx="57004" cy="83436"/>
            </a:xfrm>
            <a:custGeom>
              <a:rect b="b" l="l" r="r" t="t"/>
              <a:pathLst>
                <a:path extrusionOk="0" h="101" w="69">
                  <a:moveTo>
                    <a:pt x="68" y="99"/>
                  </a:moveTo>
                  <a:cubicBezTo>
                    <a:pt x="47" y="82"/>
                    <a:pt x="30" y="62"/>
                    <a:pt x="16" y="38"/>
                  </a:cubicBezTo>
                  <a:cubicBezTo>
                    <a:pt x="10" y="27"/>
                    <a:pt x="4" y="15"/>
                    <a:pt x="0" y="2"/>
                  </a:cubicBezTo>
                  <a:lnTo>
                    <a:pt x="2" y="0"/>
                  </a:lnTo>
                  <a:cubicBezTo>
                    <a:pt x="20" y="16"/>
                    <a:pt x="35" y="36"/>
                    <a:pt x="47" y="57"/>
                  </a:cubicBezTo>
                  <a:cubicBezTo>
                    <a:pt x="55" y="70"/>
                    <a:pt x="62" y="85"/>
                    <a:pt x="67" y="100"/>
                  </a:cubicBezTo>
                  <a:lnTo>
                    <a:pt x="68"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38"/>
            <p:cNvSpPr/>
            <p:nvPr/>
          </p:nvSpPr>
          <p:spPr>
            <a:xfrm rot="-755217">
              <a:off x="8510913" y="3074825"/>
              <a:ext cx="61135" cy="69393"/>
            </a:xfrm>
            <a:custGeom>
              <a:rect b="b" l="l" r="r" t="t"/>
              <a:pathLst>
                <a:path extrusionOk="0" h="84" w="74">
                  <a:moveTo>
                    <a:pt x="0" y="1"/>
                  </a:moveTo>
                  <a:cubicBezTo>
                    <a:pt x="35" y="18"/>
                    <a:pt x="50" y="54"/>
                    <a:pt x="73" y="83"/>
                  </a:cubicBezTo>
                  <a:cubicBezTo>
                    <a:pt x="44" y="60"/>
                    <a:pt x="12" y="3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38"/>
            <p:cNvSpPr/>
            <p:nvPr/>
          </p:nvSpPr>
          <p:spPr>
            <a:xfrm rot="-755217">
              <a:off x="7856762" y="2065988"/>
              <a:ext cx="61961" cy="48740"/>
            </a:xfrm>
            <a:custGeom>
              <a:rect b="b" l="l" r="r" t="t"/>
              <a:pathLst>
                <a:path extrusionOk="0" h="59" w="75">
                  <a:moveTo>
                    <a:pt x="8" y="0"/>
                  </a:moveTo>
                  <a:lnTo>
                    <a:pt x="74" y="58"/>
                  </a:lnTo>
                  <a:cubicBezTo>
                    <a:pt x="61" y="56"/>
                    <a:pt x="49" y="51"/>
                    <a:pt x="37" y="44"/>
                  </a:cubicBezTo>
                  <a:cubicBezTo>
                    <a:pt x="22" y="36"/>
                    <a:pt x="9" y="24"/>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38"/>
            <p:cNvSpPr/>
            <p:nvPr/>
          </p:nvSpPr>
          <p:spPr>
            <a:xfrm rot="-755217">
              <a:off x="7923999" y="2052298"/>
              <a:ext cx="66092" cy="56175"/>
            </a:xfrm>
            <a:custGeom>
              <a:rect b="b" l="l" r="r" t="t"/>
              <a:pathLst>
                <a:path extrusionOk="0" h="68" w="80">
                  <a:moveTo>
                    <a:pt x="79" y="67"/>
                  </a:moveTo>
                  <a:cubicBezTo>
                    <a:pt x="68" y="64"/>
                    <a:pt x="58" y="60"/>
                    <a:pt x="48" y="55"/>
                  </a:cubicBezTo>
                  <a:cubicBezTo>
                    <a:pt x="31" y="45"/>
                    <a:pt x="16" y="30"/>
                    <a:pt x="6" y="12"/>
                  </a:cubicBezTo>
                  <a:cubicBezTo>
                    <a:pt x="4" y="8"/>
                    <a:pt x="1" y="4"/>
                    <a:pt x="0" y="0"/>
                  </a:cubicBezTo>
                  <a:lnTo>
                    <a:pt x="79"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38"/>
            <p:cNvSpPr/>
            <p:nvPr/>
          </p:nvSpPr>
          <p:spPr>
            <a:xfrm rot="-755217">
              <a:off x="8738794" y="3469914"/>
              <a:ext cx="47917" cy="78480"/>
            </a:xfrm>
            <a:custGeom>
              <a:rect b="b" l="l" r="r" t="t"/>
              <a:pathLst>
                <a:path extrusionOk="0" h="95" w="58">
                  <a:moveTo>
                    <a:pt x="57" y="94"/>
                  </a:moveTo>
                  <a:cubicBezTo>
                    <a:pt x="41" y="79"/>
                    <a:pt x="28" y="62"/>
                    <a:pt x="18" y="43"/>
                  </a:cubicBezTo>
                  <a:cubicBezTo>
                    <a:pt x="11" y="31"/>
                    <a:pt x="5" y="18"/>
                    <a:pt x="0" y="5"/>
                  </a:cubicBezTo>
                  <a:lnTo>
                    <a:pt x="10" y="0"/>
                  </a:lnTo>
                  <a:lnTo>
                    <a:pt x="5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38"/>
            <p:cNvSpPr/>
            <p:nvPr/>
          </p:nvSpPr>
          <p:spPr>
            <a:xfrm rot="-755217">
              <a:off x="8082271" y="2199530"/>
              <a:ext cx="76006" cy="56175"/>
            </a:xfrm>
            <a:custGeom>
              <a:rect b="b" l="l" r="r" t="t"/>
              <a:pathLst>
                <a:path extrusionOk="0" h="68" w="92">
                  <a:moveTo>
                    <a:pt x="8" y="0"/>
                  </a:moveTo>
                  <a:cubicBezTo>
                    <a:pt x="14" y="3"/>
                    <a:pt x="20" y="6"/>
                    <a:pt x="26" y="9"/>
                  </a:cubicBezTo>
                  <a:cubicBezTo>
                    <a:pt x="51" y="24"/>
                    <a:pt x="73" y="44"/>
                    <a:pt x="91" y="67"/>
                  </a:cubicBezTo>
                  <a:lnTo>
                    <a:pt x="0" y="9"/>
                  </a:ln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38"/>
            <p:cNvSpPr/>
            <p:nvPr/>
          </p:nvSpPr>
          <p:spPr>
            <a:xfrm rot="-755217">
              <a:off x="9317825" y="4319299"/>
              <a:ext cx="33872" cy="34696"/>
            </a:xfrm>
            <a:custGeom>
              <a:rect b="b" l="l" r="r" t="t"/>
              <a:pathLst>
                <a:path extrusionOk="0" h="42" w="41">
                  <a:moveTo>
                    <a:pt x="21" y="41"/>
                  </a:moveTo>
                  <a:cubicBezTo>
                    <a:pt x="9" y="41"/>
                    <a:pt x="0" y="36"/>
                    <a:pt x="0" y="23"/>
                  </a:cubicBezTo>
                  <a:cubicBezTo>
                    <a:pt x="0" y="10"/>
                    <a:pt x="9" y="4"/>
                    <a:pt x="20" y="1"/>
                  </a:cubicBezTo>
                  <a:cubicBezTo>
                    <a:pt x="21" y="0"/>
                    <a:pt x="23" y="0"/>
                    <a:pt x="25" y="0"/>
                  </a:cubicBezTo>
                  <a:cubicBezTo>
                    <a:pt x="27" y="0"/>
                    <a:pt x="30" y="1"/>
                    <a:pt x="32" y="2"/>
                  </a:cubicBezTo>
                  <a:cubicBezTo>
                    <a:pt x="34" y="3"/>
                    <a:pt x="36" y="5"/>
                    <a:pt x="37" y="7"/>
                  </a:cubicBezTo>
                  <a:cubicBezTo>
                    <a:pt x="38" y="9"/>
                    <a:pt x="39" y="11"/>
                    <a:pt x="39" y="13"/>
                  </a:cubicBezTo>
                  <a:cubicBezTo>
                    <a:pt x="39" y="16"/>
                    <a:pt x="40" y="18"/>
                    <a:pt x="40" y="20"/>
                  </a:cubicBezTo>
                  <a:cubicBezTo>
                    <a:pt x="40" y="24"/>
                    <a:pt x="39" y="27"/>
                    <a:pt x="37" y="31"/>
                  </a:cubicBezTo>
                  <a:cubicBezTo>
                    <a:pt x="35" y="35"/>
                    <a:pt x="32" y="36"/>
                    <a:pt x="29" y="38"/>
                  </a:cubicBezTo>
                  <a:cubicBezTo>
                    <a:pt x="27" y="39"/>
                    <a:pt x="24" y="41"/>
                    <a:pt x="21"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38"/>
            <p:cNvSpPr/>
            <p:nvPr/>
          </p:nvSpPr>
          <p:spPr>
            <a:xfrm rot="-755217">
              <a:off x="8840502" y="4364676"/>
              <a:ext cx="43786" cy="34696"/>
            </a:xfrm>
            <a:custGeom>
              <a:rect b="b" l="l" r="r" t="t"/>
              <a:pathLst>
                <a:path extrusionOk="0" h="42" w="53">
                  <a:moveTo>
                    <a:pt x="52" y="41"/>
                  </a:moveTo>
                  <a:cubicBezTo>
                    <a:pt x="50" y="41"/>
                    <a:pt x="49" y="41"/>
                    <a:pt x="47" y="41"/>
                  </a:cubicBezTo>
                  <a:cubicBezTo>
                    <a:pt x="36" y="41"/>
                    <a:pt x="25" y="38"/>
                    <a:pt x="15" y="32"/>
                  </a:cubicBezTo>
                  <a:cubicBezTo>
                    <a:pt x="11" y="30"/>
                    <a:pt x="8" y="28"/>
                    <a:pt x="5" y="25"/>
                  </a:cubicBezTo>
                  <a:cubicBezTo>
                    <a:pt x="4" y="24"/>
                    <a:pt x="3" y="23"/>
                    <a:pt x="2" y="22"/>
                  </a:cubicBezTo>
                  <a:cubicBezTo>
                    <a:pt x="1" y="19"/>
                    <a:pt x="0" y="17"/>
                    <a:pt x="0" y="15"/>
                  </a:cubicBezTo>
                  <a:cubicBezTo>
                    <a:pt x="0" y="12"/>
                    <a:pt x="1" y="10"/>
                    <a:pt x="2" y="8"/>
                  </a:cubicBezTo>
                  <a:cubicBezTo>
                    <a:pt x="2" y="7"/>
                    <a:pt x="2" y="6"/>
                    <a:pt x="3" y="6"/>
                  </a:cubicBezTo>
                  <a:cubicBezTo>
                    <a:pt x="4" y="4"/>
                    <a:pt x="6" y="3"/>
                    <a:pt x="7" y="2"/>
                  </a:cubicBezTo>
                  <a:cubicBezTo>
                    <a:pt x="9" y="0"/>
                    <a:pt x="12" y="0"/>
                    <a:pt x="14" y="0"/>
                  </a:cubicBezTo>
                  <a:cubicBezTo>
                    <a:pt x="16" y="0"/>
                    <a:pt x="18" y="0"/>
                    <a:pt x="20" y="2"/>
                  </a:cubicBezTo>
                  <a:cubicBezTo>
                    <a:pt x="21" y="3"/>
                    <a:pt x="21" y="2"/>
                    <a:pt x="21" y="2"/>
                  </a:cubicBezTo>
                  <a:cubicBezTo>
                    <a:pt x="34" y="11"/>
                    <a:pt x="50" y="17"/>
                    <a:pt x="52"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38"/>
            <p:cNvSpPr/>
            <p:nvPr/>
          </p:nvSpPr>
          <p:spPr>
            <a:xfrm rot="-755217">
              <a:off x="8603418" y="3332221"/>
              <a:ext cx="64440" cy="64436"/>
            </a:xfrm>
            <a:custGeom>
              <a:rect b="b" l="l" r="r" t="t"/>
              <a:pathLst>
                <a:path extrusionOk="0" h="78" w="78">
                  <a:moveTo>
                    <a:pt x="5" y="0"/>
                  </a:moveTo>
                  <a:lnTo>
                    <a:pt x="77" y="77"/>
                  </a:lnTo>
                  <a:cubicBezTo>
                    <a:pt x="72" y="74"/>
                    <a:pt x="67" y="72"/>
                    <a:pt x="62" y="69"/>
                  </a:cubicBezTo>
                  <a:cubicBezTo>
                    <a:pt x="37" y="54"/>
                    <a:pt x="17" y="34"/>
                    <a:pt x="3" y="10"/>
                  </a:cubicBezTo>
                  <a:cubicBezTo>
                    <a:pt x="2" y="8"/>
                    <a:pt x="1" y="6"/>
                    <a:pt x="0" y="5"/>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38"/>
            <p:cNvSpPr/>
            <p:nvPr/>
          </p:nvSpPr>
          <p:spPr>
            <a:xfrm rot="-755217">
              <a:off x="10206231" y="3862592"/>
              <a:ext cx="62787" cy="76828"/>
            </a:xfrm>
            <a:custGeom>
              <a:rect b="b" l="l" r="r" t="t"/>
              <a:pathLst>
                <a:path extrusionOk="0" h="93" w="76">
                  <a:moveTo>
                    <a:pt x="24" y="56"/>
                  </a:moveTo>
                  <a:cubicBezTo>
                    <a:pt x="27" y="33"/>
                    <a:pt x="0" y="22"/>
                    <a:pt x="2" y="0"/>
                  </a:cubicBezTo>
                  <a:cubicBezTo>
                    <a:pt x="39" y="18"/>
                    <a:pt x="44" y="60"/>
                    <a:pt x="75" y="92"/>
                  </a:cubicBezTo>
                  <a:cubicBezTo>
                    <a:pt x="43" y="88"/>
                    <a:pt x="46" y="55"/>
                    <a:pt x="22" y="53"/>
                  </a:cubicBezTo>
                  <a:lnTo>
                    <a:pt x="2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38"/>
            <p:cNvSpPr/>
            <p:nvPr/>
          </p:nvSpPr>
          <p:spPr>
            <a:xfrm rot="-755217">
              <a:off x="8578141" y="4155333"/>
              <a:ext cx="41307" cy="44610"/>
            </a:xfrm>
            <a:custGeom>
              <a:rect b="b" l="l" r="r" t="t"/>
              <a:pathLst>
                <a:path extrusionOk="0" h="54" w="50">
                  <a:moveTo>
                    <a:pt x="49" y="53"/>
                  </a:moveTo>
                  <a:cubicBezTo>
                    <a:pt x="41" y="52"/>
                    <a:pt x="34" y="51"/>
                    <a:pt x="27" y="48"/>
                  </a:cubicBezTo>
                  <a:cubicBezTo>
                    <a:pt x="13" y="38"/>
                    <a:pt x="0" y="27"/>
                    <a:pt x="9" y="8"/>
                  </a:cubicBezTo>
                  <a:cubicBezTo>
                    <a:pt x="9" y="7"/>
                    <a:pt x="9" y="7"/>
                    <a:pt x="9" y="7"/>
                  </a:cubicBezTo>
                  <a:cubicBezTo>
                    <a:pt x="10" y="5"/>
                    <a:pt x="12" y="4"/>
                    <a:pt x="13" y="3"/>
                  </a:cubicBezTo>
                  <a:cubicBezTo>
                    <a:pt x="15" y="2"/>
                    <a:pt x="16" y="2"/>
                    <a:pt x="17" y="1"/>
                  </a:cubicBezTo>
                  <a:cubicBezTo>
                    <a:pt x="39" y="0"/>
                    <a:pt x="34" y="21"/>
                    <a:pt x="41" y="31"/>
                  </a:cubicBezTo>
                  <a:cubicBezTo>
                    <a:pt x="45" y="38"/>
                    <a:pt x="47" y="46"/>
                    <a:pt x="49"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38"/>
            <p:cNvSpPr/>
            <p:nvPr/>
          </p:nvSpPr>
          <p:spPr>
            <a:xfrm rot="-755217">
              <a:off x="9316561" y="3955083"/>
              <a:ext cx="22306" cy="93350"/>
            </a:xfrm>
            <a:custGeom>
              <a:rect b="b" l="l" r="r" t="t"/>
              <a:pathLst>
                <a:path extrusionOk="0" h="113" w="27">
                  <a:moveTo>
                    <a:pt x="26" y="112"/>
                  </a:moveTo>
                  <a:cubicBezTo>
                    <a:pt x="23" y="108"/>
                    <a:pt x="20" y="103"/>
                    <a:pt x="18" y="99"/>
                  </a:cubicBezTo>
                  <a:cubicBezTo>
                    <a:pt x="6" y="79"/>
                    <a:pt x="0" y="56"/>
                    <a:pt x="0" y="33"/>
                  </a:cubicBezTo>
                  <a:cubicBezTo>
                    <a:pt x="0" y="22"/>
                    <a:pt x="2" y="11"/>
                    <a:pt x="4" y="0"/>
                  </a:cubicBezTo>
                  <a:cubicBezTo>
                    <a:pt x="12" y="37"/>
                    <a:pt x="15" y="75"/>
                    <a:pt x="26"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38"/>
            <p:cNvSpPr/>
            <p:nvPr/>
          </p:nvSpPr>
          <p:spPr>
            <a:xfrm rot="-755217">
              <a:off x="8564339" y="2518891"/>
              <a:ext cx="66918" cy="74349"/>
            </a:xfrm>
            <a:custGeom>
              <a:rect b="b" l="l" r="r" t="t"/>
              <a:pathLst>
                <a:path extrusionOk="0" h="90" w="81">
                  <a:moveTo>
                    <a:pt x="0" y="0"/>
                  </a:moveTo>
                  <a:cubicBezTo>
                    <a:pt x="30" y="27"/>
                    <a:pt x="56" y="57"/>
                    <a:pt x="80" y="89"/>
                  </a:cubicBezTo>
                  <a:cubicBezTo>
                    <a:pt x="50" y="71"/>
                    <a:pt x="26" y="46"/>
                    <a:pt x="9" y="17"/>
                  </a:cubicBezTo>
                  <a:cubicBezTo>
                    <a:pt x="6" y="11"/>
                    <a:pt x="3"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38"/>
            <p:cNvSpPr/>
            <p:nvPr/>
          </p:nvSpPr>
          <p:spPr>
            <a:xfrm rot="-755217">
              <a:off x="9466351" y="3622833"/>
              <a:ext cx="57004" cy="63610"/>
            </a:xfrm>
            <a:custGeom>
              <a:rect b="b" l="l" r="r" t="t"/>
              <a:pathLst>
                <a:path extrusionOk="0" h="77" w="69">
                  <a:moveTo>
                    <a:pt x="0" y="0"/>
                  </a:moveTo>
                  <a:cubicBezTo>
                    <a:pt x="27" y="20"/>
                    <a:pt x="50" y="45"/>
                    <a:pt x="66" y="74"/>
                  </a:cubicBezTo>
                  <a:cubicBezTo>
                    <a:pt x="67" y="74"/>
                    <a:pt x="67" y="75"/>
                    <a:pt x="68" y="76"/>
                  </a:cubicBezTo>
                  <a:cubicBezTo>
                    <a:pt x="41" y="57"/>
                    <a:pt x="19" y="32"/>
                    <a:pt x="2" y="4"/>
                  </a:cubicBezTo>
                  <a:cubicBezTo>
                    <a:pt x="2" y="3"/>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38"/>
            <p:cNvSpPr/>
            <p:nvPr/>
          </p:nvSpPr>
          <p:spPr>
            <a:xfrm rot="-755217">
              <a:off x="9550880" y="2889762"/>
              <a:ext cx="54526" cy="57827"/>
            </a:xfrm>
            <a:custGeom>
              <a:rect b="b" l="l" r="r" t="t"/>
              <a:pathLst>
                <a:path extrusionOk="0" h="70" w="66">
                  <a:moveTo>
                    <a:pt x="0" y="1"/>
                  </a:moveTo>
                  <a:cubicBezTo>
                    <a:pt x="32" y="14"/>
                    <a:pt x="41" y="49"/>
                    <a:pt x="65" y="69"/>
                  </a:cubicBezTo>
                  <a:cubicBezTo>
                    <a:pt x="39" y="50"/>
                    <a:pt x="8" y="3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38"/>
            <p:cNvSpPr/>
            <p:nvPr/>
          </p:nvSpPr>
          <p:spPr>
            <a:xfrm rot="-755217">
              <a:off x="10396016" y="4159233"/>
              <a:ext cx="26437" cy="57827"/>
            </a:xfrm>
            <a:custGeom>
              <a:rect b="b" l="l" r="r" t="t"/>
              <a:pathLst>
                <a:path extrusionOk="0" h="70" w="32">
                  <a:moveTo>
                    <a:pt x="22" y="0"/>
                  </a:moveTo>
                  <a:cubicBezTo>
                    <a:pt x="29" y="26"/>
                    <a:pt x="17" y="49"/>
                    <a:pt x="31" y="69"/>
                  </a:cubicBezTo>
                  <a:cubicBezTo>
                    <a:pt x="1" y="44"/>
                    <a:pt x="0" y="4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38"/>
            <p:cNvSpPr/>
            <p:nvPr/>
          </p:nvSpPr>
          <p:spPr>
            <a:xfrm rot="-755217">
              <a:off x="8900356" y="4077107"/>
              <a:ext cx="35524" cy="32218"/>
            </a:xfrm>
            <a:custGeom>
              <a:rect b="b" l="l" r="r" t="t"/>
              <a:pathLst>
                <a:path extrusionOk="0" h="39" w="43">
                  <a:moveTo>
                    <a:pt x="27" y="38"/>
                  </a:moveTo>
                  <a:cubicBezTo>
                    <a:pt x="22" y="38"/>
                    <a:pt x="18" y="37"/>
                    <a:pt x="14" y="34"/>
                  </a:cubicBezTo>
                  <a:cubicBezTo>
                    <a:pt x="10" y="31"/>
                    <a:pt x="6" y="29"/>
                    <a:pt x="4" y="25"/>
                  </a:cubicBezTo>
                  <a:cubicBezTo>
                    <a:pt x="2" y="21"/>
                    <a:pt x="0" y="16"/>
                    <a:pt x="0" y="11"/>
                  </a:cubicBezTo>
                  <a:cubicBezTo>
                    <a:pt x="0" y="7"/>
                    <a:pt x="6" y="0"/>
                    <a:pt x="9" y="0"/>
                  </a:cubicBezTo>
                  <a:lnTo>
                    <a:pt x="10" y="0"/>
                  </a:lnTo>
                  <a:cubicBezTo>
                    <a:pt x="15" y="0"/>
                    <a:pt x="20" y="1"/>
                    <a:pt x="25" y="4"/>
                  </a:cubicBezTo>
                  <a:cubicBezTo>
                    <a:pt x="30" y="7"/>
                    <a:pt x="34" y="10"/>
                    <a:pt x="36" y="15"/>
                  </a:cubicBezTo>
                  <a:cubicBezTo>
                    <a:pt x="38" y="18"/>
                    <a:pt x="39" y="21"/>
                    <a:pt x="40" y="23"/>
                  </a:cubicBezTo>
                  <a:cubicBezTo>
                    <a:pt x="42" y="30"/>
                    <a:pt x="37" y="37"/>
                    <a:pt x="2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38"/>
            <p:cNvSpPr/>
            <p:nvPr/>
          </p:nvSpPr>
          <p:spPr>
            <a:xfrm rot="-755217">
              <a:off x="8497710" y="2509656"/>
              <a:ext cx="55352" cy="73523"/>
            </a:xfrm>
            <a:custGeom>
              <a:rect b="b" l="l" r="r" t="t"/>
              <a:pathLst>
                <a:path extrusionOk="0" h="89" w="67">
                  <a:moveTo>
                    <a:pt x="66" y="88"/>
                  </a:moveTo>
                  <a:cubicBezTo>
                    <a:pt x="45" y="73"/>
                    <a:pt x="27" y="54"/>
                    <a:pt x="14" y="31"/>
                  </a:cubicBezTo>
                  <a:cubicBezTo>
                    <a:pt x="8" y="21"/>
                    <a:pt x="4" y="11"/>
                    <a:pt x="0" y="0"/>
                  </a:cubicBezTo>
                  <a:cubicBezTo>
                    <a:pt x="21" y="14"/>
                    <a:pt x="38" y="32"/>
                    <a:pt x="51" y="54"/>
                  </a:cubicBezTo>
                  <a:cubicBezTo>
                    <a:pt x="58" y="65"/>
                    <a:pt x="62" y="76"/>
                    <a:pt x="66"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38"/>
            <p:cNvSpPr/>
            <p:nvPr/>
          </p:nvSpPr>
          <p:spPr>
            <a:xfrm rot="-755217">
              <a:off x="9196072" y="2700266"/>
              <a:ext cx="51221" cy="64436"/>
            </a:xfrm>
            <a:custGeom>
              <a:rect b="b" l="l" r="r" t="t"/>
              <a:pathLst>
                <a:path extrusionOk="0" h="78" w="62">
                  <a:moveTo>
                    <a:pt x="61" y="76"/>
                  </a:moveTo>
                  <a:cubicBezTo>
                    <a:pt x="28" y="61"/>
                    <a:pt x="15" y="29"/>
                    <a:pt x="0" y="0"/>
                  </a:cubicBezTo>
                  <a:cubicBezTo>
                    <a:pt x="20" y="14"/>
                    <a:pt x="36" y="32"/>
                    <a:pt x="49" y="53"/>
                  </a:cubicBezTo>
                  <a:cubicBezTo>
                    <a:pt x="53" y="60"/>
                    <a:pt x="57" y="69"/>
                    <a:pt x="60" y="77"/>
                  </a:cubicBezTo>
                  <a:lnTo>
                    <a:pt x="61"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38"/>
            <p:cNvSpPr/>
            <p:nvPr/>
          </p:nvSpPr>
          <p:spPr>
            <a:xfrm rot="-755217">
              <a:off x="9721202" y="3809685"/>
              <a:ext cx="56178" cy="54523"/>
            </a:xfrm>
            <a:custGeom>
              <a:rect b="b" l="l" r="r" t="t"/>
              <a:pathLst>
                <a:path extrusionOk="0" h="66" w="68">
                  <a:moveTo>
                    <a:pt x="67" y="65"/>
                  </a:moveTo>
                  <a:cubicBezTo>
                    <a:pt x="40" y="49"/>
                    <a:pt x="17" y="27"/>
                    <a:pt x="0" y="0"/>
                  </a:cubicBezTo>
                  <a:lnTo>
                    <a:pt x="67" y="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38"/>
            <p:cNvSpPr/>
            <p:nvPr/>
          </p:nvSpPr>
          <p:spPr>
            <a:xfrm rot="-755217">
              <a:off x="9636397" y="3746006"/>
              <a:ext cx="54526" cy="66914"/>
            </a:xfrm>
            <a:custGeom>
              <a:rect b="b" l="l" r="r" t="t"/>
              <a:pathLst>
                <a:path extrusionOk="0" h="81" w="66">
                  <a:moveTo>
                    <a:pt x="65" y="80"/>
                  </a:moveTo>
                  <a:cubicBezTo>
                    <a:pt x="42" y="62"/>
                    <a:pt x="22" y="39"/>
                    <a:pt x="8" y="14"/>
                  </a:cubicBezTo>
                  <a:cubicBezTo>
                    <a:pt x="5" y="10"/>
                    <a:pt x="3" y="5"/>
                    <a:pt x="0" y="0"/>
                  </a:cubicBezTo>
                  <a:cubicBezTo>
                    <a:pt x="1" y="1"/>
                    <a:pt x="1" y="1"/>
                    <a:pt x="1" y="1"/>
                  </a:cubicBezTo>
                  <a:cubicBezTo>
                    <a:pt x="23" y="13"/>
                    <a:pt x="40" y="31"/>
                    <a:pt x="53" y="52"/>
                  </a:cubicBezTo>
                  <a:cubicBezTo>
                    <a:pt x="58" y="61"/>
                    <a:pt x="62" y="70"/>
                    <a:pt x="65"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38"/>
            <p:cNvSpPr/>
            <p:nvPr/>
          </p:nvSpPr>
          <p:spPr>
            <a:xfrm rot="-755217">
              <a:off x="9428616" y="4357188"/>
              <a:ext cx="33872" cy="33870"/>
            </a:xfrm>
            <a:custGeom>
              <a:rect b="b" l="l" r="r" t="t"/>
              <a:pathLst>
                <a:path extrusionOk="0" h="41" w="41">
                  <a:moveTo>
                    <a:pt x="40" y="17"/>
                  </a:moveTo>
                  <a:cubicBezTo>
                    <a:pt x="40" y="21"/>
                    <a:pt x="39" y="25"/>
                    <a:pt x="37" y="28"/>
                  </a:cubicBezTo>
                  <a:cubicBezTo>
                    <a:pt x="35" y="32"/>
                    <a:pt x="31" y="35"/>
                    <a:pt x="27" y="37"/>
                  </a:cubicBezTo>
                  <a:cubicBezTo>
                    <a:pt x="23" y="39"/>
                    <a:pt x="19" y="40"/>
                    <a:pt x="15" y="40"/>
                  </a:cubicBezTo>
                  <a:lnTo>
                    <a:pt x="14" y="40"/>
                  </a:lnTo>
                  <a:cubicBezTo>
                    <a:pt x="12" y="40"/>
                    <a:pt x="9" y="39"/>
                    <a:pt x="7" y="38"/>
                  </a:cubicBezTo>
                  <a:cubicBezTo>
                    <a:pt x="5" y="37"/>
                    <a:pt x="3" y="35"/>
                    <a:pt x="2" y="33"/>
                  </a:cubicBezTo>
                  <a:cubicBezTo>
                    <a:pt x="1" y="31"/>
                    <a:pt x="1" y="29"/>
                    <a:pt x="0" y="27"/>
                  </a:cubicBezTo>
                  <a:cubicBezTo>
                    <a:pt x="0" y="26"/>
                    <a:pt x="0" y="24"/>
                    <a:pt x="0" y="23"/>
                  </a:cubicBezTo>
                  <a:cubicBezTo>
                    <a:pt x="0" y="19"/>
                    <a:pt x="1" y="16"/>
                    <a:pt x="3" y="12"/>
                  </a:cubicBezTo>
                  <a:cubicBezTo>
                    <a:pt x="5" y="9"/>
                    <a:pt x="8" y="6"/>
                    <a:pt x="11" y="4"/>
                  </a:cubicBezTo>
                  <a:cubicBezTo>
                    <a:pt x="14" y="2"/>
                    <a:pt x="18" y="1"/>
                    <a:pt x="21" y="1"/>
                  </a:cubicBezTo>
                  <a:cubicBezTo>
                    <a:pt x="32" y="0"/>
                    <a:pt x="37" y="7"/>
                    <a:pt x="4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38"/>
            <p:cNvSpPr/>
            <p:nvPr/>
          </p:nvSpPr>
          <p:spPr>
            <a:xfrm rot="-755217">
              <a:off x="10059694" y="3815853"/>
              <a:ext cx="53700" cy="71871"/>
            </a:xfrm>
            <a:custGeom>
              <a:rect b="b" l="l" r="r" t="t"/>
              <a:pathLst>
                <a:path extrusionOk="0" h="87" w="65">
                  <a:moveTo>
                    <a:pt x="61" y="86"/>
                  </a:moveTo>
                  <a:cubicBezTo>
                    <a:pt x="43" y="69"/>
                    <a:pt x="27" y="50"/>
                    <a:pt x="14" y="28"/>
                  </a:cubicBezTo>
                  <a:cubicBezTo>
                    <a:pt x="9" y="19"/>
                    <a:pt x="4" y="9"/>
                    <a:pt x="0" y="0"/>
                  </a:cubicBezTo>
                  <a:cubicBezTo>
                    <a:pt x="21" y="16"/>
                    <a:pt x="39" y="35"/>
                    <a:pt x="52" y="58"/>
                  </a:cubicBezTo>
                  <a:cubicBezTo>
                    <a:pt x="57" y="66"/>
                    <a:pt x="61" y="74"/>
                    <a:pt x="64" y="83"/>
                  </a:cubicBezTo>
                  <a:lnTo>
                    <a:pt x="61" y="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38"/>
            <p:cNvSpPr/>
            <p:nvPr/>
          </p:nvSpPr>
          <p:spPr>
            <a:xfrm rot="-755217">
              <a:off x="8804797" y="2880394"/>
              <a:ext cx="55352" cy="73523"/>
            </a:xfrm>
            <a:custGeom>
              <a:rect b="b" l="l" r="r" t="t"/>
              <a:pathLst>
                <a:path extrusionOk="0" h="89" w="67">
                  <a:moveTo>
                    <a:pt x="66" y="87"/>
                  </a:moveTo>
                  <a:cubicBezTo>
                    <a:pt x="35" y="69"/>
                    <a:pt x="27" y="34"/>
                    <a:pt x="0" y="0"/>
                  </a:cubicBezTo>
                  <a:cubicBezTo>
                    <a:pt x="20" y="12"/>
                    <a:pt x="37" y="29"/>
                    <a:pt x="49" y="50"/>
                  </a:cubicBezTo>
                  <a:cubicBezTo>
                    <a:pt x="56" y="62"/>
                    <a:pt x="61" y="75"/>
                    <a:pt x="64" y="88"/>
                  </a:cubicBezTo>
                  <a:lnTo>
                    <a:pt x="66" y="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38"/>
            <p:cNvSpPr/>
            <p:nvPr/>
          </p:nvSpPr>
          <p:spPr>
            <a:xfrm rot="-755217">
              <a:off x="9170376" y="3210956"/>
              <a:ext cx="52873" cy="48740"/>
            </a:xfrm>
            <a:custGeom>
              <a:rect b="b" l="l" r="r" t="t"/>
              <a:pathLst>
                <a:path extrusionOk="0" h="59" w="64">
                  <a:moveTo>
                    <a:pt x="0" y="0"/>
                  </a:moveTo>
                  <a:cubicBezTo>
                    <a:pt x="3" y="0"/>
                    <a:pt x="7" y="0"/>
                    <a:pt x="10" y="3"/>
                  </a:cubicBezTo>
                  <a:cubicBezTo>
                    <a:pt x="29" y="20"/>
                    <a:pt x="46" y="38"/>
                    <a:pt x="63" y="58"/>
                  </a:cubicBezTo>
                  <a:cubicBezTo>
                    <a:pt x="60" y="57"/>
                    <a:pt x="57" y="56"/>
                    <a:pt x="54" y="54"/>
                  </a:cubicBezTo>
                  <a:cubicBezTo>
                    <a:pt x="32" y="42"/>
                    <a:pt x="13"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38"/>
            <p:cNvSpPr/>
            <p:nvPr/>
          </p:nvSpPr>
          <p:spPr>
            <a:xfrm rot="-755217">
              <a:off x="8420875" y="2447947"/>
              <a:ext cx="44612" cy="33044"/>
            </a:xfrm>
            <a:custGeom>
              <a:rect b="b" l="l" r="r" t="t"/>
              <a:pathLst>
                <a:path extrusionOk="0" h="40" w="54">
                  <a:moveTo>
                    <a:pt x="33" y="39"/>
                  </a:moveTo>
                  <a:lnTo>
                    <a:pt x="0" y="0"/>
                  </a:lnTo>
                  <a:cubicBezTo>
                    <a:pt x="27" y="0"/>
                    <a:pt x="27" y="0"/>
                    <a:pt x="53" y="37"/>
                  </a:cubicBezTo>
                  <a:lnTo>
                    <a:pt x="3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38"/>
            <p:cNvSpPr/>
            <p:nvPr/>
          </p:nvSpPr>
          <p:spPr>
            <a:xfrm rot="-755217">
              <a:off x="10105599" y="3641505"/>
              <a:ext cx="52047" cy="66088"/>
            </a:xfrm>
            <a:custGeom>
              <a:rect b="b" l="l" r="r" t="t"/>
              <a:pathLst>
                <a:path extrusionOk="0" h="80" w="63">
                  <a:moveTo>
                    <a:pt x="62" y="79"/>
                  </a:moveTo>
                  <a:cubicBezTo>
                    <a:pt x="30" y="65"/>
                    <a:pt x="23" y="32"/>
                    <a:pt x="0" y="0"/>
                  </a:cubicBezTo>
                  <a:cubicBezTo>
                    <a:pt x="20" y="11"/>
                    <a:pt x="36" y="28"/>
                    <a:pt x="48" y="48"/>
                  </a:cubicBezTo>
                  <a:cubicBezTo>
                    <a:pt x="54" y="58"/>
                    <a:pt x="58" y="68"/>
                    <a:pt x="61" y="79"/>
                  </a:cubicBezTo>
                  <a:lnTo>
                    <a:pt x="62"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38"/>
            <p:cNvSpPr/>
            <p:nvPr/>
          </p:nvSpPr>
          <p:spPr>
            <a:xfrm rot="-755217">
              <a:off x="10185215" y="3666273"/>
              <a:ext cx="35524" cy="71871"/>
            </a:xfrm>
            <a:custGeom>
              <a:rect b="b" l="l" r="r" t="t"/>
              <a:pathLst>
                <a:path extrusionOk="0" h="87" w="43">
                  <a:moveTo>
                    <a:pt x="42" y="85"/>
                  </a:moveTo>
                  <a:cubicBezTo>
                    <a:pt x="11" y="66"/>
                    <a:pt x="11" y="30"/>
                    <a:pt x="0" y="0"/>
                  </a:cubicBezTo>
                  <a:cubicBezTo>
                    <a:pt x="7" y="9"/>
                    <a:pt x="13" y="18"/>
                    <a:pt x="19" y="28"/>
                  </a:cubicBezTo>
                  <a:cubicBezTo>
                    <a:pt x="29" y="46"/>
                    <a:pt x="37" y="65"/>
                    <a:pt x="41" y="86"/>
                  </a:cubicBezTo>
                  <a:lnTo>
                    <a:pt x="42" y="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38"/>
            <p:cNvSpPr/>
            <p:nvPr/>
          </p:nvSpPr>
          <p:spPr>
            <a:xfrm rot="-755217">
              <a:off x="9187548" y="3437590"/>
              <a:ext cx="52047" cy="60306"/>
            </a:xfrm>
            <a:custGeom>
              <a:rect b="b" l="l" r="r" t="t"/>
              <a:pathLst>
                <a:path extrusionOk="0" h="73" w="63">
                  <a:moveTo>
                    <a:pt x="0" y="1"/>
                  </a:moveTo>
                  <a:cubicBezTo>
                    <a:pt x="33" y="14"/>
                    <a:pt x="44" y="46"/>
                    <a:pt x="62" y="72"/>
                  </a:cubicBezTo>
                  <a:cubicBezTo>
                    <a:pt x="40" y="50"/>
                    <a:pt x="9" y="3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38"/>
            <p:cNvSpPr/>
            <p:nvPr/>
          </p:nvSpPr>
          <p:spPr>
            <a:xfrm rot="-755217">
              <a:off x="10437836" y="3559416"/>
              <a:ext cx="33046" cy="76828"/>
            </a:xfrm>
            <a:custGeom>
              <a:rect b="b" l="l" r="r" t="t"/>
              <a:pathLst>
                <a:path extrusionOk="0" h="93" w="40">
                  <a:moveTo>
                    <a:pt x="1" y="92"/>
                  </a:moveTo>
                  <a:cubicBezTo>
                    <a:pt x="4" y="67"/>
                    <a:pt x="12" y="43"/>
                    <a:pt x="25" y="21"/>
                  </a:cubicBezTo>
                  <a:cubicBezTo>
                    <a:pt x="29" y="14"/>
                    <a:pt x="34" y="7"/>
                    <a:pt x="39" y="0"/>
                  </a:cubicBezTo>
                  <a:cubicBezTo>
                    <a:pt x="37" y="23"/>
                    <a:pt x="29" y="45"/>
                    <a:pt x="18" y="65"/>
                  </a:cubicBezTo>
                  <a:cubicBezTo>
                    <a:pt x="12" y="75"/>
                    <a:pt x="7" y="83"/>
                    <a:pt x="0" y="91"/>
                  </a:cubicBezTo>
                  <a:lnTo>
                    <a:pt x="1"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38"/>
            <p:cNvSpPr/>
            <p:nvPr/>
          </p:nvSpPr>
          <p:spPr>
            <a:xfrm rot="-755217">
              <a:off x="8200980" y="3547504"/>
              <a:ext cx="36351" cy="28088"/>
            </a:xfrm>
            <a:custGeom>
              <a:rect b="b" l="l" r="r" t="t"/>
              <a:pathLst>
                <a:path extrusionOk="0" h="34" w="44">
                  <a:moveTo>
                    <a:pt x="19" y="2"/>
                  </a:moveTo>
                  <a:cubicBezTo>
                    <a:pt x="33" y="2"/>
                    <a:pt x="42" y="7"/>
                    <a:pt x="42" y="17"/>
                  </a:cubicBezTo>
                  <a:cubicBezTo>
                    <a:pt x="43" y="27"/>
                    <a:pt x="33" y="33"/>
                    <a:pt x="23" y="32"/>
                  </a:cubicBezTo>
                  <a:cubicBezTo>
                    <a:pt x="13" y="32"/>
                    <a:pt x="0" y="29"/>
                    <a:pt x="1" y="14"/>
                  </a:cubicBezTo>
                  <a:cubicBezTo>
                    <a:pt x="2" y="0"/>
                    <a:pt x="13" y="2"/>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38"/>
            <p:cNvSpPr/>
            <p:nvPr/>
          </p:nvSpPr>
          <p:spPr>
            <a:xfrm rot="-755217">
              <a:off x="9116360" y="4139638"/>
              <a:ext cx="36351" cy="29740"/>
            </a:xfrm>
            <a:custGeom>
              <a:rect b="b" l="l" r="r" t="t"/>
              <a:pathLst>
                <a:path extrusionOk="0" h="36" w="44">
                  <a:moveTo>
                    <a:pt x="20" y="35"/>
                  </a:moveTo>
                  <a:cubicBezTo>
                    <a:pt x="9" y="35"/>
                    <a:pt x="1" y="30"/>
                    <a:pt x="0" y="17"/>
                  </a:cubicBezTo>
                  <a:cubicBezTo>
                    <a:pt x="0" y="16"/>
                    <a:pt x="0" y="16"/>
                    <a:pt x="0" y="15"/>
                  </a:cubicBezTo>
                  <a:cubicBezTo>
                    <a:pt x="0" y="13"/>
                    <a:pt x="0" y="11"/>
                    <a:pt x="2" y="8"/>
                  </a:cubicBezTo>
                  <a:cubicBezTo>
                    <a:pt x="4" y="5"/>
                    <a:pt x="6" y="3"/>
                    <a:pt x="8" y="2"/>
                  </a:cubicBezTo>
                  <a:cubicBezTo>
                    <a:pt x="10" y="1"/>
                    <a:pt x="13" y="0"/>
                    <a:pt x="16" y="0"/>
                  </a:cubicBezTo>
                  <a:lnTo>
                    <a:pt x="17" y="0"/>
                  </a:lnTo>
                  <a:cubicBezTo>
                    <a:pt x="30" y="0"/>
                    <a:pt x="43" y="7"/>
                    <a:pt x="42" y="22"/>
                  </a:cubicBezTo>
                  <a:cubicBezTo>
                    <a:pt x="42" y="31"/>
                    <a:pt x="30" y="33"/>
                    <a:pt x="2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38"/>
            <p:cNvSpPr/>
            <p:nvPr/>
          </p:nvSpPr>
          <p:spPr>
            <a:xfrm rot="-755217">
              <a:off x="8100503" y="3282167"/>
              <a:ext cx="33872" cy="76002"/>
            </a:xfrm>
            <a:custGeom>
              <a:rect b="b" l="l" r="r" t="t"/>
              <a:pathLst>
                <a:path extrusionOk="0" h="92" w="41">
                  <a:moveTo>
                    <a:pt x="0" y="1"/>
                  </a:moveTo>
                  <a:cubicBezTo>
                    <a:pt x="6" y="8"/>
                    <a:pt x="12" y="17"/>
                    <a:pt x="17" y="25"/>
                  </a:cubicBezTo>
                  <a:cubicBezTo>
                    <a:pt x="29" y="45"/>
                    <a:pt x="37" y="68"/>
                    <a:pt x="40" y="91"/>
                  </a:cubicBezTo>
                  <a:cubicBezTo>
                    <a:pt x="22" y="63"/>
                    <a:pt x="0" y="38"/>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38"/>
            <p:cNvSpPr/>
            <p:nvPr/>
          </p:nvSpPr>
          <p:spPr>
            <a:xfrm rot="-755217">
              <a:off x="9108725" y="4262805"/>
              <a:ext cx="33046" cy="33870"/>
            </a:xfrm>
            <a:custGeom>
              <a:rect b="b" l="l" r="r" t="t"/>
              <a:pathLst>
                <a:path extrusionOk="0" h="41" w="40">
                  <a:moveTo>
                    <a:pt x="34" y="0"/>
                  </a:moveTo>
                  <a:cubicBezTo>
                    <a:pt x="37" y="3"/>
                    <a:pt x="39" y="4"/>
                    <a:pt x="39" y="5"/>
                  </a:cubicBezTo>
                  <a:cubicBezTo>
                    <a:pt x="35" y="20"/>
                    <a:pt x="37" y="40"/>
                    <a:pt x="12" y="39"/>
                  </a:cubicBezTo>
                  <a:cubicBezTo>
                    <a:pt x="10" y="39"/>
                    <a:pt x="8" y="38"/>
                    <a:pt x="7" y="37"/>
                  </a:cubicBezTo>
                  <a:cubicBezTo>
                    <a:pt x="5" y="36"/>
                    <a:pt x="4" y="34"/>
                    <a:pt x="2" y="32"/>
                  </a:cubicBezTo>
                  <a:cubicBezTo>
                    <a:pt x="0" y="30"/>
                    <a:pt x="0" y="28"/>
                    <a:pt x="0" y="25"/>
                  </a:cubicBezTo>
                  <a:lnTo>
                    <a:pt x="0" y="24"/>
                  </a:lnTo>
                  <a:cubicBezTo>
                    <a:pt x="2" y="4"/>
                    <a:pt x="18" y="1"/>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38"/>
            <p:cNvSpPr/>
            <p:nvPr/>
          </p:nvSpPr>
          <p:spPr>
            <a:xfrm rot="-755217">
              <a:off x="9706905" y="3473517"/>
              <a:ext cx="47917" cy="53697"/>
            </a:xfrm>
            <a:custGeom>
              <a:rect b="b" l="l" r="r" t="t"/>
              <a:pathLst>
                <a:path extrusionOk="0" h="65" w="58">
                  <a:moveTo>
                    <a:pt x="57" y="63"/>
                  </a:moveTo>
                  <a:cubicBezTo>
                    <a:pt x="25" y="53"/>
                    <a:pt x="17" y="23"/>
                    <a:pt x="0" y="0"/>
                  </a:cubicBezTo>
                  <a:cubicBezTo>
                    <a:pt x="22" y="18"/>
                    <a:pt x="48" y="33"/>
                    <a:pt x="56" y="64"/>
                  </a:cubicBezTo>
                  <a:lnTo>
                    <a:pt x="57"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38"/>
            <p:cNvSpPr/>
            <p:nvPr/>
          </p:nvSpPr>
          <p:spPr>
            <a:xfrm rot="-755217">
              <a:off x="9023816" y="2579536"/>
              <a:ext cx="51221" cy="59479"/>
            </a:xfrm>
            <a:custGeom>
              <a:rect b="b" l="l" r="r" t="t"/>
              <a:pathLst>
                <a:path extrusionOk="0" h="72" w="62">
                  <a:moveTo>
                    <a:pt x="0" y="1"/>
                  </a:moveTo>
                  <a:cubicBezTo>
                    <a:pt x="31" y="14"/>
                    <a:pt x="44" y="45"/>
                    <a:pt x="61" y="71"/>
                  </a:cubicBezTo>
                  <a:cubicBezTo>
                    <a:pt x="37" y="51"/>
                    <a:pt x="10"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38"/>
            <p:cNvSpPr/>
            <p:nvPr/>
          </p:nvSpPr>
          <p:spPr>
            <a:xfrm rot="-755217">
              <a:off x="8683302" y="3282166"/>
              <a:ext cx="48743" cy="55349"/>
            </a:xfrm>
            <a:custGeom>
              <a:rect b="b" l="l" r="r" t="t"/>
              <a:pathLst>
                <a:path extrusionOk="0" h="67" w="59">
                  <a:moveTo>
                    <a:pt x="58" y="66"/>
                  </a:moveTo>
                  <a:cubicBezTo>
                    <a:pt x="54" y="64"/>
                    <a:pt x="49" y="62"/>
                    <a:pt x="45" y="59"/>
                  </a:cubicBezTo>
                  <a:cubicBezTo>
                    <a:pt x="30" y="50"/>
                    <a:pt x="18" y="39"/>
                    <a:pt x="10" y="25"/>
                  </a:cubicBezTo>
                  <a:cubicBezTo>
                    <a:pt x="6" y="17"/>
                    <a:pt x="2" y="8"/>
                    <a:pt x="0" y="0"/>
                  </a:cubicBezTo>
                  <a:lnTo>
                    <a:pt x="58" y="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38"/>
            <p:cNvSpPr/>
            <p:nvPr/>
          </p:nvSpPr>
          <p:spPr>
            <a:xfrm rot="-755217">
              <a:off x="8514122" y="3653183"/>
              <a:ext cx="40481" cy="28088"/>
            </a:xfrm>
            <a:custGeom>
              <a:rect b="b" l="l" r="r" t="t"/>
              <a:pathLst>
                <a:path extrusionOk="0" h="34" w="49">
                  <a:moveTo>
                    <a:pt x="16" y="0"/>
                  </a:moveTo>
                  <a:cubicBezTo>
                    <a:pt x="30" y="3"/>
                    <a:pt x="46" y="5"/>
                    <a:pt x="48" y="23"/>
                  </a:cubicBezTo>
                  <a:cubicBezTo>
                    <a:pt x="48" y="29"/>
                    <a:pt x="42" y="33"/>
                    <a:pt x="36" y="31"/>
                  </a:cubicBezTo>
                  <a:cubicBezTo>
                    <a:pt x="23" y="28"/>
                    <a:pt x="5" y="31"/>
                    <a:pt x="2" y="13"/>
                  </a:cubicBezTo>
                  <a:cubicBezTo>
                    <a:pt x="0" y="3"/>
                    <a:pt x="10" y="3"/>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38"/>
            <p:cNvSpPr/>
            <p:nvPr/>
          </p:nvSpPr>
          <p:spPr>
            <a:xfrm rot="-755217">
              <a:off x="9974341" y="3929811"/>
              <a:ext cx="43786" cy="58653"/>
            </a:xfrm>
            <a:custGeom>
              <a:rect b="b" l="l" r="r" t="t"/>
              <a:pathLst>
                <a:path extrusionOk="0" h="71" w="53">
                  <a:moveTo>
                    <a:pt x="52" y="70"/>
                  </a:moveTo>
                  <a:cubicBezTo>
                    <a:pt x="48" y="36"/>
                    <a:pt x="11" y="27"/>
                    <a:pt x="0" y="0"/>
                  </a:cubicBezTo>
                  <a:cubicBezTo>
                    <a:pt x="43" y="26"/>
                    <a:pt x="48" y="32"/>
                    <a:pt x="51" y="70"/>
                  </a:cubicBezTo>
                  <a:lnTo>
                    <a:pt x="52" y="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38"/>
            <p:cNvSpPr/>
            <p:nvPr/>
          </p:nvSpPr>
          <p:spPr>
            <a:xfrm rot="-755217">
              <a:off x="8963086" y="4317396"/>
              <a:ext cx="47090" cy="28914"/>
            </a:xfrm>
            <a:custGeom>
              <a:rect b="b" l="l" r="r" t="t"/>
              <a:pathLst>
                <a:path extrusionOk="0" h="35" w="57">
                  <a:moveTo>
                    <a:pt x="56" y="6"/>
                  </a:moveTo>
                  <a:cubicBezTo>
                    <a:pt x="49" y="23"/>
                    <a:pt x="35" y="26"/>
                    <a:pt x="25" y="32"/>
                  </a:cubicBezTo>
                  <a:cubicBezTo>
                    <a:pt x="24" y="32"/>
                    <a:pt x="24" y="32"/>
                    <a:pt x="24" y="32"/>
                  </a:cubicBezTo>
                  <a:cubicBezTo>
                    <a:pt x="22" y="34"/>
                    <a:pt x="19" y="34"/>
                    <a:pt x="17" y="34"/>
                  </a:cubicBezTo>
                  <a:cubicBezTo>
                    <a:pt x="14" y="34"/>
                    <a:pt x="12" y="34"/>
                    <a:pt x="10" y="32"/>
                  </a:cubicBezTo>
                  <a:cubicBezTo>
                    <a:pt x="8" y="30"/>
                    <a:pt x="6" y="29"/>
                    <a:pt x="5" y="27"/>
                  </a:cubicBezTo>
                  <a:cubicBezTo>
                    <a:pt x="4" y="26"/>
                    <a:pt x="4" y="24"/>
                    <a:pt x="3" y="23"/>
                  </a:cubicBezTo>
                  <a:cubicBezTo>
                    <a:pt x="0" y="12"/>
                    <a:pt x="8" y="6"/>
                    <a:pt x="17" y="4"/>
                  </a:cubicBezTo>
                  <a:cubicBezTo>
                    <a:pt x="23" y="1"/>
                    <a:pt x="29" y="0"/>
                    <a:pt x="35" y="0"/>
                  </a:cubicBezTo>
                  <a:cubicBezTo>
                    <a:pt x="42" y="0"/>
                    <a:pt x="49" y="2"/>
                    <a:pt x="5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38"/>
            <p:cNvSpPr/>
            <p:nvPr/>
          </p:nvSpPr>
          <p:spPr>
            <a:xfrm rot="-755217">
              <a:off x="7672387" y="1788546"/>
              <a:ext cx="59483" cy="66914"/>
            </a:xfrm>
            <a:custGeom>
              <a:rect b="b" l="l" r="r" t="t"/>
              <a:pathLst>
                <a:path extrusionOk="0" h="81" w="72">
                  <a:moveTo>
                    <a:pt x="71" y="0"/>
                  </a:moveTo>
                  <a:cubicBezTo>
                    <a:pt x="70" y="3"/>
                    <a:pt x="68" y="6"/>
                    <a:pt x="67" y="9"/>
                  </a:cubicBezTo>
                  <a:cubicBezTo>
                    <a:pt x="50" y="37"/>
                    <a:pt x="28" y="61"/>
                    <a:pt x="0" y="80"/>
                  </a:cubicBezTo>
                  <a:cubicBezTo>
                    <a:pt x="3" y="72"/>
                    <a:pt x="7" y="64"/>
                    <a:pt x="11" y="56"/>
                  </a:cubicBezTo>
                  <a:cubicBezTo>
                    <a:pt x="23" y="35"/>
                    <a:pt x="41" y="17"/>
                    <a:pt x="62" y="5"/>
                  </a:cubicBezTo>
                  <a:cubicBezTo>
                    <a:pt x="65" y="3"/>
                    <a:pt x="68" y="2"/>
                    <a:pt x="7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38"/>
            <p:cNvSpPr/>
            <p:nvPr/>
          </p:nvSpPr>
          <p:spPr>
            <a:xfrm rot="-755217">
              <a:off x="8028873" y="2275936"/>
              <a:ext cx="58656" cy="48740"/>
            </a:xfrm>
            <a:custGeom>
              <a:rect b="b" l="l" r="r" t="t"/>
              <a:pathLst>
                <a:path extrusionOk="0" h="59" w="71">
                  <a:moveTo>
                    <a:pt x="70" y="58"/>
                  </a:moveTo>
                  <a:cubicBezTo>
                    <a:pt x="37" y="50"/>
                    <a:pt x="20" y="23"/>
                    <a:pt x="0" y="0"/>
                  </a:cubicBezTo>
                  <a:cubicBezTo>
                    <a:pt x="27" y="16"/>
                    <a:pt x="56" y="28"/>
                    <a:pt x="7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38"/>
            <p:cNvSpPr/>
            <p:nvPr/>
          </p:nvSpPr>
          <p:spPr>
            <a:xfrm rot="-755217">
              <a:off x="7686686" y="1809371"/>
              <a:ext cx="57004" cy="70219"/>
            </a:xfrm>
            <a:custGeom>
              <a:rect b="b" l="l" r="r" t="t"/>
              <a:pathLst>
                <a:path extrusionOk="0" h="85" w="69">
                  <a:moveTo>
                    <a:pt x="0" y="84"/>
                  </a:moveTo>
                  <a:cubicBezTo>
                    <a:pt x="12" y="48"/>
                    <a:pt x="44" y="27"/>
                    <a:pt x="68" y="0"/>
                  </a:cubicBezTo>
                  <a:cubicBezTo>
                    <a:pt x="65" y="11"/>
                    <a:pt x="60" y="23"/>
                    <a:pt x="54" y="33"/>
                  </a:cubicBezTo>
                  <a:cubicBezTo>
                    <a:pt x="42" y="53"/>
                    <a:pt x="26" y="70"/>
                    <a:pt x="6" y="81"/>
                  </a:cubicBezTo>
                  <a:cubicBezTo>
                    <a:pt x="4" y="82"/>
                    <a:pt x="2" y="83"/>
                    <a:pt x="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38"/>
            <p:cNvSpPr/>
            <p:nvPr/>
          </p:nvSpPr>
          <p:spPr>
            <a:xfrm rot="-755217">
              <a:off x="9177648" y="4328223"/>
              <a:ext cx="37177" cy="34696"/>
            </a:xfrm>
            <a:custGeom>
              <a:rect b="b" l="l" r="r" t="t"/>
              <a:pathLst>
                <a:path extrusionOk="0" h="42" w="45">
                  <a:moveTo>
                    <a:pt x="44" y="17"/>
                  </a:moveTo>
                  <a:cubicBezTo>
                    <a:pt x="44" y="34"/>
                    <a:pt x="30" y="35"/>
                    <a:pt x="18" y="38"/>
                  </a:cubicBezTo>
                  <a:cubicBezTo>
                    <a:pt x="5" y="41"/>
                    <a:pt x="0" y="35"/>
                    <a:pt x="0" y="25"/>
                  </a:cubicBezTo>
                  <a:cubicBezTo>
                    <a:pt x="0" y="10"/>
                    <a:pt x="12" y="5"/>
                    <a:pt x="26" y="2"/>
                  </a:cubicBezTo>
                  <a:cubicBezTo>
                    <a:pt x="40" y="0"/>
                    <a:pt x="41" y="7"/>
                    <a:pt x="4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38"/>
            <p:cNvSpPr/>
            <p:nvPr/>
          </p:nvSpPr>
          <p:spPr>
            <a:xfrm rot="-755217">
              <a:off x="10108238" y="3247039"/>
              <a:ext cx="38829" cy="61132"/>
            </a:xfrm>
            <a:custGeom>
              <a:rect b="b" l="l" r="r" t="t"/>
              <a:pathLst>
                <a:path extrusionOk="0" h="74" w="47">
                  <a:moveTo>
                    <a:pt x="46" y="73"/>
                  </a:moveTo>
                  <a:cubicBezTo>
                    <a:pt x="33" y="62"/>
                    <a:pt x="23" y="49"/>
                    <a:pt x="14" y="35"/>
                  </a:cubicBezTo>
                  <a:cubicBezTo>
                    <a:pt x="8" y="24"/>
                    <a:pt x="3" y="12"/>
                    <a:pt x="0" y="0"/>
                  </a:cubicBezTo>
                  <a:cubicBezTo>
                    <a:pt x="12" y="12"/>
                    <a:pt x="23" y="25"/>
                    <a:pt x="31" y="40"/>
                  </a:cubicBezTo>
                  <a:cubicBezTo>
                    <a:pt x="37" y="50"/>
                    <a:pt x="42" y="61"/>
                    <a:pt x="4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38"/>
            <p:cNvSpPr/>
            <p:nvPr/>
          </p:nvSpPr>
          <p:spPr>
            <a:xfrm rot="-755217">
              <a:off x="10504918" y="3396704"/>
              <a:ext cx="38003" cy="85089"/>
            </a:xfrm>
            <a:custGeom>
              <a:rect b="b" l="l" r="r" t="t"/>
              <a:pathLst>
                <a:path extrusionOk="0" h="103" w="46">
                  <a:moveTo>
                    <a:pt x="45" y="0"/>
                  </a:moveTo>
                  <a:cubicBezTo>
                    <a:pt x="42" y="26"/>
                    <a:pt x="34" y="50"/>
                    <a:pt x="21" y="72"/>
                  </a:cubicBezTo>
                  <a:cubicBezTo>
                    <a:pt x="15" y="83"/>
                    <a:pt x="8" y="93"/>
                    <a:pt x="0" y="102"/>
                  </a:cubicBezTo>
                  <a:cubicBezTo>
                    <a:pt x="3" y="77"/>
                    <a:pt x="10" y="53"/>
                    <a:pt x="23" y="31"/>
                  </a:cubicBezTo>
                  <a:cubicBezTo>
                    <a:pt x="30" y="20"/>
                    <a:pt x="37" y="10"/>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38"/>
            <p:cNvSpPr/>
            <p:nvPr/>
          </p:nvSpPr>
          <p:spPr>
            <a:xfrm rot="-755217">
              <a:off x="8806461" y="4121521"/>
              <a:ext cx="30567" cy="35522"/>
            </a:xfrm>
            <a:custGeom>
              <a:rect b="b" l="l" r="r" t="t"/>
              <a:pathLst>
                <a:path extrusionOk="0" h="43" w="37">
                  <a:moveTo>
                    <a:pt x="14" y="42"/>
                  </a:moveTo>
                  <a:cubicBezTo>
                    <a:pt x="12" y="42"/>
                    <a:pt x="10" y="41"/>
                    <a:pt x="8" y="40"/>
                  </a:cubicBezTo>
                  <a:cubicBezTo>
                    <a:pt x="6" y="39"/>
                    <a:pt x="4" y="37"/>
                    <a:pt x="3" y="35"/>
                  </a:cubicBezTo>
                  <a:cubicBezTo>
                    <a:pt x="1" y="32"/>
                    <a:pt x="1" y="30"/>
                    <a:pt x="1" y="27"/>
                  </a:cubicBezTo>
                  <a:cubicBezTo>
                    <a:pt x="0" y="26"/>
                    <a:pt x="0" y="25"/>
                    <a:pt x="0" y="23"/>
                  </a:cubicBezTo>
                  <a:cubicBezTo>
                    <a:pt x="0" y="19"/>
                    <a:pt x="1" y="16"/>
                    <a:pt x="3" y="12"/>
                  </a:cubicBezTo>
                  <a:cubicBezTo>
                    <a:pt x="5" y="8"/>
                    <a:pt x="8" y="6"/>
                    <a:pt x="12" y="4"/>
                  </a:cubicBezTo>
                  <a:cubicBezTo>
                    <a:pt x="15" y="2"/>
                    <a:pt x="19" y="1"/>
                    <a:pt x="23" y="0"/>
                  </a:cubicBezTo>
                  <a:cubicBezTo>
                    <a:pt x="32" y="0"/>
                    <a:pt x="36" y="6"/>
                    <a:pt x="35" y="14"/>
                  </a:cubicBezTo>
                  <a:cubicBezTo>
                    <a:pt x="33" y="29"/>
                    <a:pt x="30" y="40"/>
                    <a:pt x="1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38"/>
            <p:cNvSpPr/>
            <p:nvPr/>
          </p:nvSpPr>
          <p:spPr>
            <a:xfrm rot="-755217">
              <a:off x="8689902" y="4170172"/>
              <a:ext cx="40481" cy="38001"/>
            </a:xfrm>
            <a:custGeom>
              <a:rect b="b" l="l" r="r" t="t"/>
              <a:pathLst>
                <a:path extrusionOk="0" h="46" w="49">
                  <a:moveTo>
                    <a:pt x="48" y="35"/>
                  </a:moveTo>
                  <a:cubicBezTo>
                    <a:pt x="24" y="45"/>
                    <a:pt x="9" y="39"/>
                    <a:pt x="0" y="21"/>
                  </a:cubicBezTo>
                  <a:lnTo>
                    <a:pt x="0" y="20"/>
                  </a:lnTo>
                  <a:cubicBezTo>
                    <a:pt x="0" y="17"/>
                    <a:pt x="0" y="15"/>
                    <a:pt x="2" y="13"/>
                  </a:cubicBezTo>
                  <a:cubicBezTo>
                    <a:pt x="3" y="11"/>
                    <a:pt x="4" y="9"/>
                    <a:pt x="6" y="8"/>
                  </a:cubicBezTo>
                  <a:cubicBezTo>
                    <a:pt x="29" y="0"/>
                    <a:pt x="37" y="16"/>
                    <a:pt x="4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38"/>
            <p:cNvSpPr/>
            <p:nvPr/>
          </p:nvSpPr>
          <p:spPr>
            <a:xfrm rot="-755217">
              <a:off x="8921315" y="4129416"/>
              <a:ext cx="33046" cy="32218"/>
            </a:xfrm>
            <a:custGeom>
              <a:rect b="b" l="l" r="r" t="t"/>
              <a:pathLst>
                <a:path extrusionOk="0" h="39" w="40">
                  <a:moveTo>
                    <a:pt x="38" y="23"/>
                  </a:moveTo>
                  <a:cubicBezTo>
                    <a:pt x="34" y="31"/>
                    <a:pt x="28" y="38"/>
                    <a:pt x="18" y="35"/>
                  </a:cubicBezTo>
                  <a:cubicBezTo>
                    <a:pt x="15" y="35"/>
                    <a:pt x="13" y="34"/>
                    <a:pt x="10" y="32"/>
                  </a:cubicBezTo>
                  <a:cubicBezTo>
                    <a:pt x="7" y="31"/>
                    <a:pt x="4" y="28"/>
                    <a:pt x="2" y="25"/>
                  </a:cubicBezTo>
                  <a:cubicBezTo>
                    <a:pt x="1" y="22"/>
                    <a:pt x="0" y="18"/>
                    <a:pt x="0" y="14"/>
                  </a:cubicBezTo>
                  <a:lnTo>
                    <a:pt x="0" y="13"/>
                  </a:lnTo>
                  <a:cubicBezTo>
                    <a:pt x="0" y="11"/>
                    <a:pt x="0" y="9"/>
                    <a:pt x="1" y="7"/>
                  </a:cubicBezTo>
                  <a:cubicBezTo>
                    <a:pt x="3" y="5"/>
                    <a:pt x="4" y="3"/>
                    <a:pt x="6" y="2"/>
                  </a:cubicBezTo>
                  <a:cubicBezTo>
                    <a:pt x="8" y="1"/>
                    <a:pt x="11" y="0"/>
                    <a:pt x="13" y="0"/>
                  </a:cubicBezTo>
                  <a:cubicBezTo>
                    <a:pt x="15" y="0"/>
                    <a:pt x="17" y="1"/>
                    <a:pt x="19" y="1"/>
                  </a:cubicBezTo>
                  <a:cubicBezTo>
                    <a:pt x="29" y="5"/>
                    <a:pt x="39" y="9"/>
                    <a:pt x="3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38"/>
            <p:cNvSpPr/>
            <p:nvPr/>
          </p:nvSpPr>
          <p:spPr>
            <a:xfrm rot="-755217">
              <a:off x="8656253" y="4208172"/>
              <a:ext cx="32220" cy="33044"/>
            </a:xfrm>
            <a:custGeom>
              <a:rect b="b" l="l" r="r" t="t"/>
              <a:pathLst>
                <a:path extrusionOk="0" h="40" w="39">
                  <a:moveTo>
                    <a:pt x="19" y="0"/>
                  </a:moveTo>
                  <a:lnTo>
                    <a:pt x="20" y="0"/>
                  </a:lnTo>
                  <a:cubicBezTo>
                    <a:pt x="23" y="0"/>
                    <a:pt x="26" y="0"/>
                    <a:pt x="29" y="2"/>
                  </a:cubicBezTo>
                  <a:cubicBezTo>
                    <a:pt x="32" y="4"/>
                    <a:pt x="34" y="6"/>
                    <a:pt x="36" y="9"/>
                  </a:cubicBezTo>
                  <a:cubicBezTo>
                    <a:pt x="37" y="12"/>
                    <a:pt x="38" y="14"/>
                    <a:pt x="38" y="18"/>
                  </a:cubicBezTo>
                  <a:cubicBezTo>
                    <a:pt x="38" y="19"/>
                    <a:pt x="38" y="20"/>
                    <a:pt x="38" y="21"/>
                  </a:cubicBezTo>
                  <a:cubicBezTo>
                    <a:pt x="37" y="24"/>
                    <a:pt x="37" y="27"/>
                    <a:pt x="35" y="30"/>
                  </a:cubicBezTo>
                  <a:cubicBezTo>
                    <a:pt x="33" y="33"/>
                    <a:pt x="31" y="35"/>
                    <a:pt x="28" y="37"/>
                  </a:cubicBezTo>
                  <a:cubicBezTo>
                    <a:pt x="25" y="39"/>
                    <a:pt x="22" y="39"/>
                    <a:pt x="18" y="39"/>
                  </a:cubicBezTo>
                  <a:cubicBezTo>
                    <a:pt x="17" y="39"/>
                    <a:pt x="16" y="39"/>
                    <a:pt x="15" y="39"/>
                  </a:cubicBezTo>
                  <a:cubicBezTo>
                    <a:pt x="4" y="39"/>
                    <a:pt x="0" y="31"/>
                    <a:pt x="0" y="21"/>
                  </a:cubicBezTo>
                  <a:cubicBezTo>
                    <a:pt x="0" y="20"/>
                    <a:pt x="0" y="20"/>
                    <a:pt x="0" y="19"/>
                  </a:cubicBezTo>
                  <a:cubicBezTo>
                    <a:pt x="0" y="16"/>
                    <a:pt x="1" y="12"/>
                    <a:pt x="3" y="9"/>
                  </a:cubicBezTo>
                  <a:cubicBezTo>
                    <a:pt x="5" y="6"/>
                    <a:pt x="7" y="4"/>
                    <a:pt x="10" y="2"/>
                  </a:cubicBezTo>
                  <a:cubicBezTo>
                    <a:pt x="13" y="1"/>
                    <a:pt x="16"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38"/>
            <p:cNvSpPr/>
            <p:nvPr/>
          </p:nvSpPr>
          <p:spPr>
            <a:xfrm rot="-755217">
              <a:off x="8076372" y="2726921"/>
              <a:ext cx="35524" cy="67740"/>
            </a:xfrm>
            <a:custGeom>
              <a:rect b="b" l="l" r="r" t="t"/>
              <a:pathLst>
                <a:path extrusionOk="0" h="82" w="43">
                  <a:moveTo>
                    <a:pt x="3" y="1"/>
                  </a:moveTo>
                  <a:cubicBezTo>
                    <a:pt x="25" y="23"/>
                    <a:pt x="29" y="54"/>
                    <a:pt x="42" y="81"/>
                  </a:cubicBezTo>
                  <a:cubicBezTo>
                    <a:pt x="23" y="56"/>
                    <a:pt x="0" y="3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38"/>
            <p:cNvSpPr/>
            <p:nvPr/>
          </p:nvSpPr>
          <p:spPr>
            <a:xfrm rot="-755217">
              <a:off x="9178822" y="3144683"/>
              <a:ext cx="45438" cy="45436"/>
            </a:xfrm>
            <a:custGeom>
              <a:rect b="b" l="l" r="r" t="t"/>
              <a:pathLst>
                <a:path extrusionOk="0" h="55" w="55">
                  <a:moveTo>
                    <a:pt x="6" y="0"/>
                  </a:moveTo>
                  <a:lnTo>
                    <a:pt x="54" y="53"/>
                  </a:lnTo>
                  <a:lnTo>
                    <a:pt x="52" y="54"/>
                  </a:lnTo>
                  <a:lnTo>
                    <a:pt x="0" y="8"/>
                  </a:lnTo>
                  <a:lnTo>
                    <a:pt x="6" y="0"/>
                  </a:lnTo>
                </a:path>
              </a:pathLst>
            </a:custGeom>
            <a:solidFill>
              <a:schemeClr val="dk1"/>
            </a:solidFill>
            <a:ln>
              <a:noFill/>
            </a:ln>
          </p:spPr>
        </p:sp>
        <p:sp>
          <p:nvSpPr>
            <p:cNvPr id="4220" name="Google Shape;4220;p38"/>
            <p:cNvSpPr/>
            <p:nvPr/>
          </p:nvSpPr>
          <p:spPr>
            <a:xfrm rot="-755217">
              <a:off x="9805511" y="3004955"/>
              <a:ext cx="43786" cy="47088"/>
            </a:xfrm>
            <a:custGeom>
              <a:rect b="b" l="l" r="r" t="t"/>
              <a:pathLst>
                <a:path extrusionOk="0" h="57" w="53">
                  <a:moveTo>
                    <a:pt x="0" y="0"/>
                  </a:moveTo>
                  <a:lnTo>
                    <a:pt x="52" y="56"/>
                  </a:lnTo>
                  <a:cubicBezTo>
                    <a:pt x="17" y="37"/>
                    <a:pt x="17" y="3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38"/>
            <p:cNvSpPr/>
            <p:nvPr/>
          </p:nvSpPr>
          <p:spPr>
            <a:xfrm rot="-755217">
              <a:off x="8447541" y="4116677"/>
              <a:ext cx="41307" cy="36349"/>
            </a:xfrm>
            <a:custGeom>
              <a:rect b="b" l="l" r="r" t="t"/>
              <a:pathLst>
                <a:path extrusionOk="0" h="44" w="50">
                  <a:moveTo>
                    <a:pt x="49" y="34"/>
                  </a:moveTo>
                  <a:cubicBezTo>
                    <a:pt x="44" y="35"/>
                    <a:pt x="38" y="36"/>
                    <a:pt x="33" y="38"/>
                  </a:cubicBezTo>
                  <a:cubicBezTo>
                    <a:pt x="22" y="42"/>
                    <a:pt x="12" y="43"/>
                    <a:pt x="6" y="31"/>
                  </a:cubicBezTo>
                  <a:cubicBezTo>
                    <a:pt x="0" y="19"/>
                    <a:pt x="8" y="14"/>
                    <a:pt x="16" y="9"/>
                  </a:cubicBezTo>
                  <a:cubicBezTo>
                    <a:pt x="29" y="0"/>
                    <a:pt x="39" y="5"/>
                    <a:pt x="45" y="19"/>
                  </a:cubicBezTo>
                  <a:cubicBezTo>
                    <a:pt x="46" y="24"/>
                    <a:pt x="47" y="30"/>
                    <a:pt x="47" y="35"/>
                  </a:cubicBezTo>
                  <a:lnTo>
                    <a:pt x="49"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38"/>
            <p:cNvSpPr/>
            <p:nvPr/>
          </p:nvSpPr>
          <p:spPr>
            <a:xfrm rot="-755217">
              <a:off x="7716784" y="1825994"/>
              <a:ext cx="58656" cy="56175"/>
            </a:xfrm>
            <a:custGeom>
              <a:rect b="b" l="l" r="r" t="t"/>
              <a:pathLst>
                <a:path extrusionOk="0" h="68" w="71">
                  <a:moveTo>
                    <a:pt x="70" y="0"/>
                  </a:moveTo>
                  <a:cubicBezTo>
                    <a:pt x="53" y="28"/>
                    <a:pt x="29" y="51"/>
                    <a:pt x="1" y="67"/>
                  </a:cubicBezTo>
                  <a:lnTo>
                    <a:pt x="0" y="67"/>
                  </a:lnTo>
                  <a:cubicBezTo>
                    <a:pt x="2" y="61"/>
                    <a:pt x="5" y="56"/>
                    <a:pt x="8" y="50"/>
                  </a:cubicBezTo>
                  <a:cubicBezTo>
                    <a:pt x="18" y="33"/>
                    <a:pt x="32" y="19"/>
                    <a:pt x="50" y="9"/>
                  </a:cubicBezTo>
                  <a:cubicBezTo>
                    <a:pt x="56" y="5"/>
                    <a:pt x="63" y="2"/>
                    <a:pt x="7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38"/>
            <p:cNvSpPr/>
            <p:nvPr/>
          </p:nvSpPr>
          <p:spPr>
            <a:xfrm rot="-755217">
              <a:off x="9020292" y="4275698"/>
              <a:ext cx="33046" cy="27261"/>
            </a:xfrm>
            <a:custGeom>
              <a:rect b="b" l="l" r="r" t="t"/>
              <a:pathLst>
                <a:path extrusionOk="0" h="33" w="40">
                  <a:moveTo>
                    <a:pt x="39" y="22"/>
                  </a:moveTo>
                  <a:cubicBezTo>
                    <a:pt x="37" y="32"/>
                    <a:pt x="30" y="32"/>
                    <a:pt x="23" y="30"/>
                  </a:cubicBezTo>
                  <a:cubicBezTo>
                    <a:pt x="16" y="28"/>
                    <a:pt x="0" y="28"/>
                    <a:pt x="1" y="13"/>
                  </a:cubicBezTo>
                  <a:cubicBezTo>
                    <a:pt x="1" y="11"/>
                    <a:pt x="2" y="9"/>
                    <a:pt x="3" y="7"/>
                  </a:cubicBezTo>
                  <a:cubicBezTo>
                    <a:pt x="4" y="5"/>
                    <a:pt x="6" y="4"/>
                    <a:pt x="8" y="2"/>
                  </a:cubicBezTo>
                  <a:cubicBezTo>
                    <a:pt x="11" y="0"/>
                    <a:pt x="13" y="0"/>
                    <a:pt x="16" y="0"/>
                  </a:cubicBezTo>
                  <a:cubicBezTo>
                    <a:pt x="17" y="0"/>
                    <a:pt x="19" y="0"/>
                    <a:pt x="20" y="0"/>
                  </a:cubicBezTo>
                  <a:cubicBezTo>
                    <a:pt x="23" y="1"/>
                    <a:pt x="25" y="2"/>
                    <a:pt x="27" y="3"/>
                  </a:cubicBezTo>
                  <a:cubicBezTo>
                    <a:pt x="31" y="5"/>
                    <a:pt x="34" y="8"/>
                    <a:pt x="36" y="12"/>
                  </a:cubicBezTo>
                  <a:cubicBezTo>
                    <a:pt x="38" y="15"/>
                    <a:pt x="39" y="18"/>
                    <a:pt x="39"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38"/>
            <p:cNvSpPr/>
            <p:nvPr/>
          </p:nvSpPr>
          <p:spPr>
            <a:xfrm rot="-755217">
              <a:off x="9573068" y="3037193"/>
              <a:ext cx="47090" cy="61132"/>
            </a:xfrm>
            <a:custGeom>
              <a:rect b="b" l="l" r="r" t="t"/>
              <a:pathLst>
                <a:path extrusionOk="0" h="74" w="57">
                  <a:moveTo>
                    <a:pt x="47" y="73"/>
                  </a:moveTo>
                  <a:lnTo>
                    <a:pt x="0" y="6"/>
                  </a:lnTo>
                  <a:lnTo>
                    <a:pt x="9" y="0"/>
                  </a:lnTo>
                  <a:lnTo>
                    <a:pt x="56" y="67"/>
                  </a:lnTo>
                  <a:lnTo>
                    <a:pt x="47" y="73"/>
                  </a:lnTo>
                </a:path>
              </a:pathLst>
            </a:custGeom>
            <a:solidFill>
              <a:schemeClr val="dk1"/>
            </a:solidFill>
            <a:ln>
              <a:noFill/>
            </a:ln>
          </p:spPr>
        </p:sp>
        <p:sp>
          <p:nvSpPr>
            <p:cNvPr id="4225" name="Google Shape;4225;p38"/>
            <p:cNvSpPr/>
            <p:nvPr/>
          </p:nvSpPr>
          <p:spPr>
            <a:xfrm rot="-755217">
              <a:off x="8564668" y="2570414"/>
              <a:ext cx="42960" cy="60306"/>
            </a:xfrm>
            <a:custGeom>
              <a:rect b="b" l="l" r="r" t="t"/>
              <a:pathLst>
                <a:path extrusionOk="0" h="73" w="52">
                  <a:moveTo>
                    <a:pt x="0" y="1"/>
                  </a:moveTo>
                  <a:cubicBezTo>
                    <a:pt x="16" y="13"/>
                    <a:pt x="29" y="28"/>
                    <a:pt x="39" y="45"/>
                  </a:cubicBezTo>
                  <a:cubicBezTo>
                    <a:pt x="44" y="54"/>
                    <a:pt x="48" y="63"/>
                    <a:pt x="51" y="72"/>
                  </a:cubicBezTo>
                  <a:cubicBezTo>
                    <a:pt x="36" y="61"/>
                    <a:pt x="23" y="46"/>
                    <a:pt x="14" y="30"/>
                  </a:cubicBezTo>
                  <a:cubicBezTo>
                    <a:pt x="9" y="21"/>
                    <a:pt x="4" y="1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38"/>
            <p:cNvSpPr/>
            <p:nvPr/>
          </p:nvSpPr>
          <p:spPr>
            <a:xfrm rot="-755217">
              <a:off x="9428507" y="3432956"/>
              <a:ext cx="43786" cy="60306"/>
            </a:xfrm>
            <a:custGeom>
              <a:rect b="b" l="l" r="r" t="t"/>
              <a:pathLst>
                <a:path extrusionOk="0" h="73" w="53">
                  <a:moveTo>
                    <a:pt x="1" y="0"/>
                  </a:moveTo>
                  <a:cubicBezTo>
                    <a:pt x="16" y="11"/>
                    <a:pt x="30" y="26"/>
                    <a:pt x="39" y="42"/>
                  </a:cubicBezTo>
                  <a:cubicBezTo>
                    <a:pt x="45" y="52"/>
                    <a:pt x="48" y="62"/>
                    <a:pt x="52" y="72"/>
                  </a:cubicBezTo>
                  <a:cubicBezTo>
                    <a:pt x="36" y="60"/>
                    <a:pt x="23" y="46"/>
                    <a:pt x="13" y="29"/>
                  </a:cubicBezTo>
                  <a:cubicBezTo>
                    <a:pt x="8" y="19"/>
                    <a:pt x="4" y="10"/>
                    <a:pt x="0"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8"/>
            <p:cNvSpPr/>
            <p:nvPr/>
          </p:nvSpPr>
          <p:spPr>
            <a:xfrm rot="-755217">
              <a:off x="7731395" y="2007949"/>
              <a:ext cx="64440" cy="27261"/>
            </a:xfrm>
            <a:custGeom>
              <a:rect b="b" l="l" r="r" t="t"/>
              <a:pathLst>
                <a:path extrusionOk="0" h="33" w="78">
                  <a:moveTo>
                    <a:pt x="0" y="2"/>
                  </a:moveTo>
                  <a:cubicBezTo>
                    <a:pt x="31" y="0"/>
                    <a:pt x="48" y="21"/>
                    <a:pt x="77" y="28"/>
                  </a:cubicBezTo>
                  <a:cubicBezTo>
                    <a:pt x="40" y="32"/>
                    <a:pt x="40" y="3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38"/>
            <p:cNvSpPr/>
            <p:nvPr/>
          </p:nvSpPr>
          <p:spPr>
            <a:xfrm rot="-755217">
              <a:off x="9250651" y="2916197"/>
              <a:ext cx="44612" cy="38827"/>
            </a:xfrm>
            <a:custGeom>
              <a:rect b="b" l="l" r="r" t="t"/>
              <a:pathLst>
                <a:path extrusionOk="0" h="47" w="54">
                  <a:moveTo>
                    <a:pt x="0" y="0"/>
                  </a:moveTo>
                  <a:cubicBezTo>
                    <a:pt x="4" y="1"/>
                    <a:pt x="7" y="3"/>
                    <a:pt x="11" y="5"/>
                  </a:cubicBezTo>
                  <a:cubicBezTo>
                    <a:pt x="28" y="15"/>
                    <a:pt x="42" y="29"/>
                    <a:pt x="53" y="46"/>
                  </a:cubicBezTo>
                  <a:cubicBezTo>
                    <a:pt x="49" y="44"/>
                    <a:pt x="45" y="42"/>
                    <a:pt x="41" y="40"/>
                  </a:cubicBezTo>
                  <a:cubicBezTo>
                    <a:pt x="24" y="30"/>
                    <a:pt x="10"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38"/>
            <p:cNvSpPr/>
            <p:nvPr/>
          </p:nvSpPr>
          <p:spPr>
            <a:xfrm rot="-755217">
              <a:off x="8913932" y="4474675"/>
              <a:ext cx="64440" cy="38001"/>
            </a:xfrm>
            <a:custGeom>
              <a:rect b="b" l="l" r="r" t="t"/>
              <a:pathLst>
                <a:path extrusionOk="0" h="46" w="78">
                  <a:moveTo>
                    <a:pt x="66" y="25"/>
                  </a:moveTo>
                  <a:lnTo>
                    <a:pt x="77" y="37"/>
                  </a:lnTo>
                  <a:cubicBezTo>
                    <a:pt x="42" y="45"/>
                    <a:pt x="20" y="26"/>
                    <a:pt x="0" y="2"/>
                  </a:cubicBezTo>
                  <a:cubicBezTo>
                    <a:pt x="25" y="0"/>
                    <a:pt x="40" y="29"/>
                    <a:pt x="6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8"/>
            <p:cNvSpPr/>
            <p:nvPr/>
          </p:nvSpPr>
          <p:spPr>
            <a:xfrm rot="-755217">
              <a:off x="9986444" y="3210079"/>
              <a:ext cx="37177" cy="60306"/>
            </a:xfrm>
            <a:custGeom>
              <a:rect b="b" l="l" r="r" t="t"/>
              <a:pathLst>
                <a:path extrusionOk="0" h="73" w="45">
                  <a:moveTo>
                    <a:pt x="44" y="71"/>
                  </a:moveTo>
                  <a:cubicBezTo>
                    <a:pt x="14" y="57"/>
                    <a:pt x="9" y="27"/>
                    <a:pt x="0" y="0"/>
                  </a:cubicBezTo>
                  <a:cubicBezTo>
                    <a:pt x="10" y="10"/>
                    <a:pt x="19" y="22"/>
                    <a:pt x="26" y="34"/>
                  </a:cubicBezTo>
                  <a:cubicBezTo>
                    <a:pt x="33" y="46"/>
                    <a:pt x="39" y="59"/>
                    <a:pt x="43" y="72"/>
                  </a:cubicBezTo>
                  <a:lnTo>
                    <a:pt x="44"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8"/>
            <p:cNvSpPr/>
            <p:nvPr/>
          </p:nvSpPr>
          <p:spPr>
            <a:xfrm rot="-755217">
              <a:off x="8398749" y="2316291"/>
              <a:ext cx="48743" cy="44610"/>
            </a:xfrm>
            <a:custGeom>
              <a:rect b="b" l="l" r="r" t="t"/>
              <a:pathLst>
                <a:path extrusionOk="0" h="54" w="59">
                  <a:moveTo>
                    <a:pt x="0" y="0"/>
                  </a:moveTo>
                  <a:cubicBezTo>
                    <a:pt x="3" y="1"/>
                    <a:pt x="6" y="3"/>
                    <a:pt x="9" y="5"/>
                  </a:cubicBezTo>
                  <a:cubicBezTo>
                    <a:pt x="29" y="16"/>
                    <a:pt x="46" y="33"/>
                    <a:pt x="58" y="53"/>
                  </a:cubicBezTo>
                  <a:cubicBezTo>
                    <a:pt x="53" y="51"/>
                    <a:pt x="48" y="49"/>
                    <a:pt x="43" y="46"/>
                  </a:cubicBezTo>
                  <a:cubicBezTo>
                    <a:pt x="27" y="37"/>
                    <a:pt x="13" y="23"/>
                    <a:pt x="4" y="7"/>
                  </a:cubicBezTo>
                  <a:cubicBezTo>
                    <a:pt x="3" y="5"/>
                    <a:pt x="2"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8"/>
            <p:cNvSpPr/>
            <p:nvPr/>
          </p:nvSpPr>
          <p:spPr>
            <a:xfrm rot="-755217">
              <a:off x="9418082" y="3473559"/>
              <a:ext cx="42134" cy="60306"/>
            </a:xfrm>
            <a:custGeom>
              <a:rect b="b" l="l" r="r" t="t"/>
              <a:pathLst>
                <a:path extrusionOk="0" h="73" w="51">
                  <a:moveTo>
                    <a:pt x="0" y="0"/>
                  </a:moveTo>
                  <a:lnTo>
                    <a:pt x="50" y="72"/>
                  </a:lnTo>
                  <a:cubicBezTo>
                    <a:pt x="14" y="47"/>
                    <a:pt x="14" y="4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8"/>
            <p:cNvSpPr/>
            <p:nvPr/>
          </p:nvSpPr>
          <p:spPr>
            <a:xfrm rot="-755217">
              <a:off x="8180420" y="2247602"/>
              <a:ext cx="61961" cy="44610"/>
            </a:xfrm>
            <a:custGeom>
              <a:rect b="b" l="l" r="r" t="t"/>
              <a:pathLst>
                <a:path extrusionOk="0" h="54" w="75">
                  <a:moveTo>
                    <a:pt x="74" y="53"/>
                  </a:moveTo>
                  <a:cubicBezTo>
                    <a:pt x="39" y="39"/>
                    <a:pt x="26" y="17"/>
                    <a:pt x="0" y="0"/>
                  </a:cubicBezTo>
                  <a:cubicBezTo>
                    <a:pt x="34" y="10"/>
                    <a:pt x="34" y="10"/>
                    <a:pt x="7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38"/>
            <p:cNvSpPr/>
            <p:nvPr/>
          </p:nvSpPr>
          <p:spPr>
            <a:xfrm rot="-755217">
              <a:off x="9763277" y="3514789"/>
              <a:ext cx="42960" cy="52045"/>
            </a:xfrm>
            <a:custGeom>
              <a:rect b="b" l="l" r="r" t="t"/>
              <a:pathLst>
                <a:path extrusionOk="0" h="63" w="52">
                  <a:moveTo>
                    <a:pt x="0" y="2"/>
                  </a:moveTo>
                  <a:cubicBezTo>
                    <a:pt x="1" y="2"/>
                    <a:pt x="2" y="3"/>
                    <a:pt x="3" y="3"/>
                  </a:cubicBezTo>
                  <a:cubicBezTo>
                    <a:pt x="19" y="13"/>
                    <a:pt x="33" y="27"/>
                    <a:pt x="43" y="43"/>
                  </a:cubicBezTo>
                  <a:cubicBezTo>
                    <a:pt x="46" y="49"/>
                    <a:pt x="49" y="55"/>
                    <a:pt x="51" y="62"/>
                  </a:cubicBezTo>
                  <a:cubicBezTo>
                    <a:pt x="31" y="44"/>
                    <a:pt x="7" y="3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8"/>
            <p:cNvSpPr/>
            <p:nvPr/>
          </p:nvSpPr>
          <p:spPr>
            <a:xfrm rot="-755217">
              <a:off x="10120184" y="3435799"/>
              <a:ext cx="43786" cy="47914"/>
            </a:xfrm>
            <a:custGeom>
              <a:rect b="b" l="l" r="r" t="t"/>
              <a:pathLst>
                <a:path extrusionOk="0" h="58" w="53">
                  <a:moveTo>
                    <a:pt x="48" y="37"/>
                  </a:moveTo>
                  <a:lnTo>
                    <a:pt x="52" y="57"/>
                  </a:lnTo>
                  <a:cubicBezTo>
                    <a:pt x="19" y="53"/>
                    <a:pt x="9" y="26"/>
                    <a:pt x="0" y="0"/>
                  </a:cubicBezTo>
                  <a:cubicBezTo>
                    <a:pt x="21" y="3"/>
                    <a:pt x="25" y="34"/>
                    <a:pt x="48"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8"/>
            <p:cNvSpPr/>
            <p:nvPr/>
          </p:nvSpPr>
          <p:spPr>
            <a:xfrm rot="-755217">
              <a:off x="10117931" y="3724766"/>
              <a:ext cx="46264" cy="56175"/>
            </a:xfrm>
            <a:custGeom>
              <a:rect b="b" l="l" r="r" t="t"/>
              <a:pathLst>
                <a:path extrusionOk="0" h="68" w="56">
                  <a:moveTo>
                    <a:pt x="2" y="0"/>
                  </a:moveTo>
                  <a:cubicBezTo>
                    <a:pt x="20" y="10"/>
                    <a:pt x="35" y="24"/>
                    <a:pt x="44" y="41"/>
                  </a:cubicBezTo>
                  <a:cubicBezTo>
                    <a:pt x="49" y="50"/>
                    <a:pt x="52" y="58"/>
                    <a:pt x="55" y="67"/>
                  </a:cubicBezTo>
                  <a:cubicBezTo>
                    <a:pt x="36" y="56"/>
                    <a:pt x="20" y="40"/>
                    <a:pt x="8" y="20"/>
                  </a:cubicBezTo>
                  <a:cubicBezTo>
                    <a:pt x="5" y="14"/>
                    <a:pt x="2" y="8"/>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38"/>
            <p:cNvSpPr/>
            <p:nvPr/>
          </p:nvSpPr>
          <p:spPr>
            <a:xfrm rot="-755217">
              <a:off x="8449137" y="3100571"/>
              <a:ext cx="42960" cy="50392"/>
            </a:xfrm>
            <a:custGeom>
              <a:rect b="b" l="l" r="r" t="t"/>
              <a:pathLst>
                <a:path extrusionOk="0" h="61" w="52">
                  <a:moveTo>
                    <a:pt x="0" y="1"/>
                  </a:moveTo>
                  <a:cubicBezTo>
                    <a:pt x="18" y="11"/>
                    <a:pt x="33" y="26"/>
                    <a:pt x="43" y="44"/>
                  </a:cubicBezTo>
                  <a:cubicBezTo>
                    <a:pt x="46" y="49"/>
                    <a:pt x="49" y="55"/>
                    <a:pt x="51" y="60"/>
                  </a:cubicBezTo>
                  <a:cubicBezTo>
                    <a:pt x="50" y="60"/>
                    <a:pt x="50" y="60"/>
                    <a:pt x="49" y="59"/>
                  </a:cubicBezTo>
                  <a:cubicBezTo>
                    <a:pt x="32" y="49"/>
                    <a:pt x="19" y="37"/>
                    <a:pt x="10" y="20"/>
                  </a:cubicBezTo>
                  <a:cubicBezTo>
                    <a:pt x="6"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38"/>
            <p:cNvSpPr/>
            <p:nvPr/>
          </p:nvSpPr>
          <p:spPr>
            <a:xfrm rot="-755217">
              <a:off x="9190216" y="3518874"/>
              <a:ext cx="37177" cy="44610"/>
            </a:xfrm>
            <a:custGeom>
              <a:rect b="b" l="l" r="r" t="t"/>
              <a:pathLst>
                <a:path extrusionOk="0" h="54" w="45">
                  <a:moveTo>
                    <a:pt x="0" y="0"/>
                  </a:moveTo>
                  <a:cubicBezTo>
                    <a:pt x="15" y="10"/>
                    <a:pt x="28" y="23"/>
                    <a:pt x="37" y="39"/>
                  </a:cubicBezTo>
                  <a:cubicBezTo>
                    <a:pt x="39" y="43"/>
                    <a:pt x="42" y="48"/>
                    <a:pt x="44" y="53"/>
                  </a:cubicBezTo>
                  <a:cubicBezTo>
                    <a:pt x="28" y="43"/>
                    <a:pt x="16" y="30"/>
                    <a:pt x="7" y="15"/>
                  </a:cubicBezTo>
                  <a:cubicBezTo>
                    <a:pt x="4" y="10"/>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38"/>
            <p:cNvSpPr/>
            <p:nvPr/>
          </p:nvSpPr>
          <p:spPr>
            <a:xfrm rot="-755217">
              <a:off x="8193462" y="2542955"/>
              <a:ext cx="44612" cy="50392"/>
            </a:xfrm>
            <a:custGeom>
              <a:rect b="b" l="l" r="r" t="t"/>
              <a:pathLst>
                <a:path extrusionOk="0" h="61" w="54">
                  <a:moveTo>
                    <a:pt x="0" y="1"/>
                  </a:moveTo>
                  <a:cubicBezTo>
                    <a:pt x="26" y="12"/>
                    <a:pt x="37" y="38"/>
                    <a:pt x="53" y="60"/>
                  </a:cubicBezTo>
                  <a:cubicBezTo>
                    <a:pt x="53" y="60"/>
                    <a:pt x="53" y="59"/>
                    <a:pt x="52" y="59"/>
                  </a:cubicBezTo>
                  <a:cubicBezTo>
                    <a:pt x="35" y="49"/>
                    <a:pt x="20" y="35"/>
                    <a:pt x="10" y="17"/>
                  </a:cubicBezTo>
                  <a:cubicBezTo>
                    <a:pt x="7" y="12"/>
                    <a:pt x="4"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8"/>
            <p:cNvSpPr/>
            <p:nvPr/>
          </p:nvSpPr>
          <p:spPr>
            <a:xfrm rot="-755217">
              <a:off x="10112775" y="3955217"/>
              <a:ext cx="38829" cy="50392"/>
            </a:xfrm>
            <a:custGeom>
              <a:rect b="b" l="l" r="r" t="t"/>
              <a:pathLst>
                <a:path extrusionOk="0" h="61" w="47">
                  <a:moveTo>
                    <a:pt x="3" y="33"/>
                  </a:moveTo>
                  <a:lnTo>
                    <a:pt x="0" y="0"/>
                  </a:lnTo>
                  <a:cubicBezTo>
                    <a:pt x="15" y="13"/>
                    <a:pt x="28" y="29"/>
                    <a:pt x="38" y="46"/>
                  </a:cubicBezTo>
                  <a:cubicBezTo>
                    <a:pt x="41" y="51"/>
                    <a:pt x="43" y="55"/>
                    <a:pt x="46" y="60"/>
                  </a:cubicBezTo>
                  <a:cubicBezTo>
                    <a:pt x="26" y="60"/>
                    <a:pt x="19" y="40"/>
                    <a:pt x="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8"/>
            <p:cNvSpPr/>
            <p:nvPr/>
          </p:nvSpPr>
          <p:spPr>
            <a:xfrm rot="-755217">
              <a:off x="8624330" y="3829157"/>
              <a:ext cx="33046" cy="27261"/>
            </a:xfrm>
            <a:custGeom>
              <a:rect b="b" l="l" r="r" t="t"/>
              <a:pathLst>
                <a:path extrusionOk="0" h="33" w="40">
                  <a:moveTo>
                    <a:pt x="21" y="32"/>
                  </a:moveTo>
                  <a:cubicBezTo>
                    <a:pt x="6" y="32"/>
                    <a:pt x="0" y="25"/>
                    <a:pt x="0" y="16"/>
                  </a:cubicBezTo>
                  <a:cubicBezTo>
                    <a:pt x="0" y="13"/>
                    <a:pt x="0" y="11"/>
                    <a:pt x="2" y="8"/>
                  </a:cubicBezTo>
                  <a:cubicBezTo>
                    <a:pt x="3" y="6"/>
                    <a:pt x="5" y="4"/>
                    <a:pt x="8" y="2"/>
                  </a:cubicBezTo>
                  <a:cubicBezTo>
                    <a:pt x="11" y="0"/>
                    <a:pt x="14" y="0"/>
                    <a:pt x="16" y="0"/>
                  </a:cubicBezTo>
                  <a:cubicBezTo>
                    <a:pt x="17" y="0"/>
                    <a:pt x="17" y="0"/>
                    <a:pt x="18" y="0"/>
                  </a:cubicBezTo>
                  <a:cubicBezTo>
                    <a:pt x="30" y="0"/>
                    <a:pt x="39" y="5"/>
                    <a:pt x="37" y="19"/>
                  </a:cubicBezTo>
                  <a:cubicBezTo>
                    <a:pt x="37" y="21"/>
                    <a:pt x="36" y="23"/>
                    <a:pt x="35" y="24"/>
                  </a:cubicBezTo>
                  <a:cubicBezTo>
                    <a:pt x="34" y="27"/>
                    <a:pt x="32" y="29"/>
                    <a:pt x="29" y="30"/>
                  </a:cubicBezTo>
                  <a:cubicBezTo>
                    <a:pt x="27" y="31"/>
                    <a:pt x="24" y="32"/>
                    <a:pt x="2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8"/>
            <p:cNvSpPr/>
            <p:nvPr/>
          </p:nvSpPr>
          <p:spPr>
            <a:xfrm rot="-755217">
              <a:off x="8807712" y="3794032"/>
              <a:ext cx="33872" cy="26435"/>
            </a:xfrm>
            <a:custGeom>
              <a:rect b="b" l="l" r="r" t="t"/>
              <a:pathLst>
                <a:path extrusionOk="0" h="32" w="41">
                  <a:moveTo>
                    <a:pt x="16" y="31"/>
                  </a:moveTo>
                  <a:cubicBezTo>
                    <a:pt x="7" y="31"/>
                    <a:pt x="3" y="27"/>
                    <a:pt x="2" y="22"/>
                  </a:cubicBezTo>
                  <a:cubicBezTo>
                    <a:pt x="0" y="5"/>
                    <a:pt x="11" y="0"/>
                    <a:pt x="25" y="0"/>
                  </a:cubicBezTo>
                  <a:cubicBezTo>
                    <a:pt x="32" y="0"/>
                    <a:pt x="40" y="4"/>
                    <a:pt x="38" y="13"/>
                  </a:cubicBezTo>
                  <a:cubicBezTo>
                    <a:pt x="36" y="22"/>
                    <a:pt x="22" y="26"/>
                    <a:pt x="1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8"/>
            <p:cNvSpPr/>
            <p:nvPr/>
          </p:nvSpPr>
          <p:spPr>
            <a:xfrm rot="-755217">
              <a:off x="9148830" y="3754596"/>
              <a:ext cx="55352" cy="42131"/>
            </a:xfrm>
            <a:custGeom>
              <a:rect b="b" l="l" r="r" t="t"/>
              <a:pathLst>
                <a:path extrusionOk="0" h="51" w="67">
                  <a:moveTo>
                    <a:pt x="66" y="50"/>
                  </a:moveTo>
                  <a:cubicBezTo>
                    <a:pt x="60" y="48"/>
                    <a:pt x="55" y="45"/>
                    <a:pt x="49" y="42"/>
                  </a:cubicBezTo>
                  <a:cubicBezTo>
                    <a:pt x="31" y="31"/>
                    <a:pt x="14" y="17"/>
                    <a:pt x="0" y="0"/>
                  </a:cubicBezTo>
                  <a:cubicBezTo>
                    <a:pt x="38" y="7"/>
                    <a:pt x="49" y="34"/>
                    <a:pt x="6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8"/>
            <p:cNvSpPr/>
            <p:nvPr/>
          </p:nvSpPr>
          <p:spPr>
            <a:xfrm rot="-755217">
              <a:off x="9060752" y="3421086"/>
              <a:ext cx="42960" cy="50392"/>
            </a:xfrm>
            <a:custGeom>
              <a:rect b="b" l="l" r="r" t="t"/>
              <a:pathLst>
                <a:path extrusionOk="0" h="61" w="52">
                  <a:moveTo>
                    <a:pt x="0" y="1"/>
                  </a:moveTo>
                  <a:cubicBezTo>
                    <a:pt x="27" y="11"/>
                    <a:pt x="38" y="37"/>
                    <a:pt x="51" y="60"/>
                  </a:cubicBezTo>
                  <a:cubicBezTo>
                    <a:pt x="31" y="43"/>
                    <a:pt x="8" y="2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8"/>
            <p:cNvSpPr/>
            <p:nvPr/>
          </p:nvSpPr>
          <p:spPr>
            <a:xfrm rot="-755217">
              <a:off x="8201480" y="3688871"/>
              <a:ext cx="36351" cy="38001"/>
            </a:xfrm>
            <a:custGeom>
              <a:rect b="b" l="l" r="r" t="t"/>
              <a:pathLst>
                <a:path extrusionOk="0" h="46" w="44">
                  <a:moveTo>
                    <a:pt x="19" y="0"/>
                  </a:moveTo>
                  <a:cubicBezTo>
                    <a:pt x="23" y="3"/>
                    <a:pt x="28" y="5"/>
                    <a:pt x="28" y="7"/>
                  </a:cubicBezTo>
                  <a:cubicBezTo>
                    <a:pt x="28" y="19"/>
                    <a:pt x="43" y="29"/>
                    <a:pt x="32" y="41"/>
                  </a:cubicBezTo>
                  <a:cubicBezTo>
                    <a:pt x="31" y="42"/>
                    <a:pt x="30" y="42"/>
                    <a:pt x="29" y="43"/>
                  </a:cubicBezTo>
                  <a:cubicBezTo>
                    <a:pt x="27" y="44"/>
                    <a:pt x="25" y="45"/>
                    <a:pt x="22" y="45"/>
                  </a:cubicBezTo>
                  <a:cubicBezTo>
                    <a:pt x="20" y="45"/>
                    <a:pt x="18" y="44"/>
                    <a:pt x="16" y="43"/>
                  </a:cubicBezTo>
                  <a:cubicBezTo>
                    <a:pt x="14" y="42"/>
                    <a:pt x="13" y="41"/>
                    <a:pt x="12" y="40"/>
                  </a:cubicBezTo>
                  <a:cubicBezTo>
                    <a:pt x="0" y="24"/>
                    <a:pt x="0" y="1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8"/>
            <p:cNvSpPr/>
            <p:nvPr/>
          </p:nvSpPr>
          <p:spPr>
            <a:xfrm rot="-755217">
              <a:off x="9363046" y="3964577"/>
              <a:ext cx="9088" cy="75175"/>
            </a:xfrm>
            <a:custGeom>
              <a:rect b="b" l="l" r="r" t="t"/>
              <a:pathLst>
                <a:path extrusionOk="0" h="91" w="11">
                  <a:moveTo>
                    <a:pt x="4" y="0"/>
                  </a:moveTo>
                  <a:cubicBezTo>
                    <a:pt x="8" y="15"/>
                    <a:pt x="10" y="30"/>
                    <a:pt x="10" y="45"/>
                  </a:cubicBezTo>
                  <a:cubicBezTo>
                    <a:pt x="10" y="60"/>
                    <a:pt x="8" y="75"/>
                    <a:pt x="4" y="90"/>
                  </a:cubicBezTo>
                  <a:cubicBezTo>
                    <a:pt x="1" y="75"/>
                    <a:pt x="0" y="60"/>
                    <a:pt x="0" y="45"/>
                  </a:cubicBezTo>
                  <a:cubicBezTo>
                    <a:pt x="0" y="30"/>
                    <a:pt x="1" y="15"/>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8"/>
            <p:cNvSpPr/>
            <p:nvPr/>
          </p:nvSpPr>
          <p:spPr>
            <a:xfrm rot="-755217">
              <a:off x="10275115" y="3541706"/>
              <a:ext cx="23132" cy="66088"/>
            </a:xfrm>
            <a:custGeom>
              <a:rect b="b" l="l" r="r" t="t"/>
              <a:pathLst>
                <a:path extrusionOk="0" h="80" w="28">
                  <a:moveTo>
                    <a:pt x="23" y="77"/>
                  </a:moveTo>
                  <a:cubicBezTo>
                    <a:pt x="0" y="55"/>
                    <a:pt x="8" y="26"/>
                    <a:pt x="5" y="0"/>
                  </a:cubicBezTo>
                  <a:cubicBezTo>
                    <a:pt x="27" y="22"/>
                    <a:pt x="20" y="53"/>
                    <a:pt x="22" y="79"/>
                  </a:cubicBezTo>
                  <a:lnTo>
                    <a:pt x="23" y="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8"/>
            <p:cNvSpPr/>
            <p:nvPr/>
          </p:nvSpPr>
          <p:spPr>
            <a:xfrm rot="-755217">
              <a:off x="10000511" y="3902263"/>
              <a:ext cx="48743" cy="59479"/>
            </a:xfrm>
            <a:custGeom>
              <a:rect b="b" l="l" r="r" t="t"/>
              <a:pathLst>
                <a:path extrusionOk="0" h="72" w="59">
                  <a:moveTo>
                    <a:pt x="46" y="38"/>
                  </a:moveTo>
                  <a:cubicBezTo>
                    <a:pt x="50" y="49"/>
                    <a:pt x="58" y="58"/>
                    <a:pt x="55" y="71"/>
                  </a:cubicBezTo>
                  <a:cubicBezTo>
                    <a:pt x="38" y="52"/>
                    <a:pt x="21" y="34"/>
                    <a:pt x="4" y="15"/>
                  </a:cubicBezTo>
                  <a:cubicBezTo>
                    <a:pt x="0" y="9"/>
                    <a:pt x="1" y="1"/>
                    <a:pt x="11" y="0"/>
                  </a:cubicBezTo>
                  <a:lnTo>
                    <a:pt x="46"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8"/>
            <p:cNvSpPr/>
            <p:nvPr/>
          </p:nvSpPr>
          <p:spPr>
            <a:xfrm rot="-755217">
              <a:off x="8159652" y="3598458"/>
              <a:ext cx="27263" cy="34696"/>
            </a:xfrm>
            <a:custGeom>
              <a:rect b="b" l="l" r="r" t="t"/>
              <a:pathLst>
                <a:path extrusionOk="0" h="42" w="33">
                  <a:moveTo>
                    <a:pt x="32" y="20"/>
                  </a:moveTo>
                  <a:cubicBezTo>
                    <a:pt x="32" y="34"/>
                    <a:pt x="27" y="41"/>
                    <a:pt x="17" y="40"/>
                  </a:cubicBezTo>
                  <a:cubicBezTo>
                    <a:pt x="14" y="40"/>
                    <a:pt x="11" y="40"/>
                    <a:pt x="9" y="38"/>
                  </a:cubicBezTo>
                  <a:cubicBezTo>
                    <a:pt x="6" y="37"/>
                    <a:pt x="4" y="34"/>
                    <a:pt x="2" y="31"/>
                  </a:cubicBezTo>
                  <a:cubicBezTo>
                    <a:pt x="1" y="29"/>
                    <a:pt x="0" y="26"/>
                    <a:pt x="0" y="23"/>
                  </a:cubicBezTo>
                  <a:cubicBezTo>
                    <a:pt x="0" y="22"/>
                    <a:pt x="0" y="21"/>
                    <a:pt x="0" y="20"/>
                  </a:cubicBezTo>
                  <a:cubicBezTo>
                    <a:pt x="0" y="17"/>
                    <a:pt x="0" y="15"/>
                    <a:pt x="2" y="12"/>
                  </a:cubicBezTo>
                  <a:cubicBezTo>
                    <a:pt x="4" y="10"/>
                    <a:pt x="6" y="7"/>
                    <a:pt x="8" y="5"/>
                  </a:cubicBezTo>
                  <a:cubicBezTo>
                    <a:pt x="10" y="4"/>
                    <a:pt x="12" y="4"/>
                    <a:pt x="14" y="3"/>
                  </a:cubicBezTo>
                  <a:cubicBezTo>
                    <a:pt x="30" y="0"/>
                    <a:pt x="28" y="15"/>
                    <a:pt x="3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38"/>
            <p:cNvSpPr/>
            <p:nvPr/>
          </p:nvSpPr>
          <p:spPr>
            <a:xfrm rot="-755217">
              <a:off x="10006591" y="3706030"/>
              <a:ext cx="47917" cy="36349"/>
            </a:xfrm>
            <a:custGeom>
              <a:rect b="b" l="l" r="r" t="t"/>
              <a:pathLst>
                <a:path extrusionOk="0" h="44" w="58">
                  <a:moveTo>
                    <a:pt x="8" y="0"/>
                  </a:moveTo>
                  <a:lnTo>
                    <a:pt x="57" y="43"/>
                  </a:lnTo>
                  <a:cubicBezTo>
                    <a:pt x="46" y="41"/>
                    <a:pt x="36" y="37"/>
                    <a:pt x="27" y="32"/>
                  </a:cubicBezTo>
                  <a:cubicBezTo>
                    <a:pt x="16" y="26"/>
                    <a:pt x="7" y="18"/>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8"/>
            <p:cNvSpPr/>
            <p:nvPr/>
          </p:nvSpPr>
          <p:spPr>
            <a:xfrm rot="-755217">
              <a:off x="9762151" y="3219313"/>
              <a:ext cx="45438" cy="48740"/>
            </a:xfrm>
            <a:custGeom>
              <a:rect b="b" l="l" r="r" t="t"/>
              <a:pathLst>
                <a:path extrusionOk="0" h="59" w="55">
                  <a:moveTo>
                    <a:pt x="9" y="0"/>
                  </a:moveTo>
                  <a:lnTo>
                    <a:pt x="54" y="53"/>
                  </a:lnTo>
                  <a:lnTo>
                    <a:pt x="48" y="58"/>
                  </a:lnTo>
                  <a:lnTo>
                    <a:pt x="0" y="8"/>
                  </a:lnTo>
                  <a:lnTo>
                    <a:pt x="9" y="0"/>
                  </a:lnTo>
                </a:path>
              </a:pathLst>
            </a:custGeom>
            <a:solidFill>
              <a:schemeClr val="dk1"/>
            </a:solidFill>
            <a:ln>
              <a:noFill/>
            </a:ln>
          </p:spPr>
        </p:sp>
        <p:sp>
          <p:nvSpPr>
            <p:cNvPr id="4252" name="Google Shape;4252;p38"/>
            <p:cNvSpPr/>
            <p:nvPr/>
          </p:nvSpPr>
          <p:spPr>
            <a:xfrm rot="-755217">
              <a:off x="8098288" y="2266956"/>
              <a:ext cx="52873" cy="44610"/>
            </a:xfrm>
            <a:custGeom>
              <a:rect b="b" l="l" r="r" t="t"/>
              <a:pathLst>
                <a:path extrusionOk="0" h="54" w="64">
                  <a:moveTo>
                    <a:pt x="63" y="51"/>
                  </a:moveTo>
                  <a:cubicBezTo>
                    <a:pt x="55" y="48"/>
                    <a:pt x="49" y="45"/>
                    <a:pt x="42" y="41"/>
                  </a:cubicBezTo>
                  <a:cubicBezTo>
                    <a:pt x="25" y="31"/>
                    <a:pt x="10" y="17"/>
                    <a:pt x="0" y="0"/>
                  </a:cubicBezTo>
                  <a:cubicBezTo>
                    <a:pt x="7" y="2"/>
                    <a:pt x="14" y="5"/>
                    <a:pt x="20" y="9"/>
                  </a:cubicBezTo>
                  <a:cubicBezTo>
                    <a:pt x="36" y="18"/>
                    <a:pt x="48" y="31"/>
                    <a:pt x="58" y="47"/>
                  </a:cubicBezTo>
                  <a:cubicBezTo>
                    <a:pt x="59" y="49"/>
                    <a:pt x="61" y="51"/>
                    <a:pt x="62" y="53"/>
                  </a:cubicBezTo>
                  <a:lnTo>
                    <a:pt x="63"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8"/>
            <p:cNvSpPr/>
            <p:nvPr/>
          </p:nvSpPr>
          <p:spPr>
            <a:xfrm rot="-755217">
              <a:off x="9005742" y="3376360"/>
              <a:ext cx="46264" cy="56175"/>
            </a:xfrm>
            <a:custGeom>
              <a:rect b="b" l="l" r="r" t="t"/>
              <a:pathLst>
                <a:path extrusionOk="0" h="68" w="56">
                  <a:moveTo>
                    <a:pt x="55" y="67"/>
                  </a:moveTo>
                  <a:cubicBezTo>
                    <a:pt x="54" y="66"/>
                    <a:pt x="52" y="65"/>
                    <a:pt x="50" y="64"/>
                  </a:cubicBezTo>
                  <a:cubicBezTo>
                    <a:pt x="34" y="54"/>
                    <a:pt x="20" y="40"/>
                    <a:pt x="10" y="24"/>
                  </a:cubicBezTo>
                  <a:cubicBezTo>
                    <a:pt x="6" y="17"/>
                    <a:pt x="3" y="9"/>
                    <a:pt x="0" y="0"/>
                  </a:cubicBezTo>
                  <a:cubicBezTo>
                    <a:pt x="3" y="2"/>
                    <a:pt x="6" y="3"/>
                    <a:pt x="9" y="5"/>
                  </a:cubicBezTo>
                  <a:cubicBezTo>
                    <a:pt x="24" y="14"/>
                    <a:pt x="36" y="26"/>
                    <a:pt x="45" y="41"/>
                  </a:cubicBezTo>
                  <a:cubicBezTo>
                    <a:pt x="50" y="49"/>
                    <a:pt x="53" y="58"/>
                    <a:pt x="55" y="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8"/>
            <p:cNvSpPr/>
            <p:nvPr/>
          </p:nvSpPr>
          <p:spPr>
            <a:xfrm rot="-755217">
              <a:off x="8491156" y="4136121"/>
              <a:ext cx="29741" cy="33044"/>
            </a:xfrm>
            <a:custGeom>
              <a:rect b="b" l="l" r="r" t="t"/>
              <a:pathLst>
                <a:path extrusionOk="0" h="40" w="36">
                  <a:moveTo>
                    <a:pt x="0" y="2"/>
                  </a:moveTo>
                  <a:cubicBezTo>
                    <a:pt x="4" y="1"/>
                    <a:pt x="7" y="1"/>
                    <a:pt x="11" y="1"/>
                  </a:cubicBezTo>
                  <a:cubicBezTo>
                    <a:pt x="15" y="1"/>
                    <a:pt x="18" y="1"/>
                    <a:pt x="22" y="2"/>
                  </a:cubicBezTo>
                  <a:cubicBezTo>
                    <a:pt x="35" y="3"/>
                    <a:pt x="33" y="13"/>
                    <a:pt x="32" y="22"/>
                  </a:cubicBezTo>
                  <a:cubicBezTo>
                    <a:pt x="32" y="24"/>
                    <a:pt x="31" y="26"/>
                    <a:pt x="30" y="28"/>
                  </a:cubicBezTo>
                  <a:cubicBezTo>
                    <a:pt x="28" y="31"/>
                    <a:pt x="26" y="33"/>
                    <a:pt x="23" y="35"/>
                  </a:cubicBezTo>
                  <a:cubicBezTo>
                    <a:pt x="22" y="36"/>
                    <a:pt x="20" y="36"/>
                    <a:pt x="18" y="37"/>
                  </a:cubicBezTo>
                  <a:cubicBezTo>
                    <a:pt x="7" y="39"/>
                    <a:pt x="1" y="33"/>
                    <a:pt x="0" y="22"/>
                  </a:cubicBezTo>
                  <a:cubicBezTo>
                    <a:pt x="0" y="14"/>
                    <a:pt x="1" y="7"/>
                    <a:pt x="2"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8"/>
            <p:cNvSpPr/>
            <p:nvPr/>
          </p:nvSpPr>
          <p:spPr>
            <a:xfrm rot="-755217">
              <a:off x="8031711" y="2389127"/>
              <a:ext cx="33046" cy="55349"/>
            </a:xfrm>
            <a:custGeom>
              <a:rect b="b" l="l" r="r" t="t"/>
              <a:pathLst>
                <a:path extrusionOk="0" h="67" w="40">
                  <a:moveTo>
                    <a:pt x="39" y="66"/>
                  </a:moveTo>
                  <a:cubicBezTo>
                    <a:pt x="28" y="57"/>
                    <a:pt x="20" y="47"/>
                    <a:pt x="13" y="35"/>
                  </a:cubicBezTo>
                  <a:cubicBezTo>
                    <a:pt x="7" y="25"/>
                    <a:pt x="3" y="13"/>
                    <a:pt x="0" y="0"/>
                  </a:cubicBezTo>
                  <a:cubicBezTo>
                    <a:pt x="10" y="9"/>
                    <a:pt x="18" y="20"/>
                    <a:pt x="25" y="31"/>
                  </a:cubicBezTo>
                  <a:cubicBezTo>
                    <a:pt x="31" y="42"/>
                    <a:pt x="36" y="53"/>
                    <a:pt x="39"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8"/>
            <p:cNvSpPr/>
            <p:nvPr/>
          </p:nvSpPr>
          <p:spPr>
            <a:xfrm rot="-755217">
              <a:off x="9192508" y="2759021"/>
              <a:ext cx="46264" cy="52045"/>
            </a:xfrm>
            <a:custGeom>
              <a:rect b="b" l="l" r="r" t="t"/>
              <a:pathLst>
                <a:path extrusionOk="0" h="63" w="56">
                  <a:moveTo>
                    <a:pt x="46" y="62"/>
                  </a:moveTo>
                  <a:lnTo>
                    <a:pt x="0" y="7"/>
                  </a:lnTo>
                  <a:lnTo>
                    <a:pt x="9" y="0"/>
                  </a:lnTo>
                  <a:cubicBezTo>
                    <a:pt x="27" y="16"/>
                    <a:pt x="42" y="35"/>
                    <a:pt x="55" y="56"/>
                  </a:cubicBezTo>
                  <a:lnTo>
                    <a:pt x="46"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8"/>
            <p:cNvSpPr/>
            <p:nvPr/>
          </p:nvSpPr>
          <p:spPr>
            <a:xfrm rot="-755217">
              <a:off x="8964761" y="2536349"/>
              <a:ext cx="47917" cy="57001"/>
            </a:xfrm>
            <a:custGeom>
              <a:rect b="b" l="l" r="r" t="t"/>
              <a:pathLst>
                <a:path extrusionOk="0" h="69" w="58">
                  <a:moveTo>
                    <a:pt x="4" y="0"/>
                  </a:moveTo>
                  <a:cubicBezTo>
                    <a:pt x="22" y="11"/>
                    <a:pt x="36" y="26"/>
                    <a:pt x="46" y="43"/>
                  </a:cubicBezTo>
                  <a:cubicBezTo>
                    <a:pt x="51" y="51"/>
                    <a:pt x="55" y="60"/>
                    <a:pt x="57" y="68"/>
                  </a:cubicBezTo>
                  <a:cubicBezTo>
                    <a:pt x="56" y="67"/>
                    <a:pt x="54" y="67"/>
                    <a:pt x="53" y="66"/>
                  </a:cubicBezTo>
                  <a:cubicBezTo>
                    <a:pt x="35" y="55"/>
                    <a:pt x="20" y="40"/>
                    <a:pt x="9" y="22"/>
                  </a:cubicBezTo>
                  <a:cubicBezTo>
                    <a:pt x="6" y="16"/>
                    <a:pt x="3" y="10"/>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8"/>
            <p:cNvSpPr/>
            <p:nvPr/>
          </p:nvSpPr>
          <p:spPr>
            <a:xfrm rot="-755217">
              <a:off x="10232476" y="3728273"/>
              <a:ext cx="29741" cy="68567"/>
            </a:xfrm>
            <a:custGeom>
              <a:rect b="b" l="l" r="r" t="t"/>
              <a:pathLst>
                <a:path extrusionOk="0" h="83" w="36">
                  <a:moveTo>
                    <a:pt x="1" y="1"/>
                  </a:moveTo>
                  <a:cubicBezTo>
                    <a:pt x="5" y="6"/>
                    <a:pt x="9" y="12"/>
                    <a:pt x="12" y="18"/>
                  </a:cubicBezTo>
                  <a:cubicBezTo>
                    <a:pt x="23" y="37"/>
                    <a:pt x="31" y="59"/>
                    <a:pt x="35" y="82"/>
                  </a:cubicBezTo>
                  <a:lnTo>
                    <a:pt x="10" y="53"/>
                  </a:lnTo>
                  <a:lnTo>
                    <a:pt x="0" y="36"/>
                  </a:lnTo>
                  <a:cubicBezTo>
                    <a:pt x="0" y="24"/>
                    <a:pt x="1" y="1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8"/>
            <p:cNvSpPr/>
            <p:nvPr/>
          </p:nvSpPr>
          <p:spPr>
            <a:xfrm rot="-755217">
              <a:off x="8820534" y="2848742"/>
              <a:ext cx="39655" cy="52045"/>
            </a:xfrm>
            <a:custGeom>
              <a:rect b="b" l="l" r="r" t="t"/>
              <a:pathLst>
                <a:path extrusionOk="0" h="63" w="48">
                  <a:moveTo>
                    <a:pt x="10" y="0"/>
                  </a:moveTo>
                  <a:lnTo>
                    <a:pt x="47" y="56"/>
                  </a:lnTo>
                  <a:lnTo>
                    <a:pt x="38" y="62"/>
                  </a:lnTo>
                  <a:lnTo>
                    <a:pt x="0" y="8"/>
                  </a:lnTo>
                  <a:lnTo>
                    <a:pt x="10" y="0"/>
                  </a:lnTo>
                </a:path>
              </a:pathLst>
            </a:custGeom>
            <a:solidFill>
              <a:schemeClr val="dk1"/>
            </a:solidFill>
            <a:ln>
              <a:noFill/>
            </a:ln>
          </p:spPr>
        </p:sp>
        <p:sp>
          <p:nvSpPr>
            <p:cNvPr id="4260" name="Google Shape;4260;p38"/>
            <p:cNvSpPr/>
            <p:nvPr/>
          </p:nvSpPr>
          <p:spPr>
            <a:xfrm rot="-755217">
              <a:off x="8756092" y="3340003"/>
              <a:ext cx="50395" cy="38001"/>
            </a:xfrm>
            <a:custGeom>
              <a:rect b="b" l="l" r="r" t="t"/>
              <a:pathLst>
                <a:path extrusionOk="0" h="46" w="61">
                  <a:moveTo>
                    <a:pt x="7" y="0"/>
                  </a:moveTo>
                  <a:lnTo>
                    <a:pt x="60" y="45"/>
                  </a:lnTo>
                  <a:cubicBezTo>
                    <a:pt x="33" y="42"/>
                    <a:pt x="18" y="23"/>
                    <a:pt x="0" y="7"/>
                  </a:cubicBez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8"/>
            <p:cNvSpPr/>
            <p:nvPr/>
          </p:nvSpPr>
          <p:spPr>
            <a:xfrm rot="-755217">
              <a:off x="8119657" y="3350553"/>
              <a:ext cx="33046" cy="57827"/>
            </a:xfrm>
            <a:custGeom>
              <a:rect b="b" l="l" r="r" t="t"/>
              <a:pathLst>
                <a:path extrusionOk="0" h="70" w="40">
                  <a:moveTo>
                    <a:pt x="39" y="68"/>
                  </a:moveTo>
                  <a:cubicBezTo>
                    <a:pt x="13" y="54"/>
                    <a:pt x="13" y="23"/>
                    <a:pt x="0" y="0"/>
                  </a:cubicBezTo>
                  <a:cubicBezTo>
                    <a:pt x="9" y="9"/>
                    <a:pt x="17" y="19"/>
                    <a:pt x="23" y="30"/>
                  </a:cubicBezTo>
                  <a:cubicBezTo>
                    <a:pt x="30" y="42"/>
                    <a:pt x="35" y="55"/>
                    <a:pt x="38" y="69"/>
                  </a:cubicBezTo>
                  <a:lnTo>
                    <a:pt x="39" y="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8"/>
            <p:cNvSpPr/>
            <p:nvPr/>
          </p:nvSpPr>
          <p:spPr>
            <a:xfrm rot="-755217">
              <a:off x="10175860" y="3768533"/>
              <a:ext cx="46264" cy="55349"/>
            </a:xfrm>
            <a:custGeom>
              <a:rect b="b" l="l" r="r" t="t"/>
              <a:pathLst>
                <a:path extrusionOk="0" h="67" w="56">
                  <a:moveTo>
                    <a:pt x="55" y="66"/>
                  </a:moveTo>
                  <a:cubicBezTo>
                    <a:pt x="54" y="65"/>
                    <a:pt x="53" y="65"/>
                    <a:pt x="52" y="64"/>
                  </a:cubicBezTo>
                  <a:cubicBezTo>
                    <a:pt x="34" y="54"/>
                    <a:pt x="20" y="40"/>
                    <a:pt x="9" y="22"/>
                  </a:cubicBezTo>
                  <a:cubicBezTo>
                    <a:pt x="5" y="15"/>
                    <a:pt x="2" y="7"/>
                    <a:pt x="0" y="0"/>
                  </a:cubicBezTo>
                  <a:cubicBezTo>
                    <a:pt x="2" y="1"/>
                    <a:pt x="5" y="3"/>
                    <a:pt x="7" y="4"/>
                  </a:cubicBezTo>
                  <a:cubicBezTo>
                    <a:pt x="23" y="14"/>
                    <a:pt x="36" y="26"/>
                    <a:pt x="45" y="41"/>
                  </a:cubicBezTo>
                  <a:cubicBezTo>
                    <a:pt x="49" y="49"/>
                    <a:pt x="52" y="57"/>
                    <a:pt x="55"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8"/>
            <p:cNvSpPr/>
            <p:nvPr/>
          </p:nvSpPr>
          <p:spPr>
            <a:xfrm rot="-755217">
              <a:off x="9119011" y="3640656"/>
              <a:ext cx="44612" cy="49566"/>
            </a:xfrm>
            <a:custGeom>
              <a:rect b="b" l="l" r="r" t="t"/>
              <a:pathLst>
                <a:path extrusionOk="0" h="60" w="54">
                  <a:moveTo>
                    <a:pt x="0" y="1"/>
                  </a:moveTo>
                  <a:cubicBezTo>
                    <a:pt x="30" y="9"/>
                    <a:pt x="35" y="40"/>
                    <a:pt x="53" y="59"/>
                  </a:cubicBezTo>
                  <a:cubicBezTo>
                    <a:pt x="51" y="58"/>
                    <a:pt x="50" y="57"/>
                    <a:pt x="48" y="56"/>
                  </a:cubicBezTo>
                  <a:cubicBezTo>
                    <a:pt x="33" y="47"/>
                    <a:pt x="20" y="35"/>
                    <a:pt x="11" y="19"/>
                  </a:cubicBezTo>
                  <a:cubicBezTo>
                    <a:pt x="7" y="13"/>
                    <a:pt x="5"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8"/>
            <p:cNvSpPr/>
            <p:nvPr/>
          </p:nvSpPr>
          <p:spPr>
            <a:xfrm rot="-755217">
              <a:off x="8456614" y="3582205"/>
              <a:ext cx="40481" cy="26435"/>
            </a:xfrm>
            <a:custGeom>
              <a:rect b="b" l="l" r="r" t="t"/>
              <a:pathLst>
                <a:path extrusionOk="0" h="32" w="49">
                  <a:moveTo>
                    <a:pt x="48" y="23"/>
                  </a:moveTo>
                  <a:cubicBezTo>
                    <a:pt x="42" y="25"/>
                    <a:pt x="37" y="27"/>
                    <a:pt x="31" y="27"/>
                  </a:cubicBezTo>
                  <a:cubicBezTo>
                    <a:pt x="20" y="25"/>
                    <a:pt x="5" y="31"/>
                    <a:pt x="1" y="13"/>
                  </a:cubicBezTo>
                  <a:cubicBezTo>
                    <a:pt x="0" y="13"/>
                    <a:pt x="0" y="13"/>
                    <a:pt x="0" y="13"/>
                  </a:cubicBezTo>
                  <a:cubicBezTo>
                    <a:pt x="0" y="11"/>
                    <a:pt x="1" y="9"/>
                    <a:pt x="2" y="7"/>
                  </a:cubicBezTo>
                  <a:cubicBezTo>
                    <a:pt x="3" y="6"/>
                    <a:pt x="3" y="5"/>
                    <a:pt x="4" y="4"/>
                  </a:cubicBezTo>
                  <a:cubicBezTo>
                    <a:pt x="5" y="4"/>
                    <a:pt x="5" y="4"/>
                    <a:pt x="6" y="3"/>
                  </a:cubicBezTo>
                  <a:cubicBezTo>
                    <a:pt x="10" y="1"/>
                    <a:pt x="14" y="0"/>
                    <a:pt x="19" y="0"/>
                  </a:cubicBezTo>
                  <a:cubicBezTo>
                    <a:pt x="23" y="0"/>
                    <a:pt x="28" y="1"/>
                    <a:pt x="32" y="3"/>
                  </a:cubicBezTo>
                  <a:cubicBezTo>
                    <a:pt x="35" y="5"/>
                    <a:pt x="37" y="7"/>
                    <a:pt x="39" y="9"/>
                  </a:cubicBezTo>
                  <a:cubicBezTo>
                    <a:pt x="41" y="11"/>
                    <a:pt x="43" y="14"/>
                    <a:pt x="44" y="16"/>
                  </a:cubicBezTo>
                  <a:cubicBezTo>
                    <a:pt x="46" y="18"/>
                    <a:pt x="47" y="21"/>
                    <a:pt x="4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8"/>
            <p:cNvSpPr/>
            <p:nvPr/>
          </p:nvSpPr>
          <p:spPr>
            <a:xfrm rot="-755217">
              <a:off x="8111598" y="2551357"/>
              <a:ext cx="34698" cy="52045"/>
            </a:xfrm>
            <a:custGeom>
              <a:rect b="b" l="l" r="r" t="t"/>
              <a:pathLst>
                <a:path extrusionOk="0" h="63" w="42">
                  <a:moveTo>
                    <a:pt x="1" y="0"/>
                  </a:moveTo>
                  <a:cubicBezTo>
                    <a:pt x="12" y="9"/>
                    <a:pt x="22" y="20"/>
                    <a:pt x="29" y="32"/>
                  </a:cubicBezTo>
                  <a:cubicBezTo>
                    <a:pt x="34" y="41"/>
                    <a:pt x="38" y="51"/>
                    <a:pt x="41" y="62"/>
                  </a:cubicBezTo>
                  <a:cubicBezTo>
                    <a:pt x="28" y="54"/>
                    <a:pt x="18" y="42"/>
                    <a:pt x="11" y="29"/>
                  </a:cubicBezTo>
                  <a:cubicBezTo>
                    <a:pt x="6" y="21"/>
                    <a:pt x="2" y="11"/>
                    <a:pt x="0" y="2"/>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8"/>
            <p:cNvSpPr/>
            <p:nvPr/>
          </p:nvSpPr>
          <p:spPr>
            <a:xfrm rot="-755217">
              <a:off x="8741587" y="3061576"/>
              <a:ext cx="34698" cy="49566"/>
            </a:xfrm>
            <a:custGeom>
              <a:rect b="b" l="l" r="r" t="t"/>
              <a:pathLst>
                <a:path extrusionOk="0" h="60" w="42">
                  <a:moveTo>
                    <a:pt x="41" y="57"/>
                  </a:moveTo>
                  <a:cubicBezTo>
                    <a:pt x="15" y="47"/>
                    <a:pt x="10" y="22"/>
                    <a:pt x="0" y="0"/>
                  </a:cubicBezTo>
                  <a:cubicBezTo>
                    <a:pt x="12" y="8"/>
                    <a:pt x="22" y="19"/>
                    <a:pt x="29" y="32"/>
                  </a:cubicBezTo>
                  <a:cubicBezTo>
                    <a:pt x="34" y="40"/>
                    <a:pt x="38" y="49"/>
                    <a:pt x="40" y="59"/>
                  </a:cubicBezTo>
                  <a:lnTo>
                    <a:pt x="41" y="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8"/>
            <p:cNvSpPr/>
            <p:nvPr/>
          </p:nvSpPr>
          <p:spPr>
            <a:xfrm rot="-755217">
              <a:off x="9107088" y="3098842"/>
              <a:ext cx="38003" cy="41305"/>
            </a:xfrm>
            <a:custGeom>
              <a:rect b="b" l="l" r="r" t="t"/>
              <a:pathLst>
                <a:path extrusionOk="0" h="50" w="46">
                  <a:moveTo>
                    <a:pt x="45" y="49"/>
                  </a:moveTo>
                  <a:cubicBezTo>
                    <a:pt x="27" y="37"/>
                    <a:pt x="13" y="22"/>
                    <a:pt x="2" y="4"/>
                  </a:cubicBezTo>
                  <a:cubicBezTo>
                    <a:pt x="2" y="2"/>
                    <a:pt x="1" y="1"/>
                    <a:pt x="0" y="0"/>
                  </a:cubicBezTo>
                  <a:cubicBezTo>
                    <a:pt x="2" y="1"/>
                    <a:pt x="3" y="1"/>
                    <a:pt x="4" y="2"/>
                  </a:cubicBezTo>
                  <a:cubicBezTo>
                    <a:pt x="18" y="10"/>
                    <a:pt x="30" y="22"/>
                    <a:pt x="38" y="36"/>
                  </a:cubicBezTo>
                  <a:cubicBezTo>
                    <a:pt x="41" y="40"/>
                    <a:pt x="43" y="45"/>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8"/>
            <p:cNvSpPr/>
            <p:nvPr/>
          </p:nvSpPr>
          <p:spPr>
            <a:xfrm rot="-755217">
              <a:off x="8160790" y="3398457"/>
              <a:ext cx="36351" cy="49566"/>
            </a:xfrm>
            <a:custGeom>
              <a:rect b="b" l="l" r="r" t="t"/>
              <a:pathLst>
                <a:path extrusionOk="0" h="60" w="44">
                  <a:moveTo>
                    <a:pt x="0" y="1"/>
                  </a:moveTo>
                  <a:lnTo>
                    <a:pt x="21" y="10"/>
                  </a:lnTo>
                  <a:lnTo>
                    <a:pt x="19" y="9"/>
                  </a:lnTo>
                  <a:cubicBezTo>
                    <a:pt x="19" y="28"/>
                    <a:pt x="36" y="40"/>
                    <a:pt x="43" y="59"/>
                  </a:cubicBezTo>
                  <a:cubicBezTo>
                    <a:pt x="43" y="58"/>
                    <a:pt x="42" y="58"/>
                    <a:pt x="42" y="58"/>
                  </a:cubicBezTo>
                  <a:cubicBezTo>
                    <a:pt x="30" y="51"/>
                    <a:pt x="20" y="41"/>
                    <a:pt x="12" y="28"/>
                  </a:cubicBezTo>
                  <a:cubicBezTo>
                    <a:pt x="7" y="19"/>
                    <a:pt x="4"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8"/>
            <p:cNvSpPr/>
            <p:nvPr/>
          </p:nvSpPr>
          <p:spPr>
            <a:xfrm rot="-755217">
              <a:off x="9598735" y="3414219"/>
              <a:ext cx="28915" cy="47088"/>
            </a:xfrm>
            <a:custGeom>
              <a:rect b="b" l="l" r="r" t="t"/>
              <a:pathLst>
                <a:path extrusionOk="0" h="57" w="35">
                  <a:moveTo>
                    <a:pt x="1" y="1"/>
                  </a:moveTo>
                  <a:cubicBezTo>
                    <a:pt x="24" y="11"/>
                    <a:pt x="22" y="38"/>
                    <a:pt x="34" y="56"/>
                  </a:cubicBezTo>
                  <a:cubicBezTo>
                    <a:pt x="20" y="39"/>
                    <a:pt x="0" y="26"/>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8"/>
            <p:cNvSpPr/>
            <p:nvPr/>
          </p:nvSpPr>
          <p:spPr>
            <a:xfrm rot="-755217">
              <a:off x="10006457" y="3303882"/>
              <a:ext cx="33872" cy="37175"/>
            </a:xfrm>
            <a:custGeom>
              <a:rect b="b" l="l" r="r" t="t"/>
              <a:pathLst>
                <a:path extrusionOk="0" h="45" w="41">
                  <a:moveTo>
                    <a:pt x="40" y="31"/>
                  </a:moveTo>
                  <a:cubicBezTo>
                    <a:pt x="40" y="41"/>
                    <a:pt x="32" y="44"/>
                    <a:pt x="25" y="40"/>
                  </a:cubicBezTo>
                  <a:cubicBezTo>
                    <a:pt x="12" y="31"/>
                    <a:pt x="0" y="19"/>
                    <a:pt x="9" y="0"/>
                  </a:cubicBezTo>
                  <a:cubicBezTo>
                    <a:pt x="22" y="8"/>
                    <a:pt x="32" y="19"/>
                    <a:pt x="4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8"/>
            <p:cNvSpPr/>
            <p:nvPr/>
          </p:nvSpPr>
          <p:spPr>
            <a:xfrm rot="-755217">
              <a:off x="8636172" y="3741954"/>
              <a:ext cx="24784" cy="28088"/>
            </a:xfrm>
            <a:custGeom>
              <a:rect b="b" l="l" r="r" t="t"/>
              <a:pathLst>
                <a:path extrusionOk="0" h="34" w="30">
                  <a:moveTo>
                    <a:pt x="29" y="15"/>
                  </a:moveTo>
                  <a:cubicBezTo>
                    <a:pt x="29" y="28"/>
                    <a:pt x="24" y="32"/>
                    <a:pt x="16" y="33"/>
                  </a:cubicBezTo>
                  <a:lnTo>
                    <a:pt x="15" y="33"/>
                  </a:lnTo>
                  <a:cubicBezTo>
                    <a:pt x="12" y="33"/>
                    <a:pt x="10" y="33"/>
                    <a:pt x="7" y="31"/>
                  </a:cubicBezTo>
                  <a:cubicBezTo>
                    <a:pt x="4" y="29"/>
                    <a:pt x="3" y="27"/>
                    <a:pt x="2" y="25"/>
                  </a:cubicBezTo>
                  <a:cubicBezTo>
                    <a:pt x="1" y="23"/>
                    <a:pt x="0" y="20"/>
                    <a:pt x="0" y="18"/>
                  </a:cubicBezTo>
                  <a:cubicBezTo>
                    <a:pt x="0" y="17"/>
                    <a:pt x="0" y="17"/>
                    <a:pt x="0" y="17"/>
                  </a:cubicBezTo>
                  <a:cubicBezTo>
                    <a:pt x="0" y="16"/>
                    <a:pt x="0" y="16"/>
                    <a:pt x="0" y="15"/>
                  </a:cubicBezTo>
                  <a:cubicBezTo>
                    <a:pt x="0" y="12"/>
                    <a:pt x="0" y="11"/>
                    <a:pt x="2" y="8"/>
                  </a:cubicBezTo>
                  <a:cubicBezTo>
                    <a:pt x="4" y="5"/>
                    <a:pt x="5" y="3"/>
                    <a:pt x="7" y="2"/>
                  </a:cubicBezTo>
                  <a:cubicBezTo>
                    <a:pt x="9" y="1"/>
                    <a:pt x="12" y="0"/>
                    <a:pt x="15" y="0"/>
                  </a:cubicBezTo>
                  <a:lnTo>
                    <a:pt x="16" y="0"/>
                  </a:lnTo>
                  <a:cubicBezTo>
                    <a:pt x="18" y="0"/>
                    <a:pt x="20" y="1"/>
                    <a:pt x="22" y="2"/>
                  </a:cubicBezTo>
                  <a:cubicBezTo>
                    <a:pt x="24" y="3"/>
                    <a:pt x="26" y="5"/>
                    <a:pt x="27" y="7"/>
                  </a:cubicBezTo>
                  <a:cubicBezTo>
                    <a:pt x="28" y="9"/>
                    <a:pt x="29" y="12"/>
                    <a:pt x="29" y="14"/>
                  </a:cubicBezTo>
                  <a:lnTo>
                    <a:pt x="29"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8"/>
            <p:cNvSpPr/>
            <p:nvPr/>
          </p:nvSpPr>
          <p:spPr>
            <a:xfrm rot="-755217">
              <a:off x="9334210" y="3594333"/>
              <a:ext cx="36351" cy="46262"/>
            </a:xfrm>
            <a:custGeom>
              <a:rect b="b" l="l" r="r" t="t"/>
              <a:pathLst>
                <a:path extrusionOk="0" h="56" w="44">
                  <a:moveTo>
                    <a:pt x="43" y="54"/>
                  </a:moveTo>
                  <a:cubicBezTo>
                    <a:pt x="17" y="46"/>
                    <a:pt x="12" y="20"/>
                    <a:pt x="0" y="0"/>
                  </a:cubicBezTo>
                  <a:cubicBezTo>
                    <a:pt x="2" y="1"/>
                    <a:pt x="3" y="2"/>
                    <a:pt x="5" y="3"/>
                  </a:cubicBezTo>
                  <a:cubicBezTo>
                    <a:pt x="17" y="10"/>
                    <a:pt x="27" y="20"/>
                    <a:pt x="34" y="32"/>
                  </a:cubicBezTo>
                  <a:cubicBezTo>
                    <a:pt x="38" y="39"/>
                    <a:pt x="41" y="47"/>
                    <a:pt x="43" y="55"/>
                  </a:cubicBezTo>
                  <a:lnTo>
                    <a:pt x="43" y="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8"/>
            <p:cNvSpPr/>
            <p:nvPr/>
          </p:nvSpPr>
          <p:spPr>
            <a:xfrm rot="-755217">
              <a:off x="10027567" y="3531194"/>
              <a:ext cx="40481" cy="36349"/>
            </a:xfrm>
            <a:custGeom>
              <a:rect b="b" l="l" r="r" t="t"/>
              <a:pathLst>
                <a:path extrusionOk="0" h="44" w="49">
                  <a:moveTo>
                    <a:pt x="0" y="1"/>
                  </a:moveTo>
                  <a:cubicBezTo>
                    <a:pt x="6" y="3"/>
                    <a:pt x="12" y="5"/>
                    <a:pt x="17" y="8"/>
                  </a:cubicBezTo>
                  <a:cubicBezTo>
                    <a:pt x="29" y="15"/>
                    <a:pt x="37" y="24"/>
                    <a:pt x="44" y="36"/>
                  </a:cubicBezTo>
                  <a:cubicBezTo>
                    <a:pt x="45" y="38"/>
                    <a:pt x="47" y="40"/>
                    <a:pt x="48" y="43"/>
                  </a:cubicBezTo>
                  <a:cubicBezTo>
                    <a:pt x="31" y="30"/>
                    <a:pt x="6"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8"/>
            <p:cNvSpPr/>
            <p:nvPr/>
          </p:nvSpPr>
          <p:spPr>
            <a:xfrm rot="-755217">
              <a:off x="8371402" y="4007900"/>
              <a:ext cx="29741" cy="28088"/>
            </a:xfrm>
            <a:custGeom>
              <a:rect b="b" l="l" r="r" t="t"/>
              <a:pathLst>
                <a:path extrusionOk="0" h="34" w="36">
                  <a:moveTo>
                    <a:pt x="35" y="22"/>
                  </a:moveTo>
                  <a:cubicBezTo>
                    <a:pt x="34" y="23"/>
                    <a:pt x="34" y="24"/>
                    <a:pt x="34" y="24"/>
                  </a:cubicBezTo>
                  <a:cubicBezTo>
                    <a:pt x="32" y="27"/>
                    <a:pt x="30" y="29"/>
                    <a:pt x="27" y="31"/>
                  </a:cubicBezTo>
                  <a:cubicBezTo>
                    <a:pt x="24" y="33"/>
                    <a:pt x="22" y="33"/>
                    <a:pt x="19" y="33"/>
                  </a:cubicBezTo>
                  <a:cubicBezTo>
                    <a:pt x="16" y="33"/>
                    <a:pt x="14" y="33"/>
                    <a:pt x="12" y="32"/>
                  </a:cubicBezTo>
                  <a:cubicBezTo>
                    <a:pt x="10" y="31"/>
                    <a:pt x="9" y="31"/>
                    <a:pt x="7" y="30"/>
                  </a:cubicBezTo>
                  <a:cubicBezTo>
                    <a:pt x="5" y="29"/>
                    <a:pt x="3" y="28"/>
                    <a:pt x="2" y="25"/>
                  </a:cubicBezTo>
                  <a:cubicBezTo>
                    <a:pt x="1" y="22"/>
                    <a:pt x="0" y="20"/>
                    <a:pt x="0" y="17"/>
                  </a:cubicBezTo>
                  <a:cubicBezTo>
                    <a:pt x="0" y="15"/>
                    <a:pt x="0" y="13"/>
                    <a:pt x="1" y="11"/>
                  </a:cubicBezTo>
                  <a:cubicBezTo>
                    <a:pt x="1" y="10"/>
                    <a:pt x="2" y="9"/>
                    <a:pt x="3" y="8"/>
                  </a:cubicBezTo>
                  <a:cubicBezTo>
                    <a:pt x="4" y="5"/>
                    <a:pt x="6" y="4"/>
                    <a:pt x="8" y="2"/>
                  </a:cubicBezTo>
                  <a:cubicBezTo>
                    <a:pt x="10" y="0"/>
                    <a:pt x="12" y="0"/>
                    <a:pt x="15" y="0"/>
                  </a:cubicBezTo>
                  <a:cubicBezTo>
                    <a:pt x="17" y="0"/>
                    <a:pt x="20" y="1"/>
                    <a:pt x="22" y="2"/>
                  </a:cubicBezTo>
                  <a:cubicBezTo>
                    <a:pt x="23" y="3"/>
                    <a:pt x="24" y="3"/>
                    <a:pt x="25" y="4"/>
                  </a:cubicBezTo>
                  <a:cubicBezTo>
                    <a:pt x="28" y="6"/>
                    <a:pt x="30" y="8"/>
                    <a:pt x="32" y="11"/>
                  </a:cubicBezTo>
                  <a:cubicBezTo>
                    <a:pt x="34" y="14"/>
                    <a:pt x="35" y="17"/>
                    <a:pt x="35" y="20"/>
                  </a:cubicBezTo>
                  <a:cubicBezTo>
                    <a:pt x="35" y="21"/>
                    <a:pt x="35" y="22"/>
                    <a:pt x="3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8"/>
            <p:cNvSpPr/>
            <p:nvPr/>
          </p:nvSpPr>
          <p:spPr>
            <a:xfrm rot="-755217">
              <a:off x="10425672" y="3641048"/>
              <a:ext cx="29741" cy="62784"/>
            </a:xfrm>
            <a:custGeom>
              <a:rect b="b" l="l" r="r" t="t"/>
              <a:pathLst>
                <a:path extrusionOk="0" h="76" w="36">
                  <a:moveTo>
                    <a:pt x="0" y="75"/>
                  </a:moveTo>
                  <a:cubicBezTo>
                    <a:pt x="2" y="57"/>
                    <a:pt x="7" y="40"/>
                    <a:pt x="16" y="25"/>
                  </a:cubicBezTo>
                  <a:cubicBezTo>
                    <a:pt x="21" y="16"/>
                    <a:pt x="28" y="7"/>
                    <a:pt x="35" y="0"/>
                  </a:cubicBezTo>
                  <a:cubicBezTo>
                    <a:pt x="35" y="17"/>
                    <a:pt x="30" y="34"/>
                    <a:pt x="22" y="48"/>
                  </a:cubicBezTo>
                  <a:cubicBezTo>
                    <a:pt x="16" y="58"/>
                    <a:pt x="8" y="67"/>
                    <a:pt x="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8"/>
            <p:cNvSpPr/>
            <p:nvPr/>
          </p:nvSpPr>
          <p:spPr>
            <a:xfrm rot="-755217">
              <a:off x="8682974" y="4077403"/>
              <a:ext cx="27263" cy="26435"/>
            </a:xfrm>
            <a:custGeom>
              <a:rect b="b" l="l" r="r" t="t"/>
              <a:pathLst>
                <a:path extrusionOk="0" h="32" w="33">
                  <a:moveTo>
                    <a:pt x="13" y="0"/>
                  </a:moveTo>
                  <a:lnTo>
                    <a:pt x="14" y="0"/>
                  </a:lnTo>
                  <a:cubicBezTo>
                    <a:pt x="17" y="0"/>
                    <a:pt x="20" y="0"/>
                    <a:pt x="23" y="2"/>
                  </a:cubicBezTo>
                  <a:cubicBezTo>
                    <a:pt x="26" y="4"/>
                    <a:pt x="27" y="6"/>
                    <a:pt x="29" y="9"/>
                  </a:cubicBezTo>
                  <a:cubicBezTo>
                    <a:pt x="30" y="10"/>
                    <a:pt x="31" y="13"/>
                    <a:pt x="31" y="15"/>
                  </a:cubicBezTo>
                  <a:cubicBezTo>
                    <a:pt x="31" y="16"/>
                    <a:pt x="32" y="17"/>
                    <a:pt x="32" y="19"/>
                  </a:cubicBezTo>
                  <a:cubicBezTo>
                    <a:pt x="32" y="21"/>
                    <a:pt x="31" y="23"/>
                    <a:pt x="30" y="25"/>
                  </a:cubicBezTo>
                  <a:cubicBezTo>
                    <a:pt x="29" y="27"/>
                    <a:pt x="28" y="28"/>
                    <a:pt x="26" y="29"/>
                  </a:cubicBezTo>
                  <a:cubicBezTo>
                    <a:pt x="25" y="30"/>
                    <a:pt x="23" y="30"/>
                    <a:pt x="21" y="30"/>
                  </a:cubicBezTo>
                  <a:cubicBezTo>
                    <a:pt x="20" y="31"/>
                    <a:pt x="18" y="31"/>
                    <a:pt x="16" y="31"/>
                  </a:cubicBezTo>
                  <a:cubicBezTo>
                    <a:pt x="14" y="31"/>
                    <a:pt x="11" y="31"/>
                    <a:pt x="8" y="29"/>
                  </a:cubicBezTo>
                  <a:cubicBezTo>
                    <a:pt x="5" y="27"/>
                    <a:pt x="4" y="26"/>
                    <a:pt x="2" y="23"/>
                  </a:cubicBezTo>
                  <a:cubicBezTo>
                    <a:pt x="0" y="20"/>
                    <a:pt x="0" y="17"/>
                    <a:pt x="0" y="15"/>
                  </a:cubicBezTo>
                  <a:cubicBezTo>
                    <a:pt x="0" y="14"/>
                    <a:pt x="0" y="14"/>
                    <a:pt x="0" y="14"/>
                  </a:cubicBezTo>
                  <a:cubicBezTo>
                    <a:pt x="0" y="13"/>
                    <a:pt x="0" y="13"/>
                    <a:pt x="0" y="13"/>
                  </a:cubicBezTo>
                  <a:cubicBezTo>
                    <a:pt x="0" y="10"/>
                    <a:pt x="1" y="8"/>
                    <a:pt x="2" y="6"/>
                  </a:cubicBezTo>
                  <a:cubicBezTo>
                    <a:pt x="3" y="4"/>
                    <a:pt x="4" y="3"/>
                    <a:pt x="6" y="2"/>
                  </a:cubicBezTo>
                  <a:cubicBezTo>
                    <a:pt x="8" y="1"/>
                    <a:pt x="10" y="0"/>
                    <a:pt x="1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8"/>
            <p:cNvSpPr/>
            <p:nvPr/>
          </p:nvSpPr>
          <p:spPr>
            <a:xfrm rot="-755217">
              <a:off x="10492051" y="3894601"/>
              <a:ext cx="29741" cy="66914"/>
            </a:xfrm>
            <a:custGeom>
              <a:rect b="b" l="l" r="r" t="t"/>
              <a:pathLst>
                <a:path extrusionOk="0" h="81" w="36">
                  <a:moveTo>
                    <a:pt x="35" y="0"/>
                  </a:moveTo>
                  <a:cubicBezTo>
                    <a:pt x="33" y="20"/>
                    <a:pt x="27" y="39"/>
                    <a:pt x="17" y="57"/>
                  </a:cubicBezTo>
                  <a:cubicBezTo>
                    <a:pt x="12" y="65"/>
                    <a:pt x="7" y="72"/>
                    <a:pt x="0" y="80"/>
                  </a:cubicBezTo>
                  <a:cubicBezTo>
                    <a:pt x="1" y="60"/>
                    <a:pt x="7" y="41"/>
                    <a:pt x="17" y="25"/>
                  </a:cubicBezTo>
                  <a:cubicBezTo>
                    <a:pt x="22" y="16"/>
                    <a:pt x="28" y="7"/>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8"/>
            <p:cNvSpPr/>
            <p:nvPr/>
          </p:nvSpPr>
          <p:spPr>
            <a:xfrm rot="-755217">
              <a:off x="10480120" y="3962534"/>
              <a:ext cx="28915" cy="66914"/>
            </a:xfrm>
            <a:custGeom>
              <a:rect b="b" l="l" r="r" t="t"/>
              <a:pathLst>
                <a:path extrusionOk="0" h="81" w="35">
                  <a:moveTo>
                    <a:pt x="34" y="0"/>
                  </a:moveTo>
                  <a:cubicBezTo>
                    <a:pt x="32" y="20"/>
                    <a:pt x="26" y="40"/>
                    <a:pt x="16" y="57"/>
                  </a:cubicBezTo>
                  <a:cubicBezTo>
                    <a:pt x="11" y="65"/>
                    <a:pt x="6" y="73"/>
                    <a:pt x="0" y="80"/>
                  </a:cubicBezTo>
                  <a:cubicBezTo>
                    <a:pt x="1" y="60"/>
                    <a:pt x="7" y="41"/>
                    <a:pt x="17" y="24"/>
                  </a:cubicBezTo>
                  <a:cubicBezTo>
                    <a:pt x="22" y="15"/>
                    <a:pt x="28" y="8"/>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8"/>
            <p:cNvSpPr/>
            <p:nvPr/>
          </p:nvSpPr>
          <p:spPr>
            <a:xfrm rot="-755217">
              <a:off x="9114082" y="4329305"/>
              <a:ext cx="32220" cy="24783"/>
            </a:xfrm>
            <a:custGeom>
              <a:rect b="b" l="l" r="r" t="t"/>
              <a:pathLst>
                <a:path extrusionOk="0" h="30" w="39">
                  <a:moveTo>
                    <a:pt x="16" y="0"/>
                  </a:moveTo>
                  <a:cubicBezTo>
                    <a:pt x="27" y="4"/>
                    <a:pt x="38" y="7"/>
                    <a:pt x="37" y="20"/>
                  </a:cubicBezTo>
                  <a:cubicBezTo>
                    <a:pt x="37" y="29"/>
                    <a:pt x="27" y="28"/>
                    <a:pt x="21" y="29"/>
                  </a:cubicBezTo>
                  <a:cubicBezTo>
                    <a:pt x="15" y="29"/>
                    <a:pt x="2" y="28"/>
                    <a:pt x="1" y="17"/>
                  </a:cubicBezTo>
                  <a:cubicBezTo>
                    <a:pt x="0" y="5"/>
                    <a:pt x="7" y="2"/>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8"/>
            <p:cNvSpPr/>
            <p:nvPr/>
          </p:nvSpPr>
          <p:spPr>
            <a:xfrm rot="-755217">
              <a:off x="8959241" y="4400491"/>
              <a:ext cx="30567" cy="27261"/>
            </a:xfrm>
            <a:custGeom>
              <a:rect b="b" l="l" r="r" t="t"/>
              <a:pathLst>
                <a:path extrusionOk="0" h="33" w="37">
                  <a:moveTo>
                    <a:pt x="12" y="32"/>
                  </a:moveTo>
                  <a:cubicBezTo>
                    <a:pt x="10" y="32"/>
                    <a:pt x="9" y="32"/>
                    <a:pt x="7" y="31"/>
                  </a:cubicBezTo>
                  <a:cubicBezTo>
                    <a:pt x="5" y="29"/>
                    <a:pt x="3" y="28"/>
                    <a:pt x="2" y="26"/>
                  </a:cubicBezTo>
                  <a:cubicBezTo>
                    <a:pt x="1" y="24"/>
                    <a:pt x="0" y="21"/>
                    <a:pt x="0" y="19"/>
                  </a:cubicBezTo>
                  <a:cubicBezTo>
                    <a:pt x="0" y="18"/>
                    <a:pt x="0" y="18"/>
                    <a:pt x="0" y="17"/>
                  </a:cubicBezTo>
                  <a:lnTo>
                    <a:pt x="0" y="16"/>
                  </a:lnTo>
                  <a:cubicBezTo>
                    <a:pt x="0" y="13"/>
                    <a:pt x="0" y="11"/>
                    <a:pt x="2" y="8"/>
                  </a:cubicBezTo>
                  <a:cubicBezTo>
                    <a:pt x="4" y="5"/>
                    <a:pt x="5" y="4"/>
                    <a:pt x="8" y="2"/>
                  </a:cubicBezTo>
                  <a:cubicBezTo>
                    <a:pt x="11" y="0"/>
                    <a:pt x="13" y="0"/>
                    <a:pt x="16" y="0"/>
                  </a:cubicBezTo>
                  <a:cubicBezTo>
                    <a:pt x="17" y="0"/>
                    <a:pt x="17" y="0"/>
                    <a:pt x="17" y="0"/>
                  </a:cubicBezTo>
                  <a:cubicBezTo>
                    <a:pt x="26" y="0"/>
                    <a:pt x="36" y="6"/>
                    <a:pt x="33" y="18"/>
                  </a:cubicBezTo>
                  <a:cubicBezTo>
                    <a:pt x="32" y="20"/>
                    <a:pt x="32" y="21"/>
                    <a:pt x="31" y="23"/>
                  </a:cubicBezTo>
                  <a:cubicBezTo>
                    <a:pt x="30" y="26"/>
                    <a:pt x="27" y="28"/>
                    <a:pt x="24" y="30"/>
                  </a:cubicBezTo>
                  <a:cubicBezTo>
                    <a:pt x="21" y="32"/>
                    <a:pt x="17" y="32"/>
                    <a:pt x="14" y="32"/>
                  </a:cubicBezTo>
                  <a:cubicBezTo>
                    <a:pt x="13" y="32"/>
                    <a:pt x="13" y="32"/>
                    <a:pt x="12"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8"/>
            <p:cNvSpPr/>
            <p:nvPr/>
          </p:nvSpPr>
          <p:spPr>
            <a:xfrm rot="-755217">
              <a:off x="10132913" y="3497538"/>
              <a:ext cx="33046" cy="39653"/>
            </a:xfrm>
            <a:custGeom>
              <a:rect b="b" l="l" r="r" t="t"/>
              <a:pathLst>
                <a:path extrusionOk="0" h="48" w="40">
                  <a:moveTo>
                    <a:pt x="39" y="47"/>
                  </a:moveTo>
                  <a:cubicBezTo>
                    <a:pt x="24" y="34"/>
                    <a:pt x="11" y="18"/>
                    <a:pt x="0" y="1"/>
                  </a:cubicBezTo>
                  <a:cubicBezTo>
                    <a:pt x="0" y="0"/>
                    <a:pt x="0" y="0"/>
                    <a:pt x="0" y="0"/>
                  </a:cubicBezTo>
                  <a:cubicBezTo>
                    <a:pt x="25" y="11"/>
                    <a:pt x="25" y="11"/>
                    <a:pt x="3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8"/>
            <p:cNvSpPr/>
            <p:nvPr/>
          </p:nvSpPr>
          <p:spPr>
            <a:xfrm rot="-755217">
              <a:off x="9841398" y="3517338"/>
              <a:ext cx="36351" cy="34696"/>
            </a:xfrm>
            <a:custGeom>
              <a:rect b="b" l="l" r="r" t="t"/>
              <a:pathLst>
                <a:path extrusionOk="0" h="42" w="44">
                  <a:moveTo>
                    <a:pt x="0" y="0"/>
                  </a:moveTo>
                  <a:cubicBezTo>
                    <a:pt x="29" y="9"/>
                    <a:pt x="32" y="29"/>
                    <a:pt x="43" y="41"/>
                  </a:cubicBezTo>
                  <a:cubicBezTo>
                    <a:pt x="24" y="38"/>
                    <a:pt x="16"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8"/>
            <p:cNvSpPr/>
            <p:nvPr/>
          </p:nvSpPr>
          <p:spPr>
            <a:xfrm rot="-755217">
              <a:off x="8821091" y="4323932"/>
              <a:ext cx="29741" cy="27261"/>
            </a:xfrm>
            <a:custGeom>
              <a:rect b="b" l="l" r="r" t="t"/>
              <a:pathLst>
                <a:path extrusionOk="0" h="33" w="36">
                  <a:moveTo>
                    <a:pt x="0" y="10"/>
                  </a:moveTo>
                  <a:cubicBezTo>
                    <a:pt x="0" y="3"/>
                    <a:pt x="9" y="1"/>
                    <a:pt x="20" y="0"/>
                  </a:cubicBezTo>
                  <a:cubicBezTo>
                    <a:pt x="26" y="0"/>
                    <a:pt x="32" y="0"/>
                    <a:pt x="33" y="6"/>
                  </a:cubicBezTo>
                  <a:cubicBezTo>
                    <a:pt x="35" y="18"/>
                    <a:pt x="25" y="24"/>
                    <a:pt x="15" y="28"/>
                  </a:cubicBezTo>
                  <a:cubicBezTo>
                    <a:pt x="5" y="32"/>
                    <a:pt x="1" y="2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8"/>
            <p:cNvSpPr/>
            <p:nvPr/>
          </p:nvSpPr>
          <p:spPr>
            <a:xfrm rot="-755217">
              <a:off x="9665337" y="2960181"/>
              <a:ext cx="34698" cy="42131"/>
            </a:xfrm>
            <a:custGeom>
              <a:rect b="b" l="l" r="r" t="t"/>
              <a:pathLst>
                <a:path extrusionOk="0" h="51" w="42">
                  <a:moveTo>
                    <a:pt x="2" y="0"/>
                  </a:moveTo>
                  <a:lnTo>
                    <a:pt x="3" y="0"/>
                  </a:lnTo>
                  <a:cubicBezTo>
                    <a:pt x="15" y="7"/>
                    <a:pt x="26" y="18"/>
                    <a:pt x="33" y="31"/>
                  </a:cubicBezTo>
                  <a:cubicBezTo>
                    <a:pt x="37" y="37"/>
                    <a:pt x="39" y="43"/>
                    <a:pt x="41" y="50"/>
                  </a:cubicBezTo>
                  <a:cubicBezTo>
                    <a:pt x="40" y="49"/>
                    <a:pt x="38" y="49"/>
                    <a:pt x="37" y="48"/>
                  </a:cubicBezTo>
                  <a:cubicBezTo>
                    <a:pt x="25" y="41"/>
                    <a:pt x="14" y="31"/>
                    <a:pt x="7" y="18"/>
                  </a:cubicBezTo>
                  <a:cubicBezTo>
                    <a:pt x="4" y="13"/>
                    <a:pt x="2" y="7"/>
                    <a:pt x="0"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8"/>
            <p:cNvSpPr/>
            <p:nvPr/>
          </p:nvSpPr>
          <p:spPr>
            <a:xfrm rot="-755217">
              <a:off x="9943157" y="3494453"/>
              <a:ext cx="37177" cy="28914"/>
            </a:xfrm>
            <a:custGeom>
              <a:rect b="b" l="l" r="r" t="t"/>
              <a:pathLst>
                <a:path extrusionOk="0" h="35" w="45">
                  <a:moveTo>
                    <a:pt x="44" y="33"/>
                  </a:moveTo>
                  <a:cubicBezTo>
                    <a:pt x="22" y="33"/>
                    <a:pt x="11" y="15"/>
                    <a:pt x="0" y="0"/>
                  </a:cubicBezTo>
                  <a:cubicBezTo>
                    <a:pt x="7" y="1"/>
                    <a:pt x="15" y="3"/>
                    <a:pt x="21" y="7"/>
                  </a:cubicBezTo>
                  <a:cubicBezTo>
                    <a:pt x="28" y="11"/>
                    <a:pt x="35" y="16"/>
                    <a:pt x="39" y="24"/>
                  </a:cubicBezTo>
                  <a:cubicBezTo>
                    <a:pt x="41" y="28"/>
                    <a:pt x="42" y="31"/>
                    <a:pt x="43" y="34"/>
                  </a:cubicBezTo>
                  <a:lnTo>
                    <a:pt x="4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8"/>
            <p:cNvSpPr/>
            <p:nvPr/>
          </p:nvSpPr>
          <p:spPr>
            <a:xfrm rot="-755217">
              <a:off x="9535321" y="3129050"/>
              <a:ext cx="33046" cy="41305"/>
            </a:xfrm>
            <a:custGeom>
              <a:rect b="b" l="l" r="r" t="t"/>
              <a:pathLst>
                <a:path extrusionOk="0" h="50" w="40">
                  <a:moveTo>
                    <a:pt x="0" y="1"/>
                  </a:moveTo>
                  <a:cubicBezTo>
                    <a:pt x="22" y="9"/>
                    <a:pt x="30" y="28"/>
                    <a:pt x="39" y="49"/>
                  </a:cubicBezTo>
                  <a:cubicBezTo>
                    <a:pt x="22" y="36"/>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8"/>
            <p:cNvSpPr/>
            <p:nvPr/>
          </p:nvSpPr>
          <p:spPr>
            <a:xfrm rot="-755217">
              <a:off x="9494564" y="3613762"/>
              <a:ext cx="33872" cy="41305"/>
            </a:xfrm>
            <a:custGeom>
              <a:rect b="b" l="l" r="r" t="t"/>
              <a:pathLst>
                <a:path extrusionOk="0" h="50" w="41">
                  <a:moveTo>
                    <a:pt x="0" y="1"/>
                  </a:moveTo>
                  <a:cubicBezTo>
                    <a:pt x="24" y="8"/>
                    <a:pt x="31" y="30"/>
                    <a:pt x="40" y="49"/>
                  </a:cubicBezTo>
                  <a:cubicBezTo>
                    <a:pt x="38" y="49"/>
                    <a:pt x="37" y="48"/>
                    <a:pt x="35" y="47"/>
                  </a:cubicBezTo>
                  <a:cubicBezTo>
                    <a:pt x="24" y="41"/>
                    <a:pt x="15" y="32"/>
                    <a:pt x="9" y="21"/>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8"/>
            <p:cNvSpPr/>
            <p:nvPr/>
          </p:nvSpPr>
          <p:spPr>
            <a:xfrm rot="-755217">
              <a:off x="10364673" y="3430673"/>
              <a:ext cx="17349" cy="44610"/>
            </a:xfrm>
            <a:custGeom>
              <a:rect b="b" l="l" r="r" t="t"/>
              <a:pathLst>
                <a:path extrusionOk="0" h="54" w="21">
                  <a:moveTo>
                    <a:pt x="8" y="53"/>
                  </a:moveTo>
                  <a:cubicBezTo>
                    <a:pt x="0" y="33"/>
                    <a:pt x="20" y="20"/>
                    <a:pt x="18" y="0"/>
                  </a:cubicBezTo>
                  <a:cubicBezTo>
                    <a:pt x="19" y="6"/>
                    <a:pt x="20" y="11"/>
                    <a:pt x="20" y="17"/>
                  </a:cubicBezTo>
                  <a:cubicBezTo>
                    <a:pt x="20" y="27"/>
                    <a:pt x="17" y="38"/>
                    <a:pt x="12" y="47"/>
                  </a:cubicBezTo>
                  <a:cubicBezTo>
                    <a:pt x="11" y="49"/>
                    <a:pt x="9" y="51"/>
                    <a:pt x="8"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8"/>
            <p:cNvSpPr/>
            <p:nvPr/>
          </p:nvSpPr>
          <p:spPr>
            <a:xfrm rot="-755217">
              <a:off x="10203899" y="3735355"/>
              <a:ext cx="36351" cy="47914"/>
            </a:xfrm>
            <a:custGeom>
              <a:rect b="b" l="l" r="r" t="t"/>
              <a:pathLst>
                <a:path extrusionOk="0" h="58" w="44">
                  <a:moveTo>
                    <a:pt x="33" y="34"/>
                  </a:moveTo>
                  <a:lnTo>
                    <a:pt x="43" y="52"/>
                  </a:lnTo>
                  <a:cubicBezTo>
                    <a:pt x="35" y="57"/>
                    <a:pt x="27" y="56"/>
                    <a:pt x="22" y="46"/>
                  </a:cubicBezTo>
                  <a:cubicBezTo>
                    <a:pt x="18" y="42"/>
                    <a:pt x="16" y="37"/>
                    <a:pt x="13" y="32"/>
                  </a:cubicBezTo>
                  <a:cubicBezTo>
                    <a:pt x="8" y="22"/>
                    <a:pt x="3" y="12"/>
                    <a:pt x="0" y="0"/>
                  </a:cubicBezTo>
                  <a:cubicBezTo>
                    <a:pt x="20" y="2"/>
                    <a:pt x="17" y="28"/>
                    <a:pt x="3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8"/>
            <p:cNvSpPr/>
            <p:nvPr/>
          </p:nvSpPr>
          <p:spPr>
            <a:xfrm rot="-755217">
              <a:off x="8310600" y="3533665"/>
              <a:ext cx="33046" cy="37175"/>
            </a:xfrm>
            <a:custGeom>
              <a:rect b="b" l="l" r="r" t="t"/>
              <a:pathLst>
                <a:path extrusionOk="0" h="45" w="40">
                  <a:moveTo>
                    <a:pt x="0" y="1"/>
                  </a:moveTo>
                  <a:cubicBezTo>
                    <a:pt x="21" y="8"/>
                    <a:pt x="29" y="28"/>
                    <a:pt x="39" y="44"/>
                  </a:cubicBezTo>
                  <a:cubicBezTo>
                    <a:pt x="37" y="43"/>
                    <a:pt x="35" y="42"/>
                    <a:pt x="33" y="41"/>
                  </a:cubicBezTo>
                  <a:cubicBezTo>
                    <a:pt x="22" y="35"/>
                    <a:pt x="13" y="26"/>
                    <a:pt x="7" y="16"/>
                  </a:cubicBezTo>
                  <a:cubicBezTo>
                    <a:pt x="4" y="11"/>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8"/>
            <p:cNvSpPr/>
            <p:nvPr/>
          </p:nvSpPr>
          <p:spPr>
            <a:xfrm rot="-755217">
              <a:off x="8891166" y="2751071"/>
              <a:ext cx="37177" cy="46262"/>
            </a:xfrm>
            <a:custGeom>
              <a:rect b="b" l="l" r="r" t="t"/>
              <a:pathLst>
                <a:path extrusionOk="0" h="56" w="45">
                  <a:moveTo>
                    <a:pt x="0" y="0"/>
                  </a:moveTo>
                  <a:cubicBezTo>
                    <a:pt x="3" y="1"/>
                    <a:pt x="6" y="3"/>
                    <a:pt x="9" y="5"/>
                  </a:cubicBezTo>
                  <a:cubicBezTo>
                    <a:pt x="20" y="11"/>
                    <a:pt x="29" y="20"/>
                    <a:pt x="36" y="31"/>
                  </a:cubicBezTo>
                  <a:cubicBezTo>
                    <a:pt x="40" y="38"/>
                    <a:pt x="43" y="46"/>
                    <a:pt x="44" y="55"/>
                  </a:cubicBezTo>
                  <a:cubicBezTo>
                    <a:pt x="41" y="54"/>
                    <a:pt x="38" y="52"/>
                    <a:pt x="35" y="50"/>
                  </a:cubicBezTo>
                  <a:cubicBezTo>
                    <a:pt x="24" y="44"/>
                    <a:pt x="15" y="35"/>
                    <a:pt x="8" y="24"/>
                  </a:cubicBezTo>
                  <a:cubicBezTo>
                    <a:pt x="4" y="16"/>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8"/>
            <p:cNvSpPr/>
            <p:nvPr/>
          </p:nvSpPr>
          <p:spPr>
            <a:xfrm rot="-755217">
              <a:off x="8653104" y="3466517"/>
              <a:ext cx="18175" cy="41305"/>
            </a:xfrm>
            <a:custGeom>
              <a:rect b="b" l="l" r="r" t="t"/>
              <a:pathLst>
                <a:path extrusionOk="0" h="50" w="22">
                  <a:moveTo>
                    <a:pt x="3" y="0"/>
                  </a:moveTo>
                  <a:lnTo>
                    <a:pt x="21" y="49"/>
                  </a:lnTo>
                  <a:cubicBezTo>
                    <a:pt x="21" y="49"/>
                    <a:pt x="20" y="48"/>
                    <a:pt x="19" y="48"/>
                  </a:cubicBezTo>
                  <a:cubicBezTo>
                    <a:pt x="14" y="45"/>
                    <a:pt x="9" y="40"/>
                    <a:pt x="5" y="34"/>
                  </a:cubicBezTo>
                  <a:cubicBezTo>
                    <a:pt x="1" y="28"/>
                    <a:pt x="0" y="21"/>
                    <a:pt x="0" y="15"/>
                  </a:cubicBezTo>
                  <a:cubicBezTo>
                    <a:pt x="0" y="10"/>
                    <a:pt x="1" y="5"/>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8"/>
            <p:cNvSpPr/>
            <p:nvPr/>
          </p:nvSpPr>
          <p:spPr>
            <a:xfrm rot="-755217">
              <a:off x="8992443" y="3898705"/>
              <a:ext cx="23132" cy="24783"/>
            </a:xfrm>
            <a:custGeom>
              <a:rect b="b" l="l" r="r" t="t"/>
              <a:pathLst>
                <a:path extrusionOk="0" h="30" w="28">
                  <a:moveTo>
                    <a:pt x="10" y="28"/>
                  </a:moveTo>
                  <a:cubicBezTo>
                    <a:pt x="5" y="28"/>
                    <a:pt x="0" y="24"/>
                    <a:pt x="0" y="18"/>
                  </a:cubicBezTo>
                  <a:cubicBezTo>
                    <a:pt x="0" y="15"/>
                    <a:pt x="2" y="12"/>
                    <a:pt x="3" y="10"/>
                  </a:cubicBezTo>
                  <a:cubicBezTo>
                    <a:pt x="5" y="7"/>
                    <a:pt x="7" y="5"/>
                    <a:pt x="10" y="3"/>
                  </a:cubicBezTo>
                  <a:cubicBezTo>
                    <a:pt x="13" y="1"/>
                    <a:pt x="16" y="0"/>
                    <a:pt x="19" y="0"/>
                  </a:cubicBezTo>
                  <a:cubicBezTo>
                    <a:pt x="20" y="0"/>
                    <a:pt x="21" y="0"/>
                    <a:pt x="21" y="0"/>
                  </a:cubicBezTo>
                  <a:cubicBezTo>
                    <a:pt x="23" y="0"/>
                    <a:pt x="27" y="8"/>
                    <a:pt x="26" y="12"/>
                  </a:cubicBezTo>
                  <a:cubicBezTo>
                    <a:pt x="26" y="22"/>
                    <a:pt x="21" y="29"/>
                    <a:pt x="1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8"/>
            <p:cNvSpPr/>
            <p:nvPr/>
          </p:nvSpPr>
          <p:spPr>
            <a:xfrm rot="-755217">
              <a:off x="9834619" y="3571121"/>
              <a:ext cx="30567" cy="33870"/>
            </a:xfrm>
            <a:custGeom>
              <a:rect b="b" l="l" r="r" t="t"/>
              <a:pathLst>
                <a:path extrusionOk="0" h="41" w="37">
                  <a:moveTo>
                    <a:pt x="0" y="0"/>
                  </a:moveTo>
                  <a:cubicBezTo>
                    <a:pt x="14" y="9"/>
                    <a:pt x="26" y="22"/>
                    <a:pt x="34" y="37"/>
                  </a:cubicBezTo>
                  <a:cubicBezTo>
                    <a:pt x="35" y="38"/>
                    <a:pt x="35" y="39"/>
                    <a:pt x="36" y="40"/>
                  </a:cubicBezTo>
                  <a:cubicBezTo>
                    <a:pt x="13" y="28"/>
                    <a:pt x="13" y="2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8"/>
            <p:cNvSpPr/>
            <p:nvPr/>
          </p:nvSpPr>
          <p:spPr>
            <a:xfrm rot="-755217">
              <a:off x="9757928" y="3079170"/>
              <a:ext cx="34698" cy="42131"/>
            </a:xfrm>
            <a:custGeom>
              <a:rect b="b" l="l" r="r" t="t"/>
              <a:pathLst>
                <a:path extrusionOk="0" h="51" w="42">
                  <a:moveTo>
                    <a:pt x="0" y="1"/>
                  </a:moveTo>
                  <a:cubicBezTo>
                    <a:pt x="26" y="8"/>
                    <a:pt x="32" y="30"/>
                    <a:pt x="41" y="50"/>
                  </a:cubicBezTo>
                  <a:cubicBezTo>
                    <a:pt x="23" y="37"/>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8"/>
            <p:cNvSpPr/>
            <p:nvPr/>
          </p:nvSpPr>
          <p:spPr>
            <a:xfrm rot="-755217">
              <a:off x="8861780" y="3072831"/>
              <a:ext cx="32220" cy="27261"/>
            </a:xfrm>
            <a:custGeom>
              <a:rect b="b" l="l" r="r" t="t"/>
              <a:pathLst>
                <a:path extrusionOk="0" h="33" w="39">
                  <a:moveTo>
                    <a:pt x="0" y="0"/>
                  </a:moveTo>
                  <a:cubicBezTo>
                    <a:pt x="1" y="0"/>
                    <a:pt x="2" y="0"/>
                    <a:pt x="3" y="0"/>
                  </a:cubicBezTo>
                  <a:cubicBezTo>
                    <a:pt x="9" y="0"/>
                    <a:pt x="14" y="2"/>
                    <a:pt x="20" y="5"/>
                  </a:cubicBezTo>
                  <a:cubicBezTo>
                    <a:pt x="26" y="8"/>
                    <a:pt x="30" y="13"/>
                    <a:pt x="33" y="18"/>
                  </a:cubicBezTo>
                  <a:cubicBezTo>
                    <a:pt x="36" y="22"/>
                    <a:pt x="37" y="27"/>
                    <a:pt x="38" y="32"/>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8"/>
            <p:cNvSpPr/>
            <p:nvPr/>
          </p:nvSpPr>
          <p:spPr>
            <a:xfrm rot="-755217">
              <a:off x="8927891" y="3995712"/>
              <a:ext cx="26437" cy="25609"/>
            </a:xfrm>
            <a:custGeom>
              <a:rect b="b" l="l" r="r" t="t"/>
              <a:pathLst>
                <a:path extrusionOk="0" h="31" w="32">
                  <a:moveTo>
                    <a:pt x="31" y="14"/>
                  </a:moveTo>
                  <a:cubicBezTo>
                    <a:pt x="27" y="25"/>
                    <a:pt x="21" y="30"/>
                    <a:pt x="11" y="28"/>
                  </a:cubicBezTo>
                  <a:cubicBezTo>
                    <a:pt x="5" y="28"/>
                    <a:pt x="0" y="24"/>
                    <a:pt x="2" y="17"/>
                  </a:cubicBezTo>
                  <a:cubicBezTo>
                    <a:pt x="2" y="15"/>
                    <a:pt x="4" y="12"/>
                    <a:pt x="4" y="10"/>
                  </a:cubicBezTo>
                  <a:cubicBezTo>
                    <a:pt x="6" y="7"/>
                    <a:pt x="8" y="5"/>
                    <a:pt x="11" y="3"/>
                  </a:cubicBezTo>
                  <a:cubicBezTo>
                    <a:pt x="13" y="2"/>
                    <a:pt x="16" y="1"/>
                    <a:pt x="19" y="1"/>
                  </a:cubicBezTo>
                  <a:cubicBezTo>
                    <a:pt x="30" y="0"/>
                    <a:pt x="29" y="9"/>
                    <a:pt x="3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8"/>
            <p:cNvSpPr/>
            <p:nvPr/>
          </p:nvSpPr>
          <p:spPr>
            <a:xfrm rot="-755217">
              <a:off x="8380060" y="2246936"/>
              <a:ext cx="47090" cy="38827"/>
            </a:xfrm>
            <a:custGeom>
              <a:rect b="b" l="l" r="r" t="t"/>
              <a:pathLst>
                <a:path extrusionOk="0" h="47" w="57">
                  <a:moveTo>
                    <a:pt x="0" y="0"/>
                  </a:moveTo>
                  <a:cubicBezTo>
                    <a:pt x="7" y="2"/>
                    <a:pt x="13" y="6"/>
                    <a:pt x="19" y="9"/>
                  </a:cubicBezTo>
                  <a:cubicBezTo>
                    <a:pt x="35" y="18"/>
                    <a:pt x="47" y="30"/>
                    <a:pt x="56" y="45"/>
                  </a:cubicBezTo>
                  <a:lnTo>
                    <a:pt x="56" y="46"/>
                  </a:lnTo>
                  <a:cubicBezTo>
                    <a:pt x="49" y="44"/>
                    <a:pt x="42" y="41"/>
                    <a:pt x="36" y="37"/>
                  </a:cubicBezTo>
                  <a:cubicBezTo>
                    <a:pt x="22" y="29"/>
                    <a:pt x="9" y="16"/>
                    <a:pt x="1" y="2"/>
                  </a:cubicBezTo>
                  <a:cubicBezTo>
                    <a:pt x="1"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8"/>
            <p:cNvSpPr/>
            <p:nvPr/>
          </p:nvSpPr>
          <p:spPr>
            <a:xfrm rot="-755217">
              <a:off x="7732407" y="1758097"/>
              <a:ext cx="34698" cy="38827"/>
            </a:xfrm>
            <a:custGeom>
              <a:rect b="b" l="l" r="r" t="t"/>
              <a:pathLst>
                <a:path extrusionOk="0" h="47" w="42">
                  <a:moveTo>
                    <a:pt x="0" y="46"/>
                  </a:moveTo>
                  <a:lnTo>
                    <a:pt x="10" y="24"/>
                  </a:lnTo>
                  <a:lnTo>
                    <a:pt x="41" y="0"/>
                  </a:lnTo>
                  <a:cubicBezTo>
                    <a:pt x="27" y="32"/>
                    <a:pt x="27" y="32"/>
                    <a:pt x="0"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8"/>
            <p:cNvSpPr/>
            <p:nvPr/>
          </p:nvSpPr>
          <p:spPr>
            <a:xfrm rot="-755217">
              <a:off x="8134401" y="2443508"/>
              <a:ext cx="37177" cy="47088"/>
            </a:xfrm>
            <a:custGeom>
              <a:rect b="b" l="l" r="r" t="t"/>
              <a:pathLst>
                <a:path extrusionOk="0" h="57" w="45">
                  <a:moveTo>
                    <a:pt x="44" y="56"/>
                  </a:moveTo>
                  <a:cubicBezTo>
                    <a:pt x="41" y="54"/>
                    <a:pt x="38" y="53"/>
                    <a:pt x="35" y="51"/>
                  </a:cubicBezTo>
                  <a:cubicBezTo>
                    <a:pt x="24" y="45"/>
                    <a:pt x="15" y="36"/>
                    <a:pt x="9" y="25"/>
                  </a:cubicBezTo>
                  <a:cubicBezTo>
                    <a:pt x="5" y="17"/>
                    <a:pt x="2" y="9"/>
                    <a:pt x="0" y="0"/>
                  </a:cubicBezTo>
                  <a:cubicBezTo>
                    <a:pt x="3" y="1"/>
                    <a:pt x="6" y="3"/>
                    <a:pt x="8" y="4"/>
                  </a:cubicBezTo>
                  <a:cubicBezTo>
                    <a:pt x="19" y="11"/>
                    <a:pt x="28" y="20"/>
                    <a:pt x="34" y="30"/>
                  </a:cubicBezTo>
                  <a:cubicBezTo>
                    <a:pt x="39" y="38"/>
                    <a:pt x="42" y="47"/>
                    <a:pt x="43" y="56"/>
                  </a:cubicBezTo>
                  <a:lnTo>
                    <a:pt x="4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8"/>
            <p:cNvSpPr/>
            <p:nvPr/>
          </p:nvSpPr>
          <p:spPr>
            <a:xfrm rot="-755217">
              <a:off x="9037965" y="2652495"/>
              <a:ext cx="34698" cy="42131"/>
            </a:xfrm>
            <a:custGeom>
              <a:rect b="b" l="l" r="r" t="t"/>
              <a:pathLst>
                <a:path extrusionOk="0" h="51" w="42">
                  <a:moveTo>
                    <a:pt x="0" y="1"/>
                  </a:moveTo>
                  <a:cubicBezTo>
                    <a:pt x="24" y="9"/>
                    <a:pt x="32" y="30"/>
                    <a:pt x="41" y="50"/>
                  </a:cubicBezTo>
                  <a:cubicBezTo>
                    <a:pt x="39" y="50"/>
                    <a:pt x="38" y="49"/>
                    <a:pt x="36" y="48"/>
                  </a:cubicBezTo>
                  <a:cubicBezTo>
                    <a:pt x="25" y="41"/>
                    <a:pt x="16" y="32"/>
                    <a:pt x="9" y="20"/>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8"/>
            <p:cNvSpPr/>
            <p:nvPr/>
          </p:nvSpPr>
          <p:spPr>
            <a:xfrm rot="-755217">
              <a:off x="8767473" y="3004508"/>
              <a:ext cx="38003" cy="38827"/>
            </a:xfrm>
            <a:custGeom>
              <a:rect b="b" l="l" r="r" t="t"/>
              <a:pathLst>
                <a:path extrusionOk="0" h="47" w="46">
                  <a:moveTo>
                    <a:pt x="45" y="46"/>
                  </a:moveTo>
                  <a:cubicBezTo>
                    <a:pt x="44" y="45"/>
                    <a:pt x="44" y="45"/>
                    <a:pt x="43" y="44"/>
                  </a:cubicBezTo>
                  <a:cubicBezTo>
                    <a:pt x="26" y="35"/>
                    <a:pt x="12" y="21"/>
                    <a:pt x="2" y="4"/>
                  </a:cubicBezTo>
                  <a:cubicBezTo>
                    <a:pt x="2" y="3"/>
                    <a:pt x="1" y="1"/>
                    <a:pt x="0" y="0"/>
                  </a:cubicBezTo>
                  <a:cubicBezTo>
                    <a:pt x="30" y="8"/>
                    <a:pt x="34" y="30"/>
                    <a:pt x="45"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8"/>
            <p:cNvSpPr/>
            <p:nvPr/>
          </p:nvSpPr>
          <p:spPr>
            <a:xfrm rot="-755217">
              <a:off x="9734431" y="3112668"/>
              <a:ext cx="31394" cy="38001"/>
            </a:xfrm>
            <a:custGeom>
              <a:rect b="b" l="l" r="r" t="t"/>
              <a:pathLst>
                <a:path extrusionOk="0" h="46" w="38">
                  <a:moveTo>
                    <a:pt x="37" y="44"/>
                  </a:moveTo>
                  <a:cubicBezTo>
                    <a:pt x="15" y="38"/>
                    <a:pt x="7" y="19"/>
                    <a:pt x="0" y="0"/>
                  </a:cubicBezTo>
                  <a:cubicBezTo>
                    <a:pt x="2" y="1"/>
                    <a:pt x="4" y="2"/>
                    <a:pt x="6" y="3"/>
                  </a:cubicBezTo>
                  <a:cubicBezTo>
                    <a:pt x="15" y="9"/>
                    <a:pt x="23" y="16"/>
                    <a:pt x="29" y="26"/>
                  </a:cubicBezTo>
                  <a:cubicBezTo>
                    <a:pt x="32" y="32"/>
                    <a:pt x="35" y="38"/>
                    <a:pt x="36" y="45"/>
                  </a:cubicBezTo>
                  <a:lnTo>
                    <a:pt x="37"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8"/>
            <p:cNvSpPr/>
            <p:nvPr/>
          </p:nvSpPr>
          <p:spPr>
            <a:xfrm rot="-755217">
              <a:off x="8463736" y="4043226"/>
              <a:ext cx="37177" cy="33044"/>
            </a:xfrm>
            <a:custGeom>
              <a:rect b="b" l="l" r="r" t="t"/>
              <a:pathLst>
                <a:path extrusionOk="0" h="40" w="45">
                  <a:moveTo>
                    <a:pt x="0" y="7"/>
                  </a:moveTo>
                  <a:cubicBezTo>
                    <a:pt x="9" y="0"/>
                    <a:pt x="15" y="5"/>
                    <a:pt x="21" y="7"/>
                  </a:cubicBezTo>
                  <a:cubicBezTo>
                    <a:pt x="26" y="9"/>
                    <a:pt x="44" y="16"/>
                    <a:pt x="33" y="29"/>
                  </a:cubicBezTo>
                  <a:cubicBezTo>
                    <a:pt x="26" y="39"/>
                    <a:pt x="17" y="32"/>
                    <a:pt x="10" y="26"/>
                  </a:cubicBezTo>
                  <a:cubicBezTo>
                    <a:pt x="7" y="25"/>
                    <a:pt x="4" y="21"/>
                    <a:pt x="3" y="19"/>
                  </a:cubicBezTo>
                  <a:cubicBezTo>
                    <a:pt x="1" y="15"/>
                    <a:pt x="0" y="13"/>
                    <a:pt x="0" y="9"/>
                  </a:cubicBezTo>
                  <a:cubicBezTo>
                    <a:pt x="0" y="9"/>
                    <a:pt x="0" y="8"/>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8"/>
            <p:cNvSpPr/>
            <p:nvPr/>
          </p:nvSpPr>
          <p:spPr>
            <a:xfrm rot="-755217">
              <a:off x="8402744" y="3065725"/>
              <a:ext cx="38003" cy="46262"/>
            </a:xfrm>
            <a:custGeom>
              <a:rect b="b" l="l" r="r" t="t"/>
              <a:pathLst>
                <a:path extrusionOk="0" h="56" w="46">
                  <a:moveTo>
                    <a:pt x="0" y="0"/>
                  </a:moveTo>
                  <a:cubicBezTo>
                    <a:pt x="3" y="1"/>
                    <a:pt x="6" y="3"/>
                    <a:pt x="8" y="4"/>
                  </a:cubicBezTo>
                  <a:cubicBezTo>
                    <a:pt x="20" y="11"/>
                    <a:pt x="29" y="20"/>
                    <a:pt x="36" y="31"/>
                  </a:cubicBezTo>
                  <a:cubicBezTo>
                    <a:pt x="40" y="39"/>
                    <a:pt x="43" y="46"/>
                    <a:pt x="45" y="55"/>
                  </a:cubicBezTo>
                  <a:cubicBezTo>
                    <a:pt x="41" y="53"/>
                    <a:pt x="38" y="52"/>
                    <a:pt x="35" y="50"/>
                  </a:cubicBezTo>
                  <a:cubicBezTo>
                    <a:pt x="24" y="44"/>
                    <a:pt x="15" y="35"/>
                    <a:pt x="9" y="24"/>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8"/>
            <p:cNvSpPr/>
            <p:nvPr/>
          </p:nvSpPr>
          <p:spPr>
            <a:xfrm rot="-755217">
              <a:off x="8216181" y="2649854"/>
              <a:ext cx="33872" cy="41305"/>
            </a:xfrm>
            <a:custGeom>
              <a:rect b="b" l="l" r="r" t="t"/>
              <a:pathLst>
                <a:path extrusionOk="0" h="50" w="41">
                  <a:moveTo>
                    <a:pt x="0" y="1"/>
                  </a:moveTo>
                  <a:cubicBezTo>
                    <a:pt x="2" y="2"/>
                    <a:pt x="4" y="3"/>
                    <a:pt x="5" y="4"/>
                  </a:cubicBezTo>
                  <a:cubicBezTo>
                    <a:pt x="17" y="10"/>
                    <a:pt x="26" y="20"/>
                    <a:pt x="33" y="31"/>
                  </a:cubicBezTo>
                  <a:cubicBezTo>
                    <a:pt x="36" y="37"/>
                    <a:pt x="39" y="43"/>
                    <a:pt x="40" y="49"/>
                  </a:cubicBezTo>
                  <a:cubicBezTo>
                    <a:pt x="39" y="49"/>
                    <a:pt x="37" y="48"/>
                    <a:pt x="36" y="47"/>
                  </a:cubicBezTo>
                  <a:cubicBezTo>
                    <a:pt x="25" y="41"/>
                    <a:pt x="15" y="31"/>
                    <a:pt x="9" y="20"/>
                  </a:cubicBezTo>
                  <a:cubicBezTo>
                    <a:pt x="5"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8"/>
            <p:cNvSpPr/>
            <p:nvPr/>
          </p:nvSpPr>
          <p:spPr>
            <a:xfrm rot="-755217">
              <a:off x="9128253" y="3474264"/>
              <a:ext cx="37177" cy="41305"/>
            </a:xfrm>
            <a:custGeom>
              <a:rect b="b" l="l" r="r" t="t"/>
              <a:pathLst>
                <a:path extrusionOk="0" h="50" w="45">
                  <a:moveTo>
                    <a:pt x="8" y="0"/>
                  </a:moveTo>
                  <a:lnTo>
                    <a:pt x="44" y="43"/>
                  </a:lnTo>
                  <a:lnTo>
                    <a:pt x="37" y="49"/>
                  </a:lnTo>
                  <a:lnTo>
                    <a:pt x="0" y="6"/>
                  </a:lnTo>
                  <a:lnTo>
                    <a:pt x="8" y="0"/>
                  </a:lnTo>
                </a:path>
              </a:pathLst>
            </a:custGeom>
            <a:solidFill>
              <a:schemeClr val="dk1"/>
            </a:solidFill>
            <a:ln>
              <a:noFill/>
            </a:ln>
          </p:spPr>
        </p:sp>
        <p:sp>
          <p:nvSpPr>
            <p:cNvPr id="4308" name="Google Shape;4308;p38"/>
            <p:cNvSpPr/>
            <p:nvPr/>
          </p:nvSpPr>
          <p:spPr>
            <a:xfrm rot="-755217">
              <a:off x="8195479" y="3474685"/>
              <a:ext cx="33872" cy="41305"/>
            </a:xfrm>
            <a:custGeom>
              <a:rect b="b" l="l" r="r" t="t"/>
              <a:pathLst>
                <a:path extrusionOk="0" h="50" w="41">
                  <a:moveTo>
                    <a:pt x="0" y="1"/>
                  </a:moveTo>
                  <a:cubicBezTo>
                    <a:pt x="24" y="8"/>
                    <a:pt x="29" y="31"/>
                    <a:pt x="40" y="49"/>
                  </a:cubicBezTo>
                  <a:cubicBezTo>
                    <a:pt x="38" y="48"/>
                    <a:pt x="35" y="47"/>
                    <a:pt x="33" y="45"/>
                  </a:cubicBezTo>
                  <a:cubicBezTo>
                    <a:pt x="23" y="39"/>
                    <a:pt x="14" y="31"/>
                    <a:pt x="9" y="21"/>
                  </a:cubicBezTo>
                  <a:cubicBezTo>
                    <a:pt x="5" y="15"/>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8"/>
            <p:cNvSpPr/>
            <p:nvPr/>
          </p:nvSpPr>
          <p:spPr>
            <a:xfrm rot="-755217">
              <a:off x="9880955" y="3102139"/>
              <a:ext cx="36351" cy="28914"/>
            </a:xfrm>
            <a:custGeom>
              <a:rect b="b" l="l" r="r" t="t"/>
              <a:pathLst>
                <a:path extrusionOk="0" h="35" w="44">
                  <a:moveTo>
                    <a:pt x="0" y="0"/>
                  </a:moveTo>
                  <a:cubicBezTo>
                    <a:pt x="23" y="0"/>
                    <a:pt x="32" y="19"/>
                    <a:pt x="43" y="34"/>
                  </a:cubicBezTo>
                  <a:cubicBezTo>
                    <a:pt x="21" y="34"/>
                    <a:pt x="11" y="1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8"/>
            <p:cNvSpPr/>
            <p:nvPr/>
          </p:nvSpPr>
          <p:spPr>
            <a:xfrm rot="-755217">
              <a:off x="9977221" y="3322681"/>
              <a:ext cx="29741" cy="33870"/>
            </a:xfrm>
            <a:custGeom>
              <a:rect b="b" l="l" r="r" t="t"/>
              <a:pathLst>
                <a:path extrusionOk="0" h="41" w="36">
                  <a:moveTo>
                    <a:pt x="35" y="40"/>
                  </a:moveTo>
                  <a:cubicBezTo>
                    <a:pt x="30" y="39"/>
                    <a:pt x="26" y="38"/>
                    <a:pt x="21" y="35"/>
                  </a:cubicBezTo>
                  <a:cubicBezTo>
                    <a:pt x="15" y="32"/>
                    <a:pt x="9" y="25"/>
                    <a:pt x="5" y="19"/>
                  </a:cubicBezTo>
                  <a:cubicBezTo>
                    <a:pt x="2" y="13"/>
                    <a:pt x="0" y="7"/>
                    <a:pt x="0" y="0"/>
                  </a:cubicBezTo>
                  <a:lnTo>
                    <a:pt x="35"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8"/>
            <p:cNvSpPr/>
            <p:nvPr/>
          </p:nvSpPr>
          <p:spPr>
            <a:xfrm rot="-755217">
              <a:off x="9222226" y="2830002"/>
              <a:ext cx="31394" cy="33870"/>
            </a:xfrm>
            <a:custGeom>
              <a:rect b="b" l="l" r="r" t="t"/>
              <a:pathLst>
                <a:path extrusionOk="0" h="41" w="38">
                  <a:moveTo>
                    <a:pt x="37" y="40"/>
                  </a:moveTo>
                  <a:cubicBezTo>
                    <a:pt x="32" y="39"/>
                    <a:pt x="27" y="37"/>
                    <a:pt x="23" y="34"/>
                  </a:cubicBezTo>
                  <a:cubicBezTo>
                    <a:pt x="16" y="30"/>
                    <a:pt x="10" y="24"/>
                    <a:pt x="6" y="17"/>
                  </a:cubicBezTo>
                  <a:cubicBezTo>
                    <a:pt x="3" y="12"/>
                    <a:pt x="1" y="6"/>
                    <a:pt x="0" y="0"/>
                  </a:cubicBezTo>
                  <a:lnTo>
                    <a:pt x="37"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8"/>
            <p:cNvSpPr/>
            <p:nvPr/>
          </p:nvSpPr>
          <p:spPr>
            <a:xfrm rot="-755217">
              <a:off x="9786411" y="3371381"/>
              <a:ext cx="37177" cy="46262"/>
            </a:xfrm>
            <a:custGeom>
              <a:rect b="b" l="l" r="r" t="t"/>
              <a:pathLst>
                <a:path extrusionOk="0" h="56" w="45">
                  <a:moveTo>
                    <a:pt x="0" y="0"/>
                  </a:moveTo>
                  <a:cubicBezTo>
                    <a:pt x="1" y="1"/>
                    <a:pt x="3" y="2"/>
                    <a:pt x="5" y="3"/>
                  </a:cubicBezTo>
                  <a:cubicBezTo>
                    <a:pt x="17" y="10"/>
                    <a:pt x="28" y="21"/>
                    <a:pt x="35" y="34"/>
                  </a:cubicBezTo>
                  <a:cubicBezTo>
                    <a:pt x="39" y="40"/>
                    <a:pt x="42" y="48"/>
                    <a:pt x="44" y="55"/>
                  </a:cubicBezTo>
                  <a:cubicBezTo>
                    <a:pt x="40" y="54"/>
                    <a:pt x="36" y="52"/>
                    <a:pt x="33" y="50"/>
                  </a:cubicBezTo>
                  <a:cubicBezTo>
                    <a:pt x="23" y="44"/>
                    <a:pt x="14" y="36"/>
                    <a:pt x="8" y="26"/>
                  </a:cubicBezTo>
                  <a:cubicBezTo>
                    <a:pt x="4" y="18"/>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8"/>
            <p:cNvSpPr/>
            <p:nvPr/>
          </p:nvSpPr>
          <p:spPr>
            <a:xfrm rot="-755217">
              <a:off x="8306048" y="3469458"/>
              <a:ext cx="26437" cy="42131"/>
            </a:xfrm>
            <a:custGeom>
              <a:rect b="b" l="l" r="r" t="t"/>
              <a:pathLst>
                <a:path extrusionOk="0" h="51" w="32">
                  <a:moveTo>
                    <a:pt x="0" y="1"/>
                  </a:moveTo>
                  <a:cubicBezTo>
                    <a:pt x="9" y="8"/>
                    <a:pt x="17" y="16"/>
                    <a:pt x="22" y="25"/>
                  </a:cubicBezTo>
                  <a:cubicBezTo>
                    <a:pt x="27" y="33"/>
                    <a:pt x="30" y="41"/>
                    <a:pt x="31" y="50"/>
                  </a:cubicBezTo>
                  <a:cubicBezTo>
                    <a:pt x="31" y="50"/>
                    <a:pt x="30" y="49"/>
                    <a:pt x="29" y="49"/>
                  </a:cubicBezTo>
                  <a:cubicBezTo>
                    <a:pt x="21" y="44"/>
                    <a:pt x="14" y="37"/>
                    <a:pt x="9" y="28"/>
                  </a:cubicBezTo>
                  <a:cubicBezTo>
                    <a:pt x="4" y="20"/>
                    <a:pt x="1" y="10"/>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8"/>
            <p:cNvSpPr/>
            <p:nvPr/>
          </p:nvSpPr>
          <p:spPr>
            <a:xfrm rot="-755217">
              <a:off x="8023727" y="2313556"/>
              <a:ext cx="34698" cy="43783"/>
            </a:xfrm>
            <a:custGeom>
              <a:rect b="b" l="l" r="r" t="t"/>
              <a:pathLst>
                <a:path extrusionOk="0" h="53" w="42">
                  <a:moveTo>
                    <a:pt x="40" y="52"/>
                  </a:moveTo>
                  <a:cubicBezTo>
                    <a:pt x="38" y="51"/>
                    <a:pt x="36" y="50"/>
                    <a:pt x="33" y="49"/>
                  </a:cubicBezTo>
                  <a:cubicBezTo>
                    <a:pt x="23" y="43"/>
                    <a:pt x="14" y="34"/>
                    <a:pt x="8" y="23"/>
                  </a:cubicBezTo>
                  <a:cubicBezTo>
                    <a:pt x="4" y="16"/>
                    <a:pt x="1" y="9"/>
                    <a:pt x="0" y="0"/>
                  </a:cubicBezTo>
                  <a:cubicBezTo>
                    <a:pt x="1" y="1"/>
                    <a:pt x="1" y="1"/>
                    <a:pt x="2" y="2"/>
                  </a:cubicBezTo>
                  <a:cubicBezTo>
                    <a:pt x="15" y="9"/>
                    <a:pt x="26" y="20"/>
                    <a:pt x="33" y="33"/>
                  </a:cubicBezTo>
                  <a:cubicBezTo>
                    <a:pt x="36" y="39"/>
                    <a:pt x="39" y="44"/>
                    <a:pt x="41" y="50"/>
                  </a:cubicBezTo>
                  <a:lnTo>
                    <a:pt x="40" y="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8"/>
            <p:cNvSpPr/>
            <p:nvPr/>
          </p:nvSpPr>
          <p:spPr>
            <a:xfrm rot="-755217">
              <a:off x="9771618" y="3141362"/>
              <a:ext cx="33872" cy="40479"/>
            </a:xfrm>
            <a:custGeom>
              <a:rect b="b" l="l" r="r" t="t"/>
              <a:pathLst>
                <a:path extrusionOk="0" h="49" w="41">
                  <a:moveTo>
                    <a:pt x="0" y="1"/>
                  </a:moveTo>
                  <a:cubicBezTo>
                    <a:pt x="23" y="8"/>
                    <a:pt x="29" y="30"/>
                    <a:pt x="40" y="48"/>
                  </a:cubicBezTo>
                  <a:cubicBezTo>
                    <a:pt x="24" y="35"/>
                    <a:pt x="4"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8"/>
            <p:cNvSpPr/>
            <p:nvPr/>
          </p:nvSpPr>
          <p:spPr>
            <a:xfrm rot="-755217">
              <a:off x="8694002" y="2906826"/>
              <a:ext cx="37177" cy="46262"/>
            </a:xfrm>
            <a:custGeom>
              <a:rect b="b" l="l" r="r" t="t"/>
              <a:pathLst>
                <a:path extrusionOk="0" h="56" w="45">
                  <a:moveTo>
                    <a:pt x="0" y="0"/>
                  </a:moveTo>
                  <a:cubicBezTo>
                    <a:pt x="3" y="1"/>
                    <a:pt x="7" y="3"/>
                    <a:pt x="10" y="5"/>
                  </a:cubicBezTo>
                  <a:cubicBezTo>
                    <a:pt x="20" y="11"/>
                    <a:pt x="29" y="20"/>
                    <a:pt x="36" y="31"/>
                  </a:cubicBezTo>
                  <a:cubicBezTo>
                    <a:pt x="40" y="38"/>
                    <a:pt x="43" y="46"/>
                    <a:pt x="44" y="55"/>
                  </a:cubicBezTo>
                  <a:cubicBezTo>
                    <a:pt x="41" y="54"/>
                    <a:pt x="37" y="52"/>
                    <a:pt x="34" y="50"/>
                  </a:cubicBezTo>
                  <a:cubicBezTo>
                    <a:pt x="24" y="44"/>
                    <a:pt x="15" y="35"/>
                    <a:pt x="9" y="25"/>
                  </a:cubicBezTo>
                  <a:cubicBezTo>
                    <a:pt x="4" y="17"/>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8"/>
            <p:cNvSpPr/>
            <p:nvPr/>
          </p:nvSpPr>
          <p:spPr>
            <a:xfrm rot="-755217">
              <a:off x="9094609" y="3179324"/>
              <a:ext cx="46264" cy="33044"/>
            </a:xfrm>
            <a:custGeom>
              <a:rect b="b" l="l" r="r" t="t"/>
              <a:pathLst>
                <a:path extrusionOk="0" h="40" w="56">
                  <a:moveTo>
                    <a:pt x="55" y="39"/>
                  </a:moveTo>
                  <a:cubicBezTo>
                    <a:pt x="33" y="35"/>
                    <a:pt x="21" y="20"/>
                    <a:pt x="0" y="0"/>
                  </a:cubicBezTo>
                  <a:cubicBezTo>
                    <a:pt x="9" y="2"/>
                    <a:pt x="18" y="5"/>
                    <a:pt x="26" y="10"/>
                  </a:cubicBezTo>
                  <a:cubicBezTo>
                    <a:pt x="38" y="17"/>
                    <a:pt x="48" y="27"/>
                    <a:pt x="5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8"/>
            <p:cNvSpPr/>
            <p:nvPr/>
          </p:nvSpPr>
          <p:spPr>
            <a:xfrm rot="-755217">
              <a:off x="9035335" y="3145066"/>
              <a:ext cx="47090" cy="33044"/>
            </a:xfrm>
            <a:custGeom>
              <a:rect b="b" l="l" r="r" t="t"/>
              <a:pathLst>
                <a:path extrusionOk="0" h="40" w="57">
                  <a:moveTo>
                    <a:pt x="0" y="2"/>
                  </a:moveTo>
                  <a:cubicBezTo>
                    <a:pt x="23" y="5"/>
                    <a:pt x="35" y="25"/>
                    <a:pt x="56" y="39"/>
                  </a:cubicBezTo>
                  <a:cubicBezTo>
                    <a:pt x="24" y="32"/>
                    <a:pt x="24" y="32"/>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8"/>
            <p:cNvSpPr/>
            <p:nvPr/>
          </p:nvSpPr>
          <p:spPr>
            <a:xfrm rot="-755217">
              <a:off x="9784962" y="3408430"/>
              <a:ext cx="33872" cy="42957"/>
            </a:xfrm>
            <a:custGeom>
              <a:rect b="b" l="l" r="r" t="t"/>
              <a:pathLst>
                <a:path extrusionOk="0" h="52" w="41">
                  <a:moveTo>
                    <a:pt x="0" y="1"/>
                  </a:moveTo>
                  <a:cubicBezTo>
                    <a:pt x="2" y="2"/>
                    <a:pt x="4" y="4"/>
                    <a:pt x="6" y="5"/>
                  </a:cubicBezTo>
                  <a:cubicBezTo>
                    <a:pt x="17" y="12"/>
                    <a:pt x="26" y="20"/>
                    <a:pt x="32" y="30"/>
                  </a:cubicBezTo>
                  <a:cubicBezTo>
                    <a:pt x="36" y="37"/>
                    <a:pt x="39" y="44"/>
                    <a:pt x="40" y="51"/>
                  </a:cubicBezTo>
                  <a:cubicBezTo>
                    <a:pt x="23" y="37"/>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8"/>
            <p:cNvSpPr/>
            <p:nvPr/>
          </p:nvSpPr>
          <p:spPr>
            <a:xfrm rot="-755217">
              <a:off x="8278846" y="2303249"/>
              <a:ext cx="33046" cy="37175"/>
            </a:xfrm>
            <a:custGeom>
              <a:rect b="b" l="l" r="r" t="t"/>
              <a:pathLst>
                <a:path extrusionOk="0" h="45" w="40">
                  <a:moveTo>
                    <a:pt x="39" y="44"/>
                  </a:moveTo>
                  <a:cubicBezTo>
                    <a:pt x="24" y="35"/>
                    <a:pt x="12" y="23"/>
                    <a:pt x="4" y="8"/>
                  </a:cubicBezTo>
                  <a:cubicBezTo>
                    <a:pt x="2" y="5"/>
                    <a:pt x="1" y="3"/>
                    <a:pt x="0" y="0"/>
                  </a:cubicBezTo>
                  <a:cubicBezTo>
                    <a:pt x="3" y="1"/>
                    <a:pt x="5" y="2"/>
                    <a:pt x="8" y="4"/>
                  </a:cubicBezTo>
                  <a:cubicBezTo>
                    <a:pt x="18" y="10"/>
                    <a:pt x="26" y="18"/>
                    <a:pt x="32" y="28"/>
                  </a:cubicBezTo>
                  <a:cubicBezTo>
                    <a:pt x="35" y="33"/>
                    <a:pt x="37" y="38"/>
                    <a:pt x="39"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8"/>
            <p:cNvSpPr/>
            <p:nvPr/>
          </p:nvSpPr>
          <p:spPr>
            <a:xfrm rot="-755217">
              <a:off x="9255728" y="2752918"/>
              <a:ext cx="33872" cy="40479"/>
            </a:xfrm>
            <a:custGeom>
              <a:rect b="b" l="l" r="r" t="t"/>
              <a:pathLst>
                <a:path extrusionOk="0" h="49" w="41">
                  <a:moveTo>
                    <a:pt x="0" y="1"/>
                  </a:moveTo>
                  <a:cubicBezTo>
                    <a:pt x="24" y="7"/>
                    <a:pt x="27" y="32"/>
                    <a:pt x="40" y="48"/>
                  </a:cubicBezTo>
                  <a:cubicBezTo>
                    <a:pt x="23" y="35"/>
                    <a:pt x="3"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8"/>
            <p:cNvSpPr/>
            <p:nvPr/>
          </p:nvSpPr>
          <p:spPr>
            <a:xfrm rot="-755217">
              <a:off x="8995300" y="3126405"/>
              <a:ext cx="36351" cy="31392"/>
            </a:xfrm>
            <a:custGeom>
              <a:rect b="b" l="l" r="r" t="t"/>
              <a:pathLst>
                <a:path extrusionOk="0" h="38" w="44">
                  <a:moveTo>
                    <a:pt x="43" y="35"/>
                  </a:moveTo>
                  <a:cubicBezTo>
                    <a:pt x="18" y="37"/>
                    <a:pt x="12" y="14"/>
                    <a:pt x="0" y="0"/>
                  </a:cubicBezTo>
                  <a:cubicBezTo>
                    <a:pt x="17" y="8"/>
                    <a:pt x="35" y="14"/>
                    <a:pt x="42" y="36"/>
                  </a:cubicBezTo>
                  <a:lnTo>
                    <a:pt x="43"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8"/>
            <p:cNvSpPr/>
            <p:nvPr/>
          </p:nvSpPr>
          <p:spPr>
            <a:xfrm rot="-755217">
              <a:off x="8992372" y="2616649"/>
              <a:ext cx="38003" cy="46262"/>
            </a:xfrm>
            <a:custGeom>
              <a:rect b="b" l="l" r="r" t="t"/>
              <a:pathLst>
                <a:path extrusionOk="0" h="56" w="46">
                  <a:moveTo>
                    <a:pt x="0" y="0"/>
                  </a:moveTo>
                  <a:cubicBezTo>
                    <a:pt x="4" y="1"/>
                    <a:pt x="7" y="3"/>
                    <a:pt x="11" y="5"/>
                  </a:cubicBezTo>
                  <a:cubicBezTo>
                    <a:pt x="21" y="11"/>
                    <a:pt x="30" y="20"/>
                    <a:pt x="36" y="30"/>
                  </a:cubicBezTo>
                  <a:cubicBezTo>
                    <a:pt x="40" y="38"/>
                    <a:pt x="43" y="46"/>
                    <a:pt x="45" y="55"/>
                  </a:cubicBezTo>
                  <a:cubicBezTo>
                    <a:pt x="42" y="54"/>
                    <a:pt x="39" y="52"/>
                    <a:pt x="37" y="51"/>
                  </a:cubicBezTo>
                  <a:cubicBezTo>
                    <a:pt x="25" y="44"/>
                    <a:pt x="16" y="35"/>
                    <a:pt x="9" y="24"/>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8"/>
            <p:cNvSpPr/>
            <p:nvPr/>
          </p:nvSpPr>
          <p:spPr>
            <a:xfrm rot="-755217">
              <a:off x="10346529" y="3296840"/>
              <a:ext cx="25611" cy="57827"/>
            </a:xfrm>
            <a:custGeom>
              <a:rect b="b" l="l" r="r" t="t"/>
              <a:pathLst>
                <a:path extrusionOk="0" h="70" w="31">
                  <a:moveTo>
                    <a:pt x="20" y="0"/>
                  </a:moveTo>
                  <a:cubicBezTo>
                    <a:pt x="30" y="28"/>
                    <a:pt x="14" y="44"/>
                    <a:pt x="9" y="69"/>
                  </a:cubicBezTo>
                  <a:cubicBezTo>
                    <a:pt x="0" y="42"/>
                    <a:pt x="13" y="2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8"/>
            <p:cNvSpPr/>
            <p:nvPr/>
          </p:nvSpPr>
          <p:spPr>
            <a:xfrm rot="-755217">
              <a:off x="9442697" y="3915763"/>
              <a:ext cx="20654" cy="66088"/>
            </a:xfrm>
            <a:custGeom>
              <a:rect b="b" l="l" r="r" t="t"/>
              <a:pathLst>
                <a:path extrusionOk="0" h="80" w="25">
                  <a:moveTo>
                    <a:pt x="24" y="0"/>
                  </a:moveTo>
                  <a:cubicBezTo>
                    <a:pt x="24" y="2"/>
                    <a:pt x="24" y="4"/>
                    <a:pt x="24" y="6"/>
                  </a:cubicBezTo>
                  <a:cubicBezTo>
                    <a:pt x="24" y="28"/>
                    <a:pt x="18" y="50"/>
                    <a:pt x="7" y="69"/>
                  </a:cubicBezTo>
                  <a:cubicBezTo>
                    <a:pt x="5" y="73"/>
                    <a:pt x="3" y="76"/>
                    <a:pt x="1" y="79"/>
                  </a:cubicBezTo>
                  <a:cubicBezTo>
                    <a:pt x="0" y="76"/>
                    <a:pt x="0" y="73"/>
                    <a:pt x="0" y="70"/>
                  </a:cubicBezTo>
                  <a:cubicBezTo>
                    <a:pt x="0" y="50"/>
                    <a:pt x="6" y="30"/>
                    <a:pt x="16" y="12"/>
                  </a:cubicBezTo>
                  <a:cubicBezTo>
                    <a:pt x="18" y="8"/>
                    <a:pt x="21" y="4"/>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8"/>
            <p:cNvSpPr/>
            <p:nvPr/>
          </p:nvSpPr>
          <p:spPr>
            <a:xfrm rot="-755217">
              <a:off x="8675266" y="3913147"/>
              <a:ext cx="29741" cy="42957"/>
            </a:xfrm>
            <a:custGeom>
              <a:rect b="b" l="l" r="r" t="t"/>
              <a:pathLst>
                <a:path extrusionOk="0" h="52" w="36">
                  <a:moveTo>
                    <a:pt x="16" y="51"/>
                  </a:moveTo>
                  <a:cubicBezTo>
                    <a:pt x="1" y="46"/>
                    <a:pt x="0" y="39"/>
                    <a:pt x="0" y="32"/>
                  </a:cubicBezTo>
                  <a:cubicBezTo>
                    <a:pt x="0" y="19"/>
                    <a:pt x="0" y="0"/>
                    <a:pt x="16" y="3"/>
                  </a:cubicBezTo>
                  <a:cubicBezTo>
                    <a:pt x="35" y="7"/>
                    <a:pt x="19" y="23"/>
                    <a:pt x="18" y="34"/>
                  </a:cubicBezTo>
                  <a:cubicBezTo>
                    <a:pt x="18" y="39"/>
                    <a:pt x="17" y="44"/>
                    <a:pt x="1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8"/>
            <p:cNvSpPr/>
            <p:nvPr/>
          </p:nvSpPr>
          <p:spPr>
            <a:xfrm rot="-755217">
              <a:off x="9232548" y="3796630"/>
              <a:ext cx="41307" cy="34696"/>
            </a:xfrm>
            <a:custGeom>
              <a:rect b="b" l="l" r="r" t="t"/>
              <a:pathLst>
                <a:path extrusionOk="0" h="42" w="50">
                  <a:moveTo>
                    <a:pt x="49" y="40"/>
                  </a:moveTo>
                  <a:cubicBezTo>
                    <a:pt x="43" y="38"/>
                    <a:pt x="37" y="35"/>
                    <a:pt x="31" y="32"/>
                  </a:cubicBezTo>
                  <a:cubicBezTo>
                    <a:pt x="18" y="25"/>
                    <a:pt x="8" y="15"/>
                    <a:pt x="1" y="2"/>
                  </a:cubicBezTo>
                  <a:cubicBezTo>
                    <a:pt x="1" y="2"/>
                    <a:pt x="0" y="1"/>
                    <a:pt x="0" y="0"/>
                  </a:cubicBezTo>
                  <a:cubicBezTo>
                    <a:pt x="20" y="9"/>
                    <a:pt x="40" y="17"/>
                    <a:pt x="48" y="41"/>
                  </a:cubicBezTo>
                  <a:lnTo>
                    <a:pt x="4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8"/>
            <p:cNvSpPr/>
            <p:nvPr/>
          </p:nvSpPr>
          <p:spPr>
            <a:xfrm rot="-755217">
              <a:off x="10077795" y="3405650"/>
              <a:ext cx="33872" cy="40479"/>
            </a:xfrm>
            <a:custGeom>
              <a:rect b="b" l="l" r="r" t="t"/>
              <a:pathLst>
                <a:path extrusionOk="0" h="49" w="41">
                  <a:moveTo>
                    <a:pt x="40" y="47"/>
                  </a:moveTo>
                  <a:cubicBezTo>
                    <a:pt x="35" y="46"/>
                    <a:pt x="31" y="44"/>
                    <a:pt x="26" y="41"/>
                  </a:cubicBezTo>
                  <a:cubicBezTo>
                    <a:pt x="18" y="37"/>
                    <a:pt x="12" y="30"/>
                    <a:pt x="7" y="22"/>
                  </a:cubicBezTo>
                  <a:cubicBezTo>
                    <a:pt x="3" y="15"/>
                    <a:pt x="1" y="8"/>
                    <a:pt x="0" y="0"/>
                  </a:cubicBezTo>
                  <a:cubicBezTo>
                    <a:pt x="13" y="16"/>
                    <a:pt x="38" y="22"/>
                    <a:pt x="39" y="48"/>
                  </a:cubicBezTo>
                  <a:lnTo>
                    <a:pt x="40"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8"/>
            <p:cNvSpPr/>
            <p:nvPr/>
          </p:nvSpPr>
          <p:spPr>
            <a:xfrm rot="-755217">
              <a:off x="8594843" y="2667415"/>
              <a:ext cx="37177" cy="46262"/>
            </a:xfrm>
            <a:custGeom>
              <a:rect b="b" l="l" r="r" t="t"/>
              <a:pathLst>
                <a:path extrusionOk="0" h="56" w="45">
                  <a:moveTo>
                    <a:pt x="44" y="55"/>
                  </a:moveTo>
                  <a:cubicBezTo>
                    <a:pt x="41" y="53"/>
                    <a:pt x="38" y="52"/>
                    <a:pt x="35" y="50"/>
                  </a:cubicBezTo>
                  <a:cubicBezTo>
                    <a:pt x="24" y="44"/>
                    <a:pt x="15" y="34"/>
                    <a:pt x="8" y="23"/>
                  </a:cubicBezTo>
                  <a:cubicBezTo>
                    <a:pt x="4" y="16"/>
                    <a:pt x="1" y="8"/>
                    <a:pt x="0" y="0"/>
                  </a:cubicBezTo>
                  <a:cubicBezTo>
                    <a:pt x="3" y="1"/>
                    <a:pt x="6" y="2"/>
                    <a:pt x="8" y="4"/>
                  </a:cubicBezTo>
                  <a:cubicBezTo>
                    <a:pt x="20" y="12"/>
                    <a:pt x="29" y="20"/>
                    <a:pt x="36" y="31"/>
                  </a:cubicBezTo>
                  <a:cubicBezTo>
                    <a:pt x="40" y="39"/>
                    <a:pt x="43" y="46"/>
                    <a:pt x="4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8"/>
            <p:cNvSpPr/>
            <p:nvPr/>
          </p:nvSpPr>
          <p:spPr>
            <a:xfrm rot="-755217">
              <a:off x="9402931" y="3578183"/>
              <a:ext cx="35524" cy="42131"/>
            </a:xfrm>
            <a:custGeom>
              <a:rect b="b" l="l" r="r" t="t"/>
              <a:pathLst>
                <a:path extrusionOk="0" h="51" w="43">
                  <a:moveTo>
                    <a:pt x="0" y="1"/>
                  </a:moveTo>
                  <a:cubicBezTo>
                    <a:pt x="27" y="7"/>
                    <a:pt x="28" y="34"/>
                    <a:pt x="42" y="50"/>
                  </a:cubicBezTo>
                  <a:cubicBezTo>
                    <a:pt x="25" y="36"/>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8"/>
            <p:cNvSpPr/>
            <p:nvPr/>
          </p:nvSpPr>
          <p:spPr>
            <a:xfrm rot="-755217">
              <a:off x="9553506" y="3078882"/>
              <a:ext cx="37177" cy="46262"/>
            </a:xfrm>
            <a:custGeom>
              <a:rect b="b" l="l" r="r" t="t"/>
              <a:pathLst>
                <a:path extrusionOk="0" h="56" w="45">
                  <a:moveTo>
                    <a:pt x="0" y="0"/>
                  </a:moveTo>
                  <a:cubicBezTo>
                    <a:pt x="1" y="1"/>
                    <a:pt x="3" y="2"/>
                    <a:pt x="5" y="3"/>
                  </a:cubicBezTo>
                  <a:cubicBezTo>
                    <a:pt x="17" y="10"/>
                    <a:pt x="28" y="20"/>
                    <a:pt x="35" y="33"/>
                  </a:cubicBezTo>
                  <a:cubicBezTo>
                    <a:pt x="39" y="40"/>
                    <a:pt x="42" y="47"/>
                    <a:pt x="44" y="55"/>
                  </a:cubicBezTo>
                  <a:cubicBezTo>
                    <a:pt x="40" y="53"/>
                    <a:pt x="37" y="52"/>
                    <a:pt x="34" y="50"/>
                  </a:cubicBezTo>
                  <a:cubicBezTo>
                    <a:pt x="23" y="44"/>
                    <a:pt x="14" y="35"/>
                    <a:pt x="8" y="24"/>
                  </a:cubicBezTo>
                  <a:cubicBezTo>
                    <a:pt x="4" y="17"/>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8"/>
            <p:cNvSpPr/>
            <p:nvPr/>
          </p:nvSpPr>
          <p:spPr>
            <a:xfrm rot="-755217">
              <a:off x="8704275" y="4008717"/>
              <a:ext cx="23958" cy="28914"/>
            </a:xfrm>
            <a:custGeom>
              <a:rect b="b" l="l" r="r" t="t"/>
              <a:pathLst>
                <a:path extrusionOk="0" h="35" w="29">
                  <a:moveTo>
                    <a:pt x="10" y="34"/>
                  </a:moveTo>
                  <a:cubicBezTo>
                    <a:pt x="1" y="33"/>
                    <a:pt x="0" y="27"/>
                    <a:pt x="1" y="22"/>
                  </a:cubicBezTo>
                  <a:cubicBezTo>
                    <a:pt x="3" y="12"/>
                    <a:pt x="5" y="0"/>
                    <a:pt x="19" y="0"/>
                  </a:cubicBezTo>
                  <a:cubicBezTo>
                    <a:pt x="21" y="0"/>
                    <a:pt x="22" y="0"/>
                    <a:pt x="23" y="1"/>
                  </a:cubicBezTo>
                  <a:cubicBezTo>
                    <a:pt x="25" y="2"/>
                    <a:pt x="27" y="3"/>
                    <a:pt x="27" y="4"/>
                  </a:cubicBezTo>
                  <a:cubicBezTo>
                    <a:pt x="28" y="5"/>
                    <a:pt x="28" y="7"/>
                    <a:pt x="28" y="8"/>
                  </a:cubicBezTo>
                  <a:cubicBezTo>
                    <a:pt x="28" y="9"/>
                    <a:pt x="28" y="10"/>
                    <a:pt x="27" y="11"/>
                  </a:cubicBezTo>
                  <a:cubicBezTo>
                    <a:pt x="27" y="15"/>
                    <a:pt x="26" y="19"/>
                    <a:pt x="24" y="22"/>
                  </a:cubicBezTo>
                  <a:cubicBezTo>
                    <a:pt x="21" y="26"/>
                    <a:pt x="19" y="30"/>
                    <a:pt x="13" y="33"/>
                  </a:cubicBezTo>
                  <a:cubicBezTo>
                    <a:pt x="12" y="33"/>
                    <a:pt x="11" y="34"/>
                    <a:pt x="1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8"/>
            <p:cNvSpPr/>
            <p:nvPr/>
          </p:nvSpPr>
          <p:spPr>
            <a:xfrm rot="-755217">
              <a:off x="8549556" y="2630983"/>
              <a:ext cx="37177" cy="47088"/>
            </a:xfrm>
            <a:custGeom>
              <a:rect b="b" l="l" r="r" t="t"/>
              <a:pathLst>
                <a:path extrusionOk="0" h="57" w="45">
                  <a:moveTo>
                    <a:pt x="44" y="55"/>
                  </a:moveTo>
                  <a:cubicBezTo>
                    <a:pt x="41" y="54"/>
                    <a:pt x="39" y="53"/>
                    <a:pt x="36" y="51"/>
                  </a:cubicBezTo>
                  <a:cubicBezTo>
                    <a:pt x="25" y="44"/>
                    <a:pt x="15" y="35"/>
                    <a:pt x="8" y="24"/>
                  </a:cubicBezTo>
                  <a:cubicBezTo>
                    <a:pt x="4" y="16"/>
                    <a:pt x="1" y="8"/>
                    <a:pt x="0" y="0"/>
                  </a:cubicBezTo>
                  <a:cubicBezTo>
                    <a:pt x="3" y="1"/>
                    <a:pt x="5" y="2"/>
                    <a:pt x="8" y="4"/>
                  </a:cubicBezTo>
                  <a:cubicBezTo>
                    <a:pt x="19" y="10"/>
                    <a:pt x="27" y="20"/>
                    <a:pt x="34" y="31"/>
                  </a:cubicBezTo>
                  <a:cubicBezTo>
                    <a:pt x="38" y="38"/>
                    <a:pt x="42" y="47"/>
                    <a:pt x="43" y="56"/>
                  </a:cubicBezTo>
                  <a:lnTo>
                    <a:pt x="44"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8"/>
            <p:cNvSpPr/>
            <p:nvPr/>
          </p:nvSpPr>
          <p:spPr>
            <a:xfrm rot="-755217">
              <a:off x="10075716" y="3751405"/>
              <a:ext cx="33046" cy="28088"/>
            </a:xfrm>
            <a:custGeom>
              <a:rect b="b" l="l" r="r" t="t"/>
              <a:pathLst>
                <a:path extrusionOk="0" h="34" w="40">
                  <a:moveTo>
                    <a:pt x="0" y="0"/>
                  </a:moveTo>
                  <a:cubicBezTo>
                    <a:pt x="1" y="0"/>
                    <a:pt x="2" y="0"/>
                    <a:pt x="3" y="0"/>
                  </a:cubicBezTo>
                  <a:cubicBezTo>
                    <a:pt x="9" y="0"/>
                    <a:pt x="15" y="2"/>
                    <a:pt x="21" y="5"/>
                  </a:cubicBezTo>
                  <a:cubicBezTo>
                    <a:pt x="27" y="8"/>
                    <a:pt x="31" y="13"/>
                    <a:pt x="34" y="18"/>
                  </a:cubicBezTo>
                  <a:cubicBezTo>
                    <a:pt x="36" y="23"/>
                    <a:pt x="38" y="27"/>
                    <a:pt x="39" y="3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8"/>
            <p:cNvSpPr/>
            <p:nvPr/>
          </p:nvSpPr>
          <p:spPr>
            <a:xfrm rot="-755217">
              <a:off x="8398445" y="3551300"/>
              <a:ext cx="23958" cy="23957"/>
            </a:xfrm>
            <a:custGeom>
              <a:rect b="b" l="l" r="r" t="t"/>
              <a:pathLst>
                <a:path extrusionOk="0" h="29" w="29">
                  <a:moveTo>
                    <a:pt x="28" y="12"/>
                  </a:moveTo>
                  <a:cubicBezTo>
                    <a:pt x="28" y="21"/>
                    <a:pt x="25" y="27"/>
                    <a:pt x="17" y="28"/>
                  </a:cubicBezTo>
                  <a:lnTo>
                    <a:pt x="16" y="28"/>
                  </a:lnTo>
                  <a:cubicBezTo>
                    <a:pt x="14" y="28"/>
                    <a:pt x="11" y="28"/>
                    <a:pt x="9" y="26"/>
                  </a:cubicBezTo>
                  <a:cubicBezTo>
                    <a:pt x="7" y="25"/>
                    <a:pt x="5" y="23"/>
                    <a:pt x="3" y="20"/>
                  </a:cubicBezTo>
                  <a:cubicBezTo>
                    <a:pt x="2" y="19"/>
                    <a:pt x="2" y="17"/>
                    <a:pt x="2" y="15"/>
                  </a:cubicBezTo>
                  <a:cubicBezTo>
                    <a:pt x="0" y="6"/>
                    <a:pt x="3" y="0"/>
                    <a:pt x="13" y="1"/>
                  </a:cubicBezTo>
                  <a:lnTo>
                    <a:pt x="14" y="1"/>
                  </a:lnTo>
                  <a:cubicBezTo>
                    <a:pt x="17" y="1"/>
                    <a:pt x="19" y="1"/>
                    <a:pt x="22" y="2"/>
                  </a:cubicBezTo>
                  <a:cubicBezTo>
                    <a:pt x="24" y="4"/>
                    <a:pt x="25" y="6"/>
                    <a:pt x="27" y="8"/>
                  </a:cubicBezTo>
                  <a:cubicBezTo>
                    <a:pt x="27" y="9"/>
                    <a:pt x="28" y="10"/>
                    <a:pt x="28"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8"/>
            <p:cNvSpPr/>
            <p:nvPr/>
          </p:nvSpPr>
          <p:spPr>
            <a:xfrm rot="-755217">
              <a:off x="9299599" y="3368589"/>
              <a:ext cx="27263" cy="44610"/>
            </a:xfrm>
            <a:custGeom>
              <a:rect b="b" l="l" r="r" t="t"/>
              <a:pathLst>
                <a:path extrusionOk="0" h="54" w="33">
                  <a:moveTo>
                    <a:pt x="3" y="0"/>
                  </a:moveTo>
                  <a:cubicBezTo>
                    <a:pt x="11" y="6"/>
                    <a:pt x="17" y="13"/>
                    <a:pt x="22" y="22"/>
                  </a:cubicBezTo>
                  <a:cubicBezTo>
                    <a:pt x="28" y="31"/>
                    <a:pt x="31" y="42"/>
                    <a:pt x="32" y="53"/>
                  </a:cubicBezTo>
                  <a:cubicBezTo>
                    <a:pt x="22" y="47"/>
                    <a:pt x="15" y="38"/>
                    <a:pt x="9" y="28"/>
                  </a:cubicBezTo>
                  <a:cubicBezTo>
                    <a:pt x="5" y="21"/>
                    <a:pt x="1" y="12"/>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8"/>
            <p:cNvSpPr/>
            <p:nvPr/>
          </p:nvSpPr>
          <p:spPr>
            <a:xfrm rot="-755217">
              <a:off x="10167411" y="3697952"/>
              <a:ext cx="27263" cy="47088"/>
            </a:xfrm>
            <a:custGeom>
              <a:rect b="b" l="l" r="r" t="t"/>
              <a:pathLst>
                <a:path extrusionOk="0" h="57" w="33">
                  <a:moveTo>
                    <a:pt x="0" y="0"/>
                  </a:moveTo>
                  <a:cubicBezTo>
                    <a:pt x="0" y="0"/>
                    <a:pt x="1" y="0"/>
                    <a:pt x="1" y="1"/>
                  </a:cubicBezTo>
                  <a:cubicBezTo>
                    <a:pt x="10" y="6"/>
                    <a:pt x="17" y="14"/>
                    <a:pt x="23" y="23"/>
                  </a:cubicBezTo>
                  <a:cubicBezTo>
                    <a:pt x="29" y="32"/>
                    <a:pt x="32" y="43"/>
                    <a:pt x="32" y="53"/>
                  </a:cubicBezTo>
                  <a:cubicBezTo>
                    <a:pt x="32" y="54"/>
                    <a:pt x="32" y="55"/>
                    <a:pt x="32" y="56"/>
                  </a:cubicBezTo>
                  <a:cubicBezTo>
                    <a:pt x="22" y="50"/>
                    <a:pt x="15" y="42"/>
                    <a:pt x="9" y="32"/>
                  </a:cubicBezTo>
                  <a:cubicBezTo>
                    <a:pt x="3" y="22"/>
                    <a:pt x="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8"/>
            <p:cNvSpPr/>
            <p:nvPr/>
          </p:nvSpPr>
          <p:spPr>
            <a:xfrm rot="-755217">
              <a:off x="9484463" y="3363770"/>
              <a:ext cx="26437" cy="42131"/>
            </a:xfrm>
            <a:custGeom>
              <a:rect b="b" l="l" r="r" t="t"/>
              <a:pathLst>
                <a:path extrusionOk="0" h="51" w="32">
                  <a:moveTo>
                    <a:pt x="31" y="50"/>
                  </a:moveTo>
                  <a:cubicBezTo>
                    <a:pt x="22" y="44"/>
                    <a:pt x="14" y="36"/>
                    <a:pt x="9" y="27"/>
                  </a:cubicBezTo>
                  <a:cubicBezTo>
                    <a:pt x="4" y="19"/>
                    <a:pt x="1" y="9"/>
                    <a:pt x="0" y="0"/>
                  </a:cubicBezTo>
                  <a:cubicBezTo>
                    <a:pt x="8" y="7"/>
                    <a:pt x="15" y="15"/>
                    <a:pt x="21" y="25"/>
                  </a:cubicBezTo>
                  <a:cubicBezTo>
                    <a:pt x="26" y="33"/>
                    <a:pt x="29" y="41"/>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8"/>
            <p:cNvSpPr/>
            <p:nvPr/>
          </p:nvSpPr>
          <p:spPr>
            <a:xfrm rot="-755217">
              <a:off x="10031798" y="3260450"/>
              <a:ext cx="32220" cy="47914"/>
            </a:xfrm>
            <a:custGeom>
              <a:rect b="b" l="l" r="r" t="t"/>
              <a:pathLst>
                <a:path extrusionOk="0" h="58" w="39">
                  <a:moveTo>
                    <a:pt x="1" y="1"/>
                  </a:moveTo>
                  <a:cubicBezTo>
                    <a:pt x="18" y="12"/>
                    <a:pt x="24" y="30"/>
                    <a:pt x="38" y="57"/>
                  </a:cubicBezTo>
                  <a:cubicBezTo>
                    <a:pt x="12" y="37"/>
                    <a:pt x="0" y="2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8"/>
            <p:cNvSpPr/>
            <p:nvPr/>
          </p:nvSpPr>
          <p:spPr>
            <a:xfrm rot="-755217">
              <a:off x="9562137" y="3375000"/>
              <a:ext cx="28915" cy="47914"/>
            </a:xfrm>
            <a:custGeom>
              <a:rect b="b" l="l" r="r" t="t"/>
              <a:pathLst>
                <a:path extrusionOk="0" h="58" w="35">
                  <a:moveTo>
                    <a:pt x="3" y="0"/>
                  </a:moveTo>
                  <a:cubicBezTo>
                    <a:pt x="12" y="6"/>
                    <a:pt x="19" y="14"/>
                    <a:pt x="25" y="24"/>
                  </a:cubicBezTo>
                  <a:cubicBezTo>
                    <a:pt x="31" y="34"/>
                    <a:pt x="34" y="45"/>
                    <a:pt x="34" y="57"/>
                  </a:cubicBezTo>
                  <a:cubicBezTo>
                    <a:pt x="24" y="51"/>
                    <a:pt x="15" y="42"/>
                    <a:pt x="9" y="31"/>
                  </a:cubicBezTo>
                  <a:cubicBezTo>
                    <a:pt x="4" y="23"/>
                    <a:pt x="1" y="13"/>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8"/>
            <p:cNvSpPr/>
            <p:nvPr/>
          </p:nvSpPr>
          <p:spPr>
            <a:xfrm rot="-755217">
              <a:off x="8270777" y="3430645"/>
              <a:ext cx="28089" cy="46262"/>
            </a:xfrm>
            <a:custGeom>
              <a:rect b="b" l="l" r="r" t="t"/>
              <a:pathLst>
                <a:path extrusionOk="0" h="56" w="34">
                  <a:moveTo>
                    <a:pt x="33" y="55"/>
                  </a:moveTo>
                  <a:cubicBezTo>
                    <a:pt x="32" y="55"/>
                    <a:pt x="30" y="54"/>
                    <a:pt x="29" y="53"/>
                  </a:cubicBezTo>
                  <a:cubicBezTo>
                    <a:pt x="20" y="48"/>
                    <a:pt x="13" y="41"/>
                    <a:pt x="8" y="32"/>
                  </a:cubicBezTo>
                  <a:cubicBezTo>
                    <a:pt x="3" y="23"/>
                    <a:pt x="0" y="13"/>
                    <a:pt x="0" y="3"/>
                  </a:cubicBezTo>
                  <a:cubicBezTo>
                    <a:pt x="0" y="2"/>
                    <a:pt x="0" y="1"/>
                    <a:pt x="0" y="0"/>
                  </a:cubicBezTo>
                  <a:cubicBezTo>
                    <a:pt x="10" y="6"/>
                    <a:pt x="18" y="14"/>
                    <a:pt x="24" y="24"/>
                  </a:cubicBezTo>
                  <a:cubicBezTo>
                    <a:pt x="30" y="34"/>
                    <a:pt x="33" y="44"/>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8"/>
            <p:cNvSpPr/>
            <p:nvPr/>
          </p:nvSpPr>
          <p:spPr>
            <a:xfrm rot="-755217">
              <a:off x="8811208" y="3559439"/>
              <a:ext cx="30567" cy="49566"/>
            </a:xfrm>
            <a:custGeom>
              <a:rect b="b" l="l" r="r" t="t"/>
              <a:pathLst>
                <a:path extrusionOk="0" h="60" w="37">
                  <a:moveTo>
                    <a:pt x="36" y="59"/>
                  </a:moveTo>
                  <a:cubicBezTo>
                    <a:pt x="26" y="51"/>
                    <a:pt x="18" y="41"/>
                    <a:pt x="12" y="31"/>
                  </a:cubicBezTo>
                  <a:cubicBezTo>
                    <a:pt x="6" y="21"/>
                    <a:pt x="3" y="11"/>
                    <a:pt x="0" y="0"/>
                  </a:cubicBezTo>
                  <a:cubicBezTo>
                    <a:pt x="9" y="8"/>
                    <a:pt x="17" y="18"/>
                    <a:pt x="24" y="29"/>
                  </a:cubicBezTo>
                  <a:cubicBezTo>
                    <a:pt x="29" y="38"/>
                    <a:pt x="33" y="48"/>
                    <a:pt x="36"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8"/>
            <p:cNvSpPr/>
            <p:nvPr/>
          </p:nvSpPr>
          <p:spPr>
            <a:xfrm rot="-755217">
              <a:off x="10012279" y="3292507"/>
              <a:ext cx="33046" cy="36349"/>
            </a:xfrm>
            <a:custGeom>
              <a:rect b="b" l="l" r="r" t="t"/>
              <a:pathLst>
                <a:path extrusionOk="0" h="44" w="40">
                  <a:moveTo>
                    <a:pt x="30" y="43"/>
                  </a:moveTo>
                  <a:cubicBezTo>
                    <a:pt x="22" y="31"/>
                    <a:pt x="12" y="21"/>
                    <a:pt x="0" y="13"/>
                  </a:cubicBezTo>
                  <a:cubicBezTo>
                    <a:pt x="0" y="10"/>
                    <a:pt x="0" y="4"/>
                    <a:pt x="2" y="3"/>
                  </a:cubicBezTo>
                  <a:cubicBezTo>
                    <a:pt x="24" y="0"/>
                    <a:pt x="39" y="20"/>
                    <a:pt x="3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8"/>
            <p:cNvSpPr/>
            <p:nvPr/>
          </p:nvSpPr>
          <p:spPr>
            <a:xfrm rot="-755217">
              <a:off x="8868817" y="2942653"/>
              <a:ext cx="25611" cy="40479"/>
            </a:xfrm>
            <a:custGeom>
              <a:rect b="b" l="l" r="r" t="t"/>
              <a:pathLst>
                <a:path extrusionOk="0" h="49" w="31">
                  <a:moveTo>
                    <a:pt x="0" y="1"/>
                  </a:moveTo>
                  <a:cubicBezTo>
                    <a:pt x="21" y="9"/>
                    <a:pt x="23" y="30"/>
                    <a:pt x="30" y="48"/>
                  </a:cubicBezTo>
                  <a:cubicBezTo>
                    <a:pt x="21" y="43"/>
                    <a:pt x="14" y="36"/>
                    <a:pt x="9" y="27"/>
                  </a:cubicBezTo>
                  <a:cubicBezTo>
                    <a:pt x="4" y="19"/>
                    <a:pt x="2"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8"/>
            <p:cNvSpPr/>
            <p:nvPr/>
          </p:nvSpPr>
          <p:spPr>
            <a:xfrm rot="-755217">
              <a:off x="8980757" y="2898831"/>
              <a:ext cx="28089" cy="46262"/>
            </a:xfrm>
            <a:custGeom>
              <a:rect b="b" l="l" r="r" t="t"/>
              <a:pathLst>
                <a:path extrusionOk="0" h="56" w="34">
                  <a:moveTo>
                    <a:pt x="33" y="55"/>
                  </a:moveTo>
                  <a:cubicBezTo>
                    <a:pt x="24" y="48"/>
                    <a:pt x="17" y="39"/>
                    <a:pt x="11" y="29"/>
                  </a:cubicBezTo>
                  <a:cubicBezTo>
                    <a:pt x="6" y="20"/>
                    <a:pt x="2" y="10"/>
                    <a:pt x="0" y="0"/>
                  </a:cubicBezTo>
                  <a:cubicBezTo>
                    <a:pt x="9" y="7"/>
                    <a:pt x="17" y="16"/>
                    <a:pt x="22" y="25"/>
                  </a:cubicBezTo>
                  <a:cubicBezTo>
                    <a:pt x="28" y="35"/>
                    <a:pt x="31" y="45"/>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8"/>
            <p:cNvSpPr/>
            <p:nvPr/>
          </p:nvSpPr>
          <p:spPr>
            <a:xfrm rot="-755217">
              <a:off x="9953510" y="3607490"/>
              <a:ext cx="42134" cy="23957"/>
            </a:xfrm>
            <a:custGeom>
              <a:rect b="b" l="l" r="r" t="t"/>
              <a:pathLst>
                <a:path extrusionOk="0" h="29" w="51">
                  <a:moveTo>
                    <a:pt x="0" y="0"/>
                  </a:moveTo>
                  <a:cubicBezTo>
                    <a:pt x="11" y="1"/>
                    <a:pt x="21" y="4"/>
                    <a:pt x="30" y="9"/>
                  </a:cubicBezTo>
                  <a:cubicBezTo>
                    <a:pt x="38" y="14"/>
                    <a:pt x="45" y="20"/>
                    <a:pt x="50" y="27"/>
                  </a:cubicBezTo>
                  <a:cubicBezTo>
                    <a:pt x="24" y="28"/>
                    <a:pt x="12"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8"/>
            <p:cNvSpPr/>
            <p:nvPr/>
          </p:nvSpPr>
          <p:spPr>
            <a:xfrm rot="-755217">
              <a:off x="8260221" y="2472687"/>
              <a:ext cx="38003" cy="31392"/>
            </a:xfrm>
            <a:custGeom>
              <a:rect b="b" l="l" r="r" t="t"/>
              <a:pathLst>
                <a:path extrusionOk="0" h="38" w="46">
                  <a:moveTo>
                    <a:pt x="45" y="37"/>
                  </a:moveTo>
                  <a:cubicBezTo>
                    <a:pt x="41" y="35"/>
                    <a:pt x="37" y="33"/>
                    <a:pt x="33" y="31"/>
                  </a:cubicBezTo>
                  <a:cubicBezTo>
                    <a:pt x="19" y="23"/>
                    <a:pt x="8" y="13"/>
                    <a:pt x="0" y="0"/>
                  </a:cubicBezTo>
                  <a:cubicBezTo>
                    <a:pt x="21" y="3"/>
                    <a:pt x="31" y="14"/>
                    <a:pt x="45"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8"/>
            <p:cNvSpPr/>
            <p:nvPr/>
          </p:nvSpPr>
          <p:spPr>
            <a:xfrm rot="-755217">
              <a:off x="9058326" y="4511712"/>
              <a:ext cx="41307" cy="23957"/>
            </a:xfrm>
            <a:custGeom>
              <a:rect b="b" l="l" r="r" t="t"/>
              <a:pathLst>
                <a:path extrusionOk="0" h="29" w="50">
                  <a:moveTo>
                    <a:pt x="49" y="28"/>
                  </a:moveTo>
                  <a:cubicBezTo>
                    <a:pt x="39" y="28"/>
                    <a:pt x="30" y="25"/>
                    <a:pt x="21" y="20"/>
                  </a:cubicBezTo>
                  <a:cubicBezTo>
                    <a:pt x="12" y="15"/>
                    <a:pt x="5" y="8"/>
                    <a:pt x="0" y="0"/>
                  </a:cubicBezTo>
                  <a:cubicBezTo>
                    <a:pt x="9" y="1"/>
                    <a:pt x="19" y="4"/>
                    <a:pt x="27" y="9"/>
                  </a:cubicBezTo>
                  <a:cubicBezTo>
                    <a:pt x="36" y="14"/>
                    <a:pt x="43" y="21"/>
                    <a:pt x="49"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8"/>
            <p:cNvSpPr/>
            <p:nvPr/>
          </p:nvSpPr>
          <p:spPr>
            <a:xfrm rot="-755217">
              <a:off x="8163846" y="3372608"/>
              <a:ext cx="33046" cy="38001"/>
            </a:xfrm>
            <a:custGeom>
              <a:rect b="b" l="l" r="r" t="t"/>
              <a:pathLst>
                <a:path extrusionOk="0" h="46" w="40">
                  <a:moveTo>
                    <a:pt x="9" y="40"/>
                  </a:moveTo>
                  <a:cubicBezTo>
                    <a:pt x="15" y="27"/>
                    <a:pt x="0" y="18"/>
                    <a:pt x="1" y="0"/>
                  </a:cubicBezTo>
                  <a:cubicBezTo>
                    <a:pt x="9" y="4"/>
                    <a:pt x="14" y="11"/>
                    <a:pt x="19" y="18"/>
                  </a:cubicBezTo>
                  <a:cubicBezTo>
                    <a:pt x="21" y="21"/>
                    <a:pt x="22" y="25"/>
                    <a:pt x="23" y="29"/>
                  </a:cubicBezTo>
                  <a:cubicBezTo>
                    <a:pt x="25" y="34"/>
                    <a:pt x="39" y="42"/>
                    <a:pt x="22" y="45"/>
                  </a:cubicBezTo>
                  <a:cubicBezTo>
                    <a:pt x="18" y="45"/>
                    <a:pt x="12" y="41"/>
                    <a:pt x="7" y="39"/>
                  </a:cubicBezTo>
                  <a:lnTo>
                    <a:pt x="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8"/>
            <p:cNvSpPr/>
            <p:nvPr/>
          </p:nvSpPr>
          <p:spPr>
            <a:xfrm rot="-755217">
              <a:off x="10279503" y="4025242"/>
              <a:ext cx="23958" cy="33044"/>
            </a:xfrm>
            <a:custGeom>
              <a:rect b="b" l="l" r="r" t="t"/>
              <a:pathLst>
                <a:path extrusionOk="0" h="40" w="29">
                  <a:moveTo>
                    <a:pt x="0" y="0"/>
                  </a:moveTo>
                  <a:cubicBezTo>
                    <a:pt x="15" y="8"/>
                    <a:pt x="20" y="23"/>
                    <a:pt x="28" y="39"/>
                  </a:cubicBezTo>
                  <a:cubicBezTo>
                    <a:pt x="6" y="32"/>
                    <a:pt x="4"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8"/>
            <p:cNvSpPr/>
            <p:nvPr/>
          </p:nvSpPr>
          <p:spPr>
            <a:xfrm rot="-755217">
              <a:off x="8016965" y="2239047"/>
              <a:ext cx="38829" cy="25609"/>
            </a:xfrm>
            <a:custGeom>
              <a:rect b="b" l="l" r="r" t="t"/>
              <a:pathLst>
                <a:path extrusionOk="0" h="31" w="47">
                  <a:moveTo>
                    <a:pt x="46" y="26"/>
                  </a:moveTo>
                  <a:cubicBezTo>
                    <a:pt x="28" y="30"/>
                    <a:pt x="18" y="17"/>
                    <a:pt x="0" y="8"/>
                  </a:cubicBezTo>
                  <a:cubicBezTo>
                    <a:pt x="26" y="0"/>
                    <a:pt x="34" y="18"/>
                    <a:pt x="4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8"/>
            <p:cNvSpPr/>
            <p:nvPr/>
          </p:nvSpPr>
          <p:spPr>
            <a:xfrm rot="-755217">
              <a:off x="8382994" y="3358249"/>
              <a:ext cx="27263" cy="43783"/>
            </a:xfrm>
            <a:custGeom>
              <a:rect b="b" l="l" r="r" t="t"/>
              <a:pathLst>
                <a:path extrusionOk="0" h="53" w="33">
                  <a:moveTo>
                    <a:pt x="4" y="0"/>
                  </a:moveTo>
                  <a:cubicBezTo>
                    <a:pt x="11" y="6"/>
                    <a:pt x="17" y="13"/>
                    <a:pt x="22" y="21"/>
                  </a:cubicBezTo>
                  <a:cubicBezTo>
                    <a:pt x="27" y="30"/>
                    <a:pt x="31" y="41"/>
                    <a:pt x="32" y="52"/>
                  </a:cubicBezTo>
                  <a:cubicBezTo>
                    <a:pt x="22" y="46"/>
                    <a:pt x="14" y="37"/>
                    <a:pt x="9" y="28"/>
                  </a:cubicBezTo>
                  <a:cubicBezTo>
                    <a:pt x="4" y="20"/>
                    <a:pt x="1" y="11"/>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8"/>
            <p:cNvSpPr/>
            <p:nvPr/>
          </p:nvSpPr>
          <p:spPr>
            <a:xfrm rot="-755217">
              <a:off x="9547069" y="3205305"/>
              <a:ext cx="23132" cy="33044"/>
            </a:xfrm>
            <a:custGeom>
              <a:rect b="b" l="l" r="r" t="t"/>
              <a:pathLst>
                <a:path extrusionOk="0" h="40" w="28">
                  <a:moveTo>
                    <a:pt x="0" y="0"/>
                  </a:moveTo>
                  <a:cubicBezTo>
                    <a:pt x="11" y="10"/>
                    <a:pt x="23" y="18"/>
                    <a:pt x="27" y="32"/>
                  </a:cubicBezTo>
                  <a:cubicBezTo>
                    <a:pt x="20" y="39"/>
                    <a:pt x="14"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8"/>
            <p:cNvSpPr/>
            <p:nvPr/>
          </p:nvSpPr>
          <p:spPr>
            <a:xfrm rot="-755217">
              <a:off x="10007706" y="3032648"/>
              <a:ext cx="34698" cy="37175"/>
            </a:xfrm>
            <a:custGeom>
              <a:rect b="b" l="l" r="r" t="t"/>
              <a:pathLst>
                <a:path extrusionOk="0" h="45" w="42">
                  <a:moveTo>
                    <a:pt x="0" y="0"/>
                  </a:moveTo>
                  <a:cubicBezTo>
                    <a:pt x="18" y="2"/>
                    <a:pt x="21" y="26"/>
                    <a:pt x="41" y="26"/>
                  </a:cubicBezTo>
                  <a:lnTo>
                    <a:pt x="41" y="31"/>
                  </a:lnTo>
                  <a:cubicBezTo>
                    <a:pt x="36" y="39"/>
                    <a:pt x="31" y="44"/>
                    <a:pt x="22" y="34"/>
                  </a:cubicBezTo>
                  <a:cubicBezTo>
                    <a:pt x="13" y="24"/>
                    <a:pt x="0"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8"/>
            <p:cNvSpPr/>
            <p:nvPr/>
          </p:nvSpPr>
          <p:spPr>
            <a:xfrm rot="-755217">
              <a:off x="8009657" y="2189837"/>
              <a:ext cx="46264" cy="19826"/>
            </a:xfrm>
            <a:custGeom>
              <a:rect b="b" l="l" r="r" t="t"/>
              <a:pathLst>
                <a:path extrusionOk="0" h="24" w="56">
                  <a:moveTo>
                    <a:pt x="55" y="23"/>
                  </a:moveTo>
                  <a:cubicBezTo>
                    <a:pt x="55" y="23"/>
                    <a:pt x="54" y="23"/>
                    <a:pt x="53" y="23"/>
                  </a:cubicBezTo>
                  <a:cubicBezTo>
                    <a:pt x="40" y="23"/>
                    <a:pt x="27" y="19"/>
                    <a:pt x="16" y="13"/>
                  </a:cubicBezTo>
                  <a:cubicBezTo>
                    <a:pt x="10" y="9"/>
                    <a:pt x="5" y="5"/>
                    <a:pt x="0" y="1"/>
                  </a:cubicBezTo>
                  <a:cubicBezTo>
                    <a:pt x="2" y="0"/>
                    <a:pt x="3" y="0"/>
                    <a:pt x="5" y="0"/>
                  </a:cubicBezTo>
                  <a:cubicBezTo>
                    <a:pt x="17" y="0"/>
                    <a:pt x="29" y="4"/>
                    <a:pt x="39" y="10"/>
                  </a:cubicBezTo>
                  <a:cubicBezTo>
                    <a:pt x="45" y="13"/>
                    <a:pt x="51" y="18"/>
                    <a:pt x="5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8"/>
            <p:cNvSpPr/>
            <p:nvPr/>
          </p:nvSpPr>
          <p:spPr>
            <a:xfrm rot="-755217">
              <a:off x="8955877" y="2585856"/>
              <a:ext cx="29741" cy="39653"/>
            </a:xfrm>
            <a:custGeom>
              <a:rect b="b" l="l" r="r" t="t"/>
              <a:pathLst>
                <a:path extrusionOk="0" h="48" w="36">
                  <a:moveTo>
                    <a:pt x="35" y="46"/>
                  </a:moveTo>
                  <a:cubicBezTo>
                    <a:pt x="15" y="40"/>
                    <a:pt x="7" y="22"/>
                    <a:pt x="0" y="4"/>
                  </a:cubicBezTo>
                  <a:lnTo>
                    <a:pt x="4" y="0"/>
                  </a:lnTo>
                  <a:cubicBezTo>
                    <a:pt x="5" y="1"/>
                    <a:pt x="6" y="1"/>
                    <a:pt x="6" y="1"/>
                  </a:cubicBezTo>
                  <a:cubicBezTo>
                    <a:pt x="15"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8"/>
            <p:cNvSpPr/>
            <p:nvPr/>
          </p:nvSpPr>
          <p:spPr>
            <a:xfrm rot="-755217">
              <a:off x="8062954" y="2776011"/>
              <a:ext cx="21480" cy="40479"/>
            </a:xfrm>
            <a:custGeom>
              <a:rect b="b" l="l" r="r" t="t"/>
              <a:pathLst>
                <a:path extrusionOk="0" h="49" w="26">
                  <a:moveTo>
                    <a:pt x="7" y="1"/>
                  </a:moveTo>
                  <a:cubicBezTo>
                    <a:pt x="10" y="5"/>
                    <a:pt x="13" y="9"/>
                    <a:pt x="16" y="13"/>
                  </a:cubicBezTo>
                  <a:cubicBezTo>
                    <a:pt x="22" y="23"/>
                    <a:pt x="25" y="35"/>
                    <a:pt x="25" y="46"/>
                  </a:cubicBezTo>
                  <a:cubicBezTo>
                    <a:pt x="25" y="47"/>
                    <a:pt x="25" y="47"/>
                    <a:pt x="25" y="48"/>
                  </a:cubicBezTo>
                  <a:cubicBezTo>
                    <a:pt x="11" y="34"/>
                    <a:pt x="0" y="21"/>
                    <a:pt x="8"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8"/>
            <p:cNvSpPr/>
            <p:nvPr/>
          </p:nvSpPr>
          <p:spPr>
            <a:xfrm rot="-755217">
              <a:off x="9277110" y="3819646"/>
              <a:ext cx="33046" cy="24783"/>
            </a:xfrm>
            <a:custGeom>
              <a:rect b="b" l="l" r="r" t="t"/>
              <a:pathLst>
                <a:path extrusionOk="0" h="30" w="40">
                  <a:moveTo>
                    <a:pt x="0" y="3"/>
                  </a:moveTo>
                  <a:cubicBezTo>
                    <a:pt x="20" y="0"/>
                    <a:pt x="28" y="18"/>
                    <a:pt x="39" y="29"/>
                  </a:cubicBezTo>
                  <a:cubicBezTo>
                    <a:pt x="32" y="29"/>
                    <a:pt x="26" y="27"/>
                    <a:pt x="20" y="23"/>
                  </a:cubicBezTo>
                  <a:cubicBezTo>
                    <a:pt x="13" y="20"/>
                    <a:pt x="6" y="13"/>
                    <a:pt x="2" y="5"/>
                  </a:cubicBezTo>
                  <a:cubicBezTo>
                    <a:pt x="2" y="4"/>
                    <a:pt x="1" y="4"/>
                    <a:pt x="1" y="3"/>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8"/>
            <p:cNvSpPr/>
            <p:nvPr/>
          </p:nvSpPr>
          <p:spPr>
            <a:xfrm rot="-755217">
              <a:off x="10302500" y="3601385"/>
              <a:ext cx="14871" cy="41305"/>
            </a:xfrm>
            <a:custGeom>
              <a:rect b="b" l="l" r="r" t="t"/>
              <a:pathLst>
                <a:path extrusionOk="0" h="50" w="18">
                  <a:moveTo>
                    <a:pt x="2" y="2"/>
                  </a:moveTo>
                  <a:cubicBezTo>
                    <a:pt x="17" y="14"/>
                    <a:pt x="11" y="33"/>
                    <a:pt x="17" y="49"/>
                  </a:cubicBezTo>
                  <a:cubicBezTo>
                    <a:pt x="12" y="45"/>
                    <a:pt x="8" y="41"/>
                    <a:pt x="5" y="36"/>
                  </a:cubicBezTo>
                  <a:cubicBezTo>
                    <a:pt x="2" y="30"/>
                    <a:pt x="0" y="23"/>
                    <a:pt x="0" y="16"/>
                  </a:cubicBezTo>
                  <a:cubicBezTo>
                    <a:pt x="0" y="11"/>
                    <a:pt x="1" y="5"/>
                    <a:pt x="3" y="0"/>
                  </a:cubicBez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8"/>
            <p:cNvSpPr/>
            <p:nvPr/>
          </p:nvSpPr>
          <p:spPr>
            <a:xfrm rot="-755217">
              <a:off x="9988693" y="3738630"/>
              <a:ext cx="33046" cy="24783"/>
            </a:xfrm>
            <a:custGeom>
              <a:rect b="b" l="l" r="r" t="t"/>
              <a:pathLst>
                <a:path extrusionOk="0" h="30" w="40">
                  <a:moveTo>
                    <a:pt x="34" y="29"/>
                  </a:moveTo>
                  <a:cubicBezTo>
                    <a:pt x="30" y="28"/>
                    <a:pt x="26" y="26"/>
                    <a:pt x="22" y="24"/>
                  </a:cubicBezTo>
                  <a:cubicBezTo>
                    <a:pt x="14" y="19"/>
                    <a:pt x="6" y="12"/>
                    <a:pt x="0" y="4"/>
                  </a:cubicBezTo>
                  <a:cubicBezTo>
                    <a:pt x="1" y="3"/>
                    <a:pt x="2" y="2"/>
                    <a:pt x="4" y="1"/>
                  </a:cubicBezTo>
                  <a:cubicBezTo>
                    <a:pt x="6" y="0"/>
                    <a:pt x="6" y="0"/>
                    <a:pt x="8" y="0"/>
                  </a:cubicBezTo>
                  <a:cubicBezTo>
                    <a:pt x="10" y="0"/>
                    <a:pt x="11" y="0"/>
                    <a:pt x="12" y="1"/>
                  </a:cubicBezTo>
                  <a:cubicBezTo>
                    <a:pt x="13" y="1"/>
                    <a:pt x="13" y="2"/>
                    <a:pt x="14" y="2"/>
                  </a:cubicBezTo>
                  <a:cubicBezTo>
                    <a:pt x="22" y="8"/>
                    <a:pt x="30" y="15"/>
                    <a:pt x="38" y="22"/>
                  </a:cubicBezTo>
                  <a:cubicBezTo>
                    <a:pt x="39" y="23"/>
                    <a:pt x="39" y="23"/>
                    <a:pt x="39" y="24"/>
                  </a:cubicBezTo>
                  <a:cubicBezTo>
                    <a:pt x="39" y="25"/>
                    <a:pt x="39" y="25"/>
                    <a:pt x="38" y="26"/>
                  </a:cubicBezTo>
                  <a:cubicBezTo>
                    <a:pt x="37" y="27"/>
                    <a:pt x="36" y="28"/>
                    <a:pt x="3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8"/>
            <p:cNvSpPr/>
            <p:nvPr/>
          </p:nvSpPr>
          <p:spPr>
            <a:xfrm rot="-755217">
              <a:off x="9502026" y="3099836"/>
              <a:ext cx="27263" cy="37175"/>
            </a:xfrm>
            <a:custGeom>
              <a:rect b="b" l="l" r="r" t="t"/>
              <a:pathLst>
                <a:path extrusionOk="0" h="45" w="33">
                  <a:moveTo>
                    <a:pt x="32" y="44"/>
                  </a:moveTo>
                  <a:cubicBezTo>
                    <a:pt x="30" y="44"/>
                    <a:pt x="28" y="43"/>
                    <a:pt x="26" y="42"/>
                  </a:cubicBezTo>
                  <a:cubicBezTo>
                    <a:pt x="18" y="37"/>
                    <a:pt x="11" y="30"/>
                    <a:pt x="7" y="22"/>
                  </a:cubicBezTo>
                  <a:cubicBezTo>
                    <a:pt x="3" y="15"/>
                    <a:pt x="0" y="8"/>
                    <a:pt x="0" y="0"/>
                  </a:cubicBezTo>
                  <a:cubicBezTo>
                    <a:pt x="3" y="1"/>
                    <a:pt x="5" y="2"/>
                    <a:pt x="8" y="4"/>
                  </a:cubicBezTo>
                  <a:cubicBezTo>
                    <a:pt x="15" y="8"/>
                    <a:pt x="22" y="14"/>
                    <a:pt x="26" y="22"/>
                  </a:cubicBezTo>
                  <a:cubicBezTo>
                    <a:pt x="30" y="29"/>
                    <a:pt x="32" y="36"/>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8"/>
            <p:cNvSpPr/>
            <p:nvPr/>
          </p:nvSpPr>
          <p:spPr>
            <a:xfrm rot="-755217">
              <a:off x="8085760" y="2164880"/>
              <a:ext cx="27263" cy="25609"/>
            </a:xfrm>
            <a:custGeom>
              <a:rect b="b" l="l" r="r" t="t"/>
              <a:pathLst>
                <a:path extrusionOk="0" h="31" w="33">
                  <a:moveTo>
                    <a:pt x="0" y="4"/>
                  </a:moveTo>
                  <a:cubicBezTo>
                    <a:pt x="15" y="0"/>
                    <a:pt x="23" y="10"/>
                    <a:pt x="32" y="18"/>
                  </a:cubicBezTo>
                  <a:cubicBezTo>
                    <a:pt x="25" y="30"/>
                    <a:pt x="19" y="21"/>
                    <a:pt x="13" y="18"/>
                  </a:cubicBezTo>
                  <a:cubicBezTo>
                    <a:pt x="7" y="14"/>
                    <a:pt x="0" y="14"/>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8"/>
            <p:cNvSpPr/>
            <p:nvPr/>
          </p:nvSpPr>
          <p:spPr>
            <a:xfrm rot="-755217">
              <a:off x="10063276" y="3768546"/>
              <a:ext cx="25611" cy="27261"/>
            </a:xfrm>
            <a:custGeom>
              <a:rect b="b" l="l" r="r" t="t"/>
              <a:pathLst>
                <a:path extrusionOk="0" h="33" w="31">
                  <a:moveTo>
                    <a:pt x="1" y="0"/>
                  </a:moveTo>
                  <a:cubicBezTo>
                    <a:pt x="4" y="1"/>
                    <a:pt x="7" y="2"/>
                    <a:pt x="9" y="3"/>
                  </a:cubicBezTo>
                  <a:cubicBezTo>
                    <a:pt x="16" y="7"/>
                    <a:pt x="21" y="12"/>
                    <a:pt x="25" y="19"/>
                  </a:cubicBezTo>
                  <a:cubicBezTo>
                    <a:pt x="27" y="23"/>
                    <a:pt x="29" y="27"/>
                    <a:pt x="30" y="32"/>
                  </a:cubicBezTo>
                  <a:cubicBezTo>
                    <a:pt x="16" y="20"/>
                    <a:pt x="0" y="2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8"/>
            <p:cNvSpPr/>
            <p:nvPr/>
          </p:nvSpPr>
          <p:spPr>
            <a:xfrm rot="-755217">
              <a:off x="10423420" y="3704153"/>
              <a:ext cx="19828" cy="38827"/>
            </a:xfrm>
            <a:custGeom>
              <a:rect b="b" l="l" r="r" t="t"/>
              <a:pathLst>
                <a:path extrusionOk="0" h="47" w="24">
                  <a:moveTo>
                    <a:pt x="14" y="0"/>
                  </a:moveTo>
                  <a:cubicBezTo>
                    <a:pt x="23" y="19"/>
                    <a:pt x="11" y="32"/>
                    <a:pt x="0" y="46"/>
                  </a:cubicBezTo>
                  <a:cubicBezTo>
                    <a:pt x="0" y="44"/>
                    <a:pt x="0" y="43"/>
                    <a:pt x="0" y="41"/>
                  </a:cubicBezTo>
                  <a:cubicBezTo>
                    <a:pt x="0" y="31"/>
                    <a:pt x="2" y="21"/>
                    <a:pt x="8" y="12"/>
                  </a:cubicBezTo>
                  <a:cubicBezTo>
                    <a:pt x="10" y="8"/>
                    <a:pt x="13" y="5"/>
                    <a:pt x="16" y="1"/>
                  </a:cubicBezTo>
                  <a:lnTo>
                    <a:pt x="1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8"/>
            <p:cNvSpPr/>
            <p:nvPr/>
          </p:nvSpPr>
          <p:spPr>
            <a:xfrm rot="-755217">
              <a:off x="9437908" y="3114378"/>
              <a:ext cx="24784" cy="33044"/>
            </a:xfrm>
            <a:custGeom>
              <a:rect b="b" l="l" r="r" t="t"/>
              <a:pathLst>
                <a:path extrusionOk="0" h="40" w="30">
                  <a:moveTo>
                    <a:pt x="0" y="1"/>
                  </a:moveTo>
                  <a:cubicBezTo>
                    <a:pt x="20" y="6"/>
                    <a:pt x="22" y="24"/>
                    <a:pt x="29" y="39"/>
                  </a:cubicBezTo>
                  <a:cubicBezTo>
                    <a:pt x="15" y="29"/>
                    <a:pt x="0" y="20"/>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8"/>
            <p:cNvSpPr/>
            <p:nvPr/>
          </p:nvSpPr>
          <p:spPr>
            <a:xfrm rot="-755217">
              <a:off x="10171669" y="3850749"/>
              <a:ext cx="27263" cy="22305"/>
            </a:xfrm>
            <a:custGeom>
              <a:rect b="b" l="l" r="r" t="t"/>
              <a:pathLst>
                <a:path extrusionOk="0" h="27" w="33">
                  <a:moveTo>
                    <a:pt x="32" y="26"/>
                  </a:moveTo>
                  <a:cubicBezTo>
                    <a:pt x="27" y="25"/>
                    <a:pt x="22" y="24"/>
                    <a:pt x="18" y="21"/>
                  </a:cubicBezTo>
                  <a:cubicBezTo>
                    <a:pt x="12" y="18"/>
                    <a:pt x="8" y="13"/>
                    <a:pt x="4" y="7"/>
                  </a:cubicBezTo>
                  <a:cubicBezTo>
                    <a:pt x="3" y="5"/>
                    <a:pt x="1" y="2"/>
                    <a:pt x="0" y="0"/>
                  </a:cubicBezTo>
                  <a:cubicBezTo>
                    <a:pt x="20" y="3"/>
                    <a:pt x="20" y="3"/>
                    <a:pt x="31" y="26"/>
                  </a:cubicBezTo>
                  <a:lnTo>
                    <a:pt x="3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8"/>
            <p:cNvSpPr/>
            <p:nvPr/>
          </p:nvSpPr>
          <p:spPr>
            <a:xfrm rot="-755217">
              <a:off x="8638712" y="2705923"/>
              <a:ext cx="28089" cy="37175"/>
            </a:xfrm>
            <a:custGeom>
              <a:rect b="b" l="l" r="r" t="t"/>
              <a:pathLst>
                <a:path extrusionOk="0" h="45" w="34">
                  <a:moveTo>
                    <a:pt x="0" y="0"/>
                  </a:moveTo>
                  <a:cubicBezTo>
                    <a:pt x="2" y="1"/>
                    <a:pt x="5" y="2"/>
                    <a:pt x="7" y="3"/>
                  </a:cubicBezTo>
                  <a:cubicBezTo>
                    <a:pt x="15" y="8"/>
                    <a:pt x="22" y="14"/>
                    <a:pt x="26" y="22"/>
                  </a:cubicBezTo>
                  <a:cubicBezTo>
                    <a:pt x="30" y="29"/>
                    <a:pt x="32" y="36"/>
                    <a:pt x="33" y="44"/>
                  </a:cubicBezTo>
                  <a:cubicBezTo>
                    <a:pt x="30" y="43"/>
                    <a:pt x="28" y="42"/>
                    <a:pt x="25" y="40"/>
                  </a:cubicBezTo>
                  <a:cubicBezTo>
                    <a:pt x="17" y="35"/>
                    <a:pt x="11" y="29"/>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8"/>
            <p:cNvSpPr/>
            <p:nvPr/>
          </p:nvSpPr>
          <p:spPr>
            <a:xfrm rot="-755217">
              <a:off x="9969337" y="3004084"/>
              <a:ext cx="33872" cy="38827"/>
            </a:xfrm>
            <a:custGeom>
              <a:rect b="b" l="l" r="r" t="t"/>
              <a:pathLst>
                <a:path extrusionOk="0" h="47" w="41">
                  <a:moveTo>
                    <a:pt x="0" y="0"/>
                  </a:moveTo>
                  <a:cubicBezTo>
                    <a:pt x="26" y="3"/>
                    <a:pt x="35" y="23"/>
                    <a:pt x="40" y="46"/>
                  </a:cubicBezTo>
                  <a:cubicBezTo>
                    <a:pt x="19" y="37"/>
                    <a:pt x="11"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8"/>
            <p:cNvSpPr/>
            <p:nvPr/>
          </p:nvSpPr>
          <p:spPr>
            <a:xfrm rot="-755217">
              <a:off x="9573694" y="2972225"/>
              <a:ext cx="25611" cy="32218"/>
            </a:xfrm>
            <a:custGeom>
              <a:rect b="b" l="l" r="r" t="t"/>
              <a:pathLst>
                <a:path extrusionOk="0" h="39" w="31">
                  <a:moveTo>
                    <a:pt x="0" y="1"/>
                  </a:moveTo>
                  <a:cubicBezTo>
                    <a:pt x="21" y="5"/>
                    <a:pt x="25" y="22"/>
                    <a:pt x="30" y="38"/>
                  </a:cubicBezTo>
                  <a:cubicBezTo>
                    <a:pt x="16" y="29"/>
                    <a:pt x="1" y="2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8"/>
            <p:cNvSpPr/>
            <p:nvPr/>
          </p:nvSpPr>
          <p:spPr>
            <a:xfrm rot="-755217">
              <a:off x="8831053" y="3142630"/>
              <a:ext cx="22306" cy="30566"/>
            </a:xfrm>
            <a:custGeom>
              <a:rect b="b" l="l" r="r" t="t"/>
              <a:pathLst>
                <a:path extrusionOk="0" h="37" w="27">
                  <a:moveTo>
                    <a:pt x="0" y="0"/>
                  </a:moveTo>
                  <a:cubicBezTo>
                    <a:pt x="1" y="0"/>
                    <a:pt x="1" y="1"/>
                    <a:pt x="2" y="1"/>
                  </a:cubicBezTo>
                  <a:cubicBezTo>
                    <a:pt x="10" y="6"/>
                    <a:pt x="16" y="12"/>
                    <a:pt x="20" y="20"/>
                  </a:cubicBezTo>
                  <a:cubicBezTo>
                    <a:pt x="23" y="25"/>
                    <a:pt x="25" y="30"/>
                    <a:pt x="26" y="36"/>
                  </a:cubicBezTo>
                  <a:cubicBezTo>
                    <a:pt x="25" y="36"/>
                    <a:pt x="24" y="35"/>
                    <a:pt x="23" y="35"/>
                  </a:cubicBezTo>
                  <a:cubicBezTo>
                    <a:pt x="16" y="31"/>
                    <a:pt x="10" y="24"/>
                    <a:pt x="6" y="17"/>
                  </a:cubicBezTo>
                  <a:cubicBezTo>
                    <a:pt x="3" y="12"/>
                    <a:pt x="1"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8"/>
            <p:cNvSpPr/>
            <p:nvPr/>
          </p:nvSpPr>
          <p:spPr>
            <a:xfrm rot="-755217">
              <a:off x="8653186" y="3177808"/>
              <a:ext cx="39655" cy="25609"/>
            </a:xfrm>
            <a:custGeom>
              <a:rect b="b" l="l" r="r" t="t"/>
              <a:pathLst>
                <a:path extrusionOk="0" h="31" w="48">
                  <a:moveTo>
                    <a:pt x="47" y="26"/>
                  </a:moveTo>
                  <a:cubicBezTo>
                    <a:pt x="43" y="27"/>
                    <a:pt x="39" y="28"/>
                    <a:pt x="34" y="28"/>
                  </a:cubicBezTo>
                  <a:cubicBezTo>
                    <a:pt x="28" y="28"/>
                    <a:pt x="22" y="26"/>
                    <a:pt x="16" y="23"/>
                  </a:cubicBezTo>
                  <a:cubicBezTo>
                    <a:pt x="10" y="20"/>
                    <a:pt x="7" y="15"/>
                    <a:pt x="3" y="9"/>
                  </a:cubicBezTo>
                  <a:cubicBezTo>
                    <a:pt x="2" y="7"/>
                    <a:pt x="0" y="5"/>
                    <a:pt x="0" y="3"/>
                  </a:cubicBezTo>
                  <a:cubicBezTo>
                    <a:pt x="22" y="0"/>
                    <a:pt x="26" y="30"/>
                    <a:pt x="4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8"/>
            <p:cNvSpPr/>
            <p:nvPr/>
          </p:nvSpPr>
          <p:spPr>
            <a:xfrm rot="-755217">
              <a:off x="9827053" y="3184110"/>
              <a:ext cx="24784" cy="35522"/>
            </a:xfrm>
            <a:custGeom>
              <a:rect b="b" l="l" r="r" t="t"/>
              <a:pathLst>
                <a:path extrusionOk="0" h="43" w="30">
                  <a:moveTo>
                    <a:pt x="0" y="0"/>
                  </a:moveTo>
                  <a:cubicBezTo>
                    <a:pt x="17" y="16"/>
                    <a:pt x="26" y="24"/>
                    <a:pt x="29" y="42"/>
                  </a:cubicBezTo>
                  <a:cubicBezTo>
                    <a:pt x="20" y="37"/>
                    <a:pt x="12" y="29"/>
                    <a:pt x="7" y="20"/>
                  </a:cubicBezTo>
                  <a:cubicBezTo>
                    <a:pt x="4" y="14"/>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8"/>
            <p:cNvSpPr/>
            <p:nvPr/>
          </p:nvSpPr>
          <p:spPr>
            <a:xfrm rot="-755217">
              <a:off x="10272460" y="3082027"/>
              <a:ext cx="19828" cy="52045"/>
            </a:xfrm>
            <a:custGeom>
              <a:rect b="b" l="l" r="r" t="t"/>
              <a:pathLst>
                <a:path extrusionOk="0" h="63" w="24">
                  <a:moveTo>
                    <a:pt x="0" y="62"/>
                  </a:moveTo>
                  <a:cubicBezTo>
                    <a:pt x="1" y="44"/>
                    <a:pt x="6" y="27"/>
                    <a:pt x="15" y="11"/>
                  </a:cubicBezTo>
                  <a:cubicBezTo>
                    <a:pt x="17" y="7"/>
                    <a:pt x="20" y="3"/>
                    <a:pt x="23" y="0"/>
                  </a:cubicBezTo>
                  <a:cubicBezTo>
                    <a:pt x="23" y="2"/>
                    <a:pt x="23" y="4"/>
                    <a:pt x="23" y="6"/>
                  </a:cubicBezTo>
                  <a:cubicBezTo>
                    <a:pt x="23" y="20"/>
                    <a:pt x="19" y="34"/>
                    <a:pt x="12" y="46"/>
                  </a:cubicBezTo>
                  <a:cubicBezTo>
                    <a:pt x="9" y="52"/>
                    <a:pt x="4" y="58"/>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8"/>
            <p:cNvSpPr/>
            <p:nvPr/>
          </p:nvSpPr>
          <p:spPr>
            <a:xfrm rot="-755217">
              <a:off x="7912580" y="2137219"/>
              <a:ext cx="29741" cy="23131"/>
            </a:xfrm>
            <a:custGeom>
              <a:rect b="b" l="l" r="r" t="t"/>
              <a:pathLst>
                <a:path extrusionOk="0" h="28" w="36">
                  <a:moveTo>
                    <a:pt x="0" y="14"/>
                  </a:moveTo>
                  <a:lnTo>
                    <a:pt x="3" y="0"/>
                  </a:lnTo>
                  <a:cubicBezTo>
                    <a:pt x="9" y="1"/>
                    <a:pt x="14" y="4"/>
                    <a:pt x="20" y="7"/>
                  </a:cubicBezTo>
                  <a:cubicBezTo>
                    <a:pt x="25" y="10"/>
                    <a:pt x="31" y="14"/>
                    <a:pt x="35" y="19"/>
                  </a:cubicBezTo>
                  <a:cubicBezTo>
                    <a:pt x="25" y="27"/>
                    <a:pt x="16" y="23"/>
                    <a:pt x="8" y="23"/>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8"/>
            <p:cNvSpPr/>
            <p:nvPr/>
          </p:nvSpPr>
          <p:spPr>
            <a:xfrm rot="-755217">
              <a:off x="9931702" y="3070235"/>
              <a:ext cx="23958" cy="33044"/>
            </a:xfrm>
            <a:custGeom>
              <a:rect b="b" l="l" r="r" t="t"/>
              <a:pathLst>
                <a:path extrusionOk="0" h="40" w="29">
                  <a:moveTo>
                    <a:pt x="27" y="39"/>
                  </a:moveTo>
                  <a:cubicBezTo>
                    <a:pt x="18" y="34"/>
                    <a:pt x="11" y="25"/>
                    <a:pt x="5" y="16"/>
                  </a:cubicBezTo>
                  <a:cubicBezTo>
                    <a:pt x="4" y="13"/>
                    <a:pt x="2" y="11"/>
                    <a:pt x="0" y="8"/>
                  </a:cubicBezTo>
                  <a:cubicBezTo>
                    <a:pt x="12" y="0"/>
                    <a:pt x="14" y="13"/>
                    <a:pt x="19" y="17"/>
                  </a:cubicBezTo>
                  <a:cubicBezTo>
                    <a:pt x="19" y="18"/>
                    <a:pt x="19" y="18"/>
                    <a:pt x="19" y="18"/>
                  </a:cubicBezTo>
                  <a:cubicBezTo>
                    <a:pt x="22" y="19"/>
                    <a:pt x="24" y="21"/>
                    <a:pt x="26" y="24"/>
                  </a:cubicBezTo>
                  <a:cubicBezTo>
                    <a:pt x="28" y="27"/>
                    <a:pt x="28" y="30"/>
                    <a:pt x="28" y="33"/>
                  </a:cubicBezTo>
                  <a:cubicBezTo>
                    <a:pt x="28" y="35"/>
                    <a:pt x="28" y="37"/>
                    <a:pt x="2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8"/>
            <p:cNvSpPr/>
            <p:nvPr/>
          </p:nvSpPr>
          <p:spPr>
            <a:xfrm rot="-755217">
              <a:off x="10473644" y="4030691"/>
              <a:ext cx="20654" cy="47914"/>
            </a:xfrm>
            <a:custGeom>
              <a:rect b="b" l="l" r="r" t="t"/>
              <a:pathLst>
                <a:path extrusionOk="0" h="58" w="25">
                  <a:moveTo>
                    <a:pt x="24" y="0"/>
                  </a:moveTo>
                  <a:lnTo>
                    <a:pt x="24" y="1"/>
                  </a:lnTo>
                  <a:cubicBezTo>
                    <a:pt x="24" y="15"/>
                    <a:pt x="20" y="29"/>
                    <a:pt x="13" y="41"/>
                  </a:cubicBezTo>
                  <a:cubicBezTo>
                    <a:pt x="10" y="47"/>
                    <a:pt x="5" y="52"/>
                    <a:pt x="0" y="57"/>
                  </a:cubicBezTo>
                  <a:cubicBezTo>
                    <a:pt x="0" y="56"/>
                    <a:pt x="0" y="55"/>
                    <a:pt x="0" y="54"/>
                  </a:cubicBezTo>
                  <a:cubicBezTo>
                    <a:pt x="0" y="41"/>
                    <a:pt x="4" y="28"/>
                    <a:pt x="10" y="17"/>
                  </a:cubicBezTo>
                  <a:cubicBezTo>
                    <a:pt x="14" y="10"/>
                    <a:pt x="19"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8"/>
            <p:cNvSpPr/>
            <p:nvPr/>
          </p:nvSpPr>
          <p:spPr>
            <a:xfrm rot="-755217">
              <a:off x="9275096" y="3345846"/>
              <a:ext cx="20654" cy="30566"/>
            </a:xfrm>
            <a:custGeom>
              <a:rect b="b" l="l" r="r" t="t"/>
              <a:pathLst>
                <a:path extrusionOk="0" h="37" w="25">
                  <a:moveTo>
                    <a:pt x="21" y="36"/>
                  </a:moveTo>
                  <a:cubicBezTo>
                    <a:pt x="14" y="32"/>
                    <a:pt x="9" y="27"/>
                    <a:pt x="5" y="21"/>
                  </a:cubicBezTo>
                  <a:cubicBezTo>
                    <a:pt x="2" y="15"/>
                    <a:pt x="0" y="8"/>
                    <a:pt x="0" y="0"/>
                  </a:cubicBezTo>
                  <a:cubicBezTo>
                    <a:pt x="20" y="4"/>
                    <a:pt x="22" y="19"/>
                    <a:pt x="24" y="34"/>
                  </a:cubicBezTo>
                  <a:lnTo>
                    <a:pt x="21"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8"/>
            <p:cNvSpPr/>
            <p:nvPr/>
          </p:nvSpPr>
          <p:spPr>
            <a:xfrm rot="-755217">
              <a:off x="9540483" y="2942182"/>
              <a:ext cx="28089" cy="37175"/>
            </a:xfrm>
            <a:custGeom>
              <a:rect b="b" l="l" r="r" t="t"/>
              <a:pathLst>
                <a:path extrusionOk="0" h="45" w="34">
                  <a:moveTo>
                    <a:pt x="33" y="44"/>
                  </a:moveTo>
                  <a:cubicBezTo>
                    <a:pt x="31" y="43"/>
                    <a:pt x="29" y="42"/>
                    <a:pt x="27" y="41"/>
                  </a:cubicBezTo>
                  <a:cubicBezTo>
                    <a:pt x="19" y="36"/>
                    <a:pt x="12" y="29"/>
                    <a:pt x="7" y="21"/>
                  </a:cubicBezTo>
                  <a:cubicBezTo>
                    <a:pt x="3" y="15"/>
                    <a:pt x="1" y="7"/>
                    <a:pt x="0" y="0"/>
                  </a:cubicBezTo>
                  <a:cubicBezTo>
                    <a:pt x="4" y="1"/>
                    <a:pt x="7" y="2"/>
                    <a:pt x="10" y="4"/>
                  </a:cubicBezTo>
                  <a:cubicBezTo>
                    <a:pt x="17" y="8"/>
                    <a:pt x="23" y="14"/>
                    <a:pt x="27" y="21"/>
                  </a:cubicBezTo>
                  <a:cubicBezTo>
                    <a:pt x="31" y="28"/>
                    <a:pt x="33"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8"/>
            <p:cNvSpPr/>
            <p:nvPr/>
          </p:nvSpPr>
          <p:spPr>
            <a:xfrm rot="-755217">
              <a:off x="8782327" y="3101620"/>
              <a:ext cx="24784" cy="32218"/>
            </a:xfrm>
            <a:custGeom>
              <a:rect b="b" l="l" r="r" t="t"/>
              <a:pathLst>
                <a:path extrusionOk="0" h="39" w="30">
                  <a:moveTo>
                    <a:pt x="0" y="1"/>
                  </a:moveTo>
                  <a:cubicBezTo>
                    <a:pt x="20" y="6"/>
                    <a:pt x="22" y="24"/>
                    <a:pt x="29" y="38"/>
                  </a:cubicBezTo>
                  <a:cubicBezTo>
                    <a:pt x="16" y="29"/>
                    <a:pt x="0" y="2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8"/>
            <p:cNvSpPr/>
            <p:nvPr/>
          </p:nvSpPr>
          <p:spPr>
            <a:xfrm rot="-755217">
              <a:off x="8922385" y="3061421"/>
              <a:ext cx="28915" cy="32218"/>
            </a:xfrm>
            <a:custGeom>
              <a:rect b="b" l="l" r="r" t="t"/>
              <a:pathLst>
                <a:path extrusionOk="0" h="39" w="35">
                  <a:moveTo>
                    <a:pt x="0" y="1"/>
                  </a:moveTo>
                  <a:cubicBezTo>
                    <a:pt x="19" y="4"/>
                    <a:pt x="23" y="21"/>
                    <a:pt x="34" y="38"/>
                  </a:cubicBezTo>
                  <a:cubicBezTo>
                    <a:pt x="30" y="37"/>
                    <a:pt x="26" y="35"/>
                    <a:pt x="23" y="33"/>
                  </a:cubicBezTo>
                  <a:cubicBezTo>
                    <a:pt x="16" y="29"/>
                    <a:pt x="10" y="24"/>
                    <a:pt x="6" y="17"/>
                  </a:cubicBezTo>
                  <a:cubicBezTo>
                    <a:pt x="3" y="12"/>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8"/>
            <p:cNvSpPr/>
            <p:nvPr/>
          </p:nvSpPr>
          <p:spPr>
            <a:xfrm rot="-755217">
              <a:off x="9528020" y="4278387"/>
              <a:ext cx="24784" cy="28914"/>
            </a:xfrm>
            <a:custGeom>
              <a:rect b="b" l="l" r="r" t="t"/>
              <a:pathLst>
                <a:path extrusionOk="0" h="35" w="30">
                  <a:moveTo>
                    <a:pt x="2" y="1"/>
                  </a:moveTo>
                  <a:cubicBezTo>
                    <a:pt x="18" y="6"/>
                    <a:pt x="23" y="20"/>
                    <a:pt x="29" y="34"/>
                  </a:cubicBezTo>
                  <a:cubicBezTo>
                    <a:pt x="13" y="28"/>
                    <a:pt x="0" y="19"/>
                    <a:pt x="2"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8"/>
            <p:cNvSpPr/>
            <p:nvPr/>
          </p:nvSpPr>
          <p:spPr>
            <a:xfrm rot="-755217">
              <a:off x="10265701" y="3135169"/>
              <a:ext cx="19828" cy="52045"/>
            </a:xfrm>
            <a:custGeom>
              <a:rect b="b" l="l" r="r" t="t"/>
              <a:pathLst>
                <a:path extrusionOk="0" h="63" w="24">
                  <a:moveTo>
                    <a:pt x="0" y="62"/>
                  </a:moveTo>
                  <a:cubicBezTo>
                    <a:pt x="0" y="60"/>
                    <a:pt x="0" y="58"/>
                    <a:pt x="0" y="55"/>
                  </a:cubicBezTo>
                  <a:cubicBezTo>
                    <a:pt x="0" y="42"/>
                    <a:pt x="4" y="28"/>
                    <a:pt x="10" y="17"/>
                  </a:cubicBezTo>
                  <a:cubicBezTo>
                    <a:pt x="14" y="10"/>
                    <a:pt x="18" y="5"/>
                    <a:pt x="23" y="0"/>
                  </a:cubicBezTo>
                  <a:cubicBezTo>
                    <a:pt x="21" y="18"/>
                    <a:pt x="16" y="36"/>
                    <a:pt x="6" y="52"/>
                  </a:cubicBezTo>
                  <a:cubicBezTo>
                    <a:pt x="4" y="56"/>
                    <a:pt x="2" y="59"/>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8"/>
            <p:cNvSpPr/>
            <p:nvPr/>
          </p:nvSpPr>
          <p:spPr>
            <a:xfrm rot="-755217">
              <a:off x="10466522" y="4078000"/>
              <a:ext cx="20654" cy="48740"/>
            </a:xfrm>
            <a:custGeom>
              <a:rect b="b" l="l" r="r" t="t"/>
              <a:pathLst>
                <a:path extrusionOk="0" h="59" w="25">
                  <a:moveTo>
                    <a:pt x="24" y="0"/>
                  </a:moveTo>
                  <a:cubicBezTo>
                    <a:pt x="23" y="15"/>
                    <a:pt x="19" y="29"/>
                    <a:pt x="12" y="42"/>
                  </a:cubicBezTo>
                  <a:cubicBezTo>
                    <a:pt x="9" y="48"/>
                    <a:pt x="5" y="53"/>
                    <a:pt x="0" y="58"/>
                  </a:cubicBezTo>
                  <a:cubicBezTo>
                    <a:pt x="0" y="57"/>
                    <a:pt x="0" y="56"/>
                    <a:pt x="0" y="55"/>
                  </a:cubicBezTo>
                  <a:cubicBezTo>
                    <a:pt x="0" y="42"/>
                    <a:pt x="3" y="29"/>
                    <a:pt x="10" y="17"/>
                  </a:cubicBezTo>
                  <a:cubicBezTo>
                    <a:pt x="14" y="11"/>
                    <a:pt x="18"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8"/>
            <p:cNvSpPr/>
            <p:nvPr/>
          </p:nvSpPr>
          <p:spPr>
            <a:xfrm rot="-755217">
              <a:off x="10293092" y="3126299"/>
              <a:ext cx="21480" cy="49566"/>
            </a:xfrm>
            <a:custGeom>
              <a:rect b="b" l="l" r="r" t="t"/>
              <a:pathLst>
                <a:path extrusionOk="0" h="60" w="26">
                  <a:moveTo>
                    <a:pt x="17" y="0"/>
                  </a:moveTo>
                  <a:cubicBezTo>
                    <a:pt x="25" y="20"/>
                    <a:pt x="14" y="34"/>
                    <a:pt x="0" y="59"/>
                  </a:cubicBezTo>
                  <a:lnTo>
                    <a:pt x="0" y="58"/>
                  </a:lnTo>
                  <a:cubicBezTo>
                    <a:pt x="0" y="41"/>
                    <a:pt x="5" y="24"/>
                    <a:pt x="13" y="10"/>
                  </a:cubicBezTo>
                  <a:cubicBezTo>
                    <a:pt x="15" y="7"/>
                    <a:pt x="16" y="4"/>
                    <a:pt x="18" y="2"/>
                  </a:cubicBezTo>
                  <a:lnTo>
                    <a:pt x="1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8"/>
            <p:cNvSpPr/>
            <p:nvPr/>
          </p:nvSpPr>
          <p:spPr>
            <a:xfrm rot="-755217">
              <a:off x="9506136" y="2912628"/>
              <a:ext cx="28089" cy="38827"/>
            </a:xfrm>
            <a:custGeom>
              <a:rect b="b" l="l" r="r" t="t"/>
              <a:pathLst>
                <a:path extrusionOk="0" h="47" w="34">
                  <a:moveTo>
                    <a:pt x="33" y="44"/>
                  </a:moveTo>
                  <a:cubicBezTo>
                    <a:pt x="31" y="43"/>
                    <a:pt x="29" y="42"/>
                    <a:pt x="27" y="41"/>
                  </a:cubicBezTo>
                  <a:cubicBezTo>
                    <a:pt x="19" y="36"/>
                    <a:pt x="12" y="29"/>
                    <a:pt x="7" y="20"/>
                  </a:cubicBezTo>
                  <a:cubicBezTo>
                    <a:pt x="3" y="14"/>
                    <a:pt x="1" y="7"/>
                    <a:pt x="0" y="0"/>
                  </a:cubicBezTo>
                  <a:cubicBezTo>
                    <a:pt x="2" y="1"/>
                    <a:pt x="4" y="2"/>
                    <a:pt x="6" y="3"/>
                  </a:cubicBezTo>
                  <a:cubicBezTo>
                    <a:pt x="14" y="8"/>
                    <a:pt x="20" y="14"/>
                    <a:pt x="25" y="22"/>
                  </a:cubicBezTo>
                  <a:cubicBezTo>
                    <a:pt x="29" y="29"/>
                    <a:pt x="31" y="37"/>
                    <a:pt x="32" y="46"/>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8"/>
            <p:cNvSpPr/>
            <p:nvPr/>
          </p:nvSpPr>
          <p:spPr>
            <a:xfrm rot="-755217">
              <a:off x="8301090" y="2394049"/>
              <a:ext cx="23132" cy="25609"/>
            </a:xfrm>
            <a:custGeom>
              <a:rect b="b" l="l" r="r" t="t"/>
              <a:pathLst>
                <a:path extrusionOk="0" h="31" w="28">
                  <a:moveTo>
                    <a:pt x="0" y="0"/>
                  </a:moveTo>
                  <a:cubicBezTo>
                    <a:pt x="2" y="1"/>
                    <a:pt x="4" y="2"/>
                    <a:pt x="6" y="3"/>
                  </a:cubicBezTo>
                  <a:cubicBezTo>
                    <a:pt x="13" y="7"/>
                    <a:pt x="18" y="12"/>
                    <a:pt x="22" y="19"/>
                  </a:cubicBezTo>
                  <a:cubicBezTo>
                    <a:pt x="24" y="22"/>
                    <a:pt x="26" y="26"/>
                    <a:pt x="27" y="30"/>
                  </a:cubicBezTo>
                  <a:cubicBezTo>
                    <a:pt x="8" y="28"/>
                    <a:pt x="4"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8"/>
            <p:cNvSpPr/>
            <p:nvPr/>
          </p:nvSpPr>
          <p:spPr>
            <a:xfrm rot="-755217">
              <a:off x="8816895" y="4472608"/>
              <a:ext cx="33046" cy="25609"/>
            </a:xfrm>
            <a:custGeom>
              <a:rect b="b" l="l" r="r" t="t"/>
              <a:pathLst>
                <a:path extrusionOk="0" h="31" w="40">
                  <a:moveTo>
                    <a:pt x="0" y="3"/>
                  </a:moveTo>
                  <a:cubicBezTo>
                    <a:pt x="21" y="0"/>
                    <a:pt x="27" y="18"/>
                    <a:pt x="39" y="30"/>
                  </a:cubicBezTo>
                  <a:cubicBezTo>
                    <a:pt x="32" y="30"/>
                    <a:pt x="26" y="28"/>
                    <a:pt x="20" y="25"/>
                  </a:cubicBezTo>
                  <a:cubicBezTo>
                    <a:pt x="14" y="21"/>
                    <a:pt x="9" y="16"/>
                    <a:pt x="5" y="10"/>
                  </a:cubicBezTo>
                  <a:cubicBezTo>
                    <a:pt x="3" y="7"/>
                    <a:pt x="2" y="4"/>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8"/>
            <p:cNvSpPr/>
            <p:nvPr/>
          </p:nvSpPr>
          <p:spPr>
            <a:xfrm rot="-755217">
              <a:off x="8888587" y="3032724"/>
              <a:ext cx="28089" cy="37175"/>
            </a:xfrm>
            <a:custGeom>
              <a:rect b="b" l="l" r="r" t="t"/>
              <a:pathLst>
                <a:path extrusionOk="0" h="45" w="34">
                  <a:moveTo>
                    <a:pt x="0" y="0"/>
                  </a:moveTo>
                  <a:cubicBezTo>
                    <a:pt x="3" y="1"/>
                    <a:pt x="5" y="1"/>
                    <a:pt x="8" y="3"/>
                  </a:cubicBezTo>
                  <a:cubicBezTo>
                    <a:pt x="15" y="7"/>
                    <a:pt x="22" y="14"/>
                    <a:pt x="26" y="22"/>
                  </a:cubicBezTo>
                  <a:cubicBezTo>
                    <a:pt x="30" y="29"/>
                    <a:pt x="33" y="36"/>
                    <a:pt x="33" y="44"/>
                  </a:cubicBezTo>
                  <a:cubicBezTo>
                    <a:pt x="31" y="43"/>
                    <a:pt x="29" y="42"/>
                    <a:pt x="28" y="41"/>
                  </a:cubicBezTo>
                  <a:cubicBezTo>
                    <a:pt x="19" y="37"/>
                    <a:pt x="12" y="30"/>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8"/>
            <p:cNvSpPr/>
            <p:nvPr/>
          </p:nvSpPr>
          <p:spPr>
            <a:xfrm rot="-755217">
              <a:off x="8854686" y="3002203"/>
              <a:ext cx="28089" cy="37175"/>
            </a:xfrm>
            <a:custGeom>
              <a:rect b="b" l="l" r="r" t="t"/>
              <a:pathLst>
                <a:path extrusionOk="0" h="45" w="34">
                  <a:moveTo>
                    <a:pt x="33" y="44"/>
                  </a:moveTo>
                  <a:cubicBezTo>
                    <a:pt x="31" y="43"/>
                    <a:pt x="29" y="43"/>
                    <a:pt x="26" y="41"/>
                  </a:cubicBezTo>
                  <a:cubicBezTo>
                    <a:pt x="18" y="36"/>
                    <a:pt x="12" y="29"/>
                    <a:pt x="7" y="21"/>
                  </a:cubicBezTo>
                  <a:cubicBezTo>
                    <a:pt x="3" y="15"/>
                    <a:pt x="1" y="8"/>
                    <a:pt x="0" y="0"/>
                  </a:cubicBezTo>
                  <a:cubicBezTo>
                    <a:pt x="3" y="1"/>
                    <a:pt x="6" y="2"/>
                    <a:pt x="9" y="4"/>
                  </a:cubicBezTo>
                  <a:cubicBezTo>
                    <a:pt x="16" y="8"/>
                    <a:pt x="23" y="15"/>
                    <a:pt x="27" y="22"/>
                  </a:cubicBezTo>
                  <a:cubicBezTo>
                    <a:pt x="31" y="29"/>
                    <a:pt x="33" y="37"/>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8"/>
            <p:cNvSpPr/>
            <p:nvPr/>
          </p:nvSpPr>
          <p:spPr>
            <a:xfrm rot="-755217">
              <a:off x="9960017" y="3237655"/>
              <a:ext cx="30567" cy="42131"/>
            </a:xfrm>
            <a:custGeom>
              <a:rect b="b" l="l" r="r" t="t"/>
              <a:pathLst>
                <a:path extrusionOk="0" h="51" w="37">
                  <a:moveTo>
                    <a:pt x="0" y="0"/>
                  </a:moveTo>
                  <a:cubicBezTo>
                    <a:pt x="11" y="7"/>
                    <a:pt x="21" y="16"/>
                    <a:pt x="27" y="28"/>
                  </a:cubicBezTo>
                  <a:cubicBezTo>
                    <a:pt x="31" y="35"/>
                    <a:pt x="34" y="42"/>
                    <a:pt x="36" y="50"/>
                  </a:cubicBezTo>
                  <a:cubicBezTo>
                    <a:pt x="25" y="43"/>
                    <a:pt x="15" y="33"/>
                    <a:pt x="9" y="22"/>
                  </a:cubicBezTo>
                  <a:cubicBezTo>
                    <a:pt x="5" y="15"/>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8"/>
            <p:cNvSpPr/>
            <p:nvPr/>
          </p:nvSpPr>
          <p:spPr>
            <a:xfrm rot="-755217">
              <a:off x="8726551" y="3018801"/>
              <a:ext cx="28915" cy="31392"/>
            </a:xfrm>
            <a:custGeom>
              <a:rect b="b" l="l" r="r" t="t"/>
              <a:pathLst>
                <a:path extrusionOk="0" h="38" w="35">
                  <a:moveTo>
                    <a:pt x="34" y="35"/>
                  </a:moveTo>
                  <a:cubicBezTo>
                    <a:pt x="16" y="33"/>
                    <a:pt x="10" y="20"/>
                    <a:pt x="0" y="0"/>
                  </a:cubicBezTo>
                  <a:cubicBezTo>
                    <a:pt x="24" y="8"/>
                    <a:pt x="32" y="20"/>
                    <a:pt x="33" y="37"/>
                  </a:cubicBezTo>
                  <a:lnTo>
                    <a:pt x="34"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8"/>
            <p:cNvSpPr/>
            <p:nvPr/>
          </p:nvSpPr>
          <p:spPr>
            <a:xfrm rot="-755217">
              <a:off x="8820158" y="2972669"/>
              <a:ext cx="28089" cy="37175"/>
            </a:xfrm>
            <a:custGeom>
              <a:rect b="b" l="l" r="r" t="t"/>
              <a:pathLst>
                <a:path extrusionOk="0" h="45" w="34">
                  <a:moveTo>
                    <a:pt x="33" y="44"/>
                  </a:moveTo>
                  <a:cubicBezTo>
                    <a:pt x="31" y="43"/>
                    <a:pt x="28" y="42"/>
                    <a:pt x="26" y="41"/>
                  </a:cubicBezTo>
                  <a:cubicBezTo>
                    <a:pt x="18" y="36"/>
                    <a:pt x="11" y="30"/>
                    <a:pt x="7" y="22"/>
                  </a:cubicBezTo>
                  <a:cubicBezTo>
                    <a:pt x="3" y="15"/>
                    <a:pt x="1" y="8"/>
                    <a:pt x="0" y="0"/>
                  </a:cubicBezTo>
                  <a:cubicBezTo>
                    <a:pt x="3" y="1"/>
                    <a:pt x="6" y="2"/>
                    <a:pt x="9" y="4"/>
                  </a:cubicBezTo>
                  <a:cubicBezTo>
                    <a:pt x="16" y="8"/>
                    <a:pt x="22" y="14"/>
                    <a:pt x="26" y="21"/>
                  </a:cubicBezTo>
                  <a:cubicBezTo>
                    <a:pt x="30" y="28"/>
                    <a:pt x="32" y="36"/>
                    <a:pt x="32" y="44"/>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8"/>
            <p:cNvSpPr/>
            <p:nvPr/>
          </p:nvSpPr>
          <p:spPr>
            <a:xfrm rot="-755217">
              <a:off x="8126680" y="2488580"/>
              <a:ext cx="26437" cy="33044"/>
            </a:xfrm>
            <a:custGeom>
              <a:rect b="b" l="l" r="r" t="t"/>
              <a:pathLst>
                <a:path extrusionOk="0" h="40" w="32">
                  <a:moveTo>
                    <a:pt x="31" y="38"/>
                  </a:moveTo>
                  <a:cubicBezTo>
                    <a:pt x="9" y="35"/>
                    <a:pt x="6" y="16"/>
                    <a:pt x="0" y="0"/>
                  </a:cubicBezTo>
                  <a:cubicBezTo>
                    <a:pt x="2" y="1"/>
                    <a:pt x="5" y="2"/>
                    <a:pt x="7" y="4"/>
                  </a:cubicBezTo>
                  <a:cubicBezTo>
                    <a:pt x="14" y="8"/>
                    <a:pt x="20" y="13"/>
                    <a:pt x="24" y="20"/>
                  </a:cubicBezTo>
                  <a:cubicBezTo>
                    <a:pt x="27" y="26"/>
                    <a:pt x="29" y="32"/>
                    <a:pt x="29" y="39"/>
                  </a:cubicBezTo>
                  <a:lnTo>
                    <a:pt x="3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8"/>
            <p:cNvSpPr/>
            <p:nvPr/>
          </p:nvSpPr>
          <p:spPr>
            <a:xfrm rot="-755217">
              <a:off x="8366249" y="3034931"/>
              <a:ext cx="29741" cy="39653"/>
            </a:xfrm>
            <a:custGeom>
              <a:rect b="b" l="l" r="r" t="t"/>
              <a:pathLst>
                <a:path extrusionOk="0" h="48" w="36">
                  <a:moveTo>
                    <a:pt x="35" y="46"/>
                  </a:moveTo>
                  <a:cubicBezTo>
                    <a:pt x="14" y="40"/>
                    <a:pt x="7" y="22"/>
                    <a:pt x="0" y="3"/>
                  </a:cubicBezTo>
                  <a:lnTo>
                    <a:pt x="4" y="0"/>
                  </a:lnTo>
                  <a:cubicBezTo>
                    <a:pt x="4" y="0"/>
                    <a:pt x="5" y="0"/>
                    <a:pt x="5" y="1"/>
                  </a:cubicBezTo>
                  <a:cubicBezTo>
                    <a:pt x="14"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8"/>
            <p:cNvSpPr/>
            <p:nvPr/>
          </p:nvSpPr>
          <p:spPr>
            <a:xfrm rot="-755217">
              <a:off x="8780795" y="3268729"/>
              <a:ext cx="31394" cy="24783"/>
            </a:xfrm>
            <a:custGeom>
              <a:rect b="b" l="l" r="r" t="t"/>
              <a:pathLst>
                <a:path extrusionOk="0" h="30" w="38">
                  <a:moveTo>
                    <a:pt x="0" y="2"/>
                  </a:moveTo>
                  <a:cubicBezTo>
                    <a:pt x="20" y="1"/>
                    <a:pt x="27" y="17"/>
                    <a:pt x="37" y="29"/>
                  </a:cubicBezTo>
                  <a:cubicBezTo>
                    <a:pt x="20" y="25"/>
                    <a:pt x="5" y="2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8"/>
            <p:cNvSpPr/>
            <p:nvPr/>
          </p:nvSpPr>
          <p:spPr>
            <a:xfrm rot="-755217">
              <a:off x="8737698" y="2943702"/>
              <a:ext cx="27263" cy="31392"/>
            </a:xfrm>
            <a:custGeom>
              <a:rect b="b" l="l" r="r" t="t"/>
              <a:pathLst>
                <a:path extrusionOk="0" h="38" w="33">
                  <a:moveTo>
                    <a:pt x="0" y="1"/>
                  </a:moveTo>
                  <a:cubicBezTo>
                    <a:pt x="21" y="4"/>
                    <a:pt x="23" y="24"/>
                    <a:pt x="32" y="37"/>
                  </a:cubicBezTo>
                  <a:cubicBezTo>
                    <a:pt x="28" y="37"/>
                    <a:pt x="23" y="35"/>
                    <a:pt x="20" y="33"/>
                  </a:cubicBezTo>
                  <a:cubicBezTo>
                    <a:pt x="14" y="30"/>
                    <a:pt x="9" y="26"/>
                    <a:pt x="6" y="20"/>
                  </a:cubicBezTo>
                  <a:cubicBezTo>
                    <a:pt x="3" y="14"/>
                    <a:pt x="1" y="8"/>
                    <a:pt x="1" y="1"/>
                  </a:cubicBezTo>
                  <a:lnTo>
                    <a:pt x="1"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8"/>
            <p:cNvSpPr/>
            <p:nvPr/>
          </p:nvSpPr>
          <p:spPr>
            <a:xfrm rot="-755217">
              <a:off x="9176036" y="2798711"/>
              <a:ext cx="24784" cy="32218"/>
            </a:xfrm>
            <a:custGeom>
              <a:rect b="b" l="l" r="r" t="t"/>
              <a:pathLst>
                <a:path extrusionOk="0" h="39" w="30">
                  <a:moveTo>
                    <a:pt x="29" y="38"/>
                  </a:moveTo>
                  <a:cubicBezTo>
                    <a:pt x="13" y="24"/>
                    <a:pt x="2" y="17"/>
                    <a:pt x="0" y="0"/>
                  </a:cubicBezTo>
                  <a:cubicBezTo>
                    <a:pt x="18" y="5"/>
                    <a:pt x="24" y="15"/>
                    <a:pt x="2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8"/>
            <p:cNvSpPr/>
            <p:nvPr/>
          </p:nvSpPr>
          <p:spPr>
            <a:xfrm rot="-755217">
              <a:off x="8960192" y="3603241"/>
              <a:ext cx="28915" cy="38001"/>
            </a:xfrm>
            <a:custGeom>
              <a:rect b="b" l="l" r="r" t="t"/>
              <a:pathLst>
                <a:path extrusionOk="0" h="46" w="35">
                  <a:moveTo>
                    <a:pt x="34" y="44"/>
                  </a:moveTo>
                  <a:cubicBezTo>
                    <a:pt x="12" y="39"/>
                    <a:pt x="5" y="20"/>
                    <a:pt x="0" y="1"/>
                  </a:cubicBezTo>
                  <a:lnTo>
                    <a:pt x="1" y="0"/>
                  </a:lnTo>
                  <a:cubicBezTo>
                    <a:pt x="2" y="0"/>
                    <a:pt x="4" y="1"/>
                    <a:pt x="5" y="1"/>
                  </a:cubicBezTo>
                  <a:cubicBezTo>
                    <a:pt x="14" y="7"/>
                    <a:pt x="21" y="14"/>
                    <a:pt x="26" y="23"/>
                  </a:cubicBezTo>
                  <a:cubicBezTo>
                    <a:pt x="30" y="30"/>
                    <a:pt x="32" y="37"/>
                    <a:pt x="33" y="45"/>
                  </a:cubicBezTo>
                  <a:lnTo>
                    <a:pt x="34"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8"/>
            <p:cNvSpPr/>
            <p:nvPr/>
          </p:nvSpPr>
          <p:spPr>
            <a:xfrm rot="-755217">
              <a:off x="10033973" y="3366572"/>
              <a:ext cx="23132" cy="30566"/>
            </a:xfrm>
            <a:custGeom>
              <a:rect b="b" l="l" r="r" t="t"/>
              <a:pathLst>
                <a:path extrusionOk="0" h="37" w="28">
                  <a:moveTo>
                    <a:pt x="1" y="0"/>
                  </a:moveTo>
                  <a:lnTo>
                    <a:pt x="27" y="36"/>
                  </a:lnTo>
                  <a:cubicBezTo>
                    <a:pt x="24" y="35"/>
                    <a:pt x="20" y="34"/>
                    <a:pt x="17" y="32"/>
                  </a:cubicBezTo>
                  <a:cubicBezTo>
                    <a:pt x="12" y="29"/>
                    <a:pt x="8" y="25"/>
                    <a:pt x="5" y="20"/>
                  </a:cubicBezTo>
                  <a:cubicBezTo>
                    <a:pt x="2" y="15"/>
                    <a:pt x="0" y="9"/>
                    <a:pt x="0" y="3"/>
                  </a:cubicBezTo>
                  <a:cubicBezTo>
                    <a:pt x="0" y="2"/>
                    <a:pt x="1" y="1"/>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8"/>
            <p:cNvSpPr/>
            <p:nvPr/>
          </p:nvSpPr>
          <p:spPr>
            <a:xfrm rot="-755217">
              <a:off x="8972009" y="2817926"/>
              <a:ext cx="25611" cy="31392"/>
            </a:xfrm>
            <a:custGeom>
              <a:rect b="b" l="l" r="r" t="t"/>
              <a:pathLst>
                <a:path extrusionOk="0" h="38" w="31">
                  <a:moveTo>
                    <a:pt x="0" y="1"/>
                  </a:moveTo>
                  <a:cubicBezTo>
                    <a:pt x="21" y="3"/>
                    <a:pt x="22" y="23"/>
                    <a:pt x="30" y="37"/>
                  </a:cubicBezTo>
                  <a:cubicBezTo>
                    <a:pt x="16" y="28"/>
                    <a:pt x="1"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8"/>
            <p:cNvSpPr/>
            <p:nvPr/>
          </p:nvSpPr>
          <p:spPr>
            <a:xfrm rot="-755217">
              <a:off x="8157693" y="2514554"/>
              <a:ext cx="28089" cy="38827"/>
            </a:xfrm>
            <a:custGeom>
              <a:rect b="b" l="l" r="r" t="t"/>
              <a:pathLst>
                <a:path extrusionOk="0" h="47" w="34">
                  <a:moveTo>
                    <a:pt x="0" y="0"/>
                  </a:moveTo>
                  <a:cubicBezTo>
                    <a:pt x="3" y="1"/>
                    <a:pt x="5" y="2"/>
                    <a:pt x="7" y="3"/>
                  </a:cubicBezTo>
                  <a:cubicBezTo>
                    <a:pt x="15" y="8"/>
                    <a:pt x="21" y="14"/>
                    <a:pt x="26" y="22"/>
                  </a:cubicBezTo>
                  <a:cubicBezTo>
                    <a:pt x="30" y="30"/>
                    <a:pt x="33" y="38"/>
                    <a:pt x="33" y="46"/>
                  </a:cubicBezTo>
                  <a:cubicBezTo>
                    <a:pt x="30" y="45"/>
                    <a:pt x="27" y="44"/>
                    <a:pt x="24" y="42"/>
                  </a:cubicBezTo>
                  <a:cubicBezTo>
                    <a:pt x="17" y="38"/>
                    <a:pt x="11" y="32"/>
                    <a:pt x="7" y="25"/>
                  </a:cubicBezTo>
                  <a:cubicBezTo>
                    <a:pt x="3" y="18"/>
                    <a:pt x="1"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8"/>
            <p:cNvSpPr/>
            <p:nvPr/>
          </p:nvSpPr>
          <p:spPr>
            <a:xfrm rot="-755217">
              <a:off x="8982195" y="2786893"/>
              <a:ext cx="25611" cy="33044"/>
            </a:xfrm>
            <a:custGeom>
              <a:rect b="b" l="l" r="r" t="t"/>
              <a:pathLst>
                <a:path extrusionOk="0" h="40" w="31">
                  <a:moveTo>
                    <a:pt x="0" y="1"/>
                  </a:moveTo>
                  <a:cubicBezTo>
                    <a:pt x="21" y="5"/>
                    <a:pt x="27" y="22"/>
                    <a:pt x="30" y="39"/>
                  </a:cubicBezTo>
                  <a:cubicBezTo>
                    <a:pt x="17" y="29"/>
                    <a:pt x="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8"/>
            <p:cNvSpPr/>
            <p:nvPr/>
          </p:nvSpPr>
          <p:spPr>
            <a:xfrm rot="-755217">
              <a:off x="8993223" y="3632479"/>
              <a:ext cx="26437" cy="33044"/>
            </a:xfrm>
            <a:custGeom>
              <a:rect b="b" l="l" r="r" t="t"/>
              <a:pathLst>
                <a:path extrusionOk="0" h="40" w="32">
                  <a:moveTo>
                    <a:pt x="1" y="1"/>
                  </a:moveTo>
                  <a:cubicBezTo>
                    <a:pt x="4" y="2"/>
                    <a:pt x="6" y="3"/>
                    <a:pt x="8" y="5"/>
                  </a:cubicBezTo>
                  <a:cubicBezTo>
                    <a:pt x="15" y="9"/>
                    <a:pt x="21" y="14"/>
                    <a:pt x="25" y="21"/>
                  </a:cubicBezTo>
                  <a:cubicBezTo>
                    <a:pt x="28" y="27"/>
                    <a:pt x="30" y="33"/>
                    <a:pt x="31" y="39"/>
                  </a:cubicBezTo>
                  <a:cubicBezTo>
                    <a:pt x="18" y="29"/>
                    <a:pt x="0" y="21"/>
                    <a:pt x="4"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8"/>
            <p:cNvSpPr/>
            <p:nvPr/>
          </p:nvSpPr>
          <p:spPr>
            <a:xfrm rot="-755217">
              <a:off x="9084238" y="3612972"/>
              <a:ext cx="27263" cy="38001"/>
            </a:xfrm>
            <a:custGeom>
              <a:rect b="b" l="l" r="r" t="t"/>
              <a:pathLst>
                <a:path extrusionOk="0" h="46" w="33">
                  <a:moveTo>
                    <a:pt x="0" y="0"/>
                  </a:moveTo>
                  <a:cubicBezTo>
                    <a:pt x="2" y="1"/>
                    <a:pt x="5" y="3"/>
                    <a:pt x="7" y="4"/>
                  </a:cubicBezTo>
                  <a:cubicBezTo>
                    <a:pt x="15" y="8"/>
                    <a:pt x="21" y="15"/>
                    <a:pt x="26" y="22"/>
                  </a:cubicBezTo>
                  <a:cubicBezTo>
                    <a:pt x="30" y="29"/>
                    <a:pt x="32" y="37"/>
                    <a:pt x="32" y="45"/>
                  </a:cubicBezTo>
                  <a:cubicBezTo>
                    <a:pt x="29" y="44"/>
                    <a:pt x="26" y="42"/>
                    <a:pt x="24" y="41"/>
                  </a:cubicBezTo>
                  <a:cubicBezTo>
                    <a:pt x="16" y="36"/>
                    <a:pt x="10" y="31"/>
                    <a:pt x="6" y="24"/>
                  </a:cubicBezTo>
                  <a:cubicBezTo>
                    <a:pt x="2" y="17"/>
                    <a:pt x="0"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8"/>
            <p:cNvSpPr/>
            <p:nvPr/>
          </p:nvSpPr>
          <p:spPr>
            <a:xfrm rot="-755217">
              <a:off x="9424382" y="3554448"/>
              <a:ext cx="30567" cy="39653"/>
            </a:xfrm>
            <a:custGeom>
              <a:rect b="b" l="l" r="r" t="t"/>
              <a:pathLst>
                <a:path extrusionOk="0" h="48" w="37">
                  <a:moveTo>
                    <a:pt x="33" y="47"/>
                  </a:moveTo>
                  <a:cubicBezTo>
                    <a:pt x="32" y="46"/>
                    <a:pt x="32" y="46"/>
                    <a:pt x="31" y="45"/>
                  </a:cubicBezTo>
                  <a:cubicBezTo>
                    <a:pt x="21" y="40"/>
                    <a:pt x="13" y="32"/>
                    <a:pt x="7" y="22"/>
                  </a:cubicBezTo>
                  <a:cubicBezTo>
                    <a:pt x="4" y="16"/>
                    <a:pt x="2" y="9"/>
                    <a:pt x="0" y="3"/>
                  </a:cubicBezTo>
                  <a:lnTo>
                    <a:pt x="3" y="0"/>
                  </a:lnTo>
                  <a:cubicBezTo>
                    <a:pt x="3" y="0"/>
                    <a:pt x="4" y="0"/>
                    <a:pt x="4" y="1"/>
                  </a:cubicBezTo>
                  <a:cubicBezTo>
                    <a:pt x="14" y="6"/>
                    <a:pt x="22" y="15"/>
                    <a:pt x="28" y="25"/>
                  </a:cubicBezTo>
                  <a:cubicBezTo>
                    <a:pt x="32" y="31"/>
                    <a:pt x="34" y="37"/>
                    <a:pt x="36" y="44"/>
                  </a:cubicBezTo>
                  <a:lnTo>
                    <a:pt x="33"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8"/>
            <p:cNvSpPr/>
            <p:nvPr/>
          </p:nvSpPr>
          <p:spPr>
            <a:xfrm rot="-755217">
              <a:off x="9530052" y="3529570"/>
              <a:ext cx="26437" cy="35522"/>
            </a:xfrm>
            <a:custGeom>
              <a:rect b="b" l="l" r="r" t="t"/>
              <a:pathLst>
                <a:path extrusionOk="0" h="43" w="32">
                  <a:moveTo>
                    <a:pt x="0" y="0"/>
                  </a:moveTo>
                  <a:cubicBezTo>
                    <a:pt x="10" y="6"/>
                    <a:pt x="18" y="14"/>
                    <a:pt x="24" y="24"/>
                  </a:cubicBezTo>
                  <a:cubicBezTo>
                    <a:pt x="27" y="30"/>
                    <a:pt x="30" y="36"/>
                    <a:pt x="31" y="42"/>
                  </a:cubicBezTo>
                  <a:cubicBezTo>
                    <a:pt x="15" y="36"/>
                    <a:pt x="9"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8"/>
            <p:cNvSpPr/>
            <p:nvPr/>
          </p:nvSpPr>
          <p:spPr>
            <a:xfrm rot="-755217">
              <a:off x="8937355" y="2788133"/>
              <a:ext cx="28915" cy="38001"/>
            </a:xfrm>
            <a:custGeom>
              <a:rect b="b" l="l" r="r" t="t"/>
              <a:pathLst>
                <a:path extrusionOk="0" h="46" w="35">
                  <a:moveTo>
                    <a:pt x="0" y="0"/>
                  </a:moveTo>
                  <a:cubicBezTo>
                    <a:pt x="3" y="1"/>
                    <a:pt x="5" y="2"/>
                    <a:pt x="8" y="4"/>
                  </a:cubicBezTo>
                  <a:cubicBezTo>
                    <a:pt x="16" y="8"/>
                    <a:pt x="22" y="15"/>
                    <a:pt x="27" y="22"/>
                  </a:cubicBezTo>
                  <a:cubicBezTo>
                    <a:pt x="31" y="29"/>
                    <a:pt x="33" y="37"/>
                    <a:pt x="34" y="45"/>
                  </a:cubicBezTo>
                  <a:cubicBezTo>
                    <a:pt x="31" y="44"/>
                    <a:pt x="29" y="42"/>
                    <a:pt x="27" y="41"/>
                  </a:cubicBezTo>
                  <a:cubicBezTo>
                    <a:pt x="19" y="36"/>
                    <a:pt x="13" y="30"/>
                    <a:pt x="8" y="22"/>
                  </a:cubicBezTo>
                  <a:cubicBezTo>
                    <a:pt x="4" y="15"/>
                    <a:pt x="2" y="8"/>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8"/>
            <p:cNvSpPr/>
            <p:nvPr/>
          </p:nvSpPr>
          <p:spPr>
            <a:xfrm rot="-755217">
              <a:off x="9491195" y="3552729"/>
              <a:ext cx="25611" cy="35522"/>
            </a:xfrm>
            <a:custGeom>
              <a:rect b="b" l="l" r="r" t="t"/>
              <a:pathLst>
                <a:path extrusionOk="0" h="43" w="31">
                  <a:moveTo>
                    <a:pt x="30" y="42"/>
                  </a:moveTo>
                  <a:cubicBezTo>
                    <a:pt x="19" y="34"/>
                    <a:pt x="10" y="23"/>
                    <a:pt x="3" y="12"/>
                  </a:cubicBezTo>
                  <a:cubicBezTo>
                    <a:pt x="2" y="10"/>
                    <a:pt x="1" y="8"/>
                    <a:pt x="0" y="6"/>
                  </a:cubicBezTo>
                  <a:cubicBezTo>
                    <a:pt x="2" y="4"/>
                    <a:pt x="3" y="2"/>
                    <a:pt x="5" y="0"/>
                  </a:cubicBezTo>
                  <a:cubicBezTo>
                    <a:pt x="12" y="5"/>
                    <a:pt x="18" y="12"/>
                    <a:pt x="22" y="20"/>
                  </a:cubicBezTo>
                  <a:cubicBezTo>
                    <a:pt x="26" y="27"/>
                    <a:pt x="29" y="34"/>
                    <a:pt x="30"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8"/>
            <p:cNvSpPr/>
            <p:nvPr/>
          </p:nvSpPr>
          <p:spPr>
            <a:xfrm rot="-755217">
              <a:off x="8173341" y="2712813"/>
              <a:ext cx="23958" cy="25609"/>
            </a:xfrm>
            <a:custGeom>
              <a:rect b="b" l="l" r="r" t="t"/>
              <a:pathLst>
                <a:path extrusionOk="0" h="31" w="29">
                  <a:moveTo>
                    <a:pt x="28" y="30"/>
                  </a:moveTo>
                  <a:cubicBezTo>
                    <a:pt x="13" y="27"/>
                    <a:pt x="6" y="15"/>
                    <a:pt x="0" y="0"/>
                  </a:cubicBezTo>
                  <a:cubicBezTo>
                    <a:pt x="21" y="1"/>
                    <a:pt x="22" y="20"/>
                    <a:pt x="2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8"/>
            <p:cNvSpPr/>
            <p:nvPr/>
          </p:nvSpPr>
          <p:spPr>
            <a:xfrm rot="-755217">
              <a:off x="8732056" y="3747604"/>
              <a:ext cx="17349" cy="27261"/>
            </a:xfrm>
            <a:custGeom>
              <a:rect b="b" l="l" r="r" t="t"/>
              <a:pathLst>
                <a:path extrusionOk="0" h="33" w="21">
                  <a:moveTo>
                    <a:pt x="20" y="21"/>
                  </a:moveTo>
                  <a:cubicBezTo>
                    <a:pt x="20" y="25"/>
                    <a:pt x="19" y="32"/>
                    <a:pt x="15" y="32"/>
                  </a:cubicBezTo>
                  <a:cubicBezTo>
                    <a:pt x="5" y="32"/>
                    <a:pt x="1" y="23"/>
                    <a:pt x="0" y="14"/>
                  </a:cubicBezTo>
                  <a:cubicBezTo>
                    <a:pt x="0" y="13"/>
                    <a:pt x="0" y="13"/>
                    <a:pt x="0" y="12"/>
                  </a:cubicBezTo>
                  <a:cubicBezTo>
                    <a:pt x="0" y="11"/>
                    <a:pt x="0" y="9"/>
                    <a:pt x="1" y="7"/>
                  </a:cubicBezTo>
                  <a:cubicBezTo>
                    <a:pt x="2" y="6"/>
                    <a:pt x="3" y="4"/>
                    <a:pt x="5" y="3"/>
                  </a:cubicBezTo>
                  <a:cubicBezTo>
                    <a:pt x="6" y="3"/>
                    <a:pt x="6" y="3"/>
                    <a:pt x="7" y="2"/>
                  </a:cubicBezTo>
                  <a:cubicBezTo>
                    <a:pt x="20" y="0"/>
                    <a:pt x="19" y="11"/>
                    <a:pt x="2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8"/>
            <p:cNvSpPr/>
            <p:nvPr/>
          </p:nvSpPr>
          <p:spPr>
            <a:xfrm rot="-755217">
              <a:off x="8949880" y="2757485"/>
              <a:ext cx="28089" cy="37175"/>
            </a:xfrm>
            <a:custGeom>
              <a:rect b="b" l="l" r="r" t="t"/>
              <a:pathLst>
                <a:path extrusionOk="0" h="45" w="34">
                  <a:moveTo>
                    <a:pt x="33" y="43"/>
                  </a:moveTo>
                  <a:cubicBezTo>
                    <a:pt x="30" y="42"/>
                    <a:pt x="27" y="41"/>
                    <a:pt x="24" y="39"/>
                  </a:cubicBezTo>
                  <a:cubicBezTo>
                    <a:pt x="17" y="35"/>
                    <a:pt x="10" y="29"/>
                    <a:pt x="6" y="21"/>
                  </a:cubicBezTo>
                  <a:cubicBezTo>
                    <a:pt x="2" y="15"/>
                    <a:pt x="0" y="7"/>
                    <a:pt x="0" y="0"/>
                  </a:cubicBezTo>
                  <a:cubicBezTo>
                    <a:pt x="3" y="1"/>
                    <a:pt x="6" y="3"/>
                    <a:pt x="8" y="4"/>
                  </a:cubicBezTo>
                  <a:cubicBezTo>
                    <a:pt x="16" y="9"/>
                    <a:pt x="22" y="14"/>
                    <a:pt x="26" y="22"/>
                  </a:cubicBezTo>
                  <a:cubicBezTo>
                    <a:pt x="30" y="28"/>
                    <a:pt x="32" y="36"/>
                    <a:pt x="33" y="44"/>
                  </a:cubicBezTo>
                  <a:lnTo>
                    <a:pt x="33"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8"/>
            <p:cNvSpPr/>
            <p:nvPr/>
          </p:nvSpPr>
          <p:spPr>
            <a:xfrm rot="-755217">
              <a:off x="9458830" y="3584082"/>
              <a:ext cx="29741" cy="38827"/>
            </a:xfrm>
            <a:custGeom>
              <a:rect b="b" l="l" r="r" t="t"/>
              <a:pathLst>
                <a:path extrusionOk="0" h="47" w="36">
                  <a:moveTo>
                    <a:pt x="35" y="45"/>
                  </a:moveTo>
                  <a:cubicBezTo>
                    <a:pt x="32" y="44"/>
                    <a:pt x="30" y="43"/>
                    <a:pt x="27" y="41"/>
                  </a:cubicBezTo>
                  <a:cubicBezTo>
                    <a:pt x="19" y="37"/>
                    <a:pt x="12" y="30"/>
                    <a:pt x="7" y="21"/>
                  </a:cubicBezTo>
                  <a:cubicBezTo>
                    <a:pt x="4" y="15"/>
                    <a:pt x="1" y="9"/>
                    <a:pt x="0" y="3"/>
                  </a:cubicBezTo>
                  <a:lnTo>
                    <a:pt x="3" y="0"/>
                  </a:lnTo>
                  <a:cubicBezTo>
                    <a:pt x="4" y="1"/>
                    <a:pt x="6" y="2"/>
                    <a:pt x="8" y="3"/>
                  </a:cubicBezTo>
                  <a:cubicBezTo>
                    <a:pt x="16" y="8"/>
                    <a:pt x="22" y="14"/>
                    <a:pt x="27" y="22"/>
                  </a:cubicBezTo>
                  <a:cubicBezTo>
                    <a:pt x="31" y="30"/>
                    <a:pt x="34" y="38"/>
                    <a:pt x="34" y="46"/>
                  </a:cubicBezTo>
                  <a:lnTo>
                    <a:pt x="35"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8"/>
            <p:cNvSpPr/>
            <p:nvPr/>
          </p:nvSpPr>
          <p:spPr>
            <a:xfrm rot="-755217">
              <a:off x="9037824" y="2727480"/>
              <a:ext cx="22306" cy="36349"/>
            </a:xfrm>
            <a:custGeom>
              <a:rect b="b" l="l" r="r" t="t"/>
              <a:pathLst>
                <a:path extrusionOk="0" h="44" w="27">
                  <a:moveTo>
                    <a:pt x="0" y="0"/>
                  </a:moveTo>
                  <a:cubicBezTo>
                    <a:pt x="13" y="15"/>
                    <a:pt x="26" y="23"/>
                    <a:pt x="26" y="43"/>
                  </a:cubicBezTo>
                  <a:cubicBezTo>
                    <a:pt x="18" y="38"/>
                    <a:pt x="11" y="32"/>
                    <a:pt x="7" y="24"/>
                  </a:cubicBezTo>
                  <a:cubicBezTo>
                    <a:pt x="3" y="17"/>
                    <a:pt x="0"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8"/>
            <p:cNvSpPr/>
            <p:nvPr/>
          </p:nvSpPr>
          <p:spPr>
            <a:xfrm rot="-755217">
              <a:off x="8998186" y="2736778"/>
              <a:ext cx="25611" cy="33870"/>
            </a:xfrm>
            <a:custGeom>
              <a:rect b="b" l="l" r="r" t="t"/>
              <a:pathLst>
                <a:path extrusionOk="0" h="41" w="31">
                  <a:moveTo>
                    <a:pt x="2" y="1"/>
                  </a:moveTo>
                  <a:cubicBezTo>
                    <a:pt x="4" y="2"/>
                    <a:pt x="6" y="3"/>
                    <a:pt x="8" y="4"/>
                  </a:cubicBezTo>
                  <a:cubicBezTo>
                    <a:pt x="15" y="8"/>
                    <a:pt x="20" y="13"/>
                    <a:pt x="24" y="20"/>
                  </a:cubicBezTo>
                  <a:cubicBezTo>
                    <a:pt x="27" y="26"/>
                    <a:pt x="30" y="33"/>
                    <a:pt x="30" y="40"/>
                  </a:cubicBezTo>
                  <a:cubicBezTo>
                    <a:pt x="16" y="30"/>
                    <a:pt x="0" y="21"/>
                    <a:pt x="4"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8"/>
            <p:cNvSpPr/>
            <p:nvPr/>
          </p:nvSpPr>
          <p:spPr>
            <a:xfrm rot="-755217">
              <a:off x="10060806" y="3451556"/>
              <a:ext cx="26437" cy="24783"/>
            </a:xfrm>
            <a:custGeom>
              <a:rect b="b" l="l" r="r" t="t"/>
              <a:pathLst>
                <a:path extrusionOk="0" h="30" w="32">
                  <a:moveTo>
                    <a:pt x="31" y="29"/>
                  </a:moveTo>
                  <a:cubicBezTo>
                    <a:pt x="26" y="28"/>
                    <a:pt x="21" y="27"/>
                    <a:pt x="17" y="24"/>
                  </a:cubicBezTo>
                  <a:cubicBezTo>
                    <a:pt x="12" y="21"/>
                    <a:pt x="7" y="17"/>
                    <a:pt x="4" y="11"/>
                  </a:cubicBezTo>
                  <a:cubicBezTo>
                    <a:pt x="2" y="8"/>
                    <a:pt x="1" y="4"/>
                    <a:pt x="0" y="0"/>
                  </a:cubicBezTo>
                  <a:cubicBezTo>
                    <a:pt x="5" y="1"/>
                    <a:pt x="10" y="2"/>
                    <a:pt x="14" y="5"/>
                  </a:cubicBezTo>
                  <a:cubicBezTo>
                    <a:pt x="19" y="8"/>
                    <a:pt x="24" y="13"/>
                    <a:pt x="27" y="18"/>
                  </a:cubicBezTo>
                  <a:cubicBezTo>
                    <a:pt x="29" y="22"/>
                    <a:pt x="31" y="25"/>
                    <a:pt x="3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8"/>
            <p:cNvSpPr/>
            <p:nvPr/>
          </p:nvSpPr>
          <p:spPr>
            <a:xfrm rot="-755217">
              <a:off x="8230235" y="3464358"/>
              <a:ext cx="26437" cy="40479"/>
            </a:xfrm>
            <a:custGeom>
              <a:rect b="b" l="l" r="r" t="t"/>
              <a:pathLst>
                <a:path extrusionOk="0" h="49" w="32">
                  <a:moveTo>
                    <a:pt x="0" y="0"/>
                  </a:moveTo>
                  <a:cubicBezTo>
                    <a:pt x="19" y="18"/>
                    <a:pt x="30" y="26"/>
                    <a:pt x="31" y="48"/>
                  </a:cubicBezTo>
                  <a:cubicBezTo>
                    <a:pt x="22" y="41"/>
                    <a:pt x="15" y="33"/>
                    <a:pt x="9" y="23"/>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8"/>
            <p:cNvSpPr/>
            <p:nvPr/>
          </p:nvSpPr>
          <p:spPr>
            <a:xfrm rot="-755217">
              <a:off x="9409309" y="3088692"/>
              <a:ext cx="23958" cy="33044"/>
            </a:xfrm>
            <a:custGeom>
              <a:rect b="b" l="l" r="r" t="t"/>
              <a:pathLst>
                <a:path extrusionOk="0" h="40" w="29">
                  <a:moveTo>
                    <a:pt x="28" y="38"/>
                  </a:moveTo>
                  <a:cubicBezTo>
                    <a:pt x="9" y="33"/>
                    <a:pt x="4" y="17"/>
                    <a:pt x="0" y="0"/>
                  </a:cubicBezTo>
                  <a:cubicBezTo>
                    <a:pt x="13" y="10"/>
                    <a:pt x="28" y="19"/>
                    <a:pt x="26" y="39"/>
                  </a:cubicBezTo>
                  <a:lnTo>
                    <a:pt x="2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8"/>
            <p:cNvSpPr/>
            <p:nvPr/>
          </p:nvSpPr>
          <p:spPr>
            <a:xfrm rot="-755217">
              <a:off x="9069412" y="3698839"/>
              <a:ext cx="22306" cy="29740"/>
            </a:xfrm>
            <a:custGeom>
              <a:rect b="b" l="l" r="r" t="t"/>
              <a:pathLst>
                <a:path extrusionOk="0" h="36" w="27">
                  <a:moveTo>
                    <a:pt x="1" y="0"/>
                  </a:moveTo>
                  <a:cubicBezTo>
                    <a:pt x="3" y="1"/>
                    <a:pt x="4" y="2"/>
                    <a:pt x="5" y="2"/>
                  </a:cubicBezTo>
                  <a:cubicBezTo>
                    <a:pt x="12" y="6"/>
                    <a:pt x="18" y="12"/>
                    <a:pt x="21" y="18"/>
                  </a:cubicBezTo>
                  <a:cubicBezTo>
                    <a:pt x="23" y="22"/>
                    <a:pt x="25" y="26"/>
                    <a:pt x="26" y="30"/>
                  </a:cubicBezTo>
                  <a:cubicBezTo>
                    <a:pt x="14" y="35"/>
                    <a:pt x="11" y="25"/>
                    <a:pt x="6" y="19"/>
                  </a:cubicBezTo>
                  <a:cubicBezTo>
                    <a:pt x="5" y="18"/>
                    <a:pt x="3" y="16"/>
                    <a:pt x="2" y="15"/>
                  </a:cubicBezTo>
                  <a:cubicBezTo>
                    <a:pt x="1" y="12"/>
                    <a:pt x="0" y="9"/>
                    <a:pt x="0" y="6"/>
                  </a:cubicBezTo>
                  <a:cubicBezTo>
                    <a:pt x="0" y="4"/>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8"/>
            <p:cNvSpPr/>
            <p:nvPr/>
          </p:nvSpPr>
          <p:spPr>
            <a:xfrm rot="-755217">
              <a:off x="8912723" y="2726589"/>
              <a:ext cx="30567" cy="38827"/>
            </a:xfrm>
            <a:custGeom>
              <a:rect b="b" l="l" r="r" t="t"/>
              <a:pathLst>
                <a:path extrusionOk="0" h="47" w="37">
                  <a:moveTo>
                    <a:pt x="36" y="46"/>
                  </a:moveTo>
                  <a:cubicBezTo>
                    <a:pt x="14" y="40"/>
                    <a:pt x="7" y="22"/>
                    <a:pt x="0" y="4"/>
                  </a:cubicBezTo>
                  <a:lnTo>
                    <a:pt x="4" y="0"/>
                  </a:lnTo>
                  <a:cubicBezTo>
                    <a:pt x="4" y="0"/>
                    <a:pt x="5" y="0"/>
                    <a:pt x="5" y="1"/>
                  </a:cubicBezTo>
                  <a:cubicBezTo>
                    <a:pt x="14" y="6"/>
                    <a:pt x="22" y="13"/>
                    <a:pt x="27" y="22"/>
                  </a:cubicBezTo>
                  <a:cubicBezTo>
                    <a:pt x="32" y="30"/>
                    <a:pt x="33" y="38"/>
                    <a:pt x="34" y="46"/>
                  </a:cubicBezTo>
                  <a:lnTo>
                    <a:pt x="3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8"/>
            <p:cNvSpPr/>
            <p:nvPr/>
          </p:nvSpPr>
          <p:spPr>
            <a:xfrm rot="-755217">
              <a:off x="9984564" y="3513048"/>
              <a:ext cx="38003" cy="28914"/>
            </a:xfrm>
            <a:custGeom>
              <a:rect b="b" l="l" r="r" t="t"/>
              <a:pathLst>
                <a:path extrusionOk="0" h="35" w="46">
                  <a:moveTo>
                    <a:pt x="45" y="33"/>
                  </a:moveTo>
                  <a:cubicBezTo>
                    <a:pt x="37" y="32"/>
                    <a:pt x="29" y="30"/>
                    <a:pt x="22" y="26"/>
                  </a:cubicBezTo>
                  <a:cubicBezTo>
                    <a:pt x="14" y="22"/>
                    <a:pt x="8" y="16"/>
                    <a:pt x="4" y="9"/>
                  </a:cubicBezTo>
                  <a:cubicBezTo>
                    <a:pt x="3" y="6"/>
                    <a:pt x="1" y="3"/>
                    <a:pt x="0" y="0"/>
                  </a:cubicBezTo>
                  <a:cubicBezTo>
                    <a:pt x="8" y="0"/>
                    <a:pt x="15" y="2"/>
                    <a:pt x="22" y="6"/>
                  </a:cubicBezTo>
                  <a:cubicBezTo>
                    <a:pt x="30" y="10"/>
                    <a:pt x="36" y="17"/>
                    <a:pt x="41" y="25"/>
                  </a:cubicBezTo>
                  <a:cubicBezTo>
                    <a:pt x="43" y="28"/>
                    <a:pt x="44" y="31"/>
                    <a:pt x="45" y="34"/>
                  </a:cubicBezTo>
                  <a:lnTo>
                    <a:pt x="45"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8"/>
            <p:cNvSpPr/>
            <p:nvPr/>
          </p:nvSpPr>
          <p:spPr>
            <a:xfrm rot="-755217">
              <a:off x="8965591" y="2706484"/>
              <a:ext cx="28915" cy="37175"/>
            </a:xfrm>
            <a:custGeom>
              <a:rect b="b" l="l" r="r" t="t"/>
              <a:pathLst>
                <a:path extrusionOk="0" h="45" w="35">
                  <a:moveTo>
                    <a:pt x="34" y="44"/>
                  </a:moveTo>
                  <a:cubicBezTo>
                    <a:pt x="30" y="43"/>
                    <a:pt x="27" y="42"/>
                    <a:pt x="24" y="40"/>
                  </a:cubicBezTo>
                  <a:cubicBezTo>
                    <a:pt x="17" y="36"/>
                    <a:pt x="11" y="30"/>
                    <a:pt x="7" y="23"/>
                  </a:cubicBezTo>
                  <a:cubicBezTo>
                    <a:pt x="3" y="16"/>
                    <a:pt x="1" y="8"/>
                    <a:pt x="0" y="0"/>
                  </a:cubicBezTo>
                  <a:cubicBezTo>
                    <a:pt x="3" y="1"/>
                    <a:pt x="5" y="3"/>
                    <a:pt x="7" y="4"/>
                  </a:cubicBezTo>
                  <a:cubicBezTo>
                    <a:pt x="15" y="9"/>
                    <a:pt x="22" y="15"/>
                    <a:pt x="27" y="23"/>
                  </a:cubicBezTo>
                  <a:cubicBezTo>
                    <a:pt x="30" y="29"/>
                    <a:pt x="33" y="37"/>
                    <a:pt x="3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8"/>
            <p:cNvSpPr/>
            <p:nvPr/>
          </p:nvSpPr>
          <p:spPr>
            <a:xfrm rot="-755217">
              <a:off x="8149058" y="2191453"/>
              <a:ext cx="33872" cy="23131"/>
            </a:xfrm>
            <a:custGeom>
              <a:rect b="b" l="l" r="r" t="t"/>
              <a:pathLst>
                <a:path extrusionOk="0" h="28" w="41">
                  <a:moveTo>
                    <a:pt x="40" y="27"/>
                  </a:moveTo>
                  <a:cubicBezTo>
                    <a:pt x="33" y="26"/>
                    <a:pt x="26" y="23"/>
                    <a:pt x="20" y="20"/>
                  </a:cubicBezTo>
                  <a:cubicBezTo>
                    <a:pt x="12" y="15"/>
                    <a:pt x="5" y="8"/>
                    <a:pt x="0" y="0"/>
                  </a:cubicBezTo>
                  <a:cubicBezTo>
                    <a:pt x="8" y="0"/>
                    <a:pt x="15" y="2"/>
                    <a:pt x="22" y="6"/>
                  </a:cubicBezTo>
                  <a:cubicBezTo>
                    <a:pt x="28" y="10"/>
                    <a:pt x="34" y="16"/>
                    <a:pt x="38" y="23"/>
                  </a:cubicBezTo>
                  <a:cubicBezTo>
                    <a:pt x="39" y="24"/>
                    <a:pt x="40" y="25"/>
                    <a:pt x="4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8"/>
            <p:cNvSpPr/>
            <p:nvPr/>
          </p:nvSpPr>
          <p:spPr>
            <a:xfrm rot="-755217">
              <a:off x="8707087" y="2764605"/>
              <a:ext cx="24784" cy="32218"/>
            </a:xfrm>
            <a:custGeom>
              <a:rect b="b" l="l" r="r" t="t"/>
              <a:pathLst>
                <a:path extrusionOk="0" h="39" w="30">
                  <a:moveTo>
                    <a:pt x="0" y="1"/>
                  </a:moveTo>
                  <a:cubicBezTo>
                    <a:pt x="21" y="5"/>
                    <a:pt x="24" y="22"/>
                    <a:pt x="29" y="38"/>
                  </a:cubicBezTo>
                  <a:cubicBezTo>
                    <a:pt x="16" y="29"/>
                    <a:pt x="3"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8"/>
            <p:cNvSpPr/>
            <p:nvPr/>
          </p:nvSpPr>
          <p:spPr>
            <a:xfrm rot="-755217">
              <a:off x="8979452" y="2678811"/>
              <a:ext cx="28915" cy="34696"/>
            </a:xfrm>
            <a:custGeom>
              <a:rect b="b" l="l" r="r" t="t"/>
              <a:pathLst>
                <a:path extrusionOk="0" h="42" w="35">
                  <a:moveTo>
                    <a:pt x="34" y="41"/>
                  </a:moveTo>
                  <a:cubicBezTo>
                    <a:pt x="32" y="40"/>
                    <a:pt x="30" y="40"/>
                    <a:pt x="28" y="38"/>
                  </a:cubicBezTo>
                  <a:cubicBezTo>
                    <a:pt x="19" y="33"/>
                    <a:pt x="12" y="26"/>
                    <a:pt x="7" y="17"/>
                  </a:cubicBezTo>
                  <a:cubicBezTo>
                    <a:pt x="4" y="12"/>
                    <a:pt x="2" y="6"/>
                    <a:pt x="0" y="0"/>
                  </a:cubicBezTo>
                  <a:cubicBezTo>
                    <a:pt x="19" y="7"/>
                    <a:pt x="24" y="21"/>
                    <a:pt x="3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8"/>
            <p:cNvSpPr/>
            <p:nvPr/>
          </p:nvSpPr>
          <p:spPr>
            <a:xfrm rot="-755217">
              <a:off x="8673866" y="2734471"/>
              <a:ext cx="28089" cy="37175"/>
            </a:xfrm>
            <a:custGeom>
              <a:rect b="b" l="l" r="r" t="t"/>
              <a:pathLst>
                <a:path extrusionOk="0" h="45" w="34">
                  <a:moveTo>
                    <a:pt x="33" y="44"/>
                  </a:moveTo>
                  <a:cubicBezTo>
                    <a:pt x="31" y="44"/>
                    <a:pt x="29" y="43"/>
                    <a:pt x="28" y="42"/>
                  </a:cubicBezTo>
                  <a:cubicBezTo>
                    <a:pt x="19" y="37"/>
                    <a:pt x="12" y="30"/>
                    <a:pt x="7" y="21"/>
                  </a:cubicBezTo>
                  <a:cubicBezTo>
                    <a:pt x="3" y="15"/>
                    <a:pt x="1" y="7"/>
                    <a:pt x="0" y="0"/>
                  </a:cubicBezTo>
                  <a:cubicBezTo>
                    <a:pt x="3" y="1"/>
                    <a:pt x="6" y="2"/>
                    <a:pt x="9" y="4"/>
                  </a:cubicBezTo>
                  <a:cubicBezTo>
                    <a:pt x="16" y="8"/>
                    <a:pt x="22" y="14"/>
                    <a:pt x="26" y="21"/>
                  </a:cubicBezTo>
                  <a:cubicBezTo>
                    <a:pt x="30" y="28"/>
                    <a:pt x="32"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8"/>
            <p:cNvSpPr/>
            <p:nvPr/>
          </p:nvSpPr>
          <p:spPr>
            <a:xfrm rot="-755217">
              <a:off x="10021897" y="3582467"/>
              <a:ext cx="31394" cy="28088"/>
            </a:xfrm>
            <a:custGeom>
              <a:rect b="b" l="l" r="r" t="t"/>
              <a:pathLst>
                <a:path extrusionOk="0" h="34" w="38">
                  <a:moveTo>
                    <a:pt x="37" y="33"/>
                  </a:moveTo>
                  <a:cubicBezTo>
                    <a:pt x="17" y="21"/>
                    <a:pt x="7" y="15"/>
                    <a:pt x="0" y="0"/>
                  </a:cubicBezTo>
                  <a:cubicBezTo>
                    <a:pt x="17" y="3"/>
                    <a:pt x="26" y="12"/>
                    <a:pt x="37"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8"/>
            <p:cNvSpPr/>
            <p:nvPr/>
          </p:nvSpPr>
          <p:spPr>
            <a:xfrm rot="-755217">
              <a:off x="7951926" y="2885256"/>
              <a:ext cx="15697" cy="41305"/>
            </a:xfrm>
            <a:custGeom>
              <a:rect b="b" l="l" r="r" t="t"/>
              <a:pathLst>
                <a:path extrusionOk="0" h="50" w="19">
                  <a:moveTo>
                    <a:pt x="3" y="1"/>
                  </a:moveTo>
                  <a:lnTo>
                    <a:pt x="18" y="49"/>
                  </a:lnTo>
                  <a:cubicBezTo>
                    <a:pt x="18" y="48"/>
                    <a:pt x="18" y="48"/>
                    <a:pt x="17" y="48"/>
                  </a:cubicBezTo>
                  <a:cubicBezTo>
                    <a:pt x="12" y="45"/>
                    <a:pt x="7" y="40"/>
                    <a:pt x="4" y="35"/>
                  </a:cubicBezTo>
                  <a:cubicBezTo>
                    <a:pt x="1" y="30"/>
                    <a:pt x="0" y="24"/>
                    <a:pt x="0" y="17"/>
                  </a:cubicBezTo>
                  <a:cubicBezTo>
                    <a:pt x="0" y="11"/>
                    <a:pt x="1" y="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8"/>
            <p:cNvSpPr/>
            <p:nvPr/>
          </p:nvSpPr>
          <p:spPr>
            <a:xfrm rot="-755217">
              <a:off x="8280923" y="3509835"/>
              <a:ext cx="24784" cy="32218"/>
            </a:xfrm>
            <a:custGeom>
              <a:rect b="b" l="l" r="r" t="t"/>
              <a:pathLst>
                <a:path extrusionOk="0" h="39" w="30">
                  <a:moveTo>
                    <a:pt x="29" y="37"/>
                  </a:moveTo>
                  <a:cubicBezTo>
                    <a:pt x="27" y="36"/>
                    <a:pt x="25" y="36"/>
                    <a:pt x="24" y="35"/>
                  </a:cubicBezTo>
                  <a:cubicBezTo>
                    <a:pt x="17" y="30"/>
                    <a:pt x="10" y="24"/>
                    <a:pt x="6" y="17"/>
                  </a:cubicBezTo>
                  <a:cubicBezTo>
                    <a:pt x="3" y="12"/>
                    <a:pt x="1" y="6"/>
                    <a:pt x="0" y="0"/>
                  </a:cubicBezTo>
                  <a:cubicBezTo>
                    <a:pt x="13" y="10"/>
                    <a:pt x="29" y="18"/>
                    <a:pt x="27" y="38"/>
                  </a:cubicBezTo>
                  <a:lnTo>
                    <a:pt x="29"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8"/>
            <p:cNvSpPr/>
            <p:nvPr/>
          </p:nvSpPr>
          <p:spPr>
            <a:xfrm rot="-755217">
              <a:off x="8968907" y="3351563"/>
              <a:ext cx="28915" cy="35522"/>
            </a:xfrm>
            <a:custGeom>
              <a:rect b="b" l="l" r="r" t="t"/>
              <a:pathLst>
                <a:path extrusionOk="0" h="43" w="35">
                  <a:moveTo>
                    <a:pt x="34" y="41"/>
                  </a:moveTo>
                  <a:cubicBezTo>
                    <a:pt x="15" y="36"/>
                    <a:pt x="8" y="21"/>
                    <a:pt x="0" y="0"/>
                  </a:cubicBezTo>
                  <a:cubicBezTo>
                    <a:pt x="22" y="9"/>
                    <a:pt x="34" y="21"/>
                    <a:pt x="33" y="42"/>
                  </a:cubicBezTo>
                  <a:lnTo>
                    <a:pt x="3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8"/>
            <p:cNvSpPr/>
            <p:nvPr/>
          </p:nvSpPr>
          <p:spPr>
            <a:xfrm rot="-755217">
              <a:off x="8183616" y="2626433"/>
              <a:ext cx="27263" cy="32218"/>
            </a:xfrm>
            <a:custGeom>
              <a:rect b="b" l="l" r="r" t="t"/>
              <a:pathLst>
                <a:path extrusionOk="0" h="39" w="33">
                  <a:moveTo>
                    <a:pt x="32" y="37"/>
                  </a:moveTo>
                  <a:cubicBezTo>
                    <a:pt x="12" y="33"/>
                    <a:pt x="10" y="13"/>
                    <a:pt x="0" y="0"/>
                  </a:cubicBezTo>
                  <a:cubicBezTo>
                    <a:pt x="5" y="1"/>
                    <a:pt x="9" y="2"/>
                    <a:pt x="12" y="4"/>
                  </a:cubicBezTo>
                  <a:cubicBezTo>
                    <a:pt x="18" y="8"/>
                    <a:pt x="23" y="12"/>
                    <a:pt x="26" y="18"/>
                  </a:cubicBezTo>
                  <a:cubicBezTo>
                    <a:pt x="29" y="24"/>
                    <a:pt x="31" y="30"/>
                    <a:pt x="31" y="37"/>
                  </a:cubicBezTo>
                  <a:lnTo>
                    <a:pt x="31" y="38"/>
                  </a:lnTo>
                  <a:lnTo>
                    <a:pt x="3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8"/>
            <p:cNvSpPr/>
            <p:nvPr/>
          </p:nvSpPr>
          <p:spPr>
            <a:xfrm rot="-755217">
              <a:off x="10164488" y="3571254"/>
              <a:ext cx="20654" cy="24783"/>
            </a:xfrm>
            <a:custGeom>
              <a:rect b="b" l="l" r="r" t="t"/>
              <a:pathLst>
                <a:path extrusionOk="0" h="30" w="25">
                  <a:moveTo>
                    <a:pt x="24" y="29"/>
                  </a:moveTo>
                  <a:cubicBezTo>
                    <a:pt x="9" y="19"/>
                    <a:pt x="0" y="14"/>
                    <a:pt x="2" y="0"/>
                  </a:cubicBezTo>
                  <a:cubicBezTo>
                    <a:pt x="15" y="1"/>
                    <a:pt x="18" y="11"/>
                    <a:pt x="2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8"/>
            <p:cNvSpPr/>
            <p:nvPr/>
          </p:nvSpPr>
          <p:spPr>
            <a:xfrm rot="-755217">
              <a:off x="7987008" y="2895462"/>
              <a:ext cx="19828" cy="31392"/>
            </a:xfrm>
            <a:custGeom>
              <a:rect b="b" l="l" r="r" t="t"/>
              <a:pathLst>
                <a:path extrusionOk="0" h="38" w="24">
                  <a:moveTo>
                    <a:pt x="7" y="1"/>
                  </a:moveTo>
                  <a:lnTo>
                    <a:pt x="23" y="37"/>
                  </a:lnTo>
                  <a:cubicBezTo>
                    <a:pt x="4" y="29"/>
                    <a:pt x="0" y="16"/>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8"/>
            <p:cNvSpPr/>
            <p:nvPr/>
          </p:nvSpPr>
          <p:spPr>
            <a:xfrm rot="-755217">
              <a:off x="9596121" y="3115870"/>
              <a:ext cx="19828" cy="22305"/>
            </a:xfrm>
            <a:custGeom>
              <a:rect b="b" l="l" r="r" t="t"/>
              <a:pathLst>
                <a:path extrusionOk="0" h="27" w="24">
                  <a:moveTo>
                    <a:pt x="1" y="2"/>
                  </a:moveTo>
                  <a:cubicBezTo>
                    <a:pt x="16" y="2"/>
                    <a:pt x="20" y="14"/>
                    <a:pt x="23" y="26"/>
                  </a:cubicBezTo>
                  <a:cubicBezTo>
                    <a:pt x="7" y="25"/>
                    <a:pt x="0" y="17"/>
                    <a:pt x="2" y="0"/>
                  </a:cubicBez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8"/>
            <p:cNvSpPr/>
            <p:nvPr/>
          </p:nvSpPr>
          <p:spPr>
            <a:xfrm rot="-755217">
              <a:off x="9827584" y="3409445"/>
              <a:ext cx="20654" cy="22305"/>
            </a:xfrm>
            <a:custGeom>
              <a:rect b="b" l="l" r="r" t="t"/>
              <a:pathLst>
                <a:path extrusionOk="0" h="27" w="25">
                  <a:moveTo>
                    <a:pt x="2" y="1"/>
                  </a:moveTo>
                  <a:cubicBezTo>
                    <a:pt x="17" y="3"/>
                    <a:pt x="21" y="14"/>
                    <a:pt x="24" y="26"/>
                  </a:cubicBezTo>
                  <a:cubicBezTo>
                    <a:pt x="8" y="25"/>
                    <a:pt x="0" y="17"/>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8"/>
            <p:cNvSpPr/>
            <p:nvPr/>
          </p:nvSpPr>
          <p:spPr>
            <a:xfrm rot="-755217">
              <a:off x="8594762" y="2383832"/>
              <a:ext cx="19828" cy="23131"/>
            </a:xfrm>
            <a:custGeom>
              <a:rect b="b" l="l" r="r" t="t"/>
              <a:pathLst>
                <a:path extrusionOk="0" h="28" w="24">
                  <a:moveTo>
                    <a:pt x="23" y="27"/>
                  </a:moveTo>
                  <a:cubicBezTo>
                    <a:pt x="9" y="18"/>
                    <a:pt x="0" y="13"/>
                    <a:pt x="1" y="1"/>
                  </a:cubicBezTo>
                  <a:cubicBezTo>
                    <a:pt x="14" y="0"/>
                    <a:pt x="18" y="9"/>
                    <a:pt x="2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8"/>
            <p:cNvSpPr/>
            <p:nvPr/>
          </p:nvSpPr>
          <p:spPr>
            <a:xfrm rot="-755217">
              <a:off x="8869734" y="3228519"/>
              <a:ext cx="23958" cy="23131"/>
            </a:xfrm>
            <a:custGeom>
              <a:rect b="b" l="l" r="r" t="t"/>
              <a:pathLst>
                <a:path extrusionOk="0" h="28" w="29">
                  <a:moveTo>
                    <a:pt x="28" y="21"/>
                  </a:moveTo>
                  <a:cubicBezTo>
                    <a:pt x="15" y="27"/>
                    <a:pt x="8" y="18"/>
                    <a:pt x="0" y="12"/>
                  </a:cubicBezTo>
                  <a:cubicBezTo>
                    <a:pt x="15" y="0"/>
                    <a:pt x="19" y="21"/>
                    <a:pt x="2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8"/>
            <p:cNvSpPr/>
            <p:nvPr/>
          </p:nvSpPr>
          <p:spPr>
            <a:xfrm rot="-755217">
              <a:off x="9633132" y="2940851"/>
              <a:ext cx="28089" cy="28088"/>
            </a:xfrm>
            <a:custGeom>
              <a:rect b="b" l="l" r="r" t="t"/>
              <a:pathLst>
                <a:path extrusionOk="0" h="34" w="34">
                  <a:moveTo>
                    <a:pt x="31" y="33"/>
                  </a:moveTo>
                  <a:cubicBezTo>
                    <a:pt x="15" y="30"/>
                    <a:pt x="11" y="16"/>
                    <a:pt x="0" y="0"/>
                  </a:cubicBezTo>
                  <a:cubicBezTo>
                    <a:pt x="1" y="0"/>
                    <a:pt x="1" y="0"/>
                    <a:pt x="2" y="0"/>
                  </a:cubicBezTo>
                  <a:cubicBezTo>
                    <a:pt x="7" y="0"/>
                    <a:pt x="12" y="1"/>
                    <a:pt x="17" y="4"/>
                  </a:cubicBezTo>
                  <a:cubicBezTo>
                    <a:pt x="22" y="7"/>
                    <a:pt x="26" y="11"/>
                    <a:pt x="29" y="16"/>
                  </a:cubicBezTo>
                  <a:cubicBezTo>
                    <a:pt x="31" y="21"/>
                    <a:pt x="33" y="26"/>
                    <a:pt x="33" y="31"/>
                  </a:cubicBezTo>
                  <a:lnTo>
                    <a:pt x="33" y="32"/>
                  </a:lnTo>
                  <a:lnTo>
                    <a:pt x="3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8"/>
            <p:cNvSpPr/>
            <p:nvPr/>
          </p:nvSpPr>
          <p:spPr>
            <a:xfrm rot="-755217">
              <a:off x="8820992" y="3326546"/>
              <a:ext cx="23958" cy="19826"/>
            </a:xfrm>
            <a:custGeom>
              <a:rect b="b" l="l" r="r" t="t"/>
              <a:pathLst>
                <a:path extrusionOk="0" h="24" w="29">
                  <a:moveTo>
                    <a:pt x="0" y="0"/>
                  </a:moveTo>
                  <a:cubicBezTo>
                    <a:pt x="18" y="5"/>
                    <a:pt x="27" y="8"/>
                    <a:pt x="28" y="21"/>
                  </a:cubicBezTo>
                  <a:cubicBezTo>
                    <a:pt x="15" y="23"/>
                    <a:pt x="9"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8"/>
            <p:cNvSpPr/>
            <p:nvPr/>
          </p:nvSpPr>
          <p:spPr>
            <a:xfrm rot="-755217">
              <a:off x="8701668" y="3432108"/>
              <a:ext cx="14871" cy="22305"/>
            </a:xfrm>
            <a:custGeom>
              <a:rect b="b" l="l" r="r" t="t"/>
              <a:pathLst>
                <a:path extrusionOk="0" h="27" w="18">
                  <a:moveTo>
                    <a:pt x="15" y="26"/>
                  </a:moveTo>
                  <a:cubicBezTo>
                    <a:pt x="4" y="20"/>
                    <a:pt x="4" y="10"/>
                    <a:pt x="0" y="2"/>
                  </a:cubicBezTo>
                  <a:cubicBezTo>
                    <a:pt x="4" y="2"/>
                    <a:pt x="8" y="0"/>
                    <a:pt x="10" y="2"/>
                  </a:cubicBezTo>
                  <a:cubicBezTo>
                    <a:pt x="11" y="3"/>
                    <a:pt x="12" y="5"/>
                    <a:pt x="13" y="6"/>
                  </a:cubicBezTo>
                  <a:cubicBezTo>
                    <a:pt x="15" y="10"/>
                    <a:pt x="17" y="14"/>
                    <a:pt x="17" y="18"/>
                  </a:cubicBezTo>
                  <a:cubicBezTo>
                    <a:pt x="17" y="21"/>
                    <a:pt x="16" y="24"/>
                    <a:pt x="1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8"/>
            <p:cNvSpPr/>
            <p:nvPr/>
          </p:nvSpPr>
          <p:spPr>
            <a:xfrm rot="-755217">
              <a:off x="9293293" y="3250435"/>
              <a:ext cx="27263" cy="27261"/>
            </a:xfrm>
            <a:custGeom>
              <a:rect b="b" l="l" r="r" t="t"/>
              <a:pathLst>
                <a:path extrusionOk="0" h="33" w="33">
                  <a:moveTo>
                    <a:pt x="31" y="31"/>
                  </a:moveTo>
                  <a:cubicBezTo>
                    <a:pt x="15" y="31"/>
                    <a:pt x="9" y="18"/>
                    <a:pt x="0" y="0"/>
                  </a:cubicBezTo>
                  <a:cubicBezTo>
                    <a:pt x="19" y="7"/>
                    <a:pt x="32" y="13"/>
                    <a:pt x="30" y="32"/>
                  </a:cubicBezTo>
                  <a:lnTo>
                    <a:pt x="3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8"/>
            <p:cNvSpPr/>
            <p:nvPr/>
          </p:nvSpPr>
          <p:spPr>
            <a:xfrm rot="-755217">
              <a:off x="9644980" y="3789736"/>
              <a:ext cx="20654" cy="29740"/>
            </a:xfrm>
            <a:custGeom>
              <a:rect b="b" l="l" r="r" t="t"/>
              <a:pathLst>
                <a:path extrusionOk="0" h="36" w="25">
                  <a:moveTo>
                    <a:pt x="5" y="0"/>
                  </a:moveTo>
                  <a:cubicBezTo>
                    <a:pt x="16" y="11"/>
                    <a:pt x="24" y="20"/>
                    <a:pt x="16" y="35"/>
                  </a:cubicBezTo>
                  <a:cubicBezTo>
                    <a:pt x="9" y="25"/>
                    <a:pt x="0" y="17"/>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8"/>
            <p:cNvSpPr/>
            <p:nvPr/>
          </p:nvSpPr>
          <p:spPr>
            <a:xfrm rot="-755217">
              <a:off x="8665529" y="2534853"/>
              <a:ext cx="19001" cy="21479"/>
            </a:xfrm>
            <a:custGeom>
              <a:rect b="b" l="l" r="r" t="t"/>
              <a:pathLst>
                <a:path extrusionOk="0" h="26" w="23">
                  <a:moveTo>
                    <a:pt x="6" y="0"/>
                  </a:moveTo>
                  <a:cubicBezTo>
                    <a:pt x="13" y="5"/>
                    <a:pt x="22" y="9"/>
                    <a:pt x="20" y="20"/>
                  </a:cubicBezTo>
                  <a:cubicBezTo>
                    <a:pt x="20" y="24"/>
                    <a:pt x="15" y="25"/>
                    <a:pt x="12" y="22"/>
                  </a:cubicBezTo>
                  <a:cubicBezTo>
                    <a:pt x="8" y="16"/>
                    <a:pt x="4" y="11"/>
                    <a:pt x="0" y="5"/>
                  </a:cubicBezTo>
                  <a:cubicBezTo>
                    <a:pt x="2" y="3"/>
                    <a:pt x="4" y="1"/>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8"/>
            <p:cNvSpPr/>
            <p:nvPr/>
          </p:nvSpPr>
          <p:spPr>
            <a:xfrm rot="-755217">
              <a:off x="8039877" y="2839384"/>
              <a:ext cx="23132" cy="40479"/>
            </a:xfrm>
            <a:custGeom>
              <a:rect b="b" l="l" r="r" t="t"/>
              <a:pathLst>
                <a:path extrusionOk="0" h="49" w="28">
                  <a:moveTo>
                    <a:pt x="4" y="0"/>
                  </a:moveTo>
                  <a:cubicBezTo>
                    <a:pt x="18" y="9"/>
                    <a:pt x="23" y="23"/>
                    <a:pt x="27" y="48"/>
                  </a:cubicBezTo>
                  <a:cubicBezTo>
                    <a:pt x="8" y="29"/>
                    <a:pt x="0" y="17"/>
                    <a:pt x="5" y="0"/>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8"/>
            <p:cNvSpPr/>
            <p:nvPr/>
          </p:nvSpPr>
          <p:spPr>
            <a:xfrm rot="-755217">
              <a:off x="7514989" y="2504148"/>
              <a:ext cx="44612" cy="199917"/>
            </a:xfrm>
            <a:custGeom>
              <a:rect b="b" l="l" r="r" t="t"/>
              <a:pathLst>
                <a:path extrusionOk="0" h="242" w="54">
                  <a:moveTo>
                    <a:pt x="19" y="217"/>
                  </a:moveTo>
                  <a:cubicBezTo>
                    <a:pt x="53" y="184"/>
                    <a:pt x="38" y="149"/>
                    <a:pt x="40" y="119"/>
                  </a:cubicBezTo>
                  <a:cubicBezTo>
                    <a:pt x="42" y="88"/>
                    <a:pt x="34" y="55"/>
                    <a:pt x="52" y="26"/>
                  </a:cubicBezTo>
                  <a:cubicBezTo>
                    <a:pt x="52" y="90"/>
                    <a:pt x="47" y="155"/>
                    <a:pt x="52" y="219"/>
                  </a:cubicBezTo>
                  <a:cubicBezTo>
                    <a:pt x="52" y="236"/>
                    <a:pt x="43" y="230"/>
                    <a:pt x="33" y="234"/>
                  </a:cubicBezTo>
                  <a:cubicBezTo>
                    <a:pt x="15" y="241"/>
                    <a:pt x="10" y="237"/>
                    <a:pt x="7" y="221"/>
                  </a:cubicBezTo>
                  <a:cubicBezTo>
                    <a:pt x="3" y="199"/>
                    <a:pt x="1" y="178"/>
                    <a:pt x="0" y="156"/>
                  </a:cubicBezTo>
                  <a:cubicBezTo>
                    <a:pt x="0" y="153"/>
                    <a:pt x="0" y="149"/>
                    <a:pt x="0" y="146"/>
                  </a:cubicBezTo>
                  <a:cubicBezTo>
                    <a:pt x="0" y="97"/>
                    <a:pt x="6" y="48"/>
                    <a:pt x="17" y="0"/>
                  </a:cubicBezTo>
                  <a:cubicBezTo>
                    <a:pt x="16" y="69"/>
                    <a:pt x="14" y="140"/>
                    <a:pt x="1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8"/>
            <p:cNvSpPr/>
            <p:nvPr/>
          </p:nvSpPr>
          <p:spPr>
            <a:xfrm rot="-755217">
              <a:off x="7509754" y="2275401"/>
              <a:ext cx="63613" cy="123089"/>
            </a:xfrm>
            <a:custGeom>
              <a:rect b="b" l="l" r="r" t="t"/>
              <a:pathLst>
                <a:path extrusionOk="0" h="149" w="77">
                  <a:moveTo>
                    <a:pt x="49" y="148"/>
                  </a:moveTo>
                  <a:cubicBezTo>
                    <a:pt x="61" y="125"/>
                    <a:pt x="51" y="108"/>
                    <a:pt x="35" y="90"/>
                  </a:cubicBezTo>
                  <a:cubicBezTo>
                    <a:pt x="27" y="82"/>
                    <a:pt x="21" y="74"/>
                    <a:pt x="15" y="65"/>
                  </a:cubicBezTo>
                  <a:cubicBezTo>
                    <a:pt x="5" y="47"/>
                    <a:pt x="0" y="27"/>
                    <a:pt x="0" y="6"/>
                  </a:cubicBezTo>
                  <a:cubicBezTo>
                    <a:pt x="0" y="5"/>
                    <a:pt x="0" y="4"/>
                    <a:pt x="0" y="2"/>
                  </a:cubicBezTo>
                  <a:cubicBezTo>
                    <a:pt x="20" y="0"/>
                    <a:pt x="16" y="14"/>
                    <a:pt x="19" y="23"/>
                  </a:cubicBezTo>
                  <a:cubicBezTo>
                    <a:pt x="25" y="41"/>
                    <a:pt x="23" y="62"/>
                    <a:pt x="52" y="65"/>
                  </a:cubicBezTo>
                  <a:cubicBezTo>
                    <a:pt x="70" y="67"/>
                    <a:pt x="63" y="89"/>
                    <a:pt x="63" y="102"/>
                  </a:cubicBezTo>
                  <a:cubicBezTo>
                    <a:pt x="62" y="115"/>
                    <a:pt x="76" y="140"/>
                    <a:pt x="48" y="146"/>
                  </a:cubicBezTo>
                  <a:lnTo>
                    <a:pt x="49" y="1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8"/>
            <p:cNvSpPr/>
            <p:nvPr/>
          </p:nvSpPr>
          <p:spPr>
            <a:xfrm rot="-755217">
              <a:off x="7750467" y="2358192"/>
              <a:ext cx="90050" cy="109046"/>
            </a:xfrm>
            <a:custGeom>
              <a:rect b="b" l="l" r="r" t="t"/>
              <a:pathLst>
                <a:path extrusionOk="0" h="132" w="109">
                  <a:moveTo>
                    <a:pt x="0" y="4"/>
                  </a:moveTo>
                  <a:cubicBezTo>
                    <a:pt x="4" y="2"/>
                    <a:pt x="6" y="0"/>
                    <a:pt x="8" y="0"/>
                  </a:cubicBezTo>
                  <a:cubicBezTo>
                    <a:pt x="23" y="0"/>
                    <a:pt x="37" y="4"/>
                    <a:pt x="50" y="12"/>
                  </a:cubicBezTo>
                  <a:cubicBezTo>
                    <a:pt x="63" y="19"/>
                    <a:pt x="73" y="29"/>
                    <a:pt x="81" y="42"/>
                  </a:cubicBezTo>
                  <a:cubicBezTo>
                    <a:pt x="89" y="55"/>
                    <a:pt x="92" y="70"/>
                    <a:pt x="92" y="85"/>
                  </a:cubicBezTo>
                  <a:cubicBezTo>
                    <a:pt x="94" y="98"/>
                    <a:pt x="108" y="108"/>
                    <a:pt x="106" y="124"/>
                  </a:cubicBezTo>
                  <a:cubicBezTo>
                    <a:pt x="92" y="131"/>
                    <a:pt x="90" y="121"/>
                    <a:pt x="87" y="113"/>
                  </a:cubicBezTo>
                  <a:cubicBezTo>
                    <a:pt x="80" y="94"/>
                    <a:pt x="73" y="75"/>
                    <a:pt x="67" y="56"/>
                  </a:cubicBezTo>
                  <a:cubicBezTo>
                    <a:pt x="61" y="37"/>
                    <a:pt x="56" y="19"/>
                    <a:pt x="27" y="30"/>
                  </a:cubicBezTo>
                  <a:cubicBezTo>
                    <a:pt x="15" y="34"/>
                    <a:pt x="4" y="21"/>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8"/>
            <p:cNvSpPr/>
            <p:nvPr/>
          </p:nvSpPr>
          <p:spPr>
            <a:xfrm rot="-755217">
              <a:off x="7593185" y="2511104"/>
              <a:ext cx="44612" cy="120611"/>
            </a:xfrm>
            <a:custGeom>
              <a:rect b="b" l="l" r="r" t="t"/>
              <a:pathLst>
                <a:path extrusionOk="0" h="146" w="54">
                  <a:moveTo>
                    <a:pt x="50" y="129"/>
                  </a:moveTo>
                  <a:cubicBezTo>
                    <a:pt x="30" y="115"/>
                    <a:pt x="42" y="84"/>
                    <a:pt x="16" y="68"/>
                  </a:cubicBezTo>
                  <a:lnTo>
                    <a:pt x="16" y="145"/>
                  </a:lnTo>
                  <a:cubicBezTo>
                    <a:pt x="0" y="81"/>
                    <a:pt x="3" y="57"/>
                    <a:pt x="36" y="0"/>
                  </a:cubicBezTo>
                  <a:cubicBezTo>
                    <a:pt x="36" y="50"/>
                    <a:pt x="53" y="88"/>
                    <a:pt x="49" y="130"/>
                  </a:cubicBezTo>
                  <a:lnTo>
                    <a:pt x="50"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8"/>
            <p:cNvSpPr/>
            <p:nvPr/>
          </p:nvSpPr>
          <p:spPr>
            <a:xfrm rot="-755217">
              <a:off x="7480020" y="2488779"/>
              <a:ext cx="21480" cy="170177"/>
            </a:xfrm>
            <a:custGeom>
              <a:rect b="b" l="l" r="r" t="t"/>
              <a:pathLst>
                <a:path extrusionOk="0" h="206" w="26">
                  <a:moveTo>
                    <a:pt x="3" y="205"/>
                  </a:moveTo>
                  <a:cubicBezTo>
                    <a:pt x="1" y="187"/>
                    <a:pt x="0" y="168"/>
                    <a:pt x="0" y="149"/>
                  </a:cubicBezTo>
                  <a:cubicBezTo>
                    <a:pt x="0" y="98"/>
                    <a:pt x="8" y="48"/>
                    <a:pt x="25" y="0"/>
                  </a:cubicBezTo>
                  <a:cubicBezTo>
                    <a:pt x="22" y="68"/>
                    <a:pt x="4" y="135"/>
                    <a:pt x="3"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8"/>
            <p:cNvSpPr/>
            <p:nvPr/>
          </p:nvSpPr>
          <p:spPr>
            <a:xfrm rot="-755217">
              <a:off x="7631353" y="2328067"/>
              <a:ext cx="52047" cy="107393"/>
            </a:xfrm>
            <a:custGeom>
              <a:rect b="b" l="l" r="r" t="t"/>
              <a:pathLst>
                <a:path extrusionOk="0" h="130" w="63">
                  <a:moveTo>
                    <a:pt x="0" y="0"/>
                  </a:moveTo>
                  <a:cubicBezTo>
                    <a:pt x="19" y="21"/>
                    <a:pt x="27" y="48"/>
                    <a:pt x="51" y="64"/>
                  </a:cubicBezTo>
                  <a:cubicBezTo>
                    <a:pt x="29" y="90"/>
                    <a:pt x="52" y="108"/>
                    <a:pt x="62" y="129"/>
                  </a:cubicBezTo>
                  <a:cubicBezTo>
                    <a:pt x="14" y="98"/>
                    <a:pt x="19"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8"/>
            <p:cNvSpPr/>
            <p:nvPr/>
          </p:nvSpPr>
          <p:spPr>
            <a:xfrm rot="-755217">
              <a:off x="7592185" y="2343448"/>
              <a:ext cx="39655" cy="121437"/>
            </a:xfrm>
            <a:custGeom>
              <a:rect b="b" l="l" r="r" t="t"/>
              <a:pathLst>
                <a:path extrusionOk="0" h="147" w="48">
                  <a:moveTo>
                    <a:pt x="0" y="0"/>
                  </a:moveTo>
                  <a:cubicBezTo>
                    <a:pt x="16" y="48"/>
                    <a:pt x="47" y="91"/>
                    <a:pt x="31" y="146"/>
                  </a:cubicBezTo>
                  <a:cubicBezTo>
                    <a:pt x="1" y="101"/>
                    <a:pt x="9" y="4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8"/>
            <p:cNvSpPr/>
            <p:nvPr/>
          </p:nvSpPr>
          <p:spPr>
            <a:xfrm rot="-755217">
              <a:off x="7673207" y="2455635"/>
              <a:ext cx="47090" cy="114002"/>
            </a:xfrm>
            <a:custGeom>
              <a:rect b="b" l="l" r="r" t="t"/>
              <a:pathLst>
                <a:path extrusionOk="0" h="138" w="57">
                  <a:moveTo>
                    <a:pt x="5" y="0"/>
                  </a:moveTo>
                  <a:cubicBezTo>
                    <a:pt x="19" y="48"/>
                    <a:pt x="25" y="96"/>
                    <a:pt x="56" y="137"/>
                  </a:cubicBezTo>
                  <a:cubicBezTo>
                    <a:pt x="40" y="126"/>
                    <a:pt x="26" y="112"/>
                    <a:pt x="16" y="95"/>
                  </a:cubicBezTo>
                  <a:cubicBezTo>
                    <a:pt x="5" y="77"/>
                    <a:pt x="0" y="56"/>
                    <a:pt x="0" y="35"/>
                  </a:cubicBezTo>
                  <a:cubicBezTo>
                    <a:pt x="0" y="23"/>
                    <a:pt x="2" y="11"/>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8"/>
            <p:cNvSpPr/>
            <p:nvPr/>
          </p:nvSpPr>
          <p:spPr>
            <a:xfrm rot="-755217">
              <a:off x="7572900" y="2538264"/>
              <a:ext cx="21480" cy="167699"/>
            </a:xfrm>
            <a:custGeom>
              <a:rect b="b" l="l" r="r" t="t"/>
              <a:pathLst>
                <a:path extrusionOk="0" h="203" w="26">
                  <a:moveTo>
                    <a:pt x="14" y="0"/>
                  </a:moveTo>
                  <a:cubicBezTo>
                    <a:pt x="21" y="67"/>
                    <a:pt x="12" y="135"/>
                    <a:pt x="25" y="202"/>
                  </a:cubicBezTo>
                  <a:cubicBezTo>
                    <a:pt x="0" y="136"/>
                    <a:pt x="12" y="69"/>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8"/>
            <p:cNvSpPr/>
            <p:nvPr/>
          </p:nvSpPr>
          <p:spPr>
            <a:xfrm rot="-755217">
              <a:off x="7644155" y="2475324"/>
              <a:ext cx="35524" cy="118959"/>
            </a:xfrm>
            <a:custGeom>
              <a:rect b="b" l="l" r="r" t="t"/>
              <a:pathLst>
                <a:path extrusionOk="0" h="144" w="43">
                  <a:moveTo>
                    <a:pt x="42" y="143"/>
                  </a:moveTo>
                  <a:cubicBezTo>
                    <a:pt x="33" y="134"/>
                    <a:pt x="25" y="124"/>
                    <a:pt x="19" y="113"/>
                  </a:cubicBezTo>
                  <a:cubicBezTo>
                    <a:pt x="6" y="92"/>
                    <a:pt x="0" y="67"/>
                    <a:pt x="0" y="43"/>
                  </a:cubicBezTo>
                  <a:cubicBezTo>
                    <a:pt x="0" y="28"/>
                    <a:pt x="2" y="14"/>
                    <a:pt x="6" y="0"/>
                  </a:cubicBezTo>
                  <a:cubicBezTo>
                    <a:pt x="11" y="49"/>
                    <a:pt x="23" y="97"/>
                    <a:pt x="42"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8"/>
            <p:cNvSpPr/>
            <p:nvPr/>
          </p:nvSpPr>
          <p:spPr>
            <a:xfrm rot="-755217">
              <a:off x="7485598" y="2338134"/>
              <a:ext cx="35524" cy="125568"/>
            </a:xfrm>
            <a:custGeom>
              <a:rect b="b" l="l" r="r" t="t"/>
              <a:pathLst>
                <a:path extrusionOk="0" h="152" w="43">
                  <a:moveTo>
                    <a:pt x="20" y="151"/>
                  </a:moveTo>
                  <a:cubicBezTo>
                    <a:pt x="0" y="87"/>
                    <a:pt x="7" y="40"/>
                    <a:pt x="42" y="0"/>
                  </a:cubicBezTo>
                  <a:cubicBezTo>
                    <a:pt x="36" y="54"/>
                    <a:pt x="15" y="100"/>
                    <a:pt x="2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8"/>
            <p:cNvSpPr/>
            <p:nvPr/>
          </p:nvSpPr>
          <p:spPr>
            <a:xfrm rot="-755217">
              <a:off x="7530886" y="2381898"/>
              <a:ext cx="19828" cy="96654"/>
            </a:xfrm>
            <a:custGeom>
              <a:rect b="b" l="l" r="r" t="t"/>
              <a:pathLst>
                <a:path extrusionOk="0" h="117" w="24">
                  <a:moveTo>
                    <a:pt x="11" y="0"/>
                  </a:moveTo>
                  <a:cubicBezTo>
                    <a:pt x="21" y="38"/>
                    <a:pt x="11" y="79"/>
                    <a:pt x="23" y="116"/>
                  </a:cubicBezTo>
                  <a:cubicBezTo>
                    <a:pt x="20" y="113"/>
                    <a:pt x="18" y="109"/>
                    <a:pt x="16" y="106"/>
                  </a:cubicBezTo>
                  <a:cubicBezTo>
                    <a:pt x="6" y="88"/>
                    <a:pt x="0" y="68"/>
                    <a:pt x="0" y="47"/>
                  </a:cubicBezTo>
                  <a:cubicBezTo>
                    <a:pt x="0" y="31"/>
                    <a:pt x="4" y="15"/>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8"/>
            <p:cNvSpPr/>
            <p:nvPr/>
          </p:nvSpPr>
          <p:spPr>
            <a:xfrm rot="-755217">
              <a:off x="7705235" y="2457909"/>
              <a:ext cx="42960" cy="85915"/>
            </a:xfrm>
            <a:custGeom>
              <a:rect b="b" l="l" r="r" t="t"/>
              <a:pathLst>
                <a:path extrusionOk="0" h="104" w="52">
                  <a:moveTo>
                    <a:pt x="51" y="103"/>
                  </a:moveTo>
                  <a:cubicBezTo>
                    <a:pt x="23" y="74"/>
                    <a:pt x="0" y="43"/>
                    <a:pt x="5" y="0"/>
                  </a:cubicBezTo>
                  <a:cubicBezTo>
                    <a:pt x="25" y="32"/>
                    <a:pt x="31" y="72"/>
                    <a:pt x="51"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8"/>
            <p:cNvSpPr/>
            <p:nvPr/>
          </p:nvSpPr>
          <p:spPr>
            <a:xfrm rot="-755217">
              <a:off x="7562583" y="2391371"/>
              <a:ext cx="22306" cy="88393"/>
            </a:xfrm>
            <a:custGeom>
              <a:rect b="b" l="l" r="r" t="t"/>
              <a:pathLst>
                <a:path extrusionOk="0" h="107" w="27">
                  <a:moveTo>
                    <a:pt x="11" y="0"/>
                  </a:moveTo>
                  <a:cubicBezTo>
                    <a:pt x="20" y="35"/>
                    <a:pt x="11" y="72"/>
                    <a:pt x="26" y="106"/>
                  </a:cubicBezTo>
                  <a:cubicBezTo>
                    <a:pt x="20" y="101"/>
                    <a:pt x="15" y="94"/>
                    <a:pt x="11" y="87"/>
                  </a:cubicBezTo>
                  <a:cubicBezTo>
                    <a:pt x="4" y="75"/>
                    <a:pt x="0" y="60"/>
                    <a:pt x="0" y="45"/>
                  </a:cubicBezTo>
                  <a:cubicBezTo>
                    <a:pt x="0" y="30"/>
                    <a:pt x="4" y="15"/>
                    <a:pt x="11" y="3"/>
                  </a:cubicBezTo>
                  <a:cubicBezTo>
                    <a:pt x="12" y="2"/>
                    <a:pt x="12" y="1"/>
                    <a:pt x="13"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8"/>
            <p:cNvSpPr/>
            <p:nvPr/>
          </p:nvSpPr>
          <p:spPr>
            <a:xfrm rot="-755217">
              <a:off x="7741144" y="2321104"/>
              <a:ext cx="54526" cy="42957"/>
            </a:xfrm>
            <a:custGeom>
              <a:rect b="b" l="l" r="r" t="t"/>
              <a:pathLst>
                <a:path extrusionOk="0" h="52" w="66">
                  <a:moveTo>
                    <a:pt x="65" y="44"/>
                  </a:moveTo>
                  <a:cubicBezTo>
                    <a:pt x="35" y="51"/>
                    <a:pt x="24" y="26"/>
                    <a:pt x="0" y="9"/>
                  </a:cubicBezTo>
                  <a:cubicBezTo>
                    <a:pt x="40" y="0"/>
                    <a:pt x="45" y="35"/>
                    <a:pt x="6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8"/>
            <p:cNvSpPr/>
            <p:nvPr/>
          </p:nvSpPr>
          <p:spPr>
            <a:xfrm rot="-755217">
              <a:off x="7747665" y="2445449"/>
              <a:ext cx="22306" cy="68567"/>
            </a:xfrm>
            <a:custGeom>
              <a:rect b="b" l="l" r="r" t="t"/>
              <a:pathLst>
                <a:path extrusionOk="0" h="83" w="27">
                  <a:moveTo>
                    <a:pt x="26" y="82"/>
                  </a:moveTo>
                  <a:cubicBezTo>
                    <a:pt x="23" y="77"/>
                    <a:pt x="20" y="73"/>
                    <a:pt x="17" y="68"/>
                  </a:cubicBezTo>
                  <a:cubicBezTo>
                    <a:pt x="6" y="48"/>
                    <a:pt x="0" y="26"/>
                    <a:pt x="0" y="4"/>
                  </a:cubicBezTo>
                  <a:cubicBezTo>
                    <a:pt x="0" y="3"/>
                    <a:pt x="0" y="1"/>
                    <a:pt x="0" y="0"/>
                  </a:cubicBezTo>
                  <a:cubicBezTo>
                    <a:pt x="23" y="30"/>
                    <a:pt x="18" y="58"/>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8"/>
            <p:cNvSpPr/>
            <p:nvPr/>
          </p:nvSpPr>
          <p:spPr>
            <a:xfrm rot="-755217">
              <a:off x="7696911" y="2282429"/>
              <a:ext cx="33046" cy="29740"/>
            </a:xfrm>
            <a:custGeom>
              <a:rect b="b" l="l" r="r" t="t"/>
              <a:pathLst>
                <a:path extrusionOk="0" h="36" w="40">
                  <a:moveTo>
                    <a:pt x="0" y="4"/>
                  </a:moveTo>
                  <a:cubicBezTo>
                    <a:pt x="3" y="2"/>
                    <a:pt x="5" y="0"/>
                    <a:pt x="6" y="0"/>
                  </a:cubicBezTo>
                  <a:cubicBezTo>
                    <a:pt x="17" y="6"/>
                    <a:pt x="28" y="13"/>
                    <a:pt x="39" y="20"/>
                  </a:cubicBezTo>
                  <a:cubicBezTo>
                    <a:pt x="39" y="20"/>
                    <a:pt x="36" y="27"/>
                    <a:pt x="34" y="28"/>
                  </a:cubicBezTo>
                  <a:cubicBezTo>
                    <a:pt x="11" y="35"/>
                    <a:pt x="9" y="16"/>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8"/>
            <p:cNvSpPr/>
            <p:nvPr/>
          </p:nvSpPr>
          <p:spPr>
            <a:xfrm rot="-755217">
              <a:off x="7766947" y="2427650"/>
              <a:ext cx="25611" cy="33870"/>
            </a:xfrm>
            <a:custGeom>
              <a:rect b="b" l="l" r="r" t="t"/>
              <a:pathLst>
                <a:path extrusionOk="0" h="41" w="31">
                  <a:moveTo>
                    <a:pt x="0" y="0"/>
                  </a:moveTo>
                  <a:cubicBezTo>
                    <a:pt x="1" y="1"/>
                    <a:pt x="3" y="1"/>
                    <a:pt x="4" y="2"/>
                  </a:cubicBezTo>
                  <a:cubicBezTo>
                    <a:pt x="14" y="8"/>
                    <a:pt x="21" y="16"/>
                    <a:pt x="27" y="25"/>
                  </a:cubicBezTo>
                  <a:cubicBezTo>
                    <a:pt x="28" y="27"/>
                    <a:pt x="29" y="30"/>
                    <a:pt x="30" y="32"/>
                  </a:cubicBezTo>
                  <a:cubicBezTo>
                    <a:pt x="28" y="38"/>
                    <a:pt x="24" y="40"/>
                    <a:pt x="19" y="36"/>
                  </a:cubicBezTo>
                  <a:cubicBezTo>
                    <a:pt x="14" y="32"/>
                    <a:pt x="10" y="27"/>
                    <a:pt x="6" y="21"/>
                  </a:cubicBezTo>
                  <a:cubicBezTo>
                    <a:pt x="3" y="15"/>
                    <a:pt x="0"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8"/>
            <p:cNvSpPr/>
            <p:nvPr/>
          </p:nvSpPr>
          <p:spPr>
            <a:xfrm rot="-755217">
              <a:off x="7709230" y="2375775"/>
              <a:ext cx="14871" cy="38827"/>
            </a:xfrm>
            <a:custGeom>
              <a:rect b="b" l="l" r="r" t="t"/>
              <a:pathLst>
                <a:path extrusionOk="0" h="47" w="18">
                  <a:moveTo>
                    <a:pt x="17" y="46"/>
                  </a:moveTo>
                  <a:cubicBezTo>
                    <a:pt x="14" y="42"/>
                    <a:pt x="12" y="37"/>
                    <a:pt x="9" y="33"/>
                  </a:cubicBezTo>
                  <a:cubicBezTo>
                    <a:pt x="7" y="29"/>
                    <a:pt x="4" y="24"/>
                    <a:pt x="2" y="20"/>
                  </a:cubicBezTo>
                  <a:cubicBezTo>
                    <a:pt x="1" y="17"/>
                    <a:pt x="0" y="14"/>
                    <a:pt x="0" y="11"/>
                  </a:cubicBezTo>
                  <a:cubicBezTo>
                    <a:pt x="0" y="8"/>
                    <a:pt x="1" y="5"/>
                    <a:pt x="2" y="2"/>
                  </a:cubicBezTo>
                  <a:cubicBezTo>
                    <a:pt x="3" y="1"/>
                    <a:pt x="3" y="0"/>
                    <a:pt x="4" y="0"/>
                  </a:cubicBezTo>
                  <a:cubicBezTo>
                    <a:pt x="5" y="1"/>
                    <a:pt x="6" y="2"/>
                    <a:pt x="7" y="4"/>
                  </a:cubicBezTo>
                  <a:cubicBezTo>
                    <a:pt x="14" y="16"/>
                    <a:pt x="17" y="30"/>
                    <a:pt x="17" y="44"/>
                  </a:cubicBezTo>
                  <a:cubicBezTo>
                    <a:pt x="17" y="45"/>
                    <a:pt x="17" y="46"/>
                    <a:pt x="17"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8"/>
            <p:cNvSpPr/>
            <p:nvPr/>
          </p:nvSpPr>
          <p:spPr>
            <a:xfrm rot="-755217">
              <a:off x="7646471" y="2609882"/>
              <a:ext cx="21480" cy="31392"/>
            </a:xfrm>
            <a:custGeom>
              <a:rect b="b" l="l" r="r" t="t"/>
              <a:pathLst>
                <a:path extrusionOk="0" h="38" w="26">
                  <a:moveTo>
                    <a:pt x="0" y="1"/>
                  </a:moveTo>
                  <a:cubicBezTo>
                    <a:pt x="16" y="4"/>
                    <a:pt x="12" y="21"/>
                    <a:pt x="25" y="37"/>
                  </a:cubicBezTo>
                  <a:cubicBezTo>
                    <a:pt x="1" y="27"/>
                    <a:pt x="0" y="1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8"/>
            <p:cNvSpPr/>
            <p:nvPr/>
          </p:nvSpPr>
          <p:spPr>
            <a:xfrm rot="-755217">
              <a:off x="9656314" y="4081620"/>
              <a:ext cx="28089" cy="85089"/>
            </a:xfrm>
            <a:custGeom>
              <a:rect b="b" l="l" r="r" t="t"/>
              <a:pathLst>
                <a:path extrusionOk="0" h="103" w="34">
                  <a:moveTo>
                    <a:pt x="7" y="102"/>
                  </a:moveTo>
                  <a:cubicBezTo>
                    <a:pt x="0" y="64"/>
                    <a:pt x="22" y="33"/>
                    <a:pt x="33" y="0"/>
                  </a:cubicBezTo>
                  <a:cubicBezTo>
                    <a:pt x="33" y="35"/>
                    <a:pt x="24" y="70"/>
                    <a:pt x="7" y="101"/>
                  </a:cubicBezTo>
                  <a:lnTo>
                    <a:pt x="7" y="1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8"/>
            <p:cNvSpPr/>
            <p:nvPr/>
          </p:nvSpPr>
          <p:spPr>
            <a:xfrm rot="-755217">
              <a:off x="9671593" y="3996984"/>
              <a:ext cx="23132" cy="42957"/>
            </a:xfrm>
            <a:custGeom>
              <a:rect b="b" l="l" r="r" t="t"/>
              <a:pathLst>
                <a:path extrusionOk="0" h="52" w="28">
                  <a:moveTo>
                    <a:pt x="20" y="0"/>
                  </a:moveTo>
                  <a:cubicBezTo>
                    <a:pt x="27" y="23"/>
                    <a:pt x="16" y="34"/>
                    <a:pt x="7" y="51"/>
                  </a:cubicBezTo>
                  <a:cubicBezTo>
                    <a:pt x="0" y="28"/>
                    <a:pt x="12" y="1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8"/>
            <p:cNvSpPr/>
            <p:nvPr/>
          </p:nvSpPr>
          <p:spPr>
            <a:xfrm rot="-755217">
              <a:off x="10712035" y="3968271"/>
              <a:ext cx="42960" cy="53697"/>
            </a:xfrm>
            <a:custGeom>
              <a:rect b="b" l="l" r="r" t="t"/>
              <a:pathLst>
                <a:path extrusionOk="0" h="65" w="52">
                  <a:moveTo>
                    <a:pt x="0" y="62"/>
                  </a:moveTo>
                  <a:cubicBezTo>
                    <a:pt x="23" y="9"/>
                    <a:pt x="23" y="9"/>
                    <a:pt x="51" y="0"/>
                  </a:cubicBezTo>
                  <a:cubicBezTo>
                    <a:pt x="48" y="7"/>
                    <a:pt x="45" y="14"/>
                    <a:pt x="41" y="20"/>
                  </a:cubicBezTo>
                  <a:cubicBezTo>
                    <a:pt x="31" y="38"/>
                    <a:pt x="18" y="52"/>
                    <a:pt x="2" y="64"/>
                  </a:cubicBezTo>
                  <a:lnTo>
                    <a:pt x="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8"/>
            <p:cNvSpPr/>
            <p:nvPr/>
          </p:nvSpPr>
          <p:spPr>
            <a:xfrm rot="-755217">
              <a:off x="10491631" y="3939081"/>
              <a:ext cx="56178" cy="130524"/>
            </a:xfrm>
            <a:custGeom>
              <a:rect b="b" l="l" r="r" t="t"/>
              <a:pathLst>
                <a:path extrusionOk="0" h="158" w="68">
                  <a:moveTo>
                    <a:pt x="0" y="157"/>
                  </a:moveTo>
                  <a:cubicBezTo>
                    <a:pt x="10" y="112"/>
                    <a:pt x="26" y="69"/>
                    <a:pt x="49" y="29"/>
                  </a:cubicBezTo>
                  <a:cubicBezTo>
                    <a:pt x="55" y="19"/>
                    <a:pt x="61" y="10"/>
                    <a:pt x="67" y="0"/>
                  </a:cubicBezTo>
                  <a:cubicBezTo>
                    <a:pt x="56" y="48"/>
                    <a:pt x="37" y="93"/>
                    <a:pt x="13" y="135"/>
                  </a:cubicBezTo>
                  <a:cubicBezTo>
                    <a:pt x="9" y="143"/>
                    <a:pt x="4" y="150"/>
                    <a:pt x="0"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8"/>
            <p:cNvSpPr/>
            <p:nvPr/>
          </p:nvSpPr>
          <p:spPr>
            <a:xfrm rot="-755217">
              <a:off x="10582569" y="3742364"/>
              <a:ext cx="47090" cy="88393"/>
            </a:xfrm>
            <a:custGeom>
              <a:rect b="b" l="l" r="r" t="t"/>
              <a:pathLst>
                <a:path extrusionOk="0" h="107" w="57">
                  <a:moveTo>
                    <a:pt x="56" y="0"/>
                  </a:moveTo>
                  <a:cubicBezTo>
                    <a:pt x="50" y="22"/>
                    <a:pt x="41" y="44"/>
                    <a:pt x="30" y="64"/>
                  </a:cubicBezTo>
                  <a:cubicBezTo>
                    <a:pt x="21" y="79"/>
                    <a:pt x="11" y="93"/>
                    <a:pt x="0" y="106"/>
                  </a:cubicBezTo>
                  <a:cubicBezTo>
                    <a:pt x="4" y="83"/>
                    <a:pt x="12" y="62"/>
                    <a:pt x="23" y="43"/>
                  </a:cubicBezTo>
                  <a:cubicBezTo>
                    <a:pt x="32" y="27"/>
                    <a:pt x="43" y="12"/>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8"/>
            <p:cNvSpPr/>
            <p:nvPr/>
          </p:nvSpPr>
          <p:spPr>
            <a:xfrm rot="-755217">
              <a:off x="10524384" y="3868852"/>
              <a:ext cx="28915" cy="66914"/>
            </a:xfrm>
            <a:custGeom>
              <a:rect b="b" l="l" r="r" t="t"/>
              <a:pathLst>
                <a:path extrusionOk="0" h="81" w="35">
                  <a:moveTo>
                    <a:pt x="0" y="80"/>
                  </a:moveTo>
                  <a:cubicBezTo>
                    <a:pt x="1" y="60"/>
                    <a:pt x="7" y="41"/>
                    <a:pt x="17" y="24"/>
                  </a:cubicBezTo>
                  <a:cubicBezTo>
                    <a:pt x="21" y="16"/>
                    <a:pt x="27" y="8"/>
                    <a:pt x="34" y="0"/>
                  </a:cubicBezTo>
                  <a:cubicBezTo>
                    <a:pt x="33" y="20"/>
                    <a:pt x="27" y="39"/>
                    <a:pt x="17" y="56"/>
                  </a:cubicBezTo>
                  <a:cubicBezTo>
                    <a:pt x="12" y="65"/>
                    <a:pt x="6" y="73"/>
                    <a:pt x="0"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8"/>
            <p:cNvSpPr/>
            <p:nvPr/>
          </p:nvSpPr>
          <p:spPr>
            <a:xfrm rot="-755217">
              <a:off x="9586944" y="4001837"/>
              <a:ext cx="14045" cy="57001"/>
            </a:xfrm>
            <a:custGeom>
              <a:rect b="b" l="l" r="r" t="t"/>
              <a:pathLst>
                <a:path extrusionOk="0" h="69" w="17">
                  <a:moveTo>
                    <a:pt x="0" y="68"/>
                  </a:moveTo>
                  <a:cubicBezTo>
                    <a:pt x="0" y="64"/>
                    <a:pt x="0" y="60"/>
                    <a:pt x="0" y="56"/>
                  </a:cubicBezTo>
                  <a:cubicBezTo>
                    <a:pt x="0" y="36"/>
                    <a:pt x="4" y="17"/>
                    <a:pt x="14" y="0"/>
                  </a:cubicBezTo>
                  <a:cubicBezTo>
                    <a:pt x="15" y="5"/>
                    <a:pt x="16" y="11"/>
                    <a:pt x="16" y="16"/>
                  </a:cubicBezTo>
                  <a:lnTo>
                    <a:pt x="16" y="17"/>
                  </a:lnTo>
                  <a:cubicBezTo>
                    <a:pt x="12" y="32"/>
                    <a:pt x="7" y="47"/>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8"/>
            <p:cNvSpPr/>
            <p:nvPr/>
          </p:nvSpPr>
          <p:spPr>
            <a:xfrm rot="-755217">
              <a:off x="9834562" y="4056143"/>
              <a:ext cx="33872" cy="132177"/>
            </a:xfrm>
            <a:custGeom>
              <a:rect b="b" l="l" r="r" t="t"/>
              <a:pathLst>
                <a:path extrusionOk="0" h="160" w="41">
                  <a:moveTo>
                    <a:pt x="2" y="159"/>
                  </a:moveTo>
                  <a:cubicBezTo>
                    <a:pt x="7" y="105"/>
                    <a:pt x="19" y="51"/>
                    <a:pt x="40" y="0"/>
                  </a:cubicBezTo>
                  <a:cubicBezTo>
                    <a:pt x="39" y="55"/>
                    <a:pt x="25" y="108"/>
                    <a:pt x="0" y="157"/>
                  </a:cubicBezTo>
                  <a:lnTo>
                    <a:pt x="2"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8"/>
            <p:cNvSpPr/>
            <p:nvPr/>
          </p:nvSpPr>
          <p:spPr>
            <a:xfrm rot="-755217">
              <a:off x="9848173" y="4189182"/>
              <a:ext cx="12392" cy="58653"/>
            </a:xfrm>
            <a:custGeom>
              <a:rect b="b" l="l" r="r" t="t"/>
              <a:pathLst>
                <a:path extrusionOk="0" h="71" w="15">
                  <a:moveTo>
                    <a:pt x="4" y="70"/>
                  </a:moveTo>
                  <a:cubicBezTo>
                    <a:pt x="1" y="62"/>
                    <a:pt x="0" y="53"/>
                    <a:pt x="0" y="43"/>
                  </a:cubicBezTo>
                  <a:cubicBezTo>
                    <a:pt x="0" y="28"/>
                    <a:pt x="4" y="13"/>
                    <a:pt x="11" y="0"/>
                  </a:cubicBezTo>
                  <a:cubicBezTo>
                    <a:pt x="13" y="9"/>
                    <a:pt x="14" y="18"/>
                    <a:pt x="14" y="26"/>
                  </a:cubicBezTo>
                  <a:cubicBezTo>
                    <a:pt x="14" y="42"/>
                    <a:pt x="11" y="57"/>
                    <a:pt x="4"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8"/>
            <p:cNvSpPr/>
            <p:nvPr/>
          </p:nvSpPr>
          <p:spPr>
            <a:xfrm rot="-755217">
              <a:off x="10127471" y="2969600"/>
              <a:ext cx="17349" cy="24783"/>
            </a:xfrm>
            <a:custGeom>
              <a:rect b="b" l="l" r="r" t="t"/>
              <a:pathLst>
                <a:path extrusionOk="0" h="30" w="21">
                  <a:moveTo>
                    <a:pt x="2" y="29"/>
                  </a:moveTo>
                  <a:cubicBezTo>
                    <a:pt x="1" y="26"/>
                    <a:pt x="0" y="23"/>
                    <a:pt x="0" y="19"/>
                  </a:cubicBezTo>
                  <a:cubicBezTo>
                    <a:pt x="0" y="11"/>
                    <a:pt x="0" y="0"/>
                    <a:pt x="13" y="5"/>
                  </a:cubicBezTo>
                  <a:cubicBezTo>
                    <a:pt x="20" y="7"/>
                    <a:pt x="17" y="18"/>
                    <a:pt x="13" y="23"/>
                  </a:cubicBezTo>
                  <a:cubicBezTo>
                    <a:pt x="9" y="29"/>
                    <a:pt x="4" y="27"/>
                    <a:pt x="0" y="29"/>
                  </a:cubicBezTo>
                  <a:lnTo>
                    <a:pt x="2" y="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8"/>
            <p:cNvSpPr/>
            <p:nvPr/>
          </p:nvSpPr>
          <p:spPr>
            <a:xfrm rot="-755217">
              <a:off x="10132169" y="2993488"/>
              <a:ext cx="9914" cy="57827"/>
            </a:xfrm>
            <a:custGeom>
              <a:rect b="b" l="l" r="r" t="t"/>
              <a:pathLst>
                <a:path extrusionOk="0" h="70" w="12">
                  <a:moveTo>
                    <a:pt x="6" y="0"/>
                  </a:moveTo>
                  <a:cubicBezTo>
                    <a:pt x="9" y="11"/>
                    <a:pt x="11" y="22"/>
                    <a:pt x="11" y="34"/>
                  </a:cubicBezTo>
                  <a:cubicBezTo>
                    <a:pt x="11" y="45"/>
                    <a:pt x="9" y="56"/>
                    <a:pt x="6" y="67"/>
                  </a:cubicBezTo>
                  <a:lnTo>
                    <a:pt x="6" y="69"/>
                  </a:lnTo>
                  <a:cubicBezTo>
                    <a:pt x="2" y="58"/>
                    <a:pt x="0" y="46"/>
                    <a:pt x="0" y="35"/>
                  </a:cubicBezTo>
                  <a:cubicBezTo>
                    <a:pt x="0" y="23"/>
                    <a:pt x="2" y="1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8"/>
            <p:cNvSpPr/>
            <p:nvPr/>
          </p:nvSpPr>
          <p:spPr>
            <a:xfrm rot="-755217">
              <a:off x="10216457" y="3006297"/>
              <a:ext cx="20654" cy="42957"/>
            </a:xfrm>
            <a:custGeom>
              <a:rect b="b" l="l" r="r" t="t"/>
              <a:pathLst>
                <a:path extrusionOk="0" h="52" w="25">
                  <a:moveTo>
                    <a:pt x="1" y="51"/>
                  </a:moveTo>
                  <a:cubicBezTo>
                    <a:pt x="0" y="48"/>
                    <a:pt x="0" y="45"/>
                    <a:pt x="0" y="42"/>
                  </a:cubicBezTo>
                  <a:cubicBezTo>
                    <a:pt x="0" y="33"/>
                    <a:pt x="2" y="25"/>
                    <a:pt x="7" y="17"/>
                  </a:cubicBezTo>
                  <a:cubicBezTo>
                    <a:pt x="11" y="10"/>
                    <a:pt x="17" y="4"/>
                    <a:pt x="24" y="0"/>
                  </a:cubicBezTo>
                  <a:cubicBezTo>
                    <a:pt x="15" y="16"/>
                    <a:pt x="16" y="37"/>
                    <a:pt x="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8"/>
            <p:cNvSpPr/>
            <p:nvPr/>
          </p:nvSpPr>
          <p:spPr>
            <a:xfrm rot="-755217">
              <a:off x="7450174" y="1888830"/>
              <a:ext cx="20654" cy="48740"/>
            </a:xfrm>
            <a:custGeom>
              <a:rect b="b" l="l" r="r" t="t"/>
              <a:pathLst>
                <a:path extrusionOk="0" h="59" w="25">
                  <a:moveTo>
                    <a:pt x="0" y="58"/>
                  </a:moveTo>
                  <a:cubicBezTo>
                    <a:pt x="0" y="55"/>
                    <a:pt x="0" y="53"/>
                    <a:pt x="0" y="51"/>
                  </a:cubicBezTo>
                  <a:cubicBezTo>
                    <a:pt x="0" y="39"/>
                    <a:pt x="4" y="28"/>
                    <a:pt x="9" y="18"/>
                  </a:cubicBezTo>
                  <a:cubicBezTo>
                    <a:pt x="13" y="11"/>
                    <a:pt x="18" y="5"/>
                    <a:pt x="24" y="0"/>
                  </a:cubicBezTo>
                  <a:cubicBezTo>
                    <a:pt x="24" y="1"/>
                    <a:pt x="24" y="2"/>
                    <a:pt x="24" y="3"/>
                  </a:cubicBezTo>
                  <a:cubicBezTo>
                    <a:pt x="24" y="16"/>
                    <a:pt x="20" y="29"/>
                    <a:pt x="14" y="40"/>
                  </a:cubicBezTo>
                  <a:cubicBezTo>
                    <a:pt x="10" y="47"/>
                    <a:pt x="5"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38"/>
          <p:cNvGrpSpPr/>
          <p:nvPr/>
        </p:nvGrpSpPr>
        <p:grpSpPr>
          <a:xfrm flipH="1">
            <a:off x="-2817058" y="2014282"/>
            <a:ext cx="4682362" cy="4666694"/>
            <a:chOff x="6974410" y="857682"/>
            <a:chExt cx="4682362" cy="4666694"/>
          </a:xfrm>
        </p:grpSpPr>
        <p:sp>
          <p:nvSpPr>
            <p:cNvPr id="4478" name="Google Shape;4478;p38"/>
            <p:cNvSpPr/>
            <p:nvPr/>
          </p:nvSpPr>
          <p:spPr>
            <a:xfrm rot="-755217">
              <a:off x="7352664" y="1238533"/>
              <a:ext cx="3925854" cy="3904992"/>
            </a:xfrm>
            <a:custGeom>
              <a:rect b="b" l="l" r="r" t="t"/>
              <a:pathLst>
                <a:path extrusionOk="0" h="4727" w="4752">
                  <a:moveTo>
                    <a:pt x="926" y="106"/>
                  </a:moveTo>
                  <a:cubicBezTo>
                    <a:pt x="927" y="97"/>
                    <a:pt x="931" y="88"/>
                    <a:pt x="935" y="80"/>
                  </a:cubicBezTo>
                  <a:cubicBezTo>
                    <a:pt x="940" y="72"/>
                    <a:pt x="945" y="65"/>
                    <a:pt x="952" y="60"/>
                  </a:cubicBezTo>
                  <a:cubicBezTo>
                    <a:pt x="974" y="36"/>
                    <a:pt x="995" y="41"/>
                    <a:pt x="1003" y="74"/>
                  </a:cubicBezTo>
                  <a:cubicBezTo>
                    <a:pt x="1005" y="85"/>
                    <a:pt x="1007" y="97"/>
                    <a:pt x="1007" y="109"/>
                  </a:cubicBezTo>
                  <a:cubicBezTo>
                    <a:pt x="1007" y="114"/>
                    <a:pt x="1006" y="118"/>
                    <a:pt x="1006" y="123"/>
                  </a:cubicBezTo>
                  <a:cubicBezTo>
                    <a:pt x="1006" y="141"/>
                    <a:pt x="1003" y="160"/>
                    <a:pt x="1001" y="178"/>
                  </a:cubicBezTo>
                  <a:cubicBezTo>
                    <a:pt x="999" y="197"/>
                    <a:pt x="1008" y="204"/>
                    <a:pt x="1028" y="204"/>
                  </a:cubicBezTo>
                  <a:cubicBezTo>
                    <a:pt x="1052" y="203"/>
                    <a:pt x="1075" y="197"/>
                    <a:pt x="1096" y="186"/>
                  </a:cubicBezTo>
                  <a:cubicBezTo>
                    <a:pt x="1130" y="170"/>
                    <a:pt x="1142" y="177"/>
                    <a:pt x="1149" y="212"/>
                  </a:cubicBezTo>
                  <a:cubicBezTo>
                    <a:pt x="1151" y="225"/>
                    <a:pt x="1152" y="238"/>
                    <a:pt x="1152" y="250"/>
                  </a:cubicBezTo>
                  <a:cubicBezTo>
                    <a:pt x="1152" y="267"/>
                    <a:pt x="1151" y="283"/>
                    <a:pt x="1147" y="300"/>
                  </a:cubicBezTo>
                  <a:cubicBezTo>
                    <a:pt x="1143" y="323"/>
                    <a:pt x="1149" y="335"/>
                    <a:pt x="1174" y="336"/>
                  </a:cubicBezTo>
                  <a:cubicBezTo>
                    <a:pt x="1215" y="338"/>
                    <a:pt x="1257" y="347"/>
                    <a:pt x="1299" y="331"/>
                  </a:cubicBezTo>
                  <a:cubicBezTo>
                    <a:pt x="1328" y="320"/>
                    <a:pt x="1338" y="327"/>
                    <a:pt x="1347" y="358"/>
                  </a:cubicBezTo>
                  <a:cubicBezTo>
                    <a:pt x="1353" y="379"/>
                    <a:pt x="1357" y="401"/>
                    <a:pt x="1357" y="423"/>
                  </a:cubicBezTo>
                  <a:cubicBezTo>
                    <a:pt x="1356" y="436"/>
                    <a:pt x="1356" y="450"/>
                    <a:pt x="1356" y="463"/>
                  </a:cubicBezTo>
                  <a:cubicBezTo>
                    <a:pt x="1356" y="503"/>
                    <a:pt x="1359" y="542"/>
                    <a:pt x="1367" y="581"/>
                  </a:cubicBezTo>
                  <a:cubicBezTo>
                    <a:pt x="1377" y="622"/>
                    <a:pt x="1354" y="652"/>
                    <a:pt x="1319" y="672"/>
                  </a:cubicBezTo>
                  <a:cubicBezTo>
                    <a:pt x="1301" y="681"/>
                    <a:pt x="1282" y="689"/>
                    <a:pt x="1263" y="696"/>
                  </a:cubicBezTo>
                  <a:cubicBezTo>
                    <a:pt x="1406" y="770"/>
                    <a:pt x="1513" y="884"/>
                    <a:pt x="1643" y="966"/>
                  </a:cubicBezTo>
                  <a:cubicBezTo>
                    <a:pt x="1717" y="1018"/>
                    <a:pt x="1786" y="1076"/>
                    <a:pt x="1850" y="1139"/>
                  </a:cubicBezTo>
                  <a:cubicBezTo>
                    <a:pt x="1896" y="1181"/>
                    <a:pt x="1944" y="1220"/>
                    <a:pt x="1996" y="1255"/>
                  </a:cubicBezTo>
                  <a:cubicBezTo>
                    <a:pt x="2106" y="1328"/>
                    <a:pt x="2211" y="1409"/>
                    <a:pt x="2317" y="1487"/>
                  </a:cubicBezTo>
                  <a:cubicBezTo>
                    <a:pt x="2372" y="1528"/>
                    <a:pt x="2422" y="1574"/>
                    <a:pt x="2467" y="1625"/>
                  </a:cubicBezTo>
                  <a:cubicBezTo>
                    <a:pt x="2539" y="1704"/>
                    <a:pt x="2612" y="1781"/>
                    <a:pt x="2685" y="1859"/>
                  </a:cubicBezTo>
                  <a:cubicBezTo>
                    <a:pt x="2727" y="1904"/>
                    <a:pt x="2776" y="1943"/>
                    <a:pt x="2829" y="1974"/>
                  </a:cubicBezTo>
                  <a:cubicBezTo>
                    <a:pt x="2838" y="1979"/>
                    <a:pt x="2846" y="1983"/>
                    <a:pt x="2855" y="1988"/>
                  </a:cubicBezTo>
                  <a:cubicBezTo>
                    <a:pt x="2869" y="1995"/>
                    <a:pt x="2883" y="2003"/>
                    <a:pt x="2897" y="2011"/>
                  </a:cubicBezTo>
                  <a:cubicBezTo>
                    <a:pt x="2921" y="2025"/>
                    <a:pt x="2945" y="2040"/>
                    <a:pt x="2968" y="2055"/>
                  </a:cubicBezTo>
                  <a:cubicBezTo>
                    <a:pt x="2974" y="2060"/>
                    <a:pt x="2978" y="2063"/>
                    <a:pt x="2985" y="2067"/>
                  </a:cubicBezTo>
                  <a:cubicBezTo>
                    <a:pt x="3010" y="2081"/>
                    <a:pt x="3039" y="2089"/>
                    <a:pt x="3068" y="2089"/>
                  </a:cubicBezTo>
                  <a:cubicBezTo>
                    <a:pt x="3086" y="2089"/>
                    <a:pt x="3104" y="2086"/>
                    <a:pt x="3121" y="2080"/>
                  </a:cubicBezTo>
                  <a:cubicBezTo>
                    <a:pt x="3172" y="2069"/>
                    <a:pt x="3222" y="2061"/>
                    <a:pt x="3274" y="2058"/>
                  </a:cubicBezTo>
                  <a:cubicBezTo>
                    <a:pt x="3395" y="2040"/>
                    <a:pt x="3516" y="2016"/>
                    <a:pt x="3639" y="2009"/>
                  </a:cubicBezTo>
                  <a:cubicBezTo>
                    <a:pt x="3669" y="2007"/>
                    <a:pt x="3700" y="2006"/>
                    <a:pt x="3730" y="2006"/>
                  </a:cubicBezTo>
                  <a:cubicBezTo>
                    <a:pt x="3889" y="2006"/>
                    <a:pt x="4047" y="2030"/>
                    <a:pt x="4198" y="2077"/>
                  </a:cubicBezTo>
                  <a:cubicBezTo>
                    <a:pt x="4314" y="2112"/>
                    <a:pt x="4429" y="2151"/>
                    <a:pt x="4542" y="2189"/>
                  </a:cubicBezTo>
                  <a:cubicBezTo>
                    <a:pt x="4547" y="2190"/>
                    <a:pt x="4551" y="2191"/>
                    <a:pt x="4555" y="2193"/>
                  </a:cubicBezTo>
                  <a:cubicBezTo>
                    <a:pt x="4562" y="2197"/>
                    <a:pt x="4566" y="2202"/>
                    <a:pt x="4570" y="2208"/>
                  </a:cubicBezTo>
                  <a:cubicBezTo>
                    <a:pt x="4571" y="2211"/>
                    <a:pt x="4573" y="2214"/>
                    <a:pt x="4574" y="2218"/>
                  </a:cubicBezTo>
                  <a:cubicBezTo>
                    <a:pt x="4488" y="2228"/>
                    <a:pt x="4406" y="2218"/>
                    <a:pt x="4323" y="2214"/>
                  </a:cubicBezTo>
                  <a:cubicBezTo>
                    <a:pt x="4326" y="2217"/>
                    <a:pt x="4329" y="2222"/>
                    <a:pt x="4331" y="2223"/>
                  </a:cubicBezTo>
                  <a:cubicBezTo>
                    <a:pt x="4401" y="2241"/>
                    <a:pt x="4452" y="2293"/>
                    <a:pt x="4516" y="2320"/>
                  </a:cubicBezTo>
                  <a:cubicBezTo>
                    <a:pt x="4580" y="2347"/>
                    <a:pt x="4641" y="2383"/>
                    <a:pt x="4702" y="2416"/>
                  </a:cubicBezTo>
                  <a:cubicBezTo>
                    <a:pt x="4705" y="2418"/>
                    <a:pt x="4708" y="2419"/>
                    <a:pt x="4711" y="2421"/>
                  </a:cubicBezTo>
                  <a:cubicBezTo>
                    <a:pt x="4717" y="2425"/>
                    <a:pt x="4724" y="2429"/>
                    <a:pt x="4730" y="2433"/>
                  </a:cubicBezTo>
                  <a:cubicBezTo>
                    <a:pt x="4732" y="2435"/>
                    <a:pt x="4733" y="2437"/>
                    <a:pt x="4735" y="2439"/>
                  </a:cubicBezTo>
                  <a:cubicBezTo>
                    <a:pt x="4736" y="2441"/>
                    <a:pt x="4737" y="2444"/>
                    <a:pt x="4737" y="2447"/>
                  </a:cubicBezTo>
                  <a:cubicBezTo>
                    <a:pt x="4737" y="2449"/>
                    <a:pt x="4737" y="2451"/>
                    <a:pt x="4736" y="2452"/>
                  </a:cubicBezTo>
                  <a:cubicBezTo>
                    <a:pt x="4734" y="2462"/>
                    <a:pt x="4726" y="2462"/>
                    <a:pt x="4719" y="2462"/>
                  </a:cubicBezTo>
                  <a:cubicBezTo>
                    <a:pt x="4682" y="2462"/>
                    <a:pt x="4646" y="2456"/>
                    <a:pt x="4610" y="2446"/>
                  </a:cubicBezTo>
                  <a:cubicBezTo>
                    <a:pt x="4597" y="2442"/>
                    <a:pt x="4584" y="2439"/>
                    <a:pt x="4570" y="2439"/>
                  </a:cubicBezTo>
                  <a:cubicBezTo>
                    <a:pt x="4564" y="2439"/>
                    <a:pt x="4558" y="2440"/>
                    <a:pt x="4552" y="2441"/>
                  </a:cubicBezTo>
                  <a:cubicBezTo>
                    <a:pt x="4588" y="2472"/>
                    <a:pt x="4622" y="2499"/>
                    <a:pt x="4654" y="2529"/>
                  </a:cubicBezTo>
                  <a:cubicBezTo>
                    <a:pt x="4685" y="2558"/>
                    <a:pt x="4725" y="2572"/>
                    <a:pt x="4751" y="2613"/>
                  </a:cubicBezTo>
                  <a:cubicBezTo>
                    <a:pt x="4696" y="2612"/>
                    <a:pt x="4652" y="2582"/>
                    <a:pt x="4596" y="2581"/>
                  </a:cubicBezTo>
                  <a:cubicBezTo>
                    <a:pt x="4638" y="2638"/>
                    <a:pt x="4698" y="2673"/>
                    <a:pt x="4732" y="2731"/>
                  </a:cubicBezTo>
                  <a:cubicBezTo>
                    <a:pt x="4668" y="2728"/>
                    <a:pt x="4624" y="2685"/>
                    <a:pt x="4560" y="2652"/>
                  </a:cubicBezTo>
                  <a:cubicBezTo>
                    <a:pt x="4587" y="2699"/>
                    <a:pt x="4609" y="2734"/>
                    <a:pt x="4629" y="2770"/>
                  </a:cubicBezTo>
                  <a:cubicBezTo>
                    <a:pt x="4657" y="2820"/>
                    <a:pt x="4685" y="2870"/>
                    <a:pt x="4711" y="2920"/>
                  </a:cubicBezTo>
                  <a:cubicBezTo>
                    <a:pt x="4717" y="2932"/>
                    <a:pt x="4733" y="2946"/>
                    <a:pt x="4716" y="2959"/>
                  </a:cubicBezTo>
                  <a:cubicBezTo>
                    <a:pt x="4698" y="2971"/>
                    <a:pt x="4689" y="2953"/>
                    <a:pt x="4678" y="2945"/>
                  </a:cubicBezTo>
                  <a:cubicBezTo>
                    <a:pt x="4642" y="2916"/>
                    <a:pt x="4610" y="2883"/>
                    <a:pt x="4581" y="2848"/>
                  </a:cubicBezTo>
                  <a:cubicBezTo>
                    <a:pt x="4574" y="2836"/>
                    <a:pt x="4564" y="2826"/>
                    <a:pt x="4552" y="2819"/>
                  </a:cubicBezTo>
                  <a:cubicBezTo>
                    <a:pt x="4551" y="2819"/>
                    <a:pt x="4551" y="2818"/>
                    <a:pt x="4550" y="2818"/>
                  </a:cubicBezTo>
                  <a:cubicBezTo>
                    <a:pt x="4574" y="2910"/>
                    <a:pt x="4624" y="2989"/>
                    <a:pt x="4651" y="3082"/>
                  </a:cubicBezTo>
                  <a:cubicBezTo>
                    <a:pt x="4603" y="3072"/>
                    <a:pt x="4588" y="3035"/>
                    <a:pt x="4563" y="3011"/>
                  </a:cubicBezTo>
                  <a:cubicBezTo>
                    <a:pt x="4538" y="2987"/>
                    <a:pt x="4514" y="2958"/>
                    <a:pt x="4489" y="2929"/>
                  </a:cubicBezTo>
                  <a:cubicBezTo>
                    <a:pt x="4477" y="2944"/>
                    <a:pt x="4486" y="2956"/>
                    <a:pt x="4489" y="2966"/>
                  </a:cubicBezTo>
                  <a:cubicBezTo>
                    <a:pt x="4527" y="3094"/>
                    <a:pt x="4557" y="3224"/>
                    <a:pt x="4578" y="3356"/>
                  </a:cubicBezTo>
                  <a:cubicBezTo>
                    <a:pt x="4581" y="3371"/>
                    <a:pt x="4590" y="3393"/>
                    <a:pt x="4569" y="3400"/>
                  </a:cubicBezTo>
                  <a:cubicBezTo>
                    <a:pt x="4548" y="3406"/>
                    <a:pt x="4543" y="3384"/>
                    <a:pt x="4534" y="3371"/>
                  </a:cubicBezTo>
                  <a:cubicBezTo>
                    <a:pt x="4501" y="3309"/>
                    <a:pt x="4472" y="3246"/>
                    <a:pt x="4448" y="3180"/>
                  </a:cubicBezTo>
                  <a:cubicBezTo>
                    <a:pt x="4444" y="3166"/>
                    <a:pt x="4439" y="3152"/>
                    <a:pt x="4432" y="3140"/>
                  </a:cubicBezTo>
                  <a:cubicBezTo>
                    <a:pt x="4427" y="3132"/>
                    <a:pt x="4423" y="3126"/>
                    <a:pt x="4417" y="3119"/>
                  </a:cubicBezTo>
                  <a:cubicBezTo>
                    <a:pt x="4424" y="3209"/>
                    <a:pt x="4457" y="3291"/>
                    <a:pt x="4464" y="3385"/>
                  </a:cubicBezTo>
                  <a:cubicBezTo>
                    <a:pt x="4417" y="3362"/>
                    <a:pt x="4417" y="3315"/>
                    <a:pt x="4382" y="3285"/>
                  </a:cubicBezTo>
                  <a:cubicBezTo>
                    <a:pt x="4393" y="3338"/>
                    <a:pt x="4404" y="3385"/>
                    <a:pt x="4412" y="3431"/>
                  </a:cubicBezTo>
                  <a:cubicBezTo>
                    <a:pt x="4416" y="3457"/>
                    <a:pt x="4418" y="3482"/>
                    <a:pt x="4419" y="3508"/>
                  </a:cubicBezTo>
                  <a:cubicBezTo>
                    <a:pt x="4419" y="3520"/>
                    <a:pt x="4423" y="3536"/>
                    <a:pt x="4408" y="3541"/>
                  </a:cubicBezTo>
                  <a:cubicBezTo>
                    <a:pt x="4392" y="3546"/>
                    <a:pt x="4386" y="3531"/>
                    <a:pt x="4381" y="3520"/>
                  </a:cubicBezTo>
                  <a:cubicBezTo>
                    <a:pt x="4371" y="3499"/>
                    <a:pt x="4361" y="3477"/>
                    <a:pt x="4351" y="3455"/>
                  </a:cubicBezTo>
                  <a:cubicBezTo>
                    <a:pt x="4346" y="3444"/>
                    <a:pt x="4346" y="3431"/>
                    <a:pt x="4331" y="3422"/>
                  </a:cubicBezTo>
                  <a:cubicBezTo>
                    <a:pt x="4324" y="3469"/>
                    <a:pt x="4341" y="3513"/>
                    <a:pt x="4339" y="3558"/>
                  </a:cubicBezTo>
                  <a:cubicBezTo>
                    <a:pt x="4336" y="3603"/>
                    <a:pt x="4363" y="3647"/>
                    <a:pt x="4330" y="3699"/>
                  </a:cubicBezTo>
                  <a:cubicBezTo>
                    <a:pt x="4265" y="3579"/>
                    <a:pt x="4256" y="3452"/>
                    <a:pt x="4222" y="3332"/>
                  </a:cubicBezTo>
                  <a:cubicBezTo>
                    <a:pt x="4233" y="3478"/>
                    <a:pt x="4198" y="3618"/>
                    <a:pt x="4176" y="3768"/>
                  </a:cubicBezTo>
                  <a:cubicBezTo>
                    <a:pt x="4129" y="3727"/>
                    <a:pt x="4123" y="3673"/>
                    <a:pt x="4094" y="3618"/>
                  </a:cubicBezTo>
                  <a:cubicBezTo>
                    <a:pt x="4084" y="3729"/>
                    <a:pt x="4094" y="3830"/>
                    <a:pt x="4061" y="3925"/>
                  </a:cubicBezTo>
                  <a:cubicBezTo>
                    <a:pt x="4023" y="3802"/>
                    <a:pt x="4001" y="3674"/>
                    <a:pt x="3996" y="3545"/>
                  </a:cubicBezTo>
                  <a:cubicBezTo>
                    <a:pt x="3976" y="3545"/>
                    <a:pt x="3976" y="3561"/>
                    <a:pt x="3971" y="3571"/>
                  </a:cubicBezTo>
                  <a:cubicBezTo>
                    <a:pt x="3955" y="3602"/>
                    <a:pt x="3939" y="3633"/>
                    <a:pt x="3925" y="3665"/>
                  </a:cubicBezTo>
                  <a:cubicBezTo>
                    <a:pt x="3917" y="3683"/>
                    <a:pt x="3908" y="3701"/>
                    <a:pt x="3899" y="3718"/>
                  </a:cubicBezTo>
                  <a:cubicBezTo>
                    <a:pt x="3866" y="3774"/>
                    <a:pt x="3824" y="3824"/>
                    <a:pt x="3774" y="3865"/>
                  </a:cubicBezTo>
                  <a:cubicBezTo>
                    <a:pt x="3725" y="3907"/>
                    <a:pt x="3683" y="3956"/>
                    <a:pt x="3651" y="4013"/>
                  </a:cubicBezTo>
                  <a:cubicBezTo>
                    <a:pt x="3645" y="4022"/>
                    <a:pt x="3641" y="4032"/>
                    <a:pt x="3636" y="4042"/>
                  </a:cubicBezTo>
                  <a:cubicBezTo>
                    <a:pt x="3639" y="4060"/>
                    <a:pt x="3658" y="4058"/>
                    <a:pt x="3669" y="4068"/>
                  </a:cubicBezTo>
                  <a:cubicBezTo>
                    <a:pt x="3692" y="4091"/>
                    <a:pt x="3695" y="4114"/>
                    <a:pt x="3667" y="4131"/>
                  </a:cubicBezTo>
                  <a:cubicBezTo>
                    <a:pt x="3648" y="4144"/>
                    <a:pt x="3658" y="4149"/>
                    <a:pt x="3660" y="4164"/>
                  </a:cubicBezTo>
                  <a:cubicBezTo>
                    <a:pt x="3670" y="4233"/>
                    <a:pt x="3723" y="4280"/>
                    <a:pt x="3743" y="4343"/>
                  </a:cubicBezTo>
                  <a:cubicBezTo>
                    <a:pt x="3744" y="4346"/>
                    <a:pt x="3744" y="4349"/>
                    <a:pt x="3746" y="4352"/>
                  </a:cubicBezTo>
                  <a:cubicBezTo>
                    <a:pt x="3748" y="4356"/>
                    <a:pt x="3752" y="4359"/>
                    <a:pt x="3757" y="4362"/>
                  </a:cubicBezTo>
                  <a:cubicBezTo>
                    <a:pt x="3761" y="4364"/>
                    <a:pt x="3767" y="4366"/>
                    <a:pt x="3772" y="4366"/>
                  </a:cubicBezTo>
                  <a:cubicBezTo>
                    <a:pt x="3773" y="4366"/>
                    <a:pt x="3774" y="4366"/>
                    <a:pt x="3775" y="4366"/>
                  </a:cubicBezTo>
                  <a:lnTo>
                    <a:pt x="3776" y="4366"/>
                  </a:lnTo>
                  <a:cubicBezTo>
                    <a:pt x="3785" y="4366"/>
                    <a:pt x="3794" y="4368"/>
                    <a:pt x="3802" y="4373"/>
                  </a:cubicBezTo>
                  <a:cubicBezTo>
                    <a:pt x="3809" y="4377"/>
                    <a:pt x="3815" y="4384"/>
                    <a:pt x="3820" y="4392"/>
                  </a:cubicBezTo>
                  <a:cubicBezTo>
                    <a:pt x="3822" y="4397"/>
                    <a:pt x="3825" y="4402"/>
                    <a:pt x="3826" y="4408"/>
                  </a:cubicBezTo>
                  <a:cubicBezTo>
                    <a:pt x="3832" y="4432"/>
                    <a:pt x="3835" y="4457"/>
                    <a:pt x="3835" y="4481"/>
                  </a:cubicBezTo>
                  <a:cubicBezTo>
                    <a:pt x="3835" y="4499"/>
                    <a:pt x="3833" y="4516"/>
                    <a:pt x="3830" y="4534"/>
                  </a:cubicBezTo>
                  <a:cubicBezTo>
                    <a:pt x="3830" y="4536"/>
                    <a:pt x="3828" y="4539"/>
                    <a:pt x="3828" y="4541"/>
                  </a:cubicBezTo>
                  <a:cubicBezTo>
                    <a:pt x="3826" y="4544"/>
                    <a:pt x="3824" y="4546"/>
                    <a:pt x="3822" y="4548"/>
                  </a:cubicBezTo>
                  <a:cubicBezTo>
                    <a:pt x="3820" y="4549"/>
                    <a:pt x="3819" y="4549"/>
                    <a:pt x="3817" y="4549"/>
                  </a:cubicBezTo>
                  <a:cubicBezTo>
                    <a:pt x="3809" y="4551"/>
                    <a:pt x="3807" y="4543"/>
                    <a:pt x="3802" y="4538"/>
                  </a:cubicBezTo>
                  <a:cubicBezTo>
                    <a:pt x="3773" y="4511"/>
                    <a:pt x="3761" y="4473"/>
                    <a:pt x="3735" y="4443"/>
                  </a:cubicBezTo>
                  <a:cubicBezTo>
                    <a:pt x="3683" y="4380"/>
                    <a:pt x="3608" y="4344"/>
                    <a:pt x="3540" y="4302"/>
                  </a:cubicBezTo>
                  <a:cubicBezTo>
                    <a:pt x="3524" y="4295"/>
                    <a:pt x="3506" y="4291"/>
                    <a:pt x="3488" y="4291"/>
                  </a:cubicBezTo>
                  <a:cubicBezTo>
                    <a:pt x="3466" y="4291"/>
                    <a:pt x="3443" y="4296"/>
                    <a:pt x="3424" y="4308"/>
                  </a:cubicBezTo>
                  <a:cubicBezTo>
                    <a:pt x="3412" y="4314"/>
                    <a:pt x="3403" y="4323"/>
                    <a:pt x="3394" y="4332"/>
                  </a:cubicBezTo>
                  <a:cubicBezTo>
                    <a:pt x="3329" y="4417"/>
                    <a:pt x="3271" y="4506"/>
                    <a:pt x="3276" y="4620"/>
                  </a:cubicBezTo>
                  <a:cubicBezTo>
                    <a:pt x="3278" y="4657"/>
                    <a:pt x="3249" y="4683"/>
                    <a:pt x="3243" y="4726"/>
                  </a:cubicBezTo>
                  <a:cubicBezTo>
                    <a:pt x="3235" y="4715"/>
                    <a:pt x="3227" y="4702"/>
                    <a:pt x="3220" y="4690"/>
                  </a:cubicBezTo>
                  <a:cubicBezTo>
                    <a:pt x="3198" y="4652"/>
                    <a:pt x="3182" y="4611"/>
                    <a:pt x="3174" y="4567"/>
                  </a:cubicBezTo>
                  <a:cubicBezTo>
                    <a:pt x="3173" y="4564"/>
                    <a:pt x="3173" y="4560"/>
                    <a:pt x="3173" y="4556"/>
                  </a:cubicBezTo>
                  <a:cubicBezTo>
                    <a:pt x="3173" y="4548"/>
                    <a:pt x="3175" y="4540"/>
                    <a:pt x="3179" y="4533"/>
                  </a:cubicBezTo>
                  <a:cubicBezTo>
                    <a:pt x="3180" y="4530"/>
                    <a:pt x="3182" y="4528"/>
                    <a:pt x="3184" y="4526"/>
                  </a:cubicBezTo>
                  <a:cubicBezTo>
                    <a:pt x="3215" y="4495"/>
                    <a:pt x="3208" y="4458"/>
                    <a:pt x="3203" y="4422"/>
                  </a:cubicBezTo>
                  <a:cubicBezTo>
                    <a:pt x="3201" y="4407"/>
                    <a:pt x="3200" y="4392"/>
                    <a:pt x="3200" y="4376"/>
                  </a:cubicBezTo>
                  <a:cubicBezTo>
                    <a:pt x="3200" y="4368"/>
                    <a:pt x="3201" y="4360"/>
                    <a:pt x="3201" y="4351"/>
                  </a:cubicBezTo>
                  <a:cubicBezTo>
                    <a:pt x="3195" y="4349"/>
                    <a:pt x="3188" y="4347"/>
                    <a:pt x="3181" y="4347"/>
                  </a:cubicBezTo>
                  <a:cubicBezTo>
                    <a:pt x="3172" y="4347"/>
                    <a:pt x="3163" y="4350"/>
                    <a:pt x="3155" y="4355"/>
                  </a:cubicBezTo>
                  <a:cubicBezTo>
                    <a:pt x="3150" y="4358"/>
                    <a:pt x="3145" y="4361"/>
                    <a:pt x="3141" y="4366"/>
                  </a:cubicBezTo>
                  <a:cubicBezTo>
                    <a:pt x="3095" y="4405"/>
                    <a:pt x="3054" y="4449"/>
                    <a:pt x="3018" y="4498"/>
                  </a:cubicBezTo>
                  <a:cubicBezTo>
                    <a:pt x="2994" y="4532"/>
                    <a:pt x="2981" y="4574"/>
                    <a:pt x="2949" y="4604"/>
                  </a:cubicBezTo>
                  <a:cubicBezTo>
                    <a:pt x="2947" y="4607"/>
                    <a:pt x="2944" y="4610"/>
                    <a:pt x="2942" y="4614"/>
                  </a:cubicBezTo>
                  <a:cubicBezTo>
                    <a:pt x="2937" y="4623"/>
                    <a:pt x="2934" y="4633"/>
                    <a:pt x="2934" y="4644"/>
                  </a:cubicBezTo>
                  <a:cubicBezTo>
                    <a:pt x="2934" y="4647"/>
                    <a:pt x="2935" y="4650"/>
                    <a:pt x="2935" y="4653"/>
                  </a:cubicBezTo>
                  <a:cubicBezTo>
                    <a:pt x="2915" y="4650"/>
                    <a:pt x="2909" y="4641"/>
                    <a:pt x="2909" y="4627"/>
                  </a:cubicBezTo>
                  <a:cubicBezTo>
                    <a:pt x="2909" y="4579"/>
                    <a:pt x="2906" y="4531"/>
                    <a:pt x="2935" y="4489"/>
                  </a:cubicBezTo>
                  <a:cubicBezTo>
                    <a:pt x="2936" y="4487"/>
                    <a:pt x="2937" y="4486"/>
                    <a:pt x="2938" y="4484"/>
                  </a:cubicBezTo>
                  <a:cubicBezTo>
                    <a:pt x="2945" y="4473"/>
                    <a:pt x="2949" y="4461"/>
                    <a:pt x="2953" y="4449"/>
                  </a:cubicBezTo>
                  <a:cubicBezTo>
                    <a:pt x="2959" y="4424"/>
                    <a:pt x="2969" y="4399"/>
                    <a:pt x="2982" y="4377"/>
                  </a:cubicBezTo>
                  <a:cubicBezTo>
                    <a:pt x="3000" y="4345"/>
                    <a:pt x="3024" y="4317"/>
                    <a:pt x="3053" y="4295"/>
                  </a:cubicBezTo>
                  <a:cubicBezTo>
                    <a:pt x="3061" y="4289"/>
                    <a:pt x="3071" y="4284"/>
                    <a:pt x="3070" y="4274"/>
                  </a:cubicBezTo>
                  <a:cubicBezTo>
                    <a:pt x="3066" y="4193"/>
                    <a:pt x="3119" y="4135"/>
                    <a:pt x="3152" y="4069"/>
                  </a:cubicBezTo>
                  <a:cubicBezTo>
                    <a:pt x="3158" y="4056"/>
                    <a:pt x="3170" y="4046"/>
                    <a:pt x="3170" y="4029"/>
                  </a:cubicBezTo>
                  <a:cubicBezTo>
                    <a:pt x="3137" y="4006"/>
                    <a:pt x="3105" y="4000"/>
                    <a:pt x="3073" y="4032"/>
                  </a:cubicBezTo>
                  <a:cubicBezTo>
                    <a:pt x="3022" y="4084"/>
                    <a:pt x="2955" y="4103"/>
                    <a:pt x="2888" y="4124"/>
                  </a:cubicBezTo>
                  <a:cubicBezTo>
                    <a:pt x="2859" y="4132"/>
                    <a:pt x="2825" y="4126"/>
                    <a:pt x="2803" y="4155"/>
                  </a:cubicBezTo>
                  <a:cubicBezTo>
                    <a:pt x="2798" y="4161"/>
                    <a:pt x="2792" y="4156"/>
                    <a:pt x="2787" y="4149"/>
                  </a:cubicBezTo>
                  <a:cubicBezTo>
                    <a:pt x="2772" y="4132"/>
                    <a:pt x="2754" y="4140"/>
                    <a:pt x="2737" y="4147"/>
                  </a:cubicBezTo>
                  <a:cubicBezTo>
                    <a:pt x="2735" y="4147"/>
                    <a:pt x="2734" y="4148"/>
                    <a:pt x="2733" y="4149"/>
                  </a:cubicBezTo>
                  <a:cubicBezTo>
                    <a:pt x="2730" y="4150"/>
                    <a:pt x="2727" y="4153"/>
                    <a:pt x="2726" y="4156"/>
                  </a:cubicBezTo>
                  <a:cubicBezTo>
                    <a:pt x="2724" y="4159"/>
                    <a:pt x="2723" y="4162"/>
                    <a:pt x="2723" y="4165"/>
                  </a:cubicBezTo>
                  <a:cubicBezTo>
                    <a:pt x="2723" y="4168"/>
                    <a:pt x="2724" y="4171"/>
                    <a:pt x="2725" y="4173"/>
                  </a:cubicBezTo>
                  <a:cubicBezTo>
                    <a:pt x="2729" y="4189"/>
                    <a:pt x="2733" y="4205"/>
                    <a:pt x="2736" y="4221"/>
                  </a:cubicBezTo>
                  <a:cubicBezTo>
                    <a:pt x="2746" y="4272"/>
                    <a:pt x="2724" y="4305"/>
                    <a:pt x="2671" y="4322"/>
                  </a:cubicBezTo>
                  <a:cubicBezTo>
                    <a:pt x="2659" y="4309"/>
                    <a:pt x="2669" y="4295"/>
                    <a:pt x="2669" y="4280"/>
                  </a:cubicBezTo>
                  <a:cubicBezTo>
                    <a:pt x="2669" y="4261"/>
                    <a:pt x="2664" y="4243"/>
                    <a:pt x="2642" y="4237"/>
                  </a:cubicBezTo>
                  <a:cubicBezTo>
                    <a:pt x="2637" y="4235"/>
                    <a:pt x="2633" y="4234"/>
                    <a:pt x="2628" y="4234"/>
                  </a:cubicBezTo>
                  <a:cubicBezTo>
                    <a:pt x="2621" y="4234"/>
                    <a:pt x="2614" y="4236"/>
                    <a:pt x="2608" y="4239"/>
                  </a:cubicBezTo>
                  <a:cubicBezTo>
                    <a:pt x="2602" y="4242"/>
                    <a:pt x="2598" y="4247"/>
                    <a:pt x="2594" y="4253"/>
                  </a:cubicBezTo>
                  <a:cubicBezTo>
                    <a:pt x="2576" y="4280"/>
                    <a:pt x="2556" y="4306"/>
                    <a:pt x="2538" y="4335"/>
                  </a:cubicBezTo>
                  <a:cubicBezTo>
                    <a:pt x="2501" y="4389"/>
                    <a:pt x="2462" y="4443"/>
                    <a:pt x="2421" y="4493"/>
                  </a:cubicBezTo>
                  <a:cubicBezTo>
                    <a:pt x="2387" y="4536"/>
                    <a:pt x="2359" y="4581"/>
                    <a:pt x="2378" y="4639"/>
                  </a:cubicBezTo>
                  <a:cubicBezTo>
                    <a:pt x="2379" y="4645"/>
                    <a:pt x="2380" y="4650"/>
                    <a:pt x="2380" y="4656"/>
                  </a:cubicBezTo>
                  <a:cubicBezTo>
                    <a:pt x="2380" y="4661"/>
                    <a:pt x="2379" y="4667"/>
                    <a:pt x="2378" y="4672"/>
                  </a:cubicBezTo>
                  <a:cubicBezTo>
                    <a:pt x="2376" y="4686"/>
                    <a:pt x="2377" y="4705"/>
                    <a:pt x="2359" y="4708"/>
                  </a:cubicBezTo>
                  <a:cubicBezTo>
                    <a:pt x="2340" y="4711"/>
                    <a:pt x="2333" y="4697"/>
                    <a:pt x="2325" y="4685"/>
                  </a:cubicBezTo>
                  <a:cubicBezTo>
                    <a:pt x="2323" y="4683"/>
                    <a:pt x="2322" y="4680"/>
                    <a:pt x="2321" y="4678"/>
                  </a:cubicBezTo>
                  <a:cubicBezTo>
                    <a:pt x="2303" y="4648"/>
                    <a:pt x="2294" y="4615"/>
                    <a:pt x="2294" y="4580"/>
                  </a:cubicBezTo>
                  <a:cubicBezTo>
                    <a:pt x="2294" y="4562"/>
                    <a:pt x="2297" y="4544"/>
                    <a:pt x="2302" y="4526"/>
                  </a:cubicBezTo>
                  <a:cubicBezTo>
                    <a:pt x="2305" y="4517"/>
                    <a:pt x="2314" y="4509"/>
                    <a:pt x="2313" y="4501"/>
                  </a:cubicBezTo>
                  <a:cubicBezTo>
                    <a:pt x="2305" y="4438"/>
                    <a:pt x="2331" y="4383"/>
                    <a:pt x="2355" y="4323"/>
                  </a:cubicBezTo>
                  <a:cubicBezTo>
                    <a:pt x="2327" y="4337"/>
                    <a:pt x="2298" y="4350"/>
                    <a:pt x="2270" y="4364"/>
                  </a:cubicBezTo>
                  <a:cubicBezTo>
                    <a:pt x="2212" y="4397"/>
                    <a:pt x="2150" y="4421"/>
                    <a:pt x="2085" y="4435"/>
                  </a:cubicBezTo>
                  <a:cubicBezTo>
                    <a:pt x="2068" y="4438"/>
                    <a:pt x="2052" y="4444"/>
                    <a:pt x="2038" y="4453"/>
                  </a:cubicBezTo>
                  <a:cubicBezTo>
                    <a:pt x="2015" y="4466"/>
                    <a:pt x="1996" y="4485"/>
                    <a:pt x="1983" y="4508"/>
                  </a:cubicBezTo>
                  <a:cubicBezTo>
                    <a:pt x="1980" y="4513"/>
                    <a:pt x="1977" y="4519"/>
                    <a:pt x="1974" y="4524"/>
                  </a:cubicBezTo>
                  <a:cubicBezTo>
                    <a:pt x="1951" y="4575"/>
                    <a:pt x="1916" y="4621"/>
                    <a:pt x="1888" y="4674"/>
                  </a:cubicBezTo>
                  <a:cubicBezTo>
                    <a:pt x="1877" y="4643"/>
                    <a:pt x="1862" y="4612"/>
                    <a:pt x="1855" y="4580"/>
                  </a:cubicBezTo>
                  <a:cubicBezTo>
                    <a:pt x="1851" y="4569"/>
                    <a:pt x="1849" y="4558"/>
                    <a:pt x="1849" y="4546"/>
                  </a:cubicBezTo>
                  <a:cubicBezTo>
                    <a:pt x="1849" y="4529"/>
                    <a:pt x="1853" y="4512"/>
                    <a:pt x="1862" y="4497"/>
                  </a:cubicBezTo>
                  <a:cubicBezTo>
                    <a:pt x="1868" y="4486"/>
                    <a:pt x="1876" y="4477"/>
                    <a:pt x="1885" y="4469"/>
                  </a:cubicBezTo>
                  <a:cubicBezTo>
                    <a:pt x="1932" y="4435"/>
                    <a:pt x="1950" y="4382"/>
                    <a:pt x="1991" y="4338"/>
                  </a:cubicBezTo>
                  <a:cubicBezTo>
                    <a:pt x="1910" y="4340"/>
                    <a:pt x="1859" y="4383"/>
                    <a:pt x="1825" y="4449"/>
                  </a:cubicBezTo>
                  <a:cubicBezTo>
                    <a:pt x="1823" y="4446"/>
                    <a:pt x="1821" y="4442"/>
                    <a:pt x="1819" y="4439"/>
                  </a:cubicBezTo>
                  <a:cubicBezTo>
                    <a:pt x="1811" y="4425"/>
                    <a:pt x="1807" y="4410"/>
                    <a:pt x="1806" y="4394"/>
                  </a:cubicBezTo>
                  <a:cubicBezTo>
                    <a:pt x="1805" y="4387"/>
                    <a:pt x="1804" y="4381"/>
                    <a:pt x="1804" y="4374"/>
                  </a:cubicBezTo>
                  <a:cubicBezTo>
                    <a:pt x="1804" y="4359"/>
                    <a:pt x="1808" y="4344"/>
                    <a:pt x="1816" y="4331"/>
                  </a:cubicBezTo>
                  <a:cubicBezTo>
                    <a:pt x="1823" y="4318"/>
                    <a:pt x="1834" y="4306"/>
                    <a:pt x="1847" y="4299"/>
                  </a:cubicBezTo>
                  <a:cubicBezTo>
                    <a:pt x="1858" y="4292"/>
                    <a:pt x="1871" y="4289"/>
                    <a:pt x="1884" y="4288"/>
                  </a:cubicBezTo>
                  <a:cubicBezTo>
                    <a:pt x="1897" y="4288"/>
                    <a:pt x="1909" y="4284"/>
                    <a:pt x="1920" y="4278"/>
                  </a:cubicBezTo>
                  <a:cubicBezTo>
                    <a:pt x="1927" y="4273"/>
                    <a:pt x="1934" y="4268"/>
                    <a:pt x="1939" y="4262"/>
                  </a:cubicBezTo>
                  <a:cubicBezTo>
                    <a:pt x="1951" y="4251"/>
                    <a:pt x="1964" y="4241"/>
                    <a:pt x="1978" y="4233"/>
                  </a:cubicBezTo>
                  <a:cubicBezTo>
                    <a:pt x="2010" y="4214"/>
                    <a:pt x="2047" y="4204"/>
                    <a:pt x="2084" y="4204"/>
                  </a:cubicBezTo>
                  <a:cubicBezTo>
                    <a:pt x="2127" y="4201"/>
                    <a:pt x="2164" y="4197"/>
                    <a:pt x="2189" y="4152"/>
                  </a:cubicBezTo>
                  <a:cubicBezTo>
                    <a:pt x="2214" y="4106"/>
                    <a:pt x="2259" y="4083"/>
                    <a:pt x="2303" y="4059"/>
                  </a:cubicBezTo>
                  <a:cubicBezTo>
                    <a:pt x="2316" y="4051"/>
                    <a:pt x="2334" y="4049"/>
                    <a:pt x="2343" y="4032"/>
                  </a:cubicBezTo>
                  <a:cubicBezTo>
                    <a:pt x="2341" y="4030"/>
                    <a:pt x="2340" y="4027"/>
                    <a:pt x="2340" y="4027"/>
                  </a:cubicBezTo>
                  <a:cubicBezTo>
                    <a:pt x="2228" y="4038"/>
                    <a:pt x="2122" y="4003"/>
                    <a:pt x="2013" y="3989"/>
                  </a:cubicBezTo>
                  <a:cubicBezTo>
                    <a:pt x="1965" y="3983"/>
                    <a:pt x="1918" y="3982"/>
                    <a:pt x="1870" y="3980"/>
                  </a:cubicBezTo>
                  <a:cubicBezTo>
                    <a:pt x="1835" y="3978"/>
                    <a:pt x="1801" y="3980"/>
                    <a:pt x="1778" y="3945"/>
                  </a:cubicBezTo>
                  <a:cubicBezTo>
                    <a:pt x="1771" y="3935"/>
                    <a:pt x="1751" y="3932"/>
                    <a:pt x="1738" y="3927"/>
                  </a:cubicBezTo>
                  <a:cubicBezTo>
                    <a:pt x="1650" y="3896"/>
                    <a:pt x="1562" y="3865"/>
                    <a:pt x="1474" y="3836"/>
                  </a:cubicBezTo>
                  <a:cubicBezTo>
                    <a:pt x="1452" y="3829"/>
                    <a:pt x="1430" y="3820"/>
                    <a:pt x="1410" y="3808"/>
                  </a:cubicBezTo>
                  <a:cubicBezTo>
                    <a:pt x="1375" y="3788"/>
                    <a:pt x="1344" y="3760"/>
                    <a:pt x="1319" y="3727"/>
                  </a:cubicBezTo>
                  <a:cubicBezTo>
                    <a:pt x="1232" y="3611"/>
                    <a:pt x="1152" y="3490"/>
                    <a:pt x="1079" y="3364"/>
                  </a:cubicBezTo>
                  <a:cubicBezTo>
                    <a:pt x="1032" y="3283"/>
                    <a:pt x="989" y="3201"/>
                    <a:pt x="949" y="3117"/>
                  </a:cubicBezTo>
                  <a:cubicBezTo>
                    <a:pt x="903" y="3020"/>
                    <a:pt x="876" y="2916"/>
                    <a:pt x="868" y="2810"/>
                  </a:cubicBezTo>
                  <a:cubicBezTo>
                    <a:pt x="858" y="2672"/>
                    <a:pt x="824" y="2538"/>
                    <a:pt x="802" y="2402"/>
                  </a:cubicBezTo>
                  <a:cubicBezTo>
                    <a:pt x="795" y="2359"/>
                    <a:pt x="788" y="2315"/>
                    <a:pt x="783" y="2272"/>
                  </a:cubicBezTo>
                  <a:cubicBezTo>
                    <a:pt x="773" y="2192"/>
                    <a:pt x="751" y="2114"/>
                    <a:pt x="717" y="2040"/>
                  </a:cubicBezTo>
                  <a:cubicBezTo>
                    <a:pt x="675" y="1946"/>
                    <a:pt x="653" y="1844"/>
                    <a:pt x="653" y="1742"/>
                  </a:cubicBezTo>
                  <a:cubicBezTo>
                    <a:pt x="653" y="1716"/>
                    <a:pt x="654" y="1690"/>
                    <a:pt x="657" y="1664"/>
                  </a:cubicBezTo>
                  <a:cubicBezTo>
                    <a:pt x="662" y="1567"/>
                    <a:pt x="674" y="1471"/>
                    <a:pt x="692" y="1375"/>
                  </a:cubicBezTo>
                  <a:cubicBezTo>
                    <a:pt x="696" y="1359"/>
                    <a:pt x="698" y="1342"/>
                    <a:pt x="698" y="1326"/>
                  </a:cubicBezTo>
                  <a:cubicBezTo>
                    <a:pt x="698" y="1310"/>
                    <a:pt x="696" y="1294"/>
                    <a:pt x="692" y="1278"/>
                  </a:cubicBezTo>
                  <a:cubicBezTo>
                    <a:pt x="655" y="1302"/>
                    <a:pt x="622" y="1331"/>
                    <a:pt x="593" y="1364"/>
                  </a:cubicBezTo>
                  <a:cubicBezTo>
                    <a:pt x="586" y="1372"/>
                    <a:pt x="578" y="1380"/>
                    <a:pt x="568" y="1386"/>
                  </a:cubicBezTo>
                  <a:cubicBezTo>
                    <a:pt x="554" y="1393"/>
                    <a:pt x="539" y="1398"/>
                    <a:pt x="523" y="1398"/>
                  </a:cubicBezTo>
                  <a:cubicBezTo>
                    <a:pt x="514" y="1398"/>
                    <a:pt x="504" y="1396"/>
                    <a:pt x="496" y="1393"/>
                  </a:cubicBezTo>
                  <a:cubicBezTo>
                    <a:pt x="451" y="1381"/>
                    <a:pt x="408" y="1367"/>
                    <a:pt x="363" y="1352"/>
                  </a:cubicBezTo>
                  <a:cubicBezTo>
                    <a:pt x="351" y="1348"/>
                    <a:pt x="339" y="1343"/>
                    <a:pt x="327" y="1336"/>
                  </a:cubicBezTo>
                  <a:cubicBezTo>
                    <a:pt x="295" y="1318"/>
                    <a:pt x="268" y="1290"/>
                    <a:pt x="249" y="1257"/>
                  </a:cubicBezTo>
                  <a:cubicBezTo>
                    <a:pt x="248" y="1255"/>
                    <a:pt x="246" y="1253"/>
                    <a:pt x="245" y="1250"/>
                  </a:cubicBezTo>
                  <a:cubicBezTo>
                    <a:pt x="244" y="1248"/>
                    <a:pt x="243" y="1246"/>
                    <a:pt x="241" y="1244"/>
                  </a:cubicBezTo>
                  <a:cubicBezTo>
                    <a:pt x="219" y="1205"/>
                    <a:pt x="207" y="1162"/>
                    <a:pt x="207" y="1117"/>
                  </a:cubicBezTo>
                  <a:cubicBezTo>
                    <a:pt x="207" y="1073"/>
                    <a:pt x="219" y="1029"/>
                    <a:pt x="241" y="990"/>
                  </a:cubicBezTo>
                  <a:cubicBezTo>
                    <a:pt x="249" y="977"/>
                    <a:pt x="257" y="965"/>
                    <a:pt x="267" y="953"/>
                  </a:cubicBezTo>
                  <a:cubicBezTo>
                    <a:pt x="284" y="932"/>
                    <a:pt x="303" y="912"/>
                    <a:pt x="325" y="887"/>
                  </a:cubicBezTo>
                  <a:cubicBezTo>
                    <a:pt x="237" y="858"/>
                    <a:pt x="155" y="828"/>
                    <a:pt x="70" y="808"/>
                  </a:cubicBezTo>
                  <a:cubicBezTo>
                    <a:pt x="54" y="804"/>
                    <a:pt x="38" y="801"/>
                    <a:pt x="21" y="798"/>
                  </a:cubicBezTo>
                  <a:cubicBezTo>
                    <a:pt x="12" y="797"/>
                    <a:pt x="2" y="794"/>
                    <a:pt x="0" y="784"/>
                  </a:cubicBezTo>
                  <a:lnTo>
                    <a:pt x="0" y="775"/>
                  </a:lnTo>
                  <a:cubicBezTo>
                    <a:pt x="0" y="774"/>
                    <a:pt x="1" y="773"/>
                    <a:pt x="2" y="771"/>
                  </a:cubicBezTo>
                  <a:cubicBezTo>
                    <a:pt x="4" y="768"/>
                    <a:pt x="6" y="765"/>
                    <a:pt x="9" y="763"/>
                  </a:cubicBezTo>
                  <a:cubicBezTo>
                    <a:pt x="10" y="763"/>
                    <a:pt x="11" y="762"/>
                    <a:pt x="12" y="762"/>
                  </a:cubicBezTo>
                  <a:cubicBezTo>
                    <a:pt x="57" y="735"/>
                    <a:pt x="100" y="709"/>
                    <a:pt x="146" y="686"/>
                  </a:cubicBezTo>
                  <a:cubicBezTo>
                    <a:pt x="183" y="668"/>
                    <a:pt x="225" y="682"/>
                    <a:pt x="269" y="672"/>
                  </a:cubicBezTo>
                  <a:cubicBezTo>
                    <a:pt x="221" y="590"/>
                    <a:pt x="225" y="502"/>
                    <a:pt x="244" y="413"/>
                  </a:cubicBezTo>
                  <a:cubicBezTo>
                    <a:pt x="250" y="384"/>
                    <a:pt x="249" y="348"/>
                    <a:pt x="291" y="342"/>
                  </a:cubicBezTo>
                  <a:cubicBezTo>
                    <a:pt x="301" y="340"/>
                    <a:pt x="301" y="327"/>
                    <a:pt x="304" y="319"/>
                  </a:cubicBezTo>
                  <a:cubicBezTo>
                    <a:pt x="311" y="303"/>
                    <a:pt x="316" y="288"/>
                    <a:pt x="322" y="273"/>
                  </a:cubicBezTo>
                  <a:cubicBezTo>
                    <a:pt x="340" y="234"/>
                    <a:pt x="342" y="234"/>
                    <a:pt x="386" y="258"/>
                  </a:cubicBezTo>
                  <a:cubicBezTo>
                    <a:pt x="394" y="242"/>
                    <a:pt x="402" y="226"/>
                    <a:pt x="411" y="211"/>
                  </a:cubicBezTo>
                  <a:cubicBezTo>
                    <a:pt x="432" y="174"/>
                    <a:pt x="456" y="139"/>
                    <a:pt x="481" y="105"/>
                  </a:cubicBezTo>
                  <a:cubicBezTo>
                    <a:pt x="499" y="82"/>
                    <a:pt x="518" y="60"/>
                    <a:pt x="539" y="39"/>
                  </a:cubicBezTo>
                  <a:cubicBezTo>
                    <a:pt x="565" y="13"/>
                    <a:pt x="584" y="20"/>
                    <a:pt x="592" y="56"/>
                  </a:cubicBezTo>
                  <a:cubicBezTo>
                    <a:pt x="595" y="73"/>
                    <a:pt x="597" y="89"/>
                    <a:pt x="598" y="105"/>
                  </a:cubicBezTo>
                  <a:cubicBezTo>
                    <a:pt x="598" y="140"/>
                    <a:pt x="607" y="175"/>
                    <a:pt x="622" y="206"/>
                  </a:cubicBezTo>
                  <a:cubicBezTo>
                    <a:pt x="644" y="204"/>
                    <a:pt x="646" y="185"/>
                    <a:pt x="654" y="172"/>
                  </a:cubicBezTo>
                  <a:cubicBezTo>
                    <a:pt x="655" y="171"/>
                    <a:pt x="655" y="170"/>
                    <a:pt x="656" y="169"/>
                  </a:cubicBezTo>
                  <a:cubicBezTo>
                    <a:pt x="679" y="128"/>
                    <a:pt x="708" y="91"/>
                    <a:pt x="741" y="57"/>
                  </a:cubicBezTo>
                  <a:cubicBezTo>
                    <a:pt x="754" y="45"/>
                    <a:pt x="768" y="34"/>
                    <a:pt x="783" y="25"/>
                  </a:cubicBezTo>
                  <a:cubicBezTo>
                    <a:pt x="792" y="20"/>
                    <a:pt x="800" y="16"/>
                    <a:pt x="810" y="12"/>
                  </a:cubicBezTo>
                  <a:cubicBezTo>
                    <a:pt x="821" y="8"/>
                    <a:pt x="834" y="0"/>
                    <a:pt x="846" y="9"/>
                  </a:cubicBezTo>
                  <a:cubicBezTo>
                    <a:pt x="857" y="18"/>
                    <a:pt x="853" y="33"/>
                    <a:pt x="849" y="45"/>
                  </a:cubicBezTo>
                  <a:cubicBezTo>
                    <a:pt x="838" y="79"/>
                    <a:pt x="832" y="114"/>
                    <a:pt x="832" y="150"/>
                  </a:cubicBezTo>
                  <a:cubicBezTo>
                    <a:pt x="832" y="154"/>
                    <a:pt x="832" y="159"/>
                    <a:pt x="833" y="163"/>
                  </a:cubicBezTo>
                  <a:cubicBezTo>
                    <a:pt x="834" y="169"/>
                    <a:pt x="836" y="175"/>
                    <a:pt x="838" y="180"/>
                  </a:cubicBezTo>
                  <a:cubicBezTo>
                    <a:pt x="880" y="166"/>
                    <a:pt x="896" y="124"/>
                    <a:pt x="930" y="104"/>
                  </a:cubicBezTo>
                  <a:cubicBezTo>
                    <a:pt x="927" y="112"/>
                    <a:pt x="923" y="120"/>
                    <a:pt x="918" y="128"/>
                  </a:cubicBezTo>
                  <a:cubicBezTo>
                    <a:pt x="906" y="150"/>
                    <a:pt x="888" y="169"/>
                    <a:pt x="868" y="183"/>
                  </a:cubicBezTo>
                  <a:cubicBezTo>
                    <a:pt x="851" y="198"/>
                    <a:pt x="833" y="209"/>
                    <a:pt x="848" y="236"/>
                  </a:cubicBezTo>
                  <a:cubicBezTo>
                    <a:pt x="851" y="241"/>
                    <a:pt x="841" y="247"/>
                    <a:pt x="833" y="245"/>
                  </a:cubicBezTo>
                  <a:cubicBezTo>
                    <a:pt x="827" y="240"/>
                    <a:pt x="829" y="221"/>
                    <a:pt x="812" y="234"/>
                  </a:cubicBezTo>
                  <a:cubicBezTo>
                    <a:pt x="805" y="240"/>
                    <a:pt x="798" y="251"/>
                    <a:pt x="786" y="247"/>
                  </a:cubicBezTo>
                  <a:cubicBezTo>
                    <a:pt x="789" y="229"/>
                    <a:pt x="810" y="225"/>
                    <a:pt x="818" y="209"/>
                  </a:cubicBezTo>
                  <a:cubicBezTo>
                    <a:pt x="778" y="180"/>
                    <a:pt x="797" y="142"/>
                    <a:pt x="803" y="105"/>
                  </a:cubicBezTo>
                  <a:cubicBezTo>
                    <a:pt x="806" y="84"/>
                    <a:pt x="822" y="64"/>
                    <a:pt x="814" y="36"/>
                  </a:cubicBezTo>
                  <a:cubicBezTo>
                    <a:pt x="812" y="38"/>
                    <a:pt x="809" y="39"/>
                    <a:pt x="807" y="40"/>
                  </a:cubicBezTo>
                  <a:cubicBezTo>
                    <a:pt x="766" y="64"/>
                    <a:pt x="732" y="97"/>
                    <a:pt x="709" y="138"/>
                  </a:cubicBezTo>
                  <a:cubicBezTo>
                    <a:pt x="703" y="149"/>
                    <a:pt x="697" y="161"/>
                    <a:pt x="692" y="173"/>
                  </a:cubicBezTo>
                  <a:cubicBezTo>
                    <a:pt x="708" y="162"/>
                    <a:pt x="722" y="150"/>
                    <a:pt x="736" y="137"/>
                  </a:cubicBezTo>
                  <a:cubicBezTo>
                    <a:pt x="737" y="136"/>
                    <a:pt x="738" y="135"/>
                    <a:pt x="740" y="134"/>
                  </a:cubicBezTo>
                  <a:cubicBezTo>
                    <a:pt x="742" y="133"/>
                    <a:pt x="744" y="132"/>
                    <a:pt x="746" y="132"/>
                  </a:cubicBezTo>
                  <a:cubicBezTo>
                    <a:pt x="748" y="132"/>
                    <a:pt x="750" y="133"/>
                    <a:pt x="752" y="134"/>
                  </a:cubicBezTo>
                  <a:cubicBezTo>
                    <a:pt x="753" y="135"/>
                    <a:pt x="754" y="136"/>
                    <a:pt x="755" y="137"/>
                  </a:cubicBezTo>
                  <a:cubicBezTo>
                    <a:pt x="761" y="144"/>
                    <a:pt x="755" y="150"/>
                    <a:pt x="750" y="155"/>
                  </a:cubicBezTo>
                  <a:cubicBezTo>
                    <a:pt x="692" y="210"/>
                    <a:pt x="633" y="264"/>
                    <a:pt x="599" y="339"/>
                  </a:cubicBezTo>
                  <a:cubicBezTo>
                    <a:pt x="598" y="342"/>
                    <a:pt x="595" y="345"/>
                    <a:pt x="593" y="348"/>
                  </a:cubicBezTo>
                  <a:cubicBezTo>
                    <a:pt x="593" y="326"/>
                    <a:pt x="611" y="307"/>
                    <a:pt x="608" y="282"/>
                  </a:cubicBezTo>
                  <a:cubicBezTo>
                    <a:pt x="597" y="285"/>
                    <a:pt x="586" y="289"/>
                    <a:pt x="576" y="295"/>
                  </a:cubicBezTo>
                  <a:cubicBezTo>
                    <a:pt x="559" y="305"/>
                    <a:pt x="544" y="318"/>
                    <a:pt x="534" y="335"/>
                  </a:cubicBezTo>
                  <a:cubicBezTo>
                    <a:pt x="524" y="326"/>
                    <a:pt x="510" y="315"/>
                    <a:pt x="504" y="335"/>
                  </a:cubicBezTo>
                  <a:cubicBezTo>
                    <a:pt x="487" y="376"/>
                    <a:pt x="477" y="419"/>
                    <a:pt x="472" y="463"/>
                  </a:cubicBezTo>
                  <a:cubicBezTo>
                    <a:pt x="480" y="451"/>
                    <a:pt x="484" y="437"/>
                    <a:pt x="491" y="424"/>
                  </a:cubicBezTo>
                  <a:cubicBezTo>
                    <a:pt x="498" y="411"/>
                    <a:pt x="497" y="395"/>
                    <a:pt x="513" y="389"/>
                  </a:cubicBezTo>
                  <a:cubicBezTo>
                    <a:pt x="516" y="411"/>
                    <a:pt x="502" y="430"/>
                    <a:pt x="497" y="451"/>
                  </a:cubicBezTo>
                  <a:cubicBezTo>
                    <a:pt x="494" y="464"/>
                    <a:pt x="479" y="482"/>
                    <a:pt x="497" y="489"/>
                  </a:cubicBezTo>
                  <a:cubicBezTo>
                    <a:pt x="514" y="497"/>
                    <a:pt x="524" y="475"/>
                    <a:pt x="530" y="462"/>
                  </a:cubicBezTo>
                  <a:cubicBezTo>
                    <a:pt x="536" y="453"/>
                    <a:pt x="539" y="442"/>
                    <a:pt x="544" y="433"/>
                  </a:cubicBezTo>
                  <a:cubicBezTo>
                    <a:pt x="551" y="416"/>
                    <a:pt x="558" y="400"/>
                    <a:pt x="567" y="385"/>
                  </a:cubicBezTo>
                  <a:cubicBezTo>
                    <a:pt x="576" y="371"/>
                    <a:pt x="585" y="357"/>
                    <a:pt x="595" y="344"/>
                  </a:cubicBezTo>
                  <a:lnTo>
                    <a:pt x="579" y="405"/>
                  </a:lnTo>
                  <a:cubicBezTo>
                    <a:pt x="618" y="369"/>
                    <a:pt x="634" y="317"/>
                    <a:pt x="672" y="280"/>
                  </a:cubicBezTo>
                  <a:cubicBezTo>
                    <a:pt x="651" y="336"/>
                    <a:pt x="613" y="386"/>
                    <a:pt x="592" y="446"/>
                  </a:cubicBezTo>
                  <a:cubicBezTo>
                    <a:pt x="626" y="440"/>
                    <a:pt x="637" y="418"/>
                    <a:pt x="652" y="400"/>
                  </a:cubicBezTo>
                  <a:cubicBezTo>
                    <a:pt x="695" y="347"/>
                    <a:pt x="730" y="285"/>
                    <a:pt x="787" y="244"/>
                  </a:cubicBezTo>
                  <a:cubicBezTo>
                    <a:pt x="776" y="284"/>
                    <a:pt x="739" y="306"/>
                    <a:pt x="719" y="340"/>
                  </a:cubicBezTo>
                  <a:cubicBezTo>
                    <a:pt x="704" y="358"/>
                    <a:pt x="691" y="377"/>
                    <a:pt x="679" y="398"/>
                  </a:cubicBezTo>
                  <a:cubicBezTo>
                    <a:pt x="676" y="402"/>
                    <a:pt x="673" y="407"/>
                    <a:pt x="671" y="412"/>
                  </a:cubicBezTo>
                  <a:cubicBezTo>
                    <a:pt x="702" y="408"/>
                    <a:pt x="707" y="386"/>
                    <a:pt x="720" y="372"/>
                  </a:cubicBezTo>
                  <a:cubicBezTo>
                    <a:pt x="758" y="329"/>
                    <a:pt x="783" y="275"/>
                    <a:pt x="834" y="243"/>
                  </a:cubicBezTo>
                  <a:cubicBezTo>
                    <a:pt x="815" y="285"/>
                    <a:pt x="779" y="314"/>
                    <a:pt x="755" y="352"/>
                  </a:cubicBezTo>
                  <a:cubicBezTo>
                    <a:pt x="746" y="366"/>
                    <a:pt x="731" y="378"/>
                    <a:pt x="730" y="396"/>
                  </a:cubicBezTo>
                  <a:cubicBezTo>
                    <a:pt x="767" y="402"/>
                    <a:pt x="770" y="359"/>
                    <a:pt x="798" y="356"/>
                  </a:cubicBezTo>
                  <a:cubicBezTo>
                    <a:pt x="802" y="377"/>
                    <a:pt x="773" y="384"/>
                    <a:pt x="775" y="406"/>
                  </a:cubicBezTo>
                  <a:cubicBezTo>
                    <a:pt x="791" y="409"/>
                    <a:pt x="794" y="384"/>
                    <a:pt x="810" y="389"/>
                  </a:cubicBezTo>
                  <a:cubicBezTo>
                    <a:pt x="807" y="409"/>
                    <a:pt x="810" y="420"/>
                    <a:pt x="831" y="404"/>
                  </a:cubicBezTo>
                  <a:cubicBezTo>
                    <a:pt x="834" y="402"/>
                    <a:pt x="838" y="401"/>
                    <a:pt x="841" y="401"/>
                  </a:cubicBezTo>
                  <a:cubicBezTo>
                    <a:pt x="851" y="403"/>
                    <a:pt x="860" y="407"/>
                    <a:pt x="869" y="397"/>
                  </a:cubicBezTo>
                  <a:cubicBezTo>
                    <a:pt x="890" y="376"/>
                    <a:pt x="913" y="356"/>
                    <a:pt x="935" y="336"/>
                  </a:cubicBezTo>
                  <a:cubicBezTo>
                    <a:pt x="945" y="339"/>
                    <a:pt x="951" y="319"/>
                    <a:pt x="965" y="332"/>
                  </a:cubicBezTo>
                  <a:lnTo>
                    <a:pt x="876" y="413"/>
                  </a:lnTo>
                  <a:cubicBezTo>
                    <a:pt x="872" y="416"/>
                    <a:pt x="868" y="419"/>
                    <a:pt x="864" y="422"/>
                  </a:cubicBezTo>
                  <a:cubicBezTo>
                    <a:pt x="855" y="427"/>
                    <a:pt x="845" y="431"/>
                    <a:pt x="835" y="434"/>
                  </a:cubicBezTo>
                  <a:cubicBezTo>
                    <a:pt x="790" y="452"/>
                    <a:pt x="739" y="446"/>
                    <a:pt x="696" y="471"/>
                  </a:cubicBezTo>
                  <a:cubicBezTo>
                    <a:pt x="675" y="484"/>
                    <a:pt x="682" y="457"/>
                    <a:pt x="673" y="452"/>
                  </a:cubicBezTo>
                  <a:cubicBezTo>
                    <a:pt x="697" y="462"/>
                    <a:pt x="707" y="445"/>
                    <a:pt x="726" y="426"/>
                  </a:cubicBezTo>
                  <a:cubicBezTo>
                    <a:pt x="715" y="427"/>
                    <a:pt x="704" y="431"/>
                    <a:pt x="695" y="436"/>
                  </a:cubicBezTo>
                  <a:cubicBezTo>
                    <a:pt x="688" y="440"/>
                    <a:pt x="681" y="446"/>
                    <a:pt x="675" y="452"/>
                  </a:cubicBezTo>
                  <a:lnTo>
                    <a:pt x="608" y="507"/>
                  </a:lnTo>
                  <a:cubicBezTo>
                    <a:pt x="595" y="488"/>
                    <a:pt x="623" y="483"/>
                    <a:pt x="615" y="462"/>
                  </a:cubicBezTo>
                  <a:cubicBezTo>
                    <a:pt x="545" y="496"/>
                    <a:pt x="503" y="557"/>
                    <a:pt x="458" y="616"/>
                  </a:cubicBezTo>
                  <a:cubicBezTo>
                    <a:pt x="460" y="582"/>
                    <a:pt x="489" y="559"/>
                    <a:pt x="496" y="516"/>
                  </a:cubicBezTo>
                  <a:cubicBezTo>
                    <a:pt x="420" y="607"/>
                    <a:pt x="398" y="682"/>
                    <a:pt x="419" y="763"/>
                  </a:cubicBezTo>
                  <a:cubicBezTo>
                    <a:pt x="433" y="758"/>
                    <a:pt x="435" y="744"/>
                    <a:pt x="442" y="734"/>
                  </a:cubicBezTo>
                  <a:cubicBezTo>
                    <a:pt x="454" y="716"/>
                    <a:pt x="469" y="700"/>
                    <a:pt x="487" y="686"/>
                  </a:cubicBezTo>
                  <a:cubicBezTo>
                    <a:pt x="559" y="624"/>
                    <a:pt x="720" y="653"/>
                    <a:pt x="743" y="752"/>
                  </a:cubicBezTo>
                  <a:cubicBezTo>
                    <a:pt x="746" y="767"/>
                    <a:pt x="760" y="769"/>
                    <a:pt x="771" y="774"/>
                  </a:cubicBezTo>
                  <a:cubicBezTo>
                    <a:pt x="813" y="793"/>
                    <a:pt x="855" y="812"/>
                    <a:pt x="897" y="830"/>
                  </a:cubicBezTo>
                  <a:cubicBezTo>
                    <a:pt x="901" y="832"/>
                    <a:pt x="906" y="835"/>
                    <a:pt x="910" y="837"/>
                  </a:cubicBezTo>
                  <a:cubicBezTo>
                    <a:pt x="923" y="845"/>
                    <a:pt x="933" y="855"/>
                    <a:pt x="941" y="868"/>
                  </a:cubicBezTo>
                  <a:cubicBezTo>
                    <a:pt x="948" y="881"/>
                    <a:pt x="953" y="896"/>
                    <a:pt x="953" y="910"/>
                  </a:cubicBezTo>
                  <a:cubicBezTo>
                    <a:pt x="953" y="914"/>
                    <a:pt x="953" y="918"/>
                    <a:pt x="952" y="922"/>
                  </a:cubicBezTo>
                  <a:cubicBezTo>
                    <a:pt x="946" y="1000"/>
                    <a:pt x="923" y="1075"/>
                    <a:pt x="884" y="1143"/>
                  </a:cubicBezTo>
                  <a:cubicBezTo>
                    <a:pt x="876" y="1158"/>
                    <a:pt x="866" y="1172"/>
                    <a:pt x="856" y="1187"/>
                  </a:cubicBezTo>
                  <a:cubicBezTo>
                    <a:pt x="847" y="1199"/>
                    <a:pt x="836" y="1210"/>
                    <a:pt x="823" y="1217"/>
                  </a:cubicBezTo>
                  <a:cubicBezTo>
                    <a:pt x="809" y="1225"/>
                    <a:pt x="793" y="1230"/>
                    <a:pt x="776" y="1231"/>
                  </a:cubicBezTo>
                  <a:cubicBezTo>
                    <a:pt x="724" y="1235"/>
                    <a:pt x="712" y="1247"/>
                    <a:pt x="728" y="1297"/>
                  </a:cubicBezTo>
                  <a:cubicBezTo>
                    <a:pt x="731" y="1315"/>
                    <a:pt x="733" y="1332"/>
                    <a:pt x="733" y="1350"/>
                  </a:cubicBezTo>
                  <a:cubicBezTo>
                    <a:pt x="733" y="1352"/>
                    <a:pt x="733" y="1355"/>
                    <a:pt x="733" y="1357"/>
                  </a:cubicBezTo>
                  <a:cubicBezTo>
                    <a:pt x="750" y="1335"/>
                    <a:pt x="748" y="1310"/>
                    <a:pt x="775" y="1292"/>
                  </a:cubicBezTo>
                  <a:cubicBezTo>
                    <a:pt x="751" y="1360"/>
                    <a:pt x="737" y="1430"/>
                    <a:pt x="733" y="1502"/>
                  </a:cubicBezTo>
                  <a:cubicBezTo>
                    <a:pt x="731" y="1529"/>
                    <a:pt x="730" y="1556"/>
                    <a:pt x="730" y="1584"/>
                  </a:cubicBezTo>
                  <a:cubicBezTo>
                    <a:pt x="730" y="1699"/>
                    <a:pt x="746" y="1814"/>
                    <a:pt x="777" y="1925"/>
                  </a:cubicBezTo>
                  <a:cubicBezTo>
                    <a:pt x="782" y="1945"/>
                    <a:pt x="783" y="1969"/>
                    <a:pt x="806" y="1981"/>
                  </a:cubicBezTo>
                  <a:lnTo>
                    <a:pt x="815" y="2018"/>
                  </a:lnTo>
                  <a:cubicBezTo>
                    <a:pt x="815" y="2019"/>
                    <a:pt x="815" y="2020"/>
                    <a:pt x="815" y="2021"/>
                  </a:cubicBezTo>
                  <a:cubicBezTo>
                    <a:pt x="815" y="2026"/>
                    <a:pt x="814" y="2031"/>
                    <a:pt x="811" y="2036"/>
                  </a:cubicBezTo>
                  <a:cubicBezTo>
                    <a:pt x="810" y="2038"/>
                    <a:pt x="809" y="2039"/>
                    <a:pt x="808" y="2041"/>
                  </a:cubicBezTo>
                  <a:cubicBezTo>
                    <a:pt x="798" y="2037"/>
                    <a:pt x="797" y="2027"/>
                    <a:pt x="794" y="2018"/>
                  </a:cubicBezTo>
                  <a:cubicBezTo>
                    <a:pt x="750" y="1896"/>
                    <a:pt x="725" y="1768"/>
                    <a:pt x="719" y="1639"/>
                  </a:cubicBezTo>
                  <a:cubicBezTo>
                    <a:pt x="719" y="1586"/>
                    <a:pt x="719" y="1533"/>
                    <a:pt x="719" y="1480"/>
                  </a:cubicBezTo>
                  <a:cubicBezTo>
                    <a:pt x="694" y="1534"/>
                    <a:pt x="699" y="1592"/>
                    <a:pt x="695" y="1648"/>
                  </a:cubicBezTo>
                  <a:cubicBezTo>
                    <a:pt x="689" y="1738"/>
                    <a:pt x="679" y="1825"/>
                    <a:pt x="722" y="1915"/>
                  </a:cubicBezTo>
                  <a:cubicBezTo>
                    <a:pt x="768" y="2013"/>
                    <a:pt x="805" y="2114"/>
                    <a:pt x="858" y="2209"/>
                  </a:cubicBezTo>
                  <a:cubicBezTo>
                    <a:pt x="875" y="2240"/>
                    <a:pt x="901" y="2268"/>
                    <a:pt x="911" y="2304"/>
                  </a:cubicBezTo>
                  <a:lnTo>
                    <a:pt x="908" y="2307"/>
                  </a:lnTo>
                  <a:cubicBezTo>
                    <a:pt x="850" y="2240"/>
                    <a:pt x="819" y="2157"/>
                    <a:pt x="769" y="2084"/>
                  </a:cubicBezTo>
                  <a:cubicBezTo>
                    <a:pt x="803" y="2180"/>
                    <a:pt x="808" y="2281"/>
                    <a:pt x="827" y="2379"/>
                  </a:cubicBezTo>
                  <a:cubicBezTo>
                    <a:pt x="853" y="2520"/>
                    <a:pt x="891" y="2658"/>
                    <a:pt x="905" y="2801"/>
                  </a:cubicBezTo>
                  <a:cubicBezTo>
                    <a:pt x="917" y="2918"/>
                    <a:pt x="951" y="3031"/>
                    <a:pt x="1003" y="3136"/>
                  </a:cubicBezTo>
                  <a:cubicBezTo>
                    <a:pt x="1069" y="3276"/>
                    <a:pt x="1148" y="3408"/>
                    <a:pt x="1225" y="3541"/>
                  </a:cubicBezTo>
                  <a:cubicBezTo>
                    <a:pt x="1226" y="3543"/>
                    <a:pt x="1228" y="3546"/>
                    <a:pt x="1229" y="3548"/>
                  </a:cubicBezTo>
                  <a:cubicBezTo>
                    <a:pt x="1234" y="3557"/>
                    <a:pt x="1241" y="3564"/>
                    <a:pt x="1250" y="3570"/>
                  </a:cubicBezTo>
                  <a:lnTo>
                    <a:pt x="1250" y="3568"/>
                  </a:lnTo>
                  <a:cubicBezTo>
                    <a:pt x="1313" y="3683"/>
                    <a:pt x="1385" y="3782"/>
                    <a:pt x="1525" y="3818"/>
                  </a:cubicBezTo>
                  <a:cubicBezTo>
                    <a:pt x="1627" y="3845"/>
                    <a:pt x="1724" y="3891"/>
                    <a:pt x="1824" y="3929"/>
                  </a:cubicBezTo>
                  <a:cubicBezTo>
                    <a:pt x="1847" y="3938"/>
                    <a:pt x="1865" y="3956"/>
                    <a:pt x="1894" y="3956"/>
                  </a:cubicBezTo>
                  <a:cubicBezTo>
                    <a:pt x="1901" y="3955"/>
                    <a:pt x="1908" y="3955"/>
                    <a:pt x="1915" y="3955"/>
                  </a:cubicBezTo>
                  <a:cubicBezTo>
                    <a:pt x="2015" y="3955"/>
                    <a:pt x="2114" y="3965"/>
                    <a:pt x="2211" y="3985"/>
                  </a:cubicBezTo>
                  <a:cubicBezTo>
                    <a:pt x="2234" y="3989"/>
                    <a:pt x="2257" y="3991"/>
                    <a:pt x="2280" y="3991"/>
                  </a:cubicBezTo>
                  <a:cubicBezTo>
                    <a:pt x="2283" y="3991"/>
                    <a:pt x="2285" y="3991"/>
                    <a:pt x="2288" y="3991"/>
                  </a:cubicBezTo>
                  <a:cubicBezTo>
                    <a:pt x="2299" y="3990"/>
                    <a:pt x="2311" y="3990"/>
                    <a:pt x="2323" y="3990"/>
                  </a:cubicBezTo>
                  <a:cubicBezTo>
                    <a:pt x="2355" y="3990"/>
                    <a:pt x="2388" y="3994"/>
                    <a:pt x="2420" y="4001"/>
                  </a:cubicBezTo>
                  <a:cubicBezTo>
                    <a:pt x="2429" y="4003"/>
                    <a:pt x="2439" y="4005"/>
                    <a:pt x="2449" y="4005"/>
                  </a:cubicBezTo>
                  <a:cubicBezTo>
                    <a:pt x="2463" y="4005"/>
                    <a:pt x="2477" y="4002"/>
                    <a:pt x="2490" y="3996"/>
                  </a:cubicBezTo>
                  <a:cubicBezTo>
                    <a:pt x="2347" y="3953"/>
                    <a:pt x="2199" y="3958"/>
                    <a:pt x="2075" y="3886"/>
                  </a:cubicBezTo>
                  <a:cubicBezTo>
                    <a:pt x="2151" y="3903"/>
                    <a:pt x="2225" y="3935"/>
                    <a:pt x="2305" y="3939"/>
                  </a:cubicBezTo>
                  <a:cubicBezTo>
                    <a:pt x="2305" y="3924"/>
                    <a:pt x="2295" y="3925"/>
                    <a:pt x="2289" y="3923"/>
                  </a:cubicBezTo>
                  <a:lnTo>
                    <a:pt x="2081" y="3853"/>
                  </a:lnTo>
                  <a:cubicBezTo>
                    <a:pt x="2072" y="3850"/>
                    <a:pt x="2062" y="3845"/>
                    <a:pt x="2054" y="3850"/>
                  </a:cubicBezTo>
                  <a:cubicBezTo>
                    <a:pt x="2021" y="3871"/>
                    <a:pt x="1986" y="3853"/>
                    <a:pt x="1956" y="3845"/>
                  </a:cubicBezTo>
                  <a:cubicBezTo>
                    <a:pt x="1890" y="3828"/>
                    <a:pt x="1827" y="3801"/>
                    <a:pt x="1768" y="3768"/>
                  </a:cubicBezTo>
                  <a:cubicBezTo>
                    <a:pt x="1760" y="3763"/>
                    <a:pt x="1753" y="3760"/>
                    <a:pt x="1746" y="3755"/>
                  </a:cubicBezTo>
                  <a:cubicBezTo>
                    <a:pt x="1731" y="3746"/>
                    <a:pt x="1714" y="3738"/>
                    <a:pt x="1712" y="3710"/>
                  </a:cubicBezTo>
                  <a:cubicBezTo>
                    <a:pt x="1734" y="3720"/>
                    <a:pt x="1752" y="3737"/>
                    <a:pt x="1773" y="3718"/>
                  </a:cubicBezTo>
                  <a:cubicBezTo>
                    <a:pt x="1778" y="3714"/>
                    <a:pt x="1795" y="3721"/>
                    <a:pt x="1789" y="3732"/>
                  </a:cubicBezTo>
                  <a:cubicBezTo>
                    <a:pt x="1772" y="3759"/>
                    <a:pt x="1796" y="3763"/>
                    <a:pt x="1810" y="3771"/>
                  </a:cubicBezTo>
                  <a:cubicBezTo>
                    <a:pt x="1824" y="3779"/>
                    <a:pt x="1847" y="3799"/>
                    <a:pt x="1859" y="3790"/>
                  </a:cubicBezTo>
                  <a:cubicBezTo>
                    <a:pt x="1883" y="3771"/>
                    <a:pt x="1895" y="3790"/>
                    <a:pt x="1912" y="3798"/>
                  </a:cubicBezTo>
                  <a:cubicBezTo>
                    <a:pt x="1938" y="3809"/>
                    <a:pt x="1961" y="3830"/>
                    <a:pt x="1995" y="3830"/>
                  </a:cubicBezTo>
                  <a:cubicBezTo>
                    <a:pt x="1985" y="3809"/>
                    <a:pt x="1957" y="3815"/>
                    <a:pt x="1955" y="3785"/>
                  </a:cubicBezTo>
                  <a:cubicBezTo>
                    <a:pt x="2016" y="3811"/>
                    <a:pt x="2072" y="3844"/>
                    <a:pt x="2133" y="3857"/>
                  </a:cubicBezTo>
                  <a:cubicBezTo>
                    <a:pt x="2194" y="3869"/>
                    <a:pt x="2253" y="3902"/>
                    <a:pt x="2318" y="3912"/>
                  </a:cubicBezTo>
                  <a:cubicBezTo>
                    <a:pt x="2298" y="3899"/>
                    <a:pt x="2277" y="3888"/>
                    <a:pt x="2257" y="3876"/>
                  </a:cubicBezTo>
                  <a:cubicBezTo>
                    <a:pt x="2236" y="3864"/>
                    <a:pt x="2212" y="3856"/>
                    <a:pt x="2202" y="3831"/>
                  </a:cubicBezTo>
                  <a:cubicBezTo>
                    <a:pt x="2241" y="3845"/>
                    <a:pt x="2272" y="3875"/>
                    <a:pt x="2312" y="3884"/>
                  </a:cubicBezTo>
                  <a:cubicBezTo>
                    <a:pt x="2323" y="3867"/>
                    <a:pt x="2296" y="3863"/>
                    <a:pt x="2304" y="3849"/>
                  </a:cubicBezTo>
                  <a:cubicBezTo>
                    <a:pt x="2348" y="3863"/>
                    <a:pt x="2396" y="3867"/>
                    <a:pt x="2438" y="3888"/>
                  </a:cubicBezTo>
                  <a:cubicBezTo>
                    <a:pt x="2477" y="3904"/>
                    <a:pt x="2518" y="3914"/>
                    <a:pt x="2560" y="3917"/>
                  </a:cubicBezTo>
                  <a:lnTo>
                    <a:pt x="2680" y="3929"/>
                  </a:lnTo>
                  <a:cubicBezTo>
                    <a:pt x="2695" y="3930"/>
                    <a:pt x="2712" y="3929"/>
                    <a:pt x="2719" y="3945"/>
                  </a:cubicBezTo>
                  <a:cubicBezTo>
                    <a:pt x="2727" y="3966"/>
                    <a:pt x="2737" y="3962"/>
                    <a:pt x="2751" y="3950"/>
                  </a:cubicBezTo>
                  <a:cubicBezTo>
                    <a:pt x="2764" y="3937"/>
                    <a:pt x="2775" y="3933"/>
                    <a:pt x="2781" y="3957"/>
                  </a:cubicBezTo>
                  <a:cubicBezTo>
                    <a:pt x="2784" y="3967"/>
                    <a:pt x="2794" y="3968"/>
                    <a:pt x="2804" y="3969"/>
                  </a:cubicBezTo>
                  <a:lnTo>
                    <a:pt x="2912" y="3982"/>
                  </a:lnTo>
                  <a:cubicBezTo>
                    <a:pt x="2852" y="3951"/>
                    <a:pt x="2788" y="3929"/>
                    <a:pt x="2722" y="3916"/>
                  </a:cubicBezTo>
                  <a:cubicBezTo>
                    <a:pt x="2634" y="3899"/>
                    <a:pt x="2544" y="3886"/>
                    <a:pt x="2457" y="3862"/>
                  </a:cubicBezTo>
                  <a:cubicBezTo>
                    <a:pt x="2428" y="3855"/>
                    <a:pt x="2400" y="3845"/>
                    <a:pt x="2374" y="3830"/>
                  </a:cubicBezTo>
                  <a:cubicBezTo>
                    <a:pt x="2355" y="3819"/>
                    <a:pt x="2338" y="3806"/>
                    <a:pt x="2322" y="3791"/>
                  </a:cubicBezTo>
                  <a:cubicBezTo>
                    <a:pt x="2306" y="3774"/>
                    <a:pt x="2283" y="3779"/>
                    <a:pt x="2269" y="3768"/>
                  </a:cubicBezTo>
                  <a:cubicBezTo>
                    <a:pt x="2254" y="3756"/>
                    <a:pt x="2274" y="3734"/>
                    <a:pt x="2261" y="3713"/>
                  </a:cubicBezTo>
                  <a:cubicBezTo>
                    <a:pt x="2169" y="3565"/>
                    <a:pt x="2082" y="3414"/>
                    <a:pt x="1976" y="3275"/>
                  </a:cubicBezTo>
                  <a:cubicBezTo>
                    <a:pt x="1970" y="3268"/>
                    <a:pt x="1964" y="3259"/>
                    <a:pt x="1959" y="3251"/>
                  </a:cubicBezTo>
                  <a:cubicBezTo>
                    <a:pt x="1957" y="3248"/>
                    <a:pt x="1956" y="3246"/>
                    <a:pt x="1955" y="3243"/>
                  </a:cubicBezTo>
                  <a:cubicBezTo>
                    <a:pt x="1949" y="3231"/>
                    <a:pt x="1949" y="3218"/>
                    <a:pt x="1966" y="3212"/>
                  </a:cubicBezTo>
                  <a:cubicBezTo>
                    <a:pt x="1983" y="3206"/>
                    <a:pt x="1994" y="3190"/>
                    <a:pt x="2010" y="3207"/>
                  </a:cubicBezTo>
                  <a:cubicBezTo>
                    <a:pt x="2022" y="3220"/>
                    <a:pt x="2015" y="3232"/>
                    <a:pt x="2004" y="3240"/>
                  </a:cubicBezTo>
                  <a:cubicBezTo>
                    <a:pt x="1986" y="3253"/>
                    <a:pt x="1999" y="3262"/>
                    <a:pt x="2007" y="3271"/>
                  </a:cubicBezTo>
                  <a:cubicBezTo>
                    <a:pt x="2100" y="3385"/>
                    <a:pt x="2183" y="3506"/>
                    <a:pt x="2257" y="3633"/>
                  </a:cubicBezTo>
                  <a:cubicBezTo>
                    <a:pt x="2258" y="3636"/>
                    <a:pt x="2260" y="3639"/>
                    <a:pt x="2262" y="3643"/>
                  </a:cubicBezTo>
                  <a:cubicBezTo>
                    <a:pt x="2264" y="3647"/>
                    <a:pt x="2267" y="3651"/>
                    <a:pt x="2269" y="3655"/>
                  </a:cubicBezTo>
                  <a:cubicBezTo>
                    <a:pt x="2304" y="3716"/>
                    <a:pt x="2355" y="3765"/>
                    <a:pt x="2416" y="3801"/>
                  </a:cubicBezTo>
                  <a:cubicBezTo>
                    <a:pt x="2454" y="3823"/>
                    <a:pt x="2496" y="3839"/>
                    <a:pt x="2540" y="3848"/>
                  </a:cubicBezTo>
                  <a:cubicBezTo>
                    <a:pt x="2554" y="3851"/>
                    <a:pt x="2568" y="3856"/>
                    <a:pt x="2582" y="3859"/>
                  </a:cubicBezTo>
                  <a:cubicBezTo>
                    <a:pt x="2696" y="3879"/>
                    <a:pt x="2808" y="3908"/>
                    <a:pt x="2918" y="3944"/>
                  </a:cubicBezTo>
                  <a:cubicBezTo>
                    <a:pt x="2923" y="3948"/>
                    <a:pt x="2930" y="3949"/>
                    <a:pt x="2937" y="3949"/>
                  </a:cubicBezTo>
                  <a:cubicBezTo>
                    <a:pt x="2943" y="3949"/>
                    <a:pt x="2950" y="3948"/>
                    <a:pt x="2955" y="3944"/>
                  </a:cubicBezTo>
                  <a:cubicBezTo>
                    <a:pt x="2918" y="3920"/>
                    <a:pt x="2866" y="3918"/>
                    <a:pt x="2844" y="3872"/>
                  </a:cubicBezTo>
                  <a:cubicBezTo>
                    <a:pt x="2842" y="3867"/>
                    <a:pt x="2831" y="3866"/>
                    <a:pt x="2825" y="3865"/>
                  </a:cubicBezTo>
                  <a:cubicBezTo>
                    <a:pt x="2755" y="3857"/>
                    <a:pt x="2687" y="3836"/>
                    <a:pt x="2624" y="3805"/>
                  </a:cubicBezTo>
                  <a:cubicBezTo>
                    <a:pt x="2615" y="3800"/>
                    <a:pt x="2604" y="3789"/>
                    <a:pt x="2595" y="3799"/>
                  </a:cubicBezTo>
                  <a:cubicBezTo>
                    <a:pt x="2577" y="3818"/>
                    <a:pt x="2565" y="3801"/>
                    <a:pt x="2552" y="3794"/>
                  </a:cubicBezTo>
                  <a:cubicBezTo>
                    <a:pt x="2526" y="3777"/>
                    <a:pt x="2499" y="3758"/>
                    <a:pt x="2471" y="3739"/>
                  </a:cubicBezTo>
                  <a:cubicBezTo>
                    <a:pt x="2467" y="3767"/>
                    <a:pt x="2498" y="3774"/>
                    <a:pt x="2500" y="3801"/>
                  </a:cubicBezTo>
                  <a:lnTo>
                    <a:pt x="2430" y="3738"/>
                  </a:lnTo>
                  <a:cubicBezTo>
                    <a:pt x="2428" y="3734"/>
                    <a:pt x="2426" y="3730"/>
                    <a:pt x="2424" y="3726"/>
                  </a:cubicBezTo>
                  <a:cubicBezTo>
                    <a:pt x="2414" y="3710"/>
                    <a:pt x="2401" y="3696"/>
                    <a:pt x="2384" y="3687"/>
                  </a:cubicBezTo>
                  <a:cubicBezTo>
                    <a:pt x="2381" y="3685"/>
                    <a:pt x="2378" y="3683"/>
                    <a:pt x="2375" y="3682"/>
                  </a:cubicBezTo>
                  <a:cubicBezTo>
                    <a:pt x="2377" y="3688"/>
                    <a:pt x="2379" y="3694"/>
                    <a:pt x="2383" y="3700"/>
                  </a:cubicBezTo>
                  <a:cubicBezTo>
                    <a:pt x="2392" y="3717"/>
                    <a:pt x="2408" y="3732"/>
                    <a:pt x="2425" y="3742"/>
                  </a:cubicBezTo>
                  <a:cubicBezTo>
                    <a:pt x="2413" y="3756"/>
                    <a:pt x="2404" y="3746"/>
                    <a:pt x="2394" y="3738"/>
                  </a:cubicBezTo>
                  <a:cubicBezTo>
                    <a:pt x="2364" y="3714"/>
                    <a:pt x="2349" y="3676"/>
                    <a:pt x="2317" y="3653"/>
                  </a:cubicBezTo>
                  <a:lnTo>
                    <a:pt x="2319" y="3654"/>
                  </a:lnTo>
                  <a:cubicBezTo>
                    <a:pt x="2320" y="3636"/>
                    <a:pt x="2305" y="3624"/>
                    <a:pt x="2301" y="3609"/>
                  </a:cubicBezTo>
                  <a:cubicBezTo>
                    <a:pt x="2296" y="3593"/>
                    <a:pt x="2273" y="3581"/>
                    <a:pt x="2312" y="3571"/>
                  </a:cubicBezTo>
                  <a:cubicBezTo>
                    <a:pt x="2336" y="3565"/>
                    <a:pt x="2331" y="3482"/>
                    <a:pt x="2310" y="3450"/>
                  </a:cubicBezTo>
                  <a:lnTo>
                    <a:pt x="2289" y="3538"/>
                  </a:lnTo>
                  <a:cubicBezTo>
                    <a:pt x="2289" y="3536"/>
                    <a:pt x="2289" y="3534"/>
                    <a:pt x="2289" y="3531"/>
                  </a:cubicBezTo>
                  <a:cubicBezTo>
                    <a:pt x="2289" y="3495"/>
                    <a:pt x="2293" y="3460"/>
                    <a:pt x="2302" y="3425"/>
                  </a:cubicBezTo>
                  <a:cubicBezTo>
                    <a:pt x="2308" y="3393"/>
                    <a:pt x="2307" y="3359"/>
                    <a:pt x="2328" y="3332"/>
                  </a:cubicBezTo>
                  <a:cubicBezTo>
                    <a:pt x="2328" y="3334"/>
                    <a:pt x="2328" y="3336"/>
                    <a:pt x="2328" y="3338"/>
                  </a:cubicBezTo>
                  <a:cubicBezTo>
                    <a:pt x="2328" y="3356"/>
                    <a:pt x="2325" y="3374"/>
                    <a:pt x="2320" y="3391"/>
                  </a:cubicBezTo>
                  <a:cubicBezTo>
                    <a:pt x="2313" y="3412"/>
                    <a:pt x="2326" y="3419"/>
                    <a:pt x="2344" y="3422"/>
                  </a:cubicBezTo>
                  <a:cubicBezTo>
                    <a:pt x="2356" y="3375"/>
                    <a:pt x="2366" y="3332"/>
                    <a:pt x="2377" y="3289"/>
                  </a:cubicBezTo>
                  <a:cubicBezTo>
                    <a:pt x="2383" y="3263"/>
                    <a:pt x="2370" y="3257"/>
                    <a:pt x="2348" y="3258"/>
                  </a:cubicBezTo>
                  <a:cubicBezTo>
                    <a:pt x="2289" y="3231"/>
                    <a:pt x="2232" y="3194"/>
                    <a:pt x="2170" y="3178"/>
                  </a:cubicBezTo>
                  <a:cubicBezTo>
                    <a:pt x="2131" y="3168"/>
                    <a:pt x="2093" y="3153"/>
                    <a:pt x="2058" y="3133"/>
                  </a:cubicBezTo>
                  <a:cubicBezTo>
                    <a:pt x="2040" y="3122"/>
                    <a:pt x="2023" y="3110"/>
                    <a:pt x="2006" y="3097"/>
                  </a:cubicBezTo>
                  <a:cubicBezTo>
                    <a:pt x="2006" y="3088"/>
                    <a:pt x="2003" y="3079"/>
                    <a:pt x="1999" y="3072"/>
                  </a:cubicBezTo>
                  <a:cubicBezTo>
                    <a:pt x="1996" y="3068"/>
                    <a:pt x="1994" y="3064"/>
                    <a:pt x="1990" y="3060"/>
                  </a:cubicBezTo>
                  <a:cubicBezTo>
                    <a:pt x="1976" y="3045"/>
                    <a:pt x="1959" y="3032"/>
                    <a:pt x="1941" y="3021"/>
                  </a:cubicBezTo>
                  <a:lnTo>
                    <a:pt x="1935" y="3017"/>
                  </a:lnTo>
                  <a:cubicBezTo>
                    <a:pt x="1926" y="3004"/>
                    <a:pt x="1914" y="2992"/>
                    <a:pt x="1901" y="2982"/>
                  </a:cubicBezTo>
                  <a:cubicBezTo>
                    <a:pt x="1858" y="2944"/>
                    <a:pt x="1820" y="2902"/>
                    <a:pt x="1786" y="2856"/>
                  </a:cubicBezTo>
                  <a:cubicBezTo>
                    <a:pt x="1779" y="2847"/>
                    <a:pt x="1767" y="2837"/>
                    <a:pt x="1779" y="2821"/>
                  </a:cubicBezTo>
                  <a:cubicBezTo>
                    <a:pt x="1881" y="2943"/>
                    <a:pt x="2003" y="3045"/>
                    <a:pt x="2140" y="3125"/>
                  </a:cubicBezTo>
                  <a:cubicBezTo>
                    <a:pt x="2144" y="3127"/>
                    <a:pt x="2149" y="3130"/>
                    <a:pt x="2153" y="3132"/>
                  </a:cubicBezTo>
                  <a:cubicBezTo>
                    <a:pt x="2158" y="3136"/>
                    <a:pt x="2164" y="3140"/>
                    <a:pt x="2169" y="3143"/>
                  </a:cubicBezTo>
                  <a:cubicBezTo>
                    <a:pt x="2190" y="3155"/>
                    <a:pt x="2214" y="3162"/>
                    <a:pt x="2238" y="3162"/>
                  </a:cubicBezTo>
                  <a:cubicBezTo>
                    <a:pt x="2239" y="3162"/>
                    <a:pt x="2239" y="3162"/>
                    <a:pt x="2240" y="3162"/>
                  </a:cubicBezTo>
                  <a:cubicBezTo>
                    <a:pt x="2242" y="3161"/>
                    <a:pt x="2243" y="3161"/>
                    <a:pt x="2245" y="3161"/>
                  </a:cubicBezTo>
                  <a:cubicBezTo>
                    <a:pt x="2254" y="3161"/>
                    <a:pt x="2263" y="3163"/>
                    <a:pt x="2271" y="3168"/>
                  </a:cubicBezTo>
                  <a:cubicBezTo>
                    <a:pt x="2279" y="3172"/>
                    <a:pt x="2285" y="3179"/>
                    <a:pt x="2290" y="3186"/>
                  </a:cubicBezTo>
                  <a:cubicBezTo>
                    <a:pt x="2294" y="3194"/>
                    <a:pt x="2298" y="3202"/>
                    <a:pt x="2306" y="3205"/>
                  </a:cubicBezTo>
                  <a:cubicBezTo>
                    <a:pt x="2358" y="3229"/>
                    <a:pt x="2411" y="3248"/>
                    <a:pt x="2465" y="3264"/>
                  </a:cubicBezTo>
                  <a:cubicBezTo>
                    <a:pt x="2465" y="3263"/>
                    <a:pt x="2465" y="3263"/>
                    <a:pt x="2465" y="3262"/>
                  </a:cubicBezTo>
                  <a:cubicBezTo>
                    <a:pt x="2465" y="3252"/>
                    <a:pt x="2463" y="3242"/>
                    <a:pt x="2458" y="3234"/>
                  </a:cubicBezTo>
                  <a:cubicBezTo>
                    <a:pt x="2453" y="3225"/>
                    <a:pt x="2445" y="3218"/>
                    <a:pt x="2437" y="3213"/>
                  </a:cubicBezTo>
                  <a:cubicBezTo>
                    <a:pt x="2434" y="3211"/>
                    <a:pt x="2432" y="3210"/>
                    <a:pt x="2429" y="3209"/>
                  </a:cubicBezTo>
                  <a:cubicBezTo>
                    <a:pt x="2387" y="3183"/>
                    <a:pt x="2344" y="3159"/>
                    <a:pt x="2303" y="3132"/>
                  </a:cubicBezTo>
                  <a:cubicBezTo>
                    <a:pt x="2241" y="3095"/>
                    <a:pt x="2184" y="3052"/>
                    <a:pt x="2132" y="3003"/>
                  </a:cubicBezTo>
                  <a:cubicBezTo>
                    <a:pt x="2123" y="2991"/>
                    <a:pt x="2114" y="2980"/>
                    <a:pt x="2107" y="2967"/>
                  </a:cubicBezTo>
                  <a:cubicBezTo>
                    <a:pt x="2100" y="2955"/>
                    <a:pt x="2095" y="2943"/>
                    <a:pt x="2090" y="2931"/>
                  </a:cubicBezTo>
                  <a:cubicBezTo>
                    <a:pt x="2132" y="2968"/>
                    <a:pt x="2169" y="3007"/>
                    <a:pt x="2211" y="3044"/>
                  </a:cubicBezTo>
                  <a:cubicBezTo>
                    <a:pt x="2231" y="3066"/>
                    <a:pt x="2255" y="3084"/>
                    <a:pt x="2281" y="3099"/>
                  </a:cubicBezTo>
                  <a:cubicBezTo>
                    <a:pt x="2296" y="3108"/>
                    <a:pt x="2312" y="3116"/>
                    <a:pt x="2328" y="3122"/>
                  </a:cubicBezTo>
                  <a:cubicBezTo>
                    <a:pt x="2341" y="3126"/>
                    <a:pt x="2354" y="3131"/>
                    <a:pt x="2367" y="3138"/>
                  </a:cubicBezTo>
                  <a:cubicBezTo>
                    <a:pt x="2377" y="3144"/>
                    <a:pt x="2387" y="3152"/>
                    <a:pt x="2397" y="3160"/>
                  </a:cubicBezTo>
                  <a:cubicBezTo>
                    <a:pt x="2427" y="3183"/>
                    <a:pt x="2458" y="3204"/>
                    <a:pt x="2491" y="3223"/>
                  </a:cubicBezTo>
                  <a:cubicBezTo>
                    <a:pt x="2524" y="3242"/>
                    <a:pt x="2558" y="3259"/>
                    <a:pt x="2593" y="3273"/>
                  </a:cubicBezTo>
                  <a:cubicBezTo>
                    <a:pt x="2569" y="3252"/>
                    <a:pt x="2544" y="3232"/>
                    <a:pt x="2518" y="3213"/>
                  </a:cubicBezTo>
                  <a:cubicBezTo>
                    <a:pt x="2497" y="3200"/>
                    <a:pt x="2479" y="3183"/>
                    <a:pt x="2467" y="3161"/>
                  </a:cubicBezTo>
                  <a:cubicBezTo>
                    <a:pt x="2462" y="3152"/>
                    <a:pt x="2457" y="3142"/>
                    <a:pt x="2454" y="3132"/>
                  </a:cubicBezTo>
                  <a:cubicBezTo>
                    <a:pt x="2532" y="3200"/>
                    <a:pt x="2617" y="3260"/>
                    <a:pt x="2706" y="3311"/>
                  </a:cubicBezTo>
                  <a:cubicBezTo>
                    <a:pt x="2732" y="3326"/>
                    <a:pt x="2759" y="3341"/>
                    <a:pt x="2785" y="3354"/>
                  </a:cubicBezTo>
                  <a:cubicBezTo>
                    <a:pt x="2779" y="3333"/>
                    <a:pt x="2755" y="3319"/>
                    <a:pt x="2773" y="3294"/>
                  </a:cubicBezTo>
                  <a:cubicBezTo>
                    <a:pt x="2797" y="3301"/>
                    <a:pt x="2811" y="3320"/>
                    <a:pt x="2829" y="3336"/>
                  </a:cubicBezTo>
                  <a:cubicBezTo>
                    <a:pt x="2816" y="3375"/>
                    <a:pt x="2854" y="3383"/>
                    <a:pt x="2872" y="3400"/>
                  </a:cubicBezTo>
                  <a:cubicBezTo>
                    <a:pt x="2904" y="3425"/>
                    <a:pt x="2937" y="3448"/>
                    <a:pt x="2972" y="3468"/>
                  </a:cubicBezTo>
                  <a:cubicBezTo>
                    <a:pt x="2983" y="3474"/>
                    <a:pt x="2993" y="3480"/>
                    <a:pt x="3004" y="3486"/>
                  </a:cubicBezTo>
                  <a:cubicBezTo>
                    <a:pt x="3052" y="3486"/>
                    <a:pt x="3071" y="3528"/>
                    <a:pt x="3101" y="3555"/>
                  </a:cubicBezTo>
                  <a:cubicBezTo>
                    <a:pt x="3087" y="3582"/>
                    <a:pt x="3112" y="3584"/>
                    <a:pt x="3123" y="3594"/>
                  </a:cubicBezTo>
                  <a:cubicBezTo>
                    <a:pt x="3178" y="3644"/>
                    <a:pt x="3253" y="3665"/>
                    <a:pt x="3300" y="3725"/>
                  </a:cubicBezTo>
                  <a:cubicBezTo>
                    <a:pt x="3310" y="3737"/>
                    <a:pt x="3327" y="3742"/>
                    <a:pt x="3341" y="3751"/>
                  </a:cubicBezTo>
                  <a:cubicBezTo>
                    <a:pt x="3342" y="3752"/>
                    <a:pt x="3342" y="3753"/>
                    <a:pt x="3344" y="3755"/>
                  </a:cubicBezTo>
                  <a:cubicBezTo>
                    <a:pt x="3344" y="3756"/>
                    <a:pt x="3345" y="3758"/>
                    <a:pt x="3345" y="3760"/>
                  </a:cubicBezTo>
                  <a:cubicBezTo>
                    <a:pt x="3345" y="3762"/>
                    <a:pt x="3344" y="3764"/>
                    <a:pt x="3344" y="3765"/>
                  </a:cubicBezTo>
                  <a:cubicBezTo>
                    <a:pt x="3343" y="3766"/>
                    <a:pt x="3344" y="3766"/>
                    <a:pt x="3344" y="3766"/>
                  </a:cubicBezTo>
                  <a:cubicBezTo>
                    <a:pt x="3340" y="3772"/>
                    <a:pt x="3335" y="3770"/>
                    <a:pt x="3330" y="3767"/>
                  </a:cubicBezTo>
                  <a:cubicBezTo>
                    <a:pt x="3329" y="3767"/>
                    <a:pt x="3328" y="3766"/>
                    <a:pt x="3328" y="3766"/>
                  </a:cubicBezTo>
                  <a:cubicBezTo>
                    <a:pt x="3324" y="3764"/>
                    <a:pt x="3319" y="3763"/>
                    <a:pt x="3315" y="3763"/>
                  </a:cubicBezTo>
                  <a:cubicBezTo>
                    <a:pt x="3313" y="3763"/>
                    <a:pt x="3311" y="3763"/>
                    <a:pt x="3309" y="3763"/>
                  </a:cubicBezTo>
                  <a:cubicBezTo>
                    <a:pt x="3307" y="3746"/>
                    <a:pt x="3291" y="3742"/>
                    <a:pt x="3280" y="3734"/>
                  </a:cubicBezTo>
                  <a:cubicBezTo>
                    <a:pt x="3160" y="3641"/>
                    <a:pt x="3035" y="3553"/>
                    <a:pt x="2914" y="3462"/>
                  </a:cubicBezTo>
                  <a:cubicBezTo>
                    <a:pt x="2893" y="3446"/>
                    <a:pt x="2870" y="3431"/>
                    <a:pt x="2847" y="3418"/>
                  </a:cubicBezTo>
                  <a:cubicBezTo>
                    <a:pt x="2774" y="3375"/>
                    <a:pt x="2694" y="3348"/>
                    <a:pt x="2611" y="3335"/>
                  </a:cubicBezTo>
                  <a:lnTo>
                    <a:pt x="2611" y="3336"/>
                  </a:lnTo>
                  <a:cubicBezTo>
                    <a:pt x="2618" y="3348"/>
                    <a:pt x="2629" y="3359"/>
                    <a:pt x="2642" y="3367"/>
                  </a:cubicBezTo>
                  <a:cubicBezTo>
                    <a:pt x="2644" y="3368"/>
                    <a:pt x="2646" y="3369"/>
                    <a:pt x="2649" y="3370"/>
                  </a:cubicBezTo>
                  <a:cubicBezTo>
                    <a:pt x="2776" y="3455"/>
                    <a:pt x="2904" y="3541"/>
                    <a:pt x="3032" y="3626"/>
                  </a:cubicBezTo>
                  <a:cubicBezTo>
                    <a:pt x="3062" y="3645"/>
                    <a:pt x="3091" y="3664"/>
                    <a:pt x="3122" y="3682"/>
                  </a:cubicBezTo>
                  <a:cubicBezTo>
                    <a:pt x="3158" y="3702"/>
                    <a:pt x="3195" y="3722"/>
                    <a:pt x="3233" y="3740"/>
                  </a:cubicBezTo>
                  <a:cubicBezTo>
                    <a:pt x="3235" y="3742"/>
                    <a:pt x="3238" y="3743"/>
                    <a:pt x="3241" y="3745"/>
                  </a:cubicBezTo>
                  <a:cubicBezTo>
                    <a:pt x="3261" y="3757"/>
                    <a:pt x="3284" y="3763"/>
                    <a:pt x="3307" y="3763"/>
                  </a:cubicBezTo>
                  <a:cubicBezTo>
                    <a:pt x="3308" y="3763"/>
                    <a:pt x="3309" y="3763"/>
                    <a:pt x="3310" y="3763"/>
                  </a:cubicBezTo>
                  <a:cubicBezTo>
                    <a:pt x="3310" y="3776"/>
                    <a:pt x="3308" y="3789"/>
                    <a:pt x="3289" y="3783"/>
                  </a:cubicBezTo>
                  <a:cubicBezTo>
                    <a:pt x="3258" y="3773"/>
                    <a:pt x="3228" y="3762"/>
                    <a:pt x="3198" y="3750"/>
                  </a:cubicBezTo>
                  <a:cubicBezTo>
                    <a:pt x="3180" y="3744"/>
                    <a:pt x="3166" y="3726"/>
                    <a:pt x="3145" y="3732"/>
                  </a:cubicBezTo>
                  <a:cubicBezTo>
                    <a:pt x="3137" y="3721"/>
                    <a:pt x="3127" y="3711"/>
                    <a:pt x="3116" y="3705"/>
                  </a:cubicBezTo>
                  <a:cubicBezTo>
                    <a:pt x="3108" y="3700"/>
                    <a:pt x="3100" y="3698"/>
                    <a:pt x="3092" y="3695"/>
                  </a:cubicBezTo>
                  <a:cubicBezTo>
                    <a:pt x="3077" y="3684"/>
                    <a:pt x="3060" y="3673"/>
                    <a:pt x="3044" y="3664"/>
                  </a:cubicBezTo>
                  <a:cubicBezTo>
                    <a:pt x="3024" y="3652"/>
                    <a:pt x="3005" y="3643"/>
                    <a:pt x="2984" y="3634"/>
                  </a:cubicBezTo>
                  <a:cubicBezTo>
                    <a:pt x="2971" y="3672"/>
                    <a:pt x="2962" y="3710"/>
                    <a:pt x="2958" y="3750"/>
                  </a:cubicBezTo>
                  <a:cubicBezTo>
                    <a:pt x="2955" y="3773"/>
                    <a:pt x="2973" y="3778"/>
                    <a:pt x="2988" y="3782"/>
                  </a:cubicBezTo>
                  <a:cubicBezTo>
                    <a:pt x="3007" y="3787"/>
                    <a:pt x="3007" y="3767"/>
                    <a:pt x="3009" y="3757"/>
                  </a:cubicBezTo>
                  <a:cubicBezTo>
                    <a:pt x="3015" y="3732"/>
                    <a:pt x="3011" y="3705"/>
                    <a:pt x="3032" y="3685"/>
                  </a:cubicBezTo>
                  <a:cubicBezTo>
                    <a:pt x="3032" y="3712"/>
                    <a:pt x="3026" y="3736"/>
                    <a:pt x="3023" y="3761"/>
                  </a:cubicBezTo>
                  <a:cubicBezTo>
                    <a:pt x="3021" y="3775"/>
                    <a:pt x="3011" y="3798"/>
                    <a:pt x="3036" y="3800"/>
                  </a:cubicBezTo>
                  <a:cubicBezTo>
                    <a:pt x="3058" y="3803"/>
                    <a:pt x="3053" y="3781"/>
                    <a:pt x="3056" y="3768"/>
                  </a:cubicBezTo>
                  <a:cubicBezTo>
                    <a:pt x="3059" y="3750"/>
                    <a:pt x="3063" y="3732"/>
                    <a:pt x="3066" y="3715"/>
                  </a:cubicBezTo>
                  <a:cubicBezTo>
                    <a:pt x="3069" y="3698"/>
                    <a:pt x="3080" y="3696"/>
                    <a:pt x="3092" y="3695"/>
                  </a:cubicBezTo>
                  <a:cubicBezTo>
                    <a:pt x="3076" y="3728"/>
                    <a:pt x="3067" y="3764"/>
                    <a:pt x="3066" y="3801"/>
                  </a:cubicBezTo>
                  <a:cubicBezTo>
                    <a:pt x="3066" y="3814"/>
                    <a:pt x="3072" y="3822"/>
                    <a:pt x="3087" y="3812"/>
                  </a:cubicBezTo>
                  <a:cubicBezTo>
                    <a:pt x="3095" y="3806"/>
                    <a:pt x="3101" y="3799"/>
                    <a:pt x="3107" y="3790"/>
                  </a:cubicBezTo>
                  <a:cubicBezTo>
                    <a:pt x="3110" y="3784"/>
                    <a:pt x="3113" y="3776"/>
                    <a:pt x="3115" y="3769"/>
                  </a:cubicBezTo>
                  <a:cubicBezTo>
                    <a:pt x="3118" y="3755"/>
                    <a:pt x="3115" y="3728"/>
                    <a:pt x="3144" y="3732"/>
                  </a:cubicBezTo>
                  <a:cubicBezTo>
                    <a:pt x="3139" y="3747"/>
                    <a:pt x="3134" y="3763"/>
                    <a:pt x="3129" y="3779"/>
                  </a:cubicBezTo>
                  <a:cubicBezTo>
                    <a:pt x="3119" y="3818"/>
                    <a:pt x="3119" y="3818"/>
                    <a:pt x="3161" y="3837"/>
                  </a:cubicBezTo>
                  <a:cubicBezTo>
                    <a:pt x="3180" y="3818"/>
                    <a:pt x="3170" y="3784"/>
                    <a:pt x="3201" y="3762"/>
                  </a:cubicBezTo>
                  <a:lnTo>
                    <a:pt x="3182" y="3832"/>
                  </a:lnTo>
                  <a:cubicBezTo>
                    <a:pt x="3177" y="3852"/>
                    <a:pt x="3191" y="3853"/>
                    <a:pt x="3204" y="3855"/>
                  </a:cubicBezTo>
                  <a:cubicBezTo>
                    <a:pt x="3225" y="3857"/>
                    <a:pt x="3219" y="3847"/>
                    <a:pt x="3211" y="3837"/>
                  </a:cubicBezTo>
                  <a:cubicBezTo>
                    <a:pt x="3203" y="3826"/>
                    <a:pt x="3207" y="3821"/>
                    <a:pt x="3217" y="3825"/>
                  </a:cubicBezTo>
                  <a:cubicBezTo>
                    <a:pt x="3226" y="3828"/>
                    <a:pt x="3236" y="3811"/>
                    <a:pt x="3239" y="3821"/>
                  </a:cubicBezTo>
                  <a:cubicBezTo>
                    <a:pt x="3240" y="3825"/>
                    <a:pt x="3241" y="3828"/>
                    <a:pt x="3243" y="3831"/>
                  </a:cubicBezTo>
                  <a:cubicBezTo>
                    <a:pt x="3246" y="3837"/>
                    <a:pt x="3252" y="3842"/>
                    <a:pt x="3259" y="3846"/>
                  </a:cubicBezTo>
                  <a:cubicBezTo>
                    <a:pt x="3265" y="3850"/>
                    <a:pt x="3272" y="3852"/>
                    <a:pt x="3280" y="3852"/>
                  </a:cubicBezTo>
                  <a:lnTo>
                    <a:pt x="3281" y="3852"/>
                  </a:lnTo>
                  <a:cubicBezTo>
                    <a:pt x="3310" y="3853"/>
                    <a:pt x="3287" y="3816"/>
                    <a:pt x="3319" y="3804"/>
                  </a:cubicBezTo>
                  <a:cubicBezTo>
                    <a:pt x="3291" y="3853"/>
                    <a:pt x="3316" y="3875"/>
                    <a:pt x="3355" y="3888"/>
                  </a:cubicBezTo>
                  <a:cubicBezTo>
                    <a:pt x="3338" y="3906"/>
                    <a:pt x="3319" y="3870"/>
                    <a:pt x="3306" y="3895"/>
                  </a:cubicBezTo>
                  <a:cubicBezTo>
                    <a:pt x="3314" y="3916"/>
                    <a:pt x="3346" y="3900"/>
                    <a:pt x="3350" y="3921"/>
                  </a:cubicBezTo>
                  <a:cubicBezTo>
                    <a:pt x="3355" y="3948"/>
                    <a:pt x="3368" y="3941"/>
                    <a:pt x="3385" y="3937"/>
                  </a:cubicBezTo>
                  <a:cubicBezTo>
                    <a:pt x="3402" y="3933"/>
                    <a:pt x="3426" y="3914"/>
                    <a:pt x="3449" y="3931"/>
                  </a:cubicBezTo>
                  <a:cubicBezTo>
                    <a:pt x="3444" y="3954"/>
                    <a:pt x="3419" y="3960"/>
                    <a:pt x="3416" y="3982"/>
                  </a:cubicBezTo>
                  <a:cubicBezTo>
                    <a:pt x="3421" y="3983"/>
                    <a:pt x="3426" y="3984"/>
                    <a:pt x="3430" y="3984"/>
                  </a:cubicBezTo>
                  <a:cubicBezTo>
                    <a:pt x="3439" y="3984"/>
                    <a:pt x="3448" y="3982"/>
                    <a:pt x="3455" y="3977"/>
                  </a:cubicBezTo>
                  <a:cubicBezTo>
                    <a:pt x="3458" y="3975"/>
                    <a:pt x="3461" y="3973"/>
                    <a:pt x="3464" y="3971"/>
                  </a:cubicBezTo>
                  <a:cubicBezTo>
                    <a:pt x="3510" y="3928"/>
                    <a:pt x="3566" y="3899"/>
                    <a:pt x="3611" y="3857"/>
                  </a:cubicBezTo>
                  <a:cubicBezTo>
                    <a:pt x="3615" y="3854"/>
                    <a:pt x="3618" y="3851"/>
                    <a:pt x="3620" y="3848"/>
                  </a:cubicBezTo>
                  <a:cubicBezTo>
                    <a:pt x="3622" y="3843"/>
                    <a:pt x="3624" y="3838"/>
                    <a:pt x="3624" y="3833"/>
                  </a:cubicBezTo>
                  <a:cubicBezTo>
                    <a:pt x="3624" y="3832"/>
                    <a:pt x="3623" y="3830"/>
                    <a:pt x="3623" y="3828"/>
                  </a:cubicBezTo>
                  <a:cubicBezTo>
                    <a:pt x="3594" y="3837"/>
                    <a:pt x="3594" y="3837"/>
                    <a:pt x="3589" y="3802"/>
                  </a:cubicBezTo>
                  <a:lnTo>
                    <a:pt x="3574" y="3803"/>
                  </a:lnTo>
                  <a:lnTo>
                    <a:pt x="3572" y="3783"/>
                  </a:lnTo>
                  <a:cubicBezTo>
                    <a:pt x="3593" y="3767"/>
                    <a:pt x="3610" y="3747"/>
                    <a:pt x="3624" y="3724"/>
                  </a:cubicBezTo>
                  <a:cubicBezTo>
                    <a:pt x="3628" y="3716"/>
                    <a:pt x="3632" y="3707"/>
                    <a:pt x="3636" y="3699"/>
                  </a:cubicBezTo>
                  <a:cubicBezTo>
                    <a:pt x="3647" y="3675"/>
                    <a:pt x="3650" y="3646"/>
                    <a:pt x="3675" y="3631"/>
                  </a:cubicBezTo>
                  <a:cubicBezTo>
                    <a:pt x="3666" y="3685"/>
                    <a:pt x="3633" y="3731"/>
                    <a:pt x="3613" y="3791"/>
                  </a:cubicBezTo>
                  <a:cubicBezTo>
                    <a:pt x="3616" y="3790"/>
                    <a:pt x="3620" y="3788"/>
                    <a:pt x="3623" y="3786"/>
                  </a:cubicBezTo>
                  <a:cubicBezTo>
                    <a:pt x="3641" y="3776"/>
                    <a:pt x="3655" y="3761"/>
                    <a:pt x="3666" y="3744"/>
                  </a:cubicBezTo>
                  <a:cubicBezTo>
                    <a:pt x="3669" y="3736"/>
                    <a:pt x="3673" y="3728"/>
                    <a:pt x="3678" y="3720"/>
                  </a:cubicBezTo>
                  <a:cubicBezTo>
                    <a:pt x="3684" y="3709"/>
                    <a:pt x="3691" y="3699"/>
                    <a:pt x="3699" y="3689"/>
                  </a:cubicBezTo>
                  <a:cubicBezTo>
                    <a:pt x="3695" y="3699"/>
                    <a:pt x="3690" y="3712"/>
                    <a:pt x="3708" y="3707"/>
                  </a:cubicBezTo>
                  <a:cubicBezTo>
                    <a:pt x="3709" y="3706"/>
                    <a:pt x="3710" y="3706"/>
                    <a:pt x="3710" y="3706"/>
                  </a:cubicBezTo>
                  <a:cubicBezTo>
                    <a:pt x="3714" y="3703"/>
                    <a:pt x="3718" y="3700"/>
                    <a:pt x="3720" y="3696"/>
                  </a:cubicBezTo>
                  <a:cubicBezTo>
                    <a:pt x="3722" y="3692"/>
                    <a:pt x="3724" y="3687"/>
                    <a:pt x="3724" y="3683"/>
                  </a:cubicBezTo>
                  <a:cubicBezTo>
                    <a:pt x="3724" y="3679"/>
                    <a:pt x="3723" y="3676"/>
                    <a:pt x="3722" y="3673"/>
                  </a:cubicBezTo>
                  <a:cubicBezTo>
                    <a:pt x="3718" y="3673"/>
                    <a:pt x="3714" y="3674"/>
                    <a:pt x="3711" y="3676"/>
                  </a:cubicBezTo>
                  <a:cubicBezTo>
                    <a:pt x="3706" y="3679"/>
                    <a:pt x="3702" y="3683"/>
                    <a:pt x="3700" y="3687"/>
                  </a:cubicBezTo>
                  <a:cubicBezTo>
                    <a:pt x="3698" y="3689"/>
                    <a:pt x="3698" y="3690"/>
                    <a:pt x="3698" y="3692"/>
                  </a:cubicBezTo>
                  <a:cubicBezTo>
                    <a:pt x="3704" y="3669"/>
                    <a:pt x="3712" y="3647"/>
                    <a:pt x="3722" y="3625"/>
                  </a:cubicBezTo>
                  <a:cubicBezTo>
                    <a:pt x="3757" y="3546"/>
                    <a:pt x="3799" y="3469"/>
                    <a:pt x="3842" y="3392"/>
                  </a:cubicBezTo>
                  <a:cubicBezTo>
                    <a:pt x="3858" y="3364"/>
                    <a:pt x="3867" y="3331"/>
                    <a:pt x="3867" y="3299"/>
                  </a:cubicBezTo>
                  <a:cubicBezTo>
                    <a:pt x="3867" y="3291"/>
                    <a:pt x="3866" y="3283"/>
                    <a:pt x="3865" y="3275"/>
                  </a:cubicBezTo>
                  <a:cubicBezTo>
                    <a:pt x="3855" y="3283"/>
                    <a:pt x="3846" y="3293"/>
                    <a:pt x="3840" y="3304"/>
                  </a:cubicBezTo>
                  <a:cubicBezTo>
                    <a:pt x="3836" y="3310"/>
                    <a:pt x="3834" y="3316"/>
                    <a:pt x="3832" y="3323"/>
                  </a:cubicBezTo>
                  <a:cubicBezTo>
                    <a:pt x="3788" y="3409"/>
                    <a:pt x="3747" y="3497"/>
                    <a:pt x="3703" y="3583"/>
                  </a:cubicBezTo>
                  <a:cubicBezTo>
                    <a:pt x="3694" y="3600"/>
                    <a:pt x="3691" y="3622"/>
                    <a:pt x="3673" y="3633"/>
                  </a:cubicBezTo>
                  <a:cubicBezTo>
                    <a:pt x="3668" y="3613"/>
                    <a:pt x="3682" y="3598"/>
                    <a:pt x="3689" y="3582"/>
                  </a:cubicBezTo>
                  <a:cubicBezTo>
                    <a:pt x="3731" y="3494"/>
                    <a:pt x="3774" y="3406"/>
                    <a:pt x="3816" y="3318"/>
                  </a:cubicBezTo>
                  <a:cubicBezTo>
                    <a:pt x="3818" y="3316"/>
                    <a:pt x="3819" y="3314"/>
                    <a:pt x="3820" y="3312"/>
                  </a:cubicBezTo>
                  <a:cubicBezTo>
                    <a:pt x="3826" y="3301"/>
                    <a:pt x="3830" y="3289"/>
                    <a:pt x="3832" y="3277"/>
                  </a:cubicBezTo>
                  <a:cubicBezTo>
                    <a:pt x="3803" y="3301"/>
                    <a:pt x="3802" y="3342"/>
                    <a:pt x="3770" y="3360"/>
                  </a:cubicBezTo>
                  <a:cubicBezTo>
                    <a:pt x="3770" y="3356"/>
                    <a:pt x="3770" y="3352"/>
                    <a:pt x="3770" y="3349"/>
                  </a:cubicBezTo>
                  <a:cubicBezTo>
                    <a:pt x="3801" y="3292"/>
                    <a:pt x="3831" y="3235"/>
                    <a:pt x="3862" y="3178"/>
                  </a:cubicBezTo>
                  <a:cubicBezTo>
                    <a:pt x="3864" y="3175"/>
                    <a:pt x="3867" y="3173"/>
                    <a:pt x="3869" y="3171"/>
                  </a:cubicBezTo>
                  <a:cubicBezTo>
                    <a:pt x="3896" y="3197"/>
                    <a:pt x="3903" y="3148"/>
                    <a:pt x="3925" y="3155"/>
                  </a:cubicBezTo>
                  <a:cubicBezTo>
                    <a:pt x="3895" y="3199"/>
                    <a:pt x="3864" y="3244"/>
                    <a:pt x="3884" y="3303"/>
                  </a:cubicBezTo>
                  <a:cubicBezTo>
                    <a:pt x="3901" y="3298"/>
                    <a:pt x="3899" y="3275"/>
                    <a:pt x="3917" y="3277"/>
                  </a:cubicBezTo>
                  <a:cubicBezTo>
                    <a:pt x="3924" y="3318"/>
                    <a:pt x="3885" y="3362"/>
                    <a:pt x="3926" y="3404"/>
                  </a:cubicBezTo>
                  <a:cubicBezTo>
                    <a:pt x="3952" y="3353"/>
                    <a:pt x="3979" y="3305"/>
                    <a:pt x="3954" y="3245"/>
                  </a:cubicBezTo>
                  <a:cubicBezTo>
                    <a:pt x="3942" y="3216"/>
                    <a:pt x="3951" y="3180"/>
                    <a:pt x="3923" y="3156"/>
                  </a:cubicBezTo>
                  <a:cubicBezTo>
                    <a:pt x="3933" y="3098"/>
                    <a:pt x="3890" y="3062"/>
                    <a:pt x="3864" y="3013"/>
                  </a:cubicBezTo>
                  <a:cubicBezTo>
                    <a:pt x="3852" y="3028"/>
                    <a:pt x="3841" y="3043"/>
                    <a:pt x="3832" y="3060"/>
                  </a:cubicBezTo>
                  <a:cubicBezTo>
                    <a:pt x="3817" y="3085"/>
                    <a:pt x="3806" y="3113"/>
                    <a:pt x="3797" y="3141"/>
                  </a:cubicBezTo>
                  <a:lnTo>
                    <a:pt x="3754" y="3228"/>
                  </a:lnTo>
                  <a:cubicBezTo>
                    <a:pt x="3748" y="3238"/>
                    <a:pt x="3743" y="3247"/>
                    <a:pt x="3737" y="3257"/>
                  </a:cubicBezTo>
                  <a:cubicBezTo>
                    <a:pt x="3699" y="3322"/>
                    <a:pt x="3666" y="3390"/>
                    <a:pt x="3636" y="3460"/>
                  </a:cubicBezTo>
                  <a:cubicBezTo>
                    <a:pt x="3627" y="3479"/>
                    <a:pt x="3625" y="3502"/>
                    <a:pt x="3605" y="3515"/>
                  </a:cubicBezTo>
                  <a:cubicBezTo>
                    <a:pt x="3605" y="3514"/>
                    <a:pt x="3604" y="3514"/>
                    <a:pt x="3604" y="3513"/>
                  </a:cubicBezTo>
                  <a:cubicBezTo>
                    <a:pt x="3604" y="3499"/>
                    <a:pt x="3608" y="3485"/>
                    <a:pt x="3615" y="3472"/>
                  </a:cubicBezTo>
                  <a:cubicBezTo>
                    <a:pt x="3616" y="3471"/>
                    <a:pt x="3617" y="3470"/>
                    <a:pt x="3618" y="3468"/>
                  </a:cubicBezTo>
                  <a:cubicBezTo>
                    <a:pt x="3681" y="3324"/>
                    <a:pt x="3748" y="3182"/>
                    <a:pt x="3823" y="3044"/>
                  </a:cubicBezTo>
                  <a:cubicBezTo>
                    <a:pt x="3850" y="2997"/>
                    <a:pt x="3848" y="2991"/>
                    <a:pt x="3817" y="2943"/>
                  </a:cubicBezTo>
                  <a:cubicBezTo>
                    <a:pt x="3807" y="2954"/>
                    <a:pt x="3819" y="2977"/>
                    <a:pt x="3811" y="2978"/>
                  </a:cubicBezTo>
                  <a:cubicBezTo>
                    <a:pt x="3773" y="2981"/>
                    <a:pt x="3775" y="3016"/>
                    <a:pt x="3765" y="3036"/>
                  </a:cubicBezTo>
                  <a:cubicBezTo>
                    <a:pt x="3687" y="3187"/>
                    <a:pt x="3622" y="3345"/>
                    <a:pt x="3553" y="3501"/>
                  </a:cubicBezTo>
                  <a:cubicBezTo>
                    <a:pt x="3546" y="3517"/>
                    <a:pt x="3546" y="3537"/>
                    <a:pt x="3526" y="3545"/>
                  </a:cubicBezTo>
                  <a:cubicBezTo>
                    <a:pt x="3539" y="3498"/>
                    <a:pt x="3553" y="3451"/>
                    <a:pt x="3562" y="3403"/>
                  </a:cubicBezTo>
                  <a:cubicBezTo>
                    <a:pt x="3568" y="3379"/>
                    <a:pt x="3576" y="3356"/>
                    <a:pt x="3589" y="3335"/>
                  </a:cubicBezTo>
                  <a:cubicBezTo>
                    <a:pt x="3595" y="3324"/>
                    <a:pt x="3603" y="3313"/>
                    <a:pt x="3611" y="3303"/>
                  </a:cubicBezTo>
                  <a:lnTo>
                    <a:pt x="3625" y="3288"/>
                  </a:lnTo>
                  <a:cubicBezTo>
                    <a:pt x="3629" y="3284"/>
                    <a:pt x="3632" y="3279"/>
                    <a:pt x="3635" y="3274"/>
                  </a:cubicBezTo>
                  <a:cubicBezTo>
                    <a:pt x="3643" y="3259"/>
                    <a:pt x="3648" y="3242"/>
                    <a:pt x="3648" y="3225"/>
                  </a:cubicBezTo>
                  <a:lnTo>
                    <a:pt x="3647" y="3227"/>
                  </a:lnTo>
                  <a:cubicBezTo>
                    <a:pt x="3650" y="3226"/>
                    <a:pt x="3654" y="3225"/>
                    <a:pt x="3656" y="3223"/>
                  </a:cubicBezTo>
                  <a:cubicBezTo>
                    <a:pt x="3695" y="3141"/>
                    <a:pt x="3733" y="3059"/>
                    <a:pt x="3774" y="2978"/>
                  </a:cubicBezTo>
                  <a:cubicBezTo>
                    <a:pt x="3786" y="2953"/>
                    <a:pt x="3774" y="2941"/>
                    <a:pt x="3757" y="2929"/>
                  </a:cubicBezTo>
                  <a:cubicBezTo>
                    <a:pt x="3753" y="2919"/>
                    <a:pt x="3762" y="2907"/>
                    <a:pt x="3748" y="2897"/>
                  </a:cubicBezTo>
                  <a:cubicBezTo>
                    <a:pt x="3709" y="2950"/>
                    <a:pt x="3689" y="3013"/>
                    <a:pt x="3653" y="3069"/>
                  </a:cubicBezTo>
                  <a:cubicBezTo>
                    <a:pt x="3643" y="3055"/>
                    <a:pt x="3653" y="3046"/>
                    <a:pt x="3657" y="3037"/>
                  </a:cubicBezTo>
                  <a:cubicBezTo>
                    <a:pt x="3678" y="2995"/>
                    <a:pt x="3696" y="2953"/>
                    <a:pt x="3719" y="2914"/>
                  </a:cubicBezTo>
                  <a:cubicBezTo>
                    <a:pt x="3722" y="2911"/>
                    <a:pt x="3724" y="2908"/>
                    <a:pt x="3726" y="2905"/>
                  </a:cubicBezTo>
                  <a:cubicBezTo>
                    <a:pt x="3732" y="2893"/>
                    <a:pt x="3736" y="2881"/>
                    <a:pt x="3736" y="2868"/>
                  </a:cubicBezTo>
                  <a:cubicBezTo>
                    <a:pt x="3736" y="2855"/>
                    <a:pt x="3731" y="2842"/>
                    <a:pt x="3726" y="2831"/>
                  </a:cubicBezTo>
                  <a:cubicBezTo>
                    <a:pt x="3721" y="2823"/>
                    <a:pt x="3716" y="2816"/>
                    <a:pt x="3709" y="2811"/>
                  </a:cubicBezTo>
                  <a:cubicBezTo>
                    <a:pt x="3692" y="2823"/>
                    <a:pt x="3688" y="2845"/>
                    <a:pt x="3679" y="2862"/>
                  </a:cubicBezTo>
                  <a:cubicBezTo>
                    <a:pt x="3650" y="2913"/>
                    <a:pt x="3638" y="2971"/>
                    <a:pt x="3603" y="3019"/>
                  </a:cubicBezTo>
                  <a:cubicBezTo>
                    <a:pt x="3598" y="2997"/>
                    <a:pt x="3611" y="2980"/>
                    <a:pt x="3619" y="2962"/>
                  </a:cubicBezTo>
                  <a:cubicBezTo>
                    <a:pt x="3642" y="2909"/>
                    <a:pt x="3667" y="2856"/>
                    <a:pt x="3690" y="2803"/>
                  </a:cubicBezTo>
                  <a:cubicBezTo>
                    <a:pt x="3696" y="2791"/>
                    <a:pt x="3704" y="2777"/>
                    <a:pt x="3683" y="2768"/>
                  </a:cubicBezTo>
                  <a:cubicBezTo>
                    <a:pt x="3682" y="2770"/>
                    <a:pt x="3681" y="2772"/>
                    <a:pt x="3680" y="2774"/>
                  </a:cubicBezTo>
                  <a:cubicBezTo>
                    <a:pt x="3667" y="2796"/>
                    <a:pt x="3657" y="2819"/>
                    <a:pt x="3648" y="2843"/>
                  </a:cubicBezTo>
                  <a:cubicBezTo>
                    <a:pt x="3628" y="2889"/>
                    <a:pt x="3617" y="2939"/>
                    <a:pt x="3591" y="2983"/>
                  </a:cubicBezTo>
                  <a:cubicBezTo>
                    <a:pt x="3591" y="2983"/>
                    <a:pt x="3591" y="2982"/>
                    <a:pt x="3591" y="2981"/>
                  </a:cubicBezTo>
                  <a:cubicBezTo>
                    <a:pt x="3591" y="2960"/>
                    <a:pt x="3596" y="2939"/>
                    <a:pt x="3605" y="2920"/>
                  </a:cubicBezTo>
                  <a:cubicBezTo>
                    <a:pt x="3625" y="2869"/>
                    <a:pt x="3645" y="2818"/>
                    <a:pt x="3666" y="2767"/>
                  </a:cubicBezTo>
                  <a:cubicBezTo>
                    <a:pt x="3673" y="2748"/>
                    <a:pt x="3678" y="2730"/>
                    <a:pt x="3655" y="2716"/>
                  </a:cubicBezTo>
                  <a:cubicBezTo>
                    <a:pt x="3629" y="2757"/>
                    <a:pt x="3623" y="2804"/>
                    <a:pt x="3596" y="2841"/>
                  </a:cubicBezTo>
                  <a:cubicBezTo>
                    <a:pt x="3602" y="2810"/>
                    <a:pt x="3615" y="2782"/>
                    <a:pt x="3622" y="2753"/>
                  </a:cubicBezTo>
                  <a:cubicBezTo>
                    <a:pt x="3629" y="2723"/>
                    <a:pt x="3660" y="2700"/>
                    <a:pt x="3631" y="2671"/>
                  </a:cubicBezTo>
                  <a:cubicBezTo>
                    <a:pt x="3607" y="2681"/>
                    <a:pt x="3617" y="2712"/>
                    <a:pt x="3591" y="2722"/>
                  </a:cubicBezTo>
                  <a:cubicBezTo>
                    <a:pt x="3599" y="2689"/>
                    <a:pt x="3611" y="2658"/>
                    <a:pt x="3628" y="2629"/>
                  </a:cubicBezTo>
                  <a:cubicBezTo>
                    <a:pt x="3629" y="2627"/>
                    <a:pt x="3630" y="2626"/>
                    <a:pt x="3630" y="2625"/>
                  </a:cubicBezTo>
                  <a:cubicBezTo>
                    <a:pt x="3638" y="2641"/>
                    <a:pt x="3632" y="2662"/>
                    <a:pt x="3654" y="2665"/>
                  </a:cubicBezTo>
                  <a:cubicBezTo>
                    <a:pt x="3671" y="2659"/>
                    <a:pt x="3667" y="2633"/>
                    <a:pt x="3688" y="2629"/>
                  </a:cubicBezTo>
                  <a:cubicBezTo>
                    <a:pt x="3688" y="2658"/>
                    <a:pt x="3647" y="2682"/>
                    <a:pt x="3683" y="2714"/>
                  </a:cubicBezTo>
                  <a:cubicBezTo>
                    <a:pt x="3702" y="2698"/>
                    <a:pt x="3702" y="2672"/>
                    <a:pt x="3721" y="2658"/>
                  </a:cubicBezTo>
                  <a:cubicBezTo>
                    <a:pt x="3729" y="2679"/>
                    <a:pt x="3712" y="2691"/>
                    <a:pt x="3707" y="2708"/>
                  </a:cubicBezTo>
                  <a:cubicBezTo>
                    <a:pt x="3702" y="2724"/>
                    <a:pt x="3684" y="2740"/>
                    <a:pt x="3709" y="2758"/>
                  </a:cubicBezTo>
                  <a:cubicBezTo>
                    <a:pt x="3727" y="2728"/>
                    <a:pt x="3757" y="2698"/>
                    <a:pt x="3758" y="2667"/>
                  </a:cubicBezTo>
                  <a:cubicBezTo>
                    <a:pt x="3758" y="2644"/>
                    <a:pt x="3725" y="2618"/>
                    <a:pt x="3706" y="2594"/>
                  </a:cubicBezTo>
                  <a:cubicBezTo>
                    <a:pt x="3692" y="2577"/>
                    <a:pt x="3677" y="2561"/>
                    <a:pt x="3661" y="2545"/>
                  </a:cubicBezTo>
                  <a:cubicBezTo>
                    <a:pt x="3644" y="2523"/>
                    <a:pt x="3623" y="2504"/>
                    <a:pt x="3599" y="2489"/>
                  </a:cubicBezTo>
                  <a:cubicBezTo>
                    <a:pt x="3578" y="2508"/>
                    <a:pt x="3583" y="2540"/>
                    <a:pt x="3556" y="2551"/>
                  </a:cubicBezTo>
                  <a:cubicBezTo>
                    <a:pt x="3559" y="2521"/>
                    <a:pt x="3585" y="2498"/>
                    <a:pt x="3581" y="2457"/>
                  </a:cubicBezTo>
                  <a:lnTo>
                    <a:pt x="3549" y="2490"/>
                  </a:lnTo>
                  <a:cubicBezTo>
                    <a:pt x="3566" y="2433"/>
                    <a:pt x="3564" y="2427"/>
                    <a:pt x="3503" y="2388"/>
                  </a:cubicBezTo>
                  <a:cubicBezTo>
                    <a:pt x="3496" y="2372"/>
                    <a:pt x="3487" y="2362"/>
                    <a:pt x="3475" y="2383"/>
                  </a:cubicBezTo>
                  <a:cubicBezTo>
                    <a:pt x="3467" y="2407"/>
                    <a:pt x="3458" y="2430"/>
                    <a:pt x="3447" y="2452"/>
                  </a:cubicBezTo>
                  <a:cubicBezTo>
                    <a:pt x="3447" y="2427"/>
                    <a:pt x="3452" y="2402"/>
                    <a:pt x="3461" y="2378"/>
                  </a:cubicBezTo>
                  <a:cubicBezTo>
                    <a:pt x="3464" y="2365"/>
                    <a:pt x="3467" y="2355"/>
                    <a:pt x="3455" y="2343"/>
                  </a:cubicBezTo>
                  <a:cubicBezTo>
                    <a:pt x="3437" y="2327"/>
                    <a:pt x="3417" y="2313"/>
                    <a:pt x="3396" y="2301"/>
                  </a:cubicBezTo>
                  <a:cubicBezTo>
                    <a:pt x="3353" y="2276"/>
                    <a:pt x="3304" y="2260"/>
                    <a:pt x="3254" y="2255"/>
                  </a:cubicBezTo>
                  <a:lnTo>
                    <a:pt x="3338" y="2354"/>
                  </a:lnTo>
                  <a:lnTo>
                    <a:pt x="3358" y="2290"/>
                  </a:lnTo>
                  <a:cubicBezTo>
                    <a:pt x="3361" y="2298"/>
                    <a:pt x="3363" y="2305"/>
                    <a:pt x="3363" y="2313"/>
                  </a:cubicBezTo>
                  <a:cubicBezTo>
                    <a:pt x="3363" y="2321"/>
                    <a:pt x="3361" y="2329"/>
                    <a:pt x="3358" y="2336"/>
                  </a:cubicBezTo>
                  <a:cubicBezTo>
                    <a:pt x="3348" y="2382"/>
                    <a:pt x="3350" y="2386"/>
                    <a:pt x="3392" y="2415"/>
                  </a:cubicBezTo>
                  <a:cubicBezTo>
                    <a:pt x="3391" y="2417"/>
                    <a:pt x="3391" y="2419"/>
                    <a:pt x="3391" y="2421"/>
                  </a:cubicBezTo>
                  <a:cubicBezTo>
                    <a:pt x="3391" y="2423"/>
                    <a:pt x="3390" y="2425"/>
                    <a:pt x="3392" y="2427"/>
                  </a:cubicBezTo>
                  <a:cubicBezTo>
                    <a:pt x="3392" y="2428"/>
                    <a:pt x="3394" y="2429"/>
                    <a:pt x="3395" y="2430"/>
                  </a:cubicBezTo>
                  <a:cubicBezTo>
                    <a:pt x="3403" y="2437"/>
                    <a:pt x="3408" y="2433"/>
                    <a:pt x="3410" y="2425"/>
                  </a:cubicBezTo>
                  <a:cubicBezTo>
                    <a:pt x="3416" y="2398"/>
                    <a:pt x="3422" y="2373"/>
                    <a:pt x="3428" y="2348"/>
                  </a:cubicBezTo>
                  <a:cubicBezTo>
                    <a:pt x="3430" y="2356"/>
                    <a:pt x="3431" y="2365"/>
                    <a:pt x="3431" y="2374"/>
                  </a:cubicBezTo>
                  <a:cubicBezTo>
                    <a:pt x="3431" y="2384"/>
                    <a:pt x="3429" y="2395"/>
                    <a:pt x="3426" y="2406"/>
                  </a:cubicBezTo>
                  <a:cubicBezTo>
                    <a:pt x="3422" y="2422"/>
                    <a:pt x="3419" y="2438"/>
                    <a:pt x="3418" y="2454"/>
                  </a:cubicBezTo>
                  <a:cubicBezTo>
                    <a:pt x="3418" y="2471"/>
                    <a:pt x="3428" y="2481"/>
                    <a:pt x="3448" y="2474"/>
                  </a:cubicBezTo>
                  <a:cubicBezTo>
                    <a:pt x="3448" y="2487"/>
                    <a:pt x="3440" y="2506"/>
                    <a:pt x="3467" y="2503"/>
                  </a:cubicBezTo>
                  <a:cubicBezTo>
                    <a:pt x="3465" y="2512"/>
                    <a:pt x="3464" y="2521"/>
                    <a:pt x="3464" y="2530"/>
                  </a:cubicBezTo>
                  <a:cubicBezTo>
                    <a:pt x="3464" y="2548"/>
                    <a:pt x="3468" y="2565"/>
                    <a:pt x="3475" y="2581"/>
                  </a:cubicBezTo>
                  <a:cubicBezTo>
                    <a:pt x="3479" y="2594"/>
                    <a:pt x="3491" y="2613"/>
                    <a:pt x="3464" y="2619"/>
                  </a:cubicBezTo>
                  <a:lnTo>
                    <a:pt x="3457" y="2597"/>
                  </a:lnTo>
                  <a:cubicBezTo>
                    <a:pt x="3450" y="2575"/>
                    <a:pt x="3441" y="2553"/>
                    <a:pt x="3431" y="2532"/>
                  </a:cubicBezTo>
                  <a:cubicBezTo>
                    <a:pt x="3374" y="2436"/>
                    <a:pt x="3295" y="2355"/>
                    <a:pt x="3201" y="2295"/>
                  </a:cubicBezTo>
                  <a:cubicBezTo>
                    <a:pt x="3180" y="2251"/>
                    <a:pt x="3138" y="2289"/>
                    <a:pt x="3111" y="2269"/>
                  </a:cubicBezTo>
                  <a:cubicBezTo>
                    <a:pt x="3108" y="2283"/>
                    <a:pt x="3125" y="2287"/>
                    <a:pt x="3123" y="2299"/>
                  </a:cubicBezTo>
                  <a:lnTo>
                    <a:pt x="3124" y="2299"/>
                  </a:lnTo>
                  <a:cubicBezTo>
                    <a:pt x="3097" y="2298"/>
                    <a:pt x="3086" y="2273"/>
                    <a:pt x="3069" y="2259"/>
                  </a:cubicBezTo>
                  <a:cubicBezTo>
                    <a:pt x="3056" y="2248"/>
                    <a:pt x="3048" y="2229"/>
                    <a:pt x="3020" y="2232"/>
                  </a:cubicBezTo>
                  <a:lnTo>
                    <a:pt x="3082" y="2302"/>
                  </a:lnTo>
                  <a:cubicBezTo>
                    <a:pt x="3018" y="2266"/>
                    <a:pt x="2983" y="2197"/>
                    <a:pt x="2907" y="2169"/>
                  </a:cubicBezTo>
                  <a:cubicBezTo>
                    <a:pt x="2915" y="2202"/>
                    <a:pt x="2951" y="2210"/>
                    <a:pt x="2950" y="2243"/>
                  </a:cubicBezTo>
                  <a:cubicBezTo>
                    <a:pt x="2890" y="2156"/>
                    <a:pt x="2799" y="2104"/>
                    <a:pt x="2724" y="2034"/>
                  </a:cubicBezTo>
                  <a:cubicBezTo>
                    <a:pt x="2714" y="2022"/>
                    <a:pt x="2702" y="2012"/>
                    <a:pt x="2688" y="2004"/>
                  </a:cubicBezTo>
                  <a:cubicBezTo>
                    <a:pt x="2683" y="2001"/>
                    <a:pt x="2678" y="1998"/>
                    <a:pt x="2672" y="1996"/>
                  </a:cubicBezTo>
                  <a:cubicBezTo>
                    <a:pt x="2684" y="2031"/>
                    <a:pt x="2718" y="2045"/>
                    <a:pt x="2723" y="2077"/>
                  </a:cubicBezTo>
                  <a:cubicBezTo>
                    <a:pt x="2673" y="2047"/>
                    <a:pt x="2644" y="1998"/>
                    <a:pt x="2611" y="1952"/>
                  </a:cubicBezTo>
                  <a:cubicBezTo>
                    <a:pt x="2593" y="1925"/>
                    <a:pt x="2572" y="1900"/>
                    <a:pt x="2549" y="1878"/>
                  </a:cubicBezTo>
                  <a:cubicBezTo>
                    <a:pt x="2521" y="1851"/>
                    <a:pt x="2487" y="1830"/>
                    <a:pt x="2458" y="1806"/>
                  </a:cubicBezTo>
                  <a:cubicBezTo>
                    <a:pt x="2408" y="1765"/>
                    <a:pt x="2365" y="1716"/>
                    <a:pt x="2330" y="1662"/>
                  </a:cubicBezTo>
                  <a:cubicBezTo>
                    <a:pt x="2345" y="1657"/>
                    <a:pt x="2352" y="1668"/>
                    <a:pt x="2360" y="1674"/>
                  </a:cubicBezTo>
                  <a:cubicBezTo>
                    <a:pt x="2424" y="1723"/>
                    <a:pt x="2484" y="1777"/>
                    <a:pt x="2540" y="1835"/>
                  </a:cubicBezTo>
                  <a:cubicBezTo>
                    <a:pt x="2623" y="1921"/>
                    <a:pt x="2711" y="1999"/>
                    <a:pt x="2848" y="2017"/>
                  </a:cubicBezTo>
                  <a:cubicBezTo>
                    <a:pt x="2835" y="2010"/>
                    <a:pt x="2822" y="2003"/>
                    <a:pt x="2810" y="1996"/>
                  </a:cubicBezTo>
                  <a:cubicBezTo>
                    <a:pt x="2766" y="1970"/>
                    <a:pt x="2726" y="1940"/>
                    <a:pt x="2689" y="1905"/>
                  </a:cubicBezTo>
                  <a:cubicBezTo>
                    <a:pt x="2612" y="1824"/>
                    <a:pt x="2533" y="1745"/>
                    <a:pt x="2457" y="1662"/>
                  </a:cubicBezTo>
                  <a:cubicBezTo>
                    <a:pt x="2401" y="1602"/>
                    <a:pt x="2340" y="1545"/>
                    <a:pt x="2275" y="1494"/>
                  </a:cubicBezTo>
                  <a:cubicBezTo>
                    <a:pt x="2137" y="1385"/>
                    <a:pt x="1988" y="1290"/>
                    <a:pt x="1855" y="1174"/>
                  </a:cubicBezTo>
                  <a:cubicBezTo>
                    <a:pt x="1759" y="1086"/>
                    <a:pt x="1656" y="1006"/>
                    <a:pt x="1546" y="936"/>
                  </a:cubicBezTo>
                  <a:cubicBezTo>
                    <a:pt x="1521" y="921"/>
                    <a:pt x="1499" y="901"/>
                    <a:pt x="1476" y="883"/>
                  </a:cubicBezTo>
                  <a:cubicBezTo>
                    <a:pt x="1399" y="827"/>
                    <a:pt x="1335" y="751"/>
                    <a:pt x="1233" y="734"/>
                  </a:cubicBezTo>
                  <a:cubicBezTo>
                    <a:pt x="1197" y="728"/>
                    <a:pt x="1166" y="705"/>
                    <a:pt x="1129" y="695"/>
                  </a:cubicBezTo>
                  <a:cubicBezTo>
                    <a:pt x="1092" y="685"/>
                    <a:pt x="1069" y="648"/>
                    <a:pt x="1041" y="622"/>
                  </a:cubicBezTo>
                  <a:cubicBezTo>
                    <a:pt x="1034" y="616"/>
                    <a:pt x="1020" y="611"/>
                    <a:pt x="1030" y="596"/>
                  </a:cubicBezTo>
                  <a:cubicBezTo>
                    <a:pt x="1066" y="601"/>
                    <a:pt x="1092" y="625"/>
                    <a:pt x="1124" y="641"/>
                  </a:cubicBezTo>
                  <a:cubicBezTo>
                    <a:pt x="1121" y="635"/>
                    <a:pt x="1118" y="629"/>
                    <a:pt x="1115" y="623"/>
                  </a:cubicBezTo>
                  <a:cubicBezTo>
                    <a:pt x="1105" y="606"/>
                    <a:pt x="1090" y="591"/>
                    <a:pt x="1073" y="581"/>
                  </a:cubicBezTo>
                  <a:cubicBezTo>
                    <a:pt x="1024" y="550"/>
                    <a:pt x="981" y="508"/>
                    <a:pt x="924" y="492"/>
                  </a:cubicBezTo>
                  <a:cubicBezTo>
                    <a:pt x="899" y="485"/>
                    <a:pt x="900" y="465"/>
                    <a:pt x="913" y="454"/>
                  </a:cubicBezTo>
                  <a:cubicBezTo>
                    <a:pt x="937" y="432"/>
                    <a:pt x="963" y="413"/>
                    <a:pt x="991" y="396"/>
                  </a:cubicBezTo>
                  <a:cubicBezTo>
                    <a:pt x="1009" y="386"/>
                    <a:pt x="1027" y="378"/>
                    <a:pt x="1046" y="370"/>
                  </a:cubicBezTo>
                  <a:cubicBezTo>
                    <a:pt x="1027" y="387"/>
                    <a:pt x="1007" y="403"/>
                    <a:pt x="986" y="417"/>
                  </a:cubicBezTo>
                  <a:cubicBezTo>
                    <a:pt x="962" y="433"/>
                    <a:pt x="941" y="453"/>
                    <a:pt x="926" y="477"/>
                  </a:cubicBezTo>
                  <a:cubicBezTo>
                    <a:pt x="967" y="479"/>
                    <a:pt x="982" y="446"/>
                    <a:pt x="1007" y="431"/>
                  </a:cubicBezTo>
                  <a:cubicBezTo>
                    <a:pt x="1032" y="416"/>
                    <a:pt x="1052" y="391"/>
                    <a:pt x="1088" y="378"/>
                  </a:cubicBezTo>
                  <a:cubicBezTo>
                    <a:pt x="1065" y="415"/>
                    <a:pt x="1025" y="425"/>
                    <a:pt x="1009" y="467"/>
                  </a:cubicBezTo>
                  <a:cubicBezTo>
                    <a:pt x="1051" y="451"/>
                    <a:pt x="1073" y="420"/>
                    <a:pt x="1110" y="412"/>
                  </a:cubicBezTo>
                  <a:cubicBezTo>
                    <a:pt x="1087" y="436"/>
                    <a:pt x="1061" y="454"/>
                    <a:pt x="1037" y="475"/>
                  </a:cubicBezTo>
                  <a:cubicBezTo>
                    <a:pt x="1027" y="484"/>
                    <a:pt x="996" y="489"/>
                    <a:pt x="1013" y="509"/>
                  </a:cubicBezTo>
                  <a:cubicBezTo>
                    <a:pt x="1030" y="529"/>
                    <a:pt x="1038" y="499"/>
                    <a:pt x="1051" y="492"/>
                  </a:cubicBezTo>
                  <a:cubicBezTo>
                    <a:pt x="1072" y="480"/>
                    <a:pt x="1084" y="452"/>
                    <a:pt x="1121" y="445"/>
                  </a:cubicBezTo>
                  <a:lnTo>
                    <a:pt x="1036" y="534"/>
                  </a:lnTo>
                  <a:cubicBezTo>
                    <a:pt x="1101" y="520"/>
                    <a:pt x="1124" y="466"/>
                    <a:pt x="1172" y="445"/>
                  </a:cubicBezTo>
                  <a:cubicBezTo>
                    <a:pt x="1174" y="463"/>
                    <a:pt x="1158" y="467"/>
                    <a:pt x="1153" y="477"/>
                  </a:cubicBezTo>
                  <a:cubicBezTo>
                    <a:pt x="1139" y="510"/>
                    <a:pt x="1172" y="477"/>
                    <a:pt x="1172" y="497"/>
                  </a:cubicBezTo>
                  <a:cubicBezTo>
                    <a:pt x="1161" y="508"/>
                    <a:pt x="1148" y="522"/>
                    <a:pt x="1134" y="535"/>
                  </a:cubicBezTo>
                  <a:cubicBezTo>
                    <a:pt x="1128" y="542"/>
                    <a:pt x="1119" y="548"/>
                    <a:pt x="1110" y="541"/>
                  </a:cubicBezTo>
                  <a:cubicBezTo>
                    <a:pt x="1095" y="528"/>
                    <a:pt x="1086" y="538"/>
                    <a:pt x="1081" y="549"/>
                  </a:cubicBezTo>
                  <a:cubicBezTo>
                    <a:pt x="1076" y="561"/>
                    <a:pt x="1090" y="567"/>
                    <a:pt x="1098" y="573"/>
                  </a:cubicBezTo>
                  <a:cubicBezTo>
                    <a:pt x="1116" y="585"/>
                    <a:pt x="1129" y="576"/>
                    <a:pt x="1142" y="564"/>
                  </a:cubicBezTo>
                  <a:cubicBezTo>
                    <a:pt x="1167" y="541"/>
                    <a:pt x="1192" y="518"/>
                    <a:pt x="1217" y="495"/>
                  </a:cubicBezTo>
                  <a:cubicBezTo>
                    <a:pt x="1209" y="533"/>
                    <a:pt x="1175" y="551"/>
                    <a:pt x="1157" y="581"/>
                  </a:cubicBezTo>
                  <a:cubicBezTo>
                    <a:pt x="1177" y="590"/>
                    <a:pt x="1183" y="561"/>
                    <a:pt x="1202" y="569"/>
                  </a:cubicBezTo>
                  <a:cubicBezTo>
                    <a:pt x="1202" y="590"/>
                    <a:pt x="1171" y="593"/>
                    <a:pt x="1171" y="622"/>
                  </a:cubicBezTo>
                  <a:cubicBezTo>
                    <a:pt x="1209" y="607"/>
                    <a:pt x="1231" y="574"/>
                    <a:pt x="1267" y="558"/>
                  </a:cubicBezTo>
                  <a:cubicBezTo>
                    <a:pt x="1263" y="577"/>
                    <a:pt x="1256" y="596"/>
                    <a:pt x="1246" y="613"/>
                  </a:cubicBezTo>
                  <a:cubicBezTo>
                    <a:pt x="1240" y="623"/>
                    <a:pt x="1234" y="632"/>
                    <a:pt x="1226" y="641"/>
                  </a:cubicBezTo>
                  <a:cubicBezTo>
                    <a:pt x="1244" y="654"/>
                    <a:pt x="1258" y="655"/>
                    <a:pt x="1268" y="641"/>
                  </a:cubicBezTo>
                  <a:cubicBezTo>
                    <a:pt x="1274" y="634"/>
                    <a:pt x="1280" y="626"/>
                    <a:pt x="1284" y="618"/>
                  </a:cubicBezTo>
                  <a:cubicBezTo>
                    <a:pt x="1295" y="599"/>
                    <a:pt x="1302" y="578"/>
                    <a:pt x="1303" y="556"/>
                  </a:cubicBezTo>
                  <a:cubicBezTo>
                    <a:pt x="1303" y="523"/>
                    <a:pt x="1303" y="490"/>
                    <a:pt x="1303" y="457"/>
                  </a:cubicBezTo>
                  <a:cubicBezTo>
                    <a:pt x="1315" y="454"/>
                    <a:pt x="1330" y="457"/>
                    <a:pt x="1331" y="439"/>
                  </a:cubicBezTo>
                  <a:cubicBezTo>
                    <a:pt x="1332" y="436"/>
                    <a:pt x="1332" y="433"/>
                    <a:pt x="1332" y="430"/>
                  </a:cubicBezTo>
                  <a:cubicBezTo>
                    <a:pt x="1332" y="407"/>
                    <a:pt x="1329" y="385"/>
                    <a:pt x="1322" y="363"/>
                  </a:cubicBezTo>
                  <a:cubicBezTo>
                    <a:pt x="1320" y="353"/>
                    <a:pt x="1311" y="350"/>
                    <a:pt x="1301" y="354"/>
                  </a:cubicBezTo>
                  <a:cubicBezTo>
                    <a:pt x="1291" y="358"/>
                    <a:pt x="1280" y="361"/>
                    <a:pt x="1269" y="363"/>
                  </a:cubicBezTo>
                  <a:cubicBezTo>
                    <a:pt x="1201" y="369"/>
                    <a:pt x="1131" y="383"/>
                    <a:pt x="1077" y="322"/>
                  </a:cubicBezTo>
                  <a:cubicBezTo>
                    <a:pt x="1087" y="322"/>
                    <a:pt x="1100" y="329"/>
                    <a:pt x="1105" y="315"/>
                  </a:cubicBezTo>
                  <a:cubicBezTo>
                    <a:pt x="1116" y="291"/>
                    <a:pt x="1121" y="266"/>
                    <a:pt x="1121" y="239"/>
                  </a:cubicBezTo>
                  <a:cubicBezTo>
                    <a:pt x="1121" y="225"/>
                    <a:pt x="1120" y="211"/>
                    <a:pt x="1116" y="197"/>
                  </a:cubicBezTo>
                  <a:lnTo>
                    <a:pt x="1037" y="233"/>
                  </a:lnTo>
                  <a:cubicBezTo>
                    <a:pt x="1052" y="261"/>
                    <a:pt x="1064" y="290"/>
                    <a:pt x="1072" y="320"/>
                  </a:cubicBezTo>
                  <a:cubicBezTo>
                    <a:pt x="1063" y="314"/>
                    <a:pt x="1055" y="306"/>
                    <a:pt x="1050" y="297"/>
                  </a:cubicBezTo>
                  <a:cubicBezTo>
                    <a:pt x="1045" y="289"/>
                    <a:pt x="1042" y="280"/>
                    <a:pt x="1042" y="271"/>
                  </a:cubicBezTo>
                  <a:cubicBezTo>
                    <a:pt x="1039" y="258"/>
                    <a:pt x="987" y="280"/>
                    <a:pt x="1023" y="244"/>
                  </a:cubicBezTo>
                  <a:cubicBezTo>
                    <a:pt x="1025" y="243"/>
                    <a:pt x="1017" y="238"/>
                    <a:pt x="1012" y="236"/>
                  </a:cubicBezTo>
                  <a:cubicBezTo>
                    <a:pt x="955" y="218"/>
                    <a:pt x="954" y="216"/>
                    <a:pt x="966" y="157"/>
                  </a:cubicBezTo>
                  <a:cubicBezTo>
                    <a:pt x="971" y="139"/>
                    <a:pt x="973" y="121"/>
                    <a:pt x="973" y="102"/>
                  </a:cubicBezTo>
                  <a:cubicBezTo>
                    <a:pt x="973" y="93"/>
                    <a:pt x="972" y="84"/>
                    <a:pt x="971" y="75"/>
                  </a:cubicBezTo>
                  <a:cubicBezTo>
                    <a:pt x="949" y="79"/>
                    <a:pt x="946" y="105"/>
                    <a:pt x="926" y="106"/>
                  </a:cubicBezTo>
                  <a:moveTo>
                    <a:pt x="3286" y="4335"/>
                  </a:moveTo>
                  <a:cubicBezTo>
                    <a:pt x="3293" y="4334"/>
                    <a:pt x="3300" y="4331"/>
                    <a:pt x="3306" y="4328"/>
                  </a:cubicBezTo>
                  <a:cubicBezTo>
                    <a:pt x="3315" y="4322"/>
                    <a:pt x="3323" y="4315"/>
                    <a:pt x="3328" y="4307"/>
                  </a:cubicBezTo>
                  <a:cubicBezTo>
                    <a:pt x="3329" y="4305"/>
                    <a:pt x="3329" y="4304"/>
                    <a:pt x="3330" y="4302"/>
                  </a:cubicBezTo>
                  <a:cubicBezTo>
                    <a:pt x="3346" y="4296"/>
                    <a:pt x="3362" y="4289"/>
                    <a:pt x="3377" y="4280"/>
                  </a:cubicBezTo>
                  <a:cubicBezTo>
                    <a:pt x="3405" y="4264"/>
                    <a:pt x="3430" y="4244"/>
                    <a:pt x="3451" y="4219"/>
                  </a:cubicBezTo>
                  <a:cubicBezTo>
                    <a:pt x="3414" y="4237"/>
                    <a:pt x="3386" y="4254"/>
                    <a:pt x="3356" y="4265"/>
                  </a:cubicBezTo>
                  <a:cubicBezTo>
                    <a:pt x="3353" y="4266"/>
                    <a:pt x="3351" y="4266"/>
                    <a:pt x="3348" y="4268"/>
                  </a:cubicBezTo>
                  <a:cubicBezTo>
                    <a:pt x="3342" y="4270"/>
                    <a:pt x="3338" y="4275"/>
                    <a:pt x="3335" y="4281"/>
                  </a:cubicBezTo>
                  <a:cubicBezTo>
                    <a:pt x="3332" y="4286"/>
                    <a:pt x="3330" y="4293"/>
                    <a:pt x="3330" y="4299"/>
                  </a:cubicBezTo>
                  <a:cubicBezTo>
                    <a:pt x="3330" y="4301"/>
                    <a:pt x="3331" y="4302"/>
                    <a:pt x="3331" y="4303"/>
                  </a:cubicBezTo>
                  <a:cubicBezTo>
                    <a:pt x="3323" y="4304"/>
                    <a:pt x="3316" y="4306"/>
                    <a:pt x="3310" y="4310"/>
                  </a:cubicBezTo>
                  <a:cubicBezTo>
                    <a:pt x="3302" y="4315"/>
                    <a:pt x="3295" y="4321"/>
                    <a:pt x="3291" y="4329"/>
                  </a:cubicBezTo>
                  <a:cubicBezTo>
                    <a:pt x="3289" y="4332"/>
                    <a:pt x="3288" y="4334"/>
                    <a:pt x="3287" y="4337"/>
                  </a:cubicBezTo>
                  <a:cubicBezTo>
                    <a:pt x="3266" y="4334"/>
                    <a:pt x="3256" y="4347"/>
                    <a:pt x="3248" y="4363"/>
                  </a:cubicBezTo>
                  <a:cubicBezTo>
                    <a:pt x="3264" y="4359"/>
                    <a:pt x="3280" y="4354"/>
                    <a:pt x="3286" y="4335"/>
                  </a:cubicBezTo>
                  <a:moveTo>
                    <a:pt x="2719" y="3830"/>
                  </a:moveTo>
                  <a:cubicBezTo>
                    <a:pt x="2729" y="3820"/>
                    <a:pt x="2743" y="3835"/>
                    <a:pt x="2754" y="3825"/>
                  </a:cubicBezTo>
                  <a:cubicBezTo>
                    <a:pt x="2761" y="3820"/>
                    <a:pt x="2769" y="3814"/>
                    <a:pt x="2766" y="3804"/>
                  </a:cubicBezTo>
                  <a:lnTo>
                    <a:pt x="2766" y="3803"/>
                  </a:lnTo>
                  <a:cubicBezTo>
                    <a:pt x="2764" y="3800"/>
                    <a:pt x="2761" y="3796"/>
                    <a:pt x="2758" y="3795"/>
                  </a:cubicBezTo>
                  <a:cubicBezTo>
                    <a:pt x="2757" y="3794"/>
                    <a:pt x="2756" y="3794"/>
                    <a:pt x="2755" y="3794"/>
                  </a:cubicBezTo>
                  <a:cubicBezTo>
                    <a:pt x="2752" y="3792"/>
                    <a:pt x="2749" y="3792"/>
                    <a:pt x="2747" y="3792"/>
                  </a:cubicBezTo>
                  <a:cubicBezTo>
                    <a:pt x="2744" y="3792"/>
                    <a:pt x="2742" y="3792"/>
                    <a:pt x="2740" y="3794"/>
                  </a:cubicBezTo>
                  <a:cubicBezTo>
                    <a:pt x="2737" y="3795"/>
                    <a:pt x="2736" y="3796"/>
                    <a:pt x="2735" y="3799"/>
                  </a:cubicBezTo>
                  <a:cubicBezTo>
                    <a:pt x="2734" y="3800"/>
                    <a:pt x="2734" y="3801"/>
                    <a:pt x="2734" y="3802"/>
                  </a:cubicBezTo>
                  <a:cubicBezTo>
                    <a:pt x="2730" y="3812"/>
                    <a:pt x="2724" y="3821"/>
                    <a:pt x="2719" y="3831"/>
                  </a:cubicBezTo>
                  <a:cubicBezTo>
                    <a:pt x="2719" y="3810"/>
                    <a:pt x="2738" y="3785"/>
                    <a:pt x="2707" y="3770"/>
                  </a:cubicBezTo>
                  <a:cubicBezTo>
                    <a:pt x="2698" y="3766"/>
                    <a:pt x="2688" y="3758"/>
                    <a:pt x="2681" y="3772"/>
                  </a:cubicBezTo>
                  <a:cubicBezTo>
                    <a:pt x="2674" y="3786"/>
                    <a:pt x="2670" y="3794"/>
                    <a:pt x="2685" y="3804"/>
                  </a:cubicBezTo>
                  <a:cubicBezTo>
                    <a:pt x="2699" y="3813"/>
                    <a:pt x="2717" y="3809"/>
                    <a:pt x="2719" y="3830"/>
                  </a:cubicBezTo>
                  <a:moveTo>
                    <a:pt x="2409" y="4398"/>
                  </a:moveTo>
                  <a:cubicBezTo>
                    <a:pt x="2398" y="4406"/>
                    <a:pt x="2409" y="4367"/>
                    <a:pt x="2392" y="4389"/>
                  </a:cubicBezTo>
                  <a:cubicBezTo>
                    <a:pt x="2389" y="4393"/>
                    <a:pt x="2386" y="4397"/>
                    <a:pt x="2384" y="4401"/>
                  </a:cubicBezTo>
                  <a:cubicBezTo>
                    <a:pt x="2379" y="4410"/>
                    <a:pt x="2376" y="4420"/>
                    <a:pt x="2376" y="4430"/>
                  </a:cubicBezTo>
                  <a:lnTo>
                    <a:pt x="2376" y="4431"/>
                  </a:lnTo>
                  <a:cubicBezTo>
                    <a:pt x="2394" y="4424"/>
                    <a:pt x="2391" y="4399"/>
                    <a:pt x="2411" y="4396"/>
                  </a:cubicBezTo>
                  <a:cubicBezTo>
                    <a:pt x="2409" y="4415"/>
                    <a:pt x="2393" y="4431"/>
                    <a:pt x="2396" y="4453"/>
                  </a:cubicBezTo>
                  <a:cubicBezTo>
                    <a:pt x="2398" y="4452"/>
                    <a:pt x="2400" y="4450"/>
                    <a:pt x="2401" y="4450"/>
                  </a:cubicBezTo>
                  <a:cubicBezTo>
                    <a:pt x="2409" y="4445"/>
                    <a:pt x="2415" y="4439"/>
                    <a:pt x="2420" y="4431"/>
                  </a:cubicBezTo>
                  <a:lnTo>
                    <a:pt x="2421" y="4430"/>
                  </a:lnTo>
                  <a:cubicBezTo>
                    <a:pt x="2445" y="4401"/>
                    <a:pt x="2465" y="4369"/>
                    <a:pt x="2485" y="4337"/>
                  </a:cubicBezTo>
                  <a:cubicBezTo>
                    <a:pt x="2487" y="4332"/>
                    <a:pt x="2490" y="4329"/>
                    <a:pt x="2492" y="4324"/>
                  </a:cubicBezTo>
                  <a:cubicBezTo>
                    <a:pt x="2493" y="4324"/>
                    <a:pt x="2494" y="4323"/>
                    <a:pt x="2496" y="4323"/>
                  </a:cubicBezTo>
                  <a:cubicBezTo>
                    <a:pt x="2515" y="4311"/>
                    <a:pt x="2531" y="4295"/>
                    <a:pt x="2542" y="4276"/>
                  </a:cubicBezTo>
                  <a:cubicBezTo>
                    <a:pt x="2547" y="4268"/>
                    <a:pt x="2550" y="4260"/>
                    <a:pt x="2553" y="4251"/>
                  </a:cubicBezTo>
                  <a:cubicBezTo>
                    <a:pt x="2571" y="4209"/>
                    <a:pt x="2588" y="4165"/>
                    <a:pt x="2603" y="4122"/>
                  </a:cubicBezTo>
                  <a:cubicBezTo>
                    <a:pt x="2606" y="4113"/>
                    <a:pt x="2618" y="4102"/>
                    <a:pt x="2603" y="4089"/>
                  </a:cubicBezTo>
                  <a:cubicBezTo>
                    <a:pt x="2561" y="4165"/>
                    <a:pt x="2524" y="4243"/>
                    <a:pt x="2493" y="4324"/>
                  </a:cubicBezTo>
                  <a:cubicBezTo>
                    <a:pt x="2492" y="4324"/>
                    <a:pt x="2490" y="4324"/>
                    <a:pt x="2488" y="4324"/>
                  </a:cubicBezTo>
                  <a:cubicBezTo>
                    <a:pt x="2477" y="4324"/>
                    <a:pt x="2465" y="4327"/>
                    <a:pt x="2455" y="4333"/>
                  </a:cubicBezTo>
                  <a:cubicBezTo>
                    <a:pt x="2445" y="4338"/>
                    <a:pt x="2437" y="4347"/>
                    <a:pt x="2431" y="4357"/>
                  </a:cubicBezTo>
                  <a:cubicBezTo>
                    <a:pt x="2428" y="4362"/>
                    <a:pt x="2426" y="4367"/>
                    <a:pt x="2425" y="4373"/>
                  </a:cubicBezTo>
                  <a:cubicBezTo>
                    <a:pt x="2423" y="4376"/>
                    <a:pt x="2422" y="4379"/>
                    <a:pt x="2420" y="4382"/>
                  </a:cubicBezTo>
                  <a:cubicBezTo>
                    <a:pt x="2417" y="4388"/>
                    <a:pt x="2413" y="4393"/>
                    <a:pt x="2409" y="4398"/>
                  </a:cubicBezTo>
                  <a:moveTo>
                    <a:pt x="3069" y="3908"/>
                  </a:moveTo>
                  <a:cubicBezTo>
                    <a:pt x="3058" y="3925"/>
                    <a:pt x="3054" y="3954"/>
                    <a:pt x="3024" y="3928"/>
                  </a:cubicBezTo>
                  <a:cubicBezTo>
                    <a:pt x="3023" y="3927"/>
                    <a:pt x="3021" y="3926"/>
                    <a:pt x="3020" y="3925"/>
                  </a:cubicBezTo>
                  <a:cubicBezTo>
                    <a:pt x="3012" y="3920"/>
                    <a:pt x="3003" y="3917"/>
                    <a:pt x="2994" y="3915"/>
                  </a:cubicBezTo>
                  <a:cubicBezTo>
                    <a:pt x="2958" y="3900"/>
                    <a:pt x="2921" y="3890"/>
                    <a:pt x="2882" y="3886"/>
                  </a:cubicBezTo>
                  <a:cubicBezTo>
                    <a:pt x="2948" y="3926"/>
                    <a:pt x="3044" y="3958"/>
                    <a:pt x="3092" y="3956"/>
                  </a:cubicBezTo>
                  <a:cubicBezTo>
                    <a:pt x="3092" y="3945"/>
                    <a:pt x="3089" y="3935"/>
                    <a:pt x="3083" y="3925"/>
                  </a:cubicBezTo>
                  <a:cubicBezTo>
                    <a:pt x="3079" y="3918"/>
                    <a:pt x="3073" y="3912"/>
                    <a:pt x="3067" y="3907"/>
                  </a:cubicBezTo>
                  <a:cubicBezTo>
                    <a:pt x="3075" y="3902"/>
                    <a:pt x="3089" y="3911"/>
                    <a:pt x="3093" y="3897"/>
                  </a:cubicBezTo>
                  <a:cubicBezTo>
                    <a:pt x="3085" y="3884"/>
                    <a:pt x="3071" y="3873"/>
                    <a:pt x="3059" y="3882"/>
                  </a:cubicBezTo>
                  <a:cubicBezTo>
                    <a:pt x="3047" y="3890"/>
                    <a:pt x="3069" y="3898"/>
                    <a:pt x="3069" y="3908"/>
                  </a:cubicBezTo>
                  <a:moveTo>
                    <a:pt x="2234" y="4286"/>
                  </a:moveTo>
                  <a:lnTo>
                    <a:pt x="2109" y="4322"/>
                  </a:lnTo>
                  <a:cubicBezTo>
                    <a:pt x="2093" y="4327"/>
                    <a:pt x="2078" y="4332"/>
                    <a:pt x="2063" y="4341"/>
                  </a:cubicBezTo>
                  <a:cubicBezTo>
                    <a:pt x="2044" y="4351"/>
                    <a:pt x="2028" y="4366"/>
                    <a:pt x="2014" y="4383"/>
                  </a:cubicBezTo>
                  <a:cubicBezTo>
                    <a:pt x="2020" y="4383"/>
                    <a:pt x="2024" y="4385"/>
                    <a:pt x="2027" y="4384"/>
                  </a:cubicBezTo>
                  <a:cubicBezTo>
                    <a:pt x="2091" y="4360"/>
                    <a:pt x="2152" y="4325"/>
                    <a:pt x="2218" y="4305"/>
                  </a:cubicBezTo>
                  <a:cubicBezTo>
                    <a:pt x="2229" y="4302"/>
                    <a:pt x="2229" y="4292"/>
                    <a:pt x="2234" y="4284"/>
                  </a:cubicBezTo>
                  <a:cubicBezTo>
                    <a:pt x="2275" y="4298"/>
                    <a:pt x="2302" y="4268"/>
                    <a:pt x="2336" y="4255"/>
                  </a:cubicBezTo>
                  <a:cubicBezTo>
                    <a:pt x="2327" y="4238"/>
                    <a:pt x="2317" y="4236"/>
                    <a:pt x="2304" y="4245"/>
                  </a:cubicBezTo>
                  <a:cubicBezTo>
                    <a:pt x="2281" y="4260"/>
                    <a:pt x="2257" y="4271"/>
                    <a:pt x="2234" y="4286"/>
                  </a:cubicBezTo>
                  <a:moveTo>
                    <a:pt x="3794" y="3585"/>
                  </a:moveTo>
                  <a:cubicBezTo>
                    <a:pt x="3790" y="3567"/>
                    <a:pt x="3805" y="3554"/>
                    <a:pt x="3808" y="3539"/>
                  </a:cubicBezTo>
                  <a:cubicBezTo>
                    <a:pt x="3811" y="3523"/>
                    <a:pt x="3820" y="3510"/>
                    <a:pt x="3806" y="3496"/>
                  </a:cubicBezTo>
                  <a:cubicBezTo>
                    <a:pt x="3800" y="3503"/>
                    <a:pt x="3795" y="3510"/>
                    <a:pt x="3791" y="3518"/>
                  </a:cubicBezTo>
                  <a:cubicBezTo>
                    <a:pt x="3768" y="3556"/>
                    <a:pt x="3757" y="3600"/>
                    <a:pt x="3756" y="3645"/>
                  </a:cubicBezTo>
                  <a:cubicBezTo>
                    <a:pt x="3776" y="3629"/>
                    <a:pt x="3772" y="3596"/>
                    <a:pt x="3796" y="3583"/>
                  </a:cubicBezTo>
                  <a:cubicBezTo>
                    <a:pt x="3769" y="3646"/>
                    <a:pt x="3759" y="3717"/>
                    <a:pt x="3721" y="3777"/>
                  </a:cubicBezTo>
                  <a:cubicBezTo>
                    <a:pt x="3734" y="3761"/>
                    <a:pt x="3760" y="3763"/>
                    <a:pt x="3769" y="3739"/>
                  </a:cubicBezTo>
                  <a:cubicBezTo>
                    <a:pt x="3779" y="3711"/>
                    <a:pt x="3797" y="3684"/>
                    <a:pt x="3806" y="3655"/>
                  </a:cubicBezTo>
                  <a:cubicBezTo>
                    <a:pt x="3810" y="3646"/>
                    <a:pt x="3812" y="3637"/>
                    <a:pt x="3812" y="3628"/>
                  </a:cubicBezTo>
                  <a:cubicBezTo>
                    <a:pt x="3812" y="3617"/>
                    <a:pt x="3808" y="3605"/>
                    <a:pt x="3803" y="3596"/>
                  </a:cubicBezTo>
                  <a:cubicBezTo>
                    <a:pt x="3800" y="3591"/>
                    <a:pt x="3798" y="3587"/>
                    <a:pt x="3794" y="3583"/>
                  </a:cubicBezTo>
                  <a:lnTo>
                    <a:pt x="3794" y="3585"/>
                  </a:lnTo>
                  <a:moveTo>
                    <a:pt x="2439" y="4061"/>
                  </a:moveTo>
                  <a:cubicBezTo>
                    <a:pt x="2450" y="4065"/>
                    <a:pt x="2470" y="4068"/>
                    <a:pt x="2449" y="4084"/>
                  </a:cubicBezTo>
                  <a:cubicBezTo>
                    <a:pt x="2424" y="4103"/>
                    <a:pt x="2404" y="4127"/>
                    <a:pt x="2388" y="4154"/>
                  </a:cubicBezTo>
                  <a:cubicBezTo>
                    <a:pt x="2403" y="4162"/>
                    <a:pt x="2414" y="4165"/>
                    <a:pt x="2424" y="4158"/>
                  </a:cubicBezTo>
                  <a:cubicBezTo>
                    <a:pt x="2462" y="4133"/>
                    <a:pt x="2475" y="4088"/>
                    <a:pt x="2503" y="4055"/>
                  </a:cubicBezTo>
                  <a:cubicBezTo>
                    <a:pt x="2504" y="4053"/>
                    <a:pt x="2505" y="4051"/>
                    <a:pt x="2505" y="4049"/>
                  </a:cubicBezTo>
                  <a:cubicBezTo>
                    <a:pt x="2505" y="4046"/>
                    <a:pt x="2504" y="4044"/>
                    <a:pt x="2503" y="4042"/>
                  </a:cubicBezTo>
                  <a:cubicBezTo>
                    <a:pt x="2502" y="4040"/>
                    <a:pt x="2500" y="4038"/>
                    <a:pt x="2498" y="4037"/>
                  </a:cubicBezTo>
                  <a:cubicBezTo>
                    <a:pt x="2496" y="4036"/>
                    <a:pt x="2494" y="4035"/>
                    <a:pt x="2492" y="4035"/>
                  </a:cubicBezTo>
                  <a:cubicBezTo>
                    <a:pt x="2471" y="4037"/>
                    <a:pt x="2447" y="4030"/>
                    <a:pt x="2436" y="4057"/>
                  </a:cubicBezTo>
                  <a:cubicBezTo>
                    <a:pt x="2372" y="4084"/>
                    <a:pt x="2341" y="4121"/>
                    <a:pt x="2341" y="4177"/>
                  </a:cubicBezTo>
                  <a:lnTo>
                    <a:pt x="2439" y="4061"/>
                  </a:lnTo>
                  <a:moveTo>
                    <a:pt x="3153" y="3972"/>
                  </a:moveTo>
                  <a:cubicBezTo>
                    <a:pt x="3151" y="3911"/>
                    <a:pt x="3151" y="3911"/>
                    <a:pt x="3114" y="3902"/>
                  </a:cubicBezTo>
                  <a:cubicBezTo>
                    <a:pt x="3102" y="3966"/>
                    <a:pt x="3104" y="3969"/>
                    <a:pt x="3155" y="3971"/>
                  </a:cubicBezTo>
                  <a:lnTo>
                    <a:pt x="3181" y="4001"/>
                  </a:lnTo>
                  <a:cubicBezTo>
                    <a:pt x="3201" y="3998"/>
                    <a:pt x="3194" y="3967"/>
                    <a:pt x="3221" y="3972"/>
                  </a:cubicBezTo>
                  <a:cubicBezTo>
                    <a:pt x="3231" y="3986"/>
                    <a:pt x="3219" y="4008"/>
                    <a:pt x="3229" y="4023"/>
                  </a:cubicBezTo>
                  <a:cubicBezTo>
                    <a:pt x="3284" y="4014"/>
                    <a:pt x="3294" y="3963"/>
                    <a:pt x="3325" y="3930"/>
                  </a:cubicBezTo>
                  <a:cubicBezTo>
                    <a:pt x="3303" y="3937"/>
                    <a:pt x="3281" y="3942"/>
                    <a:pt x="3258" y="3944"/>
                  </a:cubicBezTo>
                  <a:cubicBezTo>
                    <a:pt x="3223" y="3954"/>
                    <a:pt x="3185" y="3952"/>
                    <a:pt x="3153" y="3972"/>
                  </a:cubicBezTo>
                  <a:moveTo>
                    <a:pt x="2566" y="3977"/>
                  </a:moveTo>
                  <a:cubicBezTo>
                    <a:pt x="2579" y="3979"/>
                    <a:pt x="2591" y="3980"/>
                    <a:pt x="2604" y="3982"/>
                  </a:cubicBezTo>
                  <a:cubicBezTo>
                    <a:pt x="2616" y="3983"/>
                    <a:pt x="2623" y="3983"/>
                    <a:pt x="2624" y="3971"/>
                  </a:cubicBezTo>
                  <a:cubicBezTo>
                    <a:pt x="2625" y="3958"/>
                    <a:pt x="2624" y="3950"/>
                    <a:pt x="2609" y="3948"/>
                  </a:cubicBezTo>
                  <a:cubicBezTo>
                    <a:pt x="2536" y="3938"/>
                    <a:pt x="2464" y="3927"/>
                    <a:pt x="2390" y="3916"/>
                  </a:cubicBezTo>
                  <a:cubicBezTo>
                    <a:pt x="2390" y="3932"/>
                    <a:pt x="2396" y="3939"/>
                    <a:pt x="2410" y="3938"/>
                  </a:cubicBezTo>
                  <a:cubicBezTo>
                    <a:pt x="2412" y="3938"/>
                    <a:pt x="2415" y="3938"/>
                    <a:pt x="2417" y="3938"/>
                  </a:cubicBezTo>
                  <a:cubicBezTo>
                    <a:pt x="2429" y="3938"/>
                    <a:pt x="2440" y="3941"/>
                    <a:pt x="2450" y="3946"/>
                  </a:cubicBezTo>
                  <a:cubicBezTo>
                    <a:pt x="2454" y="3948"/>
                    <a:pt x="2457" y="3951"/>
                    <a:pt x="2460" y="3954"/>
                  </a:cubicBezTo>
                  <a:cubicBezTo>
                    <a:pt x="2455" y="3954"/>
                    <a:pt x="2448" y="3954"/>
                    <a:pt x="2445" y="3957"/>
                  </a:cubicBezTo>
                  <a:cubicBezTo>
                    <a:pt x="2441" y="3960"/>
                    <a:pt x="2441" y="3970"/>
                    <a:pt x="2449" y="3972"/>
                  </a:cubicBezTo>
                  <a:cubicBezTo>
                    <a:pt x="2482" y="3981"/>
                    <a:pt x="2515" y="3989"/>
                    <a:pt x="2553" y="3998"/>
                  </a:cubicBezTo>
                  <a:cubicBezTo>
                    <a:pt x="2542" y="4000"/>
                    <a:pt x="2532" y="4002"/>
                    <a:pt x="2522" y="4006"/>
                  </a:cubicBezTo>
                  <a:cubicBezTo>
                    <a:pt x="2516" y="4009"/>
                    <a:pt x="2512" y="4019"/>
                    <a:pt x="2522" y="4022"/>
                  </a:cubicBezTo>
                  <a:cubicBezTo>
                    <a:pt x="2526" y="4023"/>
                    <a:pt x="2530" y="4024"/>
                    <a:pt x="2535" y="4024"/>
                  </a:cubicBezTo>
                  <a:cubicBezTo>
                    <a:pt x="2546" y="4024"/>
                    <a:pt x="2556" y="4021"/>
                    <a:pt x="2566" y="4015"/>
                  </a:cubicBezTo>
                  <a:cubicBezTo>
                    <a:pt x="2570" y="4013"/>
                    <a:pt x="2573" y="4010"/>
                    <a:pt x="2576" y="4007"/>
                  </a:cubicBezTo>
                  <a:cubicBezTo>
                    <a:pt x="2589" y="3999"/>
                    <a:pt x="2566" y="3989"/>
                    <a:pt x="2566" y="3977"/>
                  </a:cubicBezTo>
                  <a:moveTo>
                    <a:pt x="4119" y="3260"/>
                  </a:moveTo>
                  <a:cubicBezTo>
                    <a:pt x="4121" y="3253"/>
                    <a:pt x="4123" y="3245"/>
                    <a:pt x="4123" y="3237"/>
                  </a:cubicBezTo>
                  <a:cubicBezTo>
                    <a:pt x="4123" y="3226"/>
                    <a:pt x="4120" y="3215"/>
                    <a:pt x="4115" y="3205"/>
                  </a:cubicBezTo>
                  <a:cubicBezTo>
                    <a:pt x="4113" y="3212"/>
                    <a:pt x="4112" y="3219"/>
                    <a:pt x="4112" y="3226"/>
                  </a:cubicBezTo>
                  <a:cubicBezTo>
                    <a:pt x="4112" y="3237"/>
                    <a:pt x="4115" y="3249"/>
                    <a:pt x="4119" y="3260"/>
                  </a:cubicBezTo>
                  <a:lnTo>
                    <a:pt x="4172" y="3583"/>
                  </a:lnTo>
                  <a:cubicBezTo>
                    <a:pt x="4186" y="3533"/>
                    <a:pt x="4193" y="3482"/>
                    <a:pt x="4193" y="3430"/>
                  </a:cubicBezTo>
                  <a:cubicBezTo>
                    <a:pt x="4193" y="3383"/>
                    <a:pt x="4187" y="3336"/>
                    <a:pt x="4176" y="3290"/>
                  </a:cubicBezTo>
                  <a:cubicBezTo>
                    <a:pt x="4153" y="3346"/>
                    <a:pt x="4193" y="3401"/>
                    <a:pt x="4178" y="3457"/>
                  </a:cubicBezTo>
                  <a:cubicBezTo>
                    <a:pt x="4159" y="3451"/>
                    <a:pt x="4160" y="3435"/>
                    <a:pt x="4157" y="3422"/>
                  </a:cubicBezTo>
                  <a:cubicBezTo>
                    <a:pt x="4149" y="3375"/>
                    <a:pt x="4142" y="3328"/>
                    <a:pt x="4134" y="3281"/>
                  </a:cubicBezTo>
                  <a:cubicBezTo>
                    <a:pt x="4132" y="3271"/>
                    <a:pt x="4130" y="3263"/>
                    <a:pt x="4119" y="3260"/>
                  </a:cubicBezTo>
                  <a:moveTo>
                    <a:pt x="2446" y="3280"/>
                  </a:moveTo>
                  <a:cubicBezTo>
                    <a:pt x="2429" y="3287"/>
                    <a:pt x="2415" y="3268"/>
                    <a:pt x="2397" y="3276"/>
                  </a:cubicBezTo>
                  <a:cubicBezTo>
                    <a:pt x="2378" y="3335"/>
                    <a:pt x="2363" y="3395"/>
                    <a:pt x="2351" y="3455"/>
                  </a:cubicBezTo>
                  <a:cubicBezTo>
                    <a:pt x="2348" y="3469"/>
                    <a:pt x="2345" y="3485"/>
                    <a:pt x="2366" y="3492"/>
                  </a:cubicBezTo>
                  <a:cubicBezTo>
                    <a:pt x="2378" y="3438"/>
                    <a:pt x="2393" y="3385"/>
                    <a:pt x="2411" y="3333"/>
                  </a:cubicBezTo>
                  <a:cubicBezTo>
                    <a:pt x="2420" y="3313"/>
                    <a:pt x="2424" y="3290"/>
                    <a:pt x="2446" y="3278"/>
                  </a:cubicBezTo>
                  <a:cubicBezTo>
                    <a:pt x="2439" y="3298"/>
                    <a:pt x="2433" y="3317"/>
                    <a:pt x="2426" y="3336"/>
                  </a:cubicBezTo>
                  <a:cubicBezTo>
                    <a:pt x="2407" y="3389"/>
                    <a:pt x="2392" y="3444"/>
                    <a:pt x="2381" y="3500"/>
                  </a:cubicBezTo>
                  <a:cubicBezTo>
                    <a:pt x="2378" y="3518"/>
                    <a:pt x="2371" y="3536"/>
                    <a:pt x="2393" y="3546"/>
                  </a:cubicBezTo>
                  <a:cubicBezTo>
                    <a:pt x="2405" y="3542"/>
                    <a:pt x="2404" y="3531"/>
                    <a:pt x="2407" y="3523"/>
                  </a:cubicBezTo>
                  <a:cubicBezTo>
                    <a:pt x="2428" y="3461"/>
                    <a:pt x="2446" y="3397"/>
                    <a:pt x="2471" y="3336"/>
                  </a:cubicBezTo>
                  <a:cubicBezTo>
                    <a:pt x="2485" y="3303"/>
                    <a:pt x="2469" y="3292"/>
                    <a:pt x="2446" y="3280"/>
                  </a:cubicBezTo>
                  <a:moveTo>
                    <a:pt x="2652" y="4056"/>
                  </a:moveTo>
                  <a:cubicBezTo>
                    <a:pt x="2697" y="4052"/>
                    <a:pt x="2733" y="4027"/>
                    <a:pt x="2786" y="4008"/>
                  </a:cubicBezTo>
                  <a:cubicBezTo>
                    <a:pt x="2692" y="3994"/>
                    <a:pt x="2619" y="4022"/>
                    <a:pt x="2548" y="4048"/>
                  </a:cubicBezTo>
                  <a:cubicBezTo>
                    <a:pt x="2542" y="4048"/>
                    <a:pt x="2537" y="4049"/>
                    <a:pt x="2532" y="4051"/>
                  </a:cubicBezTo>
                  <a:cubicBezTo>
                    <a:pt x="2525" y="4054"/>
                    <a:pt x="2513" y="4057"/>
                    <a:pt x="2523" y="4068"/>
                  </a:cubicBezTo>
                  <a:cubicBezTo>
                    <a:pt x="2528" y="4075"/>
                    <a:pt x="2534" y="4069"/>
                    <a:pt x="2540" y="4064"/>
                  </a:cubicBezTo>
                  <a:cubicBezTo>
                    <a:pt x="2545" y="4058"/>
                    <a:pt x="2550" y="4054"/>
                    <a:pt x="2546" y="4047"/>
                  </a:cubicBezTo>
                  <a:cubicBezTo>
                    <a:pt x="2558" y="4057"/>
                    <a:pt x="2582" y="4059"/>
                    <a:pt x="2560" y="4086"/>
                  </a:cubicBezTo>
                  <a:cubicBezTo>
                    <a:pt x="2519" y="4136"/>
                    <a:pt x="2503" y="4199"/>
                    <a:pt x="2476" y="4257"/>
                  </a:cubicBezTo>
                  <a:cubicBezTo>
                    <a:pt x="2472" y="4268"/>
                    <a:pt x="2471" y="4280"/>
                    <a:pt x="2471" y="4291"/>
                  </a:cubicBezTo>
                  <a:cubicBezTo>
                    <a:pt x="2471" y="4297"/>
                    <a:pt x="2471" y="4304"/>
                    <a:pt x="2472" y="4310"/>
                  </a:cubicBezTo>
                  <a:cubicBezTo>
                    <a:pt x="2479" y="4303"/>
                    <a:pt x="2484" y="4295"/>
                    <a:pt x="2489" y="4287"/>
                  </a:cubicBezTo>
                  <a:cubicBezTo>
                    <a:pt x="2496" y="4275"/>
                    <a:pt x="2501" y="4261"/>
                    <a:pt x="2504" y="4247"/>
                  </a:cubicBezTo>
                  <a:cubicBezTo>
                    <a:pt x="2519" y="4202"/>
                    <a:pt x="2538" y="4160"/>
                    <a:pt x="2561" y="4120"/>
                  </a:cubicBezTo>
                  <a:cubicBezTo>
                    <a:pt x="2569" y="4106"/>
                    <a:pt x="2577" y="4093"/>
                    <a:pt x="2586" y="4080"/>
                  </a:cubicBezTo>
                  <a:cubicBezTo>
                    <a:pt x="2587" y="4079"/>
                    <a:pt x="2587" y="4077"/>
                    <a:pt x="2588" y="4076"/>
                  </a:cubicBezTo>
                  <a:cubicBezTo>
                    <a:pt x="2596" y="4063"/>
                    <a:pt x="2607" y="4051"/>
                    <a:pt x="2620" y="4044"/>
                  </a:cubicBezTo>
                  <a:cubicBezTo>
                    <a:pt x="2623" y="4042"/>
                    <a:pt x="2626" y="4041"/>
                    <a:pt x="2628" y="4040"/>
                  </a:cubicBezTo>
                  <a:cubicBezTo>
                    <a:pt x="2643" y="4034"/>
                    <a:pt x="2653" y="4038"/>
                    <a:pt x="2655" y="4056"/>
                  </a:cubicBezTo>
                  <a:lnTo>
                    <a:pt x="2614" y="4177"/>
                  </a:lnTo>
                  <a:cubicBezTo>
                    <a:pt x="2662" y="4148"/>
                    <a:pt x="2680" y="4108"/>
                    <a:pt x="2709" y="4074"/>
                  </a:cubicBezTo>
                  <a:cubicBezTo>
                    <a:pt x="2672" y="4076"/>
                    <a:pt x="2672" y="4076"/>
                    <a:pt x="2652" y="4056"/>
                  </a:cubicBezTo>
                  <a:moveTo>
                    <a:pt x="2737" y="3755"/>
                  </a:moveTo>
                  <a:cubicBezTo>
                    <a:pt x="2742" y="3768"/>
                    <a:pt x="2749" y="3778"/>
                    <a:pt x="2764" y="3776"/>
                  </a:cubicBezTo>
                  <a:cubicBezTo>
                    <a:pt x="2765" y="3776"/>
                    <a:pt x="2767" y="3775"/>
                    <a:pt x="2768" y="3775"/>
                  </a:cubicBezTo>
                  <a:cubicBezTo>
                    <a:pt x="2771" y="3773"/>
                    <a:pt x="2773" y="3771"/>
                    <a:pt x="2774" y="3769"/>
                  </a:cubicBezTo>
                  <a:cubicBezTo>
                    <a:pt x="2775" y="3767"/>
                    <a:pt x="2776" y="3764"/>
                    <a:pt x="2776" y="3761"/>
                  </a:cubicBezTo>
                  <a:cubicBezTo>
                    <a:pt x="2776" y="3703"/>
                    <a:pt x="2803" y="3651"/>
                    <a:pt x="2812" y="3595"/>
                  </a:cubicBezTo>
                  <a:cubicBezTo>
                    <a:pt x="2813" y="3586"/>
                    <a:pt x="2816" y="3577"/>
                    <a:pt x="2821" y="3568"/>
                  </a:cubicBezTo>
                  <a:cubicBezTo>
                    <a:pt x="2826" y="3557"/>
                    <a:pt x="2836" y="3549"/>
                    <a:pt x="2847" y="3543"/>
                  </a:cubicBezTo>
                  <a:cubicBezTo>
                    <a:pt x="2833" y="3586"/>
                    <a:pt x="2820" y="3629"/>
                    <a:pt x="2806" y="3672"/>
                  </a:cubicBezTo>
                  <a:cubicBezTo>
                    <a:pt x="2802" y="3688"/>
                    <a:pt x="2799" y="3704"/>
                    <a:pt x="2797" y="3720"/>
                  </a:cubicBezTo>
                  <a:cubicBezTo>
                    <a:pt x="2797" y="3721"/>
                    <a:pt x="2797" y="3722"/>
                    <a:pt x="2797" y="3723"/>
                  </a:cubicBezTo>
                  <a:cubicBezTo>
                    <a:pt x="2797" y="3728"/>
                    <a:pt x="2797" y="3732"/>
                    <a:pt x="2800" y="3736"/>
                  </a:cubicBezTo>
                  <a:cubicBezTo>
                    <a:pt x="2802" y="3740"/>
                    <a:pt x="2806" y="3744"/>
                    <a:pt x="2810" y="3746"/>
                  </a:cubicBezTo>
                  <a:cubicBezTo>
                    <a:pt x="2814" y="3748"/>
                    <a:pt x="2819" y="3750"/>
                    <a:pt x="2823" y="3750"/>
                  </a:cubicBezTo>
                  <a:lnTo>
                    <a:pt x="2824" y="3750"/>
                  </a:lnTo>
                  <a:cubicBezTo>
                    <a:pt x="2839" y="3750"/>
                    <a:pt x="2835" y="3735"/>
                    <a:pt x="2838" y="3725"/>
                  </a:cubicBezTo>
                  <a:cubicBezTo>
                    <a:pt x="2849" y="3680"/>
                    <a:pt x="2856" y="3632"/>
                    <a:pt x="2871" y="3588"/>
                  </a:cubicBezTo>
                  <a:cubicBezTo>
                    <a:pt x="2880" y="3559"/>
                    <a:pt x="2874" y="3548"/>
                    <a:pt x="2846" y="3544"/>
                  </a:cubicBezTo>
                  <a:cubicBezTo>
                    <a:pt x="2831" y="3514"/>
                    <a:pt x="2793" y="3511"/>
                    <a:pt x="2777" y="3482"/>
                  </a:cubicBezTo>
                  <a:cubicBezTo>
                    <a:pt x="2763" y="3487"/>
                    <a:pt x="2755" y="3470"/>
                    <a:pt x="2741" y="3472"/>
                  </a:cubicBezTo>
                  <a:cubicBezTo>
                    <a:pt x="2700" y="3550"/>
                    <a:pt x="2662" y="3686"/>
                    <a:pt x="2671" y="3723"/>
                  </a:cubicBezTo>
                  <a:cubicBezTo>
                    <a:pt x="2680" y="3716"/>
                    <a:pt x="2680" y="3707"/>
                    <a:pt x="2682" y="3699"/>
                  </a:cubicBezTo>
                  <a:cubicBezTo>
                    <a:pt x="2695" y="3640"/>
                    <a:pt x="2713" y="3582"/>
                    <a:pt x="2735" y="3526"/>
                  </a:cubicBezTo>
                  <a:cubicBezTo>
                    <a:pt x="2743" y="3505"/>
                    <a:pt x="2751" y="3485"/>
                    <a:pt x="2777" y="3482"/>
                  </a:cubicBezTo>
                  <a:cubicBezTo>
                    <a:pt x="2732" y="3547"/>
                    <a:pt x="2718" y="3625"/>
                    <a:pt x="2696" y="3699"/>
                  </a:cubicBezTo>
                  <a:cubicBezTo>
                    <a:pt x="2682" y="3740"/>
                    <a:pt x="2689" y="3747"/>
                    <a:pt x="2738" y="3754"/>
                  </a:cubicBezTo>
                  <a:lnTo>
                    <a:pt x="2737" y="3755"/>
                  </a:lnTo>
                  <a:moveTo>
                    <a:pt x="3812" y="3717"/>
                  </a:moveTo>
                  <a:lnTo>
                    <a:pt x="3815" y="3720"/>
                  </a:lnTo>
                  <a:cubicBezTo>
                    <a:pt x="3812" y="3729"/>
                    <a:pt x="3808" y="3738"/>
                    <a:pt x="3804" y="3746"/>
                  </a:cubicBezTo>
                  <a:cubicBezTo>
                    <a:pt x="3795" y="3760"/>
                    <a:pt x="3785" y="3772"/>
                    <a:pt x="3772" y="3781"/>
                  </a:cubicBezTo>
                  <a:cubicBezTo>
                    <a:pt x="3732" y="3811"/>
                    <a:pt x="3695" y="3845"/>
                    <a:pt x="3662" y="3883"/>
                  </a:cubicBezTo>
                  <a:cubicBezTo>
                    <a:pt x="3645" y="3905"/>
                    <a:pt x="3628" y="3925"/>
                    <a:pt x="3611" y="3945"/>
                  </a:cubicBezTo>
                  <a:cubicBezTo>
                    <a:pt x="3598" y="3945"/>
                    <a:pt x="3594" y="3935"/>
                    <a:pt x="3585" y="3931"/>
                  </a:cubicBezTo>
                  <a:cubicBezTo>
                    <a:pt x="3579" y="3928"/>
                    <a:pt x="3573" y="3926"/>
                    <a:pt x="3567" y="3926"/>
                  </a:cubicBezTo>
                  <a:cubicBezTo>
                    <a:pt x="3560" y="3926"/>
                    <a:pt x="3553" y="3928"/>
                    <a:pt x="3547" y="3932"/>
                  </a:cubicBezTo>
                  <a:cubicBezTo>
                    <a:pt x="3541" y="3935"/>
                    <a:pt x="3535" y="3940"/>
                    <a:pt x="3532" y="3946"/>
                  </a:cubicBezTo>
                  <a:cubicBezTo>
                    <a:pt x="3530" y="3948"/>
                    <a:pt x="3530" y="3950"/>
                    <a:pt x="3530" y="3951"/>
                  </a:cubicBezTo>
                  <a:cubicBezTo>
                    <a:pt x="3528" y="3960"/>
                    <a:pt x="3527" y="3970"/>
                    <a:pt x="3527" y="3979"/>
                  </a:cubicBezTo>
                  <a:cubicBezTo>
                    <a:pt x="3527" y="4008"/>
                    <a:pt x="3534" y="4036"/>
                    <a:pt x="3549" y="4062"/>
                  </a:cubicBezTo>
                  <a:cubicBezTo>
                    <a:pt x="3551" y="4066"/>
                    <a:pt x="3555" y="4070"/>
                    <a:pt x="3558" y="4074"/>
                  </a:cubicBezTo>
                  <a:cubicBezTo>
                    <a:pt x="3561" y="4024"/>
                    <a:pt x="3561" y="4024"/>
                    <a:pt x="3600" y="4043"/>
                  </a:cubicBezTo>
                  <a:cubicBezTo>
                    <a:pt x="3609" y="4021"/>
                    <a:pt x="3619" y="3999"/>
                    <a:pt x="3631" y="3979"/>
                  </a:cubicBezTo>
                  <a:cubicBezTo>
                    <a:pt x="3663" y="3923"/>
                    <a:pt x="3707" y="3875"/>
                    <a:pt x="3759" y="3836"/>
                  </a:cubicBezTo>
                  <a:cubicBezTo>
                    <a:pt x="3807" y="3805"/>
                    <a:pt x="3847" y="3763"/>
                    <a:pt x="3876" y="3713"/>
                  </a:cubicBezTo>
                  <a:cubicBezTo>
                    <a:pt x="3877" y="3712"/>
                    <a:pt x="3878" y="3711"/>
                    <a:pt x="3878" y="3709"/>
                  </a:cubicBezTo>
                  <a:cubicBezTo>
                    <a:pt x="3908" y="3647"/>
                    <a:pt x="3936" y="3583"/>
                    <a:pt x="3964" y="3519"/>
                  </a:cubicBezTo>
                  <a:cubicBezTo>
                    <a:pt x="3976" y="3490"/>
                    <a:pt x="3981" y="3459"/>
                    <a:pt x="3981" y="3428"/>
                  </a:cubicBezTo>
                  <a:cubicBezTo>
                    <a:pt x="3981" y="3407"/>
                    <a:pt x="3979" y="3386"/>
                    <a:pt x="3973" y="3366"/>
                  </a:cubicBezTo>
                  <a:cubicBezTo>
                    <a:pt x="3956" y="3392"/>
                    <a:pt x="3926" y="3412"/>
                    <a:pt x="3943" y="3450"/>
                  </a:cubicBezTo>
                  <a:cubicBezTo>
                    <a:pt x="3946" y="3455"/>
                    <a:pt x="3941" y="3464"/>
                    <a:pt x="3938" y="3471"/>
                  </a:cubicBezTo>
                  <a:cubicBezTo>
                    <a:pt x="3917" y="3515"/>
                    <a:pt x="3899" y="3561"/>
                    <a:pt x="3884" y="3609"/>
                  </a:cubicBezTo>
                  <a:cubicBezTo>
                    <a:pt x="3881" y="3617"/>
                    <a:pt x="3880" y="3631"/>
                    <a:pt x="3870" y="3631"/>
                  </a:cubicBezTo>
                  <a:cubicBezTo>
                    <a:pt x="3817" y="3625"/>
                    <a:pt x="3822" y="3674"/>
                    <a:pt x="3804" y="3701"/>
                  </a:cubicBezTo>
                  <a:cubicBezTo>
                    <a:pt x="3798" y="3709"/>
                    <a:pt x="3806" y="3714"/>
                    <a:pt x="3813" y="3717"/>
                  </a:cubicBezTo>
                  <a:lnTo>
                    <a:pt x="3812" y="3717"/>
                  </a:lnTo>
                  <a:moveTo>
                    <a:pt x="2540" y="3610"/>
                  </a:moveTo>
                  <a:cubicBezTo>
                    <a:pt x="2538" y="3660"/>
                    <a:pt x="2538" y="3660"/>
                    <a:pt x="2569" y="3677"/>
                  </a:cubicBezTo>
                  <a:cubicBezTo>
                    <a:pt x="2593" y="3595"/>
                    <a:pt x="2610" y="3510"/>
                    <a:pt x="2651" y="3432"/>
                  </a:cubicBezTo>
                  <a:cubicBezTo>
                    <a:pt x="2651" y="3434"/>
                    <a:pt x="2651" y="3436"/>
                    <a:pt x="2651" y="3438"/>
                  </a:cubicBezTo>
                  <a:cubicBezTo>
                    <a:pt x="2651" y="3450"/>
                    <a:pt x="2649" y="3462"/>
                    <a:pt x="2644" y="3473"/>
                  </a:cubicBezTo>
                  <a:cubicBezTo>
                    <a:pt x="2625" y="3536"/>
                    <a:pt x="2606" y="3599"/>
                    <a:pt x="2587" y="3662"/>
                  </a:cubicBezTo>
                  <a:cubicBezTo>
                    <a:pt x="2584" y="3670"/>
                    <a:pt x="2582" y="3678"/>
                    <a:pt x="2582" y="3686"/>
                  </a:cubicBezTo>
                  <a:cubicBezTo>
                    <a:pt x="2582" y="3693"/>
                    <a:pt x="2583" y="3699"/>
                    <a:pt x="2585" y="3705"/>
                  </a:cubicBezTo>
                  <a:cubicBezTo>
                    <a:pt x="2586" y="3706"/>
                    <a:pt x="2586" y="3708"/>
                    <a:pt x="2587" y="3709"/>
                  </a:cubicBezTo>
                  <a:cubicBezTo>
                    <a:pt x="2589" y="3711"/>
                    <a:pt x="2591" y="3713"/>
                    <a:pt x="2594" y="3715"/>
                  </a:cubicBezTo>
                  <a:cubicBezTo>
                    <a:pt x="2596" y="3716"/>
                    <a:pt x="2599" y="3718"/>
                    <a:pt x="2602" y="3718"/>
                  </a:cubicBezTo>
                  <a:cubicBezTo>
                    <a:pt x="2614" y="3718"/>
                    <a:pt x="2607" y="3708"/>
                    <a:pt x="2609" y="3702"/>
                  </a:cubicBezTo>
                  <a:cubicBezTo>
                    <a:pt x="2626" y="3637"/>
                    <a:pt x="2643" y="3572"/>
                    <a:pt x="2662" y="3508"/>
                  </a:cubicBezTo>
                  <a:cubicBezTo>
                    <a:pt x="2663" y="3499"/>
                    <a:pt x="2665" y="3491"/>
                    <a:pt x="2670" y="3484"/>
                  </a:cubicBezTo>
                  <a:cubicBezTo>
                    <a:pt x="2675" y="3474"/>
                    <a:pt x="2683" y="3467"/>
                    <a:pt x="2692" y="3461"/>
                  </a:cubicBezTo>
                  <a:lnTo>
                    <a:pt x="2693" y="3461"/>
                  </a:lnTo>
                  <a:cubicBezTo>
                    <a:pt x="2679" y="3507"/>
                    <a:pt x="2663" y="3545"/>
                    <a:pt x="2655" y="3586"/>
                  </a:cubicBezTo>
                  <a:cubicBezTo>
                    <a:pt x="2646" y="3626"/>
                    <a:pt x="2621" y="3663"/>
                    <a:pt x="2640" y="3716"/>
                  </a:cubicBezTo>
                  <a:cubicBezTo>
                    <a:pt x="2671" y="3626"/>
                    <a:pt x="2687" y="3545"/>
                    <a:pt x="2719" y="3471"/>
                  </a:cubicBezTo>
                  <a:cubicBezTo>
                    <a:pt x="2721" y="3468"/>
                    <a:pt x="2721" y="3465"/>
                    <a:pt x="2721" y="3461"/>
                  </a:cubicBezTo>
                  <a:cubicBezTo>
                    <a:pt x="2721" y="3458"/>
                    <a:pt x="2720" y="3454"/>
                    <a:pt x="2719" y="3451"/>
                  </a:cubicBezTo>
                  <a:cubicBezTo>
                    <a:pt x="2717" y="3448"/>
                    <a:pt x="2713" y="3446"/>
                    <a:pt x="2711" y="3444"/>
                  </a:cubicBezTo>
                  <a:cubicBezTo>
                    <a:pt x="2710" y="3443"/>
                    <a:pt x="2710" y="3443"/>
                    <a:pt x="2710" y="3443"/>
                  </a:cubicBezTo>
                  <a:lnTo>
                    <a:pt x="2582" y="3354"/>
                  </a:lnTo>
                  <a:cubicBezTo>
                    <a:pt x="2543" y="3442"/>
                    <a:pt x="2514" y="3535"/>
                    <a:pt x="2495" y="3629"/>
                  </a:cubicBezTo>
                  <a:cubicBezTo>
                    <a:pt x="2495" y="3631"/>
                    <a:pt x="2495" y="3633"/>
                    <a:pt x="2495" y="3634"/>
                  </a:cubicBezTo>
                  <a:cubicBezTo>
                    <a:pt x="2495" y="3639"/>
                    <a:pt x="2496" y="3642"/>
                    <a:pt x="2498" y="3646"/>
                  </a:cubicBezTo>
                  <a:cubicBezTo>
                    <a:pt x="2500" y="3649"/>
                    <a:pt x="2503" y="3653"/>
                    <a:pt x="2507" y="3655"/>
                  </a:cubicBezTo>
                  <a:cubicBezTo>
                    <a:pt x="2507" y="3655"/>
                    <a:pt x="2507" y="3656"/>
                    <a:pt x="2508" y="3656"/>
                  </a:cubicBezTo>
                  <a:cubicBezTo>
                    <a:pt x="2535" y="3652"/>
                    <a:pt x="2515" y="3618"/>
                    <a:pt x="2540" y="3610"/>
                  </a:cubicBezTo>
                  <a:moveTo>
                    <a:pt x="3630" y="2187"/>
                  </a:moveTo>
                  <a:cubicBezTo>
                    <a:pt x="3592" y="2167"/>
                    <a:pt x="3550" y="2156"/>
                    <a:pt x="3507" y="2153"/>
                  </a:cubicBezTo>
                  <a:cubicBezTo>
                    <a:pt x="3553" y="2197"/>
                    <a:pt x="3676" y="2278"/>
                    <a:pt x="3712" y="2287"/>
                  </a:cubicBezTo>
                  <a:lnTo>
                    <a:pt x="3665" y="2245"/>
                  </a:lnTo>
                  <a:cubicBezTo>
                    <a:pt x="3650" y="2232"/>
                    <a:pt x="3635" y="2218"/>
                    <a:pt x="3620" y="2204"/>
                  </a:cubicBezTo>
                  <a:cubicBezTo>
                    <a:pt x="3609" y="2191"/>
                    <a:pt x="3617" y="2185"/>
                    <a:pt x="3631" y="2185"/>
                  </a:cubicBezTo>
                  <a:cubicBezTo>
                    <a:pt x="3649" y="2214"/>
                    <a:pt x="3680" y="2229"/>
                    <a:pt x="3703" y="2252"/>
                  </a:cubicBezTo>
                  <a:cubicBezTo>
                    <a:pt x="3726" y="2275"/>
                    <a:pt x="3751" y="2296"/>
                    <a:pt x="3779" y="2322"/>
                  </a:cubicBezTo>
                  <a:cubicBezTo>
                    <a:pt x="3780" y="2320"/>
                    <a:pt x="3780" y="2317"/>
                    <a:pt x="3780" y="2315"/>
                  </a:cubicBezTo>
                  <a:cubicBezTo>
                    <a:pt x="3780" y="2309"/>
                    <a:pt x="3779" y="2303"/>
                    <a:pt x="3776" y="2298"/>
                  </a:cubicBezTo>
                  <a:cubicBezTo>
                    <a:pt x="3774" y="2295"/>
                    <a:pt x="3771" y="2292"/>
                    <a:pt x="3769" y="2290"/>
                  </a:cubicBezTo>
                  <a:cubicBezTo>
                    <a:pt x="3763" y="2282"/>
                    <a:pt x="3758" y="2274"/>
                    <a:pt x="3769" y="2266"/>
                  </a:cubicBezTo>
                  <a:cubicBezTo>
                    <a:pt x="3828" y="2305"/>
                    <a:pt x="4005" y="2559"/>
                    <a:pt x="4028" y="2646"/>
                  </a:cubicBezTo>
                  <a:cubicBezTo>
                    <a:pt x="3988" y="2586"/>
                    <a:pt x="3956" y="2533"/>
                    <a:pt x="3920" y="2484"/>
                  </a:cubicBezTo>
                  <a:cubicBezTo>
                    <a:pt x="3881" y="2436"/>
                    <a:pt x="3834" y="2393"/>
                    <a:pt x="3782" y="2359"/>
                  </a:cubicBezTo>
                  <a:cubicBezTo>
                    <a:pt x="3863" y="2444"/>
                    <a:pt x="3934" y="2539"/>
                    <a:pt x="3993" y="2641"/>
                  </a:cubicBezTo>
                  <a:cubicBezTo>
                    <a:pt x="4046" y="2733"/>
                    <a:pt x="4089" y="2831"/>
                    <a:pt x="4122" y="2933"/>
                  </a:cubicBezTo>
                  <a:cubicBezTo>
                    <a:pt x="4116" y="2890"/>
                    <a:pt x="4106" y="2850"/>
                    <a:pt x="4097" y="2809"/>
                  </a:cubicBezTo>
                  <a:cubicBezTo>
                    <a:pt x="4092" y="2795"/>
                    <a:pt x="4090" y="2780"/>
                    <a:pt x="4090" y="2766"/>
                  </a:cubicBezTo>
                  <a:cubicBezTo>
                    <a:pt x="4090" y="2757"/>
                    <a:pt x="4091" y="2749"/>
                    <a:pt x="4092" y="2740"/>
                  </a:cubicBezTo>
                  <a:cubicBezTo>
                    <a:pt x="4095" y="2728"/>
                    <a:pt x="4097" y="2715"/>
                    <a:pt x="4097" y="2702"/>
                  </a:cubicBezTo>
                  <a:cubicBezTo>
                    <a:pt x="4097" y="2676"/>
                    <a:pt x="4090" y="2649"/>
                    <a:pt x="4078" y="2626"/>
                  </a:cubicBezTo>
                  <a:cubicBezTo>
                    <a:pt x="4036" y="2541"/>
                    <a:pt x="3975" y="2469"/>
                    <a:pt x="3928" y="2388"/>
                  </a:cubicBezTo>
                  <a:cubicBezTo>
                    <a:pt x="3890" y="2327"/>
                    <a:pt x="3838" y="2277"/>
                    <a:pt x="3776" y="2242"/>
                  </a:cubicBezTo>
                  <a:cubicBezTo>
                    <a:pt x="3762" y="2234"/>
                    <a:pt x="3749" y="2227"/>
                    <a:pt x="3734" y="2220"/>
                  </a:cubicBezTo>
                  <a:cubicBezTo>
                    <a:pt x="3732" y="2219"/>
                    <a:pt x="3729" y="2217"/>
                    <a:pt x="3726" y="2216"/>
                  </a:cubicBezTo>
                  <a:cubicBezTo>
                    <a:pt x="3697" y="2198"/>
                    <a:pt x="3663" y="2189"/>
                    <a:pt x="3629" y="2187"/>
                  </a:cubicBezTo>
                  <a:lnTo>
                    <a:pt x="3630" y="2187"/>
                  </a:lnTo>
                  <a:moveTo>
                    <a:pt x="4166" y="2564"/>
                  </a:moveTo>
                  <a:cubicBezTo>
                    <a:pt x="4171" y="2546"/>
                    <a:pt x="4163" y="2533"/>
                    <a:pt x="4147" y="2514"/>
                  </a:cubicBezTo>
                  <a:cubicBezTo>
                    <a:pt x="4149" y="2527"/>
                    <a:pt x="4153" y="2539"/>
                    <a:pt x="4160" y="2551"/>
                  </a:cubicBezTo>
                  <a:cubicBezTo>
                    <a:pt x="4162" y="2555"/>
                    <a:pt x="4165" y="2559"/>
                    <a:pt x="4167" y="2563"/>
                  </a:cubicBezTo>
                  <a:cubicBezTo>
                    <a:pt x="4170" y="2584"/>
                    <a:pt x="4175" y="2606"/>
                    <a:pt x="4185" y="2626"/>
                  </a:cubicBezTo>
                  <a:cubicBezTo>
                    <a:pt x="4234" y="2760"/>
                    <a:pt x="4276" y="2897"/>
                    <a:pt x="4311" y="3035"/>
                  </a:cubicBezTo>
                  <a:cubicBezTo>
                    <a:pt x="4329" y="3121"/>
                    <a:pt x="4383" y="3186"/>
                    <a:pt x="4417" y="3263"/>
                  </a:cubicBezTo>
                  <a:cubicBezTo>
                    <a:pt x="4406" y="3188"/>
                    <a:pt x="4390" y="3115"/>
                    <a:pt x="4377" y="3041"/>
                  </a:cubicBezTo>
                  <a:cubicBezTo>
                    <a:pt x="4353" y="2900"/>
                    <a:pt x="4317" y="2761"/>
                    <a:pt x="4269" y="2627"/>
                  </a:cubicBezTo>
                  <a:cubicBezTo>
                    <a:pt x="4255" y="2592"/>
                    <a:pt x="4238" y="2558"/>
                    <a:pt x="4220" y="2526"/>
                  </a:cubicBezTo>
                  <a:cubicBezTo>
                    <a:pt x="4166" y="2434"/>
                    <a:pt x="4095" y="2354"/>
                    <a:pt x="4008" y="2293"/>
                  </a:cubicBezTo>
                  <a:cubicBezTo>
                    <a:pt x="4002" y="2288"/>
                    <a:pt x="3996" y="2280"/>
                    <a:pt x="3984" y="2284"/>
                  </a:cubicBezTo>
                  <a:lnTo>
                    <a:pt x="4152" y="2618"/>
                  </a:lnTo>
                  <a:cubicBezTo>
                    <a:pt x="4143" y="2581"/>
                    <a:pt x="4132" y="2545"/>
                    <a:pt x="4118" y="2510"/>
                  </a:cubicBezTo>
                  <a:cubicBezTo>
                    <a:pt x="4106" y="2474"/>
                    <a:pt x="4079" y="2443"/>
                    <a:pt x="4078" y="2400"/>
                  </a:cubicBezTo>
                  <a:cubicBezTo>
                    <a:pt x="4079" y="2400"/>
                    <a:pt x="4080" y="2401"/>
                    <a:pt x="4082" y="2402"/>
                  </a:cubicBezTo>
                  <a:cubicBezTo>
                    <a:pt x="4089" y="2407"/>
                    <a:pt x="4097" y="2413"/>
                    <a:pt x="4102" y="2421"/>
                  </a:cubicBezTo>
                  <a:cubicBezTo>
                    <a:pt x="4104" y="2426"/>
                    <a:pt x="4106" y="2431"/>
                    <a:pt x="4107" y="2436"/>
                  </a:cubicBezTo>
                  <a:cubicBezTo>
                    <a:pt x="4116" y="2455"/>
                    <a:pt x="4136" y="2438"/>
                    <a:pt x="4145" y="2452"/>
                  </a:cubicBezTo>
                  <a:cubicBezTo>
                    <a:pt x="4151" y="2461"/>
                    <a:pt x="4159" y="2469"/>
                    <a:pt x="4164" y="2478"/>
                  </a:cubicBezTo>
                  <a:cubicBezTo>
                    <a:pt x="4174" y="2496"/>
                    <a:pt x="4183" y="2514"/>
                    <a:pt x="4190" y="2533"/>
                  </a:cubicBezTo>
                  <a:cubicBezTo>
                    <a:pt x="4247" y="2678"/>
                    <a:pt x="4294" y="2827"/>
                    <a:pt x="4331" y="2978"/>
                  </a:cubicBezTo>
                  <a:cubicBezTo>
                    <a:pt x="4335" y="2995"/>
                    <a:pt x="4346" y="3012"/>
                    <a:pt x="4335" y="3034"/>
                  </a:cubicBezTo>
                  <a:cubicBezTo>
                    <a:pt x="4332" y="3030"/>
                    <a:pt x="4329" y="3026"/>
                    <a:pt x="4327" y="3021"/>
                  </a:cubicBezTo>
                  <a:cubicBezTo>
                    <a:pt x="4319" y="3008"/>
                    <a:pt x="4315" y="2994"/>
                    <a:pt x="4313" y="2979"/>
                  </a:cubicBezTo>
                  <a:cubicBezTo>
                    <a:pt x="4280" y="2853"/>
                    <a:pt x="4239" y="2729"/>
                    <a:pt x="4192" y="2608"/>
                  </a:cubicBezTo>
                  <a:cubicBezTo>
                    <a:pt x="4185" y="2593"/>
                    <a:pt x="4186" y="2572"/>
                    <a:pt x="4165" y="2564"/>
                  </a:cubicBezTo>
                  <a:lnTo>
                    <a:pt x="4166" y="2564"/>
                  </a:lnTo>
                  <a:moveTo>
                    <a:pt x="630" y="686"/>
                  </a:moveTo>
                  <a:cubicBezTo>
                    <a:pt x="647" y="707"/>
                    <a:pt x="662" y="728"/>
                    <a:pt x="677" y="750"/>
                  </a:cubicBezTo>
                  <a:cubicBezTo>
                    <a:pt x="678" y="752"/>
                    <a:pt x="679" y="754"/>
                    <a:pt x="680" y="755"/>
                  </a:cubicBezTo>
                  <a:cubicBezTo>
                    <a:pt x="686" y="766"/>
                    <a:pt x="689" y="777"/>
                    <a:pt x="689" y="789"/>
                  </a:cubicBezTo>
                  <a:cubicBezTo>
                    <a:pt x="689" y="801"/>
                    <a:pt x="685" y="813"/>
                    <a:pt x="680" y="823"/>
                  </a:cubicBezTo>
                  <a:cubicBezTo>
                    <a:pt x="674" y="834"/>
                    <a:pt x="666" y="841"/>
                    <a:pt x="656" y="847"/>
                  </a:cubicBezTo>
                  <a:cubicBezTo>
                    <a:pt x="646" y="853"/>
                    <a:pt x="635" y="856"/>
                    <a:pt x="624" y="856"/>
                  </a:cubicBezTo>
                  <a:cubicBezTo>
                    <a:pt x="561" y="863"/>
                    <a:pt x="519" y="806"/>
                    <a:pt x="535" y="739"/>
                  </a:cubicBezTo>
                  <a:cubicBezTo>
                    <a:pt x="539" y="728"/>
                    <a:pt x="542" y="719"/>
                    <a:pt x="548" y="709"/>
                  </a:cubicBezTo>
                  <a:cubicBezTo>
                    <a:pt x="554" y="698"/>
                    <a:pt x="563" y="687"/>
                    <a:pt x="572" y="678"/>
                  </a:cubicBezTo>
                  <a:cubicBezTo>
                    <a:pt x="499" y="688"/>
                    <a:pt x="476" y="710"/>
                    <a:pt x="460" y="767"/>
                  </a:cubicBezTo>
                  <a:cubicBezTo>
                    <a:pt x="459" y="774"/>
                    <a:pt x="457" y="780"/>
                    <a:pt x="453" y="787"/>
                  </a:cubicBezTo>
                  <a:cubicBezTo>
                    <a:pt x="448" y="796"/>
                    <a:pt x="440" y="803"/>
                    <a:pt x="431" y="808"/>
                  </a:cubicBezTo>
                  <a:cubicBezTo>
                    <a:pt x="429" y="809"/>
                    <a:pt x="427" y="810"/>
                    <a:pt x="425" y="811"/>
                  </a:cubicBezTo>
                  <a:cubicBezTo>
                    <a:pt x="407" y="816"/>
                    <a:pt x="396" y="799"/>
                    <a:pt x="385" y="787"/>
                  </a:cubicBezTo>
                  <a:cubicBezTo>
                    <a:pt x="374" y="775"/>
                    <a:pt x="366" y="761"/>
                    <a:pt x="355" y="748"/>
                  </a:cubicBezTo>
                  <a:cubicBezTo>
                    <a:pt x="346" y="736"/>
                    <a:pt x="334" y="725"/>
                    <a:pt x="321" y="718"/>
                  </a:cubicBezTo>
                  <a:cubicBezTo>
                    <a:pt x="304" y="708"/>
                    <a:pt x="285" y="703"/>
                    <a:pt x="265" y="703"/>
                  </a:cubicBezTo>
                  <a:cubicBezTo>
                    <a:pt x="266" y="707"/>
                    <a:pt x="267" y="710"/>
                    <a:pt x="269" y="714"/>
                  </a:cubicBezTo>
                  <a:cubicBezTo>
                    <a:pt x="271" y="717"/>
                    <a:pt x="273" y="720"/>
                    <a:pt x="276" y="722"/>
                  </a:cubicBezTo>
                  <a:cubicBezTo>
                    <a:pt x="309" y="752"/>
                    <a:pt x="343" y="781"/>
                    <a:pt x="375" y="811"/>
                  </a:cubicBezTo>
                  <a:cubicBezTo>
                    <a:pt x="407" y="842"/>
                    <a:pt x="409" y="863"/>
                    <a:pt x="375" y="897"/>
                  </a:cubicBezTo>
                  <a:cubicBezTo>
                    <a:pt x="348" y="922"/>
                    <a:pt x="322" y="948"/>
                    <a:pt x="298" y="976"/>
                  </a:cubicBezTo>
                  <a:cubicBezTo>
                    <a:pt x="289" y="987"/>
                    <a:pt x="280" y="999"/>
                    <a:pt x="273" y="1011"/>
                  </a:cubicBezTo>
                  <a:cubicBezTo>
                    <a:pt x="253" y="1044"/>
                    <a:pt x="244" y="1081"/>
                    <a:pt x="244" y="1119"/>
                  </a:cubicBezTo>
                  <a:cubicBezTo>
                    <a:pt x="244" y="1136"/>
                    <a:pt x="246" y="1152"/>
                    <a:pt x="250" y="1168"/>
                  </a:cubicBezTo>
                  <a:cubicBezTo>
                    <a:pt x="257" y="1150"/>
                    <a:pt x="262" y="1131"/>
                    <a:pt x="265" y="1111"/>
                  </a:cubicBezTo>
                  <a:cubicBezTo>
                    <a:pt x="269" y="1082"/>
                    <a:pt x="276" y="1054"/>
                    <a:pt x="285" y="1026"/>
                  </a:cubicBezTo>
                  <a:cubicBezTo>
                    <a:pt x="291" y="1011"/>
                    <a:pt x="298" y="988"/>
                    <a:pt x="312" y="988"/>
                  </a:cubicBezTo>
                  <a:cubicBezTo>
                    <a:pt x="344" y="987"/>
                    <a:pt x="353" y="961"/>
                    <a:pt x="371" y="944"/>
                  </a:cubicBezTo>
                  <a:cubicBezTo>
                    <a:pt x="380" y="936"/>
                    <a:pt x="387" y="921"/>
                    <a:pt x="407" y="926"/>
                  </a:cubicBezTo>
                  <a:cubicBezTo>
                    <a:pt x="395" y="938"/>
                    <a:pt x="387" y="947"/>
                    <a:pt x="377" y="956"/>
                  </a:cubicBezTo>
                  <a:cubicBezTo>
                    <a:pt x="357" y="974"/>
                    <a:pt x="388" y="977"/>
                    <a:pt x="387" y="989"/>
                  </a:cubicBezTo>
                  <a:cubicBezTo>
                    <a:pt x="386" y="996"/>
                    <a:pt x="385" y="1003"/>
                    <a:pt x="382" y="1010"/>
                  </a:cubicBezTo>
                  <a:cubicBezTo>
                    <a:pt x="363" y="1075"/>
                    <a:pt x="353" y="1142"/>
                    <a:pt x="351" y="1210"/>
                  </a:cubicBezTo>
                  <a:cubicBezTo>
                    <a:pt x="351" y="1212"/>
                    <a:pt x="351" y="1213"/>
                    <a:pt x="351" y="1215"/>
                  </a:cubicBezTo>
                  <a:cubicBezTo>
                    <a:pt x="351" y="1224"/>
                    <a:pt x="349" y="1233"/>
                    <a:pt x="344" y="1241"/>
                  </a:cubicBezTo>
                  <a:cubicBezTo>
                    <a:pt x="342" y="1245"/>
                    <a:pt x="339" y="1249"/>
                    <a:pt x="336" y="1252"/>
                  </a:cubicBezTo>
                  <a:lnTo>
                    <a:pt x="351" y="1067"/>
                  </a:lnTo>
                  <a:cubicBezTo>
                    <a:pt x="346" y="1069"/>
                    <a:pt x="342" y="1073"/>
                    <a:pt x="340" y="1078"/>
                  </a:cubicBezTo>
                  <a:cubicBezTo>
                    <a:pt x="338" y="1081"/>
                    <a:pt x="337" y="1083"/>
                    <a:pt x="337" y="1086"/>
                  </a:cubicBezTo>
                  <a:cubicBezTo>
                    <a:pt x="324" y="1136"/>
                    <a:pt x="313" y="1185"/>
                    <a:pt x="301" y="1235"/>
                  </a:cubicBezTo>
                  <a:cubicBezTo>
                    <a:pt x="290" y="1279"/>
                    <a:pt x="294" y="1291"/>
                    <a:pt x="335" y="1316"/>
                  </a:cubicBezTo>
                  <a:cubicBezTo>
                    <a:pt x="386" y="1345"/>
                    <a:pt x="441" y="1367"/>
                    <a:pt x="498" y="1380"/>
                  </a:cubicBezTo>
                  <a:cubicBezTo>
                    <a:pt x="503" y="1382"/>
                    <a:pt x="509" y="1383"/>
                    <a:pt x="514" y="1383"/>
                  </a:cubicBezTo>
                  <a:cubicBezTo>
                    <a:pt x="524" y="1383"/>
                    <a:pt x="534" y="1380"/>
                    <a:pt x="542" y="1375"/>
                  </a:cubicBezTo>
                  <a:cubicBezTo>
                    <a:pt x="549" y="1371"/>
                    <a:pt x="556" y="1365"/>
                    <a:pt x="560" y="1358"/>
                  </a:cubicBezTo>
                  <a:cubicBezTo>
                    <a:pt x="594" y="1319"/>
                    <a:pt x="631" y="1284"/>
                    <a:pt x="666" y="1247"/>
                  </a:cubicBezTo>
                  <a:cubicBezTo>
                    <a:pt x="677" y="1236"/>
                    <a:pt x="690" y="1227"/>
                    <a:pt x="703" y="1219"/>
                  </a:cubicBezTo>
                  <a:cubicBezTo>
                    <a:pt x="720" y="1209"/>
                    <a:pt x="738" y="1202"/>
                    <a:pt x="757" y="1198"/>
                  </a:cubicBezTo>
                  <a:cubicBezTo>
                    <a:pt x="823" y="1184"/>
                    <a:pt x="849" y="1152"/>
                    <a:pt x="849" y="1085"/>
                  </a:cubicBezTo>
                  <a:cubicBezTo>
                    <a:pt x="849" y="1052"/>
                    <a:pt x="849" y="1019"/>
                    <a:pt x="849" y="986"/>
                  </a:cubicBezTo>
                  <a:cubicBezTo>
                    <a:pt x="849" y="977"/>
                    <a:pt x="849" y="966"/>
                    <a:pt x="862" y="966"/>
                  </a:cubicBezTo>
                  <a:cubicBezTo>
                    <a:pt x="875" y="967"/>
                    <a:pt x="878" y="979"/>
                    <a:pt x="877" y="990"/>
                  </a:cubicBezTo>
                  <a:cubicBezTo>
                    <a:pt x="874" y="1001"/>
                    <a:pt x="873" y="1011"/>
                    <a:pt x="873" y="1022"/>
                  </a:cubicBezTo>
                  <a:cubicBezTo>
                    <a:pt x="873" y="1033"/>
                    <a:pt x="874" y="1044"/>
                    <a:pt x="877" y="1055"/>
                  </a:cubicBezTo>
                  <a:cubicBezTo>
                    <a:pt x="880" y="1051"/>
                    <a:pt x="883" y="1047"/>
                    <a:pt x="885" y="1043"/>
                  </a:cubicBezTo>
                  <a:cubicBezTo>
                    <a:pt x="886" y="1041"/>
                    <a:pt x="887" y="1040"/>
                    <a:pt x="887" y="1039"/>
                  </a:cubicBezTo>
                  <a:cubicBezTo>
                    <a:pt x="895" y="1016"/>
                    <a:pt x="903" y="993"/>
                    <a:pt x="908" y="970"/>
                  </a:cubicBezTo>
                  <a:cubicBezTo>
                    <a:pt x="926" y="897"/>
                    <a:pt x="917" y="883"/>
                    <a:pt x="851" y="849"/>
                  </a:cubicBezTo>
                  <a:cubicBezTo>
                    <a:pt x="850" y="848"/>
                    <a:pt x="848" y="848"/>
                    <a:pt x="847" y="847"/>
                  </a:cubicBezTo>
                  <a:cubicBezTo>
                    <a:pt x="841" y="843"/>
                    <a:pt x="834" y="842"/>
                    <a:pt x="828" y="842"/>
                  </a:cubicBezTo>
                  <a:cubicBezTo>
                    <a:pt x="821" y="842"/>
                    <a:pt x="815" y="844"/>
                    <a:pt x="810" y="847"/>
                  </a:cubicBezTo>
                  <a:cubicBezTo>
                    <a:pt x="804" y="851"/>
                    <a:pt x="799" y="855"/>
                    <a:pt x="796" y="860"/>
                  </a:cubicBezTo>
                  <a:cubicBezTo>
                    <a:pt x="795" y="861"/>
                    <a:pt x="795" y="862"/>
                    <a:pt x="795" y="862"/>
                  </a:cubicBezTo>
                  <a:cubicBezTo>
                    <a:pt x="805" y="836"/>
                    <a:pt x="803" y="821"/>
                    <a:pt x="778" y="812"/>
                  </a:cubicBezTo>
                  <a:cubicBezTo>
                    <a:pt x="769" y="809"/>
                    <a:pt x="761" y="805"/>
                    <a:pt x="753" y="800"/>
                  </a:cubicBezTo>
                  <a:cubicBezTo>
                    <a:pt x="747" y="796"/>
                    <a:pt x="741" y="792"/>
                    <a:pt x="735" y="788"/>
                  </a:cubicBezTo>
                  <a:cubicBezTo>
                    <a:pt x="733" y="787"/>
                    <a:pt x="731" y="786"/>
                    <a:pt x="729" y="785"/>
                  </a:cubicBezTo>
                  <a:cubicBezTo>
                    <a:pt x="721" y="780"/>
                    <a:pt x="714" y="773"/>
                    <a:pt x="709" y="765"/>
                  </a:cubicBezTo>
                  <a:cubicBezTo>
                    <a:pt x="705" y="758"/>
                    <a:pt x="703" y="751"/>
                    <a:pt x="702" y="744"/>
                  </a:cubicBezTo>
                  <a:cubicBezTo>
                    <a:pt x="701" y="715"/>
                    <a:pt x="674" y="693"/>
                    <a:pt x="630" y="686"/>
                  </a:cubicBezTo>
                  <a:moveTo>
                    <a:pt x="370" y="415"/>
                  </a:moveTo>
                  <a:cubicBezTo>
                    <a:pt x="370" y="424"/>
                    <a:pt x="370" y="432"/>
                    <a:pt x="370" y="441"/>
                  </a:cubicBezTo>
                  <a:cubicBezTo>
                    <a:pt x="370" y="492"/>
                    <a:pt x="375" y="543"/>
                    <a:pt x="386" y="594"/>
                  </a:cubicBezTo>
                  <a:cubicBezTo>
                    <a:pt x="388" y="553"/>
                    <a:pt x="387" y="514"/>
                    <a:pt x="388" y="473"/>
                  </a:cubicBezTo>
                  <a:cubicBezTo>
                    <a:pt x="390" y="391"/>
                    <a:pt x="391" y="391"/>
                    <a:pt x="411" y="365"/>
                  </a:cubicBezTo>
                  <a:cubicBezTo>
                    <a:pt x="419" y="370"/>
                    <a:pt x="415" y="378"/>
                    <a:pt x="418" y="391"/>
                  </a:cubicBezTo>
                  <a:cubicBezTo>
                    <a:pt x="438" y="340"/>
                    <a:pt x="446" y="290"/>
                    <a:pt x="474" y="247"/>
                  </a:cubicBezTo>
                  <a:cubicBezTo>
                    <a:pt x="478" y="238"/>
                    <a:pt x="483" y="229"/>
                    <a:pt x="488" y="221"/>
                  </a:cubicBezTo>
                  <a:cubicBezTo>
                    <a:pt x="491" y="215"/>
                    <a:pt x="495" y="210"/>
                    <a:pt x="498" y="204"/>
                  </a:cubicBezTo>
                  <a:cubicBezTo>
                    <a:pt x="513" y="187"/>
                    <a:pt x="520" y="222"/>
                    <a:pt x="535" y="209"/>
                  </a:cubicBezTo>
                  <a:cubicBezTo>
                    <a:pt x="539" y="206"/>
                    <a:pt x="544" y="202"/>
                    <a:pt x="547" y="209"/>
                  </a:cubicBezTo>
                  <a:cubicBezTo>
                    <a:pt x="533" y="238"/>
                    <a:pt x="523" y="269"/>
                    <a:pt x="518" y="300"/>
                  </a:cubicBezTo>
                  <a:cubicBezTo>
                    <a:pt x="521" y="302"/>
                    <a:pt x="524" y="303"/>
                    <a:pt x="528" y="303"/>
                  </a:cubicBezTo>
                  <a:cubicBezTo>
                    <a:pt x="531" y="303"/>
                    <a:pt x="534" y="302"/>
                    <a:pt x="537" y="300"/>
                  </a:cubicBezTo>
                  <a:cubicBezTo>
                    <a:pt x="540" y="298"/>
                    <a:pt x="542" y="296"/>
                    <a:pt x="544" y="293"/>
                  </a:cubicBezTo>
                  <a:cubicBezTo>
                    <a:pt x="544" y="293"/>
                    <a:pt x="544" y="292"/>
                    <a:pt x="545" y="292"/>
                  </a:cubicBezTo>
                  <a:cubicBezTo>
                    <a:pt x="556" y="276"/>
                    <a:pt x="558" y="253"/>
                    <a:pt x="592" y="265"/>
                  </a:cubicBezTo>
                  <a:cubicBezTo>
                    <a:pt x="611" y="273"/>
                    <a:pt x="625" y="239"/>
                    <a:pt x="610" y="216"/>
                  </a:cubicBezTo>
                  <a:cubicBezTo>
                    <a:pt x="609" y="214"/>
                    <a:pt x="608" y="213"/>
                    <a:pt x="607" y="211"/>
                  </a:cubicBezTo>
                  <a:cubicBezTo>
                    <a:pt x="591" y="184"/>
                    <a:pt x="581" y="155"/>
                    <a:pt x="577" y="124"/>
                  </a:cubicBezTo>
                  <a:cubicBezTo>
                    <a:pt x="573" y="104"/>
                    <a:pt x="569" y="83"/>
                    <a:pt x="564" y="59"/>
                  </a:cubicBezTo>
                  <a:cubicBezTo>
                    <a:pt x="546" y="72"/>
                    <a:pt x="530" y="88"/>
                    <a:pt x="518" y="107"/>
                  </a:cubicBezTo>
                  <a:cubicBezTo>
                    <a:pt x="496" y="136"/>
                    <a:pt x="475" y="167"/>
                    <a:pt x="457" y="199"/>
                  </a:cubicBezTo>
                  <a:cubicBezTo>
                    <a:pt x="440" y="228"/>
                    <a:pt x="425" y="257"/>
                    <a:pt x="412" y="287"/>
                  </a:cubicBezTo>
                  <a:cubicBezTo>
                    <a:pt x="404" y="305"/>
                    <a:pt x="399" y="329"/>
                    <a:pt x="375" y="330"/>
                  </a:cubicBezTo>
                  <a:cubicBezTo>
                    <a:pt x="351" y="331"/>
                    <a:pt x="356" y="304"/>
                    <a:pt x="345" y="289"/>
                  </a:cubicBezTo>
                  <a:cubicBezTo>
                    <a:pt x="342" y="285"/>
                    <a:pt x="339" y="285"/>
                    <a:pt x="335" y="289"/>
                  </a:cubicBezTo>
                  <a:cubicBezTo>
                    <a:pt x="324" y="311"/>
                    <a:pt x="317" y="334"/>
                    <a:pt x="315" y="359"/>
                  </a:cubicBezTo>
                  <a:cubicBezTo>
                    <a:pt x="328" y="354"/>
                    <a:pt x="329" y="339"/>
                    <a:pt x="343" y="337"/>
                  </a:cubicBezTo>
                  <a:cubicBezTo>
                    <a:pt x="345" y="358"/>
                    <a:pt x="330" y="374"/>
                    <a:pt x="323" y="391"/>
                  </a:cubicBezTo>
                  <a:cubicBezTo>
                    <a:pt x="318" y="403"/>
                    <a:pt x="308" y="418"/>
                    <a:pt x="320" y="427"/>
                  </a:cubicBezTo>
                  <a:cubicBezTo>
                    <a:pt x="342" y="444"/>
                    <a:pt x="334" y="467"/>
                    <a:pt x="336" y="488"/>
                  </a:cubicBezTo>
                  <a:cubicBezTo>
                    <a:pt x="344" y="562"/>
                    <a:pt x="351" y="636"/>
                    <a:pt x="385" y="705"/>
                  </a:cubicBezTo>
                  <a:cubicBezTo>
                    <a:pt x="373" y="610"/>
                    <a:pt x="342" y="514"/>
                    <a:pt x="370" y="415"/>
                  </a:cubicBezTo>
                  <a:moveTo>
                    <a:pt x="3966" y="3182"/>
                  </a:moveTo>
                  <a:cubicBezTo>
                    <a:pt x="3973" y="3023"/>
                    <a:pt x="3891" y="2810"/>
                    <a:pt x="3773" y="2681"/>
                  </a:cubicBezTo>
                  <a:cubicBezTo>
                    <a:pt x="3766" y="2691"/>
                    <a:pt x="3758" y="2701"/>
                    <a:pt x="3753" y="2711"/>
                  </a:cubicBezTo>
                  <a:cubicBezTo>
                    <a:pt x="3742" y="2729"/>
                    <a:pt x="3734" y="2748"/>
                    <a:pt x="3726" y="2767"/>
                  </a:cubicBezTo>
                  <a:cubicBezTo>
                    <a:pt x="3725" y="2772"/>
                    <a:pt x="3724" y="2777"/>
                    <a:pt x="3724" y="2782"/>
                  </a:cubicBezTo>
                  <a:cubicBezTo>
                    <a:pt x="3724" y="2792"/>
                    <a:pt x="3726" y="2801"/>
                    <a:pt x="3731" y="2809"/>
                  </a:cubicBezTo>
                  <a:cubicBezTo>
                    <a:pt x="3735" y="2817"/>
                    <a:pt x="3743" y="2823"/>
                    <a:pt x="3751" y="2828"/>
                  </a:cubicBezTo>
                  <a:cubicBezTo>
                    <a:pt x="3754" y="2830"/>
                    <a:pt x="3758" y="2832"/>
                    <a:pt x="3761" y="2833"/>
                  </a:cubicBezTo>
                  <a:cubicBezTo>
                    <a:pt x="3771" y="2836"/>
                    <a:pt x="3770" y="2839"/>
                    <a:pt x="3771" y="2845"/>
                  </a:cubicBezTo>
                  <a:cubicBezTo>
                    <a:pt x="3771" y="2851"/>
                    <a:pt x="3756" y="2863"/>
                    <a:pt x="3774" y="2874"/>
                  </a:cubicBezTo>
                  <a:cubicBezTo>
                    <a:pt x="3792" y="2855"/>
                    <a:pt x="3796" y="2824"/>
                    <a:pt x="3824" y="2804"/>
                  </a:cubicBezTo>
                  <a:cubicBezTo>
                    <a:pt x="3818" y="2830"/>
                    <a:pt x="3808" y="2850"/>
                    <a:pt x="3821" y="2869"/>
                  </a:cubicBezTo>
                  <a:cubicBezTo>
                    <a:pt x="3823" y="2873"/>
                    <a:pt x="3826" y="2877"/>
                    <a:pt x="3828" y="2881"/>
                  </a:cubicBezTo>
                  <a:cubicBezTo>
                    <a:pt x="3853" y="2924"/>
                    <a:pt x="3873" y="2969"/>
                    <a:pt x="3890" y="3016"/>
                  </a:cubicBezTo>
                  <a:cubicBezTo>
                    <a:pt x="3892" y="3021"/>
                    <a:pt x="3890" y="3028"/>
                    <a:pt x="3900" y="3031"/>
                  </a:cubicBezTo>
                  <a:cubicBezTo>
                    <a:pt x="3924" y="3039"/>
                    <a:pt x="3924" y="3039"/>
                    <a:pt x="3926" y="3048"/>
                  </a:cubicBezTo>
                  <a:cubicBezTo>
                    <a:pt x="3930" y="3094"/>
                    <a:pt x="3943" y="3140"/>
                    <a:pt x="3965" y="3182"/>
                  </a:cubicBezTo>
                  <a:lnTo>
                    <a:pt x="3966" y="3182"/>
                  </a:lnTo>
                  <a:moveTo>
                    <a:pt x="4142" y="3197"/>
                  </a:moveTo>
                  <a:cubicBezTo>
                    <a:pt x="4149" y="2985"/>
                    <a:pt x="3932" y="2518"/>
                    <a:pt x="3773" y="2403"/>
                  </a:cubicBezTo>
                  <a:cubicBezTo>
                    <a:pt x="3767" y="2426"/>
                    <a:pt x="3784" y="2438"/>
                    <a:pt x="3795" y="2451"/>
                  </a:cubicBezTo>
                  <a:cubicBezTo>
                    <a:pt x="3934" y="2629"/>
                    <a:pt x="4006" y="2842"/>
                    <a:pt x="4099" y="3044"/>
                  </a:cubicBezTo>
                  <a:cubicBezTo>
                    <a:pt x="4117" y="3094"/>
                    <a:pt x="4131" y="3145"/>
                    <a:pt x="4141" y="3197"/>
                  </a:cubicBezTo>
                  <a:lnTo>
                    <a:pt x="4142" y="3197"/>
                  </a:lnTo>
                  <a:moveTo>
                    <a:pt x="4266" y="2412"/>
                  </a:moveTo>
                  <a:cubicBezTo>
                    <a:pt x="4473" y="2767"/>
                    <a:pt x="4493" y="2809"/>
                    <a:pt x="4494" y="2862"/>
                  </a:cubicBezTo>
                  <a:cubicBezTo>
                    <a:pt x="4478" y="2851"/>
                    <a:pt x="4473" y="2832"/>
                    <a:pt x="4462" y="2818"/>
                  </a:cubicBezTo>
                  <a:cubicBezTo>
                    <a:pt x="4451" y="2804"/>
                    <a:pt x="4443" y="2786"/>
                    <a:pt x="4426" y="2778"/>
                  </a:cubicBezTo>
                  <a:cubicBezTo>
                    <a:pt x="4455" y="2873"/>
                    <a:pt x="4530" y="2932"/>
                    <a:pt x="4592" y="3002"/>
                  </a:cubicBezTo>
                  <a:cubicBezTo>
                    <a:pt x="4556" y="2820"/>
                    <a:pt x="4392" y="2522"/>
                    <a:pt x="4265" y="2412"/>
                  </a:cubicBezTo>
                  <a:lnTo>
                    <a:pt x="4266" y="2412"/>
                  </a:lnTo>
                  <a:moveTo>
                    <a:pt x="2480" y="3668"/>
                  </a:moveTo>
                  <a:cubicBezTo>
                    <a:pt x="2461" y="3626"/>
                    <a:pt x="2490" y="3606"/>
                    <a:pt x="2497" y="3577"/>
                  </a:cubicBezTo>
                  <a:cubicBezTo>
                    <a:pt x="2510" y="3511"/>
                    <a:pt x="2529" y="3446"/>
                    <a:pt x="2554" y="3384"/>
                  </a:cubicBezTo>
                  <a:cubicBezTo>
                    <a:pt x="2572" y="3343"/>
                    <a:pt x="2566" y="3331"/>
                    <a:pt x="2528" y="3312"/>
                  </a:cubicBezTo>
                  <a:cubicBezTo>
                    <a:pt x="2510" y="3303"/>
                    <a:pt x="2499" y="3304"/>
                    <a:pt x="2490" y="3326"/>
                  </a:cubicBezTo>
                  <a:cubicBezTo>
                    <a:pt x="2460" y="3401"/>
                    <a:pt x="2434" y="3477"/>
                    <a:pt x="2412" y="3554"/>
                  </a:cubicBezTo>
                  <a:cubicBezTo>
                    <a:pt x="2407" y="3572"/>
                    <a:pt x="2404" y="3591"/>
                    <a:pt x="2423" y="3596"/>
                  </a:cubicBezTo>
                  <a:cubicBezTo>
                    <a:pt x="2441" y="3601"/>
                    <a:pt x="2432" y="3572"/>
                    <a:pt x="2444" y="3565"/>
                  </a:cubicBezTo>
                  <a:cubicBezTo>
                    <a:pt x="2446" y="3635"/>
                    <a:pt x="2446" y="3635"/>
                    <a:pt x="2480" y="3668"/>
                  </a:cubicBezTo>
                  <a:moveTo>
                    <a:pt x="3509" y="2264"/>
                  </a:moveTo>
                  <a:cubicBezTo>
                    <a:pt x="3515" y="2286"/>
                    <a:pt x="3538" y="2281"/>
                    <a:pt x="3538" y="2296"/>
                  </a:cubicBezTo>
                  <a:cubicBezTo>
                    <a:pt x="3536" y="2322"/>
                    <a:pt x="3557" y="2329"/>
                    <a:pt x="3572" y="2341"/>
                  </a:cubicBezTo>
                  <a:cubicBezTo>
                    <a:pt x="3692" y="2431"/>
                    <a:pt x="3797" y="2541"/>
                    <a:pt x="3882" y="2665"/>
                  </a:cubicBezTo>
                  <a:cubicBezTo>
                    <a:pt x="3893" y="2680"/>
                    <a:pt x="3905" y="2695"/>
                    <a:pt x="3917" y="2711"/>
                  </a:cubicBezTo>
                  <a:cubicBezTo>
                    <a:pt x="3917" y="2711"/>
                    <a:pt x="3917" y="2710"/>
                    <a:pt x="3918" y="2709"/>
                  </a:cubicBezTo>
                  <a:cubicBezTo>
                    <a:pt x="3918" y="2707"/>
                    <a:pt x="3920" y="2704"/>
                    <a:pt x="3920" y="2702"/>
                  </a:cubicBezTo>
                  <a:cubicBezTo>
                    <a:pt x="3920" y="2699"/>
                    <a:pt x="3918" y="2698"/>
                    <a:pt x="3918" y="2696"/>
                  </a:cubicBezTo>
                  <a:cubicBezTo>
                    <a:pt x="3917" y="2695"/>
                    <a:pt x="3917" y="2694"/>
                    <a:pt x="3917" y="2694"/>
                  </a:cubicBezTo>
                  <a:cubicBezTo>
                    <a:pt x="3903" y="2667"/>
                    <a:pt x="3889" y="2641"/>
                    <a:pt x="3874" y="2615"/>
                  </a:cubicBezTo>
                  <a:cubicBezTo>
                    <a:pt x="3828" y="2536"/>
                    <a:pt x="3777" y="2461"/>
                    <a:pt x="3720" y="2390"/>
                  </a:cubicBezTo>
                  <a:cubicBezTo>
                    <a:pt x="3712" y="2380"/>
                    <a:pt x="3702" y="2371"/>
                    <a:pt x="3692" y="2364"/>
                  </a:cubicBezTo>
                  <a:cubicBezTo>
                    <a:pt x="3673" y="2352"/>
                    <a:pt x="3654" y="2341"/>
                    <a:pt x="3636" y="2330"/>
                  </a:cubicBezTo>
                  <a:cubicBezTo>
                    <a:pt x="3594" y="2306"/>
                    <a:pt x="3552" y="2284"/>
                    <a:pt x="3509" y="2264"/>
                  </a:cubicBezTo>
                  <a:moveTo>
                    <a:pt x="2748" y="2007"/>
                  </a:moveTo>
                  <a:cubicBezTo>
                    <a:pt x="2754" y="2019"/>
                    <a:pt x="2755" y="2023"/>
                    <a:pt x="2757" y="2024"/>
                  </a:cubicBezTo>
                  <a:cubicBezTo>
                    <a:pt x="2836" y="2095"/>
                    <a:pt x="2927" y="2144"/>
                    <a:pt x="3019" y="2195"/>
                  </a:cubicBezTo>
                  <a:cubicBezTo>
                    <a:pt x="3026" y="2199"/>
                    <a:pt x="3035" y="2201"/>
                    <a:pt x="3044" y="2201"/>
                  </a:cubicBezTo>
                  <a:cubicBezTo>
                    <a:pt x="3046" y="2201"/>
                    <a:pt x="3048" y="2201"/>
                    <a:pt x="3050" y="2201"/>
                  </a:cubicBezTo>
                  <a:cubicBezTo>
                    <a:pt x="3088" y="2193"/>
                    <a:pt x="3116" y="2214"/>
                    <a:pt x="3147" y="2229"/>
                  </a:cubicBezTo>
                  <a:cubicBezTo>
                    <a:pt x="3151" y="2233"/>
                    <a:pt x="3155" y="2236"/>
                    <a:pt x="3160" y="2239"/>
                  </a:cubicBezTo>
                  <a:cubicBezTo>
                    <a:pt x="3174" y="2247"/>
                    <a:pt x="3189" y="2251"/>
                    <a:pt x="3205" y="2251"/>
                  </a:cubicBezTo>
                  <a:cubicBezTo>
                    <a:pt x="3061" y="2144"/>
                    <a:pt x="2908" y="2079"/>
                    <a:pt x="2748" y="2007"/>
                  </a:cubicBezTo>
                  <a:moveTo>
                    <a:pt x="2728" y="4093"/>
                  </a:moveTo>
                  <a:cubicBezTo>
                    <a:pt x="2751" y="4090"/>
                    <a:pt x="2776" y="4062"/>
                    <a:pt x="2785" y="4073"/>
                  </a:cubicBezTo>
                  <a:cubicBezTo>
                    <a:pt x="2813" y="4111"/>
                    <a:pt x="2834" y="4075"/>
                    <a:pt x="2858" y="4073"/>
                  </a:cubicBezTo>
                  <a:cubicBezTo>
                    <a:pt x="2881" y="4071"/>
                    <a:pt x="2908" y="4051"/>
                    <a:pt x="2940" y="4049"/>
                  </a:cubicBezTo>
                  <a:cubicBezTo>
                    <a:pt x="2929" y="4075"/>
                    <a:pt x="2902" y="4072"/>
                    <a:pt x="2889" y="4095"/>
                  </a:cubicBezTo>
                  <a:cubicBezTo>
                    <a:pt x="2952" y="4077"/>
                    <a:pt x="3018" y="4075"/>
                    <a:pt x="3054" y="4006"/>
                  </a:cubicBezTo>
                  <a:cubicBezTo>
                    <a:pt x="3008" y="3993"/>
                    <a:pt x="2965" y="3985"/>
                    <a:pt x="2921" y="4015"/>
                  </a:cubicBezTo>
                  <a:cubicBezTo>
                    <a:pt x="2918" y="4017"/>
                    <a:pt x="2914" y="4020"/>
                    <a:pt x="2910" y="4022"/>
                  </a:cubicBezTo>
                  <a:cubicBezTo>
                    <a:pt x="2903" y="4026"/>
                    <a:pt x="2895" y="4029"/>
                    <a:pt x="2887" y="4031"/>
                  </a:cubicBezTo>
                  <a:cubicBezTo>
                    <a:pt x="2869" y="4033"/>
                    <a:pt x="2844" y="4077"/>
                    <a:pt x="2830" y="4025"/>
                  </a:cubicBezTo>
                  <a:cubicBezTo>
                    <a:pt x="2828" y="4020"/>
                    <a:pt x="2821" y="4024"/>
                    <a:pt x="2816" y="4025"/>
                  </a:cubicBezTo>
                  <a:cubicBezTo>
                    <a:pt x="2789" y="4035"/>
                    <a:pt x="2763" y="4044"/>
                    <a:pt x="2739" y="4053"/>
                  </a:cubicBezTo>
                  <a:cubicBezTo>
                    <a:pt x="2722" y="4059"/>
                    <a:pt x="2725" y="4075"/>
                    <a:pt x="2728" y="4093"/>
                  </a:cubicBezTo>
                  <a:moveTo>
                    <a:pt x="363" y="834"/>
                  </a:moveTo>
                  <a:lnTo>
                    <a:pt x="236" y="707"/>
                  </a:lnTo>
                  <a:cubicBezTo>
                    <a:pt x="234" y="706"/>
                    <a:pt x="232" y="705"/>
                    <a:pt x="230" y="703"/>
                  </a:cubicBezTo>
                  <a:cubicBezTo>
                    <a:pt x="226" y="701"/>
                    <a:pt x="220" y="699"/>
                    <a:pt x="215" y="699"/>
                  </a:cubicBezTo>
                  <a:cubicBezTo>
                    <a:pt x="214" y="699"/>
                    <a:pt x="213" y="699"/>
                    <a:pt x="212" y="699"/>
                  </a:cubicBezTo>
                  <a:cubicBezTo>
                    <a:pt x="211" y="699"/>
                    <a:pt x="210" y="699"/>
                    <a:pt x="210" y="699"/>
                  </a:cubicBezTo>
                  <a:cubicBezTo>
                    <a:pt x="184" y="699"/>
                    <a:pt x="158" y="705"/>
                    <a:pt x="135" y="719"/>
                  </a:cubicBezTo>
                  <a:cubicBezTo>
                    <a:pt x="123" y="726"/>
                    <a:pt x="111" y="736"/>
                    <a:pt x="101" y="746"/>
                  </a:cubicBezTo>
                  <a:cubicBezTo>
                    <a:pt x="183" y="777"/>
                    <a:pt x="253" y="818"/>
                    <a:pt x="334" y="835"/>
                  </a:cubicBezTo>
                  <a:cubicBezTo>
                    <a:pt x="341" y="838"/>
                    <a:pt x="349" y="844"/>
                    <a:pt x="363" y="834"/>
                  </a:cubicBezTo>
                  <a:moveTo>
                    <a:pt x="2932" y="3801"/>
                  </a:moveTo>
                  <a:cubicBezTo>
                    <a:pt x="2940" y="3757"/>
                    <a:pt x="2947" y="3717"/>
                    <a:pt x="2954" y="3678"/>
                  </a:cubicBezTo>
                  <a:cubicBezTo>
                    <a:pt x="2966" y="3614"/>
                    <a:pt x="2967" y="3614"/>
                    <a:pt x="2911" y="3581"/>
                  </a:cubicBezTo>
                  <a:cubicBezTo>
                    <a:pt x="2905" y="3578"/>
                    <a:pt x="2900" y="3576"/>
                    <a:pt x="2894" y="3575"/>
                  </a:cubicBezTo>
                  <a:cubicBezTo>
                    <a:pt x="2872" y="3630"/>
                    <a:pt x="2856" y="3688"/>
                    <a:pt x="2847" y="3748"/>
                  </a:cubicBezTo>
                  <a:cubicBezTo>
                    <a:pt x="2847" y="3749"/>
                    <a:pt x="2847" y="3751"/>
                    <a:pt x="2847" y="3753"/>
                  </a:cubicBezTo>
                  <a:cubicBezTo>
                    <a:pt x="2847" y="3756"/>
                    <a:pt x="2847" y="3760"/>
                    <a:pt x="2849" y="3763"/>
                  </a:cubicBezTo>
                  <a:cubicBezTo>
                    <a:pt x="2849" y="3764"/>
                    <a:pt x="2849" y="3764"/>
                    <a:pt x="2849" y="3764"/>
                  </a:cubicBezTo>
                  <a:cubicBezTo>
                    <a:pt x="2851" y="3767"/>
                    <a:pt x="2853" y="3769"/>
                    <a:pt x="2856" y="3771"/>
                  </a:cubicBezTo>
                  <a:cubicBezTo>
                    <a:pt x="2859" y="3772"/>
                    <a:pt x="2862" y="3773"/>
                    <a:pt x="2865" y="3773"/>
                  </a:cubicBezTo>
                  <a:cubicBezTo>
                    <a:pt x="2866" y="3773"/>
                    <a:pt x="2866" y="3773"/>
                    <a:pt x="2867" y="3773"/>
                  </a:cubicBezTo>
                  <a:cubicBezTo>
                    <a:pt x="2875" y="3773"/>
                    <a:pt x="2876" y="3768"/>
                    <a:pt x="2878" y="3763"/>
                  </a:cubicBezTo>
                  <a:cubicBezTo>
                    <a:pt x="2880" y="3754"/>
                    <a:pt x="2880" y="3745"/>
                    <a:pt x="2883" y="3736"/>
                  </a:cubicBezTo>
                  <a:cubicBezTo>
                    <a:pt x="2894" y="3699"/>
                    <a:pt x="2893" y="3657"/>
                    <a:pt x="2916" y="3621"/>
                  </a:cubicBezTo>
                  <a:cubicBezTo>
                    <a:pt x="2926" y="3633"/>
                    <a:pt x="2921" y="3643"/>
                    <a:pt x="2918" y="3653"/>
                  </a:cubicBezTo>
                  <a:cubicBezTo>
                    <a:pt x="2910" y="3685"/>
                    <a:pt x="2901" y="3717"/>
                    <a:pt x="2894" y="3749"/>
                  </a:cubicBezTo>
                  <a:cubicBezTo>
                    <a:pt x="2887" y="3786"/>
                    <a:pt x="2887" y="3786"/>
                    <a:pt x="2932" y="3801"/>
                  </a:cubicBezTo>
                  <a:moveTo>
                    <a:pt x="4043" y="3094"/>
                  </a:moveTo>
                  <a:cubicBezTo>
                    <a:pt x="4037" y="3189"/>
                    <a:pt x="4094" y="3538"/>
                    <a:pt x="4125" y="3575"/>
                  </a:cubicBezTo>
                  <a:cubicBezTo>
                    <a:pt x="4101" y="3406"/>
                    <a:pt x="4092" y="3247"/>
                    <a:pt x="4043" y="3094"/>
                  </a:cubicBezTo>
                  <a:moveTo>
                    <a:pt x="4160" y="2390"/>
                  </a:moveTo>
                  <a:cubicBezTo>
                    <a:pt x="4161" y="2385"/>
                    <a:pt x="4161" y="2380"/>
                    <a:pt x="4161" y="2375"/>
                  </a:cubicBezTo>
                  <a:cubicBezTo>
                    <a:pt x="4161" y="2354"/>
                    <a:pt x="4155" y="2333"/>
                    <a:pt x="4145" y="2314"/>
                  </a:cubicBezTo>
                  <a:cubicBezTo>
                    <a:pt x="4136" y="2299"/>
                    <a:pt x="4123" y="2285"/>
                    <a:pt x="4108" y="2275"/>
                  </a:cubicBezTo>
                  <a:cubicBezTo>
                    <a:pt x="4093" y="2263"/>
                    <a:pt x="4076" y="2252"/>
                    <a:pt x="4059" y="2242"/>
                  </a:cubicBezTo>
                  <a:cubicBezTo>
                    <a:pt x="4041" y="2232"/>
                    <a:pt x="4023" y="2223"/>
                    <a:pt x="4004" y="2215"/>
                  </a:cubicBezTo>
                  <a:cubicBezTo>
                    <a:pt x="3959" y="2192"/>
                    <a:pt x="3910" y="2176"/>
                    <a:pt x="3860" y="2169"/>
                  </a:cubicBezTo>
                  <a:cubicBezTo>
                    <a:pt x="3879" y="2179"/>
                    <a:pt x="3897" y="2189"/>
                    <a:pt x="3915" y="2199"/>
                  </a:cubicBezTo>
                  <a:cubicBezTo>
                    <a:pt x="3951" y="2220"/>
                    <a:pt x="3985" y="2241"/>
                    <a:pt x="4019" y="2265"/>
                  </a:cubicBezTo>
                  <a:cubicBezTo>
                    <a:pt x="4069" y="2302"/>
                    <a:pt x="4116" y="2344"/>
                    <a:pt x="4160" y="2390"/>
                  </a:cubicBezTo>
                  <a:moveTo>
                    <a:pt x="3929" y="2279"/>
                  </a:moveTo>
                  <a:cubicBezTo>
                    <a:pt x="4043" y="2464"/>
                    <a:pt x="4116" y="2664"/>
                    <a:pt x="4213" y="2851"/>
                  </a:cubicBezTo>
                  <a:cubicBezTo>
                    <a:pt x="4204" y="2818"/>
                    <a:pt x="4193" y="2785"/>
                    <a:pt x="4180" y="2754"/>
                  </a:cubicBezTo>
                  <a:cubicBezTo>
                    <a:pt x="4123" y="2608"/>
                    <a:pt x="4057" y="2467"/>
                    <a:pt x="3982" y="2330"/>
                  </a:cubicBezTo>
                  <a:cubicBezTo>
                    <a:pt x="3970" y="2312"/>
                    <a:pt x="3962" y="2287"/>
                    <a:pt x="3928" y="2279"/>
                  </a:cubicBezTo>
                  <a:lnTo>
                    <a:pt x="3929" y="2279"/>
                  </a:lnTo>
                  <a:moveTo>
                    <a:pt x="4431" y="2532"/>
                  </a:moveTo>
                  <a:cubicBezTo>
                    <a:pt x="4464" y="2649"/>
                    <a:pt x="4606" y="2857"/>
                    <a:pt x="4675" y="2899"/>
                  </a:cubicBezTo>
                  <a:cubicBezTo>
                    <a:pt x="4673" y="2888"/>
                    <a:pt x="4670" y="2878"/>
                    <a:pt x="4665" y="2869"/>
                  </a:cubicBezTo>
                  <a:cubicBezTo>
                    <a:pt x="4663" y="2866"/>
                    <a:pt x="4662" y="2865"/>
                    <a:pt x="4661" y="2863"/>
                  </a:cubicBezTo>
                  <a:cubicBezTo>
                    <a:pt x="4632" y="2795"/>
                    <a:pt x="4579" y="2744"/>
                    <a:pt x="4537" y="2685"/>
                  </a:cubicBezTo>
                  <a:cubicBezTo>
                    <a:pt x="4499" y="2635"/>
                    <a:pt x="4465" y="2583"/>
                    <a:pt x="4430" y="2532"/>
                  </a:cubicBezTo>
                  <a:lnTo>
                    <a:pt x="4431" y="2532"/>
                  </a:lnTo>
                  <a:moveTo>
                    <a:pt x="4258" y="3127"/>
                  </a:moveTo>
                  <a:lnTo>
                    <a:pt x="4247" y="3130"/>
                  </a:lnTo>
                  <a:cubicBezTo>
                    <a:pt x="4247" y="3142"/>
                    <a:pt x="4249" y="3156"/>
                    <a:pt x="4251" y="3167"/>
                  </a:cubicBezTo>
                  <a:cubicBezTo>
                    <a:pt x="4264" y="3252"/>
                    <a:pt x="4277" y="3337"/>
                    <a:pt x="4299" y="3420"/>
                  </a:cubicBezTo>
                  <a:cubicBezTo>
                    <a:pt x="4303" y="3436"/>
                    <a:pt x="4315" y="3460"/>
                    <a:pt x="4284" y="3468"/>
                  </a:cubicBezTo>
                  <a:cubicBezTo>
                    <a:pt x="4282" y="3468"/>
                    <a:pt x="4280" y="3478"/>
                    <a:pt x="4282" y="3483"/>
                  </a:cubicBezTo>
                  <a:cubicBezTo>
                    <a:pt x="4296" y="3533"/>
                    <a:pt x="4303" y="3586"/>
                    <a:pt x="4330" y="3632"/>
                  </a:cubicBezTo>
                  <a:cubicBezTo>
                    <a:pt x="4308" y="3463"/>
                    <a:pt x="4305" y="3292"/>
                    <a:pt x="4256" y="3127"/>
                  </a:cubicBezTo>
                  <a:lnTo>
                    <a:pt x="4258" y="3127"/>
                  </a:lnTo>
                  <a:moveTo>
                    <a:pt x="3088" y="4267"/>
                  </a:moveTo>
                  <a:cubicBezTo>
                    <a:pt x="3107" y="4261"/>
                    <a:pt x="3125" y="4253"/>
                    <a:pt x="3142" y="4243"/>
                  </a:cubicBezTo>
                  <a:cubicBezTo>
                    <a:pt x="3153" y="4236"/>
                    <a:pt x="3164" y="4229"/>
                    <a:pt x="3175" y="4221"/>
                  </a:cubicBezTo>
                  <a:cubicBezTo>
                    <a:pt x="3185" y="4213"/>
                    <a:pt x="3198" y="4199"/>
                    <a:pt x="3192" y="4189"/>
                  </a:cubicBezTo>
                  <a:cubicBezTo>
                    <a:pt x="3165" y="4151"/>
                    <a:pt x="3196" y="4124"/>
                    <a:pt x="3207" y="4093"/>
                  </a:cubicBezTo>
                  <a:cubicBezTo>
                    <a:pt x="3210" y="4085"/>
                    <a:pt x="3215" y="4077"/>
                    <a:pt x="3219" y="4069"/>
                  </a:cubicBezTo>
                  <a:cubicBezTo>
                    <a:pt x="3222" y="4061"/>
                    <a:pt x="3223" y="4058"/>
                    <a:pt x="3217" y="4054"/>
                  </a:cubicBezTo>
                  <a:lnTo>
                    <a:pt x="3216" y="4054"/>
                  </a:lnTo>
                  <a:cubicBezTo>
                    <a:pt x="3214" y="4053"/>
                    <a:pt x="3211" y="4052"/>
                    <a:pt x="3209" y="4052"/>
                  </a:cubicBezTo>
                  <a:cubicBezTo>
                    <a:pt x="3206" y="4052"/>
                    <a:pt x="3205" y="4053"/>
                    <a:pt x="3203" y="4054"/>
                  </a:cubicBezTo>
                  <a:cubicBezTo>
                    <a:pt x="3201" y="4055"/>
                    <a:pt x="3199" y="4056"/>
                    <a:pt x="3198" y="4058"/>
                  </a:cubicBezTo>
                  <a:cubicBezTo>
                    <a:pt x="3195" y="4062"/>
                    <a:pt x="3191" y="4067"/>
                    <a:pt x="3189" y="4071"/>
                  </a:cubicBezTo>
                  <a:cubicBezTo>
                    <a:pt x="3188" y="4072"/>
                    <a:pt x="3188" y="4073"/>
                    <a:pt x="3187" y="4073"/>
                  </a:cubicBezTo>
                  <a:cubicBezTo>
                    <a:pt x="3167" y="4109"/>
                    <a:pt x="3144" y="4143"/>
                    <a:pt x="3118" y="4175"/>
                  </a:cubicBezTo>
                  <a:cubicBezTo>
                    <a:pt x="3112" y="4181"/>
                    <a:pt x="3107" y="4188"/>
                    <a:pt x="3103" y="4195"/>
                  </a:cubicBezTo>
                  <a:cubicBezTo>
                    <a:pt x="3092" y="4214"/>
                    <a:pt x="3086" y="4236"/>
                    <a:pt x="3086" y="4258"/>
                  </a:cubicBezTo>
                  <a:cubicBezTo>
                    <a:pt x="3086" y="4261"/>
                    <a:pt x="3087" y="4264"/>
                    <a:pt x="3087" y="4267"/>
                  </a:cubicBezTo>
                  <a:lnTo>
                    <a:pt x="3088" y="4267"/>
                  </a:lnTo>
                  <a:moveTo>
                    <a:pt x="3314" y="4208"/>
                  </a:moveTo>
                  <a:cubicBezTo>
                    <a:pt x="3334" y="4232"/>
                    <a:pt x="3354" y="4218"/>
                    <a:pt x="3370" y="4211"/>
                  </a:cubicBezTo>
                  <a:cubicBezTo>
                    <a:pt x="3409" y="4194"/>
                    <a:pt x="3447" y="4175"/>
                    <a:pt x="3483" y="4155"/>
                  </a:cubicBezTo>
                  <a:cubicBezTo>
                    <a:pt x="3505" y="4144"/>
                    <a:pt x="3539" y="4152"/>
                    <a:pt x="3548" y="4123"/>
                  </a:cubicBezTo>
                  <a:cubicBezTo>
                    <a:pt x="3556" y="4094"/>
                    <a:pt x="3522" y="4082"/>
                    <a:pt x="3516" y="4057"/>
                  </a:cubicBezTo>
                  <a:cubicBezTo>
                    <a:pt x="3516" y="4053"/>
                    <a:pt x="3509" y="4050"/>
                    <a:pt x="3502" y="4054"/>
                  </a:cubicBezTo>
                  <a:cubicBezTo>
                    <a:pt x="3501" y="4059"/>
                    <a:pt x="3500" y="4063"/>
                    <a:pt x="3500" y="4068"/>
                  </a:cubicBezTo>
                  <a:cubicBezTo>
                    <a:pt x="3500" y="4079"/>
                    <a:pt x="3502" y="4089"/>
                    <a:pt x="3508" y="4099"/>
                  </a:cubicBezTo>
                  <a:cubicBezTo>
                    <a:pt x="3509" y="4101"/>
                    <a:pt x="3511" y="4103"/>
                    <a:pt x="3512" y="4105"/>
                  </a:cubicBezTo>
                  <a:cubicBezTo>
                    <a:pt x="3518" y="4113"/>
                    <a:pt x="3525" y="4119"/>
                    <a:pt x="3515" y="4126"/>
                  </a:cubicBezTo>
                  <a:cubicBezTo>
                    <a:pt x="3505" y="4132"/>
                    <a:pt x="3495" y="4125"/>
                    <a:pt x="3489" y="4114"/>
                  </a:cubicBezTo>
                  <a:cubicBezTo>
                    <a:pt x="3479" y="4093"/>
                    <a:pt x="3486" y="4066"/>
                    <a:pt x="3467" y="4044"/>
                  </a:cubicBezTo>
                  <a:cubicBezTo>
                    <a:pt x="3461" y="4069"/>
                    <a:pt x="3446" y="4094"/>
                    <a:pt x="3457" y="4114"/>
                  </a:cubicBezTo>
                  <a:cubicBezTo>
                    <a:pt x="3474" y="4144"/>
                    <a:pt x="3465" y="4149"/>
                    <a:pt x="3437" y="4156"/>
                  </a:cubicBezTo>
                  <a:cubicBezTo>
                    <a:pt x="3403" y="4161"/>
                    <a:pt x="3369" y="4172"/>
                    <a:pt x="3340" y="4190"/>
                  </a:cubicBezTo>
                  <a:cubicBezTo>
                    <a:pt x="3330" y="4195"/>
                    <a:pt x="3322" y="4201"/>
                    <a:pt x="3313" y="4208"/>
                  </a:cubicBezTo>
                  <a:lnTo>
                    <a:pt x="3314" y="4208"/>
                  </a:lnTo>
                  <a:moveTo>
                    <a:pt x="4291" y="3101"/>
                  </a:moveTo>
                  <a:cubicBezTo>
                    <a:pt x="4308" y="3236"/>
                    <a:pt x="4342" y="3367"/>
                    <a:pt x="4392" y="3493"/>
                  </a:cubicBezTo>
                  <a:cubicBezTo>
                    <a:pt x="4396" y="3484"/>
                    <a:pt x="4398" y="3474"/>
                    <a:pt x="4398" y="3464"/>
                  </a:cubicBezTo>
                  <a:cubicBezTo>
                    <a:pt x="4398" y="3458"/>
                    <a:pt x="4397" y="3452"/>
                    <a:pt x="4396" y="3446"/>
                  </a:cubicBezTo>
                  <a:cubicBezTo>
                    <a:pt x="4384" y="3390"/>
                    <a:pt x="4369" y="3335"/>
                    <a:pt x="4350" y="3282"/>
                  </a:cubicBezTo>
                  <a:cubicBezTo>
                    <a:pt x="4340" y="3253"/>
                    <a:pt x="4333" y="3223"/>
                    <a:pt x="4330" y="3192"/>
                  </a:cubicBezTo>
                  <a:cubicBezTo>
                    <a:pt x="4330" y="3191"/>
                    <a:pt x="4330" y="3190"/>
                    <a:pt x="4330" y="3189"/>
                  </a:cubicBezTo>
                  <a:cubicBezTo>
                    <a:pt x="4330" y="3169"/>
                    <a:pt x="4325" y="3149"/>
                    <a:pt x="4315" y="3132"/>
                  </a:cubicBezTo>
                  <a:cubicBezTo>
                    <a:pt x="4308" y="3120"/>
                    <a:pt x="4299" y="3110"/>
                    <a:pt x="4289" y="3101"/>
                  </a:cubicBezTo>
                  <a:lnTo>
                    <a:pt x="4291" y="3101"/>
                  </a:lnTo>
                  <a:moveTo>
                    <a:pt x="4441" y="2393"/>
                  </a:moveTo>
                  <a:lnTo>
                    <a:pt x="4433" y="2403"/>
                  </a:lnTo>
                  <a:lnTo>
                    <a:pt x="4471" y="2442"/>
                  </a:lnTo>
                  <a:cubicBezTo>
                    <a:pt x="4484" y="2455"/>
                    <a:pt x="4497" y="2468"/>
                    <a:pt x="4508" y="2482"/>
                  </a:cubicBezTo>
                  <a:cubicBezTo>
                    <a:pt x="4556" y="2547"/>
                    <a:pt x="4583" y="2562"/>
                    <a:pt x="4667" y="2565"/>
                  </a:cubicBezTo>
                  <a:cubicBezTo>
                    <a:pt x="4590" y="2506"/>
                    <a:pt x="4524" y="2439"/>
                    <a:pt x="4441" y="2393"/>
                  </a:cubicBezTo>
                  <a:moveTo>
                    <a:pt x="501" y="238"/>
                  </a:moveTo>
                  <a:cubicBezTo>
                    <a:pt x="449" y="343"/>
                    <a:pt x="410" y="455"/>
                    <a:pt x="413" y="577"/>
                  </a:cubicBezTo>
                  <a:cubicBezTo>
                    <a:pt x="443" y="464"/>
                    <a:pt x="491" y="356"/>
                    <a:pt x="501" y="238"/>
                  </a:cubicBezTo>
                  <a:moveTo>
                    <a:pt x="3392" y="4007"/>
                  </a:moveTo>
                  <a:cubicBezTo>
                    <a:pt x="3399" y="4043"/>
                    <a:pt x="3373" y="4075"/>
                    <a:pt x="3390" y="4106"/>
                  </a:cubicBezTo>
                  <a:cubicBezTo>
                    <a:pt x="3405" y="4118"/>
                    <a:pt x="3410" y="4086"/>
                    <a:pt x="3423" y="4102"/>
                  </a:cubicBezTo>
                  <a:cubicBezTo>
                    <a:pt x="3406" y="4135"/>
                    <a:pt x="3361" y="4129"/>
                    <a:pt x="3338" y="4161"/>
                  </a:cubicBezTo>
                  <a:cubicBezTo>
                    <a:pt x="3374" y="4166"/>
                    <a:pt x="3399" y="4149"/>
                    <a:pt x="3425" y="4141"/>
                  </a:cubicBezTo>
                  <a:cubicBezTo>
                    <a:pt x="3435" y="4138"/>
                    <a:pt x="3437" y="4128"/>
                    <a:pt x="3437" y="4118"/>
                  </a:cubicBezTo>
                  <a:cubicBezTo>
                    <a:pt x="3437" y="4079"/>
                    <a:pt x="3441" y="4039"/>
                    <a:pt x="3449" y="4001"/>
                  </a:cubicBezTo>
                  <a:lnTo>
                    <a:pt x="3392" y="4007"/>
                  </a:lnTo>
                  <a:moveTo>
                    <a:pt x="4229" y="2313"/>
                  </a:moveTo>
                  <a:cubicBezTo>
                    <a:pt x="4228" y="2315"/>
                    <a:pt x="4228" y="2317"/>
                    <a:pt x="4228" y="2318"/>
                  </a:cubicBezTo>
                  <a:cubicBezTo>
                    <a:pt x="4228" y="2321"/>
                    <a:pt x="4228" y="2323"/>
                    <a:pt x="4230" y="2325"/>
                  </a:cubicBezTo>
                  <a:cubicBezTo>
                    <a:pt x="4230" y="2326"/>
                    <a:pt x="4232" y="2328"/>
                    <a:pt x="4233" y="2329"/>
                  </a:cubicBezTo>
                  <a:cubicBezTo>
                    <a:pt x="4302" y="2386"/>
                    <a:pt x="4374" y="2439"/>
                    <a:pt x="4449" y="2487"/>
                  </a:cubicBezTo>
                  <a:cubicBezTo>
                    <a:pt x="4451" y="2489"/>
                    <a:pt x="4452" y="2491"/>
                    <a:pt x="4456" y="2493"/>
                  </a:cubicBezTo>
                  <a:cubicBezTo>
                    <a:pt x="4459" y="2495"/>
                    <a:pt x="4464" y="2496"/>
                    <a:pt x="4468" y="2497"/>
                  </a:cubicBezTo>
                  <a:cubicBezTo>
                    <a:pt x="4469" y="2498"/>
                    <a:pt x="4470" y="2498"/>
                    <a:pt x="4471" y="2498"/>
                  </a:cubicBezTo>
                  <a:cubicBezTo>
                    <a:pt x="4473" y="2498"/>
                    <a:pt x="4475" y="2497"/>
                    <a:pt x="4477" y="2496"/>
                  </a:cubicBezTo>
                  <a:cubicBezTo>
                    <a:pt x="4479" y="2495"/>
                    <a:pt x="4480" y="2494"/>
                    <a:pt x="4481" y="2492"/>
                  </a:cubicBezTo>
                  <a:cubicBezTo>
                    <a:pt x="4482" y="2490"/>
                    <a:pt x="4483" y="2488"/>
                    <a:pt x="4483" y="2486"/>
                  </a:cubicBezTo>
                  <a:cubicBezTo>
                    <a:pt x="4483" y="2484"/>
                    <a:pt x="4483" y="2482"/>
                    <a:pt x="4482" y="2481"/>
                  </a:cubicBezTo>
                  <a:cubicBezTo>
                    <a:pt x="4481" y="2477"/>
                    <a:pt x="4479" y="2474"/>
                    <a:pt x="4478" y="2471"/>
                  </a:cubicBezTo>
                  <a:cubicBezTo>
                    <a:pt x="4474" y="2465"/>
                    <a:pt x="4468" y="2459"/>
                    <a:pt x="4462" y="2456"/>
                  </a:cubicBezTo>
                  <a:cubicBezTo>
                    <a:pt x="4458" y="2454"/>
                    <a:pt x="4455" y="2452"/>
                    <a:pt x="4452" y="2451"/>
                  </a:cubicBezTo>
                  <a:cubicBezTo>
                    <a:pt x="4438" y="2449"/>
                    <a:pt x="4426" y="2444"/>
                    <a:pt x="4414" y="2437"/>
                  </a:cubicBezTo>
                  <a:cubicBezTo>
                    <a:pt x="4405" y="2432"/>
                    <a:pt x="4397" y="2426"/>
                    <a:pt x="4390" y="2419"/>
                  </a:cubicBezTo>
                  <a:cubicBezTo>
                    <a:pt x="4348" y="2390"/>
                    <a:pt x="4307" y="2359"/>
                    <a:pt x="4265" y="2330"/>
                  </a:cubicBezTo>
                  <a:cubicBezTo>
                    <a:pt x="4255" y="2324"/>
                    <a:pt x="4245" y="2310"/>
                    <a:pt x="4229" y="2313"/>
                  </a:cubicBezTo>
                  <a:moveTo>
                    <a:pt x="4192" y="3126"/>
                  </a:moveTo>
                  <a:cubicBezTo>
                    <a:pt x="4192" y="3114"/>
                    <a:pt x="4192" y="3102"/>
                    <a:pt x="4192" y="3090"/>
                  </a:cubicBezTo>
                  <a:cubicBezTo>
                    <a:pt x="4192" y="3021"/>
                    <a:pt x="4183" y="2952"/>
                    <a:pt x="4165" y="2885"/>
                  </a:cubicBezTo>
                  <a:cubicBezTo>
                    <a:pt x="4163" y="2878"/>
                    <a:pt x="4160" y="2871"/>
                    <a:pt x="4157" y="2865"/>
                  </a:cubicBezTo>
                  <a:cubicBezTo>
                    <a:pt x="4150" y="2854"/>
                    <a:pt x="4141" y="2845"/>
                    <a:pt x="4130" y="2838"/>
                  </a:cubicBezTo>
                  <a:cubicBezTo>
                    <a:pt x="4153" y="2934"/>
                    <a:pt x="4161" y="3032"/>
                    <a:pt x="4191" y="3126"/>
                  </a:cubicBezTo>
                  <a:lnTo>
                    <a:pt x="4192" y="3126"/>
                  </a:lnTo>
                  <a:moveTo>
                    <a:pt x="3086" y="2123"/>
                  </a:moveTo>
                  <a:cubicBezTo>
                    <a:pt x="3130" y="2166"/>
                    <a:pt x="3259" y="2225"/>
                    <a:pt x="3316" y="2227"/>
                  </a:cubicBezTo>
                  <a:cubicBezTo>
                    <a:pt x="3265" y="2197"/>
                    <a:pt x="3216" y="2169"/>
                    <a:pt x="3170" y="2138"/>
                  </a:cubicBezTo>
                  <a:cubicBezTo>
                    <a:pt x="3168" y="2137"/>
                    <a:pt x="3167" y="2136"/>
                    <a:pt x="3165" y="2136"/>
                  </a:cubicBezTo>
                  <a:cubicBezTo>
                    <a:pt x="3148" y="2126"/>
                    <a:pt x="3129" y="2121"/>
                    <a:pt x="3109" y="2121"/>
                  </a:cubicBezTo>
                  <a:cubicBezTo>
                    <a:pt x="3102" y="2121"/>
                    <a:pt x="3094" y="2121"/>
                    <a:pt x="3086" y="2123"/>
                  </a:cubicBezTo>
                  <a:moveTo>
                    <a:pt x="4233" y="2446"/>
                  </a:moveTo>
                  <a:lnTo>
                    <a:pt x="4225" y="2451"/>
                  </a:lnTo>
                  <a:cubicBezTo>
                    <a:pt x="4252" y="2510"/>
                    <a:pt x="4281" y="2569"/>
                    <a:pt x="4308" y="2628"/>
                  </a:cubicBezTo>
                  <a:cubicBezTo>
                    <a:pt x="4321" y="2657"/>
                    <a:pt x="4337" y="2684"/>
                    <a:pt x="4378" y="2685"/>
                  </a:cubicBezTo>
                  <a:lnTo>
                    <a:pt x="4233" y="2446"/>
                  </a:lnTo>
                  <a:moveTo>
                    <a:pt x="4449" y="2358"/>
                  </a:moveTo>
                  <a:cubicBezTo>
                    <a:pt x="4510" y="2407"/>
                    <a:pt x="4584" y="2415"/>
                    <a:pt x="4658" y="2427"/>
                  </a:cubicBezTo>
                  <a:cubicBezTo>
                    <a:pt x="4639" y="2412"/>
                    <a:pt x="4618" y="2399"/>
                    <a:pt x="4598" y="2387"/>
                  </a:cubicBezTo>
                  <a:cubicBezTo>
                    <a:pt x="4575" y="2374"/>
                    <a:pt x="4553" y="2363"/>
                    <a:pt x="4529" y="2354"/>
                  </a:cubicBezTo>
                  <a:cubicBezTo>
                    <a:pt x="4520" y="2365"/>
                    <a:pt x="4541" y="2376"/>
                    <a:pt x="4525" y="2383"/>
                  </a:cubicBezTo>
                  <a:cubicBezTo>
                    <a:pt x="4497" y="2379"/>
                    <a:pt x="4477" y="2356"/>
                    <a:pt x="4448" y="2359"/>
                  </a:cubicBezTo>
                  <a:lnTo>
                    <a:pt x="4449" y="2358"/>
                  </a:lnTo>
                  <a:moveTo>
                    <a:pt x="3576" y="2243"/>
                  </a:moveTo>
                  <a:lnTo>
                    <a:pt x="3582" y="2233"/>
                  </a:lnTo>
                  <a:cubicBezTo>
                    <a:pt x="3551" y="2213"/>
                    <a:pt x="3519" y="2195"/>
                    <a:pt x="3490" y="2173"/>
                  </a:cubicBezTo>
                  <a:cubicBezTo>
                    <a:pt x="3443" y="2138"/>
                    <a:pt x="3434" y="2134"/>
                    <a:pt x="3374" y="2141"/>
                  </a:cubicBezTo>
                  <a:lnTo>
                    <a:pt x="3576" y="2243"/>
                  </a:lnTo>
                  <a:moveTo>
                    <a:pt x="2828" y="3834"/>
                  </a:moveTo>
                  <a:cubicBezTo>
                    <a:pt x="2825" y="3825"/>
                    <a:pt x="2824" y="3816"/>
                    <a:pt x="2819" y="3813"/>
                  </a:cubicBezTo>
                  <a:cubicBezTo>
                    <a:pt x="2808" y="3806"/>
                    <a:pt x="2792" y="3801"/>
                    <a:pt x="2784" y="3813"/>
                  </a:cubicBezTo>
                  <a:cubicBezTo>
                    <a:pt x="2776" y="3824"/>
                    <a:pt x="2792" y="3833"/>
                    <a:pt x="2802" y="3839"/>
                  </a:cubicBezTo>
                  <a:cubicBezTo>
                    <a:pt x="2837" y="3859"/>
                    <a:pt x="2880" y="3847"/>
                    <a:pt x="2914" y="3870"/>
                  </a:cubicBezTo>
                  <a:cubicBezTo>
                    <a:pt x="2916" y="3870"/>
                    <a:pt x="2923" y="3866"/>
                    <a:pt x="2926" y="3862"/>
                  </a:cubicBezTo>
                  <a:cubicBezTo>
                    <a:pt x="2927" y="3862"/>
                    <a:pt x="2927" y="3862"/>
                    <a:pt x="2927" y="3862"/>
                  </a:cubicBezTo>
                  <a:cubicBezTo>
                    <a:pt x="2928" y="3860"/>
                    <a:pt x="2928" y="3858"/>
                    <a:pt x="2928" y="3857"/>
                  </a:cubicBezTo>
                  <a:cubicBezTo>
                    <a:pt x="2928" y="3855"/>
                    <a:pt x="2928" y="3853"/>
                    <a:pt x="2927" y="3852"/>
                  </a:cubicBezTo>
                  <a:cubicBezTo>
                    <a:pt x="2925" y="3850"/>
                    <a:pt x="2925" y="3849"/>
                    <a:pt x="2924" y="3848"/>
                  </a:cubicBezTo>
                  <a:cubicBezTo>
                    <a:pt x="2917" y="3843"/>
                    <a:pt x="2908" y="3833"/>
                    <a:pt x="2901" y="3834"/>
                  </a:cubicBezTo>
                  <a:cubicBezTo>
                    <a:pt x="2872" y="3839"/>
                    <a:pt x="2865" y="3816"/>
                    <a:pt x="2852" y="3800"/>
                  </a:cubicBezTo>
                  <a:cubicBezTo>
                    <a:pt x="2851" y="3798"/>
                    <a:pt x="2846" y="3799"/>
                    <a:pt x="2842" y="3798"/>
                  </a:cubicBezTo>
                  <a:cubicBezTo>
                    <a:pt x="2831" y="3805"/>
                    <a:pt x="2838" y="3818"/>
                    <a:pt x="2828" y="3834"/>
                  </a:cubicBezTo>
                  <a:moveTo>
                    <a:pt x="3265" y="4198"/>
                  </a:moveTo>
                  <a:cubicBezTo>
                    <a:pt x="3256" y="4196"/>
                    <a:pt x="3247" y="4190"/>
                    <a:pt x="3243" y="4193"/>
                  </a:cubicBezTo>
                  <a:cubicBezTo>
                    <a:pt x="3213" y="4214"/>
                    <a:pt x="3187" y="4238"/>
                    <a:pt x="3163" y="4265"/>
                  </a:cubicBezTo>
                  <a:cubicBezTo>
                    <a:pt x="3160" y="4268"/>
                    <a:pt x="3163" y="4279"/>
                    <a:pt x="3167" y="4285"/>
                  </a:cubicBezTo>
                  <a:cubicBezTo>
                    <a:pt x="3170" y="4290"/>
                    <a:pt x="3179" y="4290"/>
                    <a:pt x="3185" y="4285"/>
                  </a:cubicBezTo>
                  <a:cubicBezTo>
                    <a:pt x="3203" y="4276"/>
                    <a:pt x="3220" y="4266"/>
                    <a:pt x="3238" y="4256"/>
                  </a:cubicBezTo>
                  <a:cubicBezTo>
                    <a:pt x="3255" y="4246"/>
                    <a:pt x="3252" y="4248"/>
                    <a:pt x="3238" y="4230"/>
                  </a:cubicBezTo>
                  <a:cubicBezTo>
                    <a:pt x="3234" y="4225"/>
                    <a:pt x="3234" y="4220"/>
                    <a:pt x="3240" y="4217"/>
                  </a:cubicBezTo>
                  <a:cubicBezTo>
                    <a:pt x="3243" y="4216"/>
                    <a:pt x="3246" y="4214"/>
                    <a:pt x="3249" y="4213"/>
                  </a:cubicBezTo>
                  <a:cubicBezTo>
                    <a:pt x="3256" y="4209"/>
                    <a:pt x="3261" y="4204"/>
                    <a:pt x="3265" y="4198"/>
                  </a:cubicBezTo>
                  <a:moveTo>
                    <a:pt x="349" y="703"/>
                  </a:moveTo>
                  <a:cubicBezTo>
                    <a:pt x="339" y="642"/>
                    <a:pt x="326" y="582"/>
                    <a:pt x="310" y="522"/>
                  </a:cubicBezTo>
                  <a:cubicBezTo>
                    <a:pt x="304" y="587"/>
                    <a:pt x="303" y="650"/>
                    <a:pt x="349" y="703"/>
                  </a:cubicBezTo>
                  <a:moveTo>
                    <a:pt x="3282" y="4449"/>
                  </a:moveTo>
                  <a:cubicBezTo>
                    <a:pt x="3284" y="4446"/>
                    <a:pt x="3286" y="4442"/>
                    <a:pt x="3288" y="4438"/>
                  </a:cubicBezTo>
                  <a:cubicBezTo>
                    <a:pt x="3314" y="4393"/>
                    <a:pt x="3345" y="4350"/>
                    <a:pt x="3379" y="4311"/>
                  </a:cubicBezTo>
                  <a:cubicBezTo>
                    <a:pt x="3299" y="4333"/>
                    <a:pt x="3286" y="4388"/>
                    <a:pt x="3282" y="4449"/>
                  </a:cubicBezTo>
                  <a:moveTo>
                    <a:pt x="3325" y="4010"/>
                  </a:moveTo>
                  <a:lnTo>
                    <a:pt x="3315" y="4003"/>
                  </a:lnTo>
                  <a:cubicBezTo>
                    <a:pt x="3297" y="4019"/>
                    <a:pt x="3278" y="4034"/>
                    <a:pt x="3260" y="4051"/>
                  </a:cubicBezTo>
                  <a:cubicBezTo>
                    <a:pt x="3259" y="4052"/>
                    <a:pt x="3258" y="4053"/>
                    <a:pt x="3257" y="4055"/>
                  </a:cubicBezTo>
                  <a:cubicBezTo>
                    <a:pt x="3256" y="4058"/>
                    <a:pt x="3255" y="4061"/>
                    <a:pt x="3254" y="4064"/>
                  </a:cubicBezTo>
                  <a:cubicBezTo>
                    <a:pt x="3290" y="4087"/>
                    <a:pt x="3245" y="4111"/>
                    <a:pt x="3254" y="4138"/>
                  </a:cubicBezTo>
                  <a:cubicBezTo>
                    <a:pt x="3302" y="4105"/>
                    <a:pt x="3291" y="4045"/>
                    <a:pt x="3325" y="4010"/>
                  </a:cubicBezTo>
                  <a:moveTo>
                    <a:pt x="3298" y="2177"/>
                  </a:moveTo>
                  <a:cubicBezTo>
                    <a:pt x="3301" y="2178"/>
                    <a:pt x="3303" y="2180"/>
                    <a:pt x="3305" y="2181"/>
                  </a:cubicBezTo>
                  <a:cubicBezTo>
                    <a:pt x="3358" y="2212"/>
                    <a:pt x="3414" y="2238"/>
                    <a:pt x="3472" y="2258"/>
                  </a:cubicBezTo>
                  <a:cubicBezTo>
                    <a:pt x="3449" y="2226"/>
                    <a:pt x="3383" y="2194"/>
                    <a:pt x="3297" y="2177"/>
                  </a:cubicBezTo>
                  <a:lnTo>
                    <a:pt x="3298" y="2177"/>
                  </a:lnTo>
                  <a:moveTo>
                    <a:pt x="4471" y="2538"/>
                  </a:moveTo>
                  <a:cubicBezTo>
                    <a:pt x="4513" y="2580"/>
                    <a:pt x="4560" y="2616"/>
                    <a:pt x="4611" y="2646"/>
                  </a:cubicBezTo>
                  <a:cubicBezTo>
                    <a:pt x="4613" y="2647"/>
                    <a:pt x="4614" y="2648"/>
                    <a:pt x="4615" y="2648"/>
                  </a:cubicBezTo>
                  <a:cubicBezTo>
                    <a:pt x="4557" y="2569"/>
                    <a:pt x="4534" y="2551"/>
                    <a:pt x="4471" y="2538"/>
                  </a:cubicBezTo>
                  <a:moveTo>
                    <a:pt x="3935" y="2842"/>
                  </a:moveTo>
                  <a:lnTo>
                    <a:pt x="3949" y="2837"/>
                  </a:lnTo>
                  <a:cubicBezTo>
                    <a:pt x="3934" y="2777"/>
                    <a:pt x="3894" y="2731"/>
                    <a:pt x="3850" y="2687"/>
                  </a:cubicBezTo>
                  <a:lnTo>
                    <a:pt x="3935" y="2842"/>
                  </a:lnTo>
                  <a:moveTo>
                    <a:pt x="4374" y="2184"/>
                  </a:moveTo>
                  <a:cubicBezTo>
                    <a:pt x="4302" y="2160"/>
                    <a:pt x="4228" y="2146"/>
                    <a:pt x="4152" y="2141"/>
                  </a:cubicBezTo>
                  <a:cubicBezTo>
                    <a:pt x="4224" y="2166"/>
                    <a:pt x="4299" y="2180"/>
                    <a:pt x="4374" y="2184"/>
                  </a:cubicBezTo>
                  <a:moveTo>
                    <a:pt x="570" y="770"/>
                  </a:moveTo>
                  <a:cubicBezTo>
                    <a:pt x="569" y="774"/>
                    <a:pt x="569" y="777"/>
                    <a:pt x="569" y="781"/>
                  </a:cubicBezTo>
                  <a:cubicBezTo>
                    <a:pt x="569" y="790"/>
                    <a:pt x="570" y="799"/>
                    <a:pt x="575" y="806"/>
                  </a:cubicBezTo>
                  <a:cubicBezTo>
                    <a:pt x="579" y="814"/>
                    <a:pt x="586" y="819"/>
                    <a:pt x="593" y="823"/>
                  </a:cubicBezTo>
                  <a:cubicBezTo>
                    <a:pt x="597" y="826"/>
                    <a:pt x="601" y="827"/>
                    <a:pt x="605" y="828"/>
                  </a:cubicBezTo>
                  <a:cubicBezTo>
                    <a:pt x="610" y="830"/>
                    <a:pt x="615" y="831"/>
                    <a:pt x="620" y="831"/>
                  </a:cubicBezTo>
                  <a:cubicBezTo>
                    <a:pt x="628" y="831"/>
                    <a:pt x="636" y="829"/>
                    <a:pt x="643" y="825"/>
                  </a:cubicBezTo>
                  <a:cubicBezTo>
                    <a:pt x="649" y="821"/>
                    <a:pt x="654" y="817"/>
                    <a:pt x="658" y="811"/>
                  </a:cubicBezTo>
                  <a:cubicBezTo>
                    <a:pt x="659" y="810"/>
                    <a:pt x="660" y="808"/>
                    <a:pt x="661" y="807"/>
                  </a:cubicBezTo>
                  <a:cubicBezTo>
                    <a:pt x="664" y="801"/>
                    <a:pt x="666" y="793"/>
                    <a:pt x="666" y="786"/>
                  </a:cubicBezTo>
                  <a:cubicBezTo>
                    <a:pt x="666" y="779"/>
                    <a:pt x="664" y="772"/>
                    <a:pt x="661" y="766"/>
                  </a:cubicBezTo>
                  <a:cubicBezTo>
                    <a:pt x="657" y="760"/>
                    <a:pt x="652" y="755"/>
                    <a:pt x="647" y="752"/>
                  </a:cubicBezTo>
                  <a:cubicBezTo>
                    <a:pt x="637" y="772"/>
                    <a:pt x="644" y="805"/>
                    <a:pt x="616" y="809"/>
                  </a:cubicBezTo>
                  <a:cubicBezTo>
                    <a:pt x="587" y="814"/>
                    <a:pt x="587" y="783"/>
                    <a:pt x="570" y="770"/>
                  </a:cubicBezTo>
                  <a:moveTo>
                    <a:pt x="4485" y="3197"/>
                  </a:moveTo>
                  <a:cubicBezTo>
                    <a:pt x="4507" y="3242"/>
                    <a:pt x="4517" y="3285"/>
                    <a:pt x="4549" y="3324"/>
                  </a:cubicBezTo>
                  <a:cubicBezTo>
                    <a:pt x="4532" y="3203"/>
                    <a:pt x="4532" y="3203"/>
                    <a:pt x="4486" y="3197"/>
                  </a:cubicBezTo>
                  <a:lnTo>
                    <a:pt x="4485" y="3197"/>
                  </a:lnTo>
                  <a:moveTo>
                    <a:pt x="1926" y="4304"/>
                  </a:moveTo>
                  <a:cubicBezTo>
                    <a:pt x="1983" y="4321"/>
                    <a:pt x="2020" y="4298"/>
                    <a:pt x="2071" y="4280"/>
                  </a:cubicBezTo>
                  <a:cubicBezTo>
                    <a:pt x="2012" y="4256"/>
                    <a:pt x="1975" y="4284"/>
                    <a:pt x="1926" y="4304"/>
                  </a:cubicBezTo>
                  <a:moveTo>
                    <a:pt x="3994" y="3008"/>
                  </a:moveTo>
                  <a:cubicBezTo>
                    <a:pt x="4033" y="2978"/>
                    <a:pt x="4028" y="2944"/>
                    <a:pt x="3980" y="2889"/>
                  </a:cubicBezTo>
                  <a:cubicBezTo>
                    <a:pt x="3982" y="2929"/>
                    <a:pt x="3986" y="2969"/>
                    <a:pt x="3995" y="3008"/>
                  </a:cubicBezTo>
                  <a:lnTo>
                    <a:pt x="3994" y="3008"/>
                  </a:lnTo>
                  <a:moveTo>
                    <a:pt x="4484" y="3048"/>
                  </a:moveTo>
                  <a:cubicBezTo>
                    <a:pt x="4473" y="2984"/>
                    <a:pt x="4453" y="2923"/>
                    <a:pt x="4422" y="2866"/>
                  </a:cubicBezTo>
                  <a:cubicBezTo>
                    <a:pt x="4431" y="2930"/>
                    <a:pt x="4452" y="2992"/>
                    <a:pt x="4484" y="3048"/>
                  </a:cubicBezTo>
                  <a:moveTo>
                    <a:pt x="3588" y="4271"/>
                  </a:moveTo>
                  <a:cubicBezTo>
                    <a:pt x="3573" y="4259"/>
                    <a:pt x="3591" y="4240"/>
                    <a:pt x="3581" y="4229"/>
                  </a:cubicBezTo>
                  <a:cubicBezTo>
                    <a:pt x="3537" y="4241"/>
                    <a:pt x="3490" y="4234"/>
                    <a:pt x="3456" y="4270"/>
                  </a:cubicBezTo>
                  <a:cubicBezTo>
                    <a:pt x="3500" y="4250"/>
                    <a:pt x="3542" y="4260"/>
                    <a:pt x="3588" y="4271"/>
                  </a:cubicBezTo>
                  <a:moveTo>
                    <a:pt x="2344" y="3514"/>
                  </a:moveTo>
                  <a:cubicBezTo>
                    <a:pt x="2309" y="3611"/>
                    <a:pt x="2320" y="3631"/>
                    <a:pt x="2368" y="3664"/>
                  </a:cubicBezTo>
                  <a:cubicBezTo>
                    <a:pt x="2318" y="3622"/>
                    <a:pt x="2374" y="3567"/>
                    <a:pt x="2345" y="3513"/>
                  </a:cubicBezTo>
                  <a:lnTo>
                    <a:pt x="2344" y="3514"/>
                  </a:lnTo>
                  <a:moveTo>
                    <a:pt x="2212" y="4365"/>
                  </a:moveTo>
                  <a:cubicBezTo>
                    <a:pt x="2262" y="4341"/>
                    <a:pt x="2320" y="4332"/>
                    <a:pt x="2363" y="4279"/>
                  </a:cubicBezTo>
                  <a:cubicBezTo>
                    <a:pt x="2296" y="4292"/>
                    <a:pt x="2257" y="4336"/>
                    <a:pt x="2212" y="4365"/>
                  </a:cubicBezTo>
                  <a:moveTo>
                    <a:pt x="4064" y="3697"/>
                  </a:moveTo>
                  <a:cubicBezTo>
                    <a:pt x="4065" y="3635"/>
                    <a:pt x="4090" y="3575"/>
                    <a:pt x="4060" y="3516"/>
                  </a:cubicBezTo>
                  <a:cubicBezTo>
                    <a:pt x="4057" y="3540"/>
                    <a:pt x="4056" y="3565"/>
                    <a:pt x="4056" y="3590"/>
                  </a:cubicBezTo>
                  <a:cubicBezTo>
                    <a:pt x="4056" y="3626"/>
                    <a:pt x="4058" y="3661"/>
                    <a:pt x="4064" y="3696"/>
                  </a:cubicBezTo>
                  <a:lnTo>
                    <a:pt x="4064" y="3697"/>
                  </a:lnTo>
                  <a:moveTo>
                    <a:pt x="3915" y="2151"/>
                  </a:moveTo>
                  <a:cubicBezTo>
                    <a:pt x="3939" y="2160"/>
                    <a:pt x="3963" y="2170"/>
                    <a:pt x="3987" y="2176"/>
                  </a:cubicBezTo>
                  <a:cubicBezTo>
                    <a:pt x="4011" y="2182"/>
                    <a:pt x="4032" y="2208"/>
                    <a:pt x="4072" y="2190"/>
                  </a:cubicBezTo>
                  <a:cubicBezTo>
                    <a:pt x="4024" y="2165"/>
                    <a:pt x="3971" y="2151"/>
                    <a:pt x="3917" y="2151"/>
                  </a:cubicBezTo>
                  <a:cubicBezTo>
                    <a:pt x="3916" y="2151"/>
                    <a:pt x="3916" y="2151"/>
                    <a:pt x="3915" y="2151"/>
                  </a:cubicBezTo>
                  <a:moveTo>
                    <a:pt x="3272" y="3909"/>
                  </a:moveTo>
                  <a:cubicBezTo>
                    <a:pt x="3240" y="3897"/>
                    <a:pt x="3208" y="3886"/>
                    <a:pt x="3175" y="3877"/>
                  </a:cubicBezTo>
                  <a:cubicBezTo>
                    <a:pt x="3194" y="3891"/>
                    <a:pt x="3189" y="3921"/>
                    <a:pt x="3210" y="3927"/>
                  </a:cubicBezTo>
                  <a:cubicBezTo>
                    <a:pt x="3214" y="3927"/>
                    <a:pt x="3218" y="3928"/>
                    <a:pt x="3222" y="3928"/>
                  </a:cubicBezTo>
                  <a:cubicBezTo>
                    <a:pt x="3236" y="3928"/>
                    <a:pt x="3250" y="3924"/>
                    <a:pt x="3263" y="3917"/>
                  </a:cubicBezTo>
                  <a:cubicBezTo>
                    <a:pt x="3266" y="3915"/>
                    <a:pt x="3270" y="3912"/>
                    <a:pt x="3273" y="3909"/>
                  </a:cubicBezTo>
                  <a:lnTo>
                    <a:pt x="3272" y="3909"/>
                  </a:lnTo>
                  <a:moveTo>
                    <a:pt x="3804" y="2223"/>
                  </a:moveTo>
                  <a:lnTo>
                    <a:pt x="3916" y="2325"/>
                  </a:lnTo>
                  <a:cubicBezTo>
                    <a:pt x="3898" y="2277"/>
                    <a:pt x="3873" y="2234"/>
                    <a:pt x="3805" y="2223"/>
                  </a:cubicBezTo>
                  <a:lnTo>
                    <a:pt x="3804" y="2223"/>
                  </a:lnTo>
                  <a:moveTo>
                    <a:pt x="3372" y="2174"/>
                  </a:moveTo>
                  <a:cubicBezTo>
                    <a:pt x="3363" y="2166"/>
                    <a:pt x="3354" y="2159"/>
                    <a:pt x="3343" y="2153"/>
                  </a:cubicBezTo>
                  <a:cubicBezTo>
                    <a:pt x="3320" y="2140"/>
                    <a:pt x="3295" y="2132"/>
                    <a:pt x="3268" y="2130"/>
                  </a:cubicBezTo>
                  <a:cubicBezTo>
                    <a:pt x="3255" y="2130"/>
                    <a:pt x="3230" y="2124"/>
                    <a:pt x="3231" y="2139"/>
                  </a:cubicBezTo>
                  <a:cubicBezTo>
                    <a:pt x="3231" y="2164"/>
                    <a:pt x="3252" y="2145"/>
                    <a:pt x="3264" y="2145"/>
                  </a:cubicBezTo>
                  <a:cubicBezTo>
                    <a:pt x="3273" y="2146"/>
                    <a:pt x="3282" y="2149"/>
                    <a:pt x="3290" y="2152"/>
                  </a:cubicBezTo>
                  <a:lnTo>
                    <a:pt x="3372" y="2174"/>
                  </a:lnTo>
                  <a:moveTo>
                    <a:pt x="3613" y="2415"/>
                  </a:moveTo>
                  <a:cubicBezTo>
                    <a:pt x="3643" y="2474"/>
                    <a:pt x="3660" y="2493"/>
                    <a:pt x="3698" y="2515"/>
                  </a:cubicBezTo>
                  <a:cubicBezTo>
                    <a:pt x="3694" y="2504"/>
                    <a:pt x="3689" y="2494"/>
                    <a:pt x="3684" y="2484"/>
                  </a:cubicBezTo>
                  <a:cubicBezTo>
                    <a:pt x="3668" y="2456"/>
                    <a:pt x="3644" y="2433"/>
                    <a:pt x="3617" y="2417"/>
                  </a:cubicBezTo>
                  <a:cubicBezTo>
                    <a:pt x="3615" y="2416"/>
                    <a:pt x="3615" y="2416"/>
                    <a:pt x="3614" y="2415"/>
                  </a:cubicBezTo>
                  <a:lnTo>
                    <a:pt x="3613" y="2415"/>
                  </a:lnTo>
                  <a:moveTo>
                    <a:pt x="4347" y="2754"/>
                  </a:moveTo>
                  <a:cubicBezTo>
                    <a:pt x="4361" y="2832"/>
                    <a:pt x="4361" y="2832"/>
                    <a:pt x="4406" y="2828"/>
                  </a:cubicBezTo>
                  <a:cubicBezTo>
                    <a:pt x="4390" y="2801"/>
                    <a:pt x="4370" y="2776"/>
                    <a:pt x="4348" y="2754"/>
                  </a:cubicBezTo>
                  <a:lnTo>
                    <a:pt x="4347" y="2754"/>
                  </a:lnTo>
                  <a:moveTo>
                    <a:pt x="4040" y="3754"/>
                  </a:moveTo>
                  <a:cubicBezTo>
                    <a:pt x="4049" y="3701"/>
                    <a:pt x="4025" y="3648"/>
                    <a:pt x="4028" y="3595"/>
                  </a:cubicBezTo>
                  <a:cubicBezTo>
                    <a:pt x="4018" y="3648"/>
                    <a:pt x="4034" y="3700"/>
                    <a:pt x="4042" y="3754"/>
                  </a:cubicBezTo>
                  <a:lnTo>
                    <a:pt x="4040" y="3754"/>
                  </a:lnTo>
                  <a:moveTo>
                    <a:pt x="3670" y="4289"/>
                  </a:moveTo>
                  <a:cubicBezTo>
                    <a:pt x="3668" y="4286"/>
                    <a:pt x="3666" y="4282"/>
                    <a:pt x="3664" y="4278"/>
                  </a:cubicBezTo>
                  <a:cubicBezTo>
                    <a:pt x="3656" y="4265"/>
                    <a:pt x="3646" y="4253"/>
                    <a:pt x="3633" y="4243"/>
                  </a:cubicBezTo>
                  <a:cubicBezTo>
                    <a:pt x="3629" y="4239"/>
                    <a:pt x="3624" y="4235"/>
                    <a:pt x="3619" y="4238"/>
                  </a:cubicBezTo>
                  <a:cubicBezTo>
                    <a:pt x="3613" y="4241"/>
                    <a:pt x="3614" y="4246"/>
                    <a:pt x="3614" y="4252"/>
                  </a:cubicBezTo>
                  <a:cubicBezTo>
                    <a:pt x="3617" y="4284"/>
                    <a:pt x="3621" y="4287"/>
                    <a:pt x="3671" y="4290"/>
                  </a:cubicBezTo>
                  <a:lnTo>
                    <a:pt x="3670" y="4289"/>
                  </a:lnTo>
                  <a:moveTo>
                    <a:pt x="3242" y="4485"/>
                  </a:moveTo>
                  <a:cubicBezTo>
                    <a:pt x="3248" y="4467"/>
                    <a:pt x="3252" y="4448"/>
                    <a:pt x="3252" y="4429"/>
                  </a:cubicBezTo>
                  <a:cubicBezTo>
                    <a:pt x="3252" y="4416"/>
                    <a:pt x="3250" y="4403"/>
                    <a:pt x="3247" y="4390"/>
                  </a:cubicBezTo>
                  <a:cubicBezTo>
                    <a:pt x="3229" y="4432"/>
                    <a:pt x="3229" y="4436"/>
                    <a:pt x="3244" y="4485"/>
                  </a:cubicBezTo>
                  <a:lnTo>
                    <a:pt x="3242" y="4485"/>
                  </a:lnTo>
                  <a:moveTo>
                    <a:pt x="3651" y="3817"/>
                  </a:moveTo>
                  <a:cubicBezTo>
                    <a:pt x="3672" y="3800"/>
                    <a:pt x="3689" y="3779"/>
                    <a:pt x="3703" y="3756"/>
                  </a:cubicBezTo>
                  <a:cubicBezTo>
                    <a:pt x="3707" y="3748"/>
                    <a:pt x="3711" y="3740"/>
                    <a:pt x="3715" y="3732"/>
                  </a:cubicBezTo>
                  <a:cubicBezTo>
                    <a:pt x="3690" y="3758"/>
                    <a:pt x="3655" y="3774"/>
                    <a:pt x="3653" y="3818"/>
                  </a:cubicBezTo>
                  <a:lnTo>
                    <a:pt x="3651" y="3817"/>
                  </a:lnTo>
                  <a:moveTo>
                    <a:pt x="2298" y="4214"/>
                  </a:moveTo>
                  <a:cubicBezTo>
                    <a:pt x="2295" y="4214"/>
                    <a:pt x="2293" y="4214"/>
                    <a:pt x="2291" y="4214"/>
                  </a:cubicBezTo>
                  <a:cubicBezTo>
                    <a:pt x="2272" y="4214"/>
                    <a:pt x="2253" y="4219"/>
                    <a:pt x="2237" y="4228"/>
                  </a:cubicBezTo>
                  <a:cubicBezTo>
                    <a:pt x="2223" y="4236"/>
                    <a:pt x="2211" y="4247"/>
                    <a:pt x="2202" y="4261"/>
                  </a:cubicBezTo>
                  <a:cubicBezTo>
                    <a:pt x="2225" y="4256"/>
                    <a:pt x="2248" y="4248"/>
                    <a:pt x="2269" y="4236"/>
                  </a:cubicBezTo>
                  <a:cubicBezTo>
                    <a:pt x="2279" y="4230"/>
                    <a:pt x="2290" y="4223"/>
                    <a:pt x="2299" y="4215"/>
                  </a:cubicBezTo>
                  <a:lnTo>
                    <a:pt x="2298" y="4214"/>
                  </a:lnTo>
                  <a:moveTo>
                    <a:pt x="2407" y="3676"/>
                  </a:moveTo>
                  <a:cubicBezTo>
                    <a:pt x="2434" y="3651"/>
                    <a:pt x="2428" y="3631"/>
                    <a:pt x="2402" y="3609"/>
                  </a:cubicBezTo>
                  <a:cubicBezTo>
                    <a:pt x="2388" y="3634"/>
                    <a:pt x="2381" y="3656"/>
                    <a:pt x="2407" y="3676"/>
                  </a:cubicBezTo>
                  <a:moveTo>
                    <a:pt x="3724" y="4374"/>
                  </a:moveTo>
                  <a:cubicBezTo>
                    <a:pt x="3703" y="4311"/>
                    <a:pt x="3700" y="4310"/>
                    <a:pt x="3657" y="4325"/>
                  </a:cubicBezTo>
                  <a:cubicBezTo>
                    <a:pt x="3676" y="4343"/>
                    <a:pt x="3696" y="4358"/>
                    <a:pt x="3719" y="4371"/>
                  </a:cubicBezTo>
                  <a:cubicBezTo>
                    <a:pt x="3720" y="4372"/>
                    <a:pt x="3722" y="4373"/>
                    <a:pt x="3724" y="4374"/>
                  </a:cubicBezTo>
                  <a:moveTo>
                    <a:pt x="2484" y="3716"/>
                  </a:moveTo>
                  <a:cubicBezTo>
                    <a:pt x="2485" y="3719"/>
                    <a:pt x="2486" y="3722"/>
                    <a:pt x="2488" y="3725"/>
                  </a:cubicBezTo>
                  <a:cubicBezTo>
                    <a:pt x="2493" y="3733"/>
                    <a:pt x="2500" y="3741"/>
                    <a:pt x="2509" y="3746"/>
                  </a:cubicBezTo>
                  <a:lnTo>
                    <a:pt x="2510" y="3746"/>
                  </a:lnTo>
                  <a:cubicBezTo>
                    <a:pt x="2520" y="3754"/>
                    <a:pt x="2527" y="3766"/>
                    <a:pt x="2542" y="3765"/>
                  </a:cubicBezTo>
                  <a:cubicBezTo>
                    <a:pt x="2542" y="3736"/>
                    <a:pt x="2540" y="3734"/>
                    <a:pt x="2508" y="3727"/>
                  </a:cubicBezTo>
                  <a:cubicBezTo>
                    <a:pt x="2501" y="3725"/>
                    <a:pt x="2497" y="3714"/>
                    <a:pt x="2484" y="3716"/>
                  </a:cubicBezTo>
                  <a:moveTo>
                    <a:pt x="3838" y="3508"/>
                  </a:moveTo>
                  <a:cubicBezTo>
                    <a:pt x="3830" y="3524"/>
                    <a:pt x="3826" y="3542"/>
                    <a:pt x="3826" y="3560"/>
                  </a:cubicBezTo>
                  <a:cubicBezTo>
                    <a:pt x="3826" y="3572"/>
                    <a:pt x="3828" y="3583"/>
                    <a:pt x="3831" y="3594"/>
                  </a:cubicBezTo>
                  <a:cubicBezTo>
                    <a:pt x="3845" y="3568"/>
                    <a:pt x="3880" y="3545"/>
                    <a:pt x="3838" y="3508"/>
                  </a:cubicBezTo>
                  <a:moveTo>
                    <a:pt x="3718" y="2049"/>
                  </a:moveTo>
                  <a:cubicBezTo>
                    <a:pt x="3758" y="2051"/>
                    <a:pt x="3801" y="2060"/>
                    <a:pt x="3843" y="2049"/>
                  </a:cubicBezTo>
                  <a:lnTo>
                    <a:pt x="3718" y="2049"/>
                  </a:lnTo>
                  <a:moveTo>
                    <a:pt x="4294" y="2319"/>
                  </a:moveTo>
                  <a:cubicBezTo>
                    <a:pt x="4279" y="2286"/>
                    <a:pt x="4247" y="2277"/>
                    <a:pt x="4216" y="2269"/>
                  </a:cubicBezTo>
                  <a:cubicBezTo>
                    <a:pt x="4228" y="2282"/>
                    <a:pt x="4242" y="2294"/>
                    <a:pt x="4257" y="2302"/>
                  </a:cubicBezTo>
                  <a:cubicBezTo>
                    <a:pt x="4269" y="2309"/>
                    <a:pt x="4281" y="2315"/>
                    <a:pt x="4294" y="2318"/>
                  </a:cubicBezTo>
                  <a:lnTo>
                    <a:pt x="4294" y="2319"/>
                  </a:lnTo>
                  <a:moveTo>
                    <a:pt x="3571" y="4198"/>
                  </a:moveTo>
                  <a:cubicBezTo>
                    <a:pt x="3570" y="4197"/>
                    <a:pt x="3568" y="4196"/>
                    <a:pt x="3566" y="4195"/>
                  </a:cubicBezTo>
                  <a:cubicBezTo>
                    <a:pt x="3557" y="4189"/>
                    <a:pt x="3546" y="4187"/>
                    <a:pt x="3535" y="4187"/>
                  </a:cubicBezTo>
                  <a:cubicBezTo>
                    <a:pt x="3524" y="4187"/>
                    <a:pt x="3513" y="4189"/>
                    <a:pt x="3503" y="4195"/>
                  </a:cubicBezTo>
                  <a:cubicBezTo>
                    <a:pt x="3503" y="4195"/>
                    <a:pt x="3502" y="4196"/>
                    <a:pt x="3501" y="4196"/>
                  </a:cubicBezTo>
                  <a:cubicBezTo>
                    <a:pt x="3525" y="4203"/>
                    <a:pt x="3542" y="4241"/>
                    <a:pt x="3571" y="4198"/>
                  </a:cubicBezTo>
                  <a:moveTo>
                    <a:pt x="1958" y="4487"/>
                  </a:moveTo>
                  <a:cubicBezTo>
                    <a:pt x="1973" y="4470"/>
                    <a:pt x="1993" y="4457"/>
                    <a:pt x="1984" y="4429"/>
                  </a:cubicBezTo>
                  <a:cubicBezTo>
                    <a:pt x="1983" y="4428"/>
                    <a:pt x="1983" y="4427"/>
                    <a:pt x="1982" y="4427"/>
                  </a:cubicBezTo>
                  <a:cubicBezTo>
                    <a:pt x="1980" y="4426"/>
                    <a:pt x="1979" y="4425"/>
                    <a:pt x="1977" y="4425"/>
                  </a:cubicBezTo>
                  <a:cubicBezTo>
                    <a:pt x="1976" y="4425"/>
                    <a:pt x="1976" y="4425"/>
                    <a:pt x="1975" y="4425"/>
                  </a:cubicBezTo>
                  <a:cubicBezTo>
                    <a:pt x="1952" y="4437"/>
                    <a:pt x="1949" y="4458"/>
                    <a:pt x="1951" y="4480"/>
                  </a:cubicBezTo>
                  <a:cubicBezTo>
                    <a:pt x="1950" y="4481"/>
                    <a:pt x="1952" y="4483"/>
                    <a:pt x="1958" y="4487"/>
                  </a:cubicBezTo>
                  <a:moveTo>
                    <a:pt x="261" y="484"/>
                  </a:moveTo>
                  <a:cubicBezTo>
                    <a:pt x="272" y="449"/>
                    <a:pt x="279" y="413"/>
                    <a:pt x="280" y="376"/>
                  </a:cubicBezTo>
                  <a:cubicBezTo>
                    <a:pt x="277" y="379"/>
                    <a:pt x="275" y="383"/>
                    <a:pt x="272" y="387"/>
                  </a:cubicBezTo>
                  <a:cubicBezTo>
                    <a:pt x="261" y="406"/>
                    <a:pt x="256" y="428"/>
                    <a:pt x="256" y="450"/>
                  </a:cubicBezTo>
                  <a:cubicBezTo>
                    <a:pt x="256" y="461"/>
                    <a:pt x="257" y="473"/>
                    <a:pt x="261" y="484"/>
                  </a:cubicBezTo>
                  <a:moveTo>
                    <a:pt x="1294" y="636"/>
                  </a:moveTo>
                  <a:cubicBezTo>
                    <a:pt x="1339" y="622"/>
                    <a:pt x="1341" y="620"/>
                    <a:pt x="1329" y="563"/>
                  </a:cubicBezTo>
                  <a:lnTo>
                    <a:pt x="1294" y="636"/>
                  </a:lnTo>
                  <a:moveTo>
                    <a:pt x="4005" y="3136"/>
                  </a:moveTo>
                  <a:cubicBezTo>
                    <a:pt x="4018" y="3077"/>
                    <a:pt x="4017" y="3064"/>
                    <a:pt x="3995" y="3031"/>
                  </a:cubicBezTo>
                  <a:lnTo>
                    <a:pt x="4005" y="3136"/>
                  </a:lnTo>
                  <a:moveTo>
                    <a:pt x="3073" y="4341"/>
                  </a:moveTo>
                  <a:cubicBezTo>
                    <a:pt x="3055" y="4352"/>
                    <a:pt x="3041" y="4367"/>
                    <a:pt x="3030" y="4386"/>
                  </a:cubicBezTo>
                  <a:cubicBezTo>
                    <a:pt x="3025" y="4394"/>
                    <a:pt x="3022" y="4402"/>
                    <a:pt x="3019" y="4411"/>
                  </a:cubicBezTo>
                  <a:cubicBezTo>
                    <a:pt x="3037" y="4398"/>
                    <a:pt x="3052" y="4381"/>
                    <a:pt x="3063" y="4362"/>
                  </a:cubicBezTo>
                  <a:cubicBezTo>
                    <a:pt x="3067" y="4355"/>
                    <a:pt x="3070" y="4348"/>
                    <a:pt x="3073" y="4341"/>
                  </a:cubicBezTo>
                  <a:moveTo>
                    <a:pt x="298" y="659"/>
                  </a:moveTo>
                  <a:cubicBezTo>
                    <a:pt x="300" y="653"/>
                    <a:pt x="301" y="646"/>
                    <a:pt x="301" y="640"/>
                  </a:cubicBezTo>
                  <a:cubicBezTo>
                    <a:pt x="301" y="629"/>
                    <a:pt x="298" y="618"/>
                    <a:pt x="292" y="608"/>
                  </a:cubicBezTo>
                  <a:cubicBezTo>
                    <a:pt x="292" y="607"/>
                    <a:pt x="292" y="607"/>
                    <a:pt x="292" y="607"/>
                  </a:cubicBezTo>
                  <a:cubicBezTo>
                    <a:pt x="291" y="607"/>
                    <a:pt x="291" y="606"/>
                    <a:pt x="291" y="605"/>
                  </a:cubicBezTo>
                  <a:cubicBezTo>
                    <a:pt x="290" y="603"/>
                    <a:pt x="288" y="602"/>
                    <a:pt x="286" y="600"/>
                  </a:cubicBezTo>
                  <a:cubicBezTo>
                    <a:pt x="284" y="599"/>
                    <a:pt x="281" y="599"/>
                    <a:pt x="279" y="599"/>
                  </a:cubicBezTo>
                  <a:cubicBezTo>
                    <a:pt x="277" y="599"/>
                    <a:pt x="275" y="599"/>
                    <a:pt x="274" y="600"/>
                  </a:cubicBezTo>
                  <a:cubicBezTo>
                    <a:pt x="273" y="600"/>
                    <a:pt x="273" y="600"/>
                    <a:pt x="273" y="600"/>
                  </a:cubicBezTo>
                  <a:cubicBezTo>
                    <a:pt x="271" y="601"/>
                    <a:pt x="269" y="603"/>
                    <a:pt x="268" y="605"/>
                  </a:cubicBezTo>
                  <a:cubicBezTo>
                    <a:pt x="267" y="607"/>
                    <a:pt x="266" y="609"/>
                    <a:pt x="266" y="611"/>
                  </a:cubicBezTo>
                  <a:cubicBezTo>
                    <a:pt x="266" y="613"/>
                    <a:pt x="267" y="616"/>
                    <a:pt x="268" y="617"/>
                  </a:cubicBezTo>
                  <a:cubicBezTo>
                    <a:pt x="274" y="634"/>
                    <a:pt x="277" y="652"/>
                    <a:pt x="298" y="659"/>
                  </a:cubicBezTo>
                  <a:moveTo>
                    <a:pt x="3759" y="2169"/>
                  </a:moveTo>
                  <a:cubicBezTo>
                    <a:pt x="3762" y="2171"/>
                    <a:pt x="3766" y="2173"/>
                    <a:pt x="3769" y="2175"/>
                  </a:cubicBezTo>
                  <a:cubicBezTo>
                    <a:pt x="3797" y="2192"/>
                    <a:pt x="3828" y="2203"/>
                    <a:pt x="3861" y="2209"/>
                  </a:cubicBezTo>
                  <a:cubicBezTo>
                    <a:pt x="3856" y="2205"/>
                    <a:pt x="3851" y="2202"/>
                    <a:pt x="3846" y="2199"/>
                  </a:cubicBezTo>
                  <a:cubicBezTo>
                    <a:pt x="3819" y="2184"/>
                    <a:pt x="3790" y="2174"/>
                    <a:pt x="3759" y="2169"/>
                  </a:cubicBezTo>
                  <a:moveTo>
                    <a:pt x="2424" y="4186"/>
                  </a:moveTo>
                  <a:cubicBezTo>
                    <a:pt x="2396" y="4203"/>
                    <a:pt x="2375" y="4213"/>
                    <a:pt x="2390" y="4248"/>
                  </a:cubicBezTo>
                  <a:cubicBezTo>
                    <a:pt x="2399" y="4241"/>
                    <a:pt x="2405" y="4232"/>
                    <a:pt x="2411" y="4222"/>
                  </a:cubicBezTo>
                  <a:cubicBezTo>
                    <a:pt x="2417" y="4211"/>
                    <a:pt x="2422" y="4199"/>
                    <a:pt x="2424" y="4186"/>
                  </a:cubicBezTo>
                  <a:moveTo>
                    <a:pt x="3460" y="2305"/>
                  </a:moveTo>
                  <a:lnTo>
                    <a:pt x="3524" y="2347"/>
                  </a:lnTo>
                  <a:cubicBezTo>
                    <a:pt x="3523" y="2345"/>
                    <a:pt x="3521" y="2342"/>
                    <a:pt x="3520" y="2340"/>
                  </a:cubicBezTo>
                  <a:cubicBezTo>
                    <a:pt x="3514" y="2329"/>
                    <a:pt x="3505" y="2320"/>
                    <a:pt x="3495" y="2314"/>
                  </a:cubicBezTo>
                  <a:cubicBezTo>
                    <a:pt x="3484" y="2308"/>
                    <a:pt x="3472" y="2305"/>
                    <a:pt x="3460" y="2305"/>
                  </a:cubicBezTo>
                  <a:moveTo>
                    <a:pt x="3766" y="2128"/>
                  </a:moveTo>
                  <a:lnTo>
                    <a:pt x="3765" y="2128"/>
                  </a:lnTo>
                  <a:cubicBezTo>
                    <a:pt x="3748" y="2118"/>
                    <a:pt x="3728" y="2112"/>
                    <a:pt x="3708" y="2112"/>
                  </a:cubicBezTo>
                  <a:cubicBezTo>
                    <a:pt x="3698" y="2112"/>
                    <a:pt x="3689" y="2113"/>
                    <a:pt x="3680" y="2116"/>
                  </a:cubicBezTo>
                  <a:cubicBezTo>
                    <a:pt x="3700" y="2125"/>
                    <a:pt x="3721" y="2130"/>
                    <a:pt x="3743" y="2130"/>
                  </a:cubicBezTo>
                  <a:cubicBezTo>
                    <a:pt x="3750" y="2130"/>
                    <a:pt x="3758" y="2129"/>
                    <a:pt x="3766" y="2128"/>
                  </a:cubicBezTo>
                  <a:moveTo>
                    <a:pt x="2367" y="3636"/>
                  </a:moveTo>
                  <a:cubicBezTo>
                    <a:pt x="2387" y="3593"/>
                    <a:pt x="2387" y="3593"/>
                    <a:pt x="2369" y="3571"/>
                  </a:cubicBezTo>
                  <a:cubicBezTo>
                    <a:pt x="2364" y="3581"/>
                    <a:pt x="2361" y="3593"/>
                    <a:pt x="2361" y="3605"/>
                  </a:cubicBezTo>
                  <a:cubicBezTo>
                    <a:pt x="2361" y="3616"/>
                    <a:pt x="2363" y="3626"/>
                    <a:pt x="2367" y="3636"/>
                  </a:cubicBezTo>
                  <a:moveTo>
                    <a:pt x="1902" y="4540"/>
                  </a:moveTo>
                  <a:cubicBezTo>
                    <a:pt x="1897" y="4561"/>
                    <a:pt x="1887" y="4580"/>
                    <a:pt x="1902" y="4602"/>
                  </a:cubicBezTo>
                  <a:cubicBezTo>
                    <a:pt x="1907" y="4598"/>
                    <a:pt x="1911" y="4594"/>
                    <a:pt x="1914" y="4589"/>
                  </a:cubicBezTo>
                  <a:cubicBezTo>
                    <a:pt x="1917" y="4584"/>
                    <a:pt x="1919" y="4577"/>
                    <a:pt x="1919" y="4571"/>
                  </a:cubicBezTo>
                  <a:cubicBezTo>
                    <a:pt x="1919" y="4564"/>
                    <a:pt x="1917" y="4558"/>
                    <a:pt x="1914" y="4552"/>
                  </a:cubicBezTo>
                  <a:cubicBezTo>
                    <a:pt x="1911" y="4547"/>
                    <a:pt x="1907" y="4543"/>
                    <a:pt x="1902" y="4540"/>
                  </a:cubicBezTo>
                  <a:moveTo>
                    <a:pt x="3958" y="2910"/>
                  </a:moveTo>
                  <a:cubicBezTo>
                    <a:pt x="3958" y="2896"/>
                    <a:pt x="3956" y="2883"/>
                    <a:pt x="3955" y="2868"/>
                  </a:cubicBezTo>
                  <a:cubicBezTo>
                    <a:pt x="3955" y="2867"/>
                    <a:pt x="3954" y="2866"/>
                    <a:pt x="3954" y="2865"/>
                  </a:cubicBezTo>
                  <a:cubicBezTo>
                    <a:pt x="3953" y="2864"/>
                    <a:pt x="3951" y="2863"/>
                    <a:pt x="3950" y="2862"/>
                  </a:cubicBezTo>
                  <a:cubicBezTo>
                    <a:pt x="3948" y="2861"/>
                    <a:pt x="3948" y="2861"/>
                    <a:pt x="3946" y="2861"/>
                  </a:cubicBezTo>
                  <a:cubicBezTo>
                    <a:pt x="3945" y="2861"/>
                    <a:pt x="3944" y="2861"/>
                    <a:pt x="3943" y="2861"/>
                  </a:cubicBezTo>
                  <a:cubicBezTo>
                    <a:pt x="3938" y="2861"/>
                    <a:pt x="3934" y="2865"/>
                    <a:pt x="3935" y="2872"/>
                  </a:cubicBezTo>
                  <a:cubicBezTo>
                    <a:pt x="3936" y="2879"/>
                    <a:pt x="3938" y="2886"/>
                    <a:pt x="3942" y="2892"/>
                  </a:cubicBezTo>
                  <a:cubicBezTo>
                    <a:pt x="3946" y="2899"/>
                    <a:pt x="3951" y="2905"/>
                    <a:pt x="3958" y="2910"/>
                  </a:cubicBezTo>
                  <a:moveTo>
                    <a:pt x="3099" y="3852"/>
                  </a:moveTo>
                  <a:cubicBezTo>
                    <a:pt x="3099" y="3845"/>
                    <a:pt x="3091" y="3840"/>
                    <a:pt x="3079" y="3839"/>
                  </a:cubicBezTo>
                  <a:cubicBezTo>
                    <a:pt x="3067" y="3837"/>
                    <a:pt x="3058" y="3835"/>
                    <a:pt x="3059" y="3849"/>
                  </a:cubicBezTo>
                  <a:cubicBezTo>
                    <a:pt x="3059" y="3862"/>
                    <a:pt x="3072" y="3866"/>
                    <a:pt x="3082" y="3870"/>
                  </a:cubicBezTo>
                  <a:cubicBezTo>
                    <a:pt x="3092" y="3873"/>
                    <a:pt x="3095" y="3869"/>
                    <a:pt x="3099" y="3852"/>
                  </a:cubicBezTo>
                  <a:moveTo>
                    <a:pt x="2244" y="4176"/>
                  </a:moveTo>
                  <a:cubicBezTo>
                    <a:pt x="2279" y="4171"/>
                    <a:pt x="2279" y="4171"/>
                    <a:pt x="2303" y="4135"/>
                  </a:cubicBezTo>
                  <a:cubicBezTo>
                    <a:pt x="2296" y="4138"/>
                    <a:pt x="2288" y="4141"/>
                    <a:pt x="2282" y="4145"/>
                  </a:cubicBezTo>
                  <a:cubicBezTo>
                    <a:pt x="2267" y="4153"/>
                    <a:pt x="2255" y="4164"/>
                    <a:pt x="2244" y="4176"/>
                  </a:cubicBezTo>
                  <a:moveTo>
                    <a:pt x="2948" y="3834"/>
                  </a:moveTo>
                  <a:cubicBezTo>
                    <a:pt x="2979" y="3861"/>
                    <a:pt x="2980" y="3863"/>
                    <a:pt x="2989" y="3854"/>
                  </a:cubicBezTo>
                  <a:cubicBezTo>
                    <a:pt x="2990" y="3854"/>
                    <a:pt x="2990" y="3853"/>
                    <a:pt x="2991" y="3852"/>
                  </a:cubicBezTo>
                  <a:cubicBezTo>
                    <a:pt x="2992" y="3850"/>
                    <a:pt x="2992" y="3848"/>
                    <a:pt x="2992" y="3846"/>
                  </a:cubicBezTo>
                  <a:cubicBezTo>
                    <a:pt x="2992" y="3846"/>
                    <a:pt x="2992" y="3845"/>
                    <a:pt x="2992" y="3844"/>
                  </a:cubicBezTo>
                  <a:cubicBezTo>
                    <a:pt x="2982" y="3824"/>
                    <a:pt x="2965" y="3827"/>
                    <a:pt x="2948" y="3834"/>
                  </a:cubicBezTo>
                  <a:moveTo>
                    <a:pt x="2451" y="4220"/>
                  </a:moveTo>
                  <a:cubicBezTo>
                    <a:pt x="2458" y="4215"/>
                    <a:pt x="2464" y="4208"/>
                    <a:pt x="2469" y="4200"/>
                  </a:cubicBezTo>
                  <a:cubicBezTo>
                    <a:pt x="2475" y="4190"/>
                    <a:pt x="2478" y="4179"/>
                    <a:pt x="2478" y="4168"/>
                  </a:cubicBezTo>
                  <a:cubicBezTo>
                    <a:pt x="2478" y="4167"/>
                    <a:pt x="2478" y="4166"/>
                    <a:pt x="2478" y="4165"/>
                  </a:cubicBezTo>
                  <a:cubicBezTo>
                    <a:pt x="2470" y="4170"/>
                    <a:pt x="2463" y="4176"/>
                    <a:pt x="2459" y="4184"/>
                  </a:cubicBezTo>
                  <a:cubicBezTo>
                    <a:pt x="2453" y="4193"/>
                    <a:pt x="2451" y="4204"/>
                    <a:pt x="2451" y="4215"/>
                  </a:cubicBezTo>
                  <a:cubicBezTo>
                    <a:pt x="2451" y="4217"/>
                    <a:pt x="2451" y="4218"/>
                    <a:pt x="2451" y="4220"/>
                  </a:cubicBezTo>
                  <a:moveTo>
                    <a:pt x="2823" y="3784"/>
                  </a:moveTo>
                  <a:cubicBezTo>
                    <a:pt x="2823" y="3783"/>
                    <a:pt x="2821" y="3782"/>
                    <a:pt x="2821" y="3781"/>
                  </a:cubicBezTo>
                  <a:cubicBezTo>
                    <a:pt x="2818" y="3776"/>
                    <a:pt x="2814" y="3771"/>
                    <a:pt x="2810" y="3769"/>
                  </a:cubicBezTo>
                  <a:cubicBezTo>
                    <a:pt x="2807" y="3767"/>
                    <a:pt x="2805" y="3767"/>
                    <a:pt x="2802" y="3766"/>
                  </a:cubicBezTo>
                  <a:cubicBezTo>
                    <a:pt x="2793" y="3762"/>
                    <a:pt x="2789" y="3769"/>
                    <a:pt x="2789" y="3777"/>
                  </a:cubicBezTo>
                  <a:cubicBezTo>
                    <a:pt x="2789" y="3790"/>
                    <a:pt x="2799" y="3793"/>
                    <a:pt x="2811" y="3795"/>
                  </a:cubicBezTo>
                  <a:cubicBezTo>
                    <a:pt x="2817" y="3795"/>
                    <a:pt x="2820" y="3793"/>
                    <a:pt x="2823" y="3784"/>
                  </a:cubicBezTo>
                  <a:moveTo>
                    <a:pt x="2946" y="3797"/>
                  </a:moveTo>
                  <a:cubicBezTo>
                    <a:pt x="2949" y="3803"/>
                    <a:pt x="2953" y="3807"/>
                    <a:pt x="2959" y="3811"/>
                  </a:cubicBezTo>
                  <a:cubicBezTo>
                    <a:pt x="2964" y="3814"/>
                    <a:pt x="2971" y="3816"/>
                    <a:pt x="2978" y="3816"/>
                  </a:cubicBezTo>
                  <a:cubicBezTo>
                    <a:pt x="2983" y="3816"/>
                    <a:pt x="2988" y="3815"/>
                    <a:pt x="2993" y="3812"/>
                  </a:cubicBezTo>
                  <a:cubicBezTo>
                    <a:pt x="2977" y="3801"/>
                    <a:pt x="2968" y="3789"/>
                    <a:pt x="2946" y="3797"/>
                  </a:cubicBezTo>
                  <a:moveTo>
                    <a:pt x="2991" y="3886"/>
                  </a:moveTo>
                  <a:cubicBezTo>
                    <a:pt x="2976" y="3871"/>
                    <a:pt x="2964" y="3859"/>
                    <a:pt x="2948" y="3865"/>
                  </a:cubicBezTo>
                  <a:cubicBezTo>
                    <a:pt x="2947" y="3866"/>
                    <a:pt x="2946" y="3867"/>
                    <a:pt x="2945" y="3868"/>
                  </a:cubicBezTo>
                  <a:cubicBezTo>
                    <a:pt x="2944" y="3869"/>
                    <a:pt x="2944" y="3871"/>
                    <a:pt x="2944" y="3873"/>
                  </a:cubicBezTo>
                  <a:lnTo>
                    <a:pt x="2944" y="3874"/>
                  </a:lnTo>
                  <a:cubicBezTo>
                    <a:pt x="2953" y="3889"/>
                    <a:pt x="2966" y="3896"/>
                    <a:pt x="2989" y="3886"/>
                  </a:cubicBezTo>
                  <a:lnTo>
                    <a:pt x="2991" y="3886"/>
                  </a:lnTo>
                  <a:moveTo>
                    <a:pt x="286" y="559"/>
                  </a:moveTo>
                  <a:lnTo>
                    <a:pt x="286" y="496"/>
                  </a:lnTo>
                  <a:cubicBezTo>
                    <a:pt x="283" y="506"/>
                    <a:pt x="282" y="518"/>
                    <a:pt x="282" y="528"/>
                  </a:cubicBezTo>
                  <a:cubicBezTo>
                    <a:pt x="282" y="539"/>
                    <a:pt x="283" y="549"/>
                    <a:pt x="286" y="559"/>
                  </a:cubicBezTo>
                  <a:moveTo>
                    <a:pt x="2146" y="4263"/>
                  </a:moveTo>
                  <a:cubicBezTo>
                    <a:pt x="2110" y="4263"/>
                    <a:pt x="2110" y="4263"/>
                    <a:pt x="2085" y="4281"/>
                  </a:cubicBezTo>
                  <a:lnTo>
                    <a:pt x="2146" y="4263"/>
                  </a:lnTo>
                  <a:moveTo>
                    <a:pt x="2128" y="4384"/>
                  </a:moveTo>
                  <a:cubicBezTo>
                    <a:pt x="2122" y="4382"/>
                    <a:pt x="2115" y="4381"/>
                    <a:pt x="2109" y="4381"/>
                  </a:cubicBezTo>
                  <a:cubicBezTo>
                    <a:pt x="2099" y="4381"/>
                    <a:pt x="2089" y="4384"/>
                    <a:pt x="2080" y="4389"/>
                  </a:cubicBezTo>
                  <a:cubicBezTo>
                    <a:pt x="2075" y="4392"/>
                    <a:pt x="2071" y="4395"/>
                    <a:pt x="2067" y="4399"/>
                  </a:cubicBezTo>
                  <a:cubicBezTo>
                    <a:pt x="2073" y="4401"/>
                    <a:pt x="2079" y="4403"/>
                    <a:pt x="2085" y="4403"/>
                  </a:cubicBezTo>
                  <a:cubicBezTo>
                    <a:pt x="2095" y="4403"/>
                    <a:pt x="2105" y="4400"/>
                    <a:pt x="2114" y="4395"/>
                  </a:cubicBezTo>
                  <a:cubicBezTo>
                    <a:pt x="2119" y="4392"/>
                    <a:pt x="2124" y="4388"/>
                    <a:pt x="2128" y="4384"/>
                  </a:cubicBezTo>
                  <a:moveTo>
                    <a:pt x="3691" y="2148"/>
                  </a:moveTo>
                  <a:cubicBezTo>
                    <a:pt x="3675" y="2144"/>
                    <a:pt x="3661" y="2134"/>
                    <a:pt x="3650" y="2153"/>
                  </a:cubicBezTo>
                  <a:cubicBezTo>
                    <a:pt x="3663" y="2155"/>
                    <a:pt x="3674" y="2164"/>
                    <a:pt x="3691" y="2147"/>
                  </a:cubicBezTo>
                  <a:lnTo>
                    <a:pt x="3691" y="2148"/>
                  </a:lnTo>
                  <a:moveTo>
                    <a:pt x="3841" y="3466"/>
                  </a:moveTo>
                  <a:cubicBezTo>
                    <a:pt x="3851" y="3456"/>
                    <a:pt x="3863" y="3447"/>
                    <a:pt x="3853" y="3430"/>
                  </a:cubicBezTo>
                  <a:cubicBezTo>
                    <a:pt x="3852" y="3428"/>
                    <a:pt x="3845" y="3425"/>
                    <a:pt x="3844" y="3426"/>
                  </a:cubicBezTo>
                  <a:cubicBezTo>
                    <a:pt x="3843" y="3428"/>
                    <a:pt x="3842" y="3429"/>
                    <a:pt x="3841" y="3431"/>
                  </a:cubicBezTo>
                  <a:cubicBezTo>
                    <a:pt x="3838" y="3437"/>
                    <a:pt x="3836" y="3444"/>
                    <a:pt x="3836" y="3450"/>
                  </a:cubicBezTo>
                  <a:cubicBezTo>
                    <a:pt x="3836" y="3454"/>
                    <a:pt x="3836" y="3457"/>
                    <a:pt x="3837" y="3461"/>
                  </a:cubicBezTo>
                  <a:cubicBezTo>
                    <a:pt x="3838" y="3462"/>
                    <a:pt x="3839" y="3463"/>
                    <a:pt x="3841" y="3465"/>
                  </a:cubicBezTo>
                  <a:lnTo>
                    <a:pt x="3841" y="3466"/>
                  </a:lnTo>
                  <a:moveTo>
                    <a:pt x="3039" y="3876"/>
                  </a:moveTo>
                  <a:cubicBezTo>
                    <a:pt x="3039" y="3865"/>
                    <a:pt x="3030" y="3863"/>
                    <a:pt x="3023" y="3859"/>
                  </a:cubicBezTo>
                  <a:cubicBezTo>
                    <a:pt x="3015" y="3855"/>
                    <a:pt x="3011" y="3856"/>
                    <a:pt x="3010" y="3862"/>
                  </a:cubicBezTo>
                  <a:cubicBezTo>
                    <a:pt x="3006" y="3876"/>
                    <a:pt x="3018" y="3879"/>
                    <a:pt x="3027" y="3882"/>
                  </a:cubicBezTo>
                  <a:cubicBezTo>
                    <a:pt x="3028" y="3883"/>
                    <a:pt x="3029" y="3883"/>
                    <a:pt x="3030" y="3883"/>
                  </a:cubicBezTo>
                  <a:cubicBezTo>
                    <a:pt x="3032" y="3883"/>
                    <a:pt x="3034" y="3881"/>
                    <a:pt x="3035" y="3881"/>
                  </a:cubicBezTo>
                  <a:cubicBezTo>
                    <a:pt x="3036" y="3880"/>
                    <a:pt x="3038" y="3879"/>
                    <a:pt x="3039" y="3878"/>
                  </a:cubicBezTo>
                  <a:cubicBezTo>
                    <a:pt x="3039" y="3877"/>
                    <a:pt x="3039" y="3877"/>
                    <a:pt x="3039" y="3876"/>
                  </a:cubicBezTo>
                  <a:moveTo>
                    <a:pt x="3581" y="2274"/>
                  </a:moveTo>
                  <a:cubicBezTo>
                    <a:pt x="3590" y="2283"/>
                    <a:pt x="3600" y="2292"/>
                    <a:pt x="3611" y="2298"/>
                  </a:cubicBezTo>
                  <a:cubicBezTo>
                    <a:pt x="3621" y="2304"/>
                    <a:pt x="3631" y="2308"/>
                    <a:pt x="3642" y="2311"/>
                  </a:cubicBezTo>
                  <a:cubicBezTo>
                    <a:pt x="3634" y="2301"/>
                    <a:pt x="3623" y="2293"/>
                    <a:pt x="3612" y="2286"/>
                  </a:cubicBezTo>
                  <a:cubicBezTo>
                    <a:pt x="3603" y="2280"/>
                    <a:pt x="3592" y="2276"/>
                    <a:pt x="3582" y="2274"/>
                  </a:cubicBezTo>
                  <a:lnTo>
                    <a:pt x="3581" y="2274"/>
                  </a:lnTo>
                  <a:moveTo>
                    <a:pt x="4150" y="3613"/>
                  </a:moveTo>
                  <a:cubicBezTo>
                    <a:pt x="4147" y="3634"/>
                    <a:pt x="4143" y="3646"/>
                    <a:pt x="4152" y="3658"/>
                  </a:cubicBezTo>
                  <a:cubicBezTo>
                    <a:pt x="4159" y="3645"/>
                    <a:pt x="4156" y="3633"/>
                    <a:pt x="4150" y="3613"/>
                  </a:cubicBezTo>
                  <a:moveTo>
                    <a:pt x="2471" y="3700"/>
                  </a:moveTo>
                  <a:cubicBezTo>
                    <a:pt x="2469" y="3695"/>
                    <a:pt x="2467" y="3690"/>
                    <a:pt x="2465" y="3686"/>
                  </a:cubicBezTo>
                  <a:cubicBezTo>
                    <a:pt x="2458" y="3674"/>
                    <a:pt x="2448" y="3664"/>
                    <a:pt x="2436" y="3657"/>
                  </a:cubicBezTo>
                  <a:cubicBezTo>
                    <a:pt x="2435" y="3657"/>
                    <a:pt x="2434" y="3656"/>
                    <a:pt x="2434" y="3656"/>
                  </a:cubicBezTo>
                  <a:cubicBezTo>
                    <a:pt x="2434" y="3664"/>
                    <a:pt x="2436" y="3671"/>
                    <a:pt x="2440" y="3678"/>
                  </a:cubicBezTo>
                  <a:cubicBezTo>
                    <a:pt x="2444" y="3685"/>
                    <a:pt x="2449" y="3691"/>
                    <a:pt x="2456" y="3695"/>
                  </a:cubicBezTo>
                  <a:cubicBezTo>
                    <a:pt x="2461" y="3697"/>
                    <a:pt x="2466" y="3699"/>
                    <a:pt x="2471" y="3700"/>
                  </a:cubicBezTo>
                  <a:moveTo>
                    <a:pt x="4021" y="3498"/>
                  </a:moveTo>
                  <a:cubicBezTo>
                    <a:pt x="4018" y="3505"/>
                    <a:pt x="4017" y="3512"/>
                    <a:pt x="4017" y="3519"/>
                  </a:cubicBezTo>
                  <a:cubicBezTo>
                    <a:pt x="4017" y="3526"/>
                    <a:pt x="4018" y="3533"/>
                    <a:pt x="4021" y="3539"/>
                  </a:cubicBezTo>
                  <a:lnTo>
                    <a:pt x="4021" y="3498"/>
                  </a:lnTo>
                  <a:moveTo>
                    <a:pt x="2579" y="3295"/>
                  </a:moveTo>
                  <a:cubicBezTo>
                    <a:pt x="2563" y="3284"/>
                    <a:pt x="2552" y="3271"/>
                    <a:pt x="2534" y="3282"/>
                  </a:cubicBezTo>
                  <a:cubicBezTo>
                    <a:pt x="2537" y="3286"/>
                    <a:pt x="2540" y="3289"/>
                    <a:pt x="2545" y="3292"/>
                  </a:cubicBezTo>
                  <a:cubicBezTo>
                    <a:pt x="2551" y="3295"/>
                    <a:pt x="2558" y="3297"/>
                    <a:pt x="2566" y="3297"/>
                  </a:cubicBezTo>
                  <a:cubicBezTo>
                    <a:pt x="2570" y="3297"/>
                    <a:pt x="2574" y="3296"/>
                    <a:pt x="2579" y="3295"/>
                  </a:cubicBezTo>
                  <a:moveTo>
                    <a:pt x="4043" y="3302"/>
                  </a:moveTo>
                  <a:lnTo>
                    <a:pt x="4038" y="3302"/>
                  </a:lnTo>
                  <a:cubicBezTo>
                    <a:pt x="4038" y="3306"/>
                    <a:pt x="4037" y="3310"/>
                    <a:pt x="4037" y="3315"/>
                  </a:cubicBezTo>
                  <a:cubicBezTo>
                    <a:pt x="4037" y="3319"/>
                    <a:pt x="4038" y="3324"/>
                    <a:pt x="4038" y="3328"/>
                  </a:cubicBezTo>
                  <a:cubicBezTo>
                    <a:pt x="4038" y="3334"/>
                    <a:pt x="4044" y="3334"/>
                    <a:pt x="4044" y="3328"/>
                  </a:cubicBezTo>
                  <a:cubicBezTo>
                    <a:pt x="4044" y="3326"/>
                    <a:pt x="4044" y="3325"/>
                    <a:pt x="4044" y="3323"/>
                  </a:cubicBezTo>
                  <a:cubicBezTo>
                    <a:pt x="4044" y="3316"/>
                    <a:pt x="4044" y="3308"/>
                    <a:pt x="4043" y="3301"/>
                  </a:cubicBezTo>
                  <a:lnTo>
                    <a:pt x="4043" y="3302"/>
                  </a:lnTo>
                  <a:moveTo>
                    <a:pt x="4099" y="2103"/>
                  </a:moveTo>
                  <a:cubicBezTo>
                    <a:pt x="4107" y="2111"/>
                    <a:pt x="4117" y="2105"/>
                    <a:pt x="4126" y="2105"/>
                  </a:cubicBezTo>
                  <a:cubicBezTo>
                    <a:pt x="4121" y="2103"/>
                    <a:pt x="4115" y="2102"/>
                    <a:pt x="4110" y="2102"/>
                  </a:cubicBezTo>
                  <a:cubicBezTo>
                    <a:pt x="4106" y="2102"/>
                    <a:pt x="4103" y="2102"/>
                    <a:pt x="4099" y="2103"/>
                  </a:cubicBezTo>
                  <a:moveTo>
                    <a:pt x="3041" y="3835"/>
                  </a:moveTo>
                  <a:cubicBezTo>
                    <a:pt x="3041" y="3825"/>
                    <a:pt x="3031" y="3822"/>
                    <a:pt x="3023" y="3820"/>
                  </a:cubicBezTo>
                  <a:cubicBezTo>
                    <a:pt x="3015" y="3818"/>
                    <a:pt x="3013" y="3822"/>
                    <a:pt x="3013" y="3828"/>
                  </a:cubicBezTo>
                  <a:cubicBezTo>
                    <a:pt x="3013" y="3839"/>
                    <a:pt x="3023" y="3841"/>
                    <a:pt x="3031" y="3843"/>
                  </a:cubicBezTo>
                  <a:cubicBezTo>
                    <a:pt x="3039" y="3845"/>
                    <a:pt x="3040" y="3841"/>
                    <a:pt x="3042" y="3835"/>
                  </a:cubicBezTo>
                  <a:lnTo>
                    <a:pt x="3041" y="3835"/>
                  </a:lnTo>
                  <a:moveTo>
                    <a:pt x="3261" y="3862"/>
                  </a:moveTo>
                  <a:cubicBezTo>
                    <a:pt x="3256" y="3863"/>
                    <a:pt x="3251" y="3865"/>
                    <a:pt x="3252" y="3872"/>
                  </a:cubicBezTo>
                  <a:cubicBezTo>
                    <a:pt x="3255" y="3885"/>
                    <a:pt x="3267" y="3886"/>
                    <a:pt x="3276" y="3888"/>
                  </a:cubicBezTo>
                  <a:cubicBezTo>
                    <a:pt x="3277" y="3888"/>
                    <a:pt x="3277" y="3888"/>
                    <a:pt x="3278" y="3888"/>
                  </a:cubicBezTo>
                  <a:cubicBezTo>
                    <a:pt x="3279" y="3888"/>
                    <a:pt x="3279" y="3887"/>
                    <a:pt x="3281" y="3887"/>
                  </a:cubicBezTo>
                  <a:cubicBezTo>
                    <a:pt x="3282" y="3886"/>
                    <a:pt x="3283" y="3886"/>
                    <a:pt x="3284" y="3885"/>
                  </a:cubicBezTo>
                  <a:cubicBezTo>
                    <a:pt x="3285" y="3884"/>
                    <a:pt x="3285" y="3882"/>
                    <a:pt x="3285" y="3881"/>
                  </a:cubicBezTo>
                  <a:cubicBezTo>
                    <a:pt x="3285" y="3880"/>
                    <a:pt x="3285" y="3879"/>
                    <a:pt x="3285" y="3879"/>
                  </a:cubicBezTo>
                  <a:cubicBezTo>
                    <a:pt x="3282" y="3867"/>
                    <a:pt x="3272" y="3864"/>
                    <a:pt x="3262" y="3862"/>
                  </a:cubicBezTo>
                  <a:lnTo>
                    <a:pt x="3261" y="3862"/>
                  </a:lnTo>
                  <a:moveTo>
                    <a:pt x="3797" y="2873"/>
                  </a:moveTo>
                  <a:cubicBezTo>
                    <a:pt x="3796" y="2874"/>
                    <a:pt x="3795" y="2875"/>
                    <a:pt x="3795" y="2876"/>
                  </a:cubicBezTo>
                  <a:cubicBezTo>
                    <a:pt x="3794" y="2877"/>
                    <a:pt x="3794" y="2878"/>
                    <a:pt x="3793" y="2879"/>
                  </a:cubicBezTo>
                  <a:cubicBezTo>
                    <a:pt x="3792" y="2882"/>
                    <a:pt x="3791" y="2886"/>
                    <a:pt x="3791" y="2889"/>
                  </a:cubicBezTo>
                  <a:cubicBezTo>
                    <a:pt x="3791" y="2895"/>
                    <a:pt x="3793" y="2901"/>
                    <a:pt x="3796" y="2905"/>
                  </a:cubicBezTo>
                  <a:cubicBezTo>
                    <a:pt x="3796" y="2908"/>
                    <a:pt x="3803" y="2910"/>
                    <a:pt x="3804" y="2909"/>
                  </a:cubicBezTo>
                  <a:cubicBezTo>
                    <a:pt x="3815" y="2903"/>
                    <a:pt x="3811" y="2894"/>
                    <a:pt x="3806" y="2886"/>
                  </a:cubicBezTo>
                  <a:cubicBezTo>
                    <a:pt x="3804" y="2881"/>
                    <a:pt x="3801" y="2877"/>
                    <a:pt x="3797" y="2873"/>
                  </a:cubicBezTo>
                  <a:moveTo>
                    <a:pt x="3403" y="3958"/>
                  </a:moveTo>
                  <a:cubicBezTo>
                    <a:pt x="3401" y="3956"/>
                    <a:pt x="3399" y="3952"/>
                    <a:pt x="3397" y="3953"/>
                  </a:cubicBezTo>
                  <a:cubicBezTo>
                    <a:pt x="3392" y="3953"/>
                    <a:pt x="3388" y="3954"/>
                    <a:pt x="3385" y="3956"/>
                  </a:cubicBezTo>
                  <a:cubicBezTo>
                    <a:pt x="3381" y="3959"/>
                    <a:pt x="3377" y="3962"/>
                    <a:pt x="3375" y="3966"/>
                  </a:cubicBezTo>
                  <a:cubicBezTo>
                    <a:pt x="3376" y="3967"/>
                    <a:pt x="3377" y="3968"/>
                    <a:pt x="3379" y="3969"/>
                  </a:cubicBezTo>
                  <a:cubicBezTo>
                    <a:pt x="3380" y="3969"/>
                    <a:pt x="3381" y="3970"/>
                    <a:pt x="3383" y="3971"/>
                  </a:cubicBezTo>
                  <a:cubicBezTo>
                    <a:pt x="3384" y="3971"/>
                    <a:pt x="3385" y="3971"/>
                    <a:pt x="3386" y="3971"/>
                  </a:cubicBezTo>
                  <a:cubicBezTo>
                    <a:pt x="3389" y="3971"/>
                    <a:pt x="3392" y="3969"/>
                    <a:pt x="3395" y="3968"/>
                  </a:cubicBezTo>
                  <a:cubicBezTo>
                    <a:pt x="3397" y="3966"/>
                    <a:pt x="3400" y="3964"/>
                    <a:pt x="3402" y="3962"/>
                  </a:cubicBezTo>
                  <a:cubicBezTo>
                    <a:pt x="3402" y="3961"/>
                    <a:pt x="3403" y="3959"/>
                    <a:pt x="3404" y="3958"/>
                  </a:cubicBezTo>
                  <a:lnTo>
                    <a:pt x="3403" y="3958"/>
                  </a:lnTo>
                  <a:moveTo>
                    <a:pt x="3740" y="2374"/>
                  </a:moveTo>
                  <a:cubicBezTo>
                    <a:pt x="3743" y="2372"/>
                    <a:pt x="3748" y="2370"/>
                    <a:pt x="3748" y="2369"/>
                  </a:cubicBezTo>
                  <a:cubicBezTo>
                    <a:pt x="3748" y="2367"/>
                    <a:pt x="3747" y="2365"/>
                    <a:pt x="3746" y="2363"/>
                  </a:cubicBezTo>
                  <a:cubicBezTo>
                    <a:pt x="3744" y="2360"/>
                    <a:pt x="3741" y="2356"/>
                    <a:pt x="3739" y="2355"/>
                  </a:cubicBezTo>
                  <a:cubicBezTo>
                    <a:pt x="3737" y="2354"/>
                    <a:pt x="3736" y="2354"/>
                    <a:pt x="3734" y="2354"/>
                  </a:cubicBezTo>
                  <a:cubicBezTo>
                    <a:pt x="3729" y="2352"/>
                    <a:pt x="3722" y="2354"/>
                    <a:pt x="3724" y="2360"/>
                  </a:cubicBezTo>
                  <a:cubicBezTo>
                    <a:pt x="3724" y="2362"/>
                    <a:pt x="3725" y="2363"/>
                    <a:pt x="3726" y="2365"/>
                  </a:cubicBezTo>
                  <a:cubicBezTo>
                    <a:pt x="3727" y="2367"/>
                    <a:pt x="3730" y="2370"/>
                    <a:pt x="3732" y="2371"/>
                  </a:cubicBezTo>
                  <a:cubicBezTo>
                    <a:pt x="3735" y="2373"/>
                    <a:pt x="3738" y="2374"/>
                    <a:pt x="3740" y="2374"/>
                  </a:cubicBezTo>
                  <a:moveTo>
                    <a:pt x="313" y="463"/>
                  </a:moveTo>
                  <a:cubicBezTo>
                    <a:pt x="311" y="459"/>
                    <a:pt x="309" y="452"/>
                    <a:pt x="307" y="452"/>
                  </a:cubicBezTo>
                  <a:cubicBezTo>
                    <a:pt x="298" y="452"/>
                    <a:pt x="295" y="459"/>
                    <a:pt x="293" y="466"/>
                  </a:cubicBezTo>
                  <a:cubicBezTo>
                    <a:pt x="293" y="467"/>
                    <a:pt x="293" y="468"/>
                    <a:pt x="293" y="469"/>
                  </a:cubicBezTo>
                  <a:cubicBezTo>
                    <a:pt x="293" y="471"/>
                    <a:pt x="293" y="472"/>
                    <a:pt x="294" y="473"/>
                  </a:cubicBezTo>
                  <a:cubicBezTo>
                    <a:pt x="295" y="475"/>
                    <a:pt x="296" y="476"/>
                    <a:pt x="297" y="477"/>
                  </a:cubicBezTo>
                  <a:cubicBezTo>
                    <a:pt x="298" y="478"/>
                    <a:pt x="299" y="478"/>
                    <a:pt x="300" y="478"/>
                  </a:cubicBezTo>
                  <a:cubicBezTo>
                    <a:pt x="309" y="479"/>
                    <a:pt x="311" y="471"/>
                    <a:pt x="313" y="463"/>
                  </a:cubicBezTo>
                  <a:moveTo>
                    <a:pt x="3140" y="3874"/>
                  </a:moveTo>
                  <a:cubicBezTo>
                    <a:pt x="3149" y="3870"/>
                    <a:pt x="3155" y="3868"/>
                    <a:pt x="3155" y="3867"/>
                  </a:cubicBezTo>
                  <a:cubicBezTo>
                    <a:pt x="3155" y="3861"/>
                    <a:pt x="3148" y="3859"/>
                    <a:pt x="3143" y="3858"/>
                  </a:cubicBezTo>
                  <a:cubicBezTo>
                    <a:pt x="3138" y="3856"/>
                    <a:pt x="3133" y="3853"/>
                    <a:pt x="3134" y="3862"/>
                  </a:cubicBezTo>
                  <a:cubicBezTo>
                    <a:pt x="3135" y="3865"/>
                    <a:pt x="3135" y="3868"/>
                    <a:pt x="3138" y="3872"/>
                  </a:cubicBezTo>
                  <a:cubicBezTo>
                    <a:pt x="3138" y="3873"/>
                    <a:pt x="3139" y="3873"/>
                    <a:pt x="3140" y="38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8"/>
            <p:cNvSpPr/>
            <p:nvPr/>
          </p:nvSpPr>
          <p:spPr>
            <a:xfrm rot="-755217">
              <a:off x="8380074" y="3122447"/>
              <a:ext cx="690660" cy="810408"/>
            </a:xfrm>
            <a:custGeom>
              <a:rect b="b" l="l" r="r" t="t"/>
              <a:pathLst>
                <a:path extrusionOk="0" h="981" w="836">
                  <a:moveTo>
                    <a:pt x="835" y="980"/>
                  </a:moveTo>
                  <a:cubicBezTo>
                    <a:pt x="812" y="969"/>
                    <a:pt x="789" y="960"/>
                    <a:pt x="765" y="954"/>
                  </a:cubicBezTo>
                  <a:cubicBezTo>
                    <a:pt x="738" y="946"/>
                    <a:pt x="713" y="935"/>
                    <a:pt x="689" y="921"/>
                  </a:cubicBezTo>
                  <a:cubicBezTo>
                    <a:pt x="671" y="911"/>
                    <a:pt x="654" y="899"/>
                    <a:pt x="639" y="886"/>
                  </a:cubicBezTo>
                  <a:cubicBezTo>
                    <a:pt x="494" y="781"/>
                    <a:pt x="372" y="646"/>
                    <a:pt x="282" y="490"/>
                  </a:cubicBezTo>
                  <a:cubicBezTo>
                    <a:pt x="279" y="484"/>
                    <a:pt x="276" y="479"/>
                    <a:pt x="273" y="473"/>
                  </a:cubicBezTo>
                  <a:cubicBezTo>
                    <a:pt x="237" y="407"/>
                    <a:pt x="203" y="341"/>
                    <a:pt x="167" y="274"/>
                  </a:cubicBezTo>
                  <a:cubicBezTo>
                    <a:pt x="163" y="266"/>
                    <a:pt x="158" y="258"/>
                    <a:pt x="154" y="250"/>
                  </a:cubicBezTo>
                  <a:cubicBezTo>
                    <a:pt x="131" y="210"/>
                    <a:pt x="104" y="172"/>
                    <a:pt x="75" y="136"/>
                  </a:cubicBezTo>
                  <a:cubicBezTo>
                    <a:pt x="75" y="176"/>
                    <a:pt x="103" y="200"/>
                    <a:pt x="104" y="232"/>
                  </a:cubicBezTo>
                  <a:cubicBezTo>
                    <a:pt x="97" y="221"/>
                    <a:pt x="90" y="210"/>
                    <a:pt x="84" y="199"/>
                  </a:cubicBezTo>
                  <a:cubicBezTo>
                    <a:pt x="48" y="137"/>
                    <a:pt x="20" y="70"/>
                    <a:pt x="0" y="1"/>
                  </a:cubicBezTo>
                  <a:cubicBezTo>
                    <a:pt x="3" y="0"/>
                    <a:pt x="4" y="0"/>
                    <a:pt x="7" y="0"/>
                  </a:cubicBezTo>
                  <a:cubicBezTo>
                    <a:pt x="9" y="0"/>
                    <a:pt x="12" y="0"/>
                    <a:pt x="14" y="1"/>
                  </a:cubicBezTo>
                  <a:cubicBezTo>
                    <a:pt x="20" y="19"/>
                    <a:pt x="27" y="36"/>
                    <a:pt x="37" y="53"/>
                  </a:cubicBezTo>
                  <a:cubicBezTo>
                    <a:pt x="49" y="74"/>
                    <a:pt x="65" y="94"/>
                    <a:pt x="83" y="110"/>
                  </a:cubicBezTo>
                  <a:cubicBezTo>
                    <a:pt x="124" y="158"/>
                    <a:pt x="160" y="208"/>
                    <a:pt x="191" y="262"/>
                  </a:cubicBezTo>
                  <a:cubicBezTo>
                    <a:pt x="200" y="278"/>
                    <a:pt x="209" y="295"/>
                    <a:pt x="217" y="311"/>
                  </a:cubicBezTo>
                  <a:cubicBezTo>
                    <a:pt x="244" y="359"/>
                    <a:pt x="270" y="408"/>
                    <a:pt x="295" y="457"/>
                  </a:cubicBezTo>
                  <a:cubicBezTo>
                    <a:pt x="300" y="466"/>
                    <a:pt x="305" y="476"/>
                    <a:pt x="311" y="485"/>
                  </a:cubicBezTo>
                  <a:cubicBezTo>
                    <a:pt x="394" y="629"/>
                    <a:pt x="503" y="755"/>
                    <a:pt x="634" y="857"/>
                  </a:cubicBezTo>
                  <a:cubicBezTo>
                    <a:pt x="646" y="868"/>
                    <a:pt x="659" y="878"/>
                    <a:pt x="673" y="886"/>
                  </a:cubicBezTo>
                  <a:cubicBezTo>
                    <a:pt x="688" y="895"/>
                    <a:pt x="705" y="902"/>
                    <a:pt x="722" y="906"/>
                  </a:cubicBezTo>
                  <a:cubicBezTo>
                    <a:pt x="668" y="847"/>
                    <a:pt x="606" y="795"/>
                    <a:pt x="553" y="736"/>
                  </a:cubicBezTo>
                  <a:cubicBezTo>
                    <a:pt x="499" y="676"/>
                    <a:pt x="465" y="602"/>
                    <a:pt x="405" y="546"/>
                  </a:cubicBezTo>
                  <a:cubicBezTo>
                    <a:pt x="409" y="544"/>
                    <a:pt x="414" y="542"/>
                    <a:pt x="420" y="542"/>
                  </a:cubicBezTo>
                  <a:cubicBezTo>
                    <a:pt x="426" y="542"/>
                    <a:pt x="432" y="544"/>
                    <a:pt x="437" y="547"/>
                  </a:cubicBezTo>
                  <a:cubicBezTo>
                    <a:pt x="442" y="550"/>
                    <a:pt x="446" y="554"/>
                    <a:pt x="449" y="560"/>
                  </a:cubicBezTo>
                  <a:cubicBezTo>
                    <a:pt x="450" y="561"/>
                    <a:pt x="451" y="563"/>
                    <a:pt x="452" y="566"/>
                  </a:cubicBezTo>
                  <a:cubicBezTo>
                    <a:pt x="525" y="689"/>
                    <a:pt x="620" y="797"/>
                    <a:pt x="733" y="886"/>
                  </a:cubicBezTo>
                  <a:cubicBezTo>
                    <a:pt x="736" y="889"/>
                    <a:pt x="739" y="892"/>
                    <a:pt x="742" y="894"/>
                  </a:cubicBezTo>
                  <a:cubicBezTo>
                    <a:pt x="748" y="897"/>
                    <a:pt x="755" y="899"/>
                    <a:pt x="762" y="899"/>
                  </a:cubicBezTo>
                  <a:lnTo>
                    <a:pt x="768" y="903"/>
                  </a:lnTo>
                  <a:cubicBezTo>
                    <a:pt x="769" y="907"/>
                    <a:pt x="771" y="911"/>
                    <a:pt x="773" y="915"/>
                  </a:cubicBezTo>
                  <a:cubicBezTo>
                    <a:pt x="778" y="924"/>
                    <a:pt x="785" y="931"/>
                    <a:pt x="793" y="935"/>
                  </a:cubicBezTo>
                  <a:cubicBezTo>
                    <a:pt x="801" y="940"/>
                    <a:pt x="809" y="942"/>
                    <a:pt x="817" y="943"/>
                  </a:cubicBezTo>
                  <a:cubicBezTo>
                    <a:pt x="821" y="946"/>
                    <a:pt x="825" y="950"/>
                    <a:pt x="828" y="955"/>
                  </a:cubicBezTo>
                  <a:cubicBezTo>
                    <a:pt x="832" y="963"/>
                    <a:pt x="834" y="971"/>
                    <a:pt x="835" y="9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8"/>
            <p:cNvSpPr/>
            <p:nvPr/>
          </p:nvSpPr>
          <p:spPr>
            <a:xfrm rot="-755217">
              <a:off x="10083243" y="2997987"/>
              <a:ext cx="259410" cy="629491"/>
            </a:xfrm>
            <a:custGeom>
              <a:rect b="b" l="l" r="r" t="t"/>
              <a:pathLst>
                <a:path extrusionOk="0" h="762" w="314">
                  <a:moveTo>
                    <a:pt x="250" y="272"/>
                  </a:moveTo>
                  <a:cubicBezTo>
                    <a:pt x="230" y="314"/>
                    <a:pt x="249" y="352"/>
                    <a:pt x="261" y="393"/>
                  </a:cubicBezTo>
                  <a:cubicBezTo>
                    <a:pt x="287" y="374"/>
                    <a:pt x="280" y="338"/>
                    <a:pt x="303" y="320"/>
                  </a:cubicBezTo>
                  <a:lnTo>
                    <a:pt x="313" y="322"/>
                  </a:lnTo>
                  <a:lnTo>
                    <a:pt x="303" y="379"/>
                  </a:lnTo>
                  <a:cubicBezTo>
                    <a:pt x="297" y="382"/>
                    <a:pt x="288" y="384"/>
                    <a:pt x="285" y="389"/>
                  </a:cubicBezTo>
                  <a:cubicBezTo>
                    <a:pt x="257" y="440"/>
                    <a:pt x="235" y="492"/>
                    <a:pt x="260" y="552"/>
                  </a:cubicBezTo>
                  <a:cubicBezTo>
                    <a:pt x="280" y="601"/>
                    <a:pt x="292" y="653"/>
                    <a:pt x="293" y="706"/>
                  </a:cubicBezTo>
                  <a:cubicBezTo>
                    <a:pt x="294" y="711"/>
                    <a:pt x="294" y="715"/>
                    <a:pt x="294" y="720"/>
                  </a:cubicBezTo>
                  <a:cubicBezTo>
                    <a:pt x="294" y="734"/>
                    <a:pt x="291" y="748"/>
                    <a:pt x="286" y="761"/>
                  </a:cubicBezTo>
                  <a:cubicBezTo>
                    <a:pt x="272" y="761"/>
                    <a:pt x="273" y="755"/>
                    <a:pt x="273" y="750"/>
                  </a:cubicBezTo>
                  <a:cubicBezTo>
                    <a:pt x="277" y="634"/>
                    <a:pt x="236" y="531"/>
                    <a:pt x="177" y="434"/>
                  </a:cubicBezTo>
                  <a:cubicBezTo>
                    <a:pt x="127" y="351"/>
                    <a:pt x="72" y="271"/>
                    <a:pt x="12" y="195"/>
                  </a:cubicBezTo>
                  <a:cubicBezTo>
                    <a:pt x="9" y="192"/>
                    <a:pt x="7" y="189"/>
                    <a:pt x="5" y="186"/>
                  </a:cubicBezTo>
                  <a:cubicBezTo>
                    <a:pt x="1" y="180"/>
                    <a:pt x="0" y="173"/>
                    <a:pt x="0" y="166"/>
                  </a:cubicBezTo>
                  <a:cubicBezTo>
                    <a:pt x="0" y="159"/>
                    <a:pt x="2" y="154"/>
                    <a:pt x="5" y="147"/>
                  </a:cubicBezTo>
                  <a:cubicBezTo>
                    <a:pt x="8" y="143"/>
                    <a:pt x="11" y="138"/>
                    <a:pt x="15" y="135"/>
                  </a:cubicBezTo>
                  <a:cubicBezTo>
                    <a:pt x="76" y="204"/>
                    <a:pt x="130" y="279"/>
                    <a:pt x="176" y="359"/>
                  </a:cubicBezTo>
                  <a:cubicBezTo>
                    <a:pt x="179" y="363"/>
                    <a:pt x="181" y="367"/>
                    <a:pt x="183" y="371"/>
                  </a:cubicBezTo>
                  <a:cubicBezTo>
                    <a:pt x="180" y="412"/>
                    <a:pt x="204" y="441"/>
                    <a:pt x="227" y="471"/>
                  </a:cubicBezTo>
                  <a:cubicBezTo>
                    <a:pt x="245" y="464"/>
                    <a:pt x="239" y="449"/>
                    <a:pt x="238" y="437"/>
                  </a:cubicBezTo>
                  <a:cubicBezTo>
                    <a:pt x="239" y="436"/>
                    <a:pt x="239" y="434"/>
                    <a:pt x="239" y="432"/>
                  </a:cubicBezTo>
                  <a:cubicBezTo>
                    <a:pt x="239" y="379"/>
                    <a:pt x="224" y="326"/>
                    <a:pt x="198" y="280"/>
                  </a:cubicBezTo>
                  <a:cubicBezTo>
                    <a:pt x="191" y="268"/>
                    <a:pt x="184" y="258"/>
                    <a:pt x="176" y="247"/>
                  </a:cubicBezTo>
                  <a:cubicBezTo>
                    <a:pt x="117" y="180"/>
                    <a:pt x="90" y="92"/>
                    <a:pt x="23" y="31"/>
                  </a:cubicBezTo>
                  <a:lnTo>
                    <a:pt x="23" y="27"/>
                  </a:lnTo>
                  <a:cubicBezTo>
                    <a:pt x="30" y="0"/>
                    <a:pt x="41" y="18"/>
                    <a:pt x="47" y="27"/>
                  </a:cubicBezTo>
                  <a:cubicBezTo>
                    <a:pt x="90" y="83"/>
                    <a:pt x="132" y="141"/>
                    <a:pt x="175" y="198"/>
                  </a:cubicBezTo>
                  <a:cubicBezTo>
                    <a:pt x="185" y="211"/>
                    <a:pt x="190" y="228"/>
                    <a:pt x="207" y="234"/>
                  </a:cubicBezTo>
                  <a:lnTo>
                    <a:pt x="214" y="255"/>
                  </a:lnTo>
                  <a:cubicBezTo>
                    <a:pt x="226" y="289"/>
                    <a:pt x="226" y="289"/>
                    <a:pt x="25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8"/>
            <p:cNvSpPr/>
            <p:nvPr/>
          </p:nvSpPr>
          <p:spPr>
            <a:xfrm rot="-755217">
              <a:off x="10411908" y="3855600"/>
              <a:ext cx="221408" cy="346137"/>
            </a:xfrm>
            <a:custGeom>
              <a:rect b="b" l="l" r="r" t="t"/>
              <a:pathLst>
                <a:path extrusionOk="0" h="419" w="268">
                  <a:moveTo>
                    <a:pt x="105" y="256"/>
                  </a:moveTo>
                  <a:cubicBezTo>
                    <a:pt x="106" y="264"/>
                    <a:pt x="100" y="274"/>
                    <a:pt x="108" y="284"/>
                  </a:cubicBezTo>
                  <a:cubicBezTo>
                    <a:pt x="114" y="276"/>
                    <a:pt x="120" y="267"/>
                    <a:pt x="126" y="258"/>
                  </a:cubicBezTo>
                  <a:cubicBezTo>
                    <a:pt x="131" y="249"/>
                    <a:pt x="136" y="239"/>
                    <a:pt x="139" y="229"/>
                  </a:cubicBezTo>
                  <a:cubicBezTo>
                    <a:pt x="169" y="170"/>
                    <a:pt x="199" y="111"/>
                    <a:pt x="229" y="52"/>
                  </a:cubicBezTo>
                  <a:cubicBezTo>
                    <a:pt x="231" y="47"/>
                    <a:pt x="234" y="42"/>
                    <a:pt x="237" y="37"/>
                  </a:cubicBezTo>
                  <a:cubicBezTo>
                    <a:pt x="245" y="23"/>
                    <a:pt x="255" y="10"/>
                    <a:pt x="267" y="0"/>
                  </a:cubicBezTo>
                  <a:cubicBezTo>
                    <a:pt x="253" y="35"/>
                    <a:pt x="237" y="70"/>
                    <a:pt x="218" y="103"/>
                  </a:cubicBezTo>
                  <a:cubicBezTo>
                    <a:pt x="217" y="104"/>
                    <a:pt x="216" y="106"/>
                    <a:pt x="215" y="107"/>
                  </a:cubicBezTo>
                  <a:cubicBezTo>
                    <a:pt x="178" y="174"/>
                    <a:pt x="148" y="245"/>
                    <a:pt x="125" y="319"/>
                  </a:cubicBezTo>
                  <a:lnTo>
                    <a:pt x="127" y="338"/>
                  </a:lnTo>
                  <a:cubicBezTo>
                    <a:pt x="126" y="341"/>
                    <a:pt x="124" y="344"/>
                    <a:pt x="123" y="346"/>
                  </a:cubicBezTo>
                  <a:cubicBezTo>
                    <a:pt x="113" y="363"/>
                    <a:pt x="101" y="377"/>
                    <a:pt x="86" y="389"/>
                  </a:cubicBezTo>
                  <a:cubicBezTo>
                    <a:pt x="77" y="399"/>
                    <a:pt x="66" y="413"/>
                    <a:pt x="50" y="395"/>
                  </a:cubicBezTo>
                  <a:cubicBezTo>
                    <a:pt x="41" y="385"/>
                    <a:pt x="34" y="395"/>
                    <a:pt x="28" y="401"/>
                  </a:cubicBezTo>
                  <a:cubicBezTo>
                    <a:pt x="21" y="407"/>
                    <a:pt x="14" y="418"/>
                    <a:pt x="2" y="418"/>
                  </a:cubicBezTo>
                  <a:cubicBezTo>
                    <a:pt x="0" y="353"/>
                    <a:pt x="0" y="353"/>
                    <a:pt x="49" y="312"/>
                  </a:cubicBezTo>
                  <a:cubicBezTo>
                    <a:pt x="51" y="322"/>
                    <a:pt x="43" y="334"/>
                    <a:pt x="54" y="343"/>
                  </a:cubicBezTo>
                  <a:cubicBezTo>
                    <a:pt x="80" y="319"/>
                    <a:pt x="76" y="277"/>
                    <a:pt x="105"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8"/>
            <p:cNvSpPr/>
            <p:nvPr/>
          </p:nvSpPr>
          <p:spPr>
            <a:xfrm rot="-755217">
              <a:off x="10504894" y="3508481"/>
              <a:ext cx="172665" cy="346964"/>
            </a:xfrm>
            <a:custGeom>
              <a:rect b="b" l="l" r="r" t="t"/>
              <a:pathLst>
                <a:path extrusionOk="0" h="420" w="209">
                  <a:moveTo>
                    <a:pt x="0" y="419"/>
                  </a:moveTo>
                  <a:cubicBezTo>
                    <a:pt x="3" y="379"/>
                    <a:pt x="26" y="347"/>
                    <a:pt x="40" y="313"/>
                  </a:cubicBezTo>
                  <a:cubicBezTo>
                    <a:pt x="61" y="260"/>
                    <a:pt x="83" y="207"/>
                    <a:pt x="104" y="156"/>
                  </a:cubicBezTo>
                  <a:lnTo>
                    <a:pt x="148" y="68"/>
                  </a:lnTo>
                  <a:cubicBezTo>
                    <a:pt x="166" y="47"/>
                    <a:pt x="182" y="24"/>
                    <a:pt x="195" y="0"/>
                  </a:cubicBezTo>
                  <a:cubicBezTo>
                    <a:pt x="208" y="6"/>
                    <a:pt x="205" y="12"/>
                    <a:pt x="202" y="16"/>
                  </a:cubicBezTo>
                  <a:cubicBezTo>
                    <a:pt x="135" y="137"/>
                    <a:pt x="75" y="262"/>
                    <a:pt x="21" y="390"/>
                  </a:cubicBezTo>
                  <a:cubicBezTo>
                    <a:pt x="16" y="400"/>
                    <a:pt x="14" y="414"/>
                    <a:pt x="0"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8"/>
            <p:cNvSpPr/>
            <p:nvPr/>
          </p:nvSpPr>
          <p:spPr>
            <a:xfrm rot="-755217">
              <a:off x="7910879" y="2944647"/>
              <a:ext cx="60309" cy="262701"/>
            </a:xfrm>
            <a:custGeom>
              <a:rect b="b" l="l" r="r" t="t"/>
              <a:pathLst>
                <a:path extrusionOk="0" h="318" w="73">
                  <a:moveTo>
                    <a:pt x="58" y="278"/>
                  </a:moveTo>
                  <a:cubicBezTo>
                    <a:pt x="38" y="218"/>
                    <a:pt x="24" y="156"/>
                    <a:pt x="16" y="93"/>
                  </a:cubicBezTo>
                  <a:cubicBezTo>
                    <a:pt x="12" y="63"/>
                    <a:pt x="0" y="33"/>
                    <a:pt x="11" y="0"/>
                  </a:cubicBezTo>
                  <a:cubicBezTo>
                    <a:pt x="33" y="35"/>
                    <a:pt x="25" y="75"/>
                    <a:pt x="32" y="112"/>
                  </a:cubicBezTo>
                  <a:cubicBezTo>
                    <a:pt x="43" y="177"/>
                    <a:pt x="66" y="239"/>
                    <a:pt x="72" y="305"/>
                  </a:cubicBezTo>
                  <a:lnTo>
                    <a:pt x="67" y="317"/>
                  </a:lnTo>
                  <a:lnTo>
                    <a:pt x="58" y="2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8"/>
            <p:cNvSpPr/>
            <p:nvPr/>
          </p:nvSpPr>
          <p:spPr>
            <a:xfrm rot="-755217">
              <a:off x="7999836" y="3181235"/>
              <a:ext cx="53700" cy="132177"/>
            </a:xfrm>
            <a:custGeom>
              <a:rect b="b" l="l" r="r" t="t"/>
              <a:pathLst>
                <a:path extrusionOk="0" h="160" w="65">
                  <a:moveTo>
                    <a:pt x="7" y="12"/>
                  </a:moveTo>
                  <a:lnTo>
                    <a:pt x="13" y="0"/>
                  </a:lnTo>
                  <a:cubicBezTo>
                    <a:pt x="40" y="49"/>
                    <a:pt x="45" y="106"/>
                    <a:pt x="64" y="159"/>
                  </a:cubicBezTo>
                  <a:cubicBezTo>
                    <a:pt x="46" y="115"/>
                    <a:pt x="19" y="77"/>
                    <a:pt x="0" y="36"/>
                  </a:cubicBezTo>
                  <a:cubicBezTo>
                    <a:pt x="1" y="34"/>
                    <a:pt x="3" y="32"/>
                    <a:pt x="4" y="31"/>
                  </a:cubicBezTo>
                  <a:cubicBezTo>
                    <a:pt x="6" y="26"/>
                    <a:pt x="8" y="21"/>
                    <a:pt x="8" y="16"/>
                  </a:cubicBezTo>
                  <a:cubicBezTo>
                    <a:pt x="8" y="15"/>
                    <a:pt x="8" y="13"/>
                    <a:pt x="7"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8"/>
            <p:cNvSpPr/>
            <p:nvPr/>
          </p:nvSpPr>
          <p:spPr>
            <a:xfrm rot="-755217">
              <a:off x="10462233" y="3600716"/>
              <a:ext cx="51221" cy="119785"/>
            </a:xfrm>
            <a:custGeom>
              <a:rect b="b" l="l" r="r" t="t"/>
              <a:pathLst>
                <a:path extrusionOk="0" h="145" w="62">
                  <a:moveTo>
                    <a:pt x="55" y="0"/>
                  </a:moveTo>
                  <a:cubicBezTo>
                    <a:pt x="61" y="25"/>
                    <a:pt x="36" y="44"/>
                    <a:pt x="42" y="69"/>
                  </a:cubicBezTo>
                  <a:lnTo>
                    <a:pt x="44" y="67"/>
                  </a:lnTo>
                  <a:cubicBezTo>
                    <a:pt x="38" y="72"/>
                    <a:pt x="34" y="78"/>
                    <a:pt x="30" y="84"/>
                  </a:cubicBezTo>
                  <a:cubicBezTo>
                    <a:pt x="24" y="95"/>
                    <a:pt x="20" y="107"/>
                    <a:pt x="20" y="119"/>
                  </a:cubicBezTo>
                  <a:cubicBezTo>
                    <a:pt x="20" y="122"/>
                    <a:pt x="20" y="126"/>
                    <a:pt x="21" y="129"/>
                  </a:cubicBezTo>
                  <a:lnTo>
                    <a:pt x="7" y="144"/>
                  </a:lnTo>
                  <a:cubicBezTo>
                    <a:pt x="5" y="140"/>
                    <a:pt x="0" y="134"/>
                    <a:pt x="1" y="131"/>
                  </a:cubicBezTo>
                  <a:cubicBezTo>
                    <a:pt x="16" y="86"/>
                    <a:pt x="26" y="39"/>
                    <a:pt x="5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8"/>
            <p:cNvSpPr/>
            <p:nvPr/>
          </p:nvSpPr>
          <p:spPr>
            <a:xfrm rot="-755217">
              <a:off x="10214667" y="3389640"/>
              <a:ext cx="200754" cy="741841"/>
            </a:xfrm>
            <a:custGeom>
              <a:rect b="b" l="l" r="r" t="t"/>
              <a:pathLst>
                <a:path extrusionOk="0" h="898" w="243">
                  <a:moveTo>
                    <a:pt x="0" y="494"/>
                  </a:moveTo>
                  <a:cubicBezTo>
                    <a:pt x="39" y="518"/>
                    <a:pt x="50" y="560"/>
                    <a:pt x="66" y="598"/>
                  </a:cubicBezTo>
                  <a:cubicBezTo>
                    <a:pt x="87" y="647"/>
                    <a:pt x="102" y="698"/>
                    <a:pt x="111" y="750"/>
                  </a:cubicBezTo>
                  <a:cubicBezTo>
                    <a:pt x="114" y="771"/>
                    <a:pt x="120" y="791"/>
                    <a:pt x="128" y="810"/>
                  </a:cubicBezTo>
                  <a:cubicBezTo>
                    <a:pt x="147" y="773"/>
                    <a:pt x="157" y="733"/>
                    <a:pt x="157" y="691"/>
                  </a:cubicBezTo>
                  <a:cubicBezTo>
                    <a:pt x="157" y="685"/>
                    <a:pt x="158" y="678"/>
                    <a:pt x="158" y="671"/>
                  </a:cubicBezTo>
                  <a:cubicBezTo>
                    <a:pt x="158" y="586"/>
                    <a:pt x="148" y="501"/>
                    <a:pt x="128" y="419"/>
                  </a:cubicBezTo>
                  <a:cubicBezTo>
                    <a:pt x="115" y="368"/>
                    <a:pt x="107" y="315"/>
                    <a:pt x="105" y="262"/>
                  </a:cubicBezTo>
                  <a:cubicBezTo>
                    <a:pt x="139" y="359"/>
                    <a:pt x="164" y="458"/>
                    <a:pt x="181" y="559"/>
                  </a:cubicBezTo>
                  <a:cubicBezTo>
                    <a:pt x="226" y="506"/>
                    <a:pt x="221" y="304"/>
                    <a:pt x="169" y="181"/>
                  </a:cubicBezTo>
                  <a:cubicBezTo>
                    <a:pt x="166" y="220"/>
                    <a:pt x="182" y="252"/>
                    <a:pt x="182" y="285"/>
                  </a:cubicBezTo>
                  <a:cubicBezTo>
                    <a:pt x="158" y="243"/>
                    <a:pt x="145" y="195"/>
                    <a:pt x="145" y="146"/>
                  </a:cubicBezTo>
                  <a:cubicBezTo>
                    <a:pt x="145" y="145"/>
                    <a:pt x="145" y="144"/>
                    <a:pt x="145" y="143"/>
                  </a:cubicBezTo>
                  <a:cubicBezTo>
                    <a:pt x="144" y="103"/>
                    <a:pt x="133" y="64"/>
                    <a:pt x="114" y="30"/>
                  </a:cubicBezTo>
                  <a:cubicBezTo>
                    <a:pt x="109" y="21"/>
                    <a:pt x="104" y="12"/>
                    <a:pt x="98" y="0"/>
                  </a:cubicBezTo>
                  <a:cubicBezTo>
                    <a:pt x="103" y="0"/>
                    <a:pt x="108" y="2"/>
                    <a:pt x="112" y="4"/>
                  </a:cubicBezTo>
                  <a:cubicBezTo>
                    <a:pt x="118" y="8"/>
                    <a:pt x="123" y="12"/>
                    <a:pt x="126" y="18"/>
                  </a:cubicBezTo>
                  <a:cubicBezTo>
                    <a:pt x="127" y="20"/>
                    <a:pt x="128" y="23"/>
                    <a:pt x="129" y="26"/>
                  </a:cubicBezTo>
                  <a:cubicBezTo>
                    <a:pt x="194" y="158"/>
                    <a:pt x="242" y="293"/>
                    <a:pt x="235" y="442"/>
                  </a:cubicBezTo>
                  <a:cubicBezTo>
                    <a:pt x="235" y="444"/>
                    <a:pt x="235" y="446"/>
                    <a:pt x="235" y="448"/>
                  </a:cubicBezTo>
                  <a:cubicBezTo>
                    <a:pt x="235" y="502"/>
                    <a:pt x="221" y="555"/>
                    <a:pt x="194" y="601"/>
                  </a:cubicBezTo>
                  <a:cubicBezTo>
                    <a:pt x="193" y="602"/>
                    <a:pt x="193" y="603"/>
                    <a:pt x="192" y="604"/>
                  </a:cubicBezTo>
                  <a:cubicBezTo>
                    <a:pt x="188" y="614"/>
                    <a:pt x="185" y="624"/>
                    <a:pt x="185" y="635"/>
                  </a:cubicBezTo>
                  <a:cubicBezTo>
                    <a:pt x="185" y="639"/>
                    <a:pt x="186" y="643"/>
                    <a:pt x="186" y="647"/>
                  </a:cubicBezTo>
                  <a:cubicBezTo>
                    <a:pt x="186" y="689"/>
                    <a:pt x="180" y="731"/>
                    <a:pt x="168" y="772"/>
                  </a:cubicBezTo>
                  <a:cubicBezTo>
                    <a:pt x="165" y="782"/>
                    <a:pt x="164" y="796"/>
                    <a:pt x="157" y="802"/>
                  </a:cubicBezTo>
                  <a:cubicBezTo>
                    <a:pt x="148" y="812"/>
                    <a:pt x="140" y="822"/>
                    <a:pt x="134" y="833"/>
                  </a:cubicBezTo>
                  <a:cubicBezTo>
                    <a:pt x="122" y="853"/>
                    <a:pt x="115" y="874"/>
                    <a:pt x="112" y="897"/>
                  </a:cubicBezTo>
                  <a:cubicBezTo>
                    <a:pt x="94" y="853"/>
                    <a:pt x="105" y="805"/>
                    <a:pt x="94" y="761"/>
                  </a:cubicBezTo>
                  <a:cubicBezTo>
                    <a:pt x="82" y="716"/>
                    <a:pt x="70" y="669"/>
                    <a:pt x="57" y="623"/>
                  </a:cubicBezTo>
                  <a:cubicBezTo>
                    <a:pt x="43" y="577"/>
                    <a:pt x="14" y="539"/>
                    <a:pt x="1" y="493"/>
                  </a:cubicBezTo>
                  <a:lnTo>
                    <a:pt x="0" y="4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8"/>
            <p:cNvSpPr/>
            <p:nvPr/>
          </p:nvSpPr>
          <p:spPr>
            <a:xfrm rot="-755217">
              <a:off x="8208272" y="2838461"/>
              <a:ext cx="395725" cy="554316"/>
            </a:xfrm>
            <a:custGeom>
              <a:rect b="b" l="l" r="r" t="t"/>
              <a:pathLst>
                <a:path extrusionOk="0" h="671" w="479">
                  <a:moveTo>
                    <a:pt x="406" y="655"/>
                  </a:moveTo>
                  <a:cubicBezTo>
                    <a:pt x="380" y="635"/>
                    <a:pt x="358" y="610"/>
                    <a:pt x="341" y="582"/>
                  </a:cubicBezTo>
                  <a:cubicBezTo>
                    <a:pt x="225" y="433"/>
                    <a:pt x="116" y="280"/>
                    <a:pt x="39" y="106"/>
                  </a:cubicBezTo>
                  <a:cubicBezTo>
                    <a:pt x="22" y="72"/>
                    <a:pt x="9" y="37"/>
                    <a:pt x="0" y="0"/>
                  </a:cubicBezTo>
                  <a:cubicBezTo>
                    <a:pt x="30" y="24"/>
                    <a:pt x="55" y="52"/>
                    <a:pt x="74" y="85"/>
                  </a:cubicBezTo>
                  <a:cubicBezTo>
                    <a:pt x="76" y="88"/>
                    <a:pt x="78" y="92"/>
                    <a:pt x="80" y="96"/>
                  </a:cubicBezTo>
                  <a:cubicBezTo>
                    <a:pt x="184" y="296"/>
                    <a:pt x="305" y="485"/>
                    <a:pt x="468" y="645"/>
                  </a:cubicBezTo>
                  <a:cubicBezTo>
                    <a:pt x="471" y="649"/>
                    <a:pt x="475" y="653"/>
                    <a:pt x="478" y="658"/>
                  </a:cubicBezTo>
                  <a:cubicBezTo>
                    <a:pt x="464" y="670"/>
                    <a:pt x="458" y="656"/>
                    <a:pt x="451" y="650"/>
                  </a:cubicBezTo>
                  <a:cubicBezTo>
                    <a:pt x="408" y="609"/>
                    <a:pt x="368" y="567"/>
                    <a:pt x="331" y="521"/>
                  </a:cubicBezTo>
                  <a:cubicBezTo>
                    <a:pt x="321" y="509"/>
                    <a:pt x="315" y="492"/>
                    <a:pt x="297" y="489"/>
                  </a:cubicBezTo>
                  <a:cubicBezTo>
                    <a:pt x="296" y="482"/>
                    <a:pt x="295" y="475"/>
                    <a:pt x="291" y="469"/>
                  </a:cubicBezTo>
                  <a:cubicBezTo>
                    <a:pt x="288" y="463"/>
                    <a:pt x="283" y="459"/>
                    <a:pt x="276" y="455"/>
                  </a:cubicBezTo>
                  <a:cubicBezTo>
                    <a:pt x="274" y="454"/>
                    <a:pt x="270" y="452"/>
                    <a:pt x="267" y="451"/>
                  </a:cubicBezTo>
                  <a:cubicBezTo>
                    <a:pt x="277" y="467"/>
                    <a:pt x="281" y="483"/>
                    <a:pt x="299" y="488"/>
                  </a:cubicBezTo>
                  <a:cubicBezTo>
                    <a:pt x="306" y="521"/>
                    <a:pt x="333" y="541"/>
                    <a:pt x="351" y="569"/>
                  </a:cubicBezTo>
                  <a:cubicBezTo>
                    <a:pt x="373" y="595"/>
                    <a:pt x="393" y="622"/>
                    <a:pt x="411" y="651"/>
                  </a:cubicBezTo>
                  <a:lnTo>
                    <a:pt x="406" y="6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8"/>
            <p:cNvSpPr/>
            <p:nvPr/>
          </p:nvSpPr>
          <p:spPr>
            <a:xfrm rot="-755217">
              <a:off x="8041997" y="2936450"/>
              <a:ext cx="211494" cy="527054"/>
            </a:xfrm>
            <a:custGeom>
              <a:rect b="b" l="l" r="r" t="t"/>
              <a:pathLst>
                <a:path extrusionOk="0" h="638" w="256">
                  <a:moveTo>
                    <a:pt x="125" y="344"/>
                  </a:moveTo>
                  <a:cubicBezTo>
                    <a:pt x="106" y="253"/>
                    <a:pt x="75" y="163"/>
                    <a:pt x="69" y="69"/>
                  </a:cubicBezTo>
                  <a:cubicBezTo>
                    <a:pt x="115" y="263"/>
                    <a:pt x="177" y="453"/>
                    <a:pt x="255" y="637"/>
                  </a:cubicBezTo>
                  <a:cubicBezTo>
                    <a:pt x="167" y="532"/>
                    <a:pt x="0" y="116"/>
                    <a:pt x="0" y="0"/>
                  </a:cubicBezTo>
                  <a:cubicBezTo>
                    <a:pt x="39" y="117"/>
                    <a:pt x="71" y="234"/>
                    <a:pt x="12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8"/>
            <p:cNvSpPr/>
            <p:nvPr/>
          </p:nvSpPr>
          <p:spPr>
            <a:xfrm rot="-755217">
              <a:off x="8005975" y="2394202"/>
              <a:ext cx="140445" cy="424617"/>
            </a:xfrm>
            <a:custGeom>
              <a:rect b="b" l="l" r="r" t="t"/>
              <a:pathLst>
                <a:path extrusionOk="0" h="514" w="170">
                  <a:moveTo>
                    <a:pt x="7" y="0"/>
                  </a:moveTo>
                  <a:cubicBezTo>
                    <a:pt x="25" y="132"/>
                    <a:pt x="87" y="247"/>
                    <a:pt x="141" y="364"/>
                  </a:cubicBezTo>
                  <a:cubicBezTo>
                    <a:pt x="127" y="347"/>
                    <a:pt x="114" y="329"/>
                    <a:pt x="103" y="310"/>
                  </a:cubicBezTo>
                  <a:cubicBezTo>
                    <a:pt x="94" y="295"/>
                    <a:pt x="87" y="279"/>
                    <a:pt x="80" y="262"/>
                  </a:cubicBezTo>
                  <a:cubicBezTo>
                    <a:pt x="63" y="227"/>
                    <a:pt x="48" y="191"/>
                    <a:pt x="27" y="157"/>
                  </a:cubicBezTo>
                  <a:cubicBezTo>
                    <a:pt x="49" y="283"/>
                    <a:pt x="104" y="397"/>
                    <a:pt x="169" y="513"/>
                  </a:cubicBezTo>
                  <a:cubicBezTo>
                    <a:pt x="166" y="512"/>
                    <a:pt x="162" y="510"/>
                    <a:pt x="159" y="508"/>
                  </a:cubicBezTo>
                  <a:cubicBezTo>
                    <a:pt x="151" y="504"/>
                    <a:pt x="144" y="497"/>
                    <a:pt x="139" y="488"/>
                  </a:cubicBezTo>
                  <a:cubicBezTo>
                    <a:pt x="137" y="485"/>
                    <a:pt x="136" y="482"/>
                    <a:pt x="135" y="479"/>
                  </a:cubicBezTo>
                  <a:cubicBezTo>
                    <a:pt x="132" y="474"/>
                    <a:pt x="129" y="469"/>
                    <a:pt x="126" y="464"/>
                  </a:cubicBezTo>
                  <a:cubicBezTo>
                    <a:pt x="73" y="372"/>
                    <a:pt x="33" y="273"/>
                    <a:pt x="7" y="170"/>
                  </a:cubicBezTo>
                  <a:cubicBezTo>
                    <a:pt x="2" y="158"/>
                    <a:pt x="0" y="146"/>
                    <a:pt x="0" y="133"/>
                  </a:cubicBezTo>
                  <a:cubicBezTo>
                    <a:pt x="0" y="120"/>
                    <a:pt x="2" y="107"/>
                    <a:pt x="7" y="95"/>
                  </a:cubicBezTo>
                  <a:cubicBezTo>
                    <a:pt x="13" y="84"/>
                    <a:pt x="7" y="74"/>
                    <a:pt x="5" y="64"/>
                  </a:cubicBezTo>
                  <a:cubicBezTo>
                    <a:pt x="3" y="55"/>
                    <a:pt x="1" y="45"/>
                    <a:pt x="1" y="35"/>
                  </a:cubicBezTo>
                  <a:cubicBezTo>
                    <a:pt x="1" y="23"/>
                    <a:pt x="3" y="1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8"/>
            <p:cNvSpPr/>
            <p:nvPr/>
          </p:nvSpPr>
          <p:spPr>
            <a:xfrm rot="-755217">
              <a:off x="8233389" y="2956788"/>
              <a:ext cx="310632" cy="498967"/>
            </a:xfrm>
            <a:custGeom>
              <a:rect b="b" l="l" r="r" t="t"/>
              <a:pathLst>
                <a:path extrusionOk="0" h="604" w="376">
                  <a:moveTo>
                    <a:pt x="0" y="0"/>
                  </a:moveTo>
                  <a:cubicBezTo>
                    <a:pt x="36" y="85"/>
                    <a:pt x="77" y="168"/>
                    <a:pt x="124" y="249"/>
                  </a:cubicBezTo>
                  <a:cubicBezTo>
                    <a:pt x="196" y="374"/>
                    <a:pt x="281" y="493"/>
                    <a:pt x="375" y="603"/>
                  </a:cubicBezTo>
                  <a:cubicBezTo>
                    <a:pt x="288" y="570"/>
                    <a:pt x="14" y="1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8"/>
            <p:cNvSpPr/>
            <p:nvPr/>
          </p:nvSpPr>
          <p:spPr>
            <a:xfrm rot="-755217">
              <a:off x="8303028" y="2701579"/>
              <a:ext cx="321371" cy="380834"/>
            </a:xfrm>
            <a:custGeom>
              <a:rect b="b" l="l" r="r" t="t"/>
              <a:pathLst>
                <a:path extrusionOk="0" h="461" w="389">
                  <a:moveTo>
                    <a:pt x="0" y="0"/>
                  </a:moveTo>
                  <a:cubicBezTo>
                    <a:pt x="109" y="169"/>
                    <a:pt x="240" y="324"/>
                    <a:pt x="388" y="460"/>
                  </a:cubicBezTo>
                  <a:cubicBezTo>
                    <a:pt x="285" y="414"/>
                    <a:pt x="16" y="9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8"/>
            <p:cNvSpPr/>
            <p:nvPr/>
          </p:nvSpPr>
          <p:spPr>
            <a:xfrm rot="-755217">
              <a:off x="8302232" y="2641799"/>
              <a:ext cx="399856" cy="416356"/>
            </a:xfrm>
            <a:custGeom>
              <a:rect b="b" l="l" r="r" t="t"/>
              <a:pathLst>
                <a:path extrusionOk="0" h="504" w="484">
                  <a:moveTo>
                    <a:pt x="483" y="503"/>
                  </a:moveTo>
                  <a:cubicBezTo>
                    <a:pt x="442" y="461"/>
                    <a:pt x="404" y="423"/>
                    <a:pt x="365" y="384"/>
                  </a:cubicBezTo>
                  <a:cubicBezTo>
                    <a:pt x="268" y="282"/>
                    <a:pt x="171" y="179"/>
                    <a:pt x="76" y="75"/>
                  </a:cubicBezTo>
                  <a:cubicBezTo>
                    <a:pt x="59" y="61"/>
                    <a:pt x="41" y="48"/>
                    <a:pt x="23" y="36"/>
                  </a:cubicBezTo>
                  <a:cubicBezTo>
                    <a:pt x="16" y="31"/>
                    <a:pt x="0" y="24"/>
                    <a:pt x="13" y="12"/>
                  </a:cubicBezTo>
                  <a:cubicBezTo>
                    <a:pt x="25" y="0"/>
                    <a:pt x="31" y="0"/>
                    <a:pt x="44" y="14"/>
                  </a:cubicBezTo>
                  <a:cubicBezTo>
                    <a:pt x="111" y="90"/>
                    <a:pt x="181" y="163"/>
                    <a:pt x="249" y="237"/>
                  </a:cubicBezTo>
                  <a:lnTo>
                    <a:pt x="470" y="475"/>
                  </a:lnTo>
                  <a:cubicBezTo>
                    <a:pt x="474" y="477"/>
                    <a:pt x="478" y="481"/>
                    <a:pt x="480" y="485"/>
                  </a:cubicBezTo>
                  <a:cubicBezTo>
                    <a:pt x="482" y="489"/>
                    <a:pt x="483" y="493"/>
                    <a:pt x="483" y="498"/>
                  </a:cubicBezTo>
                  <a:cubicBezTo>
                    <a:pt x="483" y="500"/>
                    <a:pt x="483" y="501"/>
                    <a:pt x="483"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8"/>
            <p:cNvSpPr/>
            <p:nvPr/>
          </p:nvSpPr>
          <p:spPr>
            <a:xfrm rot="-755217">
              <a:off x="9060684" y="3383623"/>
              <a:ext cx="393246" cy="457661"/>
            </a:xfrm>
            <a:custGeom>
              <a:rect b="b" l="l" r="r" t="t"/>
              <a:pathLst>
                <a:path extrusionOk="0" h="554" w="476">
                  <a:moveTo>
                    <a:pt x="0" y="0"/>
                  </a:moveTo>
                  <a:cubicBezTo>
                    <a:pt x="65" y="104"/>
                    <a:pt x="139" y="201"/>
                    <a:pt x="221" y="291"/>
                  </a:cubicBezTo>
                  <a:cubicBezTo>
                    <a:pt x="303" y="381"/>
                    <a:pt x="391" y="465"/>
                    <a:pt x="475" y="553"/>
                  </a:cubicBezTo>
                  <a:cubicBezTo>
                    <a:pt x="291" y="390"/>
                    <a:pt x="112" y="2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8"/>
            <p:cNvSpPr/>
            <p:nvPr/>
          </p:nvSpPr>
          <p:spPr>
            <a:xfrm rot="-755217">
              <a:off x="8137320" y="2985806"/>
              <a:ext cx="146228" cy="447748"/>
            </a:xfrm>
            <a:custGeom>
              <a:rect b="b" l="l" r="r" t="t"/>
              <a:pathLst>
                <a:path extrusionOk="0" h="542" w="177">
                  <a:moveTo>
                    <a:pt x="0" y="0"/>
                  </a:moveTo>
                  <a:cubicBezTo>
                    <a:pt x="55" y="181"/>
                    <a:pt x="108" y="364"/>
                    <a:pt x="176" y="541"/>
                  </a:cubicBezTo>
                  <a:cubicBezTo>
                    <a:pt x="94" y="369"/>
                    <a:pt x="34" y="18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8"/>
            <p:cNvSpPr/>
            <p:nvPr/>
          </p:nvSpPr>
          <p:spPr>
            <a:xfrm rot="-755217">
              <a:off x="9405177" y="3075615"/>
              <a:ext cx="241235" cy="384964"/>
            </a:xfrm>
            <a:custGeom>
              <a:rect b="b" l="l" r="r" t="t"/>
              <a:pathLst>
                <a:path extrusionOk="0" h="466" w="292">
                  <a:moveTo>
                    <a:pt x="282" y="465"/>
                  </a:moveTo>
                  <a:cubicBezTo>
                    <a:pt x="182" y="314"/>
                    <a:pt x="98" y="155"/>
                    <a:pt x="0" y="0"/>
                  </a:cubicBezTo>
                  <a:cubicBezTo>
                    <a:pt x="22" y="0"/>
                    <a:pt x="27" y="12"/>
                    <a:pt x="33" y="22"/>
                  </a:cubicBezTo>
                  <a:cubicBezTo>
                    <a:pt x="59" y="62"/>
                    <a:pt x="82" y="103"/>
                    <a:pt x="107" y="144"/>
                  </a:cubicBezTo>
                  <a:cubicBezTo>
                    <a:pt x="161" y="237"/>
                    <a:pt x="216" y="330"/>
                    <a:pt x="270" y="424"/>
                  </a:cubicBezTo>
                  <a:cubicBezTo>
                    <a:pt x="276" y="435"/>
                    <a:pt x="291" y="445"/>
                    <a:pt x="282" y="4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8"/>
            <p:cNvSpPr/>
            <p:nvPr/>
          </p:nvSpPr>
          <p:spPr>
            <a:xfrm rot="-755217">
              <a:off x="7880180" y="2644961"/>
              <a:ext cx="48743" cy="285006"/>
            </a:xfrm>
            <a:custGeom>
              <a:rect b="b" l="l" r="r" t="t"/>
              <a:pathLst>
                <a:path extrusionOk="0" h="345" w="59">
                  <a:moveTo>
                    <a:pt x="58" y="302"/>
                  </a:moveTo>
                  <a:cubicBezTo>
                    <a:pt x="32" y="280"/>
                    <a:pt x="37" y="247"/>
                    <a:pt x="34" y="218"/>
                  </a:cubicBezTo>
                  <a:cubicBezTo>
                    <a:pt x="28" y="173"/>
                    <a:pt x="17" y="129"/>
                    <a:pt x="11" y="83"/>
                  </a:cubicBezTo>
                  <a:lnTo>
                    <a:pt x="11" y="344"/>
                  </a:lnTo>
                  <a:cubicBezTo>
                    <a:pt x="4" y="287"/>
                    <a:pt x="0" y="230"/>
                    <a:pt x="0" y="172"/>
                  </a:cubicBezTo>
                  <a:cubicBezTo>
                    <a:pt x="0" y="115"/>
                    <a:pt x="4" y="57"/>
                    <a:pt x="11" y="0"/>
                  </a:cubicBezTo>
                  <a:cubicBezTo>
                    <a:pt x="20" y="13"/>
                    <a:pt x="41" y="5"/>
                    <a:pt x="38" y="27"/>
                  </a:cubicBezTo>
                  <a:cubicBezTo>
                    <a:pt x="25" y="104"/>
                    <a:pt x="42" y="179"/>
                    <a:pt x="51" y="255"/>
                  </a:cubicBezTo>
                  <a:cubicBezTo>
                    <a:pt x="53" y="272"/>
                    <a:pt x="54" y="288"/>
                    <a:pt x="56" y="305"/>
                  </a:cubicBezTo>
                  <a:lnTo>
                    <a:pt x="58" y="3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8"/>
            <p:cNvSpPr/>
            <p:nvPr/>
          </p:nvSpPr>
          <p:spPr>
            <a:xfrm rot="-755217">
              <a:off x="8382398" y="2620450"/>
              <a:ext cx="276760" cy="326311"/>
            </a:xfrm>
            <a:custGeom>
              <a:rect b="b" l="l" r="r" t="t"/>
              <a:pathLst>
                <a:path extrusionOk="0" h="395" w="335">
                  <a:moveTo>
                    <a:pt x="334" y="392"/>
                  </a:moveTo>
                  <a:cubicBezTo>
                    <a:pt x="313" y="389"/>
                    <a:pt x="306" y="370"/>
                    <a:pt x="295" y="357"/>
                  </a:cubicBezTo>
                  <a:cubicBezTo>
                    <a:pt x="198" y="242"/>
                    <a:pt x="107" y="123"/>
                    <a:pt x="4" y="13"/>
                  </a:cubicBezTo>
                  <a:cubicBezTo>
                    <a:pt x="2" y="11"/>
                    <a:pt x="2" y="7"/>
                    <a:pt x="0" y="0"/>
                  </a:cubicBezTo>
                  <a:cubicBezTo>
                    <a:pt x="17" y="1"/>
                    <a:pt x="26" y="14"/>
                    <a:pt x="34" y="23"/>
                  </a:cubicBezTo>
                  <a:cubicBezTo>
                    <a:pt x="140" y="136"/>
                    <a:pt x="231" y="261"/>
                    <a:pt x="329" y="379"/>
                  </a:cubicBezTo>
                  <a:cubicBezTo>
                    <a:pt x="332" y="382"/>
                    <a:pt x="331" y="389"/>
                    <a:pt x="332" y="394"/>
                  </a:cubicBezTo>
                  <a:lnTo>
                    <a:pt x="334" y="3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8"/>
            <p:cNvSpPr/>
            <p:nvPr/>
          </p:nvSpPr>
          <p:spPr>
            <a:xfrm rot="-755217">
              <a:off x="10253055" y="3685209"/>
              <a:ext cx="80136" cy="219744"/>
            </a:xfrm>
            <a:custGeom>
              <a:rect b="b" l="l" r="r" t="t"/>
              <a:pathLst>
                <a:path extrusionOk="0" h="266" w="97">
                  <a:moveTo>
                    <a:pt x="0" y="0"/>
                  </a:moveTo>
                  <a:cubicBezTo>
                    <a:pt x="43" y="2"/>
                    <a:pt x="48" y="40"/>
                    <a:pt x="56" y="64"/>
                  </a:cubicBezTo>
                  <a:cubicBezTo>
                    <a:pt x="72" y="121"/>
                    <a:pt x="86" y="179"/>
                    <a:pt x="96" y="238"/>
                  </a:cubicBezTo>
                  <a:cubicBezTo>
                    <a:pt x="95" y="247"/>
                    <a:pt x="94" y="256"/>
                    <a:pt x="91" y="265"/>
                  </a:cubicBezTo>
                  <a:cubicBezTo>
                    <a:pt x="67" y="235"/>
                    <a:pt x="72" y="194"/>
                    <a:pt x="51" y="173"/>
                  </a:cubicBezTo>
                  <a:cubicBezTo>
                    <a:pt x="24" y="147"/>
                    <a:pt x="42" y="119"/>
                    <a:pt x="30" y="94"/>
                  </a:cubicBezTo>
                  <a:cubicBezTo>
                    <a:pt x="18" y="63"/>
                    <a:pt x="8"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8"/>
            <p:cNvSpPr/>
            <p:nvPr/>
          </p:nvSpPr>
          <p:spPr>
            <a:xfrm rot="-755217">
              <a:off x="8302608" y="2785366"/>
              <a:ext cx="256106" cy="330441"/>
            </a:xfrm>
            <a:custGeom>
              <a:rect b="b" l="l" r="r" t="t"/>
              <a:pathLst>
                <a:path extrusionOk="0" h="400" w="310">
                  <a:moveTo>
                    <a:pt x="305" y="399"/>
                  </a:moveTo>
                  <a:cubicBezTo>
                    <a:pt x="279" y="382"/>
                    <a:pt x="257" y="360"/>
                    <a:pt x="240" y="334"/>
                  </a:cubicBezTo>
                  <a:cubicBezTo>
                    <a:pt x="162" y="247"/>
                    <a:pt x="90" y="154"/>
                    <a:pt x="26" y="55"/>
                  </a:cubicBezTo>
                  <a:cubicBezTo>
                    <a:pt x="22" y="50"/>
                    <a:pt x="18" y="44"/>
                    <a:pt x="15" y="39"/>
                  </a:cubicBezTo>
                  <a:cubicBezTo>
                    <a:pt x="8" y="27"/>
                    <a:pt x="3" y="15"/>
                    <a:pt x="0" y="2"/>
                  </a:cubicBezTo>
                  <a:cubicBezTo>
                    <a:pt x="14" y="0"/>
                    <a:pt x="17" y="11"/>
                    <a:pt x="21" y="17"/>
                  </a:cubicBezTo>
                  <a:cubicBezTo>
                    <a:pt x="102" y="142"/>
                    <a:pt x="193" y="259"/>
                    <a:pt x="292" y="369"/>
                  </a:cubicBezTo>
                  <a:cubicBezTo>
                    <a:pt x="300" y="377"/>
                    <a:pt x="309" y="384"/>
                    <a:pt x="309" y="396"/>
                  </a:cubicBezTo>
                  <a:lnTo>
                    <a:pt x="305" y="3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8"/>
            <p:cNvSpPr/>
            <p:nvPr/>
          </p:nvSpPr>
          <p:spPr>
            <a:xfrm rot="-755217">
              <a:off x="8045259" y="3063371"/>
              <a:ext cx="183405" cy="396530"/>
            </a:xfrm>
            <a:custGeom>
              <a:rect b="b" l="l" r="r" t="t"/>
              <a:pathLst>
                <a:path extrusionOk="0" h="480" w="222">
                  <a:moveTo>
                    <a:pt x="218" y="478"/>
                  </a:moveTo>
                  <a:cubicBezTo>
                    <a:pt x="215" y="478"/>
                    <a:pt x="210" y="476"/>
                    <a:pt x="209" y="474"/>
                  </a:cubicBezTo>
                  <a:cubicBezTo>
                    <a:pt x="127" y="331"/>
                    <a:pt x="50" y="186"/>
                    <a:pt x="3" y="27"/>
                  </a:cubicBezTo>
                  <a:cubicBezTo>
                    <a:pt x="1" y="22"/>
                    <a:pt x="0" y="16"/>
                    <a:pt x="0" y="11"/>
                  </a:cubicBezTo>
                  <a:cubicBezTo>
                    <a:pt x="0" y="7"/>
                    <a:pt x="0" y="4"/>
                    <a:pt x="1" y="0"/>
                  </a:cubicBezTo>
                  <a:cubicBezTo>
                    <a:pt x="11" y="0"/>
                    <a:pt x="13" y="7"/>
                    <a:pt x="15" y="13"/>
                  </a:cubicBezTo>
                  <a:cubicBezTo>
                    <a:pt x="57" y="160"/>
                    <a:pt x="127" y="295"/>
                    <a:pt x="198" y="429"/>
                  </a:cubicBezTo>
                  <a:cubicBezTo>
                    <a:pt x="206" y="445"/>
                    <a:pt x="221" y="458"/>
                    <a:pt x="217" y="479"/>
                  </a:cubicBezTo>
                  <a:lnTo>
                    <a:pt x="218" y="4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8"/>
            <p:cNvSpPr/>
            <p:nvPr/>
          </p:nvSpPr>
          <p:spPr>
            <a:xfrm rot="-755217">
              <a:off x="8502007" y="2245017"/>
              <a:ext cx="243714" cy="233787"/>
            </a:xfrm>
            <a:custGeom>
              <a:rect b="b" l="l" r="r" t="t"/>
              <a:pathLst>
                <a:path extrusionOk="0" h="283" w="295">
                  <a:moveTo>
                    <a:pt x="0" y="0"/>
                  </a:moveTo>
                  <a:cubicBezTo>
                    <a:pt x="69" y="16"/>
                    <a:pt x="243" y="181"/>
                    <a:pt x="294" y="282"/>
                  </a:cubicBezTo>
                  <a:cubicBezTo>
                    <a:pt x="206" y="178"/>
                    <a:pt x="107" y="8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8"/>
            <p:cNvSpPr/>
            <p:nvPr/>
          </p:nvSpPr>
          <p:spPr>
            <a:xfrm rot="-755217">
              <a:off x="8635100" y="4324916"/>
              <a:ext cx="259410" cy="191656"/>
            </a:xfrm>
            <a:custGeom>
              <a:rect b="b" l="l" r="r" t="t"/>
              <a:pathLst>
                <a:path extrusionOk="0" h="232" w="314">
                  <a:moveTo>
                    <a:pt x="313" y="229"/>
                  </a:moveTo>
                  <a:cubicBezTo>
                    <a:pt x="285" y="229"/>
                    <a:pt x="269" y="208"/>
                    <a:pt x="248" y="196"/>
                  </a:cubicBezTo>
                  <a:cubicBezTo>
                    <a:pt x="231" y="186"/>
                    <a:pt x="216" y="178"/>
                    <a:pt x="201" y="196"/>
                  </a:cubicBezTo>
                  <a:cubicBezTo>
                    <a:pt x="163" y="182"/>
                    <a:pt x="138" y="149"/>
                    <a:pt x="109" y="123"/>
                  </a:cubicBezTo>
                  <a:cubicBezTo>
                    <a:pt x="71" y="89"/>
                    <a:pt x="37" y="52"/>
                    <a:pt x="0" y="17"/>
                  </a:cubicBezTo>
                  <a:lnTo>
                    <a:pt x="0" y="18"/>
                  </a:lnTo>
                  <a:cubicBezTo>
                    <a:pt x="7" y="0"/>
                    <a:pt x="16" y="9"/>
                    <a:pt x="24" y="17"/>
                  </a:cubicBezTo>
                  <a:cubicBezTo>
                    <a:pt x="61" y="54"/>
                    <a:pt x="98" y="92"/>
                    <a:pt x="135" y="130"/>
                  </a:cubicBezTo>
                  <a:cubicBezTo>
                    <a:pt x="145" y="140"/>
                    <a:pt x="156" y="149"/>
                    <a:pt x="167" y="159"/>
                  </a:cubicBezTo>
                  <a:cubicBezTo>
                    <a:pt x="178" y="169"/>
                    <a:pt x="182" y="170"/>
                    <a:pt x="194" y="153"/>
                  </a:cubicBezTo>
                  <a:cubicBezTo>
                    <a:pt x="205" y="137"/>
                    <a:pt x="224" y="140"/>
                    <a:pt x="235" y="165"/>
                  </a:cubicBezTo>
                  <a:cubicBezTo>
                    <a:pt x="240" y="176"/>
                    <a:pt x="250" y="180"/>
                    <a:pt x="258" y="187"/>
                  </a:cubicBezTo>
                  <a:cubicBezTo>
                    <a:pt x="275" y="203"/>
                    <a:pt x="301" y="207"/>
                    <a:pt x="311" y="231"/>
                  </a:cubicBezTo>
                  <a:lnTo>
                    <a:pt x="313" y="2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8"/>
            <p:cNvSpPr/>
            <p:nvPr/>
          </p:nvSpPr>
          <p:spPr>
            <a:xfrm rot="-755217">
              <a:off x="8202745" y="3060241"/>
              <a:ext cx="146228" cy="323833"/>
            </a:xfrm>
            <a:custGeom>
              <a:rect b="b" l="l" r="r" t="t"/>
              <a:pathLst>
                <a:path extrusionOk="0" h="392" w="177">
                  <a:moveTo>
                    <a:pt x="172" y="391"/>
                  </a:moveTo>
                  <a:cubicBezTo>
                    <a:pt x="155" y="366"/>
                    <a:pt x="139" y="341"/>
                    <a:pt x="123" y="315"/>
                  </a:cubicBezTo>
                  <a:cubicBezTo>
                    <a:pt x="70" y="222"/>
                    <a:pt x="29" y="123"/>
                    <a:pt x="3" y="19"/>
                  </a:cubicBezTo>
                  <a:cubicBezTo>
                    <a:pt x="1" y="11"/>
                    <a:pt x="0" y="5"/>
                    <a:pt x="7" y="0"/>
                  </a:cubicBezTo>
                  <a:cubicBezTo>
                    <a:pt x="8" y="0"/>
                    <a:pt x="8" y="0"/>
                    <a:pt x="8" y="0"/>
                  </a:cubicBezTo>
                  <a:cubicBezTo>
                    <a:pt x="10" y="0"/>
                    <a:pt x="12" y="0"/>
                    <a:pt x="13" y="1"/>
                  </a:cubicBezTo>
                  <a:cubicBezTo>
                    <a:pt x="15" y="2"/>
                    <a:pt x="16" y="3"/>
                    <a:pt x="17" y="5"/>
                  </a:cubicBezTo>
                  <a:cubicBezTo>
                    <a:pt x="18" y="6"/>
                    <a:pt x="18" y="8"/>
                    <a:pt x="18" y="9"/>
                  </a:cubicBezTo>
                  <a:cubicBezTo>
                    <a:pt x="45" y="131"/>
                    <a:pt x="101" y="239"/>
                    <a:pt x="159" y="348"/>
                  </a:cubicBezTo>
                  <a:cubicBezTo>
                    <a:pt x="161" y="351"/>
                    <a:pt x="163" y="354"/>
                    <a:pt x="165" y="357"/>
                  </a:cubicBezTo>
                  <a:cubicBezTo>
                    <a:pt x="171" y="366"/>
                    <a:pt x="174" y="377"/>
                    <a:pt x="176" y="388"/>
                  </a:cubicBezTo>
                  <a:lnTo>
                    <a:pt x="172" y="3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8"/>
            <p:cNvSpPr/>
            <p:nvPr/>
          </p:nvSpPr>
          <p:spPr>
            <a:xfrm rot="-755217">
              <a:off x="8265615" y="2813518"/>
              <a:ext cx="210668" cy="296571"/>
            </a:xfrm>
            <a:custGeom>
              <a:rect b="b" l="l" r="r" t="t"/>
              <a:pathLst>
                <a:path extrusionOk="0" h="359" w="255">
                  <a:moveTo>
                    <a:pt x="254" y="358"/>
                  </a:moveTo>
                  <a:cubicBezTo>
                    <a:pt x="253" y="358"/>
                    <a:pt x="253" y="358"/>
                    <a:pt x="252" y="358"/>
                  </a:cubicBezTo>
                  <a:cubicBezTo>
                    <a:pt x="249" y="358"/>
                    <a:pt x="245" y="358"/>
                    <a:pt x="242" y="356"/>
                  </a:cubicBezTo>
                  <a:cubicBezTo>
                    <a:pt x="240" y="354"/>
                    <a:pt x="237" y="352"/>
                    <a:pt x="236" y="349"/>
                  </a:cubicBezTo>
                  <a:cubicBezTo>
                    <a:pt x="153" y="258"/>
                    <a:pt x="80" y="159"/>
                    <a:pt x="18" y="53"/>
                  </a:cubicBezTo>
                  <a:cubicBezTo>
                    <a:pt x="11" y="40"/>
                    <a:pt x="5" y="26"/>
                    <a:pt x="0" y="13"/>
                  </a:cubicBezTo>
                  <a:cubicBezTo>
                    <a:pt x="0" y="10"/>
                    <a:pt x="0" y="6"/>
                    <a:pt x="1" y="0"/>
                  </a:cubicBezTo>
                  <a:cubicBezTo>
                    <a:pt x="14" y="5"/>
                    <a:pt x="17" y="18"/>
                    <a:pt x="22" y="26"/>
                  </a:cubicBezTo>
                  <a:cubicBezTo>
                    <a:pt x="23" y="28"/>
                    <a:pt x="25" y="31"/>
                    <a:pt x="26" y="33"/>
                  </a:cubicBezTo>
                  <a:cubicBezTo>
                    <a:pt x="82" y="129"/>
                    <a:pt x="146" y="221"/>
                    <a:pt x="217" y="305"/>
                  </a:cubicBezTo>
                  <a:cubicBezTo>
                    <a:pt x="231" y="322"/>
                    <a:pt x="251" y="334"/>
                    <a:pt x="253" y="358"/>
                  </a:cubicBezTo>
                  <a:lnTo>
                    <a:pt x="254" y="3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8"/>
            <p:cNvSpPr/>
            <p:nvPr/>
          </p:nvSpPr>
          <p:spPr>
            <a:xfrm rot="-755217">
              <a:off x="7649393" y="2038951"/>
              <a:ext cx="194145" cy="171830"/>
            </a:xfrm>
            <a:custGeom>
              <a:rect b="b" l="l" r="r" t="t"/>
              <a:pathLst>
                <a:path extrusionOk="0" h="208" w="235">
                  <a:moveTo>
                    <a:pt x="2" y="0"/>
                  </a:moveTo>
                  <a:cubicBezTo>
                    <a:pt x="47" y="34"/>
                    <a:pt x="73" y="78"/>
                    <a:pt x="112" y="106"/>
                  </a:cubicBezTo>
                  <a:cubicBezTo>
                    <a:pt x="138" y="128"/>
                    <a:pt x="166" y="147"/>
                    <a:pt x="196" y="164"/>
                  </a:cubicBezTo>
                  <a:cubicBezTo>
                    <a:pt x="208" y="171"/>
                    <a:pt x="221" y="178"/>
                    <a:pt x="234" y="184"/>
                  </a:cubicBezTo>
                  <a:cubicBezTo>
                    <a:pt x="225" y="207"/>
                    <a:pt x="202" y="167"/>
                    <a:pt x="195" y="198"/>
                  </a:cubicBezTo>
                  <a:cubicBezTo>
                    <a:pt x="193" y="207"/>
                    <a:pt x="182" y="200"/>
                    <a:pt x="177" y="195"/>
                  </a:cubicBezTo>
                  <a:cubicBezTo>
                    <a:pt x="119" y="138"/>
                    <a:pt x="56" y="85"/>
                    <a:pt x="2" y="22"/>
                  </a:cubicBezTo>
                  <a:cubicBezTo>
                    <a:pt x="0" y="20"/>
                    <a:pt x="2" y="1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8"/>
            <p:cNvSpPr/>
            <p:nvPr/>
          </p:nvSpPr>
          <p:spPr>
            <a:xfrm rot="-755217">
              <a:off x="9359377" y="3131702"/>
              <a:ext cx="174317" cy="271788"/>
            </a:xfrm>
            <a:custGeom>
              <a:rect b="b" l="l" r="r" t="t"/>
              <a:pathLst>
                <a:path extrusionOk="0" h="329" w="211">
                  <a:moveTo>
                    <a:pt x="207" y="328"/>
                  </a:moveTo>
                  <a:cubicBezTo>
                    <a:pt x="191" y="322"/>
                    <a:pt x="188" y="306"/>
                    <a:pt x="181" y="294"/>
                  </a:cubicBezTo>
                  <a:cubicBezTo>
                    <a:pt x="178" y="290"/>
                    <a:pt x="176" y="286"/>
                    <a:pt x="173" y="282"/>
                  </a:cubicBezTo>
                  <a:cubicBezTo>
                    <a:pt x="121" y="190"/>
                    <a:pt x="63" y="102"/>
                    <a:pt x="1" y="17"/>
                  </a:cubicBezTo>
                  <a:cubicBezTo>
                    <a:pt x="0" y="15"/>
                    <a:pt x="1" y="10"/>
                    <a:pt x="1" y="7"/>
                  </a:cubicBezTo>
                  <a:cubicBezTo>
                    <a:pt x="7" y="0"/>
                    <a:pt x="12" y="5"/>
                    <a:pt x="15" y="7"/>
                  </a:cubicBezTo>
                  <a:cubicBezTo>
                    <a:pt x="63" y="69"/>
                    <a:pt x="107" y="134"/>
                    <a:pt x="145" y="201"/>
                  </a:cubicBezTo>
                  <a:cubicBezTo>
                    <a:pt x="169" y="241"/>
                    <a:pt x="190" y="283"/>
                    <a:pt x="210" y="324"/>
                  </a:cubicBezTo>
                  <a:lnTo>
                    <a:pt x="207" y="3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8"/>
            <p:cNvSpPr/>
            <p:nvPr/>
          </p:nvSpPr>
          <p:spPr>
            <a:xfrm rot="-755217">
              <a:off x="9644023" y="3507587"/>
              <a:ext cx="206537" cy="231309"/>
            </a:xfrm>
            <a:custGeom>
              <a:rect b="b" l="l" r="r" t="t"/>
              <a:pathLst>
                <a:path extrusionOk="0" h="280" w="250">
                  <a:moveTo>
                    <a:pt x="249" y="279"/>
                  </a:moveTo>
                  <a:cubicBezTo>
                    <a:pt x="164" y="182"/>
                    <a:pt x="75" y="98"/>
                    <a:pt x="0" y="0"/>
                  </a:cubicBezTo>
                  <a:cubicBezTo>
                    <a:pt x="46" y="24"/>
                    <a:pt x="235" y="237"/>
                    <a:pt x="249" y="2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8"/>
            <p:cNvSpPr/>
            <p:nvPr/>
          </p:nvSpPr>
          <p:spPr>
            <a:xfrm rot="-755217">
              <a:off x="9622727" y="3531019"/>
              <a:ext cx="198275" cy="229657"/>
            </a:xfrm>
            <a:custGeom>
              <a:rect b="b" l="l" r="r" t="t"/>
              <a:pathLst>
                <a:path extrusionOk="0" h="278" w="240">
                  <a:moveTo>
                    <a:pt x="34" y="0"/>
                  </a:moveTo>
                  <a:cubicBezTo>
                    <a:pt x="33" y="4"/>
                    <a:pt x="33" y="8"/>
                    <a:pt x="33" y="12"/>
                  </a:cubicBezTo>
                  <a:cubicBezTo>
                    <a:pt x="33" y="29"/>
                    <a:pt x="38" y="45"/>
                    <a:pt x="46" y="59"/>
                  </a:cubicBezTo>
                  <a:cubicBezTo>
                    <a:pt x="51" y="68"/>
                    <a:pt x="58" y="76"/>
                    <a:pt x="66" y="83"/>
                  </a:cubicBezTo>
                  <a:cubicBezTo>
                    <a:pt x="109" y="135"/>
                    <a:pt x="155" y="185"/>
                    <a:pt x="203" y="232"/>
                  </a:cubicBezTo>
                  <a:cubicBezTo>
                    <a:pt x="215" y="244"/>
                    <a:pt x="227" y="257"/>
                    <a:pt x="239" y="271"/>
                  </a:cubicBezTo>
                  <a:cubicBezTo>
                    <a:pt x="227" y="277"/>
                    <a:pt x="222" y="271"/>
                    <a:pt x="217" y="266"/>
                  </a:cubicBezTo>
                  <a:cubicBezTo>
                    <a:pt x="149" y="202"/>
                    <a:pt x="85" y="134"/>
                    <a:pt x="27" y="61"/>
                  </a:cubicBezTo>
                  <a:cubicBezTo>
                    <a:pt x="13" y="43"/>
                    <a:pt x="0" y="26"/>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8"/>
            <p:cNvSpPr/>
            <p:nvPr/>
          </p:nvSpPr>
          <p:spPr>
            <a:xfrm rot="-755217">
              <a:off x="8768161" y="2501607"/>
              <a:ext cx="172665" cy="232135"/>
            </a:xfrm>
            <a:custGeom>
              <a:rect b="b" l="l" r="r" t="t"/>
              <a:pathLst>
                <a:path extrusionOk="0" h="281" w="209">
                  <a:moveTo>
                    <a:pt x="207" y="279"/>
                  </a:moveTo>
                  <a:cubicBezTo>
                    <a:pt x="203" y="277"/>
                    <a:pt x="196" y="276"/>
                    <a:pt x="194" y="273"/>
                  </a:cubicBezTo>
                  <a:cubicBezTo>
                    <a:pt x="129" y="185"/>
                    <a:pt x="64" y="96"/>
                    <a:pt x="0" y="8"/>
                  </a:cubicBezTo>
                  <a:cubicBezTo>
                    <a:pt x="16" y="0"/>
                    <a:pt x="21" y="12"/>
                    <a:pt x="27" y="20"/>
                  </a:cubicBezTo>
                  <a:cubicBezTo>
                    <a:pt x="91" y="99"/>
                    <a:pt x="148" y="185"/>
                    <a:pt x="206" y="270"/>
                  </a:cubicBezTo>
                  <a:cubicBezTo>
                    <a:pt x="208" y="272"/>
                    <a:pt x="206" y="277"/>
                    <a:pt x="206" y="280"/>
                  </a:cubicBezTo>
                  <a:lnTo>
                    <a:pt x="207" y="2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8"/>
            <p:cNvSpPr/>
            <p:nvPr/>
          </p:nvSpPr>
          <p:spPr>
            <a:xfrm rot="-755217">
              <a:off x="9655427" y="3603257"/>
              <a:ext cx="211494" cy="209830"/>
            </a:xfrm>
            <a:custGeom>
              <a:rect b="b" l="l" r="r" t="t"/>
              <a:pathLst>
                <a:path extrusionOk="0" h="254" w="256">
                  <a:moveTo>
                    <a:pt x="0" y="0"/>
                  </a:moveTo>
                  <a:cubicBezTo>
                    <a:pt x="81" y="84"/>
                    <a:pt x="161" y="171"/>
                    <a:pt x="255" y="253"/>
                  </a:cubicBezTo>
                  <a:cubicBezTo>
                    <a:pt x="205" y="236"/>
                    <a:pt x="55" y="8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8"/>
            <p:cNvSpPr/>
            <p:nvPr/>
          </p:nvSpPr>
          <p:spPr>
            <a:xfrm rot="-755217">
              <a:off x="9344743" y="4058738"/>
              <a:ext cx="161099" cy="244527"/>
            </a:xfrm>
            <a:custGeom>
              <a:rect b="b" l="l" r="r" t="t"/>
              <a:pathLst>
                <a:path extrusionOk="0" h="296" w="195">
                  <a:moveTo>
                    <a:pt x="170" y="239"/>
                  </a:moveTo>
                  <a:cubicBezTo>
                    <a:pt x="165" y="262"/>
                    <a:pt x="194" y="272"/>
                    <a:pt x="191" y="294"/>
                  </a:cubicBezTo>
                  <a:cubicBezTo>
                    <a:pt x="182" y="295"/>
                    <a:pt x="178" y="290"/>
                    <a:pt x="173" y="284"/>
                  </a:cubicBezTo>
                  <a:cubicBezTo>
                    <a:pt x="120" y="211"/>
                    <a:pt x="70" y="134"/>
                    <a:pt x="25" y="56"/>
                  </a:cubicBezTo>
                  <a:cubicBezTo>
                    <a:pt x="18" y="44"/>
                    <a:pt x="11" y="33"/>
                    <a:pt x="5" y="21"/>
                  </a:cubicBezTo>
                  <a:cubicBezTo>
                    <a:pt x="3" y="14"/>
                    <a:pt x="1" y="7"/>
                    <a:pt x="0" y="0"/>
                  </a:cubicBezTo>
                  <a:cubicBezTo>
                    <a:pt x="17" y="4"/>
                    <a:pt x="20" y="16"/>
                    <a:pt x="26" y="25"/>
                  </a:cubicBezTo>
                  <a:cubicBezTo>
                    <a:pt x="64" y="86"/>
                    <a:pt x="101" y="147"/>
                    <a:pt x="139" y="207"/>
                  </a:cubicBezTo>
                  <a:cubicBezTo>
                    <a:pt x="147" y="220"/>
                    <a:pt x="151" y="239"/>
                    <a:pt x="171" y="241"/>
                  </a:cubicBezTo>
                  <a:lnTo>
                    <a:pt x="170" y="2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8"/>
            <p:cNvSpPr/>
            <p:nvPr/>
          </p:nvSpPr>
          <p:spPr>
            <a:xfrm rot="-755217">
              <a:off x="9650451" y="3173726"/>
              <a:ext cx="180926" cy="223874"/>
            </a:xfrm>
            <a:custGeom>
              <a:rect b="b" l="l" r="r" t="t"/>
              <a:pathLst>
                <a:path extrusionOk="0" h="271" w="219">
                  <a:moveTo>
                    <a:pt x="0" y="0"/>
                  </a:moveTo>
                  <a:cubicBezTo>
                    <a:pt x="85" y="80"/>
                    <a:pt x="149" y="177"/>
                    <a:pt x="218" y="270"/>
                  </a:cubicBezTo>
                  <a:cubicBezTo>
                    <a:pt x="136" y="187"/>
                    <a:pt x="71" y="9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8"/>
            <p:cNvSpPr/>
            <p:nvPr/>
          </p:nvSpPr>
          <p:spPr>
            <a:xfrm rot="-755217">
              <a:off x="8768964" y="2676617"/>
              <a:ext cx="164403" cy="223874"/>
            </a:xfrm>
            <a:custGeom>
              <a:rect b="b" l="l" r="r" t="t"/>
              <a:pathLst>
                <a:path extrusionOk="0" h="271" w="199">
                  <a:moveTo>
                    <a:pt x="186" y="270"/>
                  </a:moveTo>
                  <a:lnTo>
                    <a:pt x="0" y="0"/>
                  </a:lnTo>
                  <a:cubicBezTo>
                    <a:pt x="34" y="17"/>
                    <a:pt x="34" y="17"/>
                    <a:pt x="74" y="79"/>
                  </a:cubicBezTo>
                  <a:cubicBezTo>
                    <a:pt x="95" y="111"/>
                    <a:pt x="116" y="143"/>
                    <a:pt x="138" y="175"/>
                  </a:cubicBezTo>
                  <a:lnTo>
                    <a:pt x="198" y="264"/>
                  </a:lnTo>
                  <a:lnTo>
                    <a:pt x="186" y="2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8"/>
            <p:cNvSpPr/>
            <p:nvPr/>
          </p:nvSpPr>
          <p:spPr>
            <a:xfrm rot="-755217">
              <a:off x="8966919" y="3247736"/>
              <a:ext cx="194971" cy="222222"/>
            </a:xfrm>
            <a:custGeom>
              <a:rect b="b" l="l" r="r" t="t"/>
              <a:pathLst>
                <a:path extrusionOk="0" h="269" w="236">
                  <a:moveTo>
                    <a:pt x="235" y="267"/>
                  </a:moveTo>
                  <a:cubicBezTo>
                    <a:pt x="202" y="255"/>
                    <a:pt x="186" y="224"/>
                    <a:pt x="165" y="200"/>
                  </a:cubicBezTo>
                  <a:cubicBezTo>
                    <a:pt x="107" y="139"/>
                    <a:pt x="52" y="74"/>
                    <a:pt x="0" y="6"/>
                  </a:cubicBezTo>
                  <a:cubicBezTo>
                    <a:pt x="19" y="0"/>
                    <a:pt x="22" y="13"/>
                    <a:pt x="27" y="20"/>
                  </a:cubicBezTo>
                  <a:cubicBezTo>
                    <a:pt x="91" y="93"/>
                    <a:pt x="154" y="166"/>
                    <a:pt x="218" y="240"/>
                  </a:cubicBezTo>
                  <a:cubicBezTo>
                    <a:pt x="225" y="248"/>
                    <a:pt x="234" y="255"/>
                    <a:pt x="233" y="268"/>
                  </a:cubicBezTo>
                  <a:lnTo>
                    <a:pt x="235" y="2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8"/>
            <p:cNvSpPr/>
            <p:nvPr/>
          </p:nvSpPr>
          <p:spPr>
            <a:xfrm rot="-755217">
              <a:off x="8911993" y="2437490"/>
              <a:ext cx="156142" cy="164395"/>
            </a:xfrm>
            <a:custGeom>
              <a:rect b="b" l="l" r="r" t="t"/>
              <a:pathLst>
                <a:path extrusionOk="0" h="199" w="189">
                  <a:moveTo>
                    <a:pt x="95" y="76"/>
                  </a:moveTo>
                  <a:cubicBezTo>
                    <a:pt x="99" y="104"/>
                    <a:pt x="122" y="118"/>
                    <a:pt x="138" y="138"/>
                  </a:cubicBezTo>
                  <a:cubicBezTo>
                    <a:pt x="154" y="157"/>
                    <a:pt x="176" y="183"/>
                    <a:pt x="188" y="198"/>
                  </a:cubicBezTo>
                  <a:cubicBezTo>
                    <a:pt x="147" y="176"/>
                    <a:pt x="43" y="70"/>
                    <a:pt x="0" y="0"/>
                  </a:cubicBezTo>
                  <a:cubicBezTo>
                    <a:pt x="43" y="8"/>
                    <a:pt x="47" y="56"/>
                    <a:pt x="82" y="65"/>
                  </a:cubicBezTo>
                  <a:lnTo>
                    <a:pt x="95"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8"/>
            <p:cNvSpPr/>
            <p:nvPr/>
          </p:nvSpPr>
          <p:spPr>
            <a:xfrm rot="-755217">
              <a:off x="8736130" y="2546675"/>
              <a:ext cx="156142" cy="205700"/>
            </a:xfrm>
            <a:custGeom>
              <a:rect b="b" l="l" r="r" t="t"/>
              <a:pathLst>
                <a:path extrusionOk="0" h="249" w="189">
                  <a:moveTo>
                    <a:pt x="185" y="248"/>
                  </a:moveTo>
                  <a:cubicBezTo>
                    <a:pt x="117" y="175"/>
                    <a:pt x="65" y="90"/>
                    <a:pt x="0" y="0"/>
                  </a:cubicBezTo>
                  <a:cubicBezTo>
                    <a:pt x="40" y="22"/>
                    <a:pt x="140" y="156"/>
                    <a:pt x="188" y="245"/>
                  </a:cubicBezTo>
                  <a:lnTo>
                    <a:pt x="185"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8"/>
            <p:cNvSpPr/>
            <p:nvPr/>
          </p:nvSpPr>
          <p:spPr>
            <a:xfrm rot="-755217">
              <a:off x="8109585" y="2294266"/>
              <a:ext cx="188362" cy="190004"/>
            </a:xfrm>
            <a:custGeom>
              <a:rect b="b" l="l" r="r" t="t"/>
              <a:pathLst>
                <a:path extrusionOk="0" h="230" w="228">
                  <a:moveTo>
                    <a:pt x="0" y="0"/>
                  </a:moveTo>
                  <a:lnTo>
                    <a:pt x="1" y="0"/>
                  </a:lnTo>
                  <a:cubicBezTo>
                    <a:pt x="5" y="0"/>
                    <a:pt x="9" y="1"/>
                    <a:pt x="13" y="4"/>
                  </a:cubicBezTo>
                  <a:cubicBezTo>
                    <a:pt x="15" y="5"/>
                    <a:pt x="17" y="7"/>
                    <a:pt x="19" y="9"/>
                  </a:cubicBezTo>
                  <a:lnTo>
                    <a:pt x="221" y="211"/>
                  </a:lnTo>
                  <a:cubicBezTo>
                    <a:pt x="223" y="212"/>
                    <a:pt x="224" y="213"/>
                    <a:pt x="225" y="215"/>
                  </a:cubicBezTo>
                  <a:cubicBezTo>
                    <a:pt x="226" y="217"/>
                    <a:pt x="226" y="218"/>
                    <a:pt x="226" y="221"/>
                  </a:cubicBezTo>
                  <a:cubicBezTo>
                    <a:pt x="226" y="223"/>
                    <a:pt x="227" y="226"/>
                    <a:pt x="225" y="228"/>
                  </a:cubicBezTo>
                  <a:cubicBezTo>
                    <a:pt x="224" y="229"/>
                    <a:pt x="224" y="229"/>
                    <a:pt x="224" y="229"/>
                  </a:cubicBezTo>
                  <a:lnTo>
                    <a:pt x="195" y="200"/>
                  </a:lnTo>
                  <a:cubicBezTo>
                    <a:pt x="142" y="149"/>
                    <a:pt x="89" y="97"/>
                    <a:pt x="38" y="45"/>
                  </a:cubicBezTo>
                  <a:cubicBezTo>
                    <a:pt x="24" y="32"/>
                    <a:pt x="6"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8"/>
            <p:cNvSpPr/>
            <p:nvPr/>
          </p:nvSpPr>
          <p:spPr>
            <a:xfrm rot="-755217">
              <a:off x="7964519" y="2527367"/>
              <a:ext cx="74353" cy="264353"/>
            </a:xfrm>
            <a:custGeom>
              <a:rect b="b" l="l" r="r" t="t"/>
              <a:pathLst>
                <a:path extrusionOk="0" h="320" w="90">
                  <a:moveTo>
                    <a:pt x="89" y="317"/>
                  </a:moveTo>
                  <a:cubicBezTo>
                    <a:pt x="79" y="319"/>
                    <a:pt x="77" y="312"/>
                    <a:pt x="75" y="305"/>
                  </a:cubicBezTo>
                  <a:cubicBezTo>
                    <a:pt x="39" y="213"/>
                    <a:pt x="14" y="117"/>
                    <a:pt x="1" y="19"/>
                  </a:cubicBezTo>
                  <a:cubicBezTo>
                    <a:pt x="0" y="17"/>
                    <a:pt x="0" y="15"/>
                    <a:pt x="0" y="13"/>
                  </a:cubicBezTo>
                  <a:cubicBezTo>
                    <a:pt x="0" y="10"/>
                    <a:pt x="1" y="7"/>
                    <a:pt x="2" y="5"/>
                  </a:cubicBezTo>
                  <a:cubicBezTo>
                    <a:pt x="3" y="3"/>
                    <a:pt x="5" y="1"/>
                    <a:pt x="7" y="0"/>
                  </a:cubicBezTo>
                  <a:cubicBezTo>
                    <a:pt x="10" y="1"/>
                    <a:pt x="15" y="2"/>
                    <a:pt x="15" y="4"/>
                  </a:cubicBezTo>
                  <a:cubicBezTo>
                    <a:pt x="23" y="93"/>
                    <a:pt x="42" y="181"/>
                    <a:pt x="74" y="264"/>
                  </a:cubicBezTo>
                  <a:cubicBezTo>
                    <a:pt x="82" y="281"/>
                    <a:pt x="87" y="299"/>
                    <a:pt x="88" y="317"/>
                  </a:cubicBezTo>
                  <a:lnTo>
                    <a:pt x="89" y="3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8"/>
            <p:cNvSpPr/>
            <p:nvPr/>
          </p:nvSpPr>
          <p:spPr>
            <a:xfrm rot="-755217">
              <a:off x="9370495" y="2894804"/>
              <a:ext cx="159447" cy="209830"/>
            </a:xfrm>
            <a:custGeom>
              <a:rect b="b" l="l" r="r" t="t"/>
              <a:pathLst>
                <a:path extrusionOk="0" h="254" w="193">
                  <a:moveTo>
                    <a:pt x="192" y="252"/>
                  </a:moveTo>
                  <a:cubicBezTo>
                    <a:pt x="188" y="252"/>
                    <a:pt x="184" y="252"/>
                    <a:pt x="182" y="250"/>
                  </a:cubicBezTo>
                  <a:cubicBezTo>
                    <a:pt x="116" y="173"/>
                    <a:pt x="55" y="91"/>
                    <a:pt x="0" y="6"/>
                  </a:cubicBezTo>
                  <a:cubicBezTo>
                    <a:pt x="19" y="0"/>
                    <a:pt x="23" y="12"/>
                    <a:pt x="27" y="20"/>
                  </a:cubicBezTo>
                  <a:cubicBezTo>
                    <a:pt x="78" y="93"/>
                    <a:pt x="129" y="167"/>
                    <a:pt x="185" y="237"/>
                  </a:cubicBezTo>
                  <a:cubicBezTo>
                    <a:pt x="188" y="242"/>
                    <a:pt x="189" y="247"/>
                    <a:pt x="190" y="253"/>
                  </a:cubicBezTo>
                  <a:lnTo>
                    <a:pt x="192" y="2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8"/>
            <p:cNvSpPr/>
            <p:nvPr/>
          </p:nvSpPr>
          <p:spPr>
            <a:xfrm rot="-755217">
              <a:off x="9042565" y="4449658"/>
              <a:ext cx="166056" cy="91697"/>
            </a:xfrm>
            <a:custGeom>
              <a:rect b="b" l="l" r="r" t="t"/>
              <a:pathLst>
                <a:path extrusionOk="0" h="111" w="201">
                  <a:moveTo>
                    <a:pt x="0" y="22"/>
                  </a:moveTo>
                  <a:cubicBezTo>
                    <a:pt x="33" y="22"/>
                    <a:pt x="57" y="0"/>
                    <a:pt x="85" y="16"/>
                  </a:cubicBezTo>
                  <a:cubicBezTo>
                    <a:pt x="95" y="36"/>
                    <a:pt x="60" y="25"/>
                    <a:pt x="73" y="51"/>
                  </a:cubicBezTo>
                  <a:cubicBezTo>
                    <a:pt x="114" y="74"/>
                    <a:pt x="156" y="94"/>
                    <a:pt x="200" y="110"/>
                  </a:cubicBezTo>
                  <a:cubicBezTo>
                    <a:pt x="145" y="109"/>
                    <a:pt x="74" y="78"/>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8"/>
            <p:cNvSpPr/>
            <p:nvPr/>
          </p:nvSpPr>
          <p:spPr>
            <a:xfrm rot="-755217">
              <a:off x="7937171" y="2649573"/>
              <a:ext cx="69396" cy="230483"/>
            </a:xfrm>
            <a:custGeom>
              <a:rect b="b" l="l" r="r" t="t"/>
              <a:pathLst>
                <a:path extrusionOk="0" h="279" w="84">
                  <a:moveTo>
                    <a:pt x="14" y="0"/>
                  </a:moveTo>
                  <a:cubicBezTo>
                    <a:pt x="26" y="95"/>
                    <a:pt x="49" y="189"/>
                    <a:pt x="83" y="278"/>
                  </a:cubicBezTo>
                  <a:cubicBezTo>
                    <a:pt x="40" y="226"/>
                    <a:pt x="0" y="60"/>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8"/>
            <p:cNvSpPr/>
            <p:nvPr/>
          </p:nvSpPr>
          <p:spPr>
            <a:xfrm rot="-755217">
              <a:off x="10121845" y="3387192"/>
              <a:ext cx="92529" cy="147046"/>
            </a:xfrm>
            <a:custGeom>
              <a:rect b="b" l="l" r="r" t="t"/>
              <a:pathLst>
                <a:path extrusionOk="0" h="178" w="112">
                  <a:moveTo>
                    <a:pt x="47" y="89"/>
                  </a:moveTo>
                  <a:lnTo>
                    <a:pt x="0" y="9"/>
                  </a:lnTo>
                  <a:cubicBezTo>
                    <a:pt x="15" y="0"/>
                    <a:pt x="20" y="13"/>
                    <a:pt x="24" y="21"/>
                  </a:cubicBezTo>
                  <a:cubicBezTo>
                    <a:pt x="49" y="61"/>
                    <a:pt x="73" y="102"/>
                    <a:pt x="97" y="143"/>
                  </a:cubicBezTo>
                  <a:cubicBezTo>
                    <a:pt x="102" y="151"/>
                    <a:pt x="111" y="161"/>
                    <a:pt x="96" y="169"/>
                  </a:cubicBezTo>
                  <a:cubicBezTo>
                    <a:pt x="81" y="177"/>
                    <a:pt x="72" y="168"/>
                    <a:pt x="67" y="155"/>
                  </a:cubicBezTo>
                  <a:cubicBezTo>
                    <a:pt x="62" y="143"/>
                    <a:pt x="56" y="125"/>
                    <a:pt x="52" y="109"/>
                  </a:cubicBezTo>
                  <a:lnTo>
                    <a:pt x="47"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8"/>
            <p:cNvSpPr/>
            <p:nvPr/>
          </p:nvSpPr>
          <p:spPr>
            <a:xfrm rot="-755217">
              <a:off x="7927704" y="2657098"/>
              <a:ext cx="38003" cy="247831"/>
            </a:xfrm>
            <a:custGeom>
              <a:rect b="b" l="l" r="r" t="t"/>
              <a:pathLst>
                <a:path extrusionOk="0" h="300" w="46">
                  <a:moveTo>
                    <a:pt x="45" y="297"/>
                  </a:moveTo>
                  <a:cubicBezTo>
                    <a:pt x="32" y="299"/>
                    <a:pt x="31" y="289"/>
                    <a:pt x="28" y="280"/>
                  </a:cubicBezTo>
                  <a:cubicBezTo>
                    <a:pt x="9" y="210"/>
                    <a:pt x="0" y="136"/>
                    <a:pt x="0" y="63"/>
                  </a:cubicBezTo>
                  <a:cubicBezTo>
                    <a:pt x="0" y="42"/>
                    <a:pt x="0" y="21"/>
                    <a:pt x="2" y="0"/>
                  </a:cubicBezTo>
                  <a:cubicBezTo>
                    <a:pt x="8" y="100"/>
                    <a:pt x="21" y="200"/>
                    <a:pt x="42" y="298"/>
                  </a:cubicBezTo>
                  <a:lnTo>
                    <a:pt x="45" y="2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8"/>
            <p:cNvSpPr/>
            <p:nvPr/>
          </p:nvSpPr>
          <p:spPr>
            <a:xfrm rot="-755217">
              <a:off x="8980561" y="2454930"/>
              <a:ext cx="132184" cy="132177"/>
            </a:xfrm>
            <a:custGeom>
              <a:rect b="b" l="l" r="r" t="t"/>
              <a:pathLst>
                <a:path extrusionOk="0" h="160" w="160">
                  <a:moveTo>
                    <a:pt x="14" y="41"/>
                  </a:moveTo>
                  <a:lnTo>
                    <a:pt x="0" y="30"/>
                  </a:lnTo>
                  <a:cubicBezTo>
                    <a:pt x="0" y="15"/>
                    <a:pt x="5" y="0"/>
                    <a:pt x="21" y="14"/>
                  </a:cubicBezTo>
                  <a:cubicBezTo>
                    <a:pt x="70" y="59"/>
                    <a:pt x="116" y="108"/>
                    <a:pt x="159" y="159"/>
                  </a:cubicBezTo>
                  <a:cubicBezTo>
                    <a:pt x="101" y="130"/>
                    <a:pt x="64" y="78"/>
                    <a:pt x="1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8"/>
            <p:cNvSpPr/>
            <p:nvPr/>
          </p:nvSpPr>
          <p:spPr>
            <a:xfrm rot="-755217">
              <a:off x="7959420" y="2614731"/>
              <a:ext cx="57004" cy="235440"/>
            </a:xfrm>
            <a:custGeom>
              <a:rect b="b" l="l" r="r" t="t"/>
              <a:pathLst>
                <a:path extrusionOk="0" h="285" w="69">
                  <a:moveTo>
                    <a:pt x="68" y="284"/>
                  </a:moveTo>
                  <a:cubicBezTo>
                    <a:pt x="65" y="283"/>
                    <a:pt x="61" y="282"/>
                    <a:pt x="59" y="280"/>
                  </a:cubicBezTo>
                  <a:cubicBezTo>
                    <a:pt x="27" y="198"/>
                    <a:pt x="7" y="111"/>
                    <a:pt x="0" y="24"/>
                  </a:cubicBezTo>
                  <a:cubicBezTo>
                    <a:pt x="1" y="15"/>
                    <a:pt x="4" y="7"/>
                    <a:pt x="7" y="0"/>
                  </a:cubicBezTo>
                  <a:cubicBezTo>
                    <a:pt x="16" y="47"/>
                    <a:pt x="22" y="86"/>
                    <a:pt x="30" y="125"/>
                  </a:cubicBezTo>
                  <a:cubicBezTo>
                    <a:pt x="42" y="178"/>
                    <a:pt x="55" y="231"/>
                    <a:pt x="67" y="284"/>
                  </a:cubicBezTo>
                  <a:lnTo>
                    <a:pt x="68" y="28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8"/>
            <p:cNvSpPr/>
            <p:nvPr/>
          </p:nvSpPr>
          <p:spPr>
            <a:xfrm rot="-755217">
              <a:off x="10088543" y="3954901"/>
              <a:ext cx="119791" cy="113176"/>
            </a:xfrm>
            <a:custGeom>
              <a:rect b="b" l="l" r="r" t="t"/>
              <a:pathLst>
                <a:path extrusionOk="0" h="137" w="145">
                  <a:moveTo>
                    <a:pt x="84" y="57"/>
                  </a:moveTo>
                  <a:cubicBezTo>
                    <a:pt x="105" y="77"/>
                    <a:pt x="124" y="100"/>
                    <a:pt x="138" y="125"/>
                  </a:cubicBezTo>
                  <a:cubicBezTo>
                    <a:pt x="140" y="129"/>
                    <a:pt x="142" y="132"/>
                    <a:pt x="144" y="136"/>
                  </a:cubicBezTo>
                  <a:cubicBezTo>
                    <a:pt x="144" y="136"/>
                    <a:pt x="143" y="135"/>
                    <a:pt x="142" y="135"/>
                  </a:cubicBezTo>
                  <a:cubicBezTo>
                    <a:pt x="85" y="102"/>
                    <a:pt x="36" y="56"/>
                    <a:pt x="0" y="0"/>
                  </a:cubicBezTo>
                  <a:cubicBezTo>
                    <a:pt x="18" y="4"/>
                    <a:pt x="27" y="19"/>
                    <a:pt x="41" y="30"/>
                  </a:cubicBezTo>
                  <a:cubicBezTo>
                    <a:pt x="55" y="41"/>
                    <a:pt x="64" y="57"/>
                    <a:pt x="8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8"/>
            <p:cNvSpPr/>
            <p:nvPr/>
          </p:nvSpPr>
          <p:spPr>
            <a:xfrm rot="-755217">
              <a:off x="8744092" y="2609019"/>
              <a:ext cx="130531" cy="162742"/>
            </a:xfrm>
            <a:custGeom>
              <a:rect b="b" l="l" r="r" t="t"/>
              <a:pathLst>
                <a:path extrusionOk="0" h="197" w="158">
                  <a:moveTo>
                    <a:pt x="155" y="195"/>
                  </a:moveTo>
                  <a:cubicBezTo>
                    <a:pt x="105" y="158"/>
                    <a:pt x="76" y="102"/>
                    <a:pt x="36" y="55"/>
                  </a:cubicBezTo>
                  <a:cubicBezTo>
                    <a:pt x="26" y="46"/>
                    <a:pt x="18" y="36"/>
                    <a:pt x="11" y="24"/>
                  </a:cubicBezTo>
                  <a:cubicBezTo>
                    <a:pt x="6" y="16"/>
                    <a:pt x="3" y="8"/>
                    <a:pt x="0" y="0"/>
                  </a:cubicBezTo>
                  <a:cubicBezTo>
                    <a:pt x="5" y="1"/>
                    <a:pt x="9" y="3"/>
                    <a:pt x="13" y="6"/>
                  </a:cubicBezTo>
                  <a:cubicBezTo>
                    <a:pt x="24" y="12"/>
                    <a:pt x="32" y="20"/>
                    <a:pt x="38" y="31"/>
                  </a:cubicBezTo>
                  <a:cubicBezTo>
                    <a:pt x="39" y="31"/>
                    <a:pt x="39" y="32"/>
                    <a:pt x="39" y="33"/>
                  </a:cubicBezTo>
                  <a:cubicBezTo>
                    <a:pt x="75" y="79"/>
                    <a:pt x="110" y="125"/>
                    <a:pt x="145" y="172"/>
                  </a:cubicBezTo>
                  <a:cubicBezTo>
                    <a:pt x="151" y="179"/>
                    <a:pt x="157" y="185"/>
                    <a:pt x="154" y="196"/>
                  </a:cubicBezTo>
                  <a:lnTo>
                    <a:pt x="155" y="1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8"/>
            <p:cNvSpPr/>
            <p:nvPr/>
          </p:nvSpPr>
          <p:spPr>
            <a:xfrm rot="-755217">
              <a:off x="9382025" y="2835511"/>
              <a:ext cx="118139" cy="178438"/>
            </a:xfrm>
            <a:custGeom>
              <a:rect b="b" l="l" r="r" t="t"/>
              <a:pathLst>
                <a:path extrusionOk="0" h="216" w="143">
                  <a:moveTo>
                    <a:pt x="142" y="215"/>
                  </a:moveTo>
                  <a:cubicBezTo>
                    <a:pt x="89" y="148"/>
                    <a:pt x="53" y="74"/>
                    <a:pt x="0" y="0"/>
                  </a:cubicBezTo>
                  <a:cubicBezTo>
                    <a:pt x="41" y="25"/>
                    <a:pt x="131" y="166"/>
                    <a:pt x="142"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8"/>
            <p:cNvSpPr/>
            <p:nvPr/>
          </p:nvSpPr>
          <p:spPr>
            <a:xfrm rot="-755217">
              <a:off x="7991180" y="2535730"/>
              <a:ext cx="61135" cy="207352"/>
            </a:xfrm>
            <a:custGeom>
              <a:rect b="b" l="l" r="r" t="t"/>
              <a:pathLst>
                <a:path extrusionOk="0" h="251" w="74">
                  <a:moveTo>
                    <a:pt x="73" y="248"/>
                  </a:moveTo>
                  <a:cubicBezTo>
                    <a:pt x="71" y="248"/>
                    <a:pt x="68" y="248"/>
                    <a:pt x="68" y="248"/>
                  </a:cubicBezTo>
                  <a:cubicBezTo>
                    <a:pt x="28" y="171"/>
                    <a:pt x="5" y="87"/>
                    <a:pt x="0" y="0"/>
                  </a:cubicBezTo>
                  <a:cubicBezTo>
                    <a:pt x="20" y="85"/>
                    <a:pt x="50" y="166"/>
                    <a:pt x="72" y="250"/>
                  </a:cubicBezTo>
                  <a:lnTo>
                    <a:pt x="73"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8"/>
            <p:cNvSpPr/>
            <p:nvPr/>
          </p:nvSpPr>
          <p:spPr>
            <a:xfrm rot="-755217">
              <a:off x="9007218" y="3199338"/>
              <a:ext cx="152011" cy="138785"/>
            </a:xfrm>
            <a:custGeom>
              <a:rect b="b" l="l" r="r" t="t"/>
              <a:pathLst>
                <a:path extrusionOk="0" h="168" w="184">
                  <a:moveTo>
                    <a:pt x="10" y="0"/>
                  </a:moveTo>
                  <a:lnTo>
                    <a:pt x="183" y="167"/>
                  </a:lnTo>
                  <a:cubicBezTo>
                    <a:pt x="115" y="123"/>
                    <a:pt x="54" y="69"/>
                    <a:pt x="0" y="8"/>
                  </a:cubicBez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8"/>
            <p:cNvSpPr/>
            <p:nvPr/>
          </p:nvSpPr>
          <p:spPr>
            <a:xfrm rot="-755217">
              <a:off x="7787823" y="2077254"/>
              <a:ext cx="128053" cy="106567"/>
            </a:xfrm>
            <a:custGeom>
              <a:rect b="b" l="l" r="r" t="t"/>
              <a:pathLst>
                <a:path extrusionOk="0" h="129" w="155">
                  <a:moveTo>
                    <a:pt x="152" y="115"/>
                  </a:moveTo>
                  <a:cubicBezTo>
                    <a:pt x="154" y="120"/>
                    <a:pt x="154" y="128"/>
                    <a:pt x="148" y="128"/>
                  </a:cubicBezTo>
                  <a:cubicBezTo>
                    <a:pt x="106" y="124"/>
                    <a:pt x="20" y="51"/>
                    <a:pt x="0" y="0"/>
                  </a:cubicBezTo>
                  <a:cubicBezTo>
                    <a:pt x="35" y="14"/>
                    <a:pt x="43" y="57"/>
                    <a:pt x="80" y="63"/>
                  </a:cubicBezTo>
                  <a:lnTo>
                    <a:pt x="77" y="61"/>
                  </a:lnTo>
                  <a:cubicBezTo>
                    <a:pt x="78" y="64"/>
                    <a:pt x="79" y="66"/>
                    <a:pt x="81" y="69"/>
                  </a:cubicBezTo>
                  <a:cubicBezTo>
                    <a:pt x="86" y="77"/>
                    <a:pt x="93" y="83"/>
                    <a:pt x="101" y="88"/>
                  </a:cubicBezTo>
                  <a:cubicBezTo>
                    <a:pt x="109" y="92"/>
                    <a:pt x="118" y="95"/>
                    <a:pt x="127" y="95"/>
                  </a:cubicBezTo>
                  <a:cubicBezTo>
                    <a:pt x="128" y="95"/>
                    <a:pt x="128" y="95"/>
                    <a:pt x="129" y="95"/>
                  </a:cubicBezTo>
                  <a:lnTo>
                    <a:pt x="143" y="106"/>
                  </a:lnTo>
                  <a:lnTo>
                    <a:pt x="152" y="1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8"/>
            <p:cNvSpPr/>
            <p:nvPr/>
          </p:nvSpPr>
          <p:spPr>
            <a:xfrm rot="-755217">
              <a:off x="8384282" y="2504520"/>
              <a:ext cx="147054" cy="149525"/>
            </a:xfrm>
            <a:custGeom>
              <a:rect b="b" l="l" r="r" t="t"/>
              <a:pathLst>
                <a:path extrusionOk="0" h="181" w="178">
                  <a:moveTo>
                    <a:pt x="177" y="180"/>
                  </a:moveTo>
                  <a:cubicBezTo>
                    <a:pt x="166" y="180"/>
                    <a:pt x="161" y="173"/>
                    <a:pt x="155" y="166"/>
                  </a:cubicBezTo>
                  <a:cubicBezTo>
                    <a:pt x="108" y="106"/>
                    <a:pt x="56" y="51"/>
                    <a:pt x="0" y="0"/>
                  </a:cubicBezTo>
                  <a:cubicBezTo>
                    <a:pt x="48" y="13"/>
                    <a:pt x="143" y="113"/>
                    <a:pt x="176" y="180"/>
                  </a:cubicBezTo>
                  <a:lnTo>
                    <a:pt x="177" y="1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8"/>
            <p:cNvSpPr/>
            <p:nvPr/>
          </p:nvSpPr>
          <p:spPr>
            <a:xfrm rot="-755217">
              <a:off x="8224884" y="3611995"/>
              <a:ext cx="67744" cy="71871"/>
            </a:xfrm>
            <a:custGeom>
              <a:rect b="b" l="l" r="r" t="t"/>
              <a:pathLst>
                <a:path extrusionOk="0" h="87" w="82">
                  <a:moveTo>
                    <a:pt x="81" y="86"/>
                  </a:moveTo>
                  <a:cubicBezTo>
                    <a:pt x="48" y="83"/>
                    <a:pt x="2" y="44"/>
                    <a:pt x="0" y="19"/>
                  </a:cubicBezTo>
                  <a:cubicBezTo>
                    <a:pt x="0" y="19"/>
                    <a:pt x="0" y="18"/>
                    <a:pt x="0" y="17"/>
                  </a:cubicBezTo>
                  <a:cubicBezTo>
                    <a:pt x="0" y="14"/>
                    <a:pt x="0" y="12"/>
                    <a:pt x="2" y="9"/>
                  </a:cubicBezTo>
                  <a:cubicBezTo>
                    <a:pt x="4" y="6"/>
                    <a:pt x="6" y="5"/>
                    <a:pt x="8" y="3"/>
                  </a:cubicBezTo>
                  <a:cubicBezTo>
                    <a:pt x="9" y="2"/>
                    <a:pt x="9" y="2"/>
                    <a:pt x="10" y="2"/>
                  </a:cubicBezTo>
                  <a:cubicBezTo>
                    <a:pt x="13" y="1"/>
                    <a:pt x="16" y="0"/>
                    <a:pt x="19" y="0"/>
                  </a:cubicBezTo>
                  <a:cubicBezTo>
                    <a:pt x="22" y="0"/>
                    <a:pt x="26" y="1"/>
                    <a:pt x="29" y="3"/>
                  </a:cubicBezTo>
                  <a:cubicBezTo>
                    <a:pt x="32" y="5"/>
                    <a:pt x="34" y="7"/>
                    <a:pt x="36" y="10"/>
                  </a:cubicBezTo>
                  <a:cubicBezTo>
                    <a:pt x="36" y="11"/>
                    <a:pt x="36" y="11"/>
                    <a:pt x="37" y="12"/>
                  </a:cubicBezTo>
                  <a:cubicBezTo>
                    <a:pt x="52" y="36"/>
                    <a:pt x="66" y="60"/>
                    <a:pt x="8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8"/>
            <p:cNvSpPr/>
            <p:nvPr/>
          </p:nvSpPr>
          <p:spPr>
            <a:xfrm rot="-755217">
              <a:off x="8824383" y="2455310"/>
              <a:ext cx="117313" cy="152003"/>
            </a:xfrm>
            <a:custGeom>
              <a:rect b="b" l="l" r="r" t="t"/>
              <a:pathLst>
                <a:path extrusionOk="0" h="184" w="142">
                  <a:moveTo>
                    <a:pt x="137" y="183"/>
                  </a:moveTo>
                  <a:cubicBezTo>
                    <a:pt x="81" y="130"/>
                    <a:pt x="47" y="59"/>
                    <a:pt x="0" y="0"/>
                  </a:cubicBezTo>
                  <a:cubicBezTo>
                    <a:pt x="36" y="19"/>
                    <a:pt x="96" y="97"/>
                    <a:pt x="141" y="179"/>
                  </a:cubicBezTo>
                  <a:lnTo>
                    <a:pt x="137" y="1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8"/>
            <p:cNvSpPr/>
            <p:nvPr/>
          </p:nvSpPr>
          <p:spPr>
            <a:xfrm rot="-755217">
              <a:off x="8802099" y="2495732"/>
              <a:ext cx="103268" cy="153655"/>
            </a:xfrm>
            <a:custGeom>
              <a:rect b="b" l="l" r="r" t="t"/>
              <a:pathLst>
                <a:path extrusionOk="0" h="186" w="125">
                  <a:moveTo>
                    <a:pt x="124" y="185"/>
                  </a:moveTo>
                  <a:lnTo>
                    <a:pt x="0" y="0"/>
                  </a:lnTo>
                  <a:cubicBezTo>
                    <a:pt x="39" y="18"/>
                    <a:pt x="93" y="96"/>
                    <a:pt x="12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8"/>
            <p:cNvSpPr/>
            <p:nvPr/>
          </p:nvSpPr>
          <p:spPr>
            <a:xfrm rot="-755217">
              <a:off x="10174684" y="3868264"/>
              <a:ext cx="88398" cy="128872"/>
            </a:xfrm>
            <a:custGeom>
              <a:rect b="b" l="l" r="r" t="t"/>
              <a:pathLst>
                <a:path extrusionOk="0" h="156" w="107">
                  <a:moveTo>
                    <a:pt x="68" y="53"/>
                  </a:moveTo>
                  <a:cubicBezTo>
                    <a:pt x="75" y="87"/>
                    <a:pt x="106" y="113"/>
                    <a:pt x="98" y="155"/>
                  </a:cubicBezTo>
                  <a:lnTo>
                    <a:pt x="0" y="7"/>
                  </a:lnTo>
                  <a:lnTo>
                    <a:pt x="9" y="0"/>
                  </a:lnTo>
                  <a:cubicBezTo>
                    <a:pt x="22" y="21"/>
                    <a:pt x="39" y="38"/>
                    <a:pt x="59" y="49"/>
                  </a:cubicBezTo>
                  <a:cubicBezTo>
                    <a:pt x="63" y="51"/>
                    <a:pt x="66" y="53"/>
                    <a:pt x="70" y="55"/>
                  </a:cubicBezTo>
                  <a:lnTo>
                    <a:pt x="68"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8"/>
            <p:cNvSpPr/>
            <p:nvPr/>
          </p:nvSpPr>
          <p:spPr>
            <a:xfrm rot="-755217">
              <a:off x="8073842" y="2333761"/>
              <a:ext cx="151185" cy="143742"/>
            </a:xfrm>
            <a:custGeom>
              <a:rect b="b" l="l" r="r" t="t"/>
              <a:pathLst>
                <a:path extrusionOk="0" h="174" w="183">
                  <a:moveTo>
                    <a:pt x="2" y="0"/>
                  </a:moveTo>
                  <a:cubicBezTo>
                    <a:pt x="24" y="7"/>
                    <a:pt x="35" y="27"/>
                    <a:pt x="50" y="43"/>
                  </a:cubicBezTo>
                  <a:cubicBezTo>
                    <a:pt x="93" y="84"/>
                    <a:pt x="135" y="125"/>
                    <a:pt x="182" y="172"/>
                  </a:cubicBezTo>
                  <a:cubicBezTo>
                    <a:pt x="180" y="172"/>
                    <a:pt x="177" y="173"/>
                    <a:pt x="175" y="173"/>
                  </a:cubicBezTo>
                  <a:cubicBezTo>
                    <a:pt x="168" y="173"/>
                    <a:pt x="162" y="170"/>
                    <a:pt x="156" y="167"/>
                  </a:cubicBezTo>
                  <a:cubicBezTo>
                    <a:pt x="151" y="164"/>
                    <a:pt x="146" y="160"/>
                    <a:pt x="143" y="156"/>
                  </a:cubicBezTo>
                  <a:cubicBezTo>
                    <a:pt x="102" y="115"/>
                    <a:pt x="61" y="74"/>
                    <a:pt x="20" y="33"/>
                  </a:cubicBezTo>
                  <a:cubicBezTo>
                    <a:pt x="11" y="24"/>
                    <a:pt x="0" y="16"/>
                    <a:pt x="1"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8"/>
            <p:cNvSpPr/>
            <p:nvPr/>
          </p:nvSpPr>
          <p:spPr>
            <a:xfrm rot="-755217">
              <a:off x="8950404" y="3462857"/>
              <a:ext cx="114835" cy="168525"/>
            </a:xfrm>
            <a:custGeom>
              <a:rect b="b" l="l" r="r" t="t"/>
              <a:pathLst>
                <a:path extrusionOk="0" h="204" w="139">
                  <a:moveTo>
                    <a:pt x="138" y="203"/>
                  </a:moveTo>
                  <a:cubicBezTo>
                    <a:pt x="118" y="203"/>
                    <a:pt x="113" y="183"/>
                    <a:pt x="104" y="171"/>
                  </a:cubicBezTo>
                  <a:cubicBezTo>
                    <a:pt x="79" y="141"/>
                    <a:pt x="57" y="109"/>
                    <a:pt x="38" y="76"/>
                  </a:cubicBezTo>
                  <a:cubicBezTo>
                    <a:pt x="24" y="51"/>
                    <a:pt x="11" y="26"/>
                    <a:pt x="0" y="0"/>
                  </a:cubicBezTo>
                  <a:cubicBezTo>
                    <a:pt x="22" y="25"/>
                    <a:pt x="42" y="52"/>
                    <a:pt x="59" y="82"/>
                  </a:cubicBezTo>
                  <a:cubicBezTo>
                    <a:pt x="63" y="87"/>
                    <a:pt x="66" y="93"/>
                    <a:pt x="69" y="99"/>
                  </a:cubicBezTo>
                  <a:cubicBezTo>
                    <a:pt x="92" y="134"/>
                    <a:pt x="122" y="163"/>
                    <a:pt x="137" y="203"/>
                  </a:cubicBezTo>
                  <a:lnTo>
                    <a:pt x="138" y="20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8"/>
            <p:cNvSpPr/>
            <p:nvPr/>
          </p:nvSpPr>
          <p:spPr>
            <a:xfrm rot="-755217">
              <a:off x="9639190" y="3235492"/>
              <a:ext cx="128053" cy="156960"/>
            </a:xfrm>
            <a:custGeom>
              <a:rect b="b" l="l" r="r" t="t"/>
              <a:pathLst>
                <a:path extrusionOk="0" h="190" w="155">
                  <a:moveTo>
                    <a:pt x="154" y="188"/>
                  </a:moveTo>
                  <a:cubicBezTo>
                    <a:pt x="141" y="188"/>
                    <a:pt x="136" y="178"/>
                    <a:pt x="129" y="170"/>
                  </a:cubicBezTo>
                  <a:cubicBezTo>
                    <a:pt x="92" y="125"/>
                    <a:pt x="56" y="80"/>
                    <a:pt x="19" y="34"/>
                  </a:cubicBezTo>
                  <a:cubicBezTo>
                    <a:pt x="12" y="25"/>
                    <a:pt x="0" y="17"/>
                    <a:pt x="3" y="3"/>
                  </a:cubicBezTo>
                  <a:cubicBezTo>
                    <a:pt x="18" y="0"/>
                    <a:pt x="21" y="12"/>
                    <a:pt x="27" y="20"/>
                  </a:cubicBezTo>
                  <a:cubicBezTo>
                    <a:pt x="70" y="76"/>
                    <a:pt x="123" y="124"/>
                    <a:pt x="153" y="189"/>
                  </a:cubicBezTo>
                  <a:lnTo>
                    <a:pt x="154" y="1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8"/>
            <p:cNvSpPr/>
            <p:nvPr/>
          </p:nvSpPr>
          <p:spPr>
            <a:xfrm rot="-755217">
              <a:off x="8688559" y="3098555"/>
              <a:ext cx="122270" cy="135481"/>
            </a:xfrm>
            <a:custGeom>
              <a:rect b="b" l="l" r="r" t="t"/>
              <a:pathLst>
                <a:path extrusionOk="0" h="164" w="148">
                  <a:moveTo>
                    <a:pt x="4" y="41"/>
                  </a:moveTo>
                  <a:cubicBezTo>
                    <a:pt x="21" y="31"/>
                    <a:pt x="0" y="14"/>
                    <a:pt x="12" y="0"/>
                  </a:cubicBezTo>
                  <a:cubicBezTo>
                    <a:pt x="48" y="59"/>
                    <a:pt x="94" y="111"/>
                    <a:pt x="147" y="156"/>
                  </a:cubicBezTo>
                  <a:cubicBezTo>
                    <a:pt x="127" y="163"/>
                    <a:pt x="122" y="148"/>
                    <a:pt x="114" y="141"/>
                  </a:cubicBezTo>
                  <a:cubicBezTo>
                    <a:pt x="82" y="115"/>
                    <a:pt x="59" y="79"/>
                    <a:pt x="19" y="62"/>
                  </a:cubicBezTo>
                  <a:cubicBezTo>
                    <a:pt x="18" y="61"/>
                    <a:pt x="17" y="61"/>
                    <a:pt x="16" y="60"/>
                  </a:cubicBezTo>
                  <a:cubicBezTo>
                    <a:pt x="13" y="58"/>
                    <a:pt x="10" y="56"/>
                    <a:pt x="8" y="52"/>
                  </a:cubicBezTo>
                  <a:cubicBezTo>
                    <a:pt x="6" y="48"/>
                    <a:pt x="5" y="45"/>
                    <a:pt x="5" y="41"/>
                  </a:cubicBezTo>
                  <a:lnTo>
                    <a:pt x="5" y="40"/>
                  </a:lnTo>
                  <a:lnTo>
                    <a:pt x="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8"/>
            <p:cNvSpPr/>
            <p:nvPr/>
          </p:nvSpPr>
          <p:spPr>
            <a:xfrm rot="-755217">
              <a:off x="8778734" y="2736076"/>
              <a:ext cx="106573" cy="168525"/>
            </a:xfrm>
            <a:custGeom>
              <a:rect b="b" l="l" r="r" t="t"/>
              <a:pathLst>
                <a:path extrusionOk="0" h="204" w="129">
                  <a:moveTo>
                    <a:pt x="128" y="203"/>
                  </a:moveTo>
                  <a:lnTo>
                    <a:pt x="0" y="0"/>
                  </a:lnTo>
                  <a:cubicBezTo>
                    <a:pt x="40" y="28"/>
                    <a:pt x="117" y="150"/>
                    <a:pt x="128" y="2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8"/>
            <p:cNvSpPr/>
            <p:nvPr/>
          </p:nvSpPr>
          <p:spPr>
            <a:xfrm rot="-755217">
              <a:off x="9286331" y="4483706"/>
              <a:ext cx="133836" cy="42131"/>
            </a:xfrm>
            <a:custGeom>
              <a:rect b="b" l="l" r="r" t="t"/>
              <a:pathLst>
                <a:path extrusionOk="0" h="51" w="162">
                  <a:moveTo>
                    <a:pt x="161" y="45"/>
                  </a:moveTo>
                  <a:cubicBezTo>
                    <a:pt x="160" y="45"/>
                    <a:pt x="160" y="45"/>
                    <a:pt x="159" y="46"/>
                  </a:cubicBezTo>
                  <a:cubicBezTo>
                    <a:pt x="154" y="49"/>
                    <a:pt x="149" y="50"/>
                    <a:pt x="143" y="50"/>
                  </a:cubicBezTo>
                  <a:cubicBezTo>
                    <a:pt x="140" y="50"/>
                    <a:pt x="137" y="50"/>
                    <a:pt x="134" y="49"/>
                  </a:cubicBezTo>
                  <a:cubicBezTo>
                    <a:pt x="106" y="47"/>
                    <a:pt x="80" y="31"/>
                    <a:pt x="50" y="44"/>
                  </a:cubicBezTo>
                  <a:cubicBezTo>
                    <a:pt x="39" y="49"/>
                    <a:pt x="21" y="40"/>
                    <a:pt x="8" y="34"/>
                  </a:cubicBezTo>
                  <a:cubicBezTo>
                    <a:pt x="0" y="30"/>
                    <a:pt x="1" y="18"/>
                    <a:pt x="4" y="9"/>
                  </a:cubicBezTo>
                  <a:cubicBezTo>
                    <a:pt x="6" y="0"/>
                    <a:pt x="14" y="3"/>
                    <a:pt x="21" y="5"/>
                  </a:cubicBezTo>
                  <a:lnTo>
                    <a:pt x="161"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8"/>
            <p:cNvSpPr/>
            <p:nvPr/>
          </p:nvSpPr>
          <p:spPr>
            <a:xfrm rot="-755217">
              <a:off x="9082665" y="2915838"/>
              <a:ext cx="136314" cy="132177"/>
            </a:xfrm>
            <a:custGeom>
              <a:rect b="b" l="l" r="r" t="t"/>
              <a:pathLst>
                <a:path extrusionOk="0" h="160" w="165">
                  <a:moveTo>
                    <a:pt x="154" y="159"/>
                  </a:moveTo>
                  <a:lnTo>
                    <a:pt x="0" y="0"/>
                  </a:lnTo>
                  <a:cubicBezTo>
                    <a:pt x="29" y="21"/>
                    <a:pt x="56" y="45"/>
                    <a:pt x="80" y="72"/>
                  </a:cubicBezTo>
                  <a:cubicBezTo>
                    <a:pt x="108" y="98"/>
                    <a:pt x="136" y="123"/>
                    <a:pt x="164" y="149"/>
                  </a:cubicBezTo>
                  <a:lnTo>
                    <a:pt x="154"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8"/>
            <p:cNvSpPr/>
            <p:nvPr/>
          </p:nvSpPr>
          <p:spPr>
            <a:xfrm rot="-755217">
              <a:off x="9132724" y="2893565"/>
              <a:ext cx="137141" cy="132177"/>
            </a:xfrm>
            <a:custGeom>
              <a:rect b="b" l="l" r="r" t="t"/>
              <a:pathLst>
                <a:path extrusionOk="0" h="160" w="166">
                  <a:moveTo>
                    <a:pt x="0" y="0"/>
                  </a:moveTo>
                  <a:cubicBezTo>
                    <a:pt x="65" y="39"/>
                    <a:pt x="112" y="95"/>
                    <a:pt x="165" y="154"/>
                  </a:cubicBezTo>
                  <a:cubicBezTo>
                    <a:pt x="153" y="150"/>
                    <a:pt x="165" y="151"/>
                    <a:pt x="159" y="157"/>
                  </a:cubicBezTo>
                  <a:cubicBezTo>
                    <a:pt x="159" y="157"/>
                    <a:pt x="155" y="159"/>
                    <a:pt x="155" y="158"/>
                  </a:cubicBezTo>
                  <a:cubicBezTo>
                    <a:pt x="149" y="154"/>
                    <a:pt x="144" y="149"/>
                    <a:pt x="139" y="144"/>
                  </a:cubicBezTo>
                  <a:cubicBezTo>
                    <a:pt x="95" y="93"/>
                    <a:pt x="45" y="5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8"/>
            <p:cNvSpPr/>
            <p:nvPr/>
          </p:nvSpPr>
          <p:spPr>
            <a:xfrm rot="-755217">
              <a:off x="8169021" y="2089676"/>
              <a:ext cx="137141" cy="136307"/>
            </a:xfrm>
            <a:custGeom>
              <a:rect b="b" l="l" r="r" t="t"/>
              <a:pathLst>
                <a:path extrusionOk="0" h="165" w="166">
                  <a:moveTo>
                    <a:pt x="0" y="0"/>
                  </a:moveTo>
                  <a:cubicBezTo>
                    <a:pt x="66" y="41"/>
                    <a:pt x="113" y="102"/>
                    <a:pt x="165" y="156"/>
                  </a:cubicBezTo>
                  <a:lnTo>
                    <a:pt x="156" y="164"/>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8"/>
            <p:cNvSpPr/>
            <p:nvPr/>
          </p:nvSpPr>
          <p:spPr>
            <a:xfrm rot="-755217">
              <a:off x="9386989" y="3618635"/>
              <a:ext cx="132184" cy="133829"/>
            </a:xfrm>
            <a:custGeom>
              <a:rect b="b" l="l" r="r" t="t"/>
              <a:pathLst>
                <a:path extrusionOk="0" h="162" w="160">
                  <a:moveTo>
                    <a:pt x="0" y="1"/>
                  </a:moveTo>
                  <a:cubicBezTo>
                    <a:pt x="19" y="3"/>
                    <a:pt x="25" y="20"/>
                    <a:pt x="36" y="31"/>
                  </a:cubicBezTo>
                  <a:cubicBezTo>
                    <a:pt x="78" y="73"/>
                    <a:pt x="120" y="116"/>
                    <a:pt x="159" y="161"/>
                  </a:cubicBezTo>
                  <a:cubicBezTo>
                    <a:pt x="118" y="133"/>
                    <a:pt x="82" y="100"/>
                    <a:pt x="49" y="63"/>
                  </a:cubicBezTo>
                  <a:cubicBezTo>
                    <a:pt x="32" y="43"/>
                    <a:pt x="4"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8"/>
            <p:cNvSpPr/>
            <p:nvPr/>
          </p:nvSpPr>
          <p:spPr>
            <a:xfrm rot="-755217">
              <a:off x="8256439" y="2892080"/>
              <a:ext cx="94181" cy="161090"/>
            </a:xfrm>
            <a:custGeom>
              <a:rect b="b" l="l" r="r" t="t"/>
              <a:pathLst>
                <a:path extrusionOk="0" h="195" w="114">
                  <a:moveTo>
                    <a:pt x="109" y="194"/>
                  </a:moveTo>
                  <a:cubicBezTo>
                    <a:pt x="84" y="168"/>
                    <a:pt x="63" y="140"/>
                    <a:pt x="45" y="109"/>
                  </a:cubicBezTo>
                  <a:cubicBezTo>
                    <a:pt x="25" y="75"/>
                    <a:pt x="10" y="38"/>
                    <a:pt x="0" y="0"/>
                  </a:cubicBezTo>
                  <a:cubicBezTo>
                    <a:pt x="31" y="67"/>
                    <a:pt x="77" y="126"/>
                    <a:pt x="113" y="191"/>
                  </a:cubicBezTo>
                  <a:lnTo>
                    <a:pt x="109" y="1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8"/>
            <p:cNvSpPr/>
            <p:nvPr/>
          </p:nvSpPr>
          <p:spPr>
            <a:xfrm rot="-755217">
              <a:off x="8187380" y="2468797"/>
              <a:ext cx="131358" cy="134655"/>
            </a:xfrm>
            <a:custGeom>
              <a:rect b="b" l="l" r="r" t="t"/>
              <a:pathLst>
                <a:path extrusionOk="0" h="163" w="159">
                  <a:moveTo>
                    <a:pt x="0" y="1"/>
                  </a:moveTo>
                  <a:cubicBezTo>
                    <a:pt x="23" y="4"/>
                    <a:pt x="29" y="27"/>
                    <a:pt x="43" y="39"/>
                  </a:cubicBezTo>
                  <a:cubicBezTo>
                    <a:pt x="82" y="79"/>
                    <a:pt x="122" y="119"/>
                    <a:pt x="158" y="162"/>
                  </a:cubicBezTo>
                  <a:cubicBezTo>
                    <a:pt x="99" y="114"/>
                    <a:pt x="38" y="6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8"/>
            <p:cNvSpPr/>
            <p:nvPr/>
          </p:nvSpPr>
          <p:spPr>
            <a:xfrm rot="-755217">
              <a:off x="9651912" y="3663598"/>
              <a:ext cx="124748" cy="135481"/>
            </a:xfrm>
            <a:custGeom>
              <a:rect b="b" l="l" r="r" t="t"/>
              <a:pathLst>
                <a:path extrusionOk="0" h="164" w="151">
                  <a:moveTo>
                    <a:pt x="8" y="0"/>
                  </a:moveTo>
                  <a:lnTo>
                    <a:pt x="150" y="155"/>
                  </a:lnTo>
                  <a:lnTo>
                    <a:pt x="142" y="163"/>
                  </a:lnTo>
                  <a:cubicBezTo>
                    <a:pt x="90" y="115"/>
                    <a:pt x="43" y="63"/>
                    <a:pt x="0" y="7"/>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8"/>
            <p:cNvSpPr/>
            <p:nvPr/>
          </p:nvSpPr>
          <p:spPr>
            <a:xfrm rot="-755217">
              <a:off x="7743440" y="1811750"/>
              <a:ext cx="131358" cy="110698"/>
            </a:xfrm>
            <a:custGeom>
              <a:rect b="b" l="l" r="r" t="t"/>
              <a:pathLst>
                <a:path extrusionOk="0" h="134" w="159">
                  <a:moveTo>
                    <a:pt x="0" y="133"/>
                  </a:moveTo>
                  <a:cubicBezTo>
                    <a:pt x="28" y="87"/>
                    <a:pt x="66" y="49"/>
                    <a:pt x="112" y="22"/>
                  </a:cubicBezTo>
                  <a:cubicBezTo>
                    <a:pt x="127" y="13"/>
                    <a:pt x="142" y="6"/>
                    <a:pt x="158" y="0"/>
                  </a:cubicBezTo>
                  <a:cubicBezTo>
                    <a:pt x="97" y="47"/>
                    <a:pt x="49" y="90"/>
                    <a:pt x="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8"/>
            <p:cNvSpPr/>
            <p:nvPr/>
          </p:nvSpPr>
          <p:spPr>
            <a:xfrm rot="-755217">
              <a:off x="10054148" y="3213989"/>
              <a:ext cx="90050" cy="160264"/>
            </a:xfrm>
            <a:custGeom>
              <a:rect b="b" l="l" r="r" t="t"/>
              <a:pathLst>
                <a:path extrusionOk="0" h="194" w="109">
                  <a:moveTo>
                    <a:pt x="108" y="193"/>
                  </a:moveTo>
                  <a:cubicBezTo>
                    <a:pt x="63" y="123"/>
                    <a:pt x="38" y="58"/>
                    <a:pt x="0" y="0"/>
                  </a:cubicBezTo>
                  <a:cubicBezTo>
                    <a:pt x="34" y="23"/>
                    <a:pt x="79" y="103"/>
                    <a:pt x="108"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8"/>
            <p:cNvSpPr/>
            <p:nvPr/>
          </p:nvSpPr>
          <p:spPr>
            <a:xfrm rot="-755217">
              <a:off x="8688864" y="2844761"/>
              <a:ext cx="114008" cy="146220"/>
            </a:xfrm>
            <a:custGeom>
              <a:rect b="b" l="l" r="r" t="t"/>
              <a:pathLst>
                <a:path extrusionOk="0" h="177" w="138">
                  <a:moveTo>
                    <a:pt x="137" y="176"/>
                  </a:moveTo>
                  <a:cubicBezTo>
                    <a:pt x="84" y="127"/>
                    <a:pt x="50" y="64"/>
                    <a:pt x="0" y="0"/>
                  </a:cubicBezTo>
                  <a:cubicBezTo>
                    <a:pt x="7" y="1"/>
                    <a:pt x="13" y="4"/>
                    <a:pt x="19" y="7"/>
                  </a:cubicBezTo>
                  <a:cubicBezTo>
                    <a:pt x="28" y="13"/>
                    <a:pt x="36" y="20"/>
                    <a:pt x="42" y="30"/>
                  </a:cubicBezTo>
                  <a:cubicBezTo>
                    <a:pt x="43" y="32"/>
                    <a:pt x="44" y="34"/>
                    <a:pt x="45" y="36"/>
                  </a:cubicBezTo>
                  <a:cubicBezTo>
                    <a:pt x="75" y="84"/>
                    <a:pt x="117" y="122"/>
                    <a:pt x="136" y="176"/>
                  </a:cubicBezTo>
                  <a:lnTo>
                    <a:pt x="137" y="1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8"/>
            <p:cNvSpPr/>
            <p:nvPr/>
          </p:nvSpPr>
          <p:spPr>
            <a:xfrm rot="-755217">
              <a:off x="8834291" y="2426603"/>
              <a:ext cx="117313" cy="131350"/>
            </a:xfrm>
            <a:custGeom>
              <a:rect b="b" l="l" r="r" t="t"/>
              <a:pathLst>
                <a:path extrusionOk="0" h="159" w="142">
                  <a:moveTo>
                    <a:pt x="138" y="158"/>
                  </a:moveTo>
                  <a:cubicBezTo>
                    <a:pt x="85" y="112"/>
                    <a:pt x="46" y="53"/>
                    <a:pt x="0" y="0"/>
                  </a:cubicBezTo>
                  <a:cubicBezTo>
                    <a:pt x="57" y="41"/>
                    <a:pt x="105" y="93"/>
                    <a:pt x="140" y="154"/>
                  </a:cubicBezTo>
                  <a:cubicBezTo>
                    <a:pt x="140" y="155"/>
                    <a:pt x="141" y="155"/>
                    <a:pt x="141" y="155"/>
                  </a:cubicBezTo>
                  <a:lnTo>
                    <a:pt x="138" y="1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8"/>
            <p:cNvSpPr/>
            <p:nvPr/>
          </p:nvSpPr>
          <p:spPr>
            <a:xfrm rot="-755217">
              <a:off x="9985232" y="3860389"/>
              <a:ext cx="111530" cy="113176"/>
            </a:xfrm>
            <a:custGeom>
              <a:rect b="b" l="l" r="r" t="t"/>
              <a:pathLst>
                <a:path extrusionOk="0" h="137" w="135">
                  <a:moveTo>
                    <a:pt x="26" y="46"/>
                  </a:moveTo>
                  <a:cubicBezTo>
                    <a:pt x="24" y="27"/>
                    <a:pt x="2" y="19"/>
                    <a:pt x="0" y="0"/>
                  </a:cubicBezTo>
                  <a:cubicBezTo>
                    <a:pt x="52" y="38"/>
                    <a:pt x="98" y="84"/>
                    <a:pt x="134" y="136"/>
                  </a:cubicBezTo>
                  <a:cubicBezTo>
                    <a:pt x="102" y="130"/>
                    <a:pt x="93" y="90"/>
                    <a:pt x="61" y="83"/>
                  </a:cubicBezTo>
                  <a:lnTo>
                    <a:pt x="2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8"/>
            <p:cNvSpPr/>
            <p:nvPr/>
          </p:nvSpPr>
          <p:spPr>
            <a:xfrm rot="-755217">
              <a:off x="9321025" y="3417676"/>
              <a:ext cx="87572" cy="154481"/>
            </a:xfrm>
            <a:custGeom>
              <a:rect b="b" l="l" r="r" t="t"/>
              <a:pathLst>
                <a:path extrusionOk="0" h="187" w="106">
                  <a:moveTo>
                    <a:pt x="102" y="186"/>
                  </a:moveTo>
                  <a:cubicBezTo>
                    <a:pt x="45" y="129"/>
                    <a:pt x="0" y="50"/>
                    <a:pt x="1" y="0"/>
                  </a:cubicBezTo>
                  <a:cubicBezTo>
                    <a:pt x="26" y="67"/>
                    <a:pt x="73" y="120"/>
                    <a:pt x="105" y="182"/>
                  </a:cubicBezTo>
                  <a:lnTo>
                    <a:pt x="102"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8"/>
            <p:cNvSpPr/>
            <p:nvPr/>
          </p:nvSpPr>
          <p:spPr>
            <a:xfrm rot="-755217">
              <a:off x="9104793" y="3037381"/>
              <a:ext cx="108225" cy="113176"/>
            </a:xfrm>
            <a:custGeom>
              <a:rect b="b" l="l" r="r" t="t"/>
              <a:pathLst>
                <a:path extrusionOk="0" h="137" w="131">
                  <a:moveTo>
                    <a:pt x="121" y="136"/>
                  </a:moveTo>
                  <a:lnTo>
                    <a:pt x="0" y="0"/>
                  </a:lnTo>
                  <a:cubicBezTo>
                    <a:pt x="18" y="7"/>
                    <a:pt x="77" y="61"/>
                    <a:pt x="130" y="127"/>
                  </a:cubicBezTo>
                  <a:lnTo>
                    <a:pt x="121" y="1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8"/>
            <p:cNvSpPr/>
            <p:nvPr/>
          </p:nvSpPr>
          <p:spPr>
            <a:xfrm rot="-755217">
              <a:off x="9002486" y="4047961"/>
              <a:ext cx="66918" cy="76828"/>
            </a:xfrm>
            <a:custGeom>
              <a:rect b="b" l="l" r="r" t="t"/>
              <a:pathLst>
                <a:path extrusionOk="0" h="93" w="81">
                  <a:moveTo>
                    <a:pt x="80" y="92"/>
                  </a:moveTo>
                  <a:cubicBezTo>
                    <a:pt x="27" y="78"/>
                    <a:pt x="35" y="23"/>
                    <a:pt x="0" y="8"/>
                  </a:cubicBezTo>
                  <a:cubicBezTo>
                    <a:pt x="4" y="1"/>
                    <a:pt x="7" y="0"/>
                    <a:pt x="11" y="2"/>
                  </a:cubicBezTo>
                  <a:cubicBezTo>
                    <a:pt x="33" y="17"/>
                    <a:pt x="52" y="37"/>
                    <a:pt x="65" y="61"/>
                  </a:cubicBezTo>
                  <a:cubicBezTo>
                    <a:pt x="71" y="71"/>
                    <a:pt x="76" y="81"/>
                    <a:pt x="8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8"/>
            <p:cNvSpPr/>
            <p:nvPr/>
          </p:nvSpPr>
          <p:spPr>
            <a:xfrm rot="-755217">
              <a:off x="8008504" y="2415194"/>
              <a:ext cx="84267" cy="153655"/>
            </a:xfrm>
            <a:custGeom>
              <a:rect b="b" l="l" r="r" t="t"/>
              <a:pathLst>
                <a:path extrusionOk="0" h="186" w="102">
                  <a:moveTo>
                    <a:pt x="100" y="185"/>
                  </a:moveTo>
                  <a:cubicBezTo>
                    <a:pt x="51" y="135"/>
                    <a:pt x="33" y="70"/>
                    <a:pt x="0" y="0"/>
                  </a:cubicBezTo>
                  <a:cubicBezTo>
                    <a:pt x="14" y="12"/>
                    <a:pt x="5" y="5"/>
                    <a:pt x="12" y="4"/>
                  </a:cubicBezTo>
                  <a:cubicBezTo>
                    <a:pt x="13" y="4"/>
                    <a:pt x="16" y="4"/>
                    <a:pt x="17" y="6"/>
                  </a:cubicBezTo>
                  <a:cubicBezTo>
                    <a:pt x="45" y="65"/>
                    <a:pt x="73" y="124"/>
                    <a:pt x="101" y="183"/>
                  </a:cubicBezTo>
                  <a:lnTo>
                    <a:pt x="100"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8"/>
            <p:cNvSpPr/>
            <p:nvPr/>
          </p:nvSpPr>
          <p:spPr>
            <a:xfrm rot="-755217">
              <a:off x="9072253" y="3525226"/>
              <a:ext cx="104921" cy="135481"/>
            </a:xfrm>
            <a:custGeom>
              <a:rect b="b" l="l" r="r" t="t"/>
              <a:pathLst>
                <a:path extrusionOk="0" h="164" w="127">
                  <a:moveTo>
                    <a:pt x="126" y="163"/>
                  </a:moveTo>
                  <a:cubicBezTo>
                    <a:pt x="84" y="128"/>
                    <a:pt x="48" y="86"/>
                    <a:pt x="20" y="39"/>
                  </a:cubicBezTo>
                  <a:cubicBezTo>
                    <a:pt x="13" y="26"/>
                    <a:pt x="6" y="13"/>
                    <a:pt x="0" y="0"/>
                  </a:cubicBezTo>
                  <a:cubicBezTo>
                    <a:pt x="39" y="57"/>
                    <a:pt x="93" y="102"/>
                    <a:pt x="126"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8"/>
            <p:cNvSpPr/>
            <p:nvPr/>
          </p:nvSpPr>
          <p:spPr>
            <a:xfrm rot="-755217">
              <a:off x="9104607" y="2998768"/>
              <a:ext cx="113182" cy="112350"/>
            </a:xfrm>
            <a:custGeom>
              <a:rect b="b" l="l" r="r" t="t"/>
              <a:pathLst>
                <a:path extrusionOk="0" h="136" w="137">
                  <a:moveTo>
                    <a:pt x="136" y="135"/>
                  </a:moveTo>
                  <a:cubicBezTo>
                    <a:pt x="86" y="95"/>
                    <a:pt x="40" y="50"/>
                    <a:pt x="0" y="0"/>
                  </a:cubicBezTo>
                  <a:cubicBezTo>
                    <a:pt x="32" y="12"/>
                    <a:pt x="49" y="41"/>
                    <a:pt x="72" y="63"/>
                  </a:cubicBezTo>
                  <a:cubicBezTo>
                    <a:pt x="95" y="85"/>
                    <a:pt x="114" y="111"/>
                    <a:pt x="13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8"/>
            <p:cNvSpPr/>
            <p:nvPr/>
          </p:nvSpPr>
          <p:spPr>
            <a:xfrm rot="-755217">
              <a:off x="9314544" y="3313038"/>
              <a:ext cx="95833" cy="137959"/>
            </a:xfrm>
            <a:custGeom>
              <a:rect b="b" l="l" r="r" t="t"/>
              <a:pathLst>
                <a:path extrusionOk="0" h="167" w="116">
                  <a:moveTo>
                    <a:pt x="114" y="166"/>
                  </a:moveTo>
                  <a:cubicBezTo>
                    <a:pt x="80" y="131"/>
                    <a:pt x="49" y="91"/>
                    <a:pt x="25" y="49"/>
                  </a:cubicBezTo>
                  <a:cubicBezTo>
                    <a:pt x="16" y="33"/>
                    <a:pt x="7" y="16"/>
                    <a:pt x="0" y="0"/>
                  </a:cubicBezTo>
                  <a:cubicBezTo>
                    <a:pt x="41" y="52"/>
                    <a:pt x="88" y="101"/>
                    <a:pt x="115" y="165"/>
                  </a:cubicBezTo>
                  <a:lnTo>
                    <a:pt x="114"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8"/>
            <p:cNvSpPr/>
            <p:nvPr/>
          </p:nvSpPr>
          <p:spPr>
            <a:xfrm rot="-755217">
              <a:off x="8685041" y="3220533"/>
              <a:ext cx="110704" cy="111524"/>
            </a:xfrm>
            <a:custGeom>
              <a:rect b="b" l="l" r="r" t="t"/>
              <a:pathLst>
                <a:path extrusionOk="0" h="135" w="134">
                  <a:moveTo>
                    <a:pt x="133" y="134"/>
                  </a:moveTo>
                  <a:lnTo>
                    <a:pt x="132" y="134"/>
                  </a:lnTo>
                  <a:cubicBezTo>
                    <a:pt x="79" y="103"/>
                    <a:pt x="34" y="58"/>
                    <a:pt x="3" y="5"/>
                  </a:cubicBezTo>
                  <a:cubicBezTo>
                    <a:pt x="2" y="3"/>
                    <a:pt x="1" y="2"/>
                    <a:pt x="0" y="0"/>
                  </a:cubicBezTo>
                  <a:lnTo>
                    <a:pt x="133" y="1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8"/>
            <p:cNvSpPr/>
            <p:nvPr/>
          </p:nvSpPr>
          <p:spPr>
            <a:xfrm rot="-755217">
              <a:off x="10314572" y="3141315"/>
              <a:ext cx="58656" cy="139612"/>
            </a:xfrm>
            <a:custGeom>
              <a:rect b="b" l="l" r="r" t="t"/>
              <a:pathLst>
                <a:path extrusionOk="0" h="169" w="71">
                  <a:moveTo>
                    <a:pt x="0" y="168"/>
                  </a:moveTo>
                  <a:lnTo>
                    <a:pt x="10" y="111"/>
                  </a:lnTo>
                  <a:cubicBezTo>
                    <a:pt x="28" y="91"/>
                    <a:pt x="25" y="62"/>
                    <a:pt x="42" y="42"/>
                  </a:cubicBezTo>
                  <a:lnTo>
                    <a:pt x="70" y="0"/>
                  </a:lnTo>
                  <a:cubicBezTo>
                    <a:pt x="57" y="53"/>
                    <a:pt x="37" y="105"/>
                    <a:pt x="9" y="152"/>
                  </a:cubicBezTo>
                  <a:cubicBezTo>
                    <a:pt x="6" y="157"/>
                    <a:pt x="3" y="163"/>
                    <a:pt x="0"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8"/>
            <p:cNvSpPr/>
            <p:nvPr/>
          </p:nvSpPr>
          <p:spPr>
            <a:xfrm rot="-755217">
              <a:off x="8888461" y="4418593"/>
              <a:ext cx="132184" cy="104089"/>
            </a:xfrm>
            <a:custGeom>
              <a:rect b="b" l="l" r="r" t="t"/>
              <a:pathLst>
                <a:path extrusionOk="0" h="126" w="160">
                  <a:moveTo>
                    <a:pt x="91" y="90"/>
                  </a:moveTo>
                  <a:cubicBezTo>
                    <a:pt x="63" y="58"/>
                    <a:pt x="21" y="41"/>
                    <a:pt x="0" y="0"/>
                  </a:cubicBezTo>
                  <a:lnTo>
                    <a:pt x="159" y="118"/>
                  </a:lnTo>
                  <a:cubicBezTo>
                    <a:pt x="133" y="125"/>
                    <a:pt x="121" y="99"/>
                    <a:pt x="101" y="102"/>
                  </a:cubicBezTo>
                  <a:lnTo>
                    <a:pt x="91"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8"/>
            <p:cNvSpPr/>
            <p:nvPr/>
          </p:nvSpPr>
          <p:spPr>
            <a:xfrm rot="-755217">
              <a:off x="10305651" y="3107505"/>
              <a:ext cx="52047" cy="128046"/>
            </a:xfrm>
            <a:custGeom>
              <a:rect b="b" l="l" r="r" t="t"/>
              <a:pathLst>
                <a:path extrusionOk="0" h="155" w="63">
                  <a:moveTo>
                    <a:pt x="42" y="85"/>
                  </a:moveTo>
                  <a:cubicBezTo>
                    <a:pt x="25" y="105"/>
                    <a:pt x="28" y="134"/>
                    <a:pt x="10" y="154"/>
                  </a:cubicBezTo>
                  <a:lnTo>
                    <a:pt x="0" y="152"/>
                  </a:lnTo>
                  <a:cubicBezTo>
                    <a:pt x="12" y="99"/>
                    <a:pt x="32" y="48"/>
                    <a:pt x="57" y="0"/>
                  </a:cubicBezTo>
                  <a:cubicBezTo>
                    <a:pt x="62" y="31"/>
                    <a:pt x="38" y="55"/>
                    <a:pt x="42"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8"/>
            <p:cNvSpPr/>
            <p:nvPr/>
          </p:nvSpPr>
          <p:spPr>
            <a:xfrm rot="-755217">
              <a:off x="9334148" y="3259876"/>
              <a:ext cx="108225" cy="137959"/>
            </a:xfrm>
            <a:custGeom>
              <a:rect b="b" l="l" r="r" t="t"/>
              <a:pathLst>
                <a:path extrusionOk="0" h="167" w="131">
                  <a:moveTo>
                    <a:pt x="0" y="1"/>
                  </a:moveTo>
                  <a:cubicBezTo>
                    <a:pt x="13" y="0"/>
                    <a:pt x="19" y="10"/>
                    <a:pt x="26" y="19"/>
                  </a:cubicBezTo>
                  <a:cubicBezTo>
                    <a:pt x="59" y="64"/>
                    <a:pt x="91" y="110"/>
                    <a:pt x="130" y="166"/>
                  </a:cubicBezTo>
                  <a:cubicBezTo>
                    <a:pt x="84" y="123"/>
                    <a:pt x="43" y="73"/>
                    <a:pt x="12" y="18"/>
                  </a:cubicBezTo>
                  <a:cubicBezTo>
                    <a:pt x="8" y="12"/>
                    <a:pt x="5"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8"/>
            <p:cNvSpPr/>
            <p:nvPr/>
          </p:nvSpPr>
          <p:spPr>
            <a:xfrm rot="-755217">
              <a:off x="8373974" y="3755727"/>
              <a:ext cx="65266" cy="58653"/>
            </a:xfrm>
            <a:custGeom>
              <a:rect b="b" l="l" r="r" t="t"/>
              <a:pathLst>
                <a:path extrusionOk="0" h="71" w="79">
                  <a:moveTo>
                    <a:pt x="55" y="70"/>
                  </a:moveTo>
                  <a:cubicBezTo>
                    <a:pt x="31" y="53"/>
                    <a:pt x="0" y="49"/>
                    <a:pt x="14" y="15"/>
                  </a:cubicBezTo>
                  <a:cubicBezTo>
                    <a:pt x="15" y="14"/>
                    <a:pt x="16" y="13"/>
                    <a:pt x="16" y="12"/>
                  </a:cubicBezTo>
                  <a:cubicBezTo>
                    <a:pt x="19" y="8"/>
                    <a:pt x="21" y="5"/>
                    <a:pt x="24" y="3"/>
                  </a:cubicBezTo>
                  <a:cubicBezTo>
                    <a:pt x="28" y="1"/>
                    <a:pt x="32" y="0"/>
                    <a:pt x="36" y="0"/>
                  </a:cubicBezTo>
                  <a:cubicBezTo>
                    <a:pt x="40" y="0"/>
                    <a:pt x="43" y="1"/>
                    <a:pt x="47" y="2"/>
                  </a:cubicBezTo>
                  <a:cubicBezTo>
                    <a:pt x="78" y="17"/>
                    <a:pt x="63" y="41"/>
                    <a:pt x="55"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8"/>
            <p:cNvSpPr/>
            <p:nvPr/>
          </p:nvSpPr>
          <p:spPr>
            <a:xfrm rot="-755217">
              <a:off x="8475480" y="3763988"/>
              <a:ext cx="74353" cy="40479"/>
            </a:xfrm>
            <a:custGeom>
              <a:rect b="b" l="l" r="r" t="t"/>
              <a:pathLst>
                <a:path extrusionOk="0" h="49" w="90">
                  <a:moveTo>
                    <a:pt x="49" y="41"/>
                  </a:moveTo>
                  <a:cubicBezTo>
                    <a:pt x="43" y="41"/>
                    <a:pt x="38" y="42"/>
                    <a:pt x="33" y="42"/>
                  </a:cubicBezTo>
                  <a:cubicBezTo>
                    <a:pt x="28" y="42"/>
                    <a:pt x="23" y="41"/>
                    <a:pt x="17" y="41"/>
                  </a:cubicBezTo>
                  <a:cubicBezTo>
                    <a:pt x="15" y="41"/>
                    <a:pt x="12" y="40"/>
                    <a:pt x="10" y="39"/>
                  </a:cubicBezTo>
                  <a:cubicBezTo>
                    <a:pt x="7" y="37"/>
                    <a:pt x="5" y="35"/>
                    <a:pt x="3" y="32"/>
                  </a:cubicBezTo>
                  <a:cubicBezTo>
                    <a:pt x="1" y="29"/>
                    <a:pt x="0" y="26"/>
                    <a:pt x="0" y="23"/>
                  </a:cubicBezTo>
                  <a:cubicBezTo>
                    <a:pt x="0" y="21"/>
                    <a:pt x="1" y="19"/>
                    <a:pt x="1" y="17"/>
                  </a:cubicBezTo>
                  <a:cubicBezTo>
                    <a:pt x="2" y="14"/>
                    <a:pt x="3" y="12"/>
                    <a:pt x="4" y="10"/>
                  </a:cubicBezTo>
                  <a:cubicBezTo>
                    <a:pt x="6" y="7"/>
                    <a:pt x="8" y="4"/>
                    <a:pt x="11" y="2"/>
                  </a:cubicBezTo>
                  <a:cubicBezTo>
                    <a:pt x="14" y="0"/>
                    <a:pt x="17" y="0"/>
                    <a:pt x="21" y="0"/>
                  </a:cubicBezTo>
                  <a:cubicBezTo>
                    <a:pt x="24" y="0"/>
                    <a:pt x="28" y="1"/>
                    <a:pt x="30" y="2"/>
                  </a:cubicBezTo>
                  <a:cubicBezTo>
                    <a:pt x="31" y="3"/>
                    <a:pt x="31" y="3"/>
                    <a:pt x="31" y="3"/>
                  </a:cubicBezTo>
                  <a:cubicBezTo>
                    <a:pt x="43" y="8"/>
                    <a:pt x="47" y="29"/>
                    <a:pt x="67" y="17"/>
                  </a:cubicBezTo>
                  <a:cubicBezTo>
                    <a:pt x="79" y="11"/>
                    <a:pt x="89" y="17"/>
                    <a:pt x="89" y="31"/>
                  </a:cubicBezTo>
                  <a:cubicBezTo>
                    <a:pt x="88" y="45"/>
                    <a:pt x="77" y="48"/>
                    <a:pt x="65" y="46"/>
                  </a:cubicBezTo>
                  <a:cubicBezTo>
                    <a:pt x="60" y="45"/>
                    <a:pt x="54" y="43"/>
                    <a:pt x="49"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8"/>
            <p:cNvSpPr/>
            <p:nvPr/>
          </p:nvSpPr>
          <p:spPr>
            <a:xfrm rot="-755217">
              <a:off x="8449427" y="2367315"/>
              <a:ext cx="104095" cy="109872"/>
            </a:xfrm>
            <a:custGeom>
              <a:rect b="b" l="l" r="r" t="t"/>
              <a:pathLst>
                <a:path extrusionOk="0" h="133" w="126">
                  <a:moveTo>
                    <a:pt x="0" y="0"/>
                  </a:moveTo>
                  <a:lnTo>
                    <a:pt x="125" y="132"/>
                  </a:lnTo>
                  <a:cubicBezTo>
                    <a:pt x="123" y="132"/>
                    <a:pt x="122" y="131"/>
                    <a:pt x="120" y="130"/>
                  </a:cubicBezTo>
                  <a:cubicBezTo>
                    <a:pt x="74" y="104"/>
                    <a:pt x="37" y="66"/>
                    <a:pt x="10" y="20"/>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8"/>
            <p:cNvSpPr/>
            <p:nvPr/>
          </p:nvSpPr>
          <p:spPr>
            <a:xfrm rot="-755217">
              <a:off x="9251556" y="4321056"/>
              <a:ext cx="46264" cy="50392"/>
            </a:xfrm>
            <a:custGeom>
              <a:rect b="b" l="l" r="r" t="t"/>
              <a:pathLst>
                <a:path extrusionOk="0" h="61" w="56">
                  <a:moveTo>
                    <a:pt x="1" y="29"/>
                  </a:moveTo>
                  <a:cubicBezTo>
                    <a:pt x="0" y="28"/>
                    <a:pt x="0" y="28"/>
                    <a:pt x="0" y="27"/>
                  </a:cubicBezTo>
                  <a:cubicBezTo>
                    <a:pt x="0" y="22"/>
                    <a:pt x="2" y="18"/>
                    <a:pt x="4" y="13"/>
                  </a:cubicBezTo>
                  <a:cubicBezTo>
                    <a:pt x="6" y="8"/>
                    <a:pt x="10" y="6"/>
                    <a:pt x="14" y="3"/>
                  </a:cubicBezTo>
                  <a:cubicBezTo>
                    <a:pt x="18" y="0"/>
                    <a:pt x="23" y="0"/>
                    <a:pt x="28" y="0"/>
                  </a:cubicBezTo>
                  <a:cubicBezTo>
                    <a:pt x="32" y="0"/>
                    <a:pt x="37" y="0"/>
                    <a:pt x="41" y="3"/>
                  </a:cubicBezTo>
                  <a:cubicBezTo>
                    <a:pt x="45" y="6"/>
                    <a:pt x="49" y="9"/>
                    <a:pt x="51" y="13"/>
                  </a:cubicBezTo>
                  <a:cubicBezTo>
                    <a:pt x="53" y="17"/>
                    <a:pt x="55" y="21"/>
                    <a:pt x="55" y="25"/>
                  </a:cubicBezTo>
                  <a:cubicBezTo>
                    <a:pt x="55" y="27"/>
                    <a:pt x="55" y="28"/>
                    <a:pt x="55" y="30"/>
                  </a:cubicBezTo>
                  <a:cubicBezTo>
                    <a:pt x="55" y="35"/>
                    <a:pt x="54" y="39"/>
                    <a:pt x="51" y="44"/>
                  </a:cubicBezTo>
                  <a:cubicBezTo>
                    <a:pt x="48" y="49"/>
                    <a:pt x="45" y="52"/>
                    <a:pt x="41" y="55"/>
                  </a:cubicBezTo>
                  <a:cubicBezTo>
                    <a:pt x="37" y="57"/>
                    <a:pt x="32" y="58"/>
                    <a:pt x="27" y="58"/>
                  </a:cubicBezTo>
                  <a:cubicBezTo>
                    <a:pt x="10" y="60"/>
                    <a:pt x="1" y="48"/>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8"/>
            <p:cNvSpPr/>
            <p:nvPr/>
          </p:nvSpPr>
          <p:spPr>
            <a:xfrm rot="-755217">
              <a:off x="10393510" y="3482502"/>
              <a:ext cx="40481" cy="105741"/>
            </a:xfrm>
            <a:custGeom>
              <a:rect b="b" l="l" r="r" t="t"/>
              <a:pathLst>
                <a:path extrusionOk="0" h="128" w="49">
                  <a:moveTo>
                    <a:pt x="26" y="0"/>
                  </a:moveTo>
                  <a:cubicBezTo>
                    <a:pt x="26" y="14"/>
                    <a:pt x="27" y="30"/>
                    <a:pt x="48" y="17"/>
                  </a:cubicBezTo>
                  <a:cubicBezTo>
                    <a:pt x="44" y="54"/>
                    <a:pt x="25" y="85"/>
                    <a:pt x="9" y="127"/>
                  </a:cubicBezTo>
                  <a:cubicBezTo>
                    <a:pt x="1" y="78"/>
                    <a:pt x="0" y="37"/>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8"/>
            <p:cNvSpPr/>
            <p:nvPr/>
          </p:nvSpPr>
          <p:spPr>
            <a:xfrm rot="-755217">
              <a:off x="8859452" y="3482703"/>
              <a:ext cx="85093" cy="136307"/>
            </a:xfrm>
            <a:custGeom>
              <a:rect b="b" l="l" r="r" t="t"/>
              <a:pathLst>
                <a:path extrusionOk="0" h="165" w="103">
                  <a:moveTo>
                    <a:pt x="101" y="164"/>
                  </a:moveTo>
                  <a:cubicBezTo>
                    <a:pt x="54" y="120"/>
                    <a:pt x="29" y="62"/>
                    <a:pt x="0" y="7"/>
                  </a:cubicBezTo>
                  <a:lnTo>
                    <a:pt x="11" y="0"/>
                  </a:lnTo>
                  <a:lnTo>
                    <a:pt x="102" y="163"/>
                  </a:lnTo>
                  <a:lnTo>
                    <a:pt x="101"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8"/>
            <p:cNvSpPr/>
            <p:nvPr/>
          </p:nvSpPr>
          <p:spPr>
            <a:xfrm rot="-755217">
              <a:off x="8163592" y="2290587"/>
              <a:ext cx="104095" cy="106567"/>
            </a:xfrm>
            <a:custGeom>
              <a:rect b="b" l="l" r="r" t="t"/>
              <a:pathLst>
                <a:path extrusionOk="0" h="129" w="126">
                  <a:moveTo>
                    <a:pt x="0" y="1"/>
                  </a:moveTo>
                  <a:cubicBezTo>
                    <a:pt x="51" y="32"/>
                    <a:pt x="94" y="76"/>
                    <a:pt x="125" y="128"/>
                  </a:cubicBezTo>
                  <a:cubicBezTo>
                    <a:pt x="88" y="81"/>
                    <a:pt x="33" y="5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8"/>
            <p:cNvSpPr/>
            <p:nvPr/>
          </p:nvSpPr>
          <p:spPr>
            <a:xfrm rot="-755217">
              <a:off x="8180170" y="2155148"/>
              <a:ext cx="99964" cy="94176"/>
            </a:xfrm>
            <a:custGeom>
              <a:rect b="b" l="l" r="r" t="t"/>
              <a:pathLst>
                <a:path extrusionOk="0" h="114" w="121">
                  <a:moveTo>
                    <a:pt x="0" y="0"/>
                  </a:moveTo>
                  <a:cubicBezTo>
                    <a:pt x="52" y="26"/>
                    <a:pt x="85" y="69"/>
                    <a:pt x="120" y="1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8"/>
            <p:cNvSpPr/>
            <p:nvPr/>
          </p:nvSpPr>
          <p:spPr>
            <a:xfrm rot="-755217">
              <a:off x="9401713" y="2997334"/>
              <a:ext cx="85919" cy="118133"/>
            </a:xfrm>
            <a:custGeom>
              <a:rect b="b" l="l" r="r" t="t"/>
              <a:pathLst>
                <a:path extrusionOk="0" h="143" w="104">
                  <a:moveTo>
                    <a:pt x="103" y="141"/>
                  </a:moveTo>
                  <a:cubicBezTo>
                    <a:pt x="56" y="103"/>
                    <a:pt x="34" y="47"/>
                    <a:pt x="0" y="0"/>
                  </a:cubicBezTo>
                  <a:cubicBezTo>
                    <a:pt x="40" y="43"/>
                    <a:pt x="81" y="85"/>
                    <a:pt x="102" y="142"/>
                  </a:cubicBezTo>
                  <a:lnTo>
                    <a:pt x="103" y="1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8"/>
            <p:cNvSpPr/>
            <p:nvPr/>
          </p:nvSpPr>
          <p:spPr>
            <a:xfrm rot="-755217">
              <a:off x="9239285" y="2608189"/>
              <a:ext cx="80962" cy="101611"/>
            </a:xfrm>
            <a:custGeom>
              <a:rect b="b" l="l" r="r" t="t"/>
              <a:pathLst>
                <a:path extrusionOk="0" h="123" w="98">
                  <a:moveTo>
                    <a:pt x="0" y="0"/>
                  </a:moveTo>
                  <a:cubicBezTo>
                    <a:pt x="35" y="29"/>
                    <a:pt x="64" y="65"/>
                    <a:pt x="87" y="104"/>
                  </a:cubicBezTo>
                  <a:cubicBezTo>
                    <a:pt x="91" y="110"/>
                    <a:pt x="94" y="116"/>
                    <a:pt x="97" y="122"/>
                  </a:cubicBezTo>
                  <a:cubicBezTo>
                    <a:pt x="59" y="87"/>
                    <a:pt x="27" y="47"/>
                    <a:pt x="1" y="3"/>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8"/>
            <p:cNvSpPr/>
            <p:nvPr/>
          </p:nvSpPr>
          <p:spPr>
            <a:xfrm rot="-755217">
              <a:off x="8025529" y="3147769"/>
              <a:ext cx="53700" cy="148699"/>
            </a:xfrm>
            <a:custGeom>
              <a:rect b="b" l="l" r="r" t="t"/>
              <a:pathLst>
                <a:path extrusionOk="0" h="180" w="65">
                  <a:moveTo>
                    <a:pt x="64" y="178"/>
                  </a:moveTo>
                  <a:cubicBezTo>
                    <a:pt x="24" y="125"/>
                    <a:pt x="11" y="63"/>
                    <a:pt x="0" y="0"/>
                  </a:cubicBezTo>
                  <a:cubicBezTo>
                    <a:pt x="20" y="60"/>
                    <a:pt x="53" y="115"/>
                    <a:pt x="63" y="179"/>
                  </a:cubicBezTo>
                  <a:lnTo>
                    <a:pt x="64" y="1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8"/>
            <p:cNvSpPr/>
            <p:nvPr/>
          </p:nvSpPr>
          <p:spPr>
            <a:xfrm rot="-755217">
              <a:off x="8546283" y="4238408"/>
              <a:ext cx="67744" cy="60306"/>
            </a:xfrm>
            <a:custGeom>
              <a:rect b="b" l="l" r="r" t="t"/>
              <a:pathLst>
                <a:path extrusionOk="0" h="73" w="82">
                  <a:moveTo>
                    <a:pt x="81" y="72"/>
                  </a:moveTo>
                  <a:cubicBezTo>
                    <a:pt x="61" y="69"/>
                    <a:pt x="41" y="62"/>
                    <a:pt x="24" y="52"/>
                  </a:cubicBezTo>
                  <a:cubicBezTo>
                    <a:pt x="21" y="50"/>
                    <a:pt x="18" y="48"/>
                    <a:pt x="15" y="46"/>
                  </a:cubicBezTo>
                  <a:cubicBezTo>
                    <a:pt x="14" y="46"/>
                    <a:pt x="13" y="45"/>
                    <a:pt x="13" y="45"/>
                  </a:cubicBezTo>
                  <a:cubicBezTo>
                    <a:pt x="9" y="43"/>
                    <a:pt x="5" y="39"/>
                    <a:pt x="3" y="35"/>
                  </a:cubicBezTo>
                  <a:cubicBezTo>
                    <a:pt x="1" y="31"/>
                    <a:pt x="0" y="27"/>
                    <a:pt x="0" y="22"/>
                  </a:cubicBezTo>
                  <a:cubicBezTo>
                    <a:pt x="0" y="21"/>
                    <a:pt x="0" y="20"/>
                    <a:pt x="0" y="20"/>
                  </a:cubicBezTo>
                  <a:cubicBezTo>
                    <a:pt x="0" y="19"/>
                    <a:pt x="0" y="19"/>
                    <a:pt x="0" y="19"/>
                  </a:cubicBezTo>
                  <a:cubicBezTo>
                    <a:pt x="0" y="16"/>
                    <a:pt x="0" y="13"/>
                    <a:pt x="2" y="10"/>
                  </a:cubicBezTo>
                  <a:cubicBezTo>
                    <a:pt x="4" y="7"/>
                    <a:pt x="6" y="5"/>
                    <a:pt x="9" y="3"/>
                  </a:cubicBezTo>
                  <a:cubicBezTo>
                    <a:pt x="9" y="3"/>
                    <a:pt x="10" y="3"/>
                    <a:pt x="11" y="3"/>
                  </a:cubicBezTo>
                  <a:cubicBezTo>
                    <a:pt x="16" y="0"/>
                    <a:pt x="23" y="1"/>
                    <a:pt x="25" y="6"/>
                  </a:cubicBezTo>
                  <a:cubicBezTo>
                    <a:pt x="35" y="30"/>
                    <a:pt x="67" y="38"/>
                    <a:pt x="81"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8"/>
            <p:cNvSpPr/>
            <p:nvPr/>
          </p:nvSpPr>
          <p:spPr>
            <a:xfrm rot="-755217">
              <a:off x="10067602" y="3860708"/>
              <a:ext cx="79310" cy="103263"/>
            </a:xfrm>
            <a:custGeom>
              <a:rect b="b" l="l" r="r" t="t"/>
              <a:pathLst>
                <a:path extrusionOk="0" h="125" w="96">
                  <a:moveTo>
                    <a:pt x="95" y="124"/>
                  </a:moveTo>
                  <a:lnTo>
                    <a:pt x="0" y="0"/>
                  </a:lnTo>
                  <a:cubicBezTo>
                    <a:pt x="30" y="6"/>
                    <a:pt x="57" y="36"/>
                    <a:pt x="9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8"/>
            <p:cNvSpPr/>
            <p:nvPr/>
          </p:nvSpPr>
          <p:spPr>
            <a:xfrm rot="-755217">
              <a:off x="8332280" y="3632254"/>
              <a:ext cx="50395" cy="70219"/>
            </a:xfrm>
            <a:custGeom>
              <a:rect b="b" l="l" r="r" t="t"/>
              <a:pathLst>
                <a:path extrusionOk="0" h="85" w="61">
                  <a:moveTo>
                    <a:pt x="19" y="0"/>
                  </a:moveTo>
                  <a:cubicBezTo>
                    <a:pt x="23" y="0"/>
                    <a:pt x="27" y="1"/>
                    <a:pt x="31" y="3"/>
                  </a:cubicBezTo>
                  <a:cubicBezTo>
                    <a:pt x="35" y="6"/>
                    <a:pt x="38" y="9"/>
                    <a:pt x="41" y="13"/>
                  </a:cubicBezTo>
                  <a:lnTo>
                    <a:pt x="41" y="14"/>
                  </a:lnTo>
                  <a:cubicBezTo>
                    <a:pt x="48" y="30"/>
                    <a:pt x="54" y="47"/>
                    <a:pt x="59" y="64"/>
                  </a:cubicBezTo>
                  <a:cubicBezTo>
                    <a:pt x="59" y="65"/>
                    <a:pt x="60" y="67"/>
                    <a:pt x="60" y="68"/>
                  </a:cubicBezTo>
                  <a:cubicBezTo>
                    <a:pt x="60" y="71"/>
                    <a:pt x="60" y="74"/>
                    <a:pt x="58" y="76"/>
                  </a:cubicBezTo>
                  <a:cubicBezTo>
                    <a:pt x="57" y="78"/>
                    <a:pt x="55" y="80"/>
                    <a:pt x="52" y="82"/>
                  </a:cubicBezTo>
                  <a:cubicBezTo>
                    <a:pt x="50" y="84"/>
                    <a:pt x="47" y="84"/>
                    <a:pt x="44" y="84"/>
                  </a:cubicBezTo>
                  <a:cubicBezTo>
                    <a:pt x="41" y="84"/>
                    <a:pt x="39" y="84"/>
                    <a:pt x="36" y="82"/>
                  </a:cubicBezTo>
                  <a:cubicBezTo>
                    <a:pt x="34" y="80"/>
                    <a:pt x="32" y="78"/>
                    <a:pt x="31" y="76"/>
                  </a:cubicBezTo>
                  <a:cubicBezTo>
                    <a:pt x="30" y="74"/>
                    <a:pt x="29" y="73"/>
                    <a:pt x="29" y="71"/>
                  </a:cubicBezTo>
                  <a:cubicBezTo>
                    <a:pt x="29" y="68"/>
                    <a:pt x="29" y="65"/>
                    <a:pt x="29" y="62"/>
                  </a:cubicBezTo>
                  <a:cubicBezTo>
                    <a:pt x="29" y="52"/>
                    <a:pt x="27" y="43"/>
                    <a:pt x="22" y="35"/>
                  </a:cubicBezTo>
                  <a:cubicBezTo>
                    <a:pt x="18" y="28"/>
                    <a:pt x="13" y="23"/>
                    <a:pt x="8" y="18"/>
                  </a:cubicBezTo>
                  <a:cubicBezTo>
                    <a:pt x="0" y="11"/>
                    <a:pt x="9"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8"/>
            <p:cNvSpPr/>
            <p:nvPr/>
          </p:nvSpPr>
          <p:spPr>
            <a:xfrm rot="-755217">
              <a:off x="8765785" y="3032363"/>
              <a:ext cx="101616" cy="97480"/>
            </a:xfrm>
            <a:custGeom>
              <a:rect b="b" l="l" r="r" t="t"/>
              <a:pathLst>
                <a:path extrusionOk="0" h="118" w="123">
                  <a:moveTo>
                    <a:pt x="0" y="2"/>
                  </a:moveTo>
                  <a:cubicBezTo>
                    <a:pt x="45" y="32"/>
                    <a:pt x="74" y="81"/>
                    <a:pt x="122" y="117"/>
                  </a:cubicBezTo>
                  <a:cubicBezTo>
                    <a:pt x="115" y="113"/>
                    <a:pt x="107" y="109"/>
                    <a:pt x="100" y="105"/>
                  </a:cubicBezTo>
                  <a:cubicBezTo>
                    <a:pt x="62" y="83"/>
                    <a:pt x="30" y="51"/>
                    <a:pt x="8" y="13"/>
                  </a:cubicBezTo>
                  <a:cubicBezTo>
                    <a:pt x="6" y="9"/>
                    <a:pt x="3" y="5"/>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8"/>
            <p:cNvSpPr/>
            <p:nvPr/>
          </p:nvSpPr>
          <p:spPr>
            <a:xfrm rot="-755217">
              <a:off x="9928130" y="3417946"/>
              <a:ext cx="90876" cy="79306"/>
            </a:xfrm>
            <a:custGeom>
              <a:rect b="b" l="l" r="r" t="t"/>
              <a:pathLst>
                <a:path extrusionOk="0" h="96" w="110">
                  <a:moveTo>
                    <a:pt x="109" y="95"/>
                  </a:moveTo>
                  <a:cubicBezTo>
                    <a:pt x="68" y="70"/>
                    <a:pt x="31" y="38"/>
                    <a:pt x="0" y="0"/>
                  </a:cubicBezTo>
                  <a:cubicBezTo>
                    <a:pt x="2" y="1"/>
                    <a:pt x="3" y="2"/>
                    <a:pt x="5" y="3"/>
                  </a:cubicBezTo>
                  <a:cubicBezTo>
                    <a:pt x="45" y="27"/>
                    <a:pt x="81" y="58"/>
                    <a:pt x="109"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8"/>
            <p:cNvSpPr/>
            <p:nvPr/>
          </p:nvSpPr>
          <p:spPr>
            <a:xfrm rot="-755217">
              <a:off x="9379226" y="4286791"/>
              <a:ext cx="38003" cy="57827"/>
            </a:xfrm>
            <a:custGeom>
              <a:rect b="b" l="l" r="r" t="t"/>
              <a:pathLst>
                <a:path extrusionOk="0" h="70" w="46">
                  <a:moveTo>
                    <a:pt x="29" y="69"/>
                  </a:moveTo>
                  <a:cubicBezTo>
                    <a:pt x="25" y="68"/>
                    <a:pt x="22" y="67"/>
                    <a:pt x="19" y="65"/>
                  </a:cubicBezTo>
                  <a:cubicBezTo>
                    <a:pt x="13" y="62"/>
                    <a:pt x="8" y="57"/>
                    <a:pt x="5" y="51"/>
                  </a:cubicBezTo>
                  <a:cubicBezTo>
                    <a:pt x="2" y="45"/>
                    <a:pt x="0" y="39"/>
                    <a:pt x="0" y="32"/>
                  </a:cubicBezTo>
                  <a:cubicBezTo>
                    <a:pt x="0" y="25"/>
                    <a:pt x="2" y="19"/>
                    <a:pt x="5" y="13"/>
                  </a:cubicBezTo>
                  <a:cubicBezTo>
                    <a:pt x="6" y="12"/>
                    <a:pt x="6" y="11"/>
                    <a:pt x="7" y="10"/>
                  </a:cubicBezTo>
                  <a:cubicBezTo>
                    <a:pt x="8" y="7"/>
                    <a:pt x="10" y="5"/>
                    <a:pt x="13" y="3"/>
                  </a:cubicBezTo>
                  <a:cubicBezTo>
                    <a:pt x="16" y="1"/>
                    <a:pt x="19" y="0"/>
                    <a:pt x="23" y="0"/>
                  </a:cubicBezTo>
                  <a:cubicBezTo>
                    <a:pt x="24" y="0"/>
                    <a:pt x="26" y="1"/>
                    <a:pt x="27" y="1"/>
                  </a:cubicBezTo>
                  <a:cubicBezTo>
                    <a:pt x="37" y="4"/>
                    <a:pt x="45" y="11"/>
                    <a:pt x="43" y="21"/>
                  </a:cubicBezTo>
                  <a:cubicBezTo>
                    <a:pt x="42" y="38"/>
                    <a:pt x="37" y="54"/>
                    <a:pt x="29"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8"/>
            <p:cNvSpPr/>
            <p:nvPr/>
          </p:nvSpPr>
          <p:spPr>
            <a:xfrm rot="-755217">
              <a:off x="9723242" y="3429360"/>
              <a:ext cx="88398" cy="86741"/>
            </a:xfrm>
            <a:custGeom>
              <a:rect b="b" l="l" r="r" t="t"/>
              <a:pathLst>
                <a:path extrusionOk="0" h="105" w="107">
                  <a:moveTo>
                    <a:pt x="106" y="104"/>
                  </a:moveTo>
                  <a:lnTo>
                    <a:pt x="0" y="0"/>
                  </a:lnTo>
                  <a:cubicBezTo>
                    <a:pt x="31" y="11"/>
                    <a:pt x="73" y="52"/>
                    <a:pt x="106"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8"/>
            <p:cNvSpPr/>
            <p:nvPr/>
          </p:nvSpPr>
          <p:spPr>
            <a:xfrm rot="-755217">
              <a:off x="9391668" y="3923092"/>
              <a:ext cx="28089" cy="147046"/>
            </a:xfrm>
            <a:custGeom>
              <a:rect b="b" l="l" r="r" t="t"/>
              <a:pathLst>
                <a:path extrusionOk="0" h="178" w="34">
                  <a:moveTo>
                    <a:pt x="3" y="177"/>
                  </a:moveTo>
                  <a:cubicBezTo>
                    <a:pt x="1" y="164"/>
                    <a:pt x="0" y="151"/>
                    <a:pt x="0" y="137"/>
                  </a:cubicBezTo>
                  <a:cubicBezTo>
                    <a:pt x="0" y="119"/>
                    <a:pt x="2" y="102"/>
                    <a:pt x="5" y="84"/>
                  </a:cubicBezTo>
                  <a:cubicBezTo>
                    <a:pt x="9" y="58"/>
                    <a:pt x="5" y="28"/>
                    <a:pt x="10" y="0"/>
                  </a:cubicBezTo>
                  <a:cubicBezTo>
                    <a:pt x="33" y="61"/>
                    <a:pt x="3" y="119"/>
                    <a:pt x="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8"/>
            <p:cNvSpPr/>
            <p:nvPr/>
          </p:nvSpPr>
          <p:spPr>
            <a:xfrm rot="-755217">
              <a:off x="7680235" y="2028728"/>
              <a:ext cx="111530" cy="45436"/>
            </a:xfrm>
            <a:custGeom>
              <a:rect b="b" l="l" r="r" t="t"/>
              <a:pathLst>
                <a:path extrusionOk="0" h="55" w="135">
                  <a:moveTo>
                    <a:pt x="5" y="0"/>
                  </a:moveTo>
                  <a:lnTo>
                    <a:pt x="134" y="54"/>
                  </a:lnTo>
                  <a:cubicBezTo>
                    <a:pt x="91" y="53"/>
                    <a:pt x="50" y="40"/>
                    <a:pt x="13" y="20"/>
                  </a:cubicBezTo>
                  <a:cubicBezTo>
                    <a:pt x="8" y="17"/>
                    <a:pt x="4" y="15"/>
                    <a:pt x="0" y="12"/>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8"/>
            <p:cNvSpPr/>
            <p:nvPr/>
          </p:nvSpPr>
          <p:spPr>
            <a:xfrm rot="-755217">
              <a:off x="9313402" y="3488529"/>
              <a:ext cx="76832" cy="104915"/>
            </a:xfrm>
            <a:custGeom>
              <a:rect b="b" l="l" r="r" t="t"/>
              <a:pathLst>
                <a:path extrusionOk="0" h="127" w="93">
                  <a:moveTo>
                    <a:pt x="92" y="125"/>
                  </a:moveTo>
                  <a:cubicBezTo>
                    <a:pt x="48" y="96"/>
                    <a:pt x="27" y="50"/>
                    <a:pt x="0" y="0"/>
                  </a:cubicBezTo>
                  <a:cubicBezTo>
                    <a:pt x="29" y="26"/>
                    <a:pt x="54" y="57"/>
                    <a:pt x="73" y="91"/>
                  </a:cubicBezTo>
                  <a:cubicBezTo>
                    <a:pt x="80" y="102"/>
                    <a:pt x="86" y="114"/>
                    <a:pt x="91" y="126"/>
                  </a:cubicBezTo>
                  <a:lnTo>
                    <a:pt x="92" y="1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8"/>
            <p:cNvSpPr/>
            <p:nvPr/>
          </p:nvSpPr>
          <p:spPr>
            <a:xfrm rot="-755217">
              <a:off x="8040737" y="2351279"/>
              <a:ext cx="79310" cy="108220"/>
            </a:xfrm>
            <a:custGeom>
              <a:rect b="b" l="l" r="r" t="t"/>
              <a:pathLst>
                <a:path extrusionOk="0" h="131" w="96">
                  <a:moveTo>
                    <a:pt x="95" y="129"/>
                  </a:moveTo>
                  <a:cubicBezTo>
                    <a:pt x="51" y="99"/>
                    <a:pt x="31" y="53"/>
                    <a:pt x="0" y="0"/>
                  </a:cubicBezTo>
                  <a:cubicBezTo>
                    <a:pt x="30" y="29"/>
                    <a:pt x="56" y="62"/>
                    <a:pt x="77" y="98"/>
                  </a:cubicBezTo>
                  <a:cubicBezTo>
                    <a:pt x="83" y="108"/>
                    <a:pt x="89" y="119"/>
                    <a:pt x="94" y="130"/>
                  </a:cubicBezTo>
                  <a:lnTo>
                    <a:pt x="95"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8"/>
            <p:cNvSpPr/>
            <p:nvPr/>
          </p:nvSpPr>
          <p:spPr>
            <a:xfrm rot="-755217">
              <a:off x="10050473" y="3481829"/>
              <a:ext cx="94181" cy="91697"/>
            </a:xfrm>
            <a:custGeom>
              <a:rect b="b" l="l" r="r" t="t"/>
              <a:pathLst>
                <a:path extrusionOk="0" h="111" w="114">
                  <a:moveTo>
                    <a:pt x="113" y="110"/>
                  </a:moveTo>
                  <a:lnTo>
                    <a:pt x="0" y="0"/>
                  </a:lnTo>
                  <a:cubicBezTo>
                    <a:pt x="44" y="29"/>
                    <a:pt x="82" y="67"/>
                    <a:pt x="113"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8"/>
            <p:cNvSpPr/>
            <p:nvPr/>
          </p:nvSpPr>
          <p:spPr>
            <a:xfrm rot="-755217">
              <a:off x="8795205" y="4192326"/>
              <a:ext cx="41307" cy="42131"/>
            </a:xfrm>
            <a:custGeom>
              <a:rect b="b" l="l" r="r" t="t"/>
              <a:pathLst>
                <a:path extrusionOk="0" h="51" w="50">
                  <a:moveTo>
                    <a:pt x="21" y="49"/>
                  </a:moveTo>
                  <a:cubicBezTo>
                    <a:pt x="18" y="49"/>
                    <a:pt x="15" y="48"/>
                    <a:pt x="12" y="46"/>
                  </a:cubicBezTo>
                  <a:cubicBezTo>
                    <a:pt x="8" y="44"/>
                    <a:pt x="5" y="41"/>
                    <a:pt x="3" y="37"/>
                  </a:cubicBezTo>
                  <a:cubicBezTo>
                    <a:pt x="1" y="33"/>
                    <a:pt x="0" y="29"/>
                    <a:pt x="0" y="25"/>
                  </a:cubicBezTo>
                  <a:cubicBezTo>
                    <a:pt x="0" y="20"/>
                    <a:pt x="1" y="16"/>
                    <a:pt x="3" y="12"/>
                  </a:cubicBezTo>
                  <a:cubicBezTo>
                    <a:pt x="5" y="8"/>
                    <a:pt x="8" y="5"/>
                    <a:pt x="12" y="3"/>
                  </a:cubicBezTo>
                  <a:cubicBezTo>
                    <a:pt x="16" y="1"/>
                    <a:pt x="20" y="0"/>
                    <a:pt x="24" y="0"/>
                  </a:cubicBezTo>
                  <a:cubicBezTo>
                    <a:pt x="25" y="0"/>
                    <a:pt x="26" y="0"/>
                    <a:pt x="26" y="0"/>
                  </a:cubicBezTo>
                  <a:cubicBezTo>
                    <a:pt x="30" y="0"/>
                    <a:pt x="34" y="1"/>
                    <a:pt x="37" y="3"/>
                  </a:cubicBezTo>
                  <a:cubicBezTo>
                    <a:pt x="41" y="5"/>
                    <a:pt x="44" y="8"/>
                    <a:pt x="46" y="11"/>
                  </a:cubicBezTo>
                  <a:cubicBezTo>
                    <a:pt x="48" y="14"/>
                    <a:pt x="49" y="18"/>
                    <a:pt x="49" y="22"/>
                  </a:cubicBezTo>
                  <a:cubicBezTo>
                    <a:pt x="49" y="24"/>
                    <a:pt x="48" y="25"/>
                    <a:pt x="48" y="26"/>
                  </a:cubicBezTo>
                  <a:cubicBezTo>
                    <a:pt x="48" y="30"/>
                    <a:pt x="47" y="34"/>
                    <a:pt x="45" y="37"/>
                  </a:cubicBezTo>
                  <a:cubicBezTo>
                    <a:pt x="43" y="41"/>
                    <a:pt x="40" y="44"/>
                    <a:pt x="36" y="46"/>
                  </a:cubicBezTo>
                  <a:cubicBezTo>
                    <a:pt x="32" y="48"/>
                    <a:pt x="28" y="50"/>
                    <a:pt x="24" y="50"/>
                  </a:cubicBezTo>
                  <a:cubicBezTo>
                    <a:pt x="23" y="50"/>
                    <a:pt x="22" y="50"/>
                    <a:pt x="2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8"/>
            <p:cNvSpPr/>
            <p:nvPr/>
          </p:nvSpPr>
          <p:spPr>
            <a:xfrm rot="-755217">
              <a:off x="9021644" y="3842851"/>
              <a:ext cx="50395" cy="46262"/>
            </a:xfrm>
            <a:custGeom>
              <a:rect b="b" l="l" r="r" t="t"/>
              <a:pathLst>
                <a:path extrusionOk="0" h="56" w="61">
                  <a:moveTo>
                    <a:pt x="15" y="0"/>
                  </a:moveTo>
                  <a:cubicBezTo>
                    <a:pt x="17" y="1"/>
                    <a:pt x="20" y="3"/>
                    <a:pt x="23" y="4"/>
                  </a:cubicBezTo>
                  <a:cubicBezTo>
                    <a:pt x="37" y="12"/>
                    <a:pt x="49" y="24"/>
                    <a:pt x="56" y="37"/>
                  </a:cubicBezTo>
                  <a:cubicBezTo>
                    <a:pt x="58" y="40"/>
                    <a:pt x="59" y="42"/>
                    <a:pt x="60" y="45"/>
                  </a:cubicBezTo>
                  <a:cubicBezTo>
                    <a:pt x="60" y="48"/>
                    <a:pt x="58" y="53"/>
                    <a:pt x="56" y="54"/>
                  </a:cubicBezTo>
                  <a:cubicBezTo>
                    <a:pt x="52" y="55"/>
                    <a:pt x="48" y="55"/>
                    <a:pt x="44" y="55"/>
                  </a:cubicBezTo>
                  <a:cubicBezTo>
                    <a:pt x="36" y="55"/>
                    <a:pt x="27" y="53"/>
                    <a:pt x="20" y="49"/>
                  </a:cubicBezTo>
                  <a:cubicBezTo>
                    <a:pt x="17" y="47"/>
                    <a:pt x="14" y="45"/>
                    <a:pt x="12" y="43"/>
                  </a:cubicBezTo>
                  <a:cubicBezTo>
                    <a:pt x="8" y="41"/>
                    <a:pt x="5" y="38"/>
                    <a:pt x="3" y="34"/>
                  </a:cubicBezTo>
                  <a:cubicBezTo>
                    <a:pt x="1" y="30"/>
                    <a:pt x="0" y="27"/>
                    <a:pt x="0" y="23"/>
                  </a:cubicBezTo>
                  <a:cubicBezTo>
                    <a:pt x="0" y="19"/>
                    <a:pt x="1" y="15"/>
                    <a:pt x="3" y="11"/>
                  </a:cubicBezTo>
                  <a:cubicBezTo>
                    <a:pt x="3" y="11"/>
                    <a:pt x="4" y="11"/>
                    <a:pt x="4" y="10"/>
                  </a:cubicBezTo>
                  <a:cubicBezTo>
                    <a:pt x="6" y="5"/>
                    <a:pt x="12" y="2"/>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8"/>
            <p:cNvSpPr/>
            <p:nvPr/>
          </p:nvSpPr>
          <p:spPr>
            <a:xfrm rot="-755217">
              <a:off x="9413330" y="2835733"/>
              <a:ext cx="81789" cy="90871"/>
            </a:xfrm>
            <a:custGeom>
              <a:rect b="b" l="l" r="r" t="t"/>
              <a:pathLst>
                <a:path extrusionOk="0" h="110" w="99">
                  <a:moveTo>
                    <a:pt x="97" y="109"/>
                  </a:moveTo>
                  <a:cubicBezTo>
                    <a:pt x="56" y="81"/>
                    <a:pt x="38" y="32"/>
                    <a:pt x="0" y="0"/>
                  </a:cubicBezTo>
                  <a:cubicBezTo>
                    <a:pt x="36" y="11"/>
                    <a:pt x="71" y="50"/>
                    <a:pt x="98" y="108"/>
                  </a:cubicBezTo>
                  <a:lnTo>
                    <a:pt x="97" y="10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8"/>
            <p:cNvSpPr/>
            <p:nvPr/>
          </p:nvSpPr>
          <p:spPr>
            <a:xfrm rot="-755217">
              <a:off x="8213859" y="2210457"/>
              <a:ext cx="81789" cy="82610"/>
            </a:xfrm>
            <a:custGeom>
              <a:rect b="b" l="l" r="r" t="t"/>
              <a:pathLst>
                <a:path extrusionOk="0" h="100" w="99">
                  <a:moveTo>
                    <a:pt x="0" y="0"/>
                  </a:moveTo>
                  <a:cubicBezTo>
                    <a:pt x="40" y="26"/>
                    <a:pt x="73" y="59"/>
                    <a:pt x="98" y="99"/>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8"/>
            <p:cNvSpPr/>
            <p:nvPr/>
          </p:nvSpPr>
          <p:spPr>
            <a:xfrm rot="-755217">
              <a:off x="7678424" y="1945679"/>
              <a:ext cx="97485" cy="14870"/>
            </a:xfrm>
            <a:custGeom>
              <a:rect b="b" l="l" r="r" t="t"/>
              <a:pathLst>
                <a:path extrusionOk="0" h="18" w="118">
                  <a:moveTo>
                    <a:pt x="0" y="15"/>
                  </a:moveTo>
                  <a:cubicBezTo>
                    <a:pt x="18" y="5"/>
                    <a:pt x="38" y="0"/>
                    <a:pt x="59" y="0"/>
                  </a:cubicBezTo>
                  <a:cubicBezTo>
                    <a:pt x="79" y="0"/>
                    <a:pt x="99" y="5"/>
                    <a:pt x="117" y="15"/>
                  </a:cubicBezTo>
                  <a:cubicBezTo>
                    <a:pt x="77" y="13"/>
                    <a:pt x="39" y="17"/>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8"/>
            <p:cNvSpPr/>
            <p:nvPr/>
          </p:nvSpPr>
          <p:spPr>
            <a:xfrm rot="-755217">
              <a:off x="8981187" y="4197764"/>
              <a:ext cx="52873" cy="42957"/>
            </a:xfrm>
            <a:custGeom>
              <a:rect b="b" l="l" r="r" t="t"/>
              <a:pathLst>
                <a:path extrusionOk="0" h="52" w="64">
                  <a:moveTo>
                    <a:pt x="20" y="51"/>
                  </a:moveTo>
                  <a:cubicBezTo>
                    <a:pt x="16" y="51"/>
                    <a:pt x="6" y="51"/>
                    <a:pt x="3" y="40"/>
                  </a:cubicBezTo>
                  <a:cubicBezTo>
                    <a:pt x="0" y="29"/>
                    <a:pt x="9" y="24"/>
                    <a:pt x="17" y="20"/>
                  </a:cubicBezTo>
                  <a:cubicBezTo>
                    <a:pt x="30" y="15"/>
                    <a:pt x="41" y="0"/>
                    <a:pt x="57" y="13"/>
                  </a:cubicBezTo>
                  <a:cubicBezTo>
                    <a:pt x="59" y="14"/>
                    <a:pt x="59" y="16"/>
                    <a:pt x="61" y="18"/>
                  </a:cubicBezTo>
                  <a:cubicBezTo>
                    <a:pt x="62" y="20"/>
                    <a:pt x="63" y="23"/>
                    <a:pt x="63" y="26"/>
                  </a:cubicBezTo>
                  <a:cubicBezTo>
                    <a:pt x="63" y="28"/>
                    <a:pt x="63" y="30"/>
                    <a:pt x="62" y="32"/>
                  </a:cubicBezTo>
                  <a:cubicBezTo>
                    <a:pt x="55" y="47"/>
                    <a:pt x="40" y="50"/>
                    <a:pt x="20"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8"/>
            <p:cNvSpPr/>
            <p:nvPr/>
          </p:nvSpPr>
          <p:spPr>
            <a:xfrm rot="-755217">
              <a:off x="8892510" y="3893143"/>
              <a:ext cx="47917" cy="47914"/>
            </a:xfrm>
            <a:custGeom>
              <a:rect b="b" l="l" r="r" t="t"/>
              <a:pathLst>
                <a:path extrusionOk="0" h="58" w="58">
                  <a:moveTo>
                    <a:pt x="54" y="55"/>
                  </a:moveTo>
                  <a:cubicBezTo>
                    <a:pt x="51" y="56"/>
                    <a:pt x="48" y="57"/>
                    <a:pt x="45" y="57"/>
                  </a:cubicBezTo>
                  <a:cubicBezTo>
                    <a:pt x="40" y="57"/>
                    <a:pt x="35" y="55"/>
                    <a:pt x="30" y="53"/>
                  </a:cubicBezTo>
                  <a:cubicBezTo>
                    <a:pt x="27" y="51"/>
                    <a:pt x="24" y="48"/>
                    <a:pt x="22" y="46"/>
                  </a:cubicBezTo>
                  <a:cubicBezTo>
                    <a:pt x="10" y="36"/>
                    <a:pt x="0" y="25"/>
                    <a:pt x="6" y="9"/>
                  </a:cubicBezTo>
                  <a:lnTo>
                    <a:pt x="6" y="8"/>
                  </a:lnTo>
                  <a:cubicBezTo>
                    <a:pt x="8" y="6"/>
                    <a:pt x="10" y="4"/>
                    <a:pt x="12" y="2"/>
                  </a:cubicBezTo>
                  <a:cubicBezTo>
                    <a:pt x="14" y="1"/>
                    <a:pt x="16" y="1"/>
                    <a:pt x="18" y="0"/>
                  </a:cubicBezTo>
                  <a:cubicBezTo>
                    <a:pt x="34" y="0"/>
                    <a:pt x="33" y="16"/>
                    <a:pt x="40" y="27"/>
                  </a:cubicBezTo>
                  <a:cubicBezTo>
                    <a:pt x="46" y="38"/>
                    <a:pt x="57" y="41"/>
                    <a:pt x="5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8"/>
            <p:cNvSpPr/>
            <p:nvPr/>
          </p:nvSpPr>
          <p:spPr>
            <a:xfrm rot="-755217">
              <a:off x="9040458" y="3271175"/>
              <a:ext cx="80962" cy="88393"/>
            </a:xfrm>
            <a:custGeom>
              <a:rect b="b" l="l" r="r" t="t"/>
              <a:pathLst>
                <a:path extrusionOk="0" h="107" w="98">
                  <a:moveTo>
                    <a:pt x="4" y="0"/>
                  </a:moveTo>
                  <a:cubicBezTo>
                    <a:pt x="41" y="30"/>
                    <a:pt x="72" y="66"/>
                    <a:pt x="97" y="106"/>
                  </a:cubicBezTo>
                  <a:cubicBezTo>
                    <a:pt x="58" y="78"/>
                    <a:pt x="25" y="43"/>
                    <a:pt x="0" y="2"/>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8"/>
            <p:cNvSpPr/>
            <p:nvPr/>
          </p:nvSpPr>
          <p:spPr>
            <a:xfrm rot="-755217">
              <a:off x="7833061" y="2086120"/>
              <a:ext cx="76006" cy="75175"/>
            </a:xfrm>
            <a:custGeom>
              <a:rect b="b" l="l" r="r" t="t"/>
              <a:pathLst>
                <a:path extrusionOk="0" h="91" w="92">
                  <a:moveTo>
                    <a:pt x="88" y="90"/>
                  </a:moveTo>
                  <a:lnTo>
                    <a:pt x="74" y="79"/>
                  </a:lnTo>
                  <a:cubicBezTo>
                    <a:pt x="57" y="67"/>
                    <a:pt x="44" y="49"/>
                    <a:pt x="22" y="45"/>
                  </a:cubicBezTo>
                  <a:lnTo>
                    <a:pt x="24" y="47"/>
                  </a:lnTo>
                  <a:cubicBezTo>
                    <a:pt x="26" y="30"/>
                    <a:pt x="0" y="25"/>
                    <a:pt x="7" y="0"/>
                  </a:cubicBezTo>
                  <a:lnTo>
                    <a:pt x="91" y="76"/>
                  </a:lnTo>
                  <a:lnTo>
                    <a:pt x="88"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8"/>
            <p:cNvSpPr/>
            <p:nvPr/>
          </p:nvSpPr>
          <p:spPr>
            <a:xfrm rot="-755217">
              <a:off x="10016904" y="3648948"/>
              <a:ext cx="90050" cy="94176"/>
            </a:xfrm>
            <a:custGeom>
              <a:rect b="b" l="l" r="r" t="t"/>
              <a:pathLst>
                <a:path extrusionOk="0" h="114" w="109">
                  <a:moveTo>
                    <a:pt x="105" y="113"/>
                  </a:moveTo>
                  <a:cubicBezTo>
                    <a:pt x="67" y="79"/>
                    <a:pt x="32" y="41"/>
                    <a:pt x="0" y="0"/>
                  </a:cubicBezTo>
                  <a:cubicBezTo>
                    <a:pt x="2" y="1"/>
                    <a:pt x="3" y="2"/>
                    <a:pt x="4" y="3"/>
                  </a:cubicBezTo>
                  <a:cubicBezTo>
                    <a:pt x="46" y="27"/>
                    <a:pt x="81" y="61"/>
                    <a:pt x="104" y="102"/>
                  </a:cubicBezTo>
                  <a:cubicBezTo>
                    <a:pt x="106" y="105"/>
                    <a:pt x="107" y="107"/>
                    <a:pt x="108" y="110"/>
                  </a:cubicBezTo>
                  <a:lnTo>
                    <a:pt x="105" y="1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8"/>
            <p:cNvSpPr/>
            <p:nvPr/>
          </p:nvSpPr>
          <p:spPr>
            <a:xfrm rot="-755217">
              <a:off x="9198644" y="3639030"/>
              <a:ext cx="78484" cy="87567"/>
            </a:xfrm>
            <a:custGeom>
              <a:rect b="b" l="l" r="r" t="t"/>
              <a:pathLst>
                <a:path extrusionOk="0" h="106" w="95">
                  <a:moveTo>
                    <a:pt x="0" y="0"/>
                  </a:moveTo>
                  <a:cubicBezTo>
                    <a:pt x="38" y="28"/>
                    <a:pt x="70" y="64"/>
                    <a:pt x="94" y="105"/>
                  </a:cubicBezTo>
                  <a:cubicBezTo>
                    <a:pt x="58" y="74"/>
                    <a:pt x="19"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8"/>
            <p:cNvSpPr/>
            <p:nvPr/>
          </p:nvSpPr>
          <p:spPr>
            <a:xfrm rot="-755217">
              <a:off x="8445714" y="3918928"/>
              <a:ext cx="51221" cy="50392"/>
            </a:xfrm>
            <a:custGeom>
              <a:rect b="b" l="l" r="r" t="t"/>
              <a:pathLst>
                <a:path extrusionOk="0" h="61" w="62">
                  <a:moveTo>
                    <a:pt x="61" y="57"/>
                  </a:moveTo>
                  <a:cubicBezTo>
                    <a:pt x="55" y="59"/>
                    <a:pt x="48" y="60"/>
                    <a:pt x="42" y="60"/>
                  </a:cubicBezTo>
                  <a:cubicBezTo>
                    <a:pt x="34" y="60"/>
                    <a:pt x="25" y="57"/>
                    <a:pt x="18" y="54"/>
                  </a:cubicBezTo>
                  <a:cubicBezTo>
                    <a:pt x="14" y="51"/>
                    <a:pt x="11" y="49"/>
                    <a:pt x="8" y="46"/>
                  </a:cubicBezTo>
                  <a:cubicBezTo>
                    <a:pt x="6" y="44"/>
                    <a:pt x="5" y="43"/>
                    <a:pt x="3" y="41"/>
                  </a:cubicBezTo>
                  <a:cubicBezTo>
                    <a:pt x="1" y="37"/>
                    <a:pt x="0" y="33"/>
                    <a:pt x="0" y="29"/>
                  </a:cubicBezTo>
                  <a:cubicBezTo>
                    <a:pt x="0" y="25"/>
                    <a:pt x="1" y="21"/>
                    <a:pt x="3" y="18"/>
                  </a:cubicBezTo>
                  <a:cubicBezTo>
                    <a:pt x="5" y="14"/>
                    <a:pt x="8" y="12"/>
                    <a:pt x="12" y="10"/>
                  </a:cubicBezTo>
                  <a:lnTo>
                    <a:pt x="13" y="9"/>
                  </a:lnTo>
                  <a:cubicBezTo>
                    <a:pt x="26" y="0"/>
                    <a:pt x="33" y="9"/>
                    <a:pt x="34" y="22"/>
                  </a:cubicBezTo>
                  <a:cubicBezTo>
                    <a:pt x="35" y="39"/>
                    <a:pt x="57" y="38"/>
                    <a:pt x="6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8"/>
            <p:cNvSpPr/>
            <p:nvPr/>
          </p:nvSpPr>
          <p:spPr>
            <a:xfrm rot="-755217">
              <a:off x="8405450" y="2449108"/>
              <a:ext cx="77658" cy="78480"/>
            </a:xfrm>
            <a:custGeom>
              <a:rect b="b" l="l" r="r" t="t"/>
              <a:pathLst>
                <a:path extrusionOk="0" h="95" w="94">
                  <a:moveTo>
                    <a:pt x="58" y="38"/>
                  </a:moveTo>
                  <a:cubicBezTo>
                    <a:pt x="67" y="58"/>
                    <a:pt x="93" y="68"/>
                    <a:pt x="93" y="94"/>
                  </a:cubicBezTo>
                  <a:cubicBezTo>
                    <a:pt x="58" y="74"/>
                    <a:pt x="37" y="40"/>
                    <a:pt x="9" y="13"/>
                  </a:cubicBezTo>
                  <a:cubicBezTo>
                    <a:pt x="0" y="4"/>
                    <a:pt x="16" y="1"/>
                    <a:pt x="24" y="0"/>
                  </a:cubicBezTo>
                  <a:lnTo>
                    <a:pt x="5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38"/>
            <p:cNvSpPr/>
            <p:nvPr/>
          </p:nvSpPr>
          <p:spPr>
            <a:xfrm rot="-755217">
              <a:off x="8743309" y="3931957"/>
              <a:ext cx="43786" cy="44610"/>
            </a:xfrm>
            <a:custGeom>
              <a:rect b="b" l="l" r="r" t="t"/>
              <a:pathLst>
                <a:path extrusionOk="0" h="54" w="53">
                  <a:moveTo>
                    <a:pt x="10" y="53"/>
                  </a:moveTo>
                  <a:cubicBezTo>
                    <a:pt x="5" y="51"/>
                    <a:pt x="0" y="49"/>
                    <a:pt x="0" y="43"/>
                  </a:cubicBezTo>
                  <a:cubicBezTo>
                    <a:pt x="0" y="29"/>
                    <a:pt x="25" y="0"/>
                    <a:pt x="36" y="0"/>
                  </a:cubicBezTo>
                  <a:lnTo>
                    <a:pt x="37" y="0"/>
                  </a:lnTo>
                  <a:cubicBezTo>
                    <a:pt x="39" y="0"/>
                    <a:pt x="41" y="0"/>
                    <a:pt x="44" y="2"/>
                  </a:cubicBezTo>
                  <a:cubicBezTo>
                    <a:pt x="47" y="4"/>
                    <a:pt x="49" y="6"/>
                    <a:pt x="50" y="8"/>
                  </a:cubicBezTo>
                  <a:cubicBezTo>
                    <a:pt x="51" y="10"/>
                    <a:pt x="52" y="13"/>
                    <a:pt x="52" y="16"/>
                  </a:cubicBezTo>
                  <a:cubicBezTo>
                    <a:pt x="52" y="17"/>
                    <a:pt x="52" y="17"/>
                    <a:pt x="52" y="18"/>
                  </a:cubicBezTo>
                  <a:cubicBezTo>
                    <a:pt x="51" y="22"/>
                    <a:pt x="49" y="26"/>
                    <a:pt x="47" y="30"/>
                  </a:cubicBezTo>
                  <a:cubicBezTo>
                    <a:pt x="43" y="37"/>
                    <a:pt x="37" y="43"/>
                    <a:pt x="30" y="47"/>
                  </a:cubicBezTo>
                  <a:cubicBezTo>
                    <a:pt x="24" y="51"/>
                    <a:pt x="17" y="53"/>
                    <a:pt x="10"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8"/>
            <p:cNvSpPr/>
            <p:nvPr/>
          </p:nvSpPr>
          <p:spPr>
            <a:xfrm rot="-755217">
              <a:off x="8867026" y="4259896"/>
              <a:ext cx="35524" cy="42957"/>
            </a:xfrm>
            <a:custGeom>
              <a:rect b="b" l="l" r="r" t="t"/>
              <a:pathLst>
                <a:path extrusionOk="0" h="52" w="43">
                  <a:moveTo>
                    <a:pt x="41" y="31"/>
                  </a:moveTo>
                  <a:cubicBezTo>
                    <a:pt x="41" y="38"/>
                    <a:pt x="42" y="50"/>
                    <a:pt x="30" y="51"/>
                  </a:cubicBezTo>
                  <a:cubicBezTo>
                    <a:pt x="29" y="51"/>
                    <a:pt x="29" y="51"/>
                    <a:pt x="28" y="51"/>
                  </a:cubicBezTo>
                  <a:cubicBezTo>
                    <a:pt x="23" y="51"/>
                    <a:pt x="18" y="50"/>
                    <a:pt x="14" y="47"/>
                  </a:cubicBezTo>
                  <a:cubicBezTo>
                    <a:pt x="10" y="45"/>
                    <a:pt x="7" y="41"/>
                    <a:pt x="4" y="37"/>
                  </a:cubicBezTo>
                  <a:cubicBezTo>
                    <a:pt x="2" y="34"/>
                    <a:pt x="1" y="30"/>
                    <a:pt x="0" y="26"/>
                  </a:cubicBezTo>
                  <a:cubicBezTo>
                    <a:pt x="0" y="24"/>
                    <a:pt x="0" y="23"/>
                    <a:pt x="0" y="22"/>
                  </a:cubicBezTo>
                  <a:cubicBezTo>
                    <a:pt x="0" y="18"/>
                    <a:pt x="1" y="15"/>
                    <a:pt x="3" y="12"/>
                  </a:cubicBezTo>
                  <a:cubicBezTo>
                    <a:pt x="5" y="9"/>
                    <a:pt x="7" y="7"/>
                    <a:pt x="10" y="5"/>
                  </a:cubicBezTo>
                  <a:cubicBezTo>
                    <a:pt x="12" y="4"/>
                    <a:pt x="15" y="3"/>
                    <a:pt x="17" y="2"/>
                  </a:cubicBezTo>
                  <a:cubicBezTo>
                    <a:pt x="36" y="0"/>
                    <a:pt x="41" y="14"/>
                    <a:pt x="4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8"/>
            <p:cNvSpPr/>
            <p:nvPr/>
          </p:nvSpPr>
          <p:spPr>
            <a:xfrm rot="-755217">
              <a:off x="8820217" y="3951995"/>
              <a:ext cx="50395" cy="33044"/>
            </a:xfrm>
            <a:custGeom>
              <a:rect b="b" l="l" r="r" t="t"/>
              <a:pathLst>
                <a:path extrusionOk="0" h="40" w="61">
                  <a:moveTo>
                    <a:pt x="60" y="30"/>
                  </a:moveTo>
                  <a:cubicBezTo>
                    <a:pt x="59" y="31"/>
                    <a:pt x="57" y="32"/>
                    <a:pt x="55" y="33"/>
                  </a:cubicBezTo>
                  <a:cubicBezTo>
                    <a:pt x="48" y="37"/>
                    <a:pt x="40" y="39"/>
                    <a:pt x="32" y="39"/>
                  </a:cubicBezTo>
                  <a:cubicBezTo>
                    <a:pt x="25" y="39"/>
                    <a:pt x="17" y="38"/>
                    <a:pt x="11" y="34"/>
                  </a:cubicBezTo>
                  <a:cubicBezTo>
                    <a:pt x="10" y="34"/>
                    <a:pt x="9" y="33"/>
                    <a:pt x="8" y="33"/>
                  </a:cubicBezTo>
                  <a:cubicBezTo>
                    <a:pt x="6" y="32"/>
                    <a:pt x="4" y="30"/>
                    <a:pt x="2" y="27"/>
                  </a:cubicBezTo>
                  <a:cubicBezTo>
                    <a:pt x="0" y="24"/>
                    <a:pt x="0" y="22"/>
                    <a:pt x="0" y="19"/>
                  </a:cubicBezTo>
                  <a:cubicBezTo>
                    <a:pt x="0" y="16"/>
                    <a:pt x="1" y="14"/>
                    <a:pt x="2" y="11"/>
                  </a:cubicBezTo>
                  <a:cubicBezTo>
                    <a:pt x="2" y="10"/>
                    <a:pt x="3" y="9"/>
                    <a:pt x="4" y="8"/>
                  </a:cubicBezTo>
                  <a:cubicBezTo>
                    <a:pt x="5" y="5"/>
                    <a:pt x="6" y="3"/>
                    <a:pt x="9" y="2"/>
                  </a:cubicBezTo>
                  <a:cubicBezTo>
                    <a:pt x="12" y="1"/>
                    <a:pt x="14" y="0"/>
                    <a:pt x="17" y="0"/>
                  </a:cubicBezTo>
                  <a:cubicBezTo>
                    <a:pt x="19" y="0"/>
                    <a:pt x="22" y="0"/>
                    <a:pt x="24" y="2"/>
                  </a:cubicBezTo>
                  <a:cubicBezTo>
                    <a:pt x="36" y="8"/>
                    <a:pt x="52" y="12"/>
                    <a:pt x="6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8"/>
            <p:cNvSpPr/>
            <p:nvPr/>
          </p:nvSpPr>
          <p:spPr>
            <a:xfrm rot="-755217">
              <a:off x="9035146" y="4130633"/>
              <a:ext cx="38829" cy="47914"/>
            </a:xfrm>
            <a:custGeom>
              <a:rect b="b" l="l" r="r" t="t"/>
              <a:pathLst>
                <a:path extrusionOk="0" h="58" w="47">
                  <a:moveTo>
                    <a:pt x="46" y="21"/>
                  </a:moveTo>
                  <a:cubicBezTo>
                    <a:pt x="45" y="26"/>
                    <a:pt x="43" y="31"/>
                    <a:pt x="40" y="36"/>
                  </a:cubicBezTo>
                  <a:cubicBezTo>
                    <a:pt x="37" y="42"/>
                    <a:pt x="31" y="48"/>
                    <a:pt x="25" y="51"/>
                  </a:cubicBezTo>
                  <a:cubicBezTo>
                    <a:pt x="21" y="54"/>
                    <a:pt x="16" y="56"/>
                    <a:pt x="11" y="57"/>
                  </a:cubicBezTo>
                  <a:lnTo>
                    <a:pt x="10" y="57"/>
                  </a:lnTo>
                  <a:cubicBezTo>
                    <a:pt x="8" y="57"/>
                    <a:pt x="7" y="56"/>
                    <a:pt x="5" y="55"/>
                  </a:cubicBezTo>
                  <a:cubicBezTo>
                    <a:pt x="3" y="54"/>
                    <a:pt x="2" y="53"/>
                    <a:pt x="1" y="51"/>
                  </a:cubicBezTo>
                  <a:cubicBezTo>
                    <a:pt x="0" y="49"/>
                    <a:pt x="0" y="48"/>
                    <a:pt x="0" y="46"/>
                  </a:cubicBezTo>
                  <a:cubicBezTo>
                    <a:pt x="0" y="44"/>
                    <a:pt x="0" y="43"/>
                    <a:pt x="1" y="41"/>
                  </a:cubicBezTo>
                  <a:cubicBezTo>
                    <a:pt x="9" y="26"/>
                    <a:pt x="5" y="1"/>
                    <a:pt x="30" y="0"/>
                  </a:cubicBezTo>
                  <a:cubicBezTo>
                    <a:pt x="41" y="0"/>
                    <a:pt x="44" y="10"/>
                    <a:pt x="4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8"/>
            <p:cNvSpPr/>
            <p:nvPr/>
          </p:nvSpPr>
          <p:spPr>
            <a:xfrm rot="-755217">
              <a:off x="8594426" y="3072400"/>
              <a:ext cx="84267" cy="84263"/>
            </a:xfrm>
            <a:custGeom>
              <a:rect b="b" l="l" r="r" t="t"/>
              <a:pathLst>
                <a:path extrusionOk="0" h="102" w="102">
                  <a:moveTo>
                    <a:pt x="4" y="0"/>
                  </a:moveTo>
                  <a:cubicBezTo>
                    <a:pt x="42" y="27"/>
                    <a:pt x="75" y="62"/>
                    <a:pt x="101" y="101"/>
                  </a:cubicBezTo>
                  <a:cubicBezTo>
                    <a:pt x="97" y="99"/>
                    <a:pt x="93" y="96"/>
                    <a:pt x="89" y="94"/>
                  </a:cubicBezTo>
                  <a:cubicBezTo>
                    <a:pt x="54" y="74"/>
                    <a:pt x="24" y="45"/>
                    <a:pt x="4" y="10"/>
                  </a:cubicBezTo>
                  <a:cubicBezTo>
                    <a:pt x="3" y="7"/>
                    <a:pt x="2" y="5"/>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8"/>
            <p:cNvSpPr/>
            <p:nvPr/>
          </p:nvSpPr>
          <p:spPr>
            <a:xfrm rot="-755217">
              <a:off x="8693390" y="3187655"/>
              <a:ext cx="76006" cy="96654"/>
            </a:xfrm>
            <a:custGeom>
              <a:rect b="b" l="l" r="r" t="t"/>
              <a:pathLst>
                <a:path extrusionOk="0" h="117" w="92">
                  <a:moveTo>
                    <a:pt x="11" y="0"/>
                  </a:moveTo>
                  <a:cubicBezTo>
                    <a:pt x="28" y="46"/>
                    <a:pt x="69" y="74"/>
                    <a:pt x="91" y="116"/>
                  </a:cubicBezTo>
                  <a:cubicBezTo>
                    <a:pt x="46" y="98"/>
                    <a:pt x="26" y="58"/>
                    <a:pt x="4" y="20"/>
                  </a:cubicBezTo>
                  <a:cubicBezTo>
                    <a:pt x="0" y="13"/>
                    <a:pt x="5" y="6"/>
                    <a:pt x="10"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8"/>
            <p:cNvSpPr/>
            <p:nvPr/>
          </p:nvSpPr>
          <p:spPr>
            <a:xfrm rot="-755217">
              <a:off x="8461151" y="3502144"/>
              <a:ext cx="44612" cy="37175"/>
            </a:xfrm>
            <a:custGeom>
              <a:rect b="b" l="l" r="r" t="t"/>
              <a:pathLst>
                <a:path extrusionOk="0" h="45" w="54">
                  <a:moveTo>
                    <a:pt x="20" y="44"/>
                  </a:moveTo>
                  <a:cubicBezTo>
                    <a:pt x="19" y="44"/>
                    <a:pt x="18" y="44"/>
                    <a:pt x="17" y="44"/>
                  </a:cubicBezTo>
                  <a:cubicBezTo>
                    <a:pt x="14" y="44"/>
                    <a:pt x="12" y="43"/>
                    <a:pt x="9" y="42"/>
                  </a:cubicBezTo>
                  <a:cubicBezTo>
                    <a:pt x="6" y="40"/>
                    <a:pt x="4" y="38"/>
                    <a:pt x="2" y="35"/>
                  </a:cubicBezTo>
                  <a:cubicBezTo>
                    <a:pt x="0" y="32"/>
                    <a:pt x="0" y="30"/>
                    <a:pt x="0" y="27"/>
                  </a:cubicBezTo>
                  <a:cubicBezTo>
                    <a:pt x="0" y="25"/>
                    <a:pt x="0" y="24"/>
                    <a:pt x="0" y="23"/>
                  </a:cubicBezTo>
                  <a:lnTo>
                    <a:pt x="0" y="22"/>
                  </a:lnTo>
                  <a:cubicBezTo>
                    <a:pt x="0" y="18"/>
                    <a:pt x="1" y="14"/>
                    <a:pt x="3" y="11"/>
                  </a:cubicBezTo>
                  <a:cubicBezTo>
                    <a:pt x="5" y="8"/>
                    <a:pt x="7" y="5"/>
                    <a:pt x="11" y="3"/>
                  </a:cubicBezTo>
                  <a:cubicBezTo>
                    <a:pt x="15" y="1"/>
                    <a:pt x="18" y="0"/>
                    <a:pt x="22" y="0"/>
                  </a:cubicBezTo>
                  <a:cubicBezTo>
                    <a:pt x="24" y="0"/>
                    <a:pt x="25" y="0"/>
                    <a:pt x="27" y="0"/>
                  </a:cubicBezTo>
                  <a:cubicBezTo>
                    <a:pt x="40" y="2"/>
                    <a:pt x="53" y="10"/>
                    <a:pt x="53" y="23"/>
                  </a:cubicBezTo>
                  <a:cubicBezTo>
                    <a:pt x="53" y="43"/>
                    <a:pt x="31" y="37"/>
                    <a:pt x="2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8"/>
            <p:cNvSpPr/>
            <p:nvPr/>
          </p:nvSpPr>
          <p:spPr>
            <a:xfrm rot="-755217">
              <a:off x="7987931" y="1819580"/>
              <a:ext cx="118139" cy="42131"/>
            </a:xfrm>
            <a:custGeom>
              <a:rect b="b" l="l" r="r" t="t"/>
              <a:pathLst>
                <a:path extrusionOk="0" h="51" w="143">
                  <a:moveTo>
                    <a:pt x="142" y="49"/>
                  </a:moveTo>
                  <a:cubicBezTo>
                    <a:pt x="92" y="40"/>
                    <a:pt x="44" y="24"/>
                    <a:pt x="0" y="0"/>
                  </a:cubicBezTo>
                  <a:cubicBezTo>
                    <a:pt x="43" y="3"/>
                    <a:pt x="84" y="16"/>
                    <a:pt x="121" y="37"/>
                  </a:cubicBezTo>
                  <a:cubicBezTo>
                    <a:pt x="128" y="41"/>
                    <a:pt x="134" y="45"/>
                    <a:pt x="141" y="50"/>
                  </a:cubicBezTo>
                  <a:lnTo>
                    <a:pt x="142"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8"/>
            <p:cNvSpPr/>
            <p:nvPr/>
          </p:nvSpPr>
          <p:spPr>
            <a:xfrm rot="-755217">
              <a:off x="9274442" y="4220626"/>
              <a:ext cx="42134" cy="39653"/>
            </a:xfrm>
            <a:custGeom>
              <a:rect b="b" l="l" r="r" t="t"/>
              <a:pathLst>
                <a:path extrusionOk="0" h="48" w="51">
                  <a:moveTo>
                    <a:pt x="19" y="47"/>
                  </a:moveTo>
                  <a:cubicBezTo>
                    <a:pt x="16" y="46"/>
                    <a:pt x="13" y="45"/>
                    <a:pt x="10" y="44"/>
                  </a:cubicBezTo>
                  <a:cubicBezTo>
                    <a:pt x="7" y="42"/>
                    <a:pt x="5" y="40"/>
                    <a:pt x="3" y="37"/>
                  </a:cubicBezTo>
                  <a:cubicBezTo>
                    <a:pt x="1" y="34"/>
                    <a:pt x="0" y="30"/>
                    <a:pt x="0" y="27"/>
                  </a:cubicBezTo>
                  <a:cubicBezTo>
                    <a:pt x="0" y="26"/>
                    <a:pt x="0" y="25"/>
                    <a:pt x="0" y="25"/>
                  </a:cubicBezTo>
                  <a:cubicBezTo>
                    <a:pt x="0" y="6"/>
                    <a:pt x="13" y="0"/>
                    <a:pt x="29" y="0"/>
                  </a:cubicBezTo>
                  <a:cubicBezTo>
                    <a:pt x="30" y="0"/>
                    <a:pt x="30" y="0"/>
                    <a:pt x="31" y="0"/>
                  </a:cubicBezTo>
                  <a:cubicBezTo>
                    <a:pt x="34" y="0"/>
                    <a:pt x="38" y="1"/>
                    <a:pt x="41" y="3"/>
                  </a:cubicBezTo>
                  <a:cubicBezTo>
                    <a:pt x="44" y="5"/>
                    <a:pt x="46" y="7"/>
                    <a:pt x="48" y="10"/>
                  </a:cubicBezTo>
                  <a:cubicBezTo>
                    <a:pt x="50" y="13"/>
                    <a:pt x="50" y="16"/>
                    <a:pt x="50" y="19"/>
                  </a:cubicBezTo>
                  <a:cubicBezTo>
                    <a:pt x="50" y="20"/>
                    <a:pt x="50" y="20"/>
                    <a:pt x="50" y="21"/>
                  </a:cubicBezTo>
                  <a:cubicBezTo>
                    <a:pt x="50" y="25"/>
                    <a:pt x="48" y="29"/>
                    <a:pt x="46" y="32"/>
                  </a:cubicBezTo>
                  <a:cubicBezTo>
                    <a:pt x="44" y="37"/>
                    <a:pt x="41" y="40"/>
                    <a:pt x="36" y="43"/>
                  </a:cubicBezTo>
                  <a:cubicBezTo>
                    <a:pt x="31" y="46"/>
                    <a:pt x="26" y="47"/>
                    <a:pt x="21" y="47"/>
                  </a:cubicBezTo>
                  <a:cubicBezTo>
                    <a:pt x="20" y="47"/>
                    <a:pt x="19" y="47"/>
                    <a:pt x="1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8"/>
            <p:cNvSpPr/>
            <p:nvPr/>
          </p:nvSpPr>
          <p:spPr>
            <a:xfrm rot="-755217">
              <a:off x="9703557" y="3340003"/>
              <a:ext cx="71049" cy="83436"/>
            </a:xfrm>
            <a:custGeom>
              <a:rect b="b" l="l" r="r" t="t"/>
              <a:pathLst>
                <a:path extrusionOk="0" h="101" w="86">
                  <a:moveTo>
                    <a:pt x="85" y="99"/>
                  </a:moveTo>
                  <a:cubicBezTo>
                    <a:pt x="43" y="77"/>
                    <a:pt x="23" y="37"/>
                    <a:pt x="0" y="0"/>
                  </a:cubicBezTo>
                  <a:cubicBezTo>
                    <a:pt x="30" y="22"/>
                    <a:pt x="56" y="50"/>
                    <a:pt x="75" y="83"/>
                  </a:cubicBezTo>
                  <a:cubicBezTo>
                    <a:pt x="78" y="88"/>
                    <a:pt x="81" y="94"/>
                    <a:pt x="84" y="100"/>
                  </a:cubicBezTo>
                  <a:lnTo>
                    <a:pt x="8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8"/>
            <p:cNvSpPr/>
            <p:nvPr/>
          </p:nvSpPr>
          <p:spPr>
            <a:xfrm rot="-755217">
              <a:off x="9728145" y="3007662"/>
              <a:ext cx="70223" cy="66088"/>
            </a:xfrm>
            <a:custGeom>
              <a:rect b="b" l="l" r="r" t="t"/>
              <a:pathLst>
                <a:path extrusionOk="0" h="80" w="85">
                  <a:moveTo>
                    <a:pt x="0" y="0"/>
                  </a:moveTo>
                  <a:lnTo>
                    <a:pt x="84" y="79"/>
                  </a:lnTo>
                  <a:cubicBezTo>
                    <a:pt x="51" y="59"/>
                    <a:pt x="23"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8"/>
            <p:cNvSpPr/>
            <p:nvPr/>
          </p:nvSpPr>
          <p:spPr>
            <a:xfrm rot="-755217">
              <a:off x="8275745" y="3820706"/>
              <a:ext cx="48743" cy="36349"/>
            </a:xfrm>
            <a:custGeom>
              <a:rect b="b" l="l" r="r" t="t"/>
              <a:pathLst>
                <a:path extrusionOk="0" h="44" w="59">
                  <a:moveTo>
                    <a:pt x="58" y="36"/>
                  </a:moveTo>
                  <a:cubicBezTo>
                    <a:pt x="57" y="36"/>
                    <a:pt x="56" y="37"/>
                    <a:pt x="56" y="37"/>
                  </a:cubicBezTo>
                  <a:cubicBezTo>
                    <a:pt x="49" y="41"/>
                    <a:pt x="41" y="43"/>
                    <a:pt x="32" y="43"/>
                  </a:cubicBezTo>
                  <a:cubicBezTo>
                    <a:pt x="27" y="43"/>
                    <a:pt x="22" y="42"/>
                    <a:pt x="17" y="41"/>
                  </a:cubicBezTo>
                  <a:cubicBezTo>
                    <a:pt x="14" y="40"/>
                    <a:pt x="11" y="39"/>
                    <a:pt x="9" y="38"/>
                  </a:cubicBezTo>
                  <a:cubicBezTo>
                    <a:pt x="6" y="36"/>
                    <a:pt x="4" y="34"/>
                    <a:pt x="2" y="31"/>
                  </a:cubicBezTo>
                  <a:cubicBezTo>
                    <a:pt x="1" y="29"/>
                    <a:pt x="0" y="26"/>
                    <a:pt x="0" y="23"/>
                  </a:cubicBezTo>
                  <a:cubicBezTo>
                    <a:pt x="0" y="19"/>
                    <a:pt x="1" y="15"/>
                    <a:pt x="3" y="12"/>
                  </a:cubicBezTo>
                  <a:cubicBezTo>
                    <a:pt x="5" y="8"/>
                    <a:pt x="7" y="5"/>
                    <a:pt x="11" y="3"/>
                  </a:cubicBezTo>
                  <a:cubicBezTo>
                    <a:pt x="12" y="3"/>
                    <a:pt x="13" y="2"/>
                    <a:pt x="14" y="2"/>
                  </a:cubicBezTo>
                  <a:cubicBezTo>
                    <a:pt x="17" y="0"/>
                    <a:pt x="20" y="0"/>
                    <a:pt x="23" y="0"/>
                  </a:cubicBezTo>
                  <a:cubicBezTo>
                    <a:pt x="26" y="0"/>
                    <a:pt x="29" y="1"/>
                    <a:pt x="31" y="2"/>
                  </a:cubicBezTo>
                  <a:cubicBezTo>
                    <a:pt x="34" y="4"/>
                    <a:pt x="36" y="5"/>
                    <a:pt x="37" y="8"/>
                  </a:cubicBezTo>
                  <a:cubicBezTo>
                    <a:pt x="44" y="16"/>
                    <a:pt x="50" y="25"/>
                    <a:pt x="58"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8"/>
            <p:cNvSpPr/>
            <p:nvPr/>
          </p:nvSpPr>
          <p:spPr>
            <a:xfrm rot="-755217">
              <a:off x="8718081" y="4319608"/>
              <a:ext cx="34698" cy="52871"/>
            </a:xfrm>
            <a:custGeom>
              <a:rect b="b" l="l" r="r" t="t"/>
              <a:pathLst>
                <a:path extrusionOk="0" h="64" w="42">
                  <a:moveTo>
                    <a:pt x="30" y="0"/>
                  </a:moveTo>
                  <a:cubicBezTo>
                    <a:pt x="31" y="2"/>
                    <a:pt x="33" y="4"/>
                    <a:pt x="34" y="6"/>
                  </a:cubicBezTo>
                  <a:cubicBezTo>
                    <a:pt x="39" y="15"/>
                    <a:pt x="41" y="24"/>
                    <a:pt x="41" y="33"/>
                  </a:cubicBezTo>
                  <a:cubicBezTo>
                    <a:pt x="41" y="37"/>
                    <a:pt x="41" y="41"/>
                    <a:pt x="40" y="45"/>
                  </a:cubicBezTo>
                  <a:cubicBezTo>
                    <a:pt x="39" y="48"/>
                    <a:pt x="39" y="50"/>
                    <a:pt x="37" y="53"/>
                  </a:cubicBezTo>
                  <a:cubicBezTo>
                    <a:pt x="35" y="56"/>
                    <a:pt x="33" y="58"/>
                    <a:pt x="30" y="60"/>
                  </a:cubicBezTo>
                  <a:cubicBezTo>
                    <a:pt x="27" y="62"/>
                    <a:pt x="23" y="63"/>
                    <a:pt x="19" y="63"/>
                  </a:cubicBezTo>
                  <a:cubicBezTo>
                    <a:pt x="18" y="63"/>
                    <a:pt x="17" y="63"/>
                    <a:pt x="16" y="62"/>
                  </a:cubicBezTo>
                  <a:cubicBezTo>
                    <a:pt x="2" y="60"/>
                    <a:pt x="0" y="48"/>
                    <a:pt x="3" y="36"/>
                  </a:cubicBezTo>
                  <a:cubicBezTo>
                    <a:pt x="4" y="30"/>
                    <a:pt x="6" y="25"/>
                    <a:pt x="9" y="20"/>
                  </a:cubicBezTo>
                  <a:cubicBezTo>
                    <a:pt x="14" y="12"/>
                    <a:pt x="20" y="5"/>
                    <a:pt x="28" y="1"/>
                  </a:cubicBezTo>
                  <a:cubicBezTo>
                    <a:pt x="29" y="1"/>
                    <a:pt x="29" y="0"/>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8"/>
            <p:cNvSpPr/>
            <p:nvPr/>
          </p:nvSpPr>
          <p:spPr>
            <a:xfrm rot="-755217">
              <a:off x="8600414" y="3617395"/>
              <a:ext cx="38003" cy="38827"/>
            </a:xfrm>
            <a:custGeom>
              <a:rect b="b" l="l" r="r" t="t"/>
              <a:pathLst>
                <a:path extrusionOk="0" h="47" w="46">
                  <a:moveTo>
                    <a:pt x="45" y="26"/>
                  </a:moveTo>
                  <a:cubicBezTo>
                    <a:pt x="45" y="29"/>
                    <a:pt x="44" y="32"/>
                    <a:pt x="42" y="35"/>
                  </a:cubicBezTo>
                  <a:cubicBezTo>
                    <a:pt x="40" y="39"/>
                    <a:pt x="38" y="41"/>
                    <a:pt x="34" y="43"/>
                  </a:cubicBezTo>
                  <a:cubicBezTo>
                    <a:pt x="30" y="45"/>
                    <a:pt x="27" y="46"/>
                    <a:pt x="24" y="46"/>
                  </a:cubicBezTo>
                  <a:cubicBezTo>
                    <a:pt x="22" y="46"/>
                    <a:pt x="20" y="46"/>
                    <a:pt x="19" y="46"/>
                  </a:cubicBezTo>
                  <a:cubicBezTo>
                    <a:pt x="16" y="45"/>
                    <a:pt x="13" y="45"/>
                    <a:pt x="10" y="43"/>
                  </a:cubicBezTo>
                  <a:cubicBezTo>
                    <a:pt x="7" y="41"/>
                    <a:pt x="5" y="39"/>
                    <a:pt x="3" y="36"/>
                  </a:cubicBezTo>
                  <a:cubicBezTo>
                    <a:pt x="1" y="33"/>
                    <a:pt x="0" y="29"/>
                    <a:pt x="0" y="26"/>
                  </a:cubicBezTo>
                  <a:cubicBezTo>
                    <a:pt x="0" y="25"/>
                    <a:pt x="0" y="24"/>
                    <a:pt x="0" y="23"/>
                  </a:cubicBezTo>
                  <a:cubicBezTo>
                    <a:pt x="0" y="23"/>
                    <a:pt x="0" y="22"/>
                    <a:pt x="0" y="21"/>
                  </a:cubicBezTo>
                  <a:cubicBezTo>
                    <a:pt x="0" y="18"/>
                    <a:pt x="1" y="14"/>
                    <a:pt x="3" y="11"/>
                  </a:cubicBezTo>
                  <a:cubicBezTo>
                    <a:pt x="5" y="8"/>
                    <a:pt x="8" y="5"/>
                    <a:pt x="11" y="3"/>
                  </a:cubicBezTo>
                  <a:cubicBezTo>
                    <a:pt x="14" y="1"/>
                    <a:pt x="18" y="0"/>
                    <a:pt x="21" y="0"/>
                  </a:cubicBezTo>
                  <a:cubicBezTo>
                    <a:pt x="22" y="0"/>
                    <a:pt x="23" y="0"/>
                    <a:pt x="24" y="0"/>
                  </a:cubicBezTo>
                  <a:cubicBezTo>
                    <a:pt x="39" y="1"/>
                    <a:pt x="45" y="11"/>
                    <a:pt x="4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8"/>
            <p:cNvSpPr/>
            <p:nvPr/>
          </p:nvSpPr>
          <p:spPr>
            <a:xfrm rot="-755217">
              <a:off x="10427633" y="3936074"/>
              <a:ext cx="41307" cy="103263"/>
            </a:xfrm>
            <a:custGeom>
              <a:rect b="b" l="l" r="r" t="t"/>
              <a:pathLst>
                <a:path extrusionOk="0" h="125" w="50">
                  <a:moveTo>
                    <a:pt x="48" y="0"/>
                  </a:moveTo>
                  <a:cubicBezTo>
                    <a:pt x="48" y="47"/>
                    <a:pt x="17" y="83"/>
                    <a:pt x="0" y="124"/>
                  </a:cubicBezTo>
                  <a:cubicBezTo>
                    <a:pt x="7" y="87"/>
                    <a:pt x="20" y="51"/>
                    <a:pt x="39" y="18"/>
                  </a:cubicBezTo>
                  <a:cubicBezTo>
                    <a:pt x="42" y="13"/>
                    <a:pt x="46" y="7"/>
                    <a:pt x="49" y="1"/>
                  </a:cubicBezTo>
                  <a:lnTo>
                    <a:pt x="4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8"/>
            <p:cNvSpPr/>
            <p:nvPr/>
          </p:nvSpPr>
          <p:spPr>
            <a:xfrm rot="-755217">
              <a:off x="9399706" y="3258167"/>
              <a:ext cx="57004" cy="104915"/>
            </a:xfrm>
            <a:custGeom>
              <a:rect b="b" l="l" r="r" t="t"/>
              <a:pathLst>
                <a:path extrusionOk="0" h="127" w="69">
                  <a:moveTo>
                    <a:pt x="68" y="126"/>
                  </a:moveTo>
                  <a:cubicBezTo>
                    <a:pt x="58" y="112"/>
                    <a:pt x="49" y="97"/>
                    <a:pt x="40" y="82"/>
                  </a:cubicBezTo>
                  <a:cubicBezTo>
                    <a:pt x="25" y="56"/>
                    <a:pt x="12" y="28"/>
                    <a:pt x="0" y="0"/>
                  </a:cubicBezTo>
                  <a:cubicBezTo>
                    <a:pt x="15" y="15"/>
                    <a:pt x="27" y="32"/>
                    <a:pt x="38" y="51"/>
                  </a:cubicBezTo>
                  <a:cubicBezTo>
                    <a:pt x="51" y="74"/>
                    <a:pt x="62" y="99"/>
                    <a:pt x="68"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8"/>
            <p:cNvSpPr/>
            <p:nvPr/>
          </p:nvSpPr>
          <p:spPr>
            <a:xfrm rot="-755217">
              <a:off x="10125508" y="3870601"/>
              <a:ext cx="62787" cy="88393"/>
            </a:xfrm>
            <a:custGeom>
              <a:rect b="b" l="l" r="r" t="t"/>
              <a:pathLst>
                <a:path extrusionOk="0" h="107" w="76">
                  <a:moveTo>
                    <a:pt x="3" y="0"/>
                  </a:moveTo>
                  <a:cubicBezTo>
                    <a:pt x="24" y="22"/>
                    <a:pt x="42" y="46"/>
                    <a:pt x="58" y="73"/>
                  </a:cubicBezTo>
                  <a:cubicBezTo>
                    <a:pt x="64" y="83"/>
                    <a:pt x="69" y="94"/>
                    <a:pt x="75" y="106"/>
                  </a:cubicBezTo>
                  <a:cubicBezTo>
                    <a:pt x="50" y="82"/>
                    <a:pt x="29" y="55"/>
                    <a:pt x="12" y="26"/>
                  </a:cubicBezTo>
                  <a:cubicBezTo>
                    <a:pt x="8" y="18"/>
                    <a:pt x="4" y="11"/>
                    <a:pt x="0" y="3"/>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8"/>
            <p:cNvSpPr/>
            <p:nvPr/>
          </p:nvSpPr>
          <p:spPr>
            <a:xfrm rot="-755217">
              <a:off x="9689682" y="3010209"/>
              <a:ext cx="57830" cy="81784"/>
            </a:xfrm>
            <a:custGeom>
              <a:rect b="b" l="l" r="r" t="t"/>
              <a:pathLst>
                <a:path extrusionOk="0" h="99" w="70">
                  <a:moveTo>
                    <a:pt x="69" y="97"/>
                  </a:moveTo>
                  <a:cubicBezTo>
                    <a:pt x="48" y="81"/>
                    <a:pt x="30" y="60"/>
                    <a:pt x="17" y="37"/>
                  </a:cubicBezTo>
                  <a:cubicBezTo>
                    <a:pt x="10" y="25"/>
                    <a:pt x="5" y="13"/>
                    <a:pt x="0" y="0"/>
                  </a:cubicBezTo>
                  <a:cubicBezTo>
                    <a:pt x="27" y="30"/>
                    <a:pt x="58" y="57"/>
                    <a:pt x="68" y="98"/>
                  </a:cubicBezTo>
                  <a:lnTo>
                    <a:pt x="69"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8"/>
            <p:cNvSpPr/>
            <p:nvPr/>
          </p:nvSpPr>
          <p:spPr>
            <a:xfrm rot="-755217">
              <a:off x="10481253" y="3485108"/>
              <a:ext cx="47090" cy="112350"/>
            </a:xfrm>
            <a:custGeom>
              <a:rect b="b" l="l" r="r" t="t"/>
              <a:pathLst>
                <a:path extrusionOk="0" h="136" w="57">
                  <a:moveTo>
                    <a:pt x="56" y="0"/>
                  </a:moveTo>
                  <a:cubicBezTo>
                    <a:pt x="50" y="39"/>
                    <a:pt x="36" y="75"/>
                    <a:pt x="17" y="109"/>
                  </a:cubicBezTo>
                  <a:cubicBezTo>
                    <a:pt x="12" y="118"/>
                    <a:pt x="6" y="127"/>
                    <a:pt x="0" y="135"/>
                  </a:cubicBezTo>
                  <a:cubicBezTo>
                    <a:pt x="7" y="97"/>
                    <a:pt x="20" y="60"/>
                    <a:pt x="40" y="27"/>
                  </a:cubicBezTo>
                  <a:cubicBezTo>
                    <a:pt x="45" y="18"/>
                    <a:pt x="50" y="9"/>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8"/>
            <p:cNvSpPr/>
            <p:nvPr/>
          </p:nvSpPr>
          <p:spPr>
            <a:xfrm rot="-755217">
              <a:off x="9153328" y="3359762"/>
              <a:ext cx="67744" cy="66914"/>
            </a:xfrm>
            <a:custGeom>
              <a:rect b="b" l="l" r="r" t="t"/>
              <a:pathLst>
                <a:path extrusionOk="0" h="81" w="82">
                  <a:moveTo>
                    <a:pt x="72" y="80"/>
                  </a:moveTo>
                  <a:lnTo>
                    <a:pt x="0" y="0"/>
                  </a:lnTo>
                  <a:cubicBezTo>
                    <a:pt x="2" y="1"/>
                    <a:pt x="4" y="3"/>
                    <a:pt x="6" y="4"/>
                  </a:cubicBezTo>
                  <a:cubicBezTo>
                    <a:pt x="36" y="21"/>
                    <a:pt x="61" y="44"/>
                    <a:pt x="81" y="73"/>
                  </a:cubicBezTo>
                  <a:lnTo>
                    <a:pt x="7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8"/>
            <p:cNvSpPr/>
            <p:nvPr/>
          </p:nvSpPr>
          <p:spPr>
            <a:xfrm rot="-755217">
              <a:off x="9198599" y="4150741"/>
              <a:ext cx="47090" cy="45436"/>
            </a:xfrm>
            <a:custGeom>
              <a:rect b="b" l="l" r="r" t="t"/>
              <a:pathLst>
                <a:path extrusionOk="0" h="55" w="57">
                  <a:moveTo>
                    <a:pt x="48" y="47"/>
                  </a:moveTo>
                  <a:cubicBezTo>
                    <a:pt x="35" y="54"/>
                    <a:pt x="24" y="47"/>
                    <a:pt x="13" y="41"/>
                  </a:cubicBezTo>
                  <a:cubicBezTo>
                    <a:pt x="12" y="41"/>
                    <a:pt x="11" y="40"/>
                    <a:pt x="10" y="39"/>
                  </a:cubicBezTo>
                  <a:cubicBezTo>
                    <a:pt x="7" y="38"/>
                    <a:pt x="5" y="36"/>
                    <a:pt x="3" y="33"/>
                  </a:cubicBezTo>
                  <a:cubicBezTo>
                    <a:pt x="1" y="30"/>
                    <a:pt x="0" y="27"/>
                    <a:pt x="0" y="24"/>
                  </a:cubicBezTo>
                  <a:cubicBezTo>
                    <a:pt x="0" y="22"/>
                    <a:pt x="1" y="21"/>
                    <a:pt x="1" y="19"/>
                  </a:cubicBezTo>
                  <a:cubicBezTo>
                    <a:pt x="1" y="17"/>
                    <a:pt x="3" y="15"/>
                    <a:pt x="4" y="12"/>
                  </a:cubicBezTo>
                  <a:cubicBezTo>
                    <a:pt x="6" y="8"/>
                    <a:pt x="8" y="6"/>
                    <a:pt x="12" y="4"/>
                  </a:cubicBezTo>
                  <a:cubicBezTo>
                    <a:pt x="14" y="3"/>
                    <a:pt x="16" y="2"/>
                    <a:pt x="18" y="1"/>
                  </a:cubicBezTo>
                  <a:cubicBezTo>
                    <a:pt x="20" y="1"/>
                    <a:pt x="22" y="0"/>
                    <a:pt x="24" y="0"/>
                  </a:cubicBezTo>
                  <a:cubicBezTo>
                    <a:pt x="27" y="0"/>
                    <a:pt x="29" y="1"/>
                    <a:pt x="32" y="3"/>
                  </a:cubicBezTo>
                  <a:cubicBezTo>
                    <a:pt x="35" y="5"/>
                    <a:pt x="37" y="6"/>
                    <a:pt x="39" y="9"/>
                  </a:cubicBezTo>
                  <a:cubicBezTo>
                    <a:pt x="39" y="10"/>
                    <a:pt x="40" y="11"/>
                    <a:pt x="40" y="12"/>
                  </a:cubicBezTo>
                  <a:cubicBezTo>
                    <a:pt x="43" y="23"/>
                    <a:pt x="56" y="32"/>
                    <a:pt x="4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8"/>
            <p:cNvSpPr/>
            <p:nvPr/>
          </p:nvSpPr>
          <p:spPr>
            <a:xfrm rot="-755217">
              <a:off x="8583031" y="4044028"/>
              <a:ext cx="42960" cy="45436"/>
            </a:xfrm>
            <a:custGeom>
              <a:rect b="b" l="l" r="r" t="t"/>
              <a:pathLst>
                <a:path extrusionOk="0" h="55" w="52">
                  <a:moveTo>
                    <a:pt x="45" y="0"/>
                  </a:moveTo>
                  <a:cubicBezTo>
                    <a:pt x="47" y="26"/>
                    <a:pt x="51" y="47"/>
                    <a:pt x="20" y="53"/>
                  </a:cubicBezTo>
                  <a:cubicBezTo>
                    <a:pt x="19" y="53"/>
                    <a:pt x="17" y="54"/>
                    <a:pt x="16" y="54"/>
                  </a:cubicBezTo>
                  <a:cubicBezTo>
                    <a:pt x="13" y="54"/>
                    <a:pt x="11" y="52"/>
                    <a:pt x="8" y="51"/>
                  </a:cubicBezTo>
                  <a:cubicBezTo>
                    <a:pt x="6" y="49"/>
                    <a:pt x="4" y="48"/>
                    <a:pt x="3" y="46"/>
                  </a:cubicBezTo>
                  <a:cubicBezTo>
                    <a:pt x="2" y="44"/>
                    <a:pt x="1" y="42"/>
                    <a:pt x="1" y="39"/>
                  </a:cubicBezTo>
                  <a:cubicBezTo>
                    <a:pt x="0" y="10"/>
                    <a:pt x="21" y="6"/>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8"/>
            <p:cNvSpPr/>
            <p:nvPr/>
          </p:nvSpPr>
          <p:spPr>
            <a:xfrm rot="-755217">
              <a:off x="9896671" y="3000210"/>
              <a:ext cx="48743" cy="53697"/>
            </a:xfrm>
            <a:custGeom>
              <a:rect b="b" l="l" r="r" t="t"/>
              <a:pathLst>
                <a:path extrusionOk="0" h="65" w="59">
                  <a:moveTo>
                    <a:pt x="17" y="1"/>
                  </a:moveTo>
                  <a:cubicBezTo>
                    <a:pt x="58" y="27"/>
                    <a:pt x="58" y="27"/>
                    <a:pt x="43" y="64"/>
                  </a:cubicBezTo>
                  <a:cubicBezTo>
                    <a:pt x="29" y="44"/>
                    <a:pt x="0" y="32"/>
                    <a:pt x="17" y="0"/>
                  </a:cubicBezTo>
                  <a:lnTo>
                    <a:pt x="1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8"/>
            <p:cNvSpPr/>
            <p:nvPr/>
          </p:nvSpPr>
          <p:spPr>
            <a:xfrm rot="-755217">
              <a:off x="9334707" y="3732420"/>
              <a:ext cx="66918" cy="66914"/>
            </a:xfrm>
            <a:custGeom>
              <a:rect b="b" l="l" r="r" t="t"/>
              <a:pathLst>
                <a:path extrusionOk="0" h="81" w="81">
                  <a:moveTo>
                    <a:pt x="0" y="0"/>
                  </a:moveTo>
                  <a:lnTo>
                    <a:pt x="80" y="80"/>
                  </a:lnTo>
                  <a:cubicBezTo>
                    <a:pt x="75" y="78"/>
                    <a:pt x="71" y="75"/>
                    <a:pt x="67" y="73"/>
                  </a:cubicBezTo>
                  <a:cubicBezTo>
                    <a:pt x="42" y="59"/>
                    <a:pt x="21" y="38"/>
                    <a:pt x="7" y="13"/>
                  </a:cubicBezTo>
                  <a:cubicBezTo>
                    <a:pt x="5" y="9"/>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8"/>
            <p:cNvSpPr/>
            <p:nvPr/>
          </p:nvSpPr>
          <p:spPr>
            <a:xfrm rot="-755217">
              <a:off x="8960622" y="3208321"/>
              <a:ext cx="67744" cy="84263"/>
            </a:xfrm>
            <a:custGeom>
              <a:rect b="b" l="l" r="r" t="t"/>
              <a:pathLst>
                <a:path extrusionOk="0" h="102" w="82">
                  <a:moveTo>
                    <a:pt x="77" y="101"/>
                  </a:moveTo>
                  <a:cubicBezTo>
                    <a:pt x="52" y="82"/>
                    <a:pt x="31" y="59"/>
                    <a:pt x="15" y="31"/>
                  </a:cubicBezTo>
                  <a:cubicBezTo>
                    <a:pt x="9" y="21"/>
                    <a:pt x="4" y="11"/>
                    <a:pt x="0" y="0"/>
                  </a:cubicBezTo>
                  <a:cubicBezTo>
                    <a:pt x="32" y="28"/>
                    <a:pt x="59" y="61"/>
                    <a:pt x="81" y="97"/>
                  </a:cubicBezTo>
                  <a:lnTo>
                    <a:pt x="77" y="10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8"/>
            <p:cNvSpPr/>
            <p:nvPr/>
          </p:nvSpPr>
          <p:spPr>
            <a:xfrm rot="-755217">
              <a:off x="10357967" y="4153856"/>
              <a:ext cx="31394" cy="76002"/>
            </a:xfrm>
            <a:custGeom>
              <a:rect b="b" l="l" r="r" t="t"/>
              <a:pathLst>
                <a:path extrusionOk="0" h="92" w="38">
                  <a:moveTo>
                    <a:pt x="37" y="91"/>
                  </a:moveTo>
                  <a:cubicBezTo>
                    <a:pt x="2" y="56"/>
                    <a:pt x="0" y="50"/>
                    <a:pt x="8" y="0"/>
                  </a:cubicBezTo>
                  <a:cubicBezTo>
                    <a:pt x="23" y="34"/>
                    <a:pt x="20" y="66"/>
                    <a:pt x="37"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8"/>
            <p:cNvSpPr/>
            <p:nvPr/>
          </p:nvSpPr>
          <p:spPr>
            <a:xfrm rot="-755217">
              <a:off x="7758708" y="1982571"/>
              <a:ext cx="71875" cy="41305"/>
            </a:xfrm>
            <a:custGeom>
              <a:rect b="b" l="l" r="r" t="t"/>
              <a:pathLst>
                <a:path extrusionOk="0" h="50" w="87">
                  <a:moveTo>
                    <a:pt x="86" y="49"/>
                  </a:moveTo>
                  <a:cubicBezTo>
                    <a:pt x="69" y="45"/>
                    <a:pt x="53" y="39"/>
                    <a:pt x="38" y="30"/>
                  </a:cubicBezTo>
                  <a:cubicBezTo>
                    <a:pt x="24" y="22"/>
                    <a:pt x="11" y="12"/>
                    <a:pt x="0" y="0"/>
                  </a:cubicBezTo>
                  <a:cubicBezTo>
                    <a:pt x="17" y="3"/>
                    <a:pt x="33" y="10"/>
                    <a:pt x="48" y="18"/>
                  </a:cubicBezTo>
                  <a:cubicBezTo>
                    <a:pt x="62" y="26"/>
                    <a:pt x="75" y="37"/>
                    <a:pt x="8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8"/>
            <p:cNvSpPr/>
            <p:nvPr/>
          </p:nvSpPr>
          <p:spPr>
            <a:xfrm rot="-755217">
              <a:off x="8127949" y="3403901"/>
              <a:ext cx="57004" cy="83436"/>
            </a:xfrm>
            <a:custGeom>
              <a:rect b="b" l="l" r="r" t="t"/>
              <a:pathLst>
                <a:path extrusionOk="0" h="101" w="69">
                  <a:moveTo>
                    <a:pt x="68" y="99"/>
                  </a:moveTo>
                  <a:cubicBezTo>
                    <a:pt x="47" y="82"/>
                    <a:pt x="30" y="62"/>
                    <a:pt x="16" y="38"/>
                  </a:cubicBezTo>
                  <a:cubicBezTo>
                    <a:pt x="10" y="27"/>
                    <a:pt x="4" y="15"/>
                    <a:pt x="0" y="2"/>
                  </a:cubicBezTo>
                  <a:lnTo>
                    <a:pt x="2" y="0"/>
                  </a:lnTo>
                  <a:cubicBezTo>
                    <a:pt x="20" y="16"/>
                    <a:pt x="35" y="36"/>
                    <a:pt x="47" y="57"/>
                  </a:cubicBezTo>
                  <a:cubicBezTo>
                    <a:pt x="55" y="70"/>
                    <a:pt x="62" y="85"/>
                    <a:pt x="67" y="100"/>
                  </a:cubicBezTo>
                  <a:lnTo>
                    <a:pt x="68"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8"/>
            <p:cNvSpPr/>
            <p:nvPr/>
          </p:nvSpPr>
          <p:spPr>
            <a:xfrm rot="-755217">
              <a:off x="8510913" y="3074825"/>
              <a:ext cx="61135" cy="69393"/>
            </a:xfrm>
            <a:custGeom>
              <a:rect b="b" l="l" r="r" t="t"/>
              <a:pathLst>
                <a:path extrusionOk="0" h="84" w="74">
                  <a:moveTo>
                    <a:pt x="0" y="1"/>
                  </a:moveTo>
                  <a:cubicBezTo>
                    <a:pt x="35" y="18"/>
                    <a:pt x="50" y="54"/>
                    <a:pt x="73" y="83"/>
                  </a:cubicBezTo>
                  <a:cubicBezTo>
                    <a:pt x="44" y="60"/>
                    <a:pt x="12" y="3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8"/>
            <p:cNvSpPr/>
            <p:nvPr/>
          </p:nvSpPr>
          <p:spPr>
            <a:xfrm rot="-755217">
              <a:off x="7856762" y="2065988"/>
              <a:ext cx="61961" cy="48740"/>
            </a:xfrm>
            <a:custGeom>
              <a:rect b="b" l="l" r="r" t="t"/>
              <a:pathLst>
                <a:path extrusionOk="0" h="59" w="75">
                  <a:moveTo>
                    <a:pt x="8" y="0"/>
                  </a:moveTo>
                  <a:lnTo>
                    <a:pt x="74" y="58"/>
                  </a:lnTo>
                  <a:cubicBezTo>
                    <a:pt x="61" y="56"/>
                    <a:pt x="49" y="51"/>
                    <a:pt x="37" y="44"/>
                  </a:cubicBezTo>
                  <a:cubicBezTo>
                    <a:pt x="22" y="36"/>
                    <a:pt x="9" y="24"/>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8"/>
            <p:cNvSpPr/>
            <p:nvPr/>
          </p:nvSpPr>
          <p:spPr>
            <a:xfrm rot="-755217">
              <a:off x="7923999" y="2052298"/>
              <a:ext cx="66092" cy="56175"/>
            </a:xfrm>
            <a:custGeom>
              <a:rect b="b" l="l" r="r" t="t"/>
              <a:pathLst>
                <a:path extrusionOk="0" h="68" w="80">
                  <a:moveTo>
                    <a:pt x="79" y="67"/>
                  </a:moveTo>
                  <a:cubicBezTo>
                    <a:pt x="68" y="64"/>
                    <a:pt x="58" y="60"/>
                    <a:pt x="48" y="55"/>
                  </a:cubicBezTo>
                  <a:cubicBezTo>
                    <a:pt x="31" y="45"/>
                    <a:pt x="16" y="30"/>
                    <a:pt x="6" y="12"/>
                  </a:cubicBezTo>
                  <a:cubicBezTo>
                    <a:pt x="4" y="8"/>
                    <a:pt x="1" y="4"/>
                    <a:pt x="0" y="0"/>
                  </a:cubicBezTo>
                  <a:lnTo>
                    <a:pt x="79"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8"/>
            <p:cNvSpPr/>
            <p:nvPr/>
          </p:nvSpPr>
          <p:spPr>
            <a:xfrm rot="-755217">
              <a:off x="8738794" y="3469914"/>
              <a:ext cx="47917" cy="78480"/>
            </a:xfrm>
            <a:custGeom>
              <a:rect b="b" l="l" r="r" t="t"/>
              <a:pathLst>
                <a:path extrusionOk="0" h="95" w="58">
                  <a:moveTo>
                    <a:pt x="57" y="94"/>
                  </a:moveTo>
                  <a:cubicBezTo>
                    <a:pt x="41" y="79"/>
                    <a:pt x="28" y="62"/>
                    <a:pt x="18" y="43"/>
                  </a:cubicBezTo>
                  <a:cubicBezTo>
                    <a:pt x="11" y="31"/>
                    <a:pt x="5" y="18"/>
                    <a:pt x="0" y="5"/>
                  </a:cubicBezTo>
                  <a:lnTo>
                    <a:pt x="10" y="0"/>
                  </a:lnTo>
                  <a:lnTo>
                    <a:pt x="5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8"/>
            <p:cNvSpPr/>
            <p:nvPr/>
          </p:nvSpPr>
          <p:spPr>
            <a:xfrm rot="-755217">
              <a:off x="8082271" y="2199530"/>
              <a:ext cx="76006" cy="56175"/>
            </a:xfrm>
            <a:custGeom>
              <a:rect b="b" l="l" r="r" t="t"/>
              <a:pathLst>
                <a:path extrusionOk="0" h="68" w="92">
                  <a:moveTo>
                    <a:pt x="8" y="0"/>
                  </a:moveTo>
                  <a:cubicBezTo>
                    <a:pt x="14" y="3"/>
                    <a:pt x="20" y="6"/>
                    <a:pt x="26" y="9"/>
                  </a:cubicBezTo>
                  <a:cubicBezTo>
                    <a:pt x="51" y="24"/>
                    <a:pt x="73" y="44"/>
                    <a:pt x="91" y="67"/>
                  </a:cubicBezTo>
                  <a:lnTo>
                    <a:pt x="0" y="9"/>
                  </a:ln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8"/>
            <p:cNvSpPr/>
            <p:nvPr/>
          </p:nvSpPr>
          <p:spPr>
            <a:xfrm rot="-755217">
              <a:off x="9317825" y="4319299"/>
              <a:ext cx="33872" cy="34696"/>
            </a:xfrm>
            <a:custGeom>
              <a:rect b="b" l="l" r="r" t="t"/>
              <a:pathLst>
                <a:path extrusionOk="0" h="42" w="41">
                  <a:moveTo>
                    <a:pt x="21" y="41"/>
                  </a:moveTo>
                  <a:cubicBezTo>
                    <a:pt x="9" y="41"/>
                    <a:pt x="0" y="36"/>
                    <a:pt x="0" y="23"/>
                  </a:cubicBezTo>
                  <a:cubicBezTo>
                    <a:pt x="0" y="10"/>
                    <a:pt x="9" y="4"/>
                    <a:pt x="20" y="1"/>
                  </a:cubicBezTo>
                  <a:cubicBezTo>
                    <a:pt x="21" y="0"/>
                    <a:pt x="23" y="0"/>
                    <a:pt x="25" y="0"/>
                  </a:cubicBezTo>
                  <a:cubicBezTo>
                    <a:pt x="27" y="0"/>
                    <a:pt x="30" y="1"/>
                    <a:pt x="32" y="2"/>
                  </a:cubicBezTo>
                  <a:cubicBezTo>
                    <a:pt x="34" y="3"/>
                    <a:pt x="36" y="5"/>
                    <a:pt x="37" y="7"/>
                  </a:cubicBezTo>
                  <a:cubicBezTo>
                    <a:pt x="38" y="9"/>
                    <a:pt x="39" y="11"/>
                    <a:pt x="39" y="13"/>
                  </a:cubicBezTo>
                  <a:cubicBezTo>
                    <a:pt x="39" y="16"/>
                    <a:pt x="40" y="18"/>
                    <a:pt x="40" y="20"/>
                  </a:cubicBezTo>
                  <a:cubicBezTo>
                    <a:pt x="40" y="24"/>
                    <a:pt x="39" y="27"/>
                    <a:pt x="37" y="31"/>
                  </a:cubicBezTo>
                  <a:cubicBezTo>
                    <a:pt x="35" y="35"/>
                    <a:pt x="32" y="36"/>
                    <a:pt x="29" y="38"/>
                  </a:cubicBezTo>
                  <a:cubicBezTo>
                    <a:pt x="27" y="39"/>
                    <a:pt x="24" y="41"/>
                    <a:pt x="21"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8"/>
            <p:cNvSpPr/>
            <p:nvPr/>
          </p:nvSpPr>
          <p:spPr>
            <a:xfrm rot="-755217">
              <a:off x="8840502" y="4364676"/>
              <a:ext cx="43786" cy="34696"/>
            </a:xfrm>
            <a:custGeom>
              <a:rect b="b" l="l" r="r" t="t"/>
              <a:pathLst>
                <a:path extrusionOk="0" h="42" w="53">
                  <a:moveTo>
                    <a:pt x="52" y="41"/>
                  </a:moveTo>
                  <a:cubicBezTo>
                    <a:pt x="50" y="41"/>
                    <a:pt x="49" y="41"/>
                    <a:pt x="47" y="41"/>
                  </a:cubicBezTo>
                  <a:cubicBezTo>
                    <a:pt x="36" y="41"/>
                    <a:pt x="25" y="38"/>
                    <a:pt x="15" y="32"/>
                  </a:cubicBezTo>
                  <a:cubicBezTo>
                    <a:pt x="11" y="30"/>
                    <a:pt x="8" y="28"/>
                    <a:pt x="5" y="25"/>
                  </a:cubicBezTo>
                  <a:cubicBezTo>
                    <a:pt x="4" y="24"/>
                    <a:pt x="3" y="23"/>
                    <a:pt x="2" y="22"/>
                  </a:cubicBezTo>
                  <a:cubicBezTo>
                    <a:pt x="1" y="19"/>
                    <a:pt x="0" y="17"/>
                    <a:pt x="0" y="15"/>
                  </a:cubicBezTo>
                  <a:cubicBezTo>
                    <a:pt x="0" y="12"/>
                    <a:pt x="1" y="10"/>
                    <a:pt x="2" y="8"/>
                  </a:cubicBezTo>
                  <a:cubicBezTo>
                    <a:pt x="2" y="7"/>
                    <a:pt x="2" y="6"/>
                    <a:pt x="3" y="6"/>
                  </a:cubicBezTo>
                  <a:cubicBezTo>
                    <a:pt x="4" y="4"/>
                    <a:pt x="6" y="3"/>
                    <a:pt x="7" y="2"/>
                  </a:cubicBezTo>
                  <a:cubicBezTo>
                    <a:pt x="9" y="0"/>
                    <a:pt x="12" y="0"/>
                    <a:pt x="14" y="0"/>
                  </a:cubicBezTo>
                  <a:cubicBezTo>
                    <a:pt x="16" y="0"/>
                    <a:pt x="18" y="0"/>
                    <a:pt x="20" y="2"/>
                  </a:cubicBezTo>
                  <a:cubicBezTo>
                    <a:pt x="21" y="3"/>
                    <a:pt x="21" y="2"/>
                    <a:pt x="21" y="2"/>
                  </a:cubicBezTo>
                  <a:cubicBezTo>
                    <a:pt x="34" y="11"/>
                    <a:pt x="50" y="17"/>
                    <a:pt x="52"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8"/>
            <p:cNvSpPr/>
            <p:nvPr/>
          </p:nvSpPr>
          <p:spPr>
            <a:xfrm rot="-755217">
              <a:off x="8603418" y="3332221"/>
              <a:ext cx="64440" cy="64436"/>
            </a:xfrm>
            <a:custGeom>
              <a:rect b="b" l="l" r="r" t="t"/>
              <a:pathLst>
                <a:path extrusionOk="0" h="78" w="78">
                  <a:moveTo>
                    <a:pt x="5" y="0"/>
                  </a:moveTo>
                  <a:lnTo>
                    <a:pt x="77" y="77"/>
                  </a:lnTo>
                  <a:cubicBezTo>
                    <a:pt x="72" y="74"/>
                    <a:pt x="67" y="72"/>
                    <a:pt x="62" y="69"/>
                  </a:cubicBezTo>
                  <a:cubicBezTo>
                    <a:pt x="37" y="54"/>
                    <a:pt x="17" y="34"/>
                    <a:pt x="3" y="10"/>
                  </a:cubicBezTo>
                  <a:cubicBezTo>
                    <a:pt x="2" y="8"/>
                    <a:pt x="1" y="6"/>
                    <a:pt x="0" y="5"/>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8"/>
            <p:cNvSpPr/>
            <p:nvPr/>
          </p:nvSpPr>
          <p:spPr>
            <a:xfrm rot="-755217">
              <a:off x="10206231" y="3862592"/>
              <a:ext cx="62787" cy="76828"/>
            </a:xfrm>
            <a:custGeom>
              <a:rect b="b" l="l" r="r" t="t"/>
              <a:pathLst>
                <a:path extrusionOk="0" h="93" w="76">
                  <a:moveTo>
                    <a:pt x="24" y="56"/>
                  </a:moveTo>
                  <a:cubicBezTo>
                    <a:pt x="27" y="33"/>
                    <a:pt x="0" y="22"/>
                    <a:pt x="2" y="0"/>
                  </a:cubicBezTo>
                  <a:cubicBezTo>
                    <a:pt x="39" y="18"/>
                    <a:pt x="44" y="60"/>
                    <a:pt x="75" y="92"/>
                  </a:cubicBezTo>
                  <a:cubicBezTo>
                    <a:pt x="43" y="88"/>
                    <a:pt x="46" y="55"/>
                    <a:pt x="22" y="53"/>
                  </a:cubicBezTo>
                  <a:lnTo>
                    <a:pt x="2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8"/>
            <p:cNvSpPr/>
            <p:nvPr/>
          </p:nvSpPr>
          <p:spPr>
            <a:xfrm rot="-755217">
              <a:off x="8578141" y="4155333"/>
              <a:ext cx="41307" cy="44610"/>
            </a:xfrm>
            <a:custGeom>
              <a:rect b="b" l="l" r="r" t="t"/>
              <a:pathLst>
                <a:path extrusionOk="0" h="54" w="50">
                  <a:moveTo>
                    <a:pt x="49" y="53"/>
                  </a:moveTo>
                  <a:cubicBezTo>
                    <a:pt x="41" y="52"/>
                    <a:pt x="34" y="51"/>
                    <a:pt x="27" y="48"/>
                  </a:cubicBezTo>
                  <a:cubicBezTo>
                    <a:pt x="13" y="38"/>
                    <a:pt x="0" y="27"/>
                    <a:pt x="9" y="8"/>
                  </a:cubicBezTo>
                  <a:cubicBezTo>
                    <a:pt x="9" y="7"/>
                    <a:pt x="9" y="7"/>
                    <a:pt x="9" y="7"/>
                  </a:cubicBezTo>
                  <a:cubicBezTo>
                    <a:pt x="10" y="5"/>
                    <a:pt x="12" y="4"/>
                    <a:pt x="13" y="3"/>
                  </a:cubicBezTo>
                  <a:cubicBezTo>
                    <a:pt x="15" y="2"/>
                    <a:pt x="16" y="2"/>
                    <a:pt x="17" y="1"/>
                  </a:cubicBezTo>
                  <a:cubicBezTo>
                    <a:pt x="39" y="0"/>
                    <a:pt x="34" y="21"/>
                    <a:pt x="41" y="31"/>
                  </a:cubicBezTo>
                  <a:cubicBezTo>
                    <a:pt x="45" y="38"/>
                    <a:pt x="47" y="46"/>
                    <a:pt x="49"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8"/>
            <p:cNvSpPr/>
            <p:nvPr/>
          </p:nvSpPr>
          <p:spPr>
            <a:xfrm rot="-755217">
              <a:off x="9316561" y="3955083"/>
              <a:ext cx="22306" cy="93350"/>
            </a:xfrm>
            <a:custGeom>
              <a:rect b="b" l="l" r="r" t="t"/>
              <a:pathLst>
                <a:path extrusionOk="0" h="113" w="27">
                  <a:moveTo>
                    <a:pt x="26" y="112"/>
                  </a:moveTo>
                  <a:cubicBezTo>
                    <a:pt x="23" y="108"/>
                    <a:pt x="20" y="103"/>
                    <a:pt x="18" y="99"/>
                  </a:cubicBezTo>
                  <a:cubicBezTo>
                    <a:pt x="6" y="79"/>
                    <a:pt x="0" y="56"/>
                    <a:pt x="0" y="33"/>
                  </a:cubicBezTo>
                  <a:cubicBezTo>
                    <a:pt x="0" y="22"/>
                    <a:pt x="2" y="11"/>
                    <a:pt x="4" y="0"/>
                  </a:cubicBezTo>
                  <a:cubicBezTo>
                    <a:pt x="12" y="37"/>
                    <a:pt x="15" y="75"/>
                    <a:pt x="26"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8"/>
            <p:cNvSpPr/>
            <p:nvPr/>
          </p:nvSpPr>
          <p:spPr>
            <a:xfrm rot="-755217">
              <a:off x="8564339" y="2518891"/>
              <a:ext cx="66918" cy="74349"/>
            </a:xfrm>
            <a:custGeom>
              <a:rect b="b" l="l" r="r" t="t"/>
              <a:pathLst>
                <a:path extrusionOk="0" h="90" w="81">
                  <a:moveTo>
                    <a:pt x="0" y="0"/>
                  </a:moveTo>
                  <a:cubicBezTo>
                    <a:pt x="30" y="27"/>
                    <a:pt x="56" y="57"/>
                    <a:pt x="80" y="89"/>
                  </a:cubicBezTo>
                  <a:cubicBezTo>
                    <a:pt x="50" y="71"/>
                    <a:pt x="26" y="46"/>
                    <a:pt x="9" y="17"/>
                  </a:cubicBezTo>
                  <a:cubicBezTo>
                    <a:pt x="6" y="11"/>
                    <a:pt x="3"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8"/>
            <p:cNvSpPr/>
            <p:nvPr/>
          </p:nvSpPr>
          <p:spPr>
            <a:xfrm rot="-755217">
              <a:off x="9466351" y="3622833"/>
              <a:ext cx="57004" cy="63610"/>
            </a:xfrm>
            <a:custGeom>
              <a:rect b="b" l="l" r="r" t="t"/>
              <a:pathLst>
                <a:path extrusionOk="0" h="77" w="69">
                  <a:moveTo>
                    <a:pt x="0" y="0"/>
                  </a:moveTo>
                  <a:cubicBezTo>
                    <a:pt x="27" y="20"/>
                    <a:pt x="50" y="45"/>
                    <a:pt x="66" y="74"/>
                  </a:cubicBezTo>
                  <a:cubicBezTo>
                    <a:pt x="67" y="74"/>
                    <a:pt x="67" y="75"/>
                    <a:pt x="68" y="76"/>
                  </a:cubicBezTo>
                  <a:cubicBezTo>
                    <a:pt x="41" y="57"/>
                    <a:pt x="19" y="32"/>
                    <a:pt x="2" y="4"/>
                  </a:cubicBezTo>
                  <a:cubicBezTo>
                    <a:pt x="2" y="3"/>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8"/>
            <p:cNvSpPr/>
            <p:nvPr/>
          </p:nvSpPr>
          <p:spPr>
            <a:xfrm rot="-755217">
              <a:off x="9550880" y="2889762"/>
              <a:ext cx="54526" cy="57827"/>
            </a:xfrm>
            <a:custGeom>
              <a:rect b="b" l="l" r="r" t="t"/>
              <a:pathLst>
                <a:path extrusionOk="0" h="70" w="66">
                  <a:moveTo>
                    <a:pt x="0" y="1"/>
                  </a:moveTo>
                  <a:cubicBezTo>
                    <a:pt x="32" y="14"/>
                    <a:pt x="41" y="49"/>
                    <a:pt x="65" y="69"/>
                  </a:cubicBezTo>
                  <a:cubicBezTo>
                    <a:pt x="39" y="50"/>
                    <a:pt x="8" y="3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8"/>
            <p:cNvSpPr/>
            <p:nvPr/>
          </p:nvSpPr>
          <p:spPr>
            <a:xfrm rot="-755217">
              <a:off x="10396016" y="4159233"/>
              <a:ext cx="26437" cy="57827"/>
            </a:xfrm>
            <a:custGeom>
              <a:rect b="b" l="l" r="r" t="t"/>
              <a:pathLst>
                <a:path extrusionOk="0" h="70" w="32">
                  <a:moveTo>
                    <a:pt x="22" y="0"/>
                  </a:moveTo>
                  <a:cubicBezTo>
                    <a:pt x="29" y="26"/>
                    <a:pt x="17" y="49"/>
                    <a:pt x="31" y="69"/>
                  </a:cubicBezTo>
                  <a:cubicBezTo>
                    <a:pt x="1" y="44"/>
                    <a:pt x="0" y="4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8"/>
            <p:cNvSpPr/>
            <p:nvPr/>
          </p:nvSpPr>
          <p:spPr>
            <a:xfrm rot="-755217">
              <a:off x="8900356" y="4077107"/>
              <a:ext cx="35524" cy="32218"/>
            </a:xfrm>
            <a:custGeom>
              <a:rect b="b" l="l" r="r" t="t"/>
              <a:pathLst>
                <a:path extrusionOk="0" h="39" w="43">
                  <a:moveTo>
                    <a:pt x="27" y="38"/>
                  </a:moveTo>
                  <a:cubicBezTo>
                    <a:pt x="22" y="38"/>
                    <a:pt x="18" y="37"/>
                    <a:pt x="14" y="34"/>
                  </a:cubicBezTo>
                  <a:cubicBezTo>
                    <a:pt x="10" y="31"/>
                    <a:pt x="6" y="29"/>
                    <a:pt x="4" y="25"/>
                  </a:cubicBezTo>
                  <a:cubicBezTo>
                    <a:pt x="2" y="21"/>
                    <a:pt x="0" y="16"/>
                    <a:pt x="0" y="11"/>
                  </a:cubicBezTo>
                  <a:cubicBezTo>
                    <a:pt x="0" y="7"/>
                    <a:pt x="6" y="0"/>
                    <a:pt x="9" y="0"/>
                  </a:cubicBezTo>
                  <a:lnTo>
                    <a:pt x="10" y="0"/>
                  </a:lnTo>
                  <a:cubicBezTo>
                    <a:pt x="15" y="0"/>
                    <a:pt x="20" y="1"/>
                    <a:pt x="25" y="4"/>
                  </a:cubicBezTo>
                  <a:cubicBezTo>
                    <a:pt x="30" y="7"/>
                    <a:pt x="34" y="10"/>
                    <a:pt x="36" y="15"/>
                  </a:cubicBezTo>
                  <a:cubicBezTo>
                    <a:pt x="38" y="18"/>
                    <a:pt x="39" y="21"/>
                    <a:pt x="40" y="23"/>
                  </a:cubicBezTo>
                  <a:cubicBezTo>
                    <a:pt x="42" y="30"/>
                    <a:pt x="37" y="37"/>
                    <a:pt x="2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8"/>
            <p:cNvSpPr/>
            <p:nvPr/>
          </p:nvSpPr>
          <p:spPr>
            <a:xfrm rot="-755217">
              <a:off x="8497710" y="2509656"/>
              <a:ext cx="55352" cy="73523"/>
            </a:xfrm>
            <a:custGeom>
              <a:rect b="b" l="l" r="r" t="t"/>
              <a:pathLst>
                <a:path extrusionOk="0" h="89" w="67">
                  <a:moveTo>
                    <a:pt x="66" y="88"/>
                  </a:moveTo>
                  <a:cubicBezTo>
                    <a:pt x="45" y="73"/>
                    <a:pt x="27" y="54"/>
                    <a:pt x="14" y="31"/>
                  </a:cubicBezTo>
                  <a:cubicBezTo>
                    <a:pt x="8" y="21"/>
                    <a:pt x="4" y="11"/>
                    <a:pt x="0" y="0"/>
                  </a:cubicBezTo>
                  <a:cubicBezTo>
                    <a:pt x="21" y="14"/>
                    <a:pt x="38" y="32"/>
                    <a:pt x="51" y="54"/>
                  </a:cubicBezTo>
                  <a:cubicBezTo>
                    <a:pt x="58" y="65"/>
                    <a:pt x="62" y="76"/>
                    <a:pt x="66"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8"/>
            <p:cNvSpPr/>
            <p:nvPr/>
          </p:nvSpPr>
          <p:spPr>
            <a:xfrm rot="-755217">
              <a:off x="9196072" y="2700266"/>
              <a:ext cx="51221" cy="64436"/>
            </a:xfrm>
            <a:custGeom>
              <a:rect b="b" l="l" r="r" t="t"/>
              <a:pathLst>
                <a:path extrusionOk="0" h="78" w="62">
                  <a:moveTo>
                    <a:pt x="61" y="76"/>
                  </a:moveTo>
                  <a:cubicBezTo>
                    <a:pt x="28" y="61"/>
                    <a:pt x="15" y="29"/>
                    <a:pt x="0" y="0"/>
                  </a:cubicBezTo>
                  <a:cubicBezTo>
                    <a:pt x="20" y="14"/>
                    <a:pt x="36" y="32"/>
                    <a:pt x="49" y="53"/>
                  </a:cubicBezTo>
                  <a:cubicBezTo>
                    <a:pt x="53" y="60"/>
                    <a:pt x="57" y="69"/>
                    <a:pt x="60" y="77"/>
                  </a:cubicBezTo>
                  <a:lnTo>
                    <a:pt x="61"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8"/>
            <p:cNvSpPr/>
            <p:nvPr/>
          </p:nvSpPr>
          <p:spPr>
            <a:xfrm rot="-755217">
              <a:off x="9721202" y="3809685"/>
              <a:ext cx="56178" cy="54523"/>
            </a:xfrm>
            <a:custGeom>
              <a:rect b="b" l="l" r="r" t="t"/>
              <a:pathLst>
                <a:path extrusionOk="0" h="66" w="68">
                  <a:moveTo>
                    <a:pt x="67" y="65"/>
                  </a:moveTo>
                  <a:cubicBezTo>
                    <a:pt x="40" y="49"/>
                    <a:pt x="17" y="27"/>
                    <a:pt x="0" y="0"/>
                  </a:cubicBezTo>
                  <a:lnTo>
                    <a:pt x="67" y="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8"/>
            <p:cNvSpPr/>
            <p:nvPr/>
          </p:nvSpPr>
          <p:spPr>
            <a:xfrm rot="-755217">
              <a:off x="9636397" y="3746006"/>
              <a:ext cx="54526" cy="66914"/>
            </a:xfrm>
            <a:custGeom>
              <a:rect b="b" l="l" r="r" t="t"/>
              <a:pathLst>
                <a:path extrusionOk="0" h="81" w="66">
                  <a:moveTo>
                    <a:pt x="65" y="80"/>
                  </a:moveTo>
                  <a:cubicBezTo>
                    <a:pt x="42" y="62"/>
                    <a:pt x="22" y="39"/>
                    <a:pt x="8" y="14"/>
                  </a:cubicBezTo>
                  <a:cubicBezTo>
                    <a:pt x="5" y="10"/>
                    <a:pt x="3" y="5"/>
                    <a:pt x="0" y="0"/>
                  </a:cubicBezTo>
                  <a:cubicBezTo>
                    <a:pt x="1" y="1"/>
                    <a:pt x="1" y="1"/>
                    <a:pt x="1" y="1"/>
                  </a:cubicBezTo>
                  <a:cubicBezTo>
                    <a:pt x="23" y="13"/>
                    <a:pt x="40" y="31"/>
                    <a:pt x="53" y="52"/>
                  </a:cubicBezTo>
                  <a:cubicBezTo>
                    <a:pt x="58" y="61"/>
                    <a:pt x="62" y="70"/>
                    <a:pt x="65"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8"/>
            <p:cNvSpPr/>
            <p:nvPr/>
          </p:nvSpPr>
          <p:spPr>
            <a:xfrm rot="-755217">
              <a:off x="9428616" y="4357188"/>
              <a:ext cx="33872" cy="33870"/>
            </a:xfrm>
            <a:custGeom>
              <a:rect b="b" l="l" r="r" t="t"/>
              <a:pathLst>
                <a:path extrusionOk="0" h="41" w="41">
                  <a:moveTo>
                    <a:pt x="40" y="17"/>
                  </a:moveTo>
                  <a:cubicBezTo>
                    <a:pt x="40" y="21"/>
                    <a:pt x="39" y="25"/>
                    <a:pt x="37" y="28"/>
                  </a:cubicBezTo>
                  <a:cubicBezTo>
                    <a:pt x="35" y="32"/>
                    <a:pt x="31" y="35"/>
                    <a:pt x="27" y="37"/>
                  </a:cubicBezTo>
                  <a:cubicBezTo>
                    <a:pt x="23" y="39"/>
                    <a:pt x="19" y="40"/>
                    <a:pt x="15" y="40"/>
                  </a:cubicBezTo>
                  <a:lnTo>
                    <a:pt x="14" y="40"/>
                  </a:lnTo>
                  <a:cubicBezTo>
                    <a:pt x="12" y="40"/>
                    <a:pt x="9" y="39"/>
                    <a:pt x="7" y="38"/>
                  </a:cubicBezTo>
                  <a:cubicBezTo>
                    <a:pt x="5" y="37"/>
                    <a:pt x="3" y="35"/>
                    <a:pt x="2" y="33"/>
                  </a:cubicBezTo>
                  <a:cubicBezTo>
                    <a:pt x="1" y="31"/>
                    <a:pt x="1" y="29"/>
                    <a:pt x="0" y="27"/>
                  </a:cubicBezTo>
                  <a:cubicBezTo>
                    <a:pt x="0" y="26"/>
                    <a:pt x="0" y="24"/>
                    <a:pt x="0" y="23"/>
                  </a:cubicBezTo>
                  <a:cubicBezTo>
                    <a:pt x="0" y="19"/>
                    <a:pt x="1" y="16"/>
                    <a:pt x="3" y="12"/>
                  </a:cubicBezTo>
                  <a:cubicBezTo>
                    <a:pt x="5" y="9"/>
                    <a:pt x="8" y="6"/>
                    <a:pt x="11" y="4"/>
                  </a:cubicBezTo>
                  <a:cubicBezTo>
                    <a:pt x="14" y="2"/>
                    <a:pt x="18" y="1"/>
                    <a:pt x="21" y="1"/>
                  </a:cubicBezTo>
                  <a:cubicBezTo>
                    <a:pt x="32" y="0"/>
                    <a:pt x="37" y="7"/>
                    <a:pt x="4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8"/>
            <p:cNvSpPr/>
            <p:nvPr/>
          </p:nvSpPr>
          <p:spPr>
            <a:xfrm rot="-755217">
              <a:off x="10059694" y="3815853"/>
              <a:ext cx="53700" cy="71871"/>
            </a:xfrm>
            <a:custGeom>
              <a:rect b="b" l="l" r="r" t="t"/>
              <a:pathLst>
                <a:path extrusionOk="0" h="87" w="65">
                  <a:moveTo>
                    <a:pt x="61" y="86"/>
                  </a:moveTo>
                  <a:cubicBezTo>
                    <a:pt x="43" y="69"/>
                    <a:pt x="27" y="50"/>
                    <a:pt x="14" y="28"/>
                  </a:cubicBezTo>
                  <a:cubicBezTo>
                    <a:pt x="9" y="19"/>
                    <a:pt x="4" y="9"/>
                    <a:pt x="0" y="0"/>
                  </a:cubicBezTo>
                  <a:cubicBezTo>
                    <a:pt x="21" y="16"/>
                    <a:pt x="39" y="35"/>
                    <a:pt x="52" y="58"/>
                  </a:cubicBezTo>
                  <a:cubicBezTo>
                    <a:pt x="57" y="66"/>
                    <a:pt x="61" y="74"/>
                    <a:pt x="64" y="83"/>
                  </a:cubicBezTo>
                  <a:lnTo>
                    <a:pt x="61" y="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8"/>
            <p:cNvSpPr/>
            <p:nvPr/>
          </p:nvSpPr>
          <p:spPr>
            <a:xfrm rot="-755217">
              <a:off x="8804797" y="2880394"/>
              <a:ext cx="55352" cy="73523"/>
            </a:xfrm>
            <a:custGeom>
              <a:rect b="b" l="l" r="r" t="t"/>
              <a:pathLst>
                <a:path extrusionOk="0" h="89" w="67">
                  <a:moveTo>
                    <a:pt x="66" y="87"/>
                  </a:moveTo>
                  <a:cubicBezTo>
                    <a:pt x="35" y="69"/>
                    <a:pt x="27" y="34"/>
                    <a:pt x="0" y="0"/>
                  </a:cubicBezTo>
                  <a:cubicBezTo>
                    <a:pt x="20" y="12"/>
                    <a:pt x="37" y="29"/>
                    <a:pt x="49" y="50"/>
                  </a:cubicBezTo>
                  <a:cubicBezTo>
                    <a:pt x="56" y="62"/>
                    <a:pt x="61" y="75"/>
                    <a:pt x="64" y="88"/>
                  </a:cubicBezTo>
                  <a:lnTo>
                    <a:pt x="66" y="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8"/>
            <p:cNvSpPr/>
            <p:nvPr/>
          </p:nvSpPr>
          <p:spPr>
            <a:xfrm rot="-755217">
              <a:off x="9170376" y="3210956"/>
              <a:ext cx="52873" cy="48740"/>
            </a:xfrm>
            <a:custGeom>
              <a:rect b="b" l="l" r="r" t="t"/>
              <a:pathLst>
                <a:path extrusionOk="0" h="59" w="64">
                  <a:moveTo>
                    <a:pt x="0" y="0"/>
                  </a:moveTo>
                  <a:cubicBezTo>
                    <a:pt x="3" y="0"/>
                    <a:pt x="7" y="0"/>
                    <a:pt x="10" y="3"/>
                  </a:cubicBezTo>
                  <a:cubicBezTo>
                    <a:pt x="29" y="20"/>
                    <a:pt x="46" y="38"/>
                    <a:pt x="63" y="58"/>
                  </a:cubicBezTo>
                  <a:cubicBezTo>
                    <a:pt x="60" y="57"/>
                    <a:pt x="57" y="56"/>
                    <a:pt x="54" y="54"/>
                  </a:cubicBezTo>
                  <a:cubicBezTo>
                    <a:pt x="32" y="42"/>
                    <a:pt x="13"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8"/>
            <p:cNvSpPr/>
            <p:nvPr/>
          </p:nvSpPr>
          <p:spPr>
            <a:xfrm rot="-755217">
              <a:off x="8420875" y="2447947"/>
              <a:ext cx="44612" cy="33044"/>
            </a:xfrm>
            <a:custGeom>
              <a:rect b="b" l="l" r="r" t="t"/>
              <a:pathLst>
                <a:path extrusionOk="0" h="40" w="54">
                  <a:moveTo>
                    <a:pt x="33" y="39"/>
                  </a:moveTo>
                  <a:lnTo>
                    <a:pt x="0" y="0"/>
                  </a:lnTo>
                  <a:cubicBezTo>
                    <a:pt x="27" y="0"/>
                    <a:pt x="27" y="0"/>
                    <a:pt x="53" y="37"/>
                  </a:cubicBezTo>
                  <a:lnTo>
                    <a:pt x="3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8"/>
            <p:cNvSpPr/>
            <p:nvPr/>
          </p:nvSpPr>
          <p:spPr>
            <a:xfrm rot="-755217">
              <a:off x="10105599" y="3641505"/>
              <a:ext cx="52047" cy="66088"/>
            </a:xfrm>
            <a:custGeom>
              <a:rect b="b" l="l" r="r" t="t"/>
              <a:pathLst>
                <a:path extrusionOk="0" h="80" w="63">
                  <a:moveTo>
                    <a:pt x="62" y="79"/>
                  </a:moveTo>
                  <a:cubicBezTo>
                    <a:pt x="30" y="65"/>
                    <a:pt x="23" y="32"/>
                    <a:pt x="0" y="0"/>
                  </a:cubicBezTo>
                  <a:cubicBezTo>
                    <a:pt x="20" y="11"/>
                    <a:pt x="36" y="28"/>
                    <a:pt x="48" y="48"/>
                  </a:cubicBezTo>
                  <a:cubicBezTo>
                    <a:pt x="54" y="58"/>
                    <a:pt x="58" y="68"/>
                    <a:pt x="61" y="79"/>
                  </a:cubicBezTo>
                  <a:lnTo>
                    <a:pt x="62"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8"/>
            <p:cNvSpPr/>
            <p:nvPr/>
          </p:nvSpPr>
          <p:spPr>
            <a:xfrm rot="-755217">
              <a:off x="10185215" y="3666273"/>
              <a:ext cx="35524" cy="71871"/>
            </a:xfrm>
            <a:custGeom>
              <a:rect b="b" l="l" r="r" t="t"/>
              <a:pathLst>
                <a:path extrusionOk="0" h="87" w="43">
                  <a:moveTo>
                    <a:pt x="42" y="85"/>
                  </a:moveTo>
                  <a:cubicBezTo>
                    <a:pt x="11" y="66"/>
                    <a:pt x="11" y="30"/>
                    <a:pt x="0" y="0"/>
                  </a:cubicBezTo>
                  <a:cubicBezTo>
                    <a:pt x="7" y="9"/>
                    <a:pt x="13" y="18"/>
                    <a:pt x="19" y="28"/>
                  </a:cubicBezTo>
                  <a:cubicBezTo>
                    <a:pt x="29" y="46"/>
                    <a:pt x="37" y="65"/>
                    <a:pt x="41" y="86"/>
                  </a:cubicBezTo>
                  <a:lnTo>
                    <a:pt x="42" y="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8"/>
            <p:cNvSpPr/>
            <p:nvPr/>
          </p:nvSpPr>
          <p:spPr>
            <a:xfrm rot="-755217">
              <a:off x="9187548" y="3437590"/>
              <a:ext cx="52047" cy="60306"/>
            </a:xfrm>
            <a:custGeom>
              <a:rect b="b" l="l" r="r" t="t"/>
              <a:pathLst>
                <a:path extrusionOk="0" h="73" w="63">
                  <a:moveTo>
                    <a:pt x="0" y="1"/>
                  </a:moveTo>
                  <a:cubicBezTo>
                    <a:pt x="33" y="14"/>
                    <a:pt x="44" y="46"/>
                    <a:pt x="62" y="72"/>
                  </a:cubicBezTo>
                  <a:cubicBezTo>
                    <a:pt x="40" y="50"/>
                    <a:pt x="9" y="3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8"/>
            <p:cNvSpPr/>
            <p:nvPr/>
          </p:nvSpPr>
          <p:spPr>
            <a:xfrm rot="-755217">
              <a:off x="10437836" y="3559416"/>
              <a:ext cx="33046" cy="76828"/>
            </a:xfrm>
            <a:custGeom>
              <a:rect b="b" l="l" r="r" t="t"/>
              <a:pathLst>
                <a:path extrusionOk="0" h="93" w="40">
                  <a:moveTo>
                    <a:pt x="1" y="92"/>
                  </a:moveTo>
                  <a:cubicBezTo>
                    <a:pt x="4" y="67"/>
                    <a:pt x="12" y="43"/>
                    <a:pt x="25" y="21"/>
                  </a:cubicBezTo>
                  <a:cubicBezTo>
                    <a:pt x="29" y="14"/>
                    <a:pt x="34" y="7"/>
                    <a:pt x="39" y="0"/>
                  </a:cubicBezTo>
                  <a:cubicBezTo>
                    <a:pt x="37" y="23"/>
                    <a:pt x="29" y="45"/>
                    <a:pt x="18" y="65"/>
                  </a:cubicBezTo>
                  <a:cubicBezTo>
                    <a:pt x="12" y="75"/>
                    <a:pt x="7" y="83"/>
                    <a:pt x="0" y="91"/>
                  </a:cubicBezTo>
                  <a:lnTo>
                    <a:pt x="1"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8"/>
            <p:cNvSpPr/>
            <p:nvPr/>
          </p:nvSpPr>
          <p:spPr>
            <a:xfrm rot="-755217">
              <a:off x="8200980" y="3547504"/>
              <a:ext cx="36351" cy="28088"/>
            </a:xfrm>
            <a:custGeom>
              <a:rect b="b" l="l" r="r" t="t"/>
              <a:pathLst>
                <a:path extrusionOk="0" h="34" w="44">
                  <a:moveTo>
                    <a:pt x="19" y="2"/>
                  </a:moveTo>
                  <a:cubicBezTo>
                    <a:pt x="33" y="2"/>
                    <a:pt x="42" y="7"/>
                    <a:pt x="42" y="17"/>
                  </a:cubicBezTo>
                  <a:cubicBezTo>
                    <a:pt x="43" y="27"/>
                    <a:pt x="33" y="33"/>
                    <a:pt x="23" y="32"/>
                  </a:cubicBezTo>
                  <a:cubicBezTo>
                    <a:pt x="13" y="32"/>
                    <a:pt x="0" y="29"/>
                    <a:pt x="1" y="14"/>
                  </a:cubicBezTo>
                  <a:cubicBezTo>
                    <a:pt x="2" y="0"/>
                    <a:pt x="13" y="2"/>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8"/>
            <p:cNvSpPr/>
            <p:nvPr/>
          </p:nvSpPr>
          <p:spPr>
            <a:xfrm rot="-755217">
              <a:off x="9116360" y="4139638"/>
              <a:ext cx="36351" cy="29740"/>
            </a:xfrm>
            <a:custGeom>
              <a:rect b="b" l="l" r="r" t="t"/>
              <a:pathLst>
                <a:path extrusionOk="0" h="36" w="44">
                  <a:moveTo>
                    <a:pt x="20" y="35"/>
                  </a:moveTo>
                  <a:cubicBezTo>
                    <a:pt x="9" y="35"/>
                    <a:pt x="1" y="30"/>
                    <a:pt x="0" y="17"/>
                  </a:cubicBezTo>
                  <a:cubicBezTo>
                    <a:pt x="0" y="16"/>
                    <a:pt x="0" y="16"/>
                    <a:pt x="0" y="15"/>
                  </a:cubicBezTo>
                  <a:cubicBezTo>
                    <a:pt x="0" y="13"/>
                    <a:pt x="0" y="11"/>
                    <a:pt x="2" y="8"/>
                  </a:cubicBezTo>
                  <a:cubicBezTo>
                    <a:pt x="4" y="5"/>
                    <a:pt x="6" y="3"/>
                    <a:pt x="8" y="2"/>
                  </a:cubicBezTo>
                  <a:cubicBezTo>
                    <a:pt x="10" y="1"/>
                    <a:pt x="13" y="0"/>
                    <a:pt x="16" y="0"/>
                  </a:cubicBezTo>
                  <a:lnTo>
                    <a:pt x="17" y="0"/>
                  </a:lnTo>
                  <a:cubicBezTo>
                    <a:pt x="30" y="0"/>
                    <a:pt x="43" y="7"/>
                    <a:pt x="42" y="22"/>
                  </a:cubicBezTo>
                  <a:cubicBezTo>
                    <a:pt x="42" y="31"/>
                    <a:pt x="30" y="33"/>
                    <a:pt x="2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8"/>
            <p:cNvSpPr/>
            <p:nvPr/>
          </p:nvSpPr>
          <p:spPr>
            <a:xfrm rot="-755217">
              <a:off x="8100503" y="3282167"/>
              <a:ext cx="33872" cy="76002"/>
            </a:xfrm>
            <a:custGeom>
              <a:rect b="b" l="l" r="r" t="t"/>
              <a:pathLst>
                <a:path extrusionOk="0" h="92" w="41">
                  <a:moveTo>
                    <a:pt x="0" y="1"/>
                  </a:moveTo>
                  <a:cubicBezTo>
                    <a:pt x="6" y="8"/>
                    <a:pt x="12" y="17"/>
                    <a:pt x="17" y="25"/>
                  </a:cubicBezTo>
                  <a:cubicBezTo>
                    <a:pt x="29" y="45"/>
                    <a:pt x="37" y="68"/>
                    <a:pt x="40" y="91"/>
                  </a:cubicBezTo>
                  <a:cubicBezTo>
                    <a:pt x="22" y="63"/>
                    <a:pt x="0" y="38"/>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8"/>
            <p:cNvSpPr/>
            <p:nvPr/>
          </p:nvSpPr>
          <p:spPr>
            <a:xfrm rot="-755217">
              <a:off x="9108725" y="4262805"/>
              <a:ext cx="33046" cy="33870"/>
            </a:xfrm>
            <a:custGeom>
              <a:rect b="b" l="l" r="r" t="t"/>
              <a:pathLst>
                <a:path extrusionOk="0" h="41" w="40">
                  <a:moveTo>
                    <a:pt x="34" y="0"/>
                  </a:moveTo>
                  <a:cubicBezTo>
                    <a:pt x="37" y="3"/>
                    <a:pt x="39" y="4"/>
                    <a:pt x="39" y="5"/>
                  </a:cubicBezTo>
                  <a:cubicBezTo>
                    <a:pt x="35" y="20"/>
                    <a:pt x="37" y="40"/>
                    <a:pt x="12" y="39"/>
                  </a:cubicBezTo>
                  <a:cubicBezTo>
                    <a:pt x="10" y="39"/>
                    <a:pt x="8" y="38"/>
                    <a:pt x="7" y="37"/>
                  </a:cubicBezTo>
                  <a:cubicBezTo>
                    <a:pt x="5" y="36"/>
                    <a:pt x="4" y="34"/>
                    <a:pt x="2" y="32"/>
                  </a:cubicBezTo>
                  <a:cubicBezTo>
                    <a:pt x="0" y="30"/>
                    <a:pt x="0" y="28"/>
                    <a:pt x="0" y="25"/>
                  </a:cubicBezTo>
                  <a:lnTo>
                    <a:pt x="0" y="24"/>
                  </a:lnTo>
                  <a:cubicBezTo>
                    <a:pt x="2" y="4"/>
                    <a:pt x="18" y="1"/>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8"/>
            <p:cNvSpPr/>
            <p:nvPr/>
          </p:nvSpPr>
          <p:spPr>
            <a:xfrm rot="-755217">
              <a:off x="9706905" y="3473517"/>
              <a:ext cx="47917" cy="53697"/>
            </a:xfrm>
            <a:custGeom>
              <a:rect b="b" l="l" r="r" t="t"/>
              <a:pathLst>
                <a:path extrusionOk="0" h="65" w="58">
                  <a:moveTo>
                    <a:pt x="57" y="63"/>
                  </a:moveTo>
                  <a:cubicBezTo>
                    <a:pt x="25" y="53"/>
                    <a:pt x="17" y="23"/>
                    <a:pt x="0" y="0"/>
                  </a:cubicBezTo>
                  <a:cubicBezTo>
                    <a:pt x="22" y="18"/>
                    <a:pt x="48" y="33"/>
                    <a:pt x="56" y="64"/>
                  </a:cubicBezTo>
                  <a:lnTo>
                    <a:pt x="57"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8"/>
            <p:cNvSpPr/>
            <p:nvPr/>
          </p:nvSpPr>
          <p:spPr>
            <a:xfrm rot="-755217">
              <a:off x="9023816" y="2579536"/>
              <a:ext cx="51221" cy="59479"/>
            </a:xfrm>
            <a:custGeom>
              <a:rect b="b" l="l" r="r" t="t"/>
              <a:pathLst>
                <a:path extrusionOk="0" h="72" w="62">
                  <a:moveTo>
                    <a:pt x="0" y="1"/>
                  </a:moveTo>
                  <a:cubicBezTo>
                    <a:pt x="31" y="14"/>
                    <a:pt x="44" y="45"/>
                    <a:pt x="61" y="71"/>
                  </a:cubicBezTo>
                  <a:cubicBezTo>
                    <a:pt x="37" y="51"/>
                    <a:pt x="10"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8"/>
            <p:cNvSpPr/>
            <p:nvPr/>
          </p:nvSpPr>
          <p:spPr>
            <a:xfrm rot="-755217">
              <a:off x="8683302" y="3282166"/>
              <a:ext cx="48743" cy="55349"/>
            </a:xfrm>
            <a:custGeom>
              <a:rect b="b" l="l" r="r" t="t"/>
              <a:pathLst>
                <a:path extrusionOk="0" h="67" w="59">
                  <a:moveTo>
                    <a:pt x="58" y="66"/>
                  </a:moveTo>
                  <a:cubicBezTo>
                    <a:pt x="54" y="64"/>
                    <a:pt x="49" y="62"/>
                    <a:pt x="45" y="59"/>
                  </a:cubicBezTo>
                  <a:cubicBezTo>
                    <a:pt x="30" y="50"/>
                    <a:pt x="18" y="39"/>
                    <a:pt x="10" y="25"/>
                  </a:cubicBezTo>
                  <a:cubicBezTo>
                    <a:pt x="6" y="17"/>
                    <a:pt x="2" y="8"/>
                    <a:pt x="0" y="0"/>
                  </a:cubicBezTo>
                  <a:lnTo>
                    <a:pt x="58" y="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8"/>
            <p:cNvSpPr/>
            <p:nvPr/>
          </p:nvSpPr>
          <p:spPr>
            <a:xfrm rot="-755217">
              <a:off x="8514122" y="3653183"/>
              <a:ext cx="40481" cy="28088"/>
            </a:xfrm>
            <a:custGeom>
              <a:rect b="b" l="l" r="r" t="t"/>
              <a:pathLst>
                <a:path extrusionOk="0" h="34" w="49">
                  <a:moveTo>
                    <a:pt x="16" y="0"/>
                  </a:moveTo>
                  <a:cubicBezTo>
                    <a:pt x="30" y="3"/>
                    <a:pt x="46" y="5"/>
                    <a:pt x="48" y="23"/>
                  </a:cubicBezTo>
                  <a:cubicBezTo>
                    <a:pt x="48" y="29"/>
                    <a:pt x="42" y="33"/>
                    <a:pt x="36" y="31"/>
                  </a:cubicBezTo>
                  <a:cubicBezTo>
                    <a:pt x="23" y="28"/>
                    <a:pt x="5" y="31"/>
                    <a:pt x="2" y="13"/>
                  </a:cubicBezTo>
                  <a:cubicBezTo>
                    <a:pt x="0" y="3"/>
                    <a:pt x="10" y="3"/>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8"/>
            <p:cNvSpPr/>
            <p:nvPr/>
          </p:nvSpPr>
          <p:spPr>
            <a:xfrm rot="-755217">
              <a:off x="9974341" y="3929811"/>
              <a:ext cx="43786" cy="58653"/>
            </a:xfrm>
            <a:custGeom>
              <a:rect b="b" l="l" r="r" t="t"/>
              <a:pathLst>
                <a:path extrusionOk="0" h="71" w="53">
                  <a:moveTo>
                    <a:pt x="52" y="70"/>
                  </a:moveTo>
                  <a:cubicBezTo>
                    <a:pt x="48" y="36"/>
                    <a:pt x="11" y="27"/>
                    <a:pt x="0" y="0"/>
                  </a:cubicBezTo>
                  <a:cubicBezTo>
                    <a:pt x="43" y="26"/>
                    <a:pt x="48" y="32"/>
                    <a:pt x="51" y="70"/>
                  </a:cubicBezTo>
                  <a:lnTo>
                    <a:pt x="52" y="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8"/>
            <p:cNvSpPr/>
            <p:nvPr/>
          </p:nvSpPr>
          <p:spPr>
            <a:xfrm rot="-755217">
              <a:off x="8963086" y="4317396"/>
              <a:ext cx="47090" cy="28914"/>
            </a:xfrm>
            <a:custGeom>
              <a:rect b="b" l="l" r="r" t="t"/>
              <a:pathLst>
                <a:path extrusionOk="0" h="35" w="57">
                  <a:moveTo>
                    <a:pt x="56" y="6"/>
                  </a:moveTo>
                  <a:cubicBezTo>
                    <a:pt x="49" y="23"/>
                    <a:pt x="35" y="26"/>
                    <a:pt x="25" y="32"/>
                  </a:cubicBezTo>
                  <a:cubicBezTo>
                    <a:pt x="24" y="32"/>
                    <a:pt x="24" y="32"/>
                    <a:pt x="24" y="32"/>
                  </a:cubicBezTo>
                  <a:cubicBezTo>
                    <a:pt x="22" y="34"/>
                    <a:pt x="19" y="34"/>
                    <a:pt x="17" y="34"/>
                  </a:cubicBezTo>
                  <a:cubicBezTo>
                    <a:pt x="14" y="34"/>
                    <a:pt x="12" y="34"/>
                    <a:pt x="10" y="32"/>
                  </a:cubicBezTo>
                  <a:cubicBezTo>
                    <a:pt x="8" y="30"/>
                    <a:pt x="6" y="29"/>
                    <a:pt x="5" y="27"/>
                  </a:cubicBezTo>
                  <a:cubicBezTo>
                    <a:pt x="4" y="26"/>
                    <a:pt x="4" y="24"/>
                    <a:pt x="3" y="23"/>
                  </a:cubicBezTo>
                  <a:cubicBezTo>
                    <a:pt x="0" y="12"/>
                    <a:pt x="8" y="6"/>
                    <a:pt x="17" y="4"/>
                  </a:cubicBezTo>
                  <a:cubicBezTo>
                    <a:pt x="23" y="1"/>
                    <a:pt x="29" y="0"/>
                    <a:pt x="35" y="0"/>
                  </a:cubicBezTo>
                  <a:cubicBezTo>
                    <a:pt x="42" y="0"/>
                    <a:pt x="49" y="2"/>
                    <a:pt x="5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8"/>
            <p:cNvSpPr/>
            <p:nvPr/>
          </p:nvSpPr>
          <p:spPr>
            <a:xfrm rot="-755217">
              <a:off x="7672387" y="1788546"/>
              <a:ext cx="59483" cy="66914"/>
            </a:xfrm>
            <a:custGeom>
              <a:rect b="b" l="l" r="r" t="t"/>
              <a:pathLst>
                <a:path extrusionOk="0" h="81" w="72">
                  <a:moveTo>
                    <a:pt x="71" y="0"/>
                  </a:moveTo>
                  <a:cubicBezTo>
                    <a:pt x="70" y="3"/>
                    <a:pt x="68" y="6"/>
                    <a:pt x="67" y="9"/>
                  </a:cubicBezTo>
                  <a:cubicBezTo>
                    <a:pt x="50" y="37"/>
                    <a:pt x="28" y="61"/>
                    <a:pt x="0" y="80"/>
                  </a:cubicBezTo>
                  <a:cubicBezTo>
                    <a:pt x="3" y="72"/>
                    <a:pt x="7" y="64"/>
                    <a:pt x="11" y="56"/>
                  </a:cubicBezTo>
                  <a:cubicBezTo>
                    <a:pt x="23" y="35"/>
                    <a:pt x="41" y="17"/>
                    <a:pt x="62" y="5"/>
                  </a:cubicBezTo>
                  <a:cubicBezTo>
                    <a:pt x="65" y="3"/>
                    <a:pt x="68" y="2"/>
                    <a:pt x="7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8"/>
            <p:cNvSpPr/>
            <p:nvPr/>
          </p:nvSpPr>
          <p:spPr>
            <a:xfrm rot="-755217">
              <a:off x="8028873" y="2275936"/>
              <a:ext cx="58656" cy="48740"/>
            </a:xfrm>
            <a:custGeom>
              <a:rect b="b" l="l" r="r" t="t"/>
              <a:pathLst>
                <a:path extrusionOk="0" h="59" w="71">
                  <a:moveTo>
                    <a:pt x="70" y="58"/>
                  </a:moveTo>
                  <a:cubicBezTo>
                    <a:pt x="37" y="50"/>
                    <a:pt x="20" y="23"/>
                    <a:pt x="0" y="0"/>
                  </a:cubicBezTo>
                  <a:cubicBezTo>
                    <a:pt x="27" y="16"/>
                    <a:pt x="56" y="28"/>
                    <a:pt x="7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8"/>
            <p:cNvSpPr/>
            <p:nvPr/>
          </p:nvSpPr>
          <p:spPr>
            <a:xfrm rot="-755217">
              <a:off x="7686686" y="1809371"/>
              <a:ext cx="57004" cy="70219"/>
            </a:xfrm>
            <a:custGeom>
              <a:rect b="b" l="l" r="r" t="t"/>
              <a:pathLst>
                <a:path extrusionOk="0" h="85" w="69">
                  <a:moveTo>
                    <a:pt x="0" y="84"/>
                  </a:moveTo>
                  <a:cubicBezTo>
                    <a:pt x="12" y="48"/>
                    <a:pt x="44" y="27"/>
                    <a:pt x="68" y="0"/>
                  </a:cubicBezTo>
                  <a:cubicBezTo>
                    <a:pt x="65" y="11"/>
                    <a:pt x="60" y="23"/>
                    <a:pt x="54" y="33"/>
                  </a:cubicBezTo>
                  <a:cubicBezTo>
                    <a:pt x="42" y="53"/>
                    <a:pt x="26" y="70"/>
                    <a:pt x="6" y="81"/>
                  </a:cubicBezTo>
                  <a:cubicBezTo>
                    <a:pt x="4" y="82"/>
                    <a:pt x="2" y="83"/>
                    <a:pt x="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8"/>
            <p:cNvSpPr/>
            <p:nvPr/>
          </p:nvSpPr>
          <p:spPr>
            <a:xfrm rot="-755217">
              <a:off x="9177648" y="4328223"/>
              <a:ext cx="37177" cy="34696"/>
            </a:xfrm>
            <a:custGeom>
              <a:rect b="b" l="l" r="r" t="t"/>
              <a:pathLst>
                <a:path extrusionOk="0" h="42" w="45">
                  <a:moveTo>
                    <a:pt x="44" y="17"/>
                  </a:moveTo>
                  <a:cubicBezTo>
                    <a:pt x="44" y="34"/>
                    <a:pt x="30" y="35"/>
                    <a:pt x="18" y="38"/>
                  </a:cubicBezTo>
                  <a:cubicBezTo>
                    <a:pt x="5" y="41"/>
                    <a:pt x="0" y="35"/>
                    <a:pt x="0" y="25"/>
                  </a:cubicBezTo>
                  <a:cubicBezTo>
                    <a:pt x="0" y="10"/>
                    <a:pt x="12" y="5"/>
                    <a:pt x="26" y="2"/>
                  </a:cubicBezTo>
                  <a:cubicBezTo>
                    <a:pt x="40" y="0"/>
                    <a:pt x="41" y="7"/>
                    <a:pt x="4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8"/>
            <p:cNvSpPr/>
            <p:nvPr/>
          </p:nvSpPr>
          <p:spPr>
            <a:xfrm rot="-755217">
              <a:off x="10108238" y="3247039"/>
              <a:ext cx="38829" cy="61132"/>
            </a:xfrm>
            <a:custGeom>
              <a:rect b="b" l="l" r="r" t="t"/>
              <a:pathLst>
                <a:path extrusionOk="0" h="74" w="47">
                  <a:moveTo>
                    <a:pt x="46" y="73"/>
                  </a:moveTo>
                  <a:cubicBezTo>
                    <a:pt x="33" y="62"/>
                    <a:pt x="23" y="49"/>
                    <a:pt x="14" y="35"/>
                  </a:cubicBezTo>
                  <a:cubicBezTo>
                    <a:pt x="8" y="24"/>
                    <a:pt x="3" y="12"/>
                    <a:pt x="0" y="0"/>
                  </a:cubicBezTo>
                  <a:cubicBezTo>
                    <a:pt x="12" y="12"/>
                    <a:pt x="23" y="25"/>
                    <a:pt x="31" y="40"/>
                  </a:cubicBezTo>
                  <a:cubicBezTo>
                    <a:pt x="37" y="50"/>
                    <a:pt x="42" y="61"/>
                    <a:pt x="4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8"/>
            <p:cNvSpPr/>
            <p:nvPr/>
          </p:nvSpPr>
          <p:spPr>
            <a:xfrm rot="-755217">
              <a:off x="10504918" y="3396704"/>
              <a:ext cx="38003" cy="85089"/>
            </a:xfrm>
            <a:custGeom>
              <a:rect b="b" l="l" r="r" t="t"/>
              <a:pathLst>
                <a:path extrusionOk="0" h="103" w="46">
                  <a:moveTo>
                    <a:pt x="45" y="0"/>
                  </a:moveTo>
                  <a:cubicBezTo>
                    <a:pt x="42" y="26"/>
                    <a:pt x="34" y="50"/>
                    <a:pt x="21" y="72"/>
                  </a:cubicBezTo>
                  <a:cubicBezTo>
                    <a:pt x="15" y="83"/>
                    <a:pt x="8" y="93"/>
                    <a:pt x="0" y="102"/>
                  </a:cubicBezTo>
                  <a:cubicBezTo>
                    <a:pt x="3" y="77"/>
                    <a:pt x="10" y="53"/>
                    <a:pt x="23" y="31"/>
                  </a:cubicBezTo>
                  <a:cubicBezTo>
                    <a:pt x="30" y="20"/>
                    <a:pt x="37" y="10"/>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8"/>
            <p:cNvSpPr/>
            <p:nvPr/>
          </p:nvSpPr>
          <p:spPr>
            <a:xfrm rot="-755217">
              <a:off x="8806461" y="4121521"/>
              <a:ext cx="30567" cy="35522"/>
            </a:xfrm>
            <a:custGeom>
              <a:rect b="b" l="l" r="r" t="t"/>
              <a:pathLst>
                <a:path extrusionOk="0" h="43" w="37">
                  <a:moveTo>
                    <a:pt x="14" y="42"/>
                  </a:moveTo>
                  <a:cubicBezTo>
                    <a:pt x="12" y="42"/>
                    <a:pt x="10" y="41"/>
                    <a:pt x="8" y="40"/>
                  </a:cubicBezTo>
                  <a:cubicBezTo>
                    <a:pt x="6" y="39"/>
                    <a:pt x="4" y="37"/>
                    <a:pt x="3" y="35"/>
                  </a:cubicBezTo>
                  <a:cubicBezTo>
                    <a:pt x="1" y="32"/>
                    <a:pt x="1" y="30"/>
                    <a:pt x="1" y="27"/>
                  </a:cubicBezTo>
                  <a:cubicBezTo>
                    <a:pt x="0" y="26"/>
                    <a:pt x="0" y="25"/>
                    <a:pt x="0" y="23"/>
                  </a:cubicBezTo>
                  <a:cubicBezTo>
                    <a:pt x="0" y="19"/>
                    <a:pt x="1" y="16"/>
                    <a:pt x="3" y="12"/>
                  </a:cubicBezTo>
                  <a:cubicBezTo>
                    <a:pt x="5" y="8"/>
                    <a:pt x="8" y="6"/>
                    <a:pt x="12" y="4"/>
                  </a:cubicBezTo>
                  <a:cubicBezTo>
                    <a:pt x="15" y="2"/>
                    <a:pt x="19" y="1"/>
                    <a:pt x="23" y="0"/>
                  </a:cubicBezTo>
                  <a:cubicBezTo>
                    <a:pt x="32" y="0"/>
                    <a:pt x="36" y="6"/>
                    <a:pt x="35" y="14"/>
                  </a:cubicBezTo>
                  <a:cubicBezTo>
                    <a:pt x="33" y="29"/>
                    <a:pt x="30" y="40"/>
                    <a:pt x="1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8"/>
            <p:cNvSpPr/>
            <p:nvPr/>
          </p:nvSpPr>
          <p:spPr>
            <a:xfrm rot="-755217">
              <a:off x="8689902" y="4170172"/>
              <a:ext cx="40481" cy="38001"/>
            </a:xfrm>
            <a:custGeom>
              <a:rect b="b" l="l" r="r" t="t"/>
              <a:pathLst>
                <a:path extrusionOk="0" h="46" w="49">
                  <a:moveTo>
                    <a:pt x="48" y="35"/>
                  </a:moveTo>
                  <a:cubicBezTo>
                    <a:pt x="24" y="45"/>
                    <a:pt x="9" y="39"/>
                    <a:pt x="0" y="21"/>
                  </a:cubicBezTo>
                  <a:lnTo>
                    <a:pt x="0" y="20"/>
                  </a:lnTo>
                  <a:cubicBezTo>
                    <a:pt x="0" y="17"/>
                    <a:pt x="0" y="15"/>
                    <a:pt x="2" y="13"/>
                  </a:cubicBezTo>
                  <a:cubicBezTo>
                    <a:pt x="3" y="11"/>
                    <a:pt x="4" y="9"/>
                    <a:pt x="6" y="8"/>
                  </a:cubicBezTo>
                  <a:cubicBezTo>
                    <a:pt x="29" y="0"/>
                    <a:pt x="37" y="16"/>
                    <a:pt x="4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8"/>
            <p:cNvSpPr/>
            <p:nvPr/>
          </p:nvSpPr>
          <p:spPr>
            <a:xfrm rot="-755217">
              <a:off x="8921315" y="4129416"/>
              <a:ext cx="33046" cy="32218"/>
            </a:xfrm>
            <a:custGeom>
              <a:rect b="b" l="l" r="r" t="t"/>
              <a:pathLst>
                <a:path extrusionOk="0" h="39" w="40">
                  <a:moveTo>
                    <a:pt x="38" y="23"/>
                  </a:moveTo>
                  <a:cubicBezTo>
                    <a:pt x="34" y="31"/>
                    <a:pt x="28" y="38"/>
                    <a:pt x="18" y="35"/>
                  </a:cubicBezTo>
                  <a:cubicBezTo>
                    <a:pt x="15" y="35"/>
                    <a:pt x="13" y="34"/>
                    <a:pt x="10" y="32"/>
                  </a:cubicBezTo>
                  <a:cubicBezTo>
                    <a:pt x="7" y="31"/>
                    <a:pt x="4" y="28"/>
                    <a:pt x="2" y="25"/>
                  </a:cubicBezTo>
                  <a:cubicBezTo>
                    <a:pt x="1" y="22"/>
                    <a:pt x="0" y="18"/>
                    <a:pt x="0" y="14"/>
                  </a:cubicBezTo>
                  <a:lnTo>
                    <a:pt x="0" y="13"/>
                  </a:lnTo>
                  <a:cubicBezTo>
                    <a:pt x="0" y="11"/>
                    <a:pt x="0" y="9"/>
                    <a:pt x="1" y="7"/>
                  </a:cubicBezTo>
                  <a:cubicBezTo>
                    <a:pt x="3" y="5"/>
                    <a:pt x="4" y="3"/>
                    <a:pt x="6" y="2"/>
                  </a:cubicBezTo>
                  <a:cubicBezTo>
                    <a:pt x="8" y="1"/>
                    <a:pt x="11" y="0"/>
                    <a:pt x="13" y="0"/>
                  </a:cubicBezTo>
                  <a:cubicBezTo>
                    <a:pt x="15" y="0"/>
                    <a:pt x="17" y="1"/>
                    <a:pt x="19" y="1"/>
                  </a:cubicBezTo>
                  <a:cubicBezTo>
                    <a:pt x="29" y="5"/>
                    <a:pt x="39" y="9"/>
                    <a:pt x="3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8"/>
            <p:cNvSpPr/>
            <p:nvPr/>
          </p:nvSpPr>
          <p:spPr>
            <a:xfrm rot="-755217">
              <a:off x="8656253" y="4208172"/>
              <a:ext cx="32220" cy="33044"/>
            </a:xfrm>
            <a:custGeom>
              <a:rect b="b" l="l" r="r" t="t"/>
              <a:pathLst>
                <a:path extrusionOk="0" h="40" w="39">
                  <a:moveTo>
                    <a:pt x="19" y="0"/>
                  </a:moveTo>
                  <a:lnTo>
                    <a:pt x="20" y="0"/>
                  </a:lnTo>
                  <a:cubicBezTo>
                    <a:pt x="23" y="0"/>
                    <a:pt x="26" y="0"/>
                    <a:pt x="29" y="2"/>
                  </a:cubicBezTo>
                  <a:cubicBezTo>
                    <a:pt x="32" y="4"/>
                    <a:pt x="34" y="6"/>
                    <a:pt x="36" y="9"/>
                  </a:cubicBezTo>
                  <a:cubicBezTo>
                    <a:pt x="37" y="12"/>
                    <a:pt x="38" y="14"/>
                    <a:pt x="38" y="18"/>
                  </a:cubicBezTo>
                  <a:cubicBezTo>
                    <a:pt x="38" y="19"/>
                    <a:pt x="38" y="20"/>
                    <a:pt x="38" y="21"/>
                  </a:cubicBezTo>
                  <a:cubicBezTo>
                    <a:pt x="37" y="24"/>
                    <a:pt x="37" y="27"/>
                    <a:pt x="35" y="30"/>
                  </a:cubicBezTo>
                  <a:cubicBezTo>
                    <a:pt x="33" y="33"/>
                    <a:pt x="31" y="35"/>
                    <a:pt x="28" y="37"/>
                  </a:cubicBezTo>
                  <a:cubicBezTo>
                    <a:pt x="25" y="39"/>
                    <a:pt x="22" y="39"/>
                    <a:pt x="18" y="39"/>
                  </a:cubicBezTo>
                  <a:cubicBezTo>
                    <a:pt x="17" y="39"/>
                    <a:pt x="16" y="39"/>
                    <a:pt x="15" y="39"/>
                  </a:cubicBezTo>
                  <a:cubicBezTo>
                    <a:pt x="4" y="39"/>
                    <a:pt x="0" y="31"/>
                    <a:pt x="0" y="21"/>
                  </a:cubicBezTo>
                  <a:cubicBezTo>
                    <a:pt x="0" y="20"/>
                    <a:pt x="0" y="20"/>
                    <a:pt x="0" y="19"/>
                  </a:cubicBezTo>
                  <a:cubicBezTo>
                    <a:pt x="0" y="16"/>
                    <a:pt x="1" y="12"/>
                    <a:pt x="3" y="9"/>
                  </a:cubicBezTo>
                  <a:cubicBezTo>
                    <a:pt x="5" y="6"/>
                    <a:pt x="7" y="4"/>
                    <a:pt x="10" y="2"/>
                  </a:cubicBezTo>
                  <a:cubicBezTo>
                    <a:pt x="13" y="1"/>
                    <a:pt x="16"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8"/>
            <p:cNvSpPr/>
            <p:nvPr/>
          </p:nvSpPr>
          <p:spPr>
            <a:xfrm rot="-755217">
              <a:off x="8076372" y="2726921"/>
              <a:ext cx="35524" cy="67740"/>
            </a:xfrm>
            <a:custGeom>
              <a:rect b="b" l="l" r="r" t="t"/>
              <a:pathLst>
                <a:path extrusionOk="0" h="82" w="43">
                  <a:moveTo>
                    <a:pt x="3" y="1"/>
                  </a:moveTo>
                  <a:cubicBezTo>
                    <a:pt x="25" y="23"/>
                    <a:pt x="29" y="54"/>
                    <a:pt x="42" y="81"/>
                  </a:cubicBezTo>
                  <a:cubicBezTo>
                    <a:pt x="23" y="56"/>
                    <a:pt x="0" y="3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8"/>
            <p:cNvSpPr/>
            <p:nvPr/>
          </p:nvSpPr>
          <p:spPr>
            <a:xfrm rot="-755217">
              <a:off x="9178822" y="3144683"/>
              <a:ext cx="45438" cy="45436"/>
            </a:xfrm>
            <a:custGeom>
              <a:rect b="b" l="l" r="r" t="t"/>
              <a:pathLst>
                <a:path extrusionOk="0" h="55" w="55">
                  <a:moveTo>
                    <a:pt x="6" y="0"/>
                  </a:moveTo>
                  <a:lnTo>
                    <a:pt x="54" y="53"/>
                  </a:lnTo>
                  <a:lnTo>
                    <a:pt x="52" y="54"/>
                  </a:lnTo>
                  <a:lnTo>
                    <a:pt x="0" y="8"/>
                  </a:lnTo>
                  <a:lnTo>
                    <a:pt x="6" y="0"/>
                  </a:lnTo>
                </a:path>
              </a:pathLst>
            </a:custGeom>
            <a:solidFill>
              <a:schemeClr val="dk1"/>
            </a:solidFill>
            <a:ln>
              <a:noFill/>
            </a:ln>
          </p:spPr>
        </p:sp>
        <p:sp>
          <p:nvSpPr>
            <p:cNvPr id="4682" name="Google Shape;4682;p38"/>
            <p:cNvSpPr/>
            <p:nvPr/>
          </p:nvSpPr>
          <p:spPr>
            <a:xfrm rot="-755217">
              <a:off x="9805511" y="3004955"/>
              <a:ext cx="43786" cy="47088"/>
            </a:xfrm>
            <a:custGeom>
              <a:rect b="b" l="l" r="r" t="t"/>
              <a:pathLst>
                <a:path extrusionOk="0" h="57" w="53">
                  <a:moveTo>
                    <a:pt x="0" y="0"/>
                  </a:moveTo>
                  <a:lnTo>
                    <a:pt x="52" y="56"/>
                  </a:lnTo>
                  <a:cubicBezTo>
                    <a:pt x="17" y="37"/>
                    <a:pt x="17" y="3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8"/>
            <p:cNvSpPr/>
            <p:nvPr/>
          </p:nvSpPr>
          <p:spPr>
            <a:xfrm rot="-755217">
              <a:off x="8447541" y="4116677"/>
              <a:ext cx="41307" cy="36349"/>
            </a:xfrm>
            <a:custGeom>
              <a:rect b="b" l="l" r="r" t="t"/>
              <a:pathLst>
                <a:path extrusionOk="0" h="44" w="50">
                  <a:moveTo>
                    <a:pt x="49" y="34"/>
                  </a:moveTo>
                  <a:cubicBezTo>
                    <a:pt x="44" y="35"/>
                    <a:pt x="38" y="36"/>
                    <a:pt x="33" y="38"/>
                  </a:cubicBezTo>
                  <a:cubicBezTo>
                    <a:pt x="22" y="42"/>
                    <a:pt x="12" y="43"/>
                    <a:pt x="6" y="31"/>
                  </a:cubicBezTo>
                  <a:cubicBezTo>
                    <a:pt x="0" y="19"/>
                    <a:pt x="8" y="14"/>
                    <a:pt x="16" y="9"/>
                  </a:cubicBezTo>
                  <a:cubicBezTo>
                    <a:pt x="29" y="0"/>
                    <a:pt x="39" y="5"/>
                    <a:pt x="45" y="19"/>
                  </a:cubicBezTo>
                  <a:cubicBezTo>
                    <a:pt x="46" y="24"/>
                    <a:pt x="47" y="30"/>
                    <a:pt x="47" y="35"/>
                  </a:cubicBezTo>
                  <a:lnTo>
                    <a:pt x="49"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8"/>
            <p:cNvSpPr/>
            <p:nvPr/>
          </p:nvSpPr>
          <p:spPr>
            <a:xfrm rot="-755217">
              <a:off x="7716784" y="1825994"/>
              <a:ext cx="58656" cy="56175"/>
            </a:xfrm>
            <a:custGeom>
              <a:rect b="b" l="l" r="r" t="t"/>
              <a:pathLst>
                <a:path extrusionOk="0" h="68" w="71">
                  <a:moveTo>
                    <a:pt x="70" y="0"/>
                  </a:moveTo>
                  <a:cubicBezTo>
                    <a:pt x="53" y="28"/>
                    <a:pt x="29" y="51"/>
                    <a:pt x="1" y="67"/>
                  </a:cubicBezTo>
                  <a:lnTo>
                    <a:pt x="0" y="67"/>
                  </a:lnTo>
                  <a:cubicBezTo>
                    <a:pt x="2" y="61"/>
                    <a:pt x="5" y="56"/>
                    <a:pt x="8" y="50"/>
                  </a:cubicBezTo>
                  <a:cubicBezTo>
                    <a:pt x="18" y="33"/>
                    <a:pt x="32" y="19"/>
                    <a:pt x="50" y="9"/>
                  </a:cubicBezTo>
                  <a:cubicBezTo>
                    <a:pt x="56" y="5"/>
                    <a:pt x="63" y="2"/>
                    <a:pt x="7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8"/>
            <p:cNvSpPr/>
            <p:nvPr/>
          </p:nvSpPr>
          <p:spPr>
            <a:xfrm rot="-755217">
              <a:off x="9020292" y="4275698"/>
              <a:ext cx="33046" cy="27261"/>
            </a:xfrm>
            <a:custGeom>
              <a:rect b="b" l="l" r="r" t="t"/>
              <a:pathLst>
                <a:path extrusionOk="0" h="33" w="40">
                  <a:moveTo>
                    <a:pt x="39" y="22"/>
                  </a:moveTo>
                  <a:cubicBezTo>
                    <a:pt x="37" y="32"/>
                    <a:pt x="30" y="32"/>
                    <a:pt x="23" y="30"/>
                  </a:cubicBezTo>
                  <a:cubicBezTo>
                    <a:pt x="16" y="28"/>
                    <a:pt x="0" y="28"/>
                    <a:pt x="1" y="13"/>
                  </a:cubicBezTo>
                  <a:cubicBezTo>
                    <a:pt x="1" y="11"/>
                    <a:pt x="2" y="9"/>
                    <a:pt x="3" y="7"/>
                  </a:cubicBezTo>
                  <a:cubicBezTo>
                    <a:pt x="4" y="5"/>
                    <a:pt x="6" y="4"/>
                    <a:pt x="8" y="2"/>
                  </a:cubicBezTo>
                  <a:cubicBezTo>
                    <a:pt x="11" y="0"/>
                    <a:pt x="13" y="0"/>
                    <a:pt x="16" y="0"/>
                  </a:cubicBezTo>
                  <a:cubicBezTo>
                    <a:pt x="17" y="0"/>
                    <a:pt x="19" y="0"/>
                    <a:pt x="20" y="0"/>
                  </a:cubicBezTo>
                  <a:cubicBezTo>
                    <a:pt x="23" y="1"/>
                    <a:pt x="25" y="2"/>
                    <a:pt x="27" y="3"/>
                  </a:cubicBezTo>
                  <a:cubicBezTo>
                    <a:pt x="31" y="5"/>
                    <a:pt x="34" y="8"/>
                    <a:pt x="36" y="12"/>
                  </a:cubicBezTo>
                  <a:cubicBezTo>
                    <a:pt x="38" y="15"/>
                    <a:pt x="39" y="18"/>
                    <a:pt x="39"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8"/>
            <p:cNvSpPr/>
            <p:nvPr/>
          </p:nvSpPr>
          <p:spPr>
            <a:xfrm rot="-755217">
              <a:off x="9573068" y="3037193"/>
              <a:ext cx="47090" cy="61132"/>
            </a:xfrm>
            <a:custGeom>
              <a:rect b="b" l="l" r="r" t="t"/>
              <a:pathLst>
                <a:path extrusionOk="0" h="74" w="57">
                  <a:moveTo>
                    <a:pt x="47" y="73"/>
                  </a:moveTo>
                  <a:lnTo>
                    <a:pt x="0" y="6"/>
                  </a:lnTo>
                  <a:lnTo>
                    <a:pt x="9" y="0"/>
                  </a:lnTo>
                  <a:lnTo>
                    <a:pt x="56" y="67"/>
                  </a:lnTo>
                  <a:lnTo>
                    <a:pt x="47" y="73"/>
                  </a:lnTo>
                </a:path>
              </a:pathLst>
            </a:custGeom>
            <a:solidFill>
              <a:schemeClr val="dk1"/>
            </a:solidFill>
            <a:ln>
              <a:noFill/>
            </a:ln>
          </p:spPr>
        </p:sp>
        <p:sp>
          <p:nvSpPr>
            <p:cNvPr id="4687" name="Google Shape;4687;p38"/>
            <p:cNvSpPr/>
            <p:nvPr/>
          </p:nvSpPr>
          <p:spPr>
            <a:xfrm rot="-755217">
              <a:off x="8564668" y="2570414"/>
              <a:ext cx="42960" cy="60306"/>
            </a:xfrm>
            <a:custGeom>
              <a:rect b="b" l="l" r="r" t="t"/>
              <a:pathLst>
                <a:path extrusionOk="0" h="73" w="52">
                  <a:moveTo>
                    <a:pt x="0" y="1"/>
                  </a:moveTo>
                  <a:cubicBezTo>
                    <a:pt x="16" y="13"/>
                    <a:pt x="29" y="28"/>
                    <a:pt x="39" y="45"/>
                  </a:cubicBezTo>
                  <a:cubicBezTo>
                    <a:pt x="44" y="54"/>
                    <a:pt x="48" y="63"/>
                    <a:pt x="51" y="72"/>
                  </a:cubicBezTo>
                  <a:cubicBezTo>
                    <a:pt x="36" y="61"/>
                    <a:pt x="23" y="46"/>
                    <a:pt x="14" y="30"/>
                  </a:cubicBezTo>
                  <a:cubicBezTo>
                    <a:pt x="9" y="21"/>
                    <a:pt x="4" y="1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8"/>
            <p:cNvSpPr/>
            <p:nvPr/>
          </p:nvSpPr>
          <p:spPr>
            <a:xfrm rot="-755217">
              <a:off x="9428507" y="3432956"/>
              <a:ext cx="43786" cy="60306"/>
            </a:xfrm>
            <a:custGeom>
              <a:rect b="b" l="l" r="r" t="t"/>
              <a:pathLst>
                <a:path extrusionOk="0" h="73" w="53">
                  <a:moveTo>
                    <a:pt x="1" y="0"/>
                  </a:moveTo>
                  <a:cubicBezTo>
                    <a:pt x="16" y="11"/>
                    <a:pt x="30" y="26"/>
                    <a:pt x="39" y="42"/>
                  </a:cubicBezTo>
                  <a:cubicBezTo>
                    <a:pt x="45" y="52"/>
                    <a:pt x="48" y="62"/>
                    <a:pt x="52" y="72"/>
                  </a:cubicBezTo>
                  <a:cubicBezTo>
                    <a:pt x="36" y="60"/>
                    <a:pt x="23" y="46"/>
                    <a:pt x="13" y="29"/>
                  </a:cubicBezTo>
                  <a:cubicBezTo>
                    <a:pt x="8" y="19"/>
                    <a:pt x="4" y="10"/>
                    <a:pt x="0"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8"/>
            <p:cNvSpPr/>
            <p:nvPr/>
          </p:nvSpPr>
          <p:spPr>
            <a:xfrm rot="-755217">
              <a:off x="7731395" y="2007949"/>
              <a:ext cx="64440" cy="27261"/>
            </a:xfrm>
            <a:custGeom>
              <a:rect b="b" l="l" r="r" t="t"/>
              <a:pathLst>
                <a:path extrusionOk="0" h="33" w="78">
                  <a:moveTo>
                    <a:pt x="0" y="2"/>
                  </a:moveTo>
                  <a:cubicBezTo>
                    <a:pt x="31" y="0"/>
                    <a:pt x="48" y="21"/>
                    <a:pt x="77" y="28"/>
                  </a:cubicBezTo>
                  <a:cubicBezTo>
                    <a:pt x="40" y="32"/>
                    <a:pt x="40" y="3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8"/>
            <p:cNvSpPr/>
            <p:nvPr/>
          </p:nvSpPr>
          <p:spPr>
            <a:xfrm rot="-755217">
              <a:off x="9250651" y="2916197"/>
              <a:ext cx="44612" cy="38827"/>
            </a:xfrm>
            <a:custGeom>
              <a:rect b="b" l="l" r="r" t="t"/>
              <a:pathLst>
                <a:path extrusionOk="0" h="47" w="54">
                  <a:moveTo>
                    <a:pt x="0" y="0"/>
                  </a:moveTo>
                  <a:cubicBezTo>
                    <a:pt x="4" y="1"/>
                    <a:pt x="7" y="3"/>
                    <a:pt x="11" y="5"/>
                  </a:cubicBezTo>
                  <a:cubicBezTo>
                    <a:pt x="28" y="15"/>
                    <a:pt x="42" y="29"/>
                    <a:pt x="53" y="46"/>
                  </a:cubicBezTo>
                  <a:cubicBezTo>
                    <a:pt x="49" y="44"/>
                    <a:pt x="45" y="42"/>
                    <a:pt x="41" y="40"/>
                  </a:cubicBezTo>
                  <a:cubicBezTo>
                    <a:pt x="24" y="30"/>
                    <a:pt x="10"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8"/>
            <p:cNvSpPr/>
            <p:nvPr/>
          </p:nvSpPr>
          <p:spPr>
            <a:xfrm rot="-755217">
              <a:off x="8913932" y="4474675"/>
              <a:ext cx="64440" cy="38001"/>
            </a:xfrm>
            <a:custGeom>
              <a:rect b="b" l="l" r="r" t="t"/>
              <a:pathLst>
                <a:path extrusionOk="0" h="46" w="78">
                  <a:moveTo>
                    <a:pt x="66" y="25"/>
                  </a:moveTo>
                  <a:lnTo>
                    <a:pt x="77" y="37"/>
                  </a:lnTo>
                  <a:cubicBezTo>
                    <a:pt x="42" y="45"/>
                    <a:pt x="20" y="26"/>
                    <a:pt x="0" y="2"/>
                  </a:cubicBezTo>
                  <a:cubicBezTo>
                    <a:pt x="25" y="0"/>
                    <a:pt x="40" y="29"/>
                    <a:pt x="6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8"/>
            <p:cNvSpPr/>
            <p:nvPr/>
          </p:nvSpPr>
          <p:spPr>
            <a:xfrm rot="-755217">
              <a:off x="9986444" y="3210079"/>
              <a:ext cx="37177" cy="60306"/>
            </a:xfrm>
            <a:custGeom>
              <a:rect b="b" l="l" r="r" t="t"/>
              <a:pathLst>
                <a:path extrusionOk="0" h="73" w="45">
                  <a:moveTo>
                    <a:pt x="44" y="71"/>
                  </a:moveTo>
                  <a:cubicBezTo>
                    <a:pt x="14" y="57"/>
                    <a:pt x="9" y="27"/>
                    <a:pt x="0" y="0"/>
                  </a:cubicBezTo>
                  <a:cubicBezTo>
                    <a:pt x="10" y="10"/>
                    <a:pt x="19" y="22"/>
                    <a:pt x="26" y="34"/>
                  </a:cubicBezTo>
                  <a:cubicBezTo>
                    <a:pt x="33" y="46"/>
                    <a:pt x="39" y="59"/>
                    <a:pt x="43" y="72"/>
                  </a:cubicBezTo>
                  <a:lnTo>
                    <a:pt x="44"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8"/>
            <p:cNvSpPr/>
            <p:nvPr/>
          </p:nvSpPr>
          <p:spPr>
            <a:xfrm rot="-755217">
              <a:off x="8398749" y="2316291"/>
              <a:ext cx="48743" cy="44610"/>
            </a:xfrm>
            <a:custGeom>
              <a:rect b="b" l="l" r="r" t="t"/>
              <a:pathLst>
                <a:path extrusionOk="0" h="54" w="59">
                  <a:moveTo>
                    <a:pt x="0" y="0"/>
                  </a:moveTo>
                  <a:cubicBezTo>
                    <a:pt x="3" y="1"/>
                    <a:pt x="6" y="3"/>
                    <a:pt x="9" y="5"/>
                  </a:cubicBezTo>
                  <a:cubicBezTo>
                    <a:pt x="29" y="16"/>
                    <a:pt x="46" y="33"/>
                    <a:pt x="58" y="53"/>
                  </a:cubicBezTo>
                  <a:cubicBezTo>
                    <a:pt x="53" y="51"/>
                    <a:pt x="48" y="49"/>
                    <a:pt x="43" y="46"/>
                  </a:cubicBezTo>
                  <a:cubicBezTo>
                    <a:pt x="27" y="37"/>
                    <a:pt x="13" y="23"/>
                    <a:pt x="4" y="7"/>
                  </a:cubicBezTo>
                  <a:cubicBezTo>
                    <a:pt x="3" y="5"/>
                    <a:pt x="2"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8"/>
            <p:cNvSpPr/>
            <p:nvPr/>
          </p:nvSpPr>
          <p:spPr>
            <a:xfrm rot="-755217">
              <a:off x="9418082" y="3473559"/>
              <a:ext cx="42134" cy="60306"/>
            </a:xfrm>
            <a:custGeom>
              <a:rect b="b" l="l" r="r" t="t"/>
              <a:pathLst>
                <a:path extrusionOk="0" h="73" w="51">
                  <a:moveTo>
                    <a:pt x="0" y="0"/>
                  </a:moveTo>
                  <a:lnTo>
                    <a:pt x="50" y="72"/>
                  </a:lnTo>
                  <a:cubicBezTo>
                    <a:pt x="14" y="47"/>
                    <a:pt x="14" y="4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8"/>
            <p:cNvSpPr/>
            <p:nvPr/>
          </p:nvSpPr>
          <p:spPr>
            <a:xfrm rot="-755217">
              <a:off x="8180420" y="2247602"/>
              <a:ext cx="61961" cy="44610"/>
            </a:xfrm>
            <a:custGeom>
              <a:rect b="b" l="l" r="r" t="t"/>
              <a:pathLst>
                <a:path extrusionOk="0" h="54" w="75">
                  <a:moveTo>
                    <a:pt x="74" y="53"/>
                  </a:moveTo>
                  <a:cubicBezTo>
                    <a:pt x="39" y="39"/>
                    <a:pt x="26" y="17"/>
                    <a:pt x="0" y="0"/>
                  </a:cubicBezTo>
                  <a:cubicBezTo>
                    <a:pt x="34" y="10"/>
                    <a:pt x="34" y="10"/>
                    <a:pt x="7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8"/>
            <p:cNvSpPr/>
            <p:nvPr/>
          </p:nvSpPr>
          <p:spPr>
            <a:xfrm rot="-755217">
              <a:off x="9763277" y="3514789"/>
              <a:ext cx="42960" cy="52045"/>
            </a:xfrm>
            <a:custGeom>
              <a:rect b="b" l="l" r="r" t="t"/>
              <a:pathLst>
                <a:path extrusionOk="0" h="63" w="52">
                  <a:moveTo>
                    <a:pt x="0" y="2"/>
                  </a:moveTo>
                  <a:cubicBezTo>
                    <a:pt x="1" y="2"/>
                    <a:pt x="2" y="3"/>
                    <a:pt x="3" y="3"/>
                  </a:cubicBezTo>
                  <a:cubicBezTo>
                    <a:pt x="19" y="13"/>
                    <a:pt x="33" y="27"/>
                    <a:pt x="43" y="43"/>
                  </a:cubicBezTo>
                  <a:cubicBezTo>
                    <a:pt x="46" y="49"/>
                    <a:pt x="49" y="55"/>
                    <a:pt x="51" y="62"/>
                  </a:cubicBezTo>
                  <a:cubicBezTo>
                    <a:pt x="31" y="44"/>
                    <a:pt x="7" y="3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8"/>
            <p:cNvSpPr/>
            <p:nvPr/>
          </p:nvSpPr>
          <p:spPr>
            <a:xfrm rot="-755217">
              <a:off x="10120184" y="3435799"/>
              <a:ext cx="43786" cy="47914"/>
            </a:xfrm>
            <a:custGeom>
              <a:rect b="b" l="l" r="r" t="t"/>
              <a:pathLst>
                <a:path extrusionOk="0" h="58" w="53">
                  <a:moveTo>
                    <a:pt x="48" y="37"/>
                  </a:moveTo>
                  <a:lnTo>
                    <a:pt x="52" y="57"/>
                  </a:lnTo>
                  <a:cubicBezTo>
                    <a:pt x="19" y="53"/>
                    <a:pt x="9" y="26"/>
                    <a:pt x="0" y="0"/>
                  </a:cubicBezTo>
                  <a:cubicBezTo>
                    <a:pt x="21" y="3"/>
                    <a:pt x="25" y="34"/>
                    <a:pt x="48"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8"/>
            <p:cNvSpPr/>
            <p:nvPr/>
          </p:nvSpPr>
          <p:spPr>
            <a:xfrm rot="-755217">
              <a:off x="10117931" y="3724766"/>
              <a:ext cx="46264" cy="56175"/>
            </a:xfrm>
            <a:custGeom>
              <a:rect b="b" l="l" r="r" t="t"/>
              <a:pathLst>
                <a:path extrusionOk="0" h="68" w="56">
                  <a:moveTo>
                    <a:pt x="2" y="0"/>
                  </a:moveTo>
                  <a:cubicBezTo>
                    <a:pt x="20" y="10"/>
                    <a:pt x="35" y="24"/>
                    <a:pt x="44" y="41"/>
                  </a:cubicBezTo>
                  <a:cubicBezTo>
                    <a:pt x="49" y="50"/>
                    <a:pt x="52" y="58"/>
                    <a:pt x="55" y="67"/>
                  </a:cubicBezTo>
                  <a:cubicBezTo>
                    <a:pt x="36" y="56"/>
                    <a:pt x="20" y="40"/>
                    <a:pt x="8" y="20"/>
                  </a:cubicBezTo>
                  <a:cubicBezTo>
                    <a:pt x="5" y="14"/>
                    <a:pt x="2" y="8"/>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8"/>
            <p:cNvSpPr/>
            <p:nvPr/>
          </p:nvSpPr>
          <p:spPr>
            <a:xfrm rot="-755217">
              <a:off x="8449137" y="3100571"/>
              <a:ext cx="42960" cy="50392"/>
            </a:xfrm>
            <a:custGeom>
              <a:rect b="b" l="l" r="r" t="t"/>
              <a:pathLst>
                <a:path extrusionOk="0" h="61" w="52">
                  <a:moveTo>
                    <a:pt x="0" y="1"/>
                  </a:moveTo>
                  <a:cubicBezTo>
                    <a:pt x="18" y="11"/>
                    <a:pt x="33" y="26"/>
                    <a:pt x="43" y="44"/>
                  </a:cubicBezTo>
                  <a:cubicBezTo>
                    <a:pt x="46" y="49"/>
                    <a:pt x="49" y="55"/>
                    <a:pt x="51" y="60"/>
                  </a:cubicBezTo>
                  <a:cubicBezTo>
                    <a:pt x="50" y="60"/>
                    <a:pt x="50" y="60"/>
                    <a:pt x="49" y="59"/>
                  </a:cubicBezTo>
                  <a:cubicBezTo>
                    <a:pt x="32" y="49"/>
                    <a:pt x="19" y="37"/>
                    <a:pt x="10" y="20"/>
                  </a:cubicBezTo>
                  <a:cubicBezTo>
                    <a:pt x="6"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8"/>
            <p:cNvSpPr/>
            <p:nvPr/>
          </p:nvSpPr>
          <p:spPr>
            <a:xfrm rot="-755217">
              <a:off x="9190216" y="3518874"/>
              <a:ext cx="37177" cy="44610"/>
            </a:xfrm>
            <a:custGeom>
              <a:rect b="b" l="l" r="r" t="t"/>
              <a:pathLst>
                <a:path extrusionOk="0" h="54" w="45">
                  <a:moveTo>
                    <a:pt x="0" y="0"/>
                  </a:moveTo>
                  <a:cubicBezTo>
                    <a:pt x="15" y="10"/>
                    <a:pt x="28" y="23"/>
                    <a:pt x="37" y="39"/>
                  </a:cubicBezTo>
                  <a:cubicBezTo>
                    <a:pt x="39" y="43"/>
                    <a:pt x="42" y="48"/>
                    <a:pt x="44" y="53"/>
                  </a:cubicBezTo>
                  <a:cubicBezTo>
                    <a:pt x="28" y="43"/>
                    <a:pt x="16" y="30"/>
                    <a:pt x="7" y="15"/>
                  </a:cubicBezTo>
                  <a:cubicBezTo>
                    <a:pt x="4" y="10"/>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8"/>
            <p:cNvSpPr/>
            <p:nvPr/>
          </p:nvSpPr>
          <p:spPr>
            <a:xfrm rot="-755217">
              <a:off x="8193462" y="2542955"/>
              <a:ext cx="44612" cy="50392"/>
            </a:xfrm>
            <a:custGeom>
              <a:rect b="b" l="l" r="r" t="t"/>
              <a:pathLst>
                <a:path extrusionOk="0" h="61" w="54">
                  <a:moveTo>
                    <a:pt x="0" y="1"/>
                  </a:moveTo>
                  <a:cubicBezTo>
                    <a:pt x="26" y="12"/>
                    <a:pt x="37" y="38"/>
                    <a:pt x="53" y="60"/>
                  </a:cubicBezTo>
                  <a:cubicBezTo>
                    <a:pt x="53" y="60"/>
                    <a:pt x="53" y="59"/>
                    <a:pt x="52" y="59"/>
                  </a:cubicBezTo>
                  <a:cubicBezTo>
                    <a:pt x="35" y="49"/>
                    <a:pt x="20" y="35"/>
                    <a:pt x="10" y="17"/>
                  </a:cubicBezTo>
                  <a:cubicBezTo>
                    <a:pt x="7" y="12"/>
                    <a:pt x="4"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8"/>
            <p:cNvSpPr/>
            <p:nvPr/>
          </p:nvSpPr>
          <p:spPr>
            <a:xfrm rot="-755217">
              <a:off x="10112775" y="3955217"/>
              <a:ext cx="38829" cy="50392"/>
            </a:xfrm>
            <a:custGeom>
              <a:rect b="b" l="l" r="r" t="t"/>
              <a:pathLst>
                <a:path extrusionOk="0" h="61" w="47">
                  <a:moveTo>
                    <a:pt x="3" y="33"/>
                  </a:moveTo>
                  <a:lnTo>
                    <a:pt x="0" y="0"/>
                  </a:lnTo>
                  <a:cubicBezTo>
                    <a:pt x="15" y="13"/>
                    <a:pt x="28" y="29"/>
                    <a:pt x="38" y="46"/>
                  </a:cubicBezTo>
                  <a:cubicBezTo>
                    <a:pt x="41" y="51"/>
                    <a:pt x="43" y="55"/>
                    <a:pt x="46" y="60"/>
                  </a:cubicBezTo>
                  <a:cubicBezTo>
                    <a:pt x="26" y="60"/>
                    <a:pt x="19" y="40"/>
                    <a:pt x="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8"/>
            <p:cNvSpPr/>
            <p:nvPr/>
          </p:nvSpPr>
          <p:spPr>
            <a:xfrm rot="-755217">
              <a:off x="8624330" y="3829157"/>
              <a:ext cx="33046" cy="27261"/>
            </a:xfrm>
            <a:custGeom>
              <a:rect b="b" l="l" r="r" t="t"/>
              <a:pathLst>
                <a:path extrusionOk="0" h="33" w="40">
                  <a:moveTo>
                    <a:pt x="21" y="32"/>
                  </a:moveTo>
                  <a:cubicBezTo>
                    <a:pt x="6" y="32"/>
                    <a:pt x="0" y="25"/>
                    <a:pt x="0" y="16"/>
                  </a:cubicBezTo>
                  <a:cubicBezTo>
                    <a:pt x="0" y="13"/>
                    <a:pt x="0" y="11"/>
                    <a:pt x="2" y="8"/>
                  </a:cubicBezTo>
                  <a:cubicBezTo>
                    <a:pt x="3" y="6"/>
                    <a:pt x="5" y="4"/>
                    <a:pt x="8" y="2"/>
                  </a:cubicBezTo>
                  <a:cubicBezTo>
                    <a:pt x="11" y="0"/>
                    <a:pt x="14" y="0"/>
                    <a:pt x="16" y="0"/>
                  </a:cubicBezTo>
                  <a:cubicBezTo>
                    <a:pt x="17" y="0"/>
                    <a:pt x="17" y="0"/>
                    <a:pt x="18" y="0"/>
                  </a:cubicBezTo>
                  <a:cubicBezTo>
                    <a:pt x="30" y="0"/>
                    <a:pt x="39" y="5"/>
                    <a:pt x="37" y="19"/>
                  </a:cubicBezTo>
                  <a:cubicBezTo>
                    <a:pt x="37" y="21"/>
                    <a:pt x="36" y="23"/>
                    <a:pt x="35" y="24"/>
                  </a:cubicBezTo>
                  <a:cubicBezTo>
                    <a:pt x="34" y="27"/>
                    <a:pt x="32" y="29"/>
                    <a:pt x="29" y="30"/>
                  </a:cubicBezTo>
                  <a:cubicBezTo>
                    <a:pt x="27" y="31"/>
                    <a:pt x="24" y="32"/>
                    <a:pt x="2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8"/>
            <p:cNvSpPr/>
            <p:nvPr/>
          </p:nvSpPr>
          <p:spPr>
            <a:xfrm rot="-755217">
              <a:off x="8807712" y="3794032"/>
              <a:ext cx="33872" cy="26435"/>
            </a:xfrm>
            <a:custGeom>
              <a:rect b="b" l="l" r="r" t="t"/>
              <a:pathLst>
                <a:path extrusionOk="0" h="32" w="41">
                  <a:moveTo>
                    <a:pt x="16" y="31"/>
                  </a:moveTo>
                  <a:cubicBezTo>
                    <a:pt x="7" y="31"/>
                    <a:pt x="3" y="27"/>
                    <a:pt x="2" y="22"/>
                  </a:cubicBezTo>
                  <a:cubicBezTo>
                    <a:pt x="0" y="5"/>
                    <a:pt x="11" y="0"/>
                    <a:pt x="25" y="0"/>
                  </a:cubicBezTo>
                  <a:cubicBezTo>
                    <a:pt x="32" y="0"/>
                    <a:pt x="40" y="4"/>
                    <a:pt x="38" y="13"/>
                  </a:cubicBezTo>
                  <a:cubicBezTo>
                    <a:pt x="36" y="22"/>
                    <a:pt x="22" y="26"/>
                    <a:pt x="1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8"/>
            <p:cNvSpPr/>
            <p:nvPr/>
          </p:nvSpPr>
          <p:spPr>
            <a:xfrm rot="-755217">
              <a:off x="9148830" y="3754596"/>
              <a:ext cx="55352" cy="42131"/>
            </a:xfrm>
            <a:custGeom>
              <a:rect b="b" l="l" r="r" t="t"/>
              <a:pathLst>
                <a:path extrusionOk="0" h="51" w="67">
                  <a:moveTo>
                    <a:pt x="66" y="50"/>
                  </a:moveTo>
                  <a:cubicBezTo>
                    <a:pt x="60" y="48"/>
                    <a:pt x="55" y="45"/>
                    <a:pt x="49" y="42"/>
                  </a:cubicBezTo>
                  <a:cubicBezTo>
                    <a:pt x="31" y="31"/>
                    <a:pt x="14" y="17"/>
                    <a:pt x="0" y="0"/>
                  </a:cubicBezTo>
                  <a:cubicBezTo>
                    <a:pt x="38" y="7"/>
                    <a:pt x="49" y="34"/>
                    <a:pt x="6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8"/>
            <p:cNvSpPr/>
            <p:nvPr/>
          </p:nvSpPr>
          <p:spPr>
            <a:xfrm rot="-755217">
              <a:off x="9060752" y="3421086"/>
              <a:ext cx="42960" cy="50392"/>
            </a:xfrm>
            <a:custGeom>
              <a:rect b="b" l="l" r="r" t="t"/>
              <a:pathLst>
                <a:path extrusionOk="0" h="61" w="52">
                  <a:moveTo>
                    <a:pt x="0" y="1"/>
                  </a:moveTo>
                  <a:cubicBezTo>
                    <a:pt x="27" y="11"/>
                    <a:pt x="38" y="37"/>
                    <a:pt x="51" y="60"/>
                  </a:cubicBezTo>
                  <a:cubicBezTo>
                    <a:pt x="31" y="43"/>
                    <a:pt x="8" y="2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8"/>
            <p:cNvSpPr/>
            <p:nvPr/>
          </p:nvSpPr>
          <p:spPr>
            <a:xfrm rot="-755217">
              <a:off x="8201480" y="3688871"/>
              <a:ext cx="36351" cy="38001"/>
            </a:xfrm>
            <a:custGeom>
              <a:rect b="b" l="l" r="r" t="t"/>
              <a:pathLst>
                <a:path extrusionOk="0" h="46" w="44">
                  <a:moveTo>
                    <a:pt x="19" y="0"/>
                  </a:moveTo>
                  <a:cubicBezTo>
                    <a:pt x="23" y="3"/>
                    <a:pt x="28" y="5"/>
                    <a:pt x="28" y="7"/>
                  </a:cubicBezTo>
                  <a:cubicBezTo>
                    <a:pt x="28" y="19"/>
                    <a:pt x="43" y="29"/>
                    <a:pt x="32" y="41"/>
                  </a:cubicBezTo>
                  <a:cubicBezTo>
                    <a:pt x="31" y="42"/>
                    <a:pt x="30" y="42"/>
                    <a:pt x="29" y="43"/>
                  </a:cubicBezTo>
                  <a:cubicBezTo>
                    <a:pt x="27" y="44"/>
                    <a:pt x="25" y="45"/>
                    <a:pt x="22" y="45"/>
                  </a:cubicBezTo>
                  <a:cubicBezTo>
                    <a:pt x="20" y="45"/>
                    <a:pt x="18" y="44"/>
                    <a:pt x="16" y="43"/>
                  </a:cubicBezTo>
                  <a:cubicBezTo>
                    <a:pt x="14" y="42"/>
                    <a:pt x="13" y="41"/>
                    <a:pt x="12" y="40"/>
                  </a:cubicBezTo>
                  <a:cubicBezTo>
                    <a:pt x="0" y="24"/>
                    <a:pt x="0" y="1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8"/>
            <p:cNvSpPr/>
            <p:nvPr/>
          </p:nvSpPr>
          <p:spPr>
            <a:xfrm rot="-755217">
              <a:off x="9363046" y="3964577"/>
              <a:ext cx="9088" cy="75175"/>
            </a:xfrm>
            <a:custGeom>
              <a:rect b="b" l="l" r="r" t="t"/>
              <a:pathLst>
                <a:path extrusionOk="0" h="91" w="11">
                  <a:moveTo>
                    <a:pt x="4" y="0"/>
                  </a:moveTo>
                  <a:cubicBezTo>
                    <a:pt x="8" y="15"/>
                    <a:pt x="10" y="30"/>
                    <a:pt x="10" y="45"/>
                  </a:cubicBezTo>
                  <a:cubicBezTo>
                    <a:pt x="10" y="60"/>
                    <a:pt x="8" y="75"/>
                    <a:pt x="4" y="90"/>
                  </a:cubicBezTo>
                  <a:cubicBezTo>
                    <a:pt x="1" y="75"/>
                    <a:pt x="0" y="60"/>
                    <a:pt x="0" y="45"/>
                  </a:cubicBezTo>
                  <a:cubicBezTo>
                    <a:pt x="0" y="30"/>
                    <a:pt x="1" y="15"/>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8"/>
            <p:cNvSpPr/>
            <p:nvPr/>
          </p:nvSpPr>
          <p:spPr>
            <a:xfrm rot="-755217">
              <a:off x="10275115" y="3541706"/>
              <a:ext cx="23132" cy="66088"/>
            </a:xfrm>
            <a:custGeom>
              <a:rect b="b" l="l" r="r" t="t"/>
              <a:pathLst>
                <a:path extrusionOk="0" h="80" w="28">
                  <a:moveTo>
                    <a:pt x="23" y="77"/>
                  </a:moveTo>
                  <a:cubicBezTo>
                    <a:pt x="0" y="55"/>
                    <a:pt x="8" y="26"/>
                    <a:pt x="5" y="0"/>
                  </a:cubicBezTo>
                  <a:cubicBezTo>
                    <a:pt x="27" y="22"/>
                    <a:pt x="20" y="53"/>
                    <a:pt x="22" y="79"/>
                  </a:cubicBezTo>
                  <a:lnTo>
                    <a:pt x="23" y="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8"/>
            <p:cNvSpPr/>
            <p:nvPr/>
          </p:nvSpPr>
          <p:spPr>
            <a:xfrm rot="-755217">
              <a:off x="10000511" y="3902263"/>
              <a:ext cx="48743" cy="59479"/>
            </a:xfrm>
            <a:custGeom>
              <a:rect b="b" l="l" r="r" t="t"/>
              <a:pathLst>
                <a:path extrusionOk="0" h="72" w="59">
                  <a:moveTo>
                    <a:pt x="46" y="38"/>
                  </a:moveTo>
                  <a:cubicBezTo>
                    <a:pt x="50" y="49"/>
                    <a:pt x="58" y="58"/>
                    <a:pt x="55" y="71"/>
                  </a:cubicBezTo>
                  <a:cubicBezTo>
                    <a:pt x="38" y="52"/>
                    <a:pt x="21" y="34"/>
                    <a:pt x="4" y="15"/>
                  </a:cubicBezTo>
                  <a:cubicBezTo>
                    <a:pt x="0" y="9"/>
                    <a:pt x="1" y="1"/>
                    <a:pt x="11" y="0"/>
                  </a:cubicBezTo>
                  <a:lnTo>
                    <a:pt x="46"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8"/>
            <p:cNvSpPr/>
            <p:nvPr/>
          </p:nvSpPr>
          <p:spPr>
            <a:xfrm rot="-755217">
              <a:off x="8159652" y="3598458"/>
              <a:ext cx="27263" cy="34696"/>
            </a:xfrm>
            <a:custGeom>
              <a:rect b="b" l="l" r="r" t="t"/>
              <a:pathLst>
                <a:path extrusionOk="0" h="42" w="33">
                  <a:moveTo>
                    <a:pt x="32" y="20"/>
                  </a:moveTo>
                  <a:cubicBezTo>
                    <a:pt x="32" y="34"/>
                    <a:pt x="27" y="41"/>
                    <a:pt x="17" y="40"/>
                  </a:cubicBezTo>
                  <a:cubicBezTo>
                    <a:pt x="14" y="40"/>
                    <a:pt x="11" y="40"/>
                    <a:pt x="9" y="38"/>
                  </a:cubicBezTo>
                  <a:cubicBezTo>
                    <a:pt x="6" y="37"/>
                    <a:pt x="4" y="34"/>
                    <a:pt x="2" y="31"/>
                  </a:cubicBezTo>
                  <a:cubicBezTo>
                    <a:pt x="1" y="29"/>
                    <a:pt x="0" y="26"/>
                    <a:pt x="0" y="23"/>
                  </a:cubicBezTo>
                  <a:cubicBezTo>
                    <a:pt x="0" y="22"/>
                    <a:pt x="0" y="21"/>
                    <a:pt x="0" y="20"/>
                  </a:cubicBezTo>
                  <a:cubicBezTo>
                    <a:pt x="0" y="17"/>
                    <a:pt x="0" y="15"/>
                    <a:pt x="2" y="12"/>
                  </a:cubicBezTo>
                  <a:cubicBezTo>
                    <a:pt x="4" y="10"/>
                    <a:pt x="6" y="7"/>
                    <a:pt x="8" y="5"/>
                  </a:cubicBezTo>
                  <a:cubicBezTo>
                    <a:pt x="10" y="4"/>
                    <a:pt x="12" y="4"/>
                    <a:pt x="14" y="3"/>
                  </a:cubicBezTo>
                  <a:cubicBezTo>
                    <a:pt x="30" y="0"/>
                    <a:pt x="28" y="15"/>
                    <a:pt x="3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8"/>
            <p:cNvSpPr/>
            <p:nvPr/>
          </p:nvSpPr>
          <p:spPr>
            <a:xfrm rot="-755217">
              <a:off x="10006591" y="3706030"/>
              <a:ext cx="47917" cy="36349"/>
            </a:xfrm>
            <a:custGeom>
              <a:rect b="b" l="l" r="r" t="t"/>
              <a:pathLst>
                <a:path extrusionOk="0" h="44" w="58">
                  <a:moveTo>
                    <a:pt x="8" y="0"/>
                  </a:moveTo>
                  <a:lnTo>
                    <a:pt x="57" y="43"/>
                  </a:lnTo>
                  <a:cubicBezTo>
                    <a:pt x="46" y="41"/>
                    <a:pt x="36" y="37"/>
                    <a:pt x="27" y="32"/>
                  </a:cubicBezTo>
                  <a:cubicBezTo>
                    <a:pt x="16" y="26"/>
                    <a:pt x="7" y="18"/>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8"/>
            <p:cNvSpPr/>
            <p:nvPr/>
          </p:nvSpPr>
          <p:spPr>
            <a:xfrm rot="-755217">
              <a:off x="9762151" y="3219313"/>
              <a:ext cx="45438" cy="48740"/>
            </a:xfrm>
            <a:custGeom>
              <a:rect b="b" l="l" r="r" t="t"/>
              <a:pathLst>
                <a:path extrusionOk="0" h="59" w="55">
                  <a:moveTo>
                    <a:pt x="9" y="0"/>
                  </a:moveTo>
                  <a:lnTo>
                    <a:pt x="54" y="53"/>
                  </a:lnTo>
                  <a:lnTo>
                    <a:pt x="48" y="58"/>
                  </a:lnTo>
                  <a:lnTo>
                    <a:pt x="0" y="8"/>
                  </a:lnTo>
                  <a:lnTo>
                    <a:pt x="9" y="0"/>
                  </a:lnTo>
                </a:path>
              </a:pathLst>
            </a:custGeom>
            <a:solidFill>
              <a:schemeClr val="dk1"/>
            </a:solidFill>
            <a:ln>
              <a:noFill/>
            </a:ln>
          </p:spPr>
        </p:sp>
        <p:sp>
          <p:nvSpPr>
            <p:cNvPr id="4714" name="Google Shape;4714;p38"/>
            <p:cNvSpPr/>
            <p:nvPr/>
          </p:nvSpPr>
          <p:spPr>
            <a:xfrm rot="-755217">
              <a:off x="8098288" y="2266956"/>
              <a:ext cx="52873" cy="44610"/>
            </a:xfrm>
            <a:custGeom>
              <a:rect b="b" l="l" r="r" t="t"/>
              <a:pathLst>
                <a:path extrusionOk="0" h="54" w="64">
                  <a:moveTo>
                    <a:pt x="63" y="51"/>
                  </a:moveTo>
                  <a:cubicBezTo>
                    <a:pt x="55" y="48"/>
                    <a:pt x="49" y="45"/>
                    <a:pt x="42" y="41"/>
                  </a:cubicBezTo>
                  <a:cubicBezTo>
                    <a:pt x="25" y="31"/>
                    <a:pt x="10" y="17"/>
                    <a:pt x="0" y="0"/>
                  </a:cubicBezTo>
                  <a:cubicBezTo>
                    <a:pt x="7" y="2"/>
                    <a:pt x="14" y="5"/>
                    <a:pt x="20" y="9"/>
                  </a:cubicBezTo>
                  <a:cubicBezTo>
                    <a:pt x="36" y="18"/>
                    <a:pt x="48" y="31"/>
                    <a:pt x="58" y="47"/>
                  </a:cubicBezTo>
                  <a:cubicBezTo>
                    <a:pt x="59" y="49"/>
                    <a:pt x="61" y="51"/>
                    <a:pt x="62" y="53"/>
                  </a:cubicBezTo>
                  <a:lnTo>
                    <a:pt x="63"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8"/>
            <p:cNvSpPr/>
            <p:nvPr/>
          </p:nvSpPr>
          <p:spPr>
            <a:xfrm rot="-755217">
              <a:off x="9005742" y="3376360"/>
              <a:ext cx="46264" cy="56175"/>
            </a:xfrm>
            <a:custGeom>
              <a:rect b="b" l="l" r="r" t="t"/>
              <a:pathLst>
                <a:path extrusionOk="0" h="68" w="56">
                  <a:moveTo>
                    <a:pt x="55" y="67"/>
                  </a:moveTo>
                  <a:cubicBezTo>
                    <a:pt x="54" y="66"/>
                    <a:pt x="52" y="65"/>
                    <a:pt x="50" y="64"/>
                  </a:cubicBezTo>
                  <a:cubicBezTo>
                    <a:pt x="34" y="54"/>
                    <a:pt x="20" y="40"/>
                    <a:pt x="10" y="24"/>
                  </a:cubicBezTo>
                  <a:cubicBezTo>
                    <a:pt x="6" y="17"/>
                    <a:pt x="3" y="9"/>
                    <a:pt x="0" y="0"/>
                  </a:cubicBezTo>
                  <a:cubicBezTo>
                    <a:pt x="3" y="2"/>
                    <a:pt x="6" y="3"/>
                    <a:pt x="9" y="5"/>
                  </a:cubicBezTo>
                  <a:cubicBezTo>
                    <a:pt x="24" y="14"/>
                    <a:pt x="36" y="26"/>
                    <a:pt x="45" y="41"/>
                  </a:cubicBezTo>
                  <a:cubicBezTo>
                    <a:pt x="50" y="49"/>
                    <a:pt x="53" y="58"/>
                    <a:pt x="55" y="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8"/>
            <p:cNvSpPr/>
            <p:nvPr/>
          </p:nvSpPr>
          <p:spPr>
            <a:xfrm rot="-755217">
              <a:off x="8491156" y="4136121"/>
              <a:ext cx="29741" cy="33044"/>
            </a:xfrm>
            <a:custGeom>
              <a:rect b="b" l="l" r="r" t="t"/>
              <a:pathLst>
                <a:path extrusionOk="0" h="40" w="36">
                  <a:moveTo>
                    <a:pt x="0" y="2"/>
                  </a:moveTo>
                  <a:cubicBezTo>
                    <a:pt x="4" y="1"/>
                    <a:pt x="7" y="1"/>
                    <a:pt x="11" y="1"/>
                  </a:cubicBezTo>
                  <a:cubicBezTo>
                    <a:pt x="15" y="1"/>
                    <a:pt x="18" y="1"/>
                    <a:pt x="22" y="2"/>
                  </a:cubicBezTo>
                  <a:cubicBezTo>
                    <a:pt x="35" y="3"/>
                    <a:pt x="33" y="13"/>
                    <a:pt x="32" y="22"/>
                  </a:cubicBezTo>
                  <a:cubicBezTo>
                    <a:pt x="32" y="24"/>
                    <a:pt x="31" y="26"/>
                    <a:pt x="30" y="28"/>
                  </a:cubicBezTo>
                  <a:cubicBezTo>
                    <a:pt x="28" y="31"/>
                    <a:pt x="26" y="33"/>
                    <a:pt x="23" y="35"/>
                  </a:cubicBezTo>
                  <a:cubicBezTo>
                    <a:pt x="22" y="36"/>
                    <a:pt x="20" y="36"/>
                    <a:pt x="18" y="37"/>
                  </a:cubicBezTo>
                  <a:cubicBezTo>
                    <a:pt x="7" y="39"/>
                    <a:pt x="1" y="33"/>
                    <a:pt x="0" y="22"/>
                  </a:cubicBezTo>
                  <a:cubicBezTo>
                    <a:pt x="0" y="14"/>
                    <a:pt x="1" y="7"/>
                    <a:pt x="2"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8"/>
            <p:cNvSpPr/>
            <p:nvPr/>
          </p:nvSpPr>
          <p:spPr>
            <a:xfrm rot="-755217">
              <a:off x="8031711" y="2389127"/>
              <a:ext cx="33046" cy="55349"/>
            </a:xfrm>
            <a:custGeom>
              <a:rect b="b" l="l" r="r" t="t"/>
              <a:pathLst>
                <a:path extrusionOk="0" h="67" w="40">
                  <a:moveTo>
                    <a:pt x="39" y="66"/>
                  </a:moveTo>
                  <a:cubicBezTo>
                    <a:pt x="28" y="57"/>
                    <a:pt x="20" y="47"/>
                    <a:pt x="13" y="35"/>
                  </a:cubicBezTo>
                  <a:cubicBezTo>
                    <a:pt x="7" y="25"/>
                    <a:pt x="3" y="13"/>
                    <a:pt x="0" y="0"/>
                  </a:cubicBezTo>
                  <a:cubicBezTo>
                    <a:pt x="10" y="9"/>
                    <a:pt x="18" y="20"/>
                    <a:pt x="25" y="31"/>
                  </a:cubicBezTo>
                  <a:cubicBezTo>
                    <a:pt x="31" y="42"/>
                    <a:pt x="36" y="53"/>
                    <a:pt x="39"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8"/>
            <p:cNvSpPr/>
            <p:nvPr/>
          </p:nvSpPr>
          <p:spPr>
            <a:xfrm rot="-755217">
              <a:off x="9192508" y="2759021"/>
              <a:ext cx="46264" cy="52045"/>
            </a:xfrm>
            <a:custGeom>
              <a:rect b="b" l="l" r="r" t="t"/>
              <a:pathLst>
                <a:path extrusionOk="0" h="63" w="56">
                  <a:moveTo>
                    <a:pt x="46" y="62"/>
                  </a:moveTo>
                  <a:lnTo>
                    <a:pt x="0" y="7"/>
                  </a:lnTo>
                  <a:lnTo>
                    <a:pt x="9" y="0"/>
                  </a:lnTo>
                  <a:cubicBezTo>
                    <a:pt x="27" y="16"/>
                    <a:pt x="42" y="35"/>
                    <a:pt x="55" y="56"/>
                  </a:cubicBezTo>
                  <a:lnTo>
                    <a:pt x="46"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8"/>
            <p:cNvSpPr/>
            <p:nvPr/>
          </p:nvSpPr>
          <p:spPr>
            <a:xfrm rot="-755217">
              <a:off x="8964761" y="2536349"/>
              <a:ext cx="47917" cy="57001"/>
            </a:xfrm>
            <a:custGeom>
              <a:rect b="b" l="l" r="r" t="t"/>
              <a:pathLst>
                <a:path extrusionOk="0" h="69" w="58">
                  <a:moveTo>
                    <a:pt x="4" y="0"/>
                  </a:moveTo>
                  <a:cubicBezTo>
                    <a:pt x="22" y="11"/>
                    <a:pt x="36" y="26"/>
                    <a:pt x="46" y="43"/>
                  </a:cubicBezTo>
                  <a:cubicBezTo>
                    <a:pt x="51" y="51"/>
                    <a:pt x="55" y="60"/>
                    <a:pt x="57" y="68"/>
                  </a:cubicBezTo>
                  <a:cubicBezTo>
                    <a:pt x="56" y="67"/>
                    <a:pt x="54" y="67"/>
                    <a:pt x="53" y="66"/>
                  </a:cubicBezTo>
                  <a:cubicBezTo>
                    <a:pt x="35" y="55"/>
                    <a:pt x="20" y="40"/>
                    <a:pt x="9" y="22"/>
                  </a:cubicBezTo>
                  <a:cubicBezTo>
                    <a:pt x="6" y="16"/>
                    <a:pt x="3" y="10"/>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8"/>
            <p:cNvSpPr/>
            <p:nvPr/>
          </p:nvSpPr>
          <p:spPr>
            <a:xfrm rot="-755217">
              <a:off x="10232476" y="3728273"/>
              <a:ext cx="29741" cy="68567"/>
            </a:xfrm>
            <a:custGeom>
              <a:rect b="b" l="l" r="r" t="t"/>
              <a:pathLst>
                <a:path extrusionOk="0" h="83" w="36">
                  <a:moveTo>
                    <a:pt x="1" y="1"/>
                  </a:moveTo>
                  <a:cubicBezTo>
                    <a:pt x="5" y="6"/>
                    <a:pt x="9" y="12"/>
                    <a:pt x="12" y="18"/>
                  </a:cubicBezTo>
                  <a:cubicBezTo>
                    <a:pt x="23" y="37"/>
                    <a:pt x="31" y="59"/>
                    <a:pt x="35" y="82"/>
                  </a:cubicBezTo>
                  <a:lnTo>
                    <a:pt x="10" y="53"/>
                  </a:lnTo>
                  <a:lnTo>
                    <a:pt x="0" y="36"/>
                  </a:lnTo>
                  <a:cubicBezTo>
                    <a:pt x="0" y="24"/>
                    <a:pt x="1" y="1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8"/>
            <p:cNvSpPr/>
            <p:nvPr/>
          </p:nvSpPr>
          <p:spPr>
            <a:xfrm rot="-755217">
              <a:off x="8820534" y="2848742"/>
              <a:ext cx="39655" cy="52045"/>
            </a:xfrm>
            <a:custGeom>
              <a:rect b="b" l="l" r="r" t="t"/>
              <a:pathLst>
                <a:path extrusionOk="0" h="63" w="48">
                  <a:moveTo>
                    <a:pt x="10" y="0"/>
                  </a:moveTo>
                  <a:lnTo>
                    <a:pt x="47" y="56"/>
                  </a:lnTo>
                  <a:lnTo>
                    <a:pt x="38" y="62"/>
                  </a:lnTo>
                  <a:lnTo>
                    <a:pt x="0" y="8"/>
                  </a:lnTo>
                  <a:lnTo>
                    <a:pt x="10" y="0"/>
                  </a:lnTo>
                </a:path>
              </a:pathLst>
            </a:custGeom>
            <a:solidFill>
              <a:schemeClr val="dk1"/>
            </a:solidFill>
            <a:ln>
              <a:noFill/>
            </a:ln>
          </p:spPr>
        </p:sp>
        <p:sp>
          <p:nvSpPr>
            <p:cNvPr id="4722" name="Google Shape;4722;p38"/>
            <p:cNvSpPr/>
            <p:nvPr/>
          </p:nvSpPr>
          <p:spPr>
            <a:xfrm rot="-755217">
              <a:off x="8756092" y="3340003"/>
              <a:ext cx="50395" cy="38001"/>
            </a:xfrm>
            <a:custGeom>
              <a:rect b="b" l="l" r="r" t="t"/>
              <a:pathLst>
                <a:path extrusionOk="0" h="46" w="61">
                  <a:moveTo>
                    <a:pt x="7" y="0"/>
                  </a:moveTo>
                  <a:lnTo>
                    <a:pt x="60" y="45"/>
                  </a:lnTo>
                  <a:cubicBezTo>
                    <a:pt x="33" y="42"/>
                    <a:pt x="18" y="23"/>
                    <a:pt x="0" y="7"/>
                  </a:cubicBez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8"/>
            <p:cNvSpPr/>
            <p:nvPr/>
          </p:nvSpPr>
          <p:spPr>
            <a:xfrm rot="-755217">
              <a:off x="8119657" y="3350553"/>
              <a:ext cx="33046" cy="57827"/>
            </a:xfrm>
            <a:custGeom>
              <a:rect b="b" l="l" r="r" t="t"/>
              <a:pathLst>
                <a:path extrusionOk="0" h="70" w="40">
                  <a:moveTo>
                    <a:pt x="39" y="68"/>
                  </a:moveTo>
                  <a:cubicBezTo>
                    <a:pt x="13" y="54"/>
                    <a:pt x="13" y="23"/>
                    <a:pt x="0" y="0"/>
                  </a:cubicBezTo>
                  <a:cubicBezTo>
                    <a:pt x="9" y="9"/>
                    <a:pt x="17" y="19"/>
                    <a:pt x="23" y="30"/>
                  </a:cubicBezTo>
                  <a:cubicBezTo>
                    <a:pt x="30" y="42"/>
                    <a:pt x="35" y="55"/>
                    <a:pt x="38" y="69"/>
                  </a:cubicBezTo>
                  <a:lnTo>
                    <a:pt x="39" y="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8"/>
            <p:cNvSpPr/>
            <p:nvPr/>
          </p:nvSpPr>
          <p:spPr>
            <a:xfrm rot="-755217">
              <a:off x="10175860" y="3768533"/>
              <a:ext cx="46264" cy="55349"/>
            </a:xfrm>
            <a:custGeom>
              <a:rect b="b" l="l" r="r" t="t"/>
              <a:pathLst>
                <a:path extrusionOk="0" h="67" w="56">
                  <a:moveTo>
                    <a:pt x="55" y="66"/>
                  </a:moveTo>
                  <a:cubicBezTo>
                    <a:pt x="54" y="65"/>
                    <a:pt x="53" y="65"/>
                    <a:pt x="52" y="64"/>
                  </a:cubicBezTo>
                  <a:cubicBezTo>
                    <a:pt x="34" y="54"/>
                    <a:pt x="20" y="40"/>
                    <a:pt x="9" y="22"/>
                  </a:cubicBezTo>
                  <a:cubicBezTo>
                    <a:pt x="5" y="15"/>
                    <a:pt x="2" y="7"/>
                    <a:pt x="0" y="0"/>
                  </a:cubicBezTo>
                  <a:cubicBezTo>
                    <a:pt x="2" y="1"/>
                    <a:pt x="5" y="3"/>
                    <a:pt x="7" y="4"/>
                  </a:cubicBezTo>
                  <a:cubicBezTo>
                    <a:pt x="23" y="14"/>
                    <a:pt x="36" y="26"/>
                    <a:pt x="45" y="41"/>
                  </a:cubicBezTo>
                  <a:cubicBezTo>
                    <a:pt x="49" y="49"/>
                    <a:pt x="52" y="57"/>
                    <a:pt x="55"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8"/>
            <p:cNvSpPr/>
            <p:nvPr/>
          </p:nvSpPr>
          <p:spPr>
            <a:xfrm rot="-755217">
              <a:off x="9119011" y="3640656"/>
              <a:ext cx="44612" cy="49566"/>
            </a:xfrm>
            <a:custGeom>
              <a:rect b="b" l="l" r="r" t="t"/>
              <a:pathLst>
                <a:path extrusionOk="0" h="60" w="54">
                  <a:moveTo>
                    <a:pt x="0" y="1"/>
                  </a:moveTo>
                  <a:cubicBezTo>
                    <a:pt x="30" y="9"/>
                    <a:pt x="35" y="40"/>
                    <a:pt x="53" y="59"/>
                  </a:cubicBezTo>
                  <a:cubicBezTo>
                    <a:pt x="51" y="58"/>
                    <a:pt x="50" y="57"/>
                    <a:pt x="48" y="56"/>
                  </a:cubicBezTo>
                  <a:cubicBezTo>
                    <a:pt x="33" y="47"/>
                    <a:pt x="20" y="35"/>
                    <a:pt x="11" y="19"/>
                  </a:cubicBezTo>
                  <a:cubicBezTo>
                    <a:pt x="7" y="13"/>
                    <a:pt x="5"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8"/>
            <p:cNvSpPr/>
            <p:nvPr/>
          </p:nvSpPr>
          <p:spPr>
            <a:xfrm rot="-755217">
              <a:off x="8456614" y="3582205"/>
              <a:ext cx="40481" cy="26435"/>
            </a:xfrm>
            <a:custGeom>
              <a:rect b="b" l="l" r="r" t="t"/>
              <a:pathLst>
                <a:path extrusionOk="0" h="32" w="49">
                  <a:moveTo>
                    <a:pt x="48" y="23"/>
                  </a:moveTo>
                  <a:cubicBezTo>
                    <a:pt x="42" y="25"/>
                    <a:pt x="37" y="27"/>
                    <a:pt x="31" y="27"/>
                  </a:cubicBezTo>
                  <a:cubicBezTo>
                    <a:pt x="20" y="25"/>
                    <a:pt x="5" y="31"/>
                    <a:pt x="1" y="13"/>
                  </a:cubicBezTo>
                  <a:cubicBezTo>
                    <a:pt x="0" y="13"/>
                    <a:pt x="0" y="13"/>
                    <a:pt x="0" y="13"/>
                  </a:cubicBezTo>
                  <a:cubicBezTo>
                    <a:pt x="0" y="11"/>
                    <a:pt x="1" y="9"/>
                    <a:pt x="2" y="7"/>
                  </a:cubicBezTo>
                  <a:cubicBezTo>
                    <a:pt x="3" y="6"/>
                    <a:pt x="3" y="5"/>
                    <a:pt x="4" y="4"/>
                  </a:cubicBezTo>
                  <a:cubicBezTo>
                    <a:pt x="5" y="4"/>
                    <a:pt x="5" y="4"/>
                    <a:pt x="6" y="3"/>
                  </a:cubicBezTo>
                  <a:cubicBezTo>
                    <a:pt x="10" y="1"/>
                    <a:pt x="14" y="0"/>
                    <a:pt x="19" y="0"/>
                  </a:cubicBezTo>
                  <a:cubicBezTo>
                    <a:pt x="23" y="0"/>
                    <a:pt x="28" y="1"/>
                    <a:pt x="32" y="3"/>
                  </a:cubicBezTo>
                  <a:cubicBezTo>
                    <a:pt x="35" y="5"/>
                    <a:pt x="37" y="7"/>
                    <a:pt x="39" y="9"/>
                  </a:cubicBezTo>
                  <a:cubicBezTo>
                    <a:pt x="41" y="11"/>
                    <a:pt x="43" y="14"/>
                    <a:pt x="44" y="16"/>
                  </a:cubicBezTo>
                  <a:cubicBezTo>
                    <a:pt x="46" y="18"/>
                    <a:pt x="47" y="21"/>
                    <a:pt x="4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8"/>
            <p:cNvSpPr/>
            <p:nvPr/>
          </p:nvSpPr>
          <p:spPr>
            <a:xfrm rot="-755217">
              <a:off x="8111598" y="2551357"/>
              <a:ext cx="34698" cy="52045"/>
            </a:xfrm>
            <a:custGeom>
              <a:rect b="b" l="l" r="r" t="t"/>
              <a:pathLst>
                <a:path extrusionOk="0" h="63" w="42">
                  <a:moveTo>
                    <a:pt x="1" y="0"/>
                  </a:moveTo>
                  <a:cubicBezTo>
                    <a:pt x="12" y="9"/>
                    <a:pt x="22" y="20"/>
                    <a:pt x="29" y="32"/>
                  </a:cubicBezTo>
                  <a:cubicBezTo>
                    <a:pt x="34" y="41"/>
                    <a:pt x="38" y="51"/>
                    <a:pt x="41" y="62"/>
                  </a:cubicBezTo>
                  <a:cubicBezTo>
                    <a:pt x="28" y="54"/>
                    <a:pt x="18" y="42"/>
                    <a:pt x="11" y="29"/>
                  </a:cubicBezTo>
                  <a:cubicBezTo>
                    <a:pt x="6" y="21"/>
                    <a:pt x="2" y="11"/>
                    <a:pt x="0" y="2"/>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8"/>
            <p:cNvSpPr/>
            <p:nvPr/>
          </p:nvSpPr>
          <p:spPr>
            <a:xfrm rot="-755217">
              <a:off x="8741587" y="3061576"/>
              <a:ext cx="34698" cy="49566"/>
            </a:xfrm>
            <a:custGeom>
              <a:rect b="b" l="l" r="r" t="t"/>
              <a:pathLst>
                <a:path extrusionOk="0" h="60" w="42">
                  <a:moveTo>
                    <a:pt x="41" y="57"/>
                  </a:moveTo>
                  <a:cubicBezTo>
                    <a:pt x="15" y="47"/>
                    <a:pt x="10" y="22"/>
                    <a:pt x="0" y="0"/>
                  </a:cubicBezTo>
                  <a:cubicBezTo>
                    <a:pt x="12" y="8"/>
                    <a:pt x="22" y="19"/>
                    <a:pt x="29" y="32"/>
                  </a:cubicBezTo>
                  <a:cubicBezTo>
                    <a:pt x="34" y="40"/>
                    <a:pt x="38" y="49"/>
                    <a:pt x="40" y="59"/>
                  </a:cubicBezTo>
                  <a:lnTo>
                    <a:pt x="41" y="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8"/>
            <p:cNvSpPr/>
            <p:nvPr/>
          </p:nvSpPr>
          <p:spPr>
            <a:xfrm rot="-755217">
              <a:off x="9107088" y="3098842"/>
              <a:ext cx="38003" cy="41305"/>
            </a:xfrm>
            <a:custGeom>
              <a:rect b="b" l="l" r="r" t="t"/>
              <a:pathLst>
                <a:path extrusionOk="0" h="50" w="46">
                  <a:moveTo>
                    <a:pt x="45" y="49"/>
                  </a:moveTo>
                  <a:cubicBezTo>
                    <a:pt x="27" y="37"/>
                    <a:pt x="13" y="22"/>
                    <a:pt x="2" y="4"/>
                  </a:cubicBezTo>
                  <a:cubicBezTo>
                    <a:pt x="2" y="2"/>
                    <a:pt x="1" y="1"/>
                    <a:pt x="0" y="0"/>
                  </a:cubicBezTo>
                  <a:cubicBezTo>
                    <a:pt x="2" y="1"/>
                    <a:pt x="3" y="1"/>
                    <a:pt x="4" y="2"/>
                  </a:cubicBezTo>
                  <a:cubicBezTo>
                    <a:pt x="18" y="10"/>
                    <a:pt x="30" y="22"/>
                    <a:pt x="38" y="36"/>
                  </a:cubicBezTo>
                  <a:cubicBezTo>
                    <a:pt x="41" y="40"/>
                    <a:pt x="43" y="45"/>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8"/>
            <p:cNvSpPr/>
            <p:nvPr/>
          </p:nvSpPr>
          <p:spPr>
            <a:xfrm rot="-755217">
              <a:off x="8160790" y="3398457"/>
              <a:ext cx="36351" cy="49566"/>
            </a:xfrm>
            <a:custGeom>
              <a:rect b="b" l="l" r="r" t="t"/>
              <a:pathLst>
                <a:path extrusionOk="0" h="60" w="44">
                  <a:moveTo>
                    <a:pt x="0" y="1"/>
                  </a:moveTo>
                  <a:lnTo>
                    <a:pt x="21" y="10"/>
                  </a:lnTo>
                  <a:lnTo>
                    <a:pt x="19" y="9"/>
                  </a:lnTo>
                  <a:cubicBezTo>
                    <a:pt x="19" y="28"/>
                    <a:pt x="36" y="40"/>
                    <a:pt x="43" y="59"/>
                  </a:cubicBezTo>
                  <a:cubicBezTo>
                    <a:pt x="43" y="58"/>
                    <a:pt x="42" y="58"/>
                    <a:pt x="42" y="58"/>
                  </a:cubicBezTo>
                  <a:cubicBezTo>
                    <a:pt x="30" y="51"/>
                    <a:pt x="20" y="41"/>
                    <a:pt x="12" y="28"/>
                  </a:cubicBezTo>
                  <a:cubicBezTo>
                    <a:pt x="7" y="19"/>
                    <a:pt x="4"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8"/>
            <p:cNvSpPr/>
            <p:nvPr/>
          </p:nvSpPr>
          <p:spPr>
            <a:xfrm rot="-755217">
              <a:off x="9598735" y="3414219"/>
              <a:ext cx="28915" cy="47088"/>
            </a:xfrm>
            <a:custGeom>
              <a:rect b="b" l="l" r="r" t="t"/>
              <a:pathLst>
                <a:path extrusionOk="0" h="57" w="35">
                  <a:moveTo>
                    <a:pt x="1" y="1"/>
                  </a:moveTo>
                  <a:cubicBezTo>
                    <a:pt x="24" y="11"/>
                    <a:pt x="22" y="38"/>
                    <a:pt x="34" y="56"/>
                  </a:cubicBezTo>
                  <a:cubicBezTo>
                    <a:pt x="20" y="39"/>
                    <a:pt x="0" y="26"/>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8"/>
            <p:cNvSpPr/>
            <p:nvPr/>
          </p:nvSpPr>
          <p:spPr>
            <a:xfrm rot="-755217">
              <a:off x="10006457" y="3303882"/>
              <a:ext cx="33872" cy="37175"/>
            </a:xfrm>
            <a:custGeom>
              <a:rect b="b" l="l" r="r" t="t"/>
              <a:pathLst>
                <a:path extrusionOk="0" h="45" w="41">
                  <a:moveTo>
                    <a:pt x="40" y="31"/>
                  </a:moveTo>
                  <a:cubicBezTo>
                    <a:pt x="40" y="41"/>
                    <a:pt x="32" y="44"/>
                    <a:pt x="25" y="40"/>
                  </a:cubicBezTo>
                  <a:cubicBezTo>
                    <a:pt x="12" y="31"/>
                    <a:pt x="0" y="19"/>
                    <a:pt x="9" y="0"/>
                  </a:cubicBezTo>
                  <a:cubicBezTo>
                    <a:pt x="22" y="8"/>
                    <a:pt x="32" y="19"/>
                    <a:pt x="4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8"/>
            <p:cNvSpPr/>
            <p:nvPr/>
          </p:nvSpPr>
          <p:spPr>
            <a:xfrm rot="-755217">
              <a:off x="8636172" y="3741954"/>
              <a:ext cx="24784" cy="28088"/>
            </a:xfrm>
            <a:custGeom>
              <a:rect b="b" l="l" r="r" t="t"/>
              <a:pathLst>
                <a:path extrusionOk="0" h="34" w="30">
                  <a:moveTo>
                    <a:pt x="29" y="15"/>
                  </a:moveTo>
                  <a:cubicBezTo>
                    <a:pt x="29" y="28"/>
                    <a:pt x="24" y="32"/>
                    <a:pt x="16" y="33"/>
                  </a:cubicBezTo>
                  <a:lnTo>
                    <a:pt x="15" y="33"/>
                  </a:lnTo>
                  <a:cubicBezTo>
                    <a:pt x="12" y="33"/>
                    <a:pt x="10" y="33"/>
                    <a:pt x="7" y="31"/>
                  </a:cubicBezTo>
                  <a:cubicBezTo>
                    <a:pt x="4" y="29"/>
                    <a:pt x="3" y="27"/>
                    <a:pt x="2" y="25"/>
                  </a:cubicBezTo>
                  <a:cubicBezTo>
                    <a:pt x="1" y="23"/>
                    <a:pt x="0" y="20"/>
                    <a:pt x="0" y="18"/>
                  </a:cubicBezTo>
                  <a:cubicBezTo>
                    <a:pt x="0" y="17"/>
                    <a:pt x="0" y="17"/>
                    <a:pt x="0" y="17"/>
                  </a:cubicBezTo>
                  <a:cubicBezTo>
                    <a:pt x="0" y="16"/>
                    <a:pt x="0" y="16"/>
                    <a:pt x="0" y="15"/>
                  </a:cubicBezTo>
                  <a:cubicBezTo>
                    <a:pt x="0" y="12"/>
                    <a:pt x="0" y="11"/>
                    <a:pt x="2" y="8"/>
                  </a:cubicBezTo>
                  <a:cubicBezTo>
                    <a:pt x="4" y="5"/>
                    <a:pt x="5" y="3"/>
                    <a:pt x="7" y="2"/>
                  </a:cubicBezTo>
                  <a:cubicBezTo>
                    <a:pt x="9" y="1"/>
                    <a:pt x="12" y="0"/>
                    <a:pt x="15" y="0"/>
                  </a:cubicBezTo>
                  <a:lnTo>
                    <a:pt x="16" y="0"/>
                  </a:lnTo>
                  <a:cubicBezTo>
                    <a:pt x="18" y="0"/>
                    <a:pt x="20" y="1"/>
                    <a:pt x="22" y="2"/>
                  </a:cubicBezTo>
                  <a:cubicBezTo>
                    <a:pt x="24" y="3"/>
                    <a:pt x="26" y="5"/>
                    <a:pt x="27" y="7"/>
                  </a:cubicBezTo>
                  <a:cubicBezTo>
                    <a:pt x="28" y="9"/>
                    <a:pt x="29" y="12"/>
                    <a:pt x="29" y="14"/>
                  </a:cubicBezTo>
                  <a:lnTo>
                    <a:pt x="29"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8"/>
            <p:cNvSpPr/>
            <p:nvPr/>
          </p:nvSpPr>
          <p:spPr>
            <a:xfrm rot="-755217">
              <a:off x="9334210" y="3594333"/>
              <a:ext cx="36351" cy="46262"/>
            </a:xfrm>
            <a:custGeom>
              <a:rect b="b" l="l" r="r" t="t"/>
              <a:pathLst>
                <a:path extrusionOk="0" h="56" w="44">
                  <a:moveTo>
                    <a:pt x="43" y="54"/>
                  </a:moveTo>
                  <a:cubicBezTo>
                    <a:pt x="17" y="46"/>
                    <a:pt x="12" y="20"/>
                    <a:pt x="0" y="0"/>
                  </a:cubicBezTo>
                  <a:cubicBezTo>
                    <a:pt x="2" y="1"/>
                    <a:pt x="3" y="2"/>
                    <a:pt x="5" y="3"/>
                  </a:cubicBezTo>
                  <a:cubicBezTo>
                    <a:pt x="17" y="10"/>
                    <a:pt x="27" y="20"/>
                    <a:pt x="34" y="32"/>
                  </a:cubicBezTo>
                  <a:cubicBezTo>
                    <a:pt x="38" y="39"/>
                    <a:pt x="41" y="47"/>
                    <a:pt x="43" y="55"/>
                  </a:cubicBezTo>
                  <a:lnTo>
                    <a:pt x="43" y="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8"/>
            <p:cNvSpPr/>
            <p:nvPr/>
          </p:nvSpPr>
          <p:spPr>
            <a:xfrm rot="-755217">
              <a:off x="10027567" y="3531194"/>
              <a:ext cx="40481" cy="36349"/>
            </a:xfrm>
            <a:custGeom>
              <a:rect b="b" l="l" r="r" t="t"/>
              <a:pathLst>
                <a:path extrusionOk="0" h="44" w="49">
                  <a:moveTo>
                    <a:pt x="0" y="1"/>
                  </a:moveTo>
                  <a:cubicBezTo>
                    <a:pt x="6" y="3"/>
                    <a:pt x="12" y="5"/>
                    <a:pt x="17" y="8"/>
                  </a:cubicBezTo>
                  <a:cubicBezTo>
                    <a:pt x="29" y="15"/>
                    <a:pt x="37" y="24"/>
                    <a:pt x="44" y="36"/>
                  </a:cubicBezTo>
                  <a:cubicBezTo>
                    <a:pt x="45" y="38"/>
                    <a:pt x="47" y="40"/>
                    <a:pt x="48" y="43"/>
                  </a:cubicBezTo>
                  <a:cubicBezTo>
                    <a:pt x="31" y="30"/>
                    <a:pt x="6"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8"/>
            <p:cNvSpPr/>
            <p:nvPr/>
          </p:nvSpPr>
          <p:spPr>
            <a:xfrm rot="-755217">
              <a:off x="8371402" y="4007900"/>
              <a:ext cx="29741" cy="28088"/>
            </a:xfrm>
            <a:custGeom>
              <a:rect b="b" l="l" r="r" t="t"/>
              <a:pathLst>
                <a:path extrusionOk="0" h="34" w="36">
                  <a:moveTo>
                    <a:pt x="35" y="22"/>
                  </a:moveTo>
                  <a:cubicBezTo>
                    <a:pt x="34" y="23"/>
                    <a:pt x="34" y="24"/>
                    <a:pt x="34" y="24"/>
                  </a:cubicBezTo>
                  <a:cubicBezTo>
                    <a:pt x="32" y="27"/>
                    <a:pt x="30" y="29"/>
                    <a:pt x="27" y="31"/>
                  </a:cubicBezTo>
                  <a:cubicBezTo>
                    <a:pt x="24" y="33"/>
                    <a:pt x="22" y="33"/>
                    <a:pt x="19" y="33"/>
                  </a:cubicBezTo>
                  <a:cubicBezTo>
                    <a:pt x="16" y="33"/>
                    <a:pt x="14" y="33"/>
                    <a:pt x="12" y="32"/>
                  </a:cubicBezTo>
                  <a:cubicBezTo>
                    <a:pt x="10" y="31"/>
                    <a:pt x="9" y="31"/>
                    <a:pt x="7" y="30"/>
                  </a:cubicBezTo>
                  <a:cubicBezTo>
                    <a:pt x="5" y="29"/>
                    <a:pt x="3" y="28"/>
                    <a:pt x="2" y="25"/>
                  </a:cubicBezTo>
                  <a:cubicBezTo>
                    <a:pt x="1" y="22"/>
                    <a:pt x="0" y="20"/>
                    <a:pt x="0" y="17"/>
                  </a:cubicBezTo>
                  <a:cubicBezTo>
                    <a:pt x="0" y="15"/>
                    <a:pt x="0" y="13"/>
                    <a:pt x="1" y="11"/>
                  </a:cubicBezTo>
                  <a:cubicBezTo>
                    <a:pt x="1" y="10"/>
                    <a:pt x="2" y="9"/>
                    <a:pt x="3" y="8"/>
                  </a:cubicBezTo>
                  <a:cubicBezTo>
                    <a:pt x="4" y="5"/>
                    <a:pt x="6" y="4"/>
                    <a:pt x="8" y="2"/>
                  </a:cubicBezTo>
                  <a:cubicBezTo>
                    <a:pt x="10" y="0"/>
                    <a:pt x="12" y="0"/>
                    <a:pt x="15" y="0"/>
                  </a:cubicBezTo>
                  <a:cubicBezTo>
                    <a:pt x="17" y="0"/>
                    <a:pt x="20" y="1"/>
                    <a:pt x="22" y="2"/>
                  </a:cubicBezTo>
                  <a:cubicBezTo>
                    <a:pt x="23" y="3"/>
                    <a:pt x="24" y="3"/>
                    <a:pt x="25" y="4"/>
                  </a:cubicBezTo>
                  <a:cubicBezTo>
                    <a:pt x="28" y="6"/>
                    <a:pt x="30" y="8"/>
                    <a:pt x="32" y="11"/>
                  </a:cubicBezTo>
                  <a:cubicBezTo>
                    <a:pt x="34" y="14"/>
                    <a:pt x="35" y="17"/>
                    <a:pt x="35" y="20"/>
                  </a:cubicBezTo>
                  <a:cubicBezTo>
                    <a:pt x="35" y="21"/>
                    <a:pt x="35" y="22"/>
                    <a:pt x="3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8"/>
            <p:cNvSpPr/>
            <p:nvPr/>
          </p:nvSpPr>
          <p:spPr>
            <a:xfrm rot="-755217">
              <a:off x="10425672" y="3641048"/>
              <a:ext cx="29741" cy="62784"/>
            </a:xfrm>
            <a:custGeom>
              <a:rect b="b" l="l" r="r" t="t"/>
              <a:pathLst>
                <a:path extrusionOk="0" h="76" w="36">
                  <a:moveTo>
                    <a:pt x="0" y="75"/>
                  </a:moveTo>
                  <a:cubicBezTo>
                    <a:pt x="2" y="57"/>
                    <a:pt x="7" y="40"/>
                    <a:pt x="16" y="25"/>
                  </a:cubicBezTo>
                  <a:cubicBezTo>
                    <a:pt x="21" y="16"/>
                    <a:pt x="28" y="7"/>
                    <a:pt x="35" y="0"/>
                  </a:cubicBezTo>
                  <a:cubicBezTo>
                    <a:pt x="35" y="17"/>
                    <a:pt x="30" y="34"/>
                    <a:pt x="22" y="48"/>
                  </a:cubicBezTo>
                  <a:cubicBezTo>
                    <a:pt x="16" y="58"/>
                    <a:pt x="8" y="67"/>
                    <a:pt x="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8"/>
            <p:cNvSpPr/>
            <p:nvPr/>
          </p:nvSpPr>
          <p:spPr>
            <a:xfrm rot="-755217">
              <a:off x="8682974" y="4077403"/>
              <a:ext cx="27263" cy="26435"/>
            </a:xfrm>
            <a:custGeom>
              <a:rect b="b" l="l" r="r" t="t"/>
              <a:pathLst>
                <a:path extrusionOk="0" h="32" w="33">
                  <a:moveTo>
                    <a:pt x="13" y="0"/>
                  </a:moveTo>
                  <a:lnTo>
                    <a:pt x="14" y="0"/>
                  </a:lnTo>
                  <a:cubicBezTo>
                    <a:pt x="17" y="0"/>
                    <a:pt x="20" y="0"/>
                    <a:pt x="23" y="2"/>
                  </a:cubicBezTo>
                  <a:cubicBezTo>
                    <a:pt x="26" y="4"/>
                    <a:pt x="27" y="6"/>
                    <a:pt x="29" y="9"/>
                  </a:cubicBezTo>
                  <a:cubicBezTo>
                    <a:pt x="30" y="10"/>
                    <a:pt x="31" y="13"/>
                    <a:pt x="31" y="15"/>
                  </a:cubicBezTo>
                  <a:cubicBezTo>
                    <a:pt x="31" y="16"/>
                    <a:pt x="32" y="17"/>
                    <a:pt x="32" y="19"/>
                  </a:cubicBezTo>
                  <a:cubicBezTo>
                    <a:pt x="32" y="21"/>
                    <a:pt x="31" y="23"/>
                    <a:pt x="30" y="25"/>
                  </a:cubicBezTo>
                  <a:cubicBezTo>
                    <a:pt x="29" y="27"/>
                    <a:pt x="28" y="28"/>
                    <a:pt x="26" y="29"/>
                  </a:cubicBezTo>
                  <a:cubicBezTo>
                    <a:pt x="25" y="30"/>
                    <a:pt x="23" y="30"/>
                    <a:pt x="21" y="30"/>
                  </a:cubicBezTo>
                  <a:cubicBezTo>
                    <a:pt x="20" y="31"/>
                    <a:pt x="18" y="31"/>
                    <a:pt x="16" y="31"/>
                  </a:cubicBezTo>
                  <a:cubicBezTo>
                    <a:pt x="14" y="31"/>
                    <a:pt x="11" y="31"/>
                    <a:pt x="8" y="29"/>
                  </a:cubicBezTo>
                  <a:cubicBezTo>
                    <a:pt x="5" y="27"/>
                    <a:pt x="4" y="26"/>
                    <a:pt x="2" y="23"/>
                  </a:cubicBezTo>
                  <a:cubicBezTo>
                    <a:pt x="0" y="20"/>
                    <a:pt x="0" y="17"/>
                    <a:pt x="0" y="15"/>
                  </a:cubicBezTo>
                  <a:cubicBezTo>
                    <a:pt x="0" y="14"/>
                    <a:pt x="0" y="14"/>
                    <a:pt x="0" y="14"/>
                  </a:cubicBezTo>
                  <a:cubicBezTo>
                    <a:pt x="0" y="13"/>
                    <a:pt x="0" y="13"/>
                    <a:pt x="0" y="13"/>
                  </a:cubicBezTo>
                  <a:cubicBezTo>
                    <a:pt x="0" y="10"/>
                    <a:pt x="1" y="8"/>
                    <a:pt x="2" y="6"/>
                  </a:cubicBezTo>
                  <a:cubicBezTo>
                    <a:pt x="3" y="4"/>
                    <a:pt x="4" y="3"/>
                    <a:pt x="6" y="2"/>
                  </a:cubicBezTo>
                  <a:cubicBezTo>
                    <a:pt x="8" y="1"/>
                    <a:pt x="10" y="0"/>
                    <a:pt x="1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8"/>
            <p:cNvSpPr/>
            <p:nvPr/>
          </p:nvSpPr>
          <p:spPr>
            <a:xfrm rot="-755217">
              <a:off x="10492051" y="3894601"/>
              <a:ext cx="29741" cy="66914"/>
            </a:xfrm>
            <a:custGeom>
              <a:rect b="b" l="l" r="r" t="t"/>
              <a:pathLst>
                <a:path extrusionOk="0" h="81" w="36">
                  <a:moveTo>
                    <a:pt x="35" y="0"/>
                  </a:moveTo>
                  <a:cubicBezTo>
                    <a:pt x="33" y="20"/>
                    <a:pt x="27" y="39"/>
                    <a:pt x="17" y="57"/>
                  </a:cubicBezTo>
                  <a:cubicBezTo>
                    <a:pt x="12" y="65"/>
                    <a:pt x="7" y="72"/>
                    <a:pt x="0" y="80"/>
                  </a:cubicBezTo>
                  <a:cubicBezTo>
                    <a:pt x="1" y="60"/>
                    <a:pt x="7" y="41"/>
                    <a:pt x="17" y="25"/>
                  </a:cubicBezTo>
                  <a:cubicBezTo>
                    <a:pt x="22" y="16"/>
                    <a:pt x="28" y="7"/>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8"/>
            <p:cNvSpPr/>
            <p:nvPr/>
          </p:nvSpPr>
          <p:spPr>
            <a:xfrm rot="-755217">
              <a:off x="10480120" y="3962534"/>
              <a:ext cx="28915" cy="66914"/>
            </a:xfrm>
            <a:custGeom>
              <a:rect b="b" l="l" r="r" t="t"/>
              <a:pathLst>
                <a:path extrusionOk="0" h="81" w="35">
                  <a:moveTo>
                    <a:pt x="34" y="0"/>
                  </a:moveTo>
                  <a:cubicBezTo>
                    <a:pt x="32" y="20"/>
                    <a:pt x="26" y="40"/>
                    <a:pt x="16" y="57"/>
                  </a:cubicBezTo>
                  <a:cubicBezTo>
                    <a:pt x="11" y="65"/>
                    <a:pt x="6" y="73"/>
                    <a:pt x="0" y="80"/>
                  </a:cubicBezTo>
                  <a:cubicBezTo>
                    <a:pt x="1" y="60"/>
                    <a:pt x="7" y="41"/>
                    <a:pt x="17" y="24"/>
                  </a:cubicBezTo>
                  <a:cubicBezTo>
                    <a:pt x="22" y="15"/>
                    <a:pt x="28" y="8"/>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8"/>
            <p:cNvSpPr/>
            <p:nvPr/>
          </p:nvSpPr>
          <p:spPr>
            <a:xfrm rot="-755217">
              <a:off x="9114082" y="4329305"/>
              <a:ext cx="32220" cy="24783"/>
            </a:xfrm>
            <a:custGeom>
              <a:rect b="b" l="l" r="r" t="t"/>
              <a:pathLst>
                <a:path extrusionOk="0" h="30" w="39">
                  <a:moveTo>
                    <a:pt x="16" y="0"/>
                  </a:moveTo>
                  <a:cubicBezTo>
                    <a:pt x="27" y="4"/>
                    <a:pt x="38" y="7"/>
                    <a:pt x="37" y="20"/>
                  </a:cubicBezTo>
                  <a:cubicBezTo>
                    <a:pt x="37" y="29"/>
                    <a:pt x="27" y="28"/>
                    <a:pt x="21" y="29"/>
                  </a:cubicBezTo>
                  <a:cubicBezTo>
                    <a:pt x="15" y="29"/>
                    <a:pt x="2" y="28"/>
                    <a:pt x="1" y="17"/>
                  </a:cubicBezTo>
                  <a:cubicBezTo>
                    <a:pt x="0" y="5"/>
                    <a:pt x="7" y="2"/>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8"/>
            <p:cNvSpPr/>
            <p:nvPr/>
          </p:nvSpPr>
          <p:spPr>
            <a:xfrm rot="-755217">
              <a:off x="8959241" y="4400491"/>
              <a:ext cx="30567" cy="27261"/>
            </a:xfrm>
            <a:custGeom>
              <a:rect b="b" l="l" r="r" t="t"/>
              <a:pathLst>
                <a:path extrusionOk="0" h="33" w="37">
                  <a:moveTo>
                    <a:pt x="12" y="32"/>
                  </a:moveTo>
                  <a:cubicBezTo>
                    <a:pt x="10" y="32"/>
                    <a:pt x="9" y="32"/>
                    <a:pt x="7" y="31"/>
                  </a:cubicBezTo>
                  <a:cubicBezTo>
                    <a:pt x="5" y="29"/>
                    <a:pt x="3" y="28"/>
                    <a:pt x="2" y="26"/>
                  </a:cubicBezTo>
                  <a:cubicBezTo>
                    <a:pt x="1" y="24"/>
                    <a:pt x="0" y="21"/>
                    <a:pt x="0" y="19"/>
                  </a:cubicBezTo>
                  <a:cubicBezTo>
                    <a:pt x="0" y="18"/>
                    <a:pt x="0" y="18"/>
                    <a:pt x="0" y="17"/>
                  </a:cubicBezTo>
                  <a:lnTo>
                    <a:pt x="0" y="16"/>
                  </a:lnTo>
                  <a:cubicBezTo>
                    <a:pt x="0" y="13"/>
                    <a:pt x="0" y="11"/>
                    <a:pt x="2" y="8"/>
                  </a:cubicBezTo>
                  <a:cubicBezTo>
                    <a:pt x="4" y="5"/>
                    <a:pt x="5" y="4"/>
                    <a:pt x="8" y="2"/>
                  </a:cubicBezTo>
                  <a:cubicBezTo>
                    <a:pt x="11" y="0"/>
                    <a:pt x="13" y="0"/>
                    <a:pt x="16" y="0"/>
                  </a:cubicBezTo>
                  <a:cubicBezTo>
                    <a:pt x="17" y="0"/>
                    <a:pt x="17" y="0"/>
                    <a:pt x="17" y="0"/>
                  </a:cubicBezTo>
                  <a:cubicBezTo>
                    <a:pt x="26" y="0"/>
                    <a:pt x="36" y="6"/>
                    <a:pt x="33" y="18"/>
                  </a:cubicBezTo>
                  <a:cubicBezTo>
                    <a:pt x="32" y="20"/>
                    <a:pt x="32" y="21"/>
                    <a:pt x="31" y="23"/>
                  </a:cubicBezTo>
                  <a:cubicBezTo>
                    <a:pt x="30" y="26"/>
                    <a:pt x="27" y="28"/>
                    <a:pt x="24" y="30"/>
                  </a:cubicBezTo>
                  <a:cubicBezTo>
                    <a:pt x="21" y="32"/>
                    <a:pt x="17" y="32"/>
                    <a:pt x="14" y="32"/>
                  </a:cubicBezTo>
                  <a:cubicBezTo>
                    <a:pt x="13" y="32"/>
                    <a:pt x="13" y="32"/>
                    <a:pt x="12"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8"/>
            <p:cNvSpPr/>
            <p:nvPr/>
          </p:nvSpPr>
          <p:spPr>
            <a:xfrm rot="-755217">
              <a:off x="10132913" y="3497538"/>
              <a:ext cx="33046" cy="39653"/>
            </a:xfrm>
            <a:custGeom>
              <a:rect b="b" l="l" r="r" t="t"/>
              <a:pathLst>
                <a:path extrusionOk="0" h="48" w="40">
                  <a:moveTo>
                    <a:pt x="39" y="47"/>
                  </a:moveTo>
                  <a:cubicBezTo>
                    <a:pt x="24" y="34"/>
                    <a:pt x="11" y="18"/>
                    <a:pt x="0" y="1"/>
                  </a:cubicBezTo>
                  <a:cubicBezTo>
                    <a:pt x="0" y="0"/>
                    <a:pt x="0" y="0"/>
                    <a:pt x="0" y="0"/>
                  </a:cubicBezTo>
                  <a:cubicBezTo>
                    <a:pt x="25" y="11"/>
                    <a:pt x="25" y="11"/>
                    <a:pt x="3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8"/>
            <p:cNvSpPr/>
            <p:nvPr/>
          </p:nvSpPr>
          <p:spPr>
            <a:xfrm rot="-755217">
              <a:off x="9841398" y="3517338"/>
              <a:ext cx="36351" cy="34696"/>
            </a:xfrm>
            <a:custGeom>
              <a:rect b="b" l="l" r="r" t="t"/>
              <a:pathLst>
                <a:path extrusionOk="0" h="42" w="44">
                  <a:moveTo>
                    <a:pt x="0" y="0"/>
                  </a:moveTo>
                  <a:cubicBezTo>
                    <a:pt x="29" y="9"/>
                    <a:pt x="32" y="29"/>
                    <a:pt x="43" y="41"/>
                  </a:cubicBezTo>
                  <a:cubicBezTo>
                    <a:pt x="24" y="38"/>
                    <a:pt x="16"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8"/>
            <p:cNvSpPr/>
            <p:nvPr/>
          </p:nvSpPr>
          <p:spPr>
            <a:xfrm rot="-755217">
              <a:off x="8821091" y="4323932"/>
              <a:ext cx="29741" cy="27261"/>
            </a:xfrm>
            <a:custGeom>
              <a:rect b="b" l="l" r="r" t="t"/>
              <a:pathLst>
                <a:path extrusionOk="0" h="33" w="36">
                  <a:moveTo>
                    <a:pt x="0" y="10"/>
                  </a:moveTo>
                  <a:cubicBezTo>
                    <a:pt x="0" y="3"/>
                    <a:pt x="9" y="1"/>
                    <a:pt x="20" y="0"/>
                  </a:cubicBezTo>
                  <a:cubicBezTo>
                    <a:pt x="26" y="0"/>
                    <a:pt x="32" y="0"/>
                    <a:pt x="33" y="6"/>
                  </a:cubicBezTo>
                  <a:cubicBezTo>
                    <a:pt x="35" y="18"/>
                    <a:pt x="25" y="24"/>
                    <a:pt x="15" y="28"/>
                  </a:cubicBezTo>
                  <a:cubicBezTo>
                    <a:pt x="5" y="32"/>
                    <a:pt x="1" y="2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8"/>
            <p:cNvSpPr/>
            <p:nvPr/>
          </p:nvSpPr>
          <p:spPr>
            <a:xfrm rot="-755217">
              <a:off x="9665337" y="2960181"/>
              <a:ext cx="34698" cy="42131"/>
            </a:xfrm>
            <a:custGeom>
              <a:rect b="b" l="l" r="r" t="t"/>
              <a:pathLst>
                <a:path extrusionOk="0" h="51" w="42">
                  <a:moveTo>
                    <a:pt x="2" y="0"/>
                  </a:moveTo>
                  <a:lnTo>
                    <a:pt x="3" y="0"/>
                  </a:lnTo>
                  <a:cubicBezTo>
                    <a:pt x="15" y="7"/>
                    <a:pt x="26" y="18"/>
                    <a:pt x="33" y="31"/>
                  </a:cubicBezTo>
                  <a:cubicBezTo>
                    <a:pt x="37" y="37"/>
                    <a:pt x="39" y="43"/>
                    <a:pt x="41" y="50"/>
                  </a:cubicBezTo>
                  <a:cubicBezTo>
                    <a:pt x="40" y="49"/>
                    <a:pt x="38" y="49"/>
                    <a:pt x="37" y="48"/>
                  </a:cubicBezTo>
                  <a:cubicBezTo>
                    <a:pt x="25" y="41"/>
                    <a:pt x="14" y="31"/>
                    <a:pt x="7" y="18"/>
                  </a:cubicBezTo>
                  <a:cubicBezTo>
                    <a:pt x="4" y="13"/>
                    <a:pt x="2" y="7"/>
                    <a:pt x="0"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8"/>
            <p:cNvSpPr/>
            <p:nvPr/>
          </p:nvSpPr>
          <p:spPr>
            <a:xfrm rot="-755217">
              <a:off x="9943157" y="3494453"/>
              <a:ext cx="37177" cy="28914"/>
            </a:xfrm>
            <a:custGeom>
              <a:rect b="b" l="l" r="r" t="t"/>
              <a:pathLst>
                <a:path extrusionOk="0" h="35" w="45">
                  <a:moveTo>
                    <a:pt x="44" y="33"/>
                  </a:moveTo>
                  <a:cubicBezTo>
                    <a:pt x="22" y="33"/>
                    <a:pt x="11" y="15"/>
                    <a:pt x="0" y="0"/>
                  </a:cubicBezTo>
                  <a:cubicBezTo>
                    <a:pt x="7" y="1"/>
                    <a:pt x="15" y="3"/>
                    <a:pt x="21" y="7"/>
                  </a:cubicBezTo>
                  <a:cubicBezTo>
                    <a:pt x="28" y="11"/>
                    <a:pt x="35" y="16"/>
                    <a:pt x="39" y="24"/>
                  </a:cubicBezTo>
                  <a:cubicBezTo>
                    <a:pt x="41" y="28"/>
                    <a:pt x="42" y="31"/>
                    <a:pt x="43" y="34"/>
                  </a:cubicBezTo>
                  <a:lnTo>
                    <a:pt x="4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8"/>
            <p:cNvSpPr/>
            <p:nvPr/>
          </p:nvSpPr>
          <p:spPr>
            <a:xfrm rot="-755217">
              <a:off x="9535321" y="3129050"/>
              <a:ext cx="33046" cy="41305"/>
            </a:xfrm>
            <a:custGeom>
              <a:rect b="b" l="l" r="r" t="t"/>
              <a:pathLst>
                <a:path extrusionOk="0" h="50" w="40">
                  <a:moveTo>
                    <a:pt x="0" y="1"/>
                  </a:moveTo>
                  <a:cubicBezTo>
                    <a:pt x="22" y="9"/>
                    <a:pt x="30" y="28"/>
                    <a:pt x="39" y="49"/>
                  </a:cubicBezTo>
                  <a:cubicBezTo>
                    <a:pt x="22" y="36"/>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8"/>
            <p:cNvSpPr/>
            <p:nvPr/>
          </p:nvSpPr>
          <p:spPr>
            <a:xfrm rot="-755217">
              <a:off x="9494564" y="3613762"/>
              <a:ext cx="33872" cy="41305"/>
            </a:xfrm>
            <a:custGeom>
              <a:rect b="b" l="l" r="r" t="t"/>
              <a:pathLst>
                <a:path extrusionOk="0" h="50" w="41">
                  <a:moveTo>
                    <a:pt x="0" y="1"/>
                  </a:moveTo>
                  <a:cubicBezTo>
                    <a:pt x="24" y="8"/>
                    <a:pt x="31" y="30"/>
                    <a:pt x="40" y="49"/>
                  </a:cubicBezTo>
                  <a:cubicBezTo>
                    <a:pt x="38" y="49"/>
                    <a:pt x="37" y="48"/>
                    <a:pt x="35" y="47"/>
                  </a:cubicBezTo>
                  <a:cubicBezTo>
                    <a:pt x="24" y="41"/>
                    <a:pt x="15" y="32"/>
                    <a:pt x="9" y="21"/>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8"/>
            <p:cNvSpPr/>
            <p:nvPr/>
          </p:nvSpPr>
          <p:spPr>
            <a:xfrm rot="-755217">
              <a:off x="10364673" y="3430673"/>
              <a:ext cx="17349" cy="44610"/>
            </a:xfrm>
            <a:custGeom>
              <a:rect b="b" l="l" r="r" t="t"/>
              <a:pathLst>
                <a:path extrusionOk="0" h="54" w="21">
                  <a:moveTo>
                    <a:pt x="8" y="53"/>
                  </a:moveTo>
                  <a:cubicBezTo>
                    <a:pt x="0" y="33"/>
                    <a:pt x="20" y="20"/>
                    <a:pt x="18" y="0"/>
                  </a:cubicBezTo>
                  <a:cubicBezTo>
                    <a:pt x="19" y="6"/>
                    <a:pt x="20" y="11"/>
                    <a:pt x="20" y="17"/>
                  </a:cubicBezTo>
                  <a:cubicBezTo>
                    <a:pt x="20" y="27"/>
                    <a:pt x="17" y="38"/>
                    <a:pt x="12" y="47"/>
                  </a:cubicBezTo>
                  <a:cubicBezTo>
                    <a:pt x="11" y="49"/>
                    <a:pt x="9" y="51"/>
                    <a:pt x="8"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8"/>
            <p:cNvSpPr/>
            <p:nvPr/>
          </p:nvSpPr>
          <p:spPr>
            <a:xfrm rot="-755217">
              <a:off x="10203899" y="3735355"/>
              <a:ext cx="36351" cy="47914"/>
            </a:xfrm>
            <a:custGeom>
              <a:rect b="b" l="l" r="r" t="t"/>
              <a:pathLst>
                <a:path extrusionOk="0" h="58" w="44">
                  <a:moveTo>
                    <a:pt x="33" y="34"/>
                  </a:moveTo>
                  <a:lnTo>
                    <a:pt x="43" y="52"/>
                  </a:lnTo>
                  <a:cubicBezTo>
                    <a:pt x="35" y="57"/>
                    <a:pt x="27" y="56"/>
                    <a:pt x="22" y="46"/>
                  </a:cubicBezTo>
                  <a:cubicBezTo>
                    <a:pt x="18" y="42"/>
                    <a:pt x="16" y="37"/>
                    <a:pt x="13" y="32"/>
                  </a:cubicBezTo>
                  <a:cubicBezTo>
                    <a:pt x="8" y="22"/>
                    <a:pt x="3" y="12"/>
                    <a:pt x="0" y="0"/>
                  </a:cubicBezTo>
                  <a:cubicBezTo>
                    <a:pt x="20" y="2"/>
                    <a:pt x="17" y="28"/>
                    <a:pt x="3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8"/>
            <p:cNvSpPr/>
            <p:nvPr/>
          </p:nvSpPr>
          <p:spPr>
            <a:xfrm rot="-755217">
              <a:off x="8310600" y="3533665"/>
              <a:ext cx="33046" cy="37175"/>
            </a:xfrm>
            <a:custGeom>
              <a:rect b="b" l="l" r="r" t="t"/>
              <a:pathLst>
                <a:path extrusionOk="0" h="45" w="40">
                  <a:moveTo>
                    <a:pt x="0" y="1"/>
                  </a:moveTo>
                  <a:cubicBezTo>
                    <a:pt x="21" y="8"/>
                    <a:pt x="29" y="28"/>
                    <a:pt x="39" y="44"/>
                  </a:cubicBezTo>
                  <a:cubicBezTo>
                    <a:pt x="37" y="43"/>
                    <a:pt x="35" y="42"/>
                    <a:pt x="33" y="41"/>
                  </a:cubicBezTo>
                  <a:cubicBezTo>
                    <a:pt x="22" y="35"/>
                    <a:pt x="13" y="26"/>
                    <a:pt x="7" y="16"/>
                  </a:cubicBezTo>
                  <a:cubicBezTo>
                    <a:pt x="4" y="11"/>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8"/>
            <p:cNvSpPr/>
            <p:nvPr/>
          </p:nvSpPr>
          <p:spPr>
            <a:xfrm rot="-755217">
              <a:off x="8891166" y="2751071"/>
              <a:ext cx="37177" cy="46262"/>
            </a:xfrm>
            <a:custGeom>
              <a:rect b="b" l="l" r="r" t="t"/>
              <a:pathLst>
                <a:path extrusionOk="0" h="56" w="45">
                  <a:moveTo>
                    <a:pt x="0" y="0"/>
                  </a:moveTo>
                  <a:cubicBezTo>
                    <a:pt x="3" y="1"/>
                    <a:pt x="6" y="3"/>
                    <a:pt x="9" y="5"/>
                  </a:cubicBezTo>
                  <a:cubicBezTo>
                    <a:pt x="20" y="11"/>
                    <a:pt x="29" y="20"/>
                    <a:pt x="36" y="31"/>
                  </a:cubicBezTo>
                  <a:cubicBezTo>
                    <a:pt x="40" y="38"/>
                    <a:pt x="43" y="46"/>
                    <a:pt x="44" y="55"/>
                  </a:cubicBezTo>
                  <a:cubicBezTo>
                    <a:pt x="41" y="54"/>
                    <a:pt x="38" y="52"/>
                    <a:pt x="35" y="50"/>
                  </a:cubicBezTo>
                  <a:cubicBezTo>
                    <a:pt x="24" y="44"/>
                    <a:pt x="15" y="35"/>
                    <a:pt x="8" y="24"/>
                  </a:cubicBezTo>
                  <a:cubicBezTo>
                    <a:pt x="4" y="16"/>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8"/>
            <p:cNvSpPr/>
            <p:nvPr/>
          </p:nvSpPr>
          <p:spPr>
            <a:xfrm rot="-755217">
              <a:off x="8653104" y="3466517"/>
              <a:ext cx="18175" cy="41305"/>
            </a:xfrm>
            <a:custGeom>
              <a:rect b="b" l="l" r="r" t="t"/>
              <a:pathLst>
                <a:path extrusionOk="0" h="50" w="22">
                  <a:moveTo>
                    <a:pt x="3" y="0"/>
                  </a:moveTo>
                  <a:lnTo>
                    <a:pt x="21" y="49"/>
                  </a:lnTo>
                  <a:cubicBezTo>
                    <a:pt x="21" y="49"/>
                    <a:pt x="20" y="48"/>
                    <a:pt x="19" y="48"/>
                  </a:cubicBezTo>
                  <a:cubicBezTo>
                    <a:pt x="14" y="45"/>
                    <a:pt x="9" y="40"/>
                    <a:pt x="5" y="34"/>
                  </a:cubicBezTo>
                  <a:cubicBezTo>
                    <a:pt x="1" y="28"/>
                    <a:pt x="0" y="21"/>
                    <a:pt x="0" y="15"/>
                  </a:cubicBezTo>
                  <a:cubicBezTo>
                    <a:pt x="0" y="10"/>
                    <a:pt x="1" y="5"/>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8"/>
            <p:cNvSpPr/>
            <p:nvPr/>
          </p:nvSpPr>
          <p:spPr>
            <a:xfrm rot="-755217">
              <a:off x="8992443" y="3898705"/>
              <a:ext cx="23132" cy="24783"/>
            </a:xfrm>
            <a:custGeom>
              <a:rect b="b" l="l" r="r" t="t"/>
              <a:pathLst>
                <a:path extrusionOk="0" h="30" w="28">
                  <a:moveTo>
                    <a:pt x="10" y="28"/>
                  </a:moveTo>
                  <a:cubicBezTo>
                    <a:pt x="5" y="28"/>
                    <a:pt x="0" y="24"/>
                    <a:pt x="0" y="18"/>
                  </a:cubicBezTo>
                  <a:cubicBezTo>
                    <a:pt x="0" y="15"/>
                    <a:pt x="2" y="12"/>
                    <a:pt x="3" y="10"/>
                  </a:cubicBezTo>
                  <a:cubicBezTo>
                    <a:pt x="5" y="7"/>
                    <a:pt x="7" y="5"/>
                    <a:pt x="10" y="3"/>
                  </a:cubicBezTo>
                  <a:cubicBezTo>
                    <a:pt x="13" y="1"/>
                    <a:pt x="16" y="0"/>
                    <a:pt x="19" y="0"/>
                  </a:cubicBezTo>
                  <a:cubicBezTo>
                    <a:pt x="20" y="0"/>
                    <a:pt x="21" y="0"/>
                    <a:pt x="21" y="0"/>
                  </a:cubicBezTo>
                  <a:cubicBezTo>
                    <a:pt x="23" y="0"/>
                    <a:pt x="27" y="8"/>
                    <a:pt x="26" y="12"/>
                  </a:cubicBezTo>
                  <a:cubicBezTo>
                    <a:pt x="26" y="22"/>
                    <a:pt x="21" y="29"/>
                    <a:pt x="1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8"/>
            <p:cNvSpPr/>
            <p:nvPr/>
          </p:nvSpPr>
          <p:spPr>
            <a:xfrm rot="-755217">
              <a:off x="9834619" y="3571121"/>
              <a:ext cx="30567" cy="33870"/>
            </a:xfrm>
            <a:custGeom>
              <a:rect b="b" l="l" r="r" t="t"/>
              <a:pathLst>
                <a:path extrusionOk="0" h="41" w="37">
                  <a:moveTo>
                    <a:pt x="0" y="0"/>
                  </a:moveTo>
                  <a:cubicBezTo>
                    <a:pt x="14" y="9"/>
                    <a:pt x="26" y="22"/>
                    <a:pt x="34" y="37"/>
                  </a:cubicBezTo>
                  <a:cubicBezTo>
                    <a:pt x="35" y="38"/>
                    <a:pt x="35" y="39"/>
                    <a:pt x="36" y="40"/>
                  </a:cubicBezTo>
                  <a:cubicBezTo>
                    <a:pt x="13" y="28"/>
                    <a:pt x="13" y="2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8"/>
            <p:cNvSpPr/>
            <p:nvPr/>
          </p:nvSpPr>
          <p:spPr>
            <a:xfrm rot="-755217">
              <a:off x="9757928" y="3079170"/>
              <a:ext cx="34698" cy="42131"/>
            </a:xfrm>
            <a:custGeom>
              <a:rect b="b" l="l" r="r" t="t"/>
              <a:pathLst>
                <a:path extrusionOk="0" h="51" w="42">
                  <a:moveTo>
                    <a:pt x="0" y="1"/>
                  </a:moveTo>
                  <a:cubicBezTo>
                    <a:pt x="26" y="8"/>
                    <a:pt x="32" y="30"/>
                    <a:pt x="41" y="50"/>
                  </a:cubicBezTo>
                  <a:cubicBezTo>
                    <a:pt x="23" y="37"/>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8"/>
            <p:cNvSpPr/>
            <p:nvPr/>
          </p:nvSpPr>
          <p:spPr>
            <a:xfrm rot="-755217">
              <a:off x="8861780" y="3072831"/>
              <a:ext cx="32220" cy="27261"/>
            </a:xfrm>
            <a:custGeom>
              <a:rect b="b" l="l" r="r" t="t"/>
              <a:pathLst>
                <a:path extrusionOk="0" h="33" w="39">
                  <a:moveTo>
                    <a:pt x="0" y="0"/>
                  </a:moveTo>
                  <a:cubicBezTo>
                    <a:pt x="1" y="0"/>
                    <a:pt x="2" y="0"/>
                    <a:pt x="3" y="0"/>
                  </a:cubicBezTo>
                  <a:cubicBezTo>
                    <a:pt x="9" y="0"/>
                    <a:pt x="14" y="2"/>
                    <a:pt x="20" y="5"/>
                  </a:cubicBezTo>
                  <a:cubicBezTo>
                    <a:pt x="26" y="8"/>
                    <a:pt x="30" y="13"/>
                    <a:pt x="33" y="18"/>
                  </a:cubicBezTo>
                  <a:cubicBezTo>
                    <a:pt x="36" y="22"/>
                    <a:pt x="37" y="27"/>
                    <a:pt x="38" y="32"/>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8"/>
            <p:cNvSpPr/>
            <p:nvPr/>
          </p:nvSpPr>
          <p:spPr>
            <a:xfrm rot="-755217">
              <a:off x="8927891" y="3995712"/>
              <a:ext cx="26437" cy="25609"/>
            </a:xfrm>
            <a:custGeom>
              <a:rect b="b" l="l" r="r" t="t"/>
              <a:pathLst>
                <a:path extrusionOk="0" h="31" w="32">
                  <a:moveTo>
                    <a:pt x="31" y="14"/>
                  </a:moveTo>
                  <a:cubicBezTo>
                    <a:pt x="27" y="25"/>
                    <a:pt x="21" y="30"/>
                    <a:pt x="11" y="28"/>
                  </a:cubicBezTo>
                  <a:cubicBezTo>
                    <a:pt x="5" y="28"/>
                    <a:pt x="0" y="24"/>
                    <a:pt x="2" y="17"/>
                  </a:cubicBezTo>
                  <a:cubicBezTo>
                    <a:pt x="2" y="15"/>
                    <a:pt x="4" y="12"/>
                    <a:pt x="4" y="10"/>
                  </a:cubicBezTo>
                  <a:cubicBezTo>
                    <a:pt x="6" y="7"/>
                    <a:pt x="8" y="5"/>
                    <a:pt x="11" y="3"/>
                  </a:cubicBezTo>
                  <a:cubicBezTo>
                    <a:pt x="13" y="2"/>
                    <a:pt x="16" y="1"/>
                    <a:pt x="19" y="1"/>
                  </a:cubicBezTo>
                  <a:cubicBezTo>
                    <a:pt x="30" y="0"/>
                    <a:pt x="29" y="9"/>
                    <a:pt x="3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8"/>
            <p:cNvSpPr/>
            <p:nvPr/>
          </p:nvSpPr>
          <p:spPr>
            <a:xfrm rot="-755217">
              <a:off x="8380060" y="2246936"/>
              <a:ext cx="47090" cy="38827"/>
            </a:xfrm>
            <a:custGeom>
              <a:rect b="b" l="l" r="r" t="t"/>
              <a:pathLst>
                <a:path extrusionOk="0" h="47" w="57">
                  <a:moveTo>
                    <a:pt x="0" y="0"/>
                  </a:moveTo>
                  <a:cubicBezTo>
                    <a:pt x="7" y="2"/>
                    <a:pt x="13" y="6"/>
                    <a:pt x="19" y="9"/>
                  </a:cubicBezTo>
                  <a:cubicBezTo>
                    <a:pt x="35" y="18"/>
                    <a:pt x="47" y="30"/>
                    <a:pt x="56" y="45"/>
                  </a:cubicBezTo>
                  <a:lnTo>
                    <a:pt x="56" y="46"/>
                  </a:lnTo>
                  <a:cubicBezTo>
                    <a:pt x="49" y="44"/>
                    <a:pt x="42" y="41"/>
                    <a:pt x="36" y="37"/>
                  </a:cubicBezTo>
                  <a:cubicBezTo>
                    <a:pt x="22" y="29"/>
                    <a:pt x="9" y="16"/>
                    <a:pt x="1" y="2"/>
                  </a:cubicBezTo>
                  <a:cubicBezTo>
                    <a:pt x="1"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8"/>
            <p:cNvSpPr/>
            <p:nvPr/>
          </p:nvSpPr>
          <p:spPr>
            <a:xfrm rot="-755217">
              <a:off x="7732407" y="1758097"/>
              <a:ext cx="34698" cy="38827"/>
            </a:xfrm>
            <a:custGeom>
              <a:rect b="b" l="l" r="r" t="t"/>
              <a:pathLst>
                <a:path extrusionOk="0" h="47" w="42">
                  <a:moveTo>
                    <a:pt x="0" y="46"/>
                  </a:moveTo>
                  <a:lnTo>
                    <a:pt x="10" y="24"/>
                  </a:lnTo>
                  <a:lnTo>
                    <a:pt x="41" y="0"/>
                  </a:lnTo>
                  <a:cubicBezTo>
                    <a:pt x="27" y="32"/>
                    <a:pt x="27" y="32"/>
                    <a:pt x="0"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8"/>
            <p:cNvSpPr/>
            <p:nvPr/>
          </p:nvSpPr>
          <p:spPr>
            <a:xfrm rot="-755217">
              <a:off x="8134401" y="2443508"/>
              <a:ext cx="37177" cy="47088"/>
            </a:xfrm>
            <a:custGeom>
              <a:rect b="b" l="l" r="r" t="t"/>
              <a:pathLst>
                <a:path extrusionOk="0" h="57" w="45">
                  <a:moveTo>
                    <a:pt x="44" y="56"/>
                  </a:moveTo>
                  <a:cubicBezTo>
                    <a:pt x="41" y="54"/>
                    <a:pt x="38" y="53"/>
                    <a:pt x="35" y="51"/>
                  </a:cubicBezTo>
                  <a:cubicBezTo>
                    <a:pt x="24" y="45"/>
                    <a:pt x="15" y="36"/>
                    <a:pt x="9" y="25"/>
                  </a:cubicBezTo>
                  <a:cubicBezTo>
                    <a:pt x="5" y="17"/>
                    <a:pt x="2" y="9"/>
                    <a:pt x="0" y="0"/>
                  </a:cubicBezTo>
                  <a:cubicBezTo>
                    <a:pt x="3" y="1"/>
                    <a:pt x="6" y="3"/>
                    <a:pt x="8" y="4"/>
                  </a:cubicBezTo>
                  <a:cubicBezTo>
                    <a:pt x="19" y="11"/>
                    <a:pt x="28" y="20"/>
                    <a:pt x="34" y="30"/>
                  </a:cubicBezTo>
                  <a:cubicBezTo>
                    <a:pt x="39" y="38"/>
                    <a:pt x="42" y="47"/>
                    <a:pt x="43" y="56"/>
                  </a:cubicBezTo>
                  <a:lnTo>
                    <a:pt x="4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8"/>
            <p:cNvSpPr/>
            <p:nvPr/>
          </p:nvSpPr>
          <p:spPr>
            <a:xfrm rot="-755217">
              <a:off x="9037965" y="2652495"/>
              <a:ext cx="34698" cy="42131"/>
            </a:xfrm>
            <a:custGeom>
              <a:rect b="b" l="l" r="r" t="t"/>
              <a:pathLst>
                <a:path extrusionOk="0" h="51" w="42">
                  <a:moveTo>
                    <a:pt x="0" y="1"/>
                  </a:moveTo>
                  <a:cubicBezTo>
                    <a:pt x="24" y="9"/>
                    <a:pt x="32" y="30"/>
                    <a:pt x="41" y="50"/>
                  </a:cubicBezTo>
                  <a:cubicBezTo>
                    <a:pt x="39" y="50"/>
                    <a:pt x="38" y="49"/>
                    <a:pt x="36" y="48"/>
                  </a:cubicBezTo>
                  <a:cubicBezTo>
                    <a:pt x="25" y="41"/>
                    <a:pt x="16" y="32"/>
                    <a:pt x="9" y="20"/>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8"/>
            <p:cNvSpPr/>
            <p:nvPr/>
          </p:nvSpPr>
          <p:spPr>
            <a:xfrm rot="-755217">
              <a:off x="8767473" y="3004508"/>
              <a:ext cx="38003" cy="38827"/>
            </a:xfrm>
            <a:custGeom>
              <a:rect b="b" l="l" r="r" t="t"/>
              <a:pathLst>
                <a:path extrusionOk="0" h="47" w="46">
                  <a:moveTo>
                    <a:pt x="45" y="46"/>
                  </a:moveTo>
                  <a:cubicBezTo>
                    <a:pt x="44" y="45"/>
                    <a:pt x="44" y="45"/>
                    <a:pt x="43" y="44"/>
                  </a:cubicBezTo>
                  <a:cubicBezTo>
                    <a:pt x="26" y="35"/>
                    <a:pt x="12" y="21"/>
                    <a:pt x="2" y="4"/>
                  </a:cubicBezTo>
                  <a:cubicBezTo>
                    <a:pt x="2" y="3"/>
                    <a:pt x="1" y="1"/>
                    <a:pt x="0" y="0"/>
                  </a:cubicBezTo>
                  <a:cubicBezTo>
                    <a:pt x="30" y="8"/>
                    <a:pt x="34" y="30"/>
                    <a:pt x="45"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8"/>
            <p:cNvSpPr/>
            <p:nvPr/>
          </p:nvSpPr>
          <p:spPr>
            <a:xfrm rot="-755217">
              <a:off x="9734431" y="3112668"/>
              <a:ext cx="31394" cy="38001"/>
            </a:xfrm>
            <a:custGeom>
              <a:rect b="b" l="l" r="r" t="t"/>
              <a:pathLst>
                <a:path extrusionOk="0" h="46" w="38">
                  <a:moveTo>
                    <a:pt x="37" y="44"/>
                  </a:moveTo>
                  <a:cubicBezTo>
                    <a:pt x="15" y="38"/>
                    <a:pt x="7" y="19"/>
                    <a:pt x="0" y="0"/>
                  </a:cubicBezTo>
                  <a:cubicBezTo>
                    <a:pt x="2" y="1"/>
                    <a:pt x="4" y="2"/>
                    <a:pt x="6" y="3"/>
                  </a:cubicBezTo>
                  <a:cubicBezTo>
                    <a:pt x="15" y="9"/>
                    <a:pt x="23" y="16"/>
                    <a:pt x="29" y="26"/>
                  </a:cubicBezTo>
                  <a:cubicBezTo>
                    <a:pt x="32" y="32"/>
                    <a:pt x="35" y="38"/>
                    <a:pt x="36" y="45"/>
                  </a:cubicBezTo>
                  <a:lnTo>
                    <a:pt x="37"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8"/>
            <p:cNvSpPr/>
            <p:nvPr/>
          </p:nvSpPr>
          <p:spPr>
            <a:xfrm rot="-755217">
              <a:off x="8463736" y="4043226"/>
              <a:ext cx="37177" cy="33044"/>
            </a:xfrm>
            <a:custGeom>
              <a:rect b="b" l="l" r="r" t="t"/>
              <a:pathLst>
                <a:path extrusionOk="0" h="40" w="45">
                  <a:moveTo>
                    <a:pt x="0" y="7"/>
                  </a:moveTo>
                  <a:cubicBezTo>
                    <a:pt x="9" y="0"/>
                    <a:pt x="15" y="5"/>
                    <a:pt x="21" y="7"/>
                  </a:cubicBezTo>
                  <a:cubicBezTo>
                    <a:pt x="26" y="9"/>
                    <a:pt x="44" y="16"/>
                    <a:pt x="33" y="29"/>
                  </a:cubicBezTo>
                  <a:cubicBezTo>
                    <a:pt x="26" y="39"/>
                    <a:pt x="17" y="32"/>
                    <a:pt x="10" y="26"/>
                  </a:cubicBezTo>
                  <a:cubicBezTo>
                    <a:pt x="7" y="25"/>
                    <a:pt x="4" y="21"/>
                    <a:pt x="3" y="19"/>
                  </a:cubicBezTo>
                  <a:cubicBezTo>
                    <a:pt x="1" y="15"/>
                    <a:pt x="0" y="13"/>
                    <a:pt x="0" y="9"/>
                  </a:cubicBezTo>
                  <a:cubicBezTo>
                    <a:pt x="0" y="9"/>
                    <a:pt x="0" y="8"/>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8"/>
            <p:cNvSpPr/>
            <p:nvPr/>
          </p:nvSpPr>
          <p:spPr>
            <a:xfrm rot="-755217">
              <a:off x="8402744" y="3065725"/>
              <a:ext cx="38003" cy="46262"/>
            </a:xfrm>
            <a:custGeom>
              <a:rect b="b" l="l" r="r" t="t"/>
              <a:pathLst>
                <a:path extrusionOk="0" h="56" w="46">
                  <a:moveTo>
                    <a:pt x="0" y="0"/>
                  </a:moveTo>
                  <a:cubicBezTo>
                    <a:pt x="3" y="1"/>
                    <a:pt x="6" y="3"/>
                    <a:pt x="8" y="4"/>
                  </a:cubicBezTo>
                  <a:cubicBezTo>
                    <a:pt x="20" y="11"/>
                    <a:pt x="29" y="20"/>
                    <a:pt x="36" y="31"/>
                  </a:cubicBezTo>
                  <a:cubicBezTo>
                    <a:pt x="40" y="39"/>
                    <a:pt x="43" y="46"/>
                    <a:pt x="45" y="55"/>
                  </a:cubicBezTo>
                  <a:cubicBezTo>
                    <a:pt x="41" y="53"/>
                    <a:pt x="38" y="52"/>
                    <a:pt x="35" y="50"/>
                  </a:cubicBezTo>
                  <a:cubicBezTo>
                    <a:pt x="24" y="44"/>
                    <a:pt x="15" y="35"/>
                    <a:pt x="9" y="24"/>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8"/>
            <p:cNvSpPr/>
            <p:nvPr/>
          </p:nvSpPr>
          <p:spPr>
            <a:xfrm rot="-755217">
              <a:off x="8216181" y="2649854"/>
              <a:ext cx="33872" cy="41305"/>
            </a:xfrm>
            <a:custGeom>
              <a:rect b="b" l="l" r="r" t="t"/>
              <a:pathLst>
                <a:path extrusionOk="0" h="50" w="41">
                  <a:moveTo>
                    <a:pt x="0" y="1"/>
                  </a:moveTo>
                  <a:cubicBezTo>
                    <a:pt x="2" y="2"/>
                    <a:pt x="4" y="3"/>
                    <a:pt x="5" y="4"/>
                  </a:cubicBezTo>
                  <a:cubicBezTo>
                    <a:pt x="17" y="10"/>
                    <a:pt x="26" y="20"/>
                    <a:pt x="33" y="31"/>
                  </a:cubicBezTo>
                  <a:cubicBezTo>
                    <a:pt x="36" y="37"/>
                    <a:pt x="39" y="43"/>
                    <a:pt x="40" y="49"/>
                  </a:cubicBezTo>
                  <a:cubicBezTo>
                    <a:pt x="39" y="49"/>
                    <a:pt x="37" y="48"/>
                    <a:pt x="36" y="47"/>
                  </a:cubicBezTo>
                  <a:cubicBezTo>
                    <a:pt x="25" y="41"/>
                    <a:pt x="15" y="31"/>
                    <a:pt x="9" y="20"/>
                  </a:cubicBezTo>
                  <a:cubicBezTo>
                    <a:pt x="5"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8"/>
            <p:cNvSpPr/>
            <p:nvPr/>
          </p:nvSpPr>
          <p:spPr>
            <a:xfrm rot="-755217">
              <a:off x="9128253" y="3474264"/>
              <a:ext cx="37177" cy="41305"/>
            </a:xfrm>
            <a:custGeom>
              <a:rect b="b" l="l" r="r" t="t"/>
              <a:pathLst>
                <a:path extrusionOk="0" h="50" w="45">
                  <a:moveTo>
                    <a:pt x="8" y="0"/>
                  </a:moveTo>
                  <a:lnTo>
                    <a:pt x="44" y="43"/>
                  </a:lnTo>
                  <a:lnTo>
                    <a:pt x="37" y="49"/>
                  </a:lnTo>
                  <a:lnTo>
                    <a:pt x="0" y="6"/>
                  </a:lnTo>
                  <a:lnTo>
                    <a:pt x="8" y="0"/>
                  </a:lnTo>
                </a:path>
              </a:pathLst>
            </a:custGeom>
            <a:solidFill>
              <a:schemeClr val="dk1"/>
            </a:solidFill>
            <a:ln>
              <a:noFill/>
            </a:ln>
          </p:spPr>
        </p:sp>
        <p:sp>
          <p:nvSpPr>
            <p:cNvPr id="4770" name="Google Shape;4770;p38"/>
            <p:cNvSpPr/>
            <p:nvPr/>
          </p:nvSpPr>
          <p:spPr>
            <a:xfrm rot="-755217">
              <a:off x="8195479" y="3474685"/>
              <a:ext cx="33872" cy="41305"/>
            </a:xfrm>
            <a:custGeom>
              <a:rect b="b" l="l" r="r" t="t"/>
              <a:pathLst>
                <a:path extrusionOk="0" h="50" w="41">
                  <a:moveTo>
                    <a:pt x="0" y="1"/>
                  </a:moveTo>
                  <a:cubicBezTo>
                    <a:pt x="24" y="8"/>
                    <a:pt x="29" y="31"/>
                    <a:pt x="40" y="49"/>
                  </a:cubicBezTo>
                  <a:cubicBezTo>
                    <a:pt x="38" y="48"/>
                    <a:pt x="35" y="47"/>
                    <a:pt x="33" y="45"/>
                  </a:cubicBezTo>
                  <a:cubicBezTo>
                    <a:pt x="23" y="39"/>
                    <a:pt x="14" y="31"/>
                    <a:pt x="9" y="21"/>
                  </a:cubicBezTo>
                  <a:cubicBezTo>
                    <a:pt x="5" y="15"/>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8"/>
            <p:cNvSpPr/>
            <p:nvPr/>
          </p:nvSpPr>
          <p:spPr>
            <a:xfrm rot="-755217">
              <a:off x="9880955" y="3102139"/>
              <a:ext cx="36351" cy="28914"/>
            </a:xfrm>
            <a:custGeom>
              <a:rect b="b" l="l" r="r" t="t"/>
              <a:pathLst>
                <a:path extrusionOk="0" h="35" w="44">
                  <a:moveTo>
                    <a:pt x="0" y="0"/>
                  </a:moveTo>
                  <a:cubicBezTo>
                    <a:pt x="23" y="0"/>
                    <a:pt x="32" y="19"/>
                    <a:pt x="43" y="34"/>
                  </a:cubicBezTo>
                  <a:cubicBezTo>
                    <a:pt x="21" y="34"/>
                    <a:pt x="11" y="1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8"/>
            <p:cNvSpPr/>
            <p:nvPr/>
          </p:nvSpPr>
          <p:spPr>
            <a:xfrm rot="-755217">
              <a:off x="9977221" y="3322681"/>
              <a:ext cx="29741" cy="33870"/>
            </a:xfrm>
            <a:custGeom>
              <a:rect b="b" l="l" r="r" t="t"/>
              <a:pathLst>
                <a:path extrusionOk="0" h="41" w="36">
                  <a:moveTo>
                    <a:pt x="35" y="40"/>
                  </a:moveTo>
                  <a:cubicBezTo>
                    <a:pt x="30" y="39"/>
                    <a:pt x="26" y="38"/>
                    <a:pt x="21" y="35"/>
                  </a:cubicBezTo>
                  <a:cubicBezTo>
                    <a:pt x="15" y="32"/>
                    <a:pt x="9" y="25"/>
                    <a:pt x="5" y="19"/>
                  </a:cubicBezTo>
                  <a:cubicBezTo>
                    <a:pt x="2" y="13"/>
                    <a:pt x="0" y="7"/>
                    <a:pt x="0" y="0"/>
                  </a:cubicBezTo>
                  <a:lnTo>
                    <a:pt x="35"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8"/>
            <p:cNvSpPr/>
            <p:nvPr/>
          </p:nvSpPr>
          <p:spPr>
            <a:xfrm rot="-755217">
              <a:off x="9222226" y="2830002"/>
              <a:ext cx="31394" cy="33870"/>
            </a:xfrm>
            <a:custGeom>
              <a:rect b="b" l="l" r="r" t="t"/>
              <a:pathLst>
                <a:path extrusionOk="0" h="41" w="38">
                  <a:moveTo>
                    <a:pt x="37" y="40"/>
                  </a:moveTo>
                  <a:cubicBezTo>
                    <a:pt x="32" y="39"/>
                    <a:pt x="27" y="37"/>
                    <a:pt x="23" y="34"/>
                  </a:cubicBezTo>
                  <a:cubicBezTo>
                    <a:pt x="16" y="30"/>
                    <a:pt x="10" y="24"/>
                    <a:pt x="6" y="17"/>
                  </a:cubicBezTo>
                  <a:cubicBezTo>
                    <a:pt x="3" y="12"/>
                    <a:pt x="1" y="6"/>
                    <a:pt x="0" y="0"/>
                  </a:cubicBezTo>
                  <a:lnTo>
                    <a:pt x="37"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8"/>
            <p:cNvSpPr/>
            <p:nvPr/>
          </p:nvSpPr>
          <p:spPr>
            <a:xfrm rot="-755217">
              <a:off x="9786411" y="3371381"/>
              <a:ext cx="37177" cy="46262"/>
            </a:xfrm>
            <a:custGeom>
              <a:rect b="b" l="l" r="r" t="t"/>
              <a:pathLst>
                <a:path extrusionOk="0" h="56" w="45">
                  <a:moveTo>
                    <a:pt x="0" y="0"/>
                  </a:moveTo>
                  <a:cubicBezTo>
                    <a:pt x="1" y="1"/>
                    <a:pt x="3" y="2"/>
                    <a:pt x="5" y="3"/>
                  </a:cubicBezTo>
                  <a:cubicBezTo>
                    <a:pt x="17" y="10"/>
                    <a:pt x="28" y="21"/>
                    <a:pt x="35" y="34"/>
                  </a:cubicBezTo>
                  <a:cubicBezTo>
                    <a:pt x="39" y="40"/>
                    <a:pt x="42" y="48"/>
                    <a:pt x="44" y="55"/>
                  </a:cubicBezTo>
                  <a:cubicBezTo>
                    <a:pt x="40" y="54"/>
                    <a:pt x="36" y="52"/>
                    <a:pt x="33" y="50"/>
                  </a:cubicBezTo>
                  <a:cubicBezTo>
                    <a:pt x="23" y="44"/>
                    <a:pt x="14" y="36"/>
                    <a:pt x="8" y="26"/>
                  </a:cubicBezTo>
                  <a:cubicBezTo>
                    <a:pt x="4" y="18"/>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8"/>
            <p:cNvSpPr/>
            <p:nvPr/>
          </p:nvSpPr>
          <p:spPr>
            <a:xfrm rot="-755217">
              <a:off x="8306048" y="3469458"/>
              <a:ext cx="26437" cy="42131"/>
            </a:xfrm>
            <a:custGeom>
              <a:rect b="b" l="l" r="r" t="t"/>
              <a:pathLst>
                <a:path extrusionOk="0" h="51" w="32">
                  <a:moveTo>
                    <a:pt x="0" y="1"/>
                  </a:moveTo>
                  <a:cubicBezTo>
                    <a:pt x="9" y="8"/>
                    <a:pt x="17" y="16"/>
                    <a:pt x="22" y="25"/>
                  </a:cubicBezTo>
                  <a:cubicBezTo>
                    <a:pt x="27" y="33"/>
                    <a:pt x="30" y="41"/>
                    <a:pt x="31" y="50"/>
                  </a:cubicBezTo>
                  <a:cubicBezTo>
                    <a:pt x="31" y="50"/>
                    <a:pt x="30" y="49"/>
                    <a:pt x="29" y="49"/>
                  </a:cubicBezTo>
                  <a:cubicBezTo>
                    <a:pt x="21" y="44"/>
                    <a:pt x="14" y="37"/>
                    <a:pt x="9" y="28"/>
                  </a:cubicBezTo>
                  <a:cubicBezTo>
                    <a:pt x="4" y="20"/>
                    <a:pt x="1" y="10"/>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38"/>
            <p:cNvSpPr/>
            <p:nvPr/>
          </p:nvSpPr>
          <p:spPr>
            <a:xfrm rot="-755217">
              <a:off x="8023727" y="2313556"/>
              <a:ext cx="34698" cy="43783"/>
            </a:xfrm>
            <a:custGeom>
              <a:rect b="b" l="l" r="r" t="t"/>
              <a:pathLst>
                <a:path extrusionOk="0" h="53" w="42">
                  <a:moveTo>
                    <a:pt x="40" y="52"/>
                  </a:moveTo>
                  <a:cubicBezTo>
                    <a:pt x="38" y="51"/>
                    <a:pt x="36" y="50"/>
                    <a:pt x="33" y="49"/>
                  </a:cubicBezTo>
                  <a:cubicBezTo>
                    <a:pt x="23" y="43"/>
                    <a:pt x="14" y="34"/>
                    <a:pt x="8" y="23"/>
                  </a:cubicBezTo>
                  <a:cubicBezTo>
                    <a:pt x="4" y="16"/>
                    <a:pt x="1" y="9"/>
                    <a:pt x="0" y="0"/>
                  </a:cubicBezTo>
                  <a:cubicBezTo>
                    <a:pt x="1" y="1"/>
                    <a:pt x="1" y="1"/>
                    <a:pt x="2" y="2"/>
                  </a:cubicBezTo>
                  <a:cubicBezTo>
                    <a:pt x="15" y="9"/>
                    <a:pt x="26" y="20"/>
                    <a:pt x="33" y="33"/>
                  </a:cubicBezTo>
                  <a:cubicBezTo>
                    <a:pt x="36" y="39"/>
                    <a:pt x="39" y="44"/>
                    <a:pt x="41" y="50"/>
                  </a:cubicBezTo>
                  <a:lnTo>
                    <a:pt x="40" y="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8"/>
            <p:cNvSpPr/>
            <p:nvPr/>
          </p:nvSpPr>
          <p:spPr>
            <a:xfrm rot="-755217">
              <a:off x="9771618" y="3141362"/>
              <a:ext cx="33872" cy="40479"/>
            </a:xfrm>
            <a:custGeom>
              <a:rect b="b" l="l" r="r" t="t"/>
              <a:pathLst>
                <a:path extrusionOk="0" h="49" w="41">
                  <a:moveTo>
                    <a:pt x="0" y="1"/>
                  </a:moveTo>
                  <a:cubicBezTo>
                    <a:pt x="23" y="8"/>
                    <a:pt x="29" y="30"/>
                    <a:pt x="40" y="48"/>
                  </a:cubicBezTo>
                  <a:cubicBezTo>
                    <a:pt x="24" y="35"/>
                    <a:pt x="4"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8"/>
            <p:cNvSpPr/>
            <p:nvPr/>
          </p:nvSpPr>
          <p:spPr>
            <a:xfrm rot="-755217">
              <a:off x="8694002" y="2906826"/>
              <a:ext cx="37177" cy="46262"/>
            </a:xfrm>
            <a:custGeom>
              <a:rect b="b" l="l" r="r" t="t"/>
              <a:pathLst>
                <a:path extrusionOk="0" h="56" w="45">
                  <a:moveTo>
                    <a:pt x="0" y="0"/>
                  </a:moveTo>
                  <a:cubicBezTo>
                    <a:pt x="3" y="1"/>
                    <a:pt x="7" y="3"/>
                    <a:pt x="10" y="5"/>
                  </a:cubicBezTo>
                  <a:cubicBezTo>
                    <a:pt x="20" y="11"/>
                    <a:pt x="29" y="20"/>
                    <a:pt x="36" y="31"/>
                  </a:cubicBezTo>
                  <a:cubicBezTo>
                    <a:pt x="40" y="38"/>
                    <a:pt x="43" y="46"/>
                    <a:pt x="44" y="55"/>
                  </a:cubicBezTo>
                  <a:cubicBezTo>
                    <a:pt x="41" y="54"/>
                    <a:pt x="37" y="52"/>
                    <a:pt x="34" y="50"/>
                  </a:cubicBezTo>
                  <a:cubicBezTo>
                    <a:pt x="24" y="44"/>
                    <a:pt x="15" y="35"/>
                    <a:pt x="9" y="25"/>
                  </a:cubicBezTo>
                  <a:cubicBezTo>
                    <a:pt x="4" y="17"/>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8"/>
            <p:cNvSpPr/>
            <p:nvPr/>
          </p:nvSpPr>
          <p:spPr>
            <a:xfrm rot="-755217">
              <a:off x="9094609" y="3179324"/>
              <a:ext cx="46264" cy="33044"/>
            </a:xfrm>
            <a:custGeom>
              <a:rect b="b" l="l" r="r" t="t"/>
              <a:pathLst>
                <a:path extrusionOk="0" h="40" w="56">
                  <a:moveTo>
                    <a:pt x="55" y="39"/>
                  </a:moveTo>
                  <a:cubicBezTo>
                    <a:pt x="33" y="35"/>
                    <a:pt x="21" y="20"/>
                    <a:pt x="0" y="0"/>
                  </a:cubicBezTo>
                  <a:cubicBezTo>
                    <a:pt x="9" y="2"/>
                    <a:pt x="18" y="5"/>
                    <a:pt x="26" y="10"/>
                  </a:cubicBezTo>
                  <a:cubicBezTo>
                    <a:pt x="38" y="17"/>
                    <a:pt x="48" y="27"/>
                    <a:pt x="5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8"/>
            <p:cNvSpPr/>
            <p:nvPr/>
          </p:nvSpPr>
          <p:spPr>
            <a:xfrm rot="-755217">
              <a:off x="9035335" y="3145066"/>
              <a:ext cx="47090" cy="33044"/>
            </a:xfrm>
            <a:custGeom>
              <a:rect b="b" l="l" r="r" t="t"/>
              <a:pathLst>
                <a:path extrusionOk="0" h="40" w="57">
                  <a:moveTo>
                    <a:pt x="0" y="2"/>
                  </a:moveTo>
                  <a:cubicBezTo>
                    <a:pt x="23" y="5"/>
                    <a:pt x="35" y="25"/>
                    <a:pt x="56" y="39"/>
                  </a:cubicBezTo>
                  <a:cubicBezTo>
                    <a:pt x="24" y="32"/>
                    <a:pt x="24" y="32"/>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8"/>
            <p:cNvSpPr/>
            <p:nvPr/>
          </p:nvSpPr>
          <p:spPr>
            <a:xfrm rot="-755217">
              <a:off x="9784962" y="3408430"/>
              <a:ext cx="33872" cy="42957"/>
            </a:xfrm>
            <a:custGeom>
              <a:rect b="b" l="l" r="r" t="t"/>
              <a:pathLst>
                <a:path extrusionOk="0" h="52" w="41">
                  <a:moveTo>
                    <a:pt x="0" y="1"/>
                  </a:moveTo>
                  <a:cubicBezTo>
                    <a:pt x="2" y="2"/>
                    <a:pt x="4" y="4"/>
                    <a:pt x="6" y="5"/>
                  </a:cubicBezTo>
                  <a:cubicBezTo>
                    <a:pt x="17" y="12"/>
                    <a:pt x="26" y="20"/>
                    <a:pt x="32" y="30"/>
                  </a:cubicBezTo>
                  <a:cubicBezTo>
                    <a:pt x="36" y="37"/>
                    <a:pt x="39" y="44"/>
                    <a:pt x="40" y="51"/>
                  </a:cubicBezTo>
                  <a:cubicBezTo>
                    <a:pt x="23" y="37"/>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8"/>
            <p:cNvSpPr/>
            <p:nvPr/>
          </p:nvSpPr>
          <p:spPr>
            <a:xfrm rot="-755217">
              <a:off x="8278846" y="2303249"/>
              <a:ext cx="33046" cy="37175"/>
            </a:xfrm>
            <a:custGeom>
              <a:rect b="b" l="l" r="r" t="t"/>
              <a:pathLst>
                <a:path extrusionOk="0" h="45" w="40">
                  <a:moveTo>
                    <a:pt x="39" y="44"/>
                  </a:moveTo>
                  <a:cubicBezTo>
                    <a:pt x="24" y="35"/>
                    <a:pt x="12" y="23"/>
                    <a:pt x="4" y="8"/>
                  </a:cubicBezTo>
                  <a:cubicBezTo>
                    <a:pt x="2" y="5"/>
                    <a:pt x="1" y="3"/>
                    <a:pt x="0" y="0"/>
                  </a:cubicBezTo>
                  <a:cubicBezTo>
                    <a:pt x="3" y="1"/>
                    <a:pt x="5" y="2"/>
                    <a:pt x="8" y="4"/>
                  </a:cubicBezTo>
                  <a:cubicBezTo>
                    <a:pt x="18" y="10"/>
                    <a:pt x="26" y="18"/>
                    <a:pt x="32" y="28"/>
                  </a:cubicBezTo>
                  <a:cubicBezTo>
                    <a:pt x="35" y="33"/>
                    <a:pt x="37" y="38"/>
                    <a:pt x="39"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8"/>
            <p:cNvSpPr/>
            <p:nvPr/>
          </p:nvSpPr>
          <p:spPr>
            <a:xfrm rot="-755217">
              <a:off x="9255728" y="2752918"/>
              <a:ext cx="33872" cy="40479"/>
            </a:xfrm>
            <a:custGeom>
              <a:rect b="b" l="l" r="r" t="t"/>
              <a:pathLst>
                <a:path extrusionOk="0" h="49" w="41">
                  <a:moveTo>
                    <a:pt x="0" y="1"/>
                  </a:moveTo>
                  <a:cubicBezTo>
                    <a:pt x="24" y="7"/>
                    <a:pt x="27" y="32"/>
                    <a:pt x="40" y="48"/>
                  </a:cubicBezTo>
                  <a:cubicBezTo>
                    <a:pt x="23" y="35"/>
                    <a:pt x="3"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8"/>
            <p:cNvSpPr/>
            <p:nvPr/>
          </p:nvSpPr>
          <p:spPr>
            <a:xfrm rot="-755217">
              <a:off x="8995300" y="3126405"/>
              <a:ext cx="36351" cy="31392"/>
            </a:xfrm>
            <a:custGeom>
              <a:rect b="b" l="l" r="r" t="t"/>
              <a:pathLst>
                <a:path extrusionOk="0" h="38" w="44">
                  <a:moveTo>
                    <a:pt x="43" y="35"/>
                  </a:moveTo>
                  <a:cubicBezTo>
                    <a:pt x="18" y="37"/>
                    <a:pt x="12" y="14"/>
                    <a:pt x="0" y="0"/>
                  </a:cubicBezTo>
                  <a:cubicBezTo>
                    <a:pt x="17" y="8"/>
                    <a:pt x="35" y="14"/>
                    <a:pt x="42" y="36"/>
                  </a:cubicBezTo>
                  <a:lnTo>
                    <a:pt x="43"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8"/>
            <p:cNvSpPr/>
            <p:nvPr/>
          </p:nvSpPr>
          <p:spPr>
            <a:xfrm rot="-755217">
              <a:off x="8992372" y="2616649"/>
              <a:ext cx="38003" cy="46262"/>
            </a:xfrm>
            <a:custGeom>
              <a:rect b="b" l="l" r="r" t="t"/>
              <a:pathLst>
                <a:path extrusionOk="0" h="56" w="46">
                  <a:moveTo>
                    <a:pt x="0" y="0"/>
                  </a:moveTo>
                  <a:cubicBezTo>
                    <a:pt x="4" y="1"/>
                    <a:pt x="7" y="3"/>
                    <a:pt x="11" y="5"/>
                  </a:cubicBezTo>
                  <a:cubicBezTo>
                    <a:pt x="21" y="11"/>
                    <a:pt x="30" y="20"/>
                    <a:pt x="36" y="30"/>
                  </a:cubicBezTo>
                  <a:cubicBezTo>
                    <a:pt x="40" y="38"/>
                    <a:pt x="43" y="46"/>
                    <a:pt x="45" y="55"/>
                  </a:cubicBezTo>
                  <a:cubicBezTo>
                    <a:pt x="42" y="54"/>
                    <a:pt x="39" y="52"/>
                    <a:pt x="37" y="51"/>
                  </a:cubicBezTo>
                  <a:cubicBezTo>
                    <a:pt x="25" y="44"/>
                    <a:pt x="16" y="35"/>
                    <a:pt x="9" y="24"/>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8"/>
            <p:cNvSpPr/>
            <p:nvPr/>
          </p:nvSpPr>
          <p:spPr>
            <a:xfrm rot="-755217">
              <a:off x="10346529" y="3296840"/>
              <a:ext cx="25611" cy="57827"/>
            </a:xfrm>
            <a:custGeom>
              <a:rect b="b" l="l" r="r" t="t"/>
              <a:pathLst>
                <a:path extrusionOk="0" h="70" w="31">
                  <a:moveTo>
                    <a:pt x="20" y="0"/>
                  </a:moveTo>
                  <a:cubicBezTo>
                    <a:pt x="30" y="28"/>
                    <a:pt x="14" y="44"/>
                    <a:pt x="9" y="69"/>
                  </a:cubicBezTo>
                  <a:cubicBezTo>
                    <a:pt x="0" y="42"/>
                    <a:pt x="13" y="2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8"/>
            <p:cNvSpPr/>
            <p:nvPr/>
          </p:nvSpPr>
          <p:spPr>
            <a:xfrm rot="-755217">
              <a:off x="9442697" y="3915763"/>
              <a:ext cx="20654" cy="66088"/>
            </a:xfrm>
            <a:custGeom>
              <a:rect b="b" l="l" r="r" t="t"/>
              <a:pathLst>
                <a:path extrusionOk="0" h="80" w="25">
                  <a:moveTo>
                    <a:pt x="24" y="0"/>
                  </a:moveTo>
                  <a:cubicBezTo>
                    <a:pt x="24" y="2"/>
                    <a:pt x="24" y="4"/>
                    <a:pt x="24" y="6"/>
                  </a:cubicBezTo>
                  <a:cubicBezTo>
                    <a:pt x="24" y="28"/>
                    <a:pt x="18" y="50"/>
                    <a:pt x="7" y="69"/>
                  </a:cubicBezTo>
                  <a:cubicBezTo>
                    <a:pt x="5" y="73"/>
                    <a:pt x="3" y="76"/>
                    <a:pt x="1" y="79"/>
                  </a:cubicBezTo>
                  <a:cubicBezTo>
                    <a:pt x="0" y="76"/>
                    <a:pt x="0" y="73"/>
                    <a:pt x="0" y="70"/>
                  </a:cubicBezTo>
                  <a:cubicBezTo>
                    <a:pt x="0" y="50"/>
                    <a:pt x="6" y="30"/>
                    <a:pt x="16" y="12"/>
                  </a:cubicBezTo>
                  <a:cubicBezTo>
                    <a:pt x="18" y="8"/>
                    <a:pt x="21" y="4"/>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8"/>
            <p:cNvSpPr/>
            <p:nvPr/>
          </p:nvSpPr>
          <p:spPr>
            <a:xfrm rot="-755217">
              <a:off x="8675266" y="3913147"/>
              <a:ext cx="29741" cy="42957"/>
            </a:xfrm>
            <a:custGeom>
              <a:rect b="b" l="l" r="r" t="t"/>
              <a:pathLst>
                <a:path extrusionOk="0" h="52" w="36">
                  <a:moveTo>
                    <a:pt x="16" y="51"/>
                  </a:moveTo>
                  <a:cubicBezTo>
                    <a:pt x="1" y="46"/>
                    <a:pt x="0" y="39"/>
                    <a:pt x="0" y="32"/>
                  </a:cubicBezTo>
                  <a:cubicBezTo>
                    <a:pt x="0" y="19"/>
                    <a:pt x="0" y="0"/>
                    <a:pt x="16" y="3"/>
                  </a:cubicBezTo>
                  <a:cubicBezTo>
                    <a:pt x="35" y="7"/>
                    <a:pt x="19" y="23"/>
                    <a:pt x="18" y="34"/>
                  </a:cubicBezTo>
                  <a:cubicBezTo>
                    <a:pt x="18" y="39"/>
                    <a:pt x="17" y="44"/>
                    <a:pt x="1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38"/>
            <p:cNvSpPr/>
            <p:nvPr/>
          </p:nvSpPr>
          <p:spPr>
            <a:xfrm rot="-755217">
              <a:off x="9232548" y="3796630"/>
              <a:ext cx="41307" cy="34696"/>
            </a:xfrm>
            <a:custGeom>
              <a:rect b="b" l="l" r="r" t="t"/>
              <a:pathLst>
                <a:path extrusionOk="0" h="42" w="50">
                  <a:moveTo>
                    <a:pt x="49" y="40"/>
                  </a:moveTo>
                  <a:cubicBezTo>
                    <a:pt x="43" y="38"/>
                    <a:pt x="37" y="35"/>
                    <a:pt x="31" y="32"/>
                  </a:cubicBezTo>
                  <a:cubicBezTo>
                    <a:pt x="18" y="25"/>
                    <a:pt x="8" y="15"/>
                    <a:pt x="1" y="2"/>
                  </a:cubicBezTo>
                  <a:cubicBezTo>
                    <a:pt x="1" y="2"/>
                    <a:pt x="0" y="1"/>
                    <a:pt x="0" y="0"/>
                  </a:cubicBezTo>
                  <a:cubicBezTo>
                    <a:pt x="20" y="9"/>
                    <a:pt x="40" y="17"/>
                    <a:pt x="48" y="41"/>
                  </a:cubicBezTo>
                  <a:lnTo>
                    <a:pt x="4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8"/>
            <p:cNvSpPr/>
            <p:nvPr/>
          </p:nvSpPr>
          <p:spPr>
            <a:xfrm rot="-755217">
              <a:off x="10077795" y="3405650"/>
              <a:ext cx="33872" cy="40479"/>
            </a:xfrm>
            <a:custGeom>
              <a:rect b="b" l="l" r="r" t="t"/>
              <a:pathLst>
                <a:path extrusionOk="0" h="49" w="41">
                  <a:moveTo>
                    <a:pt x="40" y="47"/>
                  </a:moveTo>
                  <a:cubicBezTo>
                    <a:pt x="35" y="46"/>
                    <a:pt x="31" y="44"/>
                    <a:pt x="26" y="41"/>
                  </a:cubicBezTo>
                  <a:cubicBezTo>
                    <a:pt x="18" y="37"/>
                    <a:pt x="12" y="30"/>
                    <a:pt x="7" y="22"/>
                  </a:cubicBezTo>
                  <a:cubicBezTo>
                    <a:pt x="3" y="15"/>
                    <a:pt x="1" y="8"/>
                    <a:pt x="0" y="0"/>
                  </a:cubicBezTo>
                  <a:cubicBezTo>
                    <a:pt x="13" y="16"/>
                    <a:pt x="38" y="22"/>
                    <a:pt x="39" y="48"/>
                  </a:cubicBezTo>
                  <a:lnTo>
                    <a:pt x="40"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8"/>
            <p:cNvSpPr/>
            <p:nvPr/>
          </p:nvSpPr>
          <p:spPr>
            <a:xfrm rot="-755217">
              <a:off x="8594843" y="2667415"/>
              <a:ext cx="37177" cy="46262"/>
            </a:xfrm>
            <a:custGeom>
              <a:rect b="b" l="l" r="r" t="t"/>
              <a:pathLst>
                <a:path extrusionOk="0" h="56" w="45">
                  <a:moveTo>
                    <a:pt x="44" y="55"/>
                  </a:moveTo>
                  <a:cubicBezTo>
                    <a:pt x="41" y="53"/>
                    <a:pt x="38" y="52"/>
                    <a:pt x="35" y="50"/>
                  </a:cubicBezTo>
                  <a:cubicBezTo>
                    <a:pt x="24" y="44"/>
                    <a:pt x="15" y="34"/>
                    <a:pt x="8" y="23"/>
                  </a:cubicBezTo>
                  <a:cubicBezTo>
                    <a:pt x="4" y="16"/>
                    <a:pt x="1" y="8"/>
                    <a:pt x="0" y="0"/>
                  </a:cubicBezTo>
                  <a:cubicBezTo>
                    <a:pt x="3" y="1"/>
                    <a:pt x="6" y="2"/>
                    <a:pt x="8" y="4"/>
                  </a:cubicBezTo>
                  <a:cubicBezTo>
                    <a:pt x="20" y="12"/>
                    <a:pt x="29" y="20"/>
                    <a:pt x="36" y="31"/>
                  </a:cubicBezTo>
                  <a:cubicBezTo>
                    <a:pt x="40" y="39"/>
                    <a:pt x="43" y="46"/>
                    <a:pt x="4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8"/>
            <p:cNvSpPr/>
            <p:nvPr/>
          </p:nvSpPr>
          <p:spPr>
            <a:xfrm rot="-755217">
              <a:off x="9402931" y="3578183"/>
              <a:ext cx="35524" cy="42131"/>
            </a:xfrm>
            <a:custGeom>
              <a:rect b="b" l="l" r="r" t="t"/>
              <a:pathLst>
                <a:path extrusionOk="0" h="51" w="43">
                  <a:moveTo>
                    <a:pt x="0" y="1"/>
                  </a:moveTo>
                  <a:cubicBezTo>
                    <a:pt x="27" y="7"/>
                    <a:pt x="28" y="34"/>
                    <a:pt x="42" y="50"/>
                  </a:cubicBezTo>
                  <a:cubicBezTo>
                    <a:pt x="25" y="36"/>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8"/>
            <p:cNvSpPr/>
            <p:nvPr/>
          </p:nvSpPr>
          <p:spPr>
            <a:xfrm rot="-755217">
              <a:off x="9553506" y="3078882"/>
              <a:ext cx="37177" cy="46262"/>
            </a:xfrm>
            <a:custGeom>
              <a:rect b="b" l="l" r="r" t="t"/>
              <a:pathLst>
                <a:path extrusionOk="0" h="56" w="45">
                  <a:moveTo>
                    <a:pt x="0" y="0"/>
                  </a:moveTo>
                  <a:cubicBezTo>
                    <a:pt x="1" y="1"/>
                    <a:pt x="3" y="2"/>
                    <a:pt x="5" y="3"/>
                  </a:cubicBezTo>
                  <a:cubicBezTo>
                    <a:pt x="17" y="10"/>
                    <a:pt x="28" y="20"/>
                    <a:pt x="35" y="33"/>
                  </a:cubicBezTo>
                  <a:cubicBezTo>
                    <a:pt x="39" y="40"/>
                    <a:pt x="42" y="47"/>
                    <a:pt x="44" y="55"/>
                  </a:cubicBezTo>
                  <a:cubicBezTo>
                    <a:pt x="40" y="53"/>
                    <a:pt x="37" y="52"/>
                    <a:pt x="34" y="50"/>
                  </a:cubicBezTo>
                  <a:cubicBezTo>
                    <a:pt x="23" y="44"/>
                    <a:pt x="14" y="35"/>
                    <a:pt x="8" y="24"/>
                  </a:cubicBezTo>
                  <a:cubicBezTo>
                    <a:pt x="4" y="17"/>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8"/>
            <p:cNvSpPr/>
            <p:nvPr/>
          </p:nvSpPr>
          <p:spPr>
            <a:xfrm rot="-755217">
              <a:off x="8704275" y="4008717"/>
              <a:ext cx="23958" cy="28914"/>
            </a:xfrm>
            <a:custGeom>
              <a:rect b="b" l="l" r="r" t="t"/>
              <a:pathLst>
                <a:path extrusionOk="0" h="35" w="29">
                  <a:moveTo>
                    <a:pt x="10" y="34"/>
                  </a:moveTo>
                  <a:cubicBezTo>
                    <a:pt x="1" y="33"/>
                    <a:pt x="0" y="27"/>
                    <a:pt x="1" y="22"/>
                  </a:cubicBezTo>
                  <a:cubicBezTo>
                    <a:pt x="3" y="12"/>
                    <a:pt x="5" y="0"/>
                    <a:pt x="19" y="0"/>
                  </a:cubicBezTo>
                  <a:cubicBezTo>
                    <a:pt x="21" y="0"/>
                    <a:pt x="22" y="0"/>
                    <a:pt x="23" y="1"/>
                  </a:cubicBezTo>
                  <a:cubicBezTo>
                    <a:pt x="25" y="2"/>
                    <a:pt x="27" y="3"/>
                    <a:pt x="27" y="4"/>
                  </a:cubicBezTo>
                  <a:cubicBezTo>
                    <a:pt x="28" y="5"/>
                    <a:pt x="28" y="7"/>
                    <a:pt x="28" y="8"/>
                  </a:cubicBezTo>
                  <a:cubicBezTo>
                    <a:pt x="28" y="9"/>
                    <a:pt x="28" y="10"/>
                    <a:pt x="27" y="11"/>
                  </a:cubicBezTo>
                  <a:cubicBezTo>
                    <a:pt x="27" y="15"/>
                    <a:pt x="26" y="19"/>
                    <a:pt x="24" y="22"/>
                  </a:cubicBezTo>
                  <a:cubicBezTo>
                    <a:pt x="21" y="26"/>
                    <a:pt x="19" y="30"/>
                    <a:pt x="13" y="33"/>
                  </a:cubicBezTo>
                  <a:cubicBezTo>
                    <a:pt x="12" y="33"/>
                    <a:pt x="11" y="34"/>
                    <a:pt x="1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8"/>
            <p:cNvSpPr/>
            <p:nvPr/>
          </p:nvSpPr>
          <p:spPr>
            <a:xfrm rot="-755217">
              <a:off x="8549556" y="2630983"/>
              <a:ext cx="37177" cy="47088"/>
            </a:xfrm>
            <a:custGeom>
              <a:rect b="b" l="l" r="r" t="t"/>
              <a:pathLst>
                <a:path extrusionOk="0" h="57" w="45">
                  <a:moveTo>
                    <a:pt x="44" y="55"/>
                  </a:moveTo>
                  <a:cubicBezTo>
                    <a:pt x="41" y="54"/>
                    <a:pt x="39" y="53"/>
                    <a:pt x="36" y="51"/>
                  </a:cubicBezTo>
                  <a:cubicBezTo>
                    <a:pt x="25" y="44"/>
                    <a:pt x="15" y="35"/>
                    <a:pt x="8" y="24"/>
                  </a:cubicBezTo>
                  <a:cubicBezTo>
                    <a:pt x="4" y="16"/>
                    <a:pt x="1" y="8"/>
                    <a:pt x="0" y="0"/>
                  </a:cubicBezTo>
                  <a:cubicBezTo>
                    <a:pt x="3" y="1"/>
                    <a:pt x="5" y="2"/>
                    <a:pt x="8" y="4"/>
                  </a:cubicBezTo>
                  <a:cubicBezTo>
                    <a:pt x="19" y="10"/>
                    <a:pt x="27" y="20"/>
                    <a:pt x="34" y="31"/>
                  </a:cubicBezTo>
                  <a:cubicBezTo>
                    <a:pt x="38" y="38"/>
                    <a:pt x="42" y="47"/>
                    <a:pt x="43" y="56"/>
                  </a:cubicBezTo>
                  <a:lnTo>
                    <a:pt x="44"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8"/>
            <p:cNvSpPr/>
            <p:nvPr/>
          </p:nvSpPr>
          <p:spPr>
            <a:xfrm rot="-755217">
              <a:off x="10075716" y="3751405"/>
              <a:ext cx="33046" cy="28088"/>
            </a:xfrm>
            <a:custGeom>
              <a:rect b="b" l="l" r="r" t="t"/>
              <a:pathLst>
                <a:path extrusionOk="0" h="34" w="40">
                  <a:moveTo>
                    <a:pt x="0" y="0"/>
                  </a:moveTo>
                  <a:cubicBezTo>
                    <a:pt x="1" y="0"/>
                    <a:pt x="2" y="0"/>
                    <a:pt x="3" y="0"/>
                  </a:cubicBezTo>
                  <a:cubicBezTo>
                    <a:pt x="9" y="0"/>
                    <a:pt x="15" y="2"/>
                    <a:pt x="21" y="5"/>
                  </a:cubicBezTo>
                  <a:cubicBezTo>
                    <a:pt x="27" y="8"/>
                    <a:pt x="31" y="13"/>
                    <a:pt x="34" y="18"/>
                  </a:cubicBezTo>
                  <a:cubicBezTo>
                    <a:pt x="36" y="23"/>
                    <a:pt x="38" y="27"/>
                    <a:pt x="39" y="3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8"/>
            <p:cNvSpPr/>
            <p:nvPr/>
          </p:nvSpPr>
          <p:spPr>
            <a:xfrm rot="-755217">
              <a:off x="8398445" y="3551300"/>
              <a:ext cx="23958" cy="23957"/>
            </a:xfrm>
            <a:custGeom>
              <a:rect b="b" l="l" r="r" t="t"/>
              <a:pathLst>
                <a:path extrusionOk="0" h="29" w="29">
                  <a:moveTo>
                    <a:pt x="28" y="12"/>
                  </a:moveTo>
                  <a:cubicBezTo>
                    <a:pt x="28" y="21"/>
                    <a:pt x="25" y="27"/>
                    <a:pt x="17" y="28"/>
                  </a:cubicBezTo>
                  <a:lnTo>
                    <a:pt x="16" y="28"/>
                  </a:lnTo>
                  <a:cubicBezTo>
                    <a:pt x="14" y="28"/>
                    <a:pt x="11" y="28"/>
                    <a:pt x="9" y="26"/>
                  </a:cubicBezTo>
                  <a:cubicBezTo>
                    <a:pt x="7" y="25"/>
                    <a:pt x="5" y="23"/>
                    <a:pt x="3" y="20"/>
                  </a:cubicBezTo>
                  <a:cubicBezTo>
                    <a:pt x="2" y="19"/>
                    <a:pt x="2" y="17"/>
                    <a:pt x="2" y="15"/>
                  </a:cubicBezTo>
                  <a:cubicBezTo>
                    <a:pt x="0" y="6"/>
                    <a:pt x="3" y="0"/>
                    <a:pt x="13" y="1"/>
                  </a:cubicBezTo>
                  <a:lnTo>
                    <a:pt x="14" y="1"/>
                  </a:lnTo>
                  <a:cubicBezTo>
                    <a:pt x="17" y="1"/>
                    <a:pt x="19" y="1"/>
                    <a:pt x="22" y="2"/>
                  </a:cubicBezTo>
                  <a:cubicBezTo>
                    <a:pt x="24" y="4"/>
                    <a:pt x="25" y="6"/>
                    <a:pt x="27" y="8"/>
                  </a:cubicBezTo>
                  <a:cubicBezTo>
                    <a:pt x="27" y="9"/>
                    <a:pt x="28" y="10"/>
                    <a:pt x="28"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8"/>
            <p:cNvSpPr/>
            <p:nvPr/>
          </p:nvSpPr>
          <p:spPr>
            <a:xfrm rot="-755217">
              <a:off x="9299599" y="3368589"/>
              <a:ext cx="27263" cy="44610"/>
            </a:xfrm>
            <a:custGeom>
              <a:rect b="b" l="l" r="r" t="t"/>
              <a:pathLst>
                <a:path extrusionOk="0" h="54" w="33">
                  <a:moveTo>
                    <a:pt x="3" y="0"/>
                  </a:moveTo>
                  <a:cubicBezTo>
                    <a:pt x="11" y="6"/>
                    <a:pt x="17" y="13"/>
                    <a:pt x="22" y="22"/>
                  </a:cubicBezTo>
                  <a:cubicBezTo>
                    <a:pt x="28" y="31"/>
                    <a:pt x="31" y="42"/>
                    <a:pt x="32" y="53"/>
                  </a:cubicBezTo>
                  <a:cubicBezTo>
                    <a:pt x="22" y="47"/>
                    <a:pt x="15" y="38"/>
                    <a:pt x="9" y="28"/>
                  </a:cubicBezTo>
                  <a:cubicBezTo>
                    <a:pt x="5" y="21"/>
                    <a:pt x="1" y="12"/>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8"/>
            <p:cNvSpPr/>
            <p:nvPr/>
          </p:nvSpPr>
          <p:spPr>
            <a:xfrm rot="-755217">
              <a:off x="10167411" y="3697952"/>
              <a:ext cx="27263" cy="47088"/>
            </a:xfrm>
            <a:custGeom>
              <a:rect b="b" l="l" r="r" t="t"/>
              <a:pathLst>
                <a:path extrusionOk="0" h="57" w="33">
                  <a:moveTo>
                    <a:pt x="0" y="0"/>
                  </a:moveTo>
                  <a:cubicBezTo>
                    <a:pt x="0" y="0"/>
                    <a:pt x="1" y="0"/>
                    <a:pt x="1" y="1"/>
                  </a:cubicBezTo>
                  <a:cubicBezTo>
                    <a:pt x="10" y="6"/>
                    <a:pt x="17" y="14"/>
                    <a:pt x="23" y="23"/>
                  </a:cubicBezTo>
                  <a:cubicBezTo>
                    <a:pt x="29" y="32"/>
                    <a:pt x="32" y="43"/>
                    <a:pt x="32" y="53"/>
                  </a:cubicBezTo>
                  <a:cubicBezTo>
                    <a:pt x="32" y="54"/>
                    <a:pt x="32" y="55"/>
                    <a:pt x="32" y="56"/>
                  </a:cubicBezTo>
                  <a:cubicBezTo>
                    <a:pt x="22" y="50"/>
                    <a:pt x="15" y="42"/>
                    <a:pt x="9" y="32"/>
                  </a:cubicBezTo>
                  <a:cubicBezTo>
                    <a:pt x="3" y="22"/>
                    <a:pt x="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8"/>
            <p:cNvSpPr/>
            <p:nvPr/>
          </p:nvSpPr>
          <p:spPr>
            <a:xfrm rot="-755217">
              <a:off x="9484463" y="3363770"/>
              <a:ext cx="26437" cy="42131"/>
            </a:xfrm>
            <a:custGeom>
              <a:rect b="b" l="l" r="r" t="t"/>
              <a:pathLst>
                <a:path extrusionOk="0" h="51" w="32">
                  <a:moveTo>
                    <a:pt x="31" y="50"/>
                  </a:moveTo>
                  <a:cubicBezTo>
                    <a:pt x="22" y="44"/>
                    <a:pt x="14" y="36"/>
                    <a:pt x="9" y="27"/>
                  </a:cubicBezTo>
                  <a:cubicBezTo>
                    <a:pt x="4" y="19"/>
                    <a:pt x="1" y="9"/>
                    <a:pt x="0" y="0"/>
                  </a:cubicBezTo>
                  <a:cubicBezTo>
                    <a:pt x="8" y="7"/>
                    <a:pt x="15" y="15"/>
                    <a:pt x="21" y="25"/>
                  </a:cubicBezTo>
                  <a:cubicBezTo>
                    <a:pt x="26" y="33"/>
                    <a:pt x="29" y="41"/>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8"/>
            <p:cNvSpPr/>
            <p:nvPr/>
          </p:nvSpPr>
          <p:spPr>
            <a:xfrm rot="-755217">
              <a:off x="10031798" y="3260450"/>
              <a:ext cx="32220" cy="47914"/>
            </a:xfrm>
            <a:custGeom>
              <a:rect b="b" l="l" r="r" t="t"/>
              <a:pathLst>
                <a:path extrusionOk="0" h="58" w="39">
                  <a:moveTo>
                    <a:pt x="1" y="1"/>
                  </a:moveTo>
                  <a:cubicBezTo>
                    <a:pt x="18" y="12"/>
                    <a:pt x="24" y="30"/>
                    <a:pt x="38" y="57"/>
                  </a:cubicBezTo>
                  <a:cubicBezTo>
                    <a:pt x="12" y="37"/>
                    <a:pt x="0" y="2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8"/>
            <p:cNvSpPr/>
            <p:nvPr/>
          </p:nvSpPr>
          <p:spPr>
            <a:xfrm rot="-755217">
              <a:off x="9562137" y="3375000"/>
              <a:ext cx="28915" cy="47914"/>
            </a:xfrm>
            <a:custGeom>
              <a:rect b="b" l="l" r="r" t="t"/>
              <a:pathLst>
                <a:path extrusionOk="0" h="58" w="35">
                  <a:moveTo>
                    <a:pt x="3" y="0"/>
                  </a:moveTo>
                  <a:cubicBezTo>
                    <a:pt x="12" y="6"/>
                    <a:pt x="19" y="14"/>
                    <a:pt x="25" y="24"/>
                  </a:cubicBezTo>
                  <a:cubicBezTo>
                    <a:pt x="31" y="34"/>
                    <a:pt x="34" y="45"/>
                    <a:pt x="34" y="57"/>
                  </a:cubicBezTo>
                  <a:cubicBezTo>
                    <a:pt x="24" y="51"/>
                    <a:pt x="15" y="42"/>
                    <a:pt x="9" y="31"/>
                  </a:cubicBezTo>
                  <a:cubicBezTo>
                    <a:pt x="4" y="23"/>
                    <a:pt x="1" y="13"/>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8"/>
            <p:cNvSpPr/>
            <p:nvPr/>
          </p:nvSpPr>
          <p:spPr>
            <a:xfrm rot="-755217">
              <a:off x="8270777" y="3430645"/>
              <a:ext cx="28089" cy="46262"/>
            </a:xfrm>
            <a:custGeom>
              <a:rect b="b" l="l" r="r" t="t"/>
              <a:pathLst>
                <a:path extrusionOk="0" h="56" w="34">
                  <a:moveTo>
                    <a:pt x="33" y="55"/>
                  </a:moveTo>
                  <a:cubicBezTo>
                    <a:pt x="32" y="55"/>
                    <a:pt x="30" y="54"/>
                    <a:pt x="29" y="53"/>
                  </a:cubicBezTo>
                  <a:cubicBezTo>
                    <a:pt x="20" y="48"/>
                    <a:pt x="13" y="41"/>
                    <a:pt x="8" y="32"/>
                  </a:cubicBezTo>
                  <a:cubicBezTo>
                    <a:pt x="3" y="23"/>
                    <a:pt x="0" y="13"/>
                    <a:pt x="0" y="3"/>
                  </a:cubicBezTo>
                  <a:cubicBezTo>
                    <a:pt x="0" y="2"/>
                    <a:pt x="0" y="1"/>
                    <a:pt x="0" y="0"/>
                  </a:cubicBezTo>
                  <a:cubicBezTo>
                    <a:pt x="10" y="6"/>
                    <a:pt x="18" y="14"/>
                    <a:pt x="24" y="24"/>
                  </a:cubicBezTo>
                  <a:cubicBezTo>
                    <a:pt x="30" y="34"/>
                    <a:pt x="33" y="44"/>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8"/>
            <p:cNvSpPr/>
            <p:nvPr/>
          </p:nvSpPr>
          <p:spPr>
            <a:xfrm rot="-755217">
              <a:off x="8811208" y="3559439"/>
              <a:ext cx="30567" cy="49566"/>
            </a:xfrm>
            <a:custGeom>
              <a:rect b="b" l="l" r="r" t="t"/>
              <a:pathLst>
                <a:path extrusionOk="0" h="60" w="37">
                  <a:moveTo>
                    <a:pt x="36" y="59"/>
                  </a:moveTo>
                  <a:cubicBezTo>
                    <a:pt x="26" y="51"/>
                    <a:pt x="18" y="41"/>
                    <a:pt x="12" y="31"/>
                  </a:cubicBezTo>
                  <a:cubicBezTo>
                    <a:pt x="6" y="21"/>
                    <a:pt x="3" y="11"/>
                    <a:pt x="0" y="0"/>
                  </a:cubicBezTo>
                  <a:cubicBezTo>
                    <a:pt x="9" y="8"/>
                    <a:pt x="17" y="18"/>
                    <a:pt x="24" y="29"/>
                  </a:cubicBezTo>
                  <a:cubicBezTo>
                    <a:pt x="29" y="38"/>
                    <a:pt x="33" y="48"/>
                    <a:pt x="36"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8"/>
            <p:cNvSpPr/>
            <p:nvPr/>
          </p:nvSpPr>
          <p:spPr>
            <a:xfrm rot="-755217">
              <a:off x="10012279" y="3292507"/>
              <a:ext cx="33046" cy="36349"/>
            </a:xfrm>
            <a:custGeom>
              <a:rect b="b" l="l" r="r" t="t"/>
              <a:pathLst>
                <a:path extrusionOk="0" h="44" w="40">
                  <a:moveTo>
                    <a:pt x="30" y="43"/>
                  </a:moveTo>
                  <a:cubicBezTo>
                    <a:pt x="22" y="31"/>
                    <a:pt x="12" y="21"/>
                    <a:pt x="0" y="13"/>
                  </a:cubicBezTo>
                  <a:cubicBezTo>
                    <a:pt x="0" y="10"/>
                    <a:pt x="0" y="4"/>
                    <a:pt x="2" y="3"/>
                  </a:cubicBezTo>
                  <a:cubicBezTo>
                    <a:pt x="24" y="0"/>
                    <a:pt x="39" y="20"/>
                    <a:pt x="3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8"/>
            <p:cNvSpPr/>
            <p:nvPr/>
          </p:nvSpPr>
          <p:spPr>
            <a:xfrm rot="-755217">
              <a:off x="8868817" y="2942653"/>
              <a:ext cx="25611" cy="40479"/>
            </a:xfrm>
            <a:custGeom>
              <a:rect b="b" l="l" r="r" t="t"/>
              <a:pathLst>
                <a:path extrusionOk="0" h="49" w="31">
                  <a:moveTo>
                    <a:pt x="0" y="1"/>
                  </a:moveTo>
                  <a:cubicBezTo>
                    <a:pt x="21" y="9"/>
                    <a:pt x="23" y="30"/>
                    <a:pt x="30" y="48"/>
                  </a:cubicBezTo>
                  <a:cubicBezTo>
                    <a:pt x="21" y="43"/>
                    <a:pt x="14" y="36"/>
                    <a:pt x="9" y="27"/>
                  </a:cubicBezTo>
                  <a:cubicBezTo>
                    <a:pt x="4" y="19"/>
                    <a:pt x="2"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8"/>
            <p:cNvSpPr/>
            <p:nvPr/>
          </p:nvSpPr>
          <p:spPr>
            <a:xfrm rot="-755217">
              <a:off x="8980757" y="2898831"/>
              <a:ext cx="28089" cy="46262"/>
            </a:xfrm>
            <a:custGeom>
              <a:rect b="b" l="l" r="r" t="t"/>
              <a:pathLst>
                <a:path extrusionOk="0" h="56" w="34">
                  <a:moveTo>
                    <a:pt x="33" y="55"/>
                  </a:moveTo>
                  <a:cubicBezTo>
                    <a:pt x="24" y="48"/>
                    <a:pt x="17" y="39"/>
                    <a:pt x="11" y="29"/>
                  </a:cubicBezTo>
                  <a:cubicBezTo>
                    <a:pt x="6" y="20"/>
                    <a:pt x="2" y="10"/>
                    <a:pt x="0" y="0"/>
                  </a:cubicBezTo>
                  <a:cubicBezTo>
                    <a:pt x="9" y="7"/>
                    <a:pt x="17" y="16"/>
                    <a:pt x="22" y="25"/>
                  </a:cubicBezTo>
                  <a:cubicBezTo>
                    <a:pt x="28" y="35"/>
                    <a:pt x="31" y="45"/>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8"/>
            <p:cNvSpPr/>
            <p:nvPr/>
          </p:nvSpPr>
          <p:spPr>
            <a:xfrm rot="-755217">
              <a:off x="9953510" y="3607490"/>
              <a:ext cx="42134" cy="23957"/>
            </a:xfrm>
            <a:custGeom>
              <a:rect b="b" l="l" r="r" t="t"/>
              <a:pathLst>
                <a:path extrusionOk="0" h="29" w="51">
                  <a:moveTo>
                    <a:pt x="0" y="0"/>
                  </a:moveTo>
                  <a:cubicBezTo>
                    <a:pt x="11" y="1"/>
                    <a:pt x="21" y="4"/>
                    <a:pt x="30" y="9"/>
                  </a:cubicBezTo>
                  <a:cubicBezTo>
                    <a:pt x="38" y="14"/>
                    <a:pt x="45" y="20"/>
                    <a:pt x="50" y="27"/>
                  </a:cubicBezTo>
                  <a:cubicBezTo>
                    <a:pt x="24" y="28"/>
                    <a:pt x="12"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8"/>
            <p:cNvSpPr/>
            <p:nvPr/>
          </p:nvSpPr>
          <p:spPr>
            <a:xfrm rot="-755217">
              <a:off x="8260221" y="2472687"/>
              <a:ext cx="38003" cy="31392"/>
            </a:xfrm>
            <a:custGeom>
              <a:rect b="b" l="l" r="r" t="t"/>
              <a:pathLst>
                <a:path extrusionOk="0" h="38" w="46">
                  <a:moveTo>
                    <a:pt x="45" y="37"/>
                  </a:moveTo>
                  <a:cubicBezTo>
                    <a:pt x="41" y="35"/>
                    <a:pt x="37" y="33"/>
                    <a:pt x="33" y="31"/>
                  </a:cubicBezTo>
                  <a:cubicBezTo>
                    <a:pt x="19" y="23"/>
                    <a:pt x="8" y="13"/>
                    <a:pt x="0" y="0"/>
                  </a:cubicBezTo>
                  <a:cubicBezTo>
                    <a:pt x="21" y="3"/>
                    <a:pt x="31" y="14"/>
                    <a:pt x="45"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8"/>
            <p:cNvSpPr/>
            <p:nvPr/>
          </p:nvSpPr>
          <p:spPr>
            <a:xfrm rot="-755217">
              <a:off x="9058326" y="4511712"/>
              <a:ext cx="41307" cy="23957"/>
            </a:xfrm>
            <a:custGeom>
              <a:rect b="b" l="l" r="r" t="t"/>
              <a:pathLst>
                <a:path extrusionOk="0" h="29" w="50">
                  <a:moveTo>
                    <a:pt x="49" y="28"/>
                  </a:moveTo>
                  <a:cubicBezTo>
                    <a:pt x="39" y="28"/>
                    <a:pt x="30" y="25"/>
                    <a:pt x="21" y="20"/>
                  </a:cubicBezTo>
                  <a:cubicBezTo>
                    <a:pt x="12" y="15"/>
                    <a:pt x="5" y="8"/>
                    <a:pt x="0" y="0"/>
                  </a:cubicBezTo>
                  <a:cubicBezTo>
                    <a:pt x="9" y="1"/>
                    <a:pt x="19" y="4"/>
                    <a:pt x="27" y="9"/>
                  </a:cubicBezTo>
                  <a:cubicBezTo>
                    <a:pt x="36" y="14"/>
                    <a:pt x="43" y="21"/>
                    <a:pt x="49"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8"/>
            <p:cNvSpPr/>
            <p:nvPr/>
          </p:nvSpPr>
          <p:spPr>
            <a:xfrm rot="-755217">
              <a:off x="8163846" y="3372608"/>
              <a:ext cx="33046" cy="38001"/>
            </a:xfrm>
            <a:custGeom>
              <a:rect b="b" l="l" r="r" t="t"/>
              <a:pathLst>
                <a:path extrusionOk="0" h="46" w="40">
                  <a:moveTo>
                    <a:pt x="9" y="40"/>
                  </a:moveTo>
                  <a:cubicBezTo>
                    <a:pt x="15" y="27"/>
                    <a:pt x="0" y="18"/>
                    <a:pt x="1" y="0"/>
                  </a:cubicBezTo>
                  <a:cubicBezTo>
                    <a:pt x="9" y="4"/>
                    <a:pt x="14" y="11"/>
                    <a:pt x="19" y="18"/>
                  </a:cubicBezTo>
                  <a:cubicBezTo>
                    <a:pt x="21" y="21"/>
                    <a:pt x="22" y="25"/>
                    <a:pt x="23" y="29"/>
                  </a:cubicBezTo>
                  <a:cubicBezTo>
                    <a:pt x="25" y="34"/>
                    <a:pt x="39" y="42"/>
                    <a:pt x="22" y="45"/>
                  </a:cubicBezTo>
                  <a:cubicBezTo>
                    <a:pt x="18" y="45"/>
                    <a:pt x="12" y="41"/>
                    <a:pt x="7" y="39"/>
                  </a:cubicBezTo>
                  <a:lnTo>
                    <a:pt x="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8"/>
            <p:cNvSpPr/>
            <p:nvPr/>
          </p:nvSpPr>
          <p:spPr>
            <a:xfrm rot="-755217">
              <a:off x="10279503" y="4025242"/>
              <a:ext cx="23958" cy="33044"/>
            </a:xfrm>
            <a:custGeom>
              <a:rect b="b" l="l" r="r" t="t"/>
              <a:pathLst>
                <a:path extrusionOk="0" h="40" w="29">
                  <a:moveTo>
                    <a:pt x="0" y="0"/>
                  </a:moveTo>
                  <a:cubicBezTo>
                    <a:pt x="15" y="8"/>
                    <a:pt x="20" y="23"/>
                    <a:pt x="28" y="39"/>
                  </a:cubicBezTo>
                  <a:cubicBezTo>
                    <a:pt x="6" y="32"/>
                    <a:pt x="4"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38"/>
            <p:cNvSpPr/>
            <p:nvPr/>
          </p:nvSpPr>
          <p:spPr>
            <a:xfrm rot="-755217">
              <a:off x="8016965" y="2239047"/>
              <a:ext cx="38829" cy="25609"/>
            </a:xfrm>
            <a:custGeom>
              <a:rect b="b" l="l" r="r" t="t"/>
              <a:pathLst>
                <a:path extrusionOk="0" h="31" w="47">
                  <a:moveTo>
                    <a:pt x="46" y="26"/>
                  </a:moveTo>
                  <a:cubicBezTo>
                    <a:pt x="28" y="30"/>
                    <a:pt x="18" y="17"/>
                    <a:pt x="0" y="8"/>
                  </a:cubicBezTo>
                  <a:cubicBezTo>
                    <a:pt x="26" y="0"/>
                    <a:pt x="34" y="18"/>
                    <a:pt x="4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8"/>
            <p:cNvSpPr/>
            <p:nvPr/>
          </p:nvSpPr>
          <p:spPr>
            <a:xfrm rot="-755217">
              <a:off x="8382994" y="3358249"/>
              <a:ext cx="27263" cy="43783"/>
            </a:xfrm>
            <a:custGeom>
              <a:rect b="b" l="l" r="r" t="t"/>
              <a:pathLst>
                <a:path extrusionOk="0" h="53" w="33">
                  <a:moveTo>
                    <a:pt x="4" y="0"/>
                  </a:moveTo>
                  <a:cubicBezTo>
                    <a:pt x="11" y="6"/>
                    <a:pt x="17" y="13"/>
                    <a:pt x="22" y="21"/>
                  </a:cubicBezTo>
                  <a:cubicBezTo>
                    <a:pt x="27" y="30"/>
                    <a:pt x="31" y="41"/>
                    <a:pt x="32" y="52"/>
                  </a:cubicBezTo>
                  <a:cubicBezTo>
                    <a:pt x="22" y="46"/>
                    <a:pt x="14" y="37"/>
                    <a:pt x="9" y="28"/>
                  </a:cubicBezTo>
                  <a:cubicBezTo>
                    <a:pt x="4" y="20"/>
                    <a:pt x="1" y="11"/>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8"/>
            <p:cNvSpPr/>
            <p:nvPr/>
          </p:nvSpPr>
          <p:spPr>
            <a:xfrm rot="-755217">
              <a:off x="9547069" y="3205305"/>
              <a:ext cx="23132" cy="33044"/>
            </a:xfrm>
            <a:custGeom>
              <a:rect b="b" l="l" r="r" t="t"/>
              <a:pathLst>
                <a:path extrusionOk="0" h="40" w="28">
                  <a:moveTo>
                    <a:pt x="0" y="0"/>
                  </a:moveTo>
                  <a:cubicBezTo>
                    <a:pt x="11" y="10"/>
                    <a:pt x="23" y="18"/>
                    <a:pt x="27" y="32"/>
                  </a:cubicBezTo>
                  <a:cubicBezTo>
                    <a:pt x="20" y="39"/>
                    <a:pt x="14"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8"/>
            <p:cNvSpPr/>
            <p:nvPr/>
          </p:nvSpPr>
          <p:spPr>
            <a:xfrm rot="-755217">
              <a:off x="10007706" y="3032648"/>
              <a:ext cx="34698" cy="37175"/>
            </a:xfrm>
            <a:custGeom>
              <a:rect b="b" l="l" r="r" t="t"/>
              <a:pathLst>
                <a:path extrusionOk="0" h="45" w="42">
                  <a:moveTo>
                    <a:pt x="0" y="0"/>
                  </a:moveTo>
                  <a:cubicBezTo>
                    <a:pt x="18" y="2"/>
                    <a:pt x="21" y="26"/>
                    <a:pt x="41" y="26"/>
                  </a:cubicBezTo>
                  <a:lnTo>
                    <a:pt x="41" y="31"/>
                  </a:lnTo>
                  <a:cubicBezTo>
                    <a:pt x="36" y="39"/>
                    <a:pt x="31" y="44"/>
                    <a:pt x="22" y="34"/>
                  </a:cubicBezTo>
                  <a:cubicBezTo>
                    <a:pt x="13" y="24"/>
                    <a:pt x="0"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38"/>
            <p:cNvSpPr/>
            <p:nvPr/>
          </p:nvSpPr>
          <p:spPr>
            <a:xfrm rot="-755217">
              <a:off x="8009657" y="2189837"/>
              <a:ext cx="46264" cy="19826"/>
            </a:xfrm>
            <a:custGeom>
              <a:rect b="b" l="l" r="r" t="t"/>
              <a:pathLst>
                <a:path extrusionOk="0" h="24" w="56">
                  <a:moveTo>
                    <a:pt x="55" y="23"/>
                  </a:moveTo>
                  <a:cubicBezTo>
                    <a:pt x="55" y="23"/>
                    <a:pt x="54" y="23"/>
                    <a:pt x="53" y="23"/>
                  </a:cubicBezTo>
                  <a:cubicBezTo>
                    <a:pt x="40" y="23"/>
                    <a:pt x="27" y="19"/>
                    <a:pt x="16" y="13"/>
                  </a:cubicBezTo>
                  <a:cubicBezTo>
                    <a:pt x="10" y="9"/>
                    <a:pt x="5" y="5"/>
                    <a:pt x="0" y="1"/>
                  </a:cubicBezTo>
                  <a:cubicBezTo>
                    <a:pt x="2" y="0"/>
                    <a:pt x="3" y="0"/>
                    <a:pt x="5" y="0"/>
                  </a:cubicBezTo>
                  <a:cubicBezTo>
                    <a:pt x="17" y="0"/>
                    <a:pt x="29" y="4"/>
                    <a:pt x="39" y="10"/>
                  </a:cubicBezTo>
                  <a:cubicBezTo>
                    <a:pt x="45" y="13"/>
                    <a:pt x="51" y="18"/>
                    <a:pt x="5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8"/>
            <p:cNvSpPr/>
            <p:nvPr/>
          </p:nvSpPr>
          <p:spPr>
            <a:xfrm rot="-755217">
              <a:off x="8955877" y="2585856"/>
              <a:ext cx="29741" cy="39653"/>
            </a:xfrm>
            <a:custGeom>
              <a:rect b="b" l="l" r="r" t="t"/>
              <a:pathLst>
                <a:path extrusionOk="0" h="48" w="36">
                  <a:moveTo>
                    <a:pt x="35" y="46"/>
                  </a:moveTo>
                  <a:cubicBezTo>
                    <a:pt x="15" y="40"/>
                    <a:pt x="7" y="22"/>
                    <a:pt x="0" y="4"/>
                  </a:cubicBezTo>
                  <a:lnTo>
                    <a:pt x="4" y="0"/>
                  </a:lnTo>
                  <a:cubicBezTo>
                    <a:pt x="5" y="1"/>
                    <a:pt x="6" y="1"/>
                    <a:pt x="6" y="1"/>
                  </a:cubicBezTo>
                  <a:cubicBezTo>
                    <a:pt x="15"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8"/>
            <p:cNvSpPr/>
            <p:nvPr/>
          </p:nvSpPr>
          <p:spPr>
            <a:xfrm rot="-755217">
              <a:off x="8062954" y="2776011"/>
              <a:ext cx="21480" cy="40479"/>
            </a:xfrm>
            <a:custGeom>
              <a:rect b="b" l="l" r="r" t="t"/>
              <a:pathLst>
                <a:path extrusionOk="0" h="49" w="26">
                  <a:moveTo>
                    <a:pt x="7" y="1"/>
                  </a:moveTo>
                  <a:cubicBezTo>
                    <a:pt x="10" y="5"/>
                    <a:pt x="13" y="9"/>
                    <a:pt x="16" y="13"/>
                  </a:cubicBezTo>
                  <a:cubicBezTo>
                    <a:pt x="22" y="23"/>
                    <a:pt x="25" y="35"/>
                    <a:pt x="25" y="46"/>
                  </a:cubicBezTo>
                  <a:cubicBezTo>
                    <a:pt x="25" y="47"/>
                    <a:pt x="25" y="47"/>
                    <a:pt x="25" y="48"/>
                  </a:cubicBezTo>
                  <a:cubicBezTo>
                    <a:pt x="11" y="34"/>
                    <a:pt x="0" y="21"/>
                    <a:pt x="8"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8"/>
            <p:cNvSpPr/>
            <p:nvPr/>
          </p:nvSpPr>
          <p:spPr>
            <a:xfrm rot="-755217">
              <a:off x="9277110" y="3819646"/>
              <a:ext cx="33046" cy="24783"/>
            </a:xfrm>
            <a:custGeom>
              <a:rect b="b" l="l" r="r" t="t"/>
              <a:pathLst>
                <a:path extrusionOk="0" h="30" w="40">
                  <a:moveTo>
                    <a:pt x="0" y="3"/>
                  </a:moveTo>
                  <a:cubicBezTo>
                    <a:pt x="20" y="0"/>
                    <a:pt x="28" y="18"/>
                    <a:pt x="39" y="29"/>
                  </a:cubicBezTo>
                  <a:cubicBezTo>
                    <a:pt x="32" y="29"/>
                    <a:pt x="26" y="27"/>
                    <a:pt x="20" y="23"/>
                  </a:cubicBezTo>
                  <a:cubicBezTo>
                    <a:pt x="13" y="20"/>
                    <a:pt x="6" y="13"/>
                    <a:pt x="2" y="5"/>
                  </a:cubicBezTo>
                  <a:cubicBezTo>
                    <a:pt x="2" y="4"/>
                    <a:pt x="1" y="4"/>
                    <a:pt x="1" y="3"/>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8"/>
            <p:cNvSpPr/>
            <p:nvPr/>
          </p:nvSpPr>
          <p:spPr>
            <a:xfrm rot="-755217">
              <a:off x="10302500" y="3601385"/>
              <a:ext cx="14871" cy="41305"/>
            </a:xfrm>
            <a:custGeom>
              <a:rect b="b" l="l" r="r" t="t"/>
              <a:pathLst>
                <a:path extrusionOk="0" h="50" w="18">
                  <a:moveTo>
                    <a:pt x="2" y="2"/>
                  </a:moveTo>
                  <a:cubicBezTo>
                    <a:pt x="17" y="14"/>
                    <a:pt x="11" y="33"/>
                    <a:pt x="17" y="49"/>
                  </a:cubicBezTo>
                  <a:cubicBezTo>
                    <a:pt x="12" y="45"/>
                    <a:pt x="8" y="41"/>
                    <a:pt x="5" y="36"/>
                  </a:cubicBezTo>
                  <a:cubicBezTo>
                    <a:pt x="2" y="30"/>
                    <a:pt x="0" y="23"/>
                    <a:pt x="0" y="16"/>
                  </a:cubicBezTo>
                  <a:cubicBezTo>
                    <a:pt x="0" y="11"/>
                    <a:pt x="1" y="5"/>
                    <a:pt x="3" y="0"/>
                  </a:cubicBez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8"/>
            <p:cNvSpPr/>
            <p:nvPr/>
          </p:nvSpPr>
          <p:spPr>
            <a:xfrm rot="-755217">
              <a:off x="9988693" y="3738630"/>
              <a:ext cx="33046" cy="24783"/>
            </a:xfrm>
            <a:custGeom>
              <a:rect b="b" l="l" r="r" t="t"/>
              <a:pathLst>
                <a:path extrusionOk="0" h="30" w="40">
                  <a:moveTo>
                    <a:pt x="34" y="29"/>
                  </a:moveTo>
                  <a:cubicBezTo>
                    <a:pt x="30" y="28"/>
                    <a:pt x="26" y="26"/>
                    <a:pt x="22" y="24"/>
                  </a:cubicBezTo>
                  <a:cubicBezTo>
                    <a:pt x="14" y="19"/>
                    <a:pt x="6" y="12"/>
                    <a:pt x="0" y="4"/>
                  </a:cubicBezTo>
                  <a:cubicBezTo>
                    <a:pt x="1" y="3"/>
                    <a:pt x="2" y="2"/>
                    <a:pt x="4" y="1"/>
                  </a:cubicBezTo>
                  <a:cubicBezTo>
                    <a:pt x="6" y="0"/>
                    <a:pt x="6" y="0"/>
                    <a:pt x="8" y="0"/>
                  </a:cubicBezTo>
                  <a:cubicBezTo>
                    <a:pt x="10" y="0"/>
                    <a:pt x="11" y="0"/>
                    <a:pt x="12" y="1"/>
                  </a:cubicBezTo>
                  <a:cubicBezTo>
                    <a:pt x="13" y="1"/>
                    <a:pt x="13" y="2"/>
                    <a:pt x="14" y="2"/>
                  </a:cubicBezTo>
                  <a:cubicBezTo>
                    <a:pt x="22" y="8"/>
                    <a:pt x="30" y="15"/>
                    <a:pt x="38" y="22"/>
                  </a:cubicBezTo>
                  <a:cubicBezTo>
                    <a:pt x="39" y="23"/>
                    <a:pt x="39" y="23"/>
                    <a:pt x="39" y="24"/>
                  </a:cubicBezTo>
                  <a:cubicBezTo>
                    <a:pt x="39" y="25"/>
                    <a:pt x="39" y="25"/>
                    <a:pt x="38" y="26"/>
                  </a:cubicBezTo>
                  <a:cubicBezTo>
                    <a:pt x="37" y="27"/>
                    <a:pt x="36" y="28"/>
                    <a:pt x="3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8"/>
            <p:cNvSpPr/>
            <p:nvPr/>
          </p:nvSpPr>
          <p:spPr>
            <a:xfrm rot="-755217">
              <a:off x="9502026" y="3099836"/>
              <a:ext cx="27263" cy="37175"/>
            </a:xfrm>
            <a:custGeom>
              <a:rect b="b" l="l" r="r" t="t"/>
              <a:pathLst>
                <a:path extrusionOk="0" h="45" w="33">
                  <a:moveTo>
                    <a:pt x="32" y="44"/>
                  </a:moveTo>
                  <a:cubicBezTo>
                    <a:pt x="30" y="44"/>
                    <a:pt x="28" y="43"/>
                    <a:pt x="26" y="42"/>
                  </a:cubicBezTo>
                  <a:cubicBezTo>
                    <a:pt x="18" y="37"/>
                    <a:pt x="11" y="30"/>
                    <a:pt x="7" y="22"/>
                  </a:cubicBezTo>
                  <a:cubicBezTo>
                    <a:pt x="3" y="15"/>
                    <a:pt x="0" y="8"/>
                    <a:pt x="0" y="0"/>
                  </a:cubicBezTo>
                  <a:cubicBezTo>
                    <a:pt x="3" y="1"/>
                    <a:pt x="5" y="2"/>
                    <a:pt x="8" y="4"/>
                  </a:cubicBezTo>
                  <a:cubicBezTo>
                    <a:pt x="15" y="8"/>
                    <a:pt x="22" y="14"/>
                    <a:pt x="26" y="22"/>
                  </a:cubicBezTo>
                  <a:cubicBezTo>
                    <a:pt x="30" y="29"/>
                    <a:pt x="32" y="36"/>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8"/>
            <p:cNvSpPr/>
            <p:nvPr/>
          </p:nvSpPr>
          <p:spPr>
            <a:xfrm rot="-755217">
              <a:off x="8085760" y="2164880"/>
              <a:ext cx="27263" cy="25609"/>
            </a:xfrm>
            <a:custGeom>
              <a:rect b="b" l="l" r="r" t="t"/>
              <a:pathLst>
                <a:path extrusionOk="0" h="31" w="33">
                  <a:moveTo>
                    <a:pt x="0" y="4"/>
                  </a:moveTo>
                  <a:cubicBezTo>
                    <a:pt x="15" y="0"/>
                    <a:pt x="23" y="10"/>
                    <a:pt x="32" y="18"/>
                  </a:cubicBezTo>
                  <a:cubicBezTo>
                    <a:pt x="25" y="30"/>
                    <a:pt x="19" y="21"/>
                    <a:pt x="13" y="18"/>
                  </a:cubicBezTo>
                  <a:cubicBezTo>
                    <a:pt x="7" y="14"/>
                    <a:pt x="0" y="14"/>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8"/>
            <p:cNvSpPr/>
            <p:nvPr/>
          </p:nvSpPr>
          <p:spPr>
            <a:xfrm rot="-755217">
              <a:off x="10063276" y="3768546"/>
              <a:ext cx="25611" cy="27261"/>
            </a:xfrm>
            <a:custGeom>
              <a:rect b="b" l="l" r="r" t="t"/>
              <a:pathLst>
                <a:path extrusionOk="0" h="33" w="31">
                  <a:moveTo>
                    <a:pt x="1" y="0"/>
                  </a:moveTo>
                  <a:cubicBezTo>
                    <a:pt x="4" y="1"/>
                    <a:pt x="7" y="2"/>
                    <a:pt x="9" y="3"/>
                  </a:cubicBezTo>
                  <a:cubicBezTo>
                    <a:pt x="16" y="7"/>
                    <a:pt x="21" y="12"/>
                    <a:pt x="25" y="19"/>
                  </a:cubicBezTo>
                  <a:cubicBezTo>
                    <a:pt x="27" y="23"/>
                    <a:pt x="29" y="27"/>
                    <a:pt x="30" y="32"/>
                  </a:cubicBezTo>
                  <a:cubicBezTo>
                    <a:pt x="16" y="20"/>
                    <a:pt x="0" y="2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8"/>
            <p:cNvSpPr/>
            <p:nvPr/>
          </p:nvSpPr>
          <p:spPr>
            <a:xfrm rot="-755217">
              <a:off x="10423420" y="3704153"/>
              <a:ext cx="19828" cy="38827"/>
            </a:xfrm>
            <a:custGeom>
              <a:rect b="b" l="l" r="r" t="t"/>
              <a:pathLst>
                <a:path extrusionOk="0" h="47" w="24">
                  <a:moveTo>
                    <a:pt x="14" y="0"/>
                  </a:moveTo>
                  <a:cubicBezTo>
                    <a:pt x="23" y="19"/>
                    <a:pt x="11" y="32"/>
                    <a:pt x="0" y="46"/>
                  </a:cubicBezTo>
                  <a:cubicBezTo>
                    <a:pt x="0" y="44"/>
                    <a:pt x="0" y="43"/>
                    <a:pt x="0" y="41"/>
                  </a:cubicBezTo>
                  <a:cubicBezTo>
                    <a:pt x="0" y="31"/>
                    <a:pt x="2" y="21"/>
                    <a:pt x="8" y="12"/>
                  </a:cubicBezTo>
                  <a:cubicBezTo>
                    <a:pt x="10" y="8"/>
                    <a:pt x="13" y="5"/>
                    <a:pt x="16" y="1"/>
                  </a:cubicBezTo>
                  <a:lnTo>
                    <a:pt x="1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8"/>
            <p:cNvSpPr/>
            <p:nvPr/>
          </p:nvSpPr>
          <p:spPr>
            <a:xfrm rot="-755217">
              <a:off x="9437908" y="3114378"/>
              <a:ext cx="24784" cy="33044"/>
            </a:xfrm>
            <a:custGeom>
              <a:rect b="b" l="l" r="r" t="t"/>
              <a:pathLst>
                <a:path extrusionOk="0" h="40" w="30">
                  <a:moveTo>
                    <a:pt x="0" y="1"/>
                  </a:moveTo>
                  <a:cubicBezTo>
                    <a:pt x="20" y="6"/>
                    <a:pt x="22" y="24"/>
                    <a:pt x="29" y="39"/>
                  </a:cubicBezTo>
                  <a:cubicBezTo>
                    <a:pt x="15" y="29"/>
                    <a:pt x="0" y="20"/>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8"/>
            <p:cNvSpPr/>
            <p:nvPr/>
          </p:nvSpPr>
          <p:spPr>
            <a:xfrm rot="-755217">
              <a:off x="10171669" y="3850749"/>
              <a:ext cx="27263" cy="22305"/>
            </a:xfrm>
            <a:custGeom>
              <a:rect b="b" l="l" r="r" t="t"/>
              <a:pathLst>
                <a:path extrusionOk="0" h="27" w="33">
                  <a:moveTo>
                    <a:pt x="32" y="26"/>
                  </a:moveTo>
                  <a:cubicBezTo>
                    <a:pt x="27" y="25"/>
                    <a:pt x="22" y="24"/>
                    <a:pt x="18" y="21"/>
                  </a:cubicBezTo>
                  <a:cubicBezTo>
                    <a:pt x="12" y="18"/>
                    <a:pt x="8" y="13"/>
                    <a:pt x="4" y="7"/>
                  </a:cubicBezTo>
                  <a:cubicBezTo>
                    <a:pt x="3" y="5"/>
                    <a:pt x="1" y="2"/>
                    <a:pt x="0" y="0"/>
                  </a:cubicBezTo>
                  <a:cubicBezTo>
                    <a:pt x="20" y="3"/>
                    <a:pt x="20" y="3"/>
                    <a:pt x="31" y="26"/>
                  </a:cubicBezTo>
                  <a:lnTo>
                    <a:pt x="3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8"/>
            <p:cNvSpPr/>
            <p:nvPr/>
          </p:nvSpPr>
          <p:spPr>
            <a:xfrm rot="-755217">
              <a:off x="8638712" y="2705923"/>
              <a:ext cx="28089" cy="37175"/>
            </a:xfrm>
            <a:custGeom>
              <a:rect b="b" l="l" r="r" t="t"/>
              <a:pathLst>
                <a:path extrusionOk="0" h="45" w="34">
                  <a:moveTo>
                    <a:pt x="0" y="0"/>
                  </a:moveTo>
                  <a:cubicBezTo>
                    <a:pt x="2" y="1"/>
                    <a:pt x="5" y="2"/>
                    <a:pt x="7" y="3"/>
                  </a:cubicBezTo>
                  <a:cubicBezTo>
                    <a:pt x="15" y="8"/>
                    <a:pt x="22" y="14"/>
                    <a:pt x="26" y="22"/>
                  </a:cubicBezTo>
                  <a:cubicBezTo>
                    <a:pt x="30" y="29"/>
                    <a:pt x="32" y="36"/>
                    <a:pt x="33" y="44"/>
                  </a:cubicBezTo>
                  <a:cubicBezTo>
                    <a:pt x="30" y="43"/>
                    <a:pt x="28" y="42"/>
                    <a:pt x="25" y="40"/>
                  </a:cubicBezTo>
                  <a:cubicBezTo>
                    <a:pt x="17" y="35"/>
                    <a:pt x="11" y="29"/>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8"/>
            <p:cNvSpPr/>
            <p:nvPr/>
          </p:nvSpPr>
          <p:spPr>
            <a:xfrm rot="-755217">
              <a:off x="9969337" y="3004084"/>
              <a:ext cx="33872" cy="38827"/>
            </a:xfrm>
            <a:custGeom>
              <a:rect b="b" l="l" r="r" t="t"/>
              <a:pathLst>
                <a:path extrusionOk="0" h="47" w="41">
                  <a:moveTo>
                    <a:pt x="0" y="0"/>
                  </a:moveTo>
                  <a:cubicBezTo>
                    <a:pt x="26" y="3"/>
                    <a:pt x="35" y="23"/>
                    <a:pt x="40" y="46"/>
                  </a:cubicBezTo>
                  <a:cubicBezTo>
                    <a:pt x="19" y="37"/>
                    <a:pt x="11"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8"/>
            <p:cNvSpPr/>
            <p:nvPr/>
          </p:nvSpPr>
          <p:spPr>
            <a:xfrm rot="-755217">
              <a:off x="9573694" y="2972225"/>
              <a:ext cx="25611" cy="32218"/>
            </a:xfrm>
            <a:custGeom>
              <a:rect b="b" l="l" r="r" t="t"/>
              <a:pathLst>
                <a:path extrusionOk="0" h="39" w="31">
                  <a:moveTo>
                    <a:pt x="0" y="1"/>
                  </a:moveTo>
                  <a:cubicBezTo>
                    <a:pt x="21" y="5"/>
                    <a:pt x="25" y="22"/>
                    <a:pt x="30" y="38"/>
                  </a:cubicBezTo>
                  <a:cubicBezTo>
                    <a:pt x="16" y="29"/>
                    <a:pt x="1" y="2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8"/>
            <p:cNvSpPr/>
            <p:nvPr/>
          </p:nvSpPr>
          <p:spPr>
            <a:xfrm rot="-755217">
              <a:off x="8831053" y="3142630"/>
              <a:ext cx="22306" cy="30566"/>
            </a:xfrm>
            <a:custGeom>
              <a:rect b="b" l="l" r="r" t="t"/>
              <a:pathLst>
                <a:path extrusionOk="0" h="37" w="27">
                  <a:moveTo>
                    <a:pt x="0" y="0"/>
                  </a:moveTo>
                  <a:cubicBezTo>
                    <a:pt x="1" y="0"/>
                    <a:pt x="1" y="1"/>
                    <a:pt x="2" y="1"/>
                  </a:cubicBezTo>
                  <a:cubicBezTo>
                    <a:pt x="10" y="6"/>
                    <a:pt x="16" y="12"/>
                    <a:pt x="20" y="20"/>
                  </a:cubicBezTo>
                  <a:cubicBezTo>
                    <a:pt x="23" y="25"/>
                    <a:pt x="25" y="30"/>
                    <a:pt x="26" y="36"/>
                  </a:cubicBezTo>
                  <a:cubicBezTo>
                    <a:pt x="25" y="36"/>
                    <a:pt x="24" y="35"/>
                    <a:pt x="23" y="35"/>
                  </a:cubicBezTo>
                  <a:cubicBezTo>
                    <a:pt x="16" y="31"/>
                    <a:pt x="10" y="24"/>
                    <a:pt x="6" y="17"/>
                  </a:cubicBezTo>
                  <a:cubicBezTo>
                    <a:pt x="3" y="12"/>
                    <a:pt x="1"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8"/>
            <p:cNvSpPr/>
            <p:nvPr/>
          </p:nvSpPr>
          <p:spPr>
            <a:xfrm rot="-755217">
              <a:off x="8653186" y="3177808"/>
              <a:ext cx="39655" cy="25609"/>
            </a:xfrm>
            <a:custGeom>
              <a:rect b="b" l="l" r="r" t="t"/>
              <a:pathLst>
                <a:path extrusionOk="0" h="31" w="48">
                  <a:moveTo>
                    <a:pt x="47" y="26"/>
                  </a:moveTo>
                  <a:cubicBezTo>
                    <a:pt x="43" y="27"/>
                    <a:pt x="39" y="28"/>
                    <a:pt x="34" y="28"/>
                  </a:cubicBezTo>
                  <a:cubicBezTo>
                    <a:pt x="28" y="28"/>
                    <a:pt x="22" y="26"/>
                    <a:pt x="16" y="23"/>
                  </a:cubicBezTo>
                  <a:cubicBezTo>
                    <a:pt x="10" y="20"/>
                    <a:pt x="7" y="15"/>
                    <a:pt x="3" y="9"/>
                  </a:cubicBezTo>
                  <a:cubicBezTo>
                    <a:pt x="2" y="7"/>
                    <a:pt x="0" y="5"/>
                    <a:pt x="0" y="3"/>
                  </a:cubicBezTo>
                  <a:cubicBezTo>
                    <a:pt x="22" y="0"/>
                    <a:pt x="26" y="30"/>
                    <a:pt x="4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8"/>
            <p:cNvSpPr/>
            <p:nvPr/>
          </p:nvSpPr>
          <p:spPr>
            <a:xfrm rot="-755217">
              <a:off x="9827053" y="3184110"/>
              <a:ext cx="24784" cy="35522"/>
            </a:xfrm>
            <a:custGeom>
              <a:rect b="b" l="l" r="r" t="t"/>
              <a:pathLst>
                <a:path extrusionOk="0" h="43" w="30">
                  <a:moveTo>
                    <a:pt x="0" y="0"/>
                  </a:moveTo>
                  <a:cubicBezTo>
                    <a:pt x="17" y="16"/>
                    <a:pt x="26" y="24"/>
                    <a:pt x="29" y="42"/>
                  </a:cubicBezTo>
                  <a:cubicBezTo>
                    <a:pt x="20" y="37"/>
                    <a:pt x="12" y="29"/>
                    <a:pt x="7" y="20"/>
                  </a:cubicBezTo>
                  <a:cubicBezTo>
                    <a:pt x="4" y="14"/>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8"/>
            <p:cNvSpPr/>
            <p:nvPr/>
          </p:nvSpPr>
          <p:spPr>
            <a:xfrm rot="-755217">
              <a:off x="10272460" y="3082027"/>
              <a:ext cx="19828" cy="52045"/>
            </a:xfrm>
            <a:custGeom>
              <a:rect b="b" l="l" r="r" t="t"/>
              <a:pathLst>
                <a:path extrusionOk="0" h="63" w="24">
                  <a:moveTo>
                    <a:pt x="0" y="62"/>
                  </a:moveTo>
                  <a:cubicBezTo>
                    <a:pt x="1" y="44"/>
                    <a:pt x="6" y="27"/>
                    <a:pt x="15" y="11"/>
                  </a:cubicBezTo>
                  <a:cubicBezTo>
                    <a:pt x="17" y="7"/>
                    <a:pt x="20" y="3"/>
                    <a:pt x="23" y="0"/>
                  </a:cubicBezTo>
                  <a:cubicBezTo>
                    <a:pt x="23" y="2"/>
                    <a:pt x="23" y="4"/>
                    <a:pt x="23" y="6"/>
                  </a:cubicBezTo>
                  <a:cubicBezTo>
                    <a:pt x="23" y="20"/>
                    <a:pt x="19" y="34"/>
                    <a:pt x="12" y="46"/>
                  </a:cubicBezTo>
                  <a:cubicBezTo>
                    <a:pt x="9" y="52"/>
                    <a:pt x="4" y="58"/>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8"/>
            <p:cNvSpPr/>
            <p:nvPr/>
          </p:nvSpPr>
          <p:spPr>
            <a:xfrm rot="-755217">
              <a:off x="7912580" y="2137219"/>
              <a:ext cx="29741" cy="23131"/>
            </a:xfrm>
            <a:custGeom>
              <a:rect b="b" l="l" r="r" t="t"/>
              <a:pathLst>
                <a:path extrusionOk="0" h="28" w="36">
                  <a:moveTo>
                    <a:pt x="0" y="14"/>
                  </a:moveTo>
                  <a:lnTo>
                    <a:pt x="3" y="0"/>
                  </a:lnTo>
                  <a:cubicBezTo>
                    <a:pt x="9" y="1"/>
                    <a:pt x="14" y="4"/>
                    <a:pt x="20" y="7"/>
                  </a:cubicBezTo>
                  <a:cubicBezTo>
                    <a:pt x="25" y="10"/>
                    <a:pt x="31" y="14"/>
                    <a:pt x="35" y="19"/>
                  </a:cubicBezTo>
                  <a:cubicBezTo>
                    <a:pt x="25" y="27"/>
                    <a:pt x="16" y="23"/>
                    <a:pt x="8" y="23"/>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8"/>
            <p:cNvSpPr/>
            <p:nvPr/>
          </p:nvSpPr>
          <p:spPr>
            <a:xfrm rot="-755217">
              <a:off x="9931702" y="3070235"/>
              <a:ext cx="23958" cy="33044"/>
            </a:xfrm>
            <a:custGeom>
              <a:rect b="b" l="l" r="r" t="t"/>
              <a:pathLst>
                <a:path extrusionOk="0" h="40" w="29">
                  <a:moveTo>
                    <a:pt x="27" y="39"/>
                  </a:moveTo>
                  <a:cubicBezTo>
                    <a:pt x="18" y="34"/>
                    <a:pt x="11" y="25"/>
                    <a:pt x="5" y="16"/>
                  </a:cubicBezTo>
                  <a:cubicBezTo>
                    <a:pt x="4" y="13"/>
                    <a:pt x="2" y="11"/>
                    <a:pt x="0" y="8"/>
                  </a:cubicBezTo>
                  <a:cubicBezTo>
                    <a:pt x="12" y="0"/>
                    <a:pt x="14" y="13"/>
                    <a:pt x="19" y="17"/>
                  </a:cubicBezTo>
                  <a:cubicBezTo>
                    <a:pt x="19" y="18"/>
                    <a:pt x="19" y="18"/>
                    <a:pt x="19" y="18"/>
                  </a:cubicBezTo>
                  <a:cubicBezTo>
                    <a:pt x="22" y="19"/>
                    <a:pt x="24" y="21"/>
                    <a:pt x="26" y="24"/>
                  </a:cubicBezTo>
                  <a:cubicBezTo>
                    <a:pt x="28" y="27"/>
                    <a:pt x="28" y="30"/>
                    <a:pt x="28" y="33"/>
                  </a:cubicBezTo>
                  <a:cubicBezTo>
                    <a:pt x="28" y="35"/>
                    <a:pt x="28" y="37"/>
                    <a:pt x="2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8"/>
            <p:cNvSpPr/>
            <p:nvPr/>
          </p:nvSpPr>
          <p:spPr>
            <a:xfrm rot="-755217">
              <a:off x="10473644" y="4030691"/>
              <a:ext cx="20654" cy="47914"/>
            </a:xfrm>
            <a:custGeom>
              <a:rect b="b" l="l" r="r" t="t"/>
              <a:pathLst>
                <a:path extrusionOk="0" h="58" w="25">
                  <a:moveTo>
                    <a:pt x="24" y="0"/>
                  </a:moveTo>
                  <a:lnTo>
                    <a:pt x="24" y="1"/>
                  </a:lnTo>
                  <a:cubicBezTo>
                    <a:pt x="24" y="15"/>
                    <a:pt x="20" y="29"/>
                    <a:pt x="13" y="41"/>
                  </a:cubicBezTo>
                  <a:cubicBezTo>
                    <a:pt x="10" y="47"/>
                    <a:pt x="5" y="52"/>
                    <a:pt x="0" y="57"/>
                  </a:cubicBezTo>
                  <a:cubicBezTo>
                    <a:pt x="0" y="56"/>
                    <a:pt x="0" y="55"/>
                    <a:pt x="0" y="54"/>
                  </a:cubicBezTo>
                  <a:cubicBezTo>
                    <a:pt x="0" y="41"/>
                    <a:pt x="4" y="28"/>
                    <a:pt x="10" y="17"/>
                  </a:cubicBezTo>
                  <a:cubicBezTo>
                    <a:pt x="14" y="10"/>
                    <a:pt x="19"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8"/>
            <p:cNvSpPr/>
            <p:nvPr/>
          </p:nvSpPr>
          <p:spPr>
            <a:xfrm rot="-755217">
              <a:off x="9275096" y="3345846"/>
              <a:ext cx="20654" cy="30566"/>
            </a:xfrm>
            <a:custGeom>
              <a:rect b="b" l="l" r="r" t="t"/>
              <a:pathLst>
                <a:path extrusionOk="0" h="37" w="25">
                  <a:moveTo>
                    <a:pt x="21" y="36"/>
                  </a:moveTo>
                  <a:cubicBezTo>
                    <a:pt x="14" y="32"/>
                    <a:pt x="9" y="27"/>
                    <a:pt x="5" y="21"/>
                  </a:cubicBezTo>
                  <a:cubicBezTo>
                    <a:pt x="2" y="15"/>
                    <a:pt x="0" y="8"/>
                    <a:pt x="0" y="0"/>
                  </a:cubicBezTo>
                  <a:cubicBezTo>
                    <a:pt x="20" y="4"/>
                    <a:pt x="22" y="19"/>
                    <a:pt x="24" y="34"/>
                  </a:cubicBezTo>
                  <a:lnTo>
                    <a:pt x="21"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8"/>
            <p:cNvSpPr/>
            <p:nvPr/>
          </p:nvSpPr>
          <p:spPr>
            <a:xfrm rot="-755217">
              <a:off x="9540483" y="2942182"/>
              <a:ext cx="28089" cy="37175"/>
            </a:xfrm>
            <a:custGeom>
              <a:rect b="b" l="l" r="r" t="t"/>
              <a:pathLst>
                <a:path extrusionOk="0" h="45" w="34">
                  <a:moveTo>
                    <a:pt x="33" y="44"/>
                  </a:moveTo>
                  <a:cubicBezTo>
                    <a:pt x="31" y="43"/>
                    <a:pt x="29" y="42"/>
                    <a:pt x="27" y="41"/>
                  </a:cubicBezTo>
                  <a:cubicBezTo>
                    <a:pt x="19" y="36"/>
                    <a:pt x="12" y="29"/>
                    <a:pt x="7" y="21"/>
                  </a:cubicBezTo>
                  <a:cubicBezTo>
                    <a:pt x="3" y="15"/>
                    <a:pt x="1" y="7"/>
                    <a:pt x="0" y="0"/>
                  </a:cubicBezTo>
                  <a:cubicBezTo>
                    <a:pt x="4" y="1"/>
                    <a:pt x="7" y="2"/>
                    <a:pt x="10" y="4"/>
                  </a:cubicBezTo>
                  <a:cubicBezTo>
                    <a:pt x="17" y="8"/>
                    <a:pt x="23" y="14"/>
                    <a:pt x="27" y="21"/>
                  </a:cubicBezTo>
                  <a:cubicBezTo>
                    <a:pt x="31" y="28"/>
                    <a:pt x="33"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8"/>
            <p:cNvSpPr/>
            <p:nvPr/>
          </p:nvSpPr>
          <p:spPr>
            <a:xfrm rot="-755217">
              <a:off x="8782327" y="3101620"/>
              <a:ext cx="24784" cy="32218"/>
            </a:xfrm>
            <a:custGeom>
              <a:rect b="b" l="l" r="r" t="t"/>
              <a:pathLst>
                <a:path extrusionOk="0" h="39" w="30">
                  <a:moveTo>
                    <a:pt x="0" y="1"/>
                  </a:moveTo>
                  <a:cubicBezTo>
                    <a:pt x="20" y="6"/>
                    <a:pt x="22" y="24"/>
                    <a:pt x="29" y="38"/>
                  </a:cubicBezTo>
                  <a:cubicBezTo>
                    <a:pt x="16" y="29"/>
                    <a:pt x="0" y="2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8"/>
            <p:cNvSpPr/>
            <p:nvPr/>
          </p:nvSpPr>
          <p:spPr>
            <a:xfrm rot="-755217">
              <a:off x="8922385" y="3061421"/>
              <a:ext cx="28915" cy="32218"/>
            </a:xfrm>
            <a:custGeom>
              <a:rect b="b" l="l" r="r" t="t"/>
              <a:pathLst>
                <a:path extrusionOk="0" h="39" w="35">
                  <a:moveTo>
                    <a:pt x="0" y="1"/>
                  </a:moveTo>
                  <a:cubicBezTo>
                    <a:pt x="19" y="4"/>
                    <a:pt x="23" y="21"/>
                    <a:pt x="34" y="38"/>
                  </a:cubicBezTo>
                  <a:cubicBezTo>
                    <a:pt x="30" y="37"/>
                    <a:pt x="26" y="35"/>
                    <a:pt x="23" y="33"/>
                  </a:cubicBezTo>
                  <a:cubicBezTo>
                    <a:pt x="16" y="29"/>
                    <a:pt x="10" y="24"/>
                    <a:pt x="6" y="17"/>
                  </a:cubicBezTo>
                  <a:cubicBezTo>
                    <a:pt x="3" y="12"/>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8"/>
            <p:cNvSpPr/>
            <p:nvPr/>
          </p:nvSpPr>
          <p:spPr>
            <a:xfrm rot="-755217">
              <a:off x="9528020" y="4278387"/>
              <a:ext cx="24784" cy="28914"/>
            </a:xfrm>
            <a:custGeom>
              <a:rect b="b" l="l" r="r" t="t"/>
              <a:pathLst>
                <a:path extrusionOk="0" h="35" w="30">
                  <a:moveTo>
                    <a:pt x="2" y="1"/>
                  </a:moveTo>
                  <a:cubicBezTo>
                    <a:pt x="18" y="6"/>
                    <a:pt x="23" y="20"/>
                    <a:pt x="29" y="34"/>
                  </a:cubicBezTo>
                  <a:cubicBezTo>
                    <a:pt x="13" y="28"/>
                    <a:pt x="0" y="19"/>
                    <a:pt x="2"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8"/>
            <p:cNvSpPr/>
            <p:nvPr/>
          </p:nvSpPr>
          <p:spPr>
            <a:xfrm rot="-755217">
              <a:off x="10265701" y="3135169"/>
              <a:ext cx="19828" cy="52045"/>
            </a:xfrm>
            <a:custGeom>
              <a:rect b="b" l="l" r="r" t="t"/>
              <a:pathLst>
                <a:path extrusionOk="0" h="63" w="24">
                  <a:moveTo>
                    <a:pt x="0" y="62"/>
                  </a:moveTo>
                  <a:cubicBezTo>
                    <a:pt x="0" y="60"/>
                    <a:pt x="0" y="58"/>
                    <a:pt x="0" y="55"/>
                  </a:cubicBezTo>
                  <a:cubicBezTo>
                    <a:pt x="0" y="42"/>
                    <a:pt x="4" y="28"/>
                    <a:pt x="10" y="17"/>
                  </a:cubicBezTo>
                  <a:cubicBezTo>
                    <a:pt x="14" y="10"/>
                    <a:pt x="18" y="5"/>
                    <a:pt x="23" y="0"/>
                  </a:cubicBezTo>
                  <a:cubicBezTo>
                    <a:pt x="21" y="18"/>
                    <a:pt x="16" y="36"/>
                    <a:pt x="6" y="52"/>
                  </a:cubicBezTo>
                  <a:cubicBezTo>
                    <a:pt x="4" y="56"/>
                    <a:pt x="2" y="59"/>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8"/>
            <p:cNvSpPr/>
            <p:nvPr/>
          </p:nvSpPr>
          <p:spPr>
            <a:xfrm rot="-755217">
              <a:off x="10466522" y="4078000"/>
              <a:ext cx="20654" cy="48740"/>
            </a:xfrm>
            <a:custGeom>
              <a:rect b="b" l="l" r="r" t="t"/>
              <a:pathLst>
                <a:path extrusionOk="0" h="59" w="25">
                  <a:moveTo>
                    <a:pt x="24" y="0"/>
                  </a:moveTo>
                  <a:cubicBezTo>
                    <a:pt x="23" y="15"/>
                    <a:pt x="19" y="29"/>
                    <a:pt x="12" y="42"/>
                  </a:cubicBezTo>
                  <a:cubicBezTo>
                    <a:pt x="9" y="48"/>
                    <a:pt x="5" y="53"/>
                    <a:pt x="0" y="58"/>
                  </a:cubicBezTo>
                  <a:cubicBezTo>
                    <a:pt x="0" y="57"/>
                    <a:pt x="0" y="56"/>
                    <a:pt x="0" y="55"/>
                  </a:cubicBezTo>
                  <a:cubicBezTo>
                    <a:pt x="0" y="42"/>
                    <a:pt x="3" y="29"/>
                    <a:pt x="10" y="17"/>
                  </a:cubicBezTo>
                  <a:cubicBezTo>
                    <a:pt x="14" y="11"/>
                    <a:pt x="18"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8"/>
            <p:cNvSpPr/>
            <p:nvPr/>
          </p:nvSpPr>
          <p:spPr>
            <a:xfrm rot="-755217">
              <a:off x="10293092" y="3126299"/>
              <a:ext cx="21480" cy="49566"/>
            </a:xfrm>
            <a:custGeom>
              <a:rect b="b" l="l" r="r" t="t"/>
              <a:pathLst>
                <a:path extrusionOk="0" h="60" w="26">
                  <a:moveTo>
                    <a:pt x="17" y="0"/>
                  </a:moveTo>
                  <a:cubicBezTo>
                    <a:pt x="25" y="20"/>
                    <a:pt x="14" y="34"/>
                    <a:pt x="0" y="59"/>
                  </a:cubicBezTo>
                  <a:lnTo>
                    <a:pt x="0" y="58"/>
                  </a:lnTo>
                  <a:cubicBezTo>
                    <a:pt x="0" y="41"/>
                    <a:pt x="5" y="24"/>
                    <a:pt x="13" y="10"/>
                  </a:cubicBezTo>
                  <a:cubicBezTo>
                    <a:pt x="15" y="7"/>
                    <a:pt x="16" y="4"/>
                    <a:pt x="18" y="2"/>
                  </a:cubicBezTo>
                  <a:lnTo>
                    <a:pt x="1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8"/>
            <p:cNvSpPr/>
            <p:nvPr/>
          </p:nvSpPr>
          <p:spPr>
            <a:xfrm rot="-755217">
              <a:off x="9506136" y="2912628"/>
              <a:ext cx="28089" cy="38827"/>
            </a:xfrm>
            <a:custGeom>
              <a:rect b="b" l="l" r="r" t="t"/>
              <a:pathLst>
                <a:path extrusionOk="0" h="47" w="34">
                  <a:moveTo>
                    <a:pt x="33" y="44"/>
                  </a:moveTo>
                  <a:cubicBezTo>
                    <a:pt x="31" y="43"/>
                    <a:pt x="29" y="42"/>
                    <a:pt x="27" y="41"/>
                  </a:cubicBezTo>
                  <a:cubicBezTo>
                    <a:pt x="19" y="36"/>
                    <a:pt x="12" y="29"/>
                    <a:pt x="7" y="20"/>
                  </a:cubicBezTo>
                  <a:cubicBezTo>
                    <a:pt x="3" y="14"/>
                    <a:pt x="1" y="7"/>
                    <a:pt x="0" y="0"/>
                  </a:cubicBezTo>
                  <a:cubicBezTo>
                    <a:pt x="2" y="1"/>
                    <a:pt x="4" y="2"/>
                    <a:pt x="6" y="3"/>
                  </a:cubicBezTo>
                  <a:cubicBezTo>
                    <a:pt x="14" y="8"/>
                    <a:pt x="20" y="14"/>
                    <a:pt x="25" y="22"/>
                  </a:cubicBezTo>
                  <a:cubicBezTo>
                    <a:pt x="29" y="29"/>
                    <a:pt x="31" y="37"/>
                    <a:pt x="32" y="46"/>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8"/>
            <p:cNvSpPr/>
            <p:nvPr/>
          </p:nvSpPr>
          <p:spPr>
            <a:xfrm rot="-755217">
              <a:off x="8301090" y="2394049"/>
              <a:ext cx="23132" cy="25609"/>
            </a:xfrm>
            <a:custGeom>
              <a:rect b="b" l="l" r="r" t="t"/>
              <a:pathLst>
                <a:path extrusionOk="0" h="31" w="28">
                  <a:moveTo>
                    <a:pt x="0" y="0"/>
                  </a:moveTo>
                  <a:cubicBezTo>
                    <a:pt x="2" y="1"/>
                    <a:pt x="4" y="2"/>
                    <a:pt x="6" y="3"/>
                  </a:cubicBezTo>
                  <a:cubicBezTo>
                    <a:pt x="13" y="7"/>
                    <a:pt x="18" y="12"/>
                    <a:pt x="22" y="19"/>
                  </a:cubicBezTo>
                  <a:cubicBezTo>
                    <a:pt x="24" y="22"/>
                    <a:pt x="26" y="26"/>
                    <a:pt x="27" y="30"/>
                  </a:cubicBezTo>
                  <a:cubicBezTo>
                    <a:pt x="8" y="28"/>
                    <a:pt x="4"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8"/>
            <p:cNvSpPr/>
            <p:nvPr/>
          </p:nvSpPr>
          <p:spPr>
            <a:xfrm rot="-755217">
              <a:off x="8816895" y="4472608"/>
              <a:ext cx="33046" cy="25609"/>
            </a:xfrm>
            <a:custGeom>
              <a:rect b="b" l="l" r="r" t="t"/>
              <a:pathLst>
                <a:path extrusionOk="0" h="31" w="40">
                  <a:moveTo>
                    <a:pt x="0" y="3"/>
                  </a:moveTo>
                  <a:cubicBezTo>
                    <a:pt x="21" y="0"/>
                    <a:pt x="27" y="18"/>
                    <a:pt x="39" y="30"/>
                  </a:cubicBezTo>
                  <a:cubicBezTo>
                    <a:pt x="32" y="30"/>
                    <a:pt x="26" y="28"/>
                    <a:pt x="20" y="25"/>
                  </a:cubicBezTo>
                  <a:cubicBezTo>
                    <a:pt x="14" y="21"/>
                    <a:pt x="9" y="16"/>
                    <a:pt x="5" y="10"/>
                  </a:cubicBezTo>
                  <a:cubicBezTo>
                    <a:pt x="3" y="7"/>
                    <a:pt x="2" y="4"/>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8"/>
            <p:cNvSpPr/>
            <p:nvPr/>
          </p:nvSpPr>
          <p:spPr>
            <a:xfrm rot="-755217">
              <a:off x="8888587" y="3032724"/>
              <a:ext cx="28089" cy="37175"/>
            </a:xfrm>
            <a:custGeom>
              <a:rect b="b" l="l" r="r" t="t"/>
              <a:pathLst>
                <a:path extrusionOk="0" h="45" w="34">
                  <a:moveTo>
                    <a:pt x="0" y="0"/>
                  </a:moveTo>
                  <a:cubicBezTo>
                    <a:pt x="3" y="1"/>
                    <a:pt x="5" y="1"/>
                    <a:pt x="8" y="3"/>
                  </a:cubicBezTo>
                  <a:cubicBezTo>
                    <a:pt x="15" y="7"/>
                    <a:pt x="22" y="14"/>
                    <a:pt x="26" y="22"/>
                  </a:cubicBezTo>
                  <a:cubicBezTo>
                    <a:pt x="30" y="29"/>
                    <a:pt x="33" y="36"/>
                    <a:pt x="33" y="44"/>
                  </a:cubicBezTo>
                  <a:cubicBezTo>
                    <a:pt x="31" y="43"/>
                    <a:pt x="29" y="42"/>
                    <a:pt x="28" y="41"/>
                  </a:cubicBezTo>
                  <a:cubicBezTo>
                    <a:pt x="19" y="37"/>
                    <a:pt x="12" y="30"/>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8"/>
            <p:cNvSpPr/>
            <p:nvPr/>
          </p:nvSpPr>
          <p:spPr>
            <a:xfrm rot="-755217">
              <a:off x="8854686" y="3002203"/>
              <a:ext cx="28089" cy="37175"/>
            </a:xfrm>
            <a:custGeom>
              <a:rect b="b" l="l" r="r" t="t"/>
              <a:pathLst>
                <a:path extrusionOk="0" h="45" w="34">
                  <a:moveTo>
                    <a:pt x="33" y="44"/>
                  </a:moveTo>
                  <a:cubicBezTo>
                    <a:pt x="31" y="43"/>
                    <a:pt x="29" y="43"/>
                    <a:pt x="26" y="41"/>
                  </a:cubicBezTo>
                  <a:cubicBezTo>
                    <a:pt x="18" y="36"/>
                    <a:pt x="12" y="29"/>
                    <a:pt x="7" y="21"/>
                  </a:cubicBezTo>
                  <a:cubicBezTo>
                    <a:pt x="3" y="15"/>
                    <a:pt x="1" y="8"/>
                    <a:pt x="0" y="0"/>
                  </a:cubicBezTo>
                  <a:cubicBezTo>
                    <a:pt x="3" y="1"/>
                    <a:pt x="6" y="2"/>
                    <a:pt x="9" y="4"/>
                  </a:cubicBezTo>
                  <a:cubicBezTo>
                    <a:pt x="16" y="8"/>
                    <a:pt x="23" y="15"/>
                    <a:pt x="27" y="22"/>
                  </a:cubicBezTo>
                  <a:cubicBezTo>
                    <a:pt x="31" y="29"/>
                    <a:pt x="33" y="37"/>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8"/>
            <p:cNvSpPr/>
            <p:nvPr/>
          </p:nvSpPr>
          <p:spPr>
            <a:xfrm rot="-755217">
              <a:off x="9960017" y="3237655"/>
              <a:ext cx="30567" cy="42131"/>
            </a:xfrm>
            <a:custGeom>
              <a:rect b="b" l="l" r="r" t="t"/>
              <a:pathLst>
                <a:path extrusionOk="0" h="51" w="37">
                  <a:moveTo>
                    <a:pt x="0" y="0"/>
                  </a:moveTo>
                  <a:cubicBezTo>
                    <a:pt x="11" y="7"/>
                    <a:pt x="21" y="16"/>
                    <a:pt x="27" y="28"/>
                  </a:cubicBezTo>
                  <a:cubicBezTo>
                    <a:pt x="31" y="35"/>
                    <a:pt x="34" y="42"/>
                    <a:pt x="36" y="50"/>
                  </a:cubicBezTo>
                  <a:cubicBezTo>
                    <a:pt x="25" y="43"/>
                    <a:pt x="15" y="33"/>
                    <a:pt x="9" y="22"/>
                  </a:cubicBezTo>
                  <a:cubicBezTo>
                    <a:pt x="5" y="15"/>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8"/>
            <p:cNvSpPr/>
            <p:nvPr/>
          </p:nvSpPr>
          <p:spPr>
            <a:xfrm rot="-755217">
              <a:off x="8726551" y="3018801"/>
              <a:ext cx="28915" cy="31392"/>
            </a:xfrm>
            <a:custGeom>
              <a:rect b="b" l="l" r="r" t="t"/>
              <a:pathLst>
                <a:path extrusionOk="0" h="38" w="35">
                  <a:moveTo>
                    <a:pt x="34" y="35"/>
                  </a:moveTo>
                  <a:cubicBezTo>
                    <a:pt x="16" y="33"/>
                    <a:pt x="10" y="20"/>
                    <a:pt x="0" y="0"/>
                  </a:cubicBezTo>
                  <a:cubicBezTo>
                    <a:pt x="24" y="8"/>
                    <a:pt x="32" y="20"/>
                    <a:pt x="33" y="37"/>
                  </a:cubicBezTo>
                  <a:lnTo>
                    <a:pt x="34"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8"/>
            <p:cNvSpPr/>
            <p:nvPr/>
          </p:nvSpPr>
          <p:spPr>
            <a:xfrm rot="-755217">
              <a:off x="8820158" y="2972669"/>
              <a:ext cx="28089" cy="37175"/>
            </a:xfrm>
            <a:custGeom>
              <a:rect b="b" l="l" r="r" t="t"/>
              <a:pathLst>
                <a:path extrusionOk="0" h="45" w="34">
                  <a:moveTo>
                    <a:pt x="33" y="44"/>
                  </a:moveTo>
                  <a:cubicBezTo>
                    <a:pt x="31" y="43"/>
                    <a:pt x="28" y="42"/>
                    <a:pt x="26" y="41"/>
                  </a:cubicBezTo>
                  <a:cubicBezTo>
                    <a:pt x="18" y="36"/>
                    <a:pt x="11" y="30"/>
                    <a:pt x="7" y="22"/>
                  </a:cubicBezTo>
                  <a:cubicBezTo>
                    <a:pt x="3" y="15"/>
                    <a:pt x="1" y="8"/>
                    <a:pt x="0" y="0"/>
                  </a:cubicBezTo>
                  <a:cubicBezTo>
                    <a:pt x="3" y="1"/>
                    <a:pt x="6" y="2"/>
                    <a:pt x="9" y="4"/>
                  </a:cubicBezTo>
                  <a:cubicBezTo>
                    <a:pt x="16" y="8"/>
                    <a:pt x="22" y="14"/>
                    <a:pt x="26" y="21"/>
                  </a:cubicBezTo>
                  <a:cubicBezTo>
                    <a:pt x="30" y="28"/>
                    <a:pt x="32" y="36"/>
                    <a:pt x="32" y="44"/>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8"/>
            <p:cNvSpPr/>
            <p:nvPr/>
          </p:nvSpPr>
          <p:spPr>
            <a:xfrm rot="-755217">
              <a:off x="8126680" y="2488580"/>
              <a:ext cx="26437" cy="33044"/>
            </a:xfrm>
            <a:custGeom>
              <a:rect b="b" l="l" r="r" t="t"/>
              <a:pathLst>
                <a:path extrusionOk="0" h="40" w="32">
                  <a:moveTo>
                    <a:pt x="31" y="38"/>
                  </a:moveTo>
                  <a:cubicBezTo>
                    <a:pt x="9" y="35"/>
                    <a:pt x="6" y="16"/>
                    <a:pt x="0" y="0"/>
                  </a:cubicBezTo>
                  <a:cubicBezTo>
                    <a:pt x="2" y="1"/>
                    <a:pt x="5" y="2"/>
                    <a:pt x="7" y="4"/>
                  </a:cubicBezTo>
                  <a:cubicBezTo>
                    <a:pt x="14" y="8"/>
                    <a:pt x="20" y="13"/>
                    <a:pt x="24" y="20"/>
                  </a:cubicBezTo>
                  <a:cubicBezTo>
                    <a:pt x="27" y="26"/>
                    <a:pt x="29" y="32"/>
                    <a:pt x="29" y="39"/>
                  </a:cubicBezTo>
                  <a:lnTo>
                    <a:pt x="3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8"/>
            <p:cNvSpPr/>
            <p:nvPr/>
          </p:nvSpPr>
          <p:spPr>
            <a:xfrm rot="-755217">
              <a:off x="8366249" y="3034931"/>
              <a:ext cx="29741" cy="39653"/>
            </a:xfrm>
            <a:custGeom>
              <a:rect b="b" l="l" r="r" t="t"/>
              <a:pathLst>
                <a:path extrusionOk="0" h="48" w="36">
                  <a:moveTo>
                    <a:pt x="35" y="46"/>
                  </a:moveTo>
                  <a:cubicBezTo>
                    <a:pt x="14" y="40"/>
                    <a:pt x="7" y="22"/>
                    <a:pt x="0" y="3"/>
                  </a:cubicBezTo>
                  <a:lnTo>
                    <a:pt x="4" y="0"/>
                  </a:lnTo>
                  <a:cubicBezTo>
                    <a:pt x="4" y="0"/>
                    <a:pt x="5" y="0"/>
                    <a:pt x="5" y="1"/>
                  </a:cubicBezTo>
                  <a:cubicBezTo>
                    <a:pt x="14"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8"/>
            <p:cNvSpPr/>
            <p:nvPr/>
          </p:nvSpPr>
          <p:spPr>
            <a:xfrm rot="-755217">
              <a:off x="8780795" y="3268729"/>
              <a:ext cx="31394" cy="24783"/>
            </a:xfrm>
            <a:custGeom>
              <a:rect b="b" l="l" r="r" t="t"/>
              <a:pathLst>
                <a:path extrusionOk="0" h="30" w="38">
                  <a:moveTo>
                    <a:pt x="0" y="2"/>
                  </a:moveTo>
                  <a:cubicBezTo>
                    <a:pt x="20" y="1"/>
                    <a:pt x="27" y="17"/>
                    <a:pt x="37" y="29"/>
                  </a:cubicBezTo>
                  <a:cubicBezTo>
                    <a:pt x="20" y="25"/>
                    <a:pt x="5" y="2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8"/>
            <p:cNvSpPr/>
            <p:nvPr/>
          </p:nvSpPr>
          <p:spPr>
            <a:xfrm rot="-755217">
              <a:off x="8737698" y="2943702"/>
              <a:ext cx="27263" cy="31392"/>
            </a:xfrm>
            <a:custGeom>
              <a:rect b="b" l="l" r="r" t="t"/>
              <a:pathLst>
                <a:path extrusionOk="0" h="38" w="33">
                  <a:moveTo>
                    <a:pt x="0" y="1"/>
                  </a:moveTo>
                  <a:cubicBezTo>
                    <a:pt x="21" y="4"/>
                    <a:pt x="23" y="24"/>
                    <a:pt x="32" y="37"/>
                  </a:cubicBezTo>
                  <a:cubicBezTo>
                    <a:pt x="28" y="37"/>
                    <a:pt x="23" y="35"/>
                    <a:pt x="20" y="33"/>
                  </a:cubicBezTo>
                  <a:cubicBezTo>
                    <a:pt x="14" y="30"/>
                    <a:pt x="9" y="26"/>
                    <a:pt x="6" y="20"/>
                  </a:cubicBezTo>
                  <a:cubicBezTo>
                    <a:pt x="3" y="14"/>
                    <a:pt x="1" y="8"/>
                    <a:pt x="1" y="1"/>
                  </a:cubicBezTo>
                  <a:lnTo>
                    <a:pt x="1"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8"/>
            <p:cNvSpPr/>
            <p:nvPr/>
          </p:nvSpPr>
          <p:spPr>
            <a:xfrm rot="-755217">
              <a:off x="9176036" y="2798711"/>
              <a:ext cx="24784" cy="32218"/>
            </a:xfrm>
            <a:custGeom>
              <a:rect b="b" l="l" r="r" t="t"/>
              <a:pathLst>
                <a:path extrusionOk="0" h="39" w="30">
                  <a:moveTo>
                    <a:pt x="29" y="38"/>
                  </a:moveTo>
                  <a:cubicBezTo>
                    <a:pt x="13" y="24"/>
                    <a:pt x="2" y="17"/>
                    <a:pt x="0" y="0"/>
                  </a:cubicBezTo>
                  <a:cubicBezTo>
                    <a:pt x="18" y="5"/>
                    <a:pt x="24" y="15"/>
                    <a:pt x="2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8"/>
            <p:cNvSpPr/>
            <p:nvPr/>
          </p:nvSpPr>
          <p:spPr>
            <a:xfrm rot="-755217">
              <a:off x="8960192" y="3603241"/>
              <a:ext cx="28915" cy="38001"/>
            </a:xfrm>
            <a:custGeom>
              <a:rect b="b" l="l" r="r" t="t"/>
              <a:pathLst>
                <a:path extrusionOk="0" h="46" w="35">
                  <a:moveTo>
                    <a:pt x="34" y="44"/>
                  </a:moveTo>
                  <a:cubicBezTo>
                    <a:pt x="12" y="39"/>
                    <a:pt x="5" y="20"/>
                    <a:pt x="0" y="1"/>
                  </a:cubicBezTo>
                  <a:lnTo>
                    <a:pt x="1" y="0"/>
                  </a:lnTo>
                  <a:cubicBezTo>
                    <a:pt x="2" y="0"/>
                    <a:pt x="4" y="1"/>
                    <a:pt x="5" y="1"/>
                  </a:cubicBezTo>
                  <a:cubicBezTo>
                    <a:pt x="14" y="7"/>
                    <a:pt x="21" y="14"/>
                    <a:pt x="26" y="23"/>
                  </a:cubicBezTo>
                  <a:cubicBezTo>
                    <a:pt x="30" y="30"/>
                    <a:pt x="32" y="37"/>
                    <a:pt x="33" y="45"/>
                  </a:cubicBezTo>
                  <a:lnTo>
                    <a:pt x="34"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8"/>
            <p:cNvSpPr/>
            <p:nvPr/>
          </p:nvSpPr>
          <p:spPr>
            <a:xfrm rot="-755217">
              <a:off x="10033973" y="3366572"/>
              <a:ext cx="23132" cy="30566"/>
            </a:xfrm>
            <a:custGeom>
              <a:rect b="b" l="l" r="r" t="t"/>
              <a:pathLst>
                <a:path extrusionOk="0" h="37" w="28">
                  <a:moveTo>
                    <a:pt x="1" y="0"/>
                  </a:moveTo>
                  <a:lnTo>
                    <a:pt x="27" y="36"/>
                  </a:lnTo>
                  <a:cubicBezTo>
                    <a:pt x="24" y="35"/>
                    <a:pt x="20" y="34"/>
                    <a:pt x="17" y="32"/>
                  </a:cubicBezTo>
                  <a:cubicBezTo>
                    <a:pt x="12" y="29"/>
                    <a:pt x="8" y="25"/>
                    <a:pt x="5" y="20"/>
                  </a:cubicBezTo>
                  <a:cubicBezTo>
                    <a:pt x="2" y="15"/>
                    <a:pt x="0" y="9"/>
                    <a:pt x="0" y="3"/>
                  </a:cubicBezTo>
                  <a:cubicBezTo>
                    <a:pt x="0" y="2"/>
                    <a:pt x="1" y="1"/>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8"/>
            <p:cNvSpPr/>
            <p:nvPr/>
          </p:nvSpPr>
          <p:spPr>
            <a:xfrm rot="-755217">
              <a:off x="8972009" y="2817926"/>
              <a:ext cx="25611" cy="31392"/>
            </a:xfrm>
            <a:custGeom>
              <a:rect b="b" l="l" r="r" t="t"/>
              <a:pathLst>
                <a:path extrusionOk="0" h="38" w="31">
                  <a:moveTo>
                    <a:pt x="0" y="1"/>
                  </a:moveTo>
                  <a:cubicBezTo>
                    <a:pt x="21" y="3"/>
                    <a:pt x="22" y="23"/>
                    <a:pt x="30" y="37"/>
                  </a:cubicBezTo>
                  <a:cubicBezTo>
                    <a:pt x="16" y="28"/>
                    <a:pt x="1"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8"/>
            <p:cNvSpPr/>
            <p:nvPr/>
          </p:nvSpPr>
          <p:spPr>
            <a:xfrm rot="-755217">
              <a:off x="8157693" y="2514554"/>
              <a:ext cx="28089" cy="38827"/>
            </a:xfrm>
            <a:custGeom>
              <a:rect b="b" l="l" r="r" t="t"/>
              <a:pathLst>
                <a:path extrusionOk="0" h="47" w="34">
                  <a:moveTo>
                    <a:pt x="0" y="0"/>
                  </a:moveTo>
                  <a:cubicBezTo>
                    <a:pt x="3" y="1"/>
                    <a:pt x="5" y="2"/>
                    <a:pt x="7" y="3"/>
                  </a:cubicBezTo>
                  <a:cubicBezTo>
                    <a:pt x="15" y="8"/>
                    <a:pt x="21" y="14"/>
                    <a:pt x="26" y="22"/>
                  </a:cubicBezTo>
                  <a:cubicBezTo>
                    <a:pt x="30" y="30"/>
                    <a:pt x="33" y="38"/>
                    <a:pt x="33" y="46"/>
                  </a:cubicBezTo>
                  <a:cubicBezTo>
                    <a:pt x="30" y="45"/>
                    <a:pt x="27" y="44"/>
                    <a:pt x="24" y="42"/>
                  </a:cubicBezTo>
                  <a:cubicBezTo>
                    <a:pt x="17" y="38"/>
                    <a:pt x="11" y="32"/>
                    <a:pt x="7" y="25"/>
                  </a:cubicBezTo>
                  <a:cubicBezTo>
                    <a:pt x="3" y="18"/>
                    <a:pt x="1"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8"/>
            <p:cNvSpPr/>
            <p:nvPr/>
          </p:nvSpPr>
          <p:spPr>
            <a:xfrm rot="-755217">
              <a:off x="8982195" y="2786893"/>
              <a:ext cx="25611" cy="33044"/>
            </a:xfrm>
            <a:custGeom>
              <a:rect b="b" l="l" r="r" t="t"/>
              <a:pathLst>
                <a:path extrusionOk="0" h="40" w="31">
                  <a:moveTo>
                    <a:pt x="0" y="1"/>
                  </a:moveTo>
                  <a:cubicBezTo>
                    <a:pt x="21" y="5"/>
                    <a:pt x="27" y="22"/>
                    <a:pt x="30" y="39"/>
                  </a:cubicBezTo>
                  <a:cubicBezTo>
                    <a:pt x="17" y="29"/>
                    <a:pt x="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8"/>
            <p:cNvSpPr/>
            <p:nvPr/>
          </p:nvSpPr>
          <p:spPr>
            <a:xfrm rot="-755217">
              <a:off x="8993223" y="3632479"/>
              <a:ext cx="26437" cy="33044"/>
            </a:xfrm>
            <a:custGeom>
              <a:rect b="b" l="l" r="r" t="t"/>
              <a:pathLst>
                <a:path extrusionOk="0" h="40" w="32">
                  <a:moveTo>
                    <a:pt x="1" y="1"/>
                  </a:moveTo>
                  <a:cubicBezTo>
                    <a:pt x="4" y="2"/>
                    <a:pt x="6" y="3"/>
                    <a:pt x="8" y="5"/>
                  </a:cubicBezTo>
                  <a:cubicBezTo>
                    <a:pt x="15" y="9"/>
                    <a:pt x="21" y="14"/>
                    <a:pt x="25" y="21"/>
                  </a:cubicBezTo>
                  <a:cubicBezTo>
                    <a:pt x="28" y="27"/>
                    <a:pt x="30" y="33"/>
                    <a:pt x="31" y="39"/>
                  </a:cubicBezTo>
                  <a:cubicBezTo>
                    <a:pt x="18" y="29"/>
                    <a:pt x="0" y="21"/>
                    <a:pt x="4"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8"/>
            <p:cNvSpPr/>
            <p:nvPr/>
          </p:nvSpPr>
          <p:spPr>
            <a:xfrm rot="-755217">
              <a:off x="9084238" y="3612972"/>
              <a:ext cx="27263" cy="38001"/>
            </a:xfrm>
            <a:custGeom>
              <a:rect b="b" l="l" r="r" t="t"/>
              <a:pathLst>
                <a:path extrusionOk="0" h="46" w="33">
                  <a:moveTo>
                    <a:pt x="0" y="0"/>
                  </a:moveTo>
                  <a:cubicBezTo>
                    <a:pt x="2" y="1"/>
                    <a:pt x="5" y="3"/>
                    <a:pt x="7" y="4"/>
                  </a:cubicBezTo>
                  <a:cubicBezTo>
                    <a:pt x="15" y="8"/>
                    <a:pt x="21" y="15"/>
                    <a:pt x="26" y="22"/>
                  </a:cubicBezTo>
                  <a:cubicBezTo>
                    <a:pt x="30" y="29"/>
                    <a:pt x="32" y="37"/>
                    <a:pt x="32" y="45"/>
                  </a:cubicBezTo>
                  <a:cubicBezTo>
                    <a:pt x="29" y="44"/>
                    <a:pt x="26" y="42"/>
                    <a:pt x="24" y="41"/>
                  </a:cubicBezTo>
                  <a:cubicBezTo>
                    <a:pt x="16" y="36"/>
                    <a:pt x="10" y="31"/>
                    <a:pt x="6" y="24"/>
                  </a:cubicBezTo>
                  <a:cubicBezTo>
                    <a:pt x="2" y="17"/>
                    <a:pt x="0"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8"/>
            <p:cNvSpPr/>
            <p:nvPr/>
          </p:nvSpPr>
          <p:spPr>
            <a:xfrm rot="-755217">
              <a:off x="9424382" y="3554448"/>
              <a:ext cx="30567" cy="39653"/>
            </a:xfrm>
            <a:custGeom>
              <a:rect b="b" l="l" r="r" t="t"/>
              <a:pathLst>
                <a:path extrusionOk="0" h="48" w="37">
                  <a:moveTo>
                    <a:pt x="33" y="47"/>
                  </a:moveTo>
                  <a:cubicBezTo>
                    <a:pt x="32" y="46"/>
                    <a:pt x="32" y="46"/>
                    <a:pt x="31" y="45"/>
                  </a:cubicBezTo>
                  <a:cubicBezTo>
                    <a:pt x="21" y="40"/>
                    <a:pt x="13" y="32"/>
                    <a:pt x="7" y="22"/>
                  </a:cubicBezTo>
                  <a:cubicBezTo>
                    <a:pt x="4" y="16"/>
                    <a:pt x="2" y="9"/>
                    <a:pt x="0" y="3"/>
                  </a:cubicBezTo>
                  <a:lnTo>
                    <a:pt x="3" y="0"/>
                  </a:lnTo>
                  <a:cubicBezTo>
                    <a:pt x="3" y="0"/>
                    <a:pt x="4" y="0"/>
                    <a:pt x="4" y="1"/>
                  </a:cubicBezTo>
                  <a:cubicBezTo>
                    <a:pt x="14" y="6"/>
                    <a:pt x="22" y="15"/>
                    <a:pt x="28" y="25"/>
                  </a:cubicBezTo>
                  <a:cubicBezTo>
                    <a:pt x="32" y="31"/>
                    <a:pt x="34" y="37"/>
                    <a:pt x="36" y="44"/>
                  </a:cubicBezTo>
                  <a:lnTo>
                    <a:pt x="33"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8"/>
            <p:cNvSpPr/>
            <p:nvPr/>
          </p:nvSpPr>
          <p:spPr>
            <a:xfrm rot="-755217">
              <a:off x="9530052" y="3529570"/>
              <a:ext cx="26437" cy="35522"/>
            </a:xfrm>
            <a:custGeom>
              <a:rect b="b" l="l" r="r" t="t"/>
              <a:pathLst>
                <a:path extrusionOk="0" h="43" w="32">
                  <a:moveTo>
                    <a:pt x="0" y="0"/>
                  </a:moveTo>
                  <a:cubicBezTo>
                    <a:pt x="10" y="6"/>
                    <a:pt x="18" y="14"/>
                    <a:pt x="24" y="24"/>
                  </a:cubicBezTo>
                  <a:cubicBezTo>
                    <a:pt x="27" y="30"/>
                    <a:pt x="30" y="36"/>
                    <a:pt x="31" y="42"/>
                  </a:cubicBezTo>
                  <a:cubicBezTo>
                    <a:pt x="15" y="36"/>
                    <a:pt x="9"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8"/>
            <p:cNvSpPr/>
            <p:nvPr/>
          </p:nvSpPr>
          <p:spPr>
            <a:xfrm rot="-755217">
              <a:off x="8937355" y="2788133"/>
              <a:ext cx="28915" cy="38001"/>
            </a:xfrm>
            <a:custGeom>
              <a:rect b="b" l="l" r="r" t="t"/>
              <a:pathLst>
                <a:path extrusionOk="0" h="46" w="35">
                  <a:moveTo>
                    <a:pt x="0" y="0"/>
                  </a:moveTo>
                  <a:cubicBezTo>
                    <a:pt x="3" y="1"/>
                    <a:pt x="5" y="2"/>
                    <a:pt x="8" y="4"/>
                  </a:cubicBezTo>
                  <a:cubicBezTo>
                    <a:pt x="16" y="8"/>
                    <a:pt x="22" y="15"/>
                    <a:pt x="27" y="22"/>
                  </a:cubicBezTo>
                  <a:cubicBezTo>
                    <a:pt x="31" y="29"/>
                    <a:pt x="33" y="37"/>
                    <a:pt x="34" y="45"/>
                  </a:cubicBezTo>
                  <a:cubicBezTo>
                    <a:pt x="31" y="44"/>
                    <a:pt x="29" y="42"/>
                    <a:pt x="27" y="41"/>
                  </a:cubicBezTo>
                  <a:cubicBezTo>
                    <a:pt x="19" y="36"/>
                    <a:pt x="13" y="30"/>
                    <a:pt x="8" y="22"/>
                  </a:cubicBezTo>
                  <a:cubicBezTo>
                    <a:pt x="4" y="15"/>
                    <a:pt x="2" y="8"/>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8"/>
            <p:cNvSpPr/>
            <p:nvPr/>
          </p:nvSpPr>
          <p:spPr>
            <a:xfrm rot="-755217">
              <a:off x="9491195" y="3552729"/>
              <a:ext cx="25611" cy="35522"/>
            </a:xfrm>
            <a:custGeom>
              <a:rect b="b" l="l" r="r" t="t"/>
              <a:pathLst>
                <a:path extrusionOk="0" h="43" w="31">
                  <a:moveTo>
                    <a:pt x="30" y="42"/>
                  </a:moveTo>
                  <a:cubicBezTo>
                    <a:pt x="19" y="34"/>
                    <a:pt x="10" y="23"/>
                    <a:pt x="3" y="12"/>
                  </a:cubicBezTo>
                  <a:cubicBezTo>
                    <a:pt x="2" y="10"/>
                    <a:pt x="1" y="8"/>
                    <a:pt x="0" y="6"/>
                  </a:cubicBezTo>
                  <a:cubicBezTo>
                    <a:pt x="2" y="4"/>
                    <a:pt x="3" y="2"/>
                    <a:pt x="5" y="0"/>
                  </a:cubicBezTo>
                  <a:cubicBezTo>
                    <a:pt x="12" y="5"/>
                    <a:pt x="18" y="12"/>
                    <a:pt x="22" y="20"/>
                  </a:cubicBezTo>
                  <a:cubicBezTo>
                    <a:pt x="26" y="27"/>
                    <a:pt x="29" y="34"/>
                    <a:pt x="30"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8"/>
            <p:cNvSpPr/>
            <p:nvPr/>
          </p:nvSpPr>
          <p:spPr>
            <a:xfrm rot="-755217">
              <a:off x="8173341" y="2712813"/>
              <a:ext cx="23958" cy="25609"/>
            </a:xfrm>
            <a:custGeom>
              <a:rect b="b" l="l" r="r" t="t"/>
              <a:pathLst>
                <a:path extrusionOk="0" h="31" w="29">
                  <a:moveTo>
                    <a:pt x="28" y="30"/>
                  </a:moveTo>
                  <a:cubicBezTo>
                    <a:pt x="13" y="27"/>
                    <a:pt x="6" y="15"/>
                    <a:pt x="0" y="0"/>
                  </a:cubicBezTo>
                  <a:cubicBezTo>
                    <a:pt x="21" y="1"/>
                    <a:pt x="22" y="20"/>
                    <a:pt x="2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8"/>
            <p:cNvSpPr/>
            <p:nvPr/>
          </p:nvSpPr>
          <p:spPr>
            <a:xfrm rot="-755217">
              <a:off x="8732056" y="3747604"/>
              <a:ext cx="17349" cy="27261"/>
            </a:xfrm>
            <a:custGeom>
              <a:rect b="b" l="l" r="r" t="t"/>
              <a:pathLst>
                <a:path extrusionOk="0" h="33" w="21">
                  <a:moveTo>
                    <a:pt x="20" y="21"/>
                  </a:moveTo>
                  <a:cubicBezTo>
                    <a:pt x="20" y="25"/>
                    <a:pt x="19" y="32"/>
                    <a:pt x="15" y="32"/>
                  </a:cubicBezTo>
                  <a:cubicBezTo>
                    <a:pt x="5" y="32"/>
                    <a:pt x="1" y="23"/>
                    <a:pt x="0" y="14"/>
                  </a:cubicBezTo>
                  <a:cubicBezTo>
                    <a:pt x="0" y="13"/>
                    <a:pt x="0" y="13"/>
                    <a:pt x="0" y="12"/>
                  </a:cubicBezTo>
                  <a:cubicBezTo>
                    <a:pt x="0" y="11"/>
                    <a:pt x="0" y="9"/>
                    <a:pt x="1" y="7"/>
                  </a:cubicBezTo>
                  <a:cubicBezTo>
                    <a:pt x="2" y="6"/>
                    <a:pt x="3" y="4"/>
                    <a:pt x="5" y="3"/>
                  </a:cubicBezTo>
                  <a:cubicBezTo>
                    <a:pt x="6" y="3"/>
                    <a:pt x="6" y="3"/>
                    <a:pt x="7" y="2"/>
                  </a:cubicBezTo>
                  <a:cubicBezTo>
                    <a:pt x="20" y="0"/>
                    <a:pt x="19" y="11"/>
                    <a:pt x="2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8"/>
            <p:cNvSpPr/>
            <p:nvPr/>
          </p:nvSpPr>
          <p:spPr>
            <a:xfrm rot="-755217">
              <a:off x="8949880" y="2757485"/>
              <a:ext cx="28089" cy="37175"/>
            </a:xfrm>
            <a:custGeom>
              <a:rect b="b" l="l" r="r" t="t"/>
              <a:pathLst>
                <a:path extrusionOk="0" h="45" w="34">
                  <a:moveTo>
                    <a:pt x="33" y="43"/>
                  </a:moveTo>
                  <a:cubicBezTo>
                    <a:pt x="30" y="42"/>
                    <a:pt x="27" y="41"/>
                    <a:pt x="24" y="39"/>
                  </a:cubicBezTo>
                  <a:cubicBezTo>
                    <a:pt x="17" y="35"/>
                    <a:pt x="10" y="29"/>
                    <a:pt x="6" y="21"/>
                  </a:cubicBezTo>
                  <a:cubicBezTo>
                    <a:pt x="2" y="15"/>
                    <a:pt x="0" y="7"/>
                    <a:pt x="0" y="0"/>
                  </a:cubicBezTo>
                  <a:cubicBezTo>
                    <a:pt x="3" y="1"/>
                    <a:pt x="6" y="3"/>
                    <a:pt x="8" y="4"/>
                  </a:cubicBezTo>
                  <a:cubicBezTo>
                    <a:pt x="16" y="9"/>
                    <a:pt x="22" y="14"/>
                    <a:pt x="26" y="22"/>
                  </a:cubicBezTo>
                  <a:cubicBezTo>
                    <a:pt x="30" y="28"/>
                    <a:pt x="32" y="36"/>
                    <a:pt x="33" y="44"/>
                  </a:cubicBezTo>
                  <a:lnTo>
                    <a:pt x="33"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8"/>
            <p:cNvSpPr/>
            <p:nvPr/>
          </p:nvSpPr>
          <p:spPr>
            <a:xfrm rot="-755217">
              <a:off x="9458830" y="3584082"/>
              <a:ext cx="29741" cy="38827"/>
            </a:xfrm>
            <a:custGeom>
              <a:rect b="b" l="l" r="r" t="t"/>
              <a:pathLst>
                <a:path extrusionOk="0" h="47" w="36">
                  <a:moveTo>
                    <a:pt x="35" y="45"/>
                  </a:moveTo>
                  <a:cubicBezTo>
                    <a:pt x="32" y="44"/>
                    <a:pt x="30" y="43"/>
                    <a:pt x="27" y="41"/>
                  </a:cubicBezTo>
                  <a:cubicBezTo>
                    <a:pt x="19" y="37"/>
                    <a:pt x="12" y="30"/>
                    <a:pt x="7" y="21"/>
                  </a:cubicBezTo>
                  <a:cubicBezTo>
                    <a:pt x="4" y="15"/>
                    <a:pt x="1" y="9"/>
                    <a:pt x="0" y="3"/>
                  </a:cubicBezTo>
                  <a:lnTo>
                    <a:pt x="3" y="0"/>
                  </a:lnTo>
                  <a:cubicBezTo>
                    <a:pt x="4" y="1"/>
                    <a:pt x="6" y="2"/>
                    <a:pt x="8" y="3"/>
                  </a:cubicBezTo>
                  <a:cubicBezTo>
                    <a:pt x="16" y="8"/>
                    <a:pt x="22" y="14"/>
                    <a:pt x="27" y="22"/>
                  </a:cubicBezTo>
                  <a:cubicBezTo>
                    <a:pt x="31" y="30"/>
                    <a:pt x="34" y="38"/>
                    <a:pt x="34" y="46"/>
                  </a:cubicBezTo>
                  <a:lnTo>
                    <a:pt x="35"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8"/>
            <p:cNvSpPr/>
            <p:nvPr/>
          </p:nvSpPr>
          <p:spPr>
            <a:xfrm rot="-755217">
              <a:off x="9037824" y="2727480"/>
              <a:ext cx="22306" cy="36349"/>
            </a:xfrm>
            <a:custGeom>
              <a:rect b="b" l="l" r="r" t="t"/>
              <a:pathLst>
                <a:path extrusionOk="0" h="44" w="27">
                  <a:moveTo>
                    <a:pt x="0" y="0"/>
                  </a:moveTo>
                  <a:cubicBezTo>
                    <a:pt x="13" y="15"/>
                    <a:pt x="26" y="23"/>
                    <a:pt x="26" y="43"/>
                  </a:cubicBezTo>
                  <a:cubicBezTo>
                    <a:pt x="18" y="38"/>
                    <a:pt x="11" y="32"/>
                    <a:pt x="7" y="24"/>
                  </a:cubicBezTo>
                  <a:cubicBezTo>
                    <a:pt x="3" y="17"/>
                    <a:pt x="0"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8"/>
            <p:cNvSpPr/>
            <p:nvPr/>
          </p:nvSpPr>
          <p:spPr>
            <a:xfrm rot="-755217">
              <a:off x="8998186" y="2736778"/>
              <a:ext cx="25611" cy="33870"/>
            </a:xfrm>
            <a:custGeom>
              <a:rect b="b" l="l" r="r" t="t"/>
              <a:pathLst>
                <a:path extrusionOk="0" h="41" w="31">
                  <a:moveTo>
                    <a:pt x="2" y="1"/>
                  </a:moveTo>
                  <a:cubicBezTo>
                    <a:pt x="4" y="2"/>
                    <a:pt x="6" y="3"/>
                    <a:pt x="8" y="4"/>
                  </a:cubicBezTo>
                  <a:cubicBezTo>
                    <a:pt x="15" y="8"/>
                    <a:pt x="20" y="13"/>
                    <a:pt x="24" y="20"/>
                  </a:cubicBezTo>
                  <a:cubicBezTo>
                    <a:pt x="27" y="26"/>
                    <a:pt x="30" y="33"/>
                    <a:pt x="30" y="40"/>
                  </a:cubicBezTo>
                  <a:cubicBezTo>
                    <a:pt x="16" y="30"/>
                    <a:pt x="0" y="21"/>
                    <a:pt x="4"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8"/>
            <p:cNvSpPr/>
            <p:nvPr/>
          </p:nvSpPr>
          <p:spPr>
            <a:xfrm rot="-755217">
              <a:off x="10060806" y="3451556"/>
              <a:ext cx="26437" cy="24783"/>
            </a:xfrm>
            <a:custGeom>
              <a:rect b="b" l="l" r="r" t="t"/>
              <a:pathLst>
                <a:path extrusionOk="0" h="30" w="32">
                  <a:moveTo>
                    <a:pt x="31" y="29"/>
                  </a:moveTo>
                  <a:cubicBezTo>
                    <a:pt x="26" y="28"/>
                    <a:pt x="21" y="27"/>
                    <a:pt x="17" y="24"/>
                  </a:cubicBezTo>
                  <a:cubicBezTo>
                    <a:pt x="12" y="21"/>
                    <a:pt x="7" y="17"/>
                    <a:pt x="4" y="11"/>
                  </a:cubicBezTo>
                  <a:cubicBezTo>
                    <a:pt x="2" y="8"/>
                    <a:pt x="1" y="4"/>
                    <a:pt x="0" y="0"/>
                  </a:cubicBezTo>
                  <a:cubicBezTo>
                    <a:pt x="5" y="1"/>
                    <a:pt x="10" y="2"/>
                    <a:pt x="14" y="5"/>
                  </a:cubicBezTo>
                  <a:cubicBezTo>
                    <a:pt x="19" y="8"/>
                    <a:pt x="24" y="13"/>
                    <a:pt x="27" y="18"/>
                  </a:cubicBezTo>
                  <a:cubicBezTo>
                    <a:pt x="29" y="22"/>
                    <a:pt x="31" y="25"/>
                    <a:pt x="3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8"/>
            <p:cNvSpPr/>
            <p:nvPr/>
          </p:nvSpPr>
          <p:spPr>
            <a:xfrm rot="-755217">
              <a:off x="8230235" y="3464358"/>
              <a:ext cx="26437" cy="40479"/>
            </a:xfrm>
            <a:custGeom>
              <a:rect b="b" l="l" r="r" t="t"/>
              <a:pathLst>
                <a:path extrusionOk="0" h="49" w="32">
                  <a:moveTo>
                    <a:pt x="0" y="0"/>
                  </a:moveTo>
                  <a:cubicBezTo>
                    <a:pt x="19" y="18"/>
                    <a:pt x="30" y="26"/>
                    <a:pt x="31" y="48"/>
                  </a:cubicBezTo>
                  <a:cubicBezTo>
                    <a:pt x="22" y="41"/>
                    <a:pt x="15" y="33"/>
                    <a:pt x="9" y="23"/>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8"/>
            <p:cNvSpPr/>
            <p:nvPr/>
          </p:nvSpPr>
          <p:spPr>
            <a:xfrm rot="-755217">
              <a:off x="9409309" y="3088692"/>
              <a:ext cx="23958" cy="33044"/>
            </a:xfrm>
            <a:custGeom>
              <a:rect b="b" l="l" r="r" t="t"/>
              <a:pathLst>
                <a:path extrusionOk="0" h="40" w="29">
                  <a:moveTo>
                    <a:pt x="28" y="38"/>
                  </a:moveTo>
                  <a:cubicBezTo>
                    <a:pt x="9" y="33"/>
                    <a:pt x="4" y="17"/>
                    <a:pt x="0" y="0"/>
                  </a:cubicBezTo>
                  <a:cubicBezTo>
                    <a:pt x="13" y="10"/>
                    <a:pt x="28" y="19"/>
                    <a:pt x="26" y="39"/>
                  </a:cubicBezTo>
                  <a:lnTo>
                    <a:pt x="2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8"/>
            <p:cNvSpPr/>
            <p:nvPr/>
          </p:nvSpPr>
          <p:spPr>
            <a:xfrm rot="-755217">
              <a:off x="9069412" y="3698839"/>
              <a:ext cx="22306" cy="29740"/>
            </a:xfrm>
            <a:custGeom>
              <a:rect b="b" l="l" r="r" t="t"/>
              <a:pathLst>
                <a:path extrusionOk="0" h="36" w="27">
                  <a:moveTo>
                    <a:pt x="1" y="0"/>
                  </a:moveTo>
                  <a:cubicBezTo>
                    <a:pt x="3" y="1"/>
                    <a:pt x="4" y="2"/>
                    <a:pt x="5" y="2"/>
                  </a:cubicBezTo>
                  <a:cubicBezTo>
                    <a:pt x="12" y="6"/>
                    <a:pt x="18" y="12"/>
                    <a:pt x="21" y="18"/>
                  </a:cubicBezTo>
                  <a:cubicBezTo>
                    <a:pt x="23" y="22"/>
                    <a:pt x="25" y="26"/>
                    <a:pt x="26" y="30"/>
                  </a:cubicBezTo>
                  <a:cubicBezTo>
                    <a:pt x="14" y="35"/>
                    <a:pt x="11" y="25"/>
                    <a:pt x="6" y="19"/>
                  </a:cubicBezTo>
                  <a:cubicBezTo>
                    <a:pt x="5" y="18"/>
                    <a:pt x="3" y="16"/>
                    <a:pt x="2" y="15"/>
                  </a:cubicBezTo>
                  <a:cubicBezTo>
                    <a:pt x="1" y="12"/>
                    <a:pt x="0" y="9"/>
                    <a:pt x="0" y="6"/>
                  </a:cubicBezTo>
                  <a:cubicBezTo>
                    <a:pt x="0" y="4"/>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8"/>
            <p:cNvSpPr/>
            <p:nvPr/>
          </p:nvSpPr>
          <p:spPr>
            <a:xfrm rot="-755217">
              <a:off x="8912723" y="2726589"/>
              <a:ext cx="30567" cy="38827"/>
            </a:xfrm>
            <a:custGeom>
              <a:rect b="b" l="l" r="r" t="t"/>
              <a:pathLst>
                <a:path extrusionOk="0" h="47" w="37">
                  <a:moveTo>
                    <a:pt x="36" y="46"/>
                  </a:moveTo>
                  <a:cubicBezTo>
                    <a:pt x="14" y="40"/>
                    <a:pt x="7" y="22"/>
                    <a:pt x="0" y="4"/>
                  </a:cubicBezTo>
                  <a:lnTo>
                    <a:pt x="4" y="0"/>
                  </a:lnTo>
                  <a:cubicBezTo>
                    <a:pt x="4" y="0"/>
                    <a:pt x="5" y="0"/>
                    <a:pt x="5" y="1"/>
                  </a:cubicBezTo>
                  <a:cubicBezTo>
                    <a:pt x="14" y="6"/>
                    <a:pt x="22" y="13"/>
                    <a:pt x="27" y="22"/>
                  </a:cubicBezTo>
                  <a:cubicBezTo>
                    <a:pt x="32" y="30"/>
                    <a:pt x="33" y="38"/>
                    <a:pt x="34" y="46"/>
                  </a:cubicBezTo>
                  <a:lnTo>
                    <a:pt x="3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8"/>
            <p:cNvSpPr/>
            <p:nvPr/>
          </p:nvSpPr>
          <p:spPr>
            <a:xfrm rot="-755217">
              <a:off x="9984564" y="3513048"/>
              <a:ext cx="38003" cy="28914"/>
            </a:xfrm>
            <a:custGeom>
              <a:rect b="b" l="l" r="r" t="t"/>
              <a:pathLst>
                <a:path extrusionOk="0" h="35" w="46">
                  <a:moveTo>
                    <a:pt x="45" y="33"/>
                  </a:moveTo>
                  <a:cubicBezTo>
                    <a:pt x="37" y="32"/>
                    <a:pt x="29" y="30"/>
                    <a:pt x="22" y="26"/>
                  </a:cubicBezTo>
                  <a:cubicBezTo>
                    <a:pt x="14" y="22"/>
                    <a:pt x="8" y="16"/>
                    <a:pt x="4" y="9"/>
                  </a:cubicBezTo>
                  <a:cubicBezTo>
                    <a:pt x="3" y="6"/>
                    <a:pt x="1" y="3"/>
                    <a:pt x="0" y="0"/>
                  </a:cubicBezTo>
                  <a:cubicBezTo>
                    <a:pt x="8" y="0"/>
                    <a:pt x="15" y="2"/>
                    <a:pt x="22" y="6"/>
                  </a:cubicBezTo>
                  <a:cubicBezTo>
                    <a:pt x="30" y="10"/>
                    <a:pt x="36" y="17"/>
                    <a:pt x="41" y="25"/>
                  </a:cubicBezTo>
                  <a:cubicBezTo>
                    <a:pt x="43" y="28"/>
                    <a:pt x="44" y="31"/>
                    <a:pt x="45" y="34"/>
                  </a:cubicBezTo>
                  <a:lnTo>
                    <a:pt x="45"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8"/>
            <p:cNvSpPr/>
            <p:nvPr/>
          </p:nvSpPr>
          <p:spPr>
            <a:xfrm rot="-755217">
              <a:off x="8965591" y="2706484"/>
              <a:ext cx="28915" cy="37175"/>
            </a:xfrm>
            <a:custGeom>
              <a:rect b="b" l="l" r="r" t="t"/>
              <a:pathLst>
                <a:path extrusionOk="0" h="45" w="35">
                  <a:moveTo>
                    <a:pt x="34" y="44"/>
                  </a:moveTo>
                  <a:cubicBezTo>
                    <a:pt x="30" y="43"/>
                    <a:pt x="27" y="42"/>
                    <a:pt x="24" y="40"/>
                  </a:cubicBezTo>
                  <a:cubicBezTo>
                    <a:pt x="17" y="36"/>
                    <a:pt x="11" y="30"/>
                    <a:pt x="7" y="23"/>
                  </a:cubicBezTo>
                  <a:cubicBezTo>
                    <a:pt x="3" y="16"/>
                    <a:pt x="1" y="8"/>
                    <a:pt x="0" y="0"/>
                  </a:cubicBezTo>
                  <a:cubicBezTo>
                    <a:pt x="3" y="1"/>
                    <a:pt x="5" y="3"/>
                    <a:pt x="7" y="4"/>
                  </a:cubicBezTo>
                  <a:cubicBezTo>
                    <a:pt x="15" y="9"/>
                    <a:pt x="22" y="15"/>
                    <a:pt x="27" y="23"/>
                  </a:cubicBezTo>
                  <a:cubicBezTo>
                    <a:pt x="30" y="29"/>
                    <a:pt x="33" y="37"/>
                    <a:pt x="3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8"/>
            <p:cNvSpPr/>
            <p:nvPr/>
          </p:nvSpPr>
          <p:spPr>
            <a:xfrm rot="-755217">
              <a:off x="8149058" y="2191453"/>
              <a:ext cx="33872" cy="23131"/>
            </a:xfrm>
            <a:custGeom>
              <a:rect b="b" l="l" r="r" t="t"/>
              <a:pathLst>
                <a:path extrusionOk="0" h="28" w="41">
                  <a:moveTo>
                    <a:pt x="40" y="27"/>
                  </a:moveTo>
                  <a:cubicBezTo>
                    <a:pt x="33" y="26"/>
                    <a:pt x="26" y="23"/>
                    <a:pt x="20" y="20"/>
                  </a:cubicBezTo>
                  <a:cubicBezTo>
                    <a:pt x="12" y="15"/>
                    <a:pt x="5" y="8"/>
                    <a:pt x="0" y="0"/>
                  </a:cubicBezTo>
                  <a:cubicBezTo>
                    <a:pt x="8" y="0"/>
                    <a:pt x="15" y="2"/>
                    <a:pt x="22" y="6"/>
                  </a:cubicBezTo>
                  <a:cubicBezTo>
                    <a:pt x="28" y="10"/>
                    <a:pt x="34" y="16"/>
                    <a:pt x="38" y="23"/>
                  </a:cubicBezTo>
                  <a:cubicBezTo>
                    <a:pt x="39" y="24"/>
                    <a:pt x="40" y="25"/>
                    <a:pt x="4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8"/>
            <p:cNvSpPr/>
            <p:nvPr/>
          </p:nvSpPr>
          <p:spPr>
            <a:xfrm rot="-755217">
              <a:off x="8707087" y="2764605"/>
              <a:ext cx="24784" cy="32218"/>
            </a:xfrm>
            <a:custGeom>
              <a:rect b="b" l="l" r="r" t="t"/>
              <a:pathLst>
                <a:path extrusionOk="0" h="39" w="30">
                  <a:moveTo>
                    <a:pt x="0" y="1"/>
                  </a:moveTo>
                  <a:cubicBezTo>
                    <a:pt x="21" y="5"/>
                    <a:pt x="24" y="22"/>
                    <a:pt x="29" y="38"/>
                  </a:cubicBezTo>
                  <a:cubicBezTo>
                    <a:pt x="16" y="29"/>
                    <a:pt x="3"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8"/>
            <p:cNvSpPr/>
            <p:nvPr/>
          </p:nvSpPr>
          <p:spPr>
            <a:xfrm rot="-755217">
              <a:off x="8979452" y="2678811"/>
              <a:ext cx="28915" cy="34696"/>
            </a:xfrm>
            <a:custGeom>
              <a:rect b="b" l="l" r="r" t="t"/>
              <a:pathLst>
                <a:path extrusionOk="0" h="42" w="35">
                  <a:moveTo>
                    <a:pt x="34" y="41"/>
                  </a:moveTo>
                  <a:cubicBezTo>
                    <a:pt x="32" y="40"/>
                    <a:pt x="30" y="40"/>
                    <a:pt x="28" y="38"/>
                  </a:cubicBezTo>
                  <a:cubicBezTo>
                    <a:pt x="19" y="33"/>
                    <a:pt x="12" y="26"/>
                    <a:pt x="7" y="17"/>
                  </a:cubicBezTo>
                  <a:cubicBezTo>
                    <a:pt x="4" y="12"/>
                    <a:pt x="2" y="6"/>
                    <a:pt x="0" y="0"/>
                  </a:cubicBezTo>
                  <a:cubicBezTo>
                    <a:pt x="19" y="7"/>
                    <a:pt x="24" y="21"/>
                    <a:pt x="3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8"/>
            <p:cNvSpPr/>
            <p:nvPr/>
          </p:nvSpPr>
          <p:spPr>
            <a:xfrm rot="-755217">
              <a:off x="8673866" y="2734471"/>
              <a:ext cx="28089" cy="37175"/>
            </a:xfrm>
            <a:custGeom>
              <a:rect b="b" l="l" r="r" t="t"/>
              <a:pathLst>
                <a:path extrusionOk="0" h="45" w="34">
                  <a:moveTo>
                    <a:pt x="33" y="44"/>
                  </a:moveTo>
                  <a:cubicBezTo>
                    <a:pt x="31" y="44"/>
                    <a:pt x="29" y="43"/>
                    <a:pt x="28" y="42"/>
                  </a:cubicBezTo>
                  <a:cubicBezTo>
                    <a:pt x="19" y="37"/>
                    <a:pt x="12" y="30"/>
                    <a:pt x="7" y="21"/>
                  </a:cubicBezTo>
                  <a:cubicBezTo>
                    <a:pt x="3" y="15"/>
                    <a:pt x="1" y="7"/>
                    <a:pt x="0" y="0"/>
                  </a:cubicBezTo>
                  <a:cubicBezTo>
                    <a:pt x="3" y="1"/>
                    <a:pt x="6" y="2"/>
                    <a:pt x="9" y="4"/>
                  </a:cubicBezTo>
                  <a:cubicBezTo>
                    <a:pt x="16" y="8"/>
                    <a:pt x="22" y="14"/>
                    <a:pt x="26" y="21"/>
                  </a:cubicBezTo>
                  <a:cubicBezTo>
                    <a:pt x="30" y="28"/>
                    <a:pt x="32"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8"/>
            <p:cNvSpPr/>
            <p:nvPr/>
          </p:nvSpPr>
          <p:spPr>
            <a:xfrm rot="-755217">
              <a:off x="10021897" y="3582467"/>
              <a:ext cx="31394" cy="28088"/>
            </a:xfrm>
            <a:custGeom>
              <a:rect b="b" l="l" r="r" t="t"/>
              <a:pathLst>
                <a:path extrusionOk="0" h="34" w="38">
                  <a:moveTo>
                    <a:pt x="37" y="33"/>
                  </a:moveTo>
                  <a:cubicBezTo>
                    <a:pt x="17" y="21"/>
                    <a:pt x="7" y="15"/>
                    <a:pt x="0" y="0"/>
                  </a:cubicBezTo>
                  <a:cubicBezTo>
                    <a:pt x="17" y="3"/>
                    <a:pt x="26" y="12"/>
                    <a:pt x="37"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8"/>
            <p:cNvSpPr/>
            <p:nvPr/>
          </p:nvSpPr>
          <p:spPr>
            <a:xfrm rot="-755217">
              <a:off x="7951926" y="2885256"/>
              <a:ext cx="15697" cy="41305"/>
            </a:xfrm>
            <a:custGeom>
              <a:rect b="b" l="l" r="r" t="t"/>
              <a:pathLst>
                <a:path extrusionOk="0" h="50" w="19">
                  <a:moveTo>
                    <a:pt x="3" y="1"/>
                  </a:moveTo>
                  <a:lnTo>
                    <a:pt x="18" y="49"/>
                  </a:lnTo>
                  <a:cubicBezTo>
                    <a:pt x="18" y="48"/>
                    <a:pt x="18" y="48"/>
                    <a:pt x="17" y="48"/>
                  </a:cubicBezTo>
                  <a:cubicBezTo>
                    <a:pt x="12" y="45"/>
                    <a:pt x="7" y="40"/>
                    <a:pt x="4" y="35"/>
                  </a:cubicBezTo>
                  <a:cubicBezTo>
                    <a:pt x="1" y="30"/>
                    <a:pt x="0" y="24"/>
                    <a:pt x="0" y="17"/>
                  </a:cubicBezTo>
                  <a:cubicBezTo>
                    <a:pt x="0" y="11"/>
                    <a:pt x="1" y="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8"/>
            <p:cNvSpPr/>
            <p:nvPr/>
          </p:nvSpPr>
          <p:spPr>
            <a:xfrm rot="-755217">
              <a:off x="8280923" y="3509835"/>
              <a:ext cx="24784" cy="32218"/>
            </a:xfrm>
            <a:custGeom>
              <a:rect b="b" l="l" r="r" t="t"/>
              <a:pathLst>
                <a:path extrusionOk="0" h="39" w="30">
                  <a:moveTo>
                    <a:pt x="29" y="37"/>
                  </a:moveTo>
                  <a:cubicBezTo>
                    <a:pt x="27" y="36"/>
                    <a:pt x="25" y="36"/>
                    <a:pt x="24" y="35"/>
                  </a:cubicBezTo>
                  <a:cubicBezTo>
                    <a:pt x="17" y="30"/>
                    <a:pt x="10" y="24"/>
                    <a:pt x="6" y="17"/>
                  </a:cubicBezTo>
                  <a:cubicBezTo>
                    <a:pt x="3" y="12"/>
                    <a:pt x="1" y="6"/>
                    <a:pt x="0" y="0"/>
                  </a:cubicBezTo>
                  <a:cubicBezTo>
                    <a:pt x="13" y="10"/>
                    <a:pt x="29" y="18"/>
                    <a:pt x="27" y="38"/>
                  </a:cubicBezTo>
                  <a:lnTo>
                    <a:pt x="29"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8"/>
            <p:cNvSpPr/>
            <p:nvPr/>
          </p:nvSpPr>
          <p:spPr>
            <a:xfrm rot="-755217">
              <a:off x="8968907" y="3351563"/>
              <a:ext cx="28915" cy="35522"/>
            </a:xfrm>
            <a:custGeom>
              <a:rect b="b" l="l" r="r" t="t"/>
              <a:pathLst>
                <a:path extrusionOk="0" h="43" w="35">
                  <a:moveTo>
                    <a:pt x="34" y="41"/>
                  </a:moveTo>
                  <a:cubicBezTo>
                    <a:pt x="15" y="36"/>
                    <a:pt x="8" y="21"/>
                    <a:pt x="0" y="0"/>
                  </a:cubicBezTo>
                  <a:cubicBezTo>
                    <a:pt x="22" y="9"/>
                    <a:pt x="34" y="21"/>
                    <a:pt x="33" y="42"/>
                  </a:cubicBezTo>
                  <a:lnTo>
                    <a:pt x="3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8"/>
            <p:cNvSpPr/>
            <p:nvPr/>
          </p:nvSpPr>
          <p:spPr>
            <a:xfrm rot="-755217">
              <a:off x="8183616" y="2626433"/>
              <a:ext cx="27263" cy="32218"/>
            </a:xfrm>
            <a:custGeom>
              <a:rect b="b" l="l" r="r" t="t"/>
              <a:pathLst>
                <a:path extrusionOk="0" h="39" w="33">
                  <a:moveTo>
                    <a:pt x="32" y="37"/>
                  </a:moveTo>
                  <a:cubicBezTo>
                    <a:pt x="12" y="33"/>
                    <a:pt x="10" y="13"/>
                    <a:pt x="0" y="0"/>
                  </a:cubicBezTo>
                  <a:cubicBezTo>
                    <a:pt x="5" y="1"/>
                    <a:pt x="9" y="2"/>
                    <a:pt x="12" y="4"/>
                  </a:cubicBezTo>
                  <a:cubicBezTo>
                    <a:pt x="18" y="8"/>
                    <a:pt x="23" y="12"/>
                    <a:pt x="26" y="18"/>
                  </a:cubicBezTo>
                  <a:cubicBezTo>
                    <a:pt x="29" y="24"/>
                    <a:pt x="31" y="30"/>
                    <a:pt x="31" y="37"/>
                  </a:cubicBezTo>
                  <a:lnTo>
                    <a:pt x="31" y="38"/>
                  </a:lnTo>
                  <a:lnTo>
                    <a:pt x="3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8"/>
            <p:cNvSpPr/>
            <p:nvPr/>
          </p:nvSpPr>
          <p:spPr>
            <a:xfrm rot="-755217">
              <a:off x="10164488" y="3571254"/>
              <a:ext cx="20654" cy="24783"/>
            </a:xfrm>
            <a:custGeom>
              <a:rect b="b" l="l" r="r" t="t"/>
              <a:pathLst>
                <a:path extrusionOk="0" h="30" w="25">
                  <a:moveTo>
                    <a:pt x="24" y="29"/>
                  </a:moveTo>
                  <a:cubicBezTo>
                    <a:pt x="9" y="19"/>
                    <a:pt x="0" y="14"/>
                    <a:pt x="2" y="0"/>
                  </a:cubicBezTo>
                  <a:cubicBezTo>
                    <a:pt x="15" y="1"/>
                    <a:pt x="18" y="11"/>
                    <a:pt x="2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8"/>
            <p:cNvSpPr/>
            <p:nvPr/>
          </p:nvSpPr>
          <p:spPr>
            <a:xfrm rot="-755217">
              <a:off x="7987008" y="2895462"/>
              <a:ext cx="19828" cy="31392"/>
            </a:xfrm>
            <a:custGeom>
              <a:rect b="b" l="l" r="r" t="t"/>
              <a:pathLst>
                <a:path extrusionOk="0" h="38" w="24">
                  <a:moveTo>
                    <a:pt x="7" y="1"/>
                  </a:moveTo>
                  <a:lnTo>
                    <a:pt x="23" y="37"/>
                  </a:lnTo>
                  <a:cubicBezTo>
                    <a:pt x="4" y="29"/>
                    <a:pt x="0" y="16"/>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8"/>
            <p:cNvSpPr/>
            <p:nvPr/>
          </p:nvSpPr>
          <p:spPr>
            <a:xfrm rot="-755217">
              <a:off x="9596121" y="3115870"/>
              <a:ext cx="19828" cy="22305"/>
            </a:xfrm>
            <a:custGeom>
              <a:rect b="b" l="l" r="r" t="t"/>
              <a:pathLst>
                <a:path extrusionOk="0" h="27" w="24">
                  <a:moveTo>
                    <a:pt x="1" y="2"/>
                  </a:moveTo>
                  <a:cubicBezTo>
                    <a:pt x="16" y="2"/>
                    <a:pt x="20" y="14"/>
                    <a:pt x="23" y="26"/>
                  </a:cubicBezTo>
                  <a:cubicBezTo>
                    <a:pt x="7" y="25"/>
                    <a:pt x="0" y="17"/>
                    <a:pt x="2" y="0"/>
                  </a:cubicBez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8"/>
            <p:cNvSpPr/>
            <p:nvPr/>
          </p:nvSpPr>
          <p:spPr>
            <a:xfrm rot="-755217">
              <a:off x="9827584" y="3409445"/>
              <a:ext cx="20654" cy="22305"/>
            </a:xfrm>
            <a:custGeom>
              <a:rect b="b" l="l" r="r" t="t"/>
              <a:pathLst>
                <a:path extrusionOk="0" h="27" w="25">
                  <a:moveTo>
                    <a:pt x="2" y="1"/>
                  </a:moveTo>
                  <a:cubicBezTo>
                    <a:pt x="17" y="3"/>
                    <a:pt x="21" y="14"/>
                    <a:pt x="24" y="26"/>
                  </a:cubicBezTo>
                  <a:cubicBezTo>
                    <a:pt x="8" y="25"/>
                    <a:pt x="0" y="17"/>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8"/>
            <p:cNvSpPr/>
            <p:nvPr/>
          </p:nvSpPr>
          <p:spPr>
            <a:xfrm rot="-755217">
              <a:off x="8594762" y="2383832"/>
              <a:ext cx="19828" cy="23131"/>
            </a:xfrm>
            <a:custGeom>
              <a:rect b="b" l="l" r="r" t="t"/>
              <a:pathLst>
                <a:path extrusionOk="0" h="28" w="24">
                  <a:moveTo>
                    <a:pt x="23" y="27"/>
                  </a:moveTo>
                  <a:cubicBezTo>
                    <a:pt x="9" y="18"/>
                    <a:pt x="0" y="13"/>
                    <a:pt x="1" y="1"/>
                  </a:cubicBezTo>
                  <a:cubicBezTo>
                    <a:pt x="14" y="0"/>
                    <a:pt x="18" y="9"/>
                    <a:pt x="2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8"/>
            <p:cNvSpPr/>
            <p:nvPr/>
          </p:nvSpPr>
          <p:spPr>
            <a:xfrm rot="-755217">
              <a:off x="8869734" y="3228519"/>
              <a:ext cx="23958" cy="23131"/>
            </a:xfrm>
            <a:custGeom>
              <a:rect b="b" l="l" r="r" t="t"/>
              <a:pathLst>
                <a:path extrusionOk="0" h="28" w="29">
                  <a:moveTo>
                    <a:pt x="28" y="21"/>
                  </a:moveTo>
                  <a:cubicBezTo>
                    <a:pt x="15" y="27"/>
                    <a:pt x="8" y="18"/>
                    <a:pt x="0" y="12"/>
                  </a:cubicBezTo>
                  <a:cubicBezTo>
                    <a:pt x="15" y="0"/>
                    <a:pt x="19" y="21"/>
                    <a:pt x="2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8"/>
            <p:cNvSpPr/>
            <p:nvPr/>
          </p:nvSpPr>
          <p:spPr>
            <a:xfrm rot="-755217">
              <a:off x="9633132" y="2940851"/>
              <a:ext cx="28089" cy="28088"/>
            </a:xfrm>
            <a:custGeom>
              <a:rect b="b" l="l" r="r" t="t"/>
              <a:pathLst>
                <a:path extrusionOk="0" h="34" w="34">
                  <a:moveTo>
                    <a:pt x="31" y="33"/>
                  </a:moveTo>
                  <a:cubicBezTo>
                    <a:pt x="15" y="30"/>
                    <a:pt x="11" y="16"/>
                    <a:pt x="0" y="0"/>
                  </a:cubicBezTo>
                  <a:cubicBezTo>
                    <a:pt x="1" y="0"/>
                    <a:pt x="1" y="0"/>
                    <a:pt x="2" y="0"/>
                  </a:cubicBezTo>
                  <a:cubicBezTo>
                    <a:pt x="7" y="0"/>
                    <a:pt x="12" y="1"/>
                    <a:pt x="17" y="4"/>
                  </a:cubicBezTo>
                  <a:cubicBezTo>
                    <a:pt x="22" y="7"/>
                    <a:pt x="26" y="11"/>
                    <a:pt x="29" y="16"/>
                  </a:cubicBezTo>
                  <a:cubicBezTo>
                    <a:pt x="31" y="21"/>
                    <a:pt x="33" y="26"/>
                    <a:pt x="33" y="31"/>
                  </a:cubicBezTo>
                  <a:lnTo>
                    <a:pt x="33" y="32"/>
                  </a:lnTo>
                  <a:lnTo>
                    <a:pt x="3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8"/>
            <p:cNvSpPr/>
            <p:nvPr/>
          </p:nvSpPr>
          <p:spPr>
            <a:xfrm rot="-755217">
              <a:off x="8820992" y="3326546"/>
              <a:ext cx="23958" cy="19826"/>
            </a:xfrm>
            <a:custGeom>
              <a:rect b="b" l="l" r="r" t="t"/>
              <a:pathLst>
                <a:path extrusionOk="0" h="24" w="29">
                  <a:moveTo>
                    <a:pt x="0" y="0"/>
                  </a:moveTo>
                  <a:cubicBezTo>
                    <a:pt x="18" y="5"/>
                    <a:pt x="27" y="8"/>
                    <a:pt x="28" y="21"/>
                  </a:cubicBezTo>
                  <a:cubicBezTo>
                    <a:pt x="15" y="23"/>
                    <a:pt x="9"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8"/>
            <p:cNvSpPr/>
            <p:nvPr/>
          </p:nvSpPr>
          <p:spPr>
            <a:xfrm rot="-755217">
              <a:off x="8701668" y="3432108"/>
              <a:ext cx="14871" cy="22305"/>
            </a:xfrm>
            <a:custGeom>
              <a:rect b="b" l="l" r="r" t="t"/>
              <a:pathLst>
                <a:path extrusionOk="0" h="27" w="18">
                  <a:moveTo>
                    <a:pt x="15" y="26"/>
                  </a:moveTo>
                  <a:cubicBezTo>
                    <a:pt x="4" y="20"/>
                    <a:pt x="4" y="10"/>
                    <a:pt x="0" y="2"/>
                  </a:cubicBezTo>
                  <a:cubicBezTo>
                    <a:pt x="4" y="2"/>
                    <a:pt x="8" y="0"/>
                    <a:pt x="10" y="2"/>
                  </a:cubicBezTo>
                  <a:cubicBezTo>
                    <a:pt x="11" y="3"/>
                    <a:pt x="12" y="5"/>
                    <a:pt x="13" y="6"/>
                  </a:cubicBezTo>
                  <a:cubicBezTo>
                    <a:pt x="15" y="10"/>
                    <a:pt x="17" y="14"/>
                    <a:pt x="17" y="18"/>
                  </a:cubicBezTo>
                  <a:cubicBezTo>
                    <a:pt x="17" y="21"/>
                    <a:pt x="16" y="24"/>
                    <a:pt x="1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8"/>
            <p:cNvSpPr/>
            <p:nvPr/>
          </p:nvSpPr>
          <p:spPr>
            <a:xfrm rot="-755217">
              <a:off x="9293293" y="3250435"/>
              <a:ext cx="27263" cy="27261"/>
            </a:xfrm>
            <a:custGeom>
              <a:rect b="b" l="l" r="r" t="t"/>
              <a:pathLst>
                <a:path extrusionOk="0" h="33" w="33">
                  <a:moveTo>
                    <a:pt x="31" y="31"/>
                  </a:moveTo>
                  <a:cubicBezTo>
                    <a:pt x="15" y="31"/>
                    <a:pt x="9" y="18"/>
                    <a:pt x="0" y="0"/>
                  </a:cubicBezTo>
                  <a:cubicBezTo>
                    <a:pt x="19" y="7"/>
                    <a:pt x="32" y="13"/>
                    <a:pt x="30" y="32"/>
                  </a:cubicBezTo>
                  <a:lnTo>
                    <a:pt x="3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8"/>
            <p:cNvSpPr/>
            <p:nvPr/>
          </p:nvSpPr>
          <p:spPr>
            <a:xfrm rot="-755217">
              <a:off x="9644980" y="3789736"/>
              <a:ext cx="20654" cy="29740"/>
            </a:xfrm>
            <a:custGeom>
              <a:rect b="b" l="l" r="r" t="t"/>
              <a:pathLst>
                <a:path extrusionOk="0" h="36" w="25">
                  <a:moveTo>
                    <a:pt x="5" y="0"/>
                  </a:moveTo>
                  <a:cubicBezTo>
                    <a:pt x="16" y="11"/>
                    <a:pt x="24" y="20"/>
                    <a:pt x="16" y="35"/>
                  </a:cubicBezTo>
                  <a:cubicBezTo>
                    <a:pt x="9" y="25"/>
                    <a:pt x="0" y="17"/>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8"/>
            <p:cNvSpPr/>
            <p:nvPr/>
          </p:nvSpPr>
          <p:spPr>
            <a:xfrm rot="-755217">
              <a:off x="8665529" y="2534853"/>
              <a:ext cx="19001" cy="21479"/>
            </a:xfrm>
            <a:custGeom>
              <a:rect b="b" l="l" r="r" t="t"/>
              <a:pathLst>
                <a:path extrusionOk="0" h="26" w="23">
                  <a:moveTo>
                    <a:pt x="6" y="0"/>
                  </a:moveTo>
                  <a:cubicBezTo>
                    <a:pt x="13" y="5"/>
                    <a:pt x="22" y="9"/>
                    <a:pt x="20" y="20"/>
                  </a:cubicBezTo>
                  <a:cubicBezTo>
                    <a:pt x="20" y="24"/>
                    <a:pt x="15" y="25"/>
                    <a:pt x="12" y="22"/>
                  </a:cubicBezTo>
                  <a:cubicBezTo>
                    <a:pt x="8" y="16"/>
                    <a:pt x="4" y="11"/>
                    <a:pt x="0" y="5"/>
                  </a:cubicBezTo>
                  <a:cubicBezTo>
                    <a:pt x="2" y="3"/>
                    <a:pt x="4" y="1"/>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8"/>
            <p:cNvSpPr/>
            <p:nvPr/>
          </p:nvSpPr>
          <p:spPr>
            <a:xfrm rot="-755217">
              <a:off x="8039877" y="2839384"/>
              <a:ext cx="23132" cy="40479"/>
            </a:xfrm>
            <a:custGeom>
              <a:rect b="b" l="l" r="r" t="t"/>
              <a:pathLst>
                <a:path extrusionOk="0" h="49" w="28">
                  <a:moveTo>
                    <a:pt x="4" y="0"/>
                  </a:moveTo>
                  <a:cubicBezTo>
                    <a:pt x="18" y="9"/>
                    <a:pt x="23" y="23"/>
                    <a:pt x="27" y="48"/>
                  </a:cubicBezTo>
                  <a:cubicBezTo>
                    <a:pt x="8" y="29"/>
                    <a:pt x="0" y="17"/>
                    <a:pt x="5" y="0"/>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8"/>
            <p:cNvSpPr/>
            <p:nvPr/>
          </p:nvSpPr>
          <p:spPr>
            <a:xfrm rot="-755217">
              <a:off x="7514989" y="2504148"/>
              <a:ext cx="44612" cy="199917"/>
            </a:xfrm>
            <a:custGeom>
              <a:rect b="b" l="l" r="r" t="t"/>
              <a:pathLst>
                <a:path extrusionOk="0" h="242" w="54">
                  <a:moveTo>
                    <a:pt x="19" y="217"/>
                  </a:moveTo>
                  <a:cubicBezTo>
                    <a:pt x="53" y="184"/>
                    <a:pt x="38" y="149"/>
                    <a:pt x="40" y="119"/>
                  </a:cubicBezTo>
                  <a:cubicBezTo>
                    <a:pt x="42" y="88"/>
                    <a:pt x="34" y="55"/>
                    <a:pt x="52" y="26"/>
                  </a:cubicBezTo>
                  <a:cubicBezTo>
                    <a:pt x="52" y="90"/>
                    <a:pt x="47" y="155"/>
                    <a:pt x="52" y="219"/>
                  </a:cubicBezTo>
                  <a:cubicBezTo>
                    <a:pt x="52" y="236"/>
                    <a:pt x="43" y="230"/>
                    <a:pt x="33" y="234"/>
                  </a:cubicBezTo>
                  <a:cubicBezTo>
                    <a:pt x="15" y="241"/>
                    <a:pt x="10" y="237"/>
                    <a:pt x="7" y="221"/>
                  </a:cubicBezTo>
                  <a:cubicBezTo>
                    <a:pt x="3" y="199"/>
                    <a:pt x="1" y="178"/>
                    <a:pt x="0" y="156"/>
                  </a:cubicBezTo>
                  <a:cubicBezTo>
                    <a:pt x="0" y="153"/>
                    <a:pt x="0" y="149"/>
                    <a:pt x="0" y="146"/>
                  </a:cubicBezTo>
                  <a:cubicBezTo>
                    <a:pt x="0" y="97"/>
                    <a:pt x="6" y="48"/>
                    <a:pt x="17" y="0"/>
                  </a:cubicBezTo>
                  <a:cubicBezTo>
                    <a:pt x="16" y="69"/>
                    <a:pt x="14" y="140"/>
                    <a:pt x="1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8"/>
            <p:cNvSpPr/>
            <p:nvPr/>
          </p:nvSpPr>
          <p:spPr>
            <a:xfrm rot="-755217">
              <a:off x="7509754" y="2275401"/>
              <a:ext cx="63613" cy="123089"/>
            </a:xfrm>
            <a:custGeom>
              <a:rect b="b" l="l" r="r" t="t"/>
              <a:pathLst>
                <a:path extrusionOk="0" h="149" w="77">
                  <a:moveTo>
                    <a:pt x="49" y="148"/>
                  </a:moveTo>
                  <a:cubicBezTo>
                    <a:pt x="61" y="125"/>
                    <a:pt x="51" y="108"/>
                    <a:pt x="35" y="90"/>
                  </a:cubicBezTo>
                  <a:cubicBezTo>
                    <a:pt x="27" y="82"/>
                    <a:pt x="21" y="74"/>
                    <a:pt x="15" y="65"/>
                  </a:cubicBezTo>
                  <a:cubicBezTo>
                    <a:pt x="5" y="47"/>
                    <a:pt x="0" y="27"/>
                    <a:pt x="0" y="6"/>
                  </a:cubicBezTo>
                  <a:cubicBezTo>
                    <a:pt x="0" y="5"/>
                    <a:pt x="0" y="4"/>
                    <a:pt x="0" y="2"/>
                  </a:cubicBezTo>
                  <a:cubicBezTo>
                    <a:pt x="20" y="0"/>
                    <a:pt x="16" y="14"/>
                    <a:pt x="19" y="23"/>
                  </a:cubicBezTo>
                  <a:cubicBezTo>
                    <a:pt x="25" y="41"/>
                    <a:pt x="23" y="62"/>
                    <a:pt x="52" y="65"/>
                  </a:cubicBezTo>
                  <a:cubicBezTo>
                    <a:pt x="70" y="67"/>
                    <a:pt x="63" y="89"/>
                    <a:pt x="63" y="102"/>
                  </a:cubicBezTo>
                  <a:cubicBezTo>
                    <a:pt x="62" y="115"/>
                    <a:pt x="76" y="140"/>
                    <a:pt x="48" y="146"/>
                  </a:cubicBezTo>
                  <a:lnTo>
                    <a:pt x="49" y="1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8"/>
            <p:cNvSpPr/>
            <p:nvPr/>
          </p:nvSpPr>
          <p:spPr>
            <a:xfrm rot="-755217">
              <a:off x="7750467" y="2358192"/>
              <a:ext cx="90050" cy="109046"/>
            </a:xfrm>
            <a:custGeom>
              <a:rect b="b" l="l" r="r" t="t"/>
              <a:pathLst>
                <a:path extrusionOk="0" h="132" w="109">
                  <a:moveTo>
                    <a:pt x="0" y="4"/>
                  </a:moveTo>
                  <a:cubicBezTo>
                    <a:pt x="4" y="2"/>
                    <a:pt x="6" y="0"/>
                    <a:pt x="8" y="0"/>
                  </a:cubicBezTo>
                  <a:cubicBezTo>
                    <a:pt x="23" y="0"/>
                    <a:pt x="37" y="4"/>
                    <a:pt x="50" y="12"/>
                  </a:cubicBezTo>
                  <a:cubicBezTo>
                    <a:pt x="63" y="19"/>
                    <a:pt x="73" y="29"/>
                    <a:pt x="81" y="42"/>
                  </a:cubicBezTo>
                  <a:cubicBezTo>
                    <a:pt x="89" y="55"/>
                    <a:pt x="92" y="70"/>
                    <a:pt x="92" y="85"/>
                  </a:cubicBezTo>
                  <a:cubicBezTo>
                    <a:pt x="94" y="98"/>
                    <a:pt x="108" y="108"/>
                    <a:pt x="106" y="124"/>
                  </a:cubicBezTo>
                  <a:cubicBezTo>
                    <a:pt x="92" y="131"/>
                    <a:pt x="90" y="121"/>
                    <a:pt x="87" y="113"/>
                  </a:cubicBezTo>
                  <a:cubicBezTo>
                    <a:pt x="80" y="94"/>
                    <a:pt x="73" y="75"/>
                    <a:pt x="67" y="56"/>
                  </a:cubicBezTo>
                  <a:cubicBezTo>
                    <a:pt x="61" y="37"/>
                    <a:pt x="56" y="19"/>
                    <a:pt x="27" y="30"/>
                  </a:cubicBezTo>
                  <a:cubicBezTo>
                    <a:pt x="15" y="34"/>
                    <a:pt x="4" y="21"/>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8"/>
            <p:cNvSpPr/>
            <p:nvPr/>
          </p:nvSpPr>
          <p:spPr>
            <a:xfrm rot="-755217">
              <a:off x="7593185" y="2511104"/>
              <a:ext cx="44612" cy="120611"/>
            </a:xfrm>
            <a:custGeom>
              <a:rect b="b" l="l" r="r" t="t"/>
              <a:pathLst>
                <a:path extrusionOk="0" h="146" w="54">
                  <a:moveTo>
                    <a:pt x="50" y="129"/>
                  </a:moveTo>
                  <a:cubicBezTo>
                    <a:pt x="30" y="115"/>
                    <a:pt x="42" y="84"/>
                    <a:pt x="16" y="68"/>
                  </a:cubicBezTo>
                  <a:lnTo>
                    <a:pt x="16" y="145"/>
                  </a:lnTo>
                  <a:cubicBezTo>
                    <a:pt x="0" y="81"/>
                    <a:pt x="3" y="57"/>
                    <a:pt x="36" y="0"/>
                  </a:cubicBezTo>
                  <a:cubicBezTo>
                    <a:pt x="36" y="50"/>
                    <a:pt x="53" y="88"/>
                    <a:pt x="49" y="130"/>
                  </a:cubicBezTo>
                  <a:lnTo>
                    <a:pt x="50"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8"/>
            <p:cNvSpPr/>
            <p:nvPr/>
          </p:nvSpPr>
          <p:spPr>
            <a:xfrm rot="-755217">
              <a:off x="7480020" y="2488779"/>
              <a:ext cx="21480" cy="170177"/>
            </a:xfrm>
            <a:custGeom>
              <a:rect b="b" l="l" r="r" t="t"/>
              <a:pathLst>
                <a:path extrusionOk="0" h="206" w="26">
                  <a:moveTo>
                    <a:pt x="3" y="205"/>
                  </a:moveTo>
                  <a:cubicBezTo>
                    <a:pt x="1" y="187"/>
                    <a:pt x="0" y="168"/>
                    <a:pt x="0" y="149"/>
                  </a:cubicBezTo>
                  <a:cubicBezTo>
                    <a:pt x="0" y="98"/>
                    <a:pt x="8" y="48"/>
                    <a:pt x="25" y="0"/>
                  </a:cubicBezTo>
                  <a:cubicBezTo>
                    <a:pt x="22" y="68"/>
                    <a:pt x="4" y="135"/>
                    <a:pt x="3"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8"/>
            <p:cNvSpPr/>
            <p:nvPr/>
          </p:nvSpPr>
          <p:spPr>
            <a:xfrm rot="-755217">
              <a:off x="7631353" y="2328067"/>
              <a:ext cx="52047" cy="107393"/>
            </a:xfrm>
            <a:custGeom>
              <a:rect b="b" l="l" r="r" t="t"/>
              <a:pathLst>
                <a:path extrusionOk="0" h="130" w="63">
                  <a:moveTo>
                    <a:pt x="0" y="0"/>
                  </a:moveTo>
                  <a:cubicBezTo>
                    <a:pt x="19" y="21"/>
                    <a:pt x="27" y="48"/>
                    <a:pt x="51" y="64"/>
                  </a:cubicBezTo>
                  <a:cubicBezTo>
                    <a:pt x="29" y="90"/>
                    <a:pt x="52" y="108"/>
                    <a:pt x="62" y="129"/>
                  </a:cubicBezTo>
                  <a:cubicBezTo>
                    <a:pt x="14" y="98"/>
                    <a:pt x="19"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8"/>
            <p:cNvSpPr/>
            <p:nvPr/>
          </p:nvSpPr>
          <p:spPr>
            <a:xfrm rot="-755217">
              <a:off x="7592185" y="2343448"/>
              <a:ext cx="39655" cy="121437"/>
            </a:xfrm>
            <a:custGeom>
              <a:rect b="b" l="l" r="r" t="t"/>
              <a:pathLst>
                <a:path extrusionOk="0" h="147" w="48">
                  <a:moveTo>
                    <a:pt x="0" y="0"/>
                  </a:moveTo>
                  <a:cubicBezTo>
                    <a:pt x="16" y="48"/>
                    <a:pt x="47" y="91"/>
                    <a:pt x="31" y="146"/>
                  </a:cubicBezTo>
                  <a:cubicBezTo>
                    <a:pt x="1" y="101"/>
                    <a:pt x="9" y="4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8"/>
            <p:cNvSpPr/>
            <p:nvPr/>
          </p:nvSpPr>
          <p:spPr>
            <a:xfrm rot="-755217">
              <a:off x="7673207" y="2455635"/>
              <a:ext cx="47090" cy="114002"/>
            </a:xfrm>
            <a:custGeom>
              <a:rect b="b" l="l" r="r" t="t"/>
              <a:pathLst>
                <a:path extrusionOk="0" h="138" w="57">
                  <a:moveTo>
                    <a:pt x="5" y="0"/>
                  </a:moveTo>
                  <a:cubicBezTo>
                    <a:pt x="19" y="48"/>
                    <a:pt x="25" y="96"/>
                    <a:pt x="56" y="137"/>
                  </a:cubicBezTo>
                  <a:cubicBezTo>
                    <a:pt x="40" y="126"/>
                    <a:pt x="26" y="112"/>
                    <a:pt x="16" y="95"/>
                  </a:cubicBezTo>
                  <a:cubicBezTo>
                    <a:pt x="5" y="77"/>
                    <a:pt x="0" y="56"/>
                    <a:pt x="0" y="35"/>
                  </a:cubicBezTo>
                  <a:cubicBezTo>
                    <a:pt x="0" y="23"/>
                    <a:pt x="2" y="11"/>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8"/>
            <p:cNvSpPr/>
            <p:nvPr/>
          </p:nvSpPr>
          <p:spPr>
            <a:xfrm rot="-755217">
              <a:off x="7572900" y="2538264"/>
              <a:ext cx="21480" cy="167699"/>
            </a:xfrm>
            <a:custGeom>
              <a:rect b="b" l="l" r="r" t="t"/>
              <a:pathLst>
                <a:path extrusionOk="0" h="203" w="26">
                  <a:moveTo>
                    <a:pt x="14" y="0"/>
                  </a:moveTo>
                  <a:cubicBezTo>
                    <a:pt x="21" y="67"/>
                    <a:pt x="12" y="135"/>
                    <a:pt x="25" y="202"/>
                  </a:cubicBezTo>
                  <a:cubicBezTo>
                    <a:pt x="0" y="136"/>
                    <a:pt x="12" y="69"/>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8"/>
            <p:cNvSpPr/>
            <p:nvPr/>
          </p:nvSpPr>
          <p:spPr>
            <a:xfrm rot="-755217">
              <a:off x="7644155" y="2475324"/>
              <a:ext cx="35524" cy="118959"/>
            </a:xfrm>
            <a:custGeom>
              <a:rect b="b" l="l" r="r" t="t"/>
              <a:pathLst>
                <a:path extrusionOk="0" h="144" w="43">
                  <a:moveTo>
                    <a:pt x="42" y="143"/>
                  </a:moveTo>
                  <a:cubicBezTo>
                    <a:pt x="33" y="134"/>
                    <a:pt x="25" y="124"/>
                    <a:pt x="19" y="113"/>
                  </a:cubicBezTo>
                  <a:cubicBezTo>
                    <a:pt x="6" y="92"/>
                    <a:pt x="0" y="67"/>
                    <a:pt x="0" y="43"/>
                  </a:cubicBezTo>
                  <a:cubicBezTo>
                    <a:pt x="0" y="28"/>
                    <a:pt x="2" y="14"/>
                    <a:pt x="6" y="0"/>
                  </a:cubicBezTo>
                  <a:cubicBezTo>
                    <a:pt x="11" y="49"/>
                    <a:pt x="23" y="97"/>
                    <a:pt x="42"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8"/>
            <p:cNvSpPr/>
            <p:nvPr/>
          </p:nvSpPr>
          <p:spPr>
            <a:xfrm rot="-755217">
              <a:off x="7485598" y="2338134"/>
              <a:ext cx="35524" cy="125568"/>
            </a:xfrm>
            <a:custGeom>
              <a:rect b="b" l="l" r="r" t="t"/>
              <a:pathLst>
                <a:path extrusionOk="0" h="152" w="43">
                  <a:moveTo>
                    <a:pt x="20" y="151"/>
                  </a:moveTo>
                  <a:cubicBezTo>
                    <a:pt x="0" y="87"/>
                    <a:pt x="7" y="40"/>
                    <a:pt x="42" y="0"/>
                  </a:cubicBezTo>
                  <a:cubicBezTo>
                    <a:pt x="36" y="54"/>
                    <a:pt x="15" y="100"/>
                    <a:pt x="2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8"/>
            <p:cNvSpPr/>
            <p:nvPr/>
          </p:nvSpPr>
          <p:spPr>
            <a:xfrm rot="-755217">
              <a:off x="7530886" y="2381898"/>
              <a:ext cx="19828" cy="96654"/>
            </a:xfrm>
            <a:custGeom>
              <a:rect b="b" l="l" r="r" t="t"/>
              <a:pathLst>
                <a:path extrusionOk="0" h="117" w="24">
                  <a:moveTo>
                    <a:pt x="11" y="0"/>
                  </a:moveTo>
                  <a:cubicBezTo>
                    <a:pt x="21" y="38"/>
                    <a:pt x="11" y="79"/>
                    <a:pt x="23" y="116"/>
                  </a:cubicBezTo>
                  <a:cubicBezTo>
                    <a:pt x="20" y="113"/>
                    <a:pt x="18" y="109"/>
                    <a:pt x="16" y="106"/>
                  </a:cubicBezTo>
                  <a:cubicBezTo>
                    <a:pt x="6" y="88"/>
                    <a:pt x="0" y="68"/>
                    <a:pt x="0" y="47"/>
                  </a:cubicBezTo>
                  <a:cubicBezTo>
                    <a:pt x="0" y="31"/>
                    <a:pt x="4" y="15"/>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8"/>
            <p:cNvSpPr/>
            <p:nvPr/>
          </p:nvSpPr>
          <p:spPr>
            <a:xfrm rot="-755217">
              <a:off x="7705235" y="2457909"/>
              <a:ext cx="42960" cy="85915"/>
            </a:xfrm>
            <a:custGeom>
              <a:rect b="b" l="l" r="r" t="t"/>
              <a:pathLst>
                <a:path extrusionOk="0" h="104" w="52">
                  <a:moveTo>
                    <a:pt x="51" y="103"/>
                  </a:moveTo>
                  <a:cubicBezTo>
                    <a:pt x="23" y="74"/>
                    <a:pt x="0" y="43"/>
                    <a:pt x="5" y="0"/>
                  </a:cubicBezTo>
                  <a:cubicBezTo>
                    <a:pt x="25" y="32"/>
                    <a:pt x="31" y="72"/>
                    <a:pt x="51"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8"/>
            <p:cNvSpPr/>
            <p:nvPr/>
          </p:nvSpPr>
          <p:spPr>
            <a:xfrm rot="-755217">
              <a:off x="7562583" y="2391371"/>
              <a:ext cx="22306" cy="88393"/>
            </a:xfrm>
            <a:custGeom>
              <a:rect b="b" l="l" r="r" t="t"/>
              <a:pathLst>
                <a:path extrusionOk="0" h="107" w="27">
                  <a:moveTo>
                    <a:pt x="11" y="0"/>
                  </a:moveTo>
                  <a:cubicBezTo>
                    <a:pt x="20" y="35"/>
                    <a:pt x="11" y="72"/>
                    <a:pt x="26" y="106"/>
                  </a:cubicBezTo>
                  <a:cubicBezTo>
                    <a:pt x="20" y="101"/>
                    <a:pt x="15" y="94"/>
                    <a:pt x="11" y="87"/>
                  </a:cubicBezTo>
                  <a:cubicBezTo>
                    <a:pt x="4" y="75"/>
                    <a:pt x="0" y="60"/>
                    <a:pt x="0" y="45"/>
                  </a:cubicBezTo>
                  <a:cubicBezTo>
                    <a:pt x="0" y="30"/>
                    <a:pt x="4" y="15"/>
                    <a:pt x="11" y="3"/>
                  </a:cubicBezTo>
                  <a:cubicBezTo>
                    <a:pt x="12" y="2"/>
                    <a:pt x="12" y="1"/>
                    <a:pt x="13"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8"/>
            <p:cNvSpPr/>
            <p:nvPr/>
          </p:nvSpPr>
          <p:spPr>
            <a:xfrm rot="-755217">
              <a:off x="7741144" y="2321104"/>
              <a:ext cx="54526" cy="42957"/>
            </a:xfrm>
            <a:custGeom>
              <a:rect b="b" l="l" r="r" t="t"/>
              <a:pathLst>
                <a:path extrusionOk="0" h="52" w="66">
                  <a:moveTo>
                    <a:pt x="65" y="44"/>
                  </a:moveTo>
                  <a:cubicBezTo>
                    <a:pt x="35" y="51"/>
                    <a:pt x="24" y="26"/>
                    <a:pt x="0" y="9"/>
                  </a:cubicBezTo>
                  <a:cubicBezTo>
                    <a:pt x="40" y="0"/>
                    <a:pt x="45" y="35"/>
                    <a:pt x="6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8"/>
            <p:cNvSpPr/>
            <p:nvPr/>
          </p:nvSpPr>
          <p:spPr>
            <a:xfrm rot="-755217">
              <a:off x="7747665" y="2445449"/>
              <a:ext cx="22306" cy="68567"/>
            </a:xfrm>
            <a:custGeom>
              <a:rect b="b" l="l" r="r" t="t"/>
              <a:pathLst>
                <a:path extrusionOk="0" h="83" w="27">
                  <a:moveTo>
                    <a:pt x="26" y="82"/>
                  </a:moveTo>
                  <a:cubicBezTo>
                    <a:pt x="23" y="77"/>
                    <a:pt x="20" y="73"/>
                    <a:pt x="17" y="68"/>
                  </a:cubicBezTo>
                  <a:cubicBezTo>
                    <a:pt x="6" y="48"/>
                    <a:pt x="0" y="26"/>
                    <a:pt x="0" y="4"/>
                  </a:cubicBezTo>
                  <a:cubicBezTo>
                    <a:pt x="0" y="3"/>
                    <a:pt x="0" y="1"/>
                    <a:pt x="0" y="0"/>
                  </a:cubicBezTo>
                  <a:cubicBezTo>
                    <a:pt x="23" y="30"/>
                    <a:pt x="18" y="58"/>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8"/>
            <p:cNvSpPr/>
            <p:nvPr/>
          </p:nvSpPr>
          <p:spPr>
            <a:xfrm rot="-755217">
              <a:off x="7696911" y="2282429"/>
              <a:ext cx="33046" cy="29740"/>
            </a:xfrm>
            <a:custGeom>
              <a:rect b="b" l="l" r="r" t="t"/>
              <a:pathLst>
                <a:path extrusionOk="0" h="36" w="40">
                  <a:moveTo>
                    <a:pt x="0" y="4"/>
                  </a:moveTo>
                  <a:cubicBezTo>
                    <a:pt x="3" y="2"/>
                    <a:pt x="5" y="0"/>
                    <a:pt x="6" y="0"/>
                  </a:cubicBezTo>
                  <a:cubicBezTo>
                    <a:pt x="17" y="6"/>
                    <a:pt x="28" y="13"/>
                    <a:pt x="39" y="20"/>
                  </a:cubicBezTo>
                  <a:cubicBezTo>
                    <a:pt x="39" y="20"/>
                    <a:pt x="36" y="27"/>
                    <a:pt x="34" y="28"/>
                  </a:cubicBezTo>
                  <a:cubicBezTo>
                    <a:pt x="11" y="35"/>
                    <a:pt x="9" y="16"/>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8"/>
            <p:cNvSpPr/>
            <p:nvPr/>
          </p:nvSpPr>
          <p:spPr>
            <a:xfrm rot="-755217">
              <a:off x="7766947" y="2427650"/>
              <a:ext cx="25611" cy="33870"/>
            </a:xfrm>
            <a:custGeom>
              <a:rect b="b" l="l" r="r" t="t"/>
              <a:pathLst>
                <a:path extrusionOk="0" h="41" w="31">
                  <a:moveTo>
                    <a:pt x="0" y="0"/>
                  </a:moveTo>
                  <a:cubicBezTo>
                    <a:pt x="1" y="1"/>
                    <a:pt x="3" y="1"/>
                    <a:pt x="4" y="2"/>
                  </a:cubicBezTo>
                  <a:cubicBezTo>
                    <a:pt x="14" y="8"/>
                    <a:pt x="21" y="16"/>
                    <a:pt x="27" y="25"/>
                  </a:cubicBezTo>
                  <a:cubicBezTo>
                    <a:pt x="28" y="27"/>
                    <a:pt x="29" y="30"/>
                    <a:pt x="30" y="32"/>
                  </a:cubicBezTo>
                  <a:cubicBezTo>
                    <a:pt x="28" y="38"/>
                    <a:pt x="24" y="40"/>
                    <a:pt x="19" y="36"/>
                  </a:cubicBezTo>
                  <a:cubicBezTo>
                    <a:pt x="14" y="32"/>
                    <a:pt x="10" y="27"/>
                    <a:pt x="6" y="21"/>
                  </a:cubicBezTo>
                  <a:cubicBezTo>
                    <a:pt x="3" y="15"/>
                    <a:pt x="0"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8"/>
            <p:cNvSpPr/>
            <p:nvPr/>
          </p:nvSpPr>
          <p:spPr>
            <a:xfrm rot="-755217">
              <a:off x="7709230" y="2375775"/>
              <a:ext cx="14871" cy="38827"/>
            </a:xfrm>
            <a:custGeom>
              <a:rect b="b" l="l" r="r" t="t"/>
              <a:pathLst>
                <a:path extrusionOk="0" h="47" w="18">
                  <a:moveTo>
                    <a:pt x="17" y="46"/>
                  </a:moveTo>
                  <a:cubicBezTo>
                    <a:pt x="14" y="42"/>
                    <a:pt x="12" y="37"/>
                    <a:pt x="9" y="33"/>
                  </a:cubicBezTo>
                  <a:cubicBezTo>
                    <a:pt x="7" y="29"/>
                    <a:pt x="4" y="24"/>
                    <a:pt x="2" y="20"/>
                  </a:cubicBezTo>
                  <a:cubicBezTo>
                    <a:pt x="1" y="17"/>
                    <a:pt x="0" y="14"/>
                    <a:pt x="0" y="11"/>
                  </a:cubicBezTo>
                  <a:cubicBezTo>
                    <a:pt x="0" y="8"/>
                    <a:pt x="1" y="5"/>
                    <a:pt x="2" y="2"/>
                  </a:cubicBezTo>
                  <a:cubicBezTo>
                    <a:pt x="3" y="1"/>
                    <a:pt x="3" y="0"/>
                    <a:pt x="4" y="0"/>
                  </a:cubicBezTo>
                  <a:cubicBezTo>
                    <a:pt x="5" y="1"/>
                    <a:pt x="6" y="2"/>
                    <a:pt x="7" y="4"/>
                  </a:cubicBezTo>
                  <a:cubicBezTo>
                    <a:pt x="14" y="16"/>
                    <a:pt x="17" y="30"/>
                    <a:pt x="17" y="44"/>
                  </a:cubicBezTo>
                  <a:cubicBezTo>
                    <a:pt x="17" y="45"/>
                    <a:pt x="17" y="46"/>
                    <a:pt x="17"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8"/>
            <p:cNvSpPr/>
            <p:nvPr/>
          </p:nvSpPr>
          <p:spPr>
            <a:xfrm rot="-755217">
              <a:off x="7646471" y="2609882"/>
              <a:ext cx="21480" cy="31392"/>
            </a:xfrm>
            <a:custGeom>
              <a:rect b="b" l="l" r="r" t="t"/>
              <a:pathLst>
                <a:path extrusionOk="0" h="38" w="26">
                  <a:moveTo>
                    <a:pt x="0" y="1"/>
                  </a:moveTo>
                  <a:cubicBezTo>
                    <a:pt x="16" y="4"/>
                    <a:pt x="12" y="21"/>
                    <a:pt x="25" y="37"/>
                  </a:cubicBezTo>
                  <a:cubicBezTo>
                    <a:pt x="1" y="27"/>
                    <a:pt x="0" y="1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8"/>
            <p:cNvSpPr/>
            <p:nvPr/>
          </p:nvSpPr>
          <p:spPr>
            <a:xfrm rot="-755217">
              <a:off x="9656314" y="4081620"/>
              <a:ext cx="28089" cy="85089"/>
            </a:xfrm>
            <a:custGeom>
              <a:rect b="b" l="l" r="r" t="t"/>
              <a:pathLst>
                <a:path extrusionOk="0" h="103" w="34">
                  <a:moveTo>
                    <a:pt x="7" y="102"/>
                  </a:moveTo>
                  <a:cubicBezTo>
                    <a:pt x="0" y="64"/>
                    <a:pt x="22" y="33"/>
                    <a:pt x="33" y="0"/>
                  </a:cubicBezTo>
                  <a:cubicBezTo>
                    <a:pt x="33" y="35"/>
                    <a:pt x="24" y="70"/>
                    <a:pt x="7" y="101"/>
                  </a:cubicBezTo>
                  <a:lnTo>
                    <a:pt x="7" y="1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8"/>
            <p:cNvSpPr/>
            <p:nvPr/>
          </p:nvSpPr>
          <p:spPr>
            <a:xfrm rot="-755217">
              <a:off x="9671593" y="3996984"/>
              <a:ext cx="23132" cy="42957"/>
            </a:xfrm>
            <a:custGeom>
              <a:rect b="b" l="l" r="r" t="t"/>
              <a:pathLst>
                <a:path extrusionOk="0" h="52" w="28">
                  <a:moveTo>
                    <a:pt x="20" y="0"/>
                  </a:moveTo>
                  <a:cubicBezTo>
                    <a:pt x="27" y="23"/>
                    <a:pt x="16" y="34"/>
                    <a:pt x="7" y="51"/>
                  </a:cubicBezTo>
                  <a:cubicBezTo>
                    <a:pt x="0" y="28"/>
                    <a:pt x="12" y="1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8"/>
            <p:cNvSpPr/>
            <p:nvPr/>
          </p:nvSpPr>
          <p:spPr>
            <a:xfrm rot="-755217">
              <a:off x="10712035" y="3968271"/>
              <a:ext cx="42960" cy="53697"/>
            </a:xfrm>
            <a:custGeom>
              <a:rect b="b" l="l" r="r" t="t"/>
              <a:pathLst>
                <a:path extrusionOk="0" h="65" w="52">
                  <a:moveTo>
                    <a:pt x="0" y="62"/>
                  </a:moveTo>
                  <a:cubicBezTo>
                    <a:pt x="23" y="9"/>
                    <a:pt x="23" y="9"/>
                    <a:pt x="51" y="0"/>
                  </a:cubicBezTo>
                  <a:cubicBezTo>
                    <a:pt x="48" y="7"/>
                    <a:pt x="45" y="14"/>
                    <a:pt x="41" y="20"/>
                  </a:cubicBezTo>
                  <a:cubicBezTo>
                    <a:pt x="31" y="38"/>
                    <a:pt x="18" y="52"/>
                    <a:pt x="2" y="64"/>
                  </a:cubicBezTo>
                  <a:lnTo>
                    <a:pt x="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8"/>
            <p:cNvSpPr/>
            <p:nvPr/>
          </p:nvSpPr>
          <p:spPr>
            <a:xfrm rot="-755217">
              <a:off x="10491631" y="3939081"/>
              <a:ext cx="56178" cy="130524"/>
            </a:xfrm>
            <a:custGeom>
              <a:rect b="b" l="l" r="r" t="t"/>
              <a:pathLst>
                <a:path extrusionOk="0" h="158" w="68">
                  <a:moveTo>
                    <a:pt x="0" y="157"/>
                  </a:moveTo>
                  <a:cubicBezTo>
                    <a:pt x="10" y="112"/>
                    <a:pt x="26" y="69"/>
                    <a:pt x="49" y="29"/>
                  </a:cubicBezTo>
                  <a:cubicBezTo>
                    <a:pt x="55" y="19"/>
                    <a:pt x="61" y="10"/>
                    <a:pt x="67" y="0"/>
                  </a:cubicBezTo>
                  <a:cubicBezTo>
                    <a:pt x="56" y="48"/>
                    <a:pt x="37" y="93"/>
                    <a:pt x="13" y="135"/>
                  </a:cubicBezTo>
                  <a:cubicBezTo>
                    <a:pt x="9" y="143"/>
                    <a:pt x="4" y="150"/>
                    <a:pt x="0"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8"/>
            <p:cNvSpPr/>
            <p:nvPr/>
          </p:nvSpPr>
          <p:spPr>
            <a:xfrm rot="-755217">
              <a:off x="10582569" y="3742364"/>
              <a:ext cx="47090" cy="88393"/>
            </a:xfrm>
            <a:custGeom>
              <a:rect b="b" l="l" r="r" t="t"/>
              <a:pathLst>
                <a:path extrusionOk="0" h="107" w="57">
                  <a:moveTo>
                    <a:pt x="56" y="0"/>
                  </a:moveTo>
                  <a:cubicBezTo>
                    <a:pt x="50" y="22"/>
                    <a:pt x="41" y="44"/>
                    <a:pt x="30" y="64"/>
                  </a:cubicBezTo>
                  <a:cubicBezTo>
                    <a:pt x="21" y="79"/>
                    <a:pt x="11" y="93"/>
                    <a:pt x="0" y="106"/>
                  </a:cubicBezTo>
                  <a:cubicBezTo>
                    <a:pt x="4" y="83"/>
                    <a:pt x="12" y="62"/>
                    <a:pt x="23" y="43"/>
                  </a:cubicBezTo>
                  <a:cubicBezTo>
                    <a:pt x="32" y="27"/>
                    <a:pt x="43" y="12"/>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8"/>
            <p:cNvSpPr/>
            <p:nvPr/>
          </p:nvSpPr>
          <p:spPr>
            <a:xfrm rot="-755217">
              <a:off x="10524384" y="3868852"/>
              <a:ext cx="28915" cy="66914"/>
            </a:xfrm>
            <a:custGeom>
              <a:rect b="b" l="l" r="r" t="t"/>
              <a:pathLst>
                <a:path extrusionOk="0" h="81" w="35">
                  <a:moveTo>
                    <a:pt x="0" y="80"/>
                  </a:moveTo>
                  <a:cubicBezTo>
                    <a:pt x="1" y="60"/>
                    <a:pt x="7" y="41"/>
                    <a:pt x="17" y="24"/>
                  </a:cubicBezTo>
                  <a:cubicBezTo>
                    <a:pt x="21" y="16"/>
                    <a:pt x="27" y="8"/>
                    <a:pt x="34" y="0"/>
                  </a:cubicBezTo>
                  <a:cubicBezTo>
                    <a:pt x="33" y="20"/>
                    <a:pt x="27" y="39"/>
                    <a:pt x="17" y="56"/>
                  </a:cubicBezTo>
                  <a:cubicBezTo>
                    <a:pt x="12" y="65"/>
                    <a:pt x="6" y="73"/>
                    <a:pt x="0"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8"/>
            <p:cNvSpPr/>
            <p:nvPr/>
          </p:nvSpPr>
          <p:spPr>
            <a:xfrm rot="-755217">
              <a:off x="9586944" y="4001837"/>
              <a:ext cx="14045" cy="57001"/>
            </a:xfrm>
            <a:custGeom>
              <a:rect b="b" l="l" r="r" t="t"/>
              <a:pathLst>
                <a:path extrusionOk="0" h="69" w="17">
                  <a:moveTo>
                    <a:pt x="0" y="68"/>
                  </a:moveTo>
                  <a:cubicBezTo>
                    <a:pt x="0" y="64"/>
                    <a:pt x="0" y="60"/>
                    <a:pt x="0" y="56"/>
                  </a:cubicBezTo>
                  <a:cubicBezTo>
                    <a:pt x="0" y="36"/>
                    <a:pt x="4" y="17"/>
                    <a:pt x="14" y="0"/>
                  </a:cubicBezTo>
                  <a:cubicBezTo>
                    <a:pt x="15" y="5"/>
                    <a:pt x="16" y="11"/>
                    <a:pt x="16" y="16"/>
                  </a:cubicBezTo>
                  <a:lnTo>
                    <a:pt x="16" y="17"/>
                  </a:lnTo>
                  <a:cubicBezTo>
                    <a:pt x="12" y="32"/>
                    <a:pt x="7" y="47"/>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8"/>
            <p:cNvSpPr/>
            <p:nvPr/>
          </p:nvSpPr>
          <p:spPr>
            <a:xfrm rot="-755217">
              <a:off x="9834562" y="4056143"/>
              <a:ext cx="33872" cy="132177"/>
            </a:xfrm>
            <a:custGeom>
              <a:rect b="b" l="l" r="r" t="t"/>
              <a:pathLst>
                <a:path extrusionOk="0" h="160" w="41">
                  <a:moveTo>
                    <a:pt x="2" y="159"/>
                  </a:moveTo>
                  <a:cubicBezTo>
                    <a:pt x="7" y="105"/>
                    <a:pt x="19" y="51"/>
                    <a:pt x="40" y="0"/>
                  </a:cubicBezTo>
                  <a:cubicBezTo>
                    <a:pt x="39" y="55"/>
                    <a:pt x="25" y="108"/>
                    <a:pt x="0" y="157"/>
                  </a:cubicBezTo>
                  <a:lnTo>
                    <a:pt x="2"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8"/>
            <p:cNvSpPr/>
            <p:nvPr/>
          </p:nvSpPr>
          <p:spPr>
            <a:xfrm rot="-755217">
              <a:off x="9848173" y="4189182"/>
              <a:ext cx="12392" cy="58653"/>
            </a:xfrm>
            <a:custGeom>
              <a:rect b="b" l="l" r="r" t="t"/>
              <a:pathLst>
                <a:path extrusionOk="0" h="71" w="15">
                  <a:moveTo>
                    <a:pt x="4" y="70"/>
                  </a:moveTo>
                  <a:cubicBezTo>
                    <a:pt x="1" y="62"/>
                    <a:pt x="0" y="53"/>
                    <a:pt x="0" y="43"/>
                  </a:cubicBezTo>
                  <a:cubicBezTo>
                    <a:pt x="0" y="28"/>
                    <a:pt x="4" y="13"/>
                    <a:pt x="11" y="0"/>
                  </a:cubicBezTo>
                  <a:cubicBezTo>
                    <a:pt x="13" y="9"/>
                    <a:pt x="14" y="18"/>
                    <a:pt x="14" y="26"/>
                  </a:cubicBezTo>
                  <a:cubicBezTo>
                    <a:pt x="14" y="42"/>
                    <a:pt x="11" y="57"/>
                    <a:pt x="4"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8"/>
            <p:cNvSpPr/>
            <p:nvPr/>
          </p:nvSpPr>
          <p:spPr>
            <a:xfrm rot="-755217">
              <a:off x="10127471" y="2969600"/>
              <a:ext cx="17349" cy="24783"/>
            </a:xfrm>
            <a:custGeom>
              <a:rect b="b" l="l" r="r" t="t"/>
              <a:pathLst>
                <a:path extrusionOk="0" h="30" w="21">
                  <a:moveTo>
                    <a:pt x="2" y="29"/>
                  </a:moveTo>
                  <a:cubicBezTo>
                    <a:pt x="1" y="26"/>
                    <a:pt x="0" y="23"/>
                    <a:pt x="0" y="19"/>
                  </a:cubicBezTo>
                  <a:cubicBezTo>
                    <a:pt x="0" y="11"/>
                    <a:pt x="0" y="0"/>
                    <a:pt x="13" y="5"/>
                  </a:cubicBezTo>
                  <a:cubicBezTo>
                    <a:pt x="20" y="7"/>
                    <a:pt x="17" y="18"/>
                    <a:pt x="13" y="23"/>
                  </a:cubicBezTo>
                  <a:cubicBezTo>
                    <a:pt x="9" y="29"/>
                    <a:pt x="4" y="27"/>
                    <a:pt x="0" y="29"/>
                  </a:cubicBezTo>
                  <a:lnTo>
                    <a:pt x="2" y="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8"/>
            <p:cNvSpPr/>
            <p:nvPr/>
          </p:nvSpPr>
          <p:spPr>
            <a:xfrm rot="-755217">
              <a:off x="10132169" y="2993488"/>
              <a:ext cx="9914" cy="57827"/>
            </a:xfrm>
            <a:custGeom>
              <a:rect b="b" l="l" r="r" t="t"/>
              <a:pathLst>
                <a:path extrusionOk="0" h="70" w="12">
                  <a:moveTo>
                    <a:pt x="6" y="0"/>
                  </a:moveTo>
                  <a:cubicBezTo>
                    <a:pt x="9" y="11"/>
                    <a:pt x="11" y="22"/>
                    <a:pt x="11" y="34"/>
                  </a:cubicBezTo>
                  <a:cubicBezTo>
                    <a:pt x="11" y="45"/>
                    <a:pt x="9" y="56"/>
                    <a:pt x="6" y="67"/>
                  </a:cubicBezTo>
                  <a:lnTo>
                    <a:pt x="6" y="69"/>
                  </a:lnTo>
                  <a:cubicBezTo>
                    <a:pt x="2" y="58"/>
                    <a:pt x="0" y="46"/>
                    <a:pt x="0" y="35"/>
                  </a:cubicBezTo>
                  <a:cubicBezTo>
                    <a:pt x="0" y="23"/>
                    <a:pt x="2" y="1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8"/>
            <p:cNvSpPr/>
            <p:nvPr/>
          </p:nvSpPr>
          <p:spPr>
            <a:xfrm rot="-755217">
              <a:off x="10216457" y="3006297"/>
              <a:ext cx="20654" cy="42957"/>
            </a:xfrm>
            <a:custGeom>
              <a:rect b="b" l="l" r="r" t="t"/>
              <a:pathLst>
                <a:path extrusionOk="0" h="52" w="25">
                  <a:moveTo>
                    <a:pt x="1" y="51"/>
                  </a:moveTo>
                  <a:cubicBezTo>
                    <a:pt x="0" y="48"/>
                    <a:pt x="0" y="45"/>
                    <a:pt x="0" y="42"/>
                  </a:cubicBezTo>
                  <a:cubicBezTo>
                    <a:pt x="0" y="33"/>
                    <a:pt x="2" y="25"/>
                    <a:pt x="7" y="17"/>
                  </a:cubicBezTo>
                  <a:cubicBezTo>
                    <a:pt x="11" y="10"/>
                    <a:pt x="17" y="4"/>
                    <a:pt x="24" y="0"/>
                  </a:cubicBezTo>
                  <a:cubicBezTo>
                    <a:pt x="15" y="16"/>
                    <a:pt x="16" y="37"/>
                    <a:pt x="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8"/>
            <p:cNvSpPr/>
            <p:nvPr/>
          </p:nvSpPr>
          <p:spPr>
            <a:xfrm rot="-755217">
              <a:off x="7450174" y="1888830"/>
              <a:ext cx="20654" cy="48740"/>
            </a:xfrm>
            <a:custGeom>
              <a:rect b="b" l="l" r="r" t="t"/>
              <a:pathLst>
                <a:path extrusionOk="0" h="59" w="25">
                  <a:moveTo>
                    <a:pt x="0" y="58"/>
                  </a:moveTo>
                  <a:cubicBezTo>
                    <a:pt x="0" y="55"/>
                    <a:pt x="0" y="53"/>
                    <a:pt x="0" y="51"/>
                  </a:cubicBezTo>
                  <a:cubicBezTo>
                    <a:pt x="0" y="39"/>
                    <a:pt x="4" y="28"/>
                    <a:pt x="9" y="18"/>
                  </a:cubicBezTo>
                  <a:cubicBezTo>
                    <a:pt x="13" y="11"/>
                    <a:pt x="18" y="5"/>
                    <a:pt x="24" y="0"/>
                  </a:cubicBezTo>
                  <a:cubicBezTo>
                    <a:pt x="24" y="1"/>
                    <a:pt x="24" y="2"/>
                    <a:pt x="24" y="3"/>
                  </a:cubicBezTo>
                  <a:cubicBezTo>
                    <a:pt x="24" y="16"/>
                    <a:pt x="20" y="29"/>
                    <a:pt x="14" y="40"/>
                  </a:cubicBezTo>
                  <a:cubicBezTo>
                    <a:pt x="10" y="47"/>
                    <a:pt x="5"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2" name="Shape 4942"/>
        <p:cNvGrpSpPr/>
        <p:nvPr/>
      </p:nvGrpSpPr>
      <p:grpSpPr>
        <a:xfrm>
          <a:off x="0" y="0"/>
          <a:ext cx="0" cy="0"/>
          <a:chOff x="0" y="0"/>
          <a:chExt cx="0" cy="0"/>
        </a:xfrm>
      </p:grpSpPr>
      <p:sp>
        <p:nvSpPr>
          <p:cNvPr id="4943" name="Google Shape;494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a:t>
            </a:r>
            <a:r>
              <a:rPr lang="en"/>
              <a:t> data</a:t>
            </a:r>
            <a:endParaRPr/>
          </a:p>
        </p:txBody>
      </p:sp>
      <p:sp>
        <p:nvSpPr>
          <p:cNvPr id="4944" name="Google Shape;4944;p39"/>
          <p:cNvSpPr txBox="1"/>
          <p:nvPr>
            <p:ph idx="4294967295" type="title"/>
          </p:nvPr>
        </p:nvSpPr>
        <p:spPr>
          <a:xfrm>
            <a:off x="5930188" y="1264350"/>
            <a:ext cx="24972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945" name="Google Shape;4945;p39"/>
          <p:cNvSpPr txBox="1"/>
          <p:nvPr/>
        </p:nvSpPr>
        <p:spPr>
          <a:xfrm>
            <a:off x="720000" y="4326350"/>
            <a:ext cx="7704000" cy="27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Outfit"/>
                <a:ea typeface="Outfit"/>
                <a:cs typeface="Outfit"/>
                <a:sym typeface="Outfit"/>
              </a:rPr>
              <a:t>Follow the link in the graph to modify its data and then paste the new one here. </a:t>
            </a:r>
            <a:r>
              <a:rPr b="1" lang="en" sz="1000" u="sng">
                <a:solidFill>
                  <a:srgbClr val="191919"/>
                </a:solidFill>
                <a:latin typeface="Outfit"/>
                <a:ea typeface="Outfit"/>
                <a:cs typeface="Outfit"/>
                <a:sym typeface="Outfit"/>
                <a:hlinkClick r:id="rId3">
                  <a:extLst>
                    <a:ext uri="{A12FA001-AC4F-418D-AE19-62706E023703}">
                      <ahyp:hlinkClr val="tx"/>
                    </a:ext>
                  </a:extLst>
                </a:hlinkClick>
              </a:rPr>
              <a:t>For more info, click here</a:t>
            </a:r>
            <a:endParaRPr b="1" sz="1000" u="sng">
              <a:solidFill>
                <a:srgbClr val="191919"/>
              </a:solidFill>
              <a:latin typeface="Outfit"/>
              <a:ea typeface="Outfit"/>
              <a:cs typeface="Outfit"/>
              <a:sym typeface="Outfit"/>
            </a:endParaRPr>
          </a:p>
        </p:txBody>
      </p:sp>
      <p:sp>
        <p:nvSpPr>
          <p:cNvPr id="4946" name="Google Shape;4946;p39"/>
          <p:cNvSpPr txBox="1"/>
          <p:nvPr>
            <p:ph idx="4294967295" type="subTitle"/>
          </p:nvPr>
        </p:nvSpPr>
        <p:spPr>
          <a:xfrm>
            <a:off x="5930188" y="2317150"/>
            <a:ext cx="2497200" cy="1759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947" name="Google Shape;4947;p39" title="Chart">
            <a:hlinkClick r:id="rId4"/>
          </p:cNvPr>
          <p:cNvPicPr preferRelativeResize="0"/>
          <p:nvPr/>
        </p:nvPicPr>
        <p:blipFill>
          <a:blip r:embed="rId5">
            <a:alphaModFix/>
          </a:blip>
          <a:stretch>
            <a:fillRect/>
          </a:stretch>
        </p:blipFill>
        <p:spPr>
          <a:xfrm>
            <a:off x="716613" y="1168588"/>
            <a:ext cx="4859217" cy="300691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1" name="Shape 4951"/>
        <p:cNvGrpSpPr/>
        <p:nvPr/>
      </p:nvGrpSpPr>
      <p:grpSpPr>
        <a:xfrm>
          <a:off x="0" y="0"/>
          <a:ext cx="0" cy="0"/>
          <a:chOff x="0" y="0"/>
          <a:chExt cx="0" cy="0"/>
        </a:xfrm>
      </p:grpSpPr>
      <p:sp>
        <p:nvSpPr>
          <p:cNvPr id="4952" name="Google Shape;4952;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activities</a:t>
            </a:r>
            <a:endParaRPr/>
          </a:p>
        </p:txBody>
      </p:sp>
      <p:graphicFrame>
        <p:nvGraphicFramePr>
          <p:cNvPr id="4953" name="Google Shape;4953;p40"/>
          <p:cNvGraphicFramePr/>
          <p:nvPr/>
        </p:nvGraphicFramePr>
        <p:xfrm>
          <a:off x="719963" y="1314010"/>
          <a:ext cx="3000000" cy="3000000"/>
        </p:xfrm>
        <a:graphic>
          <a:graphicData uri="http://schemas.openxmlformats.org/drawingml/2006/table">
            <a:tbl>
              <a:tblPr>
                <a:noFill/>
                <a:tableStyleId>{A40B1B86-8086-4635-AB08-100A8F5E31C5}</a:tableStyleId>
              </a:tblPr>
              <a:tblGrid>
                <a:gridCol w="1464375"/>
                <a:gridCol w="1247925"/>
                <a:gridCol w="1247925"/>
                <a:gridCol w="1247925"/>
                <a:gridCol w="1247925"/>
                <a:gridCol w="1247925"/>
              </a:tblGrid>
              <a:tr h="457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Activity</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Zen Antique"/>
                          <a:ea typeface="Zen Antique"/>
                          <a:cs typeface="Zen Antique"/>
                          <a:sym typeface="Zen Antique"/>
                        </a:rPr>
                        <a:t>Start date</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Zen Antique"/>
                          <a:ea typeface="Zen Antique"/>
                          <a:cs typeface="Zen Antique"/>
                          <a:sym typeface="Zen Antique"/>
                        </a:rPr>
                        <a:t>End date</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Zen Antique"/>
                          <a:ea typeface="Zen Antique"/>
                          <a:cs typeface="Zen Antique"/>
                          <a:sym typeface="Zen Antique"/>
                        </a:rPr>
                        <a:t>Resource</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Zen Antique"/>
                          <a:ea typeface="Zen Antique"/>
                          <a:cs typeface="Zen Antique"/>
                          <a:sym typeface="Zen Antique"/>
                        </a:rPr>
                        <a:t>Cost</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Zen Antique"/>
                          <a:ea typeface="Zen Antique"/>
                          <a:cs typeface="Zen Antique"/>
                          <a:sym typeface="Zen Antique"/>
                        </a:rPr>
                        <a:t>Revenue</a:t>
                      </a:r>
                      <a:endParaRPr>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3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Market research</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1/15/20XX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Market</a:t>
                      </a:r>
                      <a:endParaRPr sz="1200">
                        <a:solidFill>
                          <a:schemeClr val="dk1"/>
                        </a:solidFill>
                        <a:latin typeface="Outfit"/>
                        <a:ea typeface="Outfit"/>
                        <a:cs typeface="Outfit"/>
                        <a:sym typeface="Outfit"/>
                      </a:endParaRPr>
                    </a:p>
                    <a:p>
                      <a:pPr indent="0" lvl="0" marL="0" rtl="0" algn="ctr">
                        <a:spcBef>
                          <a:spcPts val="0"/>
                        </a:spcBef>
                        <a:spcAft>
                          <a:spcPts val="0"/>
                        </a:spcAft>
                        <a:buNone/>
                      </a:pPr>
                      <a:r>
                        <a:rPr lang="en" sz="1200">
                          <a:solidFill>
                            <a:schemeClr val="dk1"/>
                          </a:solidFill>
                          <a:latin typeface="Outfit"/>
                          <a:ea typeface="Outfit"/>
                          <a:cs typeface="Outfit"/>
                          <a:sym typeface="Outfit"/>
                        </a:rPr>
                        <a:t>research firm</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$20,000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3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Product development</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1/16/</a:t>
                      </a:r>
                      <a:r>
                        <a:rPr lang="en" sz="1200">
                          <a:solidFill>
                            <a:schemeClr val="dk1"/>
                          </a:solidFill>
                          <a:latin typeface="Outfit"/>
                          <a:ea typeface="Outfit"/>
                          <a:cs typeface="Outfit"/>
                          <a:sym typeface="Outfit"/>
                        </a:rPr>
                        <a:t>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6/30/20XX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R&amp;D team</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$200,000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64375">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Beta testing</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7/1/</a:t>
                      </a:r>
                      <a:r>
                        <a:rPr lang="en" sz="1200">
                          <a:solidFill>
                            <a:schemeClr val="dk1"/>
                          </a:solidFill>
                          <a:latin typeface="Outfit"/>
                          <a:ea typeface="Outfit"/>
                          <a:cs typeface="Outfit"/>
                          <a:sym typeface="Outfit"/>
                        </a:rPr>
                        <a:t>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8/15/20XX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Beta testers</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3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Marketing campaign</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1/15/20XX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Advertising agency</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$100,000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3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Product launch</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1/16/20XX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6/30/20XX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Sales team</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$50,000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$500,000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3600">
                <a:tc>
                  <a:txBody>
                    <a:bodyPr/>
                    <a:lstStyle/>
                    <a:p>
                      <a:pPr indent="0" lvl="0" marL="0" rtl="0" algn="l">
                        <a:spcBef>
                          <a:spcPts val="0"/>
                        </a:spcBef>
                        <a:spcAft>
                          <a:spcPts val="0"/>
                        </a:spcAft>
                        <a:buNone/>
                      </a:pPr>
                      <a:r>
                        <a:rPr lang="en">
                          <a:solidFill>
                            <a:schemeClr val="dk1"/>
                          </a:solidFill>
                          <a:latin typeface="Zen Antique"/>
                          <a:ea typeface="Zen Antique"/>
                          <a:cs typeface="Zen Antique"/>
                          <a:sym typeface="Zen Antique"/>
                        </a:rPr>
                        <a:t>Post-launch support</a:t>
                      </a:r>
                      <a:endParaRPr>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7/1/20XX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8/15/20XX</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Support team</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$50,000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utfit"/>
                          <a:ea typeface="Outfit"/>
                          <a:cs typeface="Outfit"/>
                          <a:sym typeface="Outfit"/>
                        </a:rPr>
                        <a:t>$800,000</a:t>
                      </a:r>
                      <a:endParaRPr sz="12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7" name="Shape 4957"/>
        <p:cNvGrpSpPr/>
        <p:nvPr/>
      </p:nvGrpSpPr>
      <p:grpSpPr>
        <a:xfrm>
          <a:off x="0" y="0"/>
          <a:ext cx="0" cy="0"/>
          <a:chOff x="0" y="0"/>
          <a:chExt cx="0" cy="0"/>
        </a:xfrm>
      </p:grpSpPr>
      <p:sp>
        <p:nvSpPr>
          <p:cNvPr id="4958" name="Google Shape;4958;p41"/>
          <p:cNvSpPr txBox="1"/>
          <p:nvPr>
            <p:ph type="title"/>
          </p:nvPr>
        </p:nvSpPr>
        <p:spPr>
          <a:xfrm>
            <a:off x="4423712" y="503363"/>
            <a:ext cx="3778500" cy="105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4959" name="Google Shape;4959;p41"/>
          <p:cNvSpPr txBox="1"/>
          <p:nvPr>
            <p:ph idx="1" type="subTitle"/>
          </p:nvPr>
        </p:nvSpPr>
        <p:spPr>
          <a:xfrm>
            <a:off x="4423712" y="1986575"/>
            <a:ext cx="3778500" cy="2131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4960" name="Google Shape;4960;p41"/>
          <p:cNvSpPr/>
          <p:nvPr/>
        </p:nvSpPr>
        <p:spPr>
          <a:xfrm>
            <a:off x="1026966" y="891931"/>
            <a:ext cx="1664618" cy="3176204"/>
          </a:xfrm>
          <a:custGeom>
            <a:rect b="b" l="l" r="r" t="t"/>
            <a:pathLst>
              <a:path extrusionOk="0" h="161331" w="84552">
                <a:moveTo>
                  <a:pt x="1" y="1"/>
                </a:moveTo>
                <a:lnTo>
                  <a:pt x="1" y="161331"/>
                </a:lnTo>
                <a:lnTo>
                  <a:pt x="84551" y="161331"/>
                </a:lnTo>
                <a:lnTo>
                  <a:pt x="84551" y="1"/>
                </a:lnTo>
                <a:close/>
              </a:path>
            </a:pathLst>
          </a:custGeom>
          <a:solidFill>
            <a:srgbClr val="909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1" name="Google Shape;4961;p41"/>
          <p:cNvGrpSpPr/>
          <p:nvPr/>
        </p:nvGrpSpPr>
        <p:grpSpPr>
          <a:xfrm>
            <a:off x="941788" y="709411"/>
            <a:ext cx="1834973" cy="3724678"/>
            <a:chOff x="5186401" y="494525"/>
            <a:chExt cx="1834973" cy="3724678"/>
          </a:xfrm>
        </p:grpSpPr>
        <p:sp>
          <p:nvSpPr>
            <p:cNvPr id="4962" name="Google Shape;4962;p4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1"/>
            <p:cNvSpPr/>
            <p:nvPr/>
          </p:nvSpPr>
          <p:spPr>
            <a:xfrm>
              <a:off x="5874817" y="3931963"/>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64" name="Google Shape;4964;p41"/>
          <p:cNvPicPr preferRelativeResize="0"/>
          <p:nvPr/>
        </p:nvPicPr>
        <p:blipFill rotWithShape="1">
          <a:blip r:embed="rId3">
            <a:alphaModFix/>
          </a:blip>
          <a:srcRect b="0" l="0" r="70521" t="0"/>
          <a:stretch/>
        </p:blipFill>
        <p:spPr>
          <a:xfrm>
            <a:off x="1026975" y="891935"/>
            <a:ext cx="1664599" cy="3176198"/>
          </a:xfrm>
          <a:prstGeom prst="rect">
            <a:avLst/>
          </a:prstGeom>
          <a:noFill/>
          <a:ln>
            <a:noFill/>
          </a:ln>
        </p:spPr>
      </p:pic>
      <p:grpSp>
        <p:nvGrpSpPr>
          <p:cNvPr id="4965" name="Google Shape;4965;p41"/>
          <p:cNvGrpSpPr/>
          <p:nvPr/>
        </p:nvGrpSpPr>
        <p:grpSpPr>
          <a:xfrm>
            <a:off x="2822036" y="3415897"/>
            <a:ext cx="1357245" cy="2009368"/>
            <a:chOff x="19286235" y="1778760"/>
            <a:chExt cx="1137960" cy="1684440"/>
          </a:xfrm>
        </p:grpSpPr>
        <p:sp>
          <p:nvSpPr>
            <p:cNvPr id="4966" name="Google Shape;4966;p41"/>
            <p:cNvSpPr/>
            <p:nvPr/>
          </p:nvSpPr>
          <p:spPr>
            <a:xfrm>
              <a:off x="19608435" y="2363400"/>
              <a:ext cx="22320" cy="5040"/>
            </a:xfrm>
            <a:custGeom>
              <a:rect b="b" l="l" r="r" t="t"/>
              <a:pathLst>
                <a:path extrusionOk="0" h="14" w="62">
                  <a:moveTo>
                    <a:pt x="38" y="0"/>
                  </a:moveTo>
                  <a:cubicBezTo>
                    <a:pt x="27" y="0"/>
                    <a:pt x="15" y="1"/>
                    <a:pt x="4" y="3"/>
                  </a:cubicBezTo>
                  <a:cubicBezTo>
                    <a:pt x="3" y="3"/>
                    <a:pt x="2" y="3"/>
                    <a:pt x="2" y="3"/>
                  </a:cubicBezTo>
                  <a:lnTo>
                    <a:pt x="1" y="4"/>
                  </a:lnTo>
                  <a:cubicBezTo>
                    <a:pt x="1" y="5"/>
                    <a:pt x="0" y="5"/>
                    <a:pt x="0" y="6"/>
                  </a:cubicBezTo>
                  <a:cubicBezTo>
                    <a:pt x="0" y="6"/>
                    <a:pt x="1" y="7"/>
                    <a:pt x="1" y="8"/>
                  </a:cubicBezTo>
                  <a:cubicBezTo>
                    <a:pt x="1" y="8"/>
                    <a:pt x="2" y="8"/>
                    <a:pt x="2" y="9"/>
                  </a:cubicBezTo>
                  <a:cubicBezTo>
                    <a:pt x="2" y="9"/>
                    <a:pt x="3" y="9"/>
                    <a:pt x="4" y="9"/>
                  </a:cubicBezTo>
                  <a:cubicBezTo>
                    <a:pt x="13" y="11"/>
                    <a:pt x="23" y="12"/>
                    <a:pt x="33" y="12"/>
                  </a:cubicBezTo>
                  <a:cubicBezTo>
                    <a:pt x="36" y="13"/>
                    <a:pt x="39" y="13"/>
                    <a:pt x="41" y="13"/>
                  </a:cubicBezTo>
                  <a:cubicBezTo>
                    <a:pt x="48" y="13"/>
                    <a:pt x="54" y="11"/>
                    <a:pt x="60" y="8"/>
                  </a:cubicBezTo>
                  <a:cubicBezTo>
                    <a:pt x="61" y="8"/>
                    <a:pt x="61" y="8"/>
                    <a:pt x="61" y="8"/>
                  </a:cubicBezTo>
                  <a:cubicBezTo>
                    <a:pt x="61" y="7"/>
                    <a:pt x="61" y="7"/>
                    <a:pt x="61" y="6"/>
                  </a:cubicBezTo>
                  <a:lnTo>
                    <a:pt x="61" y="5"/>
                  </a:lnTo>
                  <a:cubicBezTo>
                    <a:pt x="61" y="5"/>
                    <a:pt x="61" y="4"/>
                    <a:pt x="60" y="4"/>
                  </a:cubicBezTo>
                  <a:cubicBezTo>
                    <a:pt x="55" y="1"/>
                    <a:pt x="49" y="0"/>
                    <a:pt x="43" y="0"/>
                  </a:cubicBezTo>
                  <a:cubicBezTo>
                    <a:pt x="41" y="0"/>
                    <a:pt x="40" y="0"/>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1"/>
            <p:cNvSpPr/>
            <p:nvPr/>
          </p:nvSpPr>
          <p:spPr>
            <a:xfrm>
              <a:off x="19420155" y="2768760"/>
              <a:ext cx="421200" cy="191520"/>
            </a:xfrm>
            <a:custGeom>
              <a:rect b="b" l="l" r="r" t="t"/>
              <a:pathLst>
                <a:path extrusionOk="0" h="532" w="1170">
                  <a:moveTo>
                    <a:pt x="1166" y="512"/>
                  </a:moveTo>
                  <a:cubicBezTo>
                    <a:pt x="1116" y="504"/>
                    <a:pt x="1066" y="511"/>
                    <a:pt x="1016" y="501"/>
                  </a:cubicBezTo>
                  <a:cubicBezTo>
                    <a:pt x="965" y="492"/>
                    <a:pt x="916" y="495"/>
                    <a:pt x="867" y="489"/>
                  </a:cubicBezTo>
                  <a:lnTo>
                    <a:pt x="836" y="486"/>
                  </a:lnTo>
                  <a:cubicBezTo>
                    <a:pt x="836" y="433"/>
                    <a:pt x="844" y="381"/>
                    <a:pt x="841" y="328"/>
                  </a:cubicBezTo>
                  <a:cubicBezTo>
                    <a:pt x="837" y="276"/>
                    <a:pt x="838" y="217"/>
                    <a:pt x="837" y="161"/>
                  </a:cubicBezTo>
                  <a:cubicBezTo>
                    <a:pt x="837" y="158"/>
                    <a:pt x="831" y="159"/>
                    <a:pt x="831" y="161"/>
                  </a:cubicBezTo>
                  <a:cubicBezTo>
                    <a:pt x="829" y="269"/>
                    <a:pt x="807" y="374"/>
                    <a:pt x="805" y="482"/>
                  </a:cubicBezTo>
                  <a:cubicBezTo>
                    <a:pt x="777" y="478"/>
                    <a:pt x="750" y="475"/>
                    <a:pt x="722" y="473"/>
                  </a:cubicBezTo>
                  <a:cubicBezTo>
                    <a:pt x="707" y="469"/>
                    <a:pt x="693" y="466"/>
                    <a:pt x="680" y="464"/>
                  </a:cubicBezTo>
                  <a:cubicBezTo>
                    <a:pt x="645" y="459"/>
                    <a:pt x="610" y="456"/>
                    <a:pt x="575" y="455"/>
                  </a:cubicBezTo>
                  <a:cubicBezTo>
                    <a:pt x="574" y="435"/>
                    <a:pt x="571" y="415"/>
                    <a:pt x="566" y="395"/>
                  </a:cubicBezTo>
                  <a:cubicBezTo>
                    <a:pt x="565" y="389"/>
                    <a:pt x="558" y="391"/>
                    <a:pt x="557" y="395"/>
                  </a:cubicBezTo>
                  <a:cubicBezTo>
                    <a:pt x="553" y="414"/>
                    <a:pt x="550" y="434"/>
                    <a:pt x="549" y="454"/>
                  </a:cubicBezTo>
                  <a:cubicBezTo>
                    <a:pt x="549" y="375"/>
                    <a:pt x="553" y="296"/>
                    <a:pt x="549" y="216"/>
                  </a:cubicBezTo>
                  <a:cubicBezTo>
                    <a:pt x="549" y="212"/>
                    <a:pt x="541" y="211"/>
                    <a:pt x="541" y="216"/>
                  </a:cubicBezTo>
                  <a:cubicBezTo>
                    <a:pt x="537" y="295"/>
                    <a:pt x="528" y="373"/>
                    <a:pt x="528" y="452"/>
                  </a:cubicBezTo>
                  <a:lnTo>
                    <a:pt x="493" y="444"/>
                  </a:lnTo>
                  <a:cubicBezTo>
                    <a:pt x="496" y="429"/>
                    <a:pt x="497" y="413"/>
                    <a:pt x="497" y="397"/>
                  </a:cubicBezTo>
                  <a:cubicBezTo>
                    <a:pt x="497" y="377"/>
                    <a:pt x="495" y="357"/>
                    <a:pt x="490" y="338"/>
                  </a:cubicBezTo>
                  <a:cubicBezTo>
                    <a:pt x="490" y="337"/>
                    <a:pt x="490" y="337"/>
                    <a:pt x="490" y="336"/>
                  </a:cubicBezTo>
                  <a:cubicBezTo>
                    <a:pt x="490" y="335"/>
                    <a:pt x="489" y="336"/>
                    <a:pt x="488" y="335"/>
                  </a:cubicBezTo>
                  <a:cubicBezTo>
                    <a:pt x="487" y="335"/>
                    <a:pt x="487" y="334"/>
                    <a:pt x="486" y="334"/>
                  </a:cubicBezTo>
                  <a:cubicBezTo>
                    <a:pt x="486" y="334"/>
                    <a:pt x="485" y="334"/>
                    <a:pt x="484" y="335"/>
                  </a:cubicBezTo>
                  <a:cubicBezTo>
                    <a:pt x="484" y="335"/>
                    <a:pt x="483" y="335"/>
                    <a:pt x="483" y="336"/>
                  </a:cubicBezTo>
                  <a:cubicBezTo>
                    <a:pt x="483" y="337"/>
                    <a:pt x="483" y="337"/>
                    <a:pt x="483" y="338"/>
                  </a:cubicBezTo>
                  <a:cubicBezTo>
                    <a:pt x="479" y="356"/>
                    <a:pt x="477" y="375"/>
                    <a:pt x="476" y="393"/>
                  </a:cubicBezTo>
                  <a:cubicBezTo>
                    <a:pt x="476" y="400"/>
                    <a:pt x="472" y="408"/>
                    <a:pt x="471" y="415"/>
                  </a:cubicBezTo>
                  <a:cubicBezTo>
                    <a:pt x="470" y="423"/>
                    <a:pt x="469" y="431"/>
                    <a:pt x="467" y="439"/>
                  </a:cubicBezTo>
                  <a:cubicBezTo>
                    <a:pt x="457" y="437"/>
                    <a:pt x="447" y="435"/>
                    <a:pt x="436" y="434"/>
                  </a:cubicBezTo>
                  <a:lnTo>
                    <a:pt x="419" y="431"/>
                  </a:lnTo>
                  <a:cubicBezTo>
                    <a:pt x="421" y="382"/>
                    <a:pt x="418" y="331"/>
                    <a:pt x="424" y="283"/>
                  </a:cubicBezTo>
                  <a:cubicBezTo>
                    <a:pt x="426" y="264"/>
                    <a:pt x="428" y="244"/>
                    <a:pt x="428" y="225"/>
                  </a:cubicBezTo>
                  <a:cubicBezTo>
                    <a:pt x="428" y="199"/>
                    <a:pt x="425" y="174"/>
                    <a:pt x="421" y="149"/>
                  </a:cubicBezTo>
                  <a:cubicBezTo>
                    <a:pt x="421" y="146"/>
                    <a:pt x="415" y="146"/>
                    <a:pt x="415" y="149"/>
                  </a:cubicBezTo>
                  <a:cubicBezTo>
                    <a:pt x="422" y="241"/>
                    <a:pt x="404" y="335"/>
                    <a:pt x="397" y="427"/>
                  </a:cubicBezTo>
                  <a:lnTo>
                    <a:pt x="383" y="424"/>
                  </a:lnTo>
                  <a:cubicBezTo>
                    <a:pt x="383" y="407"/>
                    <a:pt x="386" y="390"/>
                    <a:pt x="386" y="374"/>
                  </a:cubicBezTo>
                  <a:cubicBezTo>
                    <a:pt x="386" y="342"/>
                    <a:pt x="382" y="311"/>
                    <a:pt x="380" y="279"/>
                  </a:cubicBezTo>
                  <a:cubicBezTo>
                    <a:pt x="380" y="274"/>
                    <a:pt x="373" y="275"/>
                    <a:pt x="372" y="279"/>
                  </a:cubicBezTo>
                  <a:cubicBezTo>
                    <a:pt x="370" y="326"/>
                    <a:pt x="362" y="373"/>
                    <a:pt x="363" y="420"/>
                  </a:cubicBezTo>
                  <a:lnTo>
                    <a:pt x="338" y="415"/>
                  </a:lnTo>
                  <a:cubicBezTo>
                    <a:pt x="347" y="327"/>
                    <a:pt x="361" y="233"/>
                    <a:pt x="356" y="144"/>
                  </a:cubicBezTo>
                  <a:cubicBezTo>
                    <a:pt x="356" y="143"/>
                    <a:pt x="357" y="143"/>
                    <a:pt x="356" y="142"/>
                  </a:cubicBezTo>
                  <a:cubicBezTo>
                    <a:pt x="355" y="142"/>
                    <a:pt x="355" y="142"/>
                    <a:pt x="354" y="141"/>
                  </a:cubicBezTo>
                  <a:cubicBezTo>
                    <a:pt x="353" y="141"/>
                    <a:pt x="353" y="140"/>
                    <a:pt x="352" y="140"/>
                  </a:cubicBezTo>
                  <a:cubicBezTo>
                    <a:pt x="351" y="140"/>
                    <a:pt x="351" y="140"/>
                    <a:pt x="350" y="141"/>
                  </a:cubicBezTo>
                  <a:lnTo>
                    <a:pt x="349" y="142"/>
                  </a:lnTo>
                  <a:cubicBezTo>
                    <a:pt x="348" y="143"/>
                    <a:pt x="348" y="143"/>
                    <a:pt x="348" y="144"/>
                  </a:cubicBezTo>
                  <a:cubicBezTo>
                    <a:pt x="338" y="233"/>
                    <a:pt x="323" y="321"/>
                    <a:pt x="311" y="411"/>
                  </a:cubicBezTo>
                  <a:lnTo>
                    <a:pt x="288" y="406"/>
                  </a:lnTo>
                  <a:lnTo>
                    <a:pt x="286" y="406"/>
                  </a:lnTo>
                  <a:cubicBezTo>
                    <a:pt x="286" y="405"/>
                    <a:pt x="287" y="404"/>
                    <a:pt x="288" y="403"/>
                  </a:cubicBezTo>
                  <a:cubicBezTo>
                    <a:pt x="297" y="383"/>
                    <a:pt x="290" y="360"/>
                    <a:pt x="288" y="340"/>
                  </a:cubicBezTo>
                  <a:cubicBezTo>
                    <a:pt x="285" y="315"/>
                    <a:pt x="280" y="292"/>
                    <a:pt x="279" y="266"/>
                  </a:cubicBezTo>
                  <a:cubicBezTo>
                    <a:pt x="279" y="262"/>
                    <a:pt x="273" y="262"/>
                    <a:pt x="273" y="266"/>
                  </a:cubicBezTo>
                  <a:cubicBezTo>
                    <a:pt x="271" y="288"/>
                    <a:pt x="274" y="310"/>
                    <a:pt x="273" y="332"/>
                  </a:cubicBezTo>
                  <a:cubicBezTo>
                    <a:pt x="272" y="354"/>
                    <a:pt x="263" y="382"/>
                    <a:pt x="273" y="403"/>
                  </a:cubicBezTo>
                  <a:lnTo>
                    <a:pt x="253" y="399"/>
                  </a:lnTo>
                  <a:cubicBezTo>
                    <a:pt x="254" y="399"/>
                    <a:pt x="255" y="398"/>
                    <a:pt x="256" y="397"/>
                  </a:cubicBezTo>
                  <a:cubicBezTo>
                    <a:pt x="257" y="395"/>
                    <a:pt x="257" y="394"/>
                    <a:pt x="257" y="392"/>
                  </a:cubicBezTo>
                  <a:cubicBezTo>
                    <a:pt x="257" y="366"/>
                    <a:pt x="251" y="340"/>
                    <a:pt x="250" y="314"/>
                  </a:cubicBezTo>
                  <a:cubicBezTo>
                    <a:pt x="250" y="310"/>
                    <a:pt x="242" y="310"/>
                    <a:pt x="242" y="314"/>
                  </a:cubicBezTo>
                  <a:cubicBezTo>
                    <a:pt x="242" y="340"/>
                    <a:pt x="236" y="365"/>
                    <a:pt x="235" y="390"/>
                  </a:cubicBezTo>
                  <a:cubicBezTo>
                    <a:pt x="235" y="392"/>
                    <a:pt x="236" y="394"/>
                    <a:pt x="237" y="395"/>
                  </a:cubicBezTo>
                  <a:cubicBezTo>
                    <a:pt x="237" y="396"/>
                    <a:pt x="237" y="396"/>
                    <a:pt x="237" y="396"/>
                  </a:cubicBezTo>
                  <a:lnTo>
                    <a:pt x="212" y="391"/>
                  </a:lnTo>
                  <a:cubicBezTo>
                    <a:pt x="215" y="384"/>
                    <a:pt x="216" y="377"/>
                    <a:pt x="216" y="370"/>
                  </a:cubicBezTo>
                  <a:cubicBezTo>
                    <a:pt x="216" y="366"/>
                    <a:pt x="216" y="362"/>
                    <a:pt x="215" y="358"/>
                  </a:cubicBezTo>
                  <a:cubicBezTo>
                    <a:pt x="214" y="344"/>
                    <a:pt x="217" y="330"/>
                    <a:pt x="215" y="315"/>
                  </a:cubicBezTo>
                  <a:cubicBezTo>
                    <a:pt x="214" y="297"/>
                    <a:pt x="212" y="278"/>
                    <a:pt x="211" y="260"/>
                  </a:cubicBezTo>
                  <a:cubicBezTo>
                    <a:pt x="211" y="259"/>
                    <a:pt x="211" y="259"/>
                    <a:pt x="210" y="258"/>
                  </a:cubicBezTo>
                  <a:cubicBezTo>
                    <a:pt x="209" y="257"/>
                    <a:pt x="210" y="258"/>
                    <a:pt x="209" y="257"/>
                  </a:cubicBezTo>
                  <a:cubicBezTo>
                    <a:pt x="208" y="257"/>
                    <a:pt x="208" y="256"/>
                    <a:pt x="207" y="256"/>
                  </a:cubicBezTo>
                  <a:cubicBezTo>
                    <a:pt x="207" y="256"/>
                    <a:pt x="206" y="256"/>
                    <a:pt x="205" y="257"/>
                  </a:cubicBezTo>
                  <a:cubicBezTo>
                    <a:pt x="205" y="257"/>
                    <a:pt x="204" y="257"/>
                    <a:pt x="204" y="258"/>
                  </a:cubicBezTo>
                  <a:cubicBezTo>
                    <a:pt x="204" y="259"/>
                    <a:pt x="204" y="259"/>
                    <a:pt x="204" y="260"/>
                  </a:cubicBezTo>
                  <a:cubicBezTo>
                    <a:pt x="203" y="286"/>
                    <a:pt x="200" y="312"/>
                    <a:pt x="195" y="338"/>
                  </a:cubicBezTo>
                  <a:cubicBezTo>
                    <a:pt x="193" y="346"/>
                    <a:pt x="198" y="373"/>
                    <a:pt x="193" y="378"/>
                  </a:cubicBezTo>
                  <a:cubicBezTo>
                    <a:pt x="192" y="378"/>
                    <a:pt x="191" y="379"/>
                    <a:pt x="191" y="380"/>
                  </a:cubicBezTo>
                  <a:cubicBezTo>
                    <a:pt x="190" y="382"/>
                    <a:pt x="190" y="384"/>
                    <a:pt x="190" y="385"/>
                  </a:cubicBezTo>
                  <a:cubicBezTo>
                    <a:pt x="190" y="386"/>
                    <a:pt x="190" y="386"/>
                    <a:pt x="190" y="386"/>
                  </a:cubicBezTo>
                  <a:lnTo>
                    <a:pt x="175" y="383"/>
                  </a:lnTo>
                  <a:cubicBezTo>
                    <a:pt x="175" y="380"/>
                    <a:pt x="176" y="379"/>
                    <a:pt x="176" y="376"/>
                  </a:cubicBezTo>
                  <a:cubicBezTo>
                    <a:pt x="176" y="374"/>
                    <a:pt x="175" y="371"/>
                    <a:pt x="175" y="368"/>
                  </a:cubicBezTo>
                  <a:cubicBezTo>
                    <a:pt x="175" y="364"/>
                    <a:pt x="175" y="360"/>
                    <a:pt x="175" y="356"/>
                  </a:cubicBezTo>
                  <a:cubicBezTo>
                    <a:pt x="175" y="351"/>
                    <a:pt x="175" y="347"/>
                    <a:pt x="175" y="343"/>
                  </a:cubicBezTo>
                  <a:cubicBezTo>
                    <a:pt x="175" y="327"/>
                    <a:pt x="170" y="312"/>
                    <a:pt x="169" y="297"/>
                  </a:cubicBezTo>
                  <a:cubicBezTo>
                    <a:pt x="169" y="292"/>
                    <a:pt x="161" y="292"/>
                    <a:pt x="161" y="297"/>
                  </a:cubicBezTo>
                  <a:cubicBezTo>
                    <a:pt x="161" y="308"/>
                    <a:pt x="157" y="321"/>
                    <a:pt x="155" y="332"/>
                  </a:cubicBezTo>
                  <a:cubicBezTo>
                    <a:pt x="153" y="344"/>
                    <a:pt x="151" y="362"/>
                    <a:pt x="147" y="376"/>
                  </a:cubicBezTo>
                  <a:cubicBezTo>
                    <a:pt x="147" y="377"/>
                    <a:pt x="147" y="377"/>
                    <a:pt x="147" y="377"/>
                  </a:cubicBezTo>
                  <a:lnTo>
                    <a:pt x="128" y="372"/>
                  </a:lnTo>
                  <a:cubicBezTo>
                    <a:pt x="129" y="366"/>
                    <a:pt x="129" y="360"/>
                    <a:pt x="129" y="354"/>
                  </a:cubicBezTo>
                  <a:cubicBezTo>
                    <a:pt x="129" y="353"/>
                    <a:pt x="129" y="352"/>
                    <a:pt x="129" y="351"/>
                  </a:cubicBezTo>
                  <a:cubicBezTo>
                    <a:pt x="128" y="329"/>
                    <a:pt x="122" y="308"/>
                    <a:pt x="120" y="287"/>
                  </a:cubicBezTo>
                  <a:cubicBezTo>
                    <a:pt x="120" y="286"/>
                    <a:pt x="120" y="285"/>
                    <a:pt x="120" y="285"/>
                  </a:cubicBezTo>
                  <a:cubicBezTo>
                    <a:pt x="119" y="285"/>
                    <a:pt x="119" y="284"/>
                    <a:pt x="118" y="284"/>
                  </a:cubicBezTo>
                  <a:lnTo>
                    <a:pt x="117" y="283"/>
                  </a:lnTo>
                  <a:cubicBezTo>
                    <a:pt x="116" y="283"/>
                    <a:pt x="116" y="284"/>
                    <a:pt x="115" y="284"/>
                  </a:cubicBezTo>
                  <a:cubicBezTo>
                    <a:pt x="115" y="284"/>
                    <a:pt x="115" y="285"/>
                    <a:pt x="114" y="285"/>
                  </a:cubicBezTo>
                  <a:cubicBezTo>
                    <a:pt x="114" y="285"/>
                    <a:pt x="114" y="286"/>
                    <a:pt x="114" y="287"/>
                  </a:cubicBezTo>
                  <a:cubicBezTo>
                    <a:pt x="112" y="306"/>
                    <a:pt x="108" y="324"/>
                    <a:pt x="106" y="344"/>
                  </a:cubicBezTo>
                  <a:cubicBezTo>
                    <a:pt x="106" y="351"/>
                    <a:pt x="104" y="359"/>
                    <a:pt x="103" y="366"/>
                  </a:cubicBezTo>
                  <a:lnTo>
                    <a:pt x="86" y="362"/>
                  </a:lnTo>
                  <a:cubicBezTo>
                    <a:pt x="88" y="346"/>
                    <a:pt x="88" y="330"/>
                    <a:pt x="88" y="314"/>
                  </a:cubicBezTo>
                  <a:cubicBezTo>
                    <a:pt x="88" y="298"/>
                    <a:pt x="88" y="282"/>
                    <a:pt x="86" y="266"/>
                  </a:cubicBezTo>
                  <a:cubicBezTo>
                    <a:pt x="85" y="245"/>
                    <a:pt x="91" y="222"/>
                    <a:pt x="90" y="200"/>
                  </a:cubicBezTo>
                  <a:cubicBezTo>
                    <a:pt x="89" y="135"/>
                    <a:pt x="99" y="69"/>
                    <a:pt x="98" y="3"/>
                  </a:cubicBezTo>
                  <a:cubicBezTo>
                    <a:pt x="98" y="0"/>
                    <a:pt x="93" y="0"/>
                    <a:pt x="93" y="3"/>
                  </a:cubicBezTo>
                  <a:cubicBezTo>
                    <a:pt x="92" y="119"/>
                    <a:pt x="51" y="239"/>
                    <a:pt x="63" y="354"/>
                  </a:cubicBezTo>
                  <a:cubicBezTo>
                    <a:pt x="50" y="350"/>
                    <a:pt x="37" y="346"/>
                    <a:pt x="24" y="341"/>
                  </a:cubicBezTo>
                  <a:lnTo>
                    <a:pt x="24" y="340"/>
                  </a:lnTo>
                  <a:cubicBezTo>
                    <a:pt x="24" y="339"/>
                    <a:pt x="24" y="339"/>
                    <a:pt x="24" y="338"/>
                  </a:cubicBezTo>
                  <a:cubicBezTo>
                    <a:pt x="27" y="317"/>
                    <a:pt x="28" y="296"/>
                    <a:pt x="28" y="275"/>
                  </a:cubicBezTo>
                  <a:cubicBezTo>
                    <a:pt x="28" y="237"/>
                    <a:pt x="24" y="200"/>
                    <a:pt x="15" y="164"/>
                  </a:cubicBezTo>
                  <a:cubicBezTo>
                    <a:pt x="14" y="160"/>
                    <a:pt x="8" y="163"/>
                    <a:pt x="9" y="166"/>
                  </a:cubicBezTo>
                  <a:cubicBezTo>
                    <a:pt x="16" y="188"/>
                    <a:pt x="6" y="222"/>
                    <a:pt x="5" y="245"/>
                  </a:cubicBezTo>
                  <a:cubicBezTo>
                    <a:pt x="5" y="275"/>
                    <a:pt x="3" y="304"/>
                    <a:pt x="0" y="334"/>
                  </a:cubicBezTo>
                  <a:cubicBezTo>
                    <a:pt x="0" y="335"/>
                    <a:pt x="0" y="335"/>
                    <a:pt x="0" y="336"/>
                  </a:cubicBezTo>
                  <a:cubicBezTo>
                    <a:pt x="0" y="338"/>
                    <a:pt x="1" y="340"/>
                    <a:pt x="2" y="342"/>
                  </a:cubicBezTo>
                  <a:cubicBezTo>
                    <a:pt x="3" y="344"/>
                    <a:pt x="4" y="345"/>
                    <a:pt x="6" y="346"/>
                  </a:cubicBezTo>
                  <a:cubicBezTo>
                    <a:pt x="8" y="347"/>
                    <a:pt x="10" y="348"/>
                    <a:pt x="13" y="348"/>
                  </a:cubicBezTo>
                  <a:cubicBezTo>
                    <a:pt x="14" y="348"/>
                    <a:pt x="15" y="348"/>
                    <a:pt x="16" y="347"/>
                  </a:cubicBezTo>
                  <a:cubicBezTo>
                    <a:pt x="18" y="347"/>
                    <a:pt x="16" y="347"/>
                    <a:pt x="17" y="349"/>
                  </a:cubicBezTo>
                  <a:lnTo>
                    <a:pt x="8" y="347"/>
                  </a:lnTo>
                  <a:cubicBezTo>
                    <a:pt x="7" y="347"/>
                    <a:pt x="7" y="348"/>
                    <a:pt x="6" y="348"/>
                  </a:cubicBezTo>
                  <a:lnTo>
                    <a:pt x="5" y="349"/>
                  </a:lnTo>
                  <a:cubicBezTo>
                    <a:pt x="5" y="350"/>
                    <a:pt x="5" y="350"/>
                    <a:pt x="5" y="351"/>
                  </a:cubicBezTo>
                  <a:lnTo>
                    <a:pt x="5" y="352"/>
                  </a:lnTo>
                  <a:cubicBezTo>
                    <a:pt x="5" y="353"/>
                    <a:pt x="6" y="353"/>
                    <a:pt x="6" y="353"/>
                  </a:cubicBezTo>
                  <a:cubicBezTo>
                    <a:pt x="60" y="408"/>
                    <a:pt x="159" y="414"/>
                    <a:pt x="229" y="438"/>
                  </a:cubicBezTo>
                  <a:cubicBezTo>
                    <a:pt x="314" y="463"/>
                    <a:pt x="401" y="479"/>
                    <a:pt x="489" y="485"/>
                  </a:cubicBezTo>
                  <a:cubicBezTo>
                    <a:pt x="561" y="492"/>
                    <a:pt x="633" y="494"/>
                    <a:pt x="705" y="499"/>
                  </a:cubicBezTo>
                  <a:cubicBezTo>
                    <a:pt x="742" y="501"/>
                    <a:pt x="795" y="519"/>
                    <a:pt x="834" y="508"/>
                  </a:cubicBezTo>
                  <a:cubicBezTo>
                    <a:pt x="839" y="508"/>
                    <a:pt x="843" y="509"/>
                    <a:pt x="847" y="510"/>
                  </a:cubicBezTo>
                  <a:cubicBezTo>
                    <a:pt x="891" y="522"/>
                    <a:pt x="954" y="519"/>
                    <a:pt x="999" y="520"/>
                  </a:cubicBezTo>
                  <a:cubicBezTo>
                    <a:pt x="1055" y="521"/>
                    <a:pt x="1107" y="531"/>
                    <a:pt x="1165" y="521"/>
                  </a:cubicBezTo>
                  <a:lnTo>
                    <a:pt x="1166" y="521"/>
                  </a:lnTo>
                  <a:cubicBezTo>
                    <a:pt x="1167" y="520"/>
                    <a:pt x="1167" y="520"/>
                    <a:pt x="1168" y="519"/>
                  </a:cubicBezTo>
                  <a:cubicBezTo>
                    <a:pt x="1168" y="518"/>
                    <a:pt x="1169" y="517"/>
                    <a:pt x="1169" y="516"/>
                  </a:cubicBezTo>
                  <a:cubicBezTo>
                    <a:pt x="1169" y="516"/>
                    <a:pt x="1168" y="515"/>
                    <a:pt x="1168" y="514"/>
                  </a:cubicBezTo>
                  <a:cubicBezTo>
                    <a:pt x="1167" y="513"/>
                    <a:pt x="1167" y="513"/>
                    <a:pt x="1166" y="5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1"/>
            <p:cNvSpPr/>
            <p:nvPr/>
          </p:nvSpPr>
          <p:spPr>
            <a:xfrm>
              <a:off x="19850715" y="2950560"/>
              <a:ext cx="31320" cy="8280"/>
            </a:xfrm>
            <a:custGeom>
              <a:rect b="b" l="l" r="r" t="t"/>
              <a:pathLst>
                <a:path extrusionOk="0" h="23" w="87">
                  <a:moveTo>
                    <a:pt x="83" y="1"/>
                  </a:moveTo>
                  <a:cubicBezTo>
                    <a:pt x="77" y="0"/>
                    <a:pt x="71" y="0"/>
                    <a:pt x="65" y="0"/>
                  </a:cubicBezTo>
                  <a:cubicBezTo>
                    <a:pt x="59" y="0"/>
                    <a:pt x="54" y="0"/>
                    <a:pt x="48" y="1"/>
                  </a:cubicBezTo>
                  <a:cubicBezTo>
                    <a:pt x="39" y="2"/>
                    <a:pt x="30" y="4"/>
                    <a:pt x="22" y="5"/>
                  </a:cubicBezTo>
                  <a:cubicBezTo>
                    <a:pt x="16" y="5"/>
                    <a:pt x="11" y="9"/>
                    <a:pt x="5" y="9"/>
                  </a:cubicBezTo>
                  <a:cubicBezTo>
                    <a:pt x="0" y="9"/>
                    <a:pt x="2" y="15"/>
                    <a:pt x="5" y="15"/>
                  </a:cubicBezTo>
                  <a:cubicBezTo>
                    <a:pt x="11" y="17"/>
                    <a:pt x="16" y="19"/>
                    <a:pt x="21" y="21"/>
                  </a:cubicBezTo>
                  <a:cubicBezTo>
                    <a:pt x="25" y="21"/>
                    <a:pt x="29" y="22"/>
                    <a:pt x="33" y="22"/>
                  </a:cubicBezTo>
                  <a:cubicBezTo>
                    <a:pt x="37" y="22"/>
                    <a:pt x="42" y="21"/>
                    <a:pt x="46" y="21"/>
                  </a:cubicBezTo>
                  <a:cubicBezTo>
                    <a:pt x="61" y="18"/>
                    <a:pt x="75" y="21"/>
                    <a:pt x="85" y="7"/>
                  </a:cubicBezTo>
                  <a:cubicBezTo>
                    <a:pt x="85" y="6"/>
                    <a:pt x="85" y="6"/>
                    <a:pt x="85" y="5"/>
                  </a:cubicBezTo>
                  <a:cubicBezTo>
                    <a:pt x="85" y="4"/>
                    <a:pt x="86" y="4"/>
                    <a:pt x="85" y="3"/>
                  </a:cubicBezTo>
                  <a:cubicBezTo>
                    <a:pt x="85" y="2"/>
                    <a:pt x="84" y="2"/>
                    <a:pt x="83" y="2"/>
                  </a:cubicBezTo>
                  <a:lnTo>
                    <a:pt x="8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1"/>
            <p:cNvSpPr/>
            <p:nvPr/>
          </p:nvSpPr>
          <p:spPr>
            <a:xfrm>
              <a:off x="19555515" y="3260520"/>
              <a:ext cx="17640" cy="7920"/>
            </a:xfrm>
            <a:custGeom>
              <a:rect b="b" l="l" r="r" t="t"/>
              <a:pathLst>
                <a:path extrusionOk="0" h="22" w="49">
                  <a:moveTo>
                    <a:pt x="27" y="0"/>
                  </a:moveTo>
                  <a:cubicBezTo>
                    <a:pt x="27" y="0"/>
                    <a:pt x="26" y="0"/>
                    <a:pt x="25" y="0"/>
                  </a:cubicBezTo>
                  <a:cubicBezTo>
                    <a:pt x="19" y="0"/>
                    <a:pt x="13" y="1"/>
                    <a:pt x="8" y="3"/>
                  </a:cubicBezTo>
                  <a:cubicBezTo>
                    <a:pt x="7" y="3"/>
                    <a:pt x="7" y="3"/>
                    <a:pt x="6" y="3"/>
                  </a:cubicBezTo>
                  <a:cubicBezTo>
                    <a:pt x="6" y="3"/>
                    <a:pt x="5" y="3"/>
                    <a:pt x="5" y="4"/>
                  </a:cubicBezTo>
                  <a:cubicBezTo>
                    <a:pt x="5" y="4"/>
                    <a:pt x="4" y="4"/>
                    <a:pt x="4" y="5"/>
                  </a:cubicBezTo>
                  <a:cubicBezTo>
                    <a:pt x="0" y="16"/>
                    <a:pt x="12" y="21"/>
                    <a:pt x="21" y="21"/>
                  </a:cubicBezTo>
                  <a:cubicBezTo>
                    <a:pt x="26" y="21"/>
                    <a:pt x="30" y="21"/>
                    <a:pt x="35" y="20"/>
                  </a:cubicBezTo>
                  <a:cubicBezTo>
                    <a:pt x="37" y="19"/>
                    <a:pt x="39" y="18"/>
                    <a:pt x="41" y="17"/>
                  </a:cubicBezTo>
                  <a:cubicBezTo>
                    <a:pt x="43" y="16"/>
                    <a:pt x="45" y="14"/>
                    <a:pt x="47" y="12"/>
                  </a:cubicBezTo>
                  <a:cubicBezTo>
                    <a:pt x="48" y="11"/>
                    <a:pt x="48" y="10"/>
                    <a:pt x="48" y="10"/>
                  </a:cubicBezTo>
                  <a:cubicBezTo>
                    <a:pt x="48" y="9"/>
                    <a:pt x="48" y="8"/>
                    <a:pt x="47" y="8"/>
                  </a:cubicBezTo>
                  <a:lnTo>
                    <a:pt x="47" y="7"/>
                  </a:lnTo>
                  <a:cubicBezTo>
                    <a:pt x="45" y="6"/>
                    <a:pt x="44" y="4"/>
                    <a:pt x="42" y="3"/>
                  </a:cubicBezTo>
                  <a:cubicBezTo>
                    <a:pt x="38" y="1"/>
                    <a:pt x="34" y="0"/>
                    <a:pt x="30" y="0"/>
                  </a:cubicBezTo>
                  <a:cubicBezTo>
                    <a:pt x="29" y="0"/>
                    <a:pt x="28" y="0"/>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1"/>
            <p:cNvSpPr/>
            <p:nvPr/>
          </p:nvSpPr>
          <p:spPr>
            <a:xfrm>
              <a:off x="19584315" y="3063600"/>
              <a:ext cx="525960" cy="243000"/>
            </a:xfrm>
            <a:custGeom>
              <a:rect b="b" l="l" r="r" t="t"/>
              <a:pathLst>
                <a:path extrusionOk="0" h="675" w="1461">
                  <a:moveTo>
                    <a:pt x="1446" y="569"/>
                  </a:moveTo>
                  <a:lnTo>
                    <a:pt x="1445" y="569"/>
                  </a:lnTo>
                  <a:cubicBezTo>
                    <a:pt x="1429" y="578"/>
                    <a:pt x="1412" y="584"/>
                    <a:pt x="1394" y="586"/>
                  </a:cubicBezTo>
                  <a:cubicBezTo>
                    <a:pt x="1392" y="495"/>
                    <a:pt x="1397" y="399"/>
                    <a:pt x="1375" y="311"/>
                  </a:cubicBezTo>
                  <a:cubicBezTo>
                    <a:pt x="1374" y="306"/>
                    <a:pt x="1367" y="308"/>
                    <a:pt x="1368" y="313"/>
                  </a:cubicBezTo>
                  <a:cubicBezTo>
                    <a:pt x="1382" y="402"/>
                    <a:pt x="1372" y="500"/>
                    <a:pt x="1370" y="591"/>
                  </a:cubicBezTo>
                  <a:lnTo>
                    <a:pt x="1368" y="591"/>
                  </a:lnTo>
                  <a:cubicBezTo>
                    <a:pt x="1368" y="574"/>
                    <a:pt x="1363" y="558"/>
                    <a:pt x="1363" y="541"/>
                  </a:cubicBezTo>
                  <a:cubicBezTo>
                    <a:pt x="1360" y="521"/>
                    <a:pt x="1357" y="502"/>
                    <a:pt x="1352" y="482"/>
                  </a:cubicBezTo>
                  <a:cubicBezTo>
                    <a:pt x="1351" y="477"/>
                    <a:pt x="1342" y="478"/>
                    <a:pt x="1343" y="483"/>
                  </a:cubicBezTo>
                  <a:cubicBezTo>
                    <a:pt x="1349" y="520"/>
                    <a:pt x="1346" y="557"/>
                    <a:pt x="1348" y="594"/>
                  </a:cubicBezTo>
                  <a:lnTo>
                    <a:pt x="1336" y="595"/>
                  </a:lnTo>
                  <a:cubicBezTo>
                    <a:pt x="1336" y="574"/>
                    <a:pt x="1334" y="552"/>
                    <a:pt x="1331" y="531"/>
                  </a:cubicBezTo>
                  <a:cubicBezTo>
                    <a:pt x="1330" y="518"/>
                    <a:pt x="1327" y="506"/>
                    <a:pt x="1320" y="495"/>
                  </a:cubicBezTo>
                  <a:lnTo>
                    <a:pt x="1320" y="494"/>
                  </a:lnTo>
                  <a:cubicBezTo>
                    <a:pt x="1319" y="494"/>
                    <a:pt x="1319" y="494"/>
                    <a:pt x="1319" y="494"/>
                  </a:cubicBezTo>
                  <a:cubicBezTo>
                    <a:pt x="1318" y="493"/>
                    <a:pt x="1318" y="493"/>
                    <a:pt x="1317" y="493"/>
                  </a:cubicBezTo>
                  <a:cubicBezTo>
                    <a:pt x="1316" y="493"/>
                    <a:pt x="1316" y="493"/>
                    <a:pt x="1315" y="494"/>
                  </a:cubicBezTo>
                  <a:cubicBezTo>
                    <a:pt x="1314" y="495"/>
                    <a:pt x="1314" y="494"/>
                    <a:pt x="1313" y="495"/>
                  </a:cubicBezTo>
                  <a:cubicBezTo>
                    <a:pt x="1312" y="496"/>
                    <a:pt x="1313" y="497"/>
                    <a:pt x="1313" y="497"/>
                  </a:cubicBezTo>
                  <a:cubicBezTo>
                    <a:pt x="1313" y="498"/>
                    <a:pt x="1313" y="499"/>
                    <a:pt x="1313" y="499"/>
                  </a:cubicBezTo>
                  <a:cubicBezTo>
                    <a:pt x="1314" y="507"/>
                    <a:pt x="1314" y="514"/>
                    <a:pt x="1314" y="522"/>
                  </a:cubicBezTo>
                  <a:cubicBezTo>
                    <a:pt x="1314" y="529"/>
                    <a:pt x="1314" y="537"/>
                    <a:pt x="1313" y="544"/>
                  </a:cubicBezTo>
                  <a:cubicBezTo>
                    <a:pt x="1311" y="560"/>
                    <a:pt x="1310" y="575"/>
                    <a:pt x="1310" y="591"/>
                  </a:cubicBezTo>
                  <a:cubicBezTo>
                    <a:pt x="1310" y="593"/>
                    <a:pt x="1310" y="595"/>
                    <a:pt x="1310" y="596"/>
                  </a:cubicBezTo>
                  <a:cubicBezTo>
                    <a:pt x="1310" y="597"/>
                    <a:pt x="1310" y="597"/>
                    <a:pt x="1310" y="597"/>
                  </a:cubicBezTo>
                  <a:cubicBezTo>
                    <a:pt x="1310" y="598"/>
                    <a:pt x="1310" y="598"/>
                    <a:pt x="1310" y="598"/>
                  </a:cubicBezTo>
                  <a:lnTo>
                    <a:pt x="1308" y="598"/>
                  </a:lnTo>
                  <a:cubicBezTo>
                    <a:pt x="1308" y="583"/>
                    <a:pt x="1300" y="567"/>
                    <a:pt x="1299" y="551"/>
                  </a:cubicBezTo>
                  <a:lnTo>
                    <a:pt x="1299" y="550"/>
                  </a:lnTo>
                  <a:cubicBezTo>
                    <a:pt x="1298" y="549"/>
                    <a:pt x="1298" y="549"/>
                    <a:pt x="1297" y="548"/>
                  </a:cubicBezTo>
                  <a:cubicBezTo>
                    <a:pt x="1296" y="547"/>
                    <a:pt x="1296" y="548"/>
                    <a:pt x="1295" y="548"/>
                  </a:cubicBezTo>
                  <a:cubicBezTo>
                    <a:pt x="1294" y="548"/>
                    <a:pt x="1293" y="548"/>
                    <a:pt x="1293" y="548"/>
                  </a:cubicBezTo>
                  <a:cubicBezTo>
                    <a:pt x="1292" y="549"/>
                    <a:pt x="1292" y="549"/>
                    <a:pt x="1291" y="550"/>
                  </a:cubicBezTo>
                  <a:lnTo>
                    <a:pt x="1291" y="551"/>
                  </a:lnTo>
                  <a:cubicBezTo>
                    <a:pt x="1291" y="566"/>
                    <a:pt x="1282" y="580"/>
                    <a:pt x="1286" y="595"/>
                  </a:cubicBezTo>
                  <a:lnTo>
                    <a:pt x="1288" y="601"/>
                  </a:lnTo>
                  <a:lnTo>
                    <a:pt x="1280" y="601"/>
                  </a:lnTo>
                  <a:lnTo>
                    <a:pt x="1237" y="607"/>
                  </a:lnTo>
                  <a:cubicBezTo>
                    <a:pt x="1237" y="604"/>
                    <a:pt x="1236" y="601"/>
                    <a:pt x="1236" y="598"/>
                  </a:cubicBezTo>
                  <a:cubicBezTo>
                    <a:pt x="1236" y="595"/>
                    <a:pt x="1237" y="592"/>
                    <a:pt x="1237" y="589"/>
                  </a:cubicBezTo>
                  <a:lnTo>
                    <a:pt x="1237" y="588"/>
                  </a:lnTo>
                  <a:cubicBezTo>
                    <a:pt x="1237" y="579"/>
                    <a:pt x="1235" y="571"/>
                    <a:pt x="1231" y="564"/>
                  </a:cubicBezTo>
                  <a:cubicBezTo>
                    <a:pt x="1230" y="563"/>
                    <a:pt x="1230" y="562"/>
                    <a:pt x="1229" y="562"/>
                  </a:cubicBezTo>
                  <a:cubicBezTo>
                    <a:pt x="1229" y="561"/>
                    <a:pt x="1229" y="561"/>
                    <a:pt x="1228" y="561"/>
                  </a:cubicBezTo>
                  <a:cubicBezTo>
                    <a:pt x="1227" y="560"/>
                    <a:pt x="1227" y="560"/>
                    <a:pt x="1226" y="560"/>
                  </a:cubicBezTo>
                  <a:cubicBezTo>
                    <a:pt x="1225" y="560"/>
                    <a:pt x="1225" y="560"/>
                    <a:pt x="1224" y="561"/>
                  </a:cubicBezTo>
                  <a:cubicBezTo>
                    <a:pt x="1223" y="562"/>
                    <a:pt x="1223" y="561"/>
                    <a:pt x="1222" y="562"/>
                  </a:cubicBezTo>
                  <a:cubicBezTo>
                    <a:pt x="1217" y="572"/>
                    <a:pt x="1214" y="583"/>
                    <a:pt x="1214" y="594"/>
                  </a:cubicBezTo>
                  <a:lnTo>
                    <a:pt x="1214" y="595"/>
                  </a:lnTo>
                  <a:cubicBezTo>
                    <a:pt x="1213" y="597"/>
                    <a:pt x="1213" y="599"/>
                    <a:pt x="1213" y="602"/>
                  </a:cubicBezTo>
                  <a:cubicBezTo>
                    <a:pt x="1213" y="604"/>
                    <a:pt x="1213" y="607"/>
                    <a:pt x="1214" y="609"/>
                  </a:cubicBezTo>
                  <a:lnTo>
                    <a:pt x="1201" y="611"/>
                  </a:lnTo>
                  <a:lnTo>
                    <a:pt x="1201" y="609"/>
                  </a:lnTo>
                  <a:cubicBezTo>
                    <a:pt x="1201" y="608"/>
                    <a:pt x="1200" y="607"/>
                    <a:pt x="1200" y="606"/>
                  </a:cubicBezTo>
                  <a:cubicBezTo>
                    <a:pt x="1199" y="604"/>
                    <a:pt x="1198" y="603"/>
                    <a:pt x="1197" y="602"/>
                  </a:cubicBezTo>
                  <a:cubicBezTo>
                    <a:pt x="1199" y="602"/>
                    <a:pt x="1200" y="602"/>
                    <a:pt x="1200" y="599"/>
                  </a:cubicBezTo>
                  <a:cubicBezTo>
                    <a:pt x="1198" y="572"/>
                    <a:pt x="1190" y="545"/>
                    <a:pt x="1188" y="518"/>
                  </a:cubicBezTo>
                  <a:cubicBezTo>
                    <a:pt x="1186" y="490"/>
                    <a:pt x="1175" y="462"/>
                    <a:pt x="1174" y="433"/>
                  </a:cubicBezTo>
                  <a:cubicBezTo>
                    <a:pt x="1174" y="430"/>
                    <a:pt x="1168" y="429"/>
                    <a:pt x="1168" y="433"/>
                  </a:cubicBezTo>
                  <a:cubicBezTo>
                    <a:pt x="1168" y="459"/>
                    <a:pt x="1164" y="484"/>
                    <a:pt x="1166" y="510"/>
                  </a:cubicBezTo>
                  <a:cubicBezTo>
                    <a:pt x="1168" y="545"/>
                    <a:pt x="1174" y="579"/>
                    <a:pt x="1177" y="614"/>
                  </a:cubicBezTo>
                  <a:cubicBezTo>
                    <a:pt x="1154" y="617"/>
                    <a:pt x="1131" y="618"/>
                    <a:pt x="1108" y="619"/>
                  </a:cubicBezTo>
                  <a:cubicBezTo>
                    <a:pt x="1081" y="619"/>
                    <a:pt x="1054" y="623"/>
                    <a:pt x="1028" y="629"/>
                  </a:cubicBezTo>
                  <a:cubicBezTo>
                    <a:pt x="1005" y="633"/>
                    <a:pt x="981" y="636"/>
                    <a:pt x="957" y="637"/>
                  </a:cubicBezTo>
                  <a:cubicBezTo>
                    <a:pt x="958" y="634"/>
                    <a:pt x="958" y="631"/>
                    <a:pt x="958" y="628"/>
                  </a:cubicBezTo>
                  <a:cubicBezTo>
                    <a:pt x="958" y="611"/>
                    <a:pt x="956" y="594"/>
                    <a:pt x="954" y="577"/>
                  </a:cubicBezTo>
                  <a:cubicBezTo>
                    <a:pt x="952" y="547"/>
                    <a:pt x="947" y="518"/>
                    <a:pt x="946" y="489"/>
                  </a:cubicBezTo>
                  <a:cubicBezTo>
                    <a:pt x="946" y="485"/>
                    <a:pt x="940" y="485"/>
                    <a:pt x="940" y="489"/>
                  </a:cubicBezTo>
                  <a:cubicBezTo>
                    <a:pt x="939" y="539"/>
                    <a:pt x="933" y="590"/>
                    <a:pt x="930" y="641"/>
                  </a:cubicBezTo>
                  <a:cubicBezTo>
                    <a:pt x="923" y="642"/>
                    <a:pt x="916" y="643"/>
                    <a:pt x="909" y="644"/>
                  </a:cubicBezTo>
                  <a:cubicBezTo>
                    <a:pt x="909" y="643"/>
                    <a:pt x="909" y="643"/>
                    <a:pt x="909" y="643"/>
                  </a:cubicBezTo>
                  <a:cubicBezTo>
                    <a:pt x="909" y="642"/>
                    <a:pt x="909" y="642"/>
                    <a:pt x="909" y="641"/>
                  </a:cubicBezTo>
                  <a:cubicBezTo>
                    <a:pt x="912" y="618"/>
                    <a:pt x="914" y="595"/>
                    <a:pt x="914" y="572"/>
                  </a:cubicBezTo>
                  <a:cubicBezTo>
                    <a:pt x="914" y="558"/>
                    <a:pt x="913" y="544"/>
                    <a:pt x="912" y="530"/>
                  </a:cubicBezTo>
                  <a:cubicBezTo>
                    <a:pt x="909" y="484"/>
                    <a:pt x="909" y="438"/>
                    <a:pt x="908" y="392"/>
                  </a:cubicBezTo>
                  <a:cubicBezTo>
                    <a:pt x="908" y="388"/>
                    <a:pt x="902" y="387"/>
                    <a:pt x="902" y="392"/>
                  </a:cubicBezTo>
                  <a:cubicBezTo>
                    <a:pt x="899" y="474"/>
                    <a:pt x="874" y="560"/>
                    <a:pt x="887" y="641"/>
                  </a:cubicBezTo>
                  <a:cubicBezTo>
                    <a:pt x="887" y="642"/>
                    <a:pt x="887" y="643"/>
                    <a:pt x="887" y="643"/>
                  </a:cubicBezTo>
                  <a:cubicBezTo>
                    <a:pt x="887" y="644"/>
                    <a:pt x="887" y="645"/>
                    <a:pt x="887" y="645"/>
                  </a:cubicBezTo>
                  <a:cubicBezTo>
                    <a:pt x="843" y="647"/>
                    <a:pt x="798" y="642"/>
                    <a:pt x="754" y="642"/>
                  </a:cubicBezTo>
                  <a:cubicBezTo>
                    <a:pt x="695" y="644"/>
                    <a:pt x="637" y="631"/>
                    <a:pt x="578" y="632"/>
                  </a:cubicBezTo>
                  <a:cubicBezTo>
                    <a:pt x="511" y="632"/>
                    <a:pt x="444" y="611"/>
                    <a:pt x="376" y="613"/>
                  </a:cubicBezTo>
                  <a:cubicBezTo>
                    <a:pt x="366" y="613"/>
                    <a:pt x="355" y="613"/>
                    <a:pt x="345" y="613"/>
                  </a:cubicBezTo>
                  <a:cubicBezTo>
                    <a:pt x="346" y="611"/>
                    <a:pt x="346" y="610"/>
                    <a:pt x="347" y="608"/>
                  </a:cubicBezTo>
                  <a:cubicBezTo>
                    <a:pt x="347" y="597"/>
                    <a:pt x="348" y="586"/>
                    <a:pt x="348" y="575"/>
                  </a:cubicBezTo>
                  <a:cubicBezTo>
                    <a:pt x="348" y="544"/>
                    <a:pt x="345" y="514"/>
                    <a:pt x="340" y="483"/>
                  </a:cubicBezTo>
                  <a:cubicBezTo>
                    <a:pt x="337" y="449"/>
                    <a:pt x="354" y="415"/>
                    <a:pt x="338" y="382"/>
                  </a:cubicBezTo>
                  <a:cubicBezTo>
                    <a:pt x="337" y="379"/>
                    <a:pt x="332" y="380"/>
                    <a:pt x="332" y="383"/>
                  </a:cubicBezTo>
                  <a:cubicBezTo>
                    <a:pt x="334" y="421"/>
                    <a:pt x="321" y="458"/>
                    <a:pt x="316" y="495"/>
                  </a:cubicBezTo>
                  <a:cubicBezTo>
                    <a:pt x="310" y="532"/>
                    <a:pt x="314" y="570"/>
                    <a:pt x="309" y="606"/>
                  </a:cubicBezTo>
                  <a:cubicBezTo>
                    <a:pt x="309" y="607"/>
                    <a:pt x="309" y="607"/>
                    <a:pt x="309" y="608"/>
                  </a:cubicBezTo>
                  <a:lnTo>
                    <a:pt x="309" y="609"/>
                  </a:lnTo>
                  <a:cubicBezTo>
                    <a:pt x="264" y="603"/>
                    <a:pt x="220" y="593"/>
                    <a:pt x="176" y="589"/>
                  </a:cubicBezTo>
                  <a:lnTo>
                    <a:pt x="168" y="589"/>
                  </a:lnTo>
                  <a:cubicBezTo>
                    <a:pt x="176" y="561"/>
                    <a:pt x="165" y="532"/>
                    <a:pt x="164" y="504"/>
                  </a:cubicBezTo>
                  <a:cubicBezTo>
                    <a:pt x="164" y="499"/>
                    <a:pt x="156" y="499"/>
                    <a:pt x="155" y="504"/>
                  </a:cubicBezTo>
                  <a:cubicBezTo>
                    <a:pt x="155" y="518"/>
                    <a:pt x="152" y="531"/>
                    <a:pt x="152" y="546"/>
                  </a:cubicBezTo>
                  <a:cubicBezTo>
                    <a:pt x="152" y="549"/>
                    <a:pt x="152" y="553"/>
                    <a:pt x="152" y="556"/>
                  </a:cubicBezTo>
                  <a:cubicBezTo>
                    <a:pt x="152" y="566"/>
                    <a:pt x="151" y="575"/>
                    <a:pt x="149" y="585"/>
                  </a:cubicBezTo>
                  <a:lnTo>
                    <a:pt x="149" y="586"/>
                  </a:lnTo>
                  <a:lnTo>
                    <a:pt x="149" y="587"/>
                  </a:lnTo>
                  <a:lnTo>
                    <a:pt x="138" y="586"/>
                  </a:lnTo>
                  <a:cubicBezTo>
                    <a:pt x="140" y="558"/>
                    <a:pt x="140" y="530"/>
                    <a:pt x="140" y="502"/>
                  </a:cubicBezTo>
                  <a:cubicBezTo>
                    <a:pt x="140" y="458"/>
                    <a:pt x="139" y="414"/>
                    <a:pt x="135" y="370"/>
                  </a:cubicBezTo>
                  <a:cubicBezTo>
                    <a:pt x="135" y="369"/>
                    <a:pt x="135" y="369"/>
                    <a:pt x="135" y="369"/>
                  </a:cubicBezTo>
                  <a:cubicBezTo>
                    <a:pt x="135" y="368"/>
                    <a:pt x="134" y="368"/>
                    <a:pt x="134" y="368"/>
                  </a:cubicBezTo>
                  <a:cubicBezTo>
                    <a:pt x="133" y="367"/>
                    <a:pt x="133" y="367"/>
                    <a:pt x="132" y="367"/>
                  </a:cubicBezTo>
                  <a:lnTo>
                    <a:pt x="131" y="368"/>
                  </a:lnTo>
                  <a:cubicBezTo>
                    <a:pt x="131" y="368"/>
                    <a:pt x="130" y="368"/>
                    <a:pt x="130" y="369"/>
                  </a:cubicBezTo>
                  <a:lnTo>
                    <a:pt x="130" y="370"/>
                  </a:lnTo>
                  <a:cubicBezTo>
                    <a:pt x="123" y="434"/>
                    <a:pt x="120" y="497"/>
                    <a:pt x="120" y="561"/>
                  </a:cubicBezTo>
                  <a:cubicBezTo>
                    <a:pt x="120" y="570"/>
                    <a:pt x="120" y="578"/>
                    <a:pt x="120" y="586"/>
                  </a:cubicBezTo>
                  <a:lnTo>
                    <a:pt x="109" y="585"/>
                  </a:lnTo>
                  <a:lnTo>
                    <a:pt x="109" y="584"/>
                  </a:lnTo>
                  <a:cubicBezTo>
                    <a:pt x="110" y="582"/>
                    <a:pt x="111" y="580"/>
                    <a:pt x="111" y="578"/>
                  </a:cubicBezTo>
                  <a:cubicBezTo>
                    <a:pt x="111" y="576"/>
                    <a:pt x="110" y="574"/>
                    <a:pt x="109" y="573"/>
                  </a:cubicBezTo>
                  <a:cubicBezTo>
                    <a:pt x="109" y="572"/>
                    <a:pt x="108" y="571"/>
                    <a:pt x="108" y="571"/>
                  </a:cubicBezTo>
                  <a:cubicBezTo>
                    <a:pt x="99" y="381"/>
                    <a:pt x="128" y="192"/>
                    <a:pt x="117" y="3"/>
                  </a:cubicBezTo>
                  <a:cubicBezTo>
                    <a:pt x="117" y="2"/>
                    <a:pt x="117" y="2"/>
                    <a:pt x="116" y="1"/>
                  </a:cubicBezTo>
                  <a:cubicBezTo>
                    <a:pt x="115" y="0"/>
                    <a:pt x="115" y="0"/>
                    <a:pt x="115" y="0"/>
                  </a:cubicBezTo>
                  <a:cubicBezTo>
                    <a:pt x="114" y="0"/>
                    <a:pt x="115" y="0"/>
                    <a:pt x="114" y="1"/>
                  </a:cubicBezTo>
                  <a:cubicBezTo>
                    <a:pt x="113" y="2"/>
                    <a:pt x="113" y="1"/>
                    <a:pt x="113" y="1"/>
                  </a:cubicBezTo>
                  <a:cubicBezTo>
                    <a:pt x="113" y="2"/>
                    <a:pt x="112" y="2"/>
                    <a:pt x="112" y="3"/>
                  </a:cubicBezTo>
                  <a:cubicBezTo>
                    <a:pt x="109" y="55"/>
                    <a:pt x="109" y="106"/>
                    <a:pt x="105" y="158"/>
                  </a:cubicBezTo>
                  <a:cubicBezTo>
                    <a:pt x="100" y="209"/>
                    <a:pt x="94" y="258"/>
                    <a:pt x="89" y="309"/>
                  </a:cubicBezTo>
                  <a:cubicBezTo>
                    <a:pt x="85" y="348"/>
                    <a:pt x="81" y="387"/>
                    <a:pt x="80" y="428"/>
                  </a:cubicBezTo>
                  <a:cubicBezTo>
                    <a:pt x="80" y="476"/>
                    <a:pt x="71" y="534"/>
                    <a:pt x="80" y="581"/>
                  </a:cubicBezTo>
                  <a:cubicBezTo>
                    <a:pt x="54" y="578"/>
                    <a:pt x="29" y="571"/>
                    <a:pt x="4" y="562"/>
                  </a:cubicBezTo>
                  <a:lnTo>
                    <a:pt x="3" y="562"/>
                  </a:lnTo>
                  <a:lnTo>
                    <a:pt x="2" y="562"/>
                  </a:lnTo>
                  <a:cubicBezTo>
                    <a:pt x="1" y="562"/>
                    <a:pt x="1" y="563"/>
                    <a:pt x="1" y="563"/>
                  </a:cubicBezTo>
                  <a:cubicBezTo>
                    <a:pt x="0" y="564"/>
                    <a:pt x="0" y="564"/>
                    <a:pt x="0" y="565"/>
                  </a:cubicBezTo>
                  <a:cubicBezTo>
                    <a:pt x="0" y="566"/>
                    <a:pt x="0" y="566"/>
                    <a:pt x="1" y="567"/>
                  </a:cubicBezTo>
                  <a:cubicBezTo>
                    <a:pt x="34" y="588"/>
                    <a:pt x="81" y="595"/>
                    <a:pt x="123" y="602"/>
                  </a:cubicBezTo>
                  <a:cubicBezTo>
                    <a:pt x="124" y="602"/>
                    <a:pt x="125" y="603"/>
                    <a:pt x="126" y="603"/>
                  </a:cubicBezTo>
                  <a:cubicBezTo>
                    <a:pt x="126" y="603"/>
                    <a:pt x="127" y="602"/>
                    <a:pt x="128" y="602"/>
                  </a:cubicBezTo>
                  <a:cubicBezTo>
                    <a:pt x="138" y="604"/>
                    <a:pt x="148" y="606"/>
                    <a:pt x="157" y="608"/>
                  </a:cubicBezTo>
                  <a:cubicBezTo>
                    <a:pt x="214" y="620"/>
                    <a:pt x="271" y="629"/>
                    <a:pt x="329" y="635"/>
                  </a:cubicBezTo>
                  <a:cubicBezTo>
                    <a:pt x="393" y="642"/>
                    <a:pt x="461" y="639"/>
                    <a:pt x="524" y="655"/>
                  </a:cubicBezTo>
                  <a:cubicBezTo>
                    <a:pt x="560" y="664"/>
                    <a:pt x="603" y="658"/>
                    <a:pt x="638" y="662"/>
                  </a:cubicBezTo>
                  <a:cubicBezTo>
                    <a:pt x="672" y="666"/>
                    <a:pt x="705" y="668"/>
                    <a:pt x="739" y="669"/>
                  </a:cubicBezTo>
                  <a:cubicBezTo>
                    <a:pt x="807" y="669"/>
                    <a:pt x="874" y="674"/>
                    <a:pt x="942" y="665"/>
                  </a:cubicBezTo>
                  <a:cubicBezTo>
                    <a:pt x="1007" y="657"/>
                    <a:pt x="1073" y="653"/>
                    <a:pt x="1137" y="643"/>
                  </a:cubicBezTo>
                  <a:cubicBezTo>
                    <a:pt x="1201" y="633"/>
                    <a:pt x="1261" y="633"/>
                    <a:pt x="1323" y="621"/>
                  </a:cubicBezTo>
                  <a:cubicBezTo>
                    <a:pt x="1356" y="615"/>
                    <a:pt x="1434" y="611"/>
                    <a:pt x="1454" y="578"/>
                  </a:cubicBezTo>
                  <a:cubicBezTo>
                    <a:pt x="1460" y="572"/>
                    <a:pt x="1452" y="563"/>
                    <a:pt x="1446" y="5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1"/>
            <p:cNvSpPr/>
            <p:nvPr/>
          </p:nvSpPr>
          <p:spPr>
            <a:xfrm>
              <a:off x="20112435" y="3266640"/>
              <a:ext cx="19080" cy="7560"/>
            </a:xfrm>
            <a:custGeom>
              <a:rect b="b" l="l" r="r" t="t"/>
              <a:pathLst>
                <a:path extrusionOk="0" h="21" w="53">
                  <a:moveTo>
                    <a:pt x="47" y="1"/>
                  </a:moveTo>
                  <a:cubicBezTo>
                    <a:pt x="44" y="0"/>
                    <a:pt x="41" y="0"/>
                    <a:pt x="38" y="0"/>
                  </a:cubicBezTo>
                  <a:cubicBezTo>
                    <a:pt x="35" y="0"/>
                    <a:pt x="33" y="0"/>
                    <a:pt x="30" y="1"/>
                  </a:cubicBezTo>
                  <a:lnTo>
                    <a:pt x="29" y="1"/>
                  </a:lnTo>
                  <a:cubicBezTo>
                    <a:pt x="22" y="1"/>
                    <a:pt x="15" y="1"/>
                    <a:pt x="9" y="3"/>
                  </a:cubicBezTo>
                  <a:cubicBezTo>
                    <a:pt x="2" y="4"/>
                    <a:pt x="0" y="14"/>
                    <a:pt x="8" y="16"/>
                  </a:cubicBezTo>
                  <a:cubicBezTo>
                    <a:pt x="13" y="18"/>
                    <a:pt x="19" y="20"/>
                    <a:pt x="25" y="20"/>
                  </a:cubicBezTo>
                  <a:cubicBezTo>
                    <a:pt x="34" y="20"/>
                    <a:pt x="42" y="17"/>
                    <a:pt x="50" y="13"/>
                  </a:cubicBezTo>
                  <a:cubicBezTo>
                    <a:pt x="51" y="12"/>
                    <a:pt x="51" y="12"/>
                    <a:pt x="51" y="11"/>
                  </a:cubicBezTo>
                  <a:cubicBezTo>
                    <a:pt x="52" y="10"/>
                    <a:pt x="52" y="8"/>
                    <a:pt x="52" y="7"/>
                  </a:cubicBezTo>
                  <a:cubicBezTo>
                    <a:pt x="52" y="5"/>
                    <a:pt x="52" y="5"/>
                    <a:pt x="51" y="4"/>
                  </a:cubicBezTo>
                  <a:cubicBezTo>
                    <a:pt x="51" y="3"/>
                    <a:pt x="50" y="2"/>
                    <a:pt x="49" y="1"/>
                  </a:cubicBezTo>
                  <a:cubicBezTo>
                    <a:pt x="48" y="1"/>
                    <a:pt x="47" y="1"/>
                    <a:pt x="4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1"/>
            <p:cNvSpPr/>
            <p:nvPr/>
          </p:nvSpPr>
          <p:spPr>
            <a:xfrm>
              <a:off x="19699875" y="3109320"/>
              <a:ext cx="9000" cy="25920"/>
            </a:xfrm>
            <a:custGeom>
              <a:rect b="b" l="l" r="r" t="t"/>
              <a:pathLst>
                <a:path extrusionOk="0" h="72" w="25">
                  <a:moveTo>
                    <a:pt x="12" y="70"/>
                  </a:moveTo>
                  <a:cubicBezTo>
                    <a:pt x="13" y="70"/>
                    <a:pt x="13" y="71"/>
                    <a:pt x="14" y="71"/>
                  </a:cubicBezTo>
                  <a:cubicBezTo>
                    <a:pt x="14" y="71"/>
                    <a:pt x="15" y="71"/>
                    <a:pt x="16" y="71"/>
                  </a:cubicBezTo>
                  <a:cubicBezTo>
                    <a:pt x="16" y="71"/>
                    <a:pt x="17" y="71"/>
                    <a:pt x="18" y="71"/>
                  </a:cubicBezTo>
                  <a:lnTo>
                    <a:pt x="19" y="70"/>
                  </a:lnTo>
                  <a:cubicBezTo>
                    <a:pt x="23" y="62"/>
                    <a:pt x="24" y="53"/>
                    <a:pt x="24" y="45"/>
                  </a:cubicBezTo>
                  <a:cubicBezTo>
                    <a:pt x="24" y="42"/>
                    <a:pt x="24" y="39"/>
                    <a:pt x="24" y="36"/>
                  </a:cubicBezTo>
                  <a:cubicBezTo>
                    <a:pt x="24" y="29"/>
                    <a:pt x="23" y="22"/>
                    <a:pt x="21" y="15"/>
                  </a:cubicBezTo>
                  <a:cubicBezTo>
                    <a:pt x="20" y="10"/>
                    <a:pt x="17" y="6"/>
                    <a:pt x="15" y="1"/>
                  </a:cubicBezTo>
                  <a:lnTo>
                    <a:pt x="14" y="0"/>
                  </a:lnTo>
                  <a:cubicBezTo>
                    <a:pt x="13" y="0"/>
                    <a:pt x="13" y="0"/>
                    <a:pt x="12" y="0"/>
                  </a:cubicBezTo>
                  <a:lnTo>
                    <a:pt x="11" y="0"/>
                  </a:lnTo>
                  <a:lnTo>
                    <a:pt x="10" y="1"/>
                  </a:lnTo>
                  <a:cubicBezTo>
                    <a:pt x="10" y="2"/>
                    <a:pt x="9" y="2"/>
                    <a:pt x="9" y="3"/>
                  </a:cubicBezTo>
                  <a:cubicBezTo>
                    <a:pt x="11" y="23"/>
                    <a:pt x="0" y="50"/>
                    <a:pt x="12"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1"/>
            <p:cNvSpPr/>
            <p:nvPr/>
          </p:nvSpPr>
          <p:spPr>
            <a:xfrm>
              <a:off x="19701315" y="3157560"/>
              <a:ext cx="3600" cy="26640"/>
            </a:xfrm>
            <a:custGeom>
              <a:rect b="b" l="l" r="r" t="t"/>
              <a:pathLst>
                <a:path extrusionOk="0" h="74" w="10">
                  <a:moveTo>
                    <a:pt x="3" y="73"/>
                  </a:moveTo>
                  <a:cubicBezTo>
                    <a:pt x="6" y="63"/>
                    <a:pt x="8" y="53"/>
                    <a:pt x="9" y="43"/>
                  </a:cubicBezTo>
                  <a:cubicBezTo>
                    <a:pt x="9" y="30"/>
                    <a:pt x="8" y="17"/>
                    <a:pt x="7" y="4"/>
                  </a:cubicBezTo>
                  <a:cubicBezTo>
                    <a:pt x="7" y="0"/>
                    <a:pt x="2" y="1"/>
                    <a:pt x="2" y="4"/>
                  </a:cubicBezTo>
                  <a:cubicBezTo>
                    <a:pt x="2" y="15"/>
                    <a:pt x="2" y="27"/>
                    <a:pt x="2" y="38"/>
                  </a:cubicBezTo>
                  <a:cubicBezTo>
                    <a:pt x="2" y="42"/>
                    <a:pt x="3" y="44"/>
                    <a:pt x="3" y="48"/>
                  </a:cubicBezTo>
                  <a:cubicBezTo>
                    <a:pt x="3" y="51"/>
                    <a:pt x="2" y="55"/>
                    <a:pt x="2" y="58"/>
                  </a:cubicBezTo>
                  <a:cubicBezTo>
                    <a:pt x="1" y="61"/>
                    <a:pt x="0" y="65"/>
                    <a:pt x="0" y="68"/>
                  </a:cubicBezTo>
                  <a:cubicBezTo>
                    <a:pt x="0" y="70"/>
                    <a:pt x="1" y="72"/>
                    <a:pt x="1" y="73"/>
                  </a:cubicBezTo>
                  <a:lnTo>
                    <a:pt x="2" y="73"/>
                  </a:lnTo>
                  <a:lnTo>
                    <a:pt x="3" y="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1"/>
            <p:cNvSpPr/>
            <p:nvPr/>
          </p:nvSpPr>
          <p:spPr>
            <a:xfrm>
              <a:off x="19453635" y="3058200"/>
              <a:ext cx="5040" cy="44640"/>
            </a:xfrm>
            <a:custGeom>
              <a:rect b="b" l="l" r="r" t="t"/>
              <a:pathLst>
                <a:path extrusionOk="0" h="124" w="14">
                  <a:moveTo>
                    <a:pt x="4" y="2"/>
                  </a:moveTo>
                  <a:cubicBezTo>
                    <a:pt x="2" y="22"/>
                    <a:pt x="0" y="41"/>
                    <a:pt x="0" y="61"/>
                  </a:cubicBezTo>
                  <a:cubicBezTo>
                    <a:pt x="0" y="81"/>
                    <a:pt x="2" y="101"/>
                    <a:pt x="4" y="120"/>
                  </a:cubicBezTo>
                  <a:cubicBezTo>
                    <a:pt x="4" y="121"/>
                    <a:pt x="4" y="121"/>
                    <a:pt x="4" y="121"/>
                  </a:cubicBezTo>
                  <a:cubicBezTo>
                    <a:pt x="5" y="122"/>
                    <a:pt x="5" y="122"/>
                    <a:pt x="5" y="122"/>
                  </a:cubicBezTo>
                  <a:cubicBezTo>
                    <a:pt x="6" y="122"/>
                    <a:pt x="6" y="123"/>
                    <a:pt x="7" y="123"/>
                  </a:cubicBezTo>
                  <a:cubicBezTo>
                    <a:pt x="7" y="123"/>
                    <a:pt x="7" y="122"/>
                    <a:pt x="8" y="122"/>
                  </a:cubicBezTo>
                  <a:cubicBezTo>
                    <a:pt x="8" y="122"/>
                    <a:pt x="9" y="122"/>
                    <a:pt x="9" y="121"/>
                  </a:cubicBezTo>
                  <a:lnTo>
                    <a:pt x="9" y="120"/>
                  </a:lnTo>
                  <a:cubicBezTo>
                    <a:pt x="12" y="101"/>
                    <a:pt x="13" y="81"/>
                    <a:pt x="13" y="61"/>
                  </a:cubicBezTo>
                  <a:cubicBezTo>
                    <a:pt x="13" y="41"/>
                    <a:pt x="12" y="22"/>
                    <a:pt x="9" y="2"/>
                  </a:cubicBezTo>
                  <a:lnTo>
                    <a:pt x="9" y="1"/>
                  </a:lnTo>
                  <a:lnTo>
                    <a:pt x="8" y="0"/>
                  </a:lnTo>
                  <a:cubicBezTo>
                    <a:pt x="7" y="0"/>
                    <a:pt x="7" y="0"/>
                    <a:pt x="7" y="0"/>
                  </a:cubicBezTo>
                  <a:cubicBezTo>
                    <a:pt x="6" y="0"/>
                    <a:pt x="6" y="0"/>
                    <a:pt x="5" y="0"/>
                  </a:cubicBezTo>
                  <a:cubicBezTo>
                    <a:pt x="5" y="0"/>
                    <a:pt x="5" y="1"/>
                    <a:pt x="4" y="1"/>
                  </a:cubicBezTo>
                  <a:lnTo>
                    <a:pt x="4"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1"/>
            <p:cNvSpPr/>
            <p:nvPr/>
          </p:nvSpPr>
          <p:spPr>
            <a:xfrm>
              <a:off x="20137995" y="3120120"/>
              <a:ext cx="6480" cy="22320"/>
            </a:xfrm>
            <a:custGeom>
              <a:rect b="b" l="l" r="r" t="t"/>
              <a:pathLst>
                <a:path extrusionOk="0" h="62" w="18">
                  <a:moveTo>
                    <a:pt x="12" y="2"/>
                  </a:moveTo>
                  <a:cubicBezTo>
                    <a:pt x="11" y="1"/>
                    <a:pt x="11" y="0"/>
                    <a:pt x="10" y="0"/>
                  </a:cubicBezTo>
                  <a:cubicBezTo>
                    <a:pt x="10" y="0"/>
                    <a:pt x="9" y="0"/>
                    <a:pt x="8" y="0"/>
                  </a:cubicBezTo>
                  <a:cubicBezTo>
                    <a:pt x="8" y="0"/>
                    <a:pt x="7" y="0"/>
                    <a:pt x="6" y="0"/>
                  </a:cubicBezTo>
                  <a:cubicBezTo>
                    <a:pt x="6" y="0"/>
                    <a:pt x="5" y="1"/>
                    <a:pt x="5" y="2"/>
                  </a:cubicBezTo>
                  <a:cubicBezTo>
                    <a:pt x="5" y="6"/>
                    <a:pt x="1" y="11"/>
                    <a:pt x="0" y="15"/>
                  </a:cubicBezTo>
                  <a:cubicBezTo>
                    <a:pt x="0" y="18"/>
                    <a:pt x="0" y="21"/>
                    <a:pt x="0" y="24"/>
                  </a:cubicBezTo>
                  <a:cubicBezTo>
                    <a:pt x="0" y="26"/>
                    <a:pt x="0" y="29"/>
                    <a:pt x="0" y="32"/>
                  </a:cubicBezTo>
                  <a:cubicBezTo>
                    <a:pt x="2" y="41"/>
                    <a:pt x="4" y="50"/>
                    <a:pt x="7" y="59"/>
                  </a:cubicBezTo>
                  <a:cubicBezTo>
                    <a:pt x="7" y="61"/>
                    <a:pt x="10" y="61"/>
                    <a:pt x="11" y="59"/>
                  </a:cubicBezTo>
                  <a:cubicBezTo>
                    <a:pt x="14" y="48"/>
                    <a:pt x="16" y="36"/>
                    <a:pt x="17" y="25"/>
                  </a:cubicBezTo>
                  <a:cubicBezTo>
                    <a:pt x="17" y="23"/>
                    <a:pt x="17" y="21"/>
                    <a:pt x="17" y="20"/>
                  </a:cubicBezTo>
                  <a:cubicBezTo>
                    <a:pt x="17" y="18"/>
                    <a:pt x="17" y="16"/>
                    <a:pt x="17" y="15"/>
                  </a:cubicBezTo>
                  <a:cubicBezTo>
                    <a:pt x="16" y="10"/>
                    <a:pt x="14" y="7"/>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1"/>
            <p:cNvSpPr/>
            <p:nvPr/>
          </p:nvSpPr>
          <p:spPr>
            <a:xfrm>
              <a:off x="20270115" y="3051720"/>
              <a:ext cx="10080" cy="39240"/>
            </a:xfrm>
            <a:custGeom>
              <a:rect b="b" l="l" r="r" t="t"/>
              <a:pathLst>
                <a:path extrusionOk="0" h="109" w="28">
                  <a:moveTo>
                    <a:pt x="17" y="1"/>
                  </a:moveTo>
                  <a:cubicBezTo>
                    <a:pt x="17" y="1"/>
                    <a:pt x="17" y="0"/>
                    <a:pt x="16" y="0"/>
                  </a:cubicBezTo>
                  <a:cubicBezTo>
                    <a:pt x="15" y="0"/>
                    <a:pt x="15" y="0"/>
                    <a:pt x="14" y="0"/>
                  </a:cubicBezTo>
                  <a:cubicBezTo>
                    <a:pt x="13" y="0"/>
                    <a:pt x="13" y="0"/>
                    <a:pt x="12" y="0"/>
                  </a:cubicBezTo>
                  <a:lnTo>
                    <a:pt x="11" y="1"/>
                  </a:lnTo>
                  <a:cubicBezTo>
                    <a:pt x="4" y="15"/>
                    <a:pt x="1" y="29"/>
                    <a:pt x="1" y="44"/>
                  </a:cubicBezTo>
                  <a:cubicBezTo>
                    <a:pt x="1" y="48"/>
                    <a:pt x="1" y="52"/>
                    <a:pt x="1" y="56"/>
                  </a:cubicBezTo>
                  <a:cubicBezTo>
                    <a:pt x="1" y="61"/>
                    <a:pt x="2" y="67"/>
                    <a:pt x="3" y="73"/>
                  </a:cubicBezTo>
                  <a:cubicBezTo>
                    <a:pt x="4" y="79"/>
                    <a:pt x="8" y="96"/>
                    <a:pt x="4" y="102"/>
                  </a:cubicBezTo>
                  <a:cubicBezTo>
                    <a:pt x="0" y="108"/>
                    <a:pt x="7" y="107"/>
                    <a:pt x="9" y="106"/>
                  </a:cubicBezTo>
                  <a:cubicBezTo>
                    <a:pt x="11" y="103"/>
                    <a:pt x="13" y="100"/>
                    <a:pt x="15" y="97"/>
                  </a:cubicBezTo>
                  <a:cubicBezTo>
                    <a:pt x="19" y="90"/>
                    <a:pt x="22" y="82"/>
                    <a:pt x="22" y="74"/>
                  </a:cubicBezTo>
                  <a:cubicBezTo>
                    <a:pt x="22" y="70"/>
                    <a:pt x="21" y="67"/>
                    <a:pt x="20" y="63"/>
                  </a:cubicBezTo>
                  <a:cubicBezTo>
                    <a:pt x="19" y="42"/>
                    <a:pt x="27" y="21"/>
                    <a:pt x="17"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1"/>
            <p:cNvSpPr/>
            <p:nvPr/>
          </p:nvSpPr>
          <p:spPr>
            <a:xfrm>
              <a:off x="19717515" y="2738160"/>
              <a:ext cx="6120" cy="16200"/>
            </a:xfrm>
            <a:custGeom>
              <a:rect b="b" l="l" r="r" t="t"/>
              <a:pathLst>
                <a:path extrusionOk="0" h="45" w="17">
                  <a:moveTo>
                    <a:pt x="10" y="41"/>
                  </a:moveTo>
                  <a:cubicBezTo>
                    <a:pt x="14" y="35"/>
                    <a:pt x="16" y="28"/>
                    <a:pt x="16" y="22"/>
                  </a:cubicBezTo>
                  <a:cubicBezTo>
                    <a:pt x="16" y="15"/>
                    <a:pt x="12" y="11"/>
                    <a:pt x="11" y="5"/>
                  </a:cubicBezTo>
                  <a:cubicBezTo>
                    <a:pt x="10" y="0"/>
                    <a:pt x="5" y="2"/>
                    <a:pt x="5" y="5"/>
                  </a:cubicBezTo>
                  <a:cubicBezTo>
                    <a:pt x="3" y="11"/>
                    <a:pt x="1" y="17"/>
                    <a:pt x="0" y="23"/>
                  </a:cubicBezTo>
                  <a:cubicBezTo>
                    <a:pt x="0" y="29"/>
                    <a:pt x="2" y="36"/>
                    <a:pt x="5" y="41"/>
                  </a:cubicBezTo>
                  <a:cubicBezTo>
                    <a:pt x="5" y="42"/>
                    <a:pt x="5" y="42"/>
                    <a:pt x="6" y="42"/>
                  </a:cubicBezTo>
                  <a:cubicBezTo>
                    <a:pt x="7" y="44"/>
                    <a:pt x="10" y="43"/>
                    <a:pt x="10"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1"/>
            <p:cNvSpPr/>
            <p:nvPr/>
          </p:nvSpPr>
          <p:spPr>
            <a:xfrm>
              <a:off x="19715355" y="2787480"/>
              <a:ext cx="9360" cy="21240"/>
            </a:xfrm>
            <a:custGeom>
              <a:rect b="b" l="l" r="r" t="t"/>
              <a:pathLst>
                <a:path extrusionOk="0" h="59" w="26">
                  <a:moveTo>
                    <a:pt x="10" y="4"/>
                  </a:moveTo>
                  <a:cubicBezTo>
                    <a:pt x="10" y="21"/>
                    <a:pt x="0" y="41"/>
                    <a:pt x="10" y="57"/>
                  </a:cubicBezTo>
                  <a:cubicBezTo>
                    <a:pt x="10" y="58"/>
                    <a:pt x="10" y="58"/>
                    <a:pt x="11" y="58"/>
                  </a:cubicBezTo>
                  <a:lnTo>
                    <a:pt x="12" y="58"/>
                  </a:lnTo>
                  <a:cubicBezTo>
                    <a:pt x="13" y="58"/>
                    <a:pt x="13" y="58"/>
                    <a:pt x="14" y="58"/>
                  </a:cubicBezTo>
                  <a:lnTo>
                    <a:pt x="14" y="57"/>
                  </a:lnTo>
                  <a:cubicBezTo>
                    <a:pt x="25" y="41"/>
                    <a:pt x="16" y="22"/>
                    <a:pt x="14" y="4"/>
                  </a:cubicBezTo>
                  <a:cubicBezTo>
                    <a:pt x="16" y="0"/>
                    <a:pt x="10" y="0"/>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1"/>
            <p:cNvSpPr/>
            <p:nvPr/>
          </p:nvSpPr>
          <p:spPr>
            <a:xfrm>
              <a:off x="20123595" y="2714400"/>
              <a:ext cx="9720" cy="40680"/>
            </a:xfrm>
            <a:custGeom>
              <a:rect b="b" l="l" r="r" t="t"/>
              <a:pathLst>
                <a:path extrusionOk="0" h="113" w="27">
                  <a:moveTo>
                    <a:pt x="1" y="3"/>
                  </a:moveTo>
                  <a:cubicBezTo>
                    <a:pt x="0" y="9"/>
                    <a:pt x="0" y="16"/>
                    <a:pt x="0" y="22"/>
                  </a:cubicBezTo>
                  <a:cubicBezTo>
                    <a:pt x="0" y="28"/>
                    <a:pt x="0" y="34"/>
                    <a:pt x="1" y="40"/>
                  </a:cubicBezTo>
                  <a:cubicBezTo>
                    <a:pt x="7" y="62"/>
                    <a:pt x="2" y="86"/>
                    <a:pt x="10" y="108"/>
                  </a:cubicBezTo>
                  <a:cubicBezTo>
                    <a:pt x="10" y="109"/>
                    <a:pt x="10" y="109"/>
                    <a:pt x="10" y="109"/>
                  </a:cubicBezTo>
                  <a:cubicBezTo>
                    <a:pt x="11" y="110"/>
                    <a:pt x="11" y="111"/>
                    <a:pt x="12" y="111"/>
                  </a:cubicBezTo>
                  <a:cubicBezTo>
                    <a:pt x="13" y="111"/>
                    <a:pt x="14" y="112"/>
                    <a:pt x="14" y="112"/>
                  </a:cubicBezTo>
                  <a:cubicBezTo>
                    <a:pt x="15" y="112"/>
                    <a:pt x="16" y="111"/>
                    <a:pt x="17" y="111"/>
                  </a:cubicBezTo>
                  <a:cubicBezTo>
                    <a:pt x="17" y="111"/>
                    <a:pt x="17" y="110"/>
                    <a:pt x="18" y="109"/>
                  </a:cubicBezTo>
                  <a:cubicBezTo>
                    <a:pt x="19" y="108"/>
                    <a:pt x="19" y="109"/>
                    <a:pt x="19" y="108"/>
                  </a:cubicBezTo>
                  <a:cubicBezTo>
                    <a:pt x="24" y="95"/>
                    <a:pt x="26" y="81"/>
                    <a:pt x="26" y="67"/>
                  </a:cubicBezTo>
                  <a:cubicBezTo>
                    <a:pt x="26" y="46"/>
                    <a:pt x="22" y="26"/>
                    <a:pt x="11" y="8"/>
                  </a:cubicBezTo>
                  <a:cubicBezTo>
                    <a:pt x="10" y="6"/>
                    <a:pt x="8" y="3"/>
                    <a:pt x="6" y="1"/>
                  </a:cubicBezTo>
                  <a:cubicBezTo>
                    <a:pt x="5" y="1"/>
                    <a:pt x="5" y="0"/>
                    <a:pt x="4" y="0"/>
                  </a:cubicBezTo>
                  <a:lnTo>
                    <a:pt x="3" y="1"/>
                  </a:lnTo>
                  <a:cubicBezTo>
                    <a:pt x="2" y="1"/>
                    <a:pt x="2" y="2"/>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1"/>
            <p:cNvSpPr/>
            <p:nvPr/>
          </p:nvSpPr>
          <p:spPr>
            <a:xfrm>
              <a:off x="19378755" y="2694960"/>
              <a:ext cx="8280" cy="40680"/>
            </a:xfrm>
            <a:custGeom>
              <a:rect b="b" l="l" r="r" t="t"/>
              <a:pathLst>
                <a:path extrusionOk="0" h="113" w="23">
                  <a:moveTo>
                    <a:pt x="6" y="2"/>
                  </a:moveTo>
                  <a:cubicBezTo>
                    <a:pt x="3" y="0"/>
                    <a:pt x="0" y="4"/>
                    <a:pt x="0" y="7"/>
                  </a:cubicBezTo>
                  <a:cubicBezTo>
                    <a:pt x="1" y="15"/>
                    <a:pt x="2" y="23"/>
                    <a:pt x="2" y="32"/>
                  </a:cubicBezTo>
                  <a:cubicBezTo>
                    <a:pt x="2" y="40"/>
                    <a:pt x="1" y="49"/>
                    <a:pt x="0" y="57"/>
                  </a:cubicBezTo>
                  <a:cubicBezTo>
                    <a:pt x="0" y="60"/>
                    <a:pt x="0" y="63"/>
                    <a:pt x="0" y="66"/>
                  </a:cubicBezTo>
                  <a:cubicBezTo>
                    <a:pt x="0" y="81"/>
                    <a:pt x="3" y="96"/>
                    <a:pt x="8" y="110"/>
                  </a:cubicBezTo>
                  <a:cubicBezTo>
                    <a:pt x="8" y="111"/>
                    <a:pt x="9" y="111"/>
                    <a:pt x="9" y="111"/>
                  </a:cubicBezTo>
                  <a:cubicBezTo>
                    <a:pt x="10" y="112"/>
                    <a:pt x="10" y="112"/>
                    <a:pt x="10" y="112"/>
                  </a:cubicBezTo>
                  <a:cubicBezTo>
                    <a:pt x="11" y="112"/>
                    <a:pt x="11" y="112"/>
                    <a:pt x="12" y="111"/>
                  </a:cubicBezTo>
                  <a:lnTo>
                    <a:pt x="13" y="110"/>
                  </a:lnTo>
                  <a:cubicBezTo>
                    <a:pt x="19" y="94"/>
                    <a:pt x="22" y="76"/>
                    <a:pt x="22" y="58"/>
                  </a:cubicBezTo>
                  <a:cubicBezTo>
                    <a:pt x="22" y="53"/>
                    <a:pt x="21" y="48"/>
                    <a:pt x="21" y="43"/>
                  </a:cubicBezTo>
                  <a:cubicBezTo>
                    <a:pt x="21" y="41"/>
                    <a:pt x="21" y="39"/>
                    <a:pt x="21" y="37"/>
                  </a:cubicBezTo>
                  <a:cubicBezTo>
                    <a:pt x="21" y="29"/>
                    <a:pt x="20" y="20"/>
                    <a:pt x="15" y="13"/>
                  </a:cubicBezTo>
                  <a:cubicBezTo>
                    <a:pt x="12" y="8"/>
                    <a:pt x="9" y="5"/>
                    <a:pt x="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1"/>
            <p:cNvSpPr/>
            <p:nvPr/>
          </p:nvSpPr>
          <p:spPr>
            <a:xfrm>
              <a:off x="20227275" y="2682000"/>
              <a:ext cx="5400" cy="21960"/>
            </a:xfrm>
            <a:custGeom>
              <a:rect b="b" l="l" r="r" t="t"/>
              <a:pathLst>
                <a:path extrusionOk="0" h="61" w="15">
                  <a:moveTo>
                    <a:pt x="3" y="3"/>
                  </a:moveTo>
                  <a:cubicBezTo>
                    <a:pt x="1" y="13"/>
                    <a:pt x="0" y="22"/>
                    <a:pt x="0" y="31"/>
                  </a:cubicBezTo>
                  <a:cubicBezTo>
                    <a:pt x="0" y="40"/>
                    <a:pt x="1" y="48"/>
                    <a:pt x="3" y="57"/>
                  </a:cubicBezTo>
                  <a:lnTo>
                    <a:pt x="4" y="58"/>
                  </a:lnTo>
                  <a:cubicBezTo>
                    <a:pt x="4" y="58"/>
                    <a:pt x="4" y="59"/>
                    <a:pt x="5" y="59"/>
                  </a:cubicBezTo>
                  <a:cubicBezTo>
                    <a:pt x="5" y="59"/>
                    <a:pt x="6" y="60"/>
                    <a:pt x="7" y="60"/>
                  </a:cubicBezTo>
                  <a:lnTo>
                    <a:pt x="8" y="59"/>
                  </a:lnTo>
                  <a:cubicBezTo>
                    <a:pt x="9" y="59"/>
                    <a:pt x="9" y="59"/>
                    <a:pt x="10" y="58"/>
                  </a:cubicBezTo>
                  <a:cubicBezTo>
                    <a:pt x="11" y="57"/>
                    <a:pt x="10" y="57"/>
                    <a:pt x="10" y="57"/>
                  </a:cubicBezTo>
                  <a:cubicBezTo>
                    <a:pt x="12" y="48"/>
                    <a:pt x="13" y="40"/>
                    <a:pt x="14" y="31"/>
                  </a:cubicBezTo>
                  <a:cubicBezTo>
                    <a:pt x="13" y="22"/>
                    <a:pt x="12" y="12"/>
                    <a:pt x="9" y="3"/>
                  </a:cubicBezTo>
                  <a:cubicBezTo>
                    <a:pt x="8" y="0"/>
                    <a:pt x="4" y="1"/>
                    <a:pt x="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1"/>
            <p:cNvSpPr/>
            <p:nvPr/>
          </p:nvSpPr>
          <p:spPr>
            <a:xfrm>
              <a:off x="20227275" y="2592360"/>
              <a:ext cx="6120" cy="68400"/>
            </a:xfrm>
            <a:custGeom>
              <a:rect b="b" l="l" r="r" t="t"/>
              <a:pathLst>
                <a:path extrusionOk="0" h="190" w="17">
                  <a:moveTo>
                    <a:pt x="4" y="1"/>
                  </a:moveTo>
                  <a:cubicBezTo>
                    <a:pt x="2" y="27"/>
                    <a:pt x="0" y="54"/>
                    <a:pt x="0" y="80"/>
                  </a:cubicBezTo>
                  <a:cubicBezTo>
                    <a:pt x="0" y="115"/>
                    <a:pt x="2" y="150"/>
                    <a:pt x="6" y="185"/>
                  </a:cubicBezTo>
                  <a:cubicBezTo>
                    <a:pt x="6" y="189"/>
                    <a:pt x="12" y="187"/>
                    <a:pt x="13" y="185"/>
                  </a:cubicBezTo>
                  <a:cubicBezTo>
                    <a:pt x="15" y="161"/>
                    <a:pt x="16" y="138"/>
                    <a:pt x="16" y="115"/>
                  </a:cubicBezTo>
                  <a:cubicBezTo>
                    <a:pt x="16" y="77"/>
                    <a:pt x="13" y="39"/>
                    <a:pt x="8" y="2"/>
                  </a:cubicBezTo>
                  <a:cubicBezTo>
                    <a:pt x="8" y="1"/>
                    <a:pt x="8" y="1"/>
                    <a:pt x="8" y="1"/>
                  </a:cubicBezTo>
                  <a:cubicBezTo>
                    <a:pt x="8" y="0"/>
                    <a:pt x="7" y="0"/>
                    <a:pt x="7" y="0"/>
                  </a:cubicBezTo>
                  <a:lnTo>
                    <a:pt x="6" y="0"/>
                  </a:lnTo>
                  <a:cubicBezTo>
                    <a:pt x="5" y="0"/>
                    <a:pt x="5" y="0"/>
                    <a:pt x="5" y="0"/>
                  </a:cubicBezTo>
                  <a:cubicBezTo>
                    <a:pt x="4" y="0"/>
                    <a:pt x="4" y="0"/>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1"/>
            <p:cNvSpPr/>
            <p:nvPr/>
          </p:nvSpPr>
          <p:spPr>
            <a:xfrm>
              <a:off x="20242755" y="2593800"/>
              <a:ext cx="9720" cy="133560"/>
            </a:xfrm>
            <a:custGeom>
              <a:rect b="b" l="l" r="r" t="t"/>
              <a:pathLst>
                <a:path extrusionOk="0" h="371" w="27">
                  <a:moveTo>
                    <a:pt x="12" y="7"/>
                  </a:moveTo>
                  <a:cubicBezTo>
                    <a:pt x="12" y="0"/>
                    <a:pt x="1" y="1"/>
                    <a:pt x="1" y="7"/>
                  </a:cubicBezTo>
                  <a:cubicBezTo>
                    <a:pt x="1" y="66"/>
                    <a:pt x="0" y="127"/>
                    <a:pt x="3" y="186"/>
                  </a:cubicBezTo>
                  <a:cubicBezTo>
                    <a:pt x="7" y="245"/>
                    <a:pt x="3" y="307"/>
                    <a:pt x="13" y="367"/>
                  </a:cubicBezTo>
                  <a:cubicBezTo>
                    <a:pt x="13" y="370"/>
                    <a:pt x="20" y="370"/>
                    <a:pt x="21" y="367"/>
                  </a:cubicBezTo>
                  <a:cubicBezTo>
                    <a:pt x="24" y="339"/>
                    <a:pt x="26" y="311"/>
                    <a:pt x="26" y="283"/>
                  </a:cubicBezTo>
                  <a:cubicBezTo>
                    <a:pt x="26" y="254"/>
                    <a:pt x="24" y="226"/>
                    <a:pt x="21" y="199"/>
                  </a:cubicBezTo>
                  <a:cubicBezTo>
                    <a:pt x="15" y="136"/>
                    <a:pt x="15" y="71"/>
                    <a:pt x="1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1"/>
            <p:cNvSpPr/>
            <p:nvPr/>
          </p:nvSpPr>
          <p:spPr>
            <a:xfrm>
              <a:off x="20256795" y="2630880"/>
              <a:ext cx="9360" cy="45720"/>
            </a:xfrm>
            <a:custGeom>
              <a:rect b="b" l="l" r="r" t="t"/>
              <a:pathLst>
                <a:path extrusionOk="0" h="127" w="26">
                  <a:moveTo>
                    <a:pt x="9" y="4"/>
                  </a:moveTo>
                  <a:cubicBezTo>
                    <a:pt x="9" y="43"/>
                    <a:pt x="0" y="84"/>
                    <a:pt x="9" y="122"/>
                  </a:cubicBezTo>
                  <a:cubicBezTo>
                    <a:pt x="9" y="126"/>
                    <a:pt x="16" y="125"/>
                    <a:pt x="17" y="122"/>
                  </a:cubicBezTo>
                  <a:cubicBezTo>
                    <a:pt x="25" y="83"/>
                    <a:pt x="17" y="43"/>
                    <a:pt x="17" y="4"/>
                  </a:cubicBezTo>
                  <a:cubicBezTo>
                    <a:pt x="15" y="1"/>
                    <a:pt x="9" y="0"/>
                    <a:pt x="9"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1"/>
            <p:cNvSpPr/>
            <p:nvPr/>
          </p:nvSpPr>
          <p:spPr>
            <a:xfrm>
              <a:off x="20294955" y="2520000"/>
              <a:ext cx="17640" cy="210240"/>
            </a:xfrm>
            <a:custGeom>
              <a:rect b="b" l="l" r="r" t="t"/>
              <a:pathLst>
                <a:path extrusionOk="0" h="584" w="49">
                  <a:moveTo>
                    <a:pt x="18" y="91"/>
                  </a:moveTo>
                  <a:cubicBezTo>
                    <a:pt x="18" y="85"/>
                    <a:pt x="18" y="79"/>
                    <a:pt x="18" y="73"/>
                  </a:cubicBezTo>
                  <a:cubicBezTo>
                    <a:pt x="18" y="50"/>
                    <a:pt x="16" y="27"/>
                    <a:pt x="10" y="5"/>
                  </a:cubicBezTo>
                  <a:cubicBezTo>
                    <a:pt x="9" y="0"/>
                    <a:pt x="2" y="2"/>
                    <a:pt x="3" y="6"/>
                  </a:cubicBezTo>
                  <a:cubicBezTo>
                    <a:pt x="15" y="50"/>
                    <a:pt x="0" y="107"/>
                    <a:pt x="3" y="152"/>
                  </a:cubicBezTo>
                  <a:cubicBezTo>
                    <a:pt x="5" y="204"/>
                    <a:pt x="9" y="256"/>
                    <a:pt x="11" y="309"/>
                  </a:cubicBezTo>
                  <a:cubicBezTo>
                    <a:pt x="16" y="399"/>
                    <a:pt x="17" y="490"/>
                    <a:pt x="29" y="579"/>
                  </a:cubicBezTo>
                  <a:cubicBezTo>
                    <a:pt x="29" y="582"/>
                    <a:pt x="33" y="583"/>
                    <a:pt x="34" y="579"/>
                  </a:cubicBezTo>
                  <a:cubicBezTo>
                    <a:pt x="48" y="476"/>
                    <a:pt x="34" y="372"/>
                    <a:pt x="28" y="269"/>
                  </a:cubicBezTo>
                  <a:cubicBezTo>
                    <a:pt x="25" y="210"/>
                    <a:pt x="18" y="150"/>
                    <a:pt x="18"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1"/>
            <p:cNvSpPr/>
            <p:nvPr/>
          </p:nvSpPr>
          <p:spPr>
            <a:xfrm>
              <a:off x="20313315" y="2522880"/>
              <a:ext cx="7920" cy="42480"/>
            </a:xfrm>
            <a:custGeom>
              <a:rect b="b" l="l" r="r" t="t"/>
              <a:pathLst>
                <a:path extrusionOk="0" h="118" w="22">
                  <a:moveTo>
                    <a:pt x="0" y="3"/>
                  </a:moveTo>
                  <a:cubicBezTo>
                    <a:pt x="1" y="41"/>
                    <a:pt x="5" y="78"/>
                    <a:pt x="12" y="114"/>
                  </a:cubicBezTo>
                  <a:cubicBezTo>
                    <a:pt x="12" y="115"/>
                    <a:pt x="12" y="115"/>
                    <a:pt x="12" y="116"/>
                  </a:cubicBezTo>
                  <a:lnTo>
                    <a:pt x="13" y="116"/>
                  </a:lnTo>
                  <a:cubicBezTo>
                    <a:pt x="13" y="117"/>
                    <a:pt x="14" y="117"/>
                    <a:pt x="14" y="117"/>
                  </a:cubicBezTo>
                  <a:cubicBezTo>
                    <a:pt x="15" y="117"/>
                    <a:pt x="14" y="117"/>
                    <a:pt x="15" y="116"/>
                  </a:cubicBezTo>
                  <a:cubicBezTo>
                    <a:pt x="16" y="116"/>
                    <a:pt x="16" y="116"/>
                    <a:pt x="16" y="116"/>
                  </a:cubicBezTo>
                  <a:cubicBezTo>
                    <a:pt x="17" y="115"/>
                    <a:pt x="17" y="115"/>
                    <a:pt x="17" y="114"/>
                  </a:cubicBezTo>
                  <a:cubicBezTo>
                    <a:pt x="21" y="76"/>
                    <a:pt x="9" y="41"/>
                    <a:pt x="7" y="4"/>
                  </a:cubicBezTo>
                  <a:cubicBezTo>
                    <a:pt x="7" y="3"/>
                    <a:pt x="7" y="3"/>
                    <a:pt x="7" y="3"/>
                  </a:cubicBezTo>
                  <a:lnTo>
                    <a:pt x="7" y="2"/>
                  </a:lnTo>
                  <a:cubicBezTo>
                    <a:pt x="7" y="1"/>
                    <a:pt x="7" y="1"/>
                    <a:pt x="6" y="0"/>
                  </a:cubicBezTo>
                  <a:cubicBezTo>
                    <a:pt x="5" y="0"/>
                    <a:pt x="4" y="0"/>
                    <a:pt x="4" y="0"/>
                  </a:cubicBezTo>
                  <a:cubicBezTo>
                    <a:pt x="3" y="0"/>
                    <a:pt x="3" y="0"/>
                    <a:pt x="2" y="0"/>
                  </a:cubicBezTo>
                  <a:cubicBezTo>
                    <a:pt x="1" y="1"/>
                    <a:pt x="2" y="2"/>
                    <a:pt x="1" y="2"/>
                  </a:cubicBezTo>
                  <a:cubicBezTo>
                    <a:pt x="0" y="3"/>
                    <a:pt x="0"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1"/>
            <p:cNvSpPr/>
            <p:nvPr/>
          </p:nvSpPr>
          <p:spPr>
            <a:xfrm>
              <a:off x="20330955" y="2491200"/>
              <a:ext cx="23760" cy="168480"/>
            </a:xfrm>
            <a:custGeom>
              <a:rect b="b" l="l" r="r" t="t"/>
              <a:pathLst>
                <a:path extrusionOk="0" h="468" w="66">
                  <a:moveTo>
                    <a:pt x="18" y="78"/>
                  </a:moveTo>
                  <a:cubicBezTo>
                    <a:pt x="18" y="52"/>
                    <a:pt x="14" y="26"/>
                    <a:pt x="6" y="2"/>
                  </a:cubicBezTo>
                  <a:lnTo>
                    <a:pt x="6" y="1"/>
                  </a:lnTo>
                  <a:cubicBezTo>
                    <a:pt x="5" y="1"/>
                    <a:pt x="5" y="0"/>
                    <a:pt x="4" y="0"/>
                  </a:cubicBezTo>
                  <a:lnTo>
                    <a:pt x="3" y="0"/>
                  </a:lnTo>
                  <a:cubicBezTo>
                    <a:pt x="2" y="0"/>
                    <a:pt x="2" y="0"/>
                    <a:pt x="2" y="0"/>
                  </a:cubicBezTo>
                  <a:cubicBezTo>
                    <a:pt x="1" y="0"/>
                    <a:pt x="1" y="0"/>
                    <a:pt x="0" y="1"/>
                  </a:cubicBezTo>
                  <a:cubicBezTo>
                    <a:pt x="0" y="2"/>
                    <a:pt x="0" y="2"/>
                    <a:pt x="0" y="3"/>
                  </a:cubicBezTo>
                  <a:lnTo>
                    <a:pt x="0" y="4"/>
                  </a:lnTo>
                  <a:cubicBezTo>
                    <a:pt x="7" y="27"/>
                    <a:pt x="10" y="51"/>
                    <a:pt x="10" y="75"/>
                  </a:cubicBezTo>
                  <a:cubicBezTo>
                    <a:pt x="10" y="86"/>
                    <a:pt x="9" y="96"/>
                    <a:pt x="8" y="107"/>
                  </a:cubicBezTo>
                  <a:cubicBezTo>
                    <a:pt x="8" y="112"/>
                    <a:pt x="8" y="117"/>
                    <a:pt x="8" y="122"/>
                  </a:cubicBezTo>
                  <a:cubicBezTo>
                    <a:pt x="8" y="158"/>
                    <a:pt x="9" y="194"/>
                    <a:pt x="13" y="229"/>
                  </a:cubicBezTo>
                  <a:cubicBezTo>
                    <a:pt x="18" y="307"/>
                    <a:pt x="27" y="385"/>
                    <a:pt x="40" y="462"/>
                  </a:cubicBezTo>
                  <a:cubicBezTo>
                    <a:pt x="40" y="463"/>
                    <a:pt x="41" y="463"/>
                    <a:pt x="41" y="464"/>
                  </a:cubicBezTo>
                  <a:cubicBezTo>
                    <a:pt x="42" y="465"/>
                    <a:pt x="42" y="465"/>
                    <a:pt x="42" y="466"/>
                  </a:cubicBezTo>
                  <a:cubicBezTo>
                    <a:pt x="43" y="467"/>
                    <a:pt x="44" y="466"/>
                    <a:pt x="44" y="466"/>
                  </a:cubicBezTo>
                  <a:cubicBezTo>
                    <a:pt x="45" y="466"/>
                    <a:pt x="46" y="466"/>
                    <a:pt x="46" y="466"/>
                  </a:cubicBezTo>
                  <a:cubicBezTo>
                    <a:pt x="47" y="465"/>
                    <a:pt x="48" y="465"/>
                    <a:pt x="48" y="464"/>
                  </a:cubicBezTo>
                  <a:cubicBezTo>
                    <a:pt x="48" y="463"/>
                    <a:pt x="48" y="463"/>
                    <a:pt x="48" y="462"/>
                  </a:cubicBezTo>
                  <a:cubicBezTo>
                    <a:pt x="65" y="381"/>
                    <a:pt x="32" y="293"/>
                    <a:pt x="26" y="212"/>
                  </a:cubicBezTo>
                  <a:cubicBezTo>
                    <a:pt x="24" y="168"/>
                    <a:pt x="21" y="123"/>
                    <a:pt x="18"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1"/>
            <p:cNvSpPr/>
            <p:nvPr/>
          </p:nvSpPr>
          <p:spPr>
            <a:xfrm>
              <a:off x="20000115" y="2809080"/>
              <a:ext cx="6120" cy="18360"/>
            </a:xfrm>
            <a:custGeom>
              <a:rect b="b" l="l" r="r" t="t"/>
              <a:pathLst>
                <a:path extrusionOk="0" h="51" w="17">
                  <a:moveTo>
                    <a:pt x="6" y="1"/>
                  </a:moveTo>
                  <a:cubicBezTo>
                    <a:pt x="2" y="8"/>
                    <a:pt x="0" y="16"/>
                    <a:pt x="0" y="25"/>
                  </a:cubicBezTo>
                  <a:cubicBezTo>
                    <a:pt x="0" y="33"/>
                    <a:pt x="2" y="41"/>
                    <a:pt x="6" y="48"/>
                  </a:cubicBezTo>
                  <a:cubicBezTo>
                    <a:pt x="6" y="49"/>
                    <a:pt x="6" y="49"/>
                    <a:pt x="6" y="49"/>
                  </a:cubicBezTo>
                  <a:cubicBezTo>
                    <a:pt x="6" y="49"/>
                    <a:pt x="6" y="50"/>
                    <a:pt x="7" y="50"/>
                  </a:cubicBezTo>
                  <a:lnTo>
                    <a:pt x="8" y="50"/>
                  </a:lnTo>
                  <a:cubicBezTo>
                    <a:pt x="9" y="50"/>
                    <a:pt x="9" y="50"/>
                    <a:pt x="10" y="50"/>
                  </a:cubicBezTo>
                  <a:lnTo>
                    <a:pt x="11" y="49"/>
                  </a:lnTo>
                  <a:lnTo>
                    <a:pt x="11" y="48"/>
                  </a:lnTo>
                  <a:cubicBezTo>
                    <a:pt x="15" y="41"/>
                    <a:pt x="16" y="32"/>
                    <a:pt x="16" y="24"/>
                  </a:cubicBezTo>
                  <a:cubicBezTo>
                    <a:pt x="16" y="15"/>
                    <a:pt x="15" y="8"/>
                    <a:pt x="11" y="0"/>
                  </a:cubicBezTo>
                  <a:cubicBezTo>
                    <a:pt x="10" y="0"/>
                    <a:pt x="9" y="0"/>
                    <a:pt x="9" y="0"/>
                  </a:cubicBezTo>
                  <a:cubicBezTo>
                    <a:pt x="8" y="0"/>
                    <a:pt x="7" y="0"/>
                    <a:pt x="7" y="0"/>
                  </a:cubicBezTo>
                  <a:cubicBezTo>
                    <a:pt x="6" y="0"/>
                    <a:pt x="6" y="1"/>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1"/>
            <p:cNvSpPr/>
            <p:nvPr/>
          </p:nvSpPr>
          <p:spPr>
            <a:xfrm>
              <a:off x="19909395" y="3155400"/>
              <a:ext cx="7200" cy="28440"/>
            </a:xfrm>
            <a:custGeom>
              <a:rect b="b" l="l" r="r" t="t"/>
              <a:pathLst>
                <a:path extrusionOk="0" h="79" w="20">
                  <a:moveTo>
                    <a:pt x="8" y="75"/>
                  </a:moveTo>
                  <a:cubicBezTo>
                    <a:pt x="10" y="71"/>
                    <a:pt x="11" y="66"/>
                    <a:pt x="12" y="63"/>
                  </a:cubicBezTo>
                  <a:cubicBezTo>
                    <a:pt x="13" y="59"/>
                    <a:pt x="18" y="56"/>
                    <a:pt x="19" y="50"/>
                  </a:cubicBezTo>
                  <a:cubicBezTo>
                    <a:pt x="19" y="46"/>
                    <a:pt x="19" y="42"/>
                    <a:pt x="19" y="38"/>
                  </a:cubicBezTo>
                  <a:cubicBezTo>
                    <a:pt x="19" y="27"/>
                    <a:pt x="17" y="15"/>
                    <a:pt x="14" y="4"/>
                  </a:cubicBezTo>
                  <a:cubicBezTo>
                    <a:pt x="14" y="3"/>
                    <a:pt x="15" y="3"/>
                    <a:pt x="14" y="2"/>
                  </a:cubicBezTo>
                  <a:cubicBezTo>
                    <a:pt x="13" y="1"/>
                    <a:pt x="13" y="2"/>
                    <a:pt x="12" y="1"/>
                  </a:cubicBezTo>
                  <a:cubicBezTo>
                    <a:pt x="11" y="0"/>
                    <a:pt x="10" y="0"/>
                    <a:pt x="10" y="0"/>
                  </a:cubicBezTo>
                  <a:cubicBezTo>
                    <a:pt x="9" y="0"/>
                    <a:pt x="8" y="0"/>
                    <a:pt x="7" y="1"/>
                  </a:cubicBezTo>
                  <a:cubicBezTo>
                    <a:pt x="6" y="2"/>
                    <a:pt x="6" y="1"/>
                    <a:pt x="5" y="2"/>
                  </a:cubicBezTo>
                  <a:cubicBezTo>
                    <a:pt x="4" y="3"/>
                    <a:pt x="5" y="3"/>
                    <a:pt x="5" y="4"/>
                  </a:cubicBezTo>
                  <a:cubicBezTo>
                    <a:pt x="2" y="15"/>
                    <a:pt x="0" y="26"/>
                    <a:pt x="0" y="38"/>
                  </a:cubicBezTo>
                  <a:cubicBezTo>
                    <a:pt x="0" y="40"/>
                    <a:pt x="0" y="41"/>
                    <a:pt x="0" y="43"/>
                  </a:cubicBezTo>
                  <a:cubicBezTo>
                    <a:pt x="0" y="45"/>
                    <a:pt x="0" y="48"/>
                    <a:pt x="0" y="50"/>
                  </a:cubicBezTo>
                  <a:cubicBezTo>
                    <a:pt x="0" y="58"/>
                    <a:pt x="1" y="66"/>
                    <a:pt x="4" y="74"/>
                  </a:cubicBezTo>
                  <a:cubicBezTo>
                    <a:pt x="4" y="77"/>
                    <a:pt x="8" y="78"/>
                    <a:pt x="8"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1"/>
            <p:cNvSpPr/>
            <p:nvPr/>
          </p:nvSpPr>
          <p:spPr>
            <a:xfrm>
              <a:off x="20034675" y="3070080"/>
              <a:ext cx="7560" cy="28440"/>
            </a:xfrm>
            <a:custGeom>
              <a:rect b="b" l="l" r="r" t="t"/>
              <a:pathLst>
                <a:path extrusionOk="0" h="79" w="21">
                  <a:moveTo>
                    <a:pt x="6" y="75"/>
                  </a:moveTo>
                  <a:cubicBezTo>
                    <a:pt x="6" y="76"/>
                    <a:pt x="6" y="75"/>
                    <a:pt x="7" y="76"/>
                  </a:cubicBezTo>
                  <a:cubicBezTo>
                    <a:pt x="8" y="76"/>
                    <a:pt x="7" y="77"/>
                    <a:pt x="8" y="78"/>
                  </a:cubicBezTo>
                  <a:cubicBezTo>
                    <a:pt x="8" y="78"/>
                    <a:pt x="9" y="78"/>
                    <a:pt x="10" y="78"/>
                  </a:cubicBezTo>
                  <a:cubicBezTo>
                    <a:pt x="10" y="78"/>
                    <a:pt x="11" y="78"/>
                    <a:pt x="12" y="78"/>
                  </a:cubicBezTo>
                  <a:cubicBezTo>
                    <a:pt x="13" y="77"/>
                    <a:pt x="13" y="77"/>
                    <a:pt x="13" y="76"/>
                  </a:cubicBezTo>
                  <a:lnTo>
                    <a:pt x="13" y="75"/>
                  </a:lnTo>
                  <a:cubicBezTo>
                    <a:pt x="16" y="69"/>
                    <a:pt x="18" y="62"/>
                    <a:pt x="19" y="56"/>
                  </a:cubicBezTo>
                  <a:cubicBezTo>
                    <a:pt x="20" y="51"/>
                    <a:pt x="20" y="46"/>
                    <a:pt x="20" y="41"/>
                  </a:cubicBezTo>
                  <a:cubicBezTo>
                    <a:pt x="20" y="36"/>
                    <a:pt x="20" y="31"/>
                    <a:pt x="19" y="27"/>
                  </a:cubicBezTo>
                  <a:cubicBezTo>
                    <a:pt x="19" y="18"/>
                    <a:pt x="17" y="6"/>
                    <a:pt x="8" y="2"/>
                  </a:cubicBezTo>
                  <a:cubicBezTo>
                    <a:pt x="5" y="0"/>
                    <a:pt x="3" y="4"/>
                    <a:pt x="4" y="7"/>
                  </a:cubicBezTo>
                  <a:cubicBezTo>
                    <a:pt x="7" y="17"/>
                    <a:pt x="2" y="28"/>
                    <a:pt x="0" y="39"/>
                  </a:cubicBezTo>
                  <a:cubicBezTo>
                    <a:pt x="0" y="41"/>
                    <a:pt x="0" y="43"/>
                    <a:pt x="0" y="45"/>
                  </a:cubicBezTo>
                  <a:cubicBezTo>
                    <a:pt x="0" y="50"/>
                    <a:pt x="1" y="56"/>
                    <a:pt x="2" y="61"/>
                  </a:cubicBezTo>
                  <a:cubicBezTo>
                    <a:pt x="3" y="66"/>
                    <a:pt x="4" y="71"/>
                    <a:pt x="6"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1"/>
            <p:cNvSpPr/>
            <p:nvPr/>
          </p:nvSpPr>
          <p:spPr>
            <a:xfrm>
              <a:off x="19589355" y="2817720"/>
              <a:ext cx="16200" cy="59040"/>
            </a:xfrm>
            <a:custGeom>
              <a:rect b="b" l="l" r="r" t="t"/>
              <a:pathLst>
                <a:path extrusionOk="0" h="164" w="45">
                  <a:moveTo>
                    <a:pt x="23" y="160"/>
                  </a:moveTo>
                  <a:cubicBezTo>
                    <a:pt x="37" y="142"/>
                    <a:pt x="29" y="128"/>
                    <a:pt x="32" y="104"/>
                  </a:cubicBezTo>
                  <a:lnTo>
                    <a:pt x="32" y="99"/>
                  </a:lnTo>
                  <a:cubicBezTo>
                    <a:pt x="33" y="92"/>
                    <a:pt x="35" y="85"/>
                    <a:pt x="37" y="79"/>
                  </a:cubicBezTo>
                  <a:cubicBezTo>
                    <a:pt x="38" y="76"/>
                    <a:pt x="38" y="73"/>
                    <a:pt x="38" y="69"/>
                  </a:cubicBezTo>
                  <a:cubicBezTo>
                    <a:pt x="38" y="66"/>
                    <a:pt x="38" y="63"/>
                    <a:pt x="37" y="59"/>
                  </a:cubicBezTo>
                  <a:cubicBezTo>
                    <a:pt x="37" y="50"/>
                    <a:pt x="39" y="40"/>
                    <a:pt x="42" y="31"/>
                  </a:cubicBezTo>
                  <a:cubicBezTo>
                    <a:pt x="43" y="27"/>
                    <a:pt x="44" y="23"/>
                    <a:pt x="44" y="20"/>
                  </a:cubicBezTo>
                  <a:cubicBezTo>
                    <a:pt x="44" y="14"/>
                    <a:pt x="43" y="8"/>
                    <a:pt x="40" y="3"/>
                  </a:cubicBezTo>
                  <a:lnTo>
                    <a:pt x="39" y="2"/>
                  </a:lnTo>
                  <a:cubicBezTo>
                    <a:pt x="39" y="1"/>
                    <a:pt x="39" y="1"/>
                    <a:pt x="38" y="0"/>
                  </a:cubicBezTo>
                  <a:cubicBezTo>
                    <a:pt x="37" y="0"/>
                    <a:pt x="36" y="0"/>
                    <a:pt x="36" y="0"/>
                  </a:cubicBezTo>
                  <a:cubicBezTo>
                    <a:pt x="35" y="0"/>
                    <a:pt x="35" y="0"/>
                    <a:pt x="34" y="0"/>
                  </a:cubicBezTo>
                  <a:cubicBezTo>
                    <a:pt x="33" y="1"/>
                    <a:pt x="33" y="1"/>
                    <a:pt x="33" y="2"/>
                  </a:cubicBezTo>
                  <a:cubicBezTo>
                    <a:pt x="23" y="26"/>
                    <a:pt x="22" y="55"/>
                    <a:pt x="13" y="78"/>
                  </a:cubicBezTo>
                  <a:cubicBezTo>
                    <a:pt x="4" y="101"/>
                    <a:pt x="0" y="142"/>
                    <a:pt x="15" y="161"/>
                  </a:cubicBezTo>
                  <a:lnTo>
                    <a:pt x="16" y="162"/>
                  </a:lnTo>
                  <a:cubicBezTo>
                    <a:pt x="17" y="162"/>
                    <a:pt x="18" y="163"/>
                    <a:pt x="19" y="163"/>
                  </a:cubicBezTo>
                  <a:cubicBezTo>
                    <a:pt x="20" y="163"/>
                    <a:pt x="20" y="163"/>
                    <a:pt x="21" y="162"/>
                  </a:cubicBezTo>
                  <a:cubicBezTo>
                    <a:pt x="22" y="162"/>
                    <a:pt x="22" y="161"/>
                    <a:pt x="23"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1"/>
            <p:cNvSpPr/>
            <p:nvPr/>
          </p:nvSpPr>
          <p:spPr>
            <a:xfrm>
              <a:off x="19286235" y="1778760"/>
              <a:ext cx="1137960" cy="1684440"/>
            </a:xfrm>
            <a:custGeom>
              <a:rect b="b" l="l" r="r" t="t"/>
              <a:pathLst>
                <a:path extrusionOk="0" h="4679" w="3161">
                  <a:moveTo>
                    <a:pt x="3007" y="2053"/>
                  </a:moveTo>
                  <a:cubicBezTo>
                    <a:pt x="3017" y="2039"/>
                    <a:pt x="3029" y="2026"/>
                    <a:pt x="3045" y="2018"/>
                  </a:cubicBezTo>
                  <a:cubicBezTo>
                    <a:pt x="3046" y="2017"/>
                    <a:pt x="3048" y="2016"/>
                    <a:pt x="3050" y="2015"/>
                  </a:cubicBezTo>
                  <a:cubicBezTo>
                    <a:pt x="3051" y="2016"/>
                    <a:pt x="3052" y="2017"/>
                    <a:pt x="3054" y="2018"/>
                  </a:cubicBezTo>
                  <a:cubicBezTo>
                    <a:pt x="3057" y="2020"/>
                    <a:pt x="3061" y="2021"/>
                    <a:pt x="3065" y="2021"/>
                  </a:cubicBezTo>
                  <a:cubicBezTo>
                    <a:pt x="3160" y="2031"/>
                    <a:pt x="3106" y="1908"/>
                    <a:pt x="3082" y="1866"/>
                  </a:cubicBezTo>
                  <a:cubicBezTo>
                    <a:pt x="3081" y="1866"/>
                    <a:pt x="3081" y="1865"/>
                    <a:pt x="3080" y="1865"/>
                  </a:cubicBezTo>
                  <a:lnTo>
                    <a:pt x="3079" y="1864"/>
                  </a:lnTo>
                  <a:cubicBezTo>
                    <a:pt x="3078" y="1864"/>
                    <a:pt x="3077" y="1865"/>
                    <a:pt x="3077" y="1865"/>
                  </a:cubicBezTo>
                  <a:cubicBezTo>
                    <a:pt x="3076" y="1865"/>
                    <a:pt x="3076" y="1866"/>
                    <a:pt x="3076" y="1866"/>
                  </a:cubicBezTo>
                  <a:cubicBezTo>
                    <a:pt x="3075" y="1867"/>
                    <a:pt x="3075" y="1867"/>
                    <a:pt x="3075" y="1868"/>
                  </a:cubicBezTo>
                  <a:lnTo>
                    <a:pt x="3075" y="1869"/>
                  </a:lnTo>
                  <a:cubicBezTo>
                    <a:pt x="3082" y="1886"/>
                    <a:pt x="3087" y="1903"/>
                    <a:pt x="3092" y="1921"/>
                  </a:cubicBezTo>
                  <a:cubicBezTo>
                    <a:pt x="3092" y="1923"/>
                    <a:pt x="3093" y="1924"/>
                    <a:pt x="3093" y="1926"/>
                  </a:cubicBezTo>
                  <a:lnTo>
                    <a:pt x="3088" y="1922"/>
                  </a:lnTo>
                  <a:cubicBezTo>
                    <a:pt x="3080" y="1914"/>
                    <a:pt x="3073" y="1906"/>
                    <a:pt x="3065" y="1898"/>
                  </a:cubicBezTo>
                  <a:cubicBezTo>
                    <a:pt x="3062" y="1860"/>
                    <a:pt x="3065" y="1822"/>
                    <a:pt x="3060" y="1783"/>
                  </a:cubicBezTo>
                  <a:cubicBezTo>
                    <a:pt x="3049" y="1703"/>
                    <a:pt x="3052" y="1624"/>
                    <a:pt x="3032" y="1544"/>
                  </a:cubicBezTo>
                  <a:cubicBezTo>
                    <a:pt x="3014" y="1468"/>
                    <a:pt x="3016" y="1389"/>
                    <a:pt x="2996" y="1314"/>
                  </a:cubicBezTo>
                  <a:cubicBezTo>
                    <a:pt x="2985" y="1271"/>
                    <a:pt x="2979" y="1228"/>
                    <a:pt x="2967" y="1186"/>
                  </a:cubicBezTo>
                  <a:cubicBezTo>
                    <a:pt x="2960" y="1160"/>
                    <a:pt x="2942" y="1144"/>
                    <a:pt x="2938" y="1116"/>
                  </a:cubicBezTo>
                  <a:cubicBezTo>
                    <a:pt x="2938" y="1114"/>
                    <a:pt x="2937" y="1113"/>
                    <a:pt x="2936" y="1111"/>
                  </a:cubicBezTo>
                  <a:cubicBezTo>
                    <a:pt x="2935" y="1108"/>
                    <a:pt x="2932" y="1106"/>
                    <a:pt x="2930" y="1105"/>
                  </a:cubicBezTo>
                  <a:cubicBezTo>
                    <a:pt x="2924" y="1090"/>
                    <a:pt x="2918" y="1075"/>
                    <a:pt x="2912" y="1061"/>
                  </a:cubicBezTo>
                  <a:cubicBezTo>
                    <a:pt x="2886" y="1005"/>
                    <a:pt x="2850" y="951"/>
                    <a:pt x="2829" y="893"/>
                  </a:cubicBezTo>
                  <a:cubicBezTo>
                    <a:pt x="2809" y="838"/>
                    <a:pt x="2765" y="789"/>
                    <a:pt x="2733" y="742"/>
                  </a:cubicBezTo>
                  <a:cubicBezTo>
                    <a:pt x="2691" y="681"/>
                    <a:pt x="2646" y="623"/>
                    <a:pt x="2599" y="567"/>
                  </a:cubicBezTo>
                  <a:cubicBezTo>
                    <a:pt x="2569" y="529"/>
                    <a:pt x="2536" y="496"/>
                    <a:pt x="2498" y="467"/>
                  </a:cubicBezTo>
                  <a:cubicBezTo>
                    <a:pt x="2439" y="428"/>
                    <a:pt x="2399" y="363"/>
                    <a:pt x="2345" y="318"/>
                  </a:cubicBezTo>
                  <a:cubicBezTo>
                    <a:pt x="2321" y="298"/>
                    <a:pt x="2301" y="274"/>
                    <a:pt x="2279" y="253"/>
                  </a:cubicBezTo>
                  <a:cubicBezTo>
                    <a:pt x="2252" y="227"/>
                    <a:pt x="2221" y="208"/>
                    <a:pt x="2195" y="182"/>
                  </a:cubicBezTo>
                  <a:cubicBezTo>
                    <a:pt x="2168" y="156"/>
                    <a:pt x="2141" y="119"/>
                    <a:pt x="2100" y="120"/>
                  </a:cubicBezTo>
                  <a:lnTo>
                    <a:pt x="2098" y="120"/>
                  </a:lnTo>
                  <a:cubicBezTo>
                    <a:pt x="2096" y="82"/>
                    <a:pt x="2089" y="45"/>
                    <a:pt x="2075" y="10"/>
                  </a:cubicBezTo>
                  <a:lnTo>
                    <a:pt x="2075" y="9"/>
                  </a:lnTo>
                  <a:cubicBezTo>
                    <a:pt x="2075" y="9"/>
                    <a:pt x="2074" y="9"/>
                    <a:pt x="2074" y="8"/>
                  </a:cubicBezTo>
                  <a:lnTo>
                    <a:pt x="2073" y="8"/>
                  </a:lnTo>
                  <a:cubicBezTo>
                    <a:pt x="2072" y="6"/>
                    <a:pt x="2070" y="5"/>
                    <a:pt x="2069" y="4"/>
                  </a:cubicBezTo>
                  <a:cubicBezTo>
                    <a:pt x="2067" y="3"/>
                    <a:pt x="2065" y="3"/>
                    <a:pt x="2064" y="3"/>
                  </a:cubicBezTo>
                  <a:cubicBezTo>
                    <a:pt x="2063" y="3"/>
                    <a:pt x="2063" y="3"/>
                    <a:pt x="2063" y="3"/>
                  </a:cubicBezTo>
                  <a:cubicBezTo>
                    <a:pt x="1982" y="8"/>
                    <a:pt x="1908" y="51"/>
                    <a:pt x="1828" y="50"/>
                  </a:cubicBezTo>
                  <a:cubicBezTo>
                    <a:pt x="1742" y="50"/>
                    <a:pt x="1660" y="18"/>
                    <a:pt x="1576" y="3"/>
                  </a:cubicBezTo>
                  <a:cubicBezTo>
                    <a:pt x="1558" y="1"/>
                    <a:pt x="1540" y="0"/>
                    <a:pt x="1522" y="0"/>
                  </a:cubicBezTo>
                  <a:cubicBezTo>
                    <a:pt x="1499" y="0"/>
                    <a:pt x="1477" y="1"/>
                    <a:pt x="1455" y="4"/>
                  </a:cubicBezTo>
                  <a:cubicBezTo>
                    <a:pt x="1445" y="3"/>
                    <a:pt x="1436" y="3"/>
                    <a:pt x="1426" y="3"/>
                  </a:cubicBezTo>
                  <a:cubicBezTo>
                    <a:pt x="1416" y="3"/>
                    <a:pt x="1407" y="3"/>
                    <a:pt x="1397" y="4"/>
                  </a:cubicBezTo>
                  <a:cubicBezTo>
                    <a:pt x="1373" y="10"/>
                    <a:pt x="1349" y="14"/>
                    <a:pt x="1324" y="15"/>
                  </a:cubicBezTo>
                  <a:cubicBezTo>
                    <a:pt x="1279" y="13"/>
                    <a:pt x="1235" y="18"/>
                    <a:pt x="1189" y="13"/>
                  </a:cubicBezTo>
                  <a:cubicBezTo>
                    <a:pt x="1155" y="9"/>
                    <a:pt x="1097" y="5"/>
                    <a:pt x="1068" y="25"/>
                  </a:cubicBezTo>
                  <a:cubicBezTo>
                    <a:pt x="1067" y="25"/>
                    <a:pt x="1067" y="26"/>
                    <a:pt x="1066" y="27"/>
                  </a:cubicBezTo>
                  <a:cubicBezTo>
                    <a:pt x="1065" y="28"/>
                    <a:pt x="1066" y="29"/>
                    <a:pt x="1066" y="30"/>
                  </a:cubicBezTo>
                  <a:cubicBezTo>
                    <a:pt x="1066" y="30"/>
                    <a:pt x="1066" y="31"/>
                    <a:pt x="1066" y="32"/>
                  </a:cubicBezTo>
                  <a:cubicBezTo>
                    <a:pt x="1046" y="58"/>
                    <a:pt x="1045" y="102"/>
                    <a:pt x="1044" y="132"/>
                  </a:cubicBezTo>
                  <a:cubicBezTo>
                    <a:pt x="1044" y="136"/>
                    <a:pt x="1044" y="139"/>
                    <a:pt x="1044" y="142"/>
                  </a:cubicBezTo>
                  <a:cubicBezTo>
                    <a:pt x="1044" y="142"/>
                    <a:pt x="1043" y="142"/>
                    <a:pt x="1042" y="142"/>
                  </a:cubicBezTo>
                  <a:cubicBezTo>
                    <a:pt x="1040" y="142"/>
                    <a:pt x="1037" y="143"/>
                    <a:pt x="1035" y="144"/>
                  </a:cubicBezTo>
                  <a:cubicBezTo>
                    <a:pt x="1033" y="145"/>
                    <a:pt x="1031" y="147"/>
                    <a:pt x="1030" y="149"/>
                  </a:cubicBezTo>
                  <a:cubicBezTo>
                    <a:pt x="1029" y="150"/>
                    <a:pt x="1029" y="151"/>
                    <a:pt x="1029" y="152"/>
                  </a:cubicBezTo>
                  <a:cubicBezTo>
                    <a:pt x="1021" y="169"/>
                    <a:pt x="991" y="197"/>
                    <a:pt x="979" y="212"/>
                  </a:cubicBezTo>
                  <a:cubicBezTo>
                    <a:pt x="964" y="230"/>
                    <a:pt x="950" y="250"/>
                    <a:pt x="935" y="268"/>
                  </a:cubicBezTo>
                  <a:cubicBezTo>
                    <a:pt x="916" y="290"/>
                    <a:pt x="896" y="310"/>
                    <a:pt x="876" y="329"/>
                  </a:cubicBezTo>
                  <a:cubicBezTo>
                    <a:pt x="857" y="351"/>
                    <a:pt x="836" y="371"/>
                    <a:pt x="814" y="388"/>
                  </a:cubicBezTo>
                  <a:cubicBezTo>
                    <a:pt x="792" y="401"/>
                    <a:pt x="772" y="415"/>
                    <a:pt x="753" y="432"/>
                  </a:cubicBezTo>
                  <a:cubicBezTo>
                    <a:pt x="731" y="453"/>
                    <a:pt x="707" y="471"/>
                    <a:pt x="681" y="486"/>
                  </a:cubicBezTo>
                  <a:cubicBezTo>
                    <a:pt x="668" y="494"/>
                    <a:pt x="643" y="504"/>
                    <a:pt x="634" y="517"/>
                  </a:cubicBezTo>
                  <a:cubicBezTo>
                    <a:pt x="614" y="549"/>
                    <a:pt x="581" y="568"/>
                    <a:pt x="562" y="600"/>
                  </a:cubicBezTo>
                  <a:cubicBezTo>
                    <a:pt x="536" y="643"/>
                    <a:pt x="482" y="679"/>
                    <a:pt x="445" y="713"/>
                  </a:cubicBezTo>
                  <a:cubicBezTo>
                    <a:pt x="425" y="731"/>
                    <a:pt x="408" y="752"/>
                    <a:pt x="388" y="770"/>
                  </a:cubicBezTo>
                  <a:cubicBezTo>
                    <a:pt x="375" y="783"/>
                    <a:pt x="353" y="796"/>
                    <a:pt x="345" y="812"/>
                  </a:cubicBezTo>
                  <a:cubicBezTo>
                    <a:pt x="320" y="865"/>
                    <a:pt x="289" y="916"/>
                    <a:pt x="260" y="966"/>
                  </a:cubicBezTo>
                  <a:cubicBezTo>
                    <a:pt x="234" y="1009"/>
                    <a:pt x="233" y="1065"/>
                    <a:pt x="208" y="1108"/>
                  </a:cubicBezTo>
                  <a:cubicBezTo>
                    <a:pt x="188" y="1144"/>
                    <a:pt x="181" y="1190"/>
                    <a:pt x="169" y="1228"/>
                  </a:cubicBezTo>
                  <a:cubicBezTo>
                    <a:pt x="141" y="1317"/>
                    <a:pt x="132" y="1413"/>
                    <a:pt x="119" y="1505"/>
                  </a:cubicBezTo>
                  <a:cubicBezTo>
                    <a:pt x="112" y="1548"/>
                    <a:pt x="105" y="1595"/>
                    <a:pt x="102" y="1638"/>
                  </a:cubicBezTo>
                  <a:cubicBezTo>
                    <a:pt x="99" y="1685"/>
                    <a:pt x="90" y="1736"/>
                    <a:pt x="90" y="1783"/>
                  </a:cubicBezTo>
                  <a:lnTo>
                    <a:pt x="89" y="1782"/>
                  </a:lnTo>
                  <a:cubicBezTo>
                    <a:pt x="88" y="1782"/>
                    <a:pt x="86" y="1781"/>
                    <a:pt x="85" y="1781"/>
                  </a:cubicBezTo>
                  <a:cubicBezTo>
                    <a:pt x="83" y="1781"/>
                    <a:pt x="83" y="1781"/>
                    <a:pt x="82" y="1782"/>
                  </a:cubicBezTo>
                  <a:cubicBezTo>
                    <a:pt x="81" y="1782"/>
                    <a:pt x="81" y="1784"/>
                    <a:pt x="80" y="1785"/>
                  </a:cubicBezTo>
                  <a:cubicBezTo>
                    <a:pt x="79" y="1786"/>
                    <a:pt x="79" y="1786"/>
                    <a:pt x="79" y="1787"/>
                  </a:cubicBezTo>
                  <a:cubicBezTo>
                    <a:pt x="75" y="1803"/>
                    <a:pt x="69" y="1820"/>
                    <a:pt x="61" y="1835"/>
                  </a:cubicBezTo>
                  <a:cubicBezTo>
                    <a:pt x="39" y="1844"/>
                    <a:pt x="20" y="1859"/>
                    <a:pt x="25" y="1883"/>
                  </a:cubicBezTo>
                  <a:cubicBezTo>
                    <a:pt x="27" y="1891"/>
                    <a:pt x="30" y="1900"/>
                    <a:pt x="34" y="1907"/>
                  </a:cubicBezTo>
                  <a:cubicBezTo>
                    <a:pt x="21" y="1950"/>
                    <a:pt x="22" y="1986"/>
                    <a:pt x="68" y="1981"/>
                  </a:cubicBezTo>
                  <a:cubicBezTo>
                    <a:pt x="74" y="1981"/>
                    <a:pt x="80" y="1979"/>
                    <a:pt x="85" y="1976"/>
                  </a:cubicBezTo>
                  <a:cubicBezTo>
                    <a:pt x="88" y="1974"/>
                    <a:pt x="91" y="1972"/>
                    <a:pt x="93" y="1969"/>
                  </a:cubicBezTo>
                  <a:cubicBezTo>
                    <a:pt x="101" y="1973"/>
                    <a:pt x="112" y="1979"/>
                    <a:pt x="113" y="1983"/>
                  </a:cubicBezTo>
                  <a:cubicBezTo>
                    <a:pt x="113" y="1984"/>
                    <a:pt x="113" y="1984"/>
                    <a:pt x="114" y="1985"/>
                  </a:cubicBezTo>
                  <a:cubicBezTo>
                    <a:pt x="114" y="1986"/>
                    <a:pt x="115" y="1986"/>
                    <a:pt x="117" y="1987"/>
                  </a:cubicBezTo>
                  <a:cubicBezTo>
                    <a:pt x="118" y="1987"/>
                    <a:pt x="118" y="1988"/>
                    <a:pt x="119" y="1988"/>
                  </a:cubicBezTo>
                  <a:cubicBezTo>
                    <a:pt x="119" y="2018"/>
                    <a:pt x="122" y="2047"/>
                    <a:pt x="126" y="2075"/>
                  </a:cubicBezTo>
                  <a:cubicBezTo>
                    <a:pt x="134" y="2123"/>
                    <a:pt x="126" y="2174"/>
                    <a:pt x="127" y="2223"/>
                  </a:cubicBezTo>
                  <a:cubicBezTo>
                    <a:pt x="126" y="2271"/>
                    <a:pt x="122" y="2318"/>
                    <a:pt x="113" y="2366"/>
                  </a:cubicBezTo>
                  <a:cubicBezTo>
                    <a:pt x="109" y="2398"/>
                    <a:pt x="102" y="2430"/>
                    <a:pt x="101" y="2462"/>
                  </a:cubicBezTo>
                  <a:cubicBezTo>
                    <a:pt x="99" y="2508"/>
                    <a:pt x="83" y="2554"/>
                    <a:pt x="83" y="2601"/>
                  </a:cubicBezTo>
                  <a:cubicBezTo>
                    <a:pt x="83" y="2635"/>
                    <a:pt x="77" y="2669"/>
                    <a:pt x="76" y="2703"/>
                  </a:cubicBezTo>
                  <a:cubicBezTo>
                    <a:pt x="74" y="2744"/>
                    <a:pt x="76" y="2784"/>
                    <a:pt x="74" y="2826"/>
                  </a:cubicBezTo>
                  <a:cubicBezTo>
                    <a:pt x="21" y="2865"/>
                    <a:pt x="40" y="2928"/>
                    <a:pt x="80" y="2986"/>
                  </a:cubicBezTo>
                  <a:cubicBezTo>
                    <a:pt x="80" y="2986"/>
                    <a:pt x="80" y="2987"/>
                    <a:pt x="80" y="2988"/>
                  </a:cubicBezTo>
                  <a:cubicBezTo>
                    <a:pt x="81" y="2989"/>
                    <a:pt x="81" y="2989"/>
                    <a:pt x="82" y="2990"/>
                  </a:cubicBezTo>
                  <a:lnTo>
                    <a:pt x="82" y="2991"/>
                  </a:lnTo>
                  <a:cubicBezTo>
                    <a:pt x="69" y="2999"/>
                    <a:pt x="66" y="3136"/>
                    <a:pt x="65" y="3153"/>
                  </a:cubicBezTo>
                  <a:cubicBezTo>
                    <a:pt x="62" y="3217"/>
                    <a:pt x="65" y="3279"/>
                    <a:pt x="57" y="3342"/>
                  </a:cubicBezTo>
                  <a:cubicBezTo>
                    <a:pt x="49" y="3400"/>
                    <a:pt x="56" y="3463"/>
                    <a:pt x="43" y="3519"/>
                  </a:cubicBezTo>
                  <a:cubicBezTo>
                    <a:pt x="35" y="3560"/>
                    <a:pt x="31" y="3601"/>
                    <a:pt x="31" y="3643"/>
                  </a:cubicBezTo>
                  <a:cubicBezTo>
                    <a:pt x="31" y="3647"/>
                    <a:pt x="31" y="3650"/>
                    <a:pt x="31" y="3654"/>
                  </a:cubicBezTo>
                  <a:cubicBezTo>
                    <a:pt x="31" y="3653"/>
                    <a:pt x="30" y="3653"/>
                    <a:pt x="29" y="3653"/>
                  </a:cubicBezTo>
                  <a:cubicBezTo>
                    <a:pt x="28" y="3653"/>
                    <a:pt x="27" y="3653"/>
                    <a:pt x="26" y="3654"/>
                  </a:cubicBezTo>
                  <a:cubicBezTo>
                    <a:pt x="25" y="3654"/>
                    <a:pt x="25" y="3655"/>
                    <a:pt x="24" y="3656"/>
                  </a:cubicBezTo>
                  <a:lnTo>
                    <a:pt x="24" y="3657"/>
                  </a:lnTo>
                  <a:lnTo>
                    <a:pt x="22" y="3661"/>
                  </a:lnTo>
                  <a:cubicBezTo>
                    <a:pt x="0" y="3671"/>
                    <a:pt x="6" y="3711"/>
                    <a:pt x="8" y="3730"/>
                  </a:cubicBezTo>
                  <a:cubicBezTo>
                    <a:pt x="11" y="3759"/>
                    <a:pt x="12" y="3788"/>
                    <a:pt x="12" y="3816"/>
                  </a:cubicBezTo>
                  <a:cubicBezTo>
                    <a:pt x="12" y="3858"/>
                    <a:pt x="9" y="3900"/>
                    <a:pt x="4" y="3942"/>
                  </a:cubicBezTo>
                  <a:cubicBezTo>
                    <a:pt x="3" y="3942"/>
                    <a:pt x="3" y="3943"/>
                    <a:pt x="3" y="3944"/>
                  </a:cubicBezTo>
                  <a:cubicBezTo>
                    <a:pt x="3" y="3946"/>
                    <a:pt x="4" y="3947"/>
                    <a:pt x="5" y="3949"/>
                  </a:cubicBezTo>
                  <a:cubicBezTo>
                    <a:pt x="6" y="3950"/>
                    <a:pt x="7" y="3953"/>
                    <a:pt x="9" y="3954"/>
                  </a:cubicBezTo>
                  <a:cubicBezTo>
                    <a:pt x="10" y="3957"/>
                    <a:pt x="12" y="3961"/>
                    <a:pt x="14" y="3964"/>
                  </a:cubicBezTo>
                  <a:cubicBezTo>
                    <a:pt x="16" y="3968"/>
                    <a:pt x="19" y="3972"/>
                    <a:pt x="22" y="3975"/>
                  </a:cubicBezTo>
                  <a:cubicBezTo>
                    <a:pt x="19" y="3994"/>
                    <a:pt x="17" y="4013"/>
                    <a:pt x="16" y="4033"/>
                  </a:cubicBezTo>
                  <a:cubicBezTo>
                    <a:pt x="15" y="4040"/>
                    <a:pt x="15" y="4047"/>
                    <a:pt x="15" y="4055"/>
                  </a:cubicBezTo>
                  <a:cubicBezTo>
                    <a:pt x="15" y="4062"/>
                    <a:pt x="15" y="4070"/>
                    <a:pt x="16" y="4078"/>
                  </a:cubicBezTo>
                  <a:cubicBezTo>
                    <a:pt x="17" y="4079"/>
                    <a:pt x="17" y="4080"/>
                    <a:pt x="18" y="4081"/>
                  </a:cubicBezTo>
                  <a:cubicBezTo>
                    <a:pt x="19" y="4083"/>
                    <a:pt x="21" y="4085"/>
                    <a:pt x="23" y="4086"/>
                  </a:cubicBezTo>
                  <a:cubicBezTo>
                    <a:pt x="24" y="4087"/>
                    <a:pt x="24" y="4087"/>
                    <a:pt x="24" y="4087"/>
                  </a:cubicBezTo>
                  <a:cubicBezTo>
                    <a:pt x="19" y="4104"/>
                    <a:pt x="42" y="4142"/>
                    <a:pt x="48" y="4152"/>
                  </a:cubicBezTo>
                  <a:cubicBezTo>
                    <a:pt x="73" y="4196"/>
                    <a:pt x="108" y="4233"/>
                    <a:pt x="150" y="4260"/>
                  </a:cubicBezTo>
                  <a:cubicBezTo>
                    <a:pt x="178" y="4278"/>
                    <a:pt x="204" y="4301"/>
                    <a:pt x="232" y="4319"/>
                  </a:cubicBezTo>
                  <a:cubicBezTo>
                    <a:pt x="254" y="4333"/>
                    <a:pt x="280" y="4346"/>
                    <a:pt x="303" y="4360"/>
                  </a:cubicBezTo>
                  <a:cubicBezTo>
                    <a:pt x="303" y="4361"/>
                    <a:pt x="303" y="4362"/>
                    <a:pt x="304" y="4363"/>
                  </a:cubicBezTo>
                  <a:cubicBezTo>
                    <a:pt x="306" y="4365"/>
                    <a:pt x="307" y="4367"/>
                    <a:pt x="310" y="4369"/>
                  </a:cubicBezTo>
                  <a:cubicBezTo>
                    <a:pt x="313" y="4370"/>
                    <a:pt x="316" y="4371"/>
                    <a:pt x="319" y="4371"/>
                  </a:cubicBezTo>
                  <a:lnTo>
                    <a:pt x="320" y="4371"/>
                  </a:lnTo>
                  <a:lnTo>
                    <a:pt x="326" y="4375"/>
                  </a:lnTo>
                  <a:cubicBezTo>
                    <a:pt x="335" y="4381"/>
                    <a:pt x="344" y="4386"/>
                    <a:pt x="353" y="4392"/>
                  </a:cubicBezTo>
                  <a:cubicBezTo>
                    <a:pt x="364" y="4398"/>
                    <a:pt x="376" y="4404"/>
                    <a:pt x="387" y="4409"/>
                  </a:cubicBezTo>
                  <a:lnTo>
                    <a:pt x="394" y="4419"/>
                  </a:lnTo>
                  <a:cubicBezTo>
                    <a:pt x="406" y="4436"/>
                    <a:pt x="421" y="4449"/>
                    <a:pt x="439" y="4460"/>
                  </a:cubicBezTo>
                  <a:cubicBezTo>
                    <a:pt x="440" y="4460"/>
                    <a:pt x="442" y="4461"/>
                    <a:pt x="443" y="4462"/>
                  </a:cubicBezTo>
                  <a:cubicBezTo>
                    <a:pt x="488" y="4489"/>
                    <a:pt x="518" y="4521"/>
                    <a:pt x="570" y="4534"/>
                  </a:cubicBezTo>
                  <a:cubicBezTo>
                    <a:pt x="653" y="4552"/>
                    <a:pt x="729" y="4589"/>
                    <a:pt x="812" y="4609"/>
                  </a:cubicBezTo>
                  <a:cubicBezTo>
                    <a:pt x="875" y="4624"/>
                    <a:pt x="939" y="4633"/>
                    <a:pt x="1004" y="4637"/>
                  </a:cubicBezTo>
                  <a:cubicBezTo>
                    <a:pt x="1036" y="4640"/>
                    <a:pt x="1084" y="4652"/>
                    <a:pt x="1118" y="4641"/>
                  </a:cubicBezTo>
                  <a:cubicBezTo>
                    <a:pt x="1120" y="4641"/>
                    <a:pt x="1123" y="4641"/>
                    <a:pt x="1126" y="4641"/>
                  </a:cubicBezTo>
                  <a:cubicBezTo>
                    <a:pt x="1134" y="4641"/>
                    <a:pt x="1141" y="4638"/>
                    <a:pt x="1148" y="4635"/>
                  </a:cubicBezTo>
                  <a:cubicBezTo>
                    <a:pt x="1150" y="4634"/>
                    <a:pt x="1151" y="4634"/>
                    <a:pt x="1152" y="4633"/>
                  </a:cubicBezTo>
                  <a:cubicBezTo>
                    <a:pt x="1161" y="4635"/>
                    <a:pt x="1169" y="4636"/>
                    <a:pt x="1178" y="4638"/>
                  </a:cubicBezTo>
                  <a:cubicBezTo>
                    <a:pt x="1217" y="4665"/>
                    <a:pt x="1277" y="4673"/>
                    <a:pt x="1324" y="4675"/>
                  </a:cubicBezTo>
                  <a:cubicBezTo>
                    <a:pt x="1398" y="4678"/>
                    <a:pt x="1473" y="4675"/>
                    <a:pt x="1547" y="4675"/>
                  </a:cubicBezTo>
                  <a:cubicBezTo>
                    <a:pt x="1571" y="4675"/>
                    <a:pt x="1596" y="4673"/>
                    <a:pt x="1620" y="4670"/>
                  </a:cubicBezTo>
                  <a:lnTo>
                    <a:pt x="1646" y="4670"/>
                  </a:lnTo>
                  <a:cubicBezTo>
                    <a:pt x="1665" y="4670"/>
                    <a:pt x="1702" y="4677"/>
                    <a:pt x="1720" y="4670"/>
                  </a:cubicBezTo>
                  <a:cubicBezTo>
                    <a:pt x="1737" y="4665"/>
                    <a:pt x="1755" y="4663"/>
                    <a:pt x="1773" y="4662"/>
                  </a:cubicBezTo>
                  <a:cubicBezTo>
                    <a:pt x="1810" y="4661"/>
                    <a:pt x="1848" y="4657"/>
                    <a:pt x="1885" y="4652"/>
                  </a:cubicBezTo>
                  <a:cubicBezTo>
                    <a:pt x="1917" y="4650"/>
                    <a:pt x="1959" y="4656"/>
                    <a:pt x="1989" y="4646"/>
                  </a:cubicBezTo>
                  <a:cubicBezTo>
                    <a:pt x="1993" y="4645"/>
                    <a:pt x="1997" y="4643"/>
                    <a:pt x="2001" y="4642"/>
                  </a:cubicBezTo>
                  <a:cubicBezTo>
                    <a:pt x="2037" y="4642"/>
                    <a:pt x="2072" y="4642"/>
                    <a:pt x="2106" y="4642"/>
                  </a:cubicBezTo>
                  <a:cubicBezTo>
                    <a:pt x="2171" y="4641"/>
                    <a:pt x="2236" y="4634"/>
                    <a:pt x="2300" y="4623"/>
                  </a:cubicBezTo>
                  <a:cubicBezTo>
                    <a:pt x="2316" y="4620"/>
                    <a:pt x="2331" y="4613"/>
                    <a:pt x="2345" y="4606"/>
                  </a:cubicBezTo>
                  <a:cubicBezTo>
                    <a:pt x="2360" y="4597"/>
                    <a:pt x="2373" y="4586"/>
                    <a:pt x="2384" y="4573"/>
                  </a:cubicBezTo>
                  <a:lnTo>
                    <a:pt x="2396" y="4569"/>
                  </a:lnTo>
                  <a:cubicBezTo>
                    <a:pt x="2436" y="4586"/>
                    <a:pt x="2493" y="4592"/>
                    <a:pt x="2517" y="4549"/>
                  </a:cubicBezTo>
                  <a:cubicBezTo>
                    <a:pt x="2517" y="4548"/>
                    <a:pt x="2518" y="4546"/>
                    <a:pt x="2518" y="4545"/>
                  </a:cubicBezTo>
                  <a:cubicBezTo>
                    <a:pt x="2518" y="4548"/>
                    <a:pt x="2521" y="4545"/>
                    <a:pt x="2535" y="4543"/>
                  </a:cubicBezTo>
                  <a:cubicBezTo>
                    <a:pt x="2562" y="4537"/>
                    <a:pt x="2589" y="4529"/>
                    <a:pt x="2614" y="4518"/>
                  </a:cubicBezTo>
                  <a:cubicBezTo>
                    <a:pt x="2637" y="4508"/>
                    <a:pt x="2653" y="4489"/>
                    <a:pt x="2677" y="4479"/>
                  </a:cubicBezTo>
                  <a:cubicBezTo>
                    <a:pt x="2699" y="4472"/>
                    <a:pt x="2720" y="4462"/>
                    <a:pt x="2740" y="4451"/>
                  </a:cubicBezTo>
                  <a:cubicBezTo>
                    <a:pt x="2793" y="4415"/>
                    <a:pt x="2852" y="4397"/>
                    <a:pt x="2885" y="4340"/>
                  </a:cubicBezTo>
                  <a:cubicBezTo>
                    <a:pt x="2919" y="4315"/>
                    <a:pt x="2952" y="4288"/>
                    <a:pt x="2983" y="4259"/>
                  </a:cubicBezTo>
                  <a:cubicBezTo>
                    <a:pt x="3006" y="4238"/>
                    <a:pt x="3021" y="4210"/>
                    <a:pt x="3042" y="4188"/>
                  </a:cubicBezTo>
                  <a:cubicBezTo>
                    <a:pt x="3056" y="4176"/>
                    <a:pt x="3067" y="4162"/>
                    <a:pt x="3076" y="4146"/>
                  </a:cubicBezTo>
                  <a:cubicBezTo>
                    <a:pt x="3084" y="4132"/>
                    <a:pt x="3090" y="4117"/>
                    <a:pt x="3094" y="4101"/>
                  </a:cubicBezTo>
                  <a:cubicBezTo>
                    <a:pt x="3095" y="4101"/>
                    <a:pt x="3095" y="4100"/>
                    <a:pt x="3095" y="4100"/>
                  </a:cubicBezTo>
                  <a:cubicBezTo>
                    <a:pt x="3096" y="4100"/>
                    <a:pt x="3097" y="4098"/>
                    <a:pt x="3098" y="4097"/>
                  </a:cubicBezTo>
                  <a:cubicBezTo>
                    <a:pt x="3098" y="4095"/>
                    <a:pt x="3099" y="4095"/>
                    <a:pt x="3099" y="4094"/>
                  </a:cubicBezTo>
                  <a:cubicBezTo>
                    <a:pt x="3100" y="4088"/>
                    <a:pt x="3101" y="4082"/>
                    <a:pt x="3101" y="4076"/>
                  </a:cubicBezTo>
                  <a:cubicBezTo>
                    <a:pt x="3101" y="4070"/>
                    <a:pt x="3100" y="4064"/>
                    <a:pt x="3099" y="4058"/>
                  </a:cubicBezTo>
                  <a:cubicBezTo>
                    <a:pt x="3100" y="4053"/>
                    <a:pt x="3100" y="4048"/>
                    <a:pt x="3100" y="4043"/>
                  </a:cubicBezTo>
                  <a:cubicBezTo>
                    <a:pt x="3100" y="4030"/>
                    <a:pt x="3099" y="4017"/>
                    <a:pt x="3097" y="4004"/>
                  </a:cubicBezTo>
                  <a:cubicBezTo>
                    <a:pt x="3097" y="4003"/>
                    <a:pt x="3096" y="4002"/>
                    <a:pt x="3096" y="4001"/>
                  </a:cubicBezTo>
                  <a:cubicBezTo>
                    <a:pt x="3095" y="3999"/>
                    <a:pt x="3094" y="3998"/>
                    <a:pt x="3093" y="3998"/>
                  </a:cubicBezTo>
                  <a:cubicBezTo>
                    <a:pt x="3092" y="3997"/>
                    <a:pt x="3092" y="3998"/>
                    <a:pt x="3092" y="3998"/>
                  </a:cubicBezTo>
                  <a:cubicBezTo>
                    <a:pt x="3099" y="3982"/>
                    <a:pt x="3103" y="3966"/>
                    <a:pt x="3103" y="3949"/>
                  </a:cubicBezTo>
                  <a:cubicBezTo>
                    <a:pt x="3103" y="3943"/>
                    <a:pt x="3103" y="3937"/>
                    <a:pt x="3102" y="3931"/>
                  </a:cubicBezTo>
                  <a:lnTo>
                    <a:pt x="3102" y="3930"/>
                  </a:lnTo>
                  <a:cubicBezTo>
                    <a:pt x="3102" y="3929"/>
                    <a:pt x="3102" y="3929"/>
                    <a:pt x="3102" y="3928"/>
                  </a:cubicBezTo>
                  <a:cubicBezTo>
                    <a:pt x="3104" y="3908"/>
                    <a:pt x="3105" y="3887"/>
                    <a:pt x="3105" y="3866"/>
                  </a:cubicBezTo>
                  <a:cubicBezTo>
                    <a:pt x="3105" y="3805"/>
                    <a:pt x="3097" y="3743"/>
                    <a:pt x="3081" y="3683"/>
                  </a:cubicBezTo>
                  <a:cubicBezTo>
                    <a:pt x="3081" y="3683"/>
                    <a:pt x="3080" y="3683"/>
                    <a:pt x="3080" y="3682"/>
                  </a:cubicBezTo>
                  <a:lnTo>
                    <a:pt x="3079" y="3681"/>
                  </a:lnTo>
                  <a:cubicBezTo>
                    <a:pt x="3078" y="3681"/>
                    <a:pt x="3078" y="3681"/>
                    <a:pt x="3077" y="3681"/>
                  </a:cubicBezTo>
                  <a:cubicBezTo>
                    <a:pt x="3077" y="3681"/>
                    <a:pt x="3076" y="3681"/>
                    <a:pt x="3075" y="3681"/>
                  </a:cubicBezTo>
                  <a:lnTo>
                    <a:pt x="3074" y="3682"/>
                  </a:lnTo>
                  <a:cubicBezTo>
                    <a:pt x="3074" y="3683"/>
                    <a:pt x="3074" y="3683"/>
                    <a:pt x="3074" y="3683"/>
                  </a:cubicBezTo>
                  <a:cubicBezTo>
                    <a:pt x="3074" y="3686"/>
                    <a:pt x="3072" y="3689"/>
                    <a:pt x="3072" y="3691"/>
                  </a:cubicBezTo>
                  <a:cubicBezTo>
                    <a:pt x="3071" y="3690"/>
                    <a:pt x="3070" y="3689"/>
                    <a:pt x="3070" y="3688"/>
                  </a:cubicBezTo>
                  <a:cubicBezTo>
                    <a:pt x="3075" y="3646"/>
                    <a:pt x="3060" y="3606"/>
                    <a:pt x="3061" y="3564"/>
                  </a:cubicBezTo>
                  <a:cubicBezTo>
                    <a:pt x="3061" y="3537"/>
                    <a:pt x="3052" y="3508"/>
                    <a:pt x="3051" y="3480"/>
                  </a:cubicBezTo>
                  <a:cubicBezTo>
                    <a:pt x="3050" y="3455"/>
                    <a:pt x="3047" y="3432"/>
                    <a:pt x="3047" y="3407"/>
                  </a:cubicBezTo>
                  <a:cubicBezTo>
                    <a:pt x="3047" y="3343"/>
                    <a:pt x="3056" y="3280"/>
                    <a:pt x="3054" y="3217"/>
                  </a:cubicBezTo>
                  <a:cubicBezTo>
                    <a:pt x="3052" y="3183"/>
                    <a:pt x="3052" y="3150"/>
                    <a:pt x="3052" y="3117"/>
                  </a:cubicBezTo>
                  <a:cubicBezTo>
                    <a:pt x="3052" y="3110"/>
                    <a:pt x="3045" y="3070"/>
                    <a:pt x="3046" y="3052"/>
                  </a:cubicBezTo>
                  <a:cubicBezTo>
                    <a:pt x="3049" y="3048"/>
                    <a:pt x="3051" y="3044"/>
                    <a:pt x="3054" y="3040"/>
                  </a:cubicBezTo>
                  <a:cubicBezTo>
                    <a:pt x="3063" y="3025"/>
                    <a:pt x="3070" y="3009"/>
                    <a:pt x="3076" y="2992"/>
                  </a:cubicBezTo>
                  <a:cubicBezTo>
                    <a:pt x="3091" y="2951"/>
                    <a:pt x="3085" y="2901"/>
                    <a:pt x="3044" y="2888"/>
                  </a:cubicBezTo>
                  <a:cubicBezTo>
                    <a:pt x="3044" y="2888"/>
                    <a:pt x="3044" y="2887"/>
                    <a:pt x="3044" y="2886"/>
                  </a:cubicBezTo>
                  <a:lnTo>
                    <a:pt x="3044" y="2885"/>
                  </a:lnTo>
                  <a:cubicBezTo>
                    <a:pt x="3047" y="2804"/>
                    <a:pt x="3034" y="2726"/>
                    <a:pt x="3033" y="2646"/>
                  </a:cubicBezTo>
                  <a:cubicBezTo>
                    <a:pt x="3030" y="2535"/>
                    <a:pt x="3019" y="2424"/>
                    <a:pt x="3020" y="2312"/>
                  </a:cubicBezTo>
                  <a:cubicBezTo>
                    <a:pt x="3020" y="2280"/>
                    <a:pt x="3014" y="2247"/>
                    <a:pt x="3012" y="2214"/>
                  </a:cubicBezTo>
                  <a:cubicBezTo>
                    <a:pt x="3011" y="2173"/>
                    <a:pt x="3008" y="2132"/>
                    <a:pt x="3003" y="2091"/>
                  </a:cubicBezTo>
                  <a:cubicBezTo>
                    <a:pt x="3002" y="2080"/>
                    <a:pt x="3000" y="2068"/>
                    <a:pt x="3000" y="2056"/>
                  </a:cubicBezTo>
                  <a:cubicBezTo>
                    <a:pt x="3001" y="2056"/>
                    <a:pt x="3001" y="2056"/>
                    <a:pt x="3002" y="2056"/>
                  </a:cubicBezTo>
                  <a:cubicBezTo>
                    <a:pt x="3003" y="2056"/>
                    <a:pt x="3004" y="2056"/>
                    <a:pt x="3005" y="2056"/>
                  </a:cubicBezTo>
                  <a:cubicBezTo>
                    <a:pt x="3006" y="2055"/>
                    <a:pt x="3006" y="2055"/>
                    <a:pt x="3007" y="2054"/>
                  </a:cubicBezTo>
                  <a:cubicBezTo>
                    <a:pt x="3008" y="2053"/>
                    <a:pt x="3007" y="2053"/>
                    <a:pt x="3007" y="2053"/>
                  </a:cubicBezTo>
                  <a:moveTo>
                    <a:pt x="3075" y="1957"/>
                  </a:moveTo>
                  <a:cubicBezTo>
                    <a:pt x="3078" y="1959"/>
                    <a:pt x="3079" y="1961"/>
                    <a:pt x="3079" y="1963"/>
                  </a:cubicBezTo>
                  <a:cubicBezTo>
                    <a:pt x="3076" y="1964"/>
                    <a:pt x="3073" y="1966"/>
                    <a:pt x="3070" y="1967"/>
                  </a:cubicBezTo>
                  <a:cubicBezTo>
                    <a:pt x="3070" y="1963"/>
                    <a:pt x="3070" y="1959"/>
                    <a:pt x="3070" y="1954"/>
                  </a:cubicBezTo>
                  <a:cubicBezTo>
                    <a:pt x="3071" y="1955"/>
                    <a:pt x="3073" y="1956"/>
                    <a:pt x="3075" y="1957"/>
                  </a:cubicBezTo>
                  <a:moveTo>
                    <a:pt x="58" y="1941"/>
                  </a:moveTo>
                  <a:lnTo>
                    <a:pt x="59" y="1943"/>
                  </a:lnTo>
                  <a:cubicBezTo>
                    <a:pt x="59" y="1943"/>
                    <a:pt x="58" y="1942"/>
                    <a:pt x="58" y="1941"/>
                  </a:cubicBezTo>
                  <a:moveTo>
                    <a:pt x="72" y="1909"/>
                  </a:moveTo>
                  <a:lnTo>
                    <a:pt x="69" y="1919"/>
                  </a:lnTo>
                  <a:cubicBezTo>
                    <a:pt x="65" y="1915"/>
                    <a:pt x="62" y="1910"/>
                    <a:pt x="59" y="1906"/>
                  </a:cubicBezTo>
                  <a:cubicBezTo>
                    <a:pt x="59" y="1899"/>
                    <a:pt x="61" y="1891"/>
                    <a:pt x="63" y="1884"/>
                  </a:cubicBezTo>
                  <a:cubicBezTo>
                    <a:pt x="64" y="1880"/>
                    <a:pt x="66" y="1876"/>
                    <a:pt x="68" y="1871"/>
                  </a:cubicBezTo>
                  <a:cubicBezTo>
                    <a:pt x="72" y="1869"/>
                    <a:pt x="77" y="1867"/>
                    <a:pt x="82" y="1866"/>
                  </a:cubicBezTo>
                  <a:cubicBezTo>
                    <a:pt x="79" y="1880"/>
                    <a:pt x="75" y="1895"/>
                    <a:pt x="72" y="1909"/>
                  </a:cubicBezTo>
                  <a:moveTo>
                    <a:pt x="88" y="1826"/>
                  </a:moveTo>
                  <a:lnTo>
                    <a:pt x="85" y="1827"/>
                  </a:lnTo>
                  <a:cubicBezTo>
                    <a:pt x="87" y="1822"/>
                    <a:pt x="88" y="1817"/>
                    <a:pt x="90" y="1813"/>
                  </a:cubicBezTo>
                  <a:cubicBezTo>
                    <a:pt x="89" y="1817"/>
                    <a:pt x="89" y="1821"/>
                    <a:pt x="88" y="1826"/>
                  </a:cubicBezTo>
                  <a:moveTo>
                    <a:pt x="121" y="1960"/>
                  </a:moveTo>
                  <a:lnTo>
                    <a:pt x="116" y="1957"/>
                  </a:lnTo>
                  <a:cubicBezTo>
                    <a:pt x="113" y="1956"/>
                    <a:pt x="110" y="1955"/>
                    <a:pt x="107" y="1953"/>
                  </a:cubicBezTo>
                  <a:cubicBezTo>
                    <a:pt x="108" y="1953"/>
                    <a:pt x="108" y="1952"/>
                    <a:pt x="109" y="1951"/>
                  </a:cubicBezTo>
                  <a:cubicBezTo>
                    <a:pt x="115" y="1939"/>
                    <a:pt x="121" y="1927"/>
                    <a:pt x="124" y="1914"/>
                  </a:cubicBezTo>
                  <a:cubicBezTo>
                    <a:pt x="122" y="1929"/>
                    <a:pt x="121" y="1944"/>
                    <a:pt x="120" y="1960"/>
                  </a:cubicBezTo>
                  <a:lnTo>
                    <a:pt x="121" y="1960"/>
                  </a:lnTo>
                  <a:moveTo>
                    <a:pt x="1062" y="122"/>
                  </a:moveTo>
                  <a:cubicBezTo>
                    <a:pt x="1062" y="118"/>
                    <a:pt x="1062" y="114"/>
                    <a:pt x="1062" y="110"/>
                  </a:cubicBezTo>
                  <a:cubicBezTo>
                    <a:pt x="1062" y="85"/>
                    <a:pt x="1065" y="61"/>
                    <a:pt x="1071" y="38"/>
                  </a:cubicBezTo>
                  <a:cubicBezTo>
                    <a:pt x="1077" y="15"/>
                    <a:pt x="1072" y="38"/>
                    <a:pt x="1073" y="38"/>
                  </a:cubicBezTo>
                  <a:cubicBezTo>
                    <a:pt x="1098" y="36"/>
                    <a:pt x="1122" y="35"/>
                    <a:pt x="1147" y="35"/>
                  </a:cubicBezTo>
                  <a:cubicBezTo>
                    <a:pt x="1172" y="35"/>
                    <a:pt x="1197" y="36"/>
                    <a:pt x="1222" y="38"/>
                  </a:cubicBezTo>
                  <a:cubicBezTo>
                    <a:pt x="1216" y="50"/>
                    <a:pt x="1214" y="65"/>
                    <a:pt x="1223" y="73"/>
                  </a:cubicBezTo>
                  <a:lnTo>
                    <a:pt x="1224" y="73"/>
                  </a:lnTo>
                  <a:cubicBezTo>
                    <a:pt x="1224" y="74"/>
                    <a:pt x="1225" y="74"/>
                    <a:pt x="1226" y="74"/>
                  </a:cubicBezTo>
                  <a:cubicBezTo>
                    <a:pt x="1227" y="74"/>
                    <a:pt x="1227" y="74"/>
                    <a:pt x="1228" y="73"/>
                  </a:cubicBezTo>
                  <a:cubicBezTo>
                    <a:pt x="1232" y="71"/>
                    <a:pt x="1235" y="68"/>
                    <a:pt x="1237" y="64"/>
                  </a:cubicBezTo>
                  <a:cubicBezTo>
                    <a:pt x="1239" y="60"/>
                    <a:pt x="1241" y="56"/>
                    <a:pt x="1241" y="52"/>
                  </a:cubicBezTo>
                  <a:cubicBezTo>
                    <a:pt x="1241" y="47"/>
                    <a:pt x="1243" y="43"/>
                    <a:pt x="1244" y="39"/>
                  </a:cubicBezTo>
                  <a:cubicBezTo>
                    <a:pt x="1269" y="39"/>
                    <a:pt x="1293" y="40"/>
                    <a:pt x="1318" y="39"/>
                  </a:cubicBezTo>
                  <a:cubicBezTo>
                    <a:pt x="1409" y="33"/>
                    <a:pt x="1503" y="13"/>
                    <a:pt x="1596" y="30"/>
                  </a:cubicBezTo>
                  <a:cubicBezTo>
                    <a:pt x="1669" y="44"/>
                    <a:pt x="1740" y="76"/>
                    <a:pt x="1816" y="74"/>
                  </a:cubicBezTo>
                  <a:cubicBezTo>
                    <a:pt x="1824" y="74"/>
                    <a:pt x="1833" y="73"/>
                    <a:pt x="1842" y="72"/>
                  </a:cubicBezTo>
                  <a:cubicBezTo>
                    <a:pt x="1842" y="74"/>
                    <a:pt x="1842" y="75"/>
                    <a:pt x="1841" y="76"/>
                  </a:cubicBezTo>
                  <a:cubicBezTo>
                    <a:pt x="1840" y="79"/>
                    <a:pt x="1840" y="81"/>
                    <a:pt x="1840" y="83"/>
                  </a:cubicBezTo>
                  <a:cubicBezTo>
                    <a:pt x="1840" y="88"/>
                    <a:pt x="1841" y="93"/>
                    <a:pt x="1843" y="97"/>
                  </a:cubicBezTo>
                  <a:cubicBezTo>
                    <a:pt x="1846" y="103"/>
                    <a:pt x="1855" y="101"/>
                    <a:pt x="1856" y="96"/>
                  </a:cubicBezTo>
                  <a:cubicBezTo>
                    <a:pt x="1858" y="90"/>
                    <a:pt x="1859" y="84"/>
                    <a:pt x="1859" y="78"/>
                  </a:cubicBezTo>
                  <a:cubicBezTo>
                    <a:pt x="1859" y="75"/>
                    <a:pt x="1861" y="72"/>
                    <a:pt x="1862" y="69"/>
                  </a:cubicBezTo>
                  <a:cubicBezTo>
                    <a:pt x="1929" y="59"/>
                    <a:pt x="1992" y="33"/>
                    <a:pt x="2061" y="28"/>
                  </a:cubicBezTo>
                  <a:cubicBezTo>
                    <a:pt x="2063" y="28"/>
                    <a:pt x="2065" y="27"/>
                    <a:pt x="2067" y="26"/>
                  </a:cubicBezTo>
                  <a:cubicBezTo>
                    <a:pt x="2068" y="26"/>
                    <a:pt x="2070" y="24"/>
                    <a:pt x="2071" y="23"/>
                  </a:cubicBezTo>
                  <a:cubicBezTo>
                    <a:pt x="2072" y="41"/>
                    <a:pt x="2073" y="59"/>
                    <a:pt x="2073" y="77"/>
                  </a:cubicBezTo>
                  <a:cubicBezTo>
                    <a:pt x="2073" y="80"/>
                    <a:pt x="2073" y="84"/>
                    <a:pt x="2073" y="87"/>
                  </a:cubicBezTo>
                  <a:cubicBezTo>
                    <a:pt x="2071" y="133"/>
                    <a:pt x="2090" y="186"/>
                    <a:pt x="2066" y="229"/>
                  </a:cubicBezTo>
                  <a:lnTo>
                    <a:pt x="2064" y="229"/>
                  </a:lnTo>
                  <a:cubicBezTo>
                    <a:pt x="2064" y="228"/>
                    <a:pt x="2064" y="227"/>
                    <a:pt x="2064" y="227"/>
                  </a:cubicBezTo>
                  <a:cubicBezTo>
                    <a:pt x="2064" y="216"/>
                    <a:pt x="2062" y="206"/>
                    <a:pt x="2058" y="196"/>
                  </a:cubicBezTo>
                  <a:cubicBezTo>
                    <a:pt x="2055" y="190"/>
                    <a:pt x="2053" y="184"/>
                    <a:pt x="2051" y="178"/>
                  </a:cubicBezTo>
                  <a:cubicBezTo>
                    <a:pt x="2046" y="158"/>
                    <a:pt x="2043" y="138"/>
                    <a:pt x="2043" y="118"/>
                  </a:cubicBezTo>
                  <a:cubicBezTo>
                    <a:pt x="2043" y="115"/>
                    <a:pt x="2043" y="112"/>
                    <a:pt x="2043" y="109"/>
                  </a:cubicBezTo>
                  <a:cubicBezTo>
                    <a:pt x="2043" y="108"/>
                    <a:pt x="2043" y="108"/>
                    <a:pt x="2043" y="107"/>
                  </a:cubicBezTo>
                  <a:cubicBezTo>
                    <a:pt x="2043" y="107"/>
                    <a:pt x="2042" y="107"/>
                    <a:pt x="2042" y="106"/>
                  </a:cubicBezTo>
                  <a:lnTo>
                    <a:pt x="2041" y="106"/>
                  </a:lnTo>
                  <a:cubicBezTo>
                    <a:pt x="2040" y="106"/>
                    <a:pt x="2040" y="106"/>
                    <a:pt x="2040" y="106"/>
                  </a:cubicBezTo>
                  <a:cubicBezTo>
                    <a:pt x="2039" y="107"/>
                    <a:pt x="2039" y="107"/>
                    <a:pt x="2039" y="107"/>
                  </a:cubicBezTo>
                  <a:cubicBezTo>
                    <a:pt x="2038" y="108"/>
                    <a:pt x="2038" y="108"/>
                    <a:pt x="2038" y="109"/>
                  </a:cubicBezTo>
                  <a:cubicBezTo>
                    <a:pt x="2038" y="122"/>
                    <a:pt x="2038" y="136"/>
                    <a:pt x="2037" y="150"/>
                  </a:cubicBezTo>
                  <a:cubicBezTo>
                    <a:pt x="2035" y="160"/>
                    <a:pt x="2033" y="171"/>
                    <a:pt x="2033" y="181"/>
                  </a:cubicBezTo>
                  <a:cubicBezTo>
                    <a:pt x="2033" y="195"/>
                    <a:pt x="2031" y="208"/>
                    <a:pt x="2029" y="221"/>
                  </a:cubicBezTo>
                  <a:cubicBezTo>
                    <a:pt x="2026" y="214"/>
                    <a:pt x="2024" y="208"/>
                    <a:pt x="2023" y="201"/>
                  </a:cubicBezTo>
                  <a:cubicBezTo>
                    <a:pt x="2023" y="200"/>
                    <a:pt x="2023" y="199"/>
                    <a:pt x="2022" y="198"/>
                  </a:cubicBezTo>
                  <a:cubicBezTo>
                    <a:pt x="2021" y="197"/>
                    <a:pt x="2020" y="196"/>
                    <a:pt x="2019" y="195"/>
                  </a:cubicBezTo>
                  <a:cubicBezTo>
                    <a:pt x="2018" y="194"/>
                    <a:pt x="2016" y="194"/>
                    <a:pt x="2015" y="194"/>
                  </a:cubicBezTo>
                  <a:cubicBezTo>
                    <a:pt x="2014" y="194"/>
                    <a:pt x="2012" y="194"/>
                    <a:pt x="2011" y="195"/>
                  </a:cubicBezTo>
                  <a:cubicBezTo>
                    <a:pt x="2010" y="196"/>
                    <a:pt x="2009" y="197"/>
                    <a:pt x="2008" y="198"/>
                  </a:cubicBezTo>
                  <a:cubicBezTo>
                    <a:pt x="2007" y="199"/>
                    <a:pt x="2007" y="200"/>
                    <a:pt x="2007" y="201"/>
                  </a:cubicBezTo>
                  <a:cubicBezTo>
                    <a:pt x="2006" y="206"/>
                    <a:pt x="2006" y="211"/>
                    <a:pt x="2006" y="216"/>
                  </a:cubicBezTo>
                  <a:cubicBezTo>
                    <a:pt x="2006" y="225"/>
                    <a:pt x="2007" y="233"/>
                    <a:pt x="2009" y="240"/>
                  </a:cubicBezTo>
                  <a:cubicBezTo>
                    <a:pt x="2009" y="237"/>
                    <a:pt x="2006" y="235"/>
                    <a:pt x="2005" y="231"/>
                  </a:cubicBezTo>
                  <a:cubicBezTo>
                    <a:pt x="2003" y="220"/>
                    <a:pt x="2001" y="208"/>
                    <a:pt x="1999" y="197"/>
                  </a:cubicBezTo>
                  <a:cubicBezTo>
                    <a:pt x="1999" y="196"/>
                    <a:pt x="1999" y="195"/>
                    <a:pt x="1999" y="195"/>
                  </a:cubicBezTo>
                  <a:cubicBezTo>
                    <a:pt x="1998" y="194"/>
                    <a:pt x="1998" y="194"/>
                    <a:pt x="1997" y="193"/>
                  </a:cubicBezTo>
                  <a:cubicBezTo>
                    <a:pt x="1996" y="192"/>
                    <a:pt x="1996" y="193"/>
                    <a:pt x="1995" y="193"/>
                  </a:cubicBezTo>
                  <a:cubicBezTo>
                    <a:pt x="1994" y="193"/>
                    <a:pt x="1993" y="193"/>
                    <a:pt x="1993" y="193"/>
                  </a:cubicBezTo>
                  <a:cubicBezTo>
                    <a:pt x="1992" y="194"/>
                    <a:pt x="1992" y="194"/>
                    <a:pt x="1991" y="195"/>
                  </a:cubicBezTo>
                  <a:cubicBezTo>
                    <a:pt x="1991" y="195"/>
                    <a:pt x="1991" y="196"/>
                    <a:pt x="1991" y="197"/>
                  </a:cubicBezTo>
                  <a:cubicBezTo>
                    <a:pt x="1988" y="208"/>
                    <a:pt x="1986" y="219"/>
                    <a:pt x="1984" y="230"/>
                  </a:cubicBezTo>
                  <a:cubicBezTo>
                    <a:pt x="1984" y="230"/>
                    <a:pt x="1985" y="230"/>
                    <a:pt x="1984" y="229"/>
                  </a:cubicBezTo>
                  <a:cubicBezTo>
                    <a:pt x="1983" y="228"/>
                    <a:pt x="1983" y="228"/>
                    <a:pt x="1983" y="227"/>
                  </a:cubicBezTo>
                  <a:cubicBezTo>
                    <a:pt x="1980" y="221"/>
                    <a:pt x="1979" y="214"/>
                    <a:pt x="1978" y="207"/>
                  </a:cubicBezTo>
                  <a:cubicBezTo>
                    <a:pt x="1976" y="196"/>
                    <a:pt x="1976" y="184"/>
                    <a:pt x="1975" y="172"/>
                  </a:cubicBezTo>
                  <a:cubicBezTo>
                    <a:pt x="1975" y="167"/>
                    <a:pt x="1968" y="167"/>
                    <a:pt x="1968" y="172"/>
                  </a:cubicBezTo>
                  <a:cubicBezTo>
                    <a:pt x="1965" y="189"/>
                    <a:pt x="1964" y="206"/>
                    <a:pt x="1964" y="223"/>
                  </a:cubicBezTo>
                  <a:cubicBezTo>
                    <a:pt x="1964" y="224"/>
                    <a:pt x="1964" y="225"/>
                    <a:pt x="1964" y="225"/>
                  </a:cubicBezTo>
                  <a:cubicBezTo>
                    <a:pt x="1964" y="231"/>
                    <a:pt x="1966" y="236"/>
                    <a:pt x="1969" y="241"/>
                  </a:cubicBezTo>
                  <a:lnTo>
                    <a:pt x="1962" y="241"/>
                  </a:lnTo>
                  <a:cubicBezTo>
                    <a:pt x="1961" y="240"/>
                    <a:pt x="1961" y="239"/>
                    <a:pt x="1960" y="238"/>
                  </a:cubicBezTo>
                  <a:cubicBezTo>
                    <a:pt x="1959" y="237"/>
                    <a:pt x="1959" y="235"/>
                    <a:pt x="1957" y="235"/>
                  </a:cubicBezTo>
                  <a:cubicBezTo>
                    <a:pt x="1956" y="233"/>
                    <a:pt x="1955" y="232"/>
                    <a:pt x="1954" y="230"/>
                  </a:cubicBezTo>
                  <a:cubicBezTo>
                    <a:pt x="1953" y="228"/>
                    <a:pt x="1952" y="227"/>
                    <a:pt x="1952" y="225"/>
                  </a:cubicBezTo>
                  <a:cubicBezTo>
                    <a:pt x="1950" y="222"/>
                    <a:pt x="1950" y="218"/>
                    <a:pt x="1949" y="214"/>
                  </a:cubicBezTo>
                  <a:cubicBezTo>
                    <a:pt x="1947" y="211"/>
                    <a:pt x="1946" y="208"/>
                    <a:pt x="1945" y="204"/>
                  </a:cubicBezTo>
                  <a:cubicBezTo>
                    <a:pt x="1945" y="200"/>
                    <a:pt x="1937" y="198"/>
                    <a:pt x="1937" y="204"/>
                  </a:cubicBezTo>
                  <a:cubicBezTo>
                    <a:pt x="1936" y="210"/>
                    <a:pt x="1937" y="211"/>
                    <a:pt x="1937" y="214"/>
                  </a:cubicBezTo>
                  <a:cubicBezTo>
                    <a:pt x="1937" y="216"/>
                    <a:pt x="1934" y="224"/>
                    <a:pt x="1934" y="229"/>
                  </a:cubicBezTo>
                  <a:cubicBezTo>
                    <a:pt x="1934" y="233"/>
                    <a:pt x="1935" y="237"/>
                    <a:pt x="1937" y="240"/>
                  </a:cubicBezTo>
                  <a:lnTo>
                    <a:pt x="1923" y="238"/>
                  </a:lnTo>
                  <a:cubicBezTo>
                    <a:pt x="1920" y="227"/>
                    <a:pt x="1918" y="214"/>
                    <a:pt x="1918" y="202"/>
                  </a:cubicBezTo>
                  <a:cubicBezTo>
                    <a:pt x="1918" y="199"/>
                    <a:pt x="1918" y="196"/>
                    <a:pt x="1918" y="193"/>
                  </a:cubicBezTo>
                  <a:cubicBezTo>
                    <a:pt x="1918" y="189"/>
                    <a:pt x="1913" y="187"/>
                    <a:pt x="1911" y="191"/>
                  </a:cubicBezTo>
                  <a:cubicBezTo>
                    <a:pt x="1907" y="205"/>
                    <a:pt x="1905" y="220"/>
                    <a:pt x="1904" y="235"/>
                  </a:cubicBezTo>
                  <a:cubicBezTo>
                    <a:pt x="1900" y="233"/>
                    <a:pt x="1898" y="217"/>
                    <a:pt x="1897" y="212"/>
                  </a:cubicBezTo>
                  <a:cubicBezTo>
                    <a:pt x="1896" y="202"/>
                    <a:pt x="1894" y="194"/>
                    <a:pt x="1892" y="184"/>
                  </a:cubicBezTo>
                  <a:cubicBezTo>
                    <a:pt x="1892" y="184"/>
                    <a:pt x="1892" y="183"/>
                    <a:pt x="1891" y="183"/>
                  </a:cubicBezTo>
                  <a:lnTo>
                    <a:pt x="1890" y="183"/>
                  </a:lnTo>
                  <a:lnTo>
                    <a:pt x="1889" y="183"/>
                  </a:lnTo>
                  <a:lnTo>
                    <a:pt x="1888" y="184"/>
                  </a:lnTo>
                  <a:cubicBezTo>
                    <a:pt x="1886" y="194"/>
                    <a:pt x="1880" y="211"/>
                    <a:pt x="1879" y="226"/>
                  </a:cubicBezTo>
                  <a:cubicBezTo>
                    <a:pt x="1870" y="224"/>
                    <a:pt x="1867" y="185"/>
                    <a:pt x="1867" y="178"/>
                  </a:cubicBezTo>
                  <a:cubicBezTo>
                    <a:pt x="1867" y="176"/>
                    <a:pt x="1867" y="175"/>
                    <a:pt x="1867" y="173"/>
                  </a:cubicBezTo>
                  <a:cubicBezTo>
                    <a:pt x="1867" y="159"/>
                    <a:pt x="1866" y="146"/>
                    <a:pt x="1864" y="133"/>
                  </a:cubicBezTo>
                  <a:cubicBezTo>
                    <a:pt x="1864" y="132"/>
                    <a:pt x="1864" y="132"/>
                    <a:pt x="1864" y="132"/>
                  </a:cubicBezTo>
                  <a:cubicBezTo>
                    <a:pt x="1863" y="131"/>
                    <a:pt x="1863" y="131"/>
                    <a:pt x="1863" y="131"/>
                  </a:cubicBezTo>
                  <a:cubicBezTo>
                    <a:pt x="1862" y="130"/>
                    <a:pt x="1862" y="130"/>
                    <a:pt x="1862" y="130"/>
                  </a:cubicBezTo>
                  <a:cubicBezTo>
                    <a:pt x="1861" y="130"/>
                    <a:pt x="1861" y="130"/>
                    <a:pt x="1860" y="131"/>
                  </a:cubicBezTo>
                  <a:cubicBezTo>
                    <a:pt x="1860" y="131"/>
                    <a:pt x="1861" y="131"/>
                    <a:pt x="1860" y="132"/>
                  </a:cubicBezTo>
                  <a:cubicBezTo>
                    <a:pt x="1859" y="133"/>
                    <a:pt x="1859" y="132"/>
                    <a:pt x="1859" y="133"/>
                  </a:cubicBezTo>
                  <a:cubicBezTo>
                    <a:pt x="1858" y="141"/>
                    <a:pt x="1853" y="148"/>
                    <a:pt x="1853" y="156"/>
                  </a:cubicBezTo>
                  <a:cubicBezTo>
                    <a:pt x="1852" y="165"/>
                    <a:pt x="1852" y="175"/>
                    <a:pt x="1852" y="184"/>
                  </a:cubicBezTo>
                  <a:cubicBezTo>
                    <a:pt x="1852" y="193"/>
                    <a:pt x="1852" y="203"/>
                    <a:pt x="1853" y="212"/>
                  </a:cubicBezTo>
                  <a:cubicBezTo>
                    <a:pt x="1853" y="218"/>
                    <a:pt x="1854" y="224"/>
                    <a:pt x="1856" y="230"/>
                  </a:cubicBezTo>
                  <a:lnTo>
                    <a:pt x="1838" y="230"/>
                  </a:lnTo>
                  <a:cubicBezTo>
                    <a:pt x="1838" y="229"/>
                    <a:pt x="1838" y="229"/>
                    <a:pt x="1838" y="229"/>
                  </a:cubicBezTo>
                  <a:cubicBezTo>
                    <a:pt x="1837" y="227"/>
                    <a:pt x="1835" y="226"/>
                    <a:pt x="1834" y="225"/>
                  </a:cubicBezTo>
                  <a:cubicBezTo>
                    <a:pt x="1833" y="224"/>
                    <a:pt x="1832" y="224"/>
                    <a:pt x="1831" y="223"/>
                  </a:cubicBezTo>
                  <a:cubicBezTo>
                    <a:pt x="1833" y="223"/>
                    <a:pt x="1832" y="223"/>
                    <a:pt x="1831" y="219"/>
                  </a:cubicBezTo>
                  <a:lnTo>
                    <a:pt x="1826" y="204"/>
                  </a:lnTo>
                  <a:cubicBezTo>
                    <a:pt x="1825" y="201"/>
                    <a:pt x="1822" y="198"/>
                    <a:pt x="1821" y="194"/>
                  </a:cubicBezTo>
                  <a:cubicBezTo>
                    <a:pt x="1821" y="193"/>
                    <a:pt x="1821" y="193"/>
                    <a:pt x="1820" y="192"/>
                  </a:cubicBezTo>
                  <a:cubicBezTo>
                    <a:pt x="1819" y="191"/>
                    <a:pt x="1818" y="192"/>
                    <a:pt x="1818" y="192"/>
                  </a:cubicBezTo>
                  <a:cubicBezTo>
                    <a:pt x="1817" y="192"/>
                    <a:pt x="1816" y="192"/>
                    <a:pt x="1816" y="192"/>
                  </a:cubicBezTo>
                  <a:cubicBezTo>
                    <a:pt x="1815" y="193"/>
                    <a:pt x="1816" y="193"/>
                    <a:pt x="1815" y="194"/>
                  </a:cubicBezTo>
                  <a:cubicBezTo>
                    <a:pt x="1814" y="195"/>
                    <a:pt x="1814" y="194"/>
                    <a:pt x="1814" y="194"/>
                  </a:cubicBezTo>
                  <a:cubicBezTo>
                    <a:pt x="1814" y="195"/>
                    <a:pt x="1814" y="196"/>
                    <a:pt x="1813" y="197"/>
                  </a:cubicBezTo>
                  <a:cubicBezTo>
                    <a:pt x="1813" y="197"/>
                    <a:pt x="1812" y="198"/>
                    <a:pt x="1812" y="199"/>
                  </a:cubicBezTo>
                  <a:cubicBezTo>
                    <a:pt x="1811" y="199"/>
                    <a:pt x="1811" y="200"/>
                    <a:pt x="1810" y="201"/>
                  </a:cubicBezTo>
                  <a:cubicBezTo>
                    <a:pt x="1809" y="203"/>
                    <a:pt x="1808" y="205"/>
                    <a:pt x="1808" y="208"/>
                  </a:cubicBezTo>
                  <a:cubicBezTo>
                    <a:pt x="1806" y="213"/>
                    <a:pt x="1805" y="218"/>
                    <a:pt x="1805" y="223"/>
                  </a:cubicBezTo>
                  <a:cubicBezTo>
                    <a:pt x="1805" y="225"/>
                    <a:pt x="1805" y="227"/>
                    <a:pt x="1805" y="229"/>
                  </a:cubicBezTo>
                  <a:lnTo>
                    <a:pt x="1799" y="229"/>
                  </a:lnTo>
                  <a:cubicBezTo>
                    <a:pt x="1799" y="227"/>
                    <a:pt x="1799" y="226"/>
                    <a:pt x="1799" y="225"/>
                  </a:cubicBezTo>
                  <a:cubicBezTo>
                    <a:pt x="1798" y="210"/>
                    <a:pt x="1797" y="195"/>
                    <a:pt x="1795" y="180"/>
                  </a:cubicBezTo>
                  <a:cubicBezTo>
                    <a:pt x="1795" y="177"/>
                    <a:pt x="1790" y="177"/>
                    <a:pt x="1790" y="180"/>
                  </a:cubicBezTo>
                  <a:cubicBezTo>
                    <a:pt x="1789" y="195"/>
                    <a:pt x="1788" y="210"/>
                    <a:pt x="1786" y="225"/>
                  </a:cubicBezTo>
                  <a:cubicBezTo>
                    <a:pt x="1786" y="226"/>
                    <a:pt x="1786" y="228"/>
                    <a:pt x="1786" y="229"/>
                  </a:cubicBezTo>
                  <a:lnTo>
                    <a:pt x="1780" y="229"/>
                  </a:lnTo>
                  <a:cubicBezTo>
                    <a:pt x="1780" y="226"/>
                    <a:pt x="1780" y="223"/>
                    <a:pt x="1779" y="220"/>
                  </a:cubicBezTo>
                  <a:cubicBezTo>
                    <a:pt x="1779" y="216"/>
                    <a:pt x="1776" y="213"/>
                    <a:pt x="1775" y="209"/>
                  </a:cubicBezTo>
                  <a:cubicBezTo>
                    <a:pt x="1774" y="204"/>
                    <a:pt x="1773" y="198"/>
                    <a:pt x="1773" y="192"/>
                  </a:cubicBezTo>
                  <a:lnTo>
                    <a:pt x="1773" y="191"/>
                  </a:lnTo>
                  <a:cubicBezTo>
                    <a:pt x="1773" y="186"/>
                    <a:pt x="1767" y="185"/>
                    <a:pt x="1766" y="191"/>
                  </a:cubicBezTo>
                  <a:cubicBezTo>
                    <a:pt x="1764" y="200"/>
                    <a:pt x="1763" y="209"/>
                    <a:pt x="1763" y="219"/>
                  </a:cubicBezTo>
                  <a:cubicBezTo>
                    <a:pt x="1763" y="222"/>
                    <a:pt x="1765" y="226"/>
                    <a:pt x="1765" y="230"/>
                  </a:cubicBezTo>
                  <a:lnTo>
                    <a:pt x="1755" y="230"/>
                  </a:lnTo>
                  <a:cubicBezTo>
                    <a:pt x="1755" y="223"/>
                    <a:pt x="1754" y="215"/>
                    <a:pt x="1753" y="208"/>
                  </a:cubicBezTo>
                  <a:cubicBezTo>
                    <a:pt x="1753" y="197"/>
                    <a:pt x="1751" y="186"/>
                    <a:pt x="1750" y="175"/>
                  </a:cubicBezTo>
                  <a:cubicBezTo>
                    <a:pt x="1749" y="175"/>
                    <a:pt x="1749" y="174"/>
                    <a:pt x="1749" y="174"/>
                  </a:cubicBezTo>
                  <a:cubicBezTo>
                    <a:pt x="1749" y="174"/>
                    <a:pt x="1749" y="173"/>
                    <a:pt x="1748" y="173"/>
                  </a:cubicBezTo>
                  <a:lnTo>
                    <a:pt x="1747" y="173"/>
                  </a:lnTo>
                  <a:cubicBezTo>
                    <a:pt x="1746" y="173"/>
                    <a:pt x="1746" y="173"/>
                    <a:pt x="1745" y="173"/>
                  </a:cubicBezTo>
                  <a:lnTo>
                    <a:pt x="1744" y="174"/>
                  </a:lnTo>
                  <a:lnTo>
                    <a:pt x="1744" y="175"/>
                  </a:lnTo>
                  <a:cubicBezTo>
                    <a:pt x="1744" y="186"/>
                    <a:pt x="1746" y="196"/>
                    <a:pt x="1745" y="208"/>
                  </a:cubicBezTo>
                  <a:cubicBezTo>
                    <a:pt x="1745" y="215"/>
                    <a:pt x="1744" y="222"/>
                    <a:pt x="1744" y="229"/>
                  </a:cubicBezTo>
                  <a:lnTo>
                    <a:pt x="1726" y="229"/>
                  </a:lnTo>
                  <a:cubicBezTo>
                    <a:pt x="1726" y="219"/>
                    <a:pt x="1725" y="208"/>
                    <a:pt x="1725" y="197"/>
                  </a:cubicBezTo>
                  <a:cubicBezTo>
                    <a:pt x="1725" y="191"/>
                    <a:pt x="1717" y="192"/>
                    <a:pt x="1717" y="197"/>
                  </a:cubicBezTo>
                  <a:cubicBezTo>
                    <a:pt x="1717" y="206"/>
                    <a:pt x="1717" y="216"/>
                    <a:pt x="1715" y="226"/>
                  </a:cubicBezTo>
                  <a:lnTo>
                    <a:pt x="1715" y="229"/>
                  </a:lnTo>
                  <a:lnTo>
                    <a:pt x="1700" y="231"/>
                  </a:lnTo>
                  <a:cubicBezTo>
                    <a:pt x="1700" y="224"/>
                    <a:pt x="1700" y="216"/>
                    <a:pt x="1700" y="209"/>
                  </a:cubicBezTo>
                  <a:cubicBezTo>
                    <a:pt x="1700" y="197"/>
                    <a:pt x="1696" y="185"/>
                    <a:pt x="1696" y="173"/>
                  </a:cubicBezTo>
                  <a:cubicBezTo>
                    <a:pt x="1696" y="169"/>
                    <a:pt x="1690" y="169"/>
                    <a:pt x="1690" y="173"/>
                  </a:cubicBezTo>
                  <a:cubicBezTo>
                    <a:pt x="1690" y="185"/>
                    <a:pt x="1692" y="197"/>
                    <a:pt x="1692" y="209"/>
                  </a:cubicBezTo>
                  <a:cubicBezTo>
                    <a:pt x="1692" y="217"/>
                    <a:pt x="1692" y="225"/>
                    <a:pt x="1692" y="232"/>
                  </a:cubicBezTo>
                  <a:lnTo>
                    <a:pt x="1675" y="234"/>
                  </a:lnTo>
                  <a:cubicBezTo>
                    <a:pt x="1675" y="229"/>
                    <a:pt x="1674" y="223"/>
                    <a:pt x="1673" y="218"/>
                  </a:cubicBezTo>
                  <a:cubicBezTo>
                    <a:pt x="1673" y="214"/>
                    <a:pt x="1672" y="211"/>
                    <a:pt x="1671" y="208"/>
                  </a:cubicBezTo>
                  <a:cubicBezTo>
                    <a:pt x="1670" y="207"/>
                    <a:pt x="1669" y="206"/>
                    <a:pt x="1668" y="204"/>
                  </a:cubicBezTo>
                  <a:cubicBezTo>
                    <a:pt x="1665" y="202"/>
                    <a:pt x="1659" y="205"/>
                    <a:pt x="1662" y="209"/>
                  </a:cubicBezTo>
                  <a:cubicBezTo>
                    <a:pt x="1665" y="212"/>
                    <a:pt x="1662" y="224"/>
                    <a:pt x="1662" y="230"/>
                  </a:cubicBezTo>
                  <a:cubicBezTo>
                    <a:pt x="1662" y="232"/>
                    <a:pt x="1662" y="234"/>
                    <a:pt x="1662" y="236"/>
                  </a:cubicBezTo>
                  <a:lnTo>
                    <a:pt x="1646" y="238"/>
                  </a:lnTo>
                  <a:cubicBezTo>
                    <a:pt x="1646" y="232"/>
                    <a:pt x="1646" y="226"/>
                    <a:pt x="1646" y="219"/>
                  </a:cubicBezTo>
                  <a:cubicBezTo>
                    <a:pt x="1646" y="207"/>
                    <a:pt x="1646" y="195"/>
                    <a:pt x="1645" y="183"/>
                  </a:cubicBezTo>
                  <a:cubicBezTo>
                    <a:pt x="1645" y="179"/>
                    <a:pt x="1639" y="179"/>
                    <a:pt x="1638" y="183"/>
                  </a:cubicBezTo>
                  <a:cubicBezTo>
                    <a:pt x="1638" y="195"/>
                    <a:pt x="1638" y="207"/>
                    <a:pt x="1637" y="219"/>
                  </a:cubicBezTo>
                  <a:cubicBezTo>
                    <a:pt x="1637" y="226"/>
                    <a:pt x="1637" y="233"/>
                    <a:pt x="1637" y="240"/>
                  </a:cubicBezTo>
                  <a:lnTo>
                    <a:pt x="1629" y="242"/>
                  </a:lnTo>
                  <a:lnTo>
                    <a:pt x="1614" y="244"/>
                  </a:lnTo>
                  <a:cubicBezTo>
                    <a:pt x="1614" y="232"/>
                    <a:pt x="1612" y="219"/>
                    <a:pt x="1611" y="207"/>
                  </a:cubicBezTo>
                  <a:cubicBezTo>
                    <a:pt x="1611" y="206"/>
                    <a:pt x="1611" y="206"/>
                    <a:pt x="1611" y="206"/>
                  </a:cubicBezTo>
                  <a:cubicBezTo>
                    <a:pt x="1611" y="205"/>
                    <a:pt x="1610" y="205"/>
                    <a:pt x="1610" y="205"/>
                  </a:cubicBezTo>
                  <a:cubicBezTo>
                    <a:pt x="1609" y="204"/>
                    <a:pt x="1609" y="204"/>
                    <a:pt x="1609" y="204"/>
                  </a:cubicBezTo>
                  <a:cubicBezTo>
                    <a:pt x="1608" y="204"/>
                    <a:pt x="1608" y="204"/>
                    <a:pt x="1607" y="205"/>
                  </a:cubicBezTo>
                  <a:cubicBezTo>
                    <a:pt x="1607" y="205"/>
                    <a:pt x="1608" y="205"/>
                    <a:pt x="1607" y="206"/>
                  </a:cubicBezTo>
                  <a:cubicBezTo>
                    <a:pt x="1606" y="207"/>
                    <a:pt x="1606" y="206"/>
                    <a:pt x="1606" y="207"/>
                  </a:cubicBezTo>
                  <a:cubicBezTo>
                    <a:pt x="1606" y="219"/>
                    <a:pt x="1603" y="233"/>
                    <a:pt x="1603" y="246"/>
                  </a:cubicBezTo>
                  <a:lnTo>
                    <a:pt x="1586" y="248"/>
                  </a:lnTo>
                  <a:cubicBezTo>
                    <a:pt x="1586" y="235"/>
                    <a:pt x="1582" y="221"/>
                    <a:pt x="1580" y="208"/>
                  </a:cubicBezTo>
                  <a:cubicBezTo>
                    <a:pt x="1580" y="207"/>
                    <a:pt x="1581" y="207"/>
                    <a:pt x="1580" y="206"/>
                  </a:cubicBezTo>
                  <a:cubicBezTo>
                    <a:pt x="1579" y="205"/>
                    <a:pt x="1580" y="206"/>
                    <a:pt x="1579" y="205"/>
                  </a:cubicBezTo>
                  <a:cubicBezTo>
                    <a:pt x="1578" y="204"/>
                    <a:pt x="1578" y="205"/>
                    <a:pt x="1578" y="205"/>
                  </a:cubicBezTo>
                  <a:cubicBezTo>
                    <a:pt x="1577" y="205"/>
                    <a:pt x="1577" y="204"/>
                    <a:pt x="1576" y="205"/>
                  </a:cubicBezTo>
                  <a:cubicBezTo>
                    <a:pt x="1575" y="206"/>
                    <a:pt x="1576" y="205"/>
                    <a:pt x="1575" y="206"/>
                  </a:cubicBezTo>
                  <a:cubicBezTo>
                    <a:pt x="1574" y="207"/>
                    <a:pt x="1575" y="207"/>
                    <a:pt x="1575" y="208"/>
                  </a:cubicBezTo>
                  <a:cubicBezTo>
                    <a:pt x="1575" y="216"/>
                    <a:pt x="1575" y="224"/>
                    <a:pt x="1575" y="232"/>
                  </a:cubicBezTo>
                  <a:cubicBezTo>
                    <a:pt x="1575" y="235"/>
                    <a:pt x="1575" y="237"/>
                    <a:pt x="1575" y="240"/>
                  </a:cubicBezTo>
                  <a:cubicBezTo>
                    <a:pt x="1575" y="242"/>
                    <a:pt x="1575" y="246"/>
                    <a:pt x="1575" y="249"/>
                  </a:cubicBezTo>
                  <a:lnTo>
                    <a:pt x="1559" y="249"/>
                  </a:lnTo>
                  <a:cubicBezTo>
                    <a:pt x="1559" y="238"/>
                    <a:pt x="1556" y="227"/>
                    <a:pt x="1556" y="216"/>
                  </a:cubicBezTo>
                  <a:cubicBezTo>
                    <a:pt x="1555" y="205"/>
                    <a:pt x="1553" y="191"/>
                    <a:pt x="1552" y="177"/>
                  </a:cubicBezTo>
                  <a:cubicBezTo>
                    <a:pt x="1552" y="173"/>
                    <a:pt x="1546" y="174"/>
                    <a:pt x="1546" y="177"/>
                  </a:cubicBezTo>
                  <a:cubicBezTo>
                    <a:pt x="1546" y="190"/>
                    <a:pt x="1548" y="202"/>
                    <a:pt x="1548" y="216"/>
                  </a:cubicBezTo>
                  <a:cubicBezTo>
                    <a:pt x="1547" y="230"/>
                    <a:pt x="1548" y="238"/>
                    <a:pt x="1549" y="248"/>
                  </a:cubicBezTo>
                  <a:lnTo>
                    <a:pt x="1535" y="248"/>
                  </a:lnTo>
                  <a:cubicBezTo>
                    <a:pt x="1534" y="244"/>
                    <a:pt x="1533" y="240"/>
                    <a:pt x="1533" y="236"/>
                  </a:cubicBezTo>
                  <a:cubicBezTo>
                    <a:pt x="1533" y="235"/>
                    <a:pt x="1533" y="234"/>
                    <a:pt x="1533" y="233"/>
                  </a:cubicBezTo>
                  <a:cubicBezTo>
                    <a:pt x="1533" y="222"/>
                    <a:pt x="1532" y="211"/>
                    <a:pt x="1529" y="199"/>
                  </a:cubicBezTo>
                  <a:cubicBezTo>
                    <a:pt x="1529" y="199"/>
                    <a:pt x="1530" y="199"/>
                    <a:pt x="1529" y="198"/>
                  </a:cubicBezTo>
                  <a:cubicBezTo>
                    <a:pt x="1528" y="197"/>
                    <a:pt x="1529" y="198"/>
                    <a:pt x="1528" y="197"/>
                  </a:cubicBezTo>
                  <a:cubicBezTo>
                    <a:pt x="1527" y="196"/>
                    <a:pt x="1526" y="197"/>
                    <a:pt x="1526" y="197"/>
                  </a:cubicBezTo>
                  <a:cubicBezTo>
                    <a:pt x="1525" y="197"/>
                    <a:pt x="1525" y="196"/>
                    <a:pt x="1524" y="197"/>
                  </a:cubicBezTo>
                  <a:cubicBezTo>
                    <a:pt x="1523" y="198"/>
                    <a:pt x="1523" y="198"/>
                    <a:pt x="1523" y="198"/>
                  </a:cubicBezTo>
                  <a:cubicBezTo>
                    <a:pt x="1523" y="199"/>
                    <a:pt x="1523" y="199"/>
                    <a:pt x="1523" y="199"/>
                  </a:cubicBezTo>
                  <a:cubicBezTo>
                    <a:pt x="1520" y="210"/>
                    <a:pt x="1518" y="221"/>
                    <a:pt x="1518" y="232"/>
                  </a:cubicBezTo>
                  <a:cubicBezTo>
                    <a:pt x="1518" y="237"/>
                    <a:pt x="1518" y="243"/>
                    <a:pt x="1519" y="249"/>
                  </a:cubicBezTo>
                  <a:lnTo>
                    <a:pt x="1508" y="249"/>
                  </a:lnTo>
                  <a:cubicBezTo>
                    <a:pt x="1508" y="246"/>
                    <a:pt x="1508" y="243"/>
                    <a:pt x="1508" y="241"/>
                  </a:cubicBezTo>
                  <a:cubicBezTo>
                    <a:pt x="1507" y="231"/>
                    <a:pt x="1506" y="221"/>
                    <a:pt x="1503" y="212"/>
                  </a:cubicBezTo>
                  <a:cubicBezTo>
                    <a:pt x="1502" y="199"/>
                    <a:pt x="1497" y="186"/>
                    <a:pt x="1491" y="174"/>
                  </a:cubicBezTo>
                  <a:cubicBezTo>
                    <a:pt x="1490" y="173"/>
                    <a:pt x="1489" y="171"/>
                    <a:pt x="1488" y="170"/>
                  </a:cubicBezTo>
                  <a:cubicBezTo>
                    <a:pt x="1486" y="168"/>
                    <a:pt x="1483" y="171"/>
                    <a:pt x="1484" y="174"/>
                  </a:cubicBezTo>
                  <a:cubicBezTo>
                    <a:pt x="1486" y="178"/>
                    <a:pt x="1488" y="183"/>
                    <a:pt x="1488" y="188"/>
                  </a:cubicBezTo>
                  <a:cubicBezTo>
                    <a:pt x="1488" y="190"/>
                    <a:pt x="1487" y="193"/>
                    <a:pt x="1487" y="195"/>
                  </a:cubicBezTo>
                  <a:cubicBezTo>
                    <a:pt x="1488" y="206"/>
                    <a:pt x="1490" y="217"/>
                    <a:pt x="1493" y="227"/>
                  </a:cubicBezTo>
                  <a:cubicBezTo>
                    <a:pt x="1493" y="232"/>
                    <a:pt x="1493" y="241"/>
                    <a:pt x="1494" y="249"/>
                  </a:cubicBezTo>
                  <a:lnTo>
                    <a:pt x="1469" y="249"/>
                  </a:lnTo>
                  <a:cubicBezTo>
                    <a:pt x="1467" y="232"/>
                    <a:pt x="1465" y="215"/>
                    <a:pt x="1461" y="198"/>
                  </a:cubicBezTo>
                  <a:cubicBezTo>
                    <a:pt x="1461" y="198"/>
                    <a:pt x="1461" y="197"/>
                    <a:pt x="1461" y="196"/>
                  </a:cubicBezTo>
                  <a:lnTo>
                    <a:pt x="1460" y="195"/>
                  </a:lnTo>
                  <a:cubicBezTo>
                    <a:pt x="1459" y="195"/>
                    <a:pt x="1459" y="195"/>
                    <a:pt x="1458" y="195"/>
                  </a:cubicBezTo>
                  <a:cubicBezTo>
                    <a:pt x="1457" y="195"/>
                    <a:pt x="1457" y="195"/>
                    <a:pt x="1456" y="195"/>
                  </a:cubicBezTo>
                  <a:lnTo>
                    <a:pt x="1455" y="196"/>
                  </a:lnTo>
                  <a:cubicBezTo>
                    <a:pt x="1455" y="197"/>
                    <a:pt x="1455" y="198"/>
                    <a:pt x="1455" y="198"/>
                  </a:cubicBezTo>
                  <a:cubicBezTo>
                    <a:pt x="1454" y="210"/>
                    <a:pt x="1453" y="223"/>
                    <a:pt x="1453" y="235"/>
                  </a:cubicBezTo>
                  <a:cubicBezTo>
                    <a:pt x="1453" y="239"/>
                    <a:pt x="1453" y="244"/>
                    <a:pt x="1453" y="248"/>
                  </a:cubicBezTo>
                  <a:lnTo>
                    <a:pt x="1445" y="248"/>
                  </a:lnTo>
                  <a:cubicBezTo>
                    <a:pt x="1445" y="236"/>
                    <a:pt x="1443" y="223"/>
                    <a:pt x="1439" y="212"/>
                  </a:cubicBezTo>
                  <a:cubicBezTo>
                    <a:pt x="1439" y="209"/>
                    <a:pt x="1439" y="206"/>
                    <a:pt x="1439" y="203"/>
                  </a:cubicBezTo>
                  <a:cubicBezTo>
                    <a:pt x="1439" y="200"/>
                    <a:pt x="1439" y="197"/>
                    <a:pt x="1439" y="194"/>
                  </a:cubicBezTo>
                  <a:cubicBezTo>
                    <a:pt x="1438" y="186"/>
                    <a:pt x="1437" y="179"/>
                    <a:pt x="1435" y="171"/>
                  </a:cubicBezTo>
                  <a:cubicBezTo>
                    <a:pt x="1435" y="170"/>
                    <a:pt x="1435" y="170"/>
                    <a:pt x="1435" y="170"/>
                  </a:cubicBezTo>
                  <a:cubicBezTo>
                    <a:pt x="1434" y="169"/>
                    <a:pt x="1434" y="169"/>
                    <a:pt x="1434" y="169"/>
                  </a:cubicBezTo>
                  <a:cubicBezTo>
                    <a:pt x="1433" y="168"/>
                    <a:pt x="1433" y="168"/>
                    <a:pt x="1432" y="168"/>
                  </a:cubicBezTo>
                  <a:lnTo>
                    <a:pt x="1431" y="169"/>
                  </a:lnTo>
                  <a:lnTo>
                    <a:pt x="1430" y="170"/>
                  </a:lnTo>
                  <a:lnTo>
                    <a:pt x="1430" y="171"/>
                  </a:lnTo>
                  <a:cubicBezTo>
                    <a:pt x="1430" y="177"/>
                    <a:pt x="1431" y="183"/>
                    <a:pt x="1431" y="189"/>
                  </a:cubicBezTo>
                  <a:cubicBezTo>
                    <a:pt x="1431" y="195"/>
                    <a:pt x="1430" y="201"/>
                    <a:pt x="1430" y="206"/>
                  </a:cubicBezTo>
                  <a:cubicBezTo>
                    <a:pt x="1430" y="220"/>
                    <a:pt x="1431" y="233"/>
                    <a:pt x="1434" y="246"/>
                  </a:cubicBezTo>
                  <a:lnTo>
                    <a:pt x="1408" y="241"/>
                  </a:lnTo>
                  <a:cubicBezTo>
                    <a:pt x="1409" y="240"/>
                    <a:pt x="1410" y="239"/>
                    <a:pt x="1410" y="239"/>
                  </a:cubicBezTo>
                  <a:cubicBezTo>
                    <a:pt x="1411" y="238"/>
                    <a:pt x="1411" y="236"/>
                    <a:pt x="1411" y="235"/>
                  </a:cubicBezTo>
                  <a:lnTo>
                    <a:pt x="1411" y="234"/>
                  </a:lnTo>
                  <a:cubicBezTo>
                    <a:pt x="1410" y="226"/>
                    <a:pt x="1407" y="219"/>
                    <a:pt x="1406" y="210"/>
                  </a:cubicBezTo>
                  <a:cubicBezTo>
                    <a:pt x="1406" y="210"/>
                    <a:pt x="1406" y="209"/>
                    <a:pt x="1406" y="208"/>
                  </a:cubicBezTo>
                  <a:cubicBezTo>
                    <a:pt x="1406" y="202"/>
                    <a:pt x="1405" y="197"/>
                    <a:pt x="1402" y="192"/>
                  </a:cubicBezTo>
                  <a:cubicBezTo>
                    <a:pt x="1402" y="191"/>
                    <a:pt x="1402" y="191"/>
                    <a:pt x="1401" y="191"/>
                  </a:cubicBezTo>
                  <a:cubicBezTo>
                    <a:pt x="1398" y="187"/>
                    <a:pt x="1392" y="191"/>
                    <a:pt x="1395" y="195"/>
                  </a:cubicBezTo>
                  <a:cubicBezTo>
                    <a:pt x="1398" y="199"/>
                    <a:pt x="1395" y="209"/>
                    <a:pt x="1395" y="216"/>
                  </a:cubicBezTo>
                  <a:cubicBezTo>
                    <a:pt x="1395" y="219"/>
                    <a:pt x="1394" y="222"/>
                    <a:pt x="1394" y="225"/>
                  </a:cubicBezTo>
                  <a:cubicBezTo>
                    <a:pt x="1394" y="228"/>
                    <a:pt x="1395" y="231"/>
                    <a:pt x="1395" y="234"/>
                  </a:cubicBezTo>
                  <a:cubicBezTo>
                    <a:pt x="1395" y="235"/>
                    <a:pt x="1395" y="235"/>
                    <a:pt x="1395" y="236"/>
                  </a:cubicBezTo>
                  <a:lnTo>
                    <a:pt x="1395" y="237"/>
                  </a:lnTo>
                  <a:lnTo>
                    <a:pt x="1379" y="235"/>
                  </a:lnTo>
                  <a:lnTo>
                    <a:pt x="1379" y="234"/>
                  </a:lnTo>
                  <a:lnTo>
                    <a:pt x="1379" y="233"/>
                  </a:lnTo>
                  <a:cubicBezTo>
                    <a:pt x="1379" y="226"/>
                    <a:pt x="1375" y="220"/>
                    <a:pt x="1374" y="213"/>
                  </a:cubicBezTo>
                  <a:cubicBezTo>
                    <a:pt x="1372" y="204"/>
                    <a:pt x="1370" y="194"/>
                    <a:pt x="1369" y="185"/>
                  </a:cubicBezTo>
                  <a:cubicBezTo>
                    <a:pt x="1369" y="184"/>
                    <a:pt x="1369" y="183"/>
                    <a:pt x="1369" y="183"/>
                  </a:cubicBezTo>
                  <a:cubicBezTo>
                    <a:pt x="1368" y="182"/>
                    <a:pt x="1368" y="183"/>
                    <a:pt x="1367" y="182"/>
                  </a:cubicBezTo>
                  <a:cubicBezTo>
                    <a:pt x="1366" y="181"/>
                    <a:pt x="1366" y="181"/>
                    <a:pt x="1366" y="181"/>
                  </a:cubicBezTo>
                  <a:cubicBezTo>
                    <a:pt x="1365" y="181"/>
                    <a:pt x="1365" y="181"/>
                    <a:pt x="1364" y="182"/>
                  </a:cubicBezTo>
                  <a:cubicBezTo>
                    <a:pt x="1363" y="183"/>
                    <a:pt x="1363" y="182"/>
                    <a:pt x="1362" y="183"/>
                  </a:cubicBezTo>
                  <a:cubicBezTo>
                    <a:pt x="1362" y="183"/>
                    <a:pt x="1362" y="184"/>
                    <a:pt x="1362" y="185"/>
                  </a:cubicBezTo>
                  <a:cubicBezTo>
                    <a:pt x="1362" y="194"/>
                    <a:pt x="1358" y="204"/>
                    <a:pt x="1357" y="214"/>
                  </a:cubicBezTo>
                  <a:cubicBezTo>
                    <a:pt x="1358" y="220"/>
                    <a:pt x="1359" y="227"/>
                    <a:pt x="1362" y="233"/>
                  </a:cubicBezTo>
                  <a:lnTo>
                    <a:pt x="1355" y="233"/>
                  </a:lnTo>
                  <a:cubicBezTo>
                    <a:pt x="1343" y="208"/>
                    <a:pt x="1329" y="184"/>
                    <a:pt x="1336" y="155"/>
                  </a:cubicBezTo>
                  <a:cubicBezTo>
                    <a:pt x="1336" y="154"/>
                    <a:pt x="1337" y="154"/>
                    <a:pt x="1337" y="154"/>
                  </a:cubicBezTo>
                  <a:lnTo>
                    <a:pt x="1336" y="153"/>
                  </a:lnTo>
                  <a:cubicBezTo>
                    <a:pt x="1336" y="153"/>
                    <a:pt x="1336" y="152"/>
                    <a:pt x="1335" y="152"/>
                  </a:cubicBezTo>
                  <a:lnTo>
                    <a:pt x="1334" y="152"/>
                  </a:lnTo>
                  <a:lnTo>
                    <a:pt x="1333" y="152"/>
                  </a:lnTo>
                  <a:lnTo>
                    <a:pt x="1333" y="153"/>
                  </a:lnTo>
                  <a:lnTo>
                    <a:pt x="1332" y="153"/>
                  </a:lnTo>
                  <a:cubicBezTo>
                    <a:pt x="1328" y="165"/>
                    <a:pt x="1326" y="177"/>
                    <a:pt x="1326" y="190"/>
                  </a:cubicBezTo>
                  <a:cubicBezTo>
                    <a:pt x="1326" y="193"/>
                    <a:pt x="1326" y="197"/>
                    <a:pt x="1326" y="201"/>
                  </a:cubicBezTo>
                  <a:cubicBezTo>
                    <a:pt x="1328" y="211"/>
                    <a:pt x="1331" y="221"/>
                    <a:pt x="1336" y="230"/>
                  </a:cubicBezTo>
                  <a:cubicBezTo>
                    <a:pt x="1336" y="231"/>
                    <a:pt x="1337" y="231"/>
                    <a:pt x="1337" y="232"/>
                  </a:cubicBezTo>
                  <a:cubicBezTo>
                    <a:pt x="1330" y="231"/>
                    <a:pt x="1322" y="229"/>
                    <a:pt x="1315" y="227"/>
                  </a:cubicBezTo>
                  <a:cubicBezTo>
                    <a:pt x="1312" y="220"/>
                    <a:pt x="1309" y="212"/>
                    <a:pt x="1307" y="205"/>
                  </a:cubicBezTo>
                  <a:cubicBezTo>
                    <a:pt x="1304" y="196"/>
                    <a:pt x="1303" y="186"/>
                    <a:pt x="1302" y="177"/>
                  </a:cubicBezTo>
                  <a:lnTo>
                    <a:pt x="1302" y="176"/>
                  </a:lnTo>
                  <a:cubicBezTo>
                    <a:pt x="1301" y="175"/>
                    <a:pt x="1301" y="176"/>
                    <a:pt x="1300" y="175"/>
                  </a:cubicBezTo>
                  <a:cubicBezTo>
                    <a:pt x="1299" y="174"/>
                    <a:pt x="1299" y="174"/>
                    <a:pt x="1298" y="174"/>
                  </a:cubicBezTo>
                  <a:lnTo>
                    <a:pt x="1297" y="175"/>
                  </a:lnTo>
                  <a:cubicBezTo>
                    <a:pt x="1296" y="176"/>
                    <a:pt x="1295" y="175"/>
                    <a:pt x="1295" y="176"/>
                  </a:cubicBezTo>
                  <a:lnTo>
                    <a:pt x="1295" y="177"/>
                  </a:lnTo>
                  <a:cubicBezTo>
                    <a:pt x="1292" y="190"/>
                    <a:pt x="1290" y="203"/>
                    <a:pt x="1290" y="216"/>
                  </a:cubicBezTo>
                  <a:cubicBezTo>
                    <a:pt x="1290" y="218"/>
                    <a:pt x="1290" y="219"/>
                    <a:pt x="1290" y="221"/>
                  </a:cubicBezTo>
                  <a:lnTo>
                    <a:pt x="1289" y="221"/>
                  </a:lnTo>
                  <a:cubicBezTo>
                    <a:pt x="1289" y="220"/>
                    <a:pt x="1288" y="219"/>
                    <a:pt x="1287" y="218"/>
                  </a:cubicBezTo>
                  <a:lnTo>
                    <a:pt x="1286" y="218"/>
                  </a:lnTo>
                  <a:lnTo>
                    <a:pt x="1285" y="216"/>
                  </a:lnTo>
                  <a:lnTo>
                    <a:pt x="1279" y="206"/>
                  </a:lnTo>
                  <a:cubicBezTo>
                    <a:pt x="1277" y="204"/>
                    <a:pt x="1275" y="201"/>
                    <a:pt x="1274" y="198"/>
                  </a:cubicBezTo>
                  <a:cubicBezTo>
                    <a:pt x="1271" y="189"/>
                    <a:pt x="1270" y="181"/>
                    <a:pt x="1270" y="172"/>
                  </a:cubicBezTo>
                  <a:cubicBezTo>
                    <a:pt x="1270" y="168"/>
                    <a:pt x="1270" y="165"/>
                    <a:pt x="1271" y="162"/>
                  </a:cubicBezTo>
                  <a:cubicBezTo>
                    <a:pt x="1271" y="161"/>
                    <a:pt x="1270" y="160"/>
                    <a:pt x="1270" y="160"/>
                  </a:cubicBezTo>
                  <a:cubicBezTo>
                    <a:pt x="1270" y="159"/>
                    <a:pt x="1269" y="159"/>
                    <a:pt x="1269" y="159"/>
                  </a:cubicBezTo>
                  <a:cubicBezTo>
                    <a:pt x="1268" y="158"/>
                    <a:pt x="1268" y="158"/>
                    <a:pt x="1267" y="158"/>
                  </a:cubicBezTo>
                  <a:cubicBezTo>
                    <a:pt x="1267" y="158"/>
                    <a:pt x="1266" y="158"/>
                    <a:pt x="1265" y="159"/>
                  </a:cubicBezTo>
                  <a:cubicBezTo>
                    <a:pt x="1265" y="159"/>
                    <a:pt x="1264" y="159"/>
                    <a:pt x="1264" y="160"/>
                  </a:cubicBezTo>
                  <a:cubicBezTo>
                    <a:pt x="1264" y="160"/>
                    <a:pt x="1264" y="161"/>
                    <a:pt x="1264" y="162"/>
                  </a:cubicBezTo>
                  <a:cubicBezTo>
                    <a:pt x="1262" y="170"/>
                    <a:pt x="1262" y="178"/>
                    <a:pt x="1262" y="187"/>
                  </a:cubicBezTo>
                  <a:cubicBezTo>
                    <a:pt x="1262" y="195"/>
                    <a:pt x="1262" y="203"/>
                    <a:pt x="1264" y="212"/>
                  </a:cubicBezTo>
                  <a:cubicBezTo>
                    <a:pt x="1264" y="214"/>
                    <a:pt x="1265" y="216"/>
                    <a:pt x="1266" y="218"/>
                  </a:cubicBezTo>
                  <a:lnTo>
                    <a:pt x="1257" y="217"/>
                  </a:lnTo>
                  <a:cubicBezTo>
                    <a:pt x="1253" y="202"/>
                    <a:pt x="1247" y="188"/>
                    <a:pt x="1240" y="174"/>
                  </a:cubicBezTo>
                  <a:cubicBezTo>
                    <a:pt x="1235" y="158"/>
                    <a:pt x="1232" y="142"/>
                    <a:pt x="1230" y="125"/>
                  </a:cubicBezTo>
                  <a:cubicBezTo>
                    <a:pt x="1230" y="125"/>
                    <a:pt x="1230" y="124"/>
                    <a:pt x="1229" y="124"/>
                  </a:cubicBezTo>
                  <a:lnTo>
                    <a:pt x="1228" y="124"/>
                  </a:lnTo>
                  <a:lnTo>
                    <a:pt x="1227" y="124"/>
                  </a:lnTo>
                  <a:cubicBezTo>
                    <a:pt x="1227" y="124"/>
                    <a:pt x="1227" y="125"/>
                    <a:pt x="1226" y="125"/>
                  </a:cubicBezTo>
                  <a:cubicBezTo>
                    <a:pt x="1222" y="140"/>
                    <a:pt x="1221" y="155"/>
                    <a:pt x="1221" y="170"/>
                  </a:cubicBezTo>
                  <a:cubicBezTo>
                    <a:pt x="1221" y="185"/>
                    <a:pt x="1222" y="200"/>
                    <a:pt x="1226" y="214"/>
                  </a:cubicBezTo>
                  <a:lnTo>
                    <a:pt x="1217" y="214"/>
                  </a:lnTo>
                  <a:cubicBezTo>
                    <a:pt x="1213" y="209"/>
                    <a:pt x="1209" y="203"/>
                    <a:pt x="1206" y="196"/>
                  </a:cubicBezTo>
                  <a:cubicBezTo>
                    <a:pt x="1205" y="196"/>
                    <a:pt x="1205" y="195"/>
                    <a:pt x="1205" y="195"/>
                  </a:cubicBezTo>
                  <a:cubicBezTo>
                    <a:pt x="1201" y="188"/>
                    <a:pt x="1200" y="180"/>
                    <a:pt x="1200" y="172"/>
                  </a:cubicBezTo>
                  <a:cubicBezTo>
                    <a:pt x="1200" y="171"/>
                    <a:pt x="1200" y="170"/>
                    <a:pt x="1200" y="170"/>
                  </a:cubicBezTo>
                  <a:cubicBezTo>
                    <a:pt x="1200" y="169"/>
                    <a:pt x="1200" y="170"/>
                    <a:pt x="1199" y="169"/>
                  </a:cubicBezTo>
                  <a:cubicBezTo>
                    <a:pt x="1198" y="168"/>
                    <a:pt x="1199" y="168"/>
                    <a:pt x="1198" y="167"/>
                  </a:cubicBezTo>
                  <a:cubicBezTo>
                    <a:pt x="1197" y="166"/>
                    <a:pt x="1197" y="167"/>
                    <a:pt x="1196" y="167"/>
                  </a:cubicBezTo>
                  <a:cubicBezTo>
                    <a:pt x="1195" y="167"/>
                    <a:pt x="1195" y="166"/>
                    <a:pt x="1194" y="167"/>
                  </a:cubicBezTo>
                  <a:cubicBezTo>
                    <a:pt x="1193" y="168"/>
                    <a:pt x="1193" y="168"/>
                    <a:pt x="1193" y="169"/>
                  </a:cubicBezTo>
                  <a:lnTo>
                    <a:pt x="1192" y="170"/>
                  </a:lnTo>
                  <a:cubicBezTo>
                    <a:pt x="1192" y="174"/>
                    <a:pt x="1192" y="179"/>
                    <a:pt x="1192" y="184"/>
                  </a:cubicBezTo>
                  <a:cubicBezTo>
                    <a:pt x="1192" y="188"/>
                    <a:pt x="1192" y="193"/>
                    <a:pt x="1192" y="197"/>
                  </a:cubicBezTo>
                  <a:cubicBezTo>
                    <a:pt x="1193" y="204"/>
                    <a:pt x="1195" y="210"/>
                    <a:pt x="1198" y="215"/>
                  </a:cubicBezTo>
                  <a:lnTo>
                    <a:pt x="1190" y="215"/>
                  </a:lnTo>
                  <a:cubicBezTo>
                    <a:pt x="1187" y="211"/>
                    <a:pt x="1183" y="207"/>
                    <a:pt x="1181" y="203"/>
                  </a:cubicBezTo>
                  <a:cubicBezTo>
                    <a:pt x="1172" y="188"/>
                    <a:pt x="1167" y="171"/>
                    <a:pt x="1166" y="153"/>
                  </a:cubicBezTo>
                  <a:cubicBezTo>
                    <a:pt x="1166" y="150"/>
                    <a:pt x="1161" y="150"/>
                    <a:pt x="1160" y="153"/>
                  </a:cubicBezTo>
                  <a:cubicBezTo>
                    <a:pt x="1160" y="156"/>
                    <a:pt x="1160" y="159"/>
                    <a:pt x="1160" y="161"/>
                  </a:cubicBezTo>
                  <a:cubicBezTo>
                    <a:pt x="1160" y="173"/>
                    <a:pt x="1161" y="184"/>
                    <a:pt x="1163" y="195"/>
                  </a:cubicBezTo>
                  <a:cubicBezTo>
                    <a:pt x="1165" y="203"/>
                    <a:pt x="1167" y="210"/>
                    <a:pt x="1171" y="217"/>
                  </a:cubicBezTo>
                  <a:lnTo>
                    <a:pt x="1164" y="218"/>
                  </a:lnTo>
                  <a:cubicBezTo>
                    <a:pt x="1162" y="215"/>
                    <a:pt x="1160" y="211"/>
                    <a:pt x="1158" y="208"/>
                  </a:cubicBezTo>
                  <a:cubicBezTo>
                    <a:pt x="1156" y="205"/>
                    <a:pt x="1155" y="202"/>
                    <a:pt x="1153" y="199"/>
                  </a:cubicBezTo>
                  <a:cubicBezTo>
                    <a:pt x="1152" y="196"/>
                    <a:pt x="1149" y="193"/>
                    <a:pt x="1147" y="190"/>
                  </a:cubicBezTo>
                  <a:cubicBezTo>
                    <a:pt x="1145" y="185"/>
                    <a:pt x="1145" y="180"/>
                    <a:pt x="1145" y="174"/>
                  </a:cubicBezTo>
                  <a:cubicBezTo>
                    <a:pt x="1145" y="173"/>
                    <a:pt x="1145" y="172"/>
                    <a:pt x="1145" y="170"/>
                  </a:cubicBezTo>
                  <a:cubicBezTo>
                    <a:pt x="1145" y="168"/>
                    <a:pt x="1140" y="167"/>
                    <a:pt x="1140" y="170"/>
                  </a:cubicBezTo>
                  <a:cubicBezTo>
                    <a:pt x="1139" y="175"/>
                    <a:pt x="1139" y="179"/>
                    <a:pt x="1139" y="184"/>
                  </a:cubicBezTo>
                  <a:cubicBezTo>
                    <a:pt x="1139" y="190"/>
                    <a:pt x="1139" y="195"/>
                    <a:pt x="1141" y="201"/>
                  </a:cubicBezTo>
                  <a:cubicBezTo>
                    <a:pt x="1143" y="207"/>
                    <a:pt x="1145" y="214"/>
                    <a:pt x="1148" y="220"/>
                  </a:cubicBezTo>
                  <a:lnTo>
                    <a:pt x="1147" y="219"/>
                  </a:lnTo>
                  <a:cubicBezTo>
                    <a:pt x="1147" y="219"/>
                    <a:pt x="1147" y="220"/>
                    <a:pt x="1146" y="220"/>
                  </a:cubicBezTo>
                  <a:cubicBezTo>
                    <a:pt x="1142" y="214"/>
                    <a:pt x="1139" y="209"/>
                    <a:pt x="1135" y="203"/>
                  </a:cubicBezTo>
                  <a:cubicBezTo>
                    <a:pt x="1133" y="199"/>
                    <a:pt x="1130" y="194"/>
                    <a:pt x="1128" y="189"/>
                  </a:cubicBezTo>
                  <a:cubicBezTo>
                    <a:pt x="1120" y="173"/>
                    <a:pt x="1116" y="155"/>
                    <a:pt x="1116" y="138"/>
                  </a:cubicBezTo>
                  <a:lnTo>
                    <a:pt x="1116" y="137"/>
                  </a:lnTo>
                  <a:cubicBezTo>
                    <a:pt x="1115" y="137"/>
                    <a:pt x="1115" y="137"/>
                    <a:pt x="1115" y="136"/>
                  </a:cubicBezTo>
                  <a:lnTo>
                    <a:pt x="1114" y="136"/>
                  </a:lnTo>
                  <a:cubicBezTo>
                    <a:pt x="1114" y="136"/>
                    <a:pt x="1114" y="135"/>
                    <a:pt x="1113" y="136"/>
                  </a:cubicBezTo>
                  <a:cubicBezTo>
                    <a:pt x="1112" y="137"/>
                    <a:pt x="1113" y="137"/>
                    <a:pt x="1113" y="137"/>
                  </a:cubicBezTo>
                  <a:lnTo>
                    <a:pt x="1113" y="138"/>
                  </a:lnTo>
                  <a:cubicBezTo>
                    <a:pt x="1112" y="142"/>
                    <a:pt x="1112" y="147"/>
                    <a:pt x="1112" y="152"/>
                  </a:cubicBezTo>
                  <a:cubicBezTo>
                    <a:pt x="1112" y="164"/>
                    <a:pt x="1114" y="176"/>
                    <a:pt x="1117" y="187"/>
                  </a:cubicBezTo>
                  <a:cubicBezTo>
                    <a:pt x="1121" y="197"/>
                    <a:pt x="1125" y="206"/>
                    <a:pt x="1129" y="215"/>
                  </a:cubicBezTo>
                  <a:lnTo>
                    <a:pt x="1132" y="224"/>
                  </a:lnTo>
                  <a:lnTo>
                    <a:pt x="1120" y="226"/>
                  </a:lnTo>
                  <a:cubicBezTo>
                    <a:pt x="1120" y="225"/>
                    <a:pt x="1120" y="225"/>
                    <a:pt x="1120" y="225"/>
                  </a:cubicBezTo>
                  <a:cubicBezTo>
                    <a:pt x="1119" y="224"/>
                    <a:pt x="1119" y="223"/>
                    <a:pt x="1118" y="223"/>
                  </a:cubicBezTo>
                  <a:cubicBezTo>
                    <a:pt x="1114" y="219"/>
                    <a:pt x="1111" y="215"/>
                    <a:pt x="1108" y="210"/>
                  </a:cubicBezTo>
                  <a:cubicBezTo>
                    <a:pt x="1104" y="203"/>
                    <a:pt x="1101" y="195"/>
                    <a:pt x="1100" y="187"/>
                  </a:cubicBezTo>
                  <a:cubicBezTo>
                    <a:pt x="1100" y="186"/>
                    <a:pt x="1100" y="186"/>
                    <a:pt x="1100" y="186"/>
                  </a:cubicBezTo>
                  <a:cubicBezTo>
                    <a:pt x="1099" y="186"/>
                    <a:pt x="1099" y="186"/>
                    <a:pt x="1099" y="186"/>
                  </a:cubicBezTo>
                  <a:cubicBezTo>
                    <a:pt x="1098" y="186"/>
                    <a:pt x="1098" y="186"/>
                    <a:pt x="1098" y="186"/>
                  </a:cubicBezTo>
                  <a:cubicBezTo>
                    <a:pt x="1098" y="186"/>
                    <a:pt x="1097" y="186"/>
                    <a:pt x="1097" y="187"/>
                  </a:cubicBezTo>
                  <a:cubicBezTo>
                    <a:pt x="1096" y="191"/>
                    <a:pt x="1096" y="195"/>
                    <a:pt x="1096" y="199"/>
                  </a:cubicBezTo>
                  <a:cubicBezTo>
                    <a:pt x="1096" y="210"/>
                    <a:pt x="1099" y="220"/>
                    <a:pt x="1103" y="229"/>
                  </a:cubicBezTo>
                  <a:lnTo>
                    <a:pt x="1102" y="229"/>
                  </a:lnTo>
                  <a:cubicBezTo>
                    <a:pt x="1099" y="226"/>
                    <a:pt x="1096" y="223"/>
                    <a:pt x="1094" y="219"/>
                  </a:cubicBezTo>
                  <a:cubicBezTo>
                    <a:pt x="1094" y="219"/>
                    <a:pt x="1093" y="218"/>
                    <a:pt x="1093" y="217"/>
                  </a:cubicBezTo>
                  <a:cubicBezTo>
                    <a:pt x="1092" y="212"/>
                    <a:pt x="1092" y="207"/>
                    <a:pt x="1092" y="202"/>
                  </a:cubicBezTo>
                  <a:cubicBezTo>
                    <a:pt x="1092" y="196"/>
                    <a:pt x="1088" y="192"/>
                    <a:pt x="1088" y="187"/>
                  </a:cubicBezTo>
                  <a:cubicBezTo>
                    <a:pt x="1088" y="175"/>
                    <a:pt x="1085" y="165"/>
                    <a:pt x="1084" y="153"/>
                  </a:cubicBezTo>
                  <a:lnTo>
                    <a:pt x="1084" y="152"/>
                  </a:lnTo>
                  <a:cubicBezTo>
                    <a:pt x="1083" y="151"/>
                    <a:pt x="1083" y="151"/>
                    <a:pt x="1083" y="151"/>
                  </a:cubicBezTo>
                  <a:cubicBezTo>
                    <a:pt x="1082" y="151"/>
                    <a:pt x="1082" y="150"/>
                    <a:pt x="1081" y="150"/>
                  </a:cubicBezTo>
                  <a:lnTo>
                    <a:pt x="1080" y="151"/>
                  </a:lnTo>
                  <a:cubicBezTo>
                    <a:pt x="1079" y="151"/>
                    <a:pt x="1079" y="151"/>
                    <a:pt x="1079" y="152"/>
                  </a:cubicBezTo>
                  <a:lnTo>
                    <a:pt x="1078" y="153"/>
                  </a:lnTo>
                  <a:cubicBezTo>
                    <a:pt x="1076" y="172"/>
                    <a:pt x="1082" y="190"/>
                    <a:pt x="1080" y="208"/>
                  </a:cubicBezTo>
                  <a:cubicBezTo>
                    <a:pt x="1080" y="210"/>
                    <a:pt x="1080" y="212"/>
                    <a:pt x="1080" y="214"/>
                  </a:cubicBezTo>
                  <a:cubicBezTo>
                    <a:pt x="1079" y="212"/>
                    <a:pt x="1077" y="208"/>
                    <a:pt x="1074" y="203"/>
                  </a:cubicBezTo>
                  <a:cubicBezTo>
                    <a:pt x="1057" y="181"/>
                    <a:pt x="1063" y="148"/>
                    <a:pt x="1062" y="122"/>
                  </a:cubicBezTo>
                  <a:moveTo>
                    <a:pt x="176" y="1406"/>
                  </a:moveTo>
                  <a:cubicBezTo>
                    <a:pt x="185" y="1357"/>
                    <a:pt x="190" y="1308"/>
                    <a:pt x="199" y="1258"/>
                  </a:cubicBezTo>
                  <a:cubicBezTo>
                    <a:pt x="210" y="1202"/>
                    <a:pt x="228" y="1147"/>
                    <a:pt x="253" y="1095"/>
                  </a:cubicBezTo>
                  <a:cubicBezTo>
                    <a:pt x="261" y="1077"/>
                    <a:pt x="261" y="1056"/>
                    <a:pt x="269" y="1038"/>
                  </a:cubicBezTo>
                  <a:cubicBezTo>
                    <a:pt x="281" y="1011"/>
                    <a:pt x="289" y="983"/>
                    <a:pt x="302" y="956"/>
                  </a:cubicBezTo>
                  <a:cubicBezTo>
                    <a:pt x="309" y="941"/>
                    <a:pt x="317" y="927"/>
                    <a:pt x="325" y="913"/>
                  </a:cubicBezTo>
                  <a:cubicBezTo>
                    <a:pt x="333" y="899"/>
                    <a:pt x="342" y="885"/>
                    <a:pt x="351" y="871"/>
                  </a:cubicBezTo>
                  <a:cubicBezTo>
                    <a:pt x="365" y="852"/>
                    <a:pt x="369" y="829"/>
                    <a:pt x="388" y="815"/>
                  </a:cubicBezTo>
                  <a:cubicBezTo>
                    <a:pt x="435" y="779"/>
                    <a:pt x="466" y="722"/>
                    <a:pt x="516" y="690"/>
                  </a:cubicBezTo>
                  <a:cubicBezTo>
                    <a:pt x="565" y="657"/>
                    <a:pt x="597" y="601"/>
                    <a:pt x="640" y="562"/>
                  </a:cubicBezTo>
                  <a:cubicBezTo>
                    <a:pt x="653" y="551"/>
                    <a:pt x="660" y="534"/>
                    <a:pt x="675" y="526"/>
                  </a:cubicBezTo>
                  <a:cubicBezTo>
                    <a:pt x="681" y="523"/>
                    <a:pt x="687" y="520"/>
                    <a:pt x="693" y="516"/>
                  </a:cubicBezTo>
                  <a:cubicBezTo>
                    <a:pt x="709" y="507"/>
                    <a:pt x="723" y="498"/>
                    <a:pt x="737" y="487"/>
                  </a:cubicBezTo>
                  <a:cubicBezTo>
                    <a:pt x="756" y="472"/>
                    <a:pt x="774" y="456"/>
                    <a:pt x="794" y="442"/>
                  </a:cubicBezTo>
                  <a:cubicBezTo>
                    <a:pt x="817" y="424"/>
                    <a:pt x="859" y="401"/>
                    <a:pt x="875" y="376"/>
                  </a:cubicBezTo>
                  <a:cubicBezTo>
                    <a:pt x="890" y="350"/>
                    <a:pt x="923" y="338"/>
                    <a:pt x="943" y="315"/>
                  </a:cubicBezTo>
                  <a:cubicBezTo>
                    <a:pt x="962" y="292"/>
                    <a:pt x="977" y="265"/>
                    <a:pt x="995" y="241"/>
                  </a:cubicBezTo>
                  <a:cubicBezTo>
                    <a:pt x="1009" y="223"/>
                    <a:pt x="1030" y="205"/>
                    <a:pt x="1044" y="186"/>
                  </a:cubicBezTo>
                  <a:cubicBezTo>
                    <a:pt x="1045" y="199"/>
                    <a:pt x="1048" y="212"/>
                    <a:pt x="1055" y="224"/>
                  </a:cubicBezTo>
                  <a:cubicBezTo>
                    <a:pt x="1059" y="232"/>
                    <a:pt x="1066" y="239"/>
                    <a:pt x="1073" y="245"/>
                  </a:cubicBezTo>
                  <a:cubicBezTo>
                    <a:pt x="1074" y="245"/>
                    <a:pt x="1074" y="246"/>
                    <a:pt x="1075" y="246"/>
                  </a:cubicBezTo>
                  <a:cubicBezTo>
                    <a:pt x="1076" y="246"/>
                    <a:pt x="1076" y="245"/>
                    <a:pt x="1077" y="245"/>
                  </a:cubicBezTo>
                  <a:cubicBezTo>
                    <a:pt x="1078" y="245"/>
                    <a:pt x="1077" y="245"/>
                    <a:pt x="1079" y="245"/>
                  </a:cubicBezTo>
                  <a:lnTo>
                    <a:pt x="1088" y="245"/>
                  </a:lnTo>
                  <a:cubicBezTo>
                    <a:pt x="1089" y="246"/>
                    <a:pt x="1090" y="246"/>
                    <a:pt x="1092" y="246"/>
                  </a:cubicBezTo>
                  <a:cubicBezTo>
                    <a:pt x="1093" y="246"/>
                    <a:pt x="1094" y="246"/>
                    <a:pt x="1095" y="245"/>
                  </a:cubicBezTo>
                  <a:cubicBezTo>
                    <a:pt x="1136" y="243"/>
                    <a:pt x="1177" y="234"/>
                    <a:pt x="1218" y="233"/>
                  </a:cubicBezTo>
                  <a:cubicBezTo>
                    <a:pt x="1220" y="233"/>
                    <a:pt x="1222" y="233"/>
                    <a:pt x="1225" y="233"/>
                  </a:cubicBezTo>
                  <a:cubicBezTo>
                    <a:pt x="1227" y="233"/>
                    <a:pt x="1229" y="233"/>
                    <a:pt x="1232" y="233"/>
                  </a:cubicBezTo>
                  <a:lnTo>
                    <a:pt x="1232" y="234"/>
                  </a:lnTo>
                  <a:cubicBezTo>
                    <a:pt x="1233" y="235"/>
                    <a:pt x="1234" y="236"/>
                    <a:pt x="1236" y="237"/>
                  </a:cubicBezTo>
                  <a:cubicBezTo>
                    <a:pt x="1238" y="238"/>
                    <a:pt x="1239" y="239"/>
                    <a:pt x="1241" y="239"/>
                  </a:cubicBezTo>
                  <a:cubicBezTo>
                    <a:pt x="1243" y="239"/>
                    <a:pt x="1245" y="237"/>
                    <a:pt x="1246" y="237"/>
                  </a:cubicBezTo>
                  <a:cubicBezTo>
                    <a:pt x="1248" y="236"/>
                    <a:pt x="1249" y="236"/>
                    <a:pt x="1249" y="235"/>
                  </a:cubicBezTo>
                  <a:cubicBezTo>
                    <a:pt x="1280" y="242"/>
                    <a:pt x="1311" y="255"/>
                    <a:pt x="1341" y="255"/>
                  </a:cubicBezTo>
                  <a:cubicBezTo>
                    <a:pt x="1377" y="255"/>
                    <a:pt x="1411" y="271"/>
                    <a:pt x="1447" y="271"/>
                  </a:cubicBezTo>
                  <a:cubicBezTo>
                    <a:pt x="1495" y="271"/>
                    <a:pt x="1544" y="267"/>
                    <a:pt x="1592" y="266"/>
                  </a:cubicBezTo>
                  <a:cubicBezTo>
                    <a:pt x="1640" y="265"/>
                    <a:pt x="1688" y="250"/>
                    <a:pt x="1736" y="245"/>
                  </a:cubicBezTo>
                  <a:lnTo>
                    <a:pt x="1745" y="245"/>
                  </a:lnTo>
                  <a:lnTo>
                    <a:pt x="1747" y="245"/>
                  </a:lnTo>
                  <a:cubicBezTo>
                    <a:pt x="1749" y="245"/>
                    <a:pt x="1751" y="245"/>
                    <a:pt x="1754" y="245"/>
                  </a:cubicBezTo>
                  <a:cubicBezTo>
                    <a:pt x="1790" y="245"/>
                    <a:pt x="1825" y="248"/>
                    <a:pt x="1860" y="254"/>
                  </a:cubicBezTo>
                  <a:cubicBezTo>
                    <a:pt x="1932" y="263"/>
                    <a:pt x="2007" y="279"/>
                    <a:pt x="2077" y="254"/>
                  </a:cubicBezTo>
                  <a:lnTo>
                    <a:pt x="2078" y="254"/>
                  </a:lnTo>
                  <a:cubicBezTo>
                    <a:pt x="2079" y="253"/>
                    <a:pt x="2080" y="252"/>
                    <a:pt x="2080" y="251"/>
                  </a:cubicBezTo>
                  <a:cubicBezTo>
                    <a:pt x="2100" y="217"/>
                    <a:pt x="2097" y="190"/>
                    <a:pt x="2097" y="155"/>
                  </a:cubicBezTo>
                  <a:cubicBezTo>
                    <a:pt x="2099" y="155"/>
                    <a:pt x="2102" y="154"/>
                    <a:pt x="2103" y="153"/>
                  </a:cubicBezTo>
                  <a:cubicBezTo>
                    <a:pt x="2104" y="152"/>
                    <a:pt x="2105" y="152"/>
                    <a:pt x="2105" y="152"/>
                  </a:cubicBezTo>
                  <a:cubicBezTo>
                    <a:pt x="2126" y="165"/>
                    <a:pt x="2144" y="182"/>
                    <a:pt x="2158" y="202"/>
                  </a:cubicBezTo>
                  <a:cubicBezTo>
                    <a:pt x="2179" y="225"/>
                    <a:pt x="2203" y="247"/>
                    <a:pt x="2229" y="265"/>
                  </a:cubicBezTo>
                  <a:cubicBezTo>
                    <a:pt x="2252" y="286"/>
                    <a:pt x="2275" y="308"/>
                    <a:pt x="2296" y="331"/>
                  </a:cubicBezTo>
                  <a:cubicBezTo>
                    <a:pt x="2321" y="355"/>
                    <a:pt x="2347" y="380"/>
                    <a:pt x="2371" y="406"/>
                  </a:cubicBezTo>
                  <a:cubicBezTo>
                    <a:pt x="2444" y="486"/>
                    <a:pt x="2533" y="545"/>
                    <a:pt x="2597" y="635"/>
                  </a:cubicBezTo>
                  <a:cubicBezTo>
                    <a:pt x="2665" y="732"/>
                    <a:pt x="2740" y="821"/>
                    <a:pt x="2793" y="927"/>
                  </a:cubicBezTo>
                  <a:cubicBezTo>
                    <a:pt x="2819" y="979"/>
                    <a:pt x="2849" y="1028"/>
                    <a:pt x="2872" y="1080"/>
                  </a:cubicBezTo>
                  <a:cubicBezTo>
                    <a:pt x="2882" y="1110"/>
                    <a:pt x="2895" y="1139"/>
                    <a:pt x="2909" y="1168"/>
                  </a:cubicBezTo>
                  <a:cubicBezTo>
                    <a:pt x="2909" y="1168"/>
                    <a:pt x="2909" y="1169"/>
                    <a:pt x="2910" y="1170"/>
                  </a:cubicBezTo>
                  <a:cubicBezTo>
                    <a:pt x="2921" y="1189"/>
                    <a:pt x="2930" y="1209"/>
                    <a:pt x="2938" y="1231"/>
                  </a:cubicBezTo>
                  <a:cubicBezTo>
                    <a:pt x="2938" y="1232"/>
                    <a:pt x="2938" y="1233"/>
                    <a:pt x="2938" y="1234"/>
                  </a:cubicBezTo>
                  <a:cubicBezTo>
                    <a:pt x="2948" y="1295"/>
                    <a:pt x="2963" y="1355"/>
                    <a:pt x="2969" y="1417"/>
                  </a:cubicBezTo>
                  <a:cubicBezTo>
                    <a:pt x="2975" y="1473"/>
                    <a:pt x="2984" y="1528"/>
                    <a:pt x="2997" y="1582"/>
                  </a:cubicBezTo>
                  <a:cubicBezTo>
                    <a:pt x="3012" y="1637"/>
                    <a:pt x="3005" y="1695"/>
                    <a:pt x="3013" y="1750"/>
                  </a:cubicBezTo>
                  <a:cubicBezTo>
                    <a:pt x="3019" y="1793"/>
                    <a:pt x="3022" y="1835"/>
                    <a:pt x="3023" y="1878"/>
                  </a:cubicBezTo>
                  <a:cubicBezTo>
                    <a:pt x="3020" y="1877"/>
                    <a:pt x="3016" y="1875"/>
                    <a:pt x="3013" y="1874"/>
                  </a:cubicBezTo>
                  <a:cubicBezTo>
                    <a:pt x="3012" y="1873"/>
                    <a:pt x="3011" y="1873"/>
                    <a:pt x="3010" y="1872"/>
                  </a:cubicBezTo>
                  <a:cubicBezTo>
                    <a:pt x="3009" y="1871"/>
                    <a:pt x="3008" y="1871"/>
                    <a:pt x="3007" y="1870"/>
                  </a:cubicBezTo>
                  <a:cubicBezTo>
                    <a:pt x="3004" y="1868"/>
                    <a:pt x="3001" y="1868"/>
                    <a:pt x="2998" y="1868"/>
                  </a:cubicBezTo>
                  <a:cubicBezTo>
                    <a:pt x="2997" y="1868"/>
                    <a:pt x="2995" y="1868"/>
                    <a:pt x="2994" y="1868"/>
                  </a:cubicBezTo>
                  <a:cubicBezTo>
                    <a:pt x="2994" y="1860"/>
                    <a:pt x="2993" y="1853"/>
                    <a:pt x="2992" y="1845"/>
                  </a:cubicBezTo>
                  <a:cubicBezTo>
                    <a:pt x="2992" y="1844"/>
                    <a:pt x="2992" y="1844"/>
                    <a:pt x="2992" y="1843"/>
                  </a:cubicBezTo>
                  <a:cubicBezTo>
                    <a:pt x="2992" y="1843"/>
                    <a:pt x="2992" y="1842"/>
                    <a:pt x="2992" y="1841"/>
                  </a:cubicBezTo>
                  <a:cubicBezTo>
                    <a:pt x="3002" y="1818"/>
                    <a:pt x="3007" y="1793"/>
                    <a:pt x="3007" y="1768"/>
                  </a:cubicBezTo>
                  <a:cubicBezTo>
                    <a:pt x="3007" y="1767"/>
                    <a:pt x="3007" y="1766"/>
                    <a:pt x="3007" y="1765"/>
                  </a:cubicBezTo>
                  <a:cubicBezTo>
                    <a:pt x="3007" y="1763"/>
                    <a:pt x="3007" y="1761"/>
                    <a:pt x="3006" y="1759"/>
                  </a:cubicBezTo>
                  <a:cubicBezTo>
                    <a:pt x="3005" y="1758"/>
                    <a:pt x="3005" y="1757"/>
                    <a:pt x="3004" y="1757"/>
                  </a:cubicBezTo>
                  <a:cubicBezTo>
                    <a:pt x="3003" y="1733"/>
                    <a:pt x="2999" y="1711"/>
                    <a:pt x="2994" y="1688"/>
                  </a:cubicBezTo>
                  <a:cubicBezTo>
                    <a:pt x="2990" y="1655"/>
                    <a:pt x="2982" y="1622"/>
                    <a:pt x="2971" y="1590"/>
                  </a:cubicBezTo>
                  <a:lnTo>
                    <a:pt x="2971" y="1589"/>
                  </a:lnTo>
                  <a:cubicBezTo>
                    <a:pt x="2970" y="1588"/>
                    <a:pt x="2969" y="1587"/>
                    <a:pt x="2968" y="1587"/>
                  </a:cubicBezTo>
                  <a:cubicBezTo>
                    <a:pt x="2968" y="1582"/>
                    <a:pt x="2967" y="1578"/>
                    <a:pt x="2966" y="1574"/>
                  </a:cubicBezTo>
                  <a:cubicBezTo>
                    <a:pt x="2963" y="1564"/>
                    <a:pt x="2960" y="1554"/>
                    <a:pt x="2959" y="1544"/>
                  </a:cubicBezTo>
                  <a:cubicBezTo>
                    <a:pt x="2959" y="1539"/>
                    <a:pt x="2958" y="1534"/>
                    <a:pt x="2957" y="1529"/>
                  </a:cubicBezTo>
                  <a:cubicBezTo>
                    <a:pt x="2957" y="1529"/>
                    <a:pt x="2957" y="1528"/>
                    <a:pt x="2956" y="1527"/>
                  </a:cubicBezTo>
                  <a:cubicBezTo>
                    <a:pt x="2956" y="1527"/>
                    <a:pt x="2955" y="1527"/>
                    <a:pt x="2954" y="1526"/>
                  </a:cubicBezTo>
                  <a:cubicBezTo>
                    <a:pt x="2953" y="1525"/>
                    <a:pt x="2953" y="1525"/>
                    <a:pt x="2952" y="1525"/>
                  </a:cubicBezTo>
                  <a:lnTo>
                    <a:pt x="2951" y="1525"/>
                  </a:lnTo>
                  <a:cubicBezTo>
                    <a:pt x="2951" y="1505"/>
                    <a:pt x="2929" y="1489"/>
                    <a:pt x="2898" y="1478"/>
                  </a:cubicBezTo>
                  <a:cubicBezTo>
                    <a:pt x="2829" y="1454"/>
                    <a:pt x="2764" y="1429"/>
                    <a:pt x="2690" y="1427"/>
                  </a:cubicBezTo>
                  <a:cubicBezTo>
                    <a:pt x="2615" y="1425"/>
                    <a:pt x="2552" y="1403"/>
                    <a:pt x="2479" y="1413"/>
                  </a:cubicBezTo>
                  <a:lnTo>
                    <a:pt x="2420" y="1404"/>
                  </a:lnTo>
                  <a:cubicBezTo>
                    <a:pt x="2356" y="1394"/>
                    <a:pt x="2292" y="1387"/>
                    <a:pt x="2227" y="1384"/>
                  </a:cubicBezTo>
                  <a:cubicBezTo>
                    <a:pt x="2226" y="1383"/>
                    <a:pt x="2225" y="1382"/>
                    <a:pt x="2224" y="1381"/>
                  </a:cubicBezTo>
                  <a:cubicBezTo>
                    <a:pt x="2222" y="1380"/>
                    <a:pt x="2219" y="1379"/>
                    <a:pt x="2217" y="1379"/>
                  </a:cubicBezTo>
                  <a:cubicBezTo>
                    <a:pt x="2214" y="1379"/>
                    <a:pt x="2213" y="1380"/>
                    <a:pt x="2211" y="1381"/>
                  </a:cubicBezTo>
                  <a:cubicBezTo>
                    <a:pt x="2210" y="1381"/>
                    <a:pt x="2209" y="1382"/>
                    <a:pt x="2208" y="1383"/>
                  </a:cubicBezTo>
                  <a:cubicBezTo>
                    <a:pt x="2188" y="1382"/>
                    <a:pt x="2169" y="1381"/>
                    <a:pt x="2150" y="1380"/>
                  </a:cubicBezTo>
                  <a:cubicBezTo>
                    <a:pt x="2149" y="1380"/>
                    <a:pt x="2149" y="1379"/>
                    <a:pt x="2148" y="1379"/>
                  </a:cubicBezTo>
                  <a:cubicBezTo>
                    <a:pt x="2147" y="1378"/>
                    <a:pt x="2145" y="1378"/>
                    <a:pt x="2143" y="1378"/>
                  </a:cubicBezTo>
                  <a:cubicBezTo>
                    <a:pt x="2142" y="1378"/>
                    <a:pt x="2141" y="1378"/>
                    <a:pt x="2139" y="1379"/>
                  </a:cubicBezTo>
                  <a:cubicBezTo>
                    <a:pt x="2138" y="1379"/>
                    <a:pt x="2137" y="1380"/>
                    <a:pt x="2137" y="1380"/>
                  </a:cubicBezTo>
                  <a:cubicBezTo>
                    <a:pt x="2118" y="1380"/>
                    <a:pt x="2100" y="1379"/>
                    <a:pt x="2081" y="1379"/>
                  </a:cubicBezTo>
                  <a:cubicBezTo>
                    <a:pt x="2016" y="1379"/>
                    <a:pt x="1949" y="1375"/>
                    <a:pt x="1885" y="1376"/>
                  </a:cubicBezTo>
                  <a:cubicBezTo>
                    <a:pt x="1850" y="1376"/>
                    <a:pt x="1814" y="1376"/>
                    <a:pt x="1779" y="1375"/>
                  </a:cubicBezTo>
                  <a:cubicBezTo>
                    <a:pt x="1744" y="1374"/>
                    <a:pt x="1697" y="1385"/>
                    <a:pt x="1661" y="1376"/>
                  </a:cubicBezTo>
                  <a:cubicBezTo>
                    <a:pt x="1661" y="1376"/>
                    <a:pt x="1660" y="1376"/>
                    <a:pt x="1659" y="1376"/>
                  </a:cubicBezTo>
                  <a:cubicBezTo>
                    <a:pt x="1657" y="1376"/>
                    <a:pt x="1655" y="1376"/>
                    <a:pt x="1654" y="1377"/>
                  </a:cubicBezTo>
                  <a:cubicBezTo>
                    <a:pt x="1653" y="1377"/>
                    <a:pt x="1653" y="1378"/>
                    <a:pt x="1652" y="1378"/>
                  </a:cubicBezTo>
                  <a:cubicBezTo>
                    <a:pt x="1523" y="1371"/>
                    <a:pt x="1390" y="1378"/>
                    <a:pt x="1261" y="1378"/>
                  </a:cubicBezTo>
                  <a:cubicBezTo>
                    <a:pt x="1187" y="1378"/>
                    <a:pt x="1114" y="1378"/>
                    <a:pt x="1040" y="1378"/>
                  </a:cubicBezTo>
                  <a:cubicBezTo>
                    <a:pt x="978" y="1378"/>
                    <a:pt x="910" y="1370"/>
                    <a:pt x="849" y="1381"/>
                  </a:cubicBezTo>
                  <a:cubicBezTo>
                    <a:pt x="734" y="1400"/>
                    <a:pt x="613" y="1381"/>
                    <a:pt x="497" y="1407"/>
                  </a:cubicBezTo>
                  <a:lnTo>
                    <a:pt x="468" y="1413"/>
                  </a:lnTo>
                  <a:lnTo>
                    <a:pt x="467" y="1412"/>
                  </a:lnTo>
                  <a:cubicBezTo>
                    <a:pt x="465" y="1411"/>
                    <a:pt x="464" y="1411"/>
                    <a:pt x="462" y="1411"/>
                  </a:cubicBezTo>
                  <a:cubicBezTo>
                    <a:pt x="460" y="1411"/>
                    <a:pt x="458" y="1411"/>
                    <a:pt x="457" y="1412"/>
                  </a:cubicBezTo>
                  <a:cubicBezTo>
                    <a:pt x="455" y="1413"/>
                    <a:pt x="455" y="1414"/>
                    <a:pt x="454" y="1415"/>
                  </a:cubicBezTo>
                  <a:cubicBezTo>
                    <a:pt x="454" y="1416"/>
                    <a:pt x="454" y="1416"/>
                    <a:pt x="453" y="1416"/>
                  </a:cubicBezTo>
                  <a:cubicBezTo>
                    <a:pt x="418" y="1423"/>
                    <a:pt x="383" y="1428"/>
                    <a:pt x="347" y="1436"/>
                  </a:cubicBezTo>
                  <a:cubicBezTo>
                    <a:pt x="320" y="1441"/>
                    <a:pt x="294" y="1451"/>
                    <a:pt x="267" y="1458"/>
                  </a:cubicBezTo>
                  <a:cubicBezTo>
                    <a:pt x="261" y="1459"/>
                    <a:pt x="194" y="1484"/>
                    <a:pt x="196" y="1495"/>
                  </a:cubicBezTo>
                  <a:cubicBezTo>
                    <a:pt x="196" y="1491"/>
                    <a:pt x="191" y="1492"/>
                    <a:pt x="189" y="1495"/>
                  </a:cubicBezTo>
                  <a:cubicBezTo>
                    <a:pt x="185" y="1495"/>
                    <a:pt x="181" y="1496"/>
                    <a:pt x="177" y="1499"/>
                  </a:cubicBezTo>
                  <a:cubicBezTo>
                    <a:pt x="173" y="1501"/>
                    <a:pt x="169" y="1505"/>
                    <a:pt x="166" y="1510"/>
                  </a:cubicBezTo>
                  <a:cubicBezTo>
                    <a:pt x="166" y="1510"/>
                    <a:pt x="166" y="1511"/>
                    <a:pt x="165" y="1511"/>
                  </a:cubicBezTo>
                  <a:cubicBezTo>
                    <a:pt x="167" y="1476"/>
                    <a:pt x="170" y="1441"/>
                    <a:pt x="176" y="1406"/>
                  </a:cubicBezTo>
                  <a:moveTo>
                    <a:pt x="2873" y="1543"/>
                  </a:moveTo>
                  <a:lnTo>
                    <a:pt x="2874" y="1543"/>
                  </a:lnTo>
                  <a:cubicBezTo>
                    <a:pt x="2880" y="1547"/>
                    <a:pt x="2886" y="1549"/>
                    <a:pt x="2892" y="1551"/>
                  </a:cubicBezTo>
                  <a:cubicBezTo>
                    <a:pt x="2897" y="1551"/>
                    <a:pt x="2901" y="1552"/>
                    <a:pt x="2905" y="1554"/>
                  </a:cubicBezTo>
                  <a:cubicBezTo>
                    <a:pt x="2878" y="1566"/>
                    <a:pt x="2850" y="1575"/>
                    <a:pt x="2821" y="1582"/>
                  </a:cubicBezTo>
                  <a:lnTo>
                    <a:pt x="2797" y="1588"/>
                  </a:lnTo>
                  <a:cubicBezTo>
                    <a:pt x="2795" y="1585"/>
                    <a:pt x="2792" y="1582"/>
                    <a:pt x="2789" y="1580"/>
                  </a:cubicBezTo>
                  <a:cubicBezTo>
                    <a:pt x="2775" y="1572"/>
                    <a:pt x="2760" y="1567"/>
                    <a:pt x="2744" y="1564"/>
                  </a:cubicBezTo>
                  <a:cubicBezTo>
                    <a:pt x="2737" y="1562"/>
                    <a:pt x="2731" y="1559"/>
                    <a:pt x="2724" y="1558"/>
                  </a:cubicBezTo>
                  <a:cubicBezTo>
                    <a:pt x="2724" y="1557"/>
                    <a:pt x="2724" y="1557"/>
                    <a:pt x="2725" y="1557"/>
                  </a:cubicBezTo>
                  <a:cubicBezTo>
                    <a:pt x="2735" y="1551"/>
                    <a:pt x="2743" y="1543"/>
                    <a:pt x="2749" y="1533"/>
                  </a:cubicBezTo>
                  <a:cubicBezTo>
                    <a:pt x="2752" y="1527"/>
                    <a:pt x="2755" y="1521"/>
                    <a:pt x="2756" y="1515"/>
                  </a:cubicBezTo>
                  <a:cubicBezTo>
                    <a:pt x="2761" y="1517"/>
                    <a:pt x="2765" y="1521"/>
                    <a:pt x="2770" y="1524"/>
                  </a:cubicBezTo>
                  <a:cubicBezTo>
                    <a:pt x="2776" y="1526"/>
                    <a:pt x="2783" y="1527"/>
                    <a:pt x="2789" y="1528"/>
                  </a:cubicBezTo>
                  <a:cubicBezTo>
                    <a:pt x="2799" y="1530"/>
                    <a:pt x="2809" y="1532"/>
                    <a:pt x="2818" y="1535"/>
                  </a:cubicBezTo>
                  <a:cubicBezTo>
                    <a:pt x="2819" y="1536"/>
                    <a:pt x="2821" y="1536"/>
                    <a:pt x="2822" y="1536"/>
                  </a:cubicBezTo>
                  <a:cubicBezTo>
                    <a:pt x="2824" y="1536"/>
                    <a:pt x="2825" y="1536"/>
                    <a:pt x="2827" y="1535"/>
                  </a:cubicBezTo>
                  <a:cubicBezTo>
                    <a:pt x="2828" y="1534"/>
                    <a:pt x="2830" y="1533"/>
                    <a:pt x="2831" y="1531"/>
                  </a:cubicBezTo>
                  <a:cubicBezTo>
                    <a:pt x="2832" y="1529"/>
                    <a:pt x="2832" y="1528"/>
                    <a:pt x="2832" y="1526"/>
                  </a:cubicBezTo>
                  <a:cubicBezTo>
                    <a:pt x="2832" y="1525"/>
                    <a:pt x="2832" y="1524"/>
                    <a:pt x="2832" y="1523"/>
                  </a:cubicBezTo>
                  <a:lnTo>
                    <a:pt x="2832" y="1524"/>
                  </a:lnTo>
                  <a:cubicBezTo>
                    <a:pt x="2832" y="1522"/>
                    <a:pt x="2831" y="1521"/>
                    <a:pt x="2831" y="1520"/>
                  </a:cubicBezTo>
                  <a:cubicBezTo>
                    <a:pt x="2830" y="1519"/>
                    <a:pt x="2830" y="1519"/>
                    <a:pt x="2830" y="1519"/>
                  </a:cubicBezTo>
                  <a:cubicBezTo>
                    <a:pt x="2829" y="1518"/>
                    <a:pt x="2828" y="1517"/>
                    <a:pt x="2827" y="1516"/>
                  </a:cubicBezTo>
                  <a:cubicBezTo>
                    <a:pt x="2826" y="1515"/>
                    <a:pt x="2826" y="1515"/>
                    <a:pt x="2825" y="1515"/>
                  </a:cubicBezTo>
                  <a:cubicBezTo>
                    <a:pt x="2820" y="1513"/>
                    <a:pt x="2814" y="1511"/>
                    <a:pt x="2807" y="1511"/>
                  </a:cubicBezTo>
                  <a:cubicBezTo>
                    <a:pt x="2796" y="1509"/>
                    <a:pt x="2786" y="1506"/>
                    <a:pt x="2776" y="1505"/>
                  </a:cubicBezTo>
                  <a:cubicBezTo>
                    <a:pt x="2774" y="1505"/>
                    <a:pt x="2772" y="1505"/>
                    <a:pt x="2770" y="1505"/>
                  </a:cubicBezTo>
                  <a:cubicBezTo>
                    <a:pt x="2765" y="1505"/>
                    <a:pt x="2761" y="1506"/>
                    <a:pt x="2756" y="1507"/>
                  </a:cubicBezTo>
                  <a:cubicBezTo>
                    <a:pt x="2756" y="1499"/>
                    <a:pt x="2754" y="1492"/>
                    <a:pt x="2751" y="1485"/>
                  </a:cubicBezTo>
                  <a:cubicBezTo>
                    <a:pt x="2744" y="1465"/>
                    <a:pt x="2710" y="1456"/>
                    <a:pt x="2677" y="1450"/>
                  </a:cubicBezTo>
                  <a:lnTo>
                    <a:pt x="2676" y="1450"/>
                  </a:lnTo>
                  <a:cubicBezTo>
                    <a:pt x="2675" y="1450"/>
                    <a:pt x="2675" y="1450"/>
                    <a:pt x="2674" y="1450"/>
                  </a:cubicBezTo>
                  <a:cubicBezTo>
                    <a:pt x="2650" y="1446"/>
                    <a:pt x="2626" y="1444"/>
                    <a:pt x="2614" y="1441"/>
                  </a:cubicBezTo>
                  <a:cubicBezTo>
                    <a:pt x="2602" y="1437"/>
                    <a:pt x="2594" y="1436"/>
                    <a:pt x="2584" y="1434"/>
                  </a:cubicBezTo>
                  <a:cubicBezTo>
                    <a:pt x="2598" y="1434"/>
                    <a:pt x="2612" y="1435"/>
                    <a:pt x="2626" y="1437"/>
                  </a:cubicBezTo>
                  <a:cubicBezTo>
                    <a:pt x="2653" y="1444"/>
                    <a:pt x="2681" y="1448"/>
                    <a:pt x="2708" y="1449"/>
                  </a:cubicBezTo>
                  <a:cubicBezTo>
                    <a:pt x="2754" y="1449"/>
                    <a:pt x="2793" y="1467"/>
                    <a:pt x="2836" y="1478"/>
                  </a:cubicBezTo>
                  <a:cubicBezTo>
                    <a:pt x="2858" y="1483"/>
                    <a:pt x="2925" y="1502"/>
                    <a:pt x="2932" y="1526"/>
                  </a:cubicBezTo>
                  <a:cubicBezTo>
                    <a:pt x="2934" y="1532"/>
                    <a:pt x="2930" y="1538"/>
                    <a:pt x="2922" y="1544"/>
                  </a:cubicBezTo>
                  <a:cubicBezTo>
                    <a:pt x="2915" y="1531"/>
                    <a:pt x="2883" y="1533"/>
                    <a:pt x="2873" y="1536"/>
                  </a:cubicBezTo>
                  <a:cubicBezTo>
                    <a:pt x="2872" y="1536"/>
                    <a:pt x="2872" y="1536"/>
                    <a:pt x="2871" y="1537"/>
                  </a:cubicBezTo>
                  <a:cubicBezTo>
                    <a:pt x="2870" y="1538"/>
                    <a:pt x="2871" y="1538"/>
                    <a:pt x="2871" y="1539"/>
                  </a:cubicBezTo>
                  <a:cubicBezTo>
                    <a:pt x="2871" y="1540"/>
                    <a:pt x="2870" y="1540"/>
                    <a:pt x="2871" y="1541"/>
                  </a:cubicBezTo>
                  <a:cubicBezTo>
                    <a:pt x="2872" y="1542"/>
                    <a:pt x="2872" y="1542"/>
                    <a:pt x="2873" y="1542"/>
                  </a:cubicBezTo>
                  <a:lnTo>
                    <a:pt x="2873" y="1543"/>
                  </a:lnTo>
                  <a:moveTo>
                    <a:pt x="2806" y="1607"/>
                  </a:moveTo>
                  <a:cubicBezTo>
                    <a:pt x="2829" y="1600"/>
                    <a:pt x="2852" y="1593"/>
                    <a:pt x="2875" y="1587"/>
                  </a:cubicBezTo>
                  <a:cubicBezTo>
                    <a:pt x="2883" y="1585"/>
                    <a:pt x="2891" y="1582"/>
                    <a:pt x="2899" y="1579"/>
                  </a:cubicBezTo>
                  <a:cubicBezTo>
                    <a:pt x="2899" y="1584"/>
                    <a:pt x="2899" y="1589"/>
                    <a:pt x="2898" y="1594"/>
                  </a:cubicBezTo>
                  <a:cubicBezTo>
                    <a:pt x="2896" y="1610"/>
                    <a:pt x="2893" y="1625"/>
                    <a:pt x="2892" y="1641"/>
                  </a:cubicBezTo>
                  <a:lnTo>
                    <a:pt x="2876" y="1649"/>
                  </a:lnTo>
                  <a:cubicBezTo>
                    <a:pt x="2855" y="1659"/>
                    <a:pt x="2833" y="1668"/>
                    <a:pt x="2810" y="1675"/>
                  </a:cubicBezTo>
                  <a:cubicBezTo>
                    <a:pt x="2804" y="1655"/>
                    <a:pt x="2810" y="1628"/>
                    <a:pt x="2806" y="1606"/>
                  </a:cubicBezTo>
                  <a:lnTo>
                    <a:pt x="2806" y="1607"/>
                  </a:lnTo>
                  <a:moveTo>
                    <a:pt x="2758" y="1690"/>
                  </a:moveTo>
                  <a:cubicBezTo>
                    <a:pt x="2758" y="1687"/>
                    <a:pt x="2756" y="1684"/>
                    <a:pt x="2755" y="1680"/>
                  </a:cubicBezTo>
                  <a:cubicBezTo>
                    <a:pt x="2754" y="1676"/>
                    <a:pt x="2752" y="1671"/>
                    <a:pt x="2749" y="1667"/>
                  </a:cubicBezTo>
                  <a:lnTo>
                    <a:pt x="2749" y="1666"/>
                  </a:lnTo>
                  <a:cubicBezTo>
                    <a:pt x="2749" y="1666"/>
                    <a:pt x="2748" y="1665"/>
                    <a:pt x="2747" y="1665"/>
                  </a:cubicBezTo>
                  <a:cubicBezTo>
                    <a:pt x="2747" y="1665"/>
                    <a:pt x="2746" y="1664"/>
                    <a:pt x="2745" y="1664"/>
                  </a:cubicBezTo>
                  <a:cubicBezTo>
                    <a:pt x="2745" y="1664"/>
                    <a:pt x="2744" y="1665"/>
                    <a:pt x="2743" y="1665"/>
                  </a:cubicBezTo>
                  <a:cubicBezTo>
                    <a:pt x="2742" y="1665"/>
                    <a:pt x="2742" y="1666"/>
                    <a:pt x="2742" y="1666"/>
                  </a:cubicBezTo>
                  <a:cubicBezTo>
                    <a:pt x="2741" y="1667"/>
                    <a:pt x="2741" y="1667"/>
                    <a:pt x="2741" y="1667"/>
                  </a:cubicBezTo>
                  <a:cubicBezTo>
                    <a:pt x="2741" y="1668"/>
                    <a:pt x="2740" y="1669"/>
                    <a:pt x="2740" y="1670"/>
                  </a:cubicBezTo>
                  <a:cubicBezTo>
                    <a:pt x="2737" y="1674"/>
                    <a:pt x="2736" y="1678"/>
                    <a:pt x="2736" y="1683"/>
                  </a:cubicBezTo>
                  <a:cubicBezTo>
                    <a:pt x="2736" y="1687"/>
                    <a:pt x="2736" y="1692"/>
                    <a:pt x="2738" y="1696"/>
                  </a:cubicBezTo>
                  <a:lnTo>
                    <a:pt x="2724" y="1700"/>
                  </a:lnTo>
                  <a:cubicBezTo>
                    <a:pt x="2725" y="1699"/>
                    <a:pt x="2725" y="1697"/>
                    <a:pt x="2725" y="1696"/>
                  </a:cubicBezTo>
                  <a:cubicBezTo>
                    <a:pt x="2725" y="1695"/>
                    <a:pt x="2725" y="1694"/>
                    <a:pt x="2725" y="1693"/>
                  </a:cubicBezTo>
                  <a:cubicBezTo>
                    <a:pt x="2725" y="1688"/>
                    <a:pt x="2725" y="1683"/>
                    <a:pt x="2724" y="1678"/>
                  </a:cubicBezTo>
                  <a:cubicBezTo>
                    <a:pt x="2722" y="1673"/>
                    <a:pt x="2720" y="1667"/>
                    <a:pt x="2718" y="1662"/>
                  </a:cubicBezTo>
                  <a:cubicBezTo>
                    <a:pt x="2718" y="1662"/>
                    <a:pt x="2717" y="1662"/>
                    <a:pt x="2716" y="1661"/>
                  </a:cubicBezTo>
                  <a:cubicBezTo>
                    <a:pt x="2715" y="1660"/>
                    <a:pt x="2715" y="1660"/>
                    <a:pt x="2714" y="1660"/>
                  </a:cubicBezTo>
                  <a:cubicBezTo>
                    <a:pt x="2714" y="1660"/>
                    <a:pt x="2713" y="1660"/>
                    <a:pt x="2712" y="1661"/>
                  </a:cubicBezTo>
                  <a:lnTo>
                    <a:pt x="2711" y="1662"/>
                  </a:lnTo>
                  <a:cubicBezTo>
                    <a:pt x="2708" y="1667"/>
                    <a:pt x="2707" y="1673"/>
                    <a:pt x="2705" y="1678"/>
                  </a:cubicBezTo>
                  <a:cubicBezTo>
                    <a:pt x="2704" y="1683"/>
                    <a:pt x="2704" y="1689"/>
                    <a:pt x="2704" y="1694"/>
                  </a:cubicBezTo>
                  <a:cubicBezTo>
                    <a:pt x="2704" y="1695"/>
                    <a:pt x="2704" y="1696"/>
                    <a:pt x="2704" y="1697"/>
                  </a:cubicBezTo>
                  <a:cubicBezTo>
                    <a:pt x="2704" y="1698"/>
                    <a:pt x="2704" y="1699"/>
                    <a:pt x="2705" y="1701"/>
                  </a:cubicBezTo>
                  <a:cubicBezTo>
                    <a:pt x="2706" y="1702"/>
                    <a:pt x="2707" y="1703"/>
                    <a:pt x="2708" y="1704"/>
                  </a:cubicBezTo>
                  <a:cubicBezTo>
                    <a:pt x="2666" y="1714"/>
                    <a:pt x="2624" y="1724"/>
                    <a:pt x="2581" y="1733"/>
                  </a:cubicBezTo>
                  <a:cubicBezTo>
                    <a:pt x="2581" y="1729"/>
                    <a:pt x="2580" y="1725"/>
                    <a:pt x="2579" y="1722"/>
                  </a:cubicBezTo>
                  <a:cubicBezTo>
                    <a:pt x="2577" y="1718"/>
                    <a:pt x="2576" y="1714"/>
                    <a:pt x="2575" y="1710"/>
                  </a:cubicBezTo>
                  <a:cubicBezTo>
                    <a:pt x="2575" y="1706"/>
                    <a:pt x="2569" y="1705"/>
                    <a:pt x="2568" y="1710"/>
                  </a:cubicBezTo>
                  <a:cubicBezTo>
                    <a:pt x="2567" y="1714"/>
                    <a:pt x="2566" y="1718"/>
                    <a:pt x="2564" y="1722"/>
                  </a:cubicBezTo>
                  <a:cubicBezTo>
                    <a:pt x="2563" y="1726"/>
                    <a:pt x="2562" y="1731"/>
                    <a:pt x="2562" y="1735"/>
                  </a:cubicBezTo>
                  <a:cubicBezTo>
                    <a:pt x="2562" y="1736"/>
                    <a:pt x="2562" y="1736"/>
                    <a:pt x="2562" y="1736"/>
                  </a:cubicBezTo>
                  <a:lnTo>
                    <a:pt x="2562" y="1737"/>
                  </a:lnTo>
                  <a:cubicBezTo>
                    <a:pt x="2543" y="1741"/>
                    <a:pt x="2524" y="1744"/>
                    <a:pt x="2505" y="1748"/>
                  </a:cubicBezTo>
                  <a:cubicBezTo>
                    <a:pt x="2505" y="1747"/>
                    <a:pt x="2505" y="1746"/>
                    <a:pt x="2505" y="1746"/>
                  </a:cubicBezTo>
                  <a:cubicBezTo>
                    <a:pt x="2505" y="1745"/>
                    <a:pt x="2505" y="1745"/>
                    <a:pt x="2505" y="1744"/>
                  </a:cubicBezTo>
                  <a:cubicBezTo>
                    <a:pt x="2505" y="1743"/>
                    <a:pt x="2505" y="1742"/>
                    <a:pt x="2505" y="1741"/>
                  </a:cubicBezTo>
                  <a:cubicBezTo>
                    <a:pt x="2505" y="1736"/>
                    <a:pt x="2505" y="1730"/>
                    <a:pt x="2503" y="1725"/>
                  </a:cubicBezTo>
                  <a:cubicBezTo>
                    <a:pt x="2501" y="1718"/>
                    <a:pt x="2499" y="1712"/>
                    <a:pt x="2498" y="1705"/>
                  </a:cubicBezTo>
                  <a:cubicBezTo>
                    <a:pt x="2498" y="1701"/>
                    <a:pt x="2492" y="1702"/>
                    <a:pt x="2492" y="1705"/>
                  </a:cubicBezTo>
                  <a:cubicBezTo>
                    <a:pt x="2491" y="1711"/>
                    <a:pt x="2489" y="1716"/>
                    <a:pt x="2487" y="1721"/>
                  </a:cubicBezTo>
                  <a:cubicBezTo>
                    <a:pt x="2486" y="1728"/>
                    <a:pt x="2485" y="1736"/>
                    <a:pt x="2485" y="1743"/>
                  </a:cubicBezTo>
                  <a:lnTo>
                    <a:pt x="2485" y="1744"/>
                  </a:lnTo>
                  <a:cubicBezTo>
                    <a:pt x="2485" y="1745"/>
                    <a:pt x="2485" y="1747"/>
                    <a:pt x="2486" y="1748"/>
                  </a:cubicBezTo>
                  <a:cubicBezTo>
                    <a:pt x="2486" y="1749"/>
                    <a:pt x="2486" y="1749"/>
                    <a:pt x="2486" y="1749"/>
                  </a:cubicBezTo>
                  <a:cubicBezTo>
                    <a:pt x="2424" y="1759"/>
                    <a:pt x="2360" y="1766"/>
                    <a:pt x="2296" y="1772"/>
                  </a:cubicBezTo>
                  <a:cubicBezTo>
                    <a:pt x="2297" y="1770"/>
                    <a:pt x="2297" y="1768"/>
                    <a:pt x="2297" y="1767"/>
                  </a:cubicBezTo>
                  <a:cubicBezTo>
                    <a:pt x="2297" y="1762"/>
                    <a:pt x="2296" y="1757"/>
                    <a:pt x="2295" y="1752"/>
                  </a:cubicBezTo>
                  <a:cubicBezTo>
                    <a:pt x="2293" y="1744"/>
                    <a:pt x="2292" y="1735"/>
                    <a:pt x="2292" y="1727"/>
                  </a:cubicBezTo>
                  <a:cubicBezTo>
                    <a:pt x="2292" y="1724"/>
                    <a:pt x="2292" y="1722"/>
                    <a:pt x="2292" y="1720"/>
                  </a:cubicBezTo>
                  <a:cubicBezTo>
                    <a:pt x="2293" y="1716"/>
                    <a:pt x="2293" y="1713"/>
                    <a:pt x="2293" y="1709"/>
                  </a:cubicBezTo>
                  <a:cubicBezTo>
                    <a:pt x="2293" y="1705"/>
                    <a:pt x="2293" y="1702"/>
                    <a:pt x="2292" y="1698"/>
                  </a:cubicBezTo>
                  <a:cubicBezTo>
                    <a:pt x="2309" y="1698"/>
                    <a:pt x="2325" y="1698"/>
                    <a:pt x="2341" y="1696"/>
                  </a:cubicBezTo>
                  <a:cubicBezTo>
                    <a:pt x="2388" y="1692"/>
                    <a:pt x="2434" y="1684"/>
                    <a:pt x="2479" y="1672"/>
                  </a:cubicBezTo>
                  <a:cubicBezTo>
                    <a:pt x="2566" y="1652"/>
                    <a:pt x="2653" y="1637"/>
                    <a:pt x="2740" y="1622"/>
                  </a:cubicBezTo>
                  <a:cubicBezTo>
                    <a:pt x="2757" y="1619"/>
                    <a:pt x="2773" y="1615"/>
                    <a:pt x="2789" y="1611"/>
                  </a:cubicBezTo>
                  <a:cubicBezTo>
                    <a:pt x="2789" y="1612"/>
                    <a:pt x="2789" y="1614"/>
                    <a:pt x="2789" y="1615"/>
                  </a:cubicBezTo>
                  <a:cubicBezTo>
                    <a:pt x="2789" y="1623"/>
                    <a:pt x="2789" y="1630"/>
                    <a:pt x="2788" y="1637"/>
                  </a:cubicBezTo>
                  <a:cubicBezTo>
                    <a:pt x="2788" y="1639"/>
                    <a:pt x="2788" y="1642"/>
                    <a:pt x="2788" y="1644"/>
                  </a:cubicBezTo>
                  <a:cubicBezTo>
                    <a:pt x="2788" y="1656"/>
                    <a:pt x="2790" y="1669"/>
                    <a:pt x="2793" y="1681"/>
                  </a:cubicBezTo>
                  <a:lnTo>
                    <a:pt x="2781" y="1685"/>
                  </a:lnTo>
                  <a:lnTo>
                    <a:pt x="2779" y="1685"/>
                  </a:lnTo>
                  <a:cubicBezTo>
                    <a:pt x="2778" y="1678"/>
                    <a:pt x="2778" y="1672"/>
                    <a:pt x="2778" y="1665"/>
                  </a:cubicBezTo>
                  <a:cubicBezTo>
                    <a:pt x="2778" y="1664"/>
                    <a:pt x="2778" y="1664"/>
                    <a:pt x="2778" y="1663"/>
                  </a:cubicBezTo>
                  <a:cubicBezTo>
                    <a:pt x="2777" y="1654"/>
                    <a:pt x="2775" y="1645"/>
                    <a:pt x="2770" y="1637"/>
                  </a:cubicBezTo>
                  <a:lnTo>
                    <a:pt x="2769" y="1636"/>
                  </a:lnTo>
                  <a:cubicBezTo>
                    <a:pt x="2769" y="1635"/>
                    <a:pt x="2769" y="1635"/>
                    <a:pt x="2768" y="1634"/>
                  </a:cubicBezTo>
                  <a:cubicBezTo>
                    <a:pt x="2767" y="1633"/>
                    <a:pt x="2766" y="1634"/>
                    <a:pt x="2766" y="1634"/>
                  </a:cubicBezTo>
                  <a:cubicBezTo>
                    <a:pt x="2765" y="1634"/>
                    <a:pt x="2765" y="1633"/>
                    <a:pt x="2764" y="1634"/>
                  </a:cubicBezTo>
                  <a:cubicBezTo>
                    <a:pt x="2763" y="1634"/>
                    <a:pt x="2764" y="1635"/>
                    <a:pt x="2763" y="1636"/>
                  </a:cubicBezTo>
                  <a:cubicBezTo>
                    <a:pt x="2762" y="1637"/>
                    <a:pt x="2762" y="1637"/>
                    <a:pt x="2762" y="1637"/>
                  </a:cubicBezTo>
                  <a:cubicBezTo>
                    <a:pt x="2759" y="1651"/>
                    <a:pt x="2758" y="1664"/>
                    <a:pt x="2758" y="1678"/>
                  </a:cubicBezTo>
                  <a:cubicBezTo>
                    <a:pt x="2758" y="1682"/>
                    <a:pt x="2758" y="1686"/>
                    <a:pt x="2759" y="1690"/>
                  </a:cubicBezTo>
                  <a:lnTo>
                    <a:pt x="2758" y="1690"/>
                  </a:lnTo>
                  <a:moveTo>
                    <a:pt x="2266" y="1775"/>
                  </a:moveTo>
                  <a:lnTo>
                    <a:pt x="2236" y="1778"/>
                  </a:lnTo>
                  <a:cubicBezTo>
                    <a:pt x="2192" y="1782"/>
                    <a:pt x="2148" y="1783"/>
                    <a:pt x="2105" y="1787"/>
                  </a:cubicBezTo>
                  <a:cubicBezTo>
                    <a:pt x="2105" y="1782"/>
                    <a:pt x="2102" y="1776"/>
                    <a:pt x="2102" y="1772"/>
                  </a:cubicBezTo>
                  <a:cubicBezTo>
                    <a:pt x="2101" y="1767"/>
                    <a:pt x="2096" y="1759"/>
                    <a:pt x="2099" y="1756"/>
                  </a:cubicBezTo>
                  <a:cubicBezTo>
                    <a:pt x="2101" y="1752"/>
                    <a:pt x="2097" y="1749"/>
                    <a:pt x="2094" y="1751"/>
                  </a:cubicBezTo>
                  <a:cubicBezTo>
                    <a:pt x="2082" y="1758"/>
                    <a:pt x="2083" y="1776"/>
                    <a:pt x="2082" y="1789"/>
                  </a:cubicBezTo>
                  <a:lnTo>
                    <a:pt x="2069" y="1790"/>
                  </a:lnTo>
                  <a:cubicBezTo>
                    <a:pt x="2069" y="1789"/>
                    <a:pt x="2069" y="1789"/>
                    <a:pt x="2069" y="1789"/>
                  </a:cubicBezTo>
                  <a:cubicBezTo>
                    <a:pt x="2069" y="1788"/>
                    <a:pt x="2069" y="1788"/>
                    <a:pt x="2069" y="1787"/>
                  </a:cubicBezTo>
                  <a:cubicBezTo>
                    <a:pt x="2067" y="1782"/>
                    <a:pt x="2066" y="1777"/>
                    <a:pt x="2065" y="1771"/>
                  </a:cubicBezTo>
                  <a:cubicBezTo>
                    <a:pt x="2065" y="1768"/>
                    <a:pt x="2066" y="1766"/>
                    <a:pt x="2066" y="1763"/>
                  </a:cubicBezTo>
                  <a:cubicBezTo>
                    <a:pt x="2066" y="1760"/>
                    <a:pt x="2065" y="1758"/>
                    <a:pt x="2065" y="1755"/>
                  </a:cubicBezTo>
                  <a:cubicBezTo>
                    <a:pt x="2065" y="1751"/>
                    <a:pt x="2065" y="1744"/>
                    <a:pt x="2062" y="1741"/>
                  </a:cubicBezTo>
                  <a:lnTo>
                    <a:pt x="2061" y="1741"/>
                  </a:lnTo>
                  <a:cubicBezTo>
                    <a:pt x="2060" y="1740"/>
                    <a:pt x="2059" y="1740"/>
                    <a:pt x="2058" y="1740"/>
                  </a:cubicBezTo>
                  <a:cubicBezTo>
                    <a:pt x="2057" y="1740"/>
                    <a:pt x="2056" y="1740"/>
                    <a:pt x="2055" y="1741"/>
                  </a:cubicBezTo>
                  <a:cubicBezTo>
                    <a:pt x="2054" y="1741"/>
                    <a:pt x="2052" y="1742"/>
                    <a:pt x="2052" y="1743"/>
                  </a:cubicBezTo>
                  <a:cubicBezTo>
                    <a:pt x="2051" y="1744"/>
                    <a:pt x="2051" y="1745"/>
                    <a:pt x="2051" y="1746"/>
                  </a:cubicBezTo>
                  <a:cubicBezTo>
                    <a:pt x="2051" y="1751"/>
                    <a:pt x="2049" y="1756"/>
                    <a:pt x="2049" y="1760"/>
                  </a:cubicBezTo>
                  <a:cubicBezTo>
                    <a:pt x="2048" y="1763"/>
                    <a:pt x="2048" y="1765"/>
                    <a:pt x="2048" y="1768"/>
                  </a:cubicBezTo>
                  <a:cubicBezTo>
                    <a:pt x="2048" y="1770"/>
                    <a:pt x="2048" y="1774"/>
                    <a:pt x="2049" y="1776"/>
                  </a:cubicBezTo>
                  <a:cubicBezTo>
                    <a:pt x="2049" y="1781"/>
                    <a:pt x="2050" y="1786"/>
                    <a:pt x="2052" y="1791"/>
                  </a:cubicBezTo>
                  <a:lnTo>
                    <a:pt x="2043" y="1791"/>
                  </a:lnTo>
                  <a:cubicBezTo>
                    <a:pt x="2043" y="1787"/>
                    <a:pt x="2043" y="1783"/>
                    <a:pt x="2043" y="1780"/>
                  </a:cubicBezTo>
                  <a:cubicBezTo>
                    <a:pt x="2043" y="1771"/>
                    <a:pt x="2042" y="1763"/>
                    <a:pt x="2041" y="1754"/>
                  </a:cubicBezTo>
                  <a:cubicBezTo>
                    <a:pt x="2040" y="1743"/>
                    <a:pt x="2039" y="1731"/>
                    <a:pt x="2038" y="1720"/>
                  </a:cubicBezTo>
                  <a:cubicBezTo>
                    <a:pt x="2065" y="1720"/>
                    <a:pt x="2093" y="1718"/>
                    <a:pt x="2121" y="1720"/>
                  </a:cubicBezTo>
                  <a:cubicBezTo>
                    <a:pt x="2148" y="1720"/>
                    <a:pt x="2175" y="1716"/>
                    <a:pt x="2201" y="1708"/>
                  </a:cubicBezTo>
                  <a:cubicBezTo>
                    <a:pt x="2223" y="1702"/>
                    <a:pt x="2245" y="1699"/>
                    <a:pt x="2267" y="1699"/>
                  </a:cubicBezTo>
                  <a:cubicBezTo>
                    <a:pt x="2267" y="1709"/>
                    <a:pt x="2264" y="1720"/>
                    <a:pt x="2264" y="1730"/>
                  </a:cubicBezTo>
                  <a:cubicBezTo>
                    <a:pt x="2262" y="1746"/>
                    <a:pt x="2266" y="1760"/>
                    <a:pt x="2266" y="1775"/>
                  </a:cubicBezTo>
                  <a:moveTo>
                    <a:pt x="1990" y="1775"/>
                  </a:moveTo>
                  <a:cubicBezTo>
                    <a:pt x="1989" y="1767"/>
                    <a:pt x="1976" y="1765"/>
                    <a:pt x="1975" y="1775"/>
                  </a:cubicBezTo>
                  <a:cubicBezTo>
                    <a:pt x="1974" y="1778"/>
                    <a:pt x="1974" y="1781"/>
                    <a:pt x="1974" y="1783"/>
                  </a:cubicBezTo>
                  <a:cubicBezTo>
                    <a:pt x="1974" y="1788"/>
                    <a:pt x="1975" y="1792"/>
                    <a:pt x="1977" y="1796"/>
                  </a:cubicBezTo>
                  <a:lnTo>
                    <a:pt x="1956" y="1796"/>
                  </a:lnTo>
                  <a:cubicBezTo>
                    <a:pt x="1955" y="1795"/>
                    <a:pt x="1955" y="1794"/>
                    <a:pt x="1954" y="1793"/>
                  </a:cubicBezTo>
                  <a:cubicBezTo>
                    <a:pt x="1953" y="1792"/>
                    <a:pt x="1954" y="1792"/>
                    <a:pt x="1953" y="1791"/>
                  </a:cubicBezTo>
                  <a:cubicBezTo>
                    <a:pt x="1955" y="1793"/>
                    <a:pt x="1953" y="1791"/>
                    <a:pt x="1953" y="1791"/>
                  </a:cubicBezTo>
                  <a:cubicBezTo>
                    <a:pt x="1953" y="1791"/>
                    <a:pt x="1953" y="1787"/>
                    <a:pt x="1952" y="1786"/>
                  </a:cubicBezTo>
                  <a:cubicBezTo>
                    <a:pt x="1951" y="1780"/>
                    <a:pt x="1950" y="1775"/>
                    <a:pt x="1947" y="1770"/>
                  </a:cubicBezTo>
                  <a:lnTo>
                    <a:pt x="1946" y="1769"/>
                  </a:lnTo>
                  <a:cubicBezTo>
                    <a:pt x="1946" y="1768"/>
                    <a:pt x="1945" y="1768"/>
                    <a:pt x="1945" y="1768"/>
                  </a:cubicBezTo>
                  <a:cubicBezTo>
                    <a:pt x="1944" y="1767"/>
                    <a:pt x="1943" y="1767"/>
                    <a:pt x="1942" y="1767"/>
                  </a:cubicBezTo>
                  <a:cubicBezTo>
                    <a:pt x="1941" y="1767"/>
                    <a:pt x="1940" y="1767"/>
                    <a:pt x="1939" y="1768"/>
                  </a:cubicBezTo>
                  <a:cubicBezTo>
                    <a:pt x="1938" y="1768"/>
                    <a:pt x="1938" y="1768"/>
                    <a:pt x="1938" y="1769"/>
                  </a:cubicBezTo>
                  <a:cubicBezTo>
                    <a:pt x="1937" y="1769"/>
                    <a:pt x="1937" y="1770"/>
                    <a:pt x="1936" y="1772"/>
                  </a:cubicBezTo>
                  <a:cubicBezTo>
                    <a:pt x="1934" y="1776"/>
                    <a:pt x="1932" y="1781"/>
                    <a:pt x="1932" y="1786"/>
                  </a:cubicBezTo>
                  <a:cubicBezTo>
                    <a:pt x="1932" y="1790"/>
                    <a:pt x="1933" y="1794"/>
                    <a:pt x="1934" y="1798"/>
                  </a:cubicBezTo>
                  <a:cubicBezTo>
                    <a:pt x="1922" y="1798"/>
                    <a:pt x="1910" y="1800"/>
                    <a:pt x="1898" y="1804"/>
                  </a:cubicBezTo>
                  <a:cubicBezTo>
                    <a:pt x="1876" y="1810"/>
                    <a:pt x="1853" y="1813"/>
                    <a:pt x="1830" y="1813"/>
                  </a:cubicBezTo>
                  <a:cubicBezTo>
                    <a:pt x="1821" y="1813"/>
                    <a:pt x="1813" y="1812"/>
                    <a:pt x="1805" y="1811"/>
                  </a:cubicBezTo>
                  <a:cubicBezTo>
                    <a:pt x="1778" y="1811"/>
                    <a:pt x="1749" y="1816"/>
                    <a:pt x="1722" y="1814"/>
                  </a:cubicBezTo>
                  <a:cubicBezTo>
                    <a:pt x="1665" y="1812"/>
                    <a:pt x="1606" y="1828"/>
                    <a:pt x="1549" y="1825"/>
                  </a:cubicBezTo>
                  <a:cubicBezTo>
                    <a:pt x="1542" y="1825"/>
                    <a:pt x="1536" y="1825"/>
                    <a:pt x="1529" y="1825"/>
                  </a:cubicBezTo>
                  <a:cubicBezTo>
                    <a:pt x="1530" y="1821"/>
                    <a:pt x="1531" y="1817"/>
                    <a:pt x="1531" y="1814"/>
                  </a:cubicBezTo>
                  <a:cubicBezTo>
                    <a:pt x="1531" y="1810"/>
                    <a:pt x="1530" y="1807"/>
                    <a:pt x="1529" y="1804"/>
                  </a:cubicBezTo>
                  <a:cubicBezTo>
                    <a:pt x="1529" y="1795"/>
                    <a:pt x="1514" y="1794"/>
                    <a:pt x="1513" y="1804"/>
                  </a:cubicBezTo>
                  <a:cubicBezTo>
                    <a:pt x="1512" y="1807"/>
                    <a:pt x="1512" y="1811"/>
                    <a:pt x="1512" y="1815"/>
                  </a:cubicBezTo>
                  <a:cubicBezTo>
                    <a:pt x="1512" y="1818"/>
                    <a:pt x="1512" y="1822"/>
                    <a:pt x="1513" y="1825"/>
                  </a:cubicBezTo>
                  <a:cubicBezTo>
                    <a:pt x="1504" y="1825"/>
                    <a:pt x="1495" y="1825"/>
                    <a:pt x="1485" y="1827"/>
                  </a:cubicBezTo>
                  <a:lnTo>
                    <a:pt x="1485" y="1826"/>
                  </a:lnTo>
                  <a:cubicBezTo>
                    <a:pt x="1485" y="1825"/>
                    <a:pt x="1485" y="1825"/>
                    <a:pt x="1485" y="1825"/>
                  </a:cubicBezTo>
                  <a:cubicBezTo>
                    <a:pt x="1485" y="1821"/>
                    <a:pt x="1485" y="1818"/>
                    <a:pt x="1483" y="1814"/>
                  </a:cubicBezTo>
                  <a:cubicBezTo>
                    <a:pt x="1483" y="1813"/>
                    <a:pt x="1483" y="1812"/>
                    <a:pt x="1482" y="1810"/>
                  </a:cubicBezTo>
                  <a:cubicBezTo>
                    <a:pt x="1481" y="1806"/>
                    <a:pt x="1479" y="1802"/>
                    <a:pt x="1477" y="1798"/>
                  </a:cubicBezTo>
                  <a:lnTo>
                    <a:pt x="1476" y="1797"/>
                  </a:lnTo>
                  <a:cubicBezTo>
                    <a:pt x="1475" y="1796"/>
                    <a:pt x="1474" y="1796"/>
                    <a:pt x="1473" y="1796"/>
                  </a:cubicBezTo>
                  <a:cubicBezTo>
                    <a:pt x="1473" y="1796"/>
                    <a:pt x="1472" y="1796"/>
                    <a:pt x="1471" y="1797"/>
                  </a:cubicBezTo>
                  <a:lnTo>
                    <a:pt x="1470" y="1798"/>
                  </a:lnTo>
                  <a:cubicBezTo>
                    <a:pt x="1468" y="1803"/>
                    <a:pt x="1467" y="1808"/>
                    <a:pt x="1467" y="1813"/>
                  </a:cubicBezTo>
                  <a:cubicBezTo>
                    <a:pt x="1467" y="1815"/>
                    <a:pt x="1467" y="1818"/>
                    <a:pt x="1468" y="1820"/>
                  </a:cubicBezTo>
                  <a:cubicBezTo>
                    <a:pt x="1468" y="1822"/>
                    <a:pt x="1468" y="1823"/>
                    <a:pt x="1469" y="1824"/>
                  </a:cubicBezTo>
                  <a:cubicBezTo>
                    <a:pt x="1470" y="1825"/>
                    <a:pt x="1471" y="1826"/>
                    <a:pt x="1472" y="1827"/>
                  </a:cubicBezTo>
                  <a:lnTo>
                    <a:pt x="1446" y="1829"/>
                  </a:lnTo>
                  <a:cubicBezTo>
                    <a:pt x="1447" y="1828"/>
                    <a:pt x="1447" y="1827"/>
                    <a:pt x="1448" y="1825"/>
                  </a:cubicBezTo>
                  <a:cubicBezTo>
                    <a:pt x="1448" y="1816"/>
                    <a:pt x="1445" y="1808"/>
                    <a:pt x="1444" y="1799"/>
                  </a:cubicBezTo>
                  <a:cubicBezTo>
                    <a:pt x="1444" y="1794"/>
                    <a:pt x="1436" y="1794"/>
                    <a:pt x="1436" y="1799"/>
                  </a:cubicBezTo>
                  <a:cubicBezTo>
                    <a:pt x="1434" y="1808"/>
                    <a:pt x="1433" y="1817"/>
                    <a:pt x="1432" y="1826"/>
                  </a:cubicBezTo>
                  <a:cubicBezTo>
                    <a:pt x="1432" y="1827"/>
                    <a:pt x="1433" y="1828"/>
                    <a:pt x="1433" y="1829"/>
                  </a:cubicBezTo>
                  <a:cubicBezTo>
                    <a:pt x="1433" y="1830"/>
                    <a:pt x="1434" y="1830"/>
                    <a:pt x="1434" y="1830"/>
                  </a:cubicBezTo>
                  <a:lnTo>
                    <a:pt x="1420" y="1830"/>
                  </a:lnTo>
                  <a:cubicBezTo>
                    <a:pt x="1420" y="1829"/>
                    <a:pt x="1420" y="1829"/>
                    <a:pt x="1420" y="1829"/>
                  </a:cubicBezTo>
                  <a:cubicBezTo>
                    <a:pt x="1417" y="1817"/>
                    <a:pt x="1415" y="1804"/>
                    <a:pt x="1415" y="1792"/>
                  </a:cubicBezTo>
                  <a:cubicBezTo>
                    <a:pt x="1415" y="1782"/>
                    <a:pt x="1412" y="1773"/>
                    <a:pt x="1411" y="1764"/>
                  </a:cubicBezTo>
                  <a:cubicBezTo>
                    <a:pt x="1411" y="1759"/>
                    <a:pt x="1402" y="1760"/>
                    <a:pt x="1402" y="1764"/>
                  </a:cubicBezTo>
                  <a:cubicBezTo>
                    <a:pt x="1400" y="1775"/>
                    <a:pt x="1399" y="1786"/>
                    <a:pt x="1399" y="1797"/>
                  </a:cubicBezTo>
                  <a:cubicBezTo>
                    <a:pt x="1399" y="1808"/>
                    <a:pt x="1400" y="1820"/>
                    <a:pt x="1402" y="1830"/>
                  </a:cubicBezTo>
                  <a:lnTo>
                    <a:pt x="1382" y="1830"/>
                  </a:lnTo>
                  <a:cubicBezTo>
                    <a:pt x="1332" y="1829"/>
                    <a:pt x="1279" y="1827"/>
                    <a:pt x="1227" y="1823"/>
                  </a:cubicBezTo>
                  <a:cubicBezTo>
                    <a:pt x="1228" y="1814"/>
                    <a:pt x="1229" y="1805"/>
                    <a:pt x="1229" y="1796"/>
                  </a:cubicBezTo>
                  <a:cubicBezTo>
                    <a:pt x="1229" y="1791"/>
                    <a:pt x="1229" y="1785"/>
                    <a:pt x="1228" y="1780"/>
                  </a:cubicBezTo>
                  <a:cubicBezTo>
                    <a:pt x="1228" y="1769"/>
                    <a:pt x="1223" y="1760"/>
                    <a:pt x="1223" y="1748"/>
                  </a:cubicBezTo>
                  <a:cubicBezTo>
                    <a:pt x="1223" y="1745"/>
                    <a:pt x="1223" y="1742"/>
                    <a:pt x="1223" y="1739"/>
                  </a:cubicBezTo>
                  <a:cubicBezTo>
                    <a:pt x="1235" y="1739"/>
                    <a:pt x="1247" y="1739"/>
                    <a:pt x="1259" y="1739"/>
                  </a:cubicBezTo>
                  <a:cubicBezTo>
                    <a:pt x="1326" y="1739"/>
                    <a:pt x="1392" y="1743"/>
                    <a:pt x="1459" y="1742"/>
                  </a:cubicBezTo>
                  <a:cubicBezTo>
                    <a:pt x="1536" y="1742"/>
                    <a:pt x="1614" y="1736"/>
                    <a:pt x="1690" y="1736"/>
                  </a:cubicBezTo>
                  <a:cubicBezTo>
                    <a:pt x="1721" y="1736"/>
                    <a:pt x="1751" y="1736"/>
                    <a:pt x="1782" y="1735"/>
                  </a:cubicBezTo>
                  <a:cubicBezTo>
                    <a:pt x="1804" y="1735"/>
                    <a:pt x="1827" y="1734"/>
                    <a:pt x="1849" y="1732"/>
                  </a:cubicBezTo>
                  <a:cubicBezTo>
                    <a:pt x="1891" y="1730"/>
                    <a:pt x="1932" y="1727"/>
                    <a:pt x="1974" y="1724"/>
                  </a:cubicBezTo>
                  <a:cubicBezTo>
                    <a:pt x="1987" y="1724"/>
                    <a:pt x="2001" y="1724"/>
                    <a:pt x="2015" y="1724"/>
                  </a:cubicBezTo>
                  <a:cubicBezTo>
                    <a:pt x="2015" y="1736"/>
                    <a:pt x="2015" y="1749"/>
                    <a:pt x="2015" y="1762"/>
                  </a:cubicBezTo>
                  <a:cubicBezTo>
                    <a:pt x="2015" y="1774"/>
                    <a:pt x="2018" y="1785"/>
                    <a:pt x="2023" y="1795"/>
                  </a:cubicBezTo>
                  <a:lnTo>
                    <a:pt x="1986" y="1796"/>
                  </a:lnTo>
                  <a:cubicBezTo>
                    <a:pt x="1986" y="1795"/>
                    <a:pt x="1986" y="1795"/>
                    <a:pt x="1987" y="1794"/>
                  </a:cubicBezTo>
                  <a:cubicBezTo>
                    <a:pt x="1989" y="1790"/>
                    <a:pt x="1991" y="1785"/>
                    <a:pt x="1991" y="1780"/>
                  </a:cubicBezTo>
                  <a:cubicBezTo>
                    <a:pt x="1991" y="1778"/>
                    <a:pt x="1991" y="1776"/>
                    <a:pt x="1990" y="1773"/>
                  </a:cubicBezTo>
                  <a:lnTo>
                    <a:pt x="1990" y="1775"/>
                  </a:lnTo>
                  <a:moveTo>
                    <a:pt x="1180" y="1801"/>
                  </a:moveTo>
                  <a:cubicBezTo>
                    <a:pt x="1180" y="1793"/>
                    <a:pt x="1166" y="1793"/>
                    <a:pt x="1166" y="1801"/>
                  </a:cubicBezTo>
                  <a:cubicBezTo>
                    <a:pt x="1166" y="1803"/>
                    <a:pt x="1166" y="1806"/>
                    <a:pt x="1166" y="1808"/>
                  </a:cubicBezTo>
                  <a:cubicBezTo>
                    <a:pt x="1166" y="1811"/>
                    <a:pt x="1166" y="1813"/>
                    <a:pt x="1166" y="1816"/>
                  </a:cubicBezTo>
                  <a:lnTo>
                    <a:pt x="1120" y="1809"/>
                  </a:lnTo>
                  <a:cubicBezTo>
                    <a:pt x="1120" y="1808"/>
                    <a:pt x="1120" y="1807"/>
                    <a:pt x="1120" y="1807"/>
                  </a:cubicBezTo>
                  <a:cubicBezTo>
                    <a:pt x="1120" y="1806"/>
                    <a:pt x="1120" y="1805"/>
                    <a:pt x="1120" y="1805"/>
                  </a:cubicBezTo>
                  <a:cubicBezTo>
                    <a:pt x="1119" y="1804"/>
                    <a:pt x="1119" y="1803"/>
                    <a:pt x="1118" y="1803"/>
                  </a:cubicBezTo>
                  <a:cubicBezTo>
                    <a:pt x="1116" y="1799"/>
                    <a:pt x="1115" y="1795"/>
                    <a:pt x="1115" y="1791"/>
                  </a:cubicBezTo>
                  <a:cubicBezTo>
                    <a:pt x="1115" y="1782"/>
                    <a:pt x="1102" y="1780"/>
                    <a:pt x="1101" y="1789"/>
                  </a:cubicBezTo>
                  <a:cubicBezTo>
                    <a:pt x="1101" y="1790"/>
                    <a:pt x="1101" y="1791"/>
                    <a:pt x="1101" y="1792"/>
                  </a:cubicBezTo>
                  <a:cubicBezTo>
                    <a:pt x="1101" y="1797"/>
                    <a:pt x="1102" y="1802"/>
                    <a:pt x="1105" y="1807"/>
                  </a:cubicBezTo>
                  <a:lnTo>
                    <a:pt x="1084" y="1805"/>
                  </a:lnTo>
                  <a:cubicBezTo>
                    <a:pt x="1084" y="1804"/>
                    <a:pt x="1083" y="1804"/>
                    <a:pt x="1084" y="1803"/>
                  </a:cubicBezTo>
                  <a:cubicBezTo>
                    <a:pt x="1085" y="1802"/>
                    <a:pt x="1085" y="1801"/>
                    <a:pt x="1086" y="1800"/>
                  </a:cubicBezTo>
                  <a:cubicBezTo>
                    <a:pt x="1086" y="1794"/>
                    <a:pt x="1082" y="1792"/>
                    <a:pt x="1081" y="1787"/>
                  </a:cubicBezTo>
                  <a:lnTo>
                    <a:pt x="1077" y="1775"/>
                  </a:lnTo>
                  <a:cubicBezTo>
                    <a:pt x="1077" y="1775"/>
                    <a:pt x="1076" y="1775"/>
                    <a:pt x="1076" y="1774"/>
                  </a:cubicBezTo>
                  <a:cubicBezTo>
                    <a:pt x="1076" y="1773"/>
                    <a:pt x="1075" y="1773"/>
                    <a:pt x="1074" y="1772"/>
                  </a:cubicBezTo>
                  <a:cubicBezTo>
                    <a:pt x="1074" y="1772"/>
                    <a:pt x="1073" y="1772"/>
                    <a:pt x="1072" y="1772"/>
                  </a:cubicBezTo>
                  <a:cubicBezTo>
                    <a:pt x="1071" y="1772"/>
                    <a:pt x="1070" y="1771"/>
                    <a:pt x="1069" y="1772"/>
                  </a:cubicBezTo>
                  <a:cubicBezTo>
                    <a:pt x="1068" y="1772"/>
                    <a:pt x="1068" y="1773"/>
                    <a:pt x="1067" y="1774"/>
                  </a:cubicBezTo>
                  <a:cubicBezTo>
                    <a:pt x="1066" y="1775"/>
                    <a:pt x="1067" y="1775"/>
                    <a:pt x="1067" y="1775"/>
                  </a:cubicBezTo>
                  <a:cubicBezTo>
                    <a:pt x="1066" y="1779"/>
                    <a:pt x="1065" y="1783"/>
                    <a:pt x="1065" y="1786"/>
                  </a:cubicBezTo>
                  <a:cubicBezTo>
                    <a:pt x="1065" y="1792"/>
                    <a:pt x="1066" y="1798"/>
                    <a:pt x="1069" y="1803"/>
                  </a:cubicBezTo>
                  <a:lnTo>
                    <a:pt x="1052" y="1801"/>
                  </a:lnTo>
                  <a:cubicBezTo>
                    <a:pt x="1052" y="1796"/>
                    <a:pt x="1051" y="1791"/>
                    <a:pt x="1049" y="1787"/>
                  </a:cubicBezTo>
                  <a:cubicBezTo>
                    <a:pt x="1046" y="1777"/>
                    <a:pt x="1044" y="1767"/>
                    <a:pt x="1044" y="1758"/>
                  </a:cubicBezTo>
                  <a:cubicBezTo>
                    <a:pt x="1044" y="1751"/>
                    <a:pt x="1033" y="1752"/>
                    <a:pt x="1032" y="1758"/>
                  </a:cubicBezTo>
                  <a:cubicBezTo>
                    <a:pt x="1031" y="1764"/>
                    <a:pt x="1030" y="1771"/>
                    <a:pt x="1030" y="1778"/>
                  </a:cubicBezTo>
                  <a:cubicBezTo>
                    <a:pt x="1030" y="1785"/>
                    <a:pt x="1031" y="1792"/>
                    <a:pt x="1032" y="1798"/>
                  </a:cubicBezTo>
                  <a:lnTo>
                    <a:pt x="1018" y="1797"/>
                  </a:lnTo>
                  <a:cubicBezTo>
                    <a:pt x="1018" y="1794"/>
                    <a:pt x="1019" y="1792"/>
                    <a:pt x="1019" y="1790"/>
                  </a:cubicBezTo>
                  <a:cubicBezTo>
                    <a:pt x="1019" y="1785"/>
                    <a:pt x="1018" y="1780"/>
                    <a:pt x="1016" y="1776"/>
                  </a:cubicBezTo>
                  <a:cubicBezTo>
                    <a:pt x="1012" y="1764"/>
                    <a:pt x="1010" y="1752"/>
                    <a:pt x="1008" y="1739"/>
                  </a:cubicBezTo>
                  <a:cubicBezTo>
                    <a:pt x="1008" y="1735"/>
                    <a:pt x="1000" y="1735"/>
                    <a:pt x="1000" y="1739"/>
                  </a:cubicBezTo>
                  <a:cubicBezTo>
                    <a:pt x="997" y="1749"/>
                    <a:pt x="996" y="1760"/>
                    <a:pt x="995" y="1770"/>
                  </a:cubicBezTo>
                  <a:cubicBezTo>
                    <a:pt x="995" y="1770"/>
                    <a:pt x="995" y="1771"/>
                    <a:pt x="995" y="1772"/>
                  </a:cubicBezTo>
                  <a:cubicBezTo>
                    <a:pt x="995" y="1780"/>
                    <a:pt x="996" y="1788"/>
                    <a:pt x="999" y="1795"/>
                  </a:cubicBezTo>
                  <a:lnTo>
                    <a:pt x="979" y="1794"/>
                  </a:lnTo>
                  <a:cubicBezTo>
                    <a:pt x="979" y="1793"/>
                    <a:pt x="979" y="1793"/>
                    <a:pt x="979" y="1792"/>
                  </a:cubicBezTo>
                  <a:lnTo>
                    <a:pt x="979" y="1791"/>
                  </a:lnTo>
                  <a:cubicBezTo>
                    <a:pt x="979" y="1788"/>
                    <a:pt x="979" y="1785"/>
                    <a:pt x="979" y="1783"/>
                  </a:cubicBezTo>
                  <a:cubicBezTo>
                    <a:pt x="979" y="1773"/>
                    <a:pt x="978" y="1763"/>
                    <a:pt x="976" y="1753"/>
                  </a:cubicBezTo>
                  <a:cubicBezTo>
                    <a:pt x="974" y="1742"/>
                    <a:pt x="974" y="1730"/>
                    <a:pt x="973" y="1719"/>
                  </a:cubicBezTo>
                  <a:lnTo>
                    <a:pt x="1024" y="1724"/>
                  </a:lnTo>
                  <a:cubicBezTo>
                    <a:pt x="1083" y="1729"/>
                    <a:pt x="1140" y="1733"/>
                    <a:pt x="1199" y="1735"/>
                  </a:cubicBezTo>
                  <a:cubicBezTo>
                    <a:pt x="1198" y="1740"/>
                    <a:pt x="1198" y="1744"/>
                    <a:pt x="1198" y="1748"/>
                  </a:cubicBezTo>
                  <a:cubicBezTo>
                    <a:pt x="1198" y="1755"/>
                    <a:pt x="1199" y="1762"/>
                    <a:pt x="1200" y="1769"/>
                  </a:cubicBezTo>
                  <a:cubicBezTo>
                    <a:pt x="1202" y="1779"/>
                    <a:pt x="1202" y="1788"/>
                    <a:pt x="1202" y="1798"/>
                  </a:cubicBezTo>
                  <a:cubicBezTo>
                    <a:pt x="1202" y="1805"/>
                    <a:pt x="1202" y="1811"/>
                    <a:pt x="1202" y="1818"/>
                  </a:cubicBezTo>
                  <a:lnTo>
                    <a:pt x="1176" y="1815"/>
                  </a:lnTo>
                  <a:cubicBezTo>
                    <a:pt x="1178" y="1810"/>
                    <a:pt x="1179" y="1805"/>
                    <a:pt x="1180" y="1800"/>
                  </a:cubicBezTo>
                  <a:lnTo>
                    <a:pt x="1180" y="1801"/>
                  </a:lnTo>
                  <a:moveTo>
                    <a:pt x="1199" y="1715"/>
                  </a:moveTo>
                  <a:lnTo>
                    <a:pt x="1199" y="1716"/>
                  </a:lnTo>
                  <a:cubicBezTo>
                    <a:pt x="1143" y="1716"/>
                    <a:pt x="1087" y="1712"/>
                    <a:pt x="1031" y="1705"/>
                  </a:cubicBezTo>
                  <a:cubicBezTo>
                    <a:pt x="966" y="1696"/>
                    <a:pt x="898" y="1701"/>
                    <a:pt x="833" y="1692"/>
                  </a:cubicBezTo>
                  <a:cubicBezTo>
                    <a:pt x="822" y="1690"/>
                    <a:pt x="811" y="1689"/>
                    <a:pt x="800" y="1688"/>
                  </a:cubicBezTo>
                  <a:cubicBezTo>
                    <a:pt x="802" y="1686"/>
                    <a:pt x="803" y="1684"/>
                    <a:pt x="805" y="1681"/>
                  </a:cubicBezTo>
                  <a:cubicBezTo>
                    <a:pt x="805" y="1681"/>
                    <a:pt x="805" y="1680"/>
                    <a:pt x="806" y="1680"/>
                  </a:cubicBezTo>
                  <a:cubicBezTo>
                    <a:pt x="809" y="1675"/>
                    <a:pt x="813" y="1671"/>
                    <a:pt x="817" y="1669"/>
                  </a:cubicBezTo>
                  <a:cubicBezTo>
                    <a:pt x="825" y="1664"/>
                    <a:pt x="830" y="1658"/>
                    <a:pt x="835" y="1650"/>
                  </a:cubicBezTo>
                  <a:cubicBezTo>
                    <a:pt x="837" y="1646"/>
                    <a:pt x="839" y="1642"/>
                    <a:pt x="841" y="1638"/>
                  </a:cubicBezTo>
                  <a:cubicBezTo>
                    <a:pt x="848" y="1637"/>
                    <a:pt x="856" y="1636"/>
                    <a:pt x="863" y="1635"/>
                  </a:cubicBezTo>
                  <a:cubicBezTo>
                    <a:pt x="864" y="1635"/>
                    <a:pt x="863" y="1635"/>
                    <a:pt x="864" y="1634"/>
                  </a:cubicBezTo>
                  <a:cubicBezTo>
                    <a:pt x="865" y="1633"/>
                    <a:pt x="865" y="1634"/>
                    <a:pt x="866" y="1633"/>
                  </a:cubicBezTo>
                  <a:cubicBezTo>
                    <a:pt x="866" y="1633"/>
                    <a:pt x="866" y="1632"/>
                    <a:pt x="866" y="1631"/>
                  </a:cubicBezTo>
                  <a:cubicBezTo>
                    <a:pt x="866" y="1631"/>
                    <a:pt x="867" y="1630"/>
                    <a:pt x="866" y="1629"/>
                  </a:cubicBezTo>
                  <a:cubicBezTo>
                    <a:pt x="865" y="1628"/>
                    <a:pt x="865" y="1628"/>
                    <a:pt x="864" y="1628"/>
                  </a:cubicBezTo>
                  <a:lnTo>
                    <a:pt x="863" y="1628"/>
                  </a:lnTo>
                  <a:cubicBezTo>
                    <a:pt x="754" y="1606"/>
                    <a:pt x="641" y="1615"/>
                    <a:pt x="532" y="1592"/>
                  </a:cubicBezTo>
                  <a:cubicBezTo>
                    <a:pt x="474" y="1580"/>
                    <a:pt x="409" y="1574"/>
                    <a:pt x="355" y="1550"/>
                  </a:cubicBezTo>
                  <a:cubicBezTo>
                    <a:pt x="355" y="1535"/>
                    <a:pt x="356" y="1521"/>
                    <a:pt x="358" y="1506"/>
                  </a:cubicBezTo>
                  <a:cubicBezTo>
                    <a:pt x="359" y="1501"/>
                    <a:pt x="359" y="1495"/>
                    <a:pt x="359" y="1490"/>
                  </a:cubicBezTo>
                  <a:cubicBezTo>
                    <a:pt x="359" y="1484"/>
                    <a:pt x="359" y="1480"/>
                    <a:pt x="358" y="1474"/>
                  </a:cubicBezTo>
                  <a:lnTo>
                    <a:pt x="368" y="1470"/>
                  </a:lnTo>
                  <a:cubicBezTo>
                    <a:pt x="368" y="1474"/>
                    <a:pt x="368" y="1478"/>
                    <a:pt x="368" y="1482"/>
                  </a:cubicBezTo>
                  <a:cubicBezTo>
                    <a:pt x="369" y="1493"/>
                    <a:pt x="368" y="1504"/>
                    <a:pt x="369" y="1514"/>
                  </a:cubicBezTo>
                  <a:cubicBezTo>
                    <a:pt x="369" y="1518"/>
                    <a:pt x="374" y="1517"/>
                    <a:pt x="375" y="1514"/>
                  </a:cubicBezTo>
                  <a:cubicBezTo>
                    <a:pt x="376" y="1506"/>
                    <a:pt x="380" y="1499"/>
                    <a:pt x="382" y="1491"/>
                  </a:cubicBezTo>
                  <a:cubicBezTo>
                    <a:pt x="383" y="1482"/>
                    <a:pt x="384" y="1473"/>
                    <a:pt x="384" y="1463"/>
                  </a:cubicBezTo>
                  <a:lnTo>
                    <a:pt x="384" y="1462"/>
                  </a:lnTo>
                  <a:lnTo>
                    <a:pt x="391" y="1458"/>
                  </a:lnTo>
                  <a:cubicBezTo>
                    <a:pt x="391" y="1468"/>
                    <a:pt x="391" y="1477"/>
                    <a:pt x="391" y="1486"/>
                  </a:cubicBezTo>
                  <a:cubicBezTo>
                    <a:pt x="391" y="1495"/>
                    <a:pt x="397" y="1524"/>
                    <a:pt x="394" y="1526"/>
                  </a:cubicBezTo>
                  <a:cubicBezTo>
                    <a:pt x="393" y="1526"/>
                    <a:pt x="393" y="1526"/>
                    <a:pt x="393" y="1527"/>
                  </a:cubicBezTo>
                  <a:lnTo>
                    <a:pt x="393" y="1528"/>
                  </a:lnTo>
                  <a:lnTo>
                    <a:pt x="393" y="1529"/>
                  </a:lnTo>
                  <a:cubicBezTo>
                    <a:pt x="393" y="1529"/>
                    <a:pt x="393" y="1528"/>
                    <a:pt x="394" y="1529"/>
                  </a:cubicBezTo>
                  <a:cubicBezTo>
                    <a:pt x="395" y="1530"/>
                    <a:pt x="394" y="1530"/>
                    <a:pt x="394" y="1530"/>
                  </a:cubicBezTo>
                  <a:lnTo>
                    <a:pt x="397" y="1530"/>
                  </a:lnTo>
                  <a:cubicBezTo>
                    <a:pt x="398" y="1530"/>
                    <a:pt x="398" y="1530"/>
                    <a:pt x="399" y="1529"/>
                  </a:cubicBezTo>
                  <a:cubicBezTo>
                    <a:pt x="399" y="1529"/>
                    <a:pt x="400" y="1529"/>
                    <a:pt x="400" y="1528"/>
                  </a:cubicBezTo>
                  <a:cubicBezTo>
                    <a:pt x="404" y="1520"/>
                    <a:pt x="406" y="1511"/>
                    <a:pt x="406" y="1503"/>
                  </a:cubicBezTo>
                  <a:cubicBezTo>
                    <a:pt x="406" y="1501"/>
                    <a:pt x="405" y="1499"/>
                    <a:pt x="405" y="1496"/>
                  </a:cubicBezTo>
                  <a:cubicBezTo>
                    <a:pt x="405" y="1481"/>
                    <a:pt x="405" y="1466"/>
                    <a:pt x="406" y="1450"/>
                  </a:cubicBezTo>
                  <a:cubicBezTo>
                    <a:pt x="413" y="1448"/>
                    <a:pt x="419" y="1445"/>
                    <a:pt x="426" y="1444"/>
                  </a:cubicBezTo>
                  <a:cubicBezTo>
                    <a:pt x="426" y="1455"/>
                    <a:pt x="422" y="1465"/>
                    <a:pt x="421" y="1476"/>
                  </a:cubicBezTo>
                  <a:cubicBezTo>
                    <a:pt x="420" y="1485"/>
                    <a:pt x="420" y="1494"/>
                    <a:pt x="420" y="1504"/>
                  </a:cubicBezTo>
                  <a:cubicBezTo>
                    <a:pt x="420" y="1513"/>
                    <a:pt x="420" y="1522"/>
                    <a:pt x="421" y="1531"/>
                  </a:cubicBezTo>
                  <a:cubicBezTo>
                    <a:pt x="421" y="1538"/>
                    <a:pt x="431" y="1537"/>
                    <a:pt x="431" y="1531"/>
                  </a:cubicBezTo>
                  <a:cubicBezTo>
                    <a:pt x="431" y="1516"/>
                    <a:pt x="431" y="1500"/>
                    <a:pt x="431" y="1484"/>
                  </a:cubicBezTo>
                  <a:cubicBezTo>
                    <a:pt x="432" y="1470"/>
                    <a:pt x="435" y="1455"/>
                    <a:pt x="438" y="1441"/>
                  </a:cubicBezTo>
                  <a:lnTo>
                    <a:pt x="439" y="1441"/>
                  </a:lnTo>
                  <a:lnTo>
                    <a:pt x="440" y="1441"/>
                  </a:lnTo>
                  <a:lnTo>
                    <a:pt x="441" y="1440"/>
                  </a:lnTo>
                  <a:lnTo>
                    <a:pt x="441" y="1439"/>
                  </a:lnTo>
                  <a:cubicBezTo>
                    <a:pt x="441" y="1438"/>
                    <a:pt x="441" y="1438"/>
                    <a:pt x="441" y="1438"/>
                  </a:cubicBezTo>
                  <a:cubicBezTo>
                    <a:pt x="441" y="1437"/>
                    <a:pt x="440" y="1437"/>
                    <a:pt x="440" y="1437"/>
                  </a:cubicBezTo>
                  <a:lnTo>
                    <a:pt x="439" y="1437"/>
                  </a:lnTo>
                  <a:lnTo>
                    <a:pt x="451" y="1435"/>
                  </a:lnTo>
                  <a:cubicBezTo>
                    <a:pt x="451" y="1453"/>
                    <a:pt x="454" y="1470"/>
                    <a:pt x="456" y="1488"/>
                  </a:cubicBezTo>
                  <a:cubicBezTo>
                    <a:pt x="456" y="1492"/>
                    <a:pt x="463" y="1493"/>
                    <a:pt x="464" y="1488"/>
                  </a:cubicBezTo>
                  <a:cubicBezTo>
                    <a:pt x="466" y="1472"/>
                    <a:pt x="468" y="1456"/>
                    <a:pt x="469" y="1440"/>
                  </a:cubicBezTo>
                  <a:cubicBezTo>
                    <a:pt x="476" y="1439"/>
                    <a:pt x="483" y="1438"/>
                    <a:pt x="490" y="1436"/>
                  </a:cubicBezTo>
                  <a:cubicBezTo>
                    <a:pt x="493" y="1453"/>
                    <a:pt x="501" y="1517"/>
                    <a:pt x="496" y="1518"/>
                  </a:cubicBezTo>
                  <a:cubicBezTo>
                    <a:pt x="496" y="1519"/>
                    <a:pt x="496" y="1519"/>
                    <a:pt x="496" y="1519"/>
                  </a:cubicBezTo>
                  <a:cubicBezTo>
                    <a:pt x="495" y="1519"/>
                    <a:pt x="495" y="1519"/>
                    <a:pt x="494" y="1520"/>
                  </a:cubicBezTo>
                  <a:cubicBezTo>
                    <a:pt x="494" y="1520"/>
                    <a:pt x="494" y="1521"/>
                    <a:pt x="494" y="1522"/>
                  </a:cubicBezTo>
                  <a:lnTo>
                    <a:pt x="494" y="1523"/>
                  </a:lnTo>
                  <a:cubicBezTo>
                    <a:pt x="495" y="1524"/>
                    <a:pt x="495" y="1524"/>
                    <a:pt x="496" y="1525"/>
                  </a:cubicBezTo>
                  <a:lnTo>
                    <a:pt x="497" y="1525"/>
                  </a:lnTo>
                  <a:lnTo>
                    <a:pt x="498" y="1525"/>
                  </a:lnTo>
                  <a:lnTo>
                    <a:pt x="501" y="1525"/>
                  </a:lnTo>
                  <a:cubicBezTo>
                    <a:pt x="501" y="1525"/>
                    <a:pt x="502" y="1525"/>
                    <a:pt x="503" y="1524"/>
                  </a:cubicBezTo>
                  <a:cubicBezTo>
                    <a:pt x="503" y="1524"/>
                    <a:pt x="504" y="1524"/>
                    <a:pt x="504" y="1523"/>
                  </a:cubicBezTo>
                  <a:cubicBezTo>
                    <a:pt x="507" y="1511"/>
                    <a:pt x="509" y="1498"/>
                    <a:pt x="509" y="1485"/>
                  </a:cubicBezTo>
                  <a:cubicBezTo>
                    <a:pt x="509" y="1482"/>
                    <a:pt x="509" y="1480"/>
                    <a:pt x="509" y="1477"/>
                  </a:cubicBezTo>
                  <a:cubicBezTo>
                    <a:pt x="509" y="1463"/>
                    <a:pt x="510" y="1448"/>
                    <a:pt x="512" y="1435"/>
                  </a:cubicBezTo>
                  <a:cubicBezTo>
                    <a:pt x="512" y="1434"/>
                    <a:pt x="512" y="1434"/>
                    <a:pt x="512" y="1434"/>
                  </a:cubicBezTo>
                  <a:cubicBezTo>
                    <a:pt x="512" y="1433"/>
                    <a:pt x="512" y="1433"/>
                    <a:pt x="512" y="1433"/>
                  </a:cubicBezTo>
                  <a:cubicBezTo>
                    <a:pt x="518" y="1432"/>
                    <a:pt x="524" y="1430"/>
                    <a:pt x="530" y="1429"/>
                  </a:cubicBezTo>
                  <a:cubicBezTo>
                    <a:pt x="532" y="1439"/>
                    <a:pt x="534" y="1449"/>
                    <a:pt x="535" y="1460"/>
                  </a:cubicBezTo>
                  <a:cubicBezTo>
                    <a:pt x="535" y="1465"/>
                    <a:pt x="543" y="1464"/>
                    <a:pt x="543" y="1460"/>
                  </a:cubicBezTo>
                  <a:cubicBezTo>
                    <a:pt x="544" y="1452"/>
                    <a:pt x="545" y="1445"/>
                    <a:pt x="548" y="1438"/>
                  </a:cubicBezTo>
                  <a:cubicBezTo>
                    <a:pt x="549" y="1434"/>
                    <a:pt x="550" y="1429"/>
                    <a:pt x="550" y="1424"/>
                  </a:cubicBezTo>
                  <a:lnTo>
                    <a:pt x="560" y="1421"/>
                  </a:lnTo>
                  <a:lnTo>
                    <a:pt x="561" y="1421"/>
                  </a:lnTo>
                  <a:lnTo>
                    <a:pt x="561" y="1420"/>
                  </a:lnTo>
                  <a:lnTo>
                    <a:pt x="566" y="1420"/>
                  </a:lnTo>
                  <a:cubicBezTo>
                    <a:pt x="566" y="1422"/>
                    <a:pt x="566" y="1423"/>
                    <a:pt x="566" y="1425"/>
                  </a:cubicBezTo>
                  <a:cubicBezTo>
                    <a:pt x="566" y="1431"/>
                    <a:pt x="567" y="1437"/>
                    <a:pt x="568" y="1444"/>
                  </a:cubicBezTo>
                  <a:cubicBezTo>
                    <a:pt x="570" y="1449"/>
                    <a:pt x="571" y="1455"/>
                    <a:pt x="571" y="1460"/>
                  </a:cubicBezTo>
                  <a:cubicBezTo>
                    <a:pt x="571" y="1462"/>
                    <a:pt x="571" y="1464"/>
                    <a:pt x="571" y="1467"/>
                  </a:cubicBezTo>
                  <a:cubicBezTo>
                    <a:pt x="571" y="1470"/>
                    <a:pt x="574" y="1473"/>
                    <a:pt x="576" y="1469"/>
                  </a:cubicBezTo>
                  <a:cubicBezTo>
                    <a:pt x="577" y="1468"/>
                    <a:pt x="578" y="1467"/>
                    <a:pt x="578" y="1466"/>
                  </a:cubicBezTo>
                  <a:cubicBezTo>
                    <a:pt x="585" y="1454"/>
                    <a:pt x="589" y="1441"/>
                    <a:pt x="589" y="1428"/>
                  </a:cubicBezTo>
                  <a:cubicBezTo>
                    <a:pt x="589" y="1425"/>
                    <a:pt x="588" y="1421"/>
                    <a:pt x="588" y="1418"/>
                  </a:cubicBezTo>
                  <a:lnTo>
                    <a:pt x="601" y="1418"/>
                  </a:lnTo>
                  <a:cubicBezTo>
                    <a:pt x="601" y="1419"/>
                    <a:pt x="601" y="1419"/>
                    <a:pt x="601" y="1419"/>
                  </a:cubicBezTo>
                  <a:cubicBezTo>
                    <a:pt x="600" y="1420"/>
                    <a:pt x="600" y="1421"/>
                    <a:pt x="600" y="1421"/>
                  </a:cubicBezTo>
                  <a:cubicBezTo>
                    <a:pt x="593" y="1445"/>
                    <a:pt x="603" y="1474"/>
                    <a:pt x="608" y="1497"/>
                  </a:cubicBezTo>
                  <a:cubicBezTo>
                    <a:pt x="608" y="1500"/>
                    <a:pt x="614" y="1501"/>
                    <a:pt x="615" y="1497"/>
                  </a:cubicBezTo>
                  <a:cubicBezTo>
                    <a:pt x="617" y="1484"/>
                    <a:pt x="620" y="1472"/>
                    <a:pt x="622" y="1459"/>
                  </a:cubicBezTo>
                  <a:cubicBezTo>
                    <a:pt x="622" y="1455"/>
                    <a:pt x="622" y="1450"/>
                    <a:pt x="622" y="1446"/>
                  </a:cubicBezTo>
                  <a:cubicBezTo>
                    <a:pt x="622" y="1441"/>
                    <a:pt x="622" y="1439"/>
                    <a:pt x="622" y="1436"/>
                  </a:cubicBezTo>
                  <a:cubicBezTo>
                    <a:pt x="622" y="1432"/>
                    <a:pt x="624" y="1429"/>
                    <a:pt x="622" y="1432"/>
                  </a:cubicBezTo>
                  <a:cubicBezTo>
                    <a:pt x="623" y="1431"/>
                    <a:pt x="623" y="1430"/>
                    <a:pt x="624" y="1429"/>
                  </a:cubicBezTo>
                  <a:cubicBezTo>
                    <a:pt x="625" y="1428"/>
                    <a:pt x="625" y="1426"/>
                    <a:pt x="625" y="1424"/>
                  </a:cubicBezTo>
                  <a:cubicBezTo>
                    <a:pt x="625" y="1422"/>
                    <a:pt x="625" y="1420"/>
                    <a:pt x="624" y="1418"/>
                  </a:cubicBezTo>
                  <a:cubicBezTo>
                    <a:pt x="624" y="1418"/>
                    <a:pt x="623" y="1418"/>
                    <a:pt x="623" y="1417"/>
                  </a:cubicBezTo>
                  <a:cubicBezTo>
                    <a:pt x="635" y="1417"/>
                    <a:pt x="647" y="1417"/>
                    <a:pt x="659" y="1417"/>
                  </a:cubicBezTo>
                  <a:lnTo>
                    <a:pt x="661" y="1417"/>
                  </a:lnTo>
                  <a:cubicBezTo>
                    <a:pt x="661" y="1418"/>
                    <a:pt x="662" y="1419"/>
                    <a:pt x="662" y="1419"/>
                  </a:cubicBezTo>
                  <a:cubicBezTo>
                    <a:pt x="662" y="1420"/>
                    <a:pt x="662" y="1420"/>
                    <a:pt x="663" y="1420"/>
                  </a:cubicBezTo>
                  <a:cubicBezTo>
                    <a:pt x="661" y="1420"/>
                    <a:pt x="661" y="1421"/>
                    <a:pt x="662" y="1423"/>
                  </a:cubicBezTo>
                  <a:cubicBezTo>
                    <a:pt x="662" y="1425"/>
                    <a:pt x="663" y="1428"/>
                    <a:pt x="663" y="1431"/>
                  </a:cubicBezTo>
                  <a:cubicBezTo>
                    <a:pt x="663" y="1433"/>
                    <a:pt x="663" y="1436"/>
                    <a:pt x="663" y="1439"/>
                  </a:cubicBezTo>
                  <a:cubicBezTo>
                    <a:pt x="663" y="1441"/>
                    <a:pt x="665" y="1448"/>
                    <a:pt x="663" y="1451"/>
                  </a:cubicBezTo>
                  <a:cubicBezTo>
                    <a:pt x="661" y="1453"/>
                    <a:pt x="664" y="1462"/>
                    <a:pt x="669" y="1458"/>
                  </a:cubicBezTo>
                  <a:cubicBezTo>
                    <a:pt x="671" y="1456"/>
                    <a:pt x="672" y="1454"/>
                    <a:pt x="674" y="1452"/>
                  </a:cubicBezTo>
                  <a:cubicBezTo>
                    <a:pt x="676" y="1448"/>
                    <a:pt x="677" y="1444"/>
                    <a:pt x="677" y="1440"/>
                  </a:cubicBezTo>
                  <a:cubicBezTo>
                    <a:pt x="677" y="1436"/>
                    <a:pt x="677" y="1431"/>
                    <a:pt x="677" y="1427"/>
                  </a:cubicBezTo>
                  <a:cubicBezTo>
                    <a:pt x="677" y="1423"/>
                    <a:pt x="677" y="1421"/>
                    <a:pt x="677" y="1417"/>
                  </a:cubicBezTo>
                  <a:cubicBezTo>
                    <a:pt x="689" y="1417"/>
                    <a:pt x="701" y="1416"/>
                    <a:pt x="712" y="1415"/>
                  </a:cubicBezTo>
                  <a:cubicBezTo>
                    <a:pt x="712" y="1419"/>
                    <a:pt x="711" y="1422"/>
                    <a:pt x="711" y="1426"/>
                  </a:cubicBezTo>
                  <a:cubicBezTo>
                    <a:pt x="711" y="1429"/>
                    <a:pt x="712" y="1433"/>
                    <a:pt x="712" y="1436"/>
                  </a:cubicBezTo>
                  <a:cubicBezTo>
                    <a:pt x="713" y="1445"/>
                    <a:pt x="714" y="1454"/>
                    <a:pt x="714" y="1463"/>
                  </a:cubicBezTo>
                  <a:cubicBezTo>
                    <a:pt x="714" y="1466"/>
                    <a:pt x="714" y="1469"/>
                    <a:pt x="714" y="1471"/>
                  </a:cubicBezTo>
                  <a:cubicBezTo>
                    <a:pt x="714" y="1474"/>
                    <a:pt x="714" y="1477"/>
                    <a:pt x="714" y="1480"/>
                  </a:cubicBezTo>
                  <a:cubicBezTo>
                    <a:pt x="714" y="1484"/>
                    <a:pt x="714" y="1487"/>
                    <a:pt x="714" y="1490"/>
                  </a:cubicBezTo>
                  <a:lnTo>
                    <a:pt x="714" y="1491"/>
                  </a:lnTo>
                  <a:cubicBezTo>
                    <a:pt x="715" y="1492"/>
                    <a:pt x="715" y="1492"/>
                    <a:pt x="715" y="1492"/>
                  </a:cubicBezTo>
                  <a:cubicBezTo>
                    <a:pt x="716" y="1492"/>
                    <a:pt x="716" y="1492"/>
                    <a:pt x="717" y="1492"/>
                  </a:cubicBezTo>
                  <a:lnTo>
                    <a:pt x="718" y="1492"/>
                  </a:lnTo>
                  <a:cubicBezTo>
                    <a:pt x="718" y="1492"/>
                    <a:pt x="719" y="1492"/>
                    <a:pt x="719" y="1491"/>
                  </a:cubicBezTo>
                  <a:lnTo>
                    <a:pt x="719" y="1490"/>
                  </a:lnTo>
                  <a:cubicBezTo>
                    <a:pt x="723" y="1478"/>
                    <a:pt x="725" y="1467"/>
                    <a:pt x="726" y="1455"/>
                  </a:cubicBezTo>
                  <a:cubicBezTo>
                    <a:pt x="726" y="1446"/>
                    <a:pt x="726" y="1438"/>
                    <a:pt x="727" y="1429"/>
                  </a:cubicBezTo>
                  <a:cubicBezTo>
                    <a:pt x="729" y="1424"/>
                    <a:pt x="730" y="1418"/>
                    <a:pt x="732" y="1413"/>
                  </a:cubicBezTo>
                  <a:lnTo>
                    <a:pt x="761" y="1410"/>
                  </a:lnTo>
                  <a:cubicBezTo>
                    <a:pt x="762" y="1412"/>
                    <a:pt x="762" y="1414"/>
                    <a:pt x="762" y="1417"/>
                  </a:cubicBezTo>
                  <a:cubicBezTo>
                    <a:pt x="762" y="1419"/>
                    <a:pt x="762" y="1423"/>
                    <a:pt x="761" y="1425"/>
                  </a:cubicBezTo>
                  <a:cubicBezTo>
                    <a:pt x="761" y="1428"/>
                    <a:pt x="761" y="1432"/>
                    <a:pt x="761" y="1435"/>
                  </a:cubicBezTo>
                  <a:cubicBezTo>
                    <a:pt x="761" y="1438"/>
                    <a:pt x="761" y="1441"/>
                    <a:pt x="761" y="1445"/>
                  </a:cubicBezTo>
                  <a:cubicBezTo>
                    <a:pt x="761" y="1450"/>
                    <a:pt x="770" y="1449"/>
                    <a:pt x="770" y="1445"/>
                  </a:cubicBezTo>
                  <a:cubicBezTo>
                    <a:pt x="771" y="1439"/>
                    <a:pt x="772" y="1433"/>
                    <a:pt x="774" y="1428"/>
                  </a:cubicBezTo>
                  <a:cubicBezTo>
                    <a:pt x="775" y="1421"/>
                    <a:pt x="776" y="1415"/>
                    <a:pt x="776" y="1408"/>
                  </a:cubicBezTo>
                  <a:cubicBezTo>
                    <a:pt x="789" y="1407"/>
                    <a:pt x="801" y="1406"/>
                    <a:pt x="813" y="1406"/>
                  </a:cubicBezTo>
                  <a:cubicBezTo>
                    <a:pt x="799" y="1438"/>
                    <a:pt x="821" y="1479"/>
                    <a:pt x="813" y="1512"/>
                  </a:cubicBezTo>
                  <a:cubicBezTo>
                    <a:pt x="811" y="1516"/>
                    <a:pt x="819" y="1519"/>
                    <a:pt x="820" y="1514"/>
                  </a:cubicBezTo>
                  <a:cubicBezTo>
                    <a:pt x="826" y="1496"/>
                    <a:pt x="829" y="1477"/>
                    <a:pt x="830" y="1458"/>
                  </a:cubicBezTo>
                  <a:cubicBezTo>
                    <a:pt x="831" y="1447"/>
                    <a:pt x="830" y="1436"/>
                    <a:pt x="832" y="1425"/>
                  </a:cubicBezTo>
                  <a:cubicBezTo>
                    <a:pt x="834" y="1420"/>
                    <a:pt x="834" y="1416"/>
                    <a:pt x="834" y="1411"/>
                  </a:cubicBezTo>
                  <a:cubicBezTo>
                    <a:pt x="834" y="1409"/>
                    <a:pt x="834" y="1407"/>
                    <a:pt x="834" y="1405"/>
                  </a:cubicBezTo>
                  <a:lnTo>
                    <a:pt x="842" y="1405"/>
                  </a:lnTo>
                  <a:cubicBezTo>
                    <a:pt x="841" y="1427"/>
                    <a:pt x="849" y="1451"/>
                    <a:pt x="844" y="1472"/>
                  </a:cubicBezTo>
                  <a:cubicBezTo>
                    <a:pt x="844" y="1475"/>
                    <a:pt x="844" y="1477"/>
                    <a:pt x="844" y="1479"/>
                  </a:cubicBezTo>
                  <a:cubicBezTo>
                    <a:pt x="844" y="1484"/>
                    <a:pt x="844" y="1488"/>
                    <a:pt x="845" y="1492"/>
                  </a:cubicBezTo>
                  <a:cubicBezTo>
                    <a:pt x="846" y="1496"/>
                    <a:pt x="846" y="1500"/>
                    <a:pt x="846" y="1505"/>
                  </a:cubicBezTo>
                  <a:cubicBezTo>
                    <a:pt x="846" y="1509"/>
                    <a:pt x="846" y="1514"/>
                    <a:pt x="845" y="1518"/>
                  </a:cubicBezTo>
                  <a:cubicBezTo>
                    <a:pt x="845" y="1519"/>
                    <a:pt x="846" y="1519"/>
                    <a:pt x="846" y="1520"/>
                  </a:cubicBezTo>
                  <a:lnTo>
                    <a:pt x="847" y="1521"/>
                  </a:lnTo>
                  <a:cubicBezTo>
                    <a:pt x="848" y="1521"/>
                    <a:pt x="848" y="1521"/>
                    <a:pt x="849" y="1521"/>
                  </a:cubicBezTo>
                  <a:lnTo>
                    <a:pt x="850" y="1521"/>
                  </a:lnTo>
                  <a:cubicBezTo>
                    <a:pt x="851" y="1521"/>
                    <a:pt x="851" y="1520"/>
                    <a:pt x="851" y="1520"/>
                  </a:cubicBezTo>
                  <a:cubicBezTo>
                    <a:pt x="852" y="1519"/>
                    <a:pt x="852" y="1519"/>
                    <a:pt x="852" y="1518"/>
                  </a:cubicBezTo>
                  <a:cubicBezTo>
                    <a:pt x="852" y="1511"/>
                    <a:pt x="856" y="1506"/>
                    <a:pt x="857" y="1499"/>
                  </a:cubicBezTo>
                  <a:cubicBezTo>
                    <a:pt x="857" y="1498"/>
                    <a:pt x="857" y="1498"/>
                    <a:pt x="857" y="1498"/>
                  </a:cubicBezTo>
                  <a:cubicBezTo>
                    <a:pt x="857" y="1489"/>
                    <a:pt x="859" y="1480"/>
                    <a:pt x="863" y="1472"/>
                  </a:cubicBezTo>
                  <a:cubicBezTo>
                    <a:pt x="866" y="1463"/>
                    <a:pt x="867" y="1453"/>
                    <a:pt x="867" y="1443"/>
                  </a:cubicBezTo>
                  <a:cubicBezTo>
                    <a:pt x="867" y="1442"/>
                    <a:pt x="867" y="1440"/>
                    <a:pt x="867" y="1438"/>
                  </a:cubicBezTo>
                  <a:cubicBezTo>
                    <a:pt x="868" y="1433"/>
                    <a:pt x="868" y="1427"/>
                    <a:pt x="868" y="1421"/>
                  </a:cubicBezTo>
                  <a:cubicBezTo>
                    <a:pt x="868" y="1415"/>
                    <a:pt x="868" y="1409"/>
                    <a:pt x="867" y="1404"/>
                  </a:cubicBezTo>
                  <a:lnTo>
                    <a:pt x="889" y="1404"/>
                  </a:lnTo>
                  <a:cubicBezTo>
                    <a:pt x="889" y="1404"/>
                    <a:pt x="889" y="1406"/>
                    <a:pt x="889" y="1408"/>
                  </a:cubicBezTo>
                  <a:cubicBezTo>
                    <a:pt x="889" y="1418"/>
                    <a:pt x="890" y="1428"/>
                    <a:pt x="892" y="1438"/>
                  </a:cubicBezTo>
                  <a:cubicBezTo>
                    <a:pt x="894" y="1454"/>
                    <a:pt x="895" y="1470"/>
                    <a:pt x="897" y="1487"/>
                  </a:cubicBezTo>
                  <a:cubicBezTo>
                    <a:pt x="897" y="1487"/>
                    <a:pt x="897" y="1488"/>
                    <a:pt x="897" y="1489"/>
                  </a:cubicBezTo>
                  <a:lnTo>
                    <a:pt x="898" y="1490"/>
                  </a:lnTo>
                  <a:cubicBezTo>
                    <a:pt x="899" y="1491"/>
                    <a:pt x="899" y="1490"/>
                    <a:pt x="900" y="1490"/>
                  </a:cubicBezTo>
                  <a:cubicBezTo>
                    <a:pt x="901" y="1490"/>
                    <a:pt x="901" y="1491"/>
                    <a:pt x="902" y="1490"/>
                  </a:cubicBezTo>
                  <a:cubicBezTo>
                    <a:pt x="903" y="1489"/>
                    <a:pt x="903" y="1489"/>
                    <a:pt x="903" y="1489"/>
                  </a:cubicBezTo>
                  <a:cubicBezTo>
                    <a:pt x="903" y="1488"/>
                    <a:pt x="903" y="1487"/>
                    <a:pt x="903" y="1487"/>
                  </a:cubicBezTo>
                  <a:cubicBezTo>
                    <a:pt x="905" y="1472"/>
                    <a:pt x="907" y="1457"/>
                    <a:pt x="908" y="1442"/>
                  </a:cubicBezTo>
                  <a:cubicBezTo>
                    <a:pt x="908" y="1432"/>
                    <a:pt x="904" y="1411"/>
                    <a:pt x="911" y="1403"/>
                  </a:cubicBezTo>
                  <a:lnTo>
                    <a:pt x="928" y="1403"/>
                  </a:lnTo>
                  <a:cubicBezTo>
                    <a:pt x="927" y="1410"/>
                    <a:pt x="926" y="1417"/>
                    <a:pt x="926" y="1424"/>
                  </a:cubicBezTo>
                  <a:cubicBezTo>
                    <a:pt x="926" y="1435"/>
                    <a:pt x="927" y="1446"/>
                    <a:pt x="930" y="1457"/>
                  </a:cubicBezTo>
                  <a:cubicBezTo>
                    <a:pt x="930" y="1461"/>
                    <a:pt x="937" y="1462"/>
                    <a:pt x="939" y="1457"/>
                  </a:cubicBezTo>
                  <a:cubicBezTo>
                    <a:pt x="943" y="1439"/>
                    <a:pt x="945" y="1421"/>
                    <a:pt x="948" y="1402"/>
                  </a:cubicBezTo>
                  <a:lnTo>
                    <a:pt x="969" y="1402"/>
                  </a:lnTo>
                  <a:cubicBezTo>
                    <a:pt x="968" y="1411"/>
                    <a:pt x="967" y="1419"/>
                    <a:pt x="967" y="1428"/>
                  </a:cubicBezTo>
                  <a:cubicBezTo>
                    <a:pt x="967" y="1441"/>
                    <a:pt x="968" y="1454"/>
                    <a:pt x="971" y="1467"/>
                  </a:cubicBezTo>
                  <a:cubicBezTo>
                    <a:pt x="972" y="1492"/>
                    <a:pt x="980" y="1516"/>
                    <a:pt x="980" y="1541"/>
                  </a:cubicBezTo>
                  <a:cubicBezTo>
                    <a:pt x="980" y="1542"/>
                    <a:pt x="980" y="1542"/>
                    <a:pt x="981" y="1542"/>
                  </a:cubicBezTo>
                  <a:lnTo>
                    <a:pt x="981" y="1543"/>
                  </a:lnTo>
                  <a:cubicBezTo>
                    <a:pt x="982" y="1543"/>
                    <a:pt x="982" y="1543"/>
                    <a:pt x="983" y="1543"/>
                  </a:cubicBezTo>
                  <a:lnTo>
                    <a:pt x="984" y="1543"/>
                  </a:lnTo>
                  <a:cubicBezTo>
                    <a:pt x="984" y="1543"/>
                    <a:pt x="984" y="1542"/>
                    <a:pt x="985" y="1542"/>
                  </a:cubicBezTo>
                  <a:lnTo>
                    <a:pt x="985" y="1541"/>
                  </a:lnTo>
                  <a:cubicBezTo>
                    <a:pt x="985" y="1520"/>
                    <a:pt x="984" y="1499"/>
                    <a:pt x="987" y="1478"/>
                  </a:cubicBezTo>
                  <a:cubicBezTo>
                    <a:pt x="990" y="1456"/>
                    <a:pt x="985" y="1430"/>
                    <a:pt x="989" y="1408"/>
                  </a:cubicBezTo>
                  <a:cubicBezTo>
                    <a:pt x="990" y="1407"/>
                    <a:pt x="989" y="1407"/>
                    <a:pt x="990" y="1406"/>
                  </a:cubicBezTo>
                  <a:cubicBezTo>
                    <a:pt x="991" y="1405"/>
                    <a:pt x="992" y="1403"/>
                    <a:pt x="992" y="1402"/>
                  </a:cubicBezTo>
                  <a:lnTo>
                    <a:pt x="1017" y="1402"/>
                  </a:lnTo>
                  <a:cubicBezTo>
                    <a:pt x="1017" y="1415"/>
                    <a:pt x="1018" y="1427"/>
                    <a:pt x="1019" y="1440"/>
                  </a:cubicBezTo>
                  <a:cubicBezTo>
                    <a:pt x="1021" y="1457"/>
                    <a:pt x="1019" y="1473"/>
                    <a:pt x="1019" y="1490"/>
                  </a:cubicBezTo>
                  <a:cubicBezTo>
                    <a:pt x="1019" y="1496"/>
                    <a:pt x="1027" y="1495"/>
                    <a:pt x="1027" y="1490"/>
                  </a:cubicBezTo>
                  <a:cubicBezTo>
                    <a:pt x="1027" y="1478"/>
                    <a:pt x="1033" y="1468"/>
                    <a:pt x="1033" y="1456"/>
                  </a:cubicBezTo>
                  <a:cubicBezTo>
                    <a:pt x="1033" y="1438"/>
                    <a:pt x="1037" y="1420"/>
                    <a:pt x="1037" y="1402"/>
                  </a:cubicBezTo>
                  <a:cubicBezTo>
                    <a:pt x="1096" y="1402"/>
                    <a:pt x="1157" y="1401"/>
                    <a:pt x="1217" y="1401"/>
                  </a:cubicBezTo>
                  <a:cubicBezTo>
                    <a:pt x="1313" y="1401"/>
                    <a:pt x="1412" y="1405"/>
                    <a:pt x="1510" y="1405"/>
                  </a:cubicBezTo>
                  <a:lnTo>
                    <a:pt x="1510" y="1406"/>
                  </a:lnTo>
                  <a:cubicBezTo>
                    <a:pt x="1510" y="1407"/>
                    <a:pt x="1510" y="1407"/>
                    <a:pt x="1510" y="1408"/>
                  </a:cubicBezTo>
                  <a:cubicBezTo>
                    <a:pt x="1510" y="1426"/>
                    <a:pt x="1507" y="1443"/>
                    <a:pt x="1506" y="1460"/>
                  </a:cubicBezTo>
                  <a:cubicBezTo>
                    <a:pt x="1506" y="1466"/>
                    <a:pt x="1507" y="1471"/>
                    <a:pt x="1508" y="1477"/>
                  </a:cubicBezTo>
                  <a:cubicBezTo>
                    <a:pt x="1508" y="1482"/>
                    <a:pt x="1508" y="1488"/>
                    <a:pt x="1508" y="1494"/>
                  </a:cubicBezTo>
                  <a:cubicBezTo>
                    <a:pt x="1508" y="1500"/>
                    <a:pt x="1508" y="1505"/>
                    <a:pt x="1508" y="1511"/>
                  </a:cubicBezTo>
                  <a:lnTo>
                    <a:pt x="1508" y="1512"/>
                  </a:lnTo>
                  <a:lnTo>
                    <a:pt x="1509" y="1513"/>
                  </a:lnTo>
                  <a:cubicBezTo>
                    <a:pt x="1509" y="1513"/>
                    <a:pt x="1510" y="1513"/>
                    <a:pt x="1511" y="1513"/>
                  </a:cubicBezTo>
                  <a:lnTo>
                    <a:pt x="1512" y="1513"/>
                  </a:lnTo>
                  <a:lnTo>
                    <a:pt x="1513" y="1512"/>
                  </a:lnTo>
                  <a:cubicBezTo>
                    <a:pt x="1513" y="1511"/>
                    <a:pt x="1513" y="1511"/>
                    <a:pt x="1513" y="1511"/>
                  </a:cubicBezTo>
                  <a:cubicBezTo>
                    <a:pt x="1517" y="1486"/>
                    <a:pt x="1523" y="1462"/>
                    <a:pt x="1527" y="1437"/>
                  </a:cubicBezTo>
                  <a:cubicBezTo>
                    <a:pt x="1528" y="1426"/>
                    <a:pt x="1530" y="1415"/>
                    <a:pt x="1533" y="1404"/>
                  </a:cubicBezTo>
                  <a:lnTo>
                    <a:pt x="1552" y="1404"/>
                  </a:lnTo>
                  <a:cubicBezTo>
                    <a:pt x="1552" y="1406"/>
                    <a:pt x="1552" y="1409"/>
                    <a:pt x="1552" y="1411"/>
                  </a:cubicBezTo>
                  <a:cubicBezTo>
                    <a:pt x="1552" y="1414"/>
                    <a:pt x="1552" y="1416"/>
                    <a:pt x="1552" y="1419"/>
                  </a:cubicBezTo>
                  <a:cubicBezTo>
                    <a:pt x="1552" y="1427"/>
                    <a:pt x="1551" y="1434"/>
                    <a:pt x="1552" y="1443"/>
                  </a:cubicBezTo>
                  <a:cubicBezTo>
                    <a:pt x="1552" y="1446"/>
                    <a:pt x="1559" y="1446"/>
                    <a:pt x="1559" y="1443"/>
                  </a:cubicBezTo>
                  <a:cubicBezTo>
                    <a:pt x="1559" y="1435"/>
                    <a:pt x="1561" y="1427"/>
                    <a:pt x="1564" y="1420"/>
                  </a:cubicBezTo>
                  <a:cubicBezTo>
                    <a:pt x="1566" y="1415"/>
                    <a:pt x="1567" y="1410"/>
                    <a:pt x="1569" y="1404"/>
                  </a:cubicBezTo>
                  <a:lnTo>
                    <a:pt x="1592" y="1404"/>
                  </a:lnTo>
                  <a:cubicBezTo>
                    <a:pt x="1592" y="1405"/>
                    <a:pt x="1592" y="1405"/>
                    <a:pt x="1592" y="1405"/>
                  </a:cubicBezTo>
                  <a:cubicBezTo>
                    <a:pt x="1592" y="1406"/>
                    <a:pt x="1592" y="1406"/>
                    <a:pt x="1592" y="1407"/>
                  </a:cubicBezTo>
                  <a:cubicBezTo>
                    <a:pt x="1592" y="1412"/>
                    <a:pt x="1593" y="1418"/>
                    <a:pt x="1591" y="1423"/>
                  </a:cubicBezTo>
                  <a:cubicBezTo>
                    <a:pt x="1586" y="1435"/>
                    <a:pt x="1593" y="1449"/>
                    <a:pt x="1594" y="1461"/>
                  </a:cubicBezTo>
                  <a:cubicBezTo>
                    <a:pt x="1594" y="1465"/>
                    <a:pt x="1601" y="1464"/>
                    <a:pt x="1601" y="1461"/>
                  </a:cubicBezTo>
                  <a:cubicBezTo>
                    <a:pt x="1601" y="1460"/>
                    <a:pt x="1601" y="1458"/>
                    <a:pt x="1601" y="1457"/>
                  </a:cubicBezTo>
                  <a:cubicBezTo>
                    <a:pt x="1601" y="1447"/>
                    <a:pt x="1603" y="1438"/>
                    <a:pt x="1607" y="1429"/>
                  </a:cubicBezTo>
                  <a:lnTo>
                    <a:pt x="1608" y="1428"/>
                  </a:lnTo>
                  <a:cubicBezTo>
                    <a:pt x="1610" y="1425"/>
                    <a:pt x="1610" y="1422"/>
                    <a:pt x="1610" y="1419"/>
                  </a:cubicBezTo>
                  <a:cubicBezTo>
                    <a:pt x="1611" y="1414"/>
                    <a:pt x="1612" y="1409"/>
                    <a:pt x="1613" y="1404"/>
                  </a:cubicBezTo>
                  <a:lnTo>
                    <a:pt x="1645" y="1403"/>
                  </a:lnTo>
                  <a:cubicBezTo>
                    <a:pt x="1643" y="1432"/>
                    <a:pt x="1644" y="1462"/>
                    <a:pt x="1639" y="1491"/>
                  </a:cubicBezTo>
                  <a:cubicBezTo>
                    <a:pt x="1636" y="1510"/>
                    <a:pt x="1634" y="1530"/>
                    <a:pt x="1634" y="1550"/>
                  </a:cubicBezTo>
                  <a:cubicBezTo>
                    <a:pt x="1634" y="1561"/>
                    <a:pt x="1635" y="1571"/>
                    <a:pt x="1636" y="1582"/>
                  </a:cubicBezTo>
                  <a:cubicBezTo>
                    <a:pt x="1636" y="1583"/>
                    <a:pt x="1636" y="1584"/>
                    <a:pt x="1637" y="1585"/>
                  </a:cubicBezTo>
                  <a:cubicBezTo>
                    <a:pt x="1638" y="1586"/>
                    <a:pt x="1638" y="1587"/>
                    <a:pt x="1640" y="1588"/>
                  </a:cubicBezTo>
                  <a:cubicBezTo>
                    <a:pt x="1641" y="1588"/>
                    <a:pt x="1644" y="1590"/>
                    <a:pt x="1646" y="1590"/>
                  </a:cubicBezTo>
                  <a:cubicBezTo>
                    <a:pt x="1647" y="1590"/>
                    <a:pt x="1649" y="1588"/>
                    <a:pt x="1651" y="1588"/>
                  </a:cubicBezTo>
                  <a:cubicBezTo>
                    <a:pt x="1652" y="1587"/>
                    <a:pt x="1653" y="1586"/>
                    <a:pt x="1654" y="1585"/>
                  </a:cubicBezTo>
                  <a:cubicBezTo>
                    <a:pt x="1655" y="1584"/>
                    <a:pt x="1655" y="1583"/>
                    <a:pt x="1655" y="1582"/>
                  </a:cubicBezTo>
                  <a:cubicBezTo>
                    <a:pt x="1657" y="1559"/>
                    <a:pt x="1659" y="1535"/>
                    <a:pt x="1659" y="1512"/>
                  </a:cubicBezTo>
                  <a:cubicBezTo>
                    <a:pt x="1659" y="1506"/>
                    <a:pt x="1658" y="1499"/>
                    <a:pt x="1658" y="1493"/>
                  </a:cubicBezTo>
                  <a:cubicBezTo>
                    <a:pt x="1657" y="1462"/>
                    <a:pt x="1663" y="1433"/>
                    <a:pt x="1660" y="1401"/>
                  </a:cubicBezTo>
                  <a:lnTo>
                    <a:pt x="1665" y="1401"/>
                  </a:lnTo>
                  <a:lnTo>
                    <a:pt x="1672" y="1403"/>
                  </a:lnTo>
                  <a:cubicBezTo>
                    <a:pt x="1672" y="1406"/>
                    <a:pt x="1671" y="1410"/>
                    <a:pt x="1671" y="1413"/>
                  </a:cubicBezTo>
                  <a:cubicBezTo>
                    <a:pt x="1671" y="1421"/>
                    <a:pt x="1669" y="1429"/>
                    <a:pt x="1669" y="1437"/>
                  </a:cubicBezTo>
                  <a:cubicBezTo>
                    <a:pt x="1669" y="1439"/>
                    <a:pt x="1669" y="1441"/>
                    <a:pt x="1669" y="1443"/>
                  </a:cubicBezTo>
                  <a:cubicBezTo>
                    <a:pt x="1669" y="1453"/>
                    <a:pt x="1671" y="1462"/>
                    <a:pt x="1676" y="1470"/>
                  </a:cubicBezTo>
                  <a:lnTo>
                    <a:pt x="1676" y="1471"/>
                  </a:lnTo>
                  <a:cubicBezTo>
                    <a:pt x="1677" y="1471"/>
                    <a:pt x="1677" y="1471"/>
                    <a:pt x="1678" y="1472"/>
                  </a:cubicBezTo>
                  <a:cubicBezTo>
                    <a:pt x="1678" y="1472"/>
                    <a:pt x="1679" y="1472"/>
                    <a:pt x="1680" y="1472"/>
                  </a:cubicBezTo>
                  <a:cubicBezTo>
                    <a:pt x="1680" y="1472"/>
                    <a:pt x="1681" y="1473"/>
                    <a:pt x="1682" y="1472"/>
                  </a:cubicBezTo>
                  <a:cubicBezTo>
                    <a:pt x="1683" y="1471"/>
                    <a:pt x="1683" y="1471"/>
                    <a:pt x="1683" y="1471"/>
                  </a:cubicBezTo>
                  <a:cubicBezTo>
                    <a:pt x="1688" y="1461"/>
                    <a:pt x="1691" y="1451"/>
                    <a:pt x="1691" y="1440"/>
                  </a:cubicBezTo>
                  <a:cubicBezTo>
                    <a:pt x="1691" y="1437"/>
                    <a:pt x="1691" y="1434"/>
                    <a:pt x="1690" y="1431"/>
                  </a:cubicBezTo>
                  <a:cubicBezTo>
                    <a:pt x="1691" y="1428"/>
                    <a:pt x="1691" y="1425"/>
                    <a:pt x="1691" y="1423"/>
                  </a:cubicBezTo>
                  <a:cubicBezTo>
                    <a:pt x="1691" y="1416"/>
                    <a:pt x="1690" y="1410"/>
                    <a:pt x="1689" y="1404"/>
                  </a:cubicBezTo>
                  <a:cubicBezTo>
                    <a:pt x="1694" y="1404"/>
                    <a:pt x="1700" y="1404"/>
                    <a:pt x="1706" y="1404"/>
                  </a:cubicBezTo>
                  <a:cubicBezTo>
                    <a:pt x="1705" y="1408"/>
                    <a:pt x="1705" y="1413"/>
                    <a:pt x="1705" y="1417"/>
                  </a:cubicBezTo>
                  <a:cubicBezTo>
                    <a:pt x="1705" y="1422"/>
                    <a:pt x="1705" y="1426"/>
                    <a:pt x="1706" y="1431"/>
                  </a:cubicBezTo>
                  <a:cubicBezTo>
                    <a:pt x="1708" y="1441"/>
                    <a:pt x="1710" y="1451"/>
                    <a:pt x="1710" y="1462"/>
                  </a:cubicBezTo>
                  <a:cubicBezTo>
                    <a:pt x="1710" y="1466"/>
                    <a:pt x="1713" y="1470"/>
                    <a:pt x="1717" y="1468"/>
                  </a:cubicBezTo>
                  <a:cubicBezTo>
                    <a:pt x="1737" y="1458"/>
                    <a:pt x="1734" y="1425"/>
                    <a:pt x="1730" y="1403"/>
                  </a:cubicBezTo>
                  <a:cubicBezTo>
                    <a:pt x="1758" y="1401"/>
                    <a:pt x="1785" y="1397"/>
                    <a:pt x="1811" y="1397"/>
                  </a:cubicBezTo>
                  <a:cubicBezTo>
                    <a:pt x="1870" y="1397"/>
                    <a:pt x="1927" y="1400"/>
                    <a:pt x="1985" y="1400"/>
                  </a:cubicBezTo>
                  <a:cubicBezTo>
                    <a:pt x="2002" y="1400"/>
                    <a:pt x="2019" y="1400"/>
                    <a:pt x="2037" y="1400"/>
                  </a:cubicBezTo>
                  <a:cubicBezTo>
                    <a:pt x="2037" y="1405"/>
                    <a:pt x="2041" y="1413"/>
                    <a:pt x="2039" y="1418"/>
                  </a:cubicBezTo>
                  <a:cubicBezTo>
                    <a:pt x="2038" y="1419"/>
                    <a:pt x="2037" y="1421"/>
                    <a:pt x="2037" y="1423"/>
                  </a:cubicBezTo>
                  <a:cubicBezTo>
                    <a:pt x="2037" y="1425"/>
                    <a:pt x="2038" y="1426"/>
                    <a:pt x="2039" y="1428"/>
                  </a:cubicBezTo>
                  <a:cubicBezTo>
                    <a:pt x="2039" y="1429"/>
                    <a:pt x="2039" y="1430"/>
                    <a:pt x="2039" y="1432"/>
                  </a:cubicBezTo>
                  <a:cubicBezTo>
                    <a:pt x="2039" y="1434"/>
                    <a:pt x="2038" y="1437"/>
                    <a:pt x="2037" y="1440"/>
                  </a:cubicBezTo>
                  <a:cubicBezTo>
                    <a:pt x="2037" y="1441"/>
                    <a:pt x="2037" y="1442"/>
                    <a:pt x="2037" y="1442"/>
                  </a:cubicBezTo>
                  <a:cubicBezTo>
                    <a:pt x="2037" y="1443"/>
                    <a:pt x="2038" y="1443"/>
                    <a:pt x="2038" y="1443"/>
                  </a:cubicBezTo>
                  <a:cubicBezTo>
                    <a:pt x="2039" y="1444"/>
                    <a:pt x="2039" y="1444"/>
                    <a:pt x="2040" y="1444"/>
                  </a:cubicBezTo>
                  <a:cubicBezTo>
                    <a:pt x="2041" y="1444"/>
                    <a:pt x="2041" y="1444"/>
                    <a:pt x="2042" y="1443"/>
                  </a:cubicBezTo>
                  <a:cubicBezTo>
                    <a:pt x="2043" y="1442"/>
                    <a:pt x="2043" y="1442"/>
                    <a:pt x="2043" y="1441"/>
                  </a:cubicBezTo>
                  <a:cubicBezTo>
                    <a:pt x="2047" y="1435"/>
                    <a:pt x="2050" y="1428"/>
                    <a:pt x="2052" y="1421"/>
                  </a:cubicBezTo>
                  <a:cubicBezTo>
                    <a:pt x="2054" y="1414"/>
                    <a:pt x="2055" y="1407"/>
                    <a:pt x="2055" y="1400"/>
                  </a:cubicBezTo>
                  <a:lnTo>
                    <a:pt x="2089" y="1400"/>
                  </a:lnTo>
                  <a:cubicBezTo>
                    <a:pt x="2089" y="1400"/>
                    <a:pt x="2089" y="1401"/>
                    <a:pt x="2089" y="1402"/>
                  </a:cubicBezTo>
                  <a:cubicBezTo>
                    <a:pt x="2089" y="1403"/>
                    <a:pt x="2089" y="1404"/>
                    <a:pt x="2089" y="1405"/>
                  </a:cubicBezTo>
                  <a:cubicBezTo>
                    <a:pt x="2089" y="1407"/>
                    <a:pt x="2089" y="1408"/>
                    <a:pt x="2089" y="1409"/>
                  </a:cubicBezTo>
                  <a:cubicBezTo>
                    <a:pt x="2090" y="1411"/>
                    <a:pt x="2090" y="1413"/>
                    <a:pt x="2090" y="1415"/>
                  </a:cubicBezTo>
                  <a:cubicBezTo>
                    <a:pt x="2090" y="1417"/>
                    <a:pt x="2090" y="1419"/>
                    <a:pt x="2089" y="1421"/>
                  </a:cubicBezTo>
                  <a:cubicBezTo>
                    <a:pt x="2089" y="1424"/>
                    <a:pt x="2089" y="1427"/>
                    <a:pt x="2089" y="1431"/>
                  </a:cubicBezTo>
                  <a:cubicBezTo>
                    <a:pt x="2089" y="1441"/>
                    <a:pt x="2090" y="1451"/>
                    <a:pt x="2093" y="1461"/>
                  </a:cubicBezTo>
                  <a:cubicBezTo>
                    <a:pt x="2093" y="1464"/>
                    <a:pt x="2098" y="1464"/>
                    <a:pt x="2098" y="1461"/>
                  </a:cubicBezTo>
                  <a:cubicBezTo>
                    <a:pt x="2098" y="1460"/>
                    <a:pt x="2098" y="1460"/>
                    <a:pt x="2098" y="1459"/>
                  </a:cubicBezTo>
                  <a:cubicBezTo>
                    <a:pt x="2098" y="1451"/>
                    <a:pt x="2099" y="1442"/>
                    <a:pt x="2101" y="1434"/>
                  </a:cubicBezTo>
                  <a:cubicBezTo>
                    <a:pt x="2102" y="1431"/>
                    <a:pt x="2103" y="1428"/>
                    <a:pt x="2105" y="1425"/>
                  </a:cubicBezTo>
                  <a:cubicBezTo>
                    <a:pt x="2105" y="1424"/>
                    <a:pt x="2106" y="1423"/>
                    <a:pt x="2106" y="1422"/>
                  </a:cubicBezTo>
                  <a:cubicBezTo>
                    <a:pt x="2107" y="1418"/>
                    <a:pt x="2108" y="1414"/>
                    <a:pt x="2108" y="1410"/>
                  </a:cubicBezTo>
                  <a:cubicBezTo>
                    <a:pt x="2108" y="1409"/>
                    <a:pt x="2108" y="1409"/>
                    <a:pt x="2108" y="1408"/>
                  </a:cubicBezTo>
                  <a:cubicBezTo>
                    <a:pt x="2108" y="1403"/>
                    <a:pt x="2108" y="1402"/>
                    <a:pt x="2111" y="1400"/>
                  </a:cubicBezTo>
                  <a:lnTo>
                    <a:pt x="2125" y="1400"/>
                  </a:lnTo>
                  <a:cubicBezTo>
                    <a:pt x="2125" y="1400"/>
                    <a:pt x="2125" y="1402"/>
                    <a:pt x="2125" y="1403"/>
                  </a:cubicBezTo>
                  <a:cubicBezTo>
                    <a:pt x="2126" y="1408"/>
                    <a:pt x="2127" y="1413"/>
                    <a:pt x="2128" y="1419"/>
                  </a:cubicBezTo>
                  <a:cubicBezTo>
                    <a:pt x="2131" y="1429"/>
                    <a:pt x="2132" y="1439"/>
                    <a:pt x="2133" y="1450"/>
                  </a:cubicBezTo>
                  <a:cubicBezTo>
                    <a:pt x="2133" y="1455"/>
                    <a:pt x="2140" y="1455"/>
                    <a:pt x="2141" y="1450"/>
                  </a:cubicBezTo>
                  <a:cubicBezTo>
                    <a:pt x="2141" y="1438"/>
                    <a:pt x="2144" y="1427"/>
                    <a:pt x="2145" y="1415"/>
                  </a:cubicBezTo>
                  <a:cubicBezTo>
                    <a:pt x="2145" y="1410"/>
                    <a:pt x="2145" y="1405"/>
                    <a:pt x="2146" y="1400"/>
                  </a:cubicBezTo>
                  <a:lnTo>
                    <a:pt x="2163" y="1400"/>
                  </a:lnTo>
                  <a:lnTo>
                    <a:pt x="2173" y="1400"/>
                  </a:lnTo>
                  <a:cubicBezTo>
                    <a:pt x="2171" y="1408"/>
                    <a:pt x="2170" y="1417"/>
                    <a:pt x="2170" y="1425"/>
                  </a:cubicBezTo>
                  <a:cubicBezTo>
                    <a:pt x="2170" y="1430"/>
                    <a:pt x="2170" y="1435"/>
                    <a:pt x="2171" y="1439"/>
                  </a:cubicBezTo>
                  <a:cubicBezTo>
                    <a:pt x="2171" y="1450"/>
                    <a:pt x="2172" y="1460"/>
                    <a:pt x="2174" y="1470"/>
                  </a:cubicBezTo>
                  <a:cubicBezTo>
                    <a:pt x="2176" y="1476"/>
                    <a:pt x="2177" y="1481"/>
                    <a:pt x="2177" y="1487"/>
                  </a:cubicBezTo>
                  <a:cubicBezTo>
                    <a:pt x="2177" y="1492"/>
                    <a:pt x="2176" y="1498"/>
                    <a:pt x="2174" y="1503"/>
                  </a:cubicBezTo>
                  <a:cubicBezTo>
                    <a:pt x="2172" y="1506"/>
                    <a:pt x="2178" y="1511"/>
                    <a:pt x="2180" y="1507"/>
                  </a:cubicBezTo>
                  <a:cubicBezTo>
                    <a:pt x="2187" y="1496"/>
                    <a:pt x="2191" y="1482"/>
                    <a:pt x="2191" y="1469"/>
                  </a:cubicBezTo>
                  <a:cubicBezTo>
                    <a:pt x="2191" y="1468"/>
                    <a:pt x="2191" y="1466"/>
                    <a:pt x="2191" y="1465"/>
                  </a:cubicBezTo>
                  <a:cubicBezTo>
                    <a:pt x="2192" y="1448"/>
                    <a:pt x="2186" y="1418"/>
                    <a:pt x="2197" y="1406"/>
                  </a:cubicBezTo>
                  <a:cubicBezTo>
                    <a:pt x="2197" y="1405"/>
                    <a:pt x="2198" y="1404"/>
                    <a:pt x="2198" y="1404"/>
                  </a:cubicBezTo>
                  <a:cubicBezTo>
                    <a:pt x="2199" y="1403"/>
                    <a:pt x="2199" y="1403"/>
                    <a:pt x="2199" y="1402"/>
                  </a:cubicBezTo>
                  <a:lnTo>
                    <a:pt x="2202" y="1402"/>
                  </a:lnTo>
                  <a:cubicBezTo>
                    <a:pt x="2204" y="1458"/>
                    <a:pt x="2207" y="1515"/>
                    <a:pt x="2212" y="1571"/>
                  </a:cubicBezTo>
                  <a:lnTo>
                    <a:pt x="2213" y="1572"/>
                  </a:lnTo>
                  <a:cubicBezTo>
                    <a:pt x="2214" y="1573"/>
                    <a:pt x="2213" y="1572"/>
                    <a:pt x="2214" y="1573"/>
                  </a:cubicBezTo>
                  <a:cubicBezTo>
                    <a:pt x="2215" y="1574"/>
                    <a:pt x="2215" y="1574"/>
                    <a:pt x="2215" y="1574"/>
                  </a:cubicBezTo>
                  <a:cubicBezTo>
                    <a:pt x="2216" y="1574"/>
                    <a:pt x="2216" y="1574"/>
                    <a:pt x="2217" y="1573"/>
                  </a:cubicBezTo>
                  <a:cubicBezTo>
                    <a:pt x="2217" y="1573"/>
                    <a:pt x="2218" y="1573"/>
                    <a:pt x="2218" y="1572"/>
                  </a:cubicBezTo>
                  <a:lnTo>
                    <a:pt x="2218" y="1571"/>
                  </a:lnTo>
                  <a:cubicBezTo>
                    <a:pt x="2224" y="1515"/>
                    <a:pt x="2226" y="1459"/>
                    <a:pt x="2228" y="1404"/>
                  </a:cubicBezTo>
                  <a:cubicBezTo>
                    <a:pt x="2252" y="1406"/>
                    <a:pt x="2276" y="1408"/>
                    <a:pt x="2300" y="1407"/>
                  </a:cubicBezTo>
                  <a:cubicBezTo>
                    <a:pt x="2364" y="1409"/>
                    <a:pt x="2428" y="1418"/>
                    <a:pt x="2490" y="1434"/>
                  </a:cubicBezTo>
                  <a:cubicBezTo>
                    <a:pt x="2495" y="1435"/>
                    <a:pt x="2500" y="1435"/>
                    <a:pt x="2506" y="1435"/>
                  </a:cubicBezTo>
                  <a:cubicBezTo>
                    <a:pt x="2511" y="1435"/>
                    <a:pt x="2517" y="1435"/>
                    <a:pt x="2522" y="1434"/>
                  </a:cubicBezTo>
                  <a:cubicBezTo>
                    <a:pt x="2541" y="1437"/>
                    <a:pt x="2560" y="1441"/>
                    <a:pt x="2578" y="1446"/>
                  </a:cubicBezTo>
                  <a:cubicBezTo>
                    <a:pt x="2606" y="1451"/>
                    <a:pt x="2639" y="1457"/>
                    <a:pt x="2668" y="1465"/>
                  </a:cubicBezTo>
                  <a:cubicBezTo>
                    <a:pt x="2667" y="1478"/>
                    <a:pt x="2666" y="1492"/>
                    <a:pt x="2666" y="1506"/>
                  </a:cubicBezTo>
                  <a:cubicBezTo>
                    <a:pt x="2666" y="1523"/>
                    <a:pt x="2662" y="1540"/>
                    <a:pt x="2662" y="1558"/>
                  </a:cubicBezTo>
                  <a:lnTo>
                    <a:pt x="2656" y="1560"/>
                  </a:lnTo>
                  <a:cubicBezTo>
                    <a:pt x="2652" y="1562"/>
                    <a:pt x="2647" y="1563"/>
                    <a:pt x="2642" y="1564"/>
                  </a:cubicBezTo>
                  <a:cubicBezTo>
                    <a:pt x="2642" y="1556"/>
                    <a:pt x="2643" y="1548"/>
                    <a:pt x="2643" y="1539"/>
                  </a:cubicBezTo>
                  <a:cubicBezTo>
                    <a:pt x="2643" y="1517"/>
                    <a:pt x="2641" y="1495"/>
                    <a:pt x="2637" y="1473"/>
                  </a:cubicBezTo>
                  <a:cubicBezTo>
                    <a:pt x="2637" y="1469"/>
                    <a:pt x="2630" y="1468"/>
                    <a:pt x="2629" y="1473"/>
                  </a:cubicBezTo>
                  <a:cubicBezTo>
                    <a:pt x="2626" y="1495"/>
                    <a:pt x="2624" y="1517"/>
                    <a:pt x="2624" y="1539"/>
                  </a:cubicBezTo>
                  <a:cubicBezTo>
                    <a:pt x="2624" y="1549"/>
                    <a:pt x="2624" y="1559"/>
                    <a:pt x="2625" y="1569"/>
                  </a:cubicBezTo>
                  <a:cubicBezTo>
                    <a:pt x="2617" y="1571"/>
                    <a:pt x="2608" y="1573"/>
                    <a:pt x="2600" y="1574"/>
                  </a:cubicBezTo>
                  <a:cubicBezTo>
                    <a:pt x="2598" y="1563"/>
                    <a:pt x="2600" y="1552"/>
                    <a:pt x="2600" y="1540"/>
                  </a:cubicBezTo>
                  <a:cubicBezTo>
                    <a:pt x="2599" y="1523"/>
                    <a:pt x="2597" y="1505"/>
                    <a:pt x="2595" y="1487"/>
                  </a:cubicBezTo>
                  <a:cubicBezTo>
                    <a:pt x="2595" y="1484"/>
                    <a:pt x="2589" y="1484"/>
                    <a:pt x="2589" y="1487"/>
                  </a:cubicBezTo>
                  <a:cubicBezTo>
                    <a:pt x="2587" y="1505"/>
                    <a:pt x="2586" y="1522"/>
                    <a:pt x="2585" y="1539"/>
                  </a:cubicBezTo>
                  <a:cubicBezTo>
                    <a:pt x="2584" y="1546"/>
                    <a:pt x="2583" y="1552"/>
                    <a:pt x="2583" y="1558"/>
                  </a:cubicBezTo>
                  <a:cubicBezTo>
                    <a:pt x="2583" y="1564"/>
                    <a:pt x="2584" y="1570"/>
                    <a:pt x="2585" y="1576"/>
                  </a:cubicBezTo>
                  <a:lnTo>
                    <a:pt x="2568" y="1578"/>
                  </a:lnTo>
                  <a:cubicBezTo>
                    <a:pt x="2570" y="1565"/>
                    <a:pt x="2570" y="1552"/>
                    <a:pt x="2570" y="1539"/>
                  </a:cubicBezTo>
                  <a:cubicBezTo>
                    <a:pt x="2570" y="1522"/>
                    <a:pt x="2569" y="1505"/>
                    <a:pt x="2567" y="1488"/>
                  </a:cubicBezTo>
                  <a:cubicBezTo>
                    <a:pt x="2567" y="1487"/>
                    <a:pt x="2566" y="1486"/>
                    <a:pt x="2566" y="1485"/>
                  </a:cubicBezTo>
                  <a:cubicBezTo>
                    <a:pt x="2565" y="1484"/>
                    <a:pt x="2565" y="1482"/>
                    <a:pt x="2564" y="1482"/>
                  </a:cubicBezTo>
                  <a:cubicBezTo>
                    <a:pt x="2563" y="1481"/>
                    <a:pt x="2562" y="1482"/>
                    <a:pt x="2561" y="1482"/>
                  </a:cubicBezTo>
                  <a:cubicBezTo>
                    <a:pt x="2560" y="1482"/>
                    <a:pt x="2559" y="1481"/>
                    <a:pt x="2558" y="1482"/>
                  </a:cubicBezTo>
                  <a:cubicBezTo>
                    <a:pt x="2557" y="1482"/>
                    <a:pt x="2556" y="1484"/>
                    <a:pt x="2556" y="1485"/>
                  </a:cubicBezTo>
                  <a:cubicBezTo>
                    <a:pt x="2555" y="1486"/>
                    <a:pt x="2555" y="1487"/>
                    <a:pt x="2555" y="1488"/>
                  </a:cubicBezTo>
                  <a:cubicBezTo>
                    <a:pt x="2553" y="1505"/>
                    <a:pt x="2552" y="1522"/>
                    <a:pt x="2552" y="1539"/>
                  </a:cubicBezTo>
                  <a:cubicBezTo>
                    <a:pt x="2552" y="1553"/>
                    <a:pt x="2552" y="1566"/>
                    <a:pt x="2554" y="1579"/>
                  </a:cubicBezTo>
                  <a:lnTo>
                    <a:pt x="2537" y="1581"/>
                  </a:lnTo>
                  <a:cubicBezTo>
                    <a:pt x="2530" y="1581"/>
                    <a:pt x="2524" y="1582"/>
                    <a:pt x="2517" y="1582"/>
                  </a:cubicBezTo>
                  <a:cubicBezTo>
                    <a:pt x="2518" y="1575"/>
                    <a:pt x="2518" y="1568"/>
                    <a:pt x="2518" y="1561"/>
                  </a:cubicBezTo>
                  <a:cubicBezTo>
                    <a:pt x="2518" y="1537"/>
                    <a:pt x="2516" y="1514"/>
                    <a:pt x="2513" y="1490"/>
                  </a:cubicBezTo>
                  <a:cubicBezTo>
                    <a:pt x="2513" y="1490"/>
                    <a:pt x="2513" y="1489"/>
                    <a:pt x="2512" y="1488"/>
                  </a:cubicBezTo>
                  <a:lnTo>
                    <a:pt x="2511" y="1487"/>
                  </a:lnTo>
                  <a:cubicBezTo>
                    <a:pt x="2510" y="1486"/>
                    <a:pt x="2509" y="1486"/>
                    <a:pt x="2509" y="1486"/>
                  </a:cubicBezTo>
                  <a:cubicBezTo>
                    <a:pt x="2508" y="1486"/>
                    <a:pt x="2507" y="1486"/>
                    <a:pt x="2506" y="1487"/>
                  </a:cubicBezTo>
                  <a:lnTo>
                    <a:pt x="2505" y="1488"/>
                  </a:lnTo>
                  <a:cubicBezTo>
                    <a:pt x="2505" y="1489"/>
                    <a:pt x="2504" y="1490"/>
                    <a:pt x="2504" y="1490"/>
                  </a:cubicBezTo>
                  <a:cubicBezTo>
                    <a:pt x="2501" y="1513"/>
                    <a:pt x="2500" y="1537"/>
                    <a:pt x="2500" y="1560"/>
                  </a:cubicBezTo>
                  <a:cubicBezTo>
                    <a:pt x="2500" y="1568"/>
                    <a:pt x="2500" y="1576"/>
                    <a:pt x="2500" y="1584"/>
                  </a:cubicBezTo>
                  <a:lnTo>
                    <a:pt x="2479" y="1586"/>
                  </a:lnTo>
                  <a:cubicBezTo>
                    <a:pt x="2479" y="1557"/>
                    <a:pt x="2478" y="1527"/>
                    <a:pt x="2476" y="1498"/>
                  </a:cubicBezTo>
                  <a:cubicBezTo>
                    <a:pt x="2476" y="1497"/>
                    <a:pt x="2475" y="1497"/>
                    <a:pt x="2475" y="1496"/>
                  </a:cubicBezTo>
                  <a:cubicBezTo>
                    <a:pt x="2475" y="1496"/>
                    <a:pt x="2474" y="1496"/>
                    <a:pt x="2473" y="1495"/>
                  </a:cubicBezTo>
                  <a:cubicBezTo>
                    <a:pt x="2472" y="1494"/>
                    <a:pt x="2472" y="1494"/>
                    <a:pt x="2471" y="1494"/>
                  </a:cubicBezTo>
                  <a:cubicBezTo>
                    <a:pt x="2470" y="1494"/>
                    <a:pt x="2469" y="1494"/>
                    <a:pt x="2468" y="1495"/>
                  </a:cubicBezTo>
                  <a:lnTo>
                    <a:pt x="2467" y="1496"/>
                  </a:lnTo>
                  <a:cubicBezTo>
                    <a:pt x="2466" y="1497"/>
                    <a:pt x="2466" y="1497"/>
                    <a:pt x="2466" y="1498"/>
                  </a:cubicBezTo>
                  <a:cubicBezTo>
                    <a:pt x="2464" y="1528"/>
                    <a:pt x="2463" y="1558"/>
                    <a:pt x="2463" y="1589"/>
                  </a:cubicBezTo>
                  <a:lnTo>
                    <a:pt x="2448" y="1591"/>
                  </a:lnTo>
                  <a:cubicBezTo>
                    <a:pt x="2447" y="1584"/>
                    <a:pt x="2447" y="1577"/>
                    <a:pt x="2447" y="1570"/>
                  </a:cubicBezTo>
                  <a:cubicBezTo>
                    <a:pt x="2447" y="1562"/>
                    <a:pt x="2447" y="1555"/>
                    <a:pt x="2448" y="1548"/>
                  </a:cubicBezTo>
                  <a:cubicBezTo>
                    <a:pt x="2449" y="1542"/>
                    <a:pt x="2449" y="1536"/>
                    <a:pt x="2449" y="1530"/>
                  </a:cubicBezTo>
                  <a:cubicBezTo>
                    <a:pt x="2449" y="1524"/>
                    <a:pt x="2449" y="1518"/>
                    <a:pt x="2448" y="1512"/>
                  </a:cubicBezTo>
                  <a:cubicBezTo>
                    <a:pt x="2448" y="1511"/>
                    <a:pt x="2449" y="1511"/>
                    <a:pt x="2448" y="1510"/>
                  </a:cubicBezTo>
                  <a:cubicBezTo>
                    <a:pt x="2447" y="1509"/>
                    <a:pt x="2447" y="1510"/>
                    <a:pt x="2447" y="1510"/>
                  </a:cubicBezTo>
                  <a:cubicBezTo>
                    <a:pt x="2446" y="1510"/>
                    <a:pt x="2446" y="1509"/>
                    <a:pt x="2446" y="1509"/>
                  </a:cubicBezTo>
                  <a:cubicBezTo>
                    <a:pt x="2445" y="1509"/>
                    <a:pt x="2445" y="1510"/>
                    <a:pt x="2445" y="1510"/>
                  </a:cubicBezTo>
                  <a:cubicBezTo>
                    <a:pt x="2444" y="1510"/>
                    <a:pt x="2444" y="1510"/>
                    <a:pt x="2444" y="1510"/>
                  </a:cubicBezTo>
                  <a:cubicBezTo>
                    <a:pt x="2444" y="1511"/>
                    <a:pt x="2444" y="1511"/>
                    <a:pt x="2444" y="1512"/>
                  </a:cubicBezTo>
                  <a:cubicBezTo>
                    <a:pt x="2440" y="1538"/>
                    <a:pt x="2437" y="1565"/>
                    <a:pt x="2437" y="1592"/>
                  </a:cubicBezTo>
                  <a:lnTo>
                    <a:pt x="2413" y="1595"/>
                  </a:lnTo>
                  <a:cubicBezTo>
                    <a:pt x="2415" y="1584"/>
                    <a:pt x="2415" y="1572"/>
                    <a:pt x="2415" y="1561"/>
                  </a:cubicBezTo>
                  <a:cubicBezTo>
                    <a:pt x="2415" y="1558"/>
                    <a:pt x="2415" y="1555"/>
                    <a:pt x="2415" y="1553"/>
                  </a:cubicBezTo>
                  <a:cubicBezTo>
                    <a:pt x="2415" y="1548"/>
                    <a:pt x="2407" y="1548"/>
                    <a:pt x="2407" y="1553"/>
                  </a:cubicBezTo>
                  <a:cubicBezTo>
                    <a:pt x="2407" y="1562"/>
                    <a:pt x="2407" y="1571"/>
                    <a:pt x="2407" y="1580"/>
                  </a:cubicBezTo>
                  <a:cubicBezTo>
                    <a:pt x="2407" y="1585"/>
                    <a:pt x="2405" y="1590"/>
                    <a:pt x="2404" y="1596"/>
                  </a:cubicBezTo>
                  <a:cubicBezTo>
                    <a:pt x="2399" y="1596"/>
                    <a:pt x="2393" y="1597"/>
                    <a:pt x="2387" y="1597"/>
                  </a:cubicBezTo>
                  <a:lnTo>
                    <a:pt x="2386" y="1597"/>
                  </a:lnTo>
                  <a:cubicBezTo>
                    <a:pt x="2387" y="1589"/>
                    <a:pt x="2388" y="1580"/>
                    <a:pt x="2388" y="1571"/>
                  </a:cubicBezTo>
                  <a:cubicBezTo>
                    <a:pt x="2388" y="1567"/>
                    <a:pt x="2387" y="1563"/>
                    <a:pt x="2387" y="1559"/>
                  </a:cubicBezTo>
                  <a:cubicBezTo>
                    <a:pt x="2388" y="1555"/>
                    <a:pt x="2388" y="1551"/>
                    <a:pt x="2388" y="1547"/>
                  </a:cubicBezTo>
                  <a:cubicBezTo>
                    <a:pt x="2388" y="1543"/>
                    <a:pt x="2388" y="1540"/>
                    <a:pt x="2387" y="1536"/>
                  </a:cubicBezTo>
                  <a:cubicBezTo>
                    <a:pt x="2385" y="1529"/>
                    <a:pt x="2383" y="1521"/>
                    <a:pt x="2381" y="1514"/>
                  </a:cubicBezTo>
                  <a:cubicBezTo>
                    <a:pt x="2381" y="1510"/>
                    <a:pt x="2374" y="1509"/>
                    <a:pt x="2374" y="1514"/>
                  </a:cubicBezTo>
                  <a:cubicBezTo>
                    <a:pt x="2372" y="1527"/>
                    <a:pt x="2375" y="1541"/>
                    <a:pt x="2375" y="1554"/>
                  </a:cubicBezTo>
                  <a:cubicBezTo>
                    <a:pt x="2374" y="1559"/>
                    <a:pt x="2374" y="1564"/>
                    <a:pt x="2374" y="1570"/>
                  </a:cubicBezTo>
                  <a:cubicBezTo>
                    <a:pt x="2374" y="1579"/>
                    <a:pt x="2375" y="1589"/>
                    <a:pt x="2377" y="1598"/>
                  </a:cubicBezTo>
                  <a:cubicBezTo>
                    <a:pt x="2370" y="1599"/>
                    <a:pt x="2363" y="1601"/>
                    <a:pt x="2355" y="1603"/>
                  </a:cubicBezTo>
                  <a:cubicBezTo>
                    <a:pt x="2357" y="1599"/>
                    <a:pt x="2358" y="1595"/>
                    <a:pt x="2358" y="1591"/>
                  </a:cubicBezTo>
                  <a:cubicBezTo>
                    <a:pt x="2358" y="1589"/>
                    <a:pt x="2357" y="1588"/>
                    <a:pt x="2357" y="1586"/>
                  </a:cubicBezTo>
                  <a:cubicBezTo>
                    <a:pt x="2357" y="1584"/>
                    <a:pt x="2357" y="1582"/>
                    <a:pt x="2357" y="1580"/>
                  </a:cubicBezTo>
                  <a:cubicBezTo>
                    <a:pt x="2357" y="1578"/>
                    <a:pt x="2357" y="1576"/>
                    <a:pt x="2357" y="1574"/>
                  </a:cubicBezTo>
                  <a:cubicBezTo>
                    <a:pt x="2357" y="1570"/>
                    <a:pt x="2355" y="1567"/>
                    <a:pt x="2354" y="1563"/>
                  </a:cubicBezTo>
                  <a:cubicBezTo>
                    <a:pt x="2354" y="1562"/>
                    <a:pt x="2354" y="1561"/>
                    <a:pt x="2354" y="1561"/>
                  </a:cubicBezTo>
                  <a:cubicBezTo>
                    <a:pt x="2353" y="1560"/>
                    <a:pt x="2353" y="1560"/>
                    <a:pt x="2352" y="1559"/>
                  </a:cubicBezTo>
                  <a:lnTo>
                    <a:pt x="2351" y="1559"/>
                  </a:lnTo>
                  <a:cubicBezTo>
                    <a:pt x="2350" y="1559"/>
                    <a:pt x="2349" y="1559"/>
                    <a:pt x="2349" y="1559"/>
                  </a:cubicBezTo>
                  <a:cubicBezTo>
                    <a:pt x="2348" y="1560"/>
                    <a:pt x="2348" y="1560"/>
                    <a:pt x="2347" y="1561"/>
                  </a:cubicBezTo>
                  <a:cubicBezTo>
                    <a:pt x="2347" y="1561"/>
                    <a:pt x="2347" y="1562"/>
                    <a:pt x="2347" y="1563"/>
                  </a:cubicBezTo>
                  <a:cubicBezTo>
                    <a:pt x="2346" y="1565"/>
                    <a:pt x="2346" y="1567"/>
                    <a:pt x="2345" y="1570"/>
                  </a:cubicBezTo>
                  <a:cubicBezTo>
                    <a:pt x="2344" y="1574"/>
                    <a:pt x="2343" y="1578"/>
                    <a:pt x="2343" y="1583"/>
                  </a:cubicBezTo>
                  <a:cubicBezTo>
                    <a:pt x="2343" y="1585"/>
                    <a:pt x="2343" y="1587"/>
                    <a:pt x="2343" y="1589"/>
                  </a:cubicBezTo>
                  <a:cubicBezTo>
                    <a:pt x="2343" y="1593"/>
                    <a:pt x="2344" y="1598"/>
                    <a:pt x="2345" y="1602"/>
                  </a:cubicBezTo>
                  <a:lnTo>
                    <a:pt x="2346" y="1604"/>
                  </a:lnTo>
                  <a:cubicBezTo>
                    <a:pt x="2340" y="1605"/>
                    <a:pt x="2333" y="1606"/>
                    <a:pt x="2327" y="1606"/>
                  </a:cubicBezTo>
                  <a:cubicBezTo>
                    <a:pt x="2321" y="1606"/>
                    <a:pt x="2316" y="1606"/>
                    <a:pt x="2310" y="1606"/>
                  </a:cubicBezTo>
                  <a:cubicBezTo>
                    <a:pt x="2295" y="1606"/>
                    <a:pt x="2280" y="1607"/>
                    <a:pt x="2265" y="1609"/>
                  </a:cubicBezTo>
                  <a:cubicBezTo>
                    <a:pt x="2205" y="1626"/>
                    <a:pt x="2135" y="1616"/>
                    <a:pt x="2074" y="1616"/>
                  </a:cubicBezTo>
                  <a:cubicBezTo>
                    <a:pt x="1936" y="1616"/>
                    <a:pt x="1799" y="1621"/>
                    <a:pt x="1661" y="1619"/>
                  </a:cubicBezTo>
                  <a:cubicBezTo>
                    <a:pt x="1599" y="1619"/>
                    <a:pt x="1537" y="1624"/>
                    <a:pt x="1474" y="1624"/>
                  </a:cubicBezTo>
                  <a:cubicBezTo>
                    <a:pt x="1417" y="1624"/>
                    <a:pt x="1361" y="1620"/>
                    <a:pt x="1305" y="1617"/>
                  </a:cubicBezTo>
                  <a:cubicBezTo>
                    <a:pt x="1280" y="1615"/>
                    <a:pt x="1255" y="1614"/>
                    <a:pt x="1230" y="1614"/>
                  </a:cubicBezTo>
                  <a:cubicBezTo>
                    <a:pt x="1200" y="1614"/>
                    <a:pt x="1170" y="1616"/>
                    <a:pt x="1141" y="1618"/>
                  </a:cubicBezTo>
                  <a:cubicBezTo>
                    <a:pt x="1117" y="1622"/>
                    <a:pt x="1094" y="1624"/>
                    <a:pt x="1071" y="1625"/>
                  </a:cubicBezTo>
                  <a:cubicBezTo>
                    <a:pt x="1047" y="1625"/>
                    <a:pt x="1009" y="1634"/>
                    <a:pt x="987" y="1625"/>
                  </a:cubicBezTo>
                  <a:cubicBezTo>
                    <a:pt x="986" y="1624"/>
                    <a:pt x="985" y="1624"/>
                    <a:pt x="985" y="1624"/>
                  </a:cubicBezTo>
                  <a:cubicBezTo>
                    <a:pt x="984" y="1624"/>
                    <a:pt x="984" y="1624"/>
                    <a:pt x="983" y="1625"/>
                  </a:cubicBezTo>
                  <a:cubicBezTo>
                    <a:pt x="982" y="1626"/>
                    <a:pt x="982" y="1625"/>
                    <a:pt x="981" y="1626"/>
                  </a:cubicBezTo>
                  <a:cubicBezTo>
                    <a:pt x="980" y="1627"/>
                    <a:pt x="981" y="1628"/>
                    <a:pt x="981" y="1628"/>
                  </a:cubicBezTo>
                  <a:cubicBezTo>
                    <a:pt x="981" y="1629"/>
                    <a:pt x="981" y="1630"/>
                    <a:pt x="981" y="1630"/>
                  </a:cubicBezTo>
                  <a:cubicBezTo>
                    <a:pt x="982" y="1631"/>
                    <a:pt x="982" y="1631"/>
                    <a:pt x="983" y="1632"/>
                  </a:cubicBezTo>
                  <a:cubicBezTo>
                    <a:pt x="1004" y="1643"/>
                    <a:pt x="1031" y="1637"/>
                    <a:pt x="1054" y="1638"/>
                  </a:cubicBezTo>
                  <a:cubicBezTo>
                    <a:pt x="1072" y="1638"/>
                    <a:pt x="1104" y="1645"/>
                    <a:pt x="1122" y="1639"/>
                  </a:cubicBezTo>
                  <a:cubicBezTo>
                    <a:pt x="1149" y="1630"/>
                    <a:pt x="1190" y="1634"/>
                    <a:pt x="1225" y="1636"/>
                  </a:cubicBezTo>
                  <a:cubicBezTo>
                    <a:pt x="1223" y="1639"/>
                    <a:pt x="1220" y="1641"/>
                    <a:pt x="1219" y="1644"/>
                  </a:cubicBezTo>
                  <a:cubicBezTo>
                    <a:pt x="1215" y="1650"/>
                    <a:pt x="1213" y="1657"/>
                    <a:pt x="1212" y="1663"/>
                  </a:cubicBezTo>
                  <a:cubicBezTo>
                    <a:pt x="1206" y="1680"/>
                    <a:pt x="1202" y="1697"/>
                    <a:pt x="1198" y="1714"/>
                  </a:cubicBezTo>
                  <a:lnTo>
                    <a:pt x="1199" y="1715"/>
                  </a:lnTo>
                  <a:moveTo>
                    <a:pt x="767" y="1782"/>
                  </a:moveTo>
                  <a:lnTo>
                    <a:pt x="746" y="1782"/>
                  </a:lnTo>
                  <a:cubicBezTo>
                    <a:pt x="745" y="1776"/>
                    <a:pt x="744" y="1770"/>
                    <a:pt x="742" y="1764"/>
                  </a:cubicBezTo>
                  <a:cubicBezTo>
                    <a:pt x="741" y="1757"/>
                    <a:pt x="741" y="1750"/>
                    <a:pt x="740" y="1744"/>
                  </a:cubicBezTo>
                  <a:cubicBezTo>
                    <a:pt x="738" y="1738"/>
                    <a:pt x="738" y="1730"/>
                    <a:pt x="738" y="1724"/>
                  </a:cubicBezTo>
                  <a:cubicBezTo>
                    <a:pt x="737" y="1717"/>
                    <a:pt x="730" y="1720"/>
                    <a:pt x="729" y="1724"/>
                  </a:cubicBezTo>
                  <a:cubicBezTo>
                    <a:pt x="727" y="1735"/>
                    <a:pt x="726" y="1746"/>
                    <a:pt x="726" y="1756"/>
                  </a:cubicBezTo>
                  <a:cubicBezTo>
                    <a:pt x="726" y="1765"/>
                    <a:pt x="727" y="1773"/>
                    <a:pt x="728" y="1781"/>
                  </a:cubicBezTo>
                  <a:lnTo>
                    <a:pt x="710" y="1781"/>
                  </a:lnTo>
                  <a:cubicBezTo>
                    <a:pt x="710" y="1780"/>
                    <a:pt x="710" y="1780"/>
                    <a:pt x="710" y="1779"/>
                  </a:cubicBezTo>
                  <a:cubicBezTo>
                    <a:pt x="710" y="1779"/>
                    <a:pt x="710" y="1778"/>
                    <a:pt x="710" y="1777"/>
                  </a:cubicBezTo>
                  <a:cubicBezTo>
                    <a:pt x="705" y="1752"/>
                    <a:pt x="702" y="1727"/>
                    <a:pt x="701" y="1702"/>
                  </a:cubicBezTo>
                  <a:cubicBezTo>
                    <a:pt x="726" y="1703"/>
                    <a:pt x="750" y="1705"/>
                    <a:pt x="775" y="1707"/>
                  </a:cubicBezTo>
                  <a:cubicBezTo>
                    <a:pt x="775" y="1707"/>
                    <a:pt x="774" y="1707"/>
                    <a:pt x="775" y="1708"/>
                  </a:cubicBezTo>
                  <a:cubicBezTo>
                    <a:pt x="776" y="1709"/>
                    <a:pt x="777" y="1708"/>
                    <a:pt x="778" y="1708"/>
                  </a:cubicBezTo>
                  <a:cubicBezTo>
                    <a:pt x="778" y="1708"/>
                    <a:pt x="779" y="1709"/>
                    <a:pt x="780" y="1708"/>
                  </a:cubicBezTo>
                  <a:cubicBezTo>
                    <a:pt x="781" y="1707"/>
                    <a:pt x="780" y="1707"/>
                    <a:pt x="780" y="1707"/>
                  </a:cubicBezTo>
                  <a:cubicBezTo>
                    <a:pt x="801" y="1709"/>
                    <a:pt x="822" y="1712"/>
                    <a:pt x="843" y="1714"/>
                  </a:cubicBezTo>
                  <a:cubicBezTo>
                    <a:pt x="876" y="1720"/>
                    <a:pt x="912" y="1714"/>
                    <a:pt x="947" y="1719"/>
                  </a:cubicBezTo>
                  <a:lnTo>
                    <a:pt x="960" y="1720"/>
                  </a:lnTo>
                  <a:cubicBezTo>
                    <a:pt x="960" y="1730"/>
                    <a:pt x="961" y="1747"/>
                    <a:pt x="961" y="1747"/>
                  </a:cubicBezTo>
                  <a:cubicBezTo>
                    <a:pt x="963" y="1762"/>
                    <a:pt x="964" y="1778"/>
                    <a:pt x="966" y="1793"/>
                  </a:cubicBezTo>
                  <a:lnTo>
                    <a:pt x="966" y="1794"/>
                  </a:lnTo>
                  <a:lnTo>
                    <a:pt x="966" y="1795"/>
                  </a:lnTo>
                  <a:cubicBezTo>
                    <a:pt x="934" y="1792"/>
                    <a:pt x="901" y="1790"/>
                    <a:pt x="868" y="1787"/>
                  </a:cubicBezTo>
                  <a:cubicBezTo>
                    <a:pt x="840" y="1785"/>
                    <a:pt x="813" y="1784"/>
                    <a:pt x="785" y="1783"/>
                  </a:cubicBezTo>
                  <a:cubicBezTo>
                    <a:pt x="785" y="1778"/>
                    <a:pt x="783" y="1772"/>
                    <a:pt x="781" y="1767"/>
                  </a:cubicBezTo>
                  <a:cubicBezTo>
                    <a:pt x="778" y="1759"/>
                    <a:pt x="776" y="1749"/>
                    <a:pt x="775" y="1740"/>
                  </a:cubicBezTo>
                  <a:cubicBezTo>
                    <a:pt x="775" y="1739"/>
                    <a:pt x="775" y="1739"/>
                    <a:pt x="775" y="1739"/>
                  </a:cubicBezTo>
                  <a:cubicBezTo>
                    <a:pt x="774" y="1738"/>
                    <a:pt x="774" y="1737"/>
                    <a:pt x="773" y="1737"/>
                  </a:cubicBezTo>
                  <a:cubicBezTo>
                    <a:pt x="773" y="1737"/>
                    <a:pt x="772" y="1736"/>
                    <a:pt x="771" y="1736"/>
                  </a:cubicBezTo>
                  <a:cubicBezTo>
                    <a:pt x="770" y="1736"/>
                    <a:pt x="770" y="1737"/>
                    <a:pt x="769" y="1737"/>
                  </a:cubicBezTo>
                  <a:cubicBezTo>
                    <a:pt x="768" y="1737"/>
                    <a:pt x="768" y="1738"/>
                    <a:pt x="767" y="1739"/>
                  </a:cubicBezTo>
                  <a:lnTo>
                    <a:pt x="767" y="1740"/>
                  </a:lnTo>
                  <a:cubicBezTo>
                    <a:pt x="766" y="1748"/>
                    <a:pt x="763" y="1755"/>
                    <a:pt x="762" y="1763"/>
                  </a:cubicBezTo>
                  <a:cubicBezTo>
                    <a:pt x="763" y="1769"/>
                    <a:pt x="764" y="1775"/>
                    <a:pt x="766" y="1781"/>
                  </a:cubicBezTo>
                  <a:lnTo>
                    <a:pt x="767" y="1782"/>
                  </a:lnTo>
                  <a:moveTo>
                    <a:pt x="695" y="1779"/>
                  </a:moveTo>
                  <a:lnTo>
                    <a:pt x="673" y="1777"/>
                  </a:lnTo>
                  <a:cubicBezTo>
                    <a:pt x="672" y="1766"/>
                    <a:pt x="670" y="1754"/>
                    <a:pt x="667" y="1743"/>
                  </a:cubicBezTo>
                  <a:cubicBezTo>
                    <a:pt x="664" y="1728"/>
                    <a:pt x="664" y="1713"/>
                    <a:pt x="662" y="1698"/>
                  </a:cubicBezTo>
                  <a:lnTo>
                    <a:pt x="695" y="1700"/>
                  </a:lnTo>
                  <a:cubicBezTo>
                    <a:pt x="693" y="1716"/>
                    <a:pt x="692" y="1732"/>
                    <a:pt x="691" y="1747"/>
                  </a:cubicBezTo>
                  <a:cubicBezTo>
                    <a:pt x="691" y="1748"/>
                    <a:pt x="691" y="1748"/>
                    <a:pt x="691" y="1749"/>
                  </a:cubicBezTo>
                  <a:cubicBezTo>
                    <a:pt x="691" y="1758"/>
                    <a:pt x="692" y="1768"/>
                    <a:pt x="694" y="1778"/>
                  </a:cubicBezTo>
                  <a:lnTo>
                    <a:pt x="695" y="1779"/>
                  </a:lnTo>
                  <a:moveTo>
                    <a:pt x="656" y="1675"/>
                  </a:moveTo>
                  <a:cubicBezTo>
                    <a:pt x="636" y="1672"/>
                    <a:pt x="617" y="1671"/>
                    <a:pt x="598" y="1671"/>
                  </a:cubicBezTo>
                  <a:cubicBezTo>
                    <a:pt x="593" y="1671"/>
                    <a:pt x="588" y="1671"/>
                    <a:pt x="583" y="1671"/>
                  </a:cubicBezTo>
                  <a:lnTo>
                    <a:pt x="582" y="1668"/>
                  </a:lnTo>
                  <a:cubicBezTo>
                    <a:pt x="579" y="1664"/>
                    <a:pt x="574" y="1668"/>
                    <a:pt x="575" y="1671"/>
                  </a:cubicBezTo>
                  <a:cubicBezTo>
                    <a:pt x="573" y="1671"/>
                    <a:pt x="571" y="1671"/>
                    <a:pt x="570" y="1671"/>
                  </a:cubicBezTo>
                  <a:cubicBezTo>
                    <a:pt x="552" y="1671"/>
                    <a:pt x="534" y="1670"/>
                    <a:pt x="516" y="1667"/>
                  </a:cubicBezTo>
                  <a:cubicBezTo>
                    <a:pt x="508" y="1665"/>
                    <a:pt x="500" y="1664"/>
                    <a:pt x="493" y="1664"/>
                  </a:cubicBezTo>
                  <a:cubicBezTo>
                    <a:pt x="490" y="1664"/>
                    <a:pt x="487" y="1664"/>
                    <a:pt x="483" y="1664"/>
                  </a:cubicBezTo>
                  <a:cubicBezTo>
                    <a:pt x="452" y="1664"/>
                    <a:pt x="429" y="1651"/>
                    <a:pt x="400" y="1643"/>
                  </a:cubicBezTo>
                  <a:cubicBezTo>
                    <a:pt x="399" y="1643"/>
                    <a:pt x="399" y="1643"/>
                    <a:pt x="399" y="1643"/>
                  </a:cubicBezTo>
                  <a:cubicBezTo>
                    <a:pt x="398" y="1644"/>
                    <a:pt x="398" y="1644"/>
                    <a:pt x="398" y="1644"/>
                  </a:cubicBezTo>
                  <a:lnTo>
                    <a:pt x="398" y="1645"/>
                  </a:lnTo>
                  <a:cubicBezTo>
                    <a:pt x="398" y="1646"/>
                    <a:pt x="398" y="1646"/>
                    <a:pt x="398" y="1646"/>
                  </a:cubicBezTo>
                  <a:cubicBezTo>
                    <a:pt x="398" y="1647"/>
                    <a:pt x="398" y="1647"/>
                    <a:pt x="399" y="1647"/>
                  </a:cubicBezTo>
                  <a:cubicBezTo>
                    <a:pt x="455" y="1670"/>
                    <a:pt x="514" y="1684"/>
                    <a:pt x="574" y="1690"/>
                  </a:cubicBezTo>
                  <a:cubicBezTo>
                    <a:pt x="574" y="1691"/>
                    <a:pt x="574" y="1692"/>
                    <a:pt x="574" y="1694"/>
                  </a:cubicBezTo>
                  <a:cubicBezTo>
                    <a:pt x="574" y="1695"/>
                    <a:pt x="574" y="1696"/>
                    <a:pt x="574" y="1697"/>
                  </a:cubicBezTo>
                  <a:cubicBezTo>
                    <a:pt x="575" y="1703"/>
                    <a:pt x="575" y="1708"/>
                    <a:pt x="575" y="1714"/>
                  </a:cubicBezTo>
                  <a:cubicBezTo>
                    <a:pt x="575" y="1731"/>
                    <a:pt x="576" y="1748"/>
                    <a:pt x="578" y="1765"/>
                  </a:cubicBezTo>
                  <a:lnTo>
                    <a:pt x="569" y="1764"/>
                  </a:lnTo>
                  <a:cubicBezTo>
                    <a:pt x="534" y="1756"/>
                    <a:pt x="413" y="1740"/>
                    <a:pt x="313" y="1714"/>
                  </a:cubicBezTo>
                  <a:cubicBezTo>
                    <a:pt x="313" y="1713"/>
                    <a:pt x="313" y="1713"/>
                    <a:pt x="312" y="1712"/>
                  </a:cubicBezTo>
                  <a:cubicBezTo>
                    <a:pt x="312" y="1711"/>
                    <a:pt x="312" y="1711"/>
                    <a:pt x="311" y="1710"/>
                  </a:cubicBezTo>
                  <a:cubicBezTo>
                    <a:pt x="306" y="1701"/>
                    <a:pt x="304" y="1691"/>
                    <a:pt x="303" y="1681"/>
                  </a:cubicBezTo>
                  <a:cubicBezTo>
                    <a:pt x="303" y="1665"/>
                    <a:pt x="302" y="1650"/>
                    <a:pt x="300" y="1634"/>
                  </a:cubicBezTo>
                  <a:cubicBezTo>
                    <a:pt x="305" y="1636"/>
                    <a:pt x="309" y="1637"/>
                    <a:pt x="314" y="1639"/>
                  </a:cubicBezTo>
                  <a:cubicBezTo>
                    <a:pt x="320" y="1642"/>
                    <a:pt x="327" y="1644"/>
                    <a:pt x="335" y="1644"/>
                  </a:cubicBezTo>
                  <a:cubicBezTo>
                    <a:pt x="340" y="1644"/>
                    <a:pt x="345" y="1643"/>
                    <a:pt x="349" y="1642"/>
                  </a:cubicBezTo>
                  <a:cubicBezTo>
                    <a:pt x="350" y="1641"/>
                    <a:pt x="349" y="1641"/>
                    <a:pt x="350" y="1640"/>
                  </a:cubicBezTo>
                  <a:cubicBezTo>
                    <a:pt x="351" y="1639"/>
                    <a:pt x="351" y="1639"/>
                    <a:pt x="351" y="1639"/>
                  </a:cubicBezTo>
                  <a:cubicBezTo>
                    <a:pt x="351" y="1638"/>
                    <a:pt x="351" y="1638"/>
                    <a:pt x="350" y="1637"/>
                  </a:cubicBezTo>
                  <a:cubicBezTo>
                    <a:pt x="350" y="1637"/>
                    <a:pt x="350" y="1636"/>
                    <a:pt x="349" y="1636"/>
                  </a:cubicBezTo>
                  <a:cubicBezTo>
                    <a:pt x="348" y="1635"/>
                    <a:pt x="347" y="1635"/>
                    <a:pt x="347" y="1634"/>
                  </a:cubicBezTo>
                  <a:cubicBezTo>
                    <a:pt x="337" y="1629"/>
                    <a:pt x="327" y="1625"/>
                    <a:pt x="317" y="1622"/>
                  </a:cubicBezTo>
                  <a:cubicBezTo>
                    <a:pt x="327" y="1617"/>
                    <a:pt x="339" y="1613"/>
                    <a:pt x="348" y="1609"/>
                  </a:cubicBezTo>
                  <a:cubicBezTo>
                    <a:pt x="368" y="1600"/>
                    <a:pt x="387" y="1595"/>
                    <a:pt x="407" y="1588"/>
                  </a:cubicBezTo>
                  <a:lnTo>
                    <a:pt x="408" y="1587"/>
                  </a:lnTo>
                  <a:cubicBezTo>
                    <a:pt x="409" y="1587"/>
                    <a:pt x="410" y="1586"/>
                    <a:pt x="411" y="1585"/>
                  </a:cubicBezTo>
                  <a:cubicBezTo>
                    <a:pt x="488" y="1603"/>
                    <a:pt x="566" y="1615"/>
                    <a:pt x="645" y="1623"/>
                  </a:cubicBezTo>
                  <a:cubicBezTo>
                    <a:pt x="687" y="1626"/>
                    <a:pt x="734" y="1623"/>
                    <a:pt x="776" y="1633"/>
                  </a:cubicBezTo>
                  <a:cubicBezTo>
                    <a:pt x="792" y="1637"/>
                    <a:pt x="808" y="1638"/>
                    <a:pt x="824" y="1639"/>
                  </a:cubicBezTo>
                  <a:cubicBezTo>
                    <a:pt x="821" y="1641"/>
                    <a:pt x="819" y="1644"/>
                    <a:pt x="817" y="1647"/>
                  </a:cubicBezTo>
                  <a:cubicBezTo>
                    <a:pt x="814" y="1650"/>
                    <a:pt x="805" y="1657"/>
                    <a:pt x="799" y="1662"/>
                  </a:cubicBezTo>
                  <a:cubicBezTo>
                    <a:pt x="794" y="1668"/>
                    <a:pt x="788" y="1675"/>
                    <a:pt x="784" y="1682"/>
                  </a:cubicBezTo>
                  <a:cubicBezTo>
                    <a:pt x="783" y="1684"/>
                    <a:pt x="783" y="1685"/>
                    <a:pt x="782" y="1687"/>
                  </a:cubicBezTo>
                  <a:cubicBezTo>
                    <a:pt x="740" y="1682"/>
                    <a:pt x="697" y="1680"/>
                    <a:pt x="655" y="1673"/>
                  </a:cubicBezTo>
                  <a:lnTo>
                    <a:pt x="656" y="1675"/>
                  </a:lnTo>
                  <a:moveTo>
                    <a:pt x="608" y="1769"/>
                  </a:moveTo>
                  <a:lnTo>
                    <a:pt x="599" y="1768"/>
                  </a:lnTo>
                  <a:cubicBezTo>
                    <a:pt x="599" y="1767"/>
                    <a:pt x="599" y="1767"/>
                    <a:pt x="599" y="1766"/>
                  </a:cubicBezTo>
                  <a:cubicBezTo>
                    <a:pt x="599" y="1765"/>
                    <a:pt x="599" y="1765"/>
                    <a:pt x="599" y="1764"/>
                  </a:cubicBezTo>
                  <a:cubicBezTo>
                    <a:pt x="599" y="1763"/>
                    <a:pt x="599" y="1762"/>
                    <a:pt x="599" y="1761"/>
                  </a:cubicBezTo>
                  <a:cubicBezTo>
                    <a:pt x="599" y="1753"/>
                    <a:pt x="598" y="1745"/>
                    <a:pt x="596" y="1737"/>
                  </a:cubicBezTo>
                  <a:cubicBezTo>
                    <a:pt x="595" y="1732"/>
                    <a:pt x="594" y="1726"/>
                    <a:pt x="594" y="1721"/>
                  </a:cubicBezTo>
                  <a:cubicBezTo>
                    <a:pt x="594" y="1717"/>
                    <a:pt x="591" y="1713"/>
                    <a:pt x="591" y="1709"/>
                  </a:cubicBezTo>
                  <a:cubicBezTo>
                    <a:pt x="590" y="1702"/>
                    <a:pt x="589" y="1696"/>
                    <a:pt x="587" y="1689"/>
                  </a:cubicBezTo>
                  <a:cubicBezTo>
                    <a:pt x="609" y="1692"/>
                    <a:pt x="632" y="1694"/>
                    <a:pt x="655" y="1695"/>
                  </a:cubicBezTo>
                  <a:cubicBezTo>
                    <a:pt x="653" y="1708"/>
                    <a:pt x="652" y="1720"/>
                    <a:pt x="651" y="1733"/>
                  </a:cubicBezTo>
                  <a:cubicBezTo>
                    <a:pt x="652" y="1747"/>
                    <a:pt x="655" y="1760"/>
                    <a:pt x="658" y="1773"/>
                  </a:cubicBezTo>
                  <a:lnTo>
                    <a:pt x="629" y="1770"/>
                  </a:lnTo>
                  <a:lnTo>
                    <a:pt x="629" y="1769"/>
                  </a:lnTo>
                  <a:cubicBezTo>
                    <a:pt x="629" y="1766"/>
                    <a:pt x="628" y="1763"/>
                    <a:pt x="627" y="1760"/>
                  </a:cubicBezTo>
                  <a:cubicBezTo>
                    <a:pt x="626" y="1756"/>
                    <a:pt x="625" y="1752"/>
                    <a:pt x="625" y="1748"/>
                  </a:cubicBezTo>
                  <a:cubicBezTo>
                    <a:pt x="624" y="1741"/>
                    <a:pt x="621" y="1735"/>
                    <a:pt x="621" y="1728"/>
                  </a:cubicBezTo>
                  <a:cubicBezTo>
                    <a:pt x="621" y="1727"/>
                    <a:pt x="620" y="1727"/>
                    <a:pt x="620" y="1726"/>
                  </a:cubicBezTo>
                  <a:cubicBezTo>
                    <a:pt x="620" y="1725"/>
                    <a:pt x="619" y="1725"/>
                    <a:pt x="618" y="1724"/>
                  </a:cubicBezTo>
                  <a:cubicBezTo>
                    <a:pt x="618" y="1724"/>
                    <a:pt x="617" y="1724"/>
                    <a:pt x="616" y="1724"/>
                  </a:cubicBezTo>
                  <a:cubicBezTo>
                    <a:pt x="616" y="1724"/>
                    <a:pt x="615" y="1723"/>
                    <a:pt x="614" y="1724"/>
                  </a:cubicBezTo>
                  <a:cubicBezTo>
                    <a:pt x="613" y="1725"/>
                    <a:pt x="614" y="1725"/>
                    <a:pt x="613" y="1726"/>
                  </a:cubicBezTo>
                  <a:cubicBezTo>
                    <a:pt x="612" y="1727"/>
                    <a:pt x="612" y="1727"/>
                    <a:pt x="612" y="1728"/>
                  </a:cubicBezTo>
                  <a:cubicBezTo>
                    <a:pt x="610" y="1736"/>
                    <a:pt x="608" y="1745"/>
                    <a:pt x="607" y="1753"/>
                  </a:cubicBezTo>
                  <a:lnTo>
                    <a:pt x="607" y="1754"/>
                  </a:lnTo>
                  <a:cubicBezTo>
                    <a:pt x="607" y="1759"/>
                    <a:pt x="608" y="1764"/>
                    <a:pt x="608" y="1769"/>
                  </a:cubicBezTo>
                  <a:moveTo>
                    <a:pt x="287" y="1705"/>
                  </a:moveTo>
                  <a:lnTo>
                    <a:pt x="279" y="1703"/>
                  </a:lnTo>
                  <a:lnTo>
                    <a:pt x="279" y="1702"/>
                  </a:lnTo>
                  <a:cubicBezTo>
                    <a:pt x="275" y="1678"/>
                    <a:pt x="274" y="1654"/>
                    <a:pt x="274" y="1630"/>
                  </a:cubicBezTo>
                  <a:cubicBezTo>
                    <a:pt x="274" y="1629"/>
                    <a:pt x="274" y="1628"/>
                    <a:pt x="274" y="1627"/>
                  </a:cubicBezTo>
                  <a:cubicBezTo>
                    <a:pt x="274" y="1626"/>
                    <a:pt x="274" y="1627"/>
                    <a:pt x="274" y="1626"/>
                  </a:cubicBezTo>
                  <a:cubicBezTo>
                    <a:pt x="279" y="1627"/>
                    <a:pt x="284" y="1629"/>
                    <a:pt x="289" y="1630"/>
                  </a:cubicBezTo>
                  <a:cubicBezTo>
                    <a:pt x="286" y="1648"/>
                    <a:pt x="285" y="1666"/>
                    <a:pt x="285" y="1684"/>
                  </a:cubicBezTo>
                  <a:cubicBezTo>
                    <a:pt x="284" y="1691"/>
                    <a:pt x="287" y="1698"/>
                    <a:pt x="287" y="1705"/>
                  </a:cubicBezTo>
                  <a:moveTo>
                    <a:pt x="252" y="1602"/>
                  </a:moveTo>
                  <a:lnTo>
                    <a:pt x="252" y="1601"/>
                  </a:lnTo>
                  <a:lnTo>
                    <a:pt x="251" y="1600"/>
                  </a:lnTo>
                  <a:cubicBezTo>
                    <a:pt x="250" y="1600"/>
                    <a:pt x="250" y="1600"/>
                    <a:pt x="250" y="1600"/>
                  </a:cubicBezTo>
                  <a:cubicBezTo>
                    <a:pt x="249" y="1601"/>
                    <a:pt x="249" y="1601"/>
                    <a:pt x="249" y="1601"/>
                  </a:cubicBezTo>
                  <a:lnTo>
                    <a:pt x="249" y="1602"/>
                  </a:lnTo>
                  <a:cubicBezTo>
                    <a:pt x="245" y="1614"/>
                    <a:pt x="258" y="1620"/>
                    <a:pt x="268" y="1624"/>
                  </a:cubicBezTo>
                  <a:cubicBezTo>
                    <a:pt x="268" y="1625"/>
                    <a:pt x="267" y="1625"/>
                    <a:pt x="267" y="1625"/>
                  </a:cubicBezTo>
                  <a:cubicBezTo>
                    <a:pt x="267" y="1626"/>
                    <a:pt x="267" y="1626"/>
                    <a:pt x="267" y="1627"/>
                  </a:cubicBezTo>
                  <a:cubicBezTo>
                    <a:pt x="265" y="1644"/>
                    <a:pt x="265" y="1661"/>
                    <a:pt x="264" y="1678"/>
                  </a:cubicBezTo>
                  <a:cubicBezTo>
                    <a:pt x="263" y="1681"/>
                    <a:pt x="263" y="1685"/>
                    <a:pt x="263" y="1688"/>
                  </a:cubicBezTo>
                  <a:cubicBezTo>
                    <a:pt x="263" y="1692"/>
                    <a:pt x="263" y="1695"/>
                    <a:pt x="264" y="1699"/>
                  </a:cubicBezTo>
                  <a:lnTo>
                    <a:pt x="245" y="1692"/>
                  </a:lnTo>
                  <a:cubicBezTo>
                    <a:pt x="242" y="1680"/>
                    <a:pt x="237" y="1669"/>
                    <a:pt x="235" y="1657"/>
                  </a:cubicBezTo>
                  <a:cubicBezTo>
                    <a:pt x="235" y="1653"/>
                    <a:pt x="228" y="1654"/>
                    <a:pt x="228" y="1657"/>
                  </a:cubicBezTo>
                  <a:cubicBezTo>
                    <a:pt x="225" y="1664"/>
                    <a:pt x="224" y="1670"/>
                    <a:pt x="224" y="1677"/>
                  </a:cubicBezTo>
                  <a:lnTo>
                    <a:pt x="224" y="1678"/>
                  </a:lnTo>
                  <a:cubicBezTo>
                    <a:pt x="224" y="1680"/>
                    <a:pt x="224" y="1682"/>
                    <a:pt x="224" y="1683"/>
                  </a:cubicBezTo>
                  <a:lnTo>
                    <a:pt x="217" y="1680"/>
                  </a:lnTo>
                  <a:cubicBezTo>
                    <a:pt x="217" y="1677"/>
                    <a:pt x="218" y="1673"/>
                    <a:pt x="218" y="1670"/>
                  </a:cubicBezTo>
                  <a:cubicBezTo>
                    <a:pt x="218" y="1662"/>
                    <a:pt x="216" y="1653"/>
                    <a:pt x="213" y="1645"/>
                  </a:cubicBezTo>
                  <a:cubicBezTo>
                    <a:pt x="213" y="1635"/>
                    <a:pt x="212" y="1625"/>
                    <a:pt x="212" y="1616"/>
                  </a:cubicBezTo>
                  <a:cubicBezTo>
                    <a:pt x="212" y="1613"/>
                    <a:pt x="212" y="1611"/>
                    <a:pt x="212" y="1609"/>
                  </a:cubicBezTo>
                  <a:cubicBezTo>
                    <a:pt x="212" y="1606"/>
                    <a:pt x="208" y="1605"/>
                    <a:pt x="207" y="1609"/>
                  </a:cubicBezTo>
                  <a:cubicBezTo>
                    <a:pt x="204" y="1618"/>
                    <a:pt x="203" y="1628"/>
                    <a:pt x="202" y="1638"/>
                  </a:cubicBezTo>
                  <a:cubicBezTo>
                    <a:pt x="202" y="1649"/>
                    <a:pt x="197" y="1658"/>
                    <a:pt x="196" y="1669"/>
                  </a:cubicBezTo>
                  <a:cubicBezTo>
                    <a:pt x="186" y="1663"/>
                    <a:pt x="177" y="1654"/>
                    <a:pt x="170" y="1644"/>
                  </a:cubicBezTo>
                  <a:cubicBezTo>
                    <a:pt x="171" y="1644"/>
                    <a:pt x="171" y="1644"/>
                    <a:pt x="171" y="1643"/>
                  </a:cubicBezTo>
                  <a:cubicBezTo>
                    <a:pt x="172" y="1641"/>
                    <a:pt x="173" y="1639"/>
                    <a:pt x="173" y="1636"/>
                  </a:cubicBezTo>
                  <a:lnTo>
                    <a:pt x="173" y="1635"/>
                  </a:lnTo>
                  <a:cubicBezTo>
                    <a:pt x="174" y="1620"/>
                    <a:pt x="176" y="1604"/>
                    <a:pt x="179" y="1588"/>
                  </a:cubicBezTo>
                  <a:cubicBezTo>
                    <a:pt x="181" y="1590"/>
                    <a:pt x="183" y="1592"/>
                    <a:pt x="185" y="1593"/>
                  </a:cubicBezTo>
                  <a:cubicBezTo>
                    <a:pt x="189" y="1595"/>
                    <a:pt x="193" y="1597"/>
                    <a:pt x="197" y="1597"/>
                  </a:cubicBezTo>
                  <a:lnTo>
                    <a:pt x="198" y="1597"/>
                  </a:lnTo>
                  <a:cubicBezTo>
                    <a:pt x="200" y="1597"/>
                    <a:pt x="202" y="1597"/>
                    <a:pt x="203" y="1596"/>
                  </a:cubicBezTo>
                  <a:cubicBezTo>
                    <a:pt x="204" y="1595"/>
                    <a:pt x="205" y="1594"/>
                    <a:pt x="206" y="1593"/>
                  </a:cubicBezTo>
                  <a:cubicBezTo>
                    <a:pt x="206" y="1591"/>
                    <a:pt x="208" y="1589"/>
                    <a:pt x="208" y="1588"/>
                  </a:cubicBezTo>
                  <a:cubicBezTo>
                    <a:pt x="208" y="1586"/>
                    <a:pt x="207" y="1586"/>
                    <a:pt x="206" y="1584"/>
                  </a:cubicBezTo>
                  <a:cubicBezTo>
                    <a:pt x="205" y="1582"/>
                    <a:pt x="204" y="1581"/>
                    <a:pt x="203" y="1580"/>
                  </a:cubicBezTo>
                  <a:lnTo>
                    <a:pt x="202" y="1580"/>
                  </a:lnTo>
                  <a:cubicBezTo>
                    <a:pt x="198" y="1578"/>
                    <a:pt x="190" y="1575"/>
                    <a:pt x="189" y="1571"/>
                  </a:cubicBezTo>
                  <a:lnTo>
                    <a:pt x="185" y="1560"/>
                  </a:lnTo>
                  <a:cubicBezTo>
                    <a:pt x="205" y="1560"/>
                    <a:pt x="220" y="1545"/>
                    <a:pt x="240" y="1545"/>
                  </a:cubicBezTo>
                  <a:cubicBezTo>
                    <a:pt x="258" y="1545"/>
                    <a:pt x="277" y="1544"/>
                    <a:pt x="295" y="1540"/>
                  </a:cubicBezTo>
                  <a:cubicBezTo>
                    <a:pt x="296" y="1542"/>
                    <a:pt x="298" y="1543"/>
                    <a:pt x="300" y="1544"/>
                  </a:cubicBezTo>
                  <a:cubicBezTo>
                    <a:pt x="326" y="1558"/>
                    <a:pt x="353" y="1568"/>
                    <a:pt x="380" y="1576"/>
                  </a:cubicBezTo>
                  <a:cubicBezTo>
                    <a:pt x="375" y="1579"/>
                    <a:pt x="370" y="1582"/>
                    <a:pt x="364" y="1584"/>
                  </a:cubicBezTo>
                  <a:cubicBezTo>
                    <a:pt x="351" y="1589"/>
                    <a:pt x="339" y="1598"/>
                    <a:pt x="325" y="1604"/>
                  </a:cubicBezTo>
                  <a:cubicBezTo>
                    <a:pt x="319" y="1606"/>
                    <a:pt x="313" y="1609"/>
                    <a:pt x="308" y="1612"/>
                  </a:cubicBezTo>
                  <a:cubicBezTo>
                    <a:pt x="306" y="1613"/>
                    <a:pt x="304" y="1614"/>
                    <a:pt x="302" y="1616"/>
                  </a:cubicBezTo>
                  <a:lnTo>
                    <a:pt x="298" y="1615"/>
                  </a:lnTo>
                  <a:cubicBezTo>
                    <a:pt x="291" y="1612"/>
                    <a:pt x="256" y="1618"/>
                    <a:pt x="252" y="1602"/>
                  </a:cubicBezTo>
                  <a:moveTo>
                    <a:pt x="390" y="1447"/>
                  </a:moveTo>
                  <a:lnTo>
                    <a:pt x="381" y="1451"/>
                  </a:lnTo>
                  <a:cubicBezTo>
                    <a:pt x="380" y="1451"/>
                    <a:pt x="380" y="1450"/>
                    <a:pt x="379" y="1450"/>
                  </a:cubicBezTo>
                  <a:cubicBezTo>
                    <a:pt x="378" y="1449"/>
                    <a:pt x="376" y="1449"/>
                    <a:pt x="375" y="1449"/>
                  </a:cubicBezTo>
                  <a:cubicBezTo>
                    <a:pt x="373" y="1449"/>
                    <a:pt x="371" y="1449"/>
                    <a:pt x="370" y="1450"/>
                  </a:cubicBezTo>
                  <a:cubicBezTo>
                    <a:pt x="368" y="1451"/>
                    <a:pt x="368" y="1452"/>
                    <a:pt x="367" y="1453"/>
                  </a:cubicBezTo>
                  <a:cubicBezTo>
                    <a:pt x="366" y="1455"/>
                    <a:pt x="366" y="1456"/>
                    <a:pt x="366" y="1457"/>
                  </a:cubicBezTo>
                  <a:lnTo>
                    <a:pt x="355" y="1462"/>
                  </a:lnTo>
                  <a:lnTo>
                    <a:pt x="351" y="1463"/>
                  </a:lnTo>
                  <a:lnTo>
                    <a:pt x="350" y="1463"/>
                  </a:lnTo>
                  <a:cubicBezTo>
                    <a:pt x="350" y="1463"/>
                    <a:pt x="349" y="1462"/>
                    <a:pt x="348" y="1463"/>
                  </a:cubicBezTo>
                  <a:cubicBezTo>
                    <a:pt x="347" y="1464"/>
                    <a:pt x="347" y="1464"/>
                    <a:pt x="347" y="1464"/>
                  </a:cubicBezTo>
                  <a:cubicBezTo>
                    <a:pt x="321" y="1473"/>
                    <a:pt x="296" y="1477"/>
                    <a:pt x="288" y="1507"/>
                  </a:cubicBezTo>
                  <a:cubicBezTo>
                    <a:pt x="288" y="1509"/>
                    <a:pt x="288" y="1511"/>
                    <a:pt x="286" y="1513"/>
                  </a:cubicBezTo>
                  <a:cubicBezTo>
                    <a:pt x="280" y="1513"/>
                    <a:pt x="273" y="1514"/>
                    <a:pt x="267" y="1515"/>
                  </a:cubicBezTo>
                  <a:cubicBezTo>
                    <a:pt x="259" y="1519"/>
                    <a:pt x="251" y="1521"/>
                    <a:pt x="242" y="1521"/>
                  </a:cubicBezTo>
                  <a:cubicBezTo>
                    <a:pt x="221" y="1519"/>
                    <a:pt x="194" y="1535"/>
                    <a:pt x="175" y="1542"/>
                  </a:cubicBezTo>
                  <a:cubicBezTo>
                    <a:pt x="174" y="1542"/>
                    <a:pt x="174" y="1541"/>
                    <a:pt x="173" y="1541"/>
                  </a:cubicBezTo>
                  <a:cubicBezTo>
                    <a:pt x="172" y="1541"/>
                    <a:pt x="171" y="1540"/>
                    <a:pt x="170" y="1540"/>
                  </a:cubicBezTo>
                  <a:cubicBezTo>
                    <a:pt x="171" y="1535"/>
                    <a:pt x="173" y="1530"/>
                    <a:pt x="176" y="1525"/>
                  </a:cubicBezTo>
                  <a:cubicBezTo>
                    <a:pt x="177" y="1523"/>
                    <a:pt x="179" y="1521"/>
                    <a:pt x="181" y="1518"/>
                  </a:cubicBezTo>
                  <a:cubicBezTo>
                    <a:pt x="183" y="1516"/>
                    <a:pt x="186" y="1513"/>
                    <a:pt x="188" y="1510"/>
                  </a:cubicBezTo>
                  <a:cubicBezTo>
                    <a:pt x="189" y="1507"/>
                    <a:pt x="190" y="1505"/>
                    <a:pt x="191" y="1502"/>
                  </a:cubicBezTo>
                  <a:cubicBezTo>
                    <a:pt x="192" y="1499"/>
                    <a:pt x="191" y="1502"/>
                    <a:pt x="192" y="1502"/>
                  </a:cubicBezTo>
                  <a:cubicBezTo>
                    <a:pt x="214" y="1496"/>
                    <a:pt x="232" y="1480"/>
                    <a:pt x="254" y="1475"/>
                  </a:cubicBezTo>
                  <a:cubicBezTo>
                    <a:pt x="280" y="1470"/>
                    <a:pt x="306" y="1462"/>
                    <a:pt x="331" y="1456"/>
                  </a:cubicBezTo>
                  <a:cubicBezTo>
                    <a:pt x="351" y="1451"/>
                    <a:pt x="370" y="1447"/>
                    <a:pt x="390" y="1443"/>
                  </a:cubicBezTo>
                  <a:cubicBezTo>
                    <a:pt x="391" y="1445"/>
                    <a:pt x="391" y="1446"/>
                    <a:pt x="391" y="1448"/>
                  </a:cubicBezTo>
                  <a:lnTo>
                    <a:pt x="390" y="1447"/>
                  </a:lnTo>
                  <a:moveTo>
                    <a:pt x="331" y="1514"/>
                  </a:moveTo>
                  <a:cubicBezTo>
                    <a:pt x="331" y="1513"/>
                    <a:pt x="331" y="1512"/>
                    <a:pt x="331" y="1512"/>
                  </a:cubicBezTo>
                  <a:cubicBezTo>
                    <a:pt x="331" y="1502"/>
                    <a:pt x="330" y="1493"/>
                    <a:pt x="329" y="1484"/>
                  </a:cubicBezTo>
                  <a:lnTo>
                    <a:pt x="343" y="1479"/>
                  </a:lnTo>
                  <a:cubicBezTo>
                    <a:pt x="338" y="1499"/>
                    <a:pt x="335" y="1520"/>
                    <a:pt x="335" y="1541"/>
                  </a:cubicBezTo>
                  <a:lnTo>
                    <a:pt x="331" y="1539"/>
                  </a:lnTo>
                  <a:cubicBezTo>
                    <a:pt x="332" y="1534"/>
                    <a:pt x="332" y="1528"/>
                    <a:pt x="332" y="1523"/>
                  </a:cubicBezTo>
                  <a:cubicBezTo>
                    <a:pt x="332" y="1520"/>
                    <a:pt x="332" y="1517"/>
                    <a:pt x="332" y="1514"/>
                  </a:cubicBezTo>
                  <a:lnTo>
                    <a:pt x="331" y="1514"/>
                  </a:lnTo>
                  <a:moveTo>
                    <a:pt x="316" y="1492"/>
                  </a:moveTo>
                  <a:cubicBezTo>
                    <a:pt x="315" y="1501"/>
                    <a:pt x="316" y="1510"/>
                    <a:pt x="315" y="1519"/>
                  </a:cubicBezTo>
                  <a:cubicBezTo>
                    <a:pt x="315" y="1523"/>
                    <a:pt x="315" y="1526"/>
                    <a:pt x="315" y="1530"/>
                  </a:cubicBezTo>
                  <a:lnTo>
                    <a:pt x="309" y="1526"/>
                  </a:lnTo>
                  <a:cubicBezTo>
                    <a:pt x="308" y="1524"/>
                    <a:pt x="308" y="1522"/>
                    <a:pt x="307" y="1520"/>
                  </a:cubicBezTo>
                  <a:cubicBezTo>
                    <a:pt x="305" y="1518"/>
                    <a:pt x="303" y="1516"/>
                    <a:pt x="300" y="1514"/>
                  </a:cubicBezTo>
                  <a:cubicBezTo>
                    <a:pt x="299" y="1507"/>
                    <a:pt x="303" y="1500"/>
                    <a:pt x="317" y="1492"/>
                  </a:cubicBezTo>
                  <a:lnTo>
                    <a:pt x="316" y="1492"/>
                  </a:lnTo>
                  <a:moveTo>
                    <a:pt x="407" y="1440"/>
                  </a:moveTo>
                  <a:lnTo>
                    <a:pt x="421" y="1438"/>
                  </a:lnTo>
                  <a:cubicBezTo>
                    <a:pt x="416" y="1439"/>
                    <a:pt x="412" y="1440"/>
                    <a:pt x="407" y="1441"/>
                  </a:cubicBezTo>
                  <a:cubicBezTo>
                    <a:pt x="407" y="1441"/>
                    <a:pt x="408" y="1440"/>
                    <a:pt x="408" y="1439"/>
                  </a:cubicBezTo>
                  <a:lnTo>
                    <a:pt x="407" y="1440"/>
                  </a:lnTo>
                  <a:moveTo>
                    <a:pt x="2009" y="1678"/>
                  </a:moveTo>
                  <a:cubicBezTo>
                    <a:pt x="2008" y="1677"/>
                    <a:pt x="2008" y="1676"/>
                    <a:pt x="2007" y="1676"/>
                  </a:cubicBezTo>
                  <a:cubicBezTo>
                    <a:pt x="2007" y="1676"/>
                    <a:pt x="2006" y="1675"/>
                    <a:pt x="2005" y="1675"/>
                  </a:cubicBezTo>
                  <a:cubicBezTo>
                    <a:pt x="2004" y="1675"/>
                    <a:pt x="2004" y="1676"/>
                    <a:pt x="2003" y="1676"/>
                  </a:cubicBezTo>
                  <a:cubicBezTo>
                    <a:pt x="2002" y="1676"/>
                    <a:pt x="2002" y="1677"/>
                    <a:pt x="2001" y="1678"/>
                  </a:cubicBezTo>
                  <a:cubicBezTo>
                    <a:pt x="2001" y="1678"/>
                    <a:pt x="2001" y="1679"/>
                    <a:pt x="2001" y="1680"/>
                  </a:cubicBezTo>
                  <a:cubicBezTo>
                    <a:pt x="2002" y="1688"/>
                    <a:pt x="2004" y="1697"/>
                    <a:pt x="2008" y="1704"/>
                  </a:cubicBezTo>
                  <a:lnTo>
                    <a:pt x="1949" y="1704"/>
                  </a:lnTo>
                  <a:cubicBezTo>
                    <a:pt x="1917" y="1704"/>
                    <a:pt x="1882" y="1714"/>
                    <a:pt x="1849" y="1716"/>
                  </a:cubicBezTo>
                  <a:cubicBezTo>
                    <a:pt x="1827" y="1716"/>
                    <a:pt x="1805" y="1718"/>
                    <a:pt x="1783" y="1719"/>
                  </a:cubicBezTo>
                  <a:lnTo>
                    <a:pt x="1692" y="1719"/>
                  </a:lnTo>
                  <a:cubicBezTo>
                    <a:pt x="1554" y="1719"/>
                    <a:pt x="1415" y="1717"/>
                    <a:pt x="1276" y="1717"/>
                  </a:cubicBezTo>
                  <a:lnTo>
                    <a:pt x="1225" y="1717"/>
                  </a:lnTo>
                  <a:cubicBezTo>
                    <a:pt x="1225" y="1716"/>
                    <a:pt x="1225" y="1714"/>
                    <a:pt x="1226" y="1713"/>
                  </a:cubicBezTo>
                  <a:cubicBezTo>
                    <a:pt x="1228" y="1700"/>
                    <a:pt x="1230" y="1687"/>
                    <a:pt x="1234" y="1674"/>
                  </a:cubicBezTo>
                  <a:cubicBezTo>
                    <a:pt x="1235" y="1668"/>
                    <a:pt x="1236" y="1661"/>
                    <a:pt x="1238" y="1655"/>
                  </a:cubicBezTo>
                  <a:cubicBezTo>
                    <a:pt x="1240" y="1651"/>
                    <a:pt x="1241" y="1646"/>
                    <a:pt x="1241" y="1642"/>
                  </a:cubicBezTo>
                  <a:cubicBezTo>
                    <a:pt x="1241" y="1641"/>
                    <a:pt x="1241" y="1641"/>
                    <a:pt x="1241" y="1641"/>
                  </a:cubicBezTo>
                  <a:cubicBezTo>
                    <a:pt x="1241" y="1640"/>
                    <a:pt x="1241" y="1640"/>
                    <a:pt x="1241" y="1640"/>
                  </a:cubicBezTo>
                  <a:lnTo>
                    <a:pt x="1253" y="1640"/>
                  </a:lnTo>
                  <a:cubicBezTo>
                    <a:pt x="1257" y="1640"/>
                    <a:pt x="1261" y="1640"/>
                    <a:pt x="1265" y="1640"/>
                  </a:cubicBezTo>
                  <a:cubicBezTo>
                    <a:pt x="1291" y="1640"/>
                    <a:pt x="1317" y="1641"/>
                    <a:pt x="1343" y="1644"/>
                  </a:cubicBezTo>
                  <a:cubicBezTo>
                    <a:pt x="1478" y="1660"/>
                    <a:pt x="1621" y="1645"/>
                    <a:pt x="1757" y="1645"/>
                  </a:cubicBezTo>
                  <a:cubicBezTo>
                    <a:pt x="1826" y="1645"/>
                    <a:pt x="1895" y="1644"/>
                    <a:pt x="1964" y="1642"/>
                  </a:cubicBezTo>
                  <a:lnTo>
                    <a:pt x="1964" y="1643"/>
                  </a:lnTo>
                  <a:cubicBezTo>
                    <a:pt x="1965" y="1644"/>
                    <a:pt x="1965" y="1644"/>
                    <a:pt x="1966" y="1645"/>
                  </a:cubicBezTo>
                  <a:cubicBezTo>
                    <a:pt x="1972" y="1649"/>
                    <a:pt x="1977" y="1656"/>
                    <a:pt x="1984" y="1658"/>
                  </a:cubicBezTo>
                  <a:cubicBezTo>
                    <a:pt x="1985" y="1658"/>
                    <a:pt x="1985" y="1658"/>
                    <a:pt x="1986" y="1658"/>
                  </a:cubicBezTo>
                  <a:cubicBezTo>
                    <a:pt x="1987" y="1658"/>
                    <a:pt x="1989" y="1657"/>
                    <a:pt x="1990" y="1657"/>
                  </a:cubicBezTo>
                  <a:cubicBezTo>
                    <a:pt x="1991" y="1656"/>
                    <a:pt x="1992" y="1657"/>
                    <a:pt x="1993" y="1655"/>
                  </a:cubicBezTo>
                  <a:cubicBezTo>
                    <a:pt x="1993" y="1653"/>
                    <a:pt x="1994" y="1652"/>
                    <a:pt x="1994" y="1651"/>
                  </a:cubicBezTo>
                  <a:cubicBezTo>
                    <a:pt x="1994" y="1650"/>
                    <a:pt x="1994" y="1649"/>
                    <a:pt x="1993" y="1649"/>
                  </a:cubicBezTo>
                  <a:cubicBezTo>
                    <a:pt x="1993" y="1646"/>
                    <a:pt x="1991" y="1646"/>
                    <a:pt x="1990" y="1644"/>
                  </a:cubicBezTo>
                  <a:lnTo>
                    <a:pt x="1993" y="1644"/>
                  </a:lnTo>
                  <a:lnTo>
                    <a:pt x="1992" y="1642"/>
                  </a:lnTo>
                  <a:cubicBezTo>
                    <a:pt x="2061" y="1641"/>
                    <a:pt x="2129" y="1641"/>
                    <a:pt x="2199" y="1643"/>
                  </a:cubicBezTo>
                  <a:cubicBezTo>
                    <a:pt x="2202" y="1658"/>
                    <a:pt x="2212" y="1660"/>
                    <a:pt x="2223" y="1667"/>
                  </a:cubicBezTo>
                  <a:cubicBezTo>
                    <a:pt x="2230" y="1672"/>
                    <a:pt x="2237" y="1677"/>
                    <a:pt x="2244" y="1681"/>
                  </a:cubicBezTo>
                  <a:cubicBezTo>
                    <a:pt x="2248" y="1683"/>
                    <a:pt x="2251" y="1685"/>
                    <a:pt x="2255" y="1687"/>
                  </a:cubicBezTo>
                  <a:cubicBezTo>
                    <a:pt x="2222" y="1690"/>
                    <a:pt x="2189" y="1692"/>
                    <a:pt x="2157" y="1697"/>
                  </a:cubicBezTo>
                  <a:cubicBezTo>
                    <a:pt x="2117" y="1702"/>
                    <a:pt x="2076" y="1705"/>
                    <a:pt x="2036" y="1705"/>
                  </a:cubicBezTo>
                  <a:cubicBezTo>
                    <a:pt x="2032" y="1705"/>
                    <a:pt x="2029" y="1705"/>
                    <a:pt x="2026" y="1705"/>
                  </a:cubicBezTo>
                  <a:cubicBezTo>
                    <a:pt x="2021" y="1695"/>
                    <a:pt x="2015" y="1687"/>
                    <a:pt x="2010" y="1677"/>
                  </a:cubicBezTo>
                  <a:lnTo>
                    <a:pt x="2009" y="1678"/>
                  </a:lnTo>
                  <a:moveTo>
                    <a:pt x="2236" y="1649"/>
                  </a:moveTo>
                  <a:cubicBezTo>
                    <a:pt x="2231" y="1647"/>
                    <a:pt x="2226" y="1645"/>
                    <a:pt x="2221" y="1642"/>
                  </a:cubicBezTo>
                  <a:cubicBezTo>
                    <a:pt x="2240" y="1640"/>
                    <a:pt x="2259" y="1635"/>
                    <a:pt x="2278" y="1634"/>
                  </a:cubicBezTo>
                  <a:cubicBezTo>
                    <a:pt x="2284" y="1635"/>
                    <a:pt x="2291" y="1635"/>
                    <a:pt x="2297" y="1635"/>
                  </a:cubicBezTo>
                  <a:cubicBezTo>
                    <a:pt x="2311" y="1635"/>
                    <a:pt x="2325" y="1634"/>
                    <a:pt x="2339" y="1631"/>
                  </a:cubicBezTo>
                  <a:cubicBezTo>
                    <a:pt x="2363" y="1622"/>
                    <a:pt x="2390" y="1626"/>
                    <a:pt x="2414" y="1620"/>
                  </a:cubicBezTo>
                  <a:cubicBezTo>
                    <a:pt x="2447" y="1611"/>
                    <a:pt x="2481" y="1607"/>
                    <a:pt x="2515" y="1607"/>
                  </a:cubicBezTo>
                  <a:cubicBezTo>
                    <a:pt x="2519" y="1607"/>
                    <a:pt x="2522" y="1607"/>
                    <a:pt x="2525" y="1607"/>
                  </a:cubicBezTo>
                  <a:cubicBezTo>
                    <a:pt x="2575" y="1606"/>
                    <a:pt x="2625" y="1597"/>
                    <a:pt x="2672" y="1582"/>
                  </a:cubicBezTo>
                  <a:cubicBezTo>
                    <a:pt x="2673" y="1583"/>
                    <a:pt x="2673" y="1584"/>
                    <a:pt x="2674" y="1585"/>
                  </a:cubicBezTo>
                  <a:cubicBezTo>
                    <a:pt x="2675" y="1586"/>
                    <a:pt x="2675" y="1587"/>
                    <a:pt x="2677" y="1588"/>
                  </a:cubicBezTo>
                  <a:cubicBezTo>
                    <a:pt x="2681" y="1593"/>
                    <a:pt x="2685" y="1598"/>
                    <a:pt x="2688" y="1603"/>
                  </a:cubicBezTo>
                  <a:lnTo>
                    <a:pt x="2692" y="1608"/>
                  </a:lnTo>
                  <a:cubicBezTo>
                    <a:pt x="2692" y="1606"/>
                    <a:pt x="2692" y="1606"/>
                    <a:pt x="2692" y="1609"/>
                  </a:cubicBezTo>
                  <a:cubicBezTo>
                    <a:pt x="2692" y="1610"/>
                    <a:pt x="2692" y="1612"/>
                    <a:pt x="2693" y="1613"/>
                  </a:cubicBezTo>
                  <a:lnTo>
                    <a:pt x="2693" y="1614"/>
                  </a:lnTo>
                  <a:cubicBezTo>
                    <a:pt x="2661" y="1621"/>
                    <a:pt x="2629" y="1627"/>
                    <a:pt x="2597" y="1633"/>
                  </a:cubicBezTo>
                  <a:cubicBezTo>
                    <a:pt x="2520" y="1646"/>
                    <a:pt x="2446" y="1666"/>
                    <a:pt x="2368" y="1676"/>
                  </a:cubicBezTo>
                  <a:cubicBezTo>
                    <a:pt x="2341" y="1679"/>
                    <a:pt x="2314" y="1681"/>
                    <a:pt x="2287" y="1684"/>
                  </a:cubicBezTo>
                  <a:cubicBezTo>
                    <a:pt x="2287" y="1684"/>
                    <a:pt x="2287" y="1682"/>
                    <a:pt x="2287" y="1681"/>
                  </a:cubicBezTo>
                  <a:lnTo>
                    <a:pt x="2286" y="1680"/>
                  </a:lnTo>
                  <a:cubicBezTo>
                    <a:pt x="2286" y="1679"/>
                    <a:pt x="2287" y="1678"/>
                    <a:pt x="2287" y="1678"/>
                  </a:cubicBezTo>
                  <a:cubicBezTo>
                    <a:pt x="2287" y="1676"/>
                    <a:pt x="2286" y="1674"/>
                    <a:pt x="2285" y="1672"/>
                  </a:cubicBezTo>
                  <a:cubicBezTo>
                    <a:pt x="2284" y="1670"/>
                    <a:pt x="2283" y="1669"/>
                    <a:pt x="2281" y="1668"/>
                  </a:cubicBezTo>
                  <a:cubicBezTo>
                    <a:pt x="2279" y="1667"/>
                    <a:pt x="2278" y="1667"/>
                    <a:pt x="2276" y="1667"/>
                  </a:cubicBezTo>
                  <a:cubicBezTo>
                    <a:pt x="2265" y="1665"/>
                    <a:pt x="2255" y="1661"/>
                    <a:pt x="2246" y="1656"/>
                  </a:cubicBezTo>
                  <a:cubicBezTo>
                    <a:pt x="2243" y="1654"/>
                    <a:pt x="2239" y="1652"/>
                    <a:pt x="2236" y="1649"/>
                  </a:cubicBezTo>
                  <a:moveTo>
                    <a:pt x="2698" y="1542"/>
                  </a:moveTo>
                  <a:cubicBezTo>
                    <a:pt x="2693" y="1546"/>
                    <a:pt x="2687" y="1549"/>
                    <a:pt x="2681" y="1551"/>
                  </a:cubicBezTo>
                  <a:cubicBezTo>
                    <a:pt x="2683" y="1537"/>
                    <a:pt x="2683" y="1524"/>
                    <a:pt x="2683" y="1510"/>
                  </a:cubicBezTo>
                  <a:cubicBezTo>
                    <a:pt x="2683" y="1496"/>
                    <a:pt x="2683" y="1483"/>
                    <a:pt x="2681" y="1469"/>
                  </a:cubicBezTo>
                  <a:cubicBezTo>
                    <a:pt x="2687" y="1471"/>
                    <a:pt x="2692" y="1473"/>
                    <a:pt x="2698" y="1475"/>
                  </a:cubicBezTo>
                  <a:cubicBezTo>
                    <a:pt x="2696" y="1489"/>
                    <a:pt x="2695" y="1502"/>
                    <a:pt x="2695" y="1516"/>
                  </a:cubicBezTo>
                  <a:cubicBezTo>
                    <a:pt x="2695" y="1526"/>
                    <a:pt x="2692" y="1535"/>
                    <a:pt x="2699" y="1542"/>
                  </a:cubicBezTo>
                  <a:lnTo>
                    <a:pt x="2698" y="1542"/>
                  </a:lnTo>
                  <a:moveTo>
                    <a:pt x="2775" y="1594"/>
                  </a:moveTo>
                  <a:cubicBezTo>
                    <a:pt x="2755" y="1599"/>
                    <a:pt x="2735" y="1604"/>
                    <a:pt x="2715" y="1609"/>
                  </a:cubicBezTo>
                  <a:cubicBezTo>
                    <a:pt x="2714" y="1608"/>
                    <a:pt x="2714" y="1608"/>
                    <a:pt x="2714" y="1607"/>
                  </a:cubicBezTo>
                  <a:cubicBezTo>
                    <a:pt x="2713" y="1606"/>
                    <a:pt x="2712" y="1605"/>
                    <a:pt x="2711" y="1604"/>
                  </a:cubicBezTo>
                  <a:cubicBezTo>
                    <a:pt x="2710" y="1603"/>
                    <a:pt x="2709" y="1603"/>
                    <a:pt x="2708" y="1603"/>
                  </a:cubicBezTo>
                  <a:cubicBezTo>
                    <a:pt x="2711" y="1603"/>
                    <a:pt x="2705" y="1600"/>
                    <a:pt x="2704" y="1600"/>
                  </a:cubicBezTo>
                  <a:lnTo>
                    <a:pt x="2700" y="1595"/>
                  </a:lnTo>
                  <a:cubicBezTo>
                    <a:pt x="2697" y="1591"/>
                    <a:pt x="2694" y="1587"/>
                    <a:pt x="2691" y="1584"/>
                  </a:cubicBezTo>
                  <a:cubicBezTo>
                    <a:pt x="2689" y="1581"/>
                    <a:pt x="2686" y="1579"/>
                    <a:pt x="2683" y="1577"/>
                  </a:cubicBezTo>
                  <a:cubicBezTo>
                    <a:pt x="2691" y="1574"/>
                    <a:pt x="2699" y="1571"/>
                    <a:pt x="2707" y="1567"/>
                  </a:cubicBezTo>
                  <a:cubicBezTo>
                    <a:pt x="2708" y="1568"/>
                    <a:pt x="2708" y="1568"/>
                    <a:pt x="2709" y="1569"/>
                  </a:cubicBezTo>
                  <a:cubicBezTo>
                    <a:pt x="2731" y="1579"/>
                    <a:pt x="2753" y="1588"/>
                    <a:pt x="2776" y="1594"/>
                  </a:cubicBezTo>
                  <a:lnTo>
                    <a:pt x="2775" y="1594"/>
                  </a:lnTo>
                  <a:moveTo>
                    <a:pt x="2715" y="1483"/>
                  </a:moveTo>
                  <a:cubicBezTo>
                    <a:pt x="2743" y="1498"/>
                    <a:pt x="2735" y="1515"/>
                    <a:pt x="2717" y="1529"/>
                  </a:cubicBezTo>
                  <a:cubicBezTo>
                    <a:pt x="2717" y="1526"/>
                    <a:pt x="2718" y="1523"/>
                    <a:pt x="2718" y="1520"/>
                  </a:cubicBezTo>
                  <a:cubicBezTo>
                    <a:pt x="2718" y="1516"/>
                    <a:pt x="2717" y="1513"/>
                    <a:pt x="2717" y="1510"/>
                  </a:cubicBezTo>
                  <a:cubicBezTo>
                    <a:pt x="2717" y="1501"/>
                    <a:pt x="2717" y="1492"/>
                    <a:pt x="2716" y="1483"/>
                  </a:cubicBezTo>
                  <a:lnTo>
                    <a:pt x="2715" y="1483"/>
                  </a:lnTo>
                  <a:moveTo>
                    <a:pt x="2920" y="1568"/>
                  </a:moveTo>
                  <a:cubicBezTo>
                    <a:pt x="2925" y="1565"/>
                    <a:pt x="2929" y="1562"/>
                    <a:pt x="2933" y="1558"/>
                  </a:cubicBezTo>
                  <a:cubicBezTo>
                    <a:pt x="2936" y="1555"/>
                    <a:pt x="2938" y="1552"/>
                    <a:pt x="2941" y="1549"/>
                  </a:cubicBezTo>
                  <a:cubicBezTo>
                    <a:pt x="2939" y="1555"/>
                    <a:pt x="2939" y="1561"/>
                    <a:pt x="2939" y="1567"/>
                  </a:cubicBezTo>
                  <a:cubicBezTo>
                    <a:pt x="2939" y="1569"/>
                    <a:pt x="2939" y="1571"/>
                    <a:pt x="2939" y="1573"/>
                  </a:cubicBezTo>
                  <a:cubicBezTo>
                    <a:pt x="2939" y="1579"/>
                    <a:pt x="2942" y="1581"/>
                    <a:pt x="2941" y="1587"/>
                  </a:cubicBezTo>
                  <a:cubicBezTo>
                    <a:pt x="2941" y="1588"/>
                    <a:pt x="2941" y="1589"/>
                    <a:pt x="2941" y="1590"/>
                  </a:cubicBezTo>
                  <a:cubicBezTo>
                    <a:pt x="2941" y="1594"/>
                    <a:pt x="2942" y="1598"/>
                    <a:pt x="2943" y="1602"/>
                  </a:cubicBezTo>
                  <a:lnTo>
                    <a:pt x="2942" y="1603"/>
                  </a:lnTo>
                  <a:cubicBezTo>
                    <a:pt x="2941" y="1604"/>
                    <a:pt x="2940" y="1604"/>
                    <a:pt x="2940" y="1605"/>
                  </a:cubicBezTo>
                  <a:cubicBezTo>
                    <a:pt x="2939" y="1606"/>
                    <a:pt x="2939" y="1606"/>
                    <a:pt x="2939" y="1607"/>
                  </a:cubicBezTo>
                  <a:cubicBezTo>
                    <a:pt x="2939" y="1612"/>
                    <a:pt x="2927" y="1620"/>
                    <a:pt x="2914" y="1627"/>
                  </a:cubicBezTo>
                  <a:cubicBezTo>
                    <a:pt x="2915" y="1607"/>
                    <a:pt x="2918" y="1588"/>
                    <a:pt x="2921" y="1568"/>
                  </a:cubicBezTo>
                  <a:lnTo>
                    <a:pt x="2920" y="1568"/>
                  </a:lnTo>
                  <a:moveTo>
                    <a:pt x="161" y="1549"/>
                  </a:moveTo>
                  <a:lnTo>
                    <a:pt x="163" y="1549"/>
                  </a:lnTo>
                  <a:cubicBezTo>
                    <a:pt x="162" y="1565"/>
                    <a:pt x="159" y="1581"/>
                    <a:pt x="156" y="1597"/>
                  </a:cubicBezTo>
                  <a:lnTo>
                    <a:pt x="156" y="1599"/>
                  </a:lnTo>
                  <a:cubicBezTo>
                    <a:pt x="159" y="1583"/>
                    <a:pt x="161" y="1566"/>
                    <a:pt x="162" y="1549"/>
                  </a:cubicBezTo>
                  <a:lnTo>
                    <a:pt x="161" y="1549"/>
                  </a:lnTo>
                  <a:moveTo>
                    <a:pt x="161" y="1745"/>
                  </a:moveTo>
                  <a:cubicBezTo>
                    <a:pt x="163" y="1723"/>
                    <a:pt x="164" y="1701"/>
                    <a:pt x="164" y="1679"/>
                  </a:cubicBezTo>
                  <a:cubicBezTo>
                    <a:pt x="164" y="1674"/>
                    <a:pt x="164" y="1669"/>
                    <a:pt x="164" y="1664"/>
                  </a:cubicBezTo>
                  <a:cubicBezTo>
                    <a:pt x="194" y="1709"/>
                    <a:pt x="307" y="1724"/>
                    <a:pt x="342" y="1735"/>
                  </a:cubicBezTo>
                  <a:cubicBezTo>
                    <a:pt x="401" y="1755"/>
                    <a:pt x="456" y="1757"/>
                    <a:pt x="515" y="1769"/>
                  </a:cubicBezTo>
                  <a:cubicBezTo>
                    <a:pt x="549" y="1775"/>
                    <a:pt x="582" y="1784"/>
                    <a:pt x="616" y="1788"/>
                  </a:cubicBezTo>
                  <a:cubicBezTo>
                    <a:pt x="643" y="1792"/>
                    <a:pt x="671" y="1790"/>
                    <a:pt x="697" y="1796"/>
                  </a:cubicBezTo>
                  <a:cubicBezTo>
                    <a:pt x="730" y="1801"/>
                    <a:pt x="763" y="1804"/>
                    <a:pt x="797" y="1804"/>
                  </a:cubicBezTo>
                  <a:cubicBezTo>
                    <a:pt x="810" y="1804"/>
                    <a:pt x="824" y="1803"/>
                    <a:pt x="838" y="1803"/>
                  </a:cubicBezTo>
                  <a:cubicBezTo>
                    <a:pt x="864" y="1801"/>
                    <a:pt x="889" y="1806"/>
                    <a:pt x="915" y="1806"/>
                  </a:cubicBezTo>
                  <a:cubicBezTo>
                    <a:pt x="918" y="1806"/>
                    <a:pt x="920" y="1806"/>
                    <a:pt x="923" y="1806"/>
                  </a:cubicBezTo>
                  <a:cubicBezTo>
                    <a:pt x="952" y="1806"/>
                    <a:pt x="982" y="1808"/>
                    <a:pt x="1011" y="1812"/>
                  </a:cubicBezTo>
                  <a:cubicBezTo>
                    <a:pt x="1112" y="1830"/>
                    <a:pt x="1215" y="1839"/>
                    <a:pt x="1318" y="1839"/>
                  </a:cubicBezTo>
                  <a:cubicBezTo>
                    <a:pt x="1328" y="1839"/>
                    <a:pt x="1337" y="1839"/>
                    <a:pt x="1347" y="1839"/>
                  </a:cubicBezTo>
                  <a:cubicBezTo>
                    <a:pt x="1368" y="1839"/>
                    <a:pt x="1389" y="1837"/>
                    <a:pt x="1410" y="1836"/>
                  </a:cubicBezTo>
                  <a:cubicBezTo>
                    <a:pt x="1411" y="1836"/>
                    <a:pt x="1412" y="1836"/>
                    <a:pt x="1413" y="1836"/>
                  </a:cubicBezTo>
                  <a:cubicBezTo>
                    <a:pt x="1414" y="1836"/>
                    <a:pt x="1415" y="1836"/>
                    <a:pt x="1416" y="1836"/>
                  </a:cubicBezTo>
                  <a:cubicBezTo>
                    <a:pt x="1518" y="1830"/>
                    <a:pt x="1620" y="1820"/>
                    <a:pt x="1722" y="1819"/>
                  </a:cubicBezTo>
                  <a:cubicBezTo>
                    <a:pt x="1733" y="1819"/>
                    <a:pt x="1744" y="1819"/>
                    <a:pt x="1756" y="1819"/>
                  </a:cubicBezTo>
                  <a:cubicBezTo>
                    <a:pt x="1803" y="1819"/>
                    <a:pt x="1850" y="1817"/>
                    <a:pt x="1896" y="1812"/>
                  </a:cubicBezTo>
                  <a:cubicBezTo>
                    <a:pt x="1957" y="1804"/>
                    <a:pt x="2019" y="1812"/>
                    <a:pt x="2080" y="1806"/>
                  </a:cubicBezTo>
                  <a:cubicBezTo>
                    <a:pt x="2137" y="1802"/>
                    <a:pt x="2194" y="1801"/>
                    <a:pt x="2252" y="1796"/>
                  </a:cubicBezTo>
                  <a:cubicBezTo>
                    <a:pt x="2296" y="1792"/>
                    <a:pt x="2340" y="1794"/>
                    <a:pt x="2385" y="1786"/>
                  </a:cubicBezTo>
                  <a:cubicBezTo>
                    <a:pt x="2441" y="1776"/>
                    <a:pt x="2503" y="1777"/>
                    <a:pt x="2558" y="1761"/>
                  </a:cubicBezTo>
                  <a:cubicBezTo>
                    <a:pt x="2633" y="1739"/>
                    <a:pt x="2710" y="1719"/>
                    <a:pt x="2785" y="1700"/>
                  </a:cubicBezTo>
                  <a:cubicBezTo>
                    <a:pt x="2822" y="1691"/>
                    <a:pt x="2857" y="1677"/>
                    <a:pt x="2890" y="1658"/>
                  </a:cubicBezTo>
                  <a:cubicBezTo>
                    <a:pt x="2892" y="1657"/>
                    <a:pt x="2894" y="1656"/>
                    <a:pt x="2896" y="1655"/>
                  </a:cubicBezTo>
                  <a:lnTo>
                    <a:pt x="2900" y="1653"/>
                  </a:lnTo>
                  <a:cubicBezTo>
                    <a:pt x="2901" y="1653"/>
                    <a:pt x="2902" y="1653"/>
                    <a:pt x="2903" y="1653"/>
                  </a:cubicBezTo>
                  <a:cubicBezTo>
                    <a:pt x="2905" y="1653"/>
                    <a:pt x="2907" y="1653"/>
                    <a:pt x="2909" y="1652"/>
                  </a:cubicBezTo>
                  <a:cubicBezTo>
                    <a:pt x="2910" y="1651"/>
                    <a:pt x="2911" y="1650"/>
                    <a:pt x="2912" y="1648"/>
                  </a:cubicBezTo>
                  <a:cubicBezTo>
                    <a:pt x="2912" y="1647"/>
                    <a:pt x="2913" y="1647"/>
                    <a:pt x="2913" y="1646"/>
                  </a:cubicBezTo>
                  <a:cubicBezTo>
                    <a:pt x="2919" y="1644"/>
                    <a:pt x="2924" y="1642"/>
                    <a:pt x="2928" y="1639"/>
                  </a:cubicBezTo>
                  <a:cubicBezTo>
                    <a:pt x="2938" y="1633"/>
                    <a:pt x="2946" y="1626"/>
                    <a:pt x="2953" y="1616"/>
                  </a:cubicBezTo>
                  <a:cubicBezTo>
                    <a:pt x="2954" y="1617"/>
                    <a:pt x="2955" y="1617"/>
                    <a:pt x="2957" y="1617"/>
                  </a:cubicBezTo>
                  <a:cubicBezTo>
                    <a:pt x="2958" y="1617"/>
                    <a:pt x="2959" y="1617"/>
                    <a:pt x="2960" y="1616"/>
                  </a:cubicBezTo>
                  <a:cubicBezTo>
                    <a:pt x="2964" y="1645"/>
                    <a:pt x="2969" y="1673"/>
                    <a:pt x="2975" y="1701"/>
                  </a:cubicBezTo>
                  <a:cubicBezTo>
                    <a:pt x="2981" y="1729"/>
                    <a:pt x="2979" y="1753"/>
                    <a:pt x="2982" y="1778"/>
                  </a:cubicBezTo>
                  <a:cubicBezTo>
                    <a:pt x="2979" y="1789"/>
                    <a:pt x="2974" y="1799"/>
                    <a:pt x="2969" y="1808"/>
                  </a:cubicBezTo>
                  <a:cubicBezTo>
                    <a:pt x="2956" y="1830"/>
                    <a:pt x="2938" y="1849"/>
                    <a:pt x="2916" y="1862"/>
                  </a:cubicBezTo>
                  <a:cubicBezTo>
                    <a:pt x="2911" y="1866"/>
                    <a:pt x="2905" y="1869"/>
                    <a:pt x="2899" y="1872"/>
                  </a:cubicBezTo>
                  <a:cubicBezTo>
                    <a:pt x="2834" y="1900"/>
                    <a:pt x="2758" y="1911"/>
                    <a:pt x="2690" y="1925"/>
                  </a:cubicBezTo>
                  <a:cubicBezTo>
                    <a:pt x="2589" y="1948"/>
                    <a:pt x="2482" y="1949"/>
                    <a:pt x="2381" y="1972"/>
                  </a:cubicBezTo>
                  <a:cubicBezTo>
                    <a:pt x="2314" y="1987"/>
                    <a:pt x="2243" y="1983"/>
                    <a:pt x="2176" y="1995"/>
                  </a:cubicBezTo>
                  <a:cubicBezTo>
                    <a:pt x="2139" y="2001"/>
                    <a:pt x="2102" y="2004"/>
                    <a:pt x="2065" y="2005"/>
                  </a:cubicBezTo>
                  <a:cubicBezTo>
                    <a:pt x="2024" y="2007"/>
                    <a:pt x="1982" y="2013"/>
                    <a:pt x="1939" y="2015"/>
                  </a:cubicBezTo>
                  <a:cubicBezTo>
                    <a:pt x="1911" y="2015"/>
                    <a:pt x="1884" y="2021"/>
                    <a:pt x="1855" y="2022"/>
                  </a:cubicBezTo>
                  <a:cubicBezTo>
                    <a:pt x="1833" y="2022"/>
                    <a:pt x="1820" y="2020"/>
                    <a:pt x="1804" y="2030"/>
                  </a:cubicBezTo>
                  <a:cubicBezTo>
                    <a:pt x="1764" y="2031"/>
                    <a:pt x="1724" y="2033"/>
                    <a:pt x="1684" y="2033"/>
                  </a:cubicBezTo>
                  <a:lnTo>
                    <a:pt x="1524" y="2033"/>
                  </a:lnTo>
                  <a:cubicBezTo>
                    <a:pt x="1483" y="2033"/>
                    <a:pt x="1442" y="2025"/>
                    <a:pt x="1401" y="2026"/>
                  </a:cubicBezTo>
                  <a:cubicBezTo>
                    <a:pt x="1313" y="2027"/>
                    <a:pt x="1224" y="2009"/>
                    <a:pt x="1136" y="2009"/>
                  </a:cubicBezTo>
                  <a:cubicBezTo>
                    <a:pt x="1048" y="2009"/>
                    <a:pt x="966" y="1995"/>
                    <a:pt x="881" y="1989"/>
                  </a:cubicBezTo>
                  <a:cubicBezTo>
                    <a:pt x="791" y="1983"/>
                    <a:pt x="702" y="1971"/>
                    <a:pt x="612" y="1968"/>
                  </a:cubicBezTo>
                  <a:cubicBezTo>
                    <a:pt x="514" y="1965"/>
                    <a:pt x="415" y="1961"/>
                    <a:pt x="321" y="1930"/>
                  </a:cubicBezTo>
                  <a:cubicBezTo>
                    <a:pt x="290" y="1920"/>
                    <a:pt x="260" y="1907"/>
                    <a:pt x="232" y="1891"/>
                  </a:cubicBezTo>
                  <a:cubicBezTo>
                    <a:pt x="224" y="1886"/>
                    <a:pt x="215" y="1881"/>
                    <a:pt x="207" y="1876"/>
                  </a:cubicBezTo>
                  <a:cubicBezTo>
                    <a:pt x="198" y="1867"/>
                    <a:pt x="189" y="1858"/>
                    <a:pt x="180" y="1849"/>
                  </a:cubicBezTo>
                  <a:cubicBezTo>
                    <a:pt x="176" y="1845"/>
                    <a:pt x="161" y="1840"/>
                    <a:pt x="158" y="1835"/>
                  </a:cubicBezTo>
                  <a:lnTo>
                    <a:pt x="158" y="1834"/>
                  </a:lnTo>
                  <a:cubicBezTo>
                    <a:pt x="157" y="1833"/>
                    <a:pt x="156" y="1831"/>
                    <a:pt x="154" y="1830"/>
                  </a:cubicBezTo>
                  <a:lnTo>
                    <a:pt x="153" y="1830"/>
                  </a:lnTo>
                  <a:cubicBezTo>
                    <a:pt x="153" y="1803"/>
                    <a:pt x="159" y="1773"/>
                    <a:pt x="161" y="1747"/>
                  </a:cubicBezTo>
                  <a:lnTo>
                    <a:pt x="161" y="1745"/>
                  </a:lnTo>
                  <a:moveTo>
                    <a:pt x="2977" y="1863"/>
                  </a:moveTo>
                  <a:lnTo>
                    <a:pt x="2977" y="1863"/>
                  </a:lnTo>
                  <a:moveTo>
                    <a:pt x="141" y="1740"/>
                  </a:moveTo>
                  <a:cubicBezTo>
                    <a:pt x="141" y="1742"/>
                    <a:pt x="141" y="1743"/>
                    <a:pt x="141" y="1744"/>
                  </a:cubicBezTo>
                  <a:cubicBezTo>
                    <a:pt x="142" y="1748"/>
                    <a:pt x="142" y="1751"/>
                    <a:pt x="142" y="1754"/>
                  </a:cubicBezTo>
                  <a:cubicBezTo>
                    <a:pt x="142" y="1757"/>
                    <a:pt x="142" y="1761"/>
                    <a:pt x="141" y="1764"/>
                  </a:cubicBezTo>
                  <a:cubicBezTo>
                    <a:pt x="141" y="1762"/>
                    <a:pt x="141" y="1759"/>
                    <a:pt x="141" y="1758"/>
                  </a:cubicBezTo>
                  <a:cubicBezTo>
                    <a:pt x="141" y="1755"/>
                    <a:pt x="141" y="1752"/>
                    <a:pt x="141" y="1750"/>
                  </a:cubicBezTo>
                  <a:cubicBezTo>
                    <a:pt x="141" y="1747"/>
                    <a:pt x="141" y="1744"/>
                    <a:pt x="141" y="1742"/>
                  </a:cubicBezTo>
                  <a:lnTo>
                    <a:pt x="141" y="1740"/>
                  </a:lnTo>
                  <a:moveTo>
                    <a:pt x="191" y="4258"/>
                  </a:moveTo>
                  <a:cubicBezTo>
                    <a:pt x="185" y="4254"/>
                    <a:pt x="179" y="4250"/>
                    <a:pt x="173" y="4246"/>
                  </a:cubicBezTo>
                  <a:cubicBezTo>
                    <a:pt x="144" y="4229"/>
                    <a:pt x="118" y="4206"/>
                    <a:pt x="99" y="4178"/>
                  </a:cubicBezTo>
                  <a:cubicBezTo>
                    <a:pt x="99" y="4177"/>
                    <a:pt x="29" y="4086"/>
                    <a:pt x="44" y="4084"/>
                  </a:cubicBezTo>
                  <a:lnTo>
                    <a:pt x="45" y="4084"/>
                  </a:lnTo>
                  <a:lnTo>
                    <a:pt x="46" y="4083"/>
                  </a:lnTo>
                  <a:cubicBezTo>
                    <a:pt x="46" y="4082"/>
                    <a:pt x="47" y="4082"/>
                    <a:pt x="47" y="4081"/>
                  </a:cubicBezTo>
                  <a:cubicBezTo>
                    <a:pt x="47" y="4080"/>
                    <a:pt x="46" y="4080"/>
                    <a:pt x="46" y="4079"/>
                  </a:cubicBezTo>
                  <a:lnTo>
                    <a:pt x="45" y="4078"/>
                  </a:lnTo>
                  <a:lnTo>
                    <a:pt x="44" y="4078"/>
                  </a:lnTo>
                  <a:cubicBezTo>
                    <a:pt x="44" y="4076"/>
                    <a:pt x="45" y="4075"/>
                    <a:pt x="45" y="4074"/>
                  </a:cubicBezTo>
                  <a:cubicBezTo>
                    <a:pt x="45" y="4072"/>
                    <a:pt x="44" y="4070"/>
                    <a:pt x="43" y="4068"/>
                  </a:cubicBezTo>
                  <a:cubicBezTo>
                    <a:pt x="43" y="4067"/>
                    <a:pt x="42" y="4067"/>
                    <a:pt x="42" y="4066"/>
                  </a:cubicBezTo>
                  <a:cubicBezTo>
                    <a:pt x="37" y="4061"/>
                    <a:pt x="41" y="4034"/>
                    <a:pt x="41" y="4027"/>
                  </a:cubicBezTo>
                  <a:cubicBezTo>
                    <a:pt x="41" y="4025"/>
                    <a:pt x="41" y="4023"/>
                    <a:pt x="41" y="4021"/>
                  </a:cubicBezTo>
                  <a:cubicBezTo>
                    <a:pt x="41" y="4010"/>
                    <a:pt x="40" y="3999"/>
                    <a:pt x="38" y="3988"/>
                  </a:cubicBezTo>
                  <a:cubicBezTo>
                    <a:pt x="45" y="3993"/>
                    <a:pt x="51" y="3999"/>
                    <a:pt x="56" y="4005"/>
                  </a:cubicBezTo>
                  <a:cubicBezTo>
                    <a:pt x="73" y="4028"/>
                    <a:pt x="92" y="4049"/>
                    <a:pt x="113" y="4068"/>
                  </a:cubicBezTo>
                  <a:cubicBezTo>
                    <a:pt x="133" y="4084"/>
                    <a:pt x="136" y="4108"/>
                    <a:pt x="162" y="4115"/>
                  </a:cubicBezTo>
                  <a:cubicBezTo>
                    <a:pt x="163" y="4116"/>
                    <a:pt x="163" y="4116"/>
                    <a:pt x="164" y="4116"/>
                  </a:cubicBezTo>
                  <a:cubicBezTo>
                    <a:pt x="164" y="4116"/>
                    <a:pt x="165" y="4116"/>
                    <a:pt x="165" y="4115"/>
                  </a:cubicBezTo>
                  <a:cubicBezTo>
                    <a:pt x="166" y="4117"/>
                    <a:pt x="167" y="4118"/>
                    <a:pt x="167" y="4119"/>
                  </a:cubicBezTo>
                  <a:cubicBezTo>
                    <a:pt x="175" y="4133"/>
                    <a:pt x="186" y="4146"/>
                    <a:pt x="199" y="4156"/>
                  </a:cubicBezTo>
                  <a:cubicBezTo>
                    <a:pt x="193" y="4186"/>
                    <a:pt x="191" y="4216"/>
                    <a:pt x="191" y="4246"/>
                  </a:cubicBezTo>
                  <a:cubicBezTo>
                    <a:pt x="191" y="4250"/>
                    <a:pt x="191" y="4255"/>
                    <a:pt x="191" y="4259"/>
                  </a:cubicBezTo>
                  <a:lnTo>
                    <a:pt x="191" y="4258"/>
                  </a:lnTo>
                  <a:moveTo>
                    <a:pt x="303" y="4334"/>
                  </a:moveTo>
                  <a:lnTo>
                    <a:pt x="286" y="4325"/>
                  </a:lnTo>
                  <a:cubicBezTo>
                    <a:pt x="262" y="4311"/>
                    <a:pt x="240" y="4295"/>
                    <a:pt x="219" y="4279"/>
                  </a:cubicBezTo>
                  <a:cubicBezTo>
                    <a:pt x="219" y="4278"/>
                    <a:pt x="219" y="4278"/>
                    <a:pt x="219" y="4278"/>
                  </a:cubicBezTo>
                  <a:cubicBezTo>
                    <a:pt x="220" y="4276"/>
                    <a:pt x="221" y="4274"/>
                    <a:pt x="221" y="4271"/>
                  </a:cubicBezTo>
                  <a:cubicBezTo>
                    <a:pt x="221" y="4268"/>
                    <a:pt x="221" y="4266"/>
                    <a:pt x="221" y="4264"/>
                  </a:cubicBezTo>
                  <a:cubicBezTo>
                    <a:pt x="221" y="4232"/>
                    <a:pt x="219" y="4200"/>
                    <a:pt x="215" y="4168"/>
                  </a:cubicBezTo>
                  <a:cubicBezTo>
                    <a:pt x="229" y="4179"/>
                    <a:pt x="243" y="4190"/>
                    <a:pt x="256" y="4202"/>
                  </a:cubicBezTo>
                  <a:cubicBezTo>
                    <a:pt x="265" y="4210"/>
                    <a:pt x="276" y="4218"/>
                    <a:pt x="288" y="4225"/>
                  </a:cubicBezTo>
                  <a:cubicBezTo>
                    <a:pt x="296" y="4229"/>
                    <a:pt x="304" y="4234"/>
                    <a:pt x="313" y="4237"/>
                  </a:cubicBezTo>
                  <a:cubicBezTo>
                    <a:pt x="308" y="4270"/>
                    <a:pt x="304" y="4302"/>
                    <a:pt x="303" y="4335"/>
                  </a:cubicBezTo>
                  <a:lnTo>
                    <a:pt x="303" y="4334"/>
                  </a:lnTo>
                  <a:moveTo>
                    <a:pt x="538" y="4452"/>
                  </a:moveTo>
                  <a:cubicBezTo>
                    <a:pt x="471" y="4418"/>
                    <a:pt x="403" y="4387"/>
                    <a:pt x="336" y="4352"/>
                  </a:cubicBezTo>
                  <a:cubicBezTo>
                    <a:pt x="336" y="4316"/>
                    <a:pt x="333" y="4280"/>
                    <a:pt x="327" y="4245"/>
                  </a:cubicBezTo>
                  <a:lnTo>
                    <a:pt x="358" y="4257"/>
                  </a:lnTo>
                  <a:cubicBezTo>
                    <a:pt x="396" y="4271"/>
                    <a:pt x="433" y="4288"/>
                    <a:pt x="472" y="4302"/>
                  </a:cubicBezTo>
                  <a:cubicBezTo>
                    <a:pt x="495" y="4311"/>
                    <a:pt x="518" y="4321"/>
                    <a:pt x="540" y="4333"/>
                  </a:cubicBezTo>
                  <a:cubicBezTo>
                    <a:pt x="535" y="4347"/>
                    <a:pt x="532" y="4362"/>
                    <a:pt x="532" y="4377"/>
                  </a:cubicBezTo>
                  <a:cubicBezTo>
                    <a:pt x="531" y="4385"/>
                    <a:pt x="530" y="4393"/>
                    <a:pt x="530" y="4400"/>
                  </a:cubicBezTo>
                  <a:cubicBezTo>
                    <a:pt x="530" y="4418"/>
                    <a:pt x="533" y="4436"/>
                    <a:pt x="538" y="4453"/>
                  </a:cubicBezTo>
                  <a:lnTo>
                    <a:pt x="538" y="4452"/>
                  </a:lnTo>
                  <a:moveTo>
                    <a:pt x="1136" y="4488"/>
                  </a:moveTo>
                  <a:cubicBezTo>
                    <a:pt x="1134" y="4496"/>
                    <a:pt x="1133" y="4504"/>
                    <a:pt x="1133" y="4512"/>
                  </a:cubicBezTo>
                  <a:cubicBezTo>
                    <a:pt x="1133" y="4514"/>
                    <a:pt x="1133" y="4516"/>
                    <a:pt x="1134" y="4519"/>
                  </a:cubicBezTo>
                  <a:cubicBezTo>
                    <a:pt x="1128" y="4530"/>
                    <a:pt x="1124" y="4541"/>
                    <a:pt x="1121" y="4553"/>
                  </a:cubicBezTo>
                  <a:cubicBezTo>
                    <a:pt x="1120" y="4557"/>
                    <a:pt x="1119" y="4561"/>
                    <a:pt x="1118" y="4564"/>
                  </a:cubicBezTo>
                  <a:cubicBezTo>
                    <a:pt x="1117" y="4569"/>
                    <a:pt x="1116" y="4574"/>
                    <a:pt x="1116" y="4579"/>
                  </a:cubicBezTo>
                  <a:cubicBezTo>
                    <a:pt x="1116" y="4579"/>
                    <a:pt x="1116" y="4580"/>
                    <a:pt x="1116" y="4581"/>
                  </a:cubicBezTo>
                  <a:cubicBezTo>
                    <a:pt x="1115" y="4582"/>
                    <a:pt x="1114" y="4584"/>
                    <a:pt x="1113" y="4586"/>
                  </a:cubicBezTo>
                  <a:cubicBezTo>
                    <a:pt x="1112" y="4587"/>
                    <a:pt x="1111" y="4589"/>
                    <a:pt x="1111" y="4590"/>
                  </a:cubicBezTo>
                  <a:cubicBezTo>
                    <a:pt x="1105" y="4602"/>
                    <a:pt x="979" y="4579"/>
                    <a:pt x="964" y="4579"/>
                  </a:cubicBezTo>
                  <a:cubicBezTo>
                    <a:pt x="940" y="4579"/>
                    <a:pt x="916" y="4576"/>
                    <a:pt x="891" y="4573"/>
                  </a:cubicBezTo>
                  <a:cubicBezTo>
                    <a:pt x="878" y="4569"/>
                    <a:pt x="865" y="4565"/>
                    <a:pt x="852" y="4561"/>
                  </a:cubicBezTo>
                  <a:cubicBezTo>
                    <a:pt x="754" y="4527"/>
                    <a:pt x="653" y="4512"/>
                    <a:pt x="561" y="4464"/>
                  </a:cubicBezTo>
                  <a:lnTo>
                    <a:pt x="549" y="4457"/>
                  </a:lnTo>
                  <a:cubicBezTo>
                    <a:pt x="549" y="4457"/>
                    <a:pt x="550" y="4457"/>
                    <a:pt x="550" y="4456"/>
                  </a:cubicBezTo>
                  <a:lnTo>
                    <a:pt x="551" y="4455"/>
                  </a:lnTo>
                  <a:cubicBezTo>
                    <a:pt x="563" y="4418"/>
                    <a:pt x="554" y="4379"/>
                    <a:pt x="560" y="4340"/>
                  </a:cubicBezTo>
                  <a:cubicBezTo>
                    <a:pt x="566" y="4343"/>
                    <a:pt x="572" y="4345"/>
                    <a:pt x="579" y="4348"/>
                  </a:cubicBezTo>
                  <a:cubicBezTo>
                    <a:pt x="579" y="4357"/>
                    <a:pt x="579" y="4367"/>
                    <a:pt x="579" y="4376"/>
                  </a:cubicBezTo>
                  <a:cubicBezTo>
                    <a:pt x="579" y="4380"/>
                    <a:pt x="579" y="4383"/>
                    <a:pt x="579" y="4386"/>
                  </a:cubicBezTo>
                  <a:cubicBezTo>
                    <a:pt x="579" y="4394"/>
                    <a:pt x="580" y="4403"/>
                    <a:pt x="583" y="4410"/>
                  </a:cubicBezTo>
                  <a:cubicBezTo>
                    <a:pt x="583" y="4411"/>
                    <a:pt x="583" y="4411"/>
                    <a:pt x="583" y="4411"/>
                  </a:cubicBezTo>
                  <a:cubicBezTo>
                    <a:pt x="584" y="4412"/>
                    <a:pt x="584" y="4412"/>
                    <a:pt x="585" y="4413"/>
                  </a:cubicBezTo>
                  <a:cubicBezTo>
                    <a:pt x="586" y="4413"/>
                    <a:pt x="587" y="4414"/>
                    <a:pt x="588" y="4414"/>
                  </a:cubicBezTo>
                  <a:cubicBezTo>
                    <a:pt x="589" y="4414"/>
                    <a:pt x="590" y="4413"/>
                    <a:pt x="590" y="4413"/>
                  </a:cubicBezTo>
                  <a:cubicBezTo>
                    <a:pt x="591" y="4412"/>
                    <a:pt x="592" y="4412"/>
                    <a:pt x="592" y="4411"/>
                  </a:cubicBezTo>
                  <a:cubicBezTo>
                    <a:pt x="592" y="4411"/>
                    <a:pt x="593" y="4411"/>
                    <a:pt x="593" y="4410"/>
                  </a:cubicBezTo>
                  <a:cubicBezTo>
                    <a:pt x="600" y="4396"/>
                    <a:pt x="604" y="4379"/>
                    <a:pt x="604" y="4362"/>
                  </a:cubicBezTo>
                  <a:cubicBezTo>
                    <a:pt x="604" y="4359"/>
                    <a:pt x="604" y="4356"/>
                    <a:pt x="604" y="4353"/>
                  </a:cubicBezTo>
                  <a:cubicBezTo>
                    <a:pt x="608" y="4353"/>
                    <a:pt x="613" y="4355"/>
                    <a:pt x="617" y="4356"/>
                  </a:cubicBezTo>
                  <a:cubicBezTo>
                    <a:pt x="615" y="4361"/>
                    <a:pt x="614" y="4367"/>
                    <a:pt x="614" y="4373"/>
                  </a:cubicBezTo>
                  <a:cubicBezTo>
                    <a:pt x="614" y="4381"/>
                    <a:pt x="616" y="4390"/>
                    <a:pt x="620" y="4398"/>
                  </a:cubicBezTo>
                  <a:cubicBezTo>
                    <a:pt x="621" y="4398"/>
                    <a:pt x="622" y="4399"/>
                    <a:pt x="623" y="4400"/>
                  </a:cubicBezTo>
                  <a:cubicBezTo>
                    <a:pt x="624" y="4400"/>
                    <a:pt x="625" y="4401"/>
                    <a:pt x="626" y="4401"/>
                  </a:cubicBezTo>
                  <a:cubicBezTo>
                    <a:pt x="627" y="4401"/>
                    <a:pt x="628" y="4400"/>
                    <a:pt x="629" y="4400"/>
                  </a:cubicBezTo>
                  <a:cubicBezTo>
                    <a:pt x="630" y="4399"/>
                    <a:pt x="630" y="4399"/>
                    <a:pt x="630" y="4398"/>
                  </a:cubicBezTo>
                  <a:cubicBezTo>
                    <a:pt x="635" y="4391"/>
                    <a:pt x="637" y="4382"/>
                    <a:pt x="637" y="4373"/>
                  </a:cubicBezTo>
                  <a:cubicBezTo>
                    <a:pt x="637" y="4368"/>
                    <a:pt x="636" y="4363"/>
                    <a:pt x="635" y="4358"/>
                  </a:cubicBezTo>
                  <a:lnTo>
                    <a:pt x="663" y="4362"/>
                  </a:lnTo>
                  <a:cubicBezTo>
                    <a:pt x="657" y="4404"/>
                    <a:pt x="652" y="4460"/>
                    <a:pt x="671" y="4497"/>
                  </a:cubicBezTo>
                  <a:cubicBezTo>
                    <a:pt x="671" y="4497"/>
                    <a:pt x="672" y="4497"/>
                    <a:pt x="672" y="4498"/>
                  </a:cubicBezTo>
                  <a:cubicBezTo>
                    <a:pt x="672" y="4499"/>
                    <a:pt x="673" y="4499"/>
                    <a:pt x="674" y="4500"/>
                  </a:cubicBezTo>
                  <a:cubicBezTo>
                    <a:pt x="675" y="4500"/>
                    <a:pt x="676" y="4501"/>
                    <a:pt x="678" y="4501"/>
                  </a:cubicBezTo>
                  <a:cubicBezTo>
                    <a:pt x="679" y="4501"/>
                    <a:pt x="680" y="4500"/>
                    <a:pt x="681" y="4500"/>
                  </a:cubicBezTo>
                  <a:cubicBezTo>
                    <a:pt x="682" y="4499"/>
                    <a:pt x="683" y="4499"/>
                    <a:pt x="684" y="4498"/>
                  </a:cubicBezTo>
                  <a:cubicBezTo>
                    <a:pt x="684" y="4497"/>
                    <a:pt x="684" y="4496"/>
                    <a:pt x="684" y="4495"/>
                  </a:cubicBezTo>
                  <a:cubicBezTo>
                    <a:pt x="686" y="4482"/>
                    <a:pt x="687" y="4468"/>
                    <a:pt x="687" y="4455"/>
                  </a:cubicBezTo>
                  <a:cubicBezTo>
                    <a:pt x="687" y="4449"/>
                    <a:pt x="687" y="4442"/>
                    <a:pt x="686" y="4436"/>
                  </a:cubicBezTo>
                  <a:cubicBezTo>
                    <a:pt x="686" y="4412"/>
                    <a:pt x="686" y="4389"/>
                    <a:pt x="685" y="4365"/>
                  </a:cubicBezTo>
                  <a:cubicBezTo>
                    <a:pt x="691" y="4365"/>
                    <a:pt x="697" y="4367"/>
                    <a:pt x="703" y="4368"/>
                  </a:cubicBezTo>
                  <a:lnTo>
                    <a:pt x="718" y="4371"/>
                  </a:lnTo>
                  <a:cubicBezTo>
                    <a:pt x="718" y="4393"/>
                    <a:pt x="713" y="4414"/>
                    <a:pt x="722" y="4435"/>
                  </a:cubicBezTo>
                  <a:cubicBezTo>
                    <a:pt x="725" y="4441"/>
                    <a:pt x="733" y="4444"/>
                    <a:pt x="736" y="4437"/>
                  </a:cubicBezTo>
                  <a:cubicBezTo>
                    <a:pt x="741" y="4423"/>
                    <a:pt x="743" y="4409"/>
                    <a:pt x="743" y="4395"/>
                  </a:cubicBezTo>
                  <a:cubicBezTo>
                    <a:pt x="743" y="4392"/>
                    <a:pt x="743" y="4389"/>
                    <a:pt x="743" y="4386"/>
                  </a:cubicBezTo>
                  <a:cubicBezTo>
                    <a:pt x="743" y="4382"/>
                    <a:pt x="743" y="4379"/>
                    <a:pt x="743" y="4376"/>
                  </a:cubicBezTo>
                  <a:cubicBezTo>
                    <a:pt x="813" y="4391"/>
                    <a:pt x="882" y="4409"/>
                    <a:pt x="953" y="4417"/>
                  </a:cubicBezTo>
                  <a:cubicBezTo>
                    <a:pt x="1017" y="4425"/>
                    <a:pt x="1078" y="4434"/>
                    <a:pt x="1141" y="4447"/>
                  </a:cubicBezTo>
                  <a:cubicBezTo>
                    <a:pt x="1140" y="4461"/>
                    <a:pt x="1139" y="4475"/>
                    <a:pt x="1136" y="4489"/>
                  </a:cubicBezTo>
                  <a:lnTo>
                    <a:pt x="1136" y="4488"/>
                  </a:lnTo>
                  <a:moveTo>
                    <a:pt x="2378" y="4441"/>
                  </a:moveTo>
                  <a:cubicBezTo>
                    <a:pt x="2377" y="4467"/>
                    <a:pt x="2374" y="4493"/>
                    <a:pt x="2374" y="4519"/>
                  </a:cubicBezTo>
                  <a:cubicBezTo>
                    <a:pt x="2374" y="4520"/>
                    <a:pt x="2374" y="4520"/>
                    <a:pt x="2374" y="4520"/>
                  </a:cubicBezTo>
                  <a:cubicBezTo>
                    <a:pt x="2372" y="4521"/>
                    <a:pt x="2370" y="4523"/>
                    <a:pt x="2369" y="4525"/>
                  </a:cubicBezTo>
                  <a:cubicBezTo>
                    <a:pt x="2368" y="4525"/>
                    <a:pt x="2368" y="4526"/>
                    <a:pt x="2368" y="4526"/>
                  </a:cubicBezTo>
                  <a:cubicBezTo>
                    <a:pt x="2367" y="4528"/>
                    <a:pt x="2366" y="4530"/>
                    <a:pt x="2365" y="4532"/>
                  </a:cubicBezTo>
                  <a:cubicBezTo>
                    <a:pt x="2359" y="4542"/>
                    <a:pt x="2351" y="4550"/>
                    <a:pt x="2341" y="4556"/>
                  </a:cubicBezTo>
                  <a:cubicBezTo>
                    <a:pt x="2340" y="4556"/>
                    <a:pt x="2339" y="4557"/>
                    <a:pt x="2338" y="4558"/>
                  </a:cubicBezTo>
                  <a:cubicBezTo>
                    <a:pt x="2313" y="4565"/>
                    <a:pt x="2288" y="4572"/>
                    <a:pt x="2263" y="4578"/>
                  </a:cubicBezTo>
                  <a:cubicBezTo>
                    <a:pt x="2254" y="4578"/>
                    <a:pt x="2245" y="4579"/>
                    <a:pt x="2237" y="4579"/>
                  </a:cubicBezTo>
                  <a:cubicBezTo>
                    <a:pt x="2182" y="4581"/>
                    <a:pt x="2128" y="4590"/>
                    <a:pt x="2072" y="4590"/>
                  </a:cubicBezTo>
                  <a:cubicBezTo>
                    <a:pt x="1971" y="4590"/>
                    <a:pt x="1871" y="4607"/>
                    <a:pt x="1771" y="4608"/>
                  </a:cubicBezTo>
                  <a:cubicBezTo>
                    <a:pt x="1671" y="4608"/>
                    <a:pt x="1570" y="4627"/>
                    <a:pt x="1469" y="4627"/>
                  </a:cubicBezTo>
                  <a:cubicBezTo>
                    <a:pt x="1450" y="4627"/>
                    <a:pt x="1430" y="4628"/>
                    <a:pt x="1410" y="4628"/>
                  </a:cubicBezTo>
                  <a:cubicBezTo>
                    <a:pt x="1366" y="4628"/>
                    <a:pt x="1321" y="4626"/>
                    <a:pt x="1277" y="4621"/>
                  </a:cubicBezTo>
                  <a:cubicBezTo>
                    <a:pt x="1239" y="4615"/>
                    <a:pt x="1205" y="4621"/>
                    <a:pt x="1183" y="4579"/>
                  </a:cubicBezTo>
                  <a:cubicBezTo>
                    <a:pt x="1176" y="4566"/>
                    <a:pt x="1160" y="4561"/>
                    <a:pt x="1160" y="4547"/>
                  </a:cubicBezTo>
                  <a:cubicBezTo>
                    <a:pt x="1160" y="4546"/>
                    <a:pt x="1160" y="4546"/>
                    <a:pt x="1160" y="4546"/>
                  </a:cubicBezTo>
                  <a:cubicBezTo>
                    <a:pt x="1160" y="4545"/>
                    <a:pt x="1160" y="4545"/>
                    <a:pt x="1160" y="4545"/>
                  </a:cubicBezTo>
                  <a:cubicBezTo>
                    <a:pt x="1160" y="4535"/>
                    <a:pt x="1160" y="4526"/>
                    <a:pt x="1160" y="4517"/>
                  </a:cubicBezTo>
                  <a:cubicBezTo>
                    <a:pt x="1160" y="4515"/>
                    <a:pt x="1160" y="4514"/>
                    <a:pt x="1160" y="4513"/>
                  </a:cubicBezTo>
                  <a:cubicBezTo>
                    <a:pt x="1160" y="4492"/>
                    <a:pt x="1161" y="4472"/>
                    <a:pt x="1165" y="4452"/>
                  </a:cubicBezTo>
                  <a:cubicBezTo>
                    <a:pt x="1228" y="4467"/>
                    <a:pt x="1293" y="4469"/>
                    <a:pt x="1356" y="4482"/>
                  </a:cubicBezTo>
                  <a:cubicBezTo>
                    <a:pt x="1438" y="4498"/>
                    <a:pt x="1530" y="4496"/>
                    <a:pt x="1613" y="4494"/>
                  </a:cubicBezTo>
                  <a:cubicBezTo>
                    <a:pt x="1663" y="4494"/>
                    <a:pt x="1714" y="4497"/>
                    <a:pt x="1764" y="4497"/>
                  </a:cubicBezTo>
                  <a:cubicBezTo>
                    <a:pt x="1774" y="4498"/>
                    <a:pt x="1784" y="4498"/>
                    <a:pt x="1794" y="4498"/>
                  </a:cubicBezTo>
                  <a:cubicBezTo>
                    <a:pt x="1817" y="4498"/>
                    <a:pt x="1840" y="4497"/>
                    <a:pt x="1863" y="4494"/>
                  </a:cubicBezTo>
                  <a:cubicBezTo>
                    <a:pt x="1864" y="4494"/>
                    <a:pt x="1865" y="4494"/>
                    <a:pt x="1866" y="4494"/>
                  </a:cubicBezTo>
                  <a:cubicBezTo>
                    <a:pt x="1911" y="4494"/>
                    <a:pt x="1957" y="4490"/>
                    <a:pt x="2002" y="4484"/>
                  </a:cubicBezTo>
                  <a:cubicBezTo>
                    <a:pt x="2002" y="4494"/>
                    <a:pt x="2001" y="4504"/>
                    <a:pt x="2001" y="4513"/>
                  </a:cubicBezTo>
                  <a:cubicBezTo>
                    <a:pt x="2001" y="4515"/>
                    <a:pt x="2001" y="4517"/>
                    <a:pt x="2001" y="4519"/>
                  </a:cubicBezTo>
                  <a:cubicBezTo>
                    <a:pt x="2001" y="4527"/>
                    <a:pt x="2003" y="4534"/>
                    <a:pt x="2007" y="4541"/>
                  </a:cubicBezTo>
                  <a:cubicBezTo>
                    <a:pt x="2008" y="4543"/>
                    <a:pt x="2010" y="4546"/>
                    <a:pt x="2012" y="4548"/>
                  </a:cubicBezTo>
                  <a:lnTo>
                    <a:pt x="2013" y="4549"/>
                  </a:lnTo>
                  <a:cubicBezTo>
                    <a:pt x="2014" y="4549"/>
                    <a:pt x="2015" y="4550"/>
                    <a:pt x="2016" y="4550"/>
                  </a:cubicBezTo>
                  <a:cubicBezTo>
                    <a:pt x="2017" y="4550"/>
                    <a:pt x="2019" y="4549"/>
                    <a:pt x="2020" y="4549"/>
                  </a:cubicBezTo>
                  <a:cubicBezTo>
                    <a:pt x="2020" y="4549"/>
                    <a:pt x="2020" y="4548"/>
                    <a:pt x="2021" y="4548"/>
                  </a:cubicBezTo>
                  <a:cubicBezTo>
                    <a:pt x="2023" y="4546"/>
                    <a:pt x="2023" y="4543"/>
                    <a:pt x="2025" y="4541"/>
                  </a:cubicBezTo>
                  <a:cubicBezTo>
                    <a:pt x="2028" y="4534"/>
                    <a:pt x="2031" y="4527"/>
                    <a:pt x="2031" y="4520"/>
                  </a:cubicBezTo>
                  <a:cubicBezTo>
                    <a:pt x="2031" y="4518"/>
                    <a:pt x="2031" y="4517"/>
                    <a:pt x="2031" y="4515"/>
                  </a:cubicBezTo>
                  <a:cubicBezTo>
                    <a:pt x="2031" y="4512"/>
                    <a:pt x="2031" y="4509"/>
                    <a:pt x="2031" y="4505"/>
                  </a:cubicBezTo>
                  <a:cubicBezTo>
                    <a:pt x="2031" y="4496"/>
                    <a:pt x="2031" y="4487"/>
                    <a:pt x="2029" y="4478"/>
                  </a:cubicBezTo>
                  <a:cubicBezTo>
                    <a:pt x="2038" y="4476"/>
                    <a:pt x="2047" y="4474"/>
                    <a:pt x="2056" y="4472"/>
                  </a:cubicBezTo>
                  <a:cubicBezTo>
                    <a:pt x="2056" y="4478"/>
                    <a:pt x="2056" y="4483"/>
                    <a:pt x="2054" y="4488"/>
                  </a:cubicBezTo>
                  <a:cubicBezTo>
                    <a:pt x="2054" y="4491"/>
                    <a:pt x="2054" y="4493"/>
                    <a:pt x="2054" y="4495"/>
                  </a:cubicBezTo>
                  <a:cubicBezTo>
                    <a:pt x="2054" y="4504"/>
                    <a:pt x="2056" y="4512"/>
                    <a:pt x="2060" y="4519"/>
                  </a:cubicBezTo>
                  <a:cubicBezTo>
                    <a:pt x="2060" y="4520"/>
                    <a:pt x="2061" y="4520"/>
                    <a:pt x="2062" y="4521"/>
                  </a:cubicBezTo>
                  <a:cubicBezTo>
                    <a:pt x="2062" y="4521"/>
                    <a:pt x="2063" y="4521"/>
                    <a:pt x="2064" y="4521"/>
                  </a:cubicBezTo>
                  <a:cubicBezTo>
                    <a:pt x="2065" y="4521"/>
                    <a:pt x="2066" y="4521"/>
                    <a:pt x="2067" y="4521"/>
                  </a:cubicBezTo>
                  <a:cubicBezTo>
                    <a:pt x="2068" y="4520"/>
                    <a:pt x="2068" y="4520"/>
                    <a:pt x="2069" y="4519"/>
                  </a:cubicBezTo>
                  <a:cubicBezTo>
                    <a:pt x="2073" y="4512"/>
                    <a:pt x="2075" y="4504"/>
                    <a:pt x="2075" y="4496"/>
                  </a:cubicBezTo>
                  <a:cubicBezTo>
                    <a:pt x="2075" y="4494"/>
                    <a:pt x="2075" y="4493"/>
                    <a:pt x="2075" y="4491"/>
                  </a:cubicBezTo>
                  <a:lnTo>
                    <a:pt x="2075" y="4490"/>
                  </a:lnTo>
                  <a:cubicBezTo>
                    <a:pt x="2075" y="4483"/>
                    <a:pt x="2074" y="4476"/>
                    <a:pt x="2073" y="4469"/>
                  </a:cubicBezTo>
                  <a:cubicBezTo>
                    <a:pt x="2086" y="4467"/>
                    <a:pt x="2099" y="4466"/>
                    <a:pt x="2112" y="4464"/>
                  </a:cubicBezTo>
                  <a:cubicBezTo>
                    <a:pt x="2112" y="4470"/>
                    <a:pt x="2114" y="4477"/>
                    <a:pt x="2117" y="4482"/>
                  </a:cubicBezTo>
                  <a:cubicBezTo>
                    <a:pt x="2119" y="4486"/>
                    <a:pt x="2122" y="4489"/>
                    <a:pt x="2125" y="4492"/>
                  </a:cubicBezTo>
                  <a:cubicBezTo>
                    <a:pt x="2126" y="4492"/>
                    <a:pt x="2126" y="4492"/>
                    <a:pt x="2127" y="4493"/>
                  </a:cubicBezTo>
                  <a:cubicBezTo>
                    <a:pt x="2128" y="4493"/>
                    <a:pt x="2129" y="4494"/>
                    <a:pt x="2131" y="4494"/>
                  </a:cubicBezTo>
                  <a:cubicBezTo>
                    <a:pt x="2132" y="4494"/>
                    <a:pt x="2133" y="4493"/>
                    <a:pt x="2134" y="4493"/>
                  </a:cubicBezTo>
                  <a:cubicBezTo>
                    <a:pt x="2135" y="4492"/>
                    <a:pt x="2136" y="4492"/>
                    <a:pt x="2136" y="4492"/>
                  </a:cubicBezTo>
                  <a:cubicBezTo>
                    <a:pt x="2136" y="4491"/>
                    <a:pt x="2137" y="4491"/>
                    <a:pt x="2137" y="4491"/>
                  </a:cubicBezTo>
                  <a:cubicBezTo>
                    <a:pt x="2138" y="4488"/>
                    <a:pt x="2139" y="4486"/>
                    <a:pt x="2139" y="4483"/>
                  </a:cubicBezTo>
                  <a:cubicBezTo>
                    <a:pt x="2140" y="4482"/>
                    <a:pt x="2140" y="4480"/>
                    <a:pt x="2140" y="4479"/>
                  </a:cubicBezTo>
                  <a:cubicBezTo>
                    <a:pt x="2140" y="4475"/>
                    <a:pt x="2139" y="4472"/>
                    <a:pt x="2138" y="4469"/>
                  </a:cubicBezTo>
                  <a:cubicBezTo>
                    <a:pt x="2138" y="4466"/>
                    <a:pt x="2136" y="4464"/>
                    <a:pt x="2135" y="4462"/>
                  </a:cubicBezTo>
                  <a:lnTo>
                    <a:pt x="2161" y="4458"/>
                  </a:lnTo>
                  <a:cubicBezTo>
                    <a:pt x="2160" y="4467"/>
                    <a:pt x="2159" y="4475"/>
                    <a:pt x="2159" y="4484"/>
                  </a:cubicBezTo>
                  <a:cubicBezTo>
                    <a:pt x="2159" y="4500"/>
                    <a:pt x="2161" y="4516"/>
                    <a:pt x="2166" y="4532"/>
                  </a:cubicBezTo>
                  <a:lnTo>
                    <a:pt x="2166" y="4533"/>
                  </a:lnTo>
                  <a:cubicBezTo>
                    <a:pt x="2166" y="4534"/>
                    <a:pt x="2167" y="4534"/>
                    <a:pt x="2168" y="4535"/>
                  </a:cubicBezTo>
                  <a:cubicBezTo>
                    <a:pt x="2169" y="4535"/>
                    <a:pt x="2171" y="4536"/>
                    <a:pt x="2172" y="4536"/>
                  </a:cubicBezTo>
                  <a:cubicBezTo>
                    <a:pt x="2173" y="4536"/>
                    <a:pt x="2174" y="4535"/>
                    <a:pt x="2175" y="4535"/>
                  </a:cubicBezTo>
                  <a:cubicBezTo>
                    <a:pt x="2176" y="4534"/>
                    <a:pt x="2177" y="4534"/>
                    <a:pt x="2178" y="4533"/>
                  </a:cubicBezTo>
                  <a:cubicBezTo>
                    <a:pt x="2178" y="4532"/>
                    <a:pt x="2178" y="4532"/>
                    <a:pt x="2178" y="4532"/>
                  </a:cubicBezTo>
                  <a:cubicBezTo>
                    <a:pt x="2182" y="4516"/>
                    <a:pt x="2184" y="4499"/>
                    <a:pt x="2184" y="4482"/>
                  </a:cubicBezTo>
                  <a:cubicBezTo>
                    <a:pt x="2184" y="4472"/>
                    <a:pt x="2184" y="4463"/>
                    <a:pt x="2182" y="4453"/>
                  </a:cubicBezTo>
                  <a:lnTo>
                    <a:pt x="2186" y="4453"/>
                  </a:lnTo>
                  <a:cubicBezTo>
                    <a:pt x="2251" y="4438"/>
                    <a:pt x="2315" y="4420"/>
                    <a:pt x="2379" y="4398"/>
                  </a:cubicBezTo>
                  <a:cubicBezTo>
                    <a:pt x="2378" y="4413"/>
                    <a:pt x="2380" y="4428"/>
                    <a:pt x="2378" y="4442"/>
                  </a:cubicBezTo>
                  <a:lnTo>
                    <a:pt x="2378" y="4441"/>
                  </a:lnTo>
                  <a:moveTo>
                    <a:pt x="2554" y="4489"/>
                  </a:moveTo>
                  <a:cubicBezTo>
                    <a:pt x="2534" y="4494"/>
                    <a:pt x="2508" y="4492"/>
                    <a:pt x="2491" y="4502"/>
                  </a:cubicBezTo>
                  <a:cubicBezTo>
                    <a:pt x="2489" y="4491"/>
                    <a:pt x="2489" y="4478"/>
                    <a:pt x="2488" y="4467"/>
                  </a:cubicBezTo>
                  <a:cubicBezTo>
                    <a:pt x="2486" y="4455"/>
                    <a:pt x="2479" y="4440"/>
                    <a:pt x="2478" y="4426"/>
                  </a:cubicBezTo>
                  <a:cubicBezTo>
                    <a:pt x="2478" y="4422"/>
                    <a:pt x="2471" y="4423"/>
                    <a:pt x="2471" y="4426"/>
                  </a:cubicBezTo>
                  <a:cubicBezTo>
                    <a:pt x="2472" y="4430"/>
                    <a:pt x="2473" y="4435"/>
                    <a:pt x="2474" y="4439"/>
                  </a:cubicBezTo>
                  <a:cubicBezTo>
                    <a:pt x="2476" y="4444"/>
                    <a:pt x="2476" y="4449"/>
                    <a:pt x="2476" y="4455"/>
                  </a:cubicBezTo>
                  <a:cubicBezTo>
                    <a:pt x="2476" y="4462"/>
                    <a:pt x="2475" y="4469"/>
                    <a:pt x="2473" y="4475"/>
                  </a:cubicBezTo>
                  <a:cubicBezTo>
                    <a:pt x="2472" y="4482"/>
                    <a:pt x="2471" y="4488"/>
                    <a:pt x="2471" y="4495"/>
                  </a:cubicBezTo>
                  <a:cubicBezTo>
                    <a:pt x="2471" y="4501"/>
                    <a:pt x="2472" y="4508"/>
                    <a:pt x="2473" y="4514"/>
                  </a:cubicBezTo>
                  <a:lnTo>
                    <a:pt x="2427" y="4529"/>
                  </a:lnTo>
                  <a:lnTo>
                    <a:pt x="2412" y="4534"/>
                  </a:lnTo>
                  <a:lnTo>
                    <a:pt x="2409" y="4534"/>
                  </a:lnTo>
                  <a:cubicBezTo>
                    <a:pt x="2411" y="4507"/>
                    <a:pt x="2408" y="4479"/>
                    <a:pt x="2406" y="4452"/>
                  </a:cubicBezTo>
                  <a:cubicBezTo>
                    <a:pt x="2406" y="4432"/>
                    <a:pt x="2405" y="4410"/>
                    <a:pt x="2403" y="4389"/>
                  </a:cubicBezTo>
                  <a:lnTo>
                    <a:pt x="2418" y="4383"/>
                  </a:lnTo>
                  <a:cubicBezTo>
                    <a:pt x="2477" y="4361"/>
                    <a:pt x="2540" y="4344"/>
                    <a:pt x="2602" y="4324"/>
                  </a:cubicBezTo>
                  <a:cubicBezTo>
                    <a:pt x="2602" y="4326"/>
                    <a:pt x="2602" y="4328"/>
                    <a:pt x="2602" y="4329"/>
                  </a:cubicBezTo>
                  <a:cubicBezTo>
                    <a:pt x="2601" y="4343"/>
                    <a:pt x="2602" y="4358"/>
                    <a:pt x="2602" y="4372"/>
                  </a:cubicBezTo>
                  <a:cubicBezTo>
                    <a:pt x="2601" y="4380"/>
                    <a:pt x="2601" y="4389"/>
                    <a:pt x="2601" y="4397"/>
                  </a:cubicBezTo>
                  <a:cubicBezTo>
                    <a:pt x="2601" y="4417"/>
                    <a:pt x="2602" y="4437"/>
                    <a:pt x="2604" y="4457"/>
                  </a:cubicBezTo>
                  <a:cubicBezTo>
                    <a:pt x="2604" y="4459"/>
                    <a:pt x="2605" y="4459"/>
                    <a:pt x="2606" y="4461"/>
                  </a:cubicBezTo>
                  <a:cubicBezTo>
                    <a:pt x="2606" y="4462"/>
                    <a:pt x="2607" y="4463"/>
                    <a:pt x="2607" y="4464"/>
                  </a:cubicBezTo>
                  <a:cubicBezTo>
                    <a:pt x="2602" y="4467"/>
                    <a:pt x="2598" y="4470"/>
                    <a:pt x="2593" y="4473"/>
                  </a:cubicBezTo>
                  <a:cubicBezTo>
                    <a:pt x="2581" y="4480"/>
                    <a:pt x="2568" y="4485"/>
                    <a:pt x="2555" y="4489"/>
                  </a:cubicBezTo>
                  <a:lnTo>
                    <a:pt x="2554" y="4489"/>
                  </a:lnTo>
                  <a:moveTo>
                    <a:pt x="2648" y="4362"/>
                  </a:moveTo>
                  <a:cubicBezTo>
                    <a:pt x="2645" y="4388"/>
                    <a:pt x="2644" y="4414"/>
                    <a:pt x="2644" y="4440"/>
                  </a:cubicBezTo>
                  <a:lnTo>
                    <a:pt x="2644" y="4441"/>
                  </a:lnTo>
                  <a:lnTo>
                    <a:pt x="2634" y="4447"/>
                  </a:lnTo>
                  <a:lnTo>
                    <a:pt x="2623" y="4454"/>
                  </a:lnTo>
                  <a:cubicBezTo>
                    <a:pt x="2622" y="4416"/>
                    <a:pt x="2619" y="4379"/>
                    <a:pt x="2618" y="4341"/>
                  </a:cubicBezTo>
                  <a:cubicBezTo>
                    <a:pt x="2618" y="4335"/>
                    <a:pt x="2618" y="4327"/>
                    <a:pt x="2618" y="4320"/>
                  </a:cubicBezTo>
                  <a:lnTo>
                    <a:pt x="2656" y="4307"/>
                  </a:lnTo>
                  <a:cubicBezTo>
                    <a:pt x="2656" y="4325"/>
                    <a:pt x="2649" y="4349"/>
                    <a:pt x="2648" y="4363"/>
                  </a:cubicBezTo>
                  <a:lnTo>
                    <a:pt x="2648" y="4362"/>
                  </a:lnTo>
                  <a:moveTo>
                    <a:pt x="2857" y="4264"/>
                  </a:moveTo>
                  <a:cubicBezTo>
                    <a:pt x="2857" y="4285"/>
                    <a:pt x="2852" y="4308"/>
                    <a:pt x="2853" y="4329"/>
                  </a:cubicBezTo>
                  <a:cubicBezTo>
                    <a:pt x="2791" y="4358"/>
                    <a:pt x="2731" y="4390"/>
                    <a:pt x="2671" y="4424"/>
                  </a:cubicBezTo>
                  <a:cubicBezTo>
                    <a:pt x="2671" y="4399"/>
                    <a:pt x="2668" y="4375"/>
                    <a:pt x="2666" y="4351"/>
                  </a:cubicBezTo>
                  <a:cubicBezTo>
                    <a:pt x="2666" y="4351"/>
                    <a:pt x="2666" y="4350"/>
                    <a:pt x="2666" y="4349"/>
                  </a:cubicBezTo>
                  <a:cubicBezTo>
                    <a:pt x="2666" y="4333"/>
                    <a:pt x="2665" y="4317"/>
                    <a:pt x="2664" y="4302"/>
                  </a:cubicBezTo>
                  <a:cubicBezTo>
                    <a:pt x="2702" y="4288"/>
                    <a:pt x="2739" y="4272"/>
                    <a:pt x="2774" y="4253"/>
                  </a:cubicBezTo>
                  <a:cubicBezTo>
                    <a:pt x="2800" y="4239"/>
                    <a:pt x="2830" y="4227"/>
                    <a:pt x="2858" y="4213"/>
                  </a:cubicBezTo>
                  <a:cubicBezTo>
                    <a:pt x="2857" y="4231"/>
                    <a:pt x="2857" y="4248"/>
                    <a:pt x="2857" y="4265"/>
                  </a:cubicBezTo>
                  <a:lnTo>
                    <a:pt x="2857" y="4264"/>
                  </a:lnTo>
                  <a:moveTo>
                    <a:pt x="2898" y="4300"/>
                  </a:moveTo>
                  <a:lnTo>
                    <a:pt x="2879" y="4313"/>
                  </a:lnTo>
                  <a:cubicBezTo>
                    <a:pt x="2879" y="4297"/>
                    <a:pt x="2879" y="4281"/>
                    <a:pt x="2879" y="4264"/>
                  </a:cubicBezTo>
                  <a:cubicBezTo>
                    <a:pt x="2879" y="4245"/>
                    <a:pt x="2879" y="4223"/>
                    <a:pt x="2877" y="4202"/>
                  </a:cubicBezTo>
                  <a:cubicBezTo>
                    <a:pt x="2885" y="4198"/>
                    <a:pt x="2893" y="4193"/>
                    <a:pt x="2901" y="4188"/>
                  </a:cubicBezTo>
                  <a:cubicBezTo>
                    <a:pt x="2899" y="4203"/>
                    <a:pt x="2898" y="4218"/>
                    <a:pt x="2898" y="4234"/>
                  </a:cubicBezTo>
                  <a:cubicBezTo>
                    <a:pt x="2897" y="4244"/>
                    <a:pt x="2896" y="4253"/>
                    <a:pt x="2896" y="4263"/>
                  </a:cubicBezTo>
                  <a:cubicBezTo>
                    <a:pt x="2896" y="4276"/>
                    <a:pt x="2897" y="4289"/>
                    <a:pt x="2899" y="4302"/>
                  </a:cubicBezTo>
                  <a:lnTo>
                    <a:pt x="2898" y="4300"/>
                  </a:lnTo>
                  <a:moveTo>
                    <a:pt x="2938" y="4266"/>
                  </a:moveTo>
                  <a:cubicBezTo>
                    <a:pt x="2934" y="4270"/>
                    <a:pt x="2931" y="4273"/>
                    <a:pt x="2927" y="4277"/>
                  </a:cubicBezTo>
                  <a:cubicBezTo>
                    <a:pt x="2926" y="4242"/>
                    <a:pt x="2934" y="4203"/>
                    <a:pt x="2925" y="4169"/>
                  </a:cubicBezTo>
                  <a:cubicBezTo>
                    <a:pt x="2939" y="4158"/>
                    <a:pt x="2954" y="4147"/>
                    <a:pt x="2969" y="4137"/>
                  </a:cubicBezTo>
                  <a:cubicBezTo>
                    <a:pt x="2968" y="4145"/>
                    <a:pt x="2967" y="4152"/>
                    <a:pt x="2967" y="4159"/>
                  </a:cubicBezTo>
                  <a:cubicBezTo>
                    <a:pt x="2967" y="4162"/>
                    <a:pt x="2967" y="4165"/>
                    <a:pt x="2967" y="4168"/>
                  </a:cubicBezTo>
                  <a:cubicBezTo>
                    <a:pt x="2969" y="4174"/>
                    <a:pt x="2970" y="4181"/>
                    <a:pt x="2971" y="4188"/>
                  </a:cubicBezTo>
                  <a:cubicBezTo>
                    <a:pt x="2970" y="4199"/>
                    <a:pt x="2976" y="4210"/>
                    <a:pt x="2974" y="4220"/>
                  </a:cubicBezTo>
                  <a:cubicBezTo>
                    <a:pt x="2974" y="4221"/>
                    <a:pt x="2974" y="4222"/>
                    <a:pt x="2974" y="4223"/>
                  </a:cubicBezTo>
                  <a:cubicBezTo>
                    <a:pt x="2974" y="4225"/>
                    <a:pt x="2974" y="4227"/>
                    <a:pt x="2975" y="4229"/>
                  </a:cubicBezTo>
                  <a:cubicBezTo>
                    <a:pt x="2963" y="4244"/>
                    <a:pt x="2949" y="4255"/>
                    <a:pt x="2938" y="4268"/>
                  </a:cubicBezTo>
                  <a:lnTo>
                    <a:pt x="2938" y="4266"/>
                  </a:lnTo>
                  <a:moveTo>
                    <a:pt x="3077" y="4087"/>
                  </a:moveTo>
                  <a:lnTo>
                    <a:pt x="3076" y="4088"/>
                  </a:lnTo>
                  <a:cubicBezTo>
                    <a:pt x="3074" y="4089"/>
                    <a:pt x="3072" y="4090"/>
                    <a:pt x="3071" y="4092"/>
                  </a:cubicBezTo>
                  <a:cubicBezTo>
                    <a:pt x="3070" y="4094"/>
                    <a:pt x="3070" y="4095"/>
                    <a:pt x="3069" y="4097"/>
                  </a:cubicBezTo>
                  <a:cubicBezTo>
                    <a:pt x="3064" y="4141"/>
                    <a:pt x="3022" y="4161"/>
                    <a:pt x="3002" y="4195"/>
                  </a:cubicBezTo>
                  <a:cubicBezTo>
                    <a:pt x="3001" y="4188"/>
                    <a:pt x="3002" y="4181"/>
                    <a:pt x="3001" y="4173"/>
                  </a:cubicBezTo>
                  <a:cubicBezTo>
                    <a:pt x="2998" y="4164"/>
                    <a:pt x="2997" y="4155"/>
                    <a:pt x="2996" y="4146"/>
                  </a:cubicBezTo>
                  <a:cubicBezTo>
                    <a:pt x="2996" y="4144"/>
                    <a:pt x="2997" y="4141"/>
                    <a:pt x="2997" y="4139"/>
                  </a:cubicBezTo>
                  <a:cubicBezTo>
                    <a:pt x="2997" y="4132"/>
                    <a:pt x="2996" y="4125"/>
                    <a:pt x="2994" y="4119"/>
                  </a:cubicBezTo>
                  <a:cubicBezTo>
                    <a:pt x="3002" y="4112"/>
                    <a:pt x="3010" y="4104"/>
                    <a:pt x="3017" y="4096"/>
                  </a:cubicBezTo>
                  <a:lnTo>
                    <a:pt x="3020" y="4093"/>
                  </a:lnTo>
                  <a:cubicBezTo>
                    <a:pt x="3043" y="4073"/>
                    <a:pt x="3062" y="4050"/>
                    <a:pt x="3078" y="4024"/>
                  </a:cubicBezTo>
                  <a:cubicBezTo>
                    <a:pt x="3079" y="4034"/>
                    <a:pt x="3080" y="4044"/>
                    <a:pt x="3080" y="4054"/>
                  </a:cubicBezTo>
                  <a:cubicBezTo>
                    <a:pt x="3080" y="4065"/>
                    <a:pt x="3079" y="4077"/>
                    <a:pt x="3077" y="4089"/>
                  </a:cubicBezTo>
                  <a:lnTo>
                    <a:pt x="3077" y="4087"/>
                  </a:lnTo>
                  <a:moveTo>
                    <a:pt x="3051" y="3687"/>
                  </a:moveTo>
                  <a:cubicBezTo>
                    <a:pt x="3050" y="3688"/>
                    <a:pt x="3050" y="3689"/>
                    <a:pt x="3049" y="3690"/>
                  </a:cubicBezTo>
                  <a:cubicBezTo>
                    <a:pt x="3048" y="3691"/>
                    <a:pt x="3048" y="3693"/>
                    <a:pt x="3047" y="3694"/>
                  </a:cubicBezTo>
                  <a:cubicBezTo>
                    <a:pt x="3043" y="3667"/>
                    <a:pt x="3040" y="3641"/>
                    <a:pt x="3038" y="3614"/>
                  </a:cubicBezTo>
                  <a:cubicBezTo>
                    <a:pt x="3038" y="3609"/>
                    <a:pt x="3030" y="3609"/>
                    <a:pt x="3030" y="3614"/>
                  </a:cubicBezTo>
                  <a:cubicBezTo>
                    <a:pt x="3030" y="3635"/>
                    <a:pt x="3024" y="3655"/>
                    <a:pt x="3022" y="3677"/>
                  </a:cubicBezTo>
                  <a:cubicBezTo>
                    <a:pt x="3019" y="3698"/>
                    <a:pt x="3024" y="3730"/>
                    <a:pt x="3014" y="3750"/>
                  </a:cubicBezTo>
                  <a:cubicBezTo>
                    <a:pt x="3013" y="3752"/>
                    <a:pt x="3012" y="3755"/>
                    <a:pt x="3012" y="3757"/>
                  </a:cubicBezTo>
                  <a:cubicBezTo>
                    <a:pt x="3012" y="3759"/>
                    <a:pt x="3012" y="3761"/>
                    <a:pt x="3014" y="3764"/>
                  </a:cubicBezTo>
                  <a:cubicBezTo>
                    <a:pt x="3015" y="3766"/>
                    <a:pt x="3017" y="3768"/>
                    <a:pt x="3020" y="3770"/>
                  </a:cubicBezTo>
                  <a:cubicBezTo>
                    <a:pt x="3016" y="3780"/>
                    <a:pt x="3011" y="3790"/>
                    <a:pt x="3006" y="3798"/>
                  </a:cubicBezTo>
                  <a:cubicBezTo>
                    <a:pt x="3005" y="3787"/>
                    <a:pt x="3003" y="3776"/>
                    <a:pt x="3003" y="3765"/>
                  </a:cubicBezTo>
                  <a:cubicBezTo>
                    <a:pt x="3002" y="3740"/>
                    <a:pt x="2999" y="3714"/>
                    <a:pt x="2997" y="3688"/>
                  </a:cubicBezTo>
                  <a:cubicBezTo>
                    <a:pt x="2997" y="3644"/>
                    <a:pt x="2992" y="3601"/>
                    <a:pt x="2981" y="3558"/>
                  </a:cubicBezTo>
                  <a:cubicBezTo>
                    <a:pt x="2981" y="3557"/>
                    <a:pt x="2981" y="3557"/>
                    <a:pt x="2980" y="3557"/>
                  </a:cubicBezTo>
                  <a:lnTo>
                    <a:pt x="2979" y="3557"/>
                  </a:lnTo>
                  <a:lnTo>
                    <a:pt x="2978" y="3557"/>
                  </a:lnTo>
                  <a:cubicBezTo>
                    <a:pt x="2978" y="3557"/>
                    <a:pt x="2977" y="3557"/>
                    <a:pt x="2977" y="3558"/>
                  </a:cubicBezTo>
                  <a:lnTo>
                    <a:pt x="2977" y="3559"/>
                  </a:lnTo>
                  <a:cubicBezTo>
                    <a:pt x="2985" y="3600"/>
                    <a:pt x="2990" y="3642"/>
                    <a:pt x="2990" y="3684"/>
                  </a:cubicBezTo>
                  <a:cubicBezTo>
                    <a:pt x="2990" y="3696"/>
                    <a:pt x="2989" y="3707"/>
                    <a:pt x="2989" y="3719"/>
                  </a:cubicBezTo>
                  <a:cubicBezTo>
                    <a:pt x="2988" y="3753"/>
                    <a:pt x="2987" y="3788"/>
                    <a:pt x="2989" y="3822"/>
                  </a:cubicBezTo>
                  <a:cubicBezTo>
                    <a:pt x="2984" y="3828"/>
                    <a:pt x="2979" y="3833"/>
                    <a:pt x="2973" y="3838"/>
                  </a:cubicBezTo>
                  <a:cubicBezTo>
                    <a:pt x="2968" y="3842"/>
                    <a:pt x="2963" y="3847"/>
                    <a:pt x="2958" y="3851"/>
                  </a:cubicBezTo>
                  <a:cubicBezTo>
                    <a:pt x="2958" y="3788"/>
                    <a:pt x="2947" y="3725"/>
                    <a:pt x="2947" y="3663"/>
                  </a:cubicBezTo>
                  <a:cubicBezTo>
                    <a:pt x="2947" y="3659"/>
                    <a:pt x="2941" y="3658"/>
                    <a:pt x="2941" y="3663"/>
                  </a:cubicBezTo>
                  <a:cubicBezTo>
                    <a:pt x="2940" y="3700"/>
                    <a:pt x="2944" y="3737"/>
                    <a:pt x="2941" y="3774"/>
                  </a:cubicBezTo>
                  <a:cubicBezTo>
                    <a:pt x="2939" y="3805"/>
                    <a:pt x="2936" y="3837"/>
                    <a:pt x="2937" y="3868"/>
                  </a:cubicBezTo>
                  <a:lnTo>
                    <a:pt x="2902" y="3899"/>
                  </a:lnTo>
                  <a:cubicBezTo>
                    <a:pt x="2902" y="3898"/>
                    <a:pt x="2901" y="3898"/>
                    <a:pt x="2900" y="3898"/>
                  </a:cubicBezTo>
                  <a:cubicBezTo>
                    <a:pt x="2899" y="3898"/>
                    <a:pt x="2898" y="3898"/>
                    <a:pt x="2897" y="3899"/>
                  </a:cubicBezTo>
                  <a:cubicBezTo>
                    <a:pt x="2907" y="3853"/>
                    <a:pt x="2891" y="3793"/>
                    <a:pt x="2885" y="3749"/>
                  </a:cubicBezTo>
                  <a:cubicBezTo>
                    <a:pt x="2879" y="3696"/>
                    <a:pt x="2875" y="3644"/>
                    <a:pt x="2872" y="3591"/>
                  </a:cubicBezTo>
                  <a:lnTo>
                    <a:pt x="2872" y="3590"/>
                  </a:lnTo>
                  <a:cubicBezTo>
                    <a:pt x="2871" y="3590"/>
                    <a:pt x="2871" y="3590"/>
                    <a:pt x="2871" y="3590"/>
                  </a:cubicBezTo>
                  <a:cubicBezTo>
                    <a:pt x="2870" y="3590"/>
                    <a:pt x="2870" y="3590"/>
                    <a:pt x="2870" y="3590"/>
                  </a:cubicBezTo>
                  <a:lnTo>
                    <a:pt x="2869" y="3590"/>
                  </a:lnTo>
                  <a:cubicBezTo>
                    <a:pt x="2869" y="3591"/>
                    <a:pt x="2869" y="3591"/>
                    <a:pt x="2869" y="3591"/>
                  </a:cubicBezTo>
                  <a:cubicBezTo>
                    <a:pt x="2866" y="3643"/>
                    <a:pt x="2876" y="3696"/>
                    <a:pt x="2870" y="3748"/>
                  </a:cubicBezTo>
                  <a:cubicBezTo>
                    <a:pt x="2866" y="3779"/>
                    <a:pt x="2864" y="3811"/>
                    <a:pt x="2864" y="3843"/>
                  </a:cubicBezTo>
                  <a:cubicBezTo>
                    <a:pt x="2864" y="3865"/>
                    <a:pt x="2865" y="3887"/>
                    <a:pt x="2867" y="3909"/>
                  </a:cubicBezTo>
                  <a:lnTo>
                    <a:pt x="2848" y="3917"/>
                  </a:lnTo>
                  <a:cubicBezTo>
                    <a:pt x="2846" y="3896"/>
                    <a:pt x="2846" y="3874"/>
                    <a:pt x="2844" y="3853"/>
                  </a:cubicBezTo>
                  <a:cubicBezTo>
                    <a:pt x="2844" y="3834"/>
                    <a:pt x="2839" y="3816"/>
                    <a:pt x="2830" y="3800"/>
                  </a:cubicBezTo>
                  <a:cubicBezTo>
                    <a:pt x="2829" y="3799"/>
                    <a:pt x="2828" y="3797"/>
                    <a:pt x="2827" y="3796"/>
                  </a:cubicBezTo>
                  <a:cubicBezTo>
                    <a:pt x="2825" y="3794"/>
                    <a:pt x="2822" y="3797"/>
                    <a:pt x="2823" y="3799"/>
                  </a:cubicBezTo>
                  <a:cubicBezTo>
                    <a:pt x="2829" y="3807"/>
                    <a:pt x="2827" y="3828"/>
                    <a:pt x="2828" y="3839"/>
                  </a:cubicBezTo>
                  <a:cubicBezTo>
                    <a:pt x="2828" y="3842"/>
                    <a:pt x="2828" y="3844"/>
                    <a:pt x="2828" y="3847"/>
                  </a:cubicBezTo>
                  <a:cubicBezTo>
                    <a:pt x="2828" y="3862"/>
                    <a:pt x="2827" y="3877"/>
                    <a:pt x="2825" y="3892"/>
                  </a:cubicBezTo>
                  <a:cubicBezTo>
                    <a:pt x="2823" y="3904"/>
                    <a:pt x="2821" y="3917"/>
                    <a:pt x="2820" y="3929"/>
                  </a:cubicBezTo>
                  <a:cubicBezTo>
                    <a:pt x="2808" y="3935"/>
                    <a:pt x="2796" y="3940"/>
                    <a:pt x="2784" y="3946"/>
                  </a:cubicBezTo>
                  <a:cubicBezTo>
                    <a:pt x="2781" y="3913"/>
                    <a:pt x="2772" y="3880"/>
                    <a:pt x="2769" y="3847"/>
                  </a:cubicBezTo>
                  <a:cubicBezTo>
                    <a:pt x="2769" y="3844"/>
                    <a:pt x="2765" y="3844"/>
                    <a:pt x="2765" y="3847"/>
                  </a:cubicBezTo>
                  <a:cubicBezTo>
                    <a:pt x="2765" y="3852"/>
                    <a:pt x="2765" y="3857"/>
                    <a:pt x="2765" y="3862"/>
                  </a:cubicBezTo>
                  <a:cubicBezTo>
                    <a:pt x="2765" y="3873"/>
                    <a:pt x="2765" y="3885"/>
                    <a:pt x="2763" y="3897"/>
                  </a:cubicBezTo>
                  <a:cubicBezTo>
                    <a:pt x="2761" y="3916"/>
                    <a:pt x="2761" y="3938"/>
                    <a:pt x="2759" y="3959"/>
                  </a:cubicBezTo>
                  <a:lnTo>
                    <a:pt x="2732" y="3973"/>
                  </a:lnTo>
                  <a:cubicBezTo>
                    <a:pt x="2726" y="3944"/>
                    <a:pt x="2726" y="3909"/>
                    <a:pt x="2723" y="3883"/>
                  </a:cubicBezTo>
                  <a:cubicBezTo>
                    <a:pt x="2719" y="3857"/>
                    <a:pt x="2718" y="3831"/>
                    <a:pt x="2716" y="3805"/>
                  </a:cubicBezTo>
                  <a:cubicBezTo>
                    <a:pt x="2716" y="3800"/>
                    <a:pt x="2709" y="3800"/>
                    <a:pt x="2708" y="3805"/>
                  </a:cubicBezTo>
                  <a:cubicBezTo>
                    <a:pt x="2707" y="3823"/>
                    <a:pt x="2706" y="3841"/>
                    <a:pt x="2706" y="3859"/>
                  </a:cubicBezTo>
                  <a:cubicBezTo>
                    <a:pt x="2706" y="3890"/>
                    <a:pt x="2708" y="3921"/>
                    <a:pt x="2712" y="3951"/>
                  </a:cubicBezTo>
                  <a:cubicBezTo>
                    <a:pt x="2713" y="3959"/>
                    <a:pt x="2712" y="3971"/>
                    <a:pt x="2713" y="3982"/>
                  </a:cubicBezTo>
                  <a:lnTo>
                    <a:pt x="2692" y="3995"/>
                  </a:lnTo>
                  <a:cubicBezTo>
                    <a:pt x="2691" y="3993"/>
                    <a:pt x="2691" y="3990"/>
                    <a:pt x="2690" y="3987"/>
                  </a:cubicBezTo>
                  <a:cubicBezTo>
                    <a:pt x="2688" y="3976"/>
                    <a:pt x="2687" y="3965"/>
                    <a:pt x="2687" y="3954"/>
                  </a:cubicBezTo>
                  <a:cubicBezTo>
                    <a:pt x="2687" y="3949"/>
                    <a:pt x="2679" y="3949"/>
                    <a:pt x="2679" y="3954"/>
                  </a:cubicBezTo>
                  <a:cubicBezTo>
                    <a:pt x="2679" y="3969"/>
                    <a:pt x="2675" y="3984"/>
                    <a:pt x="2676" y="3999"/>
                  </a:cubicBezTo>
                  <a:cubicBezTo>
                    <a:pt x="2676" y="3999"/>
                    <a:pt x="2676" y="4000"/>
                    <a:pt x="2676" y="4001"/>
                  </a:cubicBezTo>
                  <a:cubicBezTo>
                    <a:pt x="2676" y="4002"/>
                    <a:pt x="2676" y="4003"/>
                    <a:pt x="2676" y="4003"/>
                  </a:cubicBezTo>
                  <a:lnTo>
                    <a:pt x="2668" y="4007"/>
                  </a:lnTo>
                  <a:cubicBezTo>
                    <a:pt x="2663" y="4010"/>
                    <a:pt x="2657" y="4013"/>
                    <a:pt x="2652" y="4015"/>
                  </a:cubicBezTo>
                  <a:cubicBezTo>
                    <a:pt x="2652" y="4009"/>
                    <a:pt x="2652" y="4004"/>
                    <a:pt x="2652" y="3999"/>
                  </a:cubicBezTo>
                  <a:cubicBezTo>
                    <a:pt x="2652" y="3987"/>
                    <a:pt x="2646" y="3975"/>
                    <a:pt x="2645" y="3963"/>
                  </a:cubicBezTo>
                  <a:cubicBezTo>
                    <a:pt x="2645" y="3958"/>
                    <a:pt x="2636" y="3958"/>
                    <a:pt x="2636" y="3963"/>
                  </a:cubicBezTo>
                  <a:cubicBezTo>
                    <a:pt x="2636" y="3980"/>
                    <a:pt x="2636" y="3995"/>
                    <a:pt x="2634" y="4012"/>
                  </a:cubicBezTo>
                  <a:cubicBezTo>
                    <a:pt x="2634" y="4015"/>
                    <a:pt x="2634" y="4019"/>
                    <a:pt x="2633" y="4023"/>
                  </a:cubicBezTo>
                  <a:lnTo>
                    <a:pt x="2622" y="4027"/>
                  </a:lnTo>
                  <a:cubicBezTo>
                    <a:pt x="2622" y="4010"/>
                    <a:pt x="2618" y="3994"/>
                    <a:pt x="2618" y="3976"/>
                  </a:cubicBezTo>
                  <a:cubicBezTo>
                    <a:pt x="2618" y="3972"/>
                    <a:pt x="2618" y="3967"/>
                    <a:pt x="2618" y="3963"/>
                  </a:cubicBezTo>
                  <a:cubicBezTo>
                    <a:pt x="2618" y="3942"/>
                    <a:pt x="2616" y="3922"/>
                    <a:pt x="2611" y="3902"/>
                  </a:cubicBezTo>
                  <a:cubicBezTo>
                    <a:pt x="2600" y="3861"/>
                    <a:pt x="2592" y="3819"/>
                    <a:pt x="2588" y="3777"/>
                  </a:cubicBezTo>
                  <a:cubicBezTo>
                    <a:pt x="2588" y="3773"/>
                    <a:pt x="2582" y="3774"/>
                    <a:pt x="2582" y="3777"/>
                  </a:cubicBezTo>
                  <a:cubicBezTo>
                    <a:pt x="2585" y="3864"/>
                    <a:pt x="2594" y="3951"/>
                    <a:pt x="2597" y="4037"/>
                  </a:cubicBezTo>
                  <a:cubicBezTo>
                    <a:pt x="2591" y="4040"/>
                    <a:pt x="2585" y="4042"/>
                    <a:pt x="2579" y="4045"/>
                  </a:cubicBezTo>
                  <a:cubicBezTo>
                    <a:pt x="2555" y="4057"/>
                    <a:pt x="2530" y="4072"/>
                    <a:pt x="2505" y="4082"/>
                  </a:cubicBezTo>
                  <a:lnTo>
                    <a:pt x="2503" y="4082"/>
                  </a:lnTo>
                  <a:cubicBezTo>
                    <a:pt x="2491" y="4085"/>
                    <a:pt x="2479" y="4089"/>
                    <a:pt x="2468" y="4094"/>
                  </a:cubicBezTo>
                  <a:cubicBezTo>
                    <a:pt x="2442" y="4101"/>
                    <a:pt x="2417" y="4111"/>
                    <a:pt x="2392" y="4120"/>
                  </a:cubicBezTo>
                  <a:cubicBezTo>
                    <a:pt x="2392" y="4119"/>
                    <a:pt x="2392" y="4119"/>
                    <a:pt x="2392" y="4119"/>
                  </a:cubicBezTo>
                  <a:cubicBezTo>
                    <a:pt x="2392" y="4112"/>
                    <a:pt x="2392" y="4106"/>
                    <a:pt x="2392" y="4099"/>
                  </a:cubicBezTo>
                  <a:cubicBezTo>
                    <a:pt x="2392" y="4012"/>
                    <a:pt x="2387" y="3925"/>
                    <a:pt x="2377" y="3839"/>
                  </a:cubicBezTo>
                  <a:cubicBezTo>
                    <a:pt x="2377" y="3838"/>
                    <a:pt x="2377" y="3838"/>
                    <a:pt x="2376" y="3838"/>
                  </a:cubicBezTo>
                  <a:cubicBezTo>
                    <a:pt x="2375" y="3837"/>
                    <a:pt x="2376" y="3837"/>
                    <a:pt x="2375" y="3837"/>
                  </a:cubicBezTo>
                  <a:cubicBezTo>
                    <a:pt x="2374" y="3836"/>
                    <a:pt x="2374" y="3836"/>
                    <a:pt x="2374" y="3836"/>
                  </a:cubicBezTo>
                  <a:cubicBezTo>
                    <a:pt x="2373" y="3836"/>
                    <a:pt x="2374" y="3836"/>
                    <a:pt x="2373" y="3837"/>
                  </a:cubicBezTo>
                  <a:cubicBezTo>
                    <a:pt x="2372" y="3837"/>
                    <a:pt x="2373" y="3837"/>
                    <a:pt x="2372" y="3838"/>
                  </a:cubicBezTo>
                  <a:cubicBezTo>
                    <a:pt x="2371" y="3838"/>
                    <a:pt x="2371" y="3838"/>
                    <a:pt x="2371" y="3839"/>
                  </a:cubicBezTo>
                  <a:cubicBezTo>
                    <a:pt x="2378" y="3930"/>
                    <a:pt x="2362" y="4024"/>
                    <a:pt x="2363" y="4116"/>
                  </a:cubicBezTo>
                  <a:cubicBezTo>
                    <a:pt x="2363" y="4119"/>
                    <a:pt x="2363" y="4120"/>
                    <a:pt x="2365" y="4123"/>
                  </a:cubicBezTo>
                  <a:cubicBezTo>
                    <a:pt x="2366" y="4125"/>
                    <a:pt x="2367" y="4127"/>
                    <a:pt x="2369" y="4128"/>
                  </a:cubicBezTo>
                  <a:cubicBezTo>
                    <a:pt x="2363" y="4130"/>
                    <a:pt x="2358" y="4132"/>
                    <a:pt x="2352" y="4133"/>
                  </a:cubicBezTo>
                  <a:cubicBezTo>
                    <a:pt x="2352" y="4134"/>
                    <a:pt x="2352" y="4134"/>
                    <a:pt x="2351" y="4134"/>
                  </a:cubicBezTo>
                  <a:cubicBezTo>
                    <a:pt x="2351" y="4134"/>
                    <a:pt x="2349" y="4135"/>
                    <a:pt x="2349" y="4136"/>
                  </a:cubicBezTo>
                  <a:cubicBezTo>
                    <a:pt x="2348" y="4137"/>
                    <a:pt x="2349" y="4137"/>
                    <a:pt x="2349" y="4138"/>
                  </a:cubicBezTo>
                  <a:cubicBezTo>
                    <a:pt x="2349" y="4139"/>
                    <a:pt x="2348" y="4140"/>
                    <a:pt x="2349" y="4141"/>
                  </a:cubicBezTo>
                  <a:cubicBezTo>
                    <a:pt x="2349" y="4142"/>
                    <a:pt x="2351" y="4143"/>
                    <a:pt x="2351" y="4143"/>
                  </a:cubicBezTo>
                  <a:cubicBezTo>
                    <a:pt x="2352" y="4143"/>
                    <a:pt x="2352" y="4143"/>
                    <a:pt x="2352" y="4143"/>
                  </a:cubicBezTo>
                  <a:cubicBezTo>
                    <a:pt x="2401" y="4160"/>
                    <a:pt x="2454" y="4129"/>
                    <a:pt x="2503" y="4123"/>
                  </a:cubicBezTo>
                  <a:cubicBezTo>
                    <a:pt x="2555" y="4116"/>
                    <a:pt x="2607" y="4076"/>
                    <a:pt x="2657" y="4060"/>
                  </a:cubicBezTo>
                  <a:cubicBezTo>
                    <a:pt x="2704" y="4041"/>
                    <a:pt x="2750" y="4019"/>
                    <a:pt x="2795" y="3994"/>
                  </a:cubicBezTo>
                  <a:cubicBezTo>
                    <a:pt x="2813" y="3985"/>
                    <a:pt x="2835" y="3974"/>
                    <a:pt x="2856" y="3963"/>
                  </a:cubicBezTo>
                  <a:cubicBezTo>
                    <a:pt x="2897" y="3961"/>
                    <a:pt x="2947" y="3919"/>
                    <a:pt x="2975" y="3895"/>
                  </a:cubicBezTo>
                  <a:cubicBezTo>
                    <a:pt x="3009" y="3866"/>
                    <a:pt x="3037" y="3832"/>
                    <a:pt x="3060" y="3793"/>
                  </a:cubicBezTo>
                  <a:cubicBezTo>
                    <a:pt x="3065" y="3785"/>
                    <a:pt x="3069" y="3776"/>
                    <a:pt x="3074" y="3767"/>
                  </a:cubicBezTo>
                  <a:cubicBezTo>
                    <a:pt x="3076" y="3779"/>
                    <a:pt x="3077" y="3792"/>
                    <a:pt x="3077" y="3805"/>
                  </a:cubicBezTo>
                  <a:cubicBezTo>
                    <a:pt x="3077" y="3842"/>
                    <a:pt x="3082" y="3880"/>
                    <a:pt x="3080" y="3918"/>
                  </a:cubicBezTo>
                  <a:cubicBezTo>
                    <a:pt x="3078" y="3919"/>
                    <a:pt x="3078" y="3920"/>
                    <a:pt x="3077" y="3921"/>
                  </a:cubicBezTo>
                  <a:cubicBezTo>
                    <a:pt x="3076" y="3923"/>
                    <a:pt x="3076" y="3924"/>
                    <a:pt x="3075" y="3925"/>
                  </a:cubicBezTo>
                  <a:cubicBezTo>
                    <a:pt x="3070" y="3954"/>
                    <a:pt x="3060" y="3983"/>
                    <a:pt x="3045" y="4009"/>
                  </a:cubicBezTo>
                  <a:cubicBezTo>
                    <a:pt x="3025" y="4042"/>
                    <a:pt x="2999" y="4071"/>
                    <a:pt x="2967" y="4093"/>
                  </a:cubicBezTo>
                  <a:cubicBezTo>
                    <a:pt x="2960" y="4097"/>
                    <a:pt x="2954" y="4100"/>
                    <a:pt x="2948" y="4104"/>
                  </a:cubicBezTo>
                  <a:cubicBezTo>
                    <a:pt x="2934" y="4112"/>
                    <a:pt x="2921" y="4120"/>
                    <a:pt x="2908" y="4129"/>
                  </a:cubicBezTo>
                  <a:cubicBezTo>
                    <a:pt x="2860" y="4163"/>
                    <a:pt x="2801" y="4180"/>
                    <a:pt x="2749" y="4207"/>
                  </a:cubicBezTo>
                  <a:cubicBezTo>
                    <a:pt x="2643" y="4262"/>
                    <a:pt x="2526" y="4283"/>
                    <a:pt x="2416" y="4327"/>
                  </a:cubicBezTo>
                  <a:cubicBezTo>
                    <a:pt x="2386" y="4339"/>
                    <a:pt x="2354" y="4351"/>
                    <a:pt x="2321" y="4362"/>
                  </a:cubicBezTo>
                  <a:lnTo>
                    <a:pt x="2303" y="4367"/>
                  </a:lnTo>
                  <a:cubicBezTo>
                    <a:pt x="2222" y="4388"/>
                    <a:pt x="2134" y="4386"/>
                    <a:pt x="2055" y="4410"/>
                  </a:cubicBezTo>
                  <a:cubicBezTo>
                    <a:pt x="2021" y="4418"/>
                    <a:pt x="1985" y="4423"/>
                    <a:pt x="1949" y="4423"/>
                  </a:cubicBezTo>
                  <a:cubicBezTo>
                    <a:pt x="1947" y="4423"/>
                    <a:pt x="1945" y="4423"/>
                    <a:pt x="1942" y="4423"/>
                  </a:cubicBezTo>
                  <a:cubicBezTo>
                    <a:pt x="1889" y="4423"/>
                    <a:pt x="1836" y="4436"/>
                    <a:pt x="1782" y="4435"/>
                  </a:cubicBezTo>
                  <a:cubicBezTo>
                    <a:pt x="1717" y="4435"/>
                    <a:pt x="1652" y="4435"/>
                    <a:pt x="1586" y="4436"/>
                  </a:cubicBezTo>
                  <a:cubicBezTo>
                    <a:pt x="1546" y="4436"/>
                    <a:pt x="1507" y="4429"/>
                    <a:pt x="1468" y="4434"/>
                  </a:cubicBezTo>
                  <a:cubicBezTo>
                    <a:pt x="1446" y="4433"/>
                    <a:pt x="1424" y="4432"/>
                    <a:pt x="1402" y="4431"/>
                  </a:cubicBezTo>
                  <a:cubicBezTo>
                    <a:pt x="1389" y="4426"/>
                    <a:pt x="1376" y="4423"/>
                    <a:pt x="1363" y="4423"/>
                  </a:cubicBezTo>
                  <a:lnTo>
                    <a:pt x="1362" y="4423"/>
                  </a:lnTo>
                  <a:cubicBezTo>
                    <a:pt x="1355" y="4423"/>
                    <a:pt x="1347" y="4423"/>
                    <a:pt x="1339" y="4423"/>
                  </a:cubicBezTo>
                  <a:cubicBezTo>
                    <a:pt x="1288" y="4415"/>
                    <a:pt x="1235" y="4416"/>
                    <a:pt x="1184" y="4402"/>
                  </a:cubicBezTo>
                  <a:cubicBezTo>
                    <a:pt x="1120" y="4387"/>
                    <a:pt x="1055" y="4375"/>
                    <a:pt x="990" y="4368"/>
                  </a:cubicBezTo>
                  <a:cubicBezTo>
                    <a:pt x="900" y="4356"/>
                    <a:pt x="813" y="4341"/>
                    <a:pt x="723" y="4321"/>
                  </a:cubicBezTo>
                  <a:cubicBezTo>
                    <a:pt x="691" y="4314"/>
                    <a:pt x="657" y="4311"/>
                    <a:pt x="624" y="4306"/>
                  </a:cubicBezTo>
                  <a:cubicBezTo>
                    <a:pt x="566" y="4296"/>
                    <a:pt x="523" y="4267"/>
                    <a:pt x="469" y="4250"/>
                  </a:cubicBezTo>
                  <a:cubicBezTo>
                    <a:pt x="411" y="4232"/>
                    <a:pt x="354" y="4211"/>
                    <a:pt x="299" y="4187"/>
                  </a:cubicBezTo>
                  <a:cubicBezTo>
                    <a:pt x="293" y="4184"/>
                    <a:pt x="287" y="4180"/>
                    <a:pt x="281" y="4177"/>
                  </a:cubicBezTo>
                  <a:cubicBezTo>
                    <a:pt x="272" y="4171"/>
                    <a:pt x="263" y="4167"/>
                    <a:pt x="255" y="4160"/>
                  </a:cubicBezTo>
                  <a:cubicBezTo>
                    <a:pt x="254" y="4159"/>
                    <a:pt x="255" y="4158"/>
                    <a:pt x="254" y="4158"/>
                  </a:cubicBezTo>
                  <a:cubicBezTo>
                    <a:pt x="253" y="4157"/>
                    <a:pt x="253" y="4157"/>
                    <a:pt x="252" y="4156"/>
                  </a:cubicBezTo>
                  <a:cubicBezTo>
                    <a:pt x="247" y="4151"/>
                    <a:pt x="241" y="4146"/>
                    <a:pt x="235" y="4143"/>
                  </a:cubicBezTo>
                  <a:cubicBezTo>
                    <a:pt x="234" y="4142"/>
                    <a:pt x="234" y="4142"/>
                    <a:pt x="233" y="4142"/>
                  </a:cubicBezTo>
                  <a:cubicBezTo>
                    <a:pt x="202" y="4116"/>
                    <a:pt x="174" y="4085"/>
                    <a:pt x="145" y="4061"/>
                  </a:cubicBezTo>
                  <a:lnTo>
                    <a:pt x="144" y="4061"/>
                  </a:lnTo>
                  <a:cubicBezTo>
                    <a:pt x="131" y="4048"/>
                    <a:pt x="116" y="4036"/>
                    <a:pt x="104" y="4025"/>
                  </a:cubicBezTo>
                  <a:cubicBezTo>
                    <a:pt x="87" y="4009"/>
                    <a:pt x="76" y="3990"/>
                    <a:pt x="60" y="3975"/>
                  </a:cubicBezTo>
                  <a:cubicBezTo>
                    <a:pt x="49" y="3964"/>
                    <a:pt x="36" y="3957"/>
                    <a:pt x="27" y="3947"/>
                  </a:cubicBezTo>
                  <a:cubicBezTo>
                    <a:pt x="27" y="3946"/>
                    <a:pt x="27" y="3946"/>
                    <a:pt x="27" y="3946"/>
                  </a:cubicBezTo>
                  <a:cubicBezTo>
                    <a:pt x="27" y="3945"/>
                    <a:pt x="27" y="3945"/>
                    <a:pt x="27" y="3945"/>
                  </a:cubicBezTo>
                  <a:cubicBezTo>
                    <a:pt x="31" y="3908"/>
                    <a:pt x="34" y="3870"/>
                    <a:pt x="34" y="3832"/>
                  </a:cubicBezTo>
                  <a:cubicBezTo>
                    <a:pt x="34" y="3823"/>
                    <a:pt x="34" y="3814"/>
                    <a:pt x="33" y="3805"/>
                  </a:cubicBezTo>
                  <a:cubicBezTo>
                    <a:pt x="33" y="3801"/>
                    <a:pt x="33" y="3798"/>
                    <a:pt x="33" y="3794"/>
                  </a:cubicBezTo>
                  <a:cubicBezTo>
                    <a:pt x="33" y="3773"/>
                    <a:pt x="32" y="3753"/>
                    <a:pt x="30" y="3732"/>
                  </a:cubicBezTo>
                  <a:cubicBezTo>
                    <a:pt x="30" y="3726"/>
                    <a:pt x="28" y="3718"/>
                    <a:pt x="27" y="3710"/>
                  </a:cubicBezTo>
                  <a:cubicBezTo>
                    <a:pt x="32" y="3720"/>
                    <a:pt x="37" y="3729"/>
                    <a:pt x="42" y="3739"/>
                  </a:cubicBezTo>
                  <a:cubicBezTo>
                    <a:pt x="55" y="3762"/>
                    <a:pt x="71" y="3783"/>
                    <a:pt x="88" y="3803"/>
                  </a:cubicBezTo>
                  <a:cubicBezTo>
                    <a:pt x="103" y="3818"/>
                    <a:pt x="119" y="3831"/>
                    <a:pt x="137" y="3841"/>
                  </a:cubicBezTo>
                  <a:cubicBezTo>
                    <a:pt x="141" y="3843"/>
                    <a:pt x="144" y="3845"/>
                    <a:pt x="147" y="3847"/>
                  </a:cubicBezTo>
                  <a:cubicBezTo>
                    <a:pt x="191" y="3865"/>
                    <a:pt x="226" y="3899"/>
                    <a:pt x="265" y="3922"/>
                  </a:cubicBezTo>
                  <a:cubicBezTo>
                    <a:pt x="280" y="3929"/>
                    <a:pt x="295" y="3937"/>
                    <a:pt x="309" y="3946"/>
                  </a:cubicBezTo>
                  <a:cubicBezTo>
                    <a:pt x="334" y="3960"/>
                    <a:pt x="359" y="3976"/>
                    <a:pt x="382" y="3992"/>
                  </a:cubicBezTo>
                  <a:cubicBezTo>
                    <a:pt x="415" y="4018"/>
                    <a:pt x="460" y="4029"/>
                    <a:pt x="500" y="4045"/>
                  </a:cubicBezTo>
                  <a:cubicBezTo>
                    <a:pt x="539" y="4061"/>
                    <a:pt x="579" y="4076"/>
                    <a:pt x="618" y="4092"/>
                  </a:cubicBezTo>
                  <a:cubicBezTo>
                    <a:pt x="646" y="4103"/>
                    <a:pt x="688" y="4118"/>
                    <a:pt x="719" y="4113"/>
                  </a:cubicBezTo>
                  <a:cubicBezTo>
                    <a:pt x="720" y="4113"/>
                    <a:pt x="720" y="4112"/>
                    <a:pt x="721" y="4112"/>
                  </a:cubicBezTo>
                  <a:cubicBezTo>
                    <a:pt x="722" y="4111"/>
                    <a:pt x="723" y="4110"/>
                    <a:pt x="724" y="4109"/>
                  </a:cubicBezTo>
                  <a:cubicBezTo>
                    <a:pt x="724" y="4107"/>
                    <a:pt x="725" y="4106"/>
                    <a:pt x="725" y="4105"/>
                  </a:cubicBezTo>
                  <a:cubicBezTo>
                    <a:pt x="725" y="4103"/>
                    <a:pt x="724" y="4101"/>
                    <a:pt x="724" y="4100"/>
                  </a:cubicBezTo>
                  <a:cubicBezTo>
                    <a:pt x="723" y="4098"/>
                    <a:pt x="722" y="4098"/>
                    <a:pt x="721" y="4097"/>
                  </a:cubicBezTo>
                  <a:cubicBezTo>
                    <a:pt x="721" y="4097"/>
                    <a:pt x="720" y="4097"/>
                    <a:pt x="720" y="4096"/>
                  </a:cubicBezTo>
                  <a:cubicBezTo>
                    <a:pt x="671" y="4083"/>
                    <a:pt x="624" y="4064"/>
                    <a:pt x="577" y="4048"/>
                  </a:cubicBezTo>
                  <a:cubicBezTo>
                    <a:pt x="577" y="4047"/>
                    <a:pt x="578" y="4045"/>
                    <a:pt x="578" y="4044"/>
                  </a:cubicBezTo>
                  <a:cubicBezTo>
                    <a:pt x="580" y="4016"/>
                    <a:pt x="582" y="3989"/>
                    <a:pt x="582" y="3962"/>
                  </a:cubicBezTo>
                  <a:cubicBezTo>
                    <a:pt x="582" y="3934"/>
                    <a:pt x="588" y="3905"/>
                    <a:pt x="587" y="3877"/>
                  </a:cubicBezTo>
                  <a:cubicBezTo>
                    <a:pt x="586" y="3848"/>
                    <a:pt x="600" y="3814"/>
                    <a:pt x="599" y="3784"/>
                  </a:cubicBezTo>
                  <a:cubicBezTo>
                    <a:pt x="597" y="3768"/>
                    <a:pt x="596" y="3752"/>
                    <a:pt x="596" y="3736"/>
                  </a:cubicBezTo>
                  <a:cubicBezTo>
                    <a:pt x="596" y="3720"/>
                    <a:pt x="597" y="3704"/>
                    <a:pt x="599" y="3688"/>
                  </a:cubicBezTo>
                  <a:lnTo>
                    <a:pt x="599" y="3687"/>
                  </a:lnTo>
                  <a:lnTo>
                    <a:pt x="599" y="3686"/>
                  </a:lnTo>
                  <a:cubicBezTo>
                    <a:pt x="598" y="3686"/>
                    <a:pt x="598" y="3685"/>
                    <a:pt x="598" y="3685"/>
                  </a:cubicBezTo>
                  <a:cubicBezTo>
                    <a:pt x="597" y="3685"/>
                    <a:pt x="597" y="3685"/>
                    <a:pt x="597" y="3685"/>
                  </a:cubicBezTo>
                  <a:cubicBezTo>
                    <a:pt x="596" y="3685"/>
                    <a:pt x="596" y="3685"/>
                    <a:pt x="595" y="3685"/>
                  </a:cubicBezTo>
                  <a:cubicBezTo>
                    <a:pt x="595" y="3685"/>
                    <a:pt x="595" y="3686"/>
                    <a:pt x="594" y="3686"/>
                  </a:cubicBezTo>
                  <a:lnTo>
                    <a:pt x="594" y="3687"/>
                  </a:lnTo>
                  <a:cubicBezTo>
                    <a:pt x="576" y="3743"/>
                    <a:pt x="584" y="3806"/>
                    <a:pt x="567" y="3863"/>
                  </a:cubicBezTo>
                  <a:cubicBezTo>
                    <a:pt x="550" y="3919"/>
                    <a:pt x="555" y="3981"/>
                    <a:pt x="552" y="4038"/>
                  </a:cubicBezTo>
                  <a:cubicBezTo>
                    <a:pt x="552" y="4039"/>
                    <a:pt x="552" y="4039"/>
                    <a:pt x="552" y="4039"/>
                  </a:cubicBezTo>
                  <a:lnTo>
                    <a:pt x="552" y="4040"/>
                  </a:lnTo>
                  <a:lnTo>
                    <a:pt x="543" y="4037"/>
                  </a:lnTo>
                  <a:cubicBezTo>
                    <a:pt x="545" y="4023"/>
                    <a:pt x="545" y="4009"/>
                    <a:pt x="545" y="3996"/>
                  </a:cubicBezTo>
                  <a:cubicBezTo>
                    <a:pt x="545" y="3978"/>
                    <a:pt x="544" y="3961"/>
                    <a:pt x="541" y="3943"/>
                  </a:cubicBezTo>
                  <a:cubicBezTo>
                    <a:pt x="535" y="3910"/>
                    <a:pt x="539" y="3868"/>
                    <a:pt x="526" y="3837"/>
                  </a:cubicBezTo>
                  <a:cubicBezTo>
                    <a:pt x="525" y="3835"/>
                    <a:pt x="521" y="3837"/>
                    <a:pt x="522" y="3839"/>
                  </a:cubicBezTo>
                  <a:cubicBezTo>
                    <a:pt x="530" y="3868"/>
                    <a:pt x="512" y="3900"/>
                    <a:pt x="520" y="3929"/>
                  </a:cubicBezTo>
                  <a:cubicBezTo>
                    <a:pt x="522" y="3946"/>
                    <a:pt x="523" y="3962"/>
                    <a:pt x="523" y="3979"/>
                  </a:cubicBezTo>
                  <a:cubicBezTo>
                    <a:pt x="523" y="3995"/>
                    <a:pt x="522" y="4013"/>
                    <a:pt x="520" y="4029"/>
                  </a:cubicBezTo>
                  <a:cubicBezTo>
                    <a:pt x="508" y="4025"/>
                    <a:pt x="496" y="4020"/>
                    <a:pt x="485" y="4015"/>
                  </a:cubicBezTo>
                  <a:cubicBezTo>
                    <a:pt x="486" y="4015"/>
                    <a:pt x="487" y="4013"/>
                    <a:pt x="488" y="4012"/>
                  </a:cubicBezTo>
                  <a:cubicBezTo>
                    <a:pt x="489" y="4010"/>
                    <a:pt x="489" y="4008"/>
                    <a:pt x="489" y="4006"/>
                  </a:cubicBezTo>
                  <a:cubicBezTo>
                    <a:pt x="489" y="4004"/>
                    <a:pt x="489" y="4003"/>
                    <a:pt x="489" y="4002"/>
                  </a:cubicBezTo>
                  <a:cubicBezTo>
                    <a:pt x="485" y="3915"/>
                    <a:pt x="484" y="3827"/>
                    <a:pt x="475" y="3741"/>
                  </a:cubicBezTo>
                  <a:cubicBezTo>
                    <a:pt x="475" y="3737"/>
                    <a:pt x="469" y="3738"/>
                    <a:pt x="469" y="3741"/>
                  </a:cubicBezTo>
                  <a:cubicBezTo>
                    <a:pt x="460" y="3827"/>
                    <a:pt x="460" y="3915"/>
                    <a:pt x="456" y="4002"/>
                  </a:cubicBezTo>
                  <a:lnTo>
                    <a:pt x="425" y="3987"/>
                  </a:lnTo>
                  <a:lnTo>
                    <a:pt x="418" y="3982"/>
                  </a:lnTo>
                  <a:cubicBezTo>
                    <a:pt x="420" y="3982"/>
                    <a:pt x="422" y="3982"/>
                    <a:pt x="424" y="3981"/>
                  </a:cubicBezTo>
                  <a:cubicBezTo>
                    <a:pt x="426" y="3980"/>
                    <a:pt x="427" y="3979"/>
                    <a:pt x="428" y="3977"/>
                  </a:cubicBezTo>
                  <a:cubicBezTo>
                    <a:pt x="429" y="3976"/>
                    <a:pt x="429" y="3974"/>
                    <a:pt x="429" y="3972"/>
                  </a:cubicBezTo>
                  <a:cubicBezTo>
                    <a:pt x="430" y="3967"/>
                    <a:pt x="430" y="3962"/>
                    <a:pt x="430" y="3957"/>
                  </a:cubicBezTo>
                  <a:cubicBezTo>
                    <a:pt x="430" y="3940"/>
                    <a:pt x="429" y="3924"/>
                    <a:pt x="426" y="3908"/>
                  </a:cubicBezTo>
                  <a:cubicBezTo>
                    <a:pt x="426" y="3902"/>
                    <a:pt x="424" y="3895"/>
                    <a:pt x="423" y="3888"/>
                  </a:cubicBezTo>
                  <a:cubicBezTo>
                    <a:pt x="421" y="3883"/>
                    <a:pt x="419" y="3877"/>
                    <a:pt x="418" y="3872"/>
                  </a:cubicBezTo>
                  <a:cubicBezTo>
                    <a:pt x="418" y="3871"/>
                    <a:pt x="418" y="3871"/>
                    <a:pt x="418" y="3871"/>
                  </a:cubicBezTo>
                  <a:cubicBezTo>
                    <a:pt x="417" y="3870"/>
                    <a:pt x="417" y="3870"/>
                    <a:pt x="416" y="3869"/>
                  </a:cubicBezTo>
                  <a:cubicBezTo>
                    <a:pt x="416" y="3869"/>
                    <a:pt x="415" y="3869"/>
                    <a:pt x="414" y="3869"/>
                  </a:cubicBezTo>
                  <a:cubicBezTo>
                    <a:pt x="413" y="3869"/>
                    <a:pt x="413" y="3868"/>
                    <a:pt x="412" y="3869"/>
                  </a:cubicBezTo>
                  <a:cubicBezTo>
                    <a:pt x="411" y="3869"/>
                    <a:pt x="411" y="3870"/>
                    <a:pt x="411" y="3871"/>
                  </a:cubicBezTo>
                  <a:cubicBezTo>
                    <a:pt x="411" y="3871"/>
                    <a:pt x="410" y="3871"/>
                    <a:pt x="410" y="3872"/>
                  </a:cubicBezTo>
                  <a:cubicBezTo>
                    <a:pt x="410" y="3873"/>
                    <a:pt x="409" y="3874"/>
                    <a:pt x="409" y="3876"/>
                  </a:cubicBezTo>
                  <a:cubicBezTo>
                    <a:pt x="409" y="3877"/>
                    <a:pt x="410" y="3880"/>
                    <a:pt x="410" y="3881"/>
                  </a:cubicBezTo>
                  <a:cubicBezTo>
                    <a:pt x="414" y="3888"/>
                    <a:pt x="410" y="3900"/>
                    <a:pt x="409" y="3907"/>
                  </a:cubicBezTo>
                  <a:cubicBezTo>
                    <a:pt x="406" y="3923"/>
                    <a:pt x="405" y="3939"/>
                    <a:pt x="405" y="3955"/>
                  </a:cubicBezTo>
                  <a:cubicBezTo>
                    <a:pt x="405" y="3961"/>
                    <a:pt x="405" y="3967"/>
                    <a:pt x="405" y="3973"/>
                  </a:cubicBezTo>
                  <a:cubicBezTo>
                    <a:pt x="406" y="3975"/>
                    <a:pt x="406" y="3976"/>
                    <a:pt x="407" y="3977"/>
                  </a:cubicBezTo>
                  <a:cubicBezTo>
                    <a:pt x="379" y="3961"/>
                    <a:pt x="354" y="3941"/>
                    <a:pt x="326" y="3926"/>
                  </a:cubicBezTo>
                  <a:lnTo>
                    <a:pt x="296" y="3910"/>
                  </a:lnTo>
                  <a:cubicBezTo>
                    <a:pt x="302" y="3827"/>
                    <a:pt x="301" y="3742"/>
                    <a:pt x="299" y="3659"/>
                  </a:cubicBezTo>
                  <a:cubicBezTo>
                    <a:pt x="299" y="3655"/>
                    <a:pt x="293" y="3655"/>
                    <a:pt x="293" y="3659"/>
                  </a:cubicBezTo>
                  <a:cubicBezTo>
                    <a:pt x="292" y="3695"/>
                    <a:pt x="282" y="3730"/>
                    <a:pt x="280" y="3765"/>
                  </a:cubicBezTo>
                  <a:cubicBezTo>
                    <a:pt x="278" y="3789"/>
                    <a:pt x="272" y="3812"/>
                    <a:pt x="270" y="3836"/>
                  </a:cubicBezTo>
                  <a:cubicBezTo>
                    <a:pt x="268" y="3856"/>
                    <a:pt x="270" y="3875"/>
                    <a:pt x="270" y="3895"/>
                  </a:cubicBezTo>
                  <a:cubicBezTo>
                    <a:pt x="253" y="3886"/>
                    <a:pt x="237" y="3877"/>
                    <a:pt x="221" y="3867"/>
                  </a:cubicBezTo>
                  <a:cubicBezTo>
                    <a:pt x="219" y="3840"/>
                    <a:pt x="219" y="3813"/>
                    <a:pt x="219" y="3786"/>
                  </a:cubicBezTo>
                  <a:cubicBezTo>
                    <a:pt x="219" y="3759"/>
                    <a:pt x="219" y="3732"/>
                    <a:pt x="221" y="3704"/>
                  </a:cubicBezTo>
                  <a:cubicBezTo>
                    <a:pt x="225" y="3671"/>
                    <a:pt x="226" y="3638"/>
                    <a:pt x="226" y="3605"/>
                  </a:cubicBezTo>
                  <a:cubicBezTo>
                    <a:pt x="226" y="3597"/>
                    <a:pt x="226" y="3590"/>
                    <a:pt x="226" y="3583"/>
                  </a:cubicBezTo>
                  <a:cubicBezTo>
                    <a:pt x="226" y="3581"/>
                    <a:pt x="223" y="3581"/>
                    <a:pt x="223" y="3583"/>
                  </a:cubicBezTo>
                  <a:cubicBezTo>
                    <a:pt x="220" y="3675"/>
                    <a:pt x="203" y="3764"/>
                    <a:pt x="201" y="3855"/>
                  </a:cubicBezTo>
                  <a:cubicBezTo>
                    <a:pt x="192" y="3850"/>
                    <a:pt x="183" y="3844"/>
                    <a:pt x="175" y="3838"/>
                  </a:cubicBezTo>
                  <a:cubicBezTo>
                    <a:pt x="176" y="3824"/>
                    <a:pt x="177" y="3811"/>
                    <a:pt x="177" y="3797"/>
                  </a:cubicBezTo>
                  <a:cubicBezTo>
                    <a:pt x="177" y="3790"/>
                    <a:pt x="177" y="3784"/>
                    <a:pt x="176" y="3777"/>
                  </a:cubicBezTo>
                  <a:cubicBezTo>
                    <a:pt x="176" y="3763"/>
                    <a:pt x="178" y="3750"/>
                    <a:pt x="181" y="3736"/>
                  </a:cubicBezTo>
                  <a:lnTo>
                    <a:pt x="181" y="3735"/>
                  </a:lnTo>
                  <a:cubicBezTo>
                    <a:pt x="181" y="3722"/>
                    <a:pt x="179" y="3709"/>
                    <a:pt x="175" y="3697"/>
                  </a:cubicBezTo>
                  <a:lnTo>
                    <a:pt x="175" y="3696"/>
                  </a:lnTo>
                  <a:cubicBezTo>
                    <a:pt x="175" y="3695"/>
                    <a:pt x="174" y="3695"/>
                    <a:pt x="174" y="3695"/>
                  </a:cubicBezTo>
                  <a:lnTo>
                    <a:pt x="173" y="3695"/>
                  </a:lnTo>
                  <a:cubicBezTo>
                    <a:pt x="172" y="3695"/>
                    <a:pt x="172" y="3695"/>
                    <a:pt x="171" y="3695"/>
                  </a:cubicBezTo>
                  <a:lnTo>
                    <a:pt x="170" y="3696"/>
                  </a:lnTo>
                  <a:lnTo>
                    <a:pt x="170" y="3697"/>
                  </a:lnTo>
                  <a:cubicBezTo>
                    <a:pt x="170" y="3701"/>
                    <a:pt x="170" y="3706"/>
                    <a:pt x="170" y="3710"/>
                  </a:cubicBezTo>
                  <a:cubicBezTo>
                    <a:pt x="170" y="3724"/>
                    <a:pt x="169" y="3738"/>
                    <a:pt x="167" y="3752"/>
                  </a:cubicBezTo>
                  <a:cubicBezTo>
                    <a:pt x="164" y="3763"/>
                    <a:pt x="162" y="3775"/>
                    <a:pt x="161" y="3787"/>
                  </a:cubicBezTo>
                  <a:cubicBezTo>
                    <a:pt x="161" y="3800"/>
                    <a:pt x="158" y="3813"/>
                    <a:pt x="157" y="3827"/>
                  </a:cubicBezTo>
                  <a:cubicBezTo>
                    <a:pt x="150" y="3822"/>
                    <a:pt x="144" y="3816"/>
                    <a:pt x="137" y="3811"/>
                  </a:cubicBezTo>
                  <a:cubicBezTo>
                    <a:pt x="138" y="3811"/>
                    <a:pt x="138" y="3811"/>
                    <a:pt x="138" y="3811"/>
                  </a:cubicBezTo>
                  <a:cubicBezTo>
                    <a:pt x="140" y="3810"/>
                    <a:pt x="141" y="3808"/>
                    <a:pt x="142" y="3807"/>
                  </a:cubicBezTo>
                  <a:cubicBezTo>
                    <a:pt x="143" y="3805"/>
                    <a:pt x="144" y="3803"/>
                    <a:pt x="144" y="3801"/>
                  </a:cubicBezTo>
                  <a:cubicBezTo>
                    <a:pt x="151" y="3708"/>
                    <a:pt x="158" y="3608"/>
                    <a:pt x="147" y="3515"/>
                  </a:cubicBezTo>
                  <a:cubicBezTo>
                    <a:pt x="147" y="3512"/>
                    <a:pt x="143" y="3513"/>
                    <a:pt x="143" y="3515"/>
                  </a:cubicBezTo>
                  <a:cubicBezTo>
                    <a:pt x="139" y="3561"/>
                    <a:pt x="133" y="3607"/>
                    <a:pt x="129" y="3653"/>
                  </a:cubicBezTo>
                  <a:cubicBezTo>
                    <a:pt x="123" y="3699"/>
                    <a:pt x="119" y="3747"/>
                    <a:pt x="119" y="3794"/>
                  </a:cubicBezTo>
                  <a:cubicBezTo>
                    <a:pt x="96" y="3774"/>
                    <a:pt x="77" y="3751"/>
                    <a:pt x="62" y="3725"/>
                  </a:cubicBezTo>
                  <a:cubicBezTo>
                    <a:pt x="53" y="3709"/>
                    <a:pt x="46" y="3693"/>
                    <a:pt x="40" y="3676"/>
                  </a:cubicBezTo>
                  <a:cubicBezTo>
                    <a:pt x="41" y="3676"/>
                    <a:pt x="42" y="3677"/>
                    <a:pt x="43" y="3677"/>
                  </a:cubicBezTo>
                  <a:cubicBezTo>
                    <a:pt x="45" y="3677"/>
                    <a:pt x="47" y="3676"/>
                    <a:pt x="49" y="3675"/>
                  </a:cubicBezTo>
                  <a:cubicBezTo>
                    <a:pt x="51" y="3674"/>
                    <a:pt x="51" y="3672"/>
                    <a:pt x="52" y="3671"/>
                  </a:cubicBezTo>
                  <a:cubicBezTo>
                    <a:pt x="53" y="3669"/>
                    <a:pt x="54" y="3668"/>
                    <a:pt x="54" y="3666"/>
                  </a:cubicBezTo>
                  <a:cubicBezTo>
                    <a:pt x="53" y="3614"/>
                    <a:pt x="66" y="3562"/>
                    <a:pt x="68" y="3510"/>
                  </a:cubicBezTo>
                  <a:cubicBezTo>
                    <a:pt x="68" y="3505"/>
                    <a:pt x="68" y="3501"/>
                    <a:pt x="68" y="3496"/>
                  </a:cubicBezTo>
                  <a:cubicBezTo>
                    <a:pt x="68" y="3441"/>
                    <a:pt x="72" y="3386"/>
                    <a:pt x="82" y="3331"/>
                  </a:cubicBezTo>
                  <a:cubicBezTo>
                    <a:pt x="95" y="3276"/>
                    <a:pt x="87" y="3210"/>
                    <a:pt x="87" y="3153"/>
                  </a:cubicBezTo>
                  <a:cubicBezTo>
                    <a:pt x="87" y="3104"/>
                    <a:pt x="98" y="3055"/>
                    <a:pt x="97" y="3007"/>
                  </a:cubicBezTo>
                  <a:cubicBezTo>
                    <a:pt x="122" y="3038"/>
                    <a:pt x="152" y="3067"/>
                    <a:pt x="185" y="3091"/>
                  </a:cubicBezTo>
                  <a:cubicBezTo>
                    <a:pt x="161" y="3113"/>
                    <a:pt x="169" y="3179"/>
                    <a:pt x="168" y="3207"/>
                  </a:cubicBezTo>
                  <a:cubicBezTo>
                    <a:pt x="166" y="3284"/>
                    <a:pt x="155" y="3359"/>
                    <a:pt x="146" y="3434"/>
                  </a:cubicBezTo>
                  <a:cubicBezTo>
                    <a:pt x="146" y="3435"/>
                    <a:pt x="147" y="3436"/>
                    <a:pt x="147" y="3436"/>
                  </a:cubicBezTo>
                  <a:lnTo>
                    <a:pt x="148" y="3437"/>
                  </a:lnTo>
                  <a:cubicBezTo>
                    <a:pt x="148" y="3437"/>
                    <a:pt x="149" y="3438"/>
                    <a:pt x="150" y="3438"/>
                  </a:cubicBezTo>
                  <a:lnTo>
                    <a:pt x="151" y="3437"/>
                  </a:lnTo>
                  <a:cubicBezTo>
                    <a:pt x="152" y="3437"/>
                    <a:pt x="152" y="3436"/>
                    <a:pt x="152" y="3436"/>
                  </a:cubicBezTo>
                  <a:cubicBezTo>
                    <a:pt x="152" y="3436"/>
                    <a:pt x="153" y="3435"/>
                    <a:pt x="153" y="3434"/>
                  </a:cubicBezTo>
                  <a:cubicBezTo>
                    <a:pt x="164" y="3373"/>
                    <a:pt x="175" y="3308"/>
                    <a:pt x="189" y="3247"/>
                  </a:cubicBezTo>
                  <a:cubicBezTo>
                    <a:pt x="197" y="3215"/>
                    <a:pt x="201" y="3181"/>
                    <a:pt x="202" y="3147"/>
                  </a:cubicBezTo>
                  <a:cubicBezTo>
                    <a:pt x="202" y="3134"/>
                    <a:pt x="207" y="3119"/>
                    <a:pt x="207" y="3105"/>
                  </a:cubicBezTo>
                  <a:lnTo>
                    <a:pt x="213" y="3109"/>
                  </a:lnTo>
                  <a:cubicBezTo>
                    <a:pt x="222" y="3113"/>
                    <a:pt x="230" y="3117"/>
                    <a:pt x="239" y="3121"/>
                  </a:cubicBezTo>
                  <a:cubicBezTo>
                    <a:pt x="230" y="3135"/>
                    <a:pt x="235" y="3158"/>
                    <a:pt x="235" y="3174"/>
                  </a:cubicBezTo>
                  <a:cubicBezTo>
                    <a:pt x="235" y="3208"/>
                    <a:pt x="235" y="3242"/>
                    <a:pt x="233" y="3275"/>
                  </a:cubicBezTo>
                  <a:cubicBezTo>
                    <a:pt x="233" y="3279"/>
                    <a:pt x="238" y="3278"/>
                    <a:pt x="238" y="3275"/>
                  </a:cubicBezTo>
                  <a:cubicBezTo>
                    <a:pt x="240" y="3261"/>
                    <a:pt x="243" y="3246"/>
                    <a:pt x="247" y="3232"/>
                  </a:cubicBezTo>
                  <a:cubicBezTo>
                    <a:pt x="250" y="3217"/>
                    <a:pt x="250" y="3201"/>
                    <a:pt x="254" y="3186"/>
                  </a:cubicBezTo>
                  <a:cubicBezTo>
                    <a:pt x="257" y="3177"/>
                    <a:pt x="258" y="3168"/>
                    <a:pt x="258" y="3159"/>
                  </a:cubicBezTo>
                  <a:cubicBezTo>
                    <a:pt x="258" y="3148"/>
                    <a:pt x="261" y="3139"/>
                    <a:pt x="261" y="3130"/>
                  </a:cubicBezTo>
                  <a:cubicBezTo>
                    <a:pt x="270" y="3133"/>
                    <a:pt x="278" y="3136"/>
                    <a:pt x="287" y="3139"/>
                  </a:cubicBezTo>
                  <a:cubicBezTo>
                    <a:pt x="293" y="3144"/>
                    <a:pt x="300" y="3148"/>
                    <a:pt x="307" y="3153"/>
                  </a:cubicBezTo>
                  <a:cubicBezTo>
                    <a:pt x="314" y="3157"/>
                    <a:pt x="322" y="3161"/>
                    <a:pt x="330" y="3164"/>
                  </a:cubicBezTo>
                  <a:cubicBezTo>
                    <a:pt x="329" y="3172"/>
                    <a:pt x="328" y="3179"/>
                    <a:pt x="328" y="3186"/>
                  </a:cubicBezTo>
                  <a:cubicBezTo>
                    <a:pt x="328" y="3191"/>
                    <a:pt x="328" y="3196"/>
                    <a:pt x="329" y="3201"/>
                  </a:cubicBezTo>
                  <a:cubicBezTo>
                    <a:pt x="329" y="3240"/>
                    <a:pt x="328" y="3276"/>
                    <a:pt x="326" y="3316"/>
                  </a:cubicBezTo>
                  <a:cubicBezTo>
                    <a:pt x="324" y="3367"/>
                    <a:pt x="344" y="3423"/>
                    <a:pt x="326" y="3473"/>
                  </a:cubicBezTo>
                  <a:cubicBezTo>
                    <a:pt x="317" y="3496"/>
                    <a:pt x="326" y="3534"/>
                    <a:pt x="334" y="3557"/>
                  </a:cubicBezTo>
                  <a:lnTo>
                    <a:pt x="335" y="3558"/>
                  </a:lnTo>
                  <a:cubicBezTo>
                    <a:pt x="335" y="3558"/>
                    <a:pt x="336" y="3558"/>
                    <a:pt x="337" y="3558"/>
                  </a:cubicBezTo>
                  <a:lnTo>
                    <a:pt x="338" y="3558"/>
                  </a:lnTo>
                  <a:lnTo>
                    <a:pt x="339" y="3557"/>
                  </a:lnTo>
                  <a:cubicBezTo>
                    <a:pt x="345" y="3540"/>
                    <a:pt x="349" y="3522"/>
                    <a:pt x="349" y="3505"/>
                  </a:cubicBezTo>
                  <a:cubicBezTo>
                    <a:pt x="349" y="3489"/>
                    <a:pt x="346" y="3473"/>
                    <a:pt x="341" y="3458"/>
                  </a:cubicBezTo>
                  <a:cubicBezTo>
                    <a:pt x="327" y="3422"/>
                    <a:pt x="346" y="3371"/>
                    <a:pt x="345" y="3333"/>
                  </a:cubicBezTo>
                  <a:cubicBezTo>
                    <a:pt x="343" y="3281"/>
                    <a:pt x="360" y="3230"/>
                    <a:pt x="358" y="3178"/>
                  </a:cubicBezTo>
                  <a:lnTo>
                    <a:pt x="385" y="3190"/>
                  </a:lnTo>
                  <a:cubicBezTo>
                    <a:pt x="383" y="3200"/>
                    <a:pt x="382" y="3210"/>
                    <a:pt x="382" y="3220"/>
                  </a:cubicBezTo>
                  <a:cubicBezTo>
                    <a:pt x="382" y="3223"/>
                    <a:pt x="382" y="3226"/>
                    <a:pt x="382" y="3229"/>
                  </a:cubicBezTo>
                  <a:cubicBezTo>
                    <a:pt x="382" y="3280"/>
                    <a:pt x="392" y="3330"/>
                    <a:pt x="392" y="3380"/>
                  </a:cubicBezTo>
                  <a:cubicBezTo>
                    <a:pt x="392" y="3384"/>
                    <a:pt x="398" y="3383"/>
                    <a:pt x="398" y="3380"/>
                  </a:cubicBezTo>
                  <a:cubicBezTo>
                    <a:pt x="398" y="3347"/>
                    <a:pt x="405" y="3314"/>
                    <a:pt x="406" y="3280"/>
                  </a:cubicBezTo>
                  <a:cubicBezTo>
                    <a:pt x="407" y="3254"/>
                    <a:pt x="408" y="3228"/>
                    <a:pt x="412" y="3201"/>
                  </a:cubicBezTo>
                  <a:lnTo>
                    <a:pt x="430" y="3210"/>
                  </a:lnTo>
                  <a:cubicBezTo>
                    <a:pt x="444" y="3216"/>
                    <a:pt x="459" y="3222"/>
                    <a:pt x="473" y="3227"/>
                  </a:cubicBezTo>
                  <a:cubicBezTo>
                    <a:pt x="470" y="3253"/>
                    <a:pt x="468" y="3278"/>
                    <a:pt x="468" y="3303"/>
                  </a:cubicBezTo>
                  <a:cubicBezTo>
                    <a:pt x="468" y="3322"/>
                    <a:pt x="469" y="3341"/>
                    <a:pt x="471" y="3360"/>
                  </a:cubicBezTo>
                  <a:cubicBezTo>
                    <a:pt x="472" y="3376"/>
                    <a:pt x="472" y="3393"/>
                    <a:pt x="472" y="3409"/>
                  </a:cubicBezTo>
                  <a:cubicBezTo>
                    <a:pt x="472" y="3436"/>
                    <a:pt x="471" y="3463"/>
                    <a:pt x="469" y="3490"/>
                  </a:cubicBezTo>
                  <a:cubicBezTo>
                    <a:pt x="469" y="3492"/>
                    <a:pt x="473" y="3494"/>
                    <a:pt x="473" y="3491"/>
                  </a:cubicBezTo>
                  <a:cubicBezTo>
                    <a:pt x="479" y="3454"/>
                    <a:pt x="485" y="3417"/>
                    <a:pt x="491" y="3380"/>
                  </a:cubicBezTo>
                  <a:cubicBezTo>
                    <a:pt x="494" y="3352"/>
                    <a:pt x="495" y="3324"/>
                    <a:pt x="495" y="3295"/>
                  </a:cubicBezTo>
                  <a:cubicBezTo>
                    <a:pt x="495" y="3287"/>
                    <a:pt x="495" y="3279"/>
                    <a:pt x="495" y="3271"/>
                  </a:cubicBezTo>
                  <a:cubicBezTo>
                    <a:pt x="496" y="3259"/>
                    <a:pt x="497" y="3248"/>
                    <a:pt x="499" y="3237"/>
                  </a:cubicBezTo>
                  <a:cubicBezTo>
                    <a:pt x="520" y="3244"/>
                    <a:pt x="541" y="3251"/>
                    <a:pt x="561" y="3259"/>
                  </a:cubicBezTo>
                  <a:cubicBezTo>
                    <a:pt x="605" y="3276"/>
                    <a:pt x="657" y="3272"/>
                    <a:pt x="702" y="3284"/>
                  </a:cubicBezTo>
                  <a:cubicBezTo>
                    <a:pt x="781" y="3306"/>
                    <a:pt x="861" y="3320"/>
                    <a:pt x="943" y="3327"/>
                  </a:cubicBezTo>
                  <a:cubicBezTo>
                    <a:pt x="1018" y="3332"/>
                    <a:pt x="1092" y="3339"/>
                    <a:pt x="1167" y="3348"/>
                  </a:cubicBezTo>
                  <a:cubicBezTo>
                    <a:pt x="1161" y="3393"/>
                    <a:pt x="1158" y="3438"/>
                    <a:pt x="1158" y="3483"/>
                  </a:cubicBezTo>
                  <a:cubicBezTo>
                    <a:pt x="1158" y="3486"/>
                    <a:pt x="1158" y="3489"/>
                    <a:pt x="1158" y="3492"/>
                  </a:cubicBezTo>
                  <a:cubicBezTo>
                    <a:pt x="1158" y="3539"/>
                    <a:pt x="1140" y="3584"/>
                    <a:pt x="1158" y="3630"/>
                  </a:cubicBezTo>
                  <a:cubicBezTo>
                    <a:pt x="1158" y="3631"/>
                    <a:pt x="1159" y="3631"/>
                    <a:pt x="1159" y="3631"/>
                  </a:cubicBezTo>
                  <a:cubicBezTo>
                    <a:pt x="1159" y="3632"/>
                    <a:pt x="1160" y="3632"/>
                    <a:pt x="1160" y="3632"/>
                  </a:cubicBezTo>
                  <a:cubicBezTo>
                    <a:pt x="1161" y="3632"/>
                    <a:pt x="1161" y="3632"/>
                    <a:pt x="1162" y="3631"/>
                  </a:cubicBezTo>
                  <a:cubicBezTo>
                    <a:pt x="1162" y="3631"/>
                    <a:pt x="1163" y="3631"/>
                    <a:pt x="1163" y="3630"/>
                  </a:cubicBezTo>
                  <a:cubicBezTo>
                    <a:pt x="1178" y="3590"/>
                    <a:pt x="1169" y="3544"/>
                    <a:pt x="1176" y="3502"/>
                  </a:cubicBezTo>
                  <a:cubicBezTo>
                    <a:pt x="1181" y="3468"/>
                    <a:pt x="1184" y="3434"/>
                    <a:pt x="1184" y="3400"/>
                  </a:cubicBezTo>
                  <a:cubicBezTo>
                    <a:pt x="1184" y="3383"/>
                    <a:pt x="1184" y="3366"/>
                    <a:pt x="1182" y="3349"/>
                  </a:cubicBezTo>
                  <a:lnTo>
                    <a:pt x="1207" y="3352"/>
                  </a:lnTo>
                  <a:cubicBezTo>
                    <a:pt x="1245" y="3357"/>
                    <a:pt x="1281" y="3362"/>
                    <a:pt x="1318" y="3365"/>
                  </a:cubicBezTo>
                  <a:cubicBezTo>
                    <a:pt x="1320" y="3371"/>
                    <a:pt x="1322" y="3378"/>
                    <a:pt x="1322" y="3384"/>
                  </a:cubicBezTo>
                  <a:cubicBezTo>
                    <a:pt x="1322" y="3385"/>
                    <a:pt x="1322" y="3385"/>
                    <a:pt x="1323" y="3386"/>
                  </a:cubicBezTo>
                  <a:cubicBezTo>
                    <a:pt x="1323" y="3386"/>
                    <a:pt x="1323" y="3387"/>
                    <a:pt x="1324" y="3387"/>
                  </a:cubicBezTo>
                  <a:cubicBezTo>
                    <a:pt x="1325" y="3387"/>
                    <a:pt x="1325" y="3387"/>
                    <a:pt x="1326" y="3387"/>
                  </a:cubicBezTo>
                  <a:cubicBezTo>
                    <a:pt x="1326" y="3387"/>
                    <a:pt x="1327" y="3387"/>
                    <a:pt x="1328" y="3387"/>
                  </a:cubicBezTo>
                  <a:lnTo>
                    <a:pt x="1329" y="3386"/>
                  </a:lnTo>
                  <a:cubicBezTo>
                    <a:pt x="1329" y="3385"/>
                    <a:pt x="1329" y="3385"/>
                    <a:pt x="1329" y="3384"/>
                  </a:cubicBezTo>
                  <a:cubicBezTo>
                    <a:pt x="1330" y="3378"/>
                    <a:pt x="1332" y="3372"/>
                    <a:pt x="1335" y="3366"/>
                  </a:cubicBezTo>
                  <a:lnTo>
                    <a:pt x="1346" y="3366"/>
                  </a:lnTo>
                  <a:cubicBezTo>
                    <a:pt x="1347" y="3376"/>
                    <a:pt x="1349" y="3386"/>
                    <a:pt x="1352" y="3396"/>
                  </a:cubicBezTo>
                  <a:cubicBezTo>
                    <a:pt x="1356" y="3417"/>
                    <a:pt x="1359" y="3438"/>
                    <a:pt x="1359" y="3460"/>
                  </a:cubicBezTo>
                  <a:cubicBezTo>
                    <a:pt x="1359" y="3466"/>
                    <a:pt x="1358" y="3473"/>
                    <a:pt x="1358" y="3480"/>
                  </a:cubicBezTo>
                  <a:lnTo>
                    <a:pt x="1359" y="3481"/>
                  </a:lnTo>
                  <a:lnTo>
                    <a:pt x="1360" y="3481"/>
                  </a:lnTo>
                  <a:cubicBezTo>
                    <a:pt x="1361" y="3481"/>
                    <a:pt x="1361" y="3481"/>
                    <a:pt x="1361" y="3481"/>
                  </a:cubicBezTo>
                  <a:cubicBezTo>
                    <a:pt x="1362" y="3481"/>
                    <a:pt x="1362" y="3480"/>
                    <a:pt x="1362" y="3480"/>
                  </a:cubicBezTo>
                  <a:lnTo>
                    <a:pt x="1363" y="3480"/>
                  </a:lnTo>
                  <a:cubicBezTo>
                    <a:pt x="1369" y="3456"/>
                    <a:pt x="1373" y="3431"/>
                    <a:pt x="1374" y="3407"/>
                  </a:cubicBezTo>
                  <a:cubicBezTo>
                    <a:pt x="1374" y="3404"/>
                    <a:pt x="1374" y="3401"/>
                    <a:pt x="1374" y="3399"/>
                  </a:cubicBezTo>
                  <a:cubicBezTo>
                    <a:pt x="1374" y="3388"/>
                    <a:pt x="1373" y="3378"/>
                    <a:pt x="1372" y="3368"/>
                  </a:cubicBezTo>
                  <a:lnTo>
                    <a:pt x="1379" y="3368"/>
                  </a:lnTo>
                  <a:cubicBezTo>
                    <a:pt x="1382" y="3388"/>
                    <a:pt x="1384" y="3409"/>
                    <a:pt x="1384" y="3430"/>
                  </a:cubicBezTo>
                  <a:cubicBezTo>
                    <a:pt x="1384" y="3433"/>
                    <a:pt x="1384" y="3436"/>
                    <a:pt x="1384" y="3439"/>
                  </a:cubicBezTo>
                  <a:cubicBezTo>
                    <a:pt x="1386" y="3473"/>
                    <a:pt x="1391" y="3507"/>
                    <a:pt x="1392" y="3541"/>
                  </a:cubicBezTo>
                  <a:cubicBezTo>
                    <a:pt x="1392" y="3544"/>
                    <a:pt x="1398" y="3544"/>
                    <a:pt x="1398" y="3541"/>
                  </a:cubicBezTo>
                  <a:cubicBezTo>
                    <a:pt x="1399" y="3485"/>
                    <a:pt x="1406" y="3430"/>
                    <a:pt x="1408" y="3375"/>
                  </a:cubicBezTo>
                  <a:cubicBezTo>
                    <a:pt x="1408" y="3373"/>
                    <a:pt x="1408" y="3371"/>
                    <a:pt x="1408" y="3369"/>
                  </a:cubicBezTo>
                  <a:cubicBezTo>
                    <a:pt x="1418" y="3369"/>
                    <a:pt x="1427" y="3369"/>
                    <a:pt x="1436" y="3369"/>
                  </a:cubicBezTo>
                  <a:cubicBezTo>
                    <a:pt x="1535" y="3369"/>
                    <a:pt x="1632" y="3372"/>
                    <a:pt x="1729" y="3372"/>
                  </a:cubicBezTo>
                  <a:cubicBezTo>
                    <a:pt x="1822" y="3372"/>
                    <a:pt x="1914" y="3365"/>
                    <a:pt x="2006" y="3365"/>
                  </a:cubicBezTo>
                  <a:cubicBezTo>
                    <a:pt x="2029" y="3365"/>
                    <a:pt x="2052" y="3364"/>
                    <a:pt x="2076" y="3362"/>
                  </a:cubicBezTo>
                  <a:cubicBezTo>
                    <a:pt x="2077" y="3413"/>
                    <a:pt x="2081" y="3465"/>
                    <a:pt x="2082" y="3516"/>
                  </a:cubicBezTo>
                  <a:cubicBezTo>
                    <a:pt x="2082" y="3519"/>
                    <a:pt x="2087" y="3519"/>
                    <a:pt x="2087" y="3516"/>
                  </a:cubicBezTo>
                  <a:cubicBezTo>
                    <a:pt x="2087" y="3488"/>
                    <a:pt x="2095" y="3461"/>
                    <a:pt x="2097" y="3434"/>
                  </a:cubicBezTo>
                  <a:cubicBezTo>
                    <a:pt x="2098" y="3406"/>
                    <a:pt x="2099" y="3385"/>
                    <a:pt x="2100" y="3360"/>
                  </a:cubicBezTo>
                  <a:lnTo>
                    <a:pt x="2116" y="3360"/>
                  </a:lnTo>
                  <a:cubicBezTo>
                    <a:pt x="2116" y="3368"/>
                    <a:pt x="2118" y="3375"/>
                    <a:pt x="2118" y="3380"/>
                  </a:cubicBezTo>
                  <a:cubicBezTo>
                    <a:pt x="2120" y="3406"/>
                    <a:pt x="2118" y="3432"/>
                    <a:pt x="2118" y="3457"/>
                  </a:cubicBezTo>
                  <a:cubicBezTo>
                    <a:pt x="2118" y="3461"/>
                    <a:pt x="2125" y="3462"/>
                    <a:pt x="2125" y="3457"/>
                  </a:cubicBezTo>
                  <a:cubicBezTo>
                    <a:pt x="2125" y="3448"/>
                    <a:pt x="2130" y="3442"/>
                    <a:pt x="2130" y="3433"/>
                  </a:cubicBezTo>
                  <a:cubicBezTo>
                    <a:pt x="2130" y="3419"/>
                    <a:pt x="2131" y="3404"/>
                    <a:pt x="2130" y="3390"/>
                  </a:cubicBezTo>
                  <a:cubicBezTo>
                    <a:pt x="2130" y="3381"/>
                    <a:pt x="2130" y="3371"/>
                    <a:pt x="2130" y="3359"/>
                  </a:cubicBezTo>
                  <a:lnTo>
                    <a:pt x="2155" y="3359"/>
                  </a:lnTo>
                  <a:cubicBezTo>
                    <a:pt x="2156" y="3371"/>
                    <a:pt x="2158" y="3382"/>
                    <a:pt x="2162" y="3393"/>
                  </a:cubicBezTo>
                  <a:lnTo>
                    <a:pt x="2163" y="3393"/>
                  </a:lnTo>
                  <a:cubicBezTo>
                    <a:pt x="2163" y="3394"/>
                    <a:pt x="2163" y="3394"/>
                    <a:pt x="2164" y="3395"/>
                  </a:cubicBezTo>
                  <a:lnTo>
                    <a:pt x="2165" y="3395"/>
                  </a:lnTo>
                  <a:cubicBezTo>
                    <a:pt x="2166" y="3395"/>
                    <a:pt x="2167" y="3395"/>
                    <a:pt x="2167" y="3395"/>
                  </a:cubicBezTo>
                  <a:cubicBezTo>
                    <a:pt x="2168" y="3394"/>
                    <a:pt x="2168" y="3394"/>
                    <a:pt x="2168" y="3393"/>
                  </a:cubicBezTo>
                  <a:lnTo>
                    <a:pt x="2169" y="3393"/>
                  </a:lnTo>
                  <a:cubicBezTo>
                    <a:pt x="2173" y="3382"/>
                    <a:pt x="2175" y="3371"/>
                    <a:pt x="2176" y="3359"/>
                  </a:cubicBezTo>
                  <a:cubicBezTo>
                    <a:pt x="2221" y="3357"/>
                    <a:pt x="2265" y="3354"/>
                    <a:pt x="2310" y="3349"/>
                  </a:cubicBezTo>
                  <a:lnTo>
                    <a:pt x="2348" y="3345"/>
                  </a:lnTo>
                  <a:cubicBezTo>
                    <a:pt x="2348" y="3354"/>
                    <a:pt x="2348" y="3364"/>
                    <a:pt x="2348" y="3374"/>
                  </a:cubicBezTo>
                  <a:cubicBezTo>
                    <a:pt x="2348" y="3400"/>
                    <a:pt x="2357" y="3426"/>
                    <a:pt x="2358" y="3451"/>
                  </a:cubicBezTo>
                  <a:cubicBezTo>
                    <a:pt x="2359" y="3480"/>
                    <a:pt x="2360" y="3510"/>
                    <a:pt x="2361" y="3539"/>
                  </a:cubicBezTo>
                  <a:cubicBezTo>
                    <a:pt x="2362" y="3567"/>
                    <a:pt x="2369" y="3605"/>
                    <a:pt x="2363" y="3633"/>
                  </a:cubicBezTo>
                  <a:cubicBezTo>
                    <a:pt x="2363" y="3634"/>
                    <a:pt x="2363" y="3633"/>
                    <a:pt x="2364" y="3634"/>
                  </a:cubicBezTo>
                  <a:cubicBezTo>
                    <a:pt x="2365" y="3634"/>
                    <a:pt x="2364" y="3635"/>
                    <a:pt x="2365" y="3635"/>
                  </a:cubicBezTo>
                  <a:lnTo>
                    <a:pt x="2366" y="3635"/>
                  </a:lnTo>
                  <a:lnTo>
                    <a:pt x="2367" y="3635"/>
                  </a:lnTo>
                  <a:cubicBezTo>
                    <a:pt x="2367" y="3635"/>
                    <a:pt x="2368" y="3635"/>
                    <a:pt x="2368" y="3634"/>
                  </a:cubicBezTo>
                  <a:cubicBezTo>
                    <a:pt x="2382" y="3581"/>
                    <a:pt x="2378" y="3524"/>
                    <a:pt x="2380" y="3469"/>
                  </a:cubicBezTo>
                  <a:cubicBezTo>
                    <a:pt x="2381" y="3459"/>
                    <a:pt x="2381" y="3448"/>
                    <a:pt x="2381" y="3438"/>
                  </a:cubicBezTo>
                  <a:cubicBezTo>
                    <a:pt x="2381" y="3427"/>
                    <a:pt x="2381" y="3418"/>
                    <a:pt x="2380" y="3407"/>
                  </a:cubicBezTo>
                  <a:cubicBezTo>
                    <a:pt x="2378" y="3394"/>
                    <a:pt x="2378" y="3382"/>
                    <a:pt x="2378" y="3369"/>
                  </a:cubicBezTo>
                  <a:cubicBezTo>
                    <a:pt x="2378" y="3360"/>
                    <a:pt x="2378" y="3351"/>
                    <a:pt x="2379" y="3342"/>
                  </a:cubicBezTo>
                  <a:cubicBezTo>
                    <a:pt x="2431" y="3338"/>
                    <a:pt x="2484" y="3332"/>
                    <a:pt x="2536" y="3322"/>
                  </a:cubicBezTo>
                  <a:cubicBezTo>
                    <a:pt x="2539" y="3388"/>
                    <a:pt x="2547" y="3454"/>
                    <a:pt x="2549" y="3519"/>
                  </a:cubicBezTo>
                  <a:cubicBezTo>
                    <a:pt x="2549" y="3519"/>
                    <a:pt x="2549" y="3520"/>
                    <a:pt x="2550" y="3520"/>
                  </a:cubicBezTo>
                  <a:cubicBezTo>
                    <a:pt x="2550" y="3520"/>
                    <a:pt x="2550" y="3521"/>
                    <a:pt x="2551" y="3521"/>
                  </a:cubicBezTo>
                  <a:lnTo>
                    <a:pt x="2552" y="3521"/>
                  </a:lnTo>
                  <a:lnTo>
                    <a:pt x="2553" y="3521"/>
                  </a:lnTo>
                  <a:lnTo>
                    <a:pt x="2554" y="3520"/>
                  </a:lnTo>
                  <a:lnTo>
                    <a:pt x="2554" y="3519"/>
                  </a:lnTo>
                  <a:cubicBezTo>
                    <a:pt x="2556" y="3451"/>
                    <a:pt x="2559" y="3383"/>
                    <a:pt x="2561" y="3316"/>
                  </a:cubicBezTo>
                  <a:cubicBezTo>
                    <a:pt x="2566" y="3314"/>
                    <a:pt x="2571" y="3313"/>
                    <a:pt x="2576" y="3311"/>
                  </a:cubicBezTo>
                  <a:lnTo>
                    <a:pt x="2604" y="3304"/>
                  </a:lnTo>
                  <a:cubicBezTo>
                    <a:pt x="2604" y="3311"/>
                    <a:pt x="2604" y="3320"/>
                    <a:pt x="2604" y="3327"/>
                  </a:cubicBezTo>
                  <a:cubicBezTo>
                    <a:pt x="2604" y="3338"/>
                    <a:pt x="2611" y="3345"/>
                    <a:pt x="2611" y="3357"/>
                  </a:cubicBezTo>
                  <a:cubicBezTo>
                    <a:pt x="2611" y="3360"/>
                    <a:pt x="2616" y="3360"/>
                    <a:pt x="2616" y="3357"/>
                  </a:cubicBezTo>
                  <a:cubicBezTo>
                    <a:pt x="2616" y="3355"/>
                    <a:pt x="2616" y="3353"/>
                    <a:pt x="2616" y="3351"/>
                  </a:cubicBezTo>
                  <a:cubicBezTo>
                    <a:pt x="2616" y="3347"/>
                    <a:pt x="2616" y="3343"/>
                    <a:pt x="2615" y="3339"/>
                  </a:cubicBezTo>
                  <a:cubicBezTo>
                    <a:pt x="2614" y="3336"/>
                    <a:pt x="2614" y="3333"/>
                    <a:pt x="2614" y="3330"/>
                  </a:cubicBezTo>
                  <a:cubicBezTo>
                    <a:pt x="2614" y="3324"/>
                    <a:pt x="2615" y="3319"/>
                    <a:pt x="2616" y="3313"/>
                  </a:cubicBezTo>
                  <a:cubicBezTo>
                    <a:pt x="2616" y="3309"/>
                    <a:pt x="2618" y="3304"/>
                    <a:pt x="2619" y="3299"/>
                  </a:cubicBezTo>
                  <a:lnTo>
                    <a:pt x="2659" y="3289"/>
                  </a:lnTo>
                  <a:cubicBezTo>
                    <a:pt x="2665" y="3316"/>
                    <a:pt x="2669" y="3343"/>
                    <a:pt x="2670" y="3371"/>
                  </a:cubicBezTo>
                  <a:cubicBezTo>
                    <a:pt x="2670" y="3371"/>
                    <a:pt x="2670" y="3372"/>
                    <a:pt x="2671" y="3372"/>
                  </a:cubicBezTo>
                  <a:lnTo>
                    <a:pt x="2672" y="3372"/>
                  </a:lnTo>
                  <a:lnTo>
                    <a:pt x="2673" y="3372"/>
                  </a:lnTo>
                  <a:lnTo>
                    <a:pt x="2674" y="3371"/>
                  </a:lnTo>
                  <a:cubicBezTo>
                    <a:pt x="2674" y="3353"/>
                    <a:pt x="2680" y="3336"/>
                    <a:pt x="2680" y="3319"/>
                  </a:cubicBezTo>
                  <a:cubicBezTo>
                    <a:pt x="2680" y="3307"/>
                    <a:pt x="2680" y="3295"/>
                    <a:pt x="2678" y="3283"/>
                  </a:cubicBezTo>
                  <a:lnTo>
                    <a:pt x="2696" y="3278"/>
                  </a:lnTo>
                  <a:cubicBezTo>
                    <a:pt x="2705" y="3276"/>
                    <a:pt x="2715" y="3272"/>
                    <a:pt x="2724" y="3269"/>
                  </a:cubicBezTo>
                  <a:cubicBezTo>
                    <a:pt x="2725" y="3301"/>
                    <a:pt x="2728" y="3332"/>
                    <a:pt x="2732" y="3364"/>
                  </a:cubicBezTo>
                  <a:cubicBezTo>
                    <a:pt x="2736" y="3399"/>
                    <a:pt x="2736" y="3436"/>
                    <a:pt x="2742" y="3471"/>
                  </a:cubicBezTo>
                  <a:lnTo>
                    <a:pt x="2742" y="3472"/>
                  </a:lnTo>
                  <a:lnTo>
                    <a:pt x="2743" y="3472"/>
                  </a:lnTo>
                  <a:cubicBezTo>
                    <a:pt x="2743" y="3473"/>
                    <a:pt x="2744" y="3473"/>
                    <a:pt x="2744" y="3473"/>
                  </a:cubicBezTo>
                  <a:cubicBezTo>
                    <a:pt x="2745" y="3473"/>
                    <a:pt x="2744" y="3472"/>
                    <a:pt x="2745" y="3472"/>
                  </a:cubicBezTo>
                  <a:cubicBezTo>
                    <a:pt x="2746" y="3471"/>
                    <a:pt x="2746" y="3472"/>
                    <a:pt x="2746" y="3472"/>
                  </a:cubicBezTo>
                  <a:cubicBezTo>
                    <a:pt x="2746" y="3471"/>
                    <a:pt x="2746" y="3471"/>
                    <a:pt x="2746" y="3471"/>
                  </a:cubicBezTo>
                  <a:cubicBezTo>
                    <a:pt x="2751" y="3426"/>
                    <a:pt x="2754" y="3380"/>
                    <a:pt x="2754" y="3335"/>
                  </a:cubicBezTo>
                  <a:cubicBezTo>
                    <a:pt x="2754" y="3309"/>
                    <a:pt x="2753" y="3284"/>
                    <a:pt x="2751" y="3259"/>
                  </a:cubicBezTo>
                  <a:cubicBezTo>
                    <a:pt x="2766" y="3253"/>
                    <a:pt x="2781" y="3247"/>
                    <a:pt x="2796" y="3241"/>
                  </a:cubicBezTo>
                  <a:cubicBezTo>
                    <a:pt x="2799" y="3282"/>
                    <a:pt x="2803" y="3323"/>
                    <a:pt x="2804" y="3364"/>
                  </a:cubicBezTo>
                  <a:lnTo>
                    <a:pt x="2805" y="3365"/>
                  </a:lnTo>
                  <a:lnTo>
                    <a:pt x="2806" y="3365"/>
                  </a:lnTo>
                  <a:cubicBezTo>
                    <a:pt x="2807" y="3365"/>
                    <a:pt x="2807" y="3365"/>
                    <a:pt x="2807" y="3365"/>
                  </a:cubicBezTo>
                  <a:cubicBezTo>
                    <a:pt x="2808" y="3365"/>
                    <a:pt x="2808" y="3364"/>
                    <a:pt x="2808" y="3364"/>
                  </a:cubicBezTo>
                  <a:cubicBezTo>
                    <a:pt x="2808" y="3320"/>
                    <a:pt x="2814" y="3276"/>
                    <a:pt x="2817" y="3232"/>
                  </a:cubicBezTo>
                  <a:lnTo>
                    <a:pt x="2851" y="3218"/>
                  </a:lnTo>
                  <a:cubicBezTo>
                    <a:pt x="2855" y="3230"/>
                    <a:pt x="2858" y="3243"/>
                    <a:pt x="2859" y="3256"/>
                  </a:cubicBezTo>
                  <a:lnTo>
                    <a:pt x="2859" y="3257"/>
                  </a:lnTo>
                  <a:lnTo>
                    <a:pt x="2860" y="3258"/>
                  </a:lnTo>
                  <a:lnTo>
                    <a:pt x="2861" y="3258"/>
                  </a:lnTo>
                  <a:cubicBezTo>
                    <a:pt x="2862" y="3258"/>
                    <a:pt x="2862" y="3258"/>
                    <a:pt x="2863" y="3258"/>
                  </a:cubicBezTo>
                  <a:lnTo>
                    <a:pt x="2863" y="3257"/>
                  </a:lnTo>
                  <a:cubicBezTo>
                    <a:pt x="2864" y="3257"/>
                    <a:pt x="2864" y="3256"/>
                    <a:pt x="2864" y="3256"/>
                  </a:cubicBezTo>
                  <a:cubicBezTo>
                    <a:pt x="2865" y="3244"/>
                    <a:pt x="2867" y="3232"/>
                    <a:pt x="2870" y="3220"/>
                  </a:cubicBezTo>
                  <a:cubicBezTo>
                    <a:pt x="2871" y="3216"/>
                    <a:pt x="2871" y="3213"/>
                    <a:pt x="2872" y="3209"/>
                  </a:cubicBezTo>
                  <a:cubicBezTo>
                    <a:pt x="2882" y="3204"/>
                    <a:pt x="2892" y="3199"/>
                    <a:pt x="2902" y="3193"/>
                  </a:cubicBezTo>
                  <a:cubicBezTo>
                    <a:pt x="2914" y="3186"/>
                    <a:pt x="2926" y="3178"/>
                    <a:pt x="2938" y="3169"/>
                  </a:cubicBezTo>
                  <a:cubicBezTo>
                    <a:pt x="2957" y="3154"/>
                    <a:pt x="2972" y="3130"/>
                    <a:pt x="2995" y="3119"/>
                  </a:cubicBezTo>
                  <a:cubicBezTo>
                    <a:pt x="3007" y="3111"/>
                    <a:pt x="3017" y="3101"/>
                    <a:pt x="3024" y="3089"/>
                  </a:cubicBezTo>
                  <a:cubicBezTo>
                    <a:pt x="3025" y="3086"/>
                    <a:pt x="3026" y="3084"/>
                    <a:pt x="3027" y="3082"/>
                  </a:cubicBezTo>
                  <a:cubicBezTo>
                    <a:pt x="3025" y="3115"/>
                    <a:pt x="3031" y="3153"/>
                    <a:pt x="3031" y="3180"/>
                  </a:cubicBezTo>
                  <a:cubicBezTo>
                    <a:pt x="3031" y="3255"/>
                    <a:pt x="3023" y="3328"/>
                    <a:pt x="3022" y="3403"/>
                  </a:cubicBezTo>
                  <a:cubicBezTo>
                    <a:pt x="3025" y="3502"/>
                    <a:pt x="3041" y="3596"/>
                    <a:pt x="3051" y="3689"/>
                  </a:cubicBezTo>
                  <a:lnTo>
                    <a:pt x="3051" y="3687"/>
                  </a:lnTo>
                  <a:moveTo>
                    <a:pt x="3004" y="2326"/>
                  </a:moveTo>
                  <a:cubicBezTo>
                    <a:pt x="3004" y="2509"/>
                    <a:pt x="3014" y="2691"/>
                    <a:pt x="3021" y="2874"/>
                  </a:cubicBezTo>
                  <a:cubicBezTo>
                    <a:pt x="3020" y="2874"/>
                    <a:pt x="3020" y="2874"/>
                    <a:pt x="3020" y="2874"/>
                  </a:cubicBezTo>
                  <a:cubicBezTo>
                    <a:pt x="3019" y="2875"/>
                    <a:pt x="3017" y="2876"/>
                    <a:pt x="3017" y="2877"/>
                  </a:cubicBezTo>
                  <a:cubicBezTo>
                    <a:pt x="3016" y="2879"/>
                    <a:pt x="3015" y="2880"/>
                    <a:pt x="3015" y="2881"/>
                  </a:cubicBezTo>
                  <a:cubicBezTo>
                    <a:pt x="3013" y="2898"/>
                    <a:pt x="3008" y="2914"/>
                    <a:pt x="2999" y="2928"/>
                  </a:cubicBezTo>
                  <a:cubicBezTo>
                    <a:pt x="2996" y="2802"/>
                    <a:pt x="2975" y="2675"/>
                    <a:pt x="2967" y="2549"/>
                  </a:cubicBezTo>
                  <a:cubicBezTo>
                    <a:pt x="2967" y="2548"/>
                    <a:pt x="2967" y="2548"/>
                    <a:pt x="2967" y="2548"/>
                  </a:cubicBezTo>
                  <a:lnTo>
                    <a:pt x="2966" y="2547"/>
                  </a:lnTo>
                  <a:lnTo>
                    <a:pt x="2965" y="2547"/>
                  </a:lnTo>
                  <a:cubicBezTo>
                    <a:pt x="2964" y="2547"/>
                    <a:pt x="2964" y="2547"/>
                    <a:pt x="2963" y="2547"/>
                  </a:cubicBezTo>
                  <a:cubicBezTo>
                    <a:pt x="2963" y="2547"/>
                    <a:pt x="2963" y="2548"/>
                    <a:pt x="2962" y="2548"/>
                  </a:cubicBezTo>
                  <a:lnTo>
                    <a:pt x="2962" y="2549"/>
                  </a:lnTo>
                  <a:cubicBezTo>
                    <a:pt x="2967" y="2686"/>
                    <a:pt x="2971" y="2823"/>
                    <a:pt x="2971" y="2960"/>
                  </a:cubicBezTo>
                  <a:lnTo>
                    <a:pt x="2971" y="2961"/>
                  </a:lnTo>
                  <a:cubicBezTo>
                    <a:pt x="2971" y="2962"/>
                    <a:pt x="2971" y="2964"/>
                    <a:pt x="2972" y="2966"/>
                  </a:cubicBezTo>
                  <a:cubicBezTo>
                    <a:pt x="2969" y="2970"/>
                    <a:pt x="2965" y="2974"/>
                    <a:pt x="2961" y="2978"/>
                  </a:cubicBezTo>
                  <a:cubicBezTo>
                    <a:pt x="2958" y="2952"/>
                    <a:pt x="2953" y="2927"/>
                    <a:pt x="2951" y="2901"/>
                  </a:cubicBezTo>
                  <a:cubicBezTo>
                    <a:pt x="2949" y="2875"/>
                    <a:pt x="2945" y="2845"/>
                    <a:pt x="2941" y="2817"/>
                  </a:cubicBezTo>
                  <a:cubicBezTo>
                    <a:pt x="2941" y="2813"/>
                    <a:pt x="2934" y="2814"/>
                    <a:pt x="2935" y="2818"/>
                  </a:cubicBezTo>
                  <a:cubicBezTo>
                    <a:pt x="2936" y="2843"/>
                    <a:pt x="2937" y="2869"/>
                    <a:pt x="2937" y="2895"/>
                  </a:cubicBezTo>
                  <a:cubicBezTo>
                    <a:pt x="2937" y="2929"/>
                    <a:pt x="2936" y="2962"/>
                    <a:pt x="2933" y="2996"/>
                  </a:cubicBezTo>
                  <a:lnTo>
                    <a:pt x="2933" y="2997"/>
                  </a:lnTo>
                  <a:cubicBezTo>
                    <a:pt x="2933" y="2999"/>
                    <a:pt x="2933" y="3002"/>
                    <a:pt x="2934" y="3003"/>
                  </a:cubicBezTo>
                  <a:lnTo>
                    <a:pt x="2929" y="3008"/>
                  </a:lnTo>
                  <a:lnTo>
                    <a:pt x="2922" y="3011"/>
                  </a:lnTo>
                  <a:cubicBezTo>
                    <a:pt x="2922" y="3000"/>
                    <a:pt x="2922" y="2989"/>
                    <a:pt x="2922" y="2978"/>
                  </a:cubicBezTo>
                  <a:cubicBezTo>
                    <a:pt x="2920" y="2952"/>
                    <a:pt x="2918" y="2926"/>
                    <a:pt x="2918" y="2900"/>
                  </a:cubicBezTo>
                  <a:cubicBezTo>
                    <a:pt x="2918" y="2899"/>
                    <a:pt x="2917" y="2898"/>
                    <a:pt x="2917" y="2898"/>
                  </a:cubicBezTo>
                  <a:cubicBezTo>
                    <a:pt x="2917" y="2897"/>
                    <a:pt x="2916" y="2897"/>
                    <a:pt x="2916" y="2897"/>
                  </a:cubicBezTo>
                  <a:cubicBezTo>
                    <a:pt x="2915" y="2896"/>
                    <a:pt x="2915" y="2896"/>
                    <a:pt x="2914" y="2896"/>
                  </a:cubicBezTo>
                  <a:cubicBezTo>
                    <a:pt x="2914" y="2896"/>
                    <a:pt x="2913" y="2896"/>
                    <a:pt x="2912" y="2897"/>
                  </a:cubicBezTo>
                  <a:cubicBezTo>
                    <a:pt x="2912" y="2897"/>
                    <a:pt x="2911" y="2897"/>
                    <a:pt x="2911" y="2898"/>
                  </a:cubicBezTo>
                  <a:cubicBezTo>
                    <a:pt x="2911" y="2898"/>
                    <a:pt x="2911" y="2899"/>
                    <a:pt x="2911" y="2900"/>
                  </a:cubicBezTo>
                  <a:cubicBezTo>
                    <a:pt x="2911" y="2926"/>
                    <a:pt x="2909" y="2952"/>
                    <a:pt x="2907" y="2978"/>
                  </a:cubicBezTo>
                  <a:cubicBezTo>
                    <a:pt x="2905" y="2992"/>
                    <a:pt x="2904" y="3006"/>
                    <a:pt x="2904" y="3019"/>
                  </a:cubicBezTo>
                  <a:lnTo>
                    <a:pt x="2888" y="3027"/>
                  </a:lnTo>
                  <a:cubicBezTo>
                    <a:pt x="2887" y="2964"/>
                    <a:pt x="2878" y="2904"/>
                    <a:pt x="2875" y="2842"/>
                  </a:cubicBezTo>
                  <a:cubicBezTo>
                    <a:pt x="2875" y="2841"/>
                    <a:pt x="2875" y="2841"/>
                    <a:pt x="2875" y="2840"/>
                  </a:cubicBezTo>
                  <a:lnTo>
                    <a:pt x="2874" y="2840"/>
                  </a:lnTo>
                  <a:cubicBezTo>
                    <a:pt x="2874" y="2839"/>
                    <a:pt x="2873" y="2839"/>
                    <a:pt x="2873" y="2839"/>
                  </a:cubicBezTo>
                  <a:cubicBezTo>
                    <a:pt x="2872" y="2839"/>
                    <a:pt x="2872" y="2839"/>
                    <a:pt x="2871" y="2840"/>
                  </a:cubicBezTo>
                  <a:cubicBezTo>
                    <a:pt x="2870" y="2841"/>
                    <a:pt x="2870" y="2841"/>
                    <a:pt x="2870" y="2842"/>
                  </a:cubicBezTo>
                  <a:cubicBezTo>
                    <a:pt x="2868" y="2906"/>
                    <a:pt x="2871" y="2969"/>
                    <a:pt x="2870" y="3034"/>
                  </a:cubicBezTo>
                  <a:lnTo>
                    <a:pt x="2848" y="3044"/>
                  </a:lnTo>
                  <a:cubicBezTo>
                    <a:pt x="2848" y="3043"/>
                    <a:pt x="2848" y="3042"/>
                    <a:pt x="2848" y="3041"/>
                  </a:cubicBezTo>
                  <a:cubicBezTo>
                    <a:pt x="2848" y="3035"/>
                    <a:pt x="2847" y="3029"/>
                    <a:pt x="2844" y="3025"/>
                  </a:cubicBezTo>
                  <a:cubicBezTo>
                    <a:pt x="2837" y="3014"/>
                    <a:pt x="2841" y="2992"/>
                    <a:pt x="2840" y="2979"/>
                  </a:cubicBezTo>
                  <a:lnTo>
                    <a:pt x="2840" y="2978"/>
                  </a:lnTo>
                  <a:cubicBezTo>
                    <a:pt x="2839" y="2978"/>
                    <a:pt x="2839" y="2977"/>
                    <a:pt x="2839" y="2977"/>
                  </a:cubicBezTo>
                  <a:cubicBezTo>
                    <a:pt x="2838" y="2977"/>
                    <a:pt x="2838" y="2977"/>
                    <a:pt x="2837" y="2977"/>
                  </a:cubicBezTo>
                  <a:lnTo>
                    <a:pt x="2836" y="2977"/>
                  </a:lnTo>
                  <a:cubicBezTo>
                    <a:pt x="2835" y="2977"/>
                    <a:pt x="2835" y="2978"/>
                    <a:pt x="2835" y="2978"/>
                  </a:cubicBezTo>
                  <a:lnTo>
                    <a:pt x="2834" y="2979"/>
                  </a:lnTo>
                  <a:cubicBezTo>
                    <a:pt x="2832" y="2991"/>
                    <a:pt x="2830" y="3003"/>
                    <a:pt x="2830" y="3015"/>
                  </a:cubicBezTo>
                  <a:cubicBezTo>
                    <a:pt x="2830" y="3019"/>
                    <a:pt x="2831" y="3023"/>
                    <a:pt x="2831" y="3026"/>
                  </a:cubicBezTo>
                  <a:cubicBezTo>
                    <a:pt x="2833" y="3034"/>
                    <a:pt x="2834" y="3041"/>
                    <a:pt x="2834" y="3048"/>
                  </a:cubicBezTo>
                  <a:cubicBezTo>
                    <a:pt x="2834" y="3049"/>
                    <a:pt x="2834" y="3049"/>
                    <a:pt x="2834" y="3049"/>
                  </a:cubicBezTo>
                  <a:cubicBezTo>
                    <a:pt x="2834" y="3049"/>
                    <a:pt x="2834" y="3051"/>
                    <a:pt x="2834" y="3052"/>
                  </a:cubicBezTo>
                  <a:lnTo>
                    <a:pt x="2831" y="3053"/>
                  </a:lnTo>
                  <a:lnTo>
                    <a:pt x="2819" y="3059"/>
                  </a:lnTo>
                  <a:cubicBezTo>
                    <a:pt x="2817" y="3042"/>
                    <a:pt x="2814" y="3026"/>
                    <a:pt x="2813" y="3009"/>
                  </a:cubicBezTo>
                  <a:cubicBezTo>
                    <a:pt x="2813" y="3008"/>
                    <a:pt x="2813" y="3008"/>
                    <a:pt x="2813" y="3007"/>
                  </a:cubicBezTo>
                  <a:cubicBezTo>
                    <a:pt x="2813" y="2986"/>
                    <a:pt x="2810" y="2965"/>
                    <a:pt x="2805" y="2945"/>
                  </a:cubicBezTo>
                  <a:cubicBezTo>
                    <a:pt x="2789" y="2901"/>
                    <a:pt x="2798" y="2849"/>
                    <a:pt x="2788" y="2803"/>
                  </a:cubicBezTo>
                  <a:lnTo>
                    <a:pt x="2788" y="2802"/>
                  </a:lnTo>
                  <a:cubicBezTo>
                    <a:pt x="2787" y="2802"/>
                    <a:pt x="2787" y="2801"/>
                    <a:pt x="2787" y="2801"/>
                  </a:cubicBezTo>
                  <a:cubicBezTo>
                    <a:pt x="2786" y="2801"/>
                    <a:pt x="2786" y="2801"/>
                    <a:pt x="2785" y="2801"/>
                  </a:cubicBezTo>
                  <a:lnTo>
                    <a:pt x="2784" y="2801"/>
                  </a:lnTo>
                  <a:cubicBezTo>
                    <a:pt x="2784" y="2801"/>
                    <a:pt x="2784" y="2802"/>
                    <a:pt x="2783" y="2802"/>
                  </a:cubicBezTo>
                  <a:lnTo>
                    <a:pt x="2783" y="2803"/>
                  </a:lnTo>
                  <a:cubicBezTo>
                    <a:pt x="2791" y="2893"/>
                    <a:pt x="2781" y="2981"/>
                    <a:pt x="2794" y="3071"/>
                  </a:cubicBezTo>
                  <a:cubicBezTo>
                    <a:pt x="2778" y="3078"/>
                    <a:pt x="2761" y="3085"/>
                    <a:pt x="2744" y="3092"/>
                  </a:cubicBezTo>
                  <a:cubicBezTo>
                    <a:pt x="2740" y="3043"/>
                    <a:pt x="2727" y="2994"/>
                    <a:pt x="2722" y="2944"/>
                  </a:cubicBezTo>
                  <a:cubicBezTo>
                    <a:pt x="2722" y="2943"/>
                    <a:pt x="2721" y="2943"/>
                    <a:pt x="2721" y="2943"/>
                  </a:cubicBezTo>
                  <a:cubicBezTo>
                    <a:pt x="2720" y="2942"/>
                    <a:pt x="2720" y="2942"/>
                    <a:pt x="2720" y="2942"/>
                  </a:cubicBezTo>
                  <a:cubicBezTo>
                    <a:pt x="2719" y="2942"/>
                    <a:pt x="2719" y="2942"/>
                    <a:pt x="2718" y="2943"/>
                  </a:cubicBezTo>
                  <a:cubicBezTo>
                    <a:pt x="2718" y="2943"/>
                    <a:pt x="2717" y="2943"/>
                    <a:pt x="2717" y="2944"/>
                  </a:cubicBezTo>
                  <a:cubicBezTo>
                    <a:pt x="2720" y="2986"/>
                    <a:pt x="2722" y="3028"/>
                    <a:pt x="2722" y="3070"/>
                  </a:cubicBezTo>
                  <a:cubicBezTo>
                    <a:pt x="2722" y="3081"/>
                    <a:pt x="2722" y="3091"/>
                    <a:pt x="2722" y="3102"/>
                  </a:cubicBezTo>
                  <a:lnTo>
                    <a:pt x="2687" y="3116"/>
                  </a:lnTo>
                  <a:lnTo>
                    <a:pt x="2680" y="3119"/>
                  </a:lnTo>
                  <a:cubicBezTo>
                    <a:pt x="2681" y="3117"/>
                    <a:pt x="2681" y="3116"/>
                    <a:pt x="2681" y="3114"/>
                  </a:cubicBezTo>
                  <a:cubicBezTo>
                    <a:pt x="2681" y="3110"/>
                    <a:pt x="2680" y="3107"/>
                    <a:pt x="2679" y="3104"/>
                  </a:cubicBezTo>
                  <a:cubicBezTo>
                    <a:pt x="2674" y="3093"/>
                    <a:pt x="2671" y="3081"/>
                    <a:pt x="2671" y="3069"/>
                  </a:cubicBezTo>
                  <a:cubicBezTo>
                    <a:pt x="2671" y="3065"/>
                    <a:pt x="2665" y="3066"/>
                    <a:pt x="2665" y="3069"/>
                  </a:cubicBezTo>
                  <a:cubicBezTo>
                    <a:pt x="2665" y="3079"/>
                    <a:pt x="2661" y="3089"/>
                    <a:pt x="2661" y="3098"/>
                  </a:cubicBezTo>
                  <a:cubicBezTo>
                    <a:pt x="2661" y="3102"/>
                    <a:pt x="2663" y="3105"/>
                    <a:pt x="2663" y="3109"/>
                  </a:cubicBezTo>
                  <a:cubicBezTo>
                    <a:pt x="2663" y="3112"/>
                    <a:pt x="2662" y="3120"/>
                    <a:pt x="2662" y="3125"/>
                  </a:cubicBezTo>
                  <a:lnTo>
                    <a:pt x="2656" y="3127"/>
                  </a:lnTo>
                  <a:cubicBezTo>
                    <a:pt x="2655" y="3114"/>
                    <a:pt x="2655" y="3101"/>
                    <a:pt x="2654" y="3089"/>
                  </a:cubicBezTo>
                  <a:cubicBezTo>
                    <a:pt x="2654" y="3069"/>
                    <a:pt x="2646" y="3051"/>
                    <a:pt x="2647" y="3031"/>
                  </a:cubicBezTo>
                  <a:cubicBezTo>
                    <a:pt x="2647" y="3028"/>
                    <a:pt x="2641" y="3027"/>
                    <a:pt x="2641" y="3031"/>
                  </a:cubicBezTo>
                  <a:cubicBezTo>
                    <a:pt x="2640" y="3049"/>
                    <a:pt x="2641" y="3066"/>
                    <a:pt x="2641" y="3084"/>
                  </a:cubicBezTo>
                  <a:cubicBezTo>
                    <a:pt x="2640" y="3099"/>
                    <a:pt x="2639" y="3114"/>
                    <a:pt x="2639" y="3129"/>
                  </a:cubicBezTo>
                  <a:cubicBezTo>
                    <a:pt x="2639" y="3130"/>
                    <a:pt x="2639" y="3131"/>
                    <a:pt x="2639" y="3133"/>
                  </a:cubicBezTo>
                  <a:lnTo>
                    <a:pt x="2616" y="3138"/>
                  </a:lnTo>
                  <a:cubicBezTo>
                    <a:pt x="2616" y="3135"/>
                    <a:pt x="2616" y="3131"/>
                    <a:pt x="2616" y="3131"/>
                  </a:cubicBezTo>
                  <a:cubicBezTo>
                    <a:pt x="2616" y="3115"/>
                    <a:pt x="2614" y="3099"/>
                    <a:pt x="2613" y="3084"/>
                  </a:cubicBezTo>
                  <a:cubicBezTo>
                    <a:pt x="2611" y="3055"/>
                    <a:pt x="2607" y="3026"/>
                    <a:pt x="2606" y="2997"/>
                  </a:cubicBezTo>
                  <a:cubicBezTo>
                    <a:pt x="2606" y="2993"/>
                    <a:pt x="2599" y="2993"/>
                    <a:pt x="2599" y="2997"/>
                  </a:cubicBezTo>
                  <a:cubicBezTo>
                    <a:pt x="2600" y="3008"/>
                    <a:pt x="2600" y="3019"/>
                    <a:pt x="2600" y="3030"/>
                  </a:cubicBezTo>
                  <a:cubicBezTo>
                    <a:pt x="2600" y="3052"/>
                    <a:pt x="2599" y="3073"/>
                    <a:pt x="2598" y="3095"/>
                  </a:cubicBezTo>
                  <a:cubicBezTo>
                    <a:pt x="2595" y="3111"/>
                    <a:pt x="2594" y="3127"/>
                    <a:pt x="2593" y="3143"/>
                  </a:cubicBezTo>
                  <a:lnTo>
                    <a:pt x="2563" y="3151"/>
                  </a:lnTo>
                  <a:lnTo>
                    <a:pt x="2563" y="3150"/>
                  </a:lnTo>
                  <a:cubicBezTo>
                    <a:pt x="2563" y="3149"/>
                    <a:pt x="2563" y="3149"/>
                    <a:pt x="2563" y="3148"/>
                  </a:cubicBezTo>
                  <a:cubicBezTo>
                    <a:pt x="2559" y="3141"/>
                    <a:pt x="2558" y="3134"/>
                    <a:pt x="2558" y="3126"/>
                  </a:cubicBezTo>
                  <a:cubicBezTo>
                    <a:pt x="2558" y="3125"/>
                    <a:pt x="2558" y="3123"/>
                    <a:pt x="2558" y="3122"/>
                  </a:cubicBezTo>
                  <a:cubicBezTo>
                    <a:pt x="2558" y="3118"/>
                    <a:pt x="2552" y="3117"/>
                    <a:pt x="2552" y="3122"/>
                  </a:cubicBezTo>
                  <a:cubicBezTo>
                    <a:pt x="2552" y="3126"/>
                    <a:pt x="2550" y="3135"/>
                    <a:pt x="2550" y="3141"/>
                  </a:cubicBezTo>
                  <a:cubicBezTo>
                    <a:pt x="2549" y="3142"/>
                    <a:pt x="2549" y="3143"/>
                    <a:pt x="2549" y="3144"/>
                  </a:cubicBezTo>
                  <a:cubicBezTo>
                    <a:pt x="2549" y="3147"/>
                    <a:pt x="2550" y="3150"/>
                    <a:pt x="2551" y="3153"/>
                  </a:cubicBezTo>
                  <a:cubicBezTo>
                    <a:pt x="2551" y="3154"/>
                    <a:pt x="2551" y="3154"/>
                    <a:pt x="2551" y="3154"/>
                  </a:cubicBezTo>
                  <a:cubicBezTo>
                    <a:pt x="2551" y="3155"/>
                    <a:pt x="2551" y="3155"/>
                    <a:pt x="2551" y="3155"/>
                  </a:cubicBezTo>
                  <a:lnTo>
                    <a:pt x="2532" y="3162"/>
                  </a:lnTo>
                  <a:cubicBezTo>
                    <a:pt x="2523" y="3165"/>
                    <a:pt x="2515" y="3167"/>
                    <a:pt x="2506" y="3170"/>
                  </a:cubicBezTo>
                  <a:cubicBezTo>
                    <a:pt x="2502" y="3132"/>
                    <a:pt x="2494" y="3094"/>
                    <a:pt x="2492" y="3056"/>
                  </a:cubicBezTo>
                  <a:cubicBezTo>
                    <a:pt x="2492" y="3035"/>
                    <a:pt x="2494" y="3011"/>
                    <a:pt x="2481" y="2993"/>
                  </a:cubicBezTo>
                  <a:cubicBezTo>
                    <a:pt x="2480" y="2993"/>
                    <a:pt x="2480" y="2992"/>
                    <a:pt x="2480" y="2992"/>
                  </a:cubicBezTo>
                  <a:cubicBezTo>
                    <a:pt x="2479" y="2992"/>
                    <a:pt x="2479" y="2992"/>
                    <a:pt x="2478" y="2992"/>
                  </a:cubicBezTo>
                  <a:lnTo>
                    <a:pt x="2477" y="2992"/>
                  </a:lnTo>
                  <a:cubicBezTo>
                    <a:pt x="2476" y="2993"/>
                    <a:pt x="2476" y="2993"/>
                    <a:pt x="2476" y="2993"/>
                  </a:cubicBezTo>
                  <a:cubicBezTo>
                    <a:pt x="2476" y="2994"/>
                    <a:pt x="2476" y="2994"/>
                    <a:pt x="2476" y="2995"/>
                  </a:cubicBezTo>
                  <a:lnTo>
                    <a:pt x="2476" y="2996"/>
                  </a:lnTo>
                  <a:cubicBezTo>
                    <a:pt x="2489" y="3019"/>
                    <a:pt x="2476" y="3059"/>
                    <a:pt x="2479" y="3083"/>
                  </a:cubicBezTo>
                  <a:cubicBezTo>
                    <a:pt x="2480" y="3094"/>
                    <a:pt x="2480" y="3105"/>
                    <a:pt x="2480" y="3116"/>
                  </a:cubicBezTo>
                  <a:cubicBezTo>
                    <a:pt x="2480" y="3137"/>
                    <a:pt x="2479" y="3157"/>
                    <a:pt x="2477" y="3177"/>
                  </a:cubicBezTo>
                  <a:cubicBezTo>
                    <a:pt x="2448" y="3184"/>
                    <a:pt x="2418" y="3190"/>
                    <a:pt x="2389" y="3194"/>
                  </a:cubicBezTo>
                  <a:cubicBezTo>
                    <a:pt x="2389" y="3147"/>
                    <a:pt x="2388" y="3100"/>
                    <a:pt x="2386" y="3053"/>
                  </a:cubicBezTo>
                  <a:cubicBezTo>
                    <a:pt x="2385" y="3017"/>
                    <a:pt x="2375" y="2983"/>
                    <a:pt x="2374" y="2947"/>
                  </a:cubicBezTo>
                  <a:cubicBezTo>
                    <a:pt x="2374" y="2927"/>
                    <a:pt x="2366" y="2905"/>
                    <a:pt x="2366" y="2885"/>
                  </a:cubicBezTo>
                  <a:cubicBezTo>
                    <a:pt x="2366" y="2884"/>
                    <a:pt x="2366" y="2882"/>
                    <a:pt x="2366" y="2881"/>
                  </a:cubicBezTo>
                  <a:cubicBezTo>
                    <a:pt x="2366" y="2851"/>
                    <a:pt x="2360" y="2821"/>
                    <a:pt x="2350" y="2793"/>
                  </a:cubicBezTo>
                  <a:cubicBezTo>
                    <a:pt x="2349" y="2790"/>
                    <a:pt x="2343" y="2792"/>
                    <a:pt x="2344" y="2795"/>
                  </a:cubicBezTo>
                  <a:cubicBezTo>
                    <a:pt x="2349" y="2817"/>
                    <a:pt x="2351" y="2839"/>
                    <a:pt x="2351" y="2862"/>
                  </a:cubicBezTo>
                  <a:cubicBezTo>
                    <a:pt x="2351" y="2872"/>
                    <a:pt x="2350" y="2883"/>
                    <a:pt x="2349" y="2894"/>
                  </a:cubicBezTo>
                  <a:cubicBezTo>
                    <a:pt x="2348" y="2918"/>
                    <a:pt x="2355" y="2946"/>
                    <a:pt x="2354" y="2971"/>
                  </a:cubicBezTo>
                  <a:cubicBezTo>
                    <a:pt x="2351" y="3046"/>
                    <a:pt x="2354" y="3122"/>
                    <a:pt x="2354" y="3198"/>
                  </a:cubicBezTo>
                  <a:lnTo>
                    <a:pt x="2345" y="3198"/>
                  </a:lnTo>
                  <a:cubicBezTo>
                    <a:pt x="2302" y="3201"/>
                    <a:pt x="2259" y="3208"/>
                    <a:pt x="2217" y="3219"/>
                  </a:cubicBezTo>
                  <a:cubicBezTo>
                    <a:pt x="2213" y="3220"/>
                    <a:pt x="2208" y="3221"/>
                    <a:pt x="2203" y="3222"/>
                  </a:cubicBezTo>
                  <a:lnTo>
                    <a:pt x="2128" y="3227"/>
                  </a:lnTo>
                  <a:lnTo>
                    <a:pt x="2115" y="3227"/>
                  </a:lnTo>
                  <a:cubicBezTo>
                    <a:pt x="2115" y="3217"/>
                    <a:pt x="2113" y="3208"/>
                    <a:pt x="2112" y="3199"/>
                  </a:cubicBezTo>
                  <a:cubicBezTo>
                    <a:pt x="2110" y="3190"/>
                    <a:pt x="2108" y="3181"/>
                    <a:pt x="2106" y="3172"/>
                  </a:cubicBezTo>
                  <a:lnTo>
                    <a:pt x="2106" y="3171"/>
                  </a:lnTo>
                  <a:cubicBezTo>
                    <a:pt x="2106" y="3170"/>
                    <a:pt x="2105" y="3170"/>
                    <a:pt x="2105" y="3170"/>
                  </a:cubicBezTo>
                  <a:cubicBezTo>
                    <a:pt x="2104" y="3169"/>
                    <a:pt x="2104" y="3169"/>
                    <a:pt x="2103" y="3169"/>
                  </a:cubicBezTo>
                  <a:lnTo>
                    <a:pt x="2102" y="3170"/>
                  </a:lnTo>
                  <a:cubicBezTo>
                    <a:pt x="2101" y="3171"/>
                    <a:pt x="2102" y="3170"/>
                    <a:pt x="2101" y="3171"/>
                  </a:cubicBezTo>
                  <a:cubicBezTo>
                    <a:pt x="2100" y="3172"/>
                    <a:pt x="2100" y="3172"/>
                    <a:pt x="2100" y="3172"/>
                  </a:cubicBezTo>
                  <a:cubicBezTo>
                    <a:pt x="2099" y="3181"/>
                    <a:pt x="2096" y="3189"/>
                    <a:pt x="2095" y="3197"/>
                  </a:cubicBezTo>
                  <a:cubicBezTo>
                    <a:pt x="2093" y="3207"/>
                    <a:pt x="2092" y="3218"/>
                    <a:pt x="2092" y="3228"/>
                  </a:cubicBezTo>
                  <a:lnTo>
                    <a:pt x="2082" y="3228"/>
                  </a:lnTo>
                  <a:lnTo>
                    <a:pt x="2068" y="3230"/>
                  </a:lnTo>
                  <a:cubicBezTo>
                    <a:pt x="2066" y="3210"/>
                    <a:pt x="2064" y="3191"/>
                    <a:pt x="2063" y="3172"/>
                  </a:cubicBezTo>
                  <a:cubicBezTo>
                    <a:pt x="2062" y="3153"/>
                    <a:pt x="2054" y="3133"/>
                    <a:pt x="2054" y="3113"/>
                  </a:cubicBezTo>
                  <a:cubicBezTo>
                    <a:pt x="2054" y="3110"/>
                    <a:pt x="2049" y="3110"/>
                    <a:pt x="2049" y="3113"/>
                  </a:cubicBezTo>
                  <a:cubicBezTo>
                    <a:pt x="2050" y="3122"/>
                    <a:pt x="2050" y="3132"/>
                    <a:pt x="2050" y="3142"/>
                  </a:cubicBezTo>
                  <a:cubicBezTo>
                    <a:pt x="2050" y="3151"/>
                    <a:pt x="2050" y="3161"/>
                    <a:pt x="2049" y="3170"/>
                  </a:cubicBezTo>
                  <a:cubicBezTo>
                    <a:pt x="2046" y="3190"/>
                    <a:pt x="2044" y="3212"/>
                    <a:pt x="2043" y="3233"/>
                  </a:cubicBezTo>
                  <a:lnTo>
                    <a:pt x="2016" y="3236"/>
                  </a:lnTo>
                  <a:cubicBezTo>
                    <a:pt x="2021" y="3194"/>
                    <a:pt x="2012" y="3152"/>
                    <a:pt x="2012" y="3110"/>
                  </a:cubicBezTo>
                  <a:cubicBezTo>
                    <a:pt x="2012" y="3058"/>
                    <a:pt x="2002" y="3004"/>
                    <a:pt x="2000" y="2951"/>
                  </a:cubicBezTo>
                  <a:lnTo>
                    <a:pt x="1999" y="2950"/>
                  </a:lnTo>
                  <a:cubicBezTo>
                    <a:pt x="1999" y="2950"/>
                    <a:pt x="2000" y="2950"/>
                    <a:pt x="1999" y="2949"/>
                  </a:cubicBezTo>
                  <a:cubicBezTo>
                    <a:pt x="1998" y="2948"/>
                    <a:pt x="1998" y="2949"/>
                    <a:pt x="1997" y="2949"/>
                  </a:cubicBezTo>
                  <a:cubicBezTo>
                    <a:pt x="1997" y="2949"/>
                    <a:pt x="1997" y="2948"/>
                    <a:pt x="1996" y="2949"/>
                  </a:cubicBezTo>
                  <a:cubicBezTo>
                    <a:pt x="1995" y="2950"/>
                    <a:pt x="1996" y="2950"/>
                    <a:pt x="1995" y="2950"/>
                  </a:cubicBezTo>
                  <a:lnTo>
                    <a:pt x="1995" y="2951"/>
                  </a:lnTo>
                  <a:cubicBezTo>
                    <a:pt x="1991" y="3045"/>
                    <a:pt x="1979" y="3144"/>
                    <a:pt x="1993" y="3237"/>
                  </a:cubicBezTo>
                  <a:lnTo>
                    <a:pt x="1913" y="3245"/>
                  </a:lnTo>
                  <a:cubicBezTo>
                    <a:pt x="1836" y="3246"/>
                    <a:pt x="1759" y="3251"/>
                    <a:pt x="1683" y="3259"/>
                  </a:cubicBezTo>
                  <a:cubicBezTo>
                    <a:pt x="1681" y="3259"/>
                    <a:pt x="1681" y="3263"/>
                    <a:pt x="1683" y="3263"/>
                  </a:cubicBezTo>
                  <a:cubicBezTo>
                    <a:pt x="1711" y="3266"/>
                    <a:pt x="1739" y="3267"/>
                    <a:pt x="1767" y="3267"/>
                  </a:cubicBezTo>
                  <a:cubicBezTo>
                    <a:pt x="1794" y="3267"/>
                    <a:pt x="1822" y="3266"/>
                    <a:pt x="1850" y="3263"/>
                  </a:cubicBezTo>
                  <a:cubicBezTo>
                    <a:pt x="1885" y="3267"/>
                    <a:pt x="1921" y="3268"/>
                    <a:pt x="1956" y="3268"/>
                  </a:cubicBezTo>
                  <a:cubicBezTo>
                    <a:pt x="2005" y="3268"/>
                    <a:pt x="2053" y="3265"/>
                    <a:pt x="2100" y="3259"/>
                  </a:cubicBezTo>
                  <a:cubicBezTo>
                    <a:pt x="2150" y="3254"/>
                    <a:pt x="2201" y="3261"/>
                    <a:pt x="2250" y="3248"/>
                  </a:cubicBezTo>
                  <a:cubicBezTo>
                    <a:pt x="2301" y="3233"/>
                    <a:pt x="2355" y="3230"/>
                    <a:pt x="2408" y="3220"/>
                  </a:cubicBezTo>
                  <a:cubicBezTo>
                    <a:pt x="2435" y="3217"/>
                    <a:pt x="2462" y="3213"/>
                    <a:pt x="2489" y="3207"/>
                  </a:cubicBezTo>
                  <a:cubicBezTo>
                    <a:pt x="2490" y="3208"/>
                    <a:pt x="2492" y="3208"/>
                    <a:pt x="2494" y="3208"/>
                  </a:cubicBezTo>
                  <a:cubicBezTo>
                    <a:pt x="2497" y="3208"/>
                    <a:pt x="2500" y="3207"/>
                    <a:pt x="2503" y="3206"/>
                  </a:cubicBezTo>
                  <a:cubicBezTo>
                    <a:pt x="2504" y="3205"/>
                    <a:pt x="2505" y="3204"/>
                    <a:pt x="2506" y="3203"/>
                  </a:cubicBezTo>
                  <a:cubicBezTo>
                    <a:pt x="2533" y="3197"/>
                    <a:pt x="2560" y="3189"/>
                    <a:pt x="2585" y="3183"/>
                  </a:cubicBezTo>
                  <a:cubicBezTo>
                    <a:pt x="2655" y="3164"/>
                    <a:pt x="2724" y="3146"/>
                    <a:pt x="2792" y="3120"/>
                  </a:cubicBezTo>
                  <a:cubicBezTo>
                    <a:pt x="2819" y="3111"/>
                    <a:pt x="2845" y="3099"/>
                    <a:pt x="2869" y="3085"/>
                  </a:cubicBezTo>
                  <a:cubicBezTo>
                    <a:pt x="2891" y="3072"/>
                    <a:pt x="2912" y="3058"/>
                    <a:pt x="2931" y="3041"/>
                  </a:cubicBezTo>
                  <a:cubicBezTo>
                    <a:pt x="2955" y="3031"/>
                    <a:pt x="2979" y="3016"/>
                    <a:pt x="2981" y="2993"/>
                  </a:cubicBezTo>
                  <a:cubicBezTo>
                    <a:pt x="2981" y="2993"/>
                    <a:pt x="2981" y="2992"/>
                    <a:pt x="2981" y="2991"/>
                  </a:cubicBezTo>
                  <a:cubicBezTo>
                    <a:pt x="2981" y="2990"/>
                    <a:pt x="2981" y="2990"/>
                    <a:pt x="2981" y="2989"/>
                  </a:cubicBezTo>
                  <a:cubicBezTo>
                    <a:pt x="2997" y="2974"/>
                    <a:pt x="3011" y="2957"/>
                    <a:pt x="3022" y="2938"/>
                  </a:cubicBezTo>
                  <a:cubicBezTo>
                    <a:pt x="3027" y="2929"/>
                    <a:pt x="3032" y="2920"/>
                    <a:pt x="3036" y="2910"/>
                  </a:cubicBezTo>
                  <a:cubicBezTo>
                    <a:pt x="3103" y="2921"/>
                    <a:pt x="3042" y="3020"/>
                    <a:pt x="3005" y="3069"/>
                  </a:cubicBezTo>
                  <a:cubicBezTo>
                    <a:pt x="2992" y="3082"/>
                    <a:pt x="2974" y="3092"/>
                    <a:pt x="2962" y="3103"/>
                  </a:cubicBezTo>
                  <a:cubicBezTo>
                    <a:pt x="2938" y="3126"/>
                    <a:pt x="2911" y="3146"/>
                    <a:pt x="2882" y="3163"/>
                  </a:cubicBezTo>
                  <a:cubicBezTo>
                    <a:pt x="2864" y="3173"/>
                    <a:pt x="2844" y="3183"/>
                    <a:pt x="2825" y="3191"/>
                  </a:cubicBezTo>
                  <a:cubicBezTo>
                    <a:pt x="2788" y="3205"/>
                    <a:pt x="2750" y="3218"/>
                    <a:pt x="2712" y="3232"/>
                  </a:cubicBezTo>
                  <a:cubicBezTo>
                    <a:pt x="2669" y="3240"/>
                    <a:pt x="2625" y="3245"/>
                    <a:pt x="2583" y="3253"/>
                  </a:cubicBezTo>
                  <a:cubicBezTo>
                    <a:pt x="2535" y="3262"/>
                    <a:pt x="2488" y="3273"/>
                    <a:pt x="2441" y="3284"/>
                  </a:cubicBezTo>
                  <a:cubicBezTo>
                    <a:pt x="2404" y="3293"/>
                    <a:pt x="2367" y="3297"/>
                    <a:pt x="2330" y="3298"/>
                  </a:cubicBezTo>
                  <a:lnTo>
                    <a:pt x="2329" y="3298"/>
                  </a:lnTo>
                  <a:cubicBezTo>
                    <a:pt x="2275" y="3298"/>
                    <a:pt x="2220" y="3304"/>
                    <a:pt x="2167" y="3316"/>
                  </a:cubicBezTo>
                  <a:cubicBezTo>
                    <a:pt x="2142" y="3321"/>
                    <a:pt x="2118" y="3325"/>
                    <a:pt x="2093" y="3327"/>
                  </a:cubicBezTo>
                  <a:cubicBezTo>
                    <a:pt x="2092" y="3327"/>
                    <a:pt x="2091" y="3327"/>
                    <a:pt x="2090" y="3327"/>
                  </a:cubicBezTo>
                  <a:cubicBezTo>
                    <a:pt x="2089" y="3327"/>
                    <a:pt x="2088" y="3327"/>
                    <a:pt x="2087" y="3327"/>
                  </a:cubicBezTo>
                  <a:cubicBezTo>
                    <a:pt x="2083" y="3327"/>
                    <a:pt x="2079" y="3327"/>
                    <a:pt x="2075" y="3327"/>
                  </a:cubicBezTo>
                  <a:cubicBezTo>
                    <a:pt x="2036" y="3325"/>
                    <a:pt x="1993" y="3331"/>
                    <a:pt x="1952" y="3331"/>
                  </a:cubicBezTo>
                  <a:cubicBezTo>
                    <a:pt x="1919" y="3331"/>
                    <a:pt x="1886" y="3337"/>
                    <a:pt x="1854" y="3337"/>
                  </a:cubicBezTo>
                  <a:lnTo>
                    <a:pt x="1677" y="3337"/>
                  </a:lnTo>
                  <a:cubicBezTo>
                    <a:pt x="1585" y="3337"/>
                    <a:pt x="1495" y="3334"/>
                    <a:pt x="1404" y="3334"/>
                  </a:cubicBezTo>
                  <a:cubicBezTo>
                    <a:pt x="1370" y="3334"/>
                    <a:pt x="1340" y="3326"/>
                    <a:pt x="1307" y="3324"/>
                  </a:cubicBezTo>
                  <a:cubicBezTo>
                    <a:pt x="1294" y="3324"/>
                    <a:pt x="1280" y="3322"/>
                    <a:pt x="1266" y="3321"/>
                  </a:cubicBezTo>
                  <a:cubicBezTo>
                    <a:pt x="1252" y="3319"/>
                    <a:pt x="1240" y="3317"/>
                    <a:pt x="1227" y="3316"/>
                  </a:cubicBezTo>
                  <a:lnTo>
                    <a:pt x="1209" y="3313"/>
                  </a:lnTo>
                  <a:cubicBezTo>
                    <a:pt x="1204" y="3312"/>
                    <a:pt x="1198" y="3311"/>
                    <a:pt x="1192" y="3309"/>
                  </a:cubicBezTo>
                  <a:cubicBezTo>
                    <a:pt x="1155" y="3300"/>
                    <a:pt x="1118" y="3296"/>
                    <a:pt x="1080" y="3296"/>
                  </a:cubicBezTo>
                  <a:cubicBezTo>
                    <a:pt x="1072" y="3296"/>
                    <a:pt x="1064" y="3294"/>
                    <a:pt x="1056" y="3294"/>
                  </a:cubicBezTo>
                  <a:cubicBezTo>
                    <a:pt x="961" y="3288"/>
                    <a:pt x="868" y="3270"/>
                    <a:pt x="774" y="3262"/>
                  </a:cubicBezTo>
                  <a:lnTo>
                    <a:pt x="769" y="3262"/>
                  </a:lnTo>
                  <a:cubicBezTo>
                    <a:pt x="752" y="3258"/>
                    <a:pt x="736" y="3254"/>
                    <a:pt x="721" y="3248"/>
                  </a:cubicBezTo>
                  <a:cubicBezTo>
                    <a:pt x="697" y="3241"/>
                    <a:pt x="674" y="3236"/>
                    <a:pt x="649" y="3234"/>
                  </a:cubicBezTo>
                  <a:cubicBezTo>
                    <a:pt x="632" y="3228"/>
                    <a:pt x="614" y="3221"/>
                    <a:pt x="597" y="3215"/>
                  </a:cubicBezTo>
                  <a:cubicBezTo>
                    <a:pt x="572" y="3206"/>
                    <a:pt x="545" y="3204"/>
                    <a:pt x="520" y="3195"/>
                  </a:cubicBezTo>
                  <a:cubicBezTo>
                    <a:pt x="486" y="3184"/>
                    <a:pt x="455" y="3167"/>
                    <a:pt x="421" y="3156"/>
                  </a:cubicBezTo>
                  <a:cubicBezTo>
                    <a:pt x="398" y="3148"/>
                    <a:pt x="373" y="3141"/>
                    <a:pt x="349" y="3134"/>
                  </a:cubicBezTo>
                  <a:cubicBezTo>
                    <a:pt x="330" y="3126"/>
                    <a:pt x="308" y="3120"/>
                    <a:pt x="288" y="3111"/>
                  </a:cubicBezTo>
                  <a:cubicBezTo>
                    <a:pt x="281" y="3108"/>
                    <a:pt x="274" y="3106"/>
                    <a:pt x="267" y="3106"/>
                  </a:cubicBezTo>
                  <a:cubicBezTo>
                    <a:pt x="250" y="3099"/>
                    <a:pt x="233" y="3091"/>
                    <a:pt x="217" y="3083"/>
                  </a:cubicBezTo>
                  <a:cubicBezTo>
                    <a:pt x="159" y="3052"/>
                    <a:pt x="32" y="2911"/>
                    <a:pt x="81" y="2839"/>
                  </a:cubicBezTo>
                  <a:cubicBezTo>
                    <a:pt x="81" y="2839"/>
                    <a:pt x="82" y="2840"/>
                    <a:pt x="83" y="2840"/>
                  </a:cubicBezTo>
                  <a:cubicBezTo>
                    <a:pt x="85" y="2841"/>
                    <a:pt x="86" y="2842"/>
                    <a:pt x="88" y="2842"/>
                  </a:cubicBezTo>
                  <a:cubicBezTo>
                    <a:pt x="89" y="2842"/>
                    <a:pt x="89" y="2842"/>
                    <a:pt x="89" y="2842"/>
                  </a:cubicBezTo>
                  <a:cubicBezTo>
                    <a:pt x="90" y="2852"/>
                    <a:pt x="91" y="2861"/>
                    <a:pt x="94" y="2870"/>
                  </a:cubicBezTo>
                  <a:cubicBezTo>
                    <a:pt x="99" y="2891"/>
                    <a:pt x="106" y="2912"/>
                    <a:pt x="117" y="2931"/>
                  </a:cubicBezTo>
                  <a:cubicBezTo>
                    <a:pt x="141" y="2965"/>
                    <a:pt x="171" y="2993"/>
                    <a:pt x="207" y="3015"/>
                  </a:cubicBezTo>
                  <a:cubicBezTo>
                    <a:pt x="224" y="3025"/>
                    <a:pt x="242" y="3036"/>
                    <a:pt x="259" y="3047"/>
                  </a:cubicBezTo>
                  <a:cubicBezTo>
                    <a:pt x="260" y="3048"/>
                    <a:pt x="261" y="3048"/>
                    <a:pt x="262" y="3049"/>
                  </a:cubicBezTo>
                  <a:cubicBezTo>
                    <a:pt x="262" y="3049"/>
                    <a:pt x="263" y="3050"/>
                    <a:pt x="264" y="3050"/>
                  </a:cubicBezTo>
                  <a:cubicBezTo>
                    <a:pt x="272" y="3055"/>
                    <a:pt x="279" y="3060"/>
                    <a:pt x="287" y="3065"/>
                  </a:cubicBezTo>
                  <a:cubicBezTo>
                    <a:pt x="301" y="3073"/>
                    <a:pt x="316" y="3079"/>
                    <a:pt x="332" y="3085"/>
                  </a:cubicBezTo>
                  <a:cubicBezTo>
                    <a:pt x="327" y="3082"/>
                    <a:pt x="366" y="3092"/>
                    <a:pt x="363" y="3090"/>
                  </a:cubicBezTo>
                  <a:lnTo>
                    <a:pt x="364" y="3091"/>
                  </a:lnTo>
                  <a:cubicBezTo>
                    <a:pt x="364" y="3091"/>
                    <a:pt x="365" y="3091"/>
                    <a:pt x="366" y="3091"/>
                  </a:cubicBezTo>
                  <a:lnTo>
                    <a:pt x="367" y="3091"/>
                  </a:lnTo>
                  <a:cubicBezTo>
                    <a:pt x="368" y="3091"/>
                    <a:pt x="368" y="3090"/>
                    <a:pt x="368" y="3090"/>
                  </a:cubicBezTo>
                  <a:lnTo>
                    <a:pt x="370" y="3088"/>
                  </a:lnTo>
                  <a:cubicBezTo>
                    <a:pt x="370" y="3087"/>
                    <a:pt x="371" y="3086"/>
                    <a:pt x="371" y="3085"/>
                  </a:cubicBezTo>
                  <a:cubicBezTo>
                    <a:pt x="371" y="3084"/>
                    <a:pt x="370" y="3083"/>
                    <a:pt x="370" y="3082"/>
                  </a:cubicBezTo>
                  <a:cubicBezTo>
                    <a:pt x="369" y="3081"/>
                    <a:pt x="369" y="3080"/>
                    <a:pt x="368" y="3080"/>
                  </a:cubicBezTo>
                  <a:cubicBezTo>
                    <a:pt x="365" y="3078"/>
                    <a:pt x="362" y="3076"/>
                    <a:pt x="358" y="3074"/>
                  </a:cubicBezTo>
                  <a:cubicBezTo>
                    <a:pt x="358" y="3073"/>
                    <a:pt x="357" y="3073"/>
                    <a:pt x="356" y="3073"/>
                  </a:cubicBezTo>
                  <a:cubicBezTo>
                    <a:pt x="366" y="3023"/>
                    <a:pt x="356" y="2972"/>
                    <a:pt x="364" y="2923"/>
                  </a:cubicBezTo>
                  <a:cubicBezTo>
                    <a:pt x="373" y="2861"/>
                    <a:pt x="362" y="2791"/>
                    <a:pt x="361" y="2729"/>
                  </a:cubicBezTo>
                  <a:cubicBezTo>
                    <a:pt x="361" y="2729"/>
                    <a:pt x="361" y="2728"/>
                    <a:pt x="360" y="2728"/>
                  </a:cubicBezTo>
                  <a:lnTo>
                    <a:pt x="360" y="2727"/>
                  </a:lnTo>
                  <a:cubicBezTo>
                    <a:pt x="359" y="2727"/>
                    <a:pt x="359" y="2727"/>
                    <a:pt x="358" y="2727"/>
                  </a:cubicBezTo>
                  <a:lnTo>
                    <a:pt x="357" y="2727"/>
                  </a:lnTo>
                  <a:lnTo>
                    <a:pt x="356" y="2728"/>
                  </a:lnTo>
                  <a:lnTo>
                    <a:pt x="356" y="2729"/>
                  </a:lnTo>
                  <a:cubicBezTo>
                    <a:pt x="355" y="2786"/>
                    <a:pt x="350" y="2842"/>
                    <a:pt x="347" y="2898"/>
                  </a:cubicBezTo>
                  <a:cubicBezTo>
                    <a:pt x="344" y="2954"/>
                    <a:pt x="334" y="3007"/>
                    <a:pt x="333" y="3062"/>
                  </a:cubicBezTo>
                  <a:cubicBezTo>
                    <a:pt x="321" y="3058"/>
                    <a:pt x="310" y="3053"/>
                    <a:pt x="299" y="3047"/>
                  </a:cubicBezTo>
                  <a:lnTo>
                    <a:pt x="282" y="3037"/>
                  </a:lnTo>
                  <a:cubicBezTo>
                    <a:pt x="279" y="2947"/>
                    <a:pt x="276" y="2857"/>
                    <a:pt x="275" y="2767"/>
                  </a:cubicBezTo>
                  <a:cubicBezTo>
                    <a:pt x="275" y="2763"/>
                    <a:pt x="269" y="2763"/>
                    <a:pt x="269" y="2767"/>
                  </a:cubicBezTo>
                  <a:cubicBezTo>
                    <a:pt x="269" y="2852"/>
                    <a:pt x="260" y="2936"/>
                    <a:pt x="256" y="3020"/>
                  </a:cubicBezTo>
                  <a:cubicBezTo>
                    <a:pt x="250" y="3016"/>
                    <a:pt x="243" y="3012"/>
                    <a:pt x="236" y="3008"/>
                  </a:cubicBezTo>
                  <a:cubicBezTo>
                    <a:pt x="238" y="2999"/>
                    <a:pt x="239" y="2990"/>
                    <a:pt x="239" y="2980"/>
                  </a:cubicBezTo>
                  <a:cubicBezTo>
                    <a:pt x="239" y="2973"/>
                    <a:pt x="238" y="2967"/>
                    <a:pt x="237" y="2960"/>
                  </a:cubicBezTo>
                  <a:cubicBezTo>
                    <a:pt x="236" y="2932"/>
                    <a:pt x="230" y="2903"/>
                    <a:pt x="230" y="2875"/>
                  </a:cubicBezTo>
                  <a:cubicBezTo>
                    <a:pt x="230" y="2871"/>
                    <a:pt x="225" y="2872"/>
                    <a:pt x="225" y="2875"/>
                  </a:cubicBezTo>
                  <a:cubicBezTo>
                    <a:pt x="225" y="2901"/>
                    <a:pt x="219" y="2927"/>
                    <a:pt x="219" y="2953"/>
                  </a:cubicBezTo>
                  <a:cubicBezTo>
                    <a:pt x="219" y="2954"/>
                    <a:pt x="219" y="2954"/>
                    <a:pt x="219" y="2954"/>
                  </a:cubicBezTo>
                  <a:cubicBezTo>
                    <a:pt x="219" y="2968"/>
                    <a:pt x="217" y="2982"/>
                    <a:pt x="213" y="2995"/>
                  </a:cubicBezTo>
                  <a:cubicBezTo>
                    <a:pt x="203" y="2989"/>
                    <a:pt x="194" y="2982"/>
                    <a:pt x="184" y="2974"/>
                  </a:cubicBezTo>
                  <a:cubicBezTo>
                    <a:pt x="185" y="2974"/>
                    <a:pt x="185" y="2973"/>
                    <a:pt x="185" y="2973"/>
                  </a:cubicBezTo>
                  <a:cubicBezTo>
                    <a:pt x="186" y="2973"/>
                    <a:pt x="186" y="2972"/>
                    <a:pt x="186" y="2972"/>
                  </a:cubicBezTo>
                  <a:cubicBezTo>
                    <a:pt x="195" y="2947"/>
                    <a:pt x="186" y="2921"/>
                    <a:pt x="184" y="2895"/>
                  </a:cubicBezTo>
                  <a:cubicBezTo>
                    <a:pt x="180" y="2857"/>
                    <a:pt x="179" y="2819"/>
                    <a:pt x="179" y="2781"/>
                  </a:cubicBezTo>
                  <a:cubicBezTo>
                    <a:pt x="179" y="2778"/>
                    <a:pt x="173" y="2778"/>
                    <a:pt x="173" y="2781"/>
                  </a:cubicBezTo>
                  <a:cubicBezTo>
                    <a:pt x="173" y="2840"/>
                    <a:pt x="166" y="2897"/>
                    <a:pt x="164" y="2955"/>
                  </a:cubicBezTo>
                  <a:cubicBezTo>
                    <a:pt x="149" y="2940"/>
                    <a:pt x="137" y="2924"/>
                    <a:pt x="126" y="2906"/>
                  </a:cubicBezTo>
                  <a:cubicBezTo>
                    <a:pt x="114" y="2885"/>
                    <a:pt x="106" y="2863"/>
                    <a:pt x="100" y="2840"/>
                  </a:cubicBezTo>
                  <a:cubicBezTo>
                    <a:pt x="95" y="2816"/>
                    <a:pt x="100" y="2839"/>
                    <a:pt x="100" y="2838"/>
                  </a:cubicBezTo>
                  <a:cubicBezTo>
                    <a:pt x="100" y="2837"/>
                    <a:pt x="101" y="2835"/>
                    <a:pt x="101" y="2833"/>
                  </a:cubicBezTo>
                  <a:cubicBezTo>
                    <a:pt x="109" y="2751"/>
                    <a:pt x="100" y="2667"/>
                    <a:pt x="114" y="2586"/>
                  </a:cubicBezTo>
                  <a:cubicBezTo>
                    <a:pt x="129" y="2505"/>
                    <a:pt x="138" y="2423"/>
                    <a:pt x="142" y="2341"/>
                  </a:cubicBezTo>
                  <a:cubicBezTo>
                    <a:pt x="144" y="2307"/>
                    <a:pt x="153" y="2272"/>
                    <a:pt x="153" y="2238"/>
                  </a:cubicBezTo>
                  <a:cubicBezTo>
                    <a:pt x="153" y="2192"/>
                    <a:pt x="153" y="2146"/>
                    <a:pt x="153" y="2100"/>
                  </a:cubicBezTo>
                  <a:cubicBezTo>
                    <a:pt x="153" y="2093"/>
                    <a:pt x="153" y="2086"/>
                    <a:pt x="153" y="2080"/>
                  </a:cubicBezTo>
                  <a:cubicBezTo>
                    <a:pt x="153" y="2047"/>
                    <a:pt x="151" y="2015"/>
                    <a:pt x="146" y="1983"/>
                  </a:cubicBezTo>
                  <a:cubicBezTo>
                    <a:pt x="139" y="1950"/>
                    <a:pt x="149" y="1916"/>
                    <a:pt x="150" y="1882"/>
                  </a:cubicBezTo>
                  <a:cubicBezTo>
                    <a:pt x="161" y="1897"/>
                    <a:pt x="175" y="1909"/>
                    <a:pt x="191" y="1919"/>
                  </a:cubicBezTo>
                  <a:cubicBezTo>
                    <a:pt x="186" y="1935"/>
                    <a:pt x="183" y="1951"/>
                    <a:pt x="183" y="1968"/>
                  </a:cubicBezTo>
                  <a:cubicBezTo>
                    <a:pt x="182" y="1973"/>
                    <a:pt x="182" y="1978"/>
                    <a:pt x="182" y="1982"/>
                  </a:cubicBezTo>
                  <a:cubicBezTo>
                    <a:pt x="182" y="1992"/>
                    <a:pt x="183" y="2001"/>
                    <a:pt x="184" y="2010"/>
                  </a:cubicBezTo>
                  <a:cubicBezTo>
                    <a:pt x="186" y="2023"/>
                    <a:pt x="184" y="2034"/>
                    <a:pt x="187" y="2046"/>
                  </a:cubicBezTo>
                  <a:cubicBezTo>
                    <a:pt x="187" y="2049"/>
                    <a:pt x="193" y="2050"/>
                    <a:pt x="193" y="2046"/>
                  </a:cubicBezTo>
                  <a:cubicBezTo>
                    <a:pt x="194" y="2028"/>
                    <a:pt x="203" y="2012"/>
                    <a:pt x="204" y="1994"/>
                  </a:cubicBezTo>
                  <a:cubicBezTo>
                    <a:pt x="205" y="1974"/>
                    <a:pt x="207" y="1955"/>
                    <a:pt x="212" y="1936"/>
                  </a:cubicBezTo>
                  <a:cubicBezTo>
                    <a:pt x="213" y="1938"/>
                    <a:pt x="215" y="1939"/>
                    <a:pt x="217" y="1940"/>
                  </a:cubicBezTo>
                  <a:cubicBezTo>
                    <a:pt x="220" y="1942"/>
                    <a:pt x="225" y="1944"/>
                    <a:pt x="229" y="1944"/>
                  </a:cubicBezTo>
                  <a:lnTo>
                    <a:pt x="233" y="1947"/>
                  </a:lnTo>
                  <a:cubicBezTo>
                    <a:pt x="230" y="1967"/>
                    <a:pt x="228" y="1988"/>
                    <a:pt x="228" y="2008"/>
                  </a:cubicBezTo>
                  <a:cubicBezTo>
                    <a:pt x="228" y="2019"/>
                    <a:pt x="229" y="2030"/>
                    <a:pt x="230" y="2041"/>
                  </a:cubicBezTo>
                  <a:cubicBezTo>
                    <a:pt x="230" y="2096"/>
                    <a:pt x="232" y="2150"/>
                    <a:pt x="232" y="2204"/>
                  </a:cubicBezTo>
                  <a:cubicBezTo>
                    <a:pt x="232" y="2205"/>
                    <a:pt x="233" y="2205"/>
                    <a:pt x="233" y="2205"/>
                  </a:cubicBezTo>
                  <a:cubicBezTo>
                    <a:pt x="233" y="2206"/>
                    <a:pt x="233" y="2205"/>
                    <a:pt x="234" y="2206"/>
                  </a:cubicBezTo>
                  <a:cubicBezTo>
                    <a:pt x="235" y="2207"/>
                    <a:pt x="234" y="2207"/>
                    <a:pt x="235" y="2207"/>
                  </a:cubicBezTo>
                  <a:cubicBezTo>
                    <a:pt x="235" y="2207"/>
                    <a:pt x="236" y="2207"/>
                    <a:pt x="236" y="2206"/>
                  </a:cubicBezTo>
                  <a:cubicBezTo>
                    <a:pt x="236" y="2206"/>
                    <a:pt x="237" y="2206"/>
                    <a:pt x="237" y="2205"/>
                  </a:cubicBezTo>
                  <a:lnTo>
                    <a:pt x="237" y="2204"/>
                  </a:lnTo>
                  <a:cubicBezTo>
                    <a:pt x="237" y="2122"/>
                    <a:pt x="257" y="2041"/>
                    <a:pt x="259" y="1958"/>
                  </a:cubicBezTo>
                  <a:lnTo>
                    <a:pt x="261" y="1958"/>
                  </a:lnTo>
                  <a:cubicBezTo>
                    <a:pt x="263" y="1958"/>
                    <a:pt x="265" y="1958"/>
                    <a:pt x="267" y="1957"/>
                  </a:cubicBezTo>
                  <a:lnTo>
                    <a:pt x="281" y="1962"/>
                  </a:lnTo>
                  <a:cubicBezTo>
                    <a:pt x="275" y="1985"/>
                    <a:pt x="271" y="2008"/>
                    <a:pt x="271" y="2032"/>
                  </a:cubicBezTo>
                  <a:cubicBezTo>
                    <a:pt x="271" y="2038"/>
                    <a:pt x="272" y="2045"/>
                    <a:pt x="272" y="2051"/>
                  </a:cubicBezTo>
                  <a:cubicBezTo>
                    <a:pt x="272" y="2094"/>
                    <a:pt x="277" y="2146"/>
                    <a:pt x="268" y="2187"/>
                  </a:cubicBezTo>
                  <a:cubicBezTo>
                    <a:pt x="267" y="2199"/>
                    <a:pt x="266" y="2209"/>
                    <a:pt x="266" y="2221"/>
                  </a:cubicBezTo>
                  <a:cubicBezTo>
                    <a:pt x="266" y="2232"/>
                    <a:pt x="267" y="2244"/>
                    <a:pt x="268" y="2255"/>
                  </a:cubicBezTo>
                  <a:cubicBezTo>
                    <a:pt x="266" y="2275"/>
                    <a:pt x="265" y="2295"/>
                    <a:pt x="265" y="2315"/>
                  </a:cubicBezTo>
                  <a:cubicBezTo>
                    <a:pt x="265" y="2322"/>
                    <a:pt x="265" y="2329"/>
                    <a:pt x="266" y="2337"/>
                  </a:cubicBezTo>
                  <a:cubicBezTo>
                    <a:pt x="268" y="2384"/>
                    <a:pt x="261" y="2432"/>
                    <a:pt x="262" y="2480"/>
                  </a:cubicBezTo>
                  <a:cubicBezTo>
                    <a:pt x="262" y="2483"/>
                    <a:pt x="265" y="2483"/>
                    <a:pt x="265" y="2480"/>
                  </a:cubicBezTo>
                  <a:cubicBezTo>
                    <a:pt x="266" y="2432"/>
                    <a:pt x="277" y="2385"/>
                    <a:pt x="282" y="2337"/>
                  </a:cubicBezTo>
                  <a:cubicBezTo>
                    <a:pt x="286" y="2288"/>
                    <a:pt x="284" y="2226"/>
                    <a:pt x="297" y="2179"/>
                  </a:cubicBezTo>
                  <a:cubicBezTo>
                    <a:pt x="301" y="2155"/>
                    <a:pt x="303" y="2131"/>
                    <a:pt x="303" y="2106"/>
                  </a:cubicBezTo>
                  <a:cubicBezTo>
                    <a:pt x="303" y="2094"/>
                    <a:pt x="302" y="2081"/>
                    <a:pt x="301" y="2068"/>
                  </a:cubicBezTo>
                  <a:cubicBezTo>
                    <a:pt x="301" y="2034"/>
                    <a:pt x="311" y="2001"/>
                    <a:pt x="302" y="1969"/>
                  </a:cubicBezTo>
                  <a:cubicBezTo>
                    <a:pt x="311" y="1972"/>
                    <a:pt x="319" y="1975"/>
                    <a:pt x="328" y="1977"/>
                  </a:cubicBezTo>
                  <a:cubicBezTo>
                    <a:pt x="327" y="1978"/>
                    <a:pt x="327" y="1980"/>
                    <a:pt x="327" y="1982"/>
                  </a:cubicBezTo>
                  <a:cubicBezTo>
                    <a:pt x="325" y="2015"/>
                    <a:pt x="325" y="2049"/>
                    <a:pt x="325" y="2083"/>
                  </a:cubicBezTo>
                  <a:cubicBezTo>
                    <a:pt x="325" y="2169"/>
                    <a:pt x="329" y="2255"/>
                    <a:pt x="337" y="2340"/>
                  </a:cubicBezTo>
                  <a:cubicBezTo>
                    <a:pt x="337" y="2343"/>
                    <a:pt x="342" y="2343"/>
                    <a:pt x="342" y="2340"/>
                  </a:cubicBezTo>
                  <a:cubicBezTo>
                    <a:pt x="350" y="2253"/>
                    <a:pt x="354" y="2166"/>
                    <a:pt x="354" y="2079"/>
                  </a:cubicBezTo>
                  <a:cubicBezTo>
                    <a:pt x="354" y="2047"/>
                    <a:pt x="353" y="2015"/>
                    <a:pt x="352" y="1982"/>
                  </a:cubicBezTo>
                  <a:lnTo>
                    <a:pt x="363" y="1984"/>
                  </a:lnTo>
                  <a:lnTo>
                    <a:pt x="383" y="1989"/>
                  </a:lnTo>
                  <a:cubicBezTo>
                    <a:pt x="384" y="1999"/>
                    <a:pt x="384" y="2009"/>
                    <a:pt x="384" y="2019"/>
                  </a:cubicBezTo>
                  <a:cubicBezTo>
                    <a:pt x="384" y="2024"/>
                    <a:pt x="384" y="2029"/>
                    <a:pt x="384" y="2034"/>
                  </a:cubicBezTo>
                  <a:cubicBezTo>
                    <a:pt x="384" y="2058"/>
                    <a:pt x="391" y="2082"/>
                    <a:pt x="392" y="2106"/>
                  </a:cubicBezTo>
                  <a:cubicBezTo>
                    <a:pt x="392" y="2109"/>
                    <a:pt x="397" y="2109"/>
                    <a:pt x="397" y="2106"/>
                  </a:cubicBezTo>
                  <a:cubicBezTo>
                    <a:pt x="398" y="2079"/>
                    <a:pt x="404" y="2052"/>
                    <a:pt x="405" y="2026"/>
                  </a:cubicBezTo>
                  <a:cubicBezTo>
                    <a:pt x="405" y="2015"/>
                    <a:pt x="407" y="2006"/>
                    <a:pt x="407" y="1995"/>
                  </a:cubicBezTo>
                  <a:cubicBezTo>
                    <a:pt x="420" y="1998"/>
                    <a:pt x="432" y="2001"/>
                    <a:pt x="445" y="2003"/>
                  </a:cubicBezTo>
                  <a:cubicBezTo>
                    <a:pt x="443" y="2016"/>
                    <a:pt x="442" y="2030"/>
                    <a:pt x="442" y="2043"/>
                  </a:cubicBezTo>
                  <a:cubicBezTo>
                    <a:pt x="442" y="2046"/>
                    <a:pt x="442" y="2049"/>
                    <a:pt x="442" y="2052"/>
                  </a:cubicBezTo>
                  <a:cubicBezTo>
                    <a:pt x="439" y="2089"/>
                    <a:pt x="451" y="2131"/>
                    <a:pt x="442" y="2166"/>
                  </a:cubicBezTo>
                  <a:cubicBezTo>
                    <a:pt x="432" y="2212"/>
                    <a:pt x="445" y="2264"/>
                    <a:pt x="437" y="2311"/>
                  </a:cubicBezTo>
                  <a:cubicBezTo>
                    <a:pt x="437" y="2312"/>
                    <a:pt x="437" y="2312"/>
                    <a:pt x="437" y="2313"/>
                  </a:cubicBezTo>
                  <a:cubicBezTo>
                    <a:pt x="437" y="2313"/>
                    <a:pt x="438" y="2313"/>
                    <a:pt x="438" y="2314"/>
                  </a:cubicBezTo>
                  <a:lnTo>
                    <a:pt x="439" y="2314"/>
                  </a:lnTo>
                  <a:lnTo>
                    <a:pt x="440" y="2314"/>
                  </a:lnTo>
                  <a:cubicBezTo>
                    <a:pt x="441" y="2313"/>
                    <a:pt x="441" y="2313"/>
                    <a:pt x="441" y="2313"/>
                  </a:cubicBezTo>
                  <a:lnTo>
                    <a:pt x="441" y="2312"/>
                  </a:lnTo>
                  <a:cubicBezTo>
                    <a:pt x="455" y="2266"/>
                    <a:pt x="450" y="2218"/>
                    <a:pt x="459" y="2171"/>
                  </a:cubicBezTo>
                  <a:cubicBezTo>
                    <a:pt x="462" y="2150"/>
                    <a:pt x="464" y="2129"/>
                    <a:pt x="464" y="2108"/>
                  </a:cubicBezTo>
                  <a:cubicBezTo>
                    <a:pt x="464" y="2107"/>
                    <a:pt x="464" y="2105"/>
                    <a:pt x="464" y="2103"/>
                  </a:cubicBezTo>
                  <a:cubicBezTo>
                    <a:pt x="464" y="2081"/>
                    <a:pt x="461" y="2028"/>
                    <a:pt x="471" y="2005"/>
                  </a:cubicBezTo>
                  <a:cubicBezTo>
                    <a:pt x="476" y="2005"/>
                    <a:pt x="482" y="2005"/>
                    <a:pt x="487" y="2005"/>
                  </a:cubicBezTo>
                  <a:cubicBezTo>
                    <a:pt x="492" y="2005"/>
                    <a:pt x="499" y="2005"/>
                    <a:pt x="504" y="2005"/>
                  </a:cubicBezTo>
                  <a:cubicBezTo>
                    <a:pt x="504" y="2082"/>
                    <a:pt x="490" y="2159"/>
                    <a:pt x="491" y="2236"/>
                  </a:cubicBezTo>
                  <a:cubicBezTo>
                    <a:pt x="492" y="2313"/>
                    <a:pt x="497" y="2402"/>
                    <a:pt x="484" y="2479"/>
                  </a:cubicBezTo>
                  <a:lnTo>
                    <a:pt x="484" y="2480"/>
                  </a:lnTo>
                  <a:lnTo>
                    <a:pt x="485" y="2481"/>
                  </a:lnTo>
                  <a:cubicBezTo>
                    <a:pt x="486" y="2482"/>
                    <a:pt x="485" y="2481"/>
                    <a:pt x="486" y="2482"/>
                  </a:cubicBezTo>
                  <a:cubicBezTo>
                    <a:pt x="487" y="2483"/>
                    <a:pt x="487" y="2483"/>
                    <a:pt x="487" y="2483"/>
                  </a:cubicBezTo>
                  <a:cubicBezTo>
                    <a:pt x="488" y="2483"/>
                    <a:pt x="489" y="2483"/>
                    <a:pt x="489" y="2482"/>
                  </a:cubicBezTo>
                  <a:cubicBezTo>
                    <a:pt x="489" y="2482"/>
                    <a:pt x="490" y="2482"/>
                    <a:pt x="490" y="2481"/>
                  </a:cubicBezTo>
                  <a:cubicBezTo>
                    <a:pt x="497" y="2458"/>
                    <a:pt x="500" y="2434"/>
                    <a:pt x="500" y="2411"/>
                  </a:cubicBezTo>
                  <a:cubicBezTo>
                    <a:pt x="500" y="2407"/>
                    <a:pt x="500" y="2403"/>
                    <a:pt x="499" y="2399"/>
                  </a:cubicBezTo>
                  <a:cubicBezTo>
                    <a:pt x="499" y="2363"/>
                    <a:pt x="505" y="2328"/>
                    <a:pt x="506" y="2292"/>
                  </a:cubicBezTo>
                  <a:cubicBezTo>
                    <a:pt x="510" y="2196"/>
                    <a:pt x="532" y="2102"/>
                    <a:pt x="532" y="2007"/>
                  </a:cubicBezTo>
                  <a:lnTo>
                    <a:pt x="552" y="2009"/>
                  </a:lnTo>
                  <a:cubicBezTo>
                    <a:pt x="551" y="2019"/>
                    <a:pt x="550" y="2030"/>
                    <a:pt x="550" y="2040"/>
                  </a:cubicBezTo>
                  <a:cubicBezTo>
                    <a:pt x="550" y="2050"/>
                    <a:pt x="551" y="2060"/>
                    <a:pt x="552" y="2071"/>
                  </a:cubicBezTo>
                  <a:cubicBezTo>
                    <a:pt x="554" y="2111"/>
                    <a:pt x="549" y="2167"/>
                    <a:pt x="564" y="2205"/>
                  </a:cubicBezTo>
                  <a:cubicBezTo>
                    <a:pt x="566" y="2208"/>
                    <a:pt x="572" y="2207"/>
                    <a:pt x="570" y="2203"/>
                  </a:cubicBezTo>
                  <a:cubicBezTo>
                    <a:pt x="562" y="2173"/>
                    <a:pt x="570" y="2128"/>
                    <a:pt x="573" y="2098"/>
                  </a:cubicBezTo>
                  <a:cubicBezTo>
                    <a:pt x="573" y="2095"/>
                    <a:pt x="573" y="2093"/>
                    <a:pt x="573" y="2091"/>
                  </a:cubicBezTo>
                  <a:cubicBezTo>
                    <a:pt x="573" y="2071"/>
                    <a:pt x="575" y="2052"/>
                    <a:pt x="577" y="2032"/>
                  </a:cubicBezTo>
                  <a:cubicBezTo>
                    <a:pt x="577" y="2029"/>
                    <a:pt x="577" y="2019"/>
                    <a:pt x="579" y="2011"/>
                  </a:cubicBezTo>
                  <a:cubicBezTo>
                    <a:pt x="606" y="2014"/>
                    <a:pt x="634" y="2018"/>
                    <a:pt x="661" y="2021"/>
                  </a:cubicBezTo>
                  <a:cubicBezTo>
                    <a:pt x="698" y="2024"/>
                    <a:pt x="736" y="2021"/>
                    <a:pt x="773" y="2026"/>
                  </a:cubicBezTo>
                  <a:cubicBezTo>
                    <a:pt x="820" y="2033"/>
                    <a:pt x="867" y="2037"/>
                    <a:pt x="915" y="2043"/>
                  </a:cubicBezTo>
                  <a:cubicBezTo>
                    <a:pt x="912" y="2056"/>
                    <a:pt x="911" y="2068"/>
                    <a:pt x="911" y="2080"/>
                  </a:cubicBezTo>
                  <a:cubicBezTo>
                    <a:pt x="911" y="2084"/>
                    <a:pt x="911" y="2087"/>
                    <a:pt x="912" y="2091"/>
                  </a:cubicBezTo>
                  <a:cubicBezTo>
                    <a:pt x="911" y="2130"/>
                    <a:pt x="902" y="2167"/>
                    <a:pt x="904" y="2206"/>
                  </a:cubicBezTo>
                  <a:cubicBezTo>
                    <a:pt x="904" y="2210"/>
                    <a:pt x="904" y="2213"/>
                    <a:pt x="904" y="2216"/>
                  </a:cubicBezTo>
                  <a:cubicBezTo>
                    <a:pt x="904" y="2254"/>
                    <a:pt x="901" y="2291"/>
                    <a:pt x="894" y="2328"/>
                  </a:cubicBezTo>
                  <a:cubicBezTo>
                    <a:pt x="891" y="2351"/>
                    <a:pt x="890" y="2374"/>
                    <a:pt x="890" y="2397"/>
                  </a:cubicBezTo>
                  <a:cubicBezTo>
                    <a:pt x="890" y="2420"/>
                    <a:pt x="891" y="2443"/>
                    <a:pt x="894" y="2465"/>
                  </a:cubicBezTo>
                  <a:cubicBezTo>
                    <a:pt x="894" y="2466"/>
                    <a:pt x="894" y="2467"/>
                    <a:pt x="894" y="2467"/>
                  </a:cubicBezTo>
                  <a:cubicBezTo>
                    <a:pt x="894" y="2468"/>
                    <a:pt x="895" y="2468"/>
                    <a:pt x="895" y="2468"/>
                  </a:cubicBezTo>
                  <a:cubicBezTo>
                    <a:pt x="896" y="2469"/>
                    <a:pt x="897" y="2469"/>
                    <a:pt x="897" y="2469"/>
                  </a:cubicBezTo>
                  <a:cubicBezTo>
                    <a:pt x="898" y="2469"/>
                    <a:pt x="898" y="2469"/>
                    <a:pt x="899" y="2468"/>
                  </a:cubicBezTo>
                  <a:lnTo>
                    <a:pt x="900" y="2467"/>
                  </a:lnTo>
                  <a:cubicBezTo>
                    <a:pt x="901" y="2466"/>
                    <a:pt x="901" y="2466"/>
                    <a:pt x="901" y="2465"/>
                  </a:cubicBezTo>
                  <a:cubicBezTo>
                    <a:pt x="904" y="2420"/>
                    <a:pt x="906" y="2374"/>
                    <a:pt x="912" y="2329"/>
                  </a:cubicBezTo>
                  <a:cubicBezTo>
                    <a:pt x="917" y="2306"/>
                    <a:pt x="921" y="2282"/>
                    <a:pt x="922" y="2257"/>
                  </a:cubicBezTo>
                  <a:cubicBezTo>
                    <a:pt x="923" y="2217"/>
                    <a:pt x="927" y="2177"/>
                    <a:pt x="932" y="2136"/>
                  </a:cubicBezTo>
                  <a:cubicBezTo>
                    <a:pt x="932" y="2126"/>
                    <a:pt x="937" y="2116"/>
                    <a:pt x="938" y="2105"/>
                  </a:cubicBezTo>
                  <a:cubicBezTo>
                    <a:pt x="938" y="2103"/>
                    <a:pt x="938" y="2101"/>
                    <a:pt x="938" y="2099"/>
                  </a:cubicBezTo>
                  <a:cubicBezTo>
                    <a:pt x="938" y="2082"/>
                    <a:pt x="940" y="2065"/>
                    <a:pt x="943" y="2048"/>
                  </a:cubicBezTo>
                  <a:cubicBezTo>
                    <a:pt x="950" y="2049"/>
                    <a:pt x="958" y="2050"/>
                    <a:pt x="966" y="2052"/>
                  </a:cubicBezTo>
                  <a:cubicBezTo>
                    <a:pt x="950" y="2129"/>
                    <a:pt x="959" y="2212"/>
                    <a:pt x="962" y="2290"/>
                  </a:cubicBezTo>
                  <a:cubicBezTo>
                    <a:pt x="962" y="2295"/>
                    <a:pt x="970" y="2294"/>
                    <a:pt x="970" y="2290"/>
                  </a:cubicBezTo>
                  <a:cubicBezTo>
                    <a:pt x="974" y="2213"/>
                    <a:pt x="973" y="2132"/>
                    <a:pt x="990" y="2056"/>
                  </a:cubicBezTo>
                  <a:lnTo>
                    <a:pt x="1005" y="2059"/>
                  </a:lnTo>
                  <a:cubicBezTo>
                    <a:pt x="1004" y="2076"/>
                    <a:pt x="1003" y="2094"/>
                    <a:pt x="1003" y="2111"/>
                  </a:cubicBezTo>
                  <a:cubicBezTo>
                    <a:pt x="1003" y="2128"/>
                    <a:pt x="1004" y="2146"/>
                    <a:pt x="1005" y="2163"/>
                  </a:cubicBezTo>
                  <a:cubicBezTo>
                    <a:pt x="1005" y="2169"/>
                    <a:pt x="1016" y="2169"/>
                    <a:pt x="1017" y="2163"/>
                  </a:cubicBezTo>
                  <a:cubicBezTo>
                    <a:pt x="1018" y="2135"/>
                    <a:pt x="1022" y="2108"/>
                    <a:pt x="1028" y="2081"/>
                  </a:cubicBezTo>
                  <a:cubicBezTo>
                    <a:pt x="1030" y="2075"/>
                    <a:pt x="1031" y="2069"/>
                    <a:pt x="1031" y="2063"/>
                  </a:cubicBezTo>
                  <a:cubicBezTo>
                    <a:pt x="1071" y="2068"/>
                    <a:pt x="1110" y="2071"/>
                    <a:pt x="1150" y="2071"/>
                  </a:cubicBezTo>
                  <a:cubicBezTo>
                    <a:pt x="1154" y="2071"/>
                    <a:pt x="1158" y="2071"/>
                    <a:pt x="1161" y="2071"/>
                  </a:cubicBezTo>
                  <a:lnTo>
                    <a:pt x="1201" y="2071"/>
                  </a:lnTo>
                  <a:cubicBezTo>
                    <a:pt x="1182" y="2151"/>
                    <a:pt x="1195" y="2244"/>
                    <a:pt x="1196" y="2326"/>
                  </a:cubicBezTo>
                  <a:cubicBezTo>
                    <a:pt x="1196" y="2372"/>
                    <a:pt x="1200" y="2418"/>
                    <a:pt x="1202" y="2464"/>
                  </a:cubicBezTo>
                  <a:cubicBezTo>
                    <a:pt x="1203" y="2498"/>
                    <a:pt x="1215" y="2546"/>
                    <a:pt x="1205" y="2580"/>
                  </a:cubicBezTo>
                  <a:cubicBezTo>
                    <a:pt x="1205" y="2582"/>
                    <a:pt x="1208" y="2584"/>
                    <a:pt x="1209" y="2581"/>
                  </a:cubicBezTo>
                  <a:cubicBezTo>
                    <a:pt x="1221" y="2552"/>
                    <a:pt x="1217" y="2513"/>
                    <a:pt x="1218" y="2483"/>
                  </a:cubicBezTo>
                  <a:cubicBezTo>
                    <a:pt x="1221" y="2438"/>
                    <a:pt x="1222" y="2393"/>
                    <a:pt x="1224" y="2348"/>
                  </a:cubicBezTo>
                  <a:cubicBezTo>
                    <a:pt x="1227" y="2261"/>
                    <a:pt x="1214" y="2164"/>
                    <a:pt x="1234" y="2078"/>
                  </a:cubicBezTo>
                  <a:cubicBezTo>
                    <a:pt x="1234" y="2077"/>
                    <a:pt x="1234" y="2076"/>
                    <a:pt x="1234" y="2075"/>
                  </a:cubicBezTo>
                  <a:cubicBezTo>
                    <a:pt x="1234" y="2074"/>
                    <a:pt x="1234" y="2073"/>
                    <a:pt x="1234" y="2072"/>
                  </a:cubicBezTo>
                  <a:lnTo>
                    <a:pt x="1237" y="2072"/>
                  </a:lnTo>
                  <a:cubicBezTo>
                    <a:pt x="1237" y="2169"/>
                    <a:pt x="1242" y="2267"/>
                    <a:pt x="1250" y="2364"/>
                  </a:cubicBezTo>
                  <a:cubicBezTo>
                    <a:pt x="1250" y="2366"/>
                    <a:pt x="1254" y="2366"/>
                    <a:pt x="1254" y="2364"/>
                  </a:cubicBezTo>
                  <a:cubicBezTo>
                    <a:pt x="1262" y="2268"/>
                    <a:pt x="1267" y="2170"/>
                    <a:pt x="1268" y="2073"/>
                  </a:cubicBezTo>
                  <a:lnTo>
                    <a:pt x="1275" y="2073"/>
                  </a:lnTo>
                  <a:cubicBezTo>
                    <a:pt x="1275" y="2166"/>
                    <a:pt x="1278" y="2258"/>
                    <a:pt x="1286" y="2350"/>
                  </a:cubicBezTo>
                  <a:cubicBezTo>
                    <a:pt x="1286" y="2351"/>
                    <a:pt x="1285" y="2351"/>
                    <a:pt x="1286" y="2352"/>
                  </a:cubicBezTo>
                  <a:cubicBezTo>
                    <a:pt x="1287" y="2353"/>
                    <a:pt x="1287" y="2352"/>
                    <a:pt x="1288" y="2353"/>
                  </a:cubicBezTo>
                  <a:cubicBezTo>
                    <a:pt x="1289" y="2353"/>
                    <a:pt x="1290" y="2354"/>
                    <a:pt x="1291" y="2354"/>
                  </a:cubicBezTo>
                  <a:cubicBezTo>
                    <a:pt x="1291" y="2354"/>
                    <a:pt x="1292" y="2353"/>
                    <a:pt x="1293" y="2353"/>
                  </a:cubicBezTo>
                  <a:cubicBezTo>
                    <a:pt x="1294" y="2352"/>
                    <a:pt x="1294" y="2353"/>
                    <a:pt x="1295" y="2352"/>
                  </a:cubicBezTo>
                  <a:cubicBezTo>
                    <a:pt x="1296" y="2351"/>
                    <a:pt x="1295" y="2351"/>
                    <a:pt x="1295" y="2350"/>
                  </a:cubicBezTo>
                  <a:cubicBezTo>
                    <a:pt x="1302" y="2259"/>
                    <a:pt x="1299" y="2165"/>
                    <a:pt x="1299" y="2073"/>
                  </a:cubicBezTo>
                  <a:lnTo>
                    <a:pt x="1336" y="2073"/>
                  </a:lnTo>
                  <a:cubicBezTo>
                    <a:pt x="1336" y="2155"/>
                    <a:pt x="1335" y="2239"/>
                    <a:pt x="1351" y="2320"/>
                  </a:cubicBezTo>
                  <a:cubicBezTo>
                    <a:pt x="1352" y="2326"/>
                    <a:pt x="1361" y="2324"/>
                    <a:pt x="1361" y="2318"/>
                  </a:cubicBezTo>
                  <a:cubicBezTo>
                    <a:pt x="1357" y="2237"/>
                    <a:pt x="1361" y="2155"/>
                    <a:pt x="1361" y="2074"/>
                  </a:cubicBezTo>
                  <a:lnTo>
                    <a:pt x="1378" y="2074"/>
                  </a:lnTo>
                  <a:cubicBezTo>
                    <a:pt x="1377" y="2078"/>
                    <a:pt x="1377" y="2082"/>
                    <a:pt x="1377" y="2086"/>
                  </a:cubicBezTo>
                  <a:cubicBezTo>
                    <a:pt x="1377" y="2090"/>
                    <a:pt x="1377" y="2094"/>
                    <a:pt x="1378" y="2098"/>
                  </a:cubicBezTo>
                  <a:cubicBezTo>
                    <a:pt x="1380" y="2124"/>
                    <a:pt x="1377" y="2151"/>
                    <a:pt x="1378" y="2177"/>
                  </a:cubicBezTo>
                  <a:cubicBezTo>
                    <a:pt x="1378" y="2184"/>
                    <a:pt x="1388" y="2183"/>
                    <a:pt x="1389" y="2177"/>
                  </a:cubicBezTo>
                  <a:cubicBezTo>
                    <a:pt x="1392" y="2160"/>
                    <a:pt x="1395" y="2140"/>
                    <a:pt x="1400" y="2124"/>
                  </a:cubicBezTo>
                  <a:cubicBezTo>
                    <a:pt x="1402" y="2113"/>
                    <a:pt x="1404" y="2102"/>
                    <a:pt x="1404" y="2090"/>
                  </a:cubicBezTo>
                  <a:cubicBezTo>
                    <a:pt x="1404" y="2088"/>
                    <a:pt x="1404" y="2087"/>
                    <a:pt x="1403" y="2085"/>
                  </a:cubicBezTo>
                  <a:cubicBezTo>
                    <a:pt x="1404" y="2081"/>
                    <a:pt x="1404" y="2078"/>
                    <a:pt x="1405" y="2075"/>
                  </a:cubicBezTo>
                  <a:lnTo>
                    <a:pt x="1447" y="2075"/>
                  </a:lnTo>
                  <a:cubicBezTo>
                    <a:pt x="1446" y="2091"/>
                    <a:pt x="1445" y="2107"/>
                    <a:pt x="1445" y="2124"/>
                  </a:cubicBezTo>
                  <a:cubicBezTo>
                    <a:pt x="1445" y="2140"/>
                    <a:pt x="1446" y="2156"/>
                    <a:pt x="1447" y="2172"/>
                  </a:cubicBezTo>
                  <a:cubicBezTo>
                    <a:pt x="1452" y="2240"/>
                    <a:pt x="1440" y="2309"/>
                    <a:pt x="1447" y="2376"/>
                  </a:cubicBezTo>
                  <a:cubicBezTo>
                    <a:pt x="1447" y="2377"/>
                    <a:pt x="1447" y="2377"/>
                    <a:pt x="1448" y="2378"/>
                  </a:cubicBezTo>
                  <a:cubicBezTo>
                    <a:pt x="1449" y="2379"/>
                    <a:pt x="1449" y="2379"/>
                    <a:pt x="1450" y="2380"/>
                  </a:cubicBezTo>
                  <a:cubicBezTo>
                    <a:pt x="1451" y="2381"/>
                    <a:pt x="1451" y="2381"/>
                    <a:pt x="1452" y="2381"/>
                  </a:cubicBezTo>
                  <a:cubicBezTo>
                    <a:pt x="1453" y="2381"/>
                    <a:pt x="1454" y="2381"/>
                    <a:pt x="1455" y="2380"/>
                  </a:cubicBezTo>
                  <a:cubicBezTo>
                    <a:pt x="1455" y="2380"/>
                    <a:pt x="1455" y="2379"/>
                    <a:pt x="1456" y="2378"/>
                  </a:cubicBezTo>
                  <a:cubicBezTo>
                    <a:pt x="1457" y="2377"/>
                    <a:pt x="1457" y="2377"/>
                    <a:pt x="1457" y="2376"/>
                  </a:cubicBezTo>
                  <a:cubicBezTo>
                    <a:pt x="1459" y="2327"/>
                    <a:pt x="1468" y="2280"/>
                    <a:pt x="1469" y="2231"/>
                  </a:cubicBezTo>
                  <a:cubicBezTo>
                    <a:pt x="1469" y="2181"/>
                    <a:pt x="1471" y="2127"/>
                    <a:pt x="1476" y="2075"/>
                  </a:cubicBezTo>
                  <a:lnTo>
                    <a:pt x="1506" y="2075"/>
                  </a:lnTo>
                  <a:lnTo>
                    <a:pt x="1519" y="2075"/>
                  </a:lnTo>
                  <a:cubicBezTo>
                    <a:pt x="1519" y="2082"/>
                    <a:pt x="1519" y="2089"/>
                    <a:pt x="1519" y="2096"/>
                  </a:cubicBezTo>
                  <a:cubicBezTo>
                    <a:pt x="1519" y="2130"/>
                    <a:pt x="1520" y="2165"/>
                    <a:pt x="1523" y="2199"/>
                  </a:cubicBezTo>
                  <a:cubicBezTo>
                    <a:pt x="1523" y="2200"/>
                    <a:pt x="1524" y="2201"/>
                    <a:pt x="1524" y="2201"/>
                  </a:cubicBezTo>
                  <a:cubicBezTo>
                    <a:pt x="1524" y="2202"/>
                    <a:pt x="1525" y="2203"/>
                    <a:pt x="1526" y="2203"/>
                  </a:cubicBezTo>
                  <a:cubicBezTo>
                    <a:pt x="1526" y="2203"/>
                    <a:pt x="1527" y="2204"/>
                    <a:pt x="1528" y="2204"/>
                  </a:cubicBezTo>
                  <a:cubicBezTo>
                    <a:pt x="1529" y="2204"/>
                    <a:pt x="1530" y="2203"/>
                    <a:pt x="1530" y="2203"/>
                  </a:cubicBezTo>
                  <a:cubicBezTo>
                    <a:pt x="1531" y="2203"/>
                    <a:pt x="1531" y="2202"/>
                    <a:pt x="1532" y="2201"/>
                  </a:cubicBezTo>
                  <a:cubicBezTo>
                    <a:pt x="1533" y="2200"/>
                    <a:pt x="1533" y="2200"/>
                    <a:pt x="1533" y="2199"/>
                  </a:cubicBezTo>
                  <a:cubicBezTo>
                    <a:pt x="1534" y="2173"/>
                    <a:pt x="1537" y="2146"/>
                    <a:pt x="1537" y="2120"/>
                  </a:cubicBezTo>
                  <a:cubicBezTo>
                    <a:pt x="1537" y="2116"/>
                    <a:pt x="1537" y="2112"/>
                    <a:pt x="1537" y="2108"/>
                  </a:cubicBezTo>
                  <a:cubicBezTo>
                    <a:pt x="1537" y="2104"/>
                    <a:pt x="1537" y="2100"/>
                    <a:pt x="1537" y="2096"/>
                  </a:cubicBezTo>
                  <a:lnTo>
                    <a:pt x="1541" y="2080"/>
                  </a:lnTo>
                  <a:cubicBezTo>
                    <a:pt x="1541" y="2079"/>
                    <a:pt x="1541" y="2079"/>
                    <a:pt x="1541" y="2078"/>
                  </a:cubicBezTo>
                  <a:cubicBezTo>
                    <a:pt x="1541" y="2077"/>
                    <a:pt x="1541" y="2077"/>
                    <a:pt x="1541" y="2076"/>
                  </a:cubicBezTo>
                  <a:lnTo>
                    <a:pt x="1571" y="2076"/>
                  </a:lnTo>
                  <a:cubicBezTo>
                    <a:pt x="1568" y="2095"/>
                    <a:pt x="1567" y="2113"/>
                    <a:pt x="1567" y="2132"/>
                  </a:cubicBezTo>
                  <a:cubicBezTo>
                    <a:pt x="1567" y="2139"/>
                    <a:pt x="1567" y="2146"/>
                    <a:pt x="1567" y="2153"/>
                  </a:cubicBezTo>
                  <a:cubicBezTo>
                    <a:pt x="1567" y="2201"/>
                    <a:pt x="1567" y="2250"/>
                    <a:pt x="1569" y="2298"/>
                  </a:cubicBezTo>
                  <a:cubicBezTo>
                    <a:pt x="1569" y="2306"/>
                    <a:pt x="1580" y="2307"/>
                    <a:pt x="1581" y="2299"/>
                  </a:cubicBezTo>
                  <a:cubicBezTo>
                    <a:pt x="1582" y="2262"/>
                    <a:pt x="1588" y="2225"/>
                    <a:pt x="1589" y="2188"/>
                  </a:cubicBezTo>
                  <a:cubicBezTo>
                    <a:pt x="1588" y="2180"/>
                    <a:pt x="1588" y="2172"/>
                    <a:pt x="1588" y="2164"/>
                  </a:cubicBezTo>
                  <a:cubicBezTo>
                    <a:pt x="1588" y="2135"/>
                    <a:pt x="1590" y="2105"/>
                    <a:pt x="1595" y="2076"/>
                  </a:cubicBezTo>
                  <a:lnTo>
                    <a:pt x="1599" y="2076"/>
                  </a:lnTo>
                  <a:lnTo>
                    <a:pt x="1619" y="2076"/>
                  </a:lnTo>
                  <a:cubicBezTo>
                    <a:pt x="1615" y="2098"/>
                    <a:pt x="1613" y="2121"/>
                    <a:pt x="1613" y="2143"/>
                  </a:cubicBezTo>
                  <a:cubicBezTo>
                    <a:pt x="1613" y="2154"/>
                    <a:pt x="1614" y="2164"/>
                    <a:pt x="1615" y="2175"/>
                  </a:cubicBezTo>
                  <a:cubicBezTo>
                    <a:pt x="1615" y="2240"/>
                    <a:pt x="1615" y="2304"/>
                    <a:pt x="1620" y="2369"/>
                  </a:cubicBezTo>
                  <a:cubicBezTo>
                    <a:pt x="1620" y="2370"/>
                    <a:pt x="1620" y="2371"/>
                    <a:pt x="1621" y="2372"/>
                  </a:cubicBezTo>
                  <a:cubicBezTo>
                    <a:pt x="1622" y="2373"/>
                    <a:pt x="1623" y="2374"/>
                    <a:pt x="1624" y="2375"/>
                  </a:cubicBezTo>
                  <a:cubicBezTo>
                    <a:pt x="1625" y="2375"/>
                    <a:pt x="1626" y="2376"/>
                    <a:pt x="1627" y="2376"/>
                  </a:cubicBezTo>
                  <a:cubicBezTo>
                    <a:pt x="1628" y="2376"/>
                    <a:pt x="1628" y="2375"/>
                    <a:pt x="1630" y="2375"/>
                  </a:cubicBezTo>
                  <a:cubicBezTo>
                    <a:pt x="1631" y="2374"/>
                    <a:pt x="1632" y="2373"/>
                    <a:pt x="1633" y="2372"/>
                  </a:cubicBezTo>
                  <a:cubicBezTo>
                    <a:pt x="1634" y="2371"/>
                    <a:pt x="1634" y="2370"/>
                    <a:pt x="1634" y="2369"/>
                  </a:cubicBezTo>
                  <a:cubicBezTo>
                    <a:pt x="1638" y="2317"/>
                    <a:pt x="1639" y="2265"/>
                    <a:pt x="1639" y="2213"/>
                  </a:cubicBezTo>
                  <a:cubicBezTo>
                    <a:pt x="1639" y="2169"/>
                    <a:pt x="1634" y="2119"/>
                    <a:pt x="1645" y="2076"/>
                  </a:cubicBezTo>
                  <a:lnTo>
                    <a:pt x="1669" y="2076"/>
                  </a:lnTo>
                  <a:cubicBezTo>
                    <a:pt x="1668" y="2093"/>
                    <a:pt x="1671" y="2112"/>
                    <a:pt x="1672" y="2129"/>
                  </a:cubicBezTo>
                  <a:cubicBezTo>
                    <a:pt x="1672" y="2153"/>
                    <a:pt x="1675" y="2175"/>
                    <a:pt x="1674" y="2199"/>
                  </a:cubicBezTo>
                  <a:cubicBezTo>
                    <a:pt x="1674" y="2200"/>
                    <a:pt x="1673" y="2201"/>
                    <a:pt x="1674" y="2202"/>
                  </a:cubicBezTo>
                  <a:cubicBezTo>
                    <a:pt x="1675" y="2203"/>
                    <a:pt x="1675" y="2203"/>
                    <a:pt x="1676" y="2204"/>
                  </a:cubicBezTo>
                  <a:cubicBezTo>
                    <a:pt x="1677" y="2205"/>
                    <a:pt x="1678" y="2204"/>
                    <a:pt x="1679" y="2204"/>
                  </a:cubicBezTo>
                  <a:cubicBezTo>
                    <a:pt x="1680" y="2204"/>
                    <a:pt x="1681" y="2204"/>
                    <a:pt x="1682" y="2204"/>
                  </a:cubicBezTo>
                  <a:cubicBezTo>
                    <a:pt x="1683" y="2203"/>
                    <a:pt x="1683" y="2203"/>
                    <a:pt x="1684" y="2202"/>
                  </a:cubicBezTo>
                  <a:cubicBezTo>
                    <a:pt x="1685" y="2201"/>
                    <a:pt x="1684" y="2201"/>
                    <a:pt x="1684" y="2200"/>
                  </a:cubicBezTo>
                  <a:cubicBezTo>
                    <a:pt x="1696" y="2159"/>
                    <a:pt x="1690" y="2117"/>
                    <a:pt x="1693" y="2075"/>
                  </a:cubicBezTo>
                  <a:lnTo>
                    <a:pt x="1733" y="2073"/>
                  </a:lnTo>
                  <a:cubicBezTo>
                    <a:pt x="1731" y="2081"/>
                    <a:pt x="1730" y="2089"/>
                    <a:pt x="1730" y="2097"/>
                  </a:cubicBezTo>
                  <a:cubicBezTo>
                    <a:pt x="1730" y="2097"/>
                    <a:pt x="1730" y="2098"/>
                    <a:pt x="1730" y="2099"/>
                  </a:cubicBezTo>
                  <a:cubicBezTo>
                    <a:pt x="1730" y="2101"/>
                    <a:pt x="1730" y="2102"/>
                    <a:pt x="1731" y="2103"/>
                  </a:cubicBezTo>
                  <a:cubicBezTo>
                    <a:pt x="1732" y="2104"/>
                    <a:pt x="1733" y="2105"/>
                    <a:pt x="1734" y="2106"/>
                  </a:cubicBezTo>
                  <a:cubicBezTo>
                    <a:pt x="1735" y="2106"/>
                    <a:pt x="1735" y="2107"/>
                    <a:pt x="1737" y="2107"/>
                  </a:cubicBezTo>
                  <a:cubicBezTo>
                    <a:pt x="1738" y="2107"/>
                    <a:pt x="1740" y="2106"/>
                    <a:pt x="1741" y="2106"/>
                  </a:cubicBezTo>
                  <a:cubicBezTo>
                    <a:pt x="1742" y="2105"/>
                    <a:pt x="1743" y="2104"/>
                    <a:pt x="1744" y="2103"/>
                  </a:cubicBezTo>
                  <a:cubicBezTo>
                    <a:pt x="1744" y="2102"/>
                    <a:pt x="1745" y="2101"/>
                    <a:pt x="1745" y="2099"/>
                  </a:cubicBezTo>
                  <a:cubicBezTo>
                    <a:pt x="1746" y="2090"/>
                    <a:pt x="1749" y="2081"/>
                    <a:pt x="1754" y="2072"/>
                  </a:cubicBezTo>
                  <a:cubicBezTo>
                    <a:pt x="1787" y="2072"/>
                    <a:pt x="1820" y="2072"/>
                    <a:pt x="1852" y="2071"/>
                  </a:cubicBezTo>
                  <a:cubicBezTo>
                    <a:pt x="1835" y="2097"/>
                    <a:pt x="1844" y="2136"/>
                    <a:pt x="1845" y="2166"/>
                  </a:cubicBezTo>
                  <a:cubicBezTo>
                    <a:pt x="1844" y="2174"/>
                    <a:pt x="1844" y="2181"/>
                    <a:pt x="1844" y="2188"/>
                  </a:cubicBezTo>
                  <a:cubicBezTo>
                    <a:pt x="1844" y="2204"/>
                    <a:pt x="1845" y="2219"/>
                    <a:pt x="1847" y="2235"/>
                  </a:cubicBezTo>
                  <a:cubicBezTo>
                    <a:pt x="1853" y="2258"/>
                    <a:pt x="1858" y="2282"/>
                    <a:pt x="1861" y="2306"/>
                  </a:cubicBezTo>
                  <a:cubicBezTo>
                    <a:pt x="1861" y="2307"/>
                    <a:pt x="1861" y="2308"/>
                    <a:pt x="1862" y="2309"/>
                  </a:cubicBezTo>
                  <a:cubicBezTo>
                    <a:pt x="1862" y="2310"/>
                    <a:pt x="1862" y="2311"/>
                    <a:pt x="1864" y="2312"/>
                  </a:cubicBezTo>
                  <a:cubicBezTo>
                    <a:pt x="1866" y="2312"/>
                    <a:pt x="1867" y="2313"/>
                    <a:pt x="1868" y="2313"/>
                  </a:cubicBezTo>
                  <a:cubicBezTo>
                    <a:pt x="1869" y="2313"/>
                    <a:pt x="1871" y="2312"/>
                    <a:pt x="1872" y="2312"/>
                  </a:cubicBezTo>
                  <a:cubicBezTo>
                    <a:pt x="1873" y="2311"/>
                    <a:pt x="1873" y="2310"/>
                    <a:pt x="1874" y="2309"/>
                  </a:cubicBezTo>
                  <a:cubicBezTo>
                    <a:pt x="1874" y="2308"/>
                    <a:pt x="1875" y="2307"/>
                    <a:pt x="1875" y="2306"/>
                  </a:cubicBezTo>
                  <a:cubicBezTo>
                    <a:pt x="1876" y="2298"/>
                    <a:pt x="1877" y="2290"/>
                    <a:pt x="1877" y="2282"/>
                  </a:cubicBezTo>
                  <a:cubicBezTo>
                    <a:pt x="1877" y="2265"/>
                    <a:pt x="1875" y="2248"/>
                    <a:pt x="1870" y="2231"/>
                  </a:cubicBezTo>
                  <a:cubicBezTo>
                    <a:pt x="1869" y="2217"/>
                    <a:pt x="1868" y="2203"/>
                    <a:pt x="1868" y="2189"/>
                  </a:cubicBezTo>
                  <a:cubicBezTo>
                    <a:pt x="1868" y="2175"/>
                    <a:pt x="1869" y="2161"/>
                    <a:pt x="1870" y="2147"/>
                  </a:cubicBezTo>
                  <a:cubicBezTo>
                    <a:pt x="1870" y="2139"/>
                    <a:pt x="1869" y="2131"/>
                    <a:pt x="1869" y="2123"/>
                  </a:cubicBezTo>
                  <a:cubicBezTo>
                    <a:pt x="1869" y="2107"/>
                    <a:pt x="1871" y="2091"/>
                    <a:pt x="1874" y="2075"/>
                  </a:cubicBezTo>
                  <a:cubicBezTo>
                    <a:pt x="1874" y="2074"/>
                    <a:pt x="1875" y="2073"/>
                    <a:pt x="1875" y="2072"/>
                  </a:cubicBezTo>
                  <a:cubicBezTo>
                    <a:pt x="1875" y="2071"/>
                    <a:pt x="1874" y="2070"/>
                    <a:pt x="1874" y="2069"/>
                  </a:cubicBezTo>
                  <a:lnTo>
                    <a:pt x="1887" y="2069"/>
                  </a:lnTo>
                  <a:cubicBezTo>
                    <a:pt x="1887" y="2094"/>
                    <a:pt x="1890" y="2119"/>
                    <a:pt x="1894" y="2144"/>
                  </a:cubicBezTo>
                  <a:cubicBezTo>
                    <a:pt x="1895" y="2145"/>
                    <a:pt x="1895" y="2145"/>
                    <a:pt x="1895" y="2145"/>
                  </a:cubicBezTo>
                  <a:cubicBezTo>
                    <a:pt x="1895" y="2146"/>
                    <a:pt x="1896" y="2147"/>
                    <a:pt x="1896" y="2147"/>
                  </a:cubicBezTo>
                  <a:cubicBezTo>
                    <a:pt x="1897" y="2147"/>
                    <a:pt x="1898" y="2147"/>
                    <a:pt x="1899" y="2147"/>
                  </a:cubicBezTo>
                  <a:cubicBezTo>
                    <a:pt x="1899" y="2147"/>
                    <a:pt x="1900" y="2147"/>
                    <a:pt x="1901" y="2147"/>
                  </a:cubicBezTo>
                  <a:cubicBezTo>
                    <a:pt x="1901" y="2147"/>
                    <a:pt x="1901" y="2146"/>
                    <a:pt x="1902" y="2145"/>
                  </a:cubicBezTo>
                  <a:cubicBezTo>
                    <a:pt x="1903" y="2144"/>
                    <a:pt x="1903" y="2145"/>
                    <a:pt x="1903" y="2144"/>
                  </a:cubicBezTo>
                  <a:cubicBezTo>
                    <a:pt x="1908" y="2119"/>
                    <a:pt x="1910" y="2094"/>
                    <a:pt x="1911" y="2068"/>
                  </a:cubicBezTo>
                  <a:lnTo>
                    <a:pt x="1928" y="2068"/>
                  </a:lnTo>
                  <a:cubicBezTo>
                    <a:pt x="1928" y="2071"/>
                    <a:pt x="1928" y="2073"/>
                    <a:pt x="1928" y="2076"/>
                  </a:cubicBezTo>
                  <a:cubicBezTo>
                    <a:pt x="1928" y="2153"/>
                    <a:pt x="1934" y="2231"/>
                    <a:pt x="1945" y="2307"/>
                  </a:cubicBezTo>
                  <a:cubicBezTo>
                    <a:pt x="1946" y="2314"/>
                    <a:pt x="1957" y="2313"/>
                    <a:pt x="1957" y="2307"/>
                  </a:cubicBezTo>
                  <a:cubicBezTo>
                    <a:pt x="1954" y="2227"/>
                    <a:pt x="1950" y="2149"/>
                    <a:pt x="1952" y="2069"/>
                  </a:cubicBezTo>
                  <a:lnTo>
                    <a:pt x="1986" y="2069"/>
                  </a:lnTo>
                  <a:lnTo>
                    <a:pt x="1995" y="2069"/>
                  </a:lnTo>
                  <a:cubicBezTo>
                    <a:pt x="1997" y="2111"/>
                    <a:pt x="2001" y="2154"/>
                    <a:pt x="2002" y="2197"/>
                  </a:cubicBezTo>
                  <a:cubicBezTo>
                    <a:pt x="2002" y="2259"/>
                    <a:pt x="2016" y="2322"/>
                    <a:pt x="2019" y="2385"/>
                  </a:cubicBezTo>
                  <a:cubicBezTo>
                    <a:pt x="2019" y="2389"/>
                    <a:pt x="2027" y="2389"/>
                    <a:pt x="2027" y="2385"/>
                  </a:cubicBezTo>
                  <a:cubicBezTo>
                    <a:pt x="2035" y="2279"/>
                    <a:pt x="2022" y="2174"/>
                    <a:pt x="2019" y="2068"/>
                  </a:cubicBezTo>
                  <a:lnTo>
                    <a:pt x="2067" y="2066"/>
                  </a:lnTo>
                  <a:cubicBezTo>
                    <a:pt x="2065" y="2081"/>
                    <a:pt x="2064" y="2096"/>
                    <a:pt x="2064" y="2111"/>
                  </a:cubicBezTo>
                  <a:cubicBezTo>
                    <a:pt x="2064" y="2112"/>
                    <a:pt x="2064" y="2114"/>
                    <a:pt x="2064" y="2115"/>
                  </a:cubicBezTo>
                  <a:cubicBezTo>
                    <a:pt x="2064" y="2131"/>
                    <a:pt x="2067" y="2148"/>
                    <a:pt x="2068" y="2164"/>
                  </a:cubicBezTo>
                  <a:cubicBezTo>
                    <a:pt x="2068" y="2172"/>
                    <a:pt x="2081" y="2172"/>
                    <a:pt x="2082" y="2164"/>
                  </a:cubicBezTo>
                  <a:cubicBezTo>
                    <a:pt x="2083" y="2145"/>
                    <a:pt x="2085" y="2125"/>
                    <a:pt x="2086" y="2105"/>
                  </a:cubicBezTo>
                  <a:cubicBezTo>
                    <a:pt x="2087" y="2092"/>
                    <a:pt x="2089" y="2079"/>
                    <a:pt x="2091" y="2066"/>
                  </a:cubicBezTo>
                  <a:lnTo>
                    <a:pt x="2117" y="2065"/>
                  </a:lnTo>
                  <a:cubicBezTo>
                    <a:pt x="2117" y="2171"/>
                    <a:pt x="2124" y="2275"/>
                    <a:pt x="2131" y="2381"/>
                  </a:cubicBezTo>
                  <a:cubicBezTo>
                    <a:pt x="2131" y="2382"/>
                    <a:pt x="2131" y="2383"/>
                    <a:pt x="2132" y="2384"/>
                  </a:cubicBezTo>
                  <a:cubicBezTo>
                    <a:pt x="2132" y="2385"/>
                    <a:pt x="2133" y="2385"/>
                    <a:pt x="2134" y="2386"/>
                  </a:cubicBezTo>
                  <a:cubicBezTo>
                    <a:pt x="2135" y="2386"/>
                    <a:pt x="2136" y="2387"/>
                    <a:pt x="2137" y="2387"/>
                  </a:cubicBezTo>
                  <a:cubicBezTo>
                    <a:pt x="2138" y="2387"/>
                    <a:pt x="2139" y="2386"/>
                    <a:pt x="2140" y="2386"/>
                  </a:cubicBezTo>
                  <a:cubicBezTo>
                    <a:pt x="2141" y="2385"/>
                    <a:pt x="2141" y="2385"/>
                    <a:pt x="2142" y="2384"/>
                  </a:cubicBezTo>
                  <a:cubicBezTo>
                    <a:pt x="2142" y="2383"/>
                    <a:pt x="2143" y="2382"/>
                    <a:pt x="2143" y="2381"/>
                  </a:cubicBezTo>
                  <a:cubicBezTo>
                    <a:pt x="2150" y="2275"/>
                    <a:pt x="2144" y="2169"/>
                    <a:pt x="2143" y="2063"/>
                  </a:cubicBezTo>
                  <a:lnTo>
                    <a:pt x="2177" y="2060"/>
                  </a:lnTo>
                  <a:cubicBezTo>
                    <a:pt x="2176" y="2070"/>
                    <a:pt x="2176" y="2080"/>
                    <a:pt x="2176" y="2090"/>
                  </a:cubicBezTo>
                  <a:cubicBezTo>
                    <a:pt x="2176" y="2099"/>
                    <a:pt x="2176" y="2109"/>
                    <a:pt x="2177" y="2119"/>
                  </a:cubicBezTo>
                  <a:cubicBezTo>
                    <a:pt x="2177" y="2155"/>
                    <a:pt x="2179" y="2191"/>
                    <a:pt x="2181" y="2227"/>
                  </a:cubicBezTo>
                  <a:cubicBezTo>
                    <a:pt x="2181" y="2235"/>
                    <a:pt x="2195" y="2235"/>
                    <a:pt x="2195" y="2227"/>
                  </a:cubicBezTo>
                  <a:cubicBezTo>
                    <a:pt x="2197" y="2200"/>
                    <a:pt x="2199" y="2173"/>
                    <a:pt x="2200" y="2145"/>
                  </a:cubicBezTo>
                  <a:cubicBezTo>
                    <a:pt x="2200" y="2121"/>
                    <a:pt x="2194" y="2085"/>
                    <a:pt x="2202" y="2059"/>
                  </a:cubicBezTo>
                  <a:lnTo>
                    <a:pt x="2242" y="2055"/>
                  </a:lnTo>
                  <a:cubicBezTo>
                    <a:pt x="2244" y="2152"/>
                    <a:pt x="2248" y="2248"/>
                    <a:pt x="2254" y="2345"/>
                  </a:cubicBezTo>
                  <a:cubicBezTo>
                    <a:pt x="2254" y="2346"/>
                    <a:pt x="2254" y="2347"/>
                    <a:pt x="2255" y="2348"/>
                  </a:cubicBezTo>
                  <a:cubicBezTo>
                    <a:pt x="2255" y="2349"/>
                    <a:pt x="2256" y="2350"/>
                    <a:pt x="2257" y="2351"/>
                  </a:cubicBezTo>
                  <a:cubicBezTo>
                    <a:pt x="2258" y="2351"/>
                    <a:pt x="2260" y="2352"/>
                    <a:pt x="2261" y="2352"/>
                  </a:cubicBezTo>
                  <a:cubicBezTo>
                    <a:pt x="2262" y="2352"/>
                    <a:pt x="2263" y="2351"/>
                    <a:pt x="2264" y="2351"/>
                  </a:cubicBezTo>
                  <a:cubicBezTo>
                    <a:pt x="2265" y="2350"/>
                    <a:pt x="2266" y="2349"/>
                    <a:pt x="2267" y="2348"/>
                  </a:cubicBezTo>
                  <a:cubicBezTo>
                    <a:pt x="2267" y="2347"/>
                    <a:pt x="2268" y="2346"/>
                    <a:pt x="2268" y="2345"/>
                  </a:cubicBezTo>
                  <a:cubicBezTo>
                    <a:pt x="2273" y="2247"/>
                    <a:pt x="2272" y="2150"/>
                    <a:pt x="2273" y="2052"/>
                  </a:cubicBezTo>
                  <a:lnTo>
                    <a:pt x="2295" y="2049"/>
                  </a:lnTo>
                  <a:cubicBezTo>
                    <a:pt x="2293" y="2061"/>
                    <a:pt x="2292" y="2074"/>
                    <a:pt x="2292" y="2086"/>
                  </a:cubicBezTo>
                  <a:cubicBezTo>
                    <a:pt x="2292" y="2101"/>
                    <a:pt x="2294" y="2116"/>
                    <a:pt x="2297" y="2131"/>
                  </a:cubicBezTo>
                  <a:cubicBezTo>
                    <a:pt x="2302" y="2166"/>
                    <a:pt x="2304" y="2203"/>
                    <a:pt x="2308" y="2239"/>
                  </a:cubicBezTo>
                  <a:cubicBezTo>
                    <a:pt x="2319" y="2336"/>
                    <a:pt x="2323" y="2433"/>
                    <a:pt x="2330" y="2530"/>
                  </a:cubicBezTo>
                  <a:cubicBezTo>
                    <a:pt x="2330" y="2531"/>
                    <a:pt x="2330" y="2531"/>
                    <a:pt x="2331" y="2532"/>
                  </a:cubicBezTo>
                  <a:cubicBezTo>
                    <a:pt x="2331" y="2532"/>
                    <a:pt x="2331" y="2531"/>
                    <a:pt x="2332" y="2532"/>
                  </a:cubicBezTo>
                  <a:cubicBezTo>
                    <a:pt x="2333" y="2533"/>
                    <a:pt x="2332" y="2533"/>
                    <a:pt x="2333" y="2533"/>
                  </a:cubicBezTo>
                  <a:lnTo>
                    <a:pt x="2334" y="2532"/>
                  </a:lnTo>
                  <a:cubicBezTo>
                    <a:pt x="2335" y="2531"/>
                    <a:pt x="2335" y="2532"/>
                    <a:pt x="2335" y="2532"/>
                  </a:cubicBezTo>
                  <a:cubicBezTo>
                    <a:pt x="2335" y="2531"/>
                    <a:pt x="2335" y="2531"/>
                    <a:pt x="2335" y="2530"/>
                  </a:cubicBezTo>
                  <a:cubicBezTo>
                    <a:pt x="2340" y="2476"/>
                    <a:pt x="2342" y="2421"/>
                    <a:pt x="2342" y="2366"/>
                  </a:cubicBezTo>
                  <a:cubicBezTo>
                    <a:pt x="2342" y="2327"/>
                    <a:pt x="2341" y="2289"/>
                    <a:pt x="2339" y="2250"/>
                  </a:cubicBezTo>
                  <a:cubicBezTo>
                    <a:pt x="2338" y="2217"/>
                    <a:pt x="2334" y="2183"/>
                    <a:pt x="2329" y="2151"/>
                  </a:cubicBezTo>
                  <a:cubicBezTo>
                    <a:pt x="2321" y="2116"/>
                    <a:pt x="2331" y="2079"/>
                    <a:pt x="2321" y="2045"/>
                  </a:cubicBezTo>
                  <a:cubicBezTo>
                    <a:pt x="2335" y="2043"/>
                    <a:pt x="2349" y="2041"/>
                    <a:pt x="2363" y="2039"/>
                  </a:cubicBezTo>
                  <a:cubicBezTo>
                    <a:pt x="2366" y="2072"/>
                    <a:pt x="2369" y="2106"/>
                    <a:pt x="2375" y="2139"/>
                  </a:cubicBezTo>
                  <a:cubicBezTo>
                    <a:pt x="2380" y="2172"/>
                    <a:pt x="2378" y="2207"/>
                    <a:pt x="2385" y="2241"/>
                  </a:cubicBezTo>
                  <a:cubicBezTo>
                    <a:pt x="2385" y="2242"/>
                    <a:pt x="2386" y="2242"/>
                    <a:pt x="2386" y="2242"/>
                  </a:cubicBezTo>
                  <a:cubicBezTo>
                    <a:pt x="2386" y="2243"/>
                    <a:pt x="2386" y="2243"/>
                    <a:pt x="2387" y="2244"/>
                  </a:cubicBezTo>
                  <a:cubicBezTo>
                    <a:pt x="2388" y="2245"/>
                    <a:pt x="2388" y="2244"/>
                    <a:pt x="2389" y="2244"/>
                  </a:cubicBezTo>
                  <a:cubicBezTo>
                    <a:pt x="2389" y="2244"/>
                    <a:pt x="2390" y="2245"/>
                    <a:pt x="2391" y="2244"/>
                  </a:cubicBezTo>
                  <a:cubicBezTo>
                    <a:pt x="2392" y="2243"/>
                    <a:pt x="2392" y="2243"/>
                    <a:pt x="2392" y="2242"/>
                  </a:cubicBezTo>
                  <a:lnTo>
                    <a:pt x="2392" y="2241"/>
                  </a:lnTo>
                  <a:cubicBezTo>
                    <a:pt x="2394" y="2173"/>
                    <a:pt x="2389" y="2104"/>
                    <a:pt x="2388" y="2035"/>
                  </a:cubicBezTo>
                  <a:lnTo>
                    <a:pt x="2402" y="2032"/>
                  </a:lnTo>
                  <a:lnTo>
                    <a:pt x="2414" y="2030"/>
                  </a:lnTo>
                  <a:cubicBezTo>
                    <a:pt x="2414" y="2034"/>
                    <a:pt x="2414" y="2038"/>
                    <a:pt x="2414" y="2041"/>
                  </a:cubicBezTo>
                  <a:cubicBezTo>
                    <a:pt x="2414" y="2042"/>
                    <a:pt x="2414" y="2043"/>
                    <a:pt x="2414" y="2045"/>
                  </a:cubicBezTo>
                  <a:cubicBezTo>
                    <a:pt x="2414" y="2062"/>
                    <a:pt x="2416" y="2079"/>
                    <a:pt x="2419" y="2097"/>
                  </a:cubicBezTo>
                  <a:lnTo>
                    <a:pt x="2420" y="2098"/>
                  </a:lnTo>
                  <a:cubicBezTo>
                    <a:pt x="2420" y="2099"/>
                    <a:pt x="2421" y="2099"/>
                    <a:pt x="2422" y="2100"/>
                  </a:cubicBezTo>
                  <a:cubicBezTo>
                    <a:pt x="2422" y="2100"/>
                    <a:pt x="2423" y="2100"/>
                    <a:pt x="2424" y="2100"/>
                  </a:cubicBezTo>
                  <a:cubicBezTo>
                    <a:pt x="2425" y="2100"/>
                    <a:pt x="2426" y="2101"/>
                    <a:pt x="2427" y="2100"/>
                  </a:cubicBezTo>
                  <a:cubicBezTo>
                    <a:pt x="2428" y="2099"/>
                    <a:pt x="2427" y="2099"/>
                    <a:pt x="2428" y="2098"/>
                  </a:cubicBezTo>
                  <a:cubicBezTo>
                    <a:pt x="2429" y="2097"/>
                    <a:pt x="2429" y="2097"/>
                    <a:pt x="2429" y="2097"/>
                  </a:cubicBezTo>
                  <a:cubicBezTo>
                    <a:pt x="2431" y="2082"/>
                    <a:pt x="2433" y="2068"/>
                    <a:pt x="2434" y="2053"/>
                  </a:cubicBezTo>
                  <a:cubicBezTo>
                    <a:pt x="2434" y="2044"/>
                    <a:pt x="2435" y="2035"/>
                    <a:pt x="2436" y="2026"/>
                  </a:cubicBezTo>
                  <a:lnTo>
                    <a:pt x="2465" y="2022"/>
                  </a:lnTo>
                  <a:cubicBezTo>
                    <a:pt x="2465" y="2050"/>
                    <a:pt x="2465" y="2077"/>
                    <a:pt x="2465" y="2105"/>
                  </a:cubicBezTo>
                  <a:cubicBezTo>
                    <a:pt x="2465" y="2133"/>
                    <a:pt x="2471" y="2164"/>
                    <a:pt x="2472" y="2194"/>
                  </a:cubicBezTo>
                  <a:cubicBezTo>
                    <a:pt x="2472" y="2201"/>
                    <a:pt x="2485" y="2202"/>
                    <a:pt x="2485" y="2194"/>
                  </a:cubicBezTo>
                  <a:cubicBezTo>
                    <a:pt x="2487" y="2160"/>
                    <a:pt x="2489" y="2127"/>
                    <a:pt x="2489" y="2093"/>
                  </a:cubicBezTo>
                  <a:cubicBezTo>
                    <a:pt x="2489" y="2068"/>
                    <a:pt x="2488" y="2043"/>
                    <a:pt x="2487" y="2018"/>
                  </a:cubicBezTo>
                  <a:lnTo>
                    <a:pt x="2505" y="2016"/>
                  </a:lnTo>
                  <a:cubicBezTo>
                    <a:pt x="2505" y="2019"/>
                    <a:pt x="2505" y="2023"/>
                    <a:pt x="2505" y="2026"/>
                  </a:cubicBezTo>
                  <a:cubicBezTo>
                    <a:pt x="2505" y="2044"/>
                    <a:pt x="2513" y="2061"/>
                    <a:pt x="2515" y="2080"/>
                  </a:cubicBezTo>
                  <a:cubicBezTo>
                    <a:pt x="2515" y="2085"/>
                    <a:pt x="2525" y="2086"/>
                    <a:pt x="2525" y="2080"/>
                  </a:cubicBezTo>
                  <a:cubicBezTo>
                    <a:pt x="2526" y="2072"/>
                    <a:pt x="2526" y="2064"/>
                    <a:pt x="2526" y="2056"/>
                  </a:cubicBezTo>
                  <a:cubicBezTo>
                    <a:pt x="2526" y="2047"/>
                    <a:pt x="2526" y="2039"/>
                    <a:pt x="2525" y="2031"/>
                  </a:cubicBezTo>
                  <a:cubicBezTo>
                    <a:pt x="2525" y="2028"/>
                    <a:pt x="2525" y="2025"/>
                    <a:pt x="2525" y="2022"/>
                  </a:cubicBezTo>
                  <a:cubicBezTo>
                    <a:pt x="2525" y="2019"/>
                    <a:pt x="2525" y="2016"/>
                    <a:pt x="2525" y="2013"/>
                  </a:cubicBezTo>
                  <a:lnTo>
                    <a:pt x="2554" y="2009"/>
                  </a:lnTo>
                  <a:cubicBezTo>
                    <a:pt x="2555" y="2029"/>
                    <a:pt x="2556" y="2048"/>
                    <a:pt x="2558" y="2068"/>
                  </a:cubicBezTo>
                  <a:cubicBezTo>
                    <a:pt x="2558" y="2069"/>
                    <a:pt x="2557" y="2069"/>
                    <a:pt x="2558" y="2070"/>
                  </a:cubicBezTo>
                  <a:cubicBezTo>
                    <a:pt x="2558" y="2071"/>
                    <a:pt x="2560" y="2071"/>
                    <a:pt x="2561" y="2072"/>
                  </a:cubicBezTo>
                  <a:cubicBezTo>
                    <a:pt x="2562" y="2072"/>
                    <a:pt x="2563" y="2073"/>
                    <a:pt x="2564" y="2073"/>
                  </a:cubicBezTo>
                  <a:cubicBezTo>
                    <a:pt x="2565" y="2073"/>
                    <a:pt x="2566" y="2072"/>
                    <a:pt x="2567" y="2072"/>
                  </a:cubicBezTo>
                  <a:cubicBezTo>
                    <a:pt x="2568" y="2071"/>
                    <a:pt x="2569" y="2071"/>
                    <a:pt x="2570" y="2070"/>
                  </a:cubicBezTo>
                  <a:cubicBezTo>
                    <a:pt x="2570" y="2069"/>
                    <a:pt x="2570" y="2069"/>
                    <a:pt x="2570" y="2068"/>
                  </a:cubicBezTo>
                  <a:cubicBezTo>
                    <a:pt x="2572" y="2047"/>
                    <a:pt x="2573" y="2026"/>
                    <a:pt x="2574" y="2005"/>
                  </a:cubicBezTo>
                  <a:cubicBezTo>
                    <a:pt x="2581" y="2004"/>
                    <a:pt x="2589" y="2003"/>
                    <a:pt x="2596" y="2002"/>
                  </a:cubicBezTo>
                  <a:lnTo>
                    <a:pt x="2601" y="2001"/>
                  </a:lnTo>
                  <a:cubicBezTo>
                    <a:pt x="2601" y="2033"/>
                    <a:pt x="2607" y="2066"/>
                    <a:pt x="2609" y="2099"/>
                  </a:cubicBezTo>
                  <a:cubicBezTo>
                    <a:pt x="2610" y="2119"/>
                    <a:pt x="2613" y="2155"/>
                    <a:pt x="2625" y="2171"/>
                  </a:cubicBezTo>
                  <a:cubicBezTo>
                    <a:pt x="2626" y="2171"/>
                    <a:pt x="2626" y="2171"/>
                    <a:pt x="2627" y="2172"/>
                  </a:cubicBezTo>
                  <a:cubicBezTo>
                    <a:pt x="2628" y="2172"/>
                    <a:pt x="2629" y="2173"/>
                    <a:pt x="2629" y="2173"/>
                  </a:cubicBezTo>
                  <a:cubicBezTo>
                    <a:pt x="2630" y="2173"/>
                    <a:pt x="2631" y="2172"/>
                    <a:pt x="2632" y="2172"/>
                  </a:cubicBezTo>
                  <a:cubicBezTo>
                    <a:pt x="2633" y="2171"/>
                    <a:pt x="2633" y="2172"/>
                    <a:pt x="2634" y="2171"/>
                  </a:cubicBezTo>
                  <a:cubicBezTo>
                    <a:pt x="2635" y="2170"/>
                    <a:pt x="2634" y="2169"/>
                    <a:pt x="2634" y="2168"/>
                  </a:cubicBezTo>
                  <a:cubicBezTo>
                    <a:pt x="2634" y="2167"/>
                    <a:pt x="2634" y="2166"/>
                    <a:pt x="2634" y="2166"/>
                  </a:cubicBezTo>
                  <a:cubicBezTo>
                    <a:pt x="2626" y="2152"/>
                    <a:pt x="2628" y="2114"/>
                    <a:pt x="2628" y="2098"/>
                  </a:cubicBezTo>
                  <a:cubicBezTo>
                    <a:pt x="2628" y="2064"/>
                    <a:pt x="2624" y="2030"/>
                    <a:pt x="2624" y="1996"/>
                  </a:cubicBezTo>
                  <a:lnTo>
                    <a:pt x="2645" y="1990"/>
                  </a:lnTo>
                  <a:cubicBezTo>
                    <a:pt x="2646" y="2015"/>
                    <a:pt x="2649" y="2040"/>
                    <a:pt x="2651" y="2064"/>
                  </a:cubicBezTo>
                  <a:cubicBezTo>
                    <a:pt x="2651" y="2066"/>
                    <a:pt x="2651" y="2067"/>
                    <a:pt x="2652" y="2068"/>
                  </a:cubicBezTo>
                  <a:cubicBezTo>
                    <a:pt x="2652" y="2068"/>
                    <a:pt x="2653" y="2069"/>
                    <a:pt x="2654" y="2070"/>
                  </a:cubicBezTo>
                  <a:cubicBezTo>
                    <a:pt x="2655" y="2070"/>
                    <a:pt x="2656" y="2071"/>
                    <a:pt x="2657" y="2071"/>
                  </a:cubicBezTo>
                  <a:cubicBezTo>
                    <a:pt x="2658" y="2071"/>
                    <a:pt x="2659" y="2070"/>
                    <a:pt x="2660" y="2070"/>
                  </a:cubicBezTo>
                  <a:cubicBezTo>
                    <a:pt x="2661" y="2069"/>
                    <a:pt x="2662" y="2068"/>
                    <a:pt x="2662" y="2068"/>
                  </a:cubicBezTo>
                  <a:cubicBezTo>
                    <a:pt x="2663" y="2067"/>
                    <a:pt x="2663" y="2066"/>
                    <a:pt x="2663" y="2064"/>
                  </a:cubicBezTo>
                  <a:cubicBezTo>
                    <a:pt x="2665" y="2038"/>
                    <a:pt x="2668" y="2011"/>
                    <a:pt x="2668" y="1984"/>
                  </a:cubicBezTo>
                  <a:lnTo>
                    <a:pt x="2690" y="1977"/>
                  </a:lnTo>
                  <a:cubicBezTo>
                    <a:pt x="2690" y="2013"/>
                    <a:pt x="2693" y="2049"/>
                    <a:pt x="2695" y="2085"/>
                  </a:cubicBezTo>
                  <a:cubicBezTo>
                    <a:pt x="2695" y="2086"/>
                    <a:pt x="2695" y="2087"/>
                    <a:pt x="2696" y="2088"/>
                  </a:cubicBezTo>
                  <a:cubicBezTo>
                    <a:pt x="2696" y="2089"/>
                    <a:pt x="2698" y="2089"/>
                    <a:pt x="2699" y="2090"/>
                  </a:cubicBezTo>
                  <a:cubicBezTo>
                    <a:pt x="2700" y="2091"/>
                    <a:pt x="2701" y="2091"/>
                    <a:pt x="2702" y="2091"/>
                  </a:cubicBezTo>
                  <a:cubicBezTo>
                    <a:pt x="2703" y="2091"/>
                    <a:pt x="2704" y="2090"/>
                    <a:pt x="2705" y="2090"/>
                  </a:cubicBezTo>
                  <a:cubicBezTo>
                    <a:pt x="2706" y="2089"/>
                    <a:pt x="2706" y="2089"/>
                    <a:pt x="2707" y="2088"/>
                  </a:cubicBezTo>
                  <a:cubicBezTo>
                    <a:pt x="2708" y="2087"/>
                    <a:pt x="2708" y="2086"/>
                    <a:pt x="2708" y="2085"/>
                  </a:cubicBezTo>
                  <a:cubicBezTo>
                    <a:pt x="2711" y="2047"/>
                    <a:pt x="2714" y="2008"/>
                    <a:pt x="2714" y="1969"/>
                  </a:cubicBezTo>
                  <a:lnTo>
                    <a:pt x="2735" y="1963"/>
                  </a:lnTo>
                  <a:lnTo>
                    <a:pt x="2741" y="1961"/>
                  </a:lnTo>
                  <a:cubicBezTo>
                    <a:pt x="2741" y="1963"/>
                    <a:pt x="2741" y="1965"/>
                    <a:pt x="2741" y="1968"/>
                  </a:cubicBezTo>
                  <a:cubicBezTo>
                    <a:pt x="2741" y="1987"/>
                    <a:pt x="2742" y="2007"/>
                    <a:pt x="2743" y="2026"/>
                  </a:cubicBezTo>
                  <a:cubicBezTo>
                    <a:pt x="2743" y="2038"/>
                    <a:pt x="2763" y="2040"/>
                    <a:pt x="2763" y="2027"/>
                  </a:cubicBezTo>
                  <a:cubicBezTo>
                    <a:pt x="2763" y="2009"/>
                    <a:pt x="2765" y="1990"/>
                    <a:pt x="2765" y="1972"/>
                  </a:cubicBezTo>
                  <a:cubicBezTo>
                    <a:pt x="2765" y="1966"/>
                    <a:pt x="2765" y="1960"/>
                    <a:pt x="2765" y="1955"/>
                  </a:cubicBezTo>
                  <a:lnTo>
                    <a:pt x="2783" y="1951"/>
                  </a:lnTo>
                  <a:cubicBezTo>
                    <a:pt x="2783" y="1956"/>
                    <a:pt x="2783" y="1962"/>
                    <a:pt x="2784" y="1967"/>
                  </a:cubicBezTo>
                  <a:cubicBezTo>
                    <a:pt x="2786" y="1979"/>
                    <a:pt x="2791" y="1990"/>
                    <a:pt x="2792" y="2002"/>
                  </a:cubicBezTo>
                  <a:cubicBezTo>
                    <a:pt x="2792" y="2005"/>
                    <a:pt x="2797" y="2006"/>
                    <a:pt x="2797" y="2002"/>
                  </a:cubicBezTo>
                  <a:cubicBezTo>
                    <a:pt x="2797" y="1992"/>
                    <a:pt x="2803" y="1983"/>
                    <a:pt x="2804" y="1973"/>
                  </a:cubicBezTo>
                  <a:cubicBezTo>
                    <a:pt x="2805" y="1963"/>
                    <a:pt x="2806" y="1955"/>
                    <a:pt x="2806" y="1945"/>
                  </a:cubicBezTo>
                  <a:lnTo>
                    <a:pt x="2815" y="1943"/>
                  </a:lnTo>
                  <a:cubicBezTo>
                    <a:pt x="2815" y="1944"/>
                    <a:pt x="2815" y="1946"/>
                    <a:pt x="2815" y="1947"/>
                  </a:cubicBezTo>
                  <a:cubicBezTo>
                    <a:pt x="2815" y="1948"/>
                    <a:pt x="2815" y="1950"/>
                    <a:pt x="2815" y="1951"/>
                  </a:cubicBezTo>
                  <a:cubicBezTo>
                    <a:pt x="2815" y="1953"/>
                    <a:pt x="2815" y="1954"/>
                    <a:pt x="2815" y="1956"/>
                  </a:cubicBezTo>
                  <a:cubicBezTo>
                    <a:pt x="2815" y="1963"/>
                    <a:pt x="2816" y="1970"/>
                    <a:pt x="2819" y="1976"/>
                  </a:cubicBezTo>
                  <a:lnTo>
                    <a:pt x="2819" y="1977"/>
                  </a:lnTo>
                  <a:cubicBezTo>
                    <a:pt x="2819" y="1977"/>
                    <a:pt x="2820" y="1977"/>
                    <a:pt x="2821" y="1978"/>
                  </a:cubicBezTo>
                  <a:cubicBezTo>
                    <a:pt x="2822" y="1979"/>
                    <a:pt x="2822" y="1979"/>
                    <a:pt x="2823" y="1979"/>
                  </a:cubicBezTo>
                  <a:cubicBezTo>
                    <a:pt x="2824" y="1979"/>
                    <a:pt x="2824" y="1978"/>
                    <a:pt x="2825" y="1978"/>
                  </a:cubicBezTo>
                  <a:cubicBezTo>
                    <a:pt x="2826" y="1977"/>
                    <a:pt x="2826" y="1977"/>
                    <a:pt x="2826" y="1977"/>
                  </a:cubicBezTo>
                  <a:cubicBezTo>
                    <a:pt x="2827" y="1976"/>
                    <a:pt x="2827" y="1976"/>
                    <a:pt x="2827" y="1976"/>
                  </a:cubicBezTo>
                  <a:cubicBezTo>
                    <a:pt x="2829" y="1968"/>
                    <a:pt x="2832" y="1960"/>
                    <a:pt x="2835" y="1952"/>
                  </a:cubicBezTo>
                  <a:cubicBezTo>
                    <a:pt x="2837" y="1948"/>
                    <a:pt x="2838" y="1944"/>
                    <a:pt x="2838" y="1941"/>
                  </a:cubicBezTo>
                  <a:cubicBezTo>
                    <a:pt x="2838" y="1940"/>
                    <a:pt x="2838" y="1939"/>
                    <a:pt x="2838" y="1939"/>
                  </a:cubicBezTo>
                  <a:cubicBezTo>
                    <a:pt x="2838" y="1938"/>
                    <a:pt x="2838" y="1938"/>
                    <a:pt x="2838" y="1937"/>
                  </a:cubicBezTo>
                  <a:lnTo>
                    <a:pt x="2853" y="1933"/>
                  </a:lnTo>
                  <a:cubicBezTo>
                    <a:pt x="2854" y="1958"/>
                    <a:pt x="2858" y="1984"/>
                    <a:pt x="2859" y="2009"/>
                  </a:cubicBezTo>
                  <a:cubicBezTo>
                    <a:pt x="2859" y="2014"/>
                    <a:pt x="2867" y="2014"/>
                    <a:pt x="2867" y="2009"/>
                  </a:cubicBezTo>
                  <a:cubicBezTo>
                    <a:pt x="2869" y="1982"/>
                    <a:pt x="2873" y="1954"/>
                    <a:pt x="2873" y="1927"/>
                  </a:cubicBezTo>
                  <a:lnTo>
                    <a:pt x="2877" y="1926"/>
                  </a:lnTo>
                  <a:lnTo>
                    <a:pt x="2891" y="1920"/>
                  </a:lnTo>
                  <a:cubicBezTo>
                    <a:pt x="2893" y="1934"/>
                    <a:pt x="2896" y="1947"/>
                    <a:pt x="2901" y="1960"/>
                  </a:cubicBezTo>
                  <a:cubicBezTo>
                    <a:pt x="2902" y="1964"/>
                    <a:pt x="2908" y="1962"/>
                    <a:pt x="2909" y="1960"/>
                  </a:cubicBezTo>
                  <a:cubicBezTo>
                    <a:pt x="2915" y="1943"/>
                    <a:pt x="2918" y="1926"/>
                    <a:pt x="2918" y="1909"/>
                  </a:cubicBezTo>
                  <a:lnTo>
                    <a:pt x="2921" y="1907"/>
                  </a:lnTo>
                  <a:cubicBezTo>
                    <a:pt x="2924" y="1936"/>
                    <a:pt x="2936" y="1963"/>
                    <a:pt x="2938" y="1993"/>
                  </a:cubicBezTo>
                  <a:cubicBezTo>
                    <a:pt x="2938" y="1998"/>
                    <a:pt x="2946" y="1998"/>
                    <a:pt x="2947" y="1993"/>
                  </a:cubicBezTo>
                  <a:cubicBezTo>
                    <a:pt x="2949" y="1968"/>
                    <a:pt x="2953" y="1943"/>
                    <a:pt x="2955" y="1918"/>
                  </a:cubicBezTo>
                  <a:cubicBezTo>
                    <a:pt x="2958" y="1925"/>
                    <a:pt x="2961" y="1931"/>
                    <a:pt x="2963" y="1936"/>
                  </a:cubicBezTo>
                  <a:cubicBezTo>
                    <a:pt x="2963" y="1937"/>
                    <a:pt x="2964" y="1937"/>
                    <a:pt x="2965" y="1938"/>
                  </a:cubicBezTo>
                  <a:cubicBezTo>
                    <a:pt x="2966" y="1939"/>
                    <a:pt x="2966" y="1939"/>
                    <a:pt x="2967" y="1939"/>
                  </a:cubicBezTo>
                  <a:cubicBezTo>
                    <a:pt x="2968" y="1939"/>
                    <a:pt x="2968" y="1938"/>
                    <a:pt x="2969" y="1938"/>
                  </a:cubicBezTo>
                  <a:cubicBezTo>
                    <a:pt x="2970" y="1937"/>
                    <a:pt x="2970" y="1937"/>
                    <a:pt x="2971" y="1936"/>
                  </a:cubicBezTo>
                  <a:cubicBezTo>
                    <a:pt x="2973" y="1930"/>
                    <a:pt x="2976" y="1925"/>
                    <a:pt x="2978" y="1919"/>
                  </a:cubicBezTo>
                  <a:cubicBezTo>
                    <a:pt x="2980" y="1973"/>
                    <a:pt x="2988" y="2027"/>
                    <a:pt x="2988" y="2081"/>
                  </a:cubicBezTo>
                  <a:cubicBezTo>
                    <a:pt x="2986" y="2162"/>
                    <a:pt x="3004" y="2245"/>
                    <a:pt x="3004" y="2328"/>
                  </a:cubicBezTo>
                  <a:lnTo>
                    <a:pt x="3004" y="2326"/>
                  </a:lnTo>
                  <a:moveTo>
                    <a:pt x="3002" y="2023"/>
                  </a:moveTo>
                  <a:cubicBezTo>
                    <a:pt x="3002" y="2005"/>
                    <a:pt x="3002" y="1987"/>
                    <a:pt x="3000" y="1970"/>
                  </a:cubicBezTo>
                  <a:cubicBezTo>
                    <a:pt x="2999" y="1949"/>
                    <a:pt x="2998" y="1928"/>
                    <a:pt x="2997" y="1907"/>
                  </a:cubicBezTo>
                  <a:cubicBezTo>
                    <a:pt x="3007" y="1910"/>
                    <a:pt x="3016" y="1914"/>
                    <a:pt x="3025" y="1918"/>
                  </a:cubicBezTo>
                  <a:cubicBezTo>
                    <a:pt x="3025" y="1920"/>
                    <a:pt x="3025" y="1921"/>
                    <a:pt x="3025" y="1923"/>
                  </a:cubicBezTo>
                  <a:cubicBezTo>
                    <a:pt x="3025" y="1946"/>
                    <a:pt x="3028" y="1969"/>
                    <a:pt x="3035" y="1992"/>
                  </a:cubicBezTo>
                  <a:cubicBezTo>
                    <a:pt x="3035" y="1992"/>
                    <a:pt x="3034" y="1992"/>
                    <a:pt x="3033" y="1993"/>
                  </a:cubicBezTo>
                  <a:cubicBezTo>
                    <a:pt x="3029" y="1995"/>
                    <a:pt x="3025" y="1998"/>
                    <a:pt x="3022" y="2002"/>
                  </a:cubicBezTo>
                  <a:cubicBezTo>
                    <a:pt x="3016" y="2011"/>
                    <a:pt x="3007" y="2017"/>
                    <a:pt x="3002" y="2025"/>
                  </a:cubicBezTo>
                  <a:lnTo>
                    <a:pt x="3002" y="20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1"/>
            <p:cNvSpPr/>
            <p:nvPr/>
          </p:nvSpPr>
          <p:spPr>
            <a:xfrm>
              <a:off x="19746675" y="2650320"/>
              <a:ext cx="10440" cy="55080"/>
            </a:xfrm>
            <a:custGeom>
              <a:rect b="b" l="l" r="r" t="t"/>
              <a:pathLst>
                <a:path extrusionOk="0" h="153" w="29">
                  <a:moveTo>
                    <a:pt x="20" y="147"/>
                  </a:moveTo>
                  <a:cubicBezTo>
                    <a:pt x="25" y="125"/>
                    <a:pt x="28" y="102"/>
                    <a:pt x="28" y="79"/>
                  </a:cubicBezTo>
                  <a:cubicBezTo>
                    <a:pt x="28" y="53"/>
                    <a:pt x="24" y="28"/>
                    <a:pt x="18" y="3"/>
                  </a:cubicBezTo>
                  <a:cubicBezTo>
                    <a:pt x="18" y="2"/>
                    <a:pt x="18" y="3"/>
                    <a:pt x="17" y="2"/>
                  </a:cubicBezTo>
                  <a:cubicBezTo>
                    <a:pt x="16" y="2"/>
                    <a:pt x="17" y="1"/>
                    <a:pt x="16" y="0"/>
                  </a:cubicBezTo>
                  <a:cubicBezTo>
                    <a:pt x="15" y="0"/>
                    <a:pt x="14" y="0"/>
                    <a:pt x="14" y="0"/>
                  </a:cubicBezTo>
                  <a:cubicBezTo>
                    <a:pt x="13" y="0"/>
                    <a:pt x="12" y="0"/>
                    <a:pt x="12" y="0"/>
                  </a:cubicBezTo>
                  <a:cubicBezTo>
                    <a:pt x="11" y="1"/>
                    <a:pt x="10" y="1"/>
                    <a:pt x="10" y="2"/>
                  </a:cubicBezTo>
                  <a:lnTo>
                    <a:pt x="10" y="3"/>
                  </a:lnTo>
                  <a:cubicBezTo>
                    <a:pt x="3" y="28"/>
                    <a:pt x="0" y="53"/>
                    <a:pt x="0" y="79"/>
                  </a:cubicBezTo>
                  <a:cubicBezTo>
                    <a:pt x="0" y="102"/>
                    <a:pt x="2" y="125"/>
                    <a:pt x="8" y="147"/>
                  </a:cubicBezTo>
                  <a:cubicBezTo>
                    <a:pt x="8" y="148"/>
                    <a:pt x="8" y="148"/>
                    <a:pt x="8" y="149"/>
                  </a:cubicBezTo>
                  <a:cubicBezTo>
                    <a:pt x="9" y="151"/>
                    <a:pt x="10" y="151"/>
                    <a:pt x="11" y="151"/>
                  </a:cubicBezTo>
                  <a:cubicBezTo>
                    <a:pt x="12" y="152"/>
                    <a:pt x="13" y="152"/>
                    <a:pt x="14" y="152"/>
                  </a:cubicBezTo>
                  <a:cubicBezTo>
                    <a:pt x="15" y="152"/>
                    <a:pt x="16" y="152"/>
                    <a:pt x="17" y="151"/>
                  </a:cubicBezTo>
                  <a:cubicBezTo>
                    <a:pt x="18" y="151"/>
                    <a:pt x="19" y="150"/>
                    <a:pt x="19" y="149"/>
                  </a:cubicBezTo>
                  <a:cubicBezTo>
                    <a:pt x="20" y="148"/>
                    <a:pt x="20" y="148"/>
                    <a:pt x="20" y="1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1"/>
            <p:cNvSpPr/>
            <p:nvPr/>
          </p:nvSpPr>
          <p:spPr>
            <a:xfrm>
              <a:off x="19799595" y="2667600"/>
              <a:ext cx="11520" cy="37440"/>
            </a:xfrm>
            <a:custGeom>
              <a:rect b="b" l="l" r="r" t="t"/>
              <a:pathLst>
                <a:path extrusionOk="0" h="104" w="32">
                  <a:moveTo>
                    <a:pt x="19" y="93"/>
                  </a:moveTo>
                  <a:cubicBezTo>
                    <a:pt x="22" y="77"/>
                    <a:pt x="22" y="61"/>
                    <a:pt x="24" y="45"/>
                  </a:cubicBezTo>
                  <a:cubicBezTo>
                    <a:pt x="26" y="32"/>
                    <a:pt x="31" y="14"/>
                    <a:pt x="23" y="2"/>
                  </a:cubicBezTo>
                  <a:cubicBezTo>
                    <a:pt x="22" y="2"/>
                    <a:pt x="22" y="1"/>
                    <a:pt x="21" y="1"/>
                  </a:cubicBezTo>
                  <a:cubicBezTo>
                    <a:pt x="20" y="0"/>
                    <a:pt x="19" y="0"/>
                    <a:pt x="18" y="0"/>
                  </a:cubicBezTo>
                  <a:cubicBezTo>
                    <a:pt x="17" y="0"/>
                    <a:pt x="17" y="0"/>
                    <a:pt x="16" y="1"/>
                  </a:cubicBezTo>
                  <a:cubicBezTo>
                    <a:pt x="15" y="2"/>
                    <a:pt x="14" y="2"/>
                    <a:pt x="14" y="3"/>
                  </a:cubicBezTo>
                  <a:lnTo>
                    <a:pt x="13" y="3"/>
                  </a:lnTo>
                  <a:cubicBezTo>
                    <a:pt x="4" y="21"/>
                    <a:pt x="0" y="41"/>
                    <a:pt x="0" y="61"/>
                  </a:cubicBezTo>
                  <a:cubicBezTo>
                    <a:pt x="0" y="72"/>
                    <a:pt x="1" y="82"/>
                    <a:pt x="4" y="93"/>
                  </a:cubicBezTo>
                  <a:cubicBezTo>
                    <a:pt x="5" y="101"/>
                    <a:pt x="18" y="103"/>
                    <a:pt x="19"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1"/>
            <p:cNvSpPr/>
            <p:nvPr/>
          </p:nvSpPr>
          <p:spPr>
            <a:xfrm>
              <a:off x="19951155" y="2702160"/>
              <a:ext cx="13320" cy="32040"/>
            </a:xfrm>
            <a:custGeom>
              <a:rect b="b" l="l" r="r" t="t"/>
              <a:pathLst>
                <a:path extrusionOk="0" h="89" w="37">
                  <a:moveTo>
                    <a:pt x="13" y="3"/>
                  </a:moveTo>
                  <a:cubicBezTo>
                    <a:pt x="0" y="23"/>
                    <a:pt x="7" y="55"/>
                    <a:pt x="10" y="77"/>
                  </a:cubicBezTo>
                  <a:cubicBezTo>
                    <a:pt x="11" y="88"/>
                    <a:pt x="26" y="84"/>
                    <a:pt x="27" y="75"/>
                  </a:cubicBezTo>
                  <a:cubicBezTo>
                    <a:pt x="30" y="54"/>
                    <a:pt x="36" y="22"/>
                    <a:pt x="24" y="3"/>
                  </a:cubicBezTo>
                  <a:cubicBezTo>
                    <a:pt x="23" y="2"/>
                    <a:pt x="22" y="2"/>
                    <a:pt x="21" y="1"/>
                  </a:cubicBezTo>
                  <a:cubicBezTo>
                    <a:pt x="20" y="0"/>
                    <a:pt x="19" y="0"/>
                    <a:pt x="18" y="0"/>
                  </a:cubicBezTo>
                  <a:cubicBezTo>
                    <a:pt x="17" y="0"/>
                    <a:pt x="16" y="0"/>
                    <a:pt x="15" y="1"/>
                  </a:cubicBezTo>
                  <a:cubicBezTo>
                    <a:pt x="14" y="2"/>
                    <a:pt x="13" y="2"/>
                    <a:pt x="13"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1"/>
            <p:cNvSpPr/>
            <p:nvPr/>
          </p:nvSpPr>
          <p:spPr>
            <a:xfrm>
              <a:off x="19954755" y="2648520"/>
              <a:ext cx="9360" cy="29520"/>
            </a:xfrm>
            <a:custGeom>
              <a:rect b="b" l="l" r="r" t="t"/>
              <a:pathLst>
                <a:path extrusionOk="0" h="82" w="26">
                  <a:moveTo>
                    <a:pt x="7" y="2"/>
                  </a:moveTo>
                  <a:cubicBezTo>
                    <a:pt x="6" y="3"/>
                    <a:pt x="6" y="4"/>
                    <a:pt x="5" y="6"/>
                  </a:cubicBezTo>
                  <a:cubicBezTo>
                    <a:pt x="3" y="12"/>
                    <a:pt x="0" y="17"/>
                    <a:pt x="0" y="23"/>
                  </a:cubicBezTo>
                  <a:cubicBezTo>
                    <a:pt x="0" y="25"/>
                    <a:pt x="0" y="28"/>
                    <a:pt x="1" y="31"/>
                  </a:cubicBezTo>
                  <a:cubicBezTo>
                    <a:pt x="2" y="45"/>
                    <a:pt x="5" y="59"/>
                    <a:pt x="9" y="72"/>
                  </a:cubicBezTo>
                  <a:cubicBezTo>
                    <a:pt x="10" y="79"/>
                    <a:pt x="21" y="81"/>
                    <a:pt x="22" y="72"/>
                  </a:cubicBezTo>
                  <a:cubicBezTo>
                    <a:pt x="24" y="61"/>
                    <a:pt x="25" y="49"/>
                    <a:pt x="25" y="38"/>
                  </a:cubicBezTo>
                  <a:cubicBezTo>
                    <a:pt x="25" y="36"/>
                    <a:pt x="25" y="34"/>
                    <a:pt x="25" y="33"/>
                  </a:cubicBezTo>
                  <a:cubicBezTo>
                    <a:pt x="25" y="31"/>
                    <a:pt x="25" y="29"/>
                    <a:pt x="25" y="28"/>
                  </a:cubicBezTo>
                  <a:cubicBezTo>
                    <a:pt x="25" y="20"/>
                    <a:pt x="23" y="12"/>
                    <a:pt x="19" y="6"/>
                  </a:cubicBezTo>
                  <a:cubicBezTo>
                    <a:pt x="18" y="4"/>
                    <a:pt x="17" y="2"/>
                    <a:pt x="16" y="1"/>
                  </a:cubicBezTo>
                  <a:lnTo>
                    <a:pt x="15" y="0"/>
                  </a:lnTo>
                  <a:cubicBezTo>
                    <a:pt x="14" y="0"/>
                    <a:pt x="13" y="0"/>
                    <a:pt x="12" y="0"/>
                  </a:cubicBezTo>
                  <a:cubicBezTo>
                    <a:pt x="11" y="0"/>
                    <a:pt x="10" y="0"/>
                    <a:pt x="9" y="0"/>
                  </a:cubicBezTo>
                  <a:cubicBezTo>
                    <a:pt x="8" y="1"/>
                    <a:pt x="8" y="1"/>
                    <a:pt x="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1"/>
            <p:cNvSpPr/>
            <p:nvPr/>
          </p:nvSpPr>
          <p:spPr>
            <a:xfrm>
              <a:off x="19455435" y="2692800"/>
              <a:ext cx="6480" cy="24480"/>
            </a:xfrm>
            <a:custGeom>
              <a:rect b="b" l="l" r="r" t="t"/>
              <a:pathLst>
                <a:path extrusionOk="0" h="68" w="18">
                  <a:moveTo>
                    <a:pt x="3" y="62"/>
                  </a:moveTo>
                  <a:cubicBezTo>
                    <a:pt x="3" y="62"/>
                    <a:pt x="3" y="63"/>
                    <a:pt x="3" y="64"/>
                  </a:cubicBezTo>
                  <a:lnTo>
                    <a:pt x="4" y="65"/>
                  </a:lnTo>
                  <a:cubicBezTo>
                    <a:pt x="4" y="65"/>
                    <a:pt x="4" y="66"/>
                    <a:pt x="5" y="66"/>
                  </a:cubicBezTo>
                  <a:cubicBezTo>
                    <a:pt x="6" y="67"/>
                    <a:pt x="7" y="67"/>
                    <a:pt x="7" y="67"/>
                  </a:cubicBezTo>
                  <a:cubicBezTo>
                    <a:pt x="8" y="67"/>
                    <a:pt x="8" y="67"/>
                    <a:pt x="9" y="67"/>
                  </a:cubicBezTo>
                  <a:cubicBezTo>
                    <a:pt x="10" y="67"/>
                    <a:pt x="11" y="67"/>
                    <a:pt x="12" y="66"/>
                  </a:cubicBezTo>
                  <a:cubicBezTo>
                    <a:pt x="12" y="66"/>
                    <a:pt x="12" y="65"/>
                    <a:pt x="13" y="64"/>
                  </a:cubicBezTo>
                  <a:cubicBezTo>
                    <a:pt x="14" y="64"/>
                    <a:pt x="14" y="64"/>
                    <a:pt x="14" y="63"/>
                  </a:cubicBezTo>
                  <a:cubicBezTo>
                    <a:pt x="16" y="54"/>
                    <a:pt x="17" y="45"/>
                    <a:pt x="17" y="36"/>
                  </a:cubicBezTo>
                  <a:cubicBezTo>
                    <a:pt x="17" y="33"/>
                    <a:pt x="17" y="29"/>
                    <a:pt x="17" y="26"/>
                  </a:cubicBezTo>
                  <a:lnTo>
                    <a:pt x="17" y="25"/>
                  </a:lnTo>
                  <a:cubicBezTo>
                    <a:pt x="17" y="17"/>
                    <a:pt x="15" y="9"/>
                    <a:pt x="12" y="2"/>
                  </a:cubicBezTo>
                  <a:cubicBezTo>
                    <a:pt x="12" y="1"/>
                    <a:pt x="12" y="1"/>
                    <a:pt x="11" y="0"/>
                  </a:cubicBezTo>
                  <a:cubicBezTo>
                    <a:pt x="10" y="0"/>
                    <a:pt x="9" y="0"/>
                    <a:pt x="8" y="0"/>
                  </a:cubicBezTo>
                  <a:cubicBezTo>
                    <a:pt x="8" y="0"/>
                    <a:pt x="7" y="0"/>
                    <a:pt x="6" y="0"/>
                  </a:cubicBezTo>
                  <a:cubicBezTo>
                    <a:pt x="5" y="1"/>
                    <a:pt x="5" y="1"/>
                    <a:pt x="5" y="2"/>
                  </a:cubicBezTo>
                  <a:cubicBezTo>
                    <a:pt x="1" y="11"/>
                    <a:pt x="0" y="20"/>
                    <a:pt x="0" y="29"/>
                  </a:cubicBezTo>
                  <a:cubicBezTo>
                    <a:pt x="0" y="31"/>
                    <a:pt x="0" y="33"/>
                    <a:pt x="0" y="34"/>
                  </a:cubicBezTo>
                  <a:cubicBezTo>
                    <a:pt x="0" y="36"/>
                    <a:pt x="0" y="38"/>
                    <a:pt x="0" y="40"/>
                  </a:cubicBezTo>
                  <a:cubicBezTo>
                    <a:pt x="0" y="47"/>
                    <a:pt x="1" y="54"/>
                    <a:pt x="2" y="62"/>
                  </a:cubicBezTo>
                  <a:lnTo>
                    <a:pt x="3"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1"/>
            <p:cNvSpPr/>
            <p:nvPr/>
          </p:nvSpPr>
          <p:spPr>
            <a:xfrm>
              <a:off x="19598355" y="2757960"/>
              <a:ext cx="8640" cy="37800"/>
            </a:xfrm>
            <a:custGeom>
              <a:rect b="b" l="l" r="r" t="t"/>
              <a:pathLst>
                <a:path extrusionOk="0" h="105" w="24">
                  <a:moveTo>
                    <a:pt x="17" y="101"/>
                  </a:moveTo>
                  <a:cubicBezTo>
                    <a:pt x="21" y="86"/>
                    <a:pt x="23" y="70"/>
                    <a:pt x="23" y="54"/>
                  </a:cubicBezTo>
                  <a:cubicBezTo>
                    <a:pt x="23" y="37"/>
                    <a:pt x="20" y="19"/>
                    <a:pt x="15" y="2"/>
                  </a:cubicBezTo>
                  <a:cubicBezTo>
                    <a:pt x="14" y="1"/>
                    <a:pt x="14" y="1"/>
                    <a:pt x="13" y="0"/>
                  </a:cubicBezTo>
                  <a:cubicBezTo>
                    <a:pt x="13" y="0"/>
                    <a:pt x="12" y="0"/>
                    <a:pt x="11" y="0"/>
                  </a:cubicBezTo>
                  <a:lnTo>
                    <a:pt x="10" y="0"/>
                  </a:lnTo>
                  <a:cubicBezTo>
                    <a:pt x="9" y="1"/>
                    <a:pt x="9" y="1"/>
                    <a:pt x="8" y="2"/>
                  </a:cubicBezTo>
                  <a:cubicBezTo>
                    <a:pt x="3" y="19"/>
                    <a:pt x="0" y="36"/>
                    <a:pt x="0" y="54"/>
                  </a:cubicBezTo>
                  <a:cubicBezTo>
                    <a:pt x="0" y="70"/>
                    <a:pt x="2" y="85"/>
                    <a:pt x="7" y="101"/>
                  </a:cubicBezTo>
                  <a:lnTo>
                    <a:pt x="7" y="102"/>
                  </a:lnTo>
                  <a:cubicBezTo>
                    <a:pt x="7" y="102"/>
                    <a:pt x="8" y="102"/>
                    <a:pt x="9" y="103"/>
                  </a:cubicBezTo>
                  <a:cubicBezTo>
                    <a:pt x="10" y="104"/>
                    <a:pt x="11" y="104"/>
                    <a:pt x="12" y="104"/>
                  </a:cubicBezTo>
                  <a:cubicBezTo>
                    <a:pt x="13" y="104"/>
                    <a:pt x="13" y="104"/>
                    <a:pt x="14" y="103"/>
                  </a:cubicBezTo>
                  <a:cubicBezTo>
                    <a:pt x="15" y="102"/>
                    <a:pt x="16" y="102"/>
                    <a:pt x="16" y="102"/>
                  </a:cubicBezTo>
                  <a:cubicBezTo>
                    <a:pt x="16" y="101"/>
                    <a:pt x="17" y="101"/>
                    <a:pt x="1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1"/>
            <p:cNvSpPr/>
            <p:nvPr/>
          </p:nvSpPr>
          <p:spPr>
            <a:xfrm>
              <a:off x="19597635" y="2693880"/>
              <a:ext cx="10440" cy="41400"/>
            </a:xfrm>
            <a:custGeom>
              <a:rect b="b" l="l" r="r" t="t"/>
              <a:pathLst>
                <a:path extrusionOk="0" h="115" w="29">
                  <a:moveTo>
                    <a:pt x="20" y="112"/>
                  </a:moveTo>
                  <a:cubicBezTo>
                    <a:pt x="24" y="90"/>
                    <a:pt x="26" y="68"/>
                    <a:pt x="26" y="46"/>
                  </a:cubicBezTo>
                  <a:cubicBezTo>
                    <a:pt x="27" y="39"/>
                    <a:pt x="28" y="33"/>
                    <a:pt x="28" y="25"/>
                  </a:cubicBezTo>
                  <a:cubicBezTo>
                    <a:pt x="28" y="18"/>
                    <a:pt x="27" y="10"/>
                    <a:pt x="26" y="3"/>
                  </a:cubicBezTo>
                  <a:cubicBezTo>
                    <a:pt x="26" y="3"/>
                    <a:pt x="25" y="3"/>
                    <a:pt x="25" y="2"/>
                  </a:cubicBezTo>
                  <a:cubicBezTo>
                    <a:pt x="24" y="2"/>
                    <a:pt x="24" y="1"/>
                    <a:pt x="24" y="0"/>
                  </a:cubicBezTo>
                  <a:cubicBezTo>
                    <a:pt x="23" y="0"/>
                    <a:pt x="22" y="0"/>
                    <a:pt x="21" y="0"/>
                  </a:cubicBezTo>
                  <a:cubicBezTo>
                    <a:pt x="20" y="0"/>
                    <a:pt x="18" y="0"/>
                    <a:pt x="18" y="0"/>
                  </a:cubicBezTo>
                  <a:cubicBezTo>
                    <a:pt x="17" y="1"/>
                    <a:pt x="17" y="2"/>
                    <a:pt x="17" y="2"/>
                  </a:cubicBezTo>
                  <a:cubicBezTo>
                    <a:pt x="16" y="3"/>
                    <a:pt x="16" y="3"/>
                    <a:pt x="16" y="3"/>
                  </a:cubicBezTo>
                  <a:cubicBezTo>
                    <a:pt x="0" y="38"/>
                    <a:pt x="10" y="76"/>
                    <a:pt x="14" y="112"/>
                  </a:cubicBezTo>
                  <a:cubicBezTo>
                    <a:pt x="15" y="113"/>
                    <a:pt x="15" y="113"/>
                    <a:pt x="15" y="113"/>
                  </a:cubicBezTo>
                  <a:cubicBezTo>
                    <a:pt x="15" y="113"/>
                    <a:pt x="15" y="114"/>
                    <a:pt x="16" y="114"/>
                  </a:cubicBezTo>
                  <a:lnTo>
                    <a:pt x="17" y="114"/>
                  </a:lnTo>
                  <a:cubicBezTo>
                    <a:pt x="18" y="114"/>
                    <a:pt x="18" y="114"/>
                    <a:pt x="19" y="114"/>
                  </a:cubicBezTo>
                  <a:lnTo>
                    <a:pt x="20" y="113"/>
                  </a:lnTo>
                  <a:cubicBezTo>
                    <a:pt x="20" y="112"/>
                    <a:pt x="20" y="112"/>
                    <a:pt x="20"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1"/>
            <p:cNvSpPr/>
            <p:nvPr/>
          </p:nvSpPr>
          <p:spPr>
            <a:xfrm>
              <a:off x="20336355" y="2738880"/>
              <a:ext cx="7560" cy="29880"/>
            </a:xfrm>
            <a:custGeom>
              <a:rect b="b" l="l" r="r" t="t"/>
              <a:pathLst>
                <a:path extrusionOk="0" h="83" w="21">
                  <a:moveTo>
                    <a:pt x="10" y="4"/>
                  </a:moveTo>
                  <a:cubicBezTo>
                    <a:pt x="6" y="0"/>
                    <a:pt x="0" y="5"/>
                    <a:pt x="3" y="10"/>
                  </a:cubicBezTo>
                  <a:cubicBezTo>
                    <a:pt x="11" y="18"/>
                    <a:pt x="3" y="33"/>
                    <a:pt x="3" y="43"/>
                  </a:cubicBezTo>
                  <a:cubicBezTo>
                    <a:pt x="4" y="56"/>
                    <a:pt x="7" y="68"/>
                    <a:pt x="10" y="80"/>
                  </a:cubicBezTo>
                  <a:cubicBezTo>
                    <a:pt x="11" y="81"/>
                    <a:pt x="11" y="81"/>
                    <a:pt x="12" y="81"/>
                  </a:cubicBezTo>
                  <a:cubicBezTo>
                    <a:pt x="13" y="82"/>
                    <a:pt x="13" y="82"/>
                    <a:pt x="13" y="82"/>
                  </a:cubicBezTo>
                  <a:cubicBezTo>
                    <a:pt x="14" y="82"/>
                    <a:pt x="14" y="82"/>
                    <a:pt x="15" y="81"/>
                  </a:cubicBezTo>
                  <a:cubicBezTo>
                    <a:pt x="15" y="81"/>
                    <a:pt x="16" y="81"/>
                    <a:pt x="16" y="80"/>
                  </a:cubicBezTo>
                  <a:cubicBezTo>
                    <a:pt x="19" y="73"/>
                    <a:pt x="20" y="65"/>
                    <a:pt x="20" y="57"/>
                  </a:cubicBezTo>
                  <a:cubicBezTo>
                    <a:pt x="20" y="50"/>
                    <a:pt x="19" y="44"/>
                    <a:pt x="17" y="37"/>
                  </a:cubicBezTo>
                  <a:cubicBezTo>
                    <a:pt x="15" y="26"/>
                    <a:pt x="19" y="13"/>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1"/>
            <p:cNvSpPr/>
            <p:nvPr/>
          </p:nvSpPr>
          <p:spPr>
            <a:xfrm>
              <a:off x="19587195" y="2335680"/>
              <a:ext cx="7560" cy="16560"/>
            </a:xfrm>
            <a:custGeom>
              <a:rect b="b" l="l" r="r" t="t"/>
              <a:pathLst>
                <a:path extrusionOk="0" h="46" w="21">
                  <a:moveTo>
                    <a:pt x="11" y="2"/>
                  </a:moveTo>
                  <a:cubicBezTo>
                    <a:pt x="5" y="3"/>
                    <a:pt x="3" y="11"/>
                    <a:pt x="2" y="15"/>
                  </a:cubicBezTo>
                  <a:cubicBezTo>
                    <a:pt x="1" y="19"/>
                    <a:pt x="0" y="23"/>
                    <a:pt x="0" y="26"/>
                  </a:cubicBezTo>
                  <a:cubicBezTo>
                    <a:pt x="0" y="30"/>
                    <a:pt x="1" y="33"/>
                    <a:pt x="2" y="36"/>
                  </a:cubicBezTo>
                  <a:cubicBezTo>
                    <a:pt x="4" y="45"/>
                    <a:pt x="15" y="42"/>
                    <a:pt x="17" y="35"/>
                  </a:cubicBezTo>
                  <a:cubicBezTo>
                    <a:pt x="19" y="29"/>
                    <a:pt x="20" y="22"/>
                    <a:pt x="20" y="15"/>
                  </a:cubicBezTo>
                  <a:cubicBezTo>
                    <a:pt x="20" y="14"/>
                    <a:pt x="20" y="13"/>
                    <a:pt x="20" y="12"/>
                  </a:cubicBezTo>
                  <a:cubicBezTo>
                    <a:pt x="19" y="8"/>
                    <a:pt x="16" y="0"/>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1"/>
            <p:cNvSpPr/>
            <p:nvPr/>
          </p:nvSpPr>
          <p:spPr>
            <a:xfrm>
              <a:off x="19543635" y="2779200"/>
              <a:ext cx="9000" cy="22680"/>
            </a:xfrm>
            <a:custGeom>
              <a:rect b="b" l="l" r="r" t="t"/>
              <a:pathLst>
                <a:path extrusionOk="0" h="63" w="25">
                  <a:moveTo>
                    <a:pt x="16" y="60"/>
                  </a:moveTo>
                  <a:cubicBezTo>
                    <a:pt x="16" y="59"/>
                    <a:pt x="17" y="58"/>
                    <a:pt x="18" y="57"/>
                  </a:cubicBezTo>
                  <a:cubicBezTo>
                    <a:pt x="20" y="53"/>
                    <a:pt x="21" y="49"/>
                    <a:pt x="23" y="46"/>
                  </a:cubicBezTo>
                  <a:cubicBezTo>
                    <a:pt x="23" y="41"/>
                    <a:pt x="24" y="36"/>
                    <a:pt x="24" y="32"/>
                  </a:cubicBezTo>
                  <a:cubicBezTo>
                    <a:pt x="24" y="31"/>
                    <a:pt x="24" y="30"/>
                    <a:pt x="24" y="29"/>
                  </a:cubicBezTo>
                  <a:cubicBezTo>
                    <a:pt x="24" y="20"/>
                    <a:pt x="21" y="11"/>
                    <a:pt x="17" y="4"/>
                  </a:cubicBezTo>
                  <a:cubicBezTo>
                    <a:pt x="17" y="4"/>
                    <a:pt x="17" y="3"/>
                    <a:pt x="16" y="3"/>
                  </a:cubicBezTo>
                  <a:cubicBezTo>
                    <a:pt x="16" y="2"/>
                    <a:pt x="15" y="2"/>
                    <a:pt x="14" y="1"/>
                  </a:cubicBezTo>
                  <a:cubicBezTo>
                    <a:pt x="13" y="0"/>
                    <a:pt x="13" y="0"/>
                    <a:pt x="12" y="0"/>
                  </a:cubicBezTo>
                  <a:cubicBezTo>
                    <a:pt x="11" y="0"/>
                    <a:pt x="10" y="0"/>
                    <a:pt x="9" y="1"/>
                  </a:cubicBezTo>
                  <a:cubicBezTo>
                    <a:pt x="8" y="2"/>
                    <a:pt x="8" y="2"/>
                    <a:pt x="7" y="3"/>
                  </a:cubicBezTo>
                  <a:cubicBezTo>
                    <a:pt x="3" y="11"/>
                    <a:pt x="0" y="20"/>
                    <a:pt x="0" y="29"/>
                  </a:cubicBezTo>
                  <a:lnTo>
                    <a:pt x="1" y="30"/>
                  </a:lnTo>
                  <a:cubicBezTo>
                    <a:pt x="0" y="30"/>
                    <a:pt x="0" y="30"/>
                    <a:pt x="0" y="31"/>
                  </a:cubicBezTo>
                  <a:cubicBezTo>
                    <a:pt x="0" y="40"/>
                    <a:pt x="3" y="50"/>
                    <a:pt x="8" y="58"/>
                  </a:cubicBezTo>
                  <a:lnTo>
                    <a:pt x="8" y="59"/>
                  </a:lnTo>
                  <a:lnTo>
                    <a:pt x="9" y="60"/>
                  </a:lnTo>
                  <a:lnTo>
                    <a:pt x="10" y="61"/>
                  </a:lnTo>
                  <a:cubicBezTo>
                    <a:pt x="11" y="62"/>
                    <a:pt x="11" y="62"/>
                    <a:pt x="12" y="62"/>
                  </a:cubicBezTo>
                  <a:cubicBezTo>
                    <a:pt x="13" y="62"/>
                    <a:pt x="13" y="62"/>
                    <a:pt x="14" y="61"/>
                  </a:cubicBezTo>
                  <a:cubicBezTo>
                    <a:pt x="15" y="60"/>
                    <a:pt x="15" y="60"/>
                    <a:pt x="16"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6" name="Shape 5006"/>
        <p:cNvGrpSpPr/>
        <p:nvPr/>
      </p:nvGrpSpPr>
      <p:grpSpPr>
        <a:xfrm>
          <a:off x="0" y="0"/>
          <a:ext cx="0" cy="0"/>
          <a:chOff x="0" y="0"/>
          <a:chExt cx="0" cy="0"/>
        </a:xfrm>
      </p:grpSpPr>
      <p:sp>
        <p:nvSpPr>
          <p:cNvPr id="5007" name="Google Shape;5007;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timeline</a:t>
            </a:r>
            <a:endParaRPr/>
          </a:p>
        </p:txBody>
      </p:sp>
      <p:sp>
        <p:nvSpPr>
          <p:cNvPr id="5008" name="Google Shape;5008;p42"/>
          <p:cNvSpPr/>
          <p:nvPr/>
        </p:nvSpPr>
        <p:spPr>
          <a:xfrm>
            <a:off x="1531125" y="136170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2"/>
          <p:cNvSpPr/>
          <p:nvPr/>
        </p:nvSpPr>
        <p:spPr>
          <a:xfrm>
            <a:off x="3495025" y="136170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2"/>
          <p:cNvSpPr/>
          <p:nvPr/>
        </p:nvSpPr>
        <p:spPr>
          <a:xfrm>
            <a:off x="5458925" y="136170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2"/>
          <p:cNvSpPr/>
          <p:nvPr/>
        </p:nvSpPr>
        <p:spPr>
          <a:xfrm>
            <a:off x="7422825" y="136170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2"/>
          <p:cNvSpPr txBox="1"/>
          <p:nvPr/>
        </p:nvSpPr>
        <p:spPr>
          <a:xfrm flipH="1">
            <a:off x="7131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Outfit"/>
                <a:ea typeface="Outfit"/>
                <a:cs typeface="Outfit"/>
                <a:sym typeface="Outfit"/>
              </a:rPr>
              <a:t>Conduct market research and analyze the target audience to identify opportunities</a:t>
            </a:r>
            <a:endParaRPr sz="1200">
              <a:solidFill>
                <a:srgbClr val="191919"/>
              </a:solidFill>
              <a:latin typeface="Outfit"/>
              <a:ea typeface="Outfit"/>
              <a:cs typeface="Outfit"/>
              <a:sym typeface="Outfit"/>
            </a:endParaRPr>
          </a:p>
        </p:txBody>
      </p:sp>
      <p:sp>
        <p:nvSpPr>
          <p:cNvPr id="5013" name="Google Shape;5013;p42"/>
          <p:cNvSpPr txBox="1"/>
          <p:nvPr/>
        </p:nvSpPr>
        <p:spPr>
          <a:xfrm flipH="1">
            <a:off x="26770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Create the product or service by defining features, design, and functionality</a:t>
            </a:r>
            <a:endParaRPr sz="1200">
              <a:solidFill>
                <a:schemeClr val="dk1"/>
              </a:solidFill>
              <a:latin typeface="Outfit"/>
              <a:ea typeface="Outfit"/>
              <a:cs typeface="Outfit"/>
              <a:sym typeface="Outfit"/>
            </a:endParaRPr>
          </a:p>
        </p:txBody>
      </p:sp>
      <p:sp>
        <p:nvSpPr>
          <p:cNvPr id="5014" name="Google Shape;5014;p42"/>
          <p:cNvSpPr txBox="1"/>
          <p:nvPr/>
        </p:nvSpPr>
        <p:spPr>
          <a:xfrm flipH="1">
            <a:off x="46409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Test the product with a group of users to receive feedback and improve the product</a:t>
            </a:r>
            <a:endParaRPr sz="1200">
              <a:solidFill>
                <a:srgbClr val="191919"/>
              </a:solidFill>
              <a:latin typeface="Outfit"/>
              <a:ea typeface="Outfit"/>
              <a:cs typeface="Outfit"/>
              <a:sym typeface="Outfit"/>
            </a:endParaRPr>
          </a:p>
        </p:txBody>
      </p:sp>
      <p:sp>
        <p:nvSpPr>
          <p:cNvPr id="5015" name="Google Shape;5015;p42"/>
          <p:cNvSpPr txBox="1"/>
          <p:nvPr/>
        </p:nvSpPr>
        <p:spPr>
          <a:xfrm flipH="1">
            <a:off x="66048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Execute a marketing campaign to promote the product to the target audience</a:t>
            </a:r>
            <a:endParaRPr sz="1200">
              <a:solidFill>
                <a:srgbClr val="191919"/>
              </a:solidFill>
              <a:latin typeface="Outfit"/>
              <a:ea typeface="Outfit"/>
              <a:cs typeface="Outfit"/>
              <a:sym typeface="Outfit"/>
            </a:endParaRPr>
          </a:p>
        </p:txBody>
      </p:sp>
      <p:cxnSp>
        <p:nvCxnSpPr>
          <p:cNvPr id="5016" name="Google Shape;5016;p42"/>
          <p:cNvCxnSpPr>
            <a:stCxn id="5008" idx="3"/>
            <a:endCxn id="5009" idx="1"/>
          </p:cNvCxnSpPr>
          <p:nvPr/>
        </p:nvCxnSpPr>
        <p:spPr>
          <a:xfrm>
            <a:off x="1707525" y="144990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17" name="Google Shape;5017;p42"/>
          <p:cNvCxnSpPr>
            <a:stCxn id="5009" idx="3"/>
            <a:endCxn id="5010" idx="1"/>
          </p:cNvCxnSpPr>
          <p:nvPr/>
        </p:nvCxnSpPr>
        <p:spPr>
          <a:xfrm>
            <a:off x="3671425" y="144990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18" name="Google Shape;5018;p42"/>
          <p:cNvCxnSpPr>
            <a:stCxn id="5010" idx="3"/>
            <a:endCxn id="5011" idx="1"/>
          </p:cNvCxnSpPr>
          <p:nvPr/>
        </p:nvCxnSpPr>
        <p:spPr>
          <a:xfrm>
            <a:off x="5635325" y="144990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19" name="Google Shape;5019;p42"/>
          <p:cNvCxnSpPr>
            <a:stCxn id="5008" idx="2"/>
            <a:endCxn id="5012" idx="0"/>
          </p:cNvCxnSpPr>
          <p:nvPr/>
        </p:nvCxnSpPr>
        <p:spPr>
          <a:xfrm>
            <a:off x="1619325" y="153810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20" name="Google Shape;5020;p42"/>
          <p:cNvCxnSpPr>
            <a:stCxn id="5009" idx="2"/>
            <a:endCxn id="5013" idx="0"/>
          </p:cNvCxnSpPr>
          <p:nvPr/>
        </p:nvCxnSpPr>
        <p:spPr>
          <a:xfrm>
            <a:off x="3583225" y="153810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21" name="Google Shape;5021;p42"/>
          <p:cNvCxnSpPr>
            <a:stCxn id="5010" idx="2"/>
            <a:endCxn id="5014" idx="0"/>
          </p:cNvCxnSpPr>
          <p:nvPr/>
        </p:nvCxnSpPr>
        <p:spPr>
          <a:xfrm>
            <a:off x="5547125" y="153810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22" name="Google Shape;5022;p42"/>
          <p:cNvCxnSpPr>
            <a:stCxn id="5011" idx="2"/>
            <a:endCxn id="5015" idx="0"/>
          </p:cNvCxnSpPr>
          <p:nvPr/>
        </p:nvCxnSpPr>
        <p:spPr>
          <a:xfrm>
            <a:off x="7511025" y="1538100"/>
            <a:ext cx="0" cy="324600"/>
          </a:xfrm>
          <a:prstGeom prst="straightConnector1">
            <a:avLst/>
          </a:prstGeom>
          <a:noFill/>
          <a:ln cap="flat" cmpd="sng" w="19050">
            <a:solidFill>
              <a:schemeClr val="dk1"/>
            </a:solidFill>
            <a:prstDash val="solid"/>
            <a:round/>
            <a:headEnd len="med" w="med" type="none"/>
            <a:tailEnd len="med" w="med" type="none"/>
          </a:ln>
        </p:spPr>
      </p:cxnSp>
      <p:sp>
        <p:nvSpPr>
          <p:cNvPr id="5023" name="Google Shape;5023;p42"/>
          <p:cNvSpPr/>
          <p:nvPr/>
        </p:nvSpPr>
        <p:spPr>
          <a:xfrm>
            <a:off x="1531125" y="319615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2"/>
          <p:cNvSpPr/>
          <p:nvPr/>
        </p:nvSpPr>
        <p:spPr>
          <a:xfrm>
            <a:off x="3495025" y="319615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2"/>
          <p:cNvSpPr/>
          <p:nvPr/>
        </p:nvSpPr>
        <p:spPr>
          <a:xfrm>
            <a:off x="5458925" y="319615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2"/>
          <p:cNvSpPr/>
          <p:nvPr/>
        </p:nvSpPr>
        <p:spPr>
          <a:xfrm>
            <a:off x="7422825" y="3196150"/>
            <a:ext cx="176400" cy="176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2"/>
          <p:cNvSpPr txBox="1"/>
          <p:nvPr/>
        </p:nvSpPr>
        <p:spPr>
          <a:xfrm flipH="1">
            <a:off x="7131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Release the product or service to the market with a comprehensive launch plan</a:t>
            </a:r>
            <a:endParaRPr sz="1200">
              <a:solidFill>
                <a:srgbClr val="191919"/>
              </a:solidFill>
              <a:latin typeface="Outfit"/>
              <a:ea typeface="Outfit"/>
              <a:cs typeface="Outfit"/>
              <a:sym typeface="Outfit"/>
            </a:endParaRPr>
          </a:p>
        </p:txBody>
      </p:sp>
      <p:sp>
        <p:nvSpPr>
          <p:cNvPr id="5028" name="Google Shape;5028;p42"/>
          <p:cNvSpPr txBox="1"/>
          <p:nvPr/>
        </p:nvSpPr>
        <p:spPr>
          <a:xfrm flipH="1">
            <a:off x="26770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Provide customer support to ensure customer satisfaction</a:t>
            </a:r>
            <a:endParaRPr sz="1200">
              <a:solidFill>
                <a:srgbClr val="191919"/>
              </a:solidFill>
              <a:latin typeface="Outfit"/>
              <a:ea typeface="Outfit"/>
              <a:cs typeface="Outfit"/>
              <a:sym typeface="Outfit"/>
            </a:endParaRPr>
          </a:p>
        </p:txBody>
      </p:sp>
      <p:sp>
        <p:nvSpPr>
          <p:cNvPr id="5029" name="Google Shape;5029;p42"/>
          <p:cNvSpPr txBox="1"/>
          <p:nvPr/>
        </p:nvSpPr>
        <p:spPr>
          <a:xfrm flipH="1">
            <a:off x="46409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Explore opportunities for growth and expansion of the product or service</a:t>
            </a:r>
            <a:endParaRPr sz="1200">
              <a:solidFill>
                <a:srgbClr val="191919"/>
              </a:solidFill>
              <a:latin typeface="Outfit"/>
              <a:ea typeface="Outfit"/>
              <a:cs typeface="Outfit"/>
              <a:sym typeface="Outfit"/>
            </a:endParaRPr>
          </a:p>
        </p:txBody>
      </p:sp>
      <p:sp>
        <p:nvSpPr>
          <p:cNvPr id="5030" name="Google Shape;5030;p42"/>
          <p:cNvSpPr txBox="1"/>
          <p:nvPr/>
        </p:nvSpPr>
        <p:spPr>
          <a:xfrm flipH="1">
            <a:off x="66048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Continuously improve the product based on customer feedback and market trends</a:t>
            </a:r>
            <a:endParaRPr sz="1200">
              <a:solidFill>
                <a:srgbClr val="191919"/>
              </a:solidFill>
              <a:latin typeface="Outfit"/>
              <a:ea typeface="Outfit"/>
              <a:cs typeface="Outfit"/>
              <a:sym typeface="Outfit"/>
            </a:endParaRPr>
          </a:p>
        </p:txBody>
      </p:sp>
      <p:cxnSp>
        <p:nvCxnSpPr>
          <p:cNvPr id="5031" name="Google Shape;5031;p42"/>
          <p:cNvCxnSpPr>
            <a:stCxn id="5023" idx="3"/>
            <a:endCxn id="5024" idx="1"/>
          </p:cNvCxnSpPr>
          <p:nvPr/>
        </p:nvCxnSpPr>
        <p:spPr>
          <a:xfrm>
            <a:off x="1707525" y="328435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32" name="Google Shape;5032;p42"/>
          <p:cNvCxnSpPr>
            <a:stCxn id="5024" idx="3"/>
            <a:endCxn id="5025" idx="1"/>
          </p:cNvCxnSpPr>
          <p:nvPr/>
        </p:nvCxnSpPr>
        <p:spPr>
          <a:xfrm>
            <a:off x="3671425" y="328435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33" name="Google Shape;5033;p42"/>
          <p:cNvCxnSpPr>
            <a:stCxn id="5025" idx="3"/>
            <a:endCxn id="5026" idx="1"/>
          </p:cNvCxnSpPr>
          <p:nvPr/>
        </p:nvCxnSpPr>
        <p:spPr>
          <a:xfrm>
            <a:off x="5635325" y="3284350"/>
            <a:ext cx="1787400" cy="0"/>
          </a:xfrm>
          <a:prstGeom prst="straightConnector1">
            <a:avLst/>
          </a:prstGeom>
          <a:noFill/>
          <a:ln cap="flat" cmpd="sng" w="19050">
            <a:solidFill>
              <a:schemeClr val="dk1"/>
            </a:solidFill>
            <a:prstDash val="solid"/>
            <a:round/>
            <a:headEnd len="med" w="med" type="none"/>
            <a:tailEnd len="med" w="med" type="none"/>
          </a:ln>
        </p:spPr>
      </p:cxnSp>
      <p:cxnSp>
        <p:nvCxnSpPr>
          <p:cNvPr id="5034" name="Google Shape;5034;p42"/>
          <p:cNvCxnSpPr>
            <a:stCxn id="5023" idx="2"/>
            <a:endCxn id="5027" idx="0"/>
          </p:cNvCxnSpPr>
          <p:nvPr/>
        </p:nvCxnSpPr>
        <p:spPr>
          <a:xfrm>
            <a:off x="1619325" y="337255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35" name="Google Shape;5035;p42"/>
          <p:cNvCxnSpPr>
            <a:stCxn id="5024" idx="2"/>
            <a:endCxn id="5028" idx="0"/>
          </p:cNvCxnSpPr>
          <p:nvPr/>
        </p:nvCxnSpPr>
        <p:spPr>
          <a:xfrm>
            <a:off x="3583225" y="337255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36" name="Google Shape;5036;p42"/>
          <p:cNvCxnSpPr>
            <a:stCxn id="5025" idx="2"/>
            <a:endCxn id="5029" idx="0"/>
          </p:cNvCxnSpPr>
          <p:nvPr/>
        </p:nvCxnSpPr>
        <p:spPr>
          <a:xfrm>
            <a:off x="5547125" y="337255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37" name="Google Shape;5037;p42"/>
          <p:cNvCxnSpPr>
            <a:stCxn id="5026" idx="2"/>
            <a:endCxn id="5030" idx="0"/>
          </p:cNvCxnSpPr>
          <p:nvPr/>
        </p:nvCxnSpPr>
        <p:spPr>
          <a:xfrm>
            <a:off x="7511025" y="3372550"/>
            <a:ext cx="0" cy="324600"/>
          </a:xfrm>
          <a:prstGeom prst="straightConnector1">
            <a:avLst/>
          </a:prstGeom>
          <a:noFill/>
          <a:ln cap="flat" cmpd="sng" w="19050">
            <a:solidFill>
              <a:schemeClr val="dk1"/>
            </a:solidFill>
            <a:prstDash val="solid"/>
            <a:round/>
            <a:headEnd len="med" w="med" type="none"/>
            <a:tailEnd len="med" w="med" type="none"/>
          </a:ln>
        </p:spPr>
      </p:cxnSp>
      <p:cxnSp>
        <p:nvCxnSpPr>
          <p:cNvPr id="5038" name="Google Shape;5038;p42"/>
          <p:cNvCxnSpPr>
            <a:stCxn id="5011" idx="3"/>
            <a:endCxn id="5023" idx="1"/>
          </p:cNvCxnSpPr>
          <p:nvPr/>
        </p:nvCxnSpPr>
        <p:spPr>
          <a:xfrm flipH="1">
            <a:off x="1531125" y="1449900"/>
            <a:ext cx="6068100" cy="1834500"/>
          </a:xfrm>
          <a:prstGeom prst="bentConnector5">
            <a:avLst>
              <a:gd fmla="val -13365" name="adj1"/>
              <a:gd fmla="val 82114" name="adj2"/>
              <a:gd fmla="val 113489" name="adj3"/>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2" name="Shape 5042"/>
        <p:cNvGrpSpPr/>
        <p:nvPr/>
      </p:nvGrpSpPr>
      <p:grpSpPr>
        <a:xfrm>
          <a:off x="0" y="0"/>
          <a:ext cx="0" cy="0"/>
          <a:chOff x="0" y="0"/>
          <a:chExt cx="0" cy="0"/>
        </a:xfrm>
      </p:grpSpPr>
      <p:sp>
        <p:nvSpPr>
          <p:cNvPr id="5043" name="Google Shape;504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r</a:t>
            </a:r>
            <a:r>
              <a:rPr lang="en"/>
              <a:t>oadmap</a:t>
            </a:r>
            <a:endParaRPr/>
          </a:p>
        </p:txBody>
      </p:sp>
      <p:graphicFrame>
        <p:nvGraphicFramePr>
          <p:cNvPr id="5044" name="Google Shape;5044;p43"/>
          <p:cNvGraphicFramePr/>
          <p:nvPr/>
        </p:nvGraphicFramePr>
        <p:xfrm>
          <a:off x="719975" y="1457338"/>
          <a:ext cx="3000000" cy="3000000"/>
        </p:xfrm>
        <a:graphic>
          <a:graphicData uri="http://schemas.openxmlformats.org/drawingml/2006/table">
            <a:tbl>
              <a:tblPr>
                <a:noFill/>
                <a:tableStyleId>{A40B1B86-8086-4635-AB08-100A8F5E31C5}</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lang="en" sz="1800">
                          <a:solidFill>
                            <a:schemeClr val="dk1"/>
                          </a:solidFill>
                          <a:latin typeface="Zen Antique"/>
                          <a:ea typeface="Zen Antique"/>
                          <a:cs typeface="Zen Antique"/>
                          <a:sym typeface="Zen Antique"/>
                        </a:rPr>
                        <a:t>Initiative</a:t>
                      </a:r>
                      <a:endParaRPr sz="1800">
                        <a:solidFill>
                          <a:schemeClr val="dk1"/>
                        </a:solidFill>
                        <a:latin typeface="Zen Antique"/>
                        <a:ea typeface="Zen Antique"/>
                        <a:cs typeface="Zen Antique"/>
                        <a:sym typeface="Zen Antiqu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Zen Antique"/>
                          <a:ea typeface="Zen Antique"/>
                          <a:cs typeface="Zen Antique"/>
                          <a:sym typeface="Zen Antique"/>
                        </a:rPr>
                        <a:t>Objective</a:t>
                      </a:r>
                      <a:endParaRPr sz="1800">
                        <a:solidFill>
                          <a:schemeClr val="dk1"/>
                        </a:solidFill>
                        <a:latin typeface="Zen Antique"/>
                        <a:ea typeface="Zen Antique"/>
                        <a:cs typeface="Zen Antique"/>
                        <a:sym typeface="Zen Antique"/>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Jan</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Feb</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Mar</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Zen Antique"/>
                          <a:ea typeface="Zen Antique"/>
                          <a:cs typeface="Zen Antique"/>
                          <a:sym typeface="Zen Antique"/>
                        </a:rPr>
                        <a:t>Apr</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May</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Jun</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Jul</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Aug</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Sep</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Oct</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Zen Antique"/>
                          <a:ea typeface="Zen Antique"/>
                          <a:cs typeface="Zen Antique"/>
                          <a:sym typeface="Zen Antique"/>
                        </a:rPr>
                        <a:t>Nov</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Zen Antique"/>
                          <a:ea typeface="Zen Antique"/>
                          <a:cs typeface="Zen Antique"/>
                          <a:sym typeface="Zen Antique"/>
                        </a:rPr>
                        <a:t>Dec</a:t>
                      </a:r>
                      <a:endParaRPr sz="1200">
                        <a:solidFill>
                          <a:schemeClr val="dk1"/>
                        </a:solidFill>
                        <a:latin typeface="Zen Antique"/>
                        <a:ea typeface="Zen Antique"/>
                        <a:cs typeface="Zen Antique"/>
                        <a:sym typeface="Zen Antique"/>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Market research</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Increase brand awareness by 30% within the first year</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Product development</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Achieve a customer satisfaction rate of 90%</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Marketing campaign</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Increase revenue by 20% within the first year</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Product launch</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Achieve a customer satisfaction rate of 90% within the first year</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Expansion</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Reduce costs by 15% within the first year by expanding the product</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50800">
                <a:tc>
                  <a:txBody>
                    <a:bodyPr/>
                    <a:lstStyle/>
                    <a:p>
                      <a:pPr indent="0" lvl="0" marL="0" rtl="0" algn="ctr">
                        <a:spcBef>
                          <a:spcPts val="0"/>
                        </a:spcBef>
                        <a:spcAft>
                          <a:spcPts val="0"/>
                        </a:spcAft>
                        <a:buNone/>
                      </a:pPr>
                      <a:r>
                        <a:rPr lang="en" sz="1000">
                          <a:solidFill>
                            <a:schemeClr val="dk1"/>
                          </a:solidFill>
                          <a:latin typeface="Outfit"/>
                          <a:ea typeface="Outfit"/>
                          <a:cs typeface="Outfit"/>
                          <a:sym typeface="Outfit"/>
                        </a:rPr>
                        <a:t>Partnership</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utfit"/>
                          <a:ea typeface="Outfit"/>
                          <a:cs typeface="Outfit"/>
                          <a:sym typeface="Outfit"/>
                        </a:rPr>
                        <a:t>Reach profitability within 18 months of launch</a:t>
                      </a:r>
                      <a:endParaRPr sz="1000">
                        <a:solidFill>
                          <a:schemeClr val="dk1"/>
                        </a:solidFill>
                        <a:latin typeface="Outfit"/>
                        <a:ea typeface="Outfit"/>
                        <a:cs typeface="Outfit"/>
                        <a:sym typeface="Outfit"/>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Outfit"/>
                        <a:ea typeface="Outfit"/>
                        <a:cs typeface="Outfit"/>
                        <a:sym typeface="Outfit"/>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8" name="Shape 5048"/>
        <p:cNvGrpSpPr/>
        <p:nvPr/>
      </p:nvGrpSpPr>
      <p:grpSpPr>
        <a:xfrm>
          <a:off x="0" y="0"/>
          <a:ext cx="0" cy="0"/>
          <a:chOff x="0" y="0"/>
          <a:chExt cx="0" cy="0"/>
        </a:xfrm>
      </p:grpSpPr>
      <p:sp>
        <p:nvSpPr>
          <p:cNvPr id="5049" name="Google Shape;5049;p44"/>
          <p:cNvSpPr txBox="1"/>
          <p:nvPr>
            <p:ph type="title"/>
          </p:nvPr>
        </p:nvSpPr>
        <p:spPr>
          <a:xfrm>
            <a:off x="6050850" y="539500"/>
            <a:ext cx="2402100" cy="114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050" name="Google Shape;5050;p44"/>
          <p:cNvSpPr txBox="1"/>
          <p:nvPr>
            <p:ph idx="1" type="subTitle"/>
          </p:nvPr>
        </p:nvSpPr>
        <p:spPr>
          <a:xfrm>
            <a:off x="6050850" y="1780650"/>
            <a:ext cx="2402100" cy="10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051" name="Google Shape;5051;p44"/>
          <p:cNvPicPr preferRelativeResize="0"/>
          <p:nvPr>
            <p:ph idx="2" type="pic"/>
          </p:nvPr>
        </p:nvPicPr>
        <p:blipFill rotWithShape="1">
          <a:blip r:embed="rId3">
            <a:alphaModFix/>
          </a:blip>
          <a:srcRect b="1831" l="0" r="0" t="1821"/>
          <a:stretch/>
        </p:blipFill>
        <p:spPr>
          <a:xfrm>
            <a:off x="713225" y="554676"/>
            <a:ext cx="2801099" cy="4049398"/>
          </a:xfrm>
          <a:prstGeom prst="rect">
            <a:avLst/>
          </a:prstGeom>
        </p:spPr>
      </p:pic>
      <p:pic>
        <p:nvPicPr>
          <p:cNvPr id="5052" name="Google Shape;5052;p44"/>
          <p:cNvPicPr preferRelativeResize="0"/>
          <p:nvPr>
            <p:ph idx="3" type="pic"/>
          </p:nvPr>
        </p:nvPicPr>
        <p:blipFill rotWithShape="1">
          <a:blip r:embed="rId4">
            <a:alphaModFix/>
          </a:blip>
          <a:srcRect b="0" l="16401" r="16408" t="0"/>
          <a:stretch/>
        </p:blipFill>
        <p:spPr>
          <a:xfrm>
            <a:off x="3671775" y="539500"/>
            <a:ext cx="2304302" cy="2285703"/>
          </a:xfrm>
          <a:prstGeom prst="rect">
            <a:avLst/>
          </a:prstGeom>
        </p:spPr>
      </p:pic>
      <p:pic>
        <p:nvPicPr>
          <p:cNvPr id="5053" name="Google Shape;5053;p44"/>
          <p:cNvPicPr preferRelativeResize="0"/>
          <p:nvPr>
            <p:ph idx="4" type="pic"/>
          </p:nvPr>
        </p:nvPicPr>
        <p:blipFill rotWithShape="1">
          <a:blip r:embed="rId5">
            <a:alphaModFix/>
          </a:blip>
          <a:srcRect b="20806" l="0" r="0" t="20800"/>
          <a:stretch/>
        </p:blipFill>
        <p:spPr>
          <a:xfrm>
            <a:off x="3671775" y="2953775"/>
            <a:ext cx="4740301" cy="1650301"/>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7" name="Shape 5057"/>
        <p:cNvGrpSpPr/>
        <p:nvPr/>
      </p:nvGrpSpPr>
      <p:grpSpPr>
        <a:xfrm>
          <a:off x="0" y="0"/>
          <a:ext cx="0" cy="0"/>
          <a:chOff x="0" y="0"/>
          <a:chExt cx="0" cy="0"/>
        </a:xfrm>
      </p:grpSpPr>
      <p:pic>
        <p:nvPicPr>
          <p:cNvPr id="5058" name="Google Shape;5058;p45" title="Chart">
            <a:hlinkClick r:id="rId3"/>
          </p:cNvPr>
          <p:cNvPicPr preferRelativeResize="0"/>
          <p:nvPr/>
        </p:nvPicPr>
        <p:blipFill>
          <a:blip r:embed="rId4">
            <a:alphaModFix/>
          </a:blip>
          <a:stretch>
            <a:fillRect/>
          </a:stretch>
        </p:blipFill>
        <p:spPr>
          <a:xfrm>
            <a:off x="720000" y="1329840"/>
            <a:ext cx="4965126" cy="3070094"/>
          </a:xfrm>
          <a:prstGeom prst="rect">
            <a:avLst/>
          </a:prstGeom>
          <a:noFill/>
          <a:ln>
            <a:noFill/>
          </a:ln>
        </p:spPr>
      </p:pic>
      <p:sp>
        <p:nvSpPr>
          <p:cNvPr id="5059" name="Google Shape;505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expenses</a:t>
            </a:r>
            <a:endParaRPr/>
          </a:p>
        </p:txBody>
      </p:sp>
      <p:sp>
        <p:nvSpPr>
          <p:cNvPr id="5060" name="Google Shape;5060;p45"/>
          <p:cNvSpPr txBox="1"/>
          <p:nvPr>
            <p:ph idx="4294967295" type="title"/>
          </p:nvPr>
        </p:nvSpPr>
        <p:spPr>
          <a:xfrm>
            <a:off x="6570563" y="1486125"/>
            <a:ext cx="16731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Labor</a:t>
            </a:r>
            <a:endParaRPr sz="1800"/>
          </a:p>
        </p:txBody>
      </p:sp>
      <p:sp>
        <p:nvSpPr>
          <p:cNvPr id="5061" name="Google Shape;5061;p45"/>
          <p:cNvSpPr/>
          <p:nvPr/>
        </p:nvSpPr>
        <p:spPr>
          <a:xfrm>
            <a:off x="6346063" y="1573875"/>
            <a:ext cx="183300" cy="18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5"/>
          <p:cNvSpPr txBox="1"/>
          <p:nvPr/>
        </p:nvSpPr>
        <p:spPr>
          <a:xfrm>
            <a:off x="981900" y="4399931"/>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Outfit"/>
                <a:ea typeface="Outfit"/>
                <a:cs typeface="Outfit"/>
                <a:sym typeface="Outfit"/>
              </a:rPr>
              <a:t>Follow the link in the graph to modify its data and then paste the new one here. </a:t>
            </a:r>
            <a:r>
              <a:rPr b="1" lang="en" sz="1000" u="sng">
                <a:solidFill>
                  <a:srgbClr val="191919"/>
                </a:solidFill>
                <a:latin typeface="Outfit"/>
                <a:ea typeface="Outfit"/>
                <a:cs typeface="Outfit"/>
                <a:sym typeface="Outfit"/>
                <a:hlinkClick r:id="rId5">
                  <a:extLst>
                    <a:ext uri="{A12FA001-AC4F-418D-AE19-62706E023703}">
                      <ahyp:hlinkClr val="tx"/>
                    </a:ext>
                  </a:extLst>
                </a:hlinkClick>
              </a:rPr>
              <a:t>For more info, click here</a:t>
            </a:r>
            <a:endParaRPr b="1" sz="1000" u="sng">
              <a:solidFill>
                <a:srgbClr val="191919"/>
              </a:solidFill>
              <a:latin typeface="Outfit"/>
              <a:ea typeface="Outfit"/>
              <a:cs typeface="Outfit"/>
              <a:sym typeface="Outfit"/>
            </a:endParaRPr>
          </a:p>
        </p:txBody>
      </p:sp>
      <p:sp>
        <p:nvSpPr>
          <p:cNvPr id="5063" name="Google Shape;5063;p45"/>
          <p:cNvSpPr txBox="1"/>
          <p:nvPr>
            <p:ph idx="4294967295" type="title"/>
          </p:nvPr>
        </p:nvSpPr>
        <p:spPr>
          <a:xfrm>
            <a:off x="6570563" y="2070591"/>
            <a:ext cx="16731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Materials</a:t>
            </a:r>
            <a:endParaRPr sz="1800"/>
          </a:p>
        </p:txBody>
      </p:sp>
      <p:sp>
        <p:nvSpPr>
          <p:cNvPr id="5064" name="Google Shape;5064;p45"/>
          <p:cNvSpPr/>
          <p:nvPr/>
        </p:nvSpPr>
        <p:spPr>
          <a:xfrm>
            <a:off x="6346063" y="215834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5"/>
          <p:cNvSpPr txBox="1"/>
          <p:nvPr>
            <p:ph idx="4294967295" type="title"/>
          </p:nvPr>
        </p:nvSpPr>
        <p:spPr>
          <a:xfrm>
            <a:off x="6570563" y="2655056"/>
            <a:ext cx="16731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Equipment</a:t>
            </a:r>
            <a:endParaRPr sz="1800"/>
          </a:p>
        </p:txBody>
      </p:sp>
      <p:sp>
        <p:nvSpPr>
          <p:cNvPr id="5066" name="Google Shape;5066;p45"/>
          <p:cNvSpPr/>
          <p:nvPr/>
        </p:nvSpPr>
        <p:spPr>
          <a:xfrm>
            <a:off x="6346063" y="2742806"/>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5"/>
          <p:cNvSpPr txBox="1"/>
          <p:nvPr>
            <p:ph idx="4294967295" type="title"/>
          </p:nvPr>
        </p:nvSpPr>
        <p:spPr>
          <a:xfrm>
            <a:off x="6570563" y="3239522"/>
            <a:ext cx="16731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Overhead</a:t>
            </a:r>
            <a:endParaRPr sz="1800"/>
          </a:p>
        </p:txBody>
      </p:sp>
      <p:sp>
        <p:nvSpPr>
          <p:cNvPr id="5068" name="Google Shape;5068;p45"/>
          <p:cNvSpPr/>
          <p:nvPr/>
        </p:nvSpPr>
        <p:spPr>
          <a:xfrm>
            <a:off x="6346063" y="3327272"/>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5"/>
          <p:cNvSpPr txBox="1"/>
          <p:nvPr>
            <p:ph idx="4294967295" type="title"/>
          </p:nvPr>
        </p:nvSpPr>
        <p:spPr>
          <a:xfrm>
            <a:off x="6570563" y="3823988"/>
            <a:ext cx="16731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Other</a:t>
            </a:r>
            <a:endParaRPr sz="1800"/>
          </a:p>
        </p:txBody>
      </p:sp>
      <p:sp>
        <p:nvSpPr>
          <p:cNvPr id="5070" name="Google Shape;5070;p45"/>
          <p:cNvSpPr/>
          <p:nvPr/>
        </p:nvSpPr>
        <p:spPr>
          <a:xfrm>
            <a:off x="6346063" y="3911738"/>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4" name="Shape 5074"/>
        <p:cNvGrpSpPr/>
        <p:nvPr/>
      </p:nvGrpSpPr>
      <p:grpSpPr>
        <a:xfrm>
          <a:off x="0" y="0"/>
          <a:ext cx="0" cy="0"/>
          <a:chOff x="0" y="0"/>
          <a:chExt cx="0" cy="0"/>
        </a:xfrm>
      </p:grpSpPr>
      <p:pic>
        <p:nvPicPr>
          <p:cNvPr id="5075" name="Google Shape;5075;p46" title="Chart">
            <a:hlinkClick r:id="rId3"/>
          </p:cNvPr>
          <p:cNvPicPr preferRelativeResize="0"/>
          <p:nvPr/>
        </p:nvPicPr>
        <p:blipFill>
          <a:blip r:embed="rId4">
            <a:alphaModFix/>
          </a:blip>
          <a:stretch>
            <a:fillRect/>
          </a:stretch>
        </p:blipFill>
        <p:spPr>
          <a:xfrm>
            <a:off x="4419259" y="1901212"/>
            <a:ext cx="3750450" cy="2319051"/>
          </a:xfrm>
          <a:prstGeom prst="rect">
            <a:avLst/>
          </a:prstGeom>
          <a:noFill/>
          <a:ln>
            <a:noFill/>
          </a:ln>
        </p:spPr>
      </p:pic>
      <p:sp>
        <p:nvSpPr>
          <p:cNvPr id="5076" name="Google Shape;5076;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KPI dashboard</a:t>
            </a:r>
            <a:endParaRPr/>
          </a:p>
        </p:txBody>
      </p:sp>
      <p:graphicFrame>
        <p:nvGraphicFramePr>
          <p:cNvPr id="5077" name="Google Shape;5077;p46"/>
          <p:cNvGraphicFramePr/>
          <p:nvPr/>
        </p:nvGraphicFramePr>
        <p:xfrm>
          <a:off x="720000" y="1250100"/>
          <a:ext cx="3000000" cy="3000000"/>
        </p:xfrm>
        <a:graphic>
          <a:graphicData uri="http://schemas.openxmlformats.org/drawingml/2006/table">
            <a:tbl>
              <a:tblPr>
                <a:noFill/>
                <a:tableStyleId>{74C1676E-F51A-4843-BF87-1B6F33CDB04F}</a:tableStyleId>
              </a:tblPr>
              <a:tblGrid>
                <a:gridCol w="1028250"/>
                <a:gridCol w="1028250"/>
                <a:gridCol w="1028250"/>
              </a:tblGrid>
              <a:tr h="492425">
                <a:tc>
                  <a:txBody>
                    <a:bodyPr/>
                    <a:lstStyle/>
                    <a:p>
                      <a:pPr indent="0" lvl="0" marL="0" rtl="0" algn="l">
                        <a:spcBef>
                          <a:spcPts val="0"/>
                        </a:spcBef>
                        <a:spcAft>
                          <a:spcPts val="0"/>
                        </a:spcAft>
                        <a:buNone/>
                      </a:pPr>
                      <a:r>
                        <a:rPr lang="en" sz="1200">
                          <a:solidFill>
                            <a:schemeClr val="dk1"/>
                          </a:solidFill>
                          <a:latin typeface="Zen Antique"/>
                          <a:ea typeface="Zen Antique"/>
                          <a:cs typeface="Zen Antique"/>
                          <a:sym typeface="Zen Antique"/>
                        </a:rPr>
                        <a:t>Resource</a:t>
                      </a:r>
                      <a:endParaRPr sz="1200">
                        <a:solidFill>
                          <a:schemeClr val="dk1"/>
                        </a:solidFill>
                        <a:latin typeface="Zen Antique"/>
                        <a:ea typeface="Zen Antique"/>
                        <a:cs typeface="Zen Antique"/>
                        <a:sym typeface="Zen Antique"/>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Zen Antique"/>
                          <a:ea typeface="Zen Antique"/>
                          <a:cs typeface="Zen Antique"/>
                          <a:sym typeface="Zen Antique"/>
                        </a:rPr>
                        <a:t>Utilization rate</a:t>
                      </a:r>
                      <a:endParaRPr sz="1200">
                        <a:solidFill>
                          <a:schemeClr val="dk1"/>
                        </a:solidFill>
                        <a:latin typeface="Zen Antique"/>
                        <a:ea typeface="Zen Antique"/>
                        <a:cs typeface="Zen Antique"/>
                        <a:sym typeface="Zen Antique"/>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Zen Antique"/>
                          <a:ea typeface="Zen Antique"/>
                          <a:cs typeface="Zen Antique"/>
                          <a:sym typeface="Zen Antique"/>
                        </a:rPr>
                        <a:t>Cost</a:t>
                      </a:r>
                      <a:endParaRPr sz="1200">
                        <a:solidFill>
                          <a:schemeClr val="dk1"/>
                        </a:solidFill>
                        <a:latin typeface="Zen Antique"/>
                        <a:ea typeface="Zen Antique"/>
                        <a:cs typeface="Zen Antique"/>
                        <a:sym typeface="Zen Antique"/>
                      </a:endParaRPr>
                    </a:p>
                    <a:p>
                      <a:pPr indent="0" lvl="0" marL="0" rtl="0" algn="l">
                        <a:spcBef>
                          <a:spcPts val="0"/>
                        </a:spcBef>
                        <a:spcAft>
                          <a:spcPts val="0"/>
                        </a:spcAft>
                        <a:buNone/>
                      </a:pPr>
                      <a:r>
                        <a:rPr lang="en" sz="1200">
                          <a:solidFill>
                            <a:schemeClr val="dk1"/>
                          </a:solidFill>
                          <a:latin typeface="Zen Antique"/>
                          <a:ea typeface="Zen Antique"/>
                          <a:cs typeface="Zen Antique"/>
                          <a:sym typeface="Zen Antique"/>
                        </a:rPr>
                        <a:t>per unit</a:t>
                      </a:r>
                      <a:endParaRPr sz="1200">
                        <a:solidFill>
                          <a:schemeClr val="dk1"/>
                        </a:solidFill>
                        <a:latin typeface="Zen Antique"/>
                        <a:ea typeface="Zen Antique"/>
                        <a:cs typeface="Zen Antique"/>
                        <a:sym typeface="Zen Antique"/>
                      </a:endParaRPr>
                    </a:p>
                  </a:txBody>
                  <a:tcPr marT="45700" marB="4570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Labor</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85%</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$50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Equipment</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70%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$100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Materials</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95%</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$20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Rent</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90%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$1,000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Energy</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8</a:t>
                      </a:r>
                      <a:r>
                        <a:rPr lang="en" sz="1200">
                          <a:solidFill>
                            <a:schemeClr val="dk1"/>
                          </a:solidFill>
                          <a:latin typeface="Outfit"/>
                          <a:ea typeface="Outfit"/>
                          <a:cs typeface="Outfit"/>
                          <a:sym typeface="Outfit"/>
                        </a:rPr>
                        <a:t>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$80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Software licenses</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80%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$200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08775">
                <a:tc>
                  <a:txBody>
                    <a:bodyPr/>
                    <a:lstStyle/>
                    <a:p>
                      <a:pPr indent="0" lvl="0" marL="0" rtl="0" algn="l">
                        <a:spcBef>
                          <a:spcPts val="0"/>
                        </a:spcBef>
                        <a:spcAft>
                          <a:spcPts val="0"/>
                        </a:spcAft>
                        <a:buNone/>
                      </a:pPr>
                      <a:r>
                        <a:rPr lang="en" sz="1100">
                          <a:solidFill>
                            <a:schemeClr val="dk1"/>
                          </a:solidFill>
                          <a:latin typeface="Zen Antique"/>
                          <a:ea typeface="Zen Antique"/>
                          <a:cs typeface="Zen Antique"/>
                          <a:sym typeface="Zen Antique"/>
                        </a:rPr>
                        <a:t>Advertising</a:t>
                      </a:r>
                      <a:endParaRPr sz="1100">
                        <a:solidFill>
                          <a:schemeClr val="dk1"/>
                        </a:solidFill>
                        <a:latin typeface="Zen Antique"/>
                        <a:ea typeface="Zen Antique"/>
                        <a:cs typeface="Zen Antique"/>
                        <a:sym typeface="Zen Anti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60%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Outfit"/>
                          <a:ea typeface="Outfit"/>
                          <a:cs typeface="Outfit"/>
                          <a:sym typeface="Outfit"/>
                        </a:rPr>
                        <a:t>$500</a:t>
                      </a:r>
                      <a:endParaRPr sz="1200">
                        <a:solidFill>
                          <a:schemeClr val="dk1"/>
                        </a:solidFill>
                        <a:latin typeface="Outfit"/>
                        <a:ea typeface="Outfit"/>
                        <a:cs typeface="Outfit"/>
                        <a:sym typeface="Outfit"/>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5078" name="Google Shape;5078;p46"/>
          <p:cNvSpPr txBox="1"/>
          <p:nvPr/>
        </p:nvSpPr>
        <p:spPr>
          <a:xfrm>
            <a:off x="4164981" y="1186325"/>
            <a:ext cx="18960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Zen Antique"/>
                <a:ea typeface="Zen Antique"/>
                <a:cs typeface="Zen Antique"/>
                <a:sym typeface="Zen Antique"/>
              </a:rPr>
              <a:t>120 u/day</a:t>
            </a:r>
            <a:endParaRPr sz="1800">
              <a:solidFill>
                <a:schemeClr val="dk1"/>
              </a:solidFill>
              <a:latin typeface="Zen Antique"/>
              <a:ea typeface="Zen Antique"/>
              <a:cs typeface="Zen Antique"/>
              <a:sym typeface="Zen Antique"/>
            </a:endParaRPr>
          </a:p>
        </p:txBody>
      </p:sp>
      <p:sp>
        <p:nvSpPr>
          <p:cNvPr id="5079" name="Google Shape;5079;p46"/>
          <p:cNvSpPr txBox="1"/>
          <p:nvPr/>
        </p:nvSpPr>
        <p:spPr>
          <a:xfrm>
            <a:off x="6527988" y="1186325"/>
            <a:ext cx="18960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Zen Antique"/>
                <a:ea typeface="Zen Antique"/>
                <a:cs typeface="Zen Antique"/>
                <a:sym typeface="Zen Antique"/>
              </a:rPr>
              <a:t>2h</a:t>
            </a:r>
            <a:endParaRPr sz="1800">
              <a:solidFill>
                <a:schemeClr val="dk1"/>
              </a:solidFill>
              <a:latin typeface="Zen Antique"/>
              <a:ea typeface="Zen Antique"/>
              <a:cs typeface="Zen Antique"/>
              <a:sym typeface="Zen Antique"/>
            </a:endParaRPr>
          </a:p>
        </p:txBody>
      </p:sp>
      <p:sp>
        <p:nvSpPr>
          <p:cNvPr id="5080" name="Google Shape;5080;p46"/>
          <p:cNvSpPr txBox="1"/>
          <p:nvPr/>
        </p:nvSpPr>
        <p:spPr>
          <a:xfrm>
            <a:off x="4164981" y="1586525"/>
            <a:ext cx="18960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Output per worker</a:t>
            </a:r>
            <a:endParaRPr sz="1200">
              <a:solidFill>
                <a:schemeClr val="dk1"/>
              </a:solidFill>
              <a:latin typeface="Outfit"/>
              <a:ea typeface="Outfit"/>
              <a:cs typeface="Outfit"/>
              <a:sym typeface="Outfit"/>
            </a:endParaRPr>
          </a:p>
        </p:txBody>
      </p:sp>
      <p:sp>
        <p:nvSpPr>
          <p:cNvPr id="5081" name="Google Shape;5081;p46"/>
          <p:cNvSpPr txBox="1"/>
          <p:nvPr/>
        </p:nvSpPr>
        <p:spPr>
          <a:xfrm>
            <a:off x="6527988" y="1586525"/>
            <a:ext cx="18960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utfit"/>
                <a:ea typeface="Outfit"/>
                <a:cs typeface="Outfit"/>
                <a:sym typeface="Outfit"/>
              </a:rPr>
              <a:t>Time to complete a task</a:t>
            </a:r>
            <a:endParaRPr sz="1200">
              <a:solidFill>
                <a:schemeClr val="dk1"/>
              </a:solidFill>
              <a:latin typeface="Outfit"/>
              <a:ea typeface="Outfit"/>
              <a:cs typeface="Outfit"/>
              <a:sym typeface="Outfit"/>
            </a:endParaRPr>
          </a:p>
        </p:txBody>
      </p:sp>
      <p:sp>
        <p:nvSpPr>
          <p:cNvPr id="5082" name="Google Shape;5082;p46"/>
          <p:cNvSpPr txBox="1"/>
          <p:nvPr/>
        </p:nvSpPr>
        <p:spPr>
          <a:xfrm>
            <a:off x="4496406" y="4261650"/>
            <a:ext cx="3696000" cy="34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utfit"/>
                <a:ea typeface="Outfit"/>
                <a:cs typeface="Outfit"/>
                <a:sym typeface="Outfit"/>
              </a:rPr>
              <a:t>Follow the link in the graph to modify its data and then paste the new one here. </a:t>
            </a:r>
            <a:r>
              <a:rPr b="1" lang="en" sz="1000" u="sng">
                <a:solidFill>
                  <a:schemeClr val="dk1"/>
                </a:solidFill>
                <a:latin typeface="Outfit"/>
                <a:ea typeface="Outfit"/>
                <a:cs typeface="Outfit"/>
                <a:sym typeface="Outfit"/>
                <a:hlinkClick r:id="rId5">
                  <a:extLst>
                    <a:ext uri="{A12FA001-AC4F-418D-AE19-62706E023703}">
                      <ahyp:hlinkClr val="tx"/>
                    </a:ext>
                  </a:extLst>
                </a:hlinkClick>
              </a:rPr>
              <a:t>For more info, click here</a:t>
            </a:r>
            <a:endParaRPr b="1" sz="1000" u="sng">
              <a:solidFill>
                <a:schemeClr val="dk1"/>
              </a:solidFill>
              <a:latin typeface="Outfit"/>
              <a:ea typeface="Outfit"/>
              <a:cs typeface="Outfit"/>
              <a:sym typeface="Outfi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6" name="Shape 5086"/>
        <p:cNvGrpSpPr/>
        <p:nvPr/>
      </p:nvGrpSpPr>
      <p:grpSpPr>
        <a:xfrm>
          <a:off x="0" y="0"/>
          <a:ext cx="0" cy="0"/>
          <a:chOff x="0" y="0"/>
          <a:chExt cx="0" cy="0"/>
        </a:xfrm>
      </p:grpSpPr>
      <p:sp>
        <p:nvSpPr>
          <p:cNvPr id="5087" name="Google Shape;5087;p47"/>
          <p:cNvSpPr txBox="1"/>
          <p:nvPr>
            <p:ph type="title"/>
          </p:nvPr>
        </p:nvSpPr>
        <p:spPr>
          <a:xfrm>
            <a:off x="713225" y="445025"/>
            <a:ext cx="3987600" cy="96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5088" name="Google Shape;5088;p47"/>
          <p:cNvSpPr txBox="1"/>
          <p:nvPr>
            <p:ph idx="1" type="subTitle"/>
          </p:nvPr>
        </p:nvSpPr>
        <p:spPr>
          <a:xfrm>
            <a:off x="713225" y="1525011"/>
            <a:ext cx="39876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5089" name="Google Shape;5089;p47"/>
          <p:cNvSpPr txBox="1"/>
          <p:nvPr/>
        </p:nvSpPr>
        <p:spPr>
          <a:xfrm>
            <a:off x="713225" y="4343600"/>
            <a:ext cx="3987600" cy="26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Outfit"/>
                <a:ea typeface="Outfit"/>
                <a:cs typeface="Outfit"/>
                <a:sym typeface="Outfit"/>
              </a:rPr>
              <a:t>Please keep this slide for attribution</a:t>
            </a:r>
            <a:endParaRPr sz="1000">
              <a:solidFill>
                <a:schemeClr val="dk1"/>
              </a:solidFill>
              <a:latin typeface="Outfit"/>
              <a:ea typeface="Outfit"/>
              <a:cs typeface="Outfit"/>
              <a:sym typeface="Outfit"/>
            </a:endParaRPr>
          </a:p>
        </p:txBody>
      </p:sp>
      <p:sp>
        <p:nvSpPr>
          <p:cNvPr id="5090" name="Google Shape;5090;p47"/>
          <p:cNvSpPr/>
          <p:nvPr/>
        </p:nvSpPr>
        <p:spPr>
          <a:xfrm>
            <a:off x="789425" y="2772013"/>
            <a:ext cx="702600" cy="869400"/>
          </a:xfrm>
          <a:prstGeom prst="flowChartConnector">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a:ea typeface="Outfit"/>
              <a:cs typeface="Outfit"/>
              <a:sym typeface="Outfit"/>
            </a:endParaRPr>
          </a:p>
        </p:txBody>
      </p:sp>
      <p:sp>
        <p:nvSpPr>
          <p:cNvPr id="5091" name="Google Shape;5091;p47"/>
          <p:cNvSpPr/>
          <p:nvPr/>
        </p:nvSpPr>
        <p:spPr>
          <a:xfrm>
            <a:off x="1678738" y="2772013"/>
            <a:ext cx="702600" cy="869400"/>
          </a:xfrm>
          <a:prstGeom prst="flowChartConnector">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a:ea typeface="Outfit"/>
              <a:cs typeface="Outfit"/>
              <a:sym typeface="Outfit"/>
            </a:endParaRPr>
          </a:p>
        </p:txBody>
      </p:sp>
      <p:sp>
        <p:nvSpPr>
          <p:cNvPr id="5092" name="Google Shape;5092;p47"/>
          <p:cNvSpPr/>
          <p:nvPr/>
        </p:nvSpPr>
        <p:spPr>
          <a:xfrm>
            <a:off x="2568050" y="2772013"/>
            <a:ext cx="702600" cy="869400"/>
          </a:xfrm>
          <a:prstGeom prst="flowChartConnector">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a:ea typeface="Outfit"/>
              <a:cs typeface="Outfit"/>
              <a:sym typeface="Outfit"/>
            </a:endParaRPr>
          </a:p>
        </p:txBody>
      </p:sp>
      <p:sp>
        <p:nvSpPr>
          <p:cNvPr id="5093" name="Google Shape;5093;p47"/>
          <p:cNvSpPr/>
          <p:nvPr/>
        </p:nvSpPr>
        <p:spPr>
          <a:xfrm>
            <a:off x="967883" y="30336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47"/>
          <p:cNvGrpSpPr/>
          <p:nvPr/>
        </p:nvGrpSpPr>
        <p:grpSpPr>
          <a:xfrm>
            <a:off x="1857004" y="3033890"/>
            <a:ext cx="346056" cy="345674"/>
            <a:chOff x="3303268" y="3817349"/>
            <a:chExt cx="346056" cy="345674"/>
          </a:xfrm>
        </p:grpSpPr>
        <p:sp>
          <p:nvSpPr>
            <p:cNvPr id="5095" name="Google Shape;5095;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47"/>
          <p:cNvGrpSpPr/>
          <p:nvPr/>
        </p:nvGrpSpPr>
        <p:grpSpPr>
          <a:xfrm>
            <a:off x="2746546" y="3033890"/>
            <a:ext cx="346024" cy="345674"/>
            <a:chOff x="4201447" y="3817349"/>
            <a:chExt cx="346024" cy="345674"/>
          </a:xfrm>
        </p:grpSpPr>
        <p:sp>
          <p:nvSpPr>
            <p:cNvPr id="5100" name="Google Shape;5100;p4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47"/>
          <p:cNvGrpSpPr/>
          <p:nvPr/>
        </p:nvGrpSpPr>
        <p:grpSpPr>
          <a:xfrm>
            <a:off x="6414942" y="857682"/>
            <a:ext cx="5241830" cy="4666694"/>
            <a:chOff x="6414942" y="857682"/>
            <a:chExt cx="5241830" cy="4666694"/>
          </a:xfrm>
        </p:grpSpPr>
        <p:grpSp>
          <p:nvGrpSpPr>
            <p:cNvPr id="5103" name="Google Shape;5103;p47"/>
            <p:cNvGrpSpPr/>
            <p:nvPr/>
          </p:nvGrpSpPr>
          <p:grpSpPr>
            <a:xfrm>
              <a:off x="6974410" y="857682"/>
              <a:ext cx="4682362" cy="4666694"/>
              <a:chOff x="6974410" y="857682"/>
              <a:chExt cx="4682362" cy="4666694"/>
            </a:xfrm>
          </p:grpSpPr>
          <p:sp>
            <p:nvSpPr>
              <p:cNvPr id="5104" name="Google Shape;5104;p47"/>
              <p:cNvSpPr/>
              <p:nvPr/>
            </p:nvSpPr>
            <p:spPr>
              <a:xfrm rot="-755217">
                <a:off x="7352664" y="1238533"/>
                <a:ext cx="3925854" cy="3904992"/>
              </a:xfrm>
              <a:custGeom>
                <a:rect b="b" l="l" r="r" t="t"/>
                <a:pathLst>
                  <a:path extrusionOk="0" h="4727" w="4752">
                    <a:moveTo>
                      <a:pt x="926" y="106"/>
                    </a:moveTo>
                    <a:cubicBezTo>
                      <a:pt x="927" y="97"/>
                      <a:pt x="931" y="88"/>
                      <a:pt x="935" y="80"/>
                    </a:cubicBezTo>
                    <a:cubicBezTo>
                      <a:pt x="940" y="72"/>
                      <a:pt x="945" y="65"/>
                      <a:pt x="952" y="60"/>
                    </a:cubicBezTo>
                    <a:cubicBezTo>
                      <a:pt x="974" y="36"/>
                      <a:pt x="995" y="41"/>
                      <a:pt x="1003" y="74"/>
                    </a:cubicBezTo>
                    <a:cubicBezTo>
                      <a:pt x="1005" y="85"/>
                      <a:pt x="1007" y="97"/>
                      <a:pt x="1007" y="109"/>
                    </a:cubicBezTo>
                    <a:cubicBezTo>
                      <a:pt x="1007" y="114"/>
                      <a:pt x="1006" y="118"/>
                      <a:pt x="1006" y="123"/>
                    </a:cubicBezTo>
                    <a:cubicBezTo>
                      <a:pt x="1006" y="141"/>
                      <a:pt x="1003" y="160"/>
                      <a:pt x="1001" y="178"/>
                    </a:cubicBezTo>
                    <a:cubicBezTo>
                      <a:pt x="999" y="197"/>
                      <a:pt x="1008" y="204"/>
                      <a:pt x="1028" y="204"/>
                    </a:cubicBezTo>
                    <a:cubicBezTo>
                      <a:pt x="1052" y="203"/>
                      <a:pt x="1075" y="197"/>
                      <a:pt x="1096" y="186"/>
                    </a:cubicBezTo>
                    <a:cubicBezTo>
                      <a:pt x="1130" y="170"/>
                      <a:pt x="1142" y="177"/>
                      <a:pt x="1149" y="212"/>
                    </a:cubicBezTo>
                    <a:cubicBezTo>
                      <a:pt x="1151" y="225"/>
                      <a:pt x="1152" y="238"/>
                      <a:pt x="1152" y="250"/>
                    </a:cubicBezTo>
                    <a:cubicBezTo>
                      <a:pt x="1152" y="267"/>
                      <a:pt x="1151" y="283"/>
                      <a:pt x="1147" y="300"/>
                    </a:cubicBezTo>
                    <a:cubicBezTo>
                      <a:pt x="1143" y="323"/>
                      <a:pt x="1149" y="335"/>
                      <a:pt x="1174" y="336"/>
                    </a:cubicBezTo>
                    <a:cubicBezTo>
                      <a:pt x="1215" y="338"/>
                      <a:pt x="1257" y="347"/>
                      <a:pt x="1299" y="331"/>
                    </a:cubicBezTo>
                    <a:cubicBezTo>
                      <a:pt x="1328" y="320"/>
                      <a:pt x="1338" y="327"/>
                      <a:pt x="1347" y="358"/>
                    </a:cubicBezTo>
                    <a:cubicBezTo>
                      <a:pt x="1353" y="379"/>
                      <a:pt x="1357" y="401"/>
                      <a:pt x="1357" y="423"/>
                    </a:cubicBezTo>
                    <a:cubicBezTo>
                      <a:pt x="1356" y="436"/>
                      <a:pt x="1356" y="450"/>
                      <a:pt x="1356" y="463"/>
                    </a:cubicBezTo>
                    <a:cubicBezTo>
                      <a:pt x="1356" y="503"/>
                      <a:pt x="1359" y="542"/>
                      <a:pt x="1367" y="581"/>
                    </a:cubicBezTo>
                    <a:cubicBezTo>
                      <a:pt x="1377" y="622"/>
                      <a:pt x="1354" y="652"/>
                      <a:pt x="1319" y="672"/>
                    </a:cubicBezTo>
                    <a:cubicBezTo>
                      <a:pt x="1301" y="681"/>
                      <a:pt x="1282" y="689"/>
                      <a:pt x="1263" y="696"/>
                    </a:cubicBezTo>
                    <a:cubicBezTo>
                      <a:pt x="1406" y="770"/>
                      <a:pt x="1513" y="884"/>
                      <a:pt x="1643" y="966"/>
                    </a:cubicBezTo>
                    <a:cubicBezTo>
                      <a:pt x="1717" y="1018"/>
                      <a:pt x="1786" y="1076"/>
                      <a:pt x="1850" y="1139"/>
                    </a:cubicBezTo>
                    <a:cubicBezTo>
                      <a:pt x="1896" y="1181"/>
                      <a:pt x="1944" y="1220"/>
                      <a:pt x="1996" y="1255"/>
                    </a:cubicBezTo>
                    <a:cubicBezTo>
                      <a:pt x="2106" y="1328"/>
                      <a:pt x="2211" y="1409"/>
                      <a:pt x="2317" y="1487"/>
                    </a:cubicBezTo>
                    <a:cubicBezTo>
                      <a:pt x="2372" y="1528"/>
                      <a:pt x="2422" y="1574"/>
                      <a:pt x="2467" y="1625"/>
                    </a:cubicBezTo>
                    <a:cubicBezTo>
                      <a:pt x="2539" y="1704"/>
                      <a:pt x="2612" y="1781"/>
                      <a:pt x="2685" y="1859"/>
                    </a:cubicBezTo>
                    <a:cubicBezTo>
                      <a:pt x="2727" y="1904"/>
                      <a:pt x="2776" y="1943"/>
                      <a:pt x="2829" y="1974"/>
                    </a:cubicBezTo>
                    <a:cubicBezTo>
                      <a:pt x="2838" y="1979"/>
                      <a:pt x="2846" y="1983"/>
                      <a:pt x="2855" y="1988"/>
                    </a:cubicBezTo>
                    <a:cubicBezTo>
                      <a:pt x="2869" y="1995"/>
                      <a:pt x="2883" y="2003"/>
                      <a:pt x="2897" y="2011"/>
                    </a:cubicBezTo>
                    <a:cubicBezTo>
                      <a:pt x="2921" y="2025"/>
                      <a:pt x="2945" y="2040"/>
                      <a:pt x="2968" y="2055"/>
                    </a:cubicBezTo>
                    <a:cubicBezTo>
                      <a:pt x="2974" y="2060"/>
                      <a:pt x="2978" y="2063"/>
                      <a:pt x="2985" y="2067"/>
                    </a:cubicBezTo>
                    <a:cubicBezTo>
                      <a:pt x="3010" y="2081"/>
                      <a:pt x="3039" y="2089"/>
                      <a:pt x="3068" y="2089"/>
                    </a:cubicBezTo>
                    <a:cubicBezTo>
                      <a:pt x="3086" y="2089"/>
                      <a:pt x="3104" y="2086"/>
                      <a:pt x="3121" y="2080"/>
                    </a:cubicBezTo>
                    <a:cubicBezTo>
                      <a:pt x="3172" y="2069"/>
                      <a:pt x="3222" y="2061"/>
                      <a:pt x="3274" y="2058"/>
                    </a:cubicBezTo>
                    <a:cubicBezTo>
                      <a:pt x="3395" y="2040"/>
                      <a:pt x="3516" y="2016"/>
                      <a:pt x="3639" y="2009"/>
                    </a:cubicBezTo>
                    <a:cubicBezTo>
                      <a:pt x="3669" y="2007"/>
                      <a:pt x="3700" y="2006"/>
                      <a:pt x="3730" y="2006"/>
                    </a:cubicBezTo>
                    <a:cubicBezTo>
                      <a:pt x="3889" y="2006"/>
                      <a:pt x="4047" y="2030"/>
                      <a:pt x="4198" y="2077"/>
                    </a:cubicBezTo>
                    <a:cubicBezTo>
                      <a:pt x="4314" y="2112"/>
                      <a:pt x="4429" y="2151"/>
                      <a:pt x="4542" y="2189"/>
                    </a:cubicBezTo>
                    <a:cubicBezTo>
                      <a:pt x="4547" y="2190"/>
                      <a:pt x="4551" y="2191"/>
                      <a:pt x="4555" y="2193"/>
                    </a:cubicBezTo>
                    <a:cubicBezTo>
                      <a:pt x="4562" y="2197"/>
                      <a:pt x="4566" y="2202"/>
                      <a:pt x="4570" y="2208"/>
                    </a:cubicBezTo>
                    <a:cubicBezTo>
                      <a:pt x="4571" y="2211"/>
                      <a:pt x="4573" y="2214"/>
                      <a:pt x="4574" y="2218"/>
                    </a:cubicBezTo>
                    <a:cubicBezTo>
                      <a:pt x="4488" y="2228"/>
                      <a:pt x="4406" y="2218"/>
                      <a:pt x="4323" y="2214"/>
                    </a:cubicBezTo>
                    <a:cubicBezTo>
                      <a:pt x="4326" y="2217"/>
                      <a:pt x="4329" y="2222"/>
                      <a:pt x="4331" y="2223"/>
                    </a:cubicBezTo>
                    <a:cubicBezTo>
                      <a:pt x="4401" y="2241"/>
                      <a:pt x="4452" y="2293"/>
                      <a:pt x="4516" y="2320"/>
                    </a:cubicBezTo>
                    <a:cubicBezTo>
                      <a:pt x="4580" y="2347"/>
                      <a:pt x="4641" y="2383"/>
                      <a:pt x="4702" y="2416"/>
                    </a:cubicBezTo>
                    <a:cubicBezTo>
                      <a:pt x="4705" y="2418"/>
                      <a:pt x="4708" y="2419"/>
                      <a:pt x="4711" y="2421"/>
                    </a:cubicBezTo>
                    <a:cubicBezTo>
                      <a:pt x="4717" y="2425"/>
                      <a:pt x="4724" y="2429"/>
                      <a:pt x="4730" y="2433"/>
                    </a:cubicBezTo>
                    <a:cubicBezTo>
                      <a:pt x="4732" y="2435"/>
                      <a:pt x="4733" y="2437"/>
                      <a:pt x="4735" y="2439"/>
                    </a:cubicBezTo>
                    <a:cubicBezTo>
                      <a:pt x="4736" y="2441"/>
                      <a:pt x="4737" y="2444"/>
                      <a:pt x="4737" y="2447"/>
                    </a:cubicBezTo>
                    <a:cubicBezTo>
                      <a:pt x="4737" y="2449"/>
                      <a:pt x="4737" y="2451"/>
                      <a:pt x="4736" y="2452"/>
                    </a:cubicBezTo>
                    <a:cubicBezTo>
                      <a:pt x="4734" y="2462"/>
                      <a:pt x="4726" y="2462"/>
                      <a:pt x="4719" y="2462"/>
                    </a:cubicBezTo>
                    <a:cubicBezTo>
                      <a:pt x="4682" y="2462"/>
                      <a:pt x="4646" y="2456"/>
                      <a:pt x="4610" y="2446"/>
                    </a:cubicBezTo>
                    <a:cubicBezTo>
                      <a:pt x="4597" y="2442"/>
                      <a:pt x="4584" y="2439"/>
                      <a:pt x="4570" y="2439"/>
                    </a:cubicBezTo>
                    <a:cubicBezTo>
                      <a:pt x="4564" y="2439"/>
                      <a:pt x="4558" y="2440"/>
                      <a:pt x="4552" y="2441"/>
                    </a:cubicBezTo>
                    <a:cubicBezTo>
                      <a:pt x="4588" y="2472"/>
                      <a:pt x="4622" y="2499"/>
                      <a:pt x="4654" y="2529"/>
                    </a:cubicBezTo>
                    <a:cubicBezTo>
                      <a:pt x="4685" y="2558"/>
                      <a:pt x="4725" y="2572"/>
                      <a:pt x="4751" y="2613"/>
                    </a:cubicBezTo>
                    <a:cubicBezTo>
                      <a:pt x="4696" y="2612"/>
                      <a:pt x="4652" y="2582"/>
                      <a:pt x="4596" y="2581"/>
                    </a:cubicBezTo>
                    <a:cubicBezTo>
                      <a:pt x="4638" y="2638"/>
                      <a:pt x="4698" y="2673"/>
                      <a:pt x="4732" y="2731"/>
                    </a:cubicBezTo>
                    <a:cubicBezTo>
                      <a:pt x="4668" y="2728"/>
                      <a:pt x="4624" y="2685"/>
                      <a:pt x="4560" y="2652"/>
                    </a:cubicBezTo>
                    <a:cubicBezTo>
                      <a:pt x="4587" y="2699"/>
                      <a:pt x="4609" y="2734"/>
                      <a:pt x="4629" y="2770"/>
                    </a:cubicBezTo>
                    <a:cubicBezTo>
                      <a:pt x="4657" y="2820"/>
                      <a:pt x="4685" y="2870"/>
                      <a:pt x="4711" y="2920"/>
                    </a:cubicBezTo>
                    <a:cubicBezTo>
                      <a:pt x="4717" y="2932"/>
                      <a:pt x="4733" y="2946"/>
                      <a:pt x="4716" y="2959"/>
                    </a:cubicBezTo>
                    <a:cubicBezTo>
                      <a:pt x="4698" y="2971"/>
                      <a:pt x="4689" y="2953"/>
                      <a:pt x="4678" y="2945"/>
                    </a:cubicBezTo>
                    <a:cubicBezTo>
                      <a:pt x="4642" y="2916"/>
                      <a:pt x="4610" y="2883"/>
                      <a:pt x="4581" y="2848"/>
                    </a:cubicBezTo>
                    <a:cubicBezTo>
                      <a:pt x="4574" y="2836"/>
                      <a:pt x="4564" y="2826"/>
                      <a:pt x="4552" y="2819"/>
                    </a:cubicBezTo>
                    <a:cubicBezTo>
                      <a:pt x="4551" y="2819"/>
                      <a:pt x="4551" y="2818"/>
                      <a:pt x="4550" y="2818"/>
                    </a:cubicBezTo>
                    <a:cubicBezTo>
                      <a:pt x="4574" y="2910"/>
                      <a:pt x="4624" y="2989"/>
                      <a:pt x="4651" y="3082"/>
                    </a:cubicBezTo>
                    <a:cubicBezTo>
                      <a:pt x="4603" y="3072"/>
                      <a:pt x="4588" y="3035"/>
                      <a:pt x="4563" y="3011"/>
                    </a:cubicBezTo>
                    <a:cubicBezTo>
                      <a:pt x="4538" y="2987"/>
                      <a:pt x="4514" y="2958"/>
                      <a:pt x="4489" y="2929"/>
                    </a:cubicBezTo>
                    <a:cubicBezTo>
                      <a:pt x="4477" y="2944"/>
                      <a:pt x="4486" y="2956"/>
                      <a:pt x="4489" y="2966"/>
                    </a:cubicBezTo>
                    <a:cubicBezTo>
                      <a:pt x="4527" y="3094"/>
                      <a:pt x="4557" y="3224"/>
                      <a:pt x="4578" y="3356"/>
                    </a:cubicBezTo>
                    <a:cubicBezTo>
                      <a:pt x="4581" y="3371"/>
                      <a:pt x="4590" y="3393"/>
                      <a:pt x="4569" y="3400"/>
                    </a:cubicBezTo>
                    <a:cubicBezTo>
                      <a:pt x="4548" y="3406"/>
                      <a:pt x="4543" y="3384"/>
                      <a:pt x="4534" y="3371"/>
                    </a:cubicBezTo>
                    <a:cubicBezTo>
                      <a:pt x="4501" y="3309"/>
                      <a:pt x="4472" y="3246"/>
                      <a:pt x="4448" y="3180"/>
                    </a:cubicBezTo>
                    <a:cubicBezTo>
                      <a:pt x="4444" y="3166"/>
                      <a:pt x="4439" y="3152"/>
                      <a:pt x="4432" y="3140"/>
                    </a:cubicBezTo>
                    <a:cubicBezTo>
                      <a:pt x="4427" y="3132"/>
                      <a:pt x="4423" y="3126"/>
                      <a:pt x="4417" y="3119"/>
                    </a:cubicBezTo>
                    <a:cubicBezTo>
                      <a:pt x="4424" y="3209"/>
                      <a:pt x="4457" y="3291"/>
                      <a:pt x="4464" y="3385"/>
                    </a:cubicBezTo>
                    <a:cubicBezTo>
                      <a:pt x="4417" y="3362"/>
                      <a:pt x="4417" y="3315"/>
                      <a:pt x="4382" y="3285"/>
                    </a:cubicBezTo>
                    <a:cubicBezTo>
                      <a:pt x="4393" y="3338"/>
                      <a:pt x="4404" y="3385"/>
                      <a:pt x="4412" y="3431"/>
                    </a:cubicBezTo>
                    <a:cubicBezTo>
                      <a:pt x="4416" y="3457"/>
                      <a:pt x="4418" y="3482"/>
                      <a:pt x="4419" y="3508"/>
                    </a:cubicBezTo>
                    <a:cubicBezTo>
                      <a:pt x="4419" y="3520"/>
                      <a:pt x="4423" y="3536"/>
                      <a:pt x="4408" y="3541"/>
                    </a:cubicBezTo>
                    <a:cubicBezTo>
                      <a:pt x="4392" y="3546"/>
                      <a:pt x="4386" y="3531"/>
                      <a:pt x="4381" y="3520"/>
                    </a:cubicBezTo>
                    <a:cubicBezTo>
                      <a:pt x="4371" y="3499"/>
                      <a:pt x="4361" y="3477"/>
                      <a:pt x="4351" y="3455"/>
                    </a:cubicBezTo>
                    <a:cubicBezTo>
                      <a:pt x="4346" y="3444"/>
                      <a:pt x="4346" y="3431"/>
                      <a:pt x="4331" y="3422"/>
                    </a:cubicBezTo>
                    <a:cubicBezTo>
                      <a:pt x="4324" y="3469"/>
                      <a:pt x="4341" y="3513"/>
                      <a:pt x="4339" y="3558"/>
                    </a:cubicBezTo>
                    <a:cubicBezTo>
                      <a:pt x="4336" y="3603"/>
                      <a:pt x="4363" y="3647"/>
                      <a:pt x="4330" y="3699"/>
                    </a:cubicBezTo>
                    <a:cubicBezTo>
                      <a:pt x="4265" y="3579"/>
                      <a:pt x="4256" y="3452"/>
                      <a:pt x="4222" y="3332"/>
                    </a:cubicBezTo>
                    <a:cubicBezTo>
                      <a:pt x="4233" y="3478"/>
                      <a:pt x="4198" y="3618"/>
                      <a:pt x="4176" y="3768"/>
                    </a:cubicBezTo>
                    <a:cubicBezTo>
                      <a:pt x="4129" y="3727"/>
                      <a:pt x="4123" y="3673"/>
                      <a:pt x="4094" y="3618"/>
                    </a:cubicBezTo>
                    <a:cubicBezTo>
                      <a:pt x="4084" y="3729"/>
                      <a:pt x="4094" y="3830"/>
                      <a:pt x="4061" y="3925"/>
                    </a:cubicBezTo>
                    <a:cubicBezTo>
                      <a:pt x="4023" y="3802"/>
                      <a:pt x="4001" y="3674"/>
                      <a:pt x="3996" y="3545"/>
                    </a:cubicBezTo>
                    <a:cubicBezTo>
                      <a:pt x="3976" y="3545"/>
                      <a:pt x="3976" y="3561"/>
                      <a:pt x="3971" y="3571"/>
                    </a:cubicBezTo>
                    <a:cubicBezTo>
                      <a:pt x="3955" y="3602"/>
                      <a:pt x="3939" y="3633"/>
                      <a:pt x="3925" y="3665"/>
                    </a:cubicBezTo>
                    <a:cubicBezTo>
                      <a:pt x="3917" y="3683"/>
                      <a:pt x="3908" y="3701"/>
                      <a:pt x="3899" y="3718"/>
                    </a:cubicBezTo>
                    <a:cubicBezTo>
                      <a:pt x="3866" y="3774"/>
                      <a:pt x="3824" y="3824"/>
                      <a:pt x="3774" y="3865"/>
                    </a:cubicBezTo>
                    <a:cubicBezTo>
                      <a:pt x="3725" y="3907"/>
                      <a:pt x="3683" y="3956"/>
                      <a:pt x="3651" y="4013"/>
                    </a:cubicBezTo>
                    <a:cubicBezTo>
                      <a:pt x="3645" y="4022"/>
                      <a:pt x="3641" y="4032"/>
                      <a:pt x="3636" y="4042"/>
                    </a:cubicBezTo>
                    <a:cubicBezTo>
                      <a:pt x="3639" y="4060"/>
                      <a:pt x="3658" y="4058"/>
                      <a:pt x="3669" y="4068"/>
                    </a:cubicBezTo>
                    <a:cubicBezTo>
                      <a:pt x="3692" y="4091"/>
                      <a:pt x="3695" y="4114"/>
                      <a:pt x="3667" y="4131"/>
                    </a:cubicBezTo>
                    <a:cubicBezTo>
                      <a:pt x="3648" y="4144"/>
                      <a:pt x="3658" y="4149"/>
                      <a:pt x="3660" y="4164"/>
                    </a:cubicBezTo>
                    <a:cubicBezTo>
                      <a:pt x="3670" y="4233"/>
                      <a:pt x="3723" y="4280"/>
                      <a:pt x="3743" y="4343"/>
                    </a:cubicBezTo>
                    <a:cubicBezTo>
                      <a:pt x="3744" y="4346"/>
                      <a:pt x="3744" y="4349"/>
                      <a:pt x="3746" y="4352"/>
                    </a:cubicBezTo>
                    <a:cubicBezTo>
                      <a:pt x="3748" y="4356"/>
                      <a:pt x="3752" y="4359"/>
                      <a:pt x="3757" y="4362"/>
                    </a:cubicBezTo>
                    <a:cubicBezTo>
                      <a:pt x="3761" y="4364"/>
                      <a:pt x="3767" y="4366"/>
                      <a:pt x="3772" y="4366"/>
                    </a:cubicBezTo>
                    <a:cubicBezTo>
                      <a:pt x="3773" y="4366"/>
                      <a:pt x="3774" y="4366"/>
                      <a:pt x="3775" y="4366"/>
                    </a:cubicBezTo>
                    <a:lnTo>
                      <a:pt x="3776" y="4366"/>
                    </a:lnTo>
                    <a:cubicBezTo>
                      <a:pt x="3785" y="4366"/>
                      <a:pt x="3794" y="4368"/>
                      <a:pt x="3802" y="4373"/>
                    </a:cubicBezTo>
                    <a:cubicBezTo>
                      <a:pt x="3809" y="4377"/>
                      <a:pt x="3815" y="4384"/>
                      <a:pt x="3820" y="4392"/>
                    </a:cubicBezTo>
                    <a:cubicBezTo>
                      <a:pt x="3822" y="4397"/>
                      <a:pt x="3825" y="4402"/>
                      <a:pt x="3826" y="4408"/>
                    </a:cubicBezTo>
                    <a:cubicBezTo>
                      <a:pt x="3832" y="4432"/>
                      <a:pt x="3835" y="4457"/>
                      <a:pt x="3835" y="4481"/>
                    </a:cubicBezTo>
                    <a:cubicBezTo>
                      <a:pt x="3835" y="4499"/>
                      <a:pt x="3833" y="4516"/>
                      <a:pt x="3830" y="4534"/>
                    </a:cubicBezTo>
                    <a:cubicBezTo>
                      <a:pt x="3830" y="4536"/>
                      <a:pt x="3828" y="4539"/>
                      <a:pt x="3828" y="4541"/>
                    </a:cubicBezTo>
                    <a:cubicBezTo>
                      <a:pt x="3826" y="4544"/>
                      <a:pt x="3824" y="4546"/>
                      <a:pt x="3822" y="4548"/>
                    </a:cubicBezTo>
                    <a:cubicBezTo>
                      <a:pt x="3820" y="4549"/>
                      <a:pt x="3819" y="4549"/>
                      <a:pt x="3817" y="4549"/>
                    </a:cubicBezTo>
                    <a:cubicBezTo>
                      <a:pt x="3809" y="4551"/>
                      <a:pt x="3807" y="4543"/>
                      <a:pt x="3802" y="4538"/>
                    </a:cubicBezTo>
                    <a:cubicBezTo>
                      <a:pt x="3773" y="4511"/>
                      <a:pt x="3761" y="4473"/>
                      <a:pt x="3735" y="4443"/>
                    </a:cubicBezTo>
                    <a:cubicBezTo>
                      <a:pt x="3683" y="4380"/>
                      <a:pt x="3608" y="4344"/>
                      <a:pt x="3540" y="4302"/>
                    </a:cubicBezTo>
                    <a:cubicBezTo>
                      <a:pt x="3524" y="4295"/>
                      <a:pt x="3506" y="4291"/>
                      <a:pt x="3488" y="4291"/>
                    </a:cubicBezTo>
                    <a:cubicBezTo>
                      <a:pt x="3466" y="4291"/>
                      <a:pt x="3443" y="4296"/>
                      <a:pt x="3424" y="4308"/>
                    </a:cubicBezTo>
                    <a:cubicBezTo>
                      <a:pt x="3412" y="4314"/>
                      <a:pt x="3403" y="4323"/>
                      <a:pt x="3394" y="4332"/>
                    </a:cubicBezTo>
                    <a:cubicBezTo>
                      <a:pt x="3329" y="4417"/>
                      <a:pt x="3271" y="4506"/>
                      <a:pt x="3276" y="4620"/>
                    </a:cubicBezTo>
                    <a:cubicBezTo>
                      <a:pt x="3278" y="4657"/>
                      <a:pt x="3249" y="4683"/>
                      <a:pt x="3243" y="4726"/>
                    </a:cubicBezTo>
                    <a:cubicBezTo>
                      <a:pt x="3235" y="4715"/>
                      <a:pt x="3227" y="4702"/>
                      <a:pt x="3220" y="4690"/>
                    </a:cubicBezTo>
                    <a:cubicBezTo>
                      <a:pt x="3198" y="4652"/>
                      <a:pt x="3182" y="4611"/>
                      <a:pt x="3174" y="4567"/>
                    </a:cubicBezTo>
                    <a:cubicBezTo>
                      <a:pt x="3173" y="4564"/>
                      <a:pt x="3173" y="4560"/>
                      <a:pt x="3173" y="4556"/>
                    </a:cubicBezTo>
                    <a:cubicBezTo>
                      <a:pt x="3173" y="4548"/>
                      <a:pt x="3175" y="4540"/>
                      <a:pt x="3179" y="4533"/>
                    </a:cubicBezTo>
                    <a:cubicBezTo>
                      <a:pt x="3180" y="4530"/>
                      <a:pt x="3182" y="4528"/>
                      <a:pt x="3184" y="4526"/>
                    </a:cubicBezTo>
                    <a:cubicBezTo>
                      <a:pt x="3215" y="4495"/>
                      <a:pt x="3208" y="4458"/>
                      <a:pt x="3203" y="4422"/>
                    </a:cubicBezTo>
                    <a:cubicBezTo>
                      <a:pt x="3201" y="4407"/>
                      <a:pt x="3200" y="4392"/>
                      <a:pt x="3200" y="4376"/>
                    </a:cubicBezTo>
                    <a:cubicBezTo>
                      <a:pt x="3200" y="4368"/>
                      <a:pt x="3201" y="4360"/>
                      <a:pt x="3201" y="4351"/>
                    </a:cubicBezTo>
                    <a:cubicBezTo>
                      <a:pt x="3195" y="4349"/>
                      <a:pt x="3188" y="4347"/>
                      <a:pt x="3181" y="4347"/>
                    </a:cubicBezTo>
                    <a:cubicBezTo>
                      <a:pt x="3172" y="4347"/>
                      <a:pt x="3163" y="4350"/>
                      <a:pt x="3155" y="4355"/>
                    </a:cubicBezTo>
                    <a:cubicBezTo>
                      <a:pt x="3150" y="4358"/>
                      <a:pt x="3145" y="4361"/>
                      <a:pt x="3141" y="4366"/>
                    </a:cubicBezTo>
                    <a:cubicBezTo>
                      <a:pt x="3095" y="4405"/>
                      <a:pt x="3054" y="4449"/>
                      <a:pt x="3018" y="4498"/>
                    </a:cubicBezTo>
                    <a:cubicBezTo>
                      <a:pt x="2994" y="4532"/>
                      <a:pt x="2981" y="4574"/>
                      <a:pt x="2949" y="4604"/>
                    </a:cubicBezTo>
                    <a:cubicBezTo>
                      <a:pt x="2947" y="4607"/>
                      <a:pt x="2944" y="4610"/>
                      <a:pt x="2942" y="4614"/>
                    </a:cubicBezTo>
                    <a:cubicBezTo>
                      <a:pt x="2937" y="4623"/>
                      <a:pt x="2934" y="4633"/>
                      <a:pt x="2934" y="4644"/>
                    </a:cubicBezTo>
                    <a:cubicBezTo>
                      <a:pt x="2934" y="4647"/>
                      <a:pt x="2935" y="4650"/>
                      <a:pt x="2935" y="4653"/>
                    </a:cubicBezTo>
                    <a:cubicBezTo>
                      <a:pt x="2915" y="4650"/>
                      <a:pt x="2909" y="4641"/>
                      <a:pt x="2909" y="4627"/>
                    </a:cubicBezTo>
                    <a:cubicBezTo>
                      <a:pt x="2909" y="4579"/>
                      <a:pt x="2906" y="4531"/>
                      <a:pt x="2935" y="4489"/>
                    </a:cubicBezTo>
                    <a:cubicBezTo>
                      <a:pt x="2936" y="4487"/>
                      <a:pt x="2937" y="4486"/>
                      <a:pt x="2938" y="4484"/>
                    </a:cubicBezTo>
                    <a:cubicBezTo>
                      <a:pt x="2945" y="4473"/>
                      <a:pt x="2949" y="4461"/>
                      <a:pt x="2953" y="4449"/>
                    </a:cubicBezTo>
                    <a:cubicBezTo>
                      <a:pt x="2959" y="4424"/>
                      <a:pt x="2969" y="4399"/>
                      <a:pt x="2982" y="4377"/>
                    </a:cubicBezTo>
                    <a:cubicBezTo>
                      <a:pt x="3000" y="4345"/>
                      <a:pt x="3024" y="4317"/>
                      <a:pt x="3053" y="4295"/>
                    </a:cubicBezTo>
                    <a:cubicBezTo>
                      <a:pt x="3061" y="4289"/>
                      <a:pt x="3071" y="4284"/>
                      <a:pt x="3070" y="4274"/>
                    </a:cubicBezTo>
                    <a:cubicBezTo>
                      <a:pt x="3066" y="4193"/>
                      <a:pt x="3119" y="4135"/>
                      <a:pt x="3152" y="4069"/>
                    </a:cubicBezTo>
                    <a:cubicBezTo>
                      <a:pt x="3158" y="4056"/>
                      <a:pt x="3170" y="4046"/>
                      <a:pt x="3170" y="4029"/>
                    </a:cubicBezTo>
                    <a:cubicBezTo>
                      <a:pt x="3137" y="4006"/>
                      <a:pt x="3105" y="4000"/>
                      <a:pt x="3073" y="4032"/>
                    </a:cubicBezTo>
                    <a:cubicBezTo>
                      <a:pt x="3022" y="4084"/>
                      <a:pt x="2955" y="4103"/>
                      <a:pt x="2888" y="4124"/>
                    </a:cubicBezTo>
                    <a:cubicBezTo>
                      <a:pt x="2859" y="4132"/>
                      <a:pt x="2825" y="4126"/>
                      <a:pt x="2803" y="4155"/>
                    </a:cubicBezTo>
                    <a:cubicBezTo>
                      <a:pt x="2798" y="4161"/>
                      <a:pt x="2792" y="4156"/>
                      <a:pt x="2787" y="4149"/>
                    </a:cubicBezTo>
                    <a:cubicBezTo>
                      <a:pt x="2772" y="4132"/>
                      <a:pt x="2754" y="4140"/>
                      <a:pt x="2737" y="4147"/>
                    </a:cubicBezTo>
                    <a:cubicBezTo>
                      <a:pt x="2735" y="4147"/>
                      <a:pt x="2734" y="4148"/>
                      <a:pt x="2733" y="4149"/>
                    </a:cubicBezTo>
                    <a:cubicBezTo>
                      <a:pt x="2730" y="4150"/>
                      <a:pt x="2727" y="4153"/>
                      <a:pt x="2726" y="4156"/>
                    </a:cubicBezTo>
                    <a:cubicBezTo>
                      <a:pt x="2724" y="4159"/>
                      <a:pt x="2723" y="4162"/>
                      <a:pt x="2723" y="4165"/>
                    </a:cubicBezTo>
                    <a:cubicBezTo>
                      <a:pt x="2723" y="4168"/>
                      <a:pt x="2724" y="4171"/>
                      <a:pt x="2725" y="4173"/>
                    </a:cubicBezTo>
                    <a:cubicBezTo>
                      <a:pt x="2729" y="4189"/>
                      <a:pt x="2733" y="4205"/>
                      <a:pt x="2736" y="4221"/>
                    </a:cubicBezTo>
                    <a:cubicBezTo>
                      <a:pt x="2746" y="4272"/>
                      <a:pt x="2724" y="4305"/>
                      <a:pt x="2671" y="4322"/>
                    </a:cubicBezTo>
                    <a:cubicBezTo>
                      <a:pt x="2659" y="4309"/>
                      <a:pt x="2669" y="4295"/>
                      <a:pt x="2669" y="4280"/>
                    </a:cubicBezTo>
                    <a:cubicBezTo>
                      <a:pt x="2669" y="4261"/>
                      <a:pt x="2664" y="4243"/>
                      <a:pt x="2642" y="4237"/>
                    </a:cubicBezTo>
                    <a:cubicBezTo>
                      <a:pt x="2637" y="4235"/>
                      <a:pt x="2633" y="4234"/>
                      <a:pt x="2628" y="4234"/>
                    </a:cubicBezTo>
                    <a:cubicBezTo>
                      <a:pt x="2621" y="4234"/>
                      <a:pt x="2614" y="4236"/>
                      <a:pt x="2608" y="4239"/>
                    </a:cubicBezTo>
                    <a:cubicBezTo>
                      <a:pt x="2602" y="4242"/>
                      <a:pt x="2598" y="4247"/>
                      <a:pt x="2594" y="4253"/>
                    </a:cubicBezTo>
                    <a:cubicBezTo>
                      <a:pt x="2576" y="4280"/>
                      <a:pt x="2556" y="4306"/>
                      <a:pt x="2538" y="4335"/>
                    </a:cubicBezTo>
                    <a:cubicBezTo>
                      <a:pt x="2501" y="4389"/>
                      <a:pt x="2462" y="4443"/>
                      <a:pt x="2421" y="4493"/>
                    </a:cubicBezTo>
                    <a:cubicBezTo>
                      <a:pt x="2387" y="4536"/>
                      <a:pt x="2359" y="4581"/>
                      <a:pt x="2378" y="4639"/>
                    </a:cubicBezTo>
                    <a:cubicBezTo>
                      <a:pt x="2379" y="4645"/>
                      <a:pt x="2380" y="4650"/>
                      <a:pt x="2380" y="4656"/>
                    </a:cubicBezTo>
                    <a:cubicBezTo>
                      <a:pt x="2380" y="4661"/>
                      <a:pt x="2379" y="4667"/>
                      <a:pt x="2378" y="4672"/>
                    </a:cubicBezTo>
                    <a:cubicBezTo>
                      <a:pt x="2376" y="4686"/>
                      <a:pt x="2377" y="4705"/>
                      <a:pt x="2359" y="4708"/>
                    </a:cubicBezTo>
                    <a:cubicBezTo>
                      <a:pt x="2340" y="4711"/>
                      <a:pt x="2333" y="4697"/>
                      <a:pt x="2325" y="4685"/>
                    </a:cubicBezTo>
                    <a:cubicBezTo>
                      <a:pt x="2323" y="4683"/>
                      <a:pt x="2322" y="4680"/>
                      <a:pt x="2321" y="4678"/>
                    </a:cubicBezTo>
                    <a:cubicBezTo>
                      <a:pt x="2303" y="4648"/>
                      <a:pt x="2294" y="4615"/>
                      <a:pt x="2294" y="4580"/>
                    </a:cubicBezTo>
                    <a:cubicBezTo>
                      <a:pt x="2294" y="4562"/>
                      <a:pt x="2297" y="4544"/>
                      <a:pt x="2302" y="4526"/>
                    </a:cubicBezTo>
                    <a:cubicBezTo>
                      <a:pt x="2305" y="4517"/>
                      <a:pt x="2314" y="4509"/>
                      <a:pt x="2313" y="4501"/>
                    </a:cubicBezTo>
                    <a:cubicBezTo>
                      <a:pt x="2305" y="4438"/>
                      <a:pt x="2331" y="4383"/>
                      <a:pt x="2355" y="4323"/>
                    </a:cubicBezTo>
                    <a:cubicBezTo>
                      <a:pt x="2327" y="4337"/>
                      <a:pt x="2298" y="4350"/>
                      <a:pt x="2270" y="4364"/>
                    </a:cubicBezTo>
                    <a:cubicBezTo>
                      <a:pt x="2212" y="4397"/>
                      <a:pt x="2150" y="4421"/>
                      <a:pt x="2085" y="4435"/>
                    </a:cubicBezTo>
                    <a:cubicBezTo>
                      <a:pt x="2068" y="4438"/>
                      <a:pt x="2052" y="4444"/>
                      <a:pt x="2038" y="4453"/>
                    </a:cubicBezTo>
                    <a:cubicBezTo>
                      <a:pt x="2015" y="4466"/>
                      <a:pt x="1996" y="4485"/>
                      <a:pt x="1983" y="4508"/>
                    </a:cubicBezTo>
                    <a:cubicBezTo>
                      <a:pt x="1980" y="4513"/>
                      <a:pt x="1977" y="4519"/>
                      <a:pt x="1974" y="4524"/>
                    </a:cubicBezTo>
                    <a:cubicBezTo>
                      <a:pt x="1951" y="4575"/>
                      <a:pt x="1916" y="4621"/>
                      <a:pt x="1888" y="4674"/>
                    </a:cubicBezTo>
                    <a:cubicBezTo>
                      <a:pt x="1877" y="4643"/>
                      <a:pt x="1862" y="4612"/>
                      <a:pt x="1855" y="4580"/>
                    </a:cubicBezTo>
                    <a:cubicBezTo>
                      <a:pt x="1851" y="4569"/>
                      <a:pt x="1849" y="4558"/>
                      <a:pt x="1849" y="4546"/>
                    </a:cubicBezTo>
                    <a:cubicBezTo>
                      <a:pt x="1849" y="4529"/>
                      <a:pt x="1853" y="4512"/>
                      <a:pt x="1862" y="4497"/>
                    </a:cubicBezTo>
                    <a:cubicBezTo>
                      <a:pt x="1868" y="4486"/>
                      <a:pt x="1876" y="4477"/>
                      <a:pt x="1885" y="4469"/>
                    </a:cubicBezTo>
                    <a:cubicBezTo>
                      <a:pt x="1932" y="4435"/>
                      <a:pt x="1950" y="4382"/>
                      <a:pt x="1991" y="4338"/>
                    </a:cubicBezTo>
                    <a:cubicBezTo>
                      <a:pt x="1910" y="4340"/>
                      <a:pt x="1859" y="4383"/>
                      <a:pt x="1825" y="4449"/>
                    </a:cubicBezTo>
                    <a:cubicBezTo>
                      <a:pt x="1823" y="4446"/>
                      <a:pt x="1821" y="4442"/>
                      <a:pt x="1819" y="4439"/>
                    </a:cubicBezTo>
                    <a:cubicBezTo>
                      <a:pt x="1811" y="4425"/>
                      <a:pt x="1807" y="4410"/>
                      <a:pt x="1806" y="4394"/>
                    </a:cubicBezTo>
                    <a:cubicBezTo>
                      <a:pt x="1805" y="4387"/>
                      <a:pt x="1804" y="4381"/>
                      <a:pt x="1804" y="4374"/>
                    </a:cubicBezTo>
                    <a:cubicBezTo>
                      <a:pt x="1804" y="4359"/>
                      <a:pt x="1808" y="4344"/>
                      <a:pt x="1816" y="4331"/>
                    </a:cubicBezTo>
                    <a:cubicBezTo>
                      <a:pt x="1823" y="4318"/>
                      <a:pt x="1834" y="4306"/>
                      <a:pt x="1847" y="4299"/>
                    </a:cubicBezTo>
                    <a:cubicBezTo>
                      <a:pt x="1858" y="4292"/>
                      <a:pt x="1871" y="4289"/>
                      <a:pt x="1884" y="4288"/>
                    </a:cubicBezTo>
                    <a:cubicBezTo>
                      <a:pt x="1897" y="4288"/>
                      <a:pt x="1909" y="4284"/>
                      <a:pt x="1920" y="4278"/>
                    </a:cubicBezTo>
                    <a:cubicBezTo>
                      <a:pt x="1927" y="4273"/>
                      <a:pt x="1934" y="4268"/>
                      <a:pt x="1939" y="4262"/>
                    </a:cubicBezTo>
                    <a:cubicBezTo>
                      <a:pt x="1951" y="4251"/>
                      <a:pt x="1964" y="4241"/>
                      <a:pt x="1978" y="4233"/>
                    </a:cubicBezTo>
                    <a:cubicBezTo>
                      <a:pt x="2010" y="4214"/>
                      <a:pt x="2047" y="4204"/>
                      <a:pt x="2084" y="4204"/>
                    </a:cubicBezTo>
                    <a:cubicBezTo>
                      <a:pt x="2127" y="4201"/>
                      <a:pt x="2164" y="4197"/>
                      <a:pt x="2189" y="4152"/>
                    </a:cubicBezTo>
                    <a:cubicBezTo>
                      <a:pt x="2214" y="4106"/>
                      <a:pt x="2259" y="4083"/>
                      <a:pt x="2303" y="4059"/>
                    </a:cubicBezTo>
                    <a:cubicBezTo>
                      <a:pt x="2316" y="4051"/>
                      <a:pt x="2334" y="4049"/>
                      <a:pt x="2343" y="4032"/>
                    </a:cubicBezTo>
                    <a:cubicBezTo>
                      <a:pt x="2341" y="4030"/>
                      <a:pt x="2340" y="4027"/>
                      <a:pt x="2340" y="4027"/>
                    </a:cubicBezTo>
                    <a:cubicBezTo>
                      <a:pt x="2228" y="4038"/>
                      <a:pt x="2122" y="4003"/>
                      <a:pt x="2013" y="3989"/>
                    </a:cubicBezTo>
                    <a:cubicBezTo>
                      <a:pt x="1965" y="3983"/>
                      <a:pt x="1918" y="3982"/>
                      <a:pt x="1870" y="3980"/>
                    </a:cubicBezTo>
                    <a:cubicBezTo>
                      <a:pt x="1835" y="3978"/>
                      <a:pt x="1801" y="3980"/>
                      <a:pt x="1778" y="3945"/>
                    </a:cubicBezTo>
                    <a:cubicBezTo>
                      <a:pt x="1771" y="3935"/>
                      <a:pt x="1751" y="3932"/>
                      <a:pt x="1738" y="3927"/>
                    </a:cubicBezTo>
                    <a:cubicBezTo>
                      <a:pt x="1650" y="3896"/>
                      <a:pt x="1562" y="3865"/>
                      <a:pt x="1474" y="3836"/>
                    </a:cubicBezTo>
                    <a:cubicBezTo>
                      <a:pt x="1452" y="3829"/>
                      <a:pt x="1430" y="3820"/>
                      <a:pt x="1410" y="3808"/>
                    </a:cubicBezTo>
                    <a:cubicBezTo>
                      <a:pt x="1375" y="3788"/>
                      <a:pt x="1344" y="3760"/>
                      <a:pt x="1319" y="3727"/>
                    </a:cubicBezTo>
                    <a:cubicBezTo>
                      <a:pt x="1232" y="3611"/>
                      <a:pt x="1152" y="3490"/>
                      <a:pt x="1079" y="3364"/>
                    </a:cubicBezTo>
                    <a:cubicBezTo>
                      <a:pt x="1032" y="3283"/>
                      <a:pt x="989" y="3201"/>
                      <a:pt x="949" y="3117"/>
                    </a:cubicBezTo>
                    <a:cubicBezTo>
                      <a:pt x="903" y="3020"/>
                      <a:pt x="876" y="2916"/>
                      <a:pt x="868" y="2810"/>
                    </a:cubicBezTo>
                    <a:cubicBezTo>
                      <a:pt x="858" y="2672"/>
                      <a:pt x="824" y="2538"/>
                      <a:pt x="802" y="2402"/>
                    </a:cubicBezTo>
                    <a:cubicBezTo>
                      <a:pt x="795" y="2359"/>
                      <a:pt x="788" y="2315"/>
                      <a:pt x="783" y="2272"/>
                    </a:cubicBezTo>
                    <a:cubicBezTo>
                      <a:pt x="773" y="2192"/>
                      <a:pt x="751" y="2114"/>
                      <a:pt x="717" y="2040"/>
                    </a:cubicBezTo>
                    <a:cubicBezTo>
                      <a:pt x="675" y="1946"/>
                      <a:pt x="653" y="1844"/>
                      <a:pt x="653" y="1742"/>
                    </a:cubicBezTo>
                    <a:cubicBezTo>
                      <a:pt x="653" y="1716"/>
                      <a:pt x="654" y="1690"/>
                      <a:pt x="657" y="1664"/>
                    </a:cubicBezTo>
                    <a:cubicBezTo>
                      <a:pt x="662" y="1567"/>
                      <a:pt x="674" y="1471"/>
                      <a:pt x="692" y="1375"/>
                    </a:cubicBezTo>
                    <a:cubicBezTo>
                      <a:pt x="696" y="1359"/>
                      <a:pt x="698" y="1342"/>
                      <a:pt x="698" y="1326"/>
                    </a:cubicBezTo>
                    <a:cubicBezTo>
                      <a:pt x="698" y="1310"/>
                      <a:pt x="696" y="1294"/>
                      <a:pt x="692" y="1278"/>
                    </a:cubicBezTo>
                    <a:cubicBezTo>
                      <a:pt x="655" y="1302"/>
                      <a:pt x="622" y="1331"/>
                      <a:pt x="593" y="1364"/>
                    </a:cubicBezTo>
                    <a:cubicBezTo>
                      <a:pt x="586" y="1372"/>
                      <a:pt x="578" y="1380"/>
                      <a:pt x="568" y="1386"/>
                    </a:cubicBezTo>
                    <a:cubicBezTo>
                      <a:pt x="554" y="1393"/>
                      <a:pt x="539" y="1398"/>
                      <a:pt x="523" y="1398"/>
                    </a:cubicBezTo>
                    <a:cubicBezTo>
                      <a:pt x="514" y="1398"/>
                      <a:pt x="504" y="1396"/>
                      <a:pt x="496" y="1393"/>
                    </a:cubicBezTo>
                    <a:cubicBezTo>
                      <a:pt x="451" y="1381"/>
                      <a:pt x="408" y="1367"/>
                      <a:pt x="363" y="1352"/>
                    </a:cubicBezTo>
                    <a:cubicBezTo>
                      <a:pt x="351" y="1348"/>
                      <a:pt x="339" y="1343"/>
                      <a:pt x="327" y="1336"/>
                    </a:cubicBezTo>
                    <a:cubicBezTo>
                      <a:pt x="295" y="1318"/>
                      <a:pt x="268" y="1290"/>
                      <a:pt x="249" y="1257"/>
                    </a:cubicBezTo>
                    <a:cubicBezTo>
                      <a:pt x="248" y="1255"/>
                      <a:pt x="246" y="1253"/>
                      <a:pt x="245" y="1250"/>
                    </a:cubicBezTo>
                    <a:cubicBezTo>
                      <a:pt x="244" y="1248"/>
                      <a:pt x="243" y="1246"/>
                      <a:pt x="241" y="1244"/>
                    </a:cubicBezTo>
                    <a:cubicBezTo>
                      <a:pt x="219" y="1205"/>
                      <a:pt x="207" y="1162"/>
                      <a:pt x="207" y="1117"/>
                    </a:cubicBezTo>
                    <a:cubicBezTo>
                      <a:pt x="207" y="1073"/>
                      <a:pt x="219" y="1029"/>
                      <a:pt x="241" y="990"/>
                    </a:cubicBezTo>
                    <a:cubicBezTo>
                      <a:pt x="249" y="977"/>
                      <a:pt x="257" y="965"/>
                      <a:pt x="267" y="953"/>
                    </a:cubicBezTo>
                    <a:cubicBezTo>
                      <a:pt x="284" y="932"/>
                      <a:pt x="303" y="912"/>
                      <a:pt x="325" y="887"/>
                    </a:cubicBezTo>
                    <a:cubicBezTo>
                      <a:pt x="237" y="858"/>
                      <a:pt x="155" y="828"/>
                      <a:pt x="70" y="808"/>
                    </a:cubicBezTo>
                    <a:cubicBezTo>
                      <a:pt x="54" y="804"/>
                      <a:pt x="38" y="801"/>
                      <a:pt x="21" y="798"/>
                    </a:cubicBezTo>
                    <a:cubicBezTo>
                      <a:pt x="12" y="797"/>
                      <a:pt x="2" y="794"/>
                      <a:pt x="0" y="784"/>
                    </a:cubicBezTo>
                    <a:lnTo>
                      <a:pt x="0" y="775"/>
                    </a:lnTo>
                    <a:cubicBezTo>
                      <a:pt x="0" y="774"/>
                      <a:pt x="1" y="773"/>
                      <a:pt x="2" y="771"/>
                    </a:cubicBezTo>
                    <a:cubicBezTo>
                      <a:pt x="4" y="768"/>
                      <a:pt x="6" y="765"/>
                      <a:pt x="9" y="763"/>
                    </a:cubicBezTo>
                    <a:cubicBezTo>
                      <a:pt x="10" y="763"/>
                      <a:pt x="11" y="762"/>
                      <a:pt x="12" y="762"/>
                    </a:cubicBezTo>
                    <a:cubicBezTo>
                      <a:pt x="57" y="735"/>
                      <a:pt x="100" y="709"/>
                      <a:pt x="146" y="686"/>
                    </a:cubicBezTo>
                    <a:cubicBezTo>
                      <a:pt x="183" y="668"/>
                      <a:pt x="225" y="682"/>
                      <a:pt x="269" y="672"/>
                    </a:cubicBezTo>
                    <a:cubicBezTo>
                      <a:pt x="221" y="590"/>
                      <a:pt x="225" y="502"/>
                      <a:pt x="244" y="413"/>
                    </a:cubicBezTo>
                    <a:cubicBezTo>
                      <a:pt x="250" y="384"/>
                      <a:pt x="249" y="348"/>
                      <a:pt x="291" y="342"/>
                    </a:cubicBezTo>
                    <a:cubicBezTo>
                      <a:pt x="301" y="340"/>
                      <a:pt x="301" y="327"/>
                      <a:pt x="304" y="319"/>
                    </a:cubicBezTo>
                    <a:cubicBezTo>
                      <a:pt x="311" y="303"/>
                      <a:pt x="316" y="288"/>
                      <a:pt x="322" y="273"/>
                    </a:cubicBezTo>
                    <a:cubicBezTo>
                      <a:pt x="340" y="234"/>
                      <a:pt x="342" y="234"/>
                      <a:pt x="386" y="258"/>
                    </a:cubicBezTo>
                    <a:cubicBezTo>
                      <a:pt x="394" y="242"/>
                      <a:pt x="402" y="226"/>
                      <a:pt x="411" y="211"/>
                    </a:cubicBezTo>
                    <a:cubicBezTo>
                      <a:pt x="432" y="174"/>
                      <a:pt x="456" y="139"/>
                      <a:pt x="481" y="105"/>
                    </a:cubicBezTo>
                    <a:cubicBezTo>
                      <a:pt x="499" y="82"/>
                      <a:pt x="518" y="60"/>
                      <a:pt x="539" y="39"/>
                    </a:cubicBezTo>
                    <a:cubicBezTo>
                      <a:pt x="565" y="13"/>
                      <a:pt x="584" y="20"/>
                      <a:pt x="592" y="56"/>
                    </a:cubicBezTo>
                    <a:cubicBezTo>
                      <a:pt x="595" y="73"/>
                      <a:pt x="597" y="89"/>
                      <a:pt x="598" y="105"/>
                    </a:cubicBezTo>
                    <a:cubicBezTo>
                      <a:pt x="598" y="140"/>
                      <a:pt x="607" y="175"/>
                      <a:pt x="622" y="206"/>
                    </a:cubicBezTo>
                    <a:cubicBezTo>
                      <a:pt x="644" y="204"/>
                      <a:pt x="646" y="185"/>
                      <a:pt x="654" y="172"/>
                    </a:cubicBezTo>
                    <a:cubicBezTo>
                      <a:pt x="655" y="171"/>
                      <a:pt x="655" y="170"/>
                      <a:pt x="656" y="169"/>
                    </a:cubicBezTo>
                    <a:cubicBezTo>
                      <a:pt x="679" y="128"/>
                      <a:pt x="708" y="91"/>
                      <a:pt x="741" y="57"/>
                    </a:cubicBezTo>
                    <a:cubicBezTo>
                      <a:pt x="754" y="45"/>
                      <a:pt x="768" y="34"/>
                      <a:pt x="783" y="25"/>
                    </a:cubicBezTo>
                    <a:cubicBezTo>
                      <a:pt x="792" y="20"/>
                      <a:pt x="800" y="16"/>
                      <a:pt x="810" y="12"/>
                    </a:cubicBezTo>
                    <a:cubicBezTo>
                      <a:pt x="821" y="8"/>
                      <a:pt x="834" y="0"/>
                      <a:pt x="846" y="9"/>
                    </a:cubicBezTo>
                    <a:cubicBezTo>
                      <a:pt x="857" y="18"/>
                      <a:pt x="853" y="33"/>
                      <a:pt x="849" y="45"/>
                    </a:cubicBezTo>
                    <a:cubicBezTo>
                      <a:pt x="838" y="79"/>
                      <a:pt x="832" y="114"/>
                      <a:pt x="832" y="150"/>
                    </a:cubicBezTo>
                    <a:cubicBezTo>
                      <a:pt x="832" y="154"/>
                      <a:pt x="832" y="159"/>
                      <a:pt x="833" y="163"/>
                    </a:cubicBezTo>
                    <a:cubicBezTo>
                      <a:pt x="834" y="169"/>
                      <a:pt x="836" y="175"/>
                      <a:pt x="838" y="180"/>
                    </a:cubicBezTo>
                    <a:cubicBezTo>
                      <a:pt x="880" y="166"/>
                      <a:pt x="896" y="124"/>
                      <a:pt x="930" y="104"/>
                    </a:cubicBezTo>
                    <a:cubicBezTo>
                      <a:pt x="927" y="112"/>
                      <a:pt x="923" y="120"/>
                      <a:pt x="918" y="128"/>
                    </a:cubicBezTo>
                    <a:cubicBezTo>
                      <a:pt x="906" y="150"/>
                      <a:pt x="888" y="169"/>
                      <a:pt x="868" y="183"/>
                    </a:cubicBezTo>
                    <a:cubicBezTo>
                      <a:pt x="851" y="198"/>
                      <a:pt x="833" y="209"/>
                      <a:pt x="848" y="236"/>
                    </a:cubicBezTo>
                    <a:cubicBezTo>
                      <a:pt x="851" y="241"/>
                      <a:pt x="841" y="247"/>
                      <a:pt x="833" y="245"/>
                    </a:cubicBezTo>
                    <a:cubicBezTo>
                      <a:pt x="827" y="240"/>
                      <a:pt x="829" y="221"/>
                      <a:pt x="812" y="234"/>
                    </a:cubicBezTo>
                    <a:cubicBezTo>
                      <a:pt x="805" y="240"/>
                      <a:pt x="798" y="251"/>
                      <a:pt x="786" y="247"/>
                    </a:cubicBezTo>
                    <a:cubicBezTo>
                      <a:pt x="789" y="229"/>
                      <a:pt x="810" y="225"/>
                      <a:pt x="818" y="209"/>
                    </a:cubicBezTo>
                    <a:cubicBezTo>
                      <a:pt x="778" y="180"/>
                      <a:pt x="797" y="142"/>
                      <a:pt x="803" y="105"/>
                    </a:cubicBezTo>
                    <a:cubicBezTo>
                      <a:pt x="806" y="84"/>
                      <a:pt x="822" y="64"/>
                      <a:pt x="814" y="36"/>
                    </a:cubicBezTo>
                    <a:cubicBezTo>
                      <a:pt x="812" y="38"/>
                      <a:pt x="809" y="39"/>
                      <a:pt x="807" y="40"/>
                    </a:cubicBezTo>
                    <a:cubicBezTo>
                      <a:pt x="766" y="64"/>
                      <a:pt x="732" y="97"/>
                      <a:pt x="709" y="138"/>
                    </a:cubicBezTo>
                    <a:cubicBezTo>
                      <a:pt x="703" y="149"/>
                      <a:pt x="697" y="161"/>
                      <a:pt x="692" y="173"/>
                    </a:cubicBezTo>
                    <a:cubicBezTo>
                      <a:pt x="708" y="162"/>
                      <a:pt x="722" y="150"/>
                      <a:pt x="736" y="137"/>
                    </a:cubicBezTo>
                    <a:cubicBezTo>
                      <a:pt x="737" y="136"/>
                      <a:pt x="738" y="135"/>
                      <a:pt x="740" y="134"/>
                    </a:cubicBezTo>
                    <a:cubicBezTo>
                      <a:pt x="742" y="133"/>
                      <a:pt x="744" y="132"/>
                      <a:pt x="746" y="132"/>
                    </a:cubicBezTo>
                    <a:cubicBezTo>
                      <a:pt x="748" y="132"/>
                      <a:pt x="750" y="133"/>
                      <a:pt x="752" y="134"/>
                    </a:cubicBezTo>
                    <a:cubicBezTo>
                      <a:pt x="753" y="135"/>
                      <a:pt x="754" y="136"/>
                      <a:pt x="755" y="137"/>
                    </a:cubicBezTo>
                    <a:cubicBezTo>
                      <a:pt x="761" y="144"/>
                      <a:pt x="755" y="150"/>
                      <a:pt x="750" y="155"/>
                    </a:cubicBezTo>
                    <a:cubicBezTo>
                      <a:pt x="692" y="210"/>
                      <a:pt x="633" y="264"/>
                      <a:pt x="599" y="339"/>
                    </a:cubicBezTo>
                    <a:cubicBezTo>
                      <a:pt x="598" y="342"/>
                      <a:pt x="595" y="345"/>
                      <a:pt x="593" y="348"/>
                    </a:cubicBezTo>
                    <a:cubicBezTo>
                      <a:pt x="593" y="326"/>
                      <a:pt x="611" y="307"/>
                      <a:pt x="608" y="282"/>
                    </a:cubicBezTo>
                    <a:cubicBezTo>
                      <a:pt x="597" y="285"/>
                      <a:pt x="586" y="289"/>
                      <a:pt x="576" y="295"/>
                    </a:cubicBezTo>
                    <a:cubicBezTo>
                      <a:pt x="559" y="305"/>
                      <a:pt x="544" y="318"/>
                      <a:pt x="534" y="335"/>
                    </a:cubicBezTo>
                    <a:cubicBezTo>
                      <a:pt x="524" y="326"/>
                      <a:pt x="510" y="315"/>
                      <a:pt x="504" y="335"/>
                    </a:cubicBezTo>
                    <a:cubicBezTo>
                      <a:pt x="487" y="376"/>
                      <a:pt x="477" y="419"/>
                      <a:pt x="472" y="463"/>
                    </a:cubicBezTo>
                    <a:cubicBezTo>
                      <a:pt x="480" y="451"/>
                      <a:pt x="484" y="437"/>
                      <a:pt x="491" y="424"/>
                    </a:cubicBezTo>
                    <a:cubicBezTo>
                      <a:pt x="498" y="411"/>
                      <a:pt x="497" y="395"/>
                      <a:pt x="513" y="389"/>
                    </a:cubicBezTo>
                    <a:cubicBezTo>
                      <a:pt x="516" y="411"/>
                      <a:pt x="502" y="430"/>
                      <a:pt x="497" y="451"/>
                    </a:cubicBezTo>
                    <a:cubicBezTo>
                      <a:pt x="494" y="464"/>
                      <a:pt x="479" y="482"/>
                      <a:pt x="497" y="489"/>
                    </a:cubicBezTo>
                    <a:cubicBezTo>
                      <a:pt x="514" y="497"/>
                      <a:pt x="524" y="475"/>
                      <a:pt x="530" y="462"/>
                    </a:cubicBezTo>
                    <a:cubicBezTo>
                      <a:pt x="536" y="453"/>
                      <a:pt x="539" y="442"/>
                      <a:pt x="544" y="433"/>
                    </a:cubicBezTo>
                    <a:cubicBezTo>
                      <a:pt x="551" y="416"/>
                      <a:pt x="558" y="400"/>
                      <a:pt x="567" y="385"/>
                    </a:cubicBezTo>
                    <a:cubicBezTo>
                      <a:pt x="576" y="371"/>
                      <a:pt x="585" y="357"/>
                      <a:pt x="595" y="344"/>
                    </a:cubicBezTo>
                    <a:lnTo>
                      <a:pt x="579" y="405"/>
                    </a:lnTo>
                    <a:cubicBezTo>
                      <a:pt x="618" y="369"/>
                      <a:pt x="634" y="317"/>
                      <a:pt x="672" y="280"/>
                    </a:cubicBezTo>
                    <a:cubicBezTo>
                      <a:pt x="651" y="336"/>
                      <a:pt x="613" y="386"/>
                      <a:pt x="592" y="446"/>
                    </a:cubicBezTo>
                    <a:cubicBezTo>
                      <a:pt x="626" y="440"/>
                      <a:pt x="637" y="418"/>
                      <a:pt x="652" y="400"/>
                    </a:cubicBezTo>
                    <a:cubicBezTo>
                      <a:pt x="695" y="347"/>
                      <a:pt x="730" y="285"/>
                      <a:pt x="787" y="244"/>
                    </a:cubicBezTo>
                    <a:cubicBezTo>
                      <a:pt x="776" y="284"/>
                      <a:pt x="739" y="306"/>
                      <a:pt x="719" y="340"/>
                    </a:cubicBezTo>
                    <a:cubicBezTo>
                      <a:pt x="704" y="358"/>
                      <a:pt x="691" y="377"/>
                      <a:pt x="679" y="398"/>
                    </a:cubicBezTo>
                    <a:cubicBezTo>
                      <a:pt x="676" y="402"/>
                      <a:pt x="673" y="407"/>
                      <a:pt x="671" y="412"/>
                    </a:cubicBezTo>
                    <a:cubicBezTo>
                      <a:pt x="702" y="408"/>
                      <a:pt x="707" y="386"/>
                      <a:pt x="720" y="372"/>
                    </a:cubicBezTo>
                    <a:cubicBezTo>
                      <a:pt x="758" y="329"/>
                      <a:pt x="783" y="275"/>
                      <a:pt x="834" y="243"/>
                    </a:cubicBezTo>
                    <a:cubicBezTo>
                      <a:pt x="815" y="285"/>
                      <a:pt x="779" y="314"/>
                      <a:pt x="755" y="352"/>
                    </a:cubicBezTo>
                    <a:cubicBezTo>
                      <a:pt x="746" y="366"/>
                      <a:pt x="731" y="378"/>
                      <a:pt x="730" y="396"/>
                    </a:cubicBezTo>
                    <a:cubicBezTo>
                      <a:pt x="767" y="402"/>
                      <a:pt x="770" y="359"/>
                      <a:pt x="798" y="356"/>
                    </a:cubicBezTo>
                    <a:cubicBezTo>
                      <a:pt x="802" y="377"/>
                      <a:pt x="773" y="384"/>
                      <a:pt x="775" y="406"/>
                    </a:cubicBezTo>
                    <a:cubicBezTo>
                      <a:pt x="791" y="409"/>
                      <a:pt x="794" y="384"/>
                      <a:pt x="810" y="389"/>
                    </a:cubicBezTo>
                    <a:cubicBezTo>
                      <a:pt x="807" y="409"/>
                      <a:pt x="810" y="420"/>
                      <a:pt x="831" y="404"/>
                    </a:cubicBezTo>
                    <a:cubicBezTo>
                      <a:pt x="834" y="402"/>
                      <a:pt x="838" y="401"/>
                      <a:pt x="841" y="401"/>
                    </a:cubicBezTo>
                    <a:cubicBezTo>
                      <a:pt x="851" y="403"/>
                      <a:pt x="860" y="407"/>
                      <a:pt x="869" y="397"/>
                    </a:cubicBezTo>
                    <a:cubicBezTo>
                      <a:pt x="890" y="376"/>
                      <a:pt x="913" y="356"/>
                      <a:pt x="935" y="336"/>
                    </a:cubicBezTo>
                    <a:cubicBezTo>
                      <a:pt x="945" y="339"/>
                      <a:pt x="951" y="319"/>
                      <a:pt x="965" y="332"/>
                    </a:cubicBezTo>
                    <a:lnTo>
                      <a:pt x="876" y="413"/>
                    </a:lnTo>
                    <a:cubicBezTo>
                      <a:pt x="872" y="416"/>
                      <a:pt x="868" y="419"/>
                      <a:pt x="864" y="422"/>
                    </a:cubicBezTo>
                    <a:cubicBezTo>
                      <a:pt x="855" y="427"/>
                      <a:pt x="845" y="431"/>
                      <a:pt x="835" y="434"/>
                    </a:cubicBezTo>
                    <a:cubicBezTo>
                      <a:pt x="790" y="452"/>
                      <a:pt x="739" y="446"/>
                      <a:pt x="696" y="471"/>
                    </a:cubicBezTo>
                    <a:cubicBezTo>
                      <a:pt x="675" y="484"/>
                      <a:pt x="682" y="457"/>
                      <a:pt x="673" y="452"/>
                    </a:cubicBezTo>
                    <a:cubicBezTo>
                      <a:pt x="697" y="462"/>
                      <a:pt x="707" y="445"/>
                      <a:pt x="726" y="426"/>
                    </a:cubicBezTo>
                    <a:cubicBezTo>
                      <a:pt x="715" y="427"/>
                      <a:pt x="704" y="431"/>
                      <a:pt x="695" y="436"/>
                    </a:cubicBezTo>
                    <a:cubicBezTo>
                      <a:pt x="688" y="440"/>
                      <a:pt x="681" y="446"/>
                      <a:pt x="675" y="452"/>
                    </a:cubicBezTo>
                    <a:lnTo>
                      <a:pt x="608" y="507"/>
                    </a:lnTo>
                    <a:cubicBezTo>
                      <a:pt x="595" y="488"/>
                      <a:pt x="623" y="483"/>
                      <a:pt x="615" y="462"/>
                    </a:cubicBezTo>
                    <a:cubicBezTo>
                      <a:pt x="545" y="496"/>
                      <a:pt x="503" y="557"/>
                      <a:pt x="458" y="616"/>
                    </a:cubicBezTo>
                    <a:cubicBezTo>
                      <a:pt x="460" y="582"/>
                      <a:pt x="489" y="559"/>
                      <a:pt x="496" y="516"/>
                    </a:cubicBezTo>
                    <a:cubicBezTo>
                      <a:pt x="420" y="607"/>
                      <a:pt x="398" y="682"/>
                      <a:pt x="419" y="763"/>
                    </a:cubicBezTo>
                    <a:cubicBezTo>
                      <a:pt x="433" y="758"/>
                      <a:pt x="435" y="744"/>
                      <a:pt x="442" y="734"/>
                    </a:cubicBezTo>
                    <a:cubicBezTo>
                      <a:pt x="454" y="716"/>
                      <a:pt x="469" y="700"/>
                      <a:pt x="487" y="686"/>
                    </a:cubicBezTo>
                    <a:cubicBezTo>
                      <a:pt x="559" y="624"/>
                      <a:pt x="720" y="653"/>
                      <a:pt x="743" y="752"/>
                    </a:cubicBezTo>
                    <a:cubicBezTo>
                      <a:pt x="746" y="767"/>
                      <a:pt x="760" y="769"/>
                      <a:pt x="771" y="774"/>
                    </a:cubicBezTo>
                    <a:cubicBezTo>
                      <a:pt x="813" y="793"/>
                      <a:pt x="855" y="812"/>
                      <a:pt x="897" y="830"/>
                    </a:cubicBezTo>
                    <a:cubicBezTo>
                      <a:pt x="901" y="832"/>
                      <a:pt x="906" y="835"/>
                      <a:pt x="910" y="837"/>
                    </a:cubicBezTo>
                    <a:cubicBezTo>
                      <a:pt x="923" y="845"/>
                      <a:pt x="933" y="855"/>
                      <a:pt x="941" y="868"/>
                    </a:cubicBezTo>
                    <a:cubicBezTo>
                      <a:pt x="948" y="881"/>
                      <a:pt x="953" y="896"/>
                      <a:pt x="953" y="910"/>
                    </a:cubicBezTo>
                    <a:cubicBezTo>
                      <a:pt x="953" y="914"/>
                      <a:pt x="953" y="918"/>
                      <a:pt x="952" y="922"/>
                    </a:cubicBezTo>
                    <a:cubicBezTo>
                      <a:pt x="946" y="1000"/>
                      <a:pt x="923" y="1075"/>
                      <a:pt x="884" y="1143"/>
                    </a:cubicBezTo>
                    <a:cubicBezTo>
                      <a:pt x="876" y="1158"/>
                      <a:pt x="866" y="1172"/>
                      <a:pt x="856" y="1187"/>
                    </a:cubicBezTo>
                    <a:cubicBezTo>
                      <a:pt x="847" y="1199"/>
                      <a:pt x="836" y="1210"/>
                      <a:pt x="823" y="1217"/>
                    </a:cubicBezTo>
                    <a:cubicBezTo>
                      <a:pt x="809" y="1225"/>
                      <a:pt x="793" y="1230"/>
                      <a:pt x="776" y="1231"/>
                    </a:cubicBezTo>
                    <a:cubicBezTo>
                      <a:pt x="724" y="1235"/>
                      <a:pt x="712" y="1247"/>
                      <a:pt x="728" y="1297"/>
                    </a:cubicBezTo>
                    <a:cubicBezTo>
                      <a:pt x="731" y="1315"/>
                      <a:pt x="733" y="1332"/>
                      <a:pt x="733" y="1350"/>
                    </a:cubicBezTo>
                    <a:cubicBezTo>
                      <a:pt x="733" y="1352"/>
                      <a:pt x="733" y="1355"/>
                      <a:pt x="733" y="1357"/>
                    </a:cubicBezTo>
                    <a:cubicBezTo>
                      <a:pt x="750" y="1335"/>
                      <a:pt x="748" y="1310"/>
                      <a:pt x="775" y="1292"/>
                    </a:cubicBezTo>
                    <a:cubicBezTo>
                      <a:pt x="751" y="1360"/>
                      <a:pt x="737" y="1430"/>
                      <a:pt x="733" y="1502"/>
                    </a:cubicBezTo>
                    <a:cubicBezTo>
                      <a:pt x="731" y="1529"/>
                      <a:pt x="730" y="1556"/>
                      <a:pt x="730" y="1584"/>
                    </a:cubicBezTo>
                    <a:cubicBezTo>
                      <a:pt x="730" y="1699"/>
                      <a:pt x="746" y="1814"/>
                      <a:pt x="777" y="1925"/>
                    </a:cubicBezTo>
                    <a:cubicBezTo>
                      <a:pt x="782" y="1945"/>
                      <a:pt x="783" y="1969"/>
                      <a:pt x="806" y="1981"/>
                    </a:cubicBezTo>
                    <a:lnTo>
                      <a:pt x="815" y="2018"/>
                    </a:lnTo>
                    <a:cubicBezTo>
                      <a:pt x="815" y="2019"/>
                      <a:pt x="815" y="2020"/>
                      <a:pt x="815" y="2021"/>
                    </a:cubicBezTo>
                    <a:cubicBezTo>
                      <a:pt x="815" y="2026"/>
                      <a:pt x="814" y="2031"/>
                      <a:pt x="811" y="2036"/>
                    </a:cubicBezTo>
                    <a:cubicBezTo>
                      <a:pt x="810" y="2038"/>
                      <a:pt x="809" y="2039"/>
                      <a:pt x="808" y="2041"/>
                    </a:cubicBezTo>
                    <a:cubicBezTo>
                      <a:pt x="798" y="2037"/>
                      <a:pt x="797" y="2027"/>
                      <a:pt x="794" y="2018"/>
                    </a:cubicBezTo>
                    <a:cubicBezTo>
                      <a:pt x="750" y="1896"/>
                      <a:pt x="725" y="1768"/>
                      <a:pt x="719" y="1639"/>
                    </a:cubicBezTo>
                    <a:cubicBezTo>
                      <a:pt x="719" y="1586"/>
                      <a:pt x="719" y="1533"/>
                      <a:pt x="719" y="1480"/>
                    </a:cubicBezTo>
                    <a:cubicBezTo>
                      <a:pt x="694" y="1534"/>
                      <a:pt x="699" y="1592"/>
                      <a:pt x="695" y="1648"/>
                    </a:cubicBezTo>
                    <a:cubicBezTo>
                      <a:pt x="689" y="1738"/>
                      <a:pt x="679" y="1825"/>
                      <a:pt x="722" y="1915"/>
                    </a:cubicBezTo>
                    <a:cubicBezTo>
                      <a:pt x="768" y="2013"/>
                      <a:pt x="805" y="2114"/>
                      <a:pt x="858" y="2209"/>
                    </a:cubicBezTo>
                    <a:cubicBezTo>
                      <a:pt x="875" y="2240"/>
                      <a:pt x="901" y="2268"/>
                      <a:pt x="911" y="2304"/>
                    </a:cubicBezTo>
                    <a:lnTo>
                      <a:pt x="908" y="2307"/>
                    </a:lnTo>
                    <a:cubicBezTo>
                      <a:pt x="850" y="2240"/>
                      <a:pt x="819" y="2157"/>
                      <a:pt x="769" y="2084"/>
                    </a:cubicBezTo>
                    <a:cubicBezTo>
                      <a:pt x="803" y="2180"/>
                      <a:pt x="808" y="2281"/>
                      <a:pt x="827" y="2379"/>
                    </a:cubicBezTo>
                    <a:cubicBezTo>
                      <a:pt x="853" y="2520"/>
                      <a:pt x="891" y="2658"/>
                      <a:pt x="905" y="2801"/>
                    </a:cubicBezTo>
                    <a:cubicBezTo>
                      <a:pt x="917" y="2918"/>
                      <a:pt x="951" y="3031"/>
                      <a:pt x="1003" y="3136"/>
                    </a:cubicBezTo>
                    <a:cubicBezTo>
                      <a:pt x="1069" y="3276"/>
                      <a:pt x="1148" y="3408"/>
                      <a:pt x="1225" y="3541"/>
                    </a:cubicBezTo>
                    <a:cubicBezTo>
                      <a:pt x="1226" y="3543"/>
                      <a:pt x="1228" y="3546"/>
                      <a:pt x="1229" y="3548"/>
                    </a:cubicBezTo>
                    <a:cubicBezTo>
                      <a:pt x="1234" y="3557"/>
                      <a:pt x="1241" y="3564"/>
                      <a:pt x="1250" y="3570"/>
                    </a:cubicBezTo>
                    <a:lnTo>
                      <a:pt x="1250" y="3568"/>
                    </a:lnTo>
                    <a:cubicBezTo>
                      <a:pt x="1313" y="3683"/>
                      <a:pt x="1385" y="3782"/>
                      <a:pt x="1525" y="3818"/>
                    </a:cubicBezTo>
                    <a:cubicBezTo>
                      <a:pt x="1627" y="3845"/>
                      <a:pt x="1724" y="3891"/>
                      <a:pt x="1824" y="3929"/>
                    </a:cubicBezTo>
                    <a:cubicBezTo>
                      <a:pt x="1847" y="3938"/>
                      <a:pt x="1865" y="3956"/>
                      <a:pt x="1894" y="3956"/>
                    </a:cubicBezTo>
                    <a:cubicBezTo>
                      <a:pt x="1901" y="3955"/>
                      <a:pt x="1908" y="3955"/>
                      <a:pt x="1915" y="3955"/>
                    </a:cubicBezTo>
                    <a:cubicBezTo>
                      <a:pt x="2015" y="3955"/>
                      <a:pt x="2114" y="3965"/>
                      <a:pt x="2211" y="3985"/>
                    </a:cubicBezTo>
                    <a:cubicBezTo>
                      <a:pt x="2234" y="3989"/>
                      <a:pt x="2257" y="3991"/>
                      <a:pt x="2280" y="3991"/>
                    </a:cubicBezTo>
                    <a:cubicBezTo>
                      <a:pt x="2283" y="3991"/>
                      <a:pt x="2285" y="3991"/>
                      <a:pt x="2288" y="3991"/>
                    </a:cubicBezTo>
                    <a:cubicBezTo>
                      <a:pt x="2299" y="3990"/>
                      <a:pt x="2311" y="3990"/>
                      <a:pt x="2323" y="3990"/>
                    </a:cubicBezTo>
                    <a:cubicBezTo>
                      <a:pt x="2355" y="3990"/>
                      <a:pt x="2388" y="3994"/>
                      <a:pt x="2420" y="4001"/>
                    </a:cubicBezTo>
                    <a:cubicBezTo>
                      <a:pt x="2429" y="4003"/>
                      <a:pt x="2439" y="4005"/>
                      <a:pt x="2449" y="4005"/>
                    </a:cubicBezTo>
                    <a:cubicBezTo>
                      <a:pt x="2463" y="4005"/>
                      <a:pt x="2477" y="4002"/>
                      <a:pt x="2490" y="3996"/>
                    </a:cubicBezTo>
                    <a:cubicBezTo>
                      <a:pt x="2347" y="3953"/>
                      <a:pt x="2199" y="3958"/>
                      <a:pt x="2075" y="3886"/>
                    </a:cubicBezTo>
                    <a:cubicBezTo>
                      <a:pt x="2151" y="3903"/>
                      <a:pt x="2225" y="3935"/>
                      <a:pt x="2305" y="3939"/>
                    </a:cubicBezTo>
                    <a:cubicBezTo>
                      <a:pt x="2305" y="3924"/>
                      <a:pt x="2295" y="3925"/>
                      <a:pt x="2289" y="3923"/>
                    </a:cubicBezTo>
                    <a:lnTo>
                      <a:pt x="2081" y="3853"/>
                    </a:lnTo>
                    <a:cubicBezTo>
                      <a:pt x="2072" y="3850"/>
                      <a:pt x="2062" y="3845"/>
                      <a:pt x="2054" y="3850"/>
                    </a:cubicBezTo>
                    <a:cubicBezTo>
                      <a:pt x="2021" y="3871"/>
                      <a:pt x="1986" y="3853"/>
                      <a:pt x="1956" y="3845"/>
                    </a:cubicBezTo>
                    <a:cubicBezTo>
                      <a:pt x="1890" y="3828"/>
                      <a:pt x="1827" y="3801"/>
                      <a:pt x="1768" y="3768"/>
                    </a:cubicBezTo>
                    <a:cubicBezTo>
                      <a:pt x="1760" y="3763"/>
                      <a:pt x="1753" y="3760"/>
                      <a:pt x="1746" y="3755"/>
                    </a:cubicBezTo>
                    <a:cubicBezTo>
                      <a:pt x="1731" y="3746"/>
                      <a:pt x="1714" y="3738"/>
                      <a:pt x="1712" y="3710"/>
                    </a:cubicBezTo>
                    <a:cubicBezTo>
                      <a:pt x="1734" y="3720"/>
                      <a:pt x="1752" y="3737"/>
                      <a:pt x="1773" y="3718"/>
                    </a:cubicBezTo>
                    <a:cubicBezTo>
                      <a:pt x="1778" y="3714"/>
                      <a:pt x="1795" y="3721"/>
                      <a:pt x="1789" y="3732"/>
                    </a:cubicBezTo>
                    <a:cubicBezTo>
                      <a:pt x="1772" y="3759"/>
                      <a:pt x="1796" y="3763"/>
                      <a:pt x="1810" y="3771"/>
                    </a:cubicBezTo>
                    <a:cubicBezTo>
                      <a:pt x="1824" y="3779"/>
                      <a:pt x="1847" y="3799"/>
                      <a:pt x="1859" y="3790"/>
                    </a:cubicBezTo>
                    <a:cubicBezTo>
                      <a:pt x="1883" y="3771"/>
                      <a:pt x="1895" y="3790"/>
                      <a:pt x="1912" y="3798"/>
                    </a:cubicBezTo>
                    <a:cubicBezTo>
                      <a:pt x="1938" y="3809"/>
                      <a:pt x="1961" y="3830"/>
                      <a:pt x="1995" y="3830"/>
                    </a:cubicBezTo>
                    <a:cubicBezTo>
                      <a:pt x="1985" y="3809"/>
                      <a:pt x="1957" y="3815"/>
                      <a:pt x="1955" y="3785"/>
                    </a:cubicBezTo>
                    <a:cubicBezTo>
                      <a:pt x="2016" y="3811"/>
                      <a:pt x="2072" y="3844"/>
                      <a:pt x="2133" y="3857"/>
                    </a:cubicBezTo>
                    <a:cubicBezTo>
                      <a:pt x="2194" y="3869"/>
                      <a:pt x="2253" y="3902"/>
                      <a:pt x="2318" y="3912"/>
                    </a:cubicBezTo>
                    <a:cubicBezTo>
                      <a:pt x="2298" y="3899"/>
                      <a:pt x="2277" y="3888"/>
                      <a:pt x="2257" y="3876"/>
                    </a:cubicBezTo>
                    <a:cubicBezTo>
                      <a:pt x="2236" y="3864"/>
                      <a:pt x="2212" y="3856"/>
                      <a:pt x="2202" y="3831"/>
                    </a:cubicBezTo>
                    <a:cubicBezTo>
                      <a:pt x="2241" y="3845"/>
                      <a:pt x="2272" y="3875"/>
                      <a:pt x="2312" y="3884"/>
                    </a:cubicBezTo>
                    <a:cubicBezTo>
                      <a:pt x="2323" y="3867"/>
                      <a:pt x="2296" y="3863"/>
                      <a:pt x="2304" y="3849"/>
                    </a:cubicBezTo>
                    <a:cubicBezTo>
                      <a:pt x="2348" y="3863"/>
                      <a:pt x="2396" y="3867"/>
                      <a:pt x="2438" y="3888"/>
                    </a:cubicBezTo>
                    <a:cubicBezTo>
                      <a:pt x="2477" y="3904"/>
                      <a:pt x="2518" y="3914"/>
                      <a:pt x="2560" y="3917"/>
                    </a:cubicBezTo>
                    <a:lnTo>
                      <a:pt x="2680" y="3929"/>
                    </a:lnTo>
                    <a:cubicBezTo>
                      <a:pt x="2695" y="3930"/>
                      <a:pt x="2712" y="3929"/>
                      <a:pt x="2719" y="3945"/>
                    </a:cubicBezTo>
                    <a:cubicBezTo>
                      <a:pt x="2727" y="3966"/>
                      <a:pt x="2737" y="3962"/>
                      <a:pt x="2751" y="3950"/>
                    </a:cubicBezTo>
                    <a:cubicBezTo>
                      <a:pt x="2764" y="3937"/>
                      <a:pt x="2775" y="3933"/>
                      <a:pt x="2781" y="3957"/>
                    </a:cubicBezTo>
                    <a:cubicBezTo>
                      <a:pt x="2784" y="3967"/>
                      <a:pt x="2794" y="3968"/>
                      <a:pt x="2804" y="3969"/>
                    </a:cubicBezTo>
                    <a:lnTo>
                      <a:pt x="2912" y="3982"/>
                    </a:lnTo>
                    <a:cubicBezTo>
                      <a:pt x="2852" y="3951"/>
                      <a:pt x="2788" y="3929"/>
                      <a:pt x="2722" y="3916"/>
                    </a:cubicBezTo>
                    <a:cubicBezTo>
                      <a:pt x="2634" y="3899"/>
                      <a:pt x="2544" y="3886"/>
                      <a:pt x="2457" y="3862"/>
                    </a:cubicBezTo>
                    <a:cubicBezTo>
                      <a:pt x="2428" y="3855"/>
                      <a:pt x="2400" y="3845"/>
                      <a:pt x="2374" y="3830"/>
                    </a:cubicBezTo>
                    <a:cubicBezTo>
                      <a:pt x="2355" y="3819"/>
                      <a:pt x="2338" y="3806"/>
                      <a:pt x="2322" y="3791"/>
                    </a:cubicBezTo>
                    <a:cubicBezTo>
                      <a:pt x="2306" y="3774"/>
                      <a:pt x="2283" y="3779"/>
                      <a:pt x="2269" y="3768"/>
                    </a:cubicBezTo>
                    <a:cubicBezTo>
                      <a:pt x="2254" y="3756"/>
                      <a:pt x="2274" y="3734"/>
                      <a:pt x="2261" y="3713"/>
                    </a:cubicBezTo>
                    <a:cubicBezTo>
                      <a:pt x="2169" y="3565"/>
                      <a:pt x="2082" y="3414"/>
                      <a:pt x="1976" y="3275"/>
                    </a:cubicBezTo>
                    <a:cubicBezTo>
                      <a:pt x="1970" y="3268"/>
                      <a:pt x="1964" y="3259"/>
                      <a:pt x="1959" y="3251"/>
                    </a:cubicBezTo>
                    <a:cubicBezTo>
                      <a:pt x="1957" y="3248"/>
                      <a:pt x="1956" y="3246"/>
                      <a:pt x="1955" y="3243"/>
                    </a:cubicBezTo>
                    <a:cubicBezTo>
                      <a:pt x="1949" y="3231"/>
                      <a:pt x="1949" y="3218"/>
                      <a:pt x="1966" y="3212"/>
                    </a:cubicBezTo>
                    <a:cubicBezTo>
                      <a:pt x="1983" y="3206"/>
                      <a:pt x="1994" y="3190"/>
                      <a:pt x="2010" y="3207"/>
                    </a:cubicBezTo>
                    <a:cubicBezTo>
                      <a:pt x="2022" y="3220"/>
                      <a:pt x="2015" y="3232"/>
                      <a:pt x="2004" y="3240"/>
                    </a:cubicBezTo>
                    <a:cubicBezTo>
                      <a:pt x="1986" y="3253"/>
                      <a:pt x="1999" y="3262"/>
                      <a:pt x="2007" y="3271"/>
                    </a:cubicBezTo>
                    <a:cubicBezTo>
                      <a:pt x="2100" y="3385"/>
                      <a:pt x="2183" y="3506"/>
                      <a:pt x="2257" y="3633"/>
                    </a:cubicBezTo>
                    <a:cubicBezTo>
                      <a:pt x="2258" y="3636"/>
                      <a:pt x="2260" y="3639"/>
                      <a:pt x="2262" y="3643"/>
                    </a:cubicBezTo>
                    <a:cubicBezTo>
                      <a:pt x="2264" y="3647"/>
                      <a:pt x="2267" y="3651"/>
                      <a:pt x="2269" y="3655"/>
                    </a:cubicBezTo>
                    <a:cubicBezTo>
                      <a:pt x="2304" y="3716"/>
                      <a:pt x="2355" y="3765"/>
                      <a:pt x="2416" y="3801"/>
                    </a:cubicBezTo>
                    <a:cubicBezTo>
                      <a:pt x="2454" y="3823"/>
                      <a:pt x="2496" y="3839"/>
                      <a:pt x="2540" y="3848"/>
                    </a:cubicBezTo>
                    <a:cubicBezTo>
                      <a:pt x="2554" y="3851"/>
                      <a:pt x="2568" y="3856"/>
                      <a:pt x="2582" y="3859"/>
                    </a:cubicBezTo>
                    <a:cubicBezTo>
                      <a:pt x="2696" y="3879"/>
                      <a:pt x="2808" y="3908"/>
                      <a:pt x="2918" y="3944"/>
                    </a:cubicBezTo>
                    <a:cubicBezTo>
                      <a:pt x="2923" y="3948"/>
                      <a:pt x="2930" y="3949"/>
                      <a:pt x="2937" y="3949"/>
                    </a:cubicBezTo>
                    <a:cubicBezTo>
                      <a:pt x="2943" y="3949"/>
                      <a:pt x="2950" y="3948"/>
                      <a:pt x="2955" y="3944"/>
                    </a:cubicBezTo>
                    <a:cubicBezTo>
                      <a:pt x="2918" y="3920"/>
                      <a:pt x="2866" y="3918"/>
                      <a:pt x="2844" y="3872"/>
                    </a:cubicBezTo>
                    <a:cubicBezTo>
                      <a:pt x="2842" y="3867"/>
                      <a:pt x="2831" y="3866"/>
                      <a:pt x="2825" y="3865"/>
                    </a:cubicBezTo>
                    <a:cubicBezTo>
                      <a:pt x="2755" y="3857"/>
                      <a:pt x="2687" y="3836"/>
                      <a:pt x="2624" y="3805"/>
                    </a:cubicBezTo>
                    <a:cubicBezTo>
                      <a:pt x="2615" y="3800"/>
                      <a:pt x="2604" y="3789"/>
                      <a:pt x="2595" y="3799"/>
                    </a:cubicBezTo>
                    <a:cubicBezTo>
                      <a:pt x="2577" y="3818"/>
                      <a:pt x="2565" y="3801"/>
                      <a:pt x="2552" y="3794"/>
                    </a:cubicBezTo>
                    <a:cubicBezTo>
                      <a:pt x="2526" y="3777"/>
                      <a:pt x="2499" y="3758"/>
                      <a:pt x="2471" y="3739"/>
                    </a:cubicBezTo>
                    <a:cubicBezTo>
                      <a:pt x="2467" y="3767"/>
                      <a:pt x="2498" y="3774"/>
                      <a:pt x="2500" y="3801"/>
                    </a:cubicBezTo>
                    <a:lnTo>
                      <a:pt x="2430" y="3738"/>
                    </a:lnTo>
                    <a:cubicBezTo>
                      <a:pt x="2428" y="3734"/>
                      <a:pt x="2426" y="3730"/>
                      <a:pt x="2424" y="3726"/>
                    </a:cubicBezTo>
                    <a:cubicBezTo>
                      <a:pt x="2414" y="3710"/>
                      <a:pt x="2401" y="3696"/>
                      <a:pt x="2384" y="3687"/>
                    </a:cubicBezTo>
                    <a:cubicBezTo>
                      <a:pt x="2381" y="3685"/>
                      <a:pt x="2378" y="3683"/>
                      <a:pt x="2375" y="3682"/>
                    </a:cubicBezTo>
                    <a:cubicBezTo>
                      <a:pt x="2377" y="3688"/>
                      <a:pt x="2379" y="3694"/>
                      <a:pt x="2383" y="3700"/>
                    </a:cubicBezTo>
                    <a:cubicBezTo>
                      <a:pt x="2392" y="3717"/>
                      <a:pt x="2408" y="3732"/>
                      <a:pt x="2425" y="3742"/>
                    </a:cubicBezTo>
                    <a:cubicBezTo>
                      <a:pt x="2413" y="3756"/>
                      <a:pt x="2404" y="3746"/>
                      <a:pt x="2394" y="3738"/>
                    </a:cubicBezTo>
                    <a:cubicBezTo>
                      <a:pt x="2364" y="3714"/>
                      <a:pt x="2349" y="3676"/>
                      <a:pt x="2317" y="3653"/>
                    </a:cubicBezTo>
                    <a:lnTo>
                      <a:pt x="2319" y="3654"/>
                    </a:lnTo>
                    <a:cubicBezTo>
                      <a:pt x="2320" y="3636"/>
                      <a:pt x="2305" y="3624"/>
                      <a:pt x="2301" y="3609"/>
                    </a:cubicBezTo>
                    <a:cubicBezTo>
                      <a:pt x="2296" y="3593"/>
                      <a:pt x="2273" y="3581"/>
                      <a:pt x="2312" y="3571"/>
                    </a:cubicBezTo>
                    <a:cubicBezTo>
                      <a:pt x="2336" y="3565"/>
                      <a:pt x="2331" y="3482"/>
                      <a:pt x="2310" y="3450"/>
                    </a:cubicBezTo>
                    <a:lnTo>
                      <a:pt x="2289" y="3538"/>
                    </a:lnTo>
                    <a:cubicBezTo>
                      <a:pt x="2289" y="3536"/>
                      <a:pt x="2289" y="3534"/>
                      <a:pt x="2289" y="3531"/>
                    </a:cubicBezTo>
                    <a:cubicBezTo>
                      <a:pt x="2289" y="3495"/>
                      <a:pt x="2293" y="3460"/>
                      <a:pt x="2302" y="3425"/>
                    </a:cubicBezTo>
                    <a:cubicBezTo>
                      <a:pt x="2308" y="3393"/>
                      <a:pt x="2307" y="3359"/>
                      <a:pt x="2328" y="3332"/>
                    </a:cubicBezTo>
                    <a:cubicBezTo>
                      <a:pt x="2328" y="3334"/>
                      <a:pt x="2328" y="3336"/>
                      <a:pt x="2328" y="3338"/>
                    </a:cubicBezTo>
                    <a:cubicBezTo>
                      <a:pt x="2328" y="3356"/>
                      <a:pt x="2325" y="3374"/>
                      <a:pt x="2320" y="3391"/>
                    </a:cubicBezTo>
                    <a:cubicBezTo>
                      <a:pt x="2313" y="3412"/>
                      <a:pt x="2326" y="3419"/>
                      <a:pt x="2344" y="3422"/>
                    </a:cubicBezTo>
                    <a:cubicBezTo>
                      <a:pt x="2356" y="3375"/>
                      <a:pt x="2366" y="3332"/>
                      <a:pt x="2377" y="3289"/>
                    </a:cubicBezTo>
                    <a:cubicBezTo>
                      <a:pt x="2383" y="3263"/>
                      <a:pt x="2370" y="3257"/>
                      <a:pt x="2348" y="3258"/>
                    </a:cubicBezTo>
                    <a:cubicBezTo>
                      <a:pt x="2289" y="3231"/>
                      <a:pt x="2232" y="3194"/>
                      <a:pt x="2170" y="3178"/>
                    </a:cubicBezTo>
                    <a:cubicBezTo>
                      <a:pt x="2131" y="3168"/>
                      <a:pt x="2093" y="3153"/>
                      <a:pt x="2058" y="3133"/>
                    </a:cubicBezTo>
                    <a:cubicBezTo>
                      <a:pt x="2040" y="3122"/>
                      <a:pt x="2023" y="3110"/>
                      <a:pt x="2006" y="3097"/>
                    </a:cubicBezTo>
                    <a:cubicBezTo>
                      <a:pt x="2006" y="3088"/>
                      <a:pt x="2003" y="3079"/>
                      <a:pt x="1999" y="3072"/>
                    </a:cubicBezTo>
                    <a:cubicBezTo>
                      <a:pt x="1996" y="3068"/>
                      <a:pt x="1994" y="3064"/>
                      <a:pt x="1990" y="3060"/>
                    </a:cubicBezTo>
                    <a:cubicBezTo>
                      <a:pt x="1976" y="3045"/>
                      <a:pt x="1959" y="3032"/>
                      <a:pt x="1941" y="3021"/>
                    </a:cubicBezTo>
                    <a:lnTo>
                      <a:pt x="1935" y="3017"/>
                    </a:lnTo>
                    <a:cubicBezTo>
                      <a:pt x="1926" y="3004"/>
                      <a:pt x="1914" y="2992"/>
                      <a:pt x="1901" y="2982"/>
                    </a:cubicBezTo>
                    <a:cubicBezTo>
                      <a:pt x="1858" y="2944"/>
                      <a:pt x="1820" y="2902"/>
                      <a:pt x="1786" y="2856"/>
                    </a:cubicBezTo>
                    <a:cubicBezTo>
                      <a:pt x="1779" y="2847"/>
                      <a:pt x="1767" y="2837"/>
                      <a:pt x="1779" y="2821"/>
                    </a:cubicBezTo>
                    <a:cubicBezTo>
                      <a:pt x="1881" y="2943"/>
                      <a:pt x="2003" y="3045"/>
                      <a:pt x="2140" y="3125"/>
                    </a:cubicBezTo>
                    <a:cubicBezTo>
                      <a:pt x="2144" y="3127"/>
                      <a:pt x="2149" y="3130"/>
                      <a:pt x="2153" y="3132"/>
                    </a:cubicBezTo>
                    <a:cubicBezTo>
                      <a:pt x="2158" y="3136"/>
                      <a:pt x="2164" y="3140"/>
                      <a:pt x="2169" y="3143"/>
                    </a:cubicBezTo>
                    <a:cubicBezTo>
                      <a:pt x="2190" y="3155"/>
                      <a:pt x="2214" y="3162"/>
                      <a:pt x="2238" y="3162"/>
                    </a:cubicBezTo>
                    <a:cubicBezTo>
                      <a:pt x="2239" y="3162"/>
                      <a:pt x="2239" y="3162"/>
                      <a:pt x="2240" y="3162"/>
                    </a:cubicBezTo>
                    <a:cubicBezTo>
                      <a:pt x="2242" y="3161"/>
                      <a:pt x="2243" y="3161"/>
                      <a:pt x="2245" y="3161"/>
                    </a:cubicBezTo>
                    <a:cubicBezTo>
                      <a:pt x="2254" y="3161"/>
                      <a:pt x="2263" y="3163"/>
                      <a:pt x="2271" y="3168"/>
                    </a:cubicBezTo>
                    <a:cubicBezTo>
                      <a:pt x="2279" y="3172"/>
                      <a:pt x="2285" y="3179"/>
                      <a:pt x="2290" y="3186"/>
                    </a:cubicBezTo>
                    <a:cubicBezTo>
                      <a:pt x="2294" y="3194"/>
                      <a:pt x="2298" y="3202"/>
                      <a:pt x="2306" y="3205"/>
                    </a:cubicBezTo>
                    <a:cubicBezTo>
                      <a:pt x="2358" y="3229"/>
                      <a:pt x="2411" y="3248"/>
                      <a:pt x="2465" y="3264"/>
                    </a:cubicBezTo>
                    <a:cubicBezTo>
                      <a:pt x="2465" y="3263"/>
                      <a:pt x="2465" y="3263"/>
                      <a:pt x="2465" y="3262"/>
                    </a:cubicBezTo>
                    <a:cubicBezTo>
                      <a:pt x="2465" y="3252"/>
                      <a:pt x="2463" y="3242"/>
                      <a:pt x="2458" y="3234"/>
                    </a:cubicBezTo>
                    <a:cubicBezTo>
                      <a:pt x="2453" y="3225"/>
                      <a:pt x="2445" y="3218"/>
                      <a:pt x="2437" y="3213"/>
                    </a:cubicBezTo>
                    <a:cubicBezTo>
                      <a:pt x="2434" y="3211"/>
                      <a:pt x="2432" y="3210"/>
                      <a:pt x="2429" y="3209"/>
                    </a:cubicBezTo>
                    <a:cubicBezTo>
                      <a:pt x="2387" y="3183"/>
                      <a:pt x="2344" y="3159"/>
                      <a:pt x="2303" y="3132"/>
                    </a:cubicBezTo>
                    <a:cubicBezTo>
                      <a:pt x="2241" y="3095"/>
                      <a:pt x="2184" y="3052"/>
                      <a:pt x="2132" y="3003"/>
                    </a:cubicBezTo>
                    <a:cubicBezTo>
                      <a:pt x="2123" y="2991"/>
                      <a:pt x="2114" y="2980"/>
                      <a:pt x="2107" y="2967"/>
                    </a:cubicBezTo>
                    <a:cubicBezTo>
                      <a:pt x="2100" y="2955"/>
                      <a:pt x="2095" y="2943"/>
                      <a:pt x="2090" y="2931"/>
                    </a:cubicBezTo>
                    <a:cubicBezTo>
                      <a:pt x="2132" y="2968"/>
                      <a:pt x="2169" y="3007"/>
                      <a:pt x="2211" y="3044"/>
                    </a:cubicBezTo>
                    <a:cubicBezTo>
                      <a:pt x="2231" y="3066"/>
                      <a:pt x="2255" y="3084"/>
                      <a:pt x="2281" y="3099"/>
                    </a:cubicBezTo>
                    <a:cubicBezTo>
                      <a:pt x="2296" y="3108"/>
                      <a:pt x="2312" y="3116"/>
                      <a:pt x="2328" y="3122"/>
                    </a:cubicBezTo>
                    <a:cubicBezTo>
                      <a:pt x="2341" y="3126"/>
                      <a:pt x="2354" y="3131"/>
                      <a:pt x="2367" y="3138"/>
                    </a:cubicBezTo>
                    <a:cubicBezTo>
                      <a:pt x="2377" y="3144"/>
                      <a:pt x="2387" y="3152"/>
                      <a:pt x="2397" y="3160"/>
                    </a:cubicBezTo>
                    <a:cubicBezTo>
                      <a:pt x="2427" y="3183"/>
                      <a:pt x="2458" y="3204"/>
                      <a:pt x="2491" y="3223"/>
                    </a:cubicBezTo>
                    <a:cubicBezTo>
                      <a:pt x="2524" y="3242"/>
                      <a:pt x="2558" y="3259"/>
                      <a:pt x="2593" y="3273"/>
                    </a:cubicBezTo>
                    <a:cubicBezTo>
                      <a:pt x="2569" y="3252"/>
                      <a:pt x="2544" y="3232"/>
                      <a:pt x="2518" y="3213"/>
                    </a:cubicBezTo>
                    <a:cubicBezTo>
                      <a:pt x="2497" y="3200"/>
                      <a:pt x="2479" y="3183"/>
                      <a:pt x="2467" y="3161"/>
                    </a:cubicBezTo>
                    <a:cubicBezTo>
                      <a:pt x="2462" y="3152"/>
                      <a:pt x="2457" y="3142"/>
                      <a:pt x="2454" y="3132"/>
                    </a:cubicBezTo>
                    <a:cubicBezTo>
                      <a:pt x="2532" y="3200"/>
                      <a:pt x="2617" y="3260"/>
                      <a:pt x="2706" y="3311"/>
                    </a:cubicBezTo>
                    <a:cubicBezTo>
                      <a:pt x="2732" y="3326"/>
                      <a:pt x="2759" y="3341"/>
                      <a:pt x="2785" y="3354"/>
                    </a:cubicBezTo>
                    <a:cubicBezTo>
                      <a:pt x="2779" y="3333"/>
                      <a:pt x="2755" y="3319"/>
                      <a:pt x="2773" y="3294"/>
                    </a:cubicBezTo>
                    <a:cubicBezTo>
                      <a:pt x="2797" y="3301"/>
                      <a:pt x="2811" y="3320"/>
                      <a:pt x="2829" y="3336"/>
                    </a:cubicBezTo>
                    <a:cubicBezTo>
                      <a:pt x="2816" y="3375"/>
                      <a:pt x="2854" y="3383"/>
                      <a:pt x="2872" y="3400"/>
                    </a:cubicBezTo>
                    <a:cubicBezTo>
                      <a:pt x="2904" y="3425"/>
                      <a:pt x="2937" y="3448"/>
                      <a:pt x="2972" y="3468"/>
                    </a:cubicBezTo>
                    <a:cubicBezTo>
                      <a:pt x="2983" y="3474"/>
                      <a:pt x="2993" y="3480"/>
                      <a:pt x="3004" y="3486"/>
                    </a:cubicBezTo>
                    <a:cubicBezTo>
                      <a:pt x="3052" y="3486"/>
                      <a:pt x="3071" y="3528"/>
                      <a:pt x="3101" y="3555"/>
                    </a:cubicBezTo>
                    <a:cubicBezTo>
                      <a:pt x="3087" y="3582"/>
                      <a:pt x="3112" y="3584"/>
                      <a:pt x="3123" y="3594"/>
                    </a:cubicBezTo>
                    <a:cubicBezTo>
                      <a:pt x="3178" y="3644"/>
                      <a:pt x="3253" y="3665"/>
                      <a:pt x="3300" y="3725"/>
                    </a:cubicBezTo>
                    <a:cubicBezTo>
                      <a:pt x="3310" y="3737"/>
                      <a:pt x="3327" y="3742"/>
                      <a:pt x="3341" y="3751"/>
                    </a:cubicBezTo>
                    <a:cubicBezTo>
                      <a:pt x="3342" y="3752"/>
                      <a:pt x="3342" y="3753"/>
                      <a:pt x="3344" y="3755"/>
                    </a:cubicBezTo>
                    <a:cubicBezTo>
                      <a:pt x="3344" y="3756"/>
                      <a:pt x="3345" y="3758"/>
                      <a:pt x="3345" y="3760"/>
                    </a:cubicBezTo>
                    <a:cubicBezTo>
                      <a:pt x="3345" y="3762"/>
                      <a:pt x="3344" y="3764"/>
                      <a:pt x="3344" y="3765"/>
                    </a:cubicBezTo>
                    <a:cubicBezTo>
                      <a:pt x="3343" y="3766"/>
                      <a:pt x="3344" y="3766"/>
                      <a:pt x="3344" y="3766"/>
                    </a:cubicBezTo>
                    <a:cubicBezTo>
                      <a:pt x="3340" y="3772"/>
                      <a:pt x="3335" y="3770"/>
                      <a:pt x="3330" y="3767"/>
                    </a:cubicBezTo>
                    <a:cubicBezTo>
                      <a:pt x="3329" y="3767"/>
                      <a:pt x="3328" y="3766"/>
                      <a:pt x="3328" y="3766"/>
                    </a:cubicBezTo>
                    <a:cubicBezTo>
                      <a:pt x="3324" y="3764"/>
                      <a:pt x="3319" y="3763"/>
                      <a:pt x="3315" y="3763"/>
                    </a:cubicBezTo>
                    <a:cubicBezTo>
                      <a:pt x="3313" y="3763"/>
                      <a:pt x="3311" y="3763"/>
                      <a:pt x="3309" y="3763"/>
                    </a:cubicBezTo>
                    <a:cubicBezTo>
                      <a:pt x="3307" y="3746"/>
                      <a:pt x="3291" y="3742"/>
                      <a:pt x="3280" y="3734"/>
                    </a:cubicBezTo>
                    <a:cubicBezTo>
                      <a:pt x="3160" y="3641"/>
                      <a:pt x="3035" y="3553"/>
                      <a:pt x="2914" y="3462"/>
                    </a:cubicBezTo>
                    <a:cubicBezTo>
                      <a:pt x="2893" y="3446"/>
                      <a:pt x="2870" y="3431"/>
                      <a:pt x="2847" y="3418"/>
                    </a:cubicBezTo>
                    <a:cubicBezTo>
                      <a:pt x="2774" y="3375"/>
                      <a:pt x="2694" y="3348"/>
                      <a:pt x="2611" y="3335"/>
                    </a:cubicBezTo>
                    <a:lnTo>
                      <a:pt x="2611" y="3336"/>
                    </a:lnTo>
                    <a:cubicBezTo>
                      <a:pt x="2618" y="3348"/>
                      <a:pt x="2629" y="3359"/>
                      <a:pt x="2642" y="3367"/>
                    </a:cubicBezTo>
                    <a:cubicBezTo>
                      <a:pt x="2644" y="3368"/>
                      <a:pt x="2646" y="3369"/>
                      <a:pt x="2649" y="3370"/>
                    </a:cubicBezTo>
                    <a:cubicBezTo>
                      <a:pt x="2776" y="3455"/>
                      <a:pt x="2904" y="3541"/>
                      <a:pt x="3032" y="3626"/>
                    </a:cubicBezTo>
                    <a:cubicBezTo>
                      <a:pt x="3062" y="3645"/>
                      <a:pt x="3091" y="3664"/>
                      <a:pt x="3122" y="3682"/>
                    </a:cubicBezTo>
                    <a:cubicBezTo>
                      <a:pt x="3158" y="3702"/>
                      <a:pt x="3195" y="3722"/>
                      <a:pt x="3233" y="3740"/>
                    </a:cubicBezTo>
                    <a:cubicBezTo>
                      <a:pt x="3235" y="3742"/>
                      <a:pt x="3238" y="3743"/>
                      <a:pt x="3241" y="3745"/>
                    </a:cubicBezTo>
                    <a:cubicBezTo>
                      <a:pt x="3261" y="3757"/>
                      <a:pt x="3284" y="3763"/>
                      <a:pt x="3307" y="3763"/>
                    </a:cubicBezTo>
                    <a:cubicBezTo>
                      <a:pt x="3308" y="3763"/>
                      <a:pt x="3309" y="3763"/>
                      <a:pt x="3310" y="3763"/>
                    </a:cubicBezTo>
                    <a:cubicBezTo>
                      <a:pt x="3310" y="3776"/>
                      <a:pt x="3308" y="3789"/>
                      <a:pt x="3289" y="3783"/>
                    </a:cubicBezTo>
                    <a:cubicBezTo>
                      <a:pt x="3258" y="3773"/>
                      <a:pt x="3228" y="3762"/>
                      <a:pt x="3198" y="3750"/>
                    </a:cubicBezTo>
                    <a:cubicBezTo>
                      <a:pt x="3180" y="3744"/>
                      <a:pt x="3166" y="3726"/>
                      <a:pt x="3145" y="3732"/>
                    </a:cubicBezTo>
                    <a:cubicBezTo>
                      <a:pt x="3137" y="3721"/>
                      <a:pt x="3127" y="3711"/>
                      <a:pt x="3116" y="3705"/>
                    </a:cubicBezTo>
                    <a:cubicBezTo>
                      <a:pt x="3108" y="3700"/>
                      <a:pt x="3100" y="3698"/>
                      <a:pt x="3092" y="3695"/>
                    </a:cubicBezTo>
                    <a:cubicBezTo>
                      <a:pt x="3077" y="3684"/>
                      <a:pt x="3060" y="3673"/>
                      <a:pt x="3044" y="3664"/>
                    </a:cubicBezTo>
                    <a:cubicBezTo>
                      <a:pt x="3024" y="3652"/>
                      <a:pt x="3005" y="3643"/>
                      <a:pt x="2984" y="3634"/>
                    </a:cubicBezTo>
                    <a:cubicBezTo>
                      <a:pt x="2971" y="3672"/>
                      <a:pt x="2962" y="3710"/>
                      <a:pt x="2958" y="3750"/>
                    </a:cubicBezTo>
                    <a:cubicBezTo>
                      <a:pt x="2955" y="3773"/>
                      <a:pt x="2973" y="3778"/>
                      <a:pt x="2988" y="3782"/>
                    </a:cubicBezTo>
                    <a:cubicBezTo>
                      <a:pt x="3007" y="3787"/>
                      <a:pt x="3007" y="3767"/>
                      <a:pt x="3009" y="3757"/>
                    </a:cubicBezTo>
                    <a:cubicBezTo>
                      <a:pt x="3015" y="3732"/>
                      <a:pt x="3011" y="3705"/>
                      <a:pt x="3032" y="3685"/>
                    </a:cubicBezTo>
                    <a:cubicBezTo>
                      <a:pt x="3032" y="3712"/>
                      <a:pt x="3026" y="3736"/>
                      <a:pt x="3023" y="3761"/>
                    </a:cubicBezTo>
                    <a:cubicBezTo>
                      <a:pt x="3021" y="3775"/>
                      <a:pt x="3011" y="3798"/>
                      <a:pt x="3036" y="3800"/>
                    </a:cubicBezTo>
                    <a:cubicBezTo>
                      <a:pt x="3058" y="3803"/>
                      <a:pt x="3053" y="3781"/>
                      <a:pt x="3056" y="3768"/>
                    </a:cubicBezTo>
                    <a:cubicBezTo>
                      <a:pt x="3059" y="3750"/>
                      <a:pt x="3063" y="3732"/>
                      <a:pt x="3066" y="3715"/>
                    </a:cubicBezTo>
                    <a:cubicBezTo>
                      <a:pt x="3069" y="3698"/>
                      <a:pt x="3080" y="3696"/>
                      <a:pt x="3092" y="3695"/>
                    </a:cubicBezTo>
                    <a:cubicBezTo>
                      <a:pt x="3076" y="3728"/>
                      <a:pt x="3067" y="3764"/>
                      <a:pt x="3066" y="3801"/>
                    </a:cubicBezTo>
                    <a:cubicBezTo>
                      <a:pt x="3066" y="3814"/>
                      <a:pt x="3072" y="3822"/>
                      <a:pt x="3087" y="3812"/>
                    </a:cubicBezTo>
                    <a:cubicBezTo>
                      <a:pt x="3095" y="3806"/>
                      <a:pt x="3101" y="3799"/>
                      <a:pt x="3107" y="3790"/>
                    </a:cubicBezTo>
                    <a:cubicBezTo>
                      <a:pt x="3110" y="3784"/>
                      <a:pt x="3113" y="3776"/>
                      <a:pt x="3115" y="3769"/>
                    </a:cubicBezTo>
                    <a:cubicBezTo>
                      <a:pt x="3118" y="3755"/>
                      <a:pt x="3115" y="3728"/>
                      <a:pt x="3144" y="3732"/>
                    </a:cubicBezTo>
                    <a:cubicBezTo>
                      <a:pt x="3139" y="3747"/>
                      <a:pt x="3134" y="3763"/>
                      <a:pt x="3129" y="3779"/>
                    </a:cubicBezTo>
                    <a:cubicBezTo>
                      <a:pt x="3119" y="3818"/>
                      <a:pt x="3119" y="3818"/>
                      <a:pt x="3161" y="3837"/>
                    </a:cubicBezTo>
                    <a:cubicBezTo>
                      <a:pt x="3180" y="3818"/>
                      <a:pt x="3170" y="3784"/>
                      <a:pt x="3201" y="3762"/>
                    </a:cubicBezTo>
                    <a:lnTo>
                      <a:pt x="3182" y="3832"/>
                    </a:lnTo>
                    <a:cubicBezTo>
                      <a:pt x="3177" y="3852"/>
                      <a:pt x="3191" y="3853"/>
                      <a:pt x="3204" y="3855"/>
                    </a:cubicBezTo>
                    <a:cubicBezTo>
                      <a:pt x="3225" y="3857"/>
                      <a:pt x="3219" y="3847"/>
                      <a:pt x="3211" y="3837"/>
                    </a:cubicBezTo>
                    <a:cubicBezTo>
                      <a:pt x="3203" y="3826"/>
                      <a:pt x="3207" y="3821"/>
                      <a:pt x="3217" y="3825"/>
                    </a:cubicBezTo>
                    <a:cubicBezTo>
                      <a:pt x="3226" y="3828"/>
                      <a:pt x="3236" y="3811"/>
                      <a:pt x="3239" y="3821"/>
                    </a:cubicBezTo>
                    <a:cubicBezTo>
                      <a:pt x="3240" y="3825"/>
                      <a:pt x="3241" y="3828"/>
                      <a:pt x="3243" y="3831"/>
                    </a:cubicBezTo>
                    <a:cubicBezTo>
                      <a:pt x="3246" y="3837"/>
                      <a:pt x="3252" y="3842"/>
                      <a:pt x="3259" y="3846"/>
                    </a:cubicBezTo>
                    <a:cubicBezTo>
                      <a:pt x="3265" y="3850"/>
                      <a:pt x="3272" y="3852"/>
                      <a:pt x="3280" y="3852"/>
                    </a:cubicBezTo>
                    <a:lnTo>
                      <a:pt x="3281" y="3852"/>
                    </a:lnTo>
                    <a:cubicBezTo>
                      <a:pt x="3310" y="3853"/>
                      <a:pt x="3287" y="3816"/>
                      <a:pt x="3319" y="3804"/>
                    </a:cubicBezTo>
                    <a:cubicBezTo>
                      <a:pt x="3291" y="3853"/>
                      <a:pt x="3316" y="3875"/>
                      <a:pt x="3355" y="3888"/>
                    </a:cubicBezTo>
                    <a:cubicBezTo>
                      <a:pt x="3338" y="3906"/>
                      <a:pt x="3319" y="3870"/>
                      <a:pt x="3306" y="3895"/>
                    </a:cubicBezTo>
                    <a:cubicBezTo>
                      <a:pt x="3314" y="3916"/>
                      <a:pt x="3346" y="3900"/>
                      <a:pt x="3350" y="3921"/>
                    </a:cubicBezTo>
                    <a:cubicBezTo>
                      <a:pt x="3355" y="3948"/>
                      <a:pt x="3368" y="3941"/>
                      <a:pt x="3385" y="3937"/>
                    </a:cubicBezTo>
                    <a:cubicBezTo>
                      <a:pt x="3402" y="3933"/>
                      <a:pt x="3426" y="3914"/>
                      <a:pt x="3449" y="3931"/>
                    </a:cubicBezTo>
                    <a:cubicBezTo>
                      <a:pt x="3444" y="3954"/>
                      <a:pt x="3419" y="3960"/>
                      <a:pt x="3416" y="3982"/>
                    </a:cubicBezTo>
                    <a:cubicBezTo>
                      <a:pt x="3421" y="3983"/>
                      <a:pt x="3426" y="3984"/>
                      <a:pt x="3430" y="3984"/>
                    </a:cubicBezTo>
                    <a:cubicBezTo>
                      <a:pt x="3439" y="3984"/>
                      <a:pt x="3448" y="3982"/>
                      <a:pt x="3455" y="3977"/>
                    </a:cubicBezTo>
                    <a:cubicBezTo>
                      <a:pt x="3458" y="3975"/>
                      <a:pt x="3461" y="3973"/>
                      <a:pt x="3464" y="3971"/>
                    </a:cubicBezTo>
                    <a:cubicBezTo>
                      <a:pt x="3510" y="3928"/>
                      <a:pt x="3566" y="3899"/>
                      <a:pt x="3611" y="3857"/>
                    </a:cubicBezTo>
                    <a:cubicBezTo>
                      <a:pt x="3615" y="3854"/>
                      <a:pt x="3618" y="3851"/>
                      <a:pt x="3620" y="3848"/>
                    </a:cubicBezTo>
                    <a:cubicBezTo>
                      <a:pt x="3622" y="3843"/>
                      <a:pt x="3624" y="3838"/>
                      <a:pt x="3624" y="3833"/>
                    </a:cubicBezTo>
                    <a:cubicBezTo>
                      <a:pt x="3624" y="3832"/>
                      <a:pt x="3623" y="3830"/>
                      <a:pt x="3623" y="3828"/>
                    </a:cubicBezTo>
                    <a:cubicBezTo>
                      <a:pt x="3594" y="3837"/>
                      <a:pt x="3594" y="3837"/>
                      <a:pt x="3589" y="3802"/>
                    </a:cubicBezTo>
                    <a:lnTo>
                      <a:pt x="3574" y="3803"/>
                    </a:lnTo>
                    <a:lnTo>
                      <a:pt x="3572" y="3783"/>
                    </a:lnTo>
                    <a:cubicBezTo>
                      <a:pt x="3593" y="3767"/>
                      <a:pt x="3610" y="3747"/>
                      <a:pt x="3624" y="3724"/>
                    </a:cubicBezTo>
                    <a:cubicBezTo>
                      <a:pt x="3628" y="3716"/>
                      <a:pt x="3632" y="3707"/>
                      <a:pt x="3636" y="3699"/>
                    </a:cubicBezTo>
                    <a:cubicBezTo>
                      <a:pt x="3647" y="3675"/>
                      <a:pt x="3650" y="3646"/>
                      <a:pt x="3675" y="3631"/>
                    </a:cubicBezTo>
                    <a:cubicBezTo>
                      <a:pt x="3666" y="3685"/>
                      <a:pt x="3633" y="3731"/>
                      <a:pt x="3613" y="3791"/>
                    </a:cubicBezTo>
                    <a:cubicBezTo>
                      <a:pt x="3616" y="3790"/>
                      <a:pt x="3620" y="3788"/>
                      <a:pt x="3623" y="3786"/>
                    </a:cubicBezTo>
                    <a:cubicBezTo>
                      <a:pt x="3641" y="3776"/>
                      <a:pt x="3655" y="3761"/>
                      <a:pt x="3666" y="3744"/>
                    </a:cubicBezTo>
                    <a:cubicBezTo>
                      <a:pt x="3669" y="3736"/>
                      <a:pt x="3673" y="3728"/>
                      <a:pt x="3678" y="3720"/>
                    </a:cubicBezTo>
                    <a:cubicBezTo>
                      <a:pt x="3684" y="3709"/>
                      <a:pt x="3691" y="3699"/>
                      <a:pt x="3699" y="3689"/>
                    </a:cubicBezTo>
                    <a:cubicBezTo>
                      <a:pt x="3695" y="3699"/>
                      <a:pt x="3690" y="3712"/>
                      <a:pt x="3708" y="3707"/>
                    </a:cubicBezTo>
                    <a:cubicBezTo>
                      <a:pt x="3709" y="3706"/>
                      <a:pt x="3710" y="3706"/>
                      <a:pt x="3710" y="3706"/>
                    </a:cubicBezTo>
                    <a:cubicBezTo>
                      <a:pt x="3714" y="3703"/>
                      <a:pt x="3718" y="3700"/>
                      <a:pt x="3720" y="3696"/>
                    </a:cubicBezTo>
                    <a:cubicBezTo>
                      <a:pt x="3722" y="3692"/>
                      <a:pt x="3724" y="3687"/>
                      <a:pt x="3724" y="3683"/>
                    </a:cubicBezTo>
                    <a:cubicBezTo>
                      <a:pt x="3724" y="3679"/>
                      <a:pt x="3723" y="3676"/>
                      <a:pt x="3722" y="3673"/>
                    </a:cubicBezTo>
                    <a:cubicBezTo>
                      <a:pt x="3718" y="3673"/>
                      <a:pt x="3714" y="3674"/>
                      <a:pt x="3711" y="3676"/>
                    </a:cubicBezTo>
                    <a:cubicBezTo>
                      <a:pt x="3706" y="3679"/>
                      <a:pt x="3702" y="3683"/>
                      <a:pt x="3700" y="3687"/>
                    </a:cubicBezTo>
                    <a:cubicBezTo>
                      <a:pt x="3698" y="3689"/>
                      <a:pt x="3698" y="3690"/>
                      <a:pt x="3698" y="3692"/>
                    </a:cubicBezTo>
                    <a:cubicBezTo>
                      <a:pt x="3704" y="3669"/>
                      <a:pt x="3712" y="3647"/>
                      <a:pt x="3722" y="3625"/>
                    </a:cubicBezTo>
                    <a:cubicBezTo>
                      <a:pt x="3757" y="3546"/>
                      <a:pt x="3799" y="3469"/>
                      <a:pt x="3842" y="3392"/>
                    </a:cubicBezTo>
                    <a:cubicBezTo>
                      <a:pt x="3858" y="3364"/>
                      <a:pt x="3867" y="3331"/>
                      <a:pt x="3867" y="3299"/>
                    </a:cubicBezTo>
                    <a:cubicBezTo>
                      <a:pt x="3867" y="3291"/>
                      <a:pt x="3866" y="3283"/>
                      <a:pt x="3865" y="3275"/>
                    </a:cubicBezTo>
                    <a:cubicBezTo>
                      <a:pt x="3855" y="3283"/>
                      <a:pt x="3846" y="3293"/>
                      <a:pt x="3840" y="3304"/>
                    </a:cubicBezTo>
                    <a:cubicBezTo>
                      <a:pt x="3836" y="3310"/>
                      <a:pt x="3834" y="3316"/>
                      <a:pt x="3832" y="3323"/>
                    </a:cubicBezTo>
                    <a:cubicBezTo>
                      <a:pt x="3788" y="3409"/>
                      <a:pt x="3747" y="3497"/>
                      <a:pt x="3703" y="3583"/>
                    </a:cubicBezTo>
                    <a:cubicBezTo>
                      <a:pt x="3694" y="3600"/>
                      <a:pt x="3691" y="3622"/>
                      <a:pt x="3673" y="3633"/>
                    </a:cubicBezTo>
                    <a:cubicBezTo>
                      <a:pt x="3668" y="3613"/>
                      <a:pt x="3682" y="3598"/>
                      <a:pt x="3689" y="3582"/>
                    </a:cubicBezTo>
                    <a:cubicBezTo>
                      <a:pt x="3731" y="3494"/>
                      <a:pt x="3774" y="3406"/>
                      <a:pt x="3816" y="3318"/>
                    </a:cubicBezTo>
                    <a:cubicBezTo>
                      <a:pt x="3818" y="3316"/>
                      <a:pt x="3819" y="3314"/>
                      <a:pt x="3820" y="3312"/>
                    </a:cubicBezTo>
                    <a:cubicBezTo>
                      <a:pt x="3826" y="3301"/>
                      <a:pt x="3830" y="3289"/>
                      <a:pt x="3832" y="3277"/>
                    </a:cubicBezTo>
                    <a:cubicBezTo>
                      <a:pt x="3803" y="3301"/>
                      <a:pt x="3802" y="3342"/>
                      <a:pt x="3770" y="3360"/>
                    </a:cubicBezTo>
                    <a:cubicBezTo>
                      <a:pt x="3770" y="3356"/>
                      <a:pt x="3770" y="3352"/>
                      <a:pt x="3770" y="3349"/>
                    </a:cubicBezTo>
                    <a:cubicBezTo>
                      <a:pt x="3801" y="3292"/>
                      <a:pt x="3831" y="3235"/>
                      <a:pt x="3862" y="3178"/>
                    </a:cubicBezTo>
                    <a:cubicBezTo>
                      <a:pt x="3864" y="3175"/>
                      <a:pt x="3867" y="3173"/>
                      <a:pt x="3869" y="3171"/>
                    </a:cubicBezTo>
                    <a:cubicBezTo>
                      <a:pt x="3896" y="3197"/>
                      <a:pt x="3903" y="3148"/>
                      <a:pt x="3925" y="3155"/>
                    </a:cubicBezTo>
                    <a:cubicBezTo>
                      <a:pt x="3895" y="3199"/>
                      <a:pt x="3864" y="3244"/>
                      <a:pt x="3884" y="3303"/>
                    </a:cubicBezTo>
                    <a:cubicBezTo>
                      <a:pt x="3901" y="3298"/>
                      <a:pt x="3899" y="3275"/>
                      <a:pt x="3917" y="3277"/>
                    </a:cubicBezTo>
                    <a:cubicBezTo>
                      <a:pt x="3924" y="3318"/>
                      <a:pt x="3885" y="3362"/>
                      <a:pt x="3926" y="3404"/>
                    </a:cubicBezTo>
                    <a:cubicBezTo>
                      <a:pt x="3952" y="3353"/>
                      <a:pt x="3979" y="3305"/>
                      <a:pt x="3954" y="3245"/>
                    </a:cubicBezTo>
                    <a:cubicBezTo>
                      <a:pt x="3942" y="3216"/>
                      <a:pt x="3951" y="3180"/>
                      <a:pt x="3923" y="3156"/>
                    </a:cubicBezTo>
                    <a:cubicBezTo>
                      <a:pt x="3933" y="3098"/>
                      <a:pt x="3890" y="3062"/>
                      <a:pt x="3864" y="3013"/>
                    </a:cubicBezTo>
                    <a:cubicBezTo>
                      <a:pt x="3852" y="3028"/>
                      <a:pt x="3841" y="3043"/>
                      <a:pt x="3832" y="3060"/>
                    </a:cubicBezTo>
                    <a:cubicBezTo>
                      <a:pt x="3817" y="3085"/>
                      <a:pt x="3806" y="3113"/>
                      <a:pt x="3797" y="3141"/>
                    </a:cubicBezTo>
                    <a:lnTo>
                      <a:pt x="3754" y="3228"/>
                    </a:lnTo>
                    <a:cubicBezTo>
                      <a:pt x="3748" y="3238"/>
                      <a:pt x="3743" y="3247"/>
                      <a:pt x="3737" y="3257"/>
                    </a:cubicBezTo>
                    <a:cubicBezTo>
                      <a:pt x="3699" y="3322"/>
                      <a:pt x="3666" y="3390"/>
                      <a:pt x="3636" y="3460"/>
                    </a:cubicBezTo>
                    <a:cubicBezTo>
                      <a:pt x="3627" y="3479"/>
                      <a:pt x="3625" y="3502"/>
                      <a:pt x="3605" y="3515"/>
                    </a:cubicBezTo>
                    <a:cubicBezTo>
                      <a:pt x="3605" y="3514"/>
                      <a:pt x="3604" y="3514"/>
                      <a:pt x="3604" y="3513"/>
                    </a:cubicBezTo>
                    <a:cubicBezTo>
                      <a:pt x="3604" y="3499"/>
                      <a:pt x="3608" y="3485"/>
                      <a:pt x="3615" y="3472"/>
                    </a:cubicBezTo>
                    <a:cubicBezTo>
                      <a:pt x="3616" y="3471"/>
                      <a:pt x="3617" y="3470"/>
                      <a:pt x="3618" y="3468"/>
                    </a:cubicBezTo>
                    <a:cubicBezTo>
                      <a:pt x="3681" y="3324"/>
                      <a:pt x="3748" y="3182"/>
                      <a:pt x="3823" y="3044"/>
                    </a:cubicBezTo>
                    <a:cubicBezTo>
                      <a:pt x="3850" y="2997"/>
                      <a:pt x="3848" y="2991"/>
                      <a:pt x="3817" y="2943"/>
                    </a:cubicBezTo>
                    <a:cubicBezTo>
                      <a:pt x="3807" y="2954"/>
                      <a:pt x="3819" y="2977"/>
                      <a:pt x="3811" y="2978"/>
                    </a:cubicBezTo>
                    <a:cubicBezTo>
                      <a:pt x="3773" y="2981"/>
                      <a:pt x="3775" y="3016"/>
                      <a:pt x="3765" y="3036"/>
                    </a:cubicBezTo>
                    <a:cubicBezTo>
                      <a:pt x="3687" y="3187"/>
                      <a:pt x="3622" y="3345"/>
                      <a:pt x="3553" y="3501"/>
                    </a:cubicBezTo>
                    <a:cubicBezTo>
                      <a:pt x="3546" y="3517"/>
                      <a:pt x="3546" y="3537"/>
                      <a:pt x="3526" y="3545"/>
                    </a:cubicBezTo>
                    <a:cubicBezTo>
                      <a:pt x="3539" y="3498"/>
                      <a:pt x="3553" y="3451"/>
                      <a:pt x="3562" y="3403"/>
                    </a:cubicBezTo>
                    <a:cubicBezTo>
                      <a:pt x="3568" y="3379"/>
                      <a:pt x="3576" y="3356"/>
                      <a:pt x="3589" y="3335"/>
                    </a:cubicBezTo>
                    <a:cubicBezTo>
                      <a:pt x="3595" y="3324"/>
                      <a:pt x="3603" y="3313"/>
                      <a:pt x="3611" y="3303"/>
                    </a:cubicBezTo>
                    <a:lnTo>
                      <a:pt x="3625" y="3288"/>
                    </a:lnTo>
                    <a:cubicBezTo>
                      <a:pt x="3629" y="3284"/>
                      <a:pt x="3632" y="3279"/>
                      <a:pt x="3635" y="3274"/>
                    </a:cubicBezTo>
                    <a:cubicBezTo>
                      <a:pt x="3643" y="3259"/>
                      <a:pt x="3648" y="3242"/>
                      <a:pt x="3648" y="3225"/>
                    </a:cubicBezTo>
                    <a:lnTo>
                      <a:pt x="3647" y="3227"/>
                    </a:lnTo>
                    <a:cubicBezTo>
                      <a:pt x="3650" y="3226"/>
                      <a:pt x="3654" y="3225"/>
                      <a:pt x="3656" y="3223"/>
                    </a:cubicBezTo>
                    <a:cubicBezTo>
                      <a:pt x="3695" y="3141"/>
                      <a:pt x="3733" y="3059"/>
                      <a:pt x="3774" y="2978"/>
                    </a:cubicBezTo>
                    <a:cubicBezTo>
                      <a:pt x="3786" y="2953"/>
                      <a:pt x="3774" y="2941"/>
                      <a:pt x="3757" y="2929"/>
                    </a:cubicBezTo>
                    <a:cubicBezTo>
                      <a:pt x="3753" y="2919"/>
                      <a:pt x="3762" y="2907"/>
                      <a:pt x="3748" y="2897"/>
                    </a:cubicBezTo>
                    <a:cubicBezTo>
                      <a:pt x="3709" y="2950"/>
                      <a:pt x="3689" y="3013"/>
                      <a:pt x="3653" y="3069"/>
                    </a:cubicBezTo>
                    <a:cubicBezTo>
                      <a:pt x="3643" y="3055"/>
                      <a:pt x="3653" y="3046"/>
                      <a:pt x="3657" y="3037"/>
                    </a:cubicBezTo>
                    <a:cubicBezTo>
                      <a:pt x="3678" y="2995"/>
                      <a:pt x="3696" y="2953"/>
                      <a:pt x="3719" y="2914"/>
                    </a:cubicBezTo>
                    <a:cubicBezTo>
                      <a:pt x="3722" y="2911"/>
                      <a:pt x="3724" y="2908"/>
                      <a:pt x="3726" y="2905"/>
                    </a:cubicBezTo>
                    <a:cubicBezTo>
                      <a:pt x="3732" y="2893"/>
                      <a:pt x="3736" y="2881"/>
                      <a:pt x="3736" y="2868"/>
                    </a:cubicBezTo>
                    <a:cubicBezTo>
                      <a:pt x="3736" y="2855"/>
                      <a:pt x="3731" y="2842"/>
                      <a:pt x="3726" y="2831"/>
                    </a:cubicBezTo>
                    <a:cubicBezTo>
                      <a:pt x="3721" y="2823"/>
                      <a:pt x="3716" y="2816"/>
                      <a:pt x="3709" y="2811"/>
                    </a:cubicBezTo>
                    <a:cubicBezTo>
                      <a:pt x="3692" y="2823"/>
                      <a:pt x="3688" y="2845"/>
                      <a:pt x="3679" y="2862"/>
                    </a:cubicBezTo>
                    <a:cubicBezTo>
                      <a:pt x="3650" y="2913"/>
                      <a:pt x="3638" y="2971"/>
                      <a:pt x="3603" y="3019"/>
                    </a:cubicBezTo>
                    <a:cubicBezTo>
                      <a:pt x="3598" y="2997"/>
                      <a:pt x="3611" y="2980"/>
                      <a:pt x="3619" y="2962"/>
                    </a:cubicBezTo>
                    <a:cubicBezTo>
                      <a:pt x="3642" y="2909"/>
                      <a:pt x="3667" y="2856"/>
                      <a:pt x="3690" y="2803"/>
                    </a:cubicBezTo>
                    <a:cubicBezTo>
                      <a:pt x="3696" y="2791"/>
                      <a:pt x="3704" y="2777"/>
                      <a:pt x="3683" y="2768"/>
                    </a:cubicBezTo>
                    <a:cubicBezTo>
                      <a:pt x="3682" y="2770"/>
                      <a:pt x="3681" y="2772"/>
                      <a:pt x="3680" y="2774"/>
                    </a:cubicBezTo>
                    <a:cubicBezTo>
                      <a:pt x="3667" y="2796"/>
                      <a:pt x="3657" y="2819"/>
                      <a:pt x="3648" y="2843"/>
                    </a:cubicBezTo>
                    <a:cubicBezTo>
                      <a:pt x="3628" y="2889"/>
                      <a:pt x="3617" y="2939"/>
                      <a:pt x="3591" y="2983"/>
                    </a:cubicBezTo>
                    <a:cubicBezTo>
                      <a:pt x="3591" y="2983"/>
                      <a:pt x="3591" y="2982"/>
                      <a:pt x="3591" y="2981"/>
                    </a:cubicBezTo>
                    <a:cubicBezTo>
                      <a:pt x="3591" y="2960"/>
                      <a:pt x="3596" y="2939"/>
                      <a:pt x="3605" y="2920"/>
                    </a:cubicBezTo>
                    <a:cubicBezTo>
                      <a:pt x="3625" y="2869"/>
                      <a:pt x="3645" y="2818"/>
                      <a:pt x="3666" y="2767"/>
                    </a:cubicBezTo>
                    <a:cubicBezTo>
                      <a:pt x="3673" y="2748"/>
                      <a:pt x="3678" y="2730"/>
                      <a:pt x="3655" y="2716"/>
                    </a:cubicBezTo>
                    <a:cubicBezTo>
                      <a:pt x="3629" y="2757"/>
                      <a:pt x="3623" y="2804"/>
                      <a:pt x="3596" y="2841"/>
                    </a:cubicBezTo>
                    <a:cubicBezTo>
                      <a:pt x="3602" y="2810"/>
                      <a:pt x="3615" y="2782"/>
                      <a:pt x="3622" y="2753"/>
                    </a:cubicBezTo>
                    <a:cubicBezTo>
                      <a:pt x="3629" y="2723"/>
                      <a:pt x="3660" y="2700"/>
                      <a:pt x="3631" y="2671"/>
                    </a:cubicBezTo>
                    <a:cubicBezTo>
                      <a:pt x="3607" y="2681"/>
                      <a:pt x="3617" y="2712"/>
                      <a:pt x="3591" y="2722"/>
                    </a:cubicBezTo>
                    <a:cubicBezTo>
                      <a:pt x="3599" y="2689"/>
                      <a:pt x="3611" y="2658"/>
                      <a:pt x="3628" y="2629"/>
                    </a:cubicBezTo>
                    <a:cubicBezTo>
                      <a:pt x="3629" y="2627"/>
                      <a:pt x="3630" y="2626"/>
                      <a:pt x="3630" y="2625"/>
                    </a:cubicBezTo>
                    <a:cubicBezTo>
                      <a:pt x="3638" y="2641"/>
                      <a:pt x="3632" y="2662"/>
                      <a:pt x="3654" y="2665"/>
                    </a:cubicBezTo>
                    <a:cubicBezTo>
                      <a:pt x="3671" y="2659"/>
                      <a:pt x="3667" y="2633"/>
                      <a:pt x="3688" y="2629"/>
                    </a:cubicBezTo>
                    <a:cubicBezTo>
                      <a:pt x="3688" y="2658"/>
                      <a:pt x="3647" y="2682"/>
                      <a:pt x="3683" y="2714"/>
                    </a:cubicBezTo>
                    <a:cubicBezTo>
                      <a:pt x="3702" y="2698"/>
                      <a:pt x="3702" y="2672"/>
                      <a:pt x="3721" y="2658"/>
                    </a:cubicBezTo>
                    <a:cubicBezTo>
                      <a:pt x="3729" y="2679"/>
                      <a:pt x="3712" y="2691"/>
                      <a:pt x="3707" y="2708"/>
                    </a:cubicBezTo>
                    <a:cubicBezTo>
                      <a:pt x="3702" y="2724"/>
                      <a:pt x="3684" y="2740"/>
                      <a:pt x="3709" y="2758"/>
                    </a:cubicBezTo>
                    <a:cubicBezTo>
                      <a:pt x="3727" y="2728"/>
                      <a:pt x="3757" y="2698"/>
                      <a:pt x="3758" y="2667"/>
                    </a:cubicBezTo>
                    <a:cubicBezTo>
                      <a:pt x="3758" y="2644"/>
                      <a:pt x="3725" y="2618"/>
                      <a:pt x="3706" y="2594"/>
                    </a:cubicBezTo>
                    <a:cubicBezTo>
                      <a:pt x="3692" y="2577"/>
                      <a:pt x="3677" y="2561"/>
                      <a:pt x="3661" y="2545"/>
                    </a:cubicBezTo>
                    <a:cubicBezTo>
                      <a:pt x="3644" y="2523"/>
                      <a:pt x="3623" y="2504"/>
                      <a:pt x="3599" y="2489"/>
                    </a:cubicBezTo>
                    <a:cubicBezTo>
                      <a:pt x="3578" y="2508"/>
                      <a:pt x="3583" y="2540"/>
                      <a:pt x="3556" y="2551"/>
                    </a:cubicBezTo>
                    <a:cubicBezTo>
                      <a:pt x="3559" y="2521"/>
                      <a:pt x="3585" y="2498"/>
                      <a:pt x="3581" y="2457"/>
                    </a:cubicBezTo>
                    <a:lnTo>
                      <a:pt x="3549" y="2490"/>
                    </a:lnTo>
                    <a:cubicBezTo>
                      <a:pt x="3566" y="2433"/>
                      <a:pt x="3564" y="2427"/>
                      <a:pt x="3503" y="2388"/>
                    </a:cubicBezTo>
                    <a:cubicBezTo>
                      <a:pt x="3496" y="2372"/>
                      <a:pt x="3487" y="2362"/>
                      <a:pt x="3475" y="2383"/>
                    </a:cubicBezTo>
                    <a:cubicBezTo>
                      <a:pt x="3467" y="2407"/>
                      <a:pt x="3458" y="2430"/>
                      <a:pt x="3447" y="2452"/>
                    </a:cubicBezTo>
                    <a:cubicBezTo>
                      <a:pt x="3447" y="2427"/>
                      <a:pt x="3452" y="2402"/>
                      <a:pt x="3461" y="2378"/>
                    </a:cubicBezTo>
                    <a:cubicBezTo>
                      <a:pt x="3464" y="2365"/>
                      <a:pt x="3467" y="2355"/>
                      <a:pt x="3455" y="2343"/>
                    </a:cubicBezTo>
                    <a:cubicBezTo>
                      <a:pt x="3437" y="2327"/>
                      <a:pt x="3417" y="2313"/>
                      <a:pt x="3396" y="2301"/>
                    </a:cubicBezTo>
                    <a:cubicBezTo>
                      <a:pt x="3353" y="2276"/>
                      <a:pt x="3304" y="2260"/>
                      <a:pt x="3254" y="2255"/>
                    </a:cubicBezTo>
                    <a:lnTo>
                      <a:pt x="3338" y="2354"/>
                    </a:lnTo>
                    <a:lnTo>
                      <a:pt x="3358" y="2290"/>
                    </a:lnTo>
                    <a:cubicBezTo>
                      <a:pt x="3361" y="2298"/>
                      <a:pt x="3363" y="2305"/>
                      <a:pt x="3363" y="2313"/>
                    </a:cubicBezTo>
                    <a:cubicBezTo>
                      <a:pt x="3363" y="2321"/>
                      <a:pt x="3361" y="2329"/>
                      <a:pt x="3358" y="2336"/>
                    </a:cubicBezTo>
                    <a:cubicBezTo>
                      <a:pt x="3348" y="2382"/>
                      <a:pt x="3350" y="2386"/>
                      <a:pt x="3392" y="2415"/>
                    </a:cubicBezTo>
                    <a:cubicBezTo>
                      <a:pt x="3391" y="2417"/>
                      <a:pt x="3391" y="2419"/>
                      <a:pt x="3391" y="2421"/>
                    </a:cubicBezTo>
                    <a:cubicBezTo>
                      <a:pt x="3391" y="2423"/>
                      <a:pt x="3390" y="2425"/>
                      <a:pt x="3392" y="2427"/>
                    </a:cubicBezTo>
                    <a:cubicBezTo>
                      <a:pt x="3392" y="2428"/>
                      <a:pt x="3394" y="2429"/>
                      <a:pt x="3395" y="2430"/>
                    </a:cubicBezTo>
                    <a:cubicBezTo>
                      <a:pt x="3403" y="2437"/>
                      <a:pt x="3408" y="2433"/>
                      <a:pt x="3410" y="2425"/>
                    </a:cubicBezTo>
                    <a:cubicBezTo>
                      <a:pt x="3416" y="2398"/>
                      <a:pt x="3422" y="2373"/>
                      <a:pt x="3428" y="2348"/>
                    </a:cubicBezTo>
                    <a:cubicBezTo>
                      <a:pt x="3430" y="2356"/>
                      <a:pt x="3431" y="2365"/>
                      <a:pt x="3431" y="2374"/>
                    </a:cubicBezTo>
                    <a:cubicBezTo>
                      <a:pt x="3431" y="2384"/>
                      <a:pt x="3429" y="2395"/>
                      <a:pt x="3426" y="2406"/>
                    </a:cubicBezTo>
                    <a:cubicBezTo>
                      <a:pt x="3422" y="2422"/>
                      <a:pt x="3419" y="2438"/>
                      <a:pt x="3418" y="2454"/>
                    </a:cubicBezTo>
                    <a:cubicBezTo>
                      <a:pt x="3418" y="2471"/>
                      <a:pt x="3428" y="2481"/>
                      <a:pt x="3448" y="2474"/>
                    </a:cubicBezTo>
                    <a:cubicBezTo>
                      <a:pt x="3448" y="2487"/>
                      <a:pt x="3440" y="2506"/>
                      <a:pt x="3467" y="2503"/>
                    </a:cubicBezTo>
                    <a:cubicBezTo>
                      <a:pt x="3465" y="2512"/>
                      <a:pt x="3464" y="2521"/>
                      <a:pt x="3464" y="2530"/>
                    </a:cubicBezTo>
                    <a:cubicBezTo>
                      <a:pt x="3464" y="2548"/>
                      <a:pt x="3468" y="2565"/>
                      <a:pt x="3475" y="2581"/>
                    </a:cubicBezTo>
                    <a:cubicBezTo>
                      <a:pt x="3479" y="2594"/>
                      <a:pt x="3491" y="2613"/>
                      <a:pt x="3464" y="2619"/>
                    </a:cubicBezTo>
                    <a:lnTo>
                      <a:pt x="3457" y="2597"/>
                    </a:lnTo>
                    <a:cubicBezTo>
                      <a:pt x="3450" y="2575"/>
                      <a:pt x="3441" y="2553"/>
                      <a:pt x="3431" y="2532"/>
                    </a:cubicBezTo>
                    <a:cubicBezTo>
                      <a:pt x="3374" y="2436"/>
                      <a:pt x="3295" y="2355"/>
                      <a:pt x="3201" y="2295"/>
                    </a:cubicBezTo>
                    <a:cubicBezTo>
                      <a:pt x="3180" y="2251"/>
                      <a:pt x="3138" y="2289"/>
                      <a:pt x="3111" y="2269"/>
                    </a:cubicBezTo>
                    <a:cubicBezTo>
                      <a:pt x="3108" y="2283"/>
                      <a:pt x="3125" y="2287"/>
                      <a:pt x="3123" y="2299"/>
                    </a:cubicBezTo>
                    <a:lnTo>
                      <a:pt x="3124" y="2299"/>
                    </a:lnTo>
                    <a:cubicBezTo>
                      <a:pt x="3097" y="2298"/>
                      <a:pt x="3086" y="2273"/>
                      <a:pt x="3069" y="2259"/>
                    </a:cubicBezTo>
                    <a:cubicBezTo>
                      <a:pt x="3056" y="2248"/>
                      <a:pt x="3048" y="2229"/>
                      <a:pt x="3020" y="2232"/>
                    </a:cubicBezTo>
                    <a:lnTo>
                      <a:pt x="3082" y="2302"/>
                    </a:lnTo>
                    <a:cubicBezTo>
                      <a:pt x="3018" y="2266"/>
                      <a:pt x="2983" y="2197"/>
                      <a:pt x="2907" y="2169"/>
                    </a:cubicBezTo>
                    <a:cubicBezTo>
                      <a:pt x="2915" y="2202"/>
                      <a:pt x="2951" y="2210"/>
                      <a:pt x="2950" y="2243"/>
                    </a:cubicBezTo>
                    <a:cubicBezTo>
                      <a:pt x="2890" y="2156"/>
                      <a:pt x="2799" y="2104"/>
                      <a:pt x="2724" y="2034"/>
                    </a:cubicBezTo>
                    <a:cubicBezTo>
                      <a:pt x="2714" y="2022"/>
                      <a:pt x="2702" y="2012"/>
                      <a:pt x="2688" y="2004"/>
                    </a:cubicBezTo>
                    <a:cubicBezTo>
                      <a:pt x="2683" y="2001"/>
                      <a:pt x="2678" y="1998"/>
                      <a:pt x="2672" y="1996"/>
                    </a:cubicBezTo>
                    <a:cubicBezTo>
                      <a:pt x="2684" y="2031"/>
                      <a:pt x="2718" y="2045"/>
                      <a:pt x="2723" y="2077"/>
                    </a:cubicBezTo>
                    <a:cubicBezTo>
                      <a:pt x="2673" y="2047"/>
                      <a:pt x="2644" y="1998"/>
                      <a:pt x="2611" y="1952"/>
                    </a:cubicBezTo>
                    <a:cubicBezTo>
                      <a:pt x="2593" y="1925"/>
                      <a:pt x="2572" y="1900"/>
                      <a:pt x="2549" y="1878"/>
                    </a:cubicBezTo>
                    <a:cubicBezTo>
                      <a:pt x="2521" y="1851"/>
                      <a:pt x="2487" y="1830"/>
                      <a:pt x="2458" y="1806"/>
                    </a:cubicBezTo>
                    <a:cubicBezTo>
                      <a:pt x="2408" y="1765"/>
                      <a:pt x="2365" y="1716"/>
                      <a:pt x="2330" y="1662"/>
                    </a:cubicBezTo>
                    <a:cubicBezTo>
                      <a:pt x="2345" y="1657"/>
                      <a:pt x="2352" y="1668"/>
                      <a:pt x="2360" y="1674"/>
                    </a:cubicBezTo>
                    <a:cubicBezTo>
                      <a:pt x="2424" y="1723"/>
                      <a:pt x="2484" y="1777"/>
                      <a:pt x="2540" y="1835"/>
                    </a:cubicBezTo>
                    <a:cubicBezTo>
                      <a:pt x="2623" y="1921"/>
                      <a:pt x="2711" y="1999"/>
                      <a:pt x="2848" y="2017"/>
                    </a:cubicBezTo>
                    <a:cubicBezTo>
                      <a:pt x="2835" y="2010"/>
                      <a:pt x="2822" y="2003"/>
                      <a:pt x="2810" y="1996"/>
                    </a:cubicBezTo>
                    <a:cubicBezTo>
                      <a:pt x="2766" y="1970"/>
                      <a:pt x="2726" y="1940"/>
                      <a:pt x="2689" y="1905"/>
                    </a:cubicBezTo>
                    <a:cubicBezTo>
                      <a:pt x="2612" y="1824"/>
                      <a:pt x="2533" y="1745"/>
                      <a:pt x="2457" y="1662"/>
                    </a:cubicBezTo>
                    <a:cubicBezTo>
                      <a:pt x="2401" y="1602"/>
                      <a:pt x="2340" y="1545"/>
                      <a:pt x="2275" y="1494"/>
                    </a:cubicBezTo>
                    <a:cubicBezTo>
                      <a:pt x="2137" y="1385"/>
                      <a:pt x="1988" y="1290"/>
                      <a:pt x="1855" y="1174"/>
                    </a:cubicBezTo>
                    <a:cubicBezTo>
                      <a:pt x="1759" y="1086"/>
                      <a:pt x="1656" y="1006"/>
                      <a:pt x="1546" y="936"/>
                    </a:cubicBezTo>
                    <a:cubicBezTo>
                      <a:pt x="1521" y="921"/>
                      <a:pt x="1499" y="901"/>
                      <a:pt x="1476" y="883"/>
                    </a:cubicBezTo>
                    <a:cubicBezTo>
                      <a:pt x="1399" y="827"/>
                      <a:pt x="1335" y="751"/>
                      <a:pt x="1233" y="734"/>
                    </a:cubicBezTo>
                    <a:cubicBezTo>
                      <a:pt x="1197" y="728"/>
                      <a:pt x="1166" y="705"/>
                      <a:pt x="1129" y="695"/>
                    </a:cubicBezTo>
                    <a:cubicBezTo>
                      <a:pt x="1092" y="685"/>
                      <a:pt x="1069" y="648"/>
                      <a:pt x="1041" y="622"/>
                    </a:cubicBezTo>
                    <a:cubicBezTo>
                      <a:pt x="1034" y="616"/>
                      <a:pt x="1020" y="611"/>
                      <a:pt x="1030" y="596"/>
                    </a:cubicBezTo>
                    <a:cubicBezTo>
                      <a:pt x="1066" y="601"/>
                      <a:pt x="1092" y="625"/>
                      <a:pt x="1124" y="641"/>
                    </a:cubicBezTo>
                    <a:cubicBezTo>
                      <a:pt x="1121" y="635"/>
                      <a:pt x="1118" y="629"/>
                      <a:pt x="1115" y="623"/>
                    </a:cubicBezTo>
                    <a:cubicBezTo>
                      <a:pt x="1105" y="606"/>
                      <a:pt x="1090" y="591"/>
                      <a:pt x="1073" y="581"/>
                    </a:cubicBezTo>
                    <a:cubicBezTo>
                      <a:pt x="1024" y="550"/>
                      <a:pt x="981" y="508"/>
                      <a:pt x="924" y="492"/>
                    </a:cubicBezTo>
                    <a:cubicBezTo>
                      <a:pt x="899" y="485"/>
                      <a:pt x="900" y="465"/>
                      <a:pt x="913" y="454"/>
                    </a:cubicBezTo>
                    <a:cubicBezTo>
                      <a:pt x="937" y="432"/>
                      <a:pt x="963" y="413"/>
                      <a:pt x="991" y="396"/>
                    </a:cubicBezTo>
                    <a:cubicBezTo>
                      <a:pt x="1009" y="386"/>
                      <a:pt x="1027" y="378"/>
                      <a:pt x="1046" y="370"/>
                    </a:cubicBezTo>
                    <a:cubicBezTo>
                      <a:pt x="1027" y="387"/>
                      <a:pt x="1007" y="403"/>
                      <a:pt x="986" y="417"/>
                    </a:cubicBezTo>
                    <a:cubicBezTo>
                      <a:pt x="962" y="433"/>
                      <a:pt x="941" y="453"/>
                      <a:pt x="926" y="477"/>
                    </a:cubicBezTo>
                    <a:cubicBezTo>
                      <a:pt x="967" y="479"/>
                      <a:pt x="982" y="446"/>
                      <a:pt x="1007" y="431"/>
                    </a:cubicBezTo>
                    <a:cubicBezTo>
                      <a:pt x="1032" y="416"/>
                      <a:pt x="1052" y="391"/>
                      <a:pt x="1088" y="378"/>
                    </a:cubicBezTo>
                    <a:cubicBezTo>
                      <a:pt x="1065" y="415"/>
                      <a:pt x="1025" y="425"/>
                      <a:pt x="1009" y="467"/>
                    </a:cubicBezTo>
                    <a:cubicBezTo>
                      <a:pt x="1051" y="451"/>
                      <a:pt x="1073" y="420"/>
                      <a:pt x="1110" y="412"/>
                    </a:cubicBezTo>
                    <a:cubicBezTo>
                      <a:pt x="1087" y="436"/>
                      <a:pt x="1061" y="454"/>
                      <a:pt x="1037" y="475"/>
                    </a:cubicBezTo>
                    <a:cubicBezTo>
                      <a:pt x="1027" y="484"/>
                      <a:pt x="996" y="489"/>
                      <a:pt x="1013" y="509"/>
                    </a:cubicBezTo>
                    <a:cubicBezTo>
                      <a:pt x="1030" y="529"/>
                      <a:pt x="1038" y="499"/>
                      <a:pt x="1051" y="492"/>
                    </a:cubicBezTo>
                    <a:cubicBezTo>
                      <a:pt x="1072" y="480"/>
                      <a:pt x="1084" y="452"/>
                      <a:pt x="1121" y="445"/>
                    </a:cubicBezTo>
                    <a:lnTo>
                      <a:pt x="1036" y="534"/>
                    </a:lnTo>
                    <a:cubicBezTo>
                      <a:pt x="1101" y="520"/>
                      <a:pt x="1124" y="466"/>
                      <a:pt x="1172" y="445"/>
                    </a:cubicBezTo>
                    <a:cubicBezTo>
                      <a:pt x="1174" y="463"/>
                      <a:pt x="1158" y="467"/>
                      <a:pt x="1153" y="477"/>
                    </a:cubicBezTo>
                    <a:cubicBezTo>
                      <a:pt x="1139" y="510"/>
                      <a:pt x="1172" y="477"/>
                      <a:pt x="1172" y="497"/>
                    </a:cubicBezTo>
                    <a:cubicBezTo>
                      <a:pt x="1161" y="508"/>
                      <a:pt x="1148" y="522"/>
                      <a:pt x="1134" y="535"/>
                    </a:cubicBezTo>
                    <a:cubicBezTo>
                      <a:pt x="1128" y="542"/>
                      <a:pt x="1119" y="548"/>
                      <a:pt x="1110" y="541"/>
                    </a:cubicBezTo>
                    <a:cubicBezTo>
                      <a:pt x="1095" y="528"/>
                      <a:pt x="1086" y="538"/>
                      <a:pt x="1081" y="549"/>
                    </a:cubicBezTo>
                    <a:cubicBezTo>
                      <a:pt x="1076" y="561"/>
                      <a:pt x="1090" y="567"/>
                      <a:pt x="1098" y="573"/>
                    </a:cubicBezTo>
                    <a:cubicBezTo>
                      <a:pt x="1116" y="585"/>
                      <a:pt x="1129" y="576"/>
                      <a:pt x="1142" y="564"/>
                    </a:cubicBezTo>
                    <a:cubicBezTo>
                      <a:pt x="1167" y="541"/>
                      <a:pt x="1192" y="518"/>
                      <a:pt x="1217" y="495"/>
                    </a:cubicBezTo>
                    <a:cubicBezTo>
                      <a:pt x="1209" y="533"/>
                      <a:pt x="1175" y="551"/>
                      <a:pt x="1157" y="581"/>
                    </a:cubicBezTo>
                    <a:cubicBezTo>
                      <a:pt x="1177" y="590"/>
                      <a:pt x="1183" y="561"/>
                      <a:pt x="1202" y="569"/>
                    </a:cubicBezTo>
                    <a:cubicBezTo>
                      <a:pt x="1202" y="590"/>
                      <a:pt x="1171" y="593"/>
                      <a:pt x="1171" y="622"/>
                    </a:cubicBezTo>
                    <a:cubicBezTo>
                      <a:pt x="1209" y="607"/>
                      <a:pt x="1231" y="574"/>
                      <a:pt x="1267" y="558"/>
                    </a:cubicBezTo>
                    <a:cubicBezTo>
                      <a:pt x="1263" y="577"/>
                      <a:pt x="1256" y="596"/>
                      <a:pt x="1246" y="613"/>
                    </a:cubicBezTo>
                    <a:cubicBezTo>
                      <a:pt x="1240" y="623"/>
                      <a:pt x="1234" y="632"/>
                      <a:pt x="1226" y="641"/>
                    </a:cubicBezTo>
                    <a:cubicBezTo>
                      <a:pt x="1244" y="654"/>
                      <a:pt x="1258" y="655"/>
                      <a:pt x="1268" y="641"/>
                    </a:cubicBezTo>
                    <a:cubicBezTo>
                      <a:pt x="1274" y="634"/>
                      <a:pt x="1280" y="626"/>
                      <a:pt x="1284" y="618"/>
                    </a:cubicBezTo>
                    <a:cubicBezTo>
                      <a:pt x="1295" y="599"/>
                      <a:pt x="1302" y="578"/>
                      <a:pt x="1303" y="556"/>
                    </a:cubicBezTo>
                    <a:cubicBezTo>
                      <a:pt x="1303" y="523"/>
                      <a:pt x="1303" y="490"/>
                      <a:pt x="1303" y="457"/>
                    </a:cubicBezTo>
                    <a:cubicBezTo>
                      <a:pt x="1315" y="454"/>
                      <a:pt x="1330" y="457"/>
                      <a:pt x="1331" y="439"/>
                    </a:cubicBezTo>
                    <a:cubicBezTo>
                      <a:pt x="1332" y="436"/>
                      <a:pt x="1332" y="433"/>
                      <a:pt x="1332" y="430"/>
                    </a:cubicBezTo>
                    <a:cubicBezTo>
                      <a:pt x="1332" y="407"/>
                      <a:pt x="1329" y="385"/>
                      <a:pt x="1322" y="363"/>
                    </a:cubicBezTo>
                    <a:cubicBezTo>
                      <a:pt x="1320" y="353"/>
                      <a:pt x="1311" y="350"/>
                      <a:pt x="1301" y="354"/>
                    </a:cubicBezTo>
                    <a:cubicBezTo>
                      <a:pt x="1291" y="358"/>
                      <a:pt x="1280" y="361"/>
                      <a:pt x="1269" y="363"/>
                    </a:cubicBezTo>
                    <a:cubicBezTo>
                      <a:pt x="1201" y="369"/>
                      <a:pt x="1131" y="383"/>
                      <a:pt x="1077" y="322"/>
                    </a:cubicBezTo>
                    <a:cubicBezTo>
                      <a:pt x="1087" y="322"/>
                      <a:pt x="1100" y="329"/>
                      <a:pt x="1105" y="315"/>
                    </a:cubicBezTo>
                    <a:cubicBezTo>
                      <a:pt x="1116" y="291"/>
                      <a:pt x="1121" y="266"/>
                      <a:pt x="1121" y="239"/>
                    </a:cubicBezTo>
                    <a:cubicBezTo>
                      <a:pt x="1121" y="225"/>
                      <a:pt x="1120" y="211"/>
                      <a:pt x="1116" y="197"/>
                    </a:cubicBezTo>
                    <a:lnTo>
                      <a:pt x="1037" y="233"/>
                    </a:lnTo>
                    <a:cubicBezTo>
                      <a:pt x="1052" y="261"/>
                      <a:pt x="1064" y="290"/>
                      <a:pt x="1072" y="320"/>
                    </a:cubicBezTo>
                    <a:cubicBezTo>
                      <a:pt x="1063" y="314"/>
                      <a:pt x="1055" y="306"/>
                      <a:pt x="1050" y="297"/>
                    </a:cubicBezTo>
                    <a:cubicBezTo>
                      <a:pt x="1045" y="289"/>
                      <a:pt x="1042" y="280"/>
                      <a:pt x="1042" y="271"/>
                    </a:cubicBezTo>
                    <a:cubicBezTo>
                      <a:pt x="1039" y="258"/>
                      <a:pt x="987" y="280"/>
                      <a:pt x="1023" y="244"/>
                    </a:cubicBezTo>
                    <a:cubicBezTo>
                      <a:pt x="1025" y="243"/>
                      <a:pt x="1017" y="238"/>
                      <a:pt x="1012" y="236"/>
                    </a:cubicBezTo>
                    <a:cubicBezTo>
                      <a:pt x="955" y="218"/>
                      <a:pt x="954" y="216"/>
                      <a:pt x="966" y="157"/>
                    </a:cubicBezTo>
                    <a:cubicBezTo>
                      <a:pt x="971" y="139"/>
                      <a:pt x="973" y="121"/>
                      <a:pt x="973" y="102"/>
                    </a:cubicBezTo>
                    <a:cubicBezTo>
                      <a:pt x="973" y="93"/>
                      <a:pt x="972" y="84"/>
                      <a:pt x="971" y="75"/>
                    </a:cubicBezTo>
                    <a:cubicBezTo>
                      <a:pt x="949" y="79"/>
                      <a:pt x="946" y="105"/>
                      <a:pt x="926" y="106"/>
                    </a:cubicBezTo>
                    <a:moveTo>
                      <a:pt x="3286" y="4335"/>
                    </a:moveTo>
                    <a:cubicBezTo>
                      <a:pt x="3293" y="4334"/>
                      <a:pt x="3300" y="4331"/>
                      <a:pt x="3306" y="4328"/>
                    </a:cubicBezTo>
                    <a:cubicBezTo>
                      <a:pt x="3315" y="4322"/>
                      <a:pt x="3323" y="4315"/>
                      <a:pt x="3328" y="4307"/>
                    </a:cubicBezTo>
                    <a:cubicBezTo>
                      <a:pt x="3329" y="4305"/>
                      <a:pt x="3329" y="4304"/>
                      <a:pt x="3330" y="4302"/>
                    </a:cubicBezTo>
                    <a:cubicBezTo>
                      <a:pt x="3346" y="4296"/>
                      <a:pt x="3362" y="4289"/>
                      <a:pt x="3377" y="4280"/>
                    </a:cubicBezTo>
                    <a:cubicBezTo>
                      <a:pt x="3405" y="4264"/>
                      <a:pt x="3430" y="4244"/>
                      <a:pt x="3451" y="4219"/>
                    </a:cubicBezTo>
                    <a:cubicBezTo>
                      <a:pt x="3414" y="4237"/>
                      <a:pt x="3386" y="4254"/>
                      <a:pt x="3356" y="4265"/>
                    </a:cubicBezTo>
                    <a:cubicBezTo>
                      <a:pt x="3353" y="4266"/>
                      <a:pt x="3351" y="4266"/>
                      <a:pt x="3348" y="4268"/>
                    </a:cubicBezTo>
                    <a:cubicBezTo>
                      <a:pt x="3342" y="4270"/>
                      <a:pt x="3338" y="4275"/>
                      <a:pt x="3335" y="4281"/>
                    </a:cubicBezTo>
                    <a:cubicBezTo>
                      <a:pt x="3332" y="4286"/>
                      <a:pt x="3330" y="4293"/>
                      <a:pt x="3330" y="4299"/>
                    </a:cubicBezTo>
                    <a:cubicBezTo>
                      <a:pt x="3330" y="4301"/>
                      <a:pt x="3331" y="4302"/>
                      <a:pt x="3331" y="4303"/>
                    </a:cubicBezTo>
                    <a:cubicBezTo>
                      <a:pt x="3323" y="4304"/>
                      <a:pt x="3316" y="4306"/>
                      <a:pt x="3310" y="4310"/>
                    </a:cubicBezTo>
                    <a:cubicBezTo>
                      <a:pt x="3302" y="4315"/>
                      <a:pt x="3295" y="4321"/>
                      <a:pt x="3291" y="4329"/>
                    </a:cubicBezTo>
                    <a:cubicBezTo>
                      <a:pt x="3289" y="4332"/>
                      <a:pt x="3288" y="4334"/>
                      <a:pt x="3287" y="4337"/>
                    </a:cubicBezTo>
                    <a:cubicBezTo>
                      <a:pt x="3266" y="4334"/>
                      <a:pt x="3256" y="4347"/>
                      <a:pt x="3248" y="4363"/>
                    </a:cubicBezTo>
                    <a:cubicBezTo>
                      <a:pt x="3264" y="4359"/>
                      <a:pt x="3280" y="4354"/>
                      <a:pt x="3286" y="4335"/>
                    </a:cubicBezTo>
                    <a:moveTo>
                      <a:pt x="2719" y="3830"/>
                    </a:moveTo>
                    <a:cubicBezTo>
                      <a:pt x="2729" y="3820"/>
                      <a:pt x="2743" y="3835"/>
                      <a:pt x="2754" y="3825"/>
                    </a:cubicBezTo>
                    <a:cubicBezTo>
                      <a:pt x="2761" y="3820"/>
                      <a:pt x="2769" y="3814"/>
                      <a:pt x="2766" y="3804"/>
                    </a:cubicBezTo>
                    <a:lnTo>
                      <a:pt x="2766" y="3803"/>
                    </a:lnTo>
                    <a:cubicBezTo>
                      <a:pt x="2764" y="3800"/>
                      <a:pt x="2761" y="3796"/>
                      <a:pt x="2758" y="3795"/>
                    </a:cubicBezTo>
                    <a:cubicBezTo>
                      <a:pt x="2757" y="3794"/>
                      <a:pt x="2756" y="3794"/>
                      <a:pt x="2755" y="3794"/>
                    </a:cubicBezTo>
                    <a:cubicBezTo>
                      <a:pt x="2752" y="3792"/>
                      <a:pt x="2749" y="3792"/>
                      <a:pt x="2747" y="3792"/>
                    </a:cubicBezTo>
                    <a:cubicBezTo>
                      <a:pt x="2744" y="3792"/>
                      <a:pt x="2742" y="3792"/>
                      <a:pt x="2740" y="3794"/>
                    </a:cubicBezTo>
                    <a:cubicBezTo>
                      <a:pt x="2737" y="3795"/>
                      <a:pt x="2736" y="3796"/>
                      <a:pt x="2735" y="3799"/>
                    </a:cubicBezTo>
                    <a:cubicBezTo>
                      <a:pt x="2734" y="3800"/>
                      <a:pt x="2734" y="3801"/>
                      <a:pt x="2734" y="3802"/>
                    </a:cubicBezTo>
                    <a:cubicBezTo>
                      <a:pt x="2730" y="3812"/>
                      <a:pt x="2724" y="3821"/>
                      <a:pt x="2719" y="3831"/>
                    </a:cubicBezTo>
                    <a:cubicBezTo>
                      <a:pt x="2719" y="3810"/>
                      <a:pt x="2738" y="3785"/>
                      <a:pt x="2707" y="3770"/>
                    </a:cubicBezTo>
                    <a:cubicBezTo>
                      <a:pt x="2698" y="3766"/>
                      <a:pt x="2688" y="3758"/>
                      <a:pt x="2681" y="3772"/>
                    </a:cubicBezTo>
                    <a:cubicBezTo>
                      <a:pt x="2674" y="3786"/>
                      <a:pt x="2670" y="3794"/>
                      <a:pt x="2685" y="3804"/>
                    </a:cubicBezTo>
                    <a:cubicBezTo>
                      <a:pt x="2699" y="3813"/>
                      <a:pt x="2717" y="3809"/>
                      <a:pt x="2719" y="3830"/>
                    </a:cubicBezTo>
                    <a:moveTo>
                      <a:pt x="2409" y="4398"/>
                    </a:moveTo>
                    <a:cubicBezTo>
                      <a:pt x="2398" y="4406"/>
                      <a:pt x="2409" y="4367"/>
                      <a:pt x="2392" y="4389"/>
                    </a:cubicBezTo>
                    <a:cubicBezTo>
                      <a:pt x="2389" y="4393"/>
                      <a:pt x="2386" y="4397"/>
                      <a:pt x="2384" y="4401"/>
                    </a:cubicBezTo>
                    <a:cubicBezTo>
                      <a:pt x="2379" y="4410"/>
                      <a:pt x="2376" y="4420"/>
                      <a:pt x="2376" y="4430"/>
                    </a:cubicBezTo>
                    <a:lnTo>
                      <a:pt x="2376" y="4431"/>
                    </a:lnTo>
                    <a:cubicBezTo>
                      <a:pt x="2394" y="4424"/>
                      <a:pt x="2391" y="4399"/>
                      <a:pt x="2411" y="4396"/>
                    </a:cubicBezTo>
                    <a:cubicBezTo>
                      <a:pt x="2409" y="4415"/>
                      <a:pt x="2393" y="4431"/>
                      <a:pt x="2396" y="4453"/>
                    </a:cubicBezTo>
                    <a:cubicBezTo>
                      <a:pt x="2398" y="4452"/>
                      <a:pt x="2400" y="4450"/>
                      <a:pt x="2401" y="4450"/>
                    </a:cubicBezTo>
                    <a:cubicBezTo>
                      <a:pt x="2409" y="4445"/>
                      <a:pt x="2415" y="4439"/>
                      <a:pt x="2420" y="4431"/>
                    </a:cubicBezTo>
                    <a:lnTo>
                      <a:pt x="2421" y="4430"/>
                    </a:lnTo>
                    <a:cubicBezTo>
                      <a:pt x="2445" y="4401"/>
                      <a:pt x="2465" y="4369"/>
                      <a:pt x="2485" y="4337"/>
                    </a:cubicBezTo>
                    <a:cubicBezTo>
                      <a:pt x="2487" y="4332"/>
                      <a:pt x="2490" y="4329"/>
                      <a:pt x="2492" y="4324"/>
                    </a:cubicBezTo>
                    <a:cubicBezTo>
                      <a:pt x="2493" y="4324"/>
                      <a:pt x="2494" y="4323"/>
                      <a:pt x="2496" y="4323"/>
                    </a:cubicBezTo>
                    <a:cubicBezTo>
                      <a:pt x="2515" y="4311"/>
                      <a:pt x="2531" y="4295"/>
                      <a:pt x="2542" y="4276"/>
                    </a:cubicBezTo>
                    <a:cubicBezTo>
                      <a:pt x="2547" y="4268"/>
                      <a:pt x="2550" y="4260"/>
                      <a:pt x="2553" y="4251"/>
                    </a:cubicBezTo>
                    <a:cubicBezTo>
                      <a:pt x="2571" y="4209"/>
                      <a:pt x="2588" y="4165"/>
                      <a:pt x="2603" y="4122"/>
                    </a:cubicBezTo>
                    <a:cubicBezTo>
                      <a:pt x="2606" y="4113"/>
                      <a:pt x="2618" y="4102"/>
                      <a:pt x="2603" y="4089"/>
                    </a:cubicBezTo>
                    <a:cubicBezTo>
                      <a:pt x="2561" y="4165"/>
                      <a:pt x="2524" y="4243"/>
                      <a:pt x="2493" y="4324"/>
                    </a:cubicBezTo>
                    <a:cubicBezTo>
                      <a:pt x="2492" y="4324"/>
                      <a:pt x="2490" y="4324"/>
                      <a:pt x="2488" y="4324"/>
                    </a:cubicBezTo>
                    <a:cubicBezTo>
                      <a:pt x="2477" y="4324"/>
                      <a:pt x="2465" y="4327"/>
                      <a:pt x="2455" y="4333"/>
                    </a:cubicBezTo>
                    <a:cubicBezTo>
                      <a:pt x="2445" y="4338"/>
                      <a:pt x="2437" y="4347"/>
                      <a:pt x="2431" y="4357"/>
                    </a:cubicBezTo>
                    <a:cubicBezTo>
                      <a:pt x="2428" y="4362"/>
                      <a:pt x="2426" y="4367"/>
                      <a:pt x="2425" y="4373"/>
                    </a:cubicBezTo>
                    <a:cubicBezTo>
                      <a:pt x="2423" y="4376"/>
                      <a:pt x="2422" y="4379"/>
                      <a:pt x="2420" y="4382"/>
                    </a:cubicBezTo>
                    <a:cubicBezTo>
                      <a:pt x="2417" y="4388"/>
                      <a:pt x="2413" y="4393"/>
                      <a:pt x="2409" y="4398"/>
                    </a:cubicBezTo>
                    <a:moveTo>
                      <a:pt x="3069" y="3908"/>
                    </a:moveTo>
                    <a:cubicBezTo>
                      <a:pt x="3058" y="3925"/>
                      <a:pt x="3054" y="3954"/>
                      <a:pt x="3024" y="3928"/>
                    </a:cubicBezTo>
                    <a:cubicBezTo>
                      <a:pt x="3023" y="3927"/>
                      <a:pt x="3021" y="3926"/>
                      <a:pt x="3020" y="3925"/>
                    </a:cubicBezTo>
                    <a:cubicBezTo>
                      <a:pt x="3012" y="3920"/>
                      <a:pt x="3003" y="3917"/>
                      <a:pt x="2994" y="3915"/>
                    </a:cubicBezTo>
                    <a:cubicBezTo>
                      <a:pt x="2958" y="3900"/>
                      <a:pt x="2921" y="3890"/>
                      <a:pt x="2882" y="3886"/>
                    </a:cubicBezTo>
                    <a:cubicBezTo>
                      <a:pt x="2948" y="3926"/>
                      <a:pt x="3044" y="3958"/>
                      <a:pt x="3092" y="3956"/>
                    </a:cubicBezTo>
                    <a:cubicBezTo>
                      <a:pt x="3092" y="3945"/>
                      <a:pt x="3089" y="3935"/>
                      <a:pt x="3083" y="3925"/>
                    </a:cubicBezTo>
                    <a:cubicBezTo>
                      <a:pt x="3079" y="3918"/>
                      <a:pt x="3073" y="3912"/>
                      <a:pt x="3067" y="3907"/>
                    </a:cubicBezTo>
                    <a:cubicBezTo>
                      <a:pt x="3075" y="3902"/>
                      <a:pt x="3089" y="3911"/>
                      <a:pt x="3093" y="3897"/>
                    </a:cubicBezTo>
                    <a:cubicBezTo>
                      <a:pt x="3085" y="3884"/>
                      <a:pt x="3071" y="3873"/>
                      <a:pt x="3059" y="3882"/>
                    </a:cubicBezTo>
                    <a:cubicBezTo>
                      <a:pt x="3047" y="3890"/>
                      <a:pt x="3069" y="3898"/>
                      <a:pt x="3069" y="3908"/>
                    </a:cubicBezTo>
                    <a:moveTo>
                      <a:pt x="2234" y="4286"/>
                    </a:moveTo>
                    <a:lnTo>
                      <a:pt x="2109" y="4322"/>
                    </a:lnTo>
                    <a:cubicBezTo>
                      <a:pt x="2093" y="4327"/>
                      <a:pt x="2078" y="4332"/>
                      <a:pt x="2063" y="4341"/>
                    </a:cubicBezTo>
                    <a:cubicBezTo>
                      <a:pt x="2044" y="4351"/>
                      <a:pt x="2028" y="4366"/>
                      <a:pt x="2014" y="4383"/>
                    </a:cubicBezTo>
                    <a:cubicBezTo>
                      <a:pt x="2020" y="4383"/>
                      <a:pt x="2024" y="4385"/>
                      <a:pt x="2027" y="4384"/>
                    </a:cubicBezTo>
                    <a:cubicBezTo>
                      <a:pt x="2091" y="4360"/>
                      <a:pt x="2152" y="4325"/>
                      <a:pt x="2218" y="4305"/>
                    </a:cubicBezTo>
                    <a:cubicBezTo>
                      <a:pt x="2229" y="4302"/>
                      <a:pt x="2229" y="4292"/>
                      <a:pt x="2234" y="4284"/>
                    </a:cubicBezTo>
                    <a:cubicBezTo>
                      <a:pt x="2275" y="4298"/>
                      <a:pt x="2302" y="4268"/>
                      <a:pt x="2336" y="4255"/>
                    </a:cubicBezTo>
                    <a:cubicBezTo>
                      <a:pt x="2327" y="4238"/>
                      <a:pt x="2317" y="4236"/>
                      <a:pt x="2304" y="4245"/>
                    </a:cubicBezTo>
                    <a:cubicBezTo>
                      <a:pt x="2281" y="4260"/>
                      <a:pt x="2257" y="4271"/>
                      <a:pt x="2234" y="4286"/>
                    </a:cubicBezTo>
                    <a:moveTo>
                      <a:pt x="3794" y="3585"/>
                    </a:moveTo>
                    <a:cubicBezTo>
                      <a:pt x="3790" y="3567"/>
                      <a:pt x="3805" y="3554"/>
                      <a:pt x="3808" y="3539"/>
                    </a:cubicBezTo>
                    <a:cubicBezTo>
                      <a:pt x="3811" y="3523"/>
                      <a:pt x="3820" y="3510"/>
                      <a:pt x="3806" y="3496"/>
                    </a:cubicBezTo>
                    <a:cubicBezTo>
                      <a:pt x="3800" y="3503"/>
                      <a:pt x="3795" y="3510"/>
                      <a:pt x="3791" y="3518"/>
                    </a:cubicBezTo>
                    <a:cubicBezTo>
                      <a:pt x="3768" y="3556"/>
                      <a:pt x="3757" y="3600"/>
                      <a:pt x="3756" y="3645"/>
                    </a:cubicBezTo>
                    <a:cubicBezTo>
                      <a:pt x="3776" y="3629"/>
                      <a:pt x="3772" y="3596"/>
                      <a:pt x="3796" y="3583"/>
                    </a:cubicBezTo>
                    <a:cubicBezTo>
                      <a:pt x="3769" y="3646"/>
                      <a:pt x="3759" y="3717"/>
                      <a:pt x="3721" y="3777"/>
                    </a:cubicBezTo>
                    <a:cubicBezTo>
                      <a:pt x="3734" y="3761"/>
                      <a:pt x="3760" y="3763"/>
                      <a:pt x="3769" y="3739"/>
                    </a:cubicBezTo>
                    <a:cubicBezTo>
                      <a:pt x="3779" y="3711"/>
                      <a:pt x="3797" y="3684"/>
                      <a:pt x="3806" y="3655"/>
                    </a:cubicBezTo>
                    <a:cubicBezTo>
                      <a:pt x="3810" y="3646"/>
                      <a:pt x="3812" y="3637"/>
                      <a:pt x="3812" y="3628"/>
                    </a:cubicBezTo>
                    <a:cubicBezTo>
                      <a:pt x="3812" y="3617"/>
                      <a:pt x="3808" y="3605"/>
                      <a:pt x="3803" y="3596"/>
                    </a:cubicBezTo>
                    <a:cubicBezTo>
                      <a:pt x="3800" y="3591"/>
                      <a:pt x="3798" y="3587"/>
                      <a:pt x="3794" y="3583"/>
                    </a:cubicBezTo>
                    <a:lnTo>
                      <a:pt x="3794" y="3585"/>
                    </a:lnTo>
                    <a:moveTo>
                      <a:pt x="2439" y="4061"/>
                    </a:moveTo>
                    <a:cubicBezTo>
                      <a:pt x="2450" y="4065"/>
                      <a:pt x="2470" y="4068"/>
                      <a:pt x="2449" y="4084"/>
                    </a:cubicBezTo>
                    <a:cubicBezTo>
                      <a:pt x="2424" y="4103"/>
                      <a:pt x="2404" y="4127"/>
                      <a:pt x="2388" y="4154"/>
                    </a:cubicBezTo>
                    <a:cubicBezTo>
                      <a:pt x="2403" y="4162"/>
                      <a:pt x="2414" y="4165"/>
                      <a:pt x="2424" y="4158"/>
                    </a:cubicBezTo>
                    <a:cubicBezTo>
                      <a:pt x="2462" y="4133"/>
                      <a:pt x="2475" y="4088"/>
                      <a:pt x="2503" y="4055"/>
                    </a:cubicBezTo>
                    <a:cubicBezTo>
                      <a:pt x="2504" y="4053"/>
                      <a:pt x="2505" y="4051"/>
                      <a:pt x="2505" y="4049"/>
                    </a:cubicBezTo>
                    <a:cubicBezTo>
                      <a:pt x="2505" y="4046"/>
                      <a:pt x="2504" y="4044"/>
                      <a:pt x="2503" y="4042"/>
                    </a:cubicBezTo>
                    <a:cubicBezTo>
                      <a:pt x="2502" y="4040"/>
                      <a:pt x="2500" y="4038"/>
                      <a:pt x="2498" y="4037"/>
                    </a:cubicBezTo>
                    <a:cubicBezTo>
                      <a:pt x="2496" y="4036"/>
                      <a:pt x="2494" y="4035"/>
                      <a:pt x="2492" y="4035"/>
                    </a:cubicBezTo>
                    <a:cubicBezTo>
                      <a:pt x="2471" y="4037"/>
                      <a:pt x="2447" y="4030"/>
                      <a:pt x="2436" y="4057"/>
                    </a:cubicBezTo>
                    <a:cubicBezTo>
                      <a:pt x="2372" y="4084"/>
                      <a:pt x="2341" y="4121"/>
                      <a:pt x="2341" y="4177"/>
                    </a:cubicBezTo>
                    <a:lnTo>
                      <a:pt x="2439" y="4061"/>
                    </a:lnTo>
                    <a:moveTo>
                      <a:pt x="3153" y="3972"/>
                    </a:moveTo>
                    <a:cubicBezTo>
                      <a:pt x="3151" y="3911"/>
                      <a:pt x="3151" y="3911"/>
                      <a:pt x="3114" y="3902"/>
                    </a:cubicBezTo>
                    <a:cubicBezTo>
                      <a:pt x="3102" y="3966"/>
                      <a:pt x="3104" y="3969"/>
                      <a:pt x="3155" y="3971"/>
                    </a:cubicBezTo>
                    <a:lnTo>
                      <a:pt x="3181" y="4001"/>
                    </a:lnTo>
                    <a:cubicBezTo>
                      <a:pt x="3201" y="3998"/>
                      <a:pt x="3194" y="3967"/>
                      <a:pt x="3221" y="3972"/>
                    </a:cubicBezTo>
                    <a:cubicBezTo>
                      <a:pt x="3231" y="3986"/>
                      <a:pt x="3219" y="4008"/>
                      <a:pt x="3229" y="4023"/>
                    </a:cubicBezTo>
                    <a:cubicBezTo>
                      <a:pt x="3284" y="4014"/>
                      <a:pt x="3294" y="3963"/>
                      <a:pt x="3325" y="3930"/>
                    </a:cubicBezTo>
                    <a:cubicBezTo>
                      <a:pt x="3303" y="3937"/>
                      <a:pt x="3281" y="3942"/>
                      <a:pt x="3258" y="3944"/>
                    </a:cubicBezTo>
                    <a:cubicBezTo>
                      <a:pt x="3223" y="3954"/>
                      <a:pt x="3185" y="3952"/>
                      <a:pt x="3153" y="3972"/>
                    </a:cubicBezTo>
                    <a:moveTo>
                      <a:pt x="2566" y="3977"/>
                    </a:moveTo>
                    <a:cubicBezTo>
                      <a:pt x="2579" y="3979"/>
                      <a:pt x="2591" y="3980"/>
                      <a:pt x="2604" y="3982"/>
                    </a:cubicBezTo>
                    <a:cubicBezTo>
                      <a:pt x="2616" y="3983"/>
                      <a:pt x="2623" y="3983"/>
                      <a:pt x="2624" y="3971"/>
                    </a:cubicBezTo>
                    <a:cubicBezTo>
                      <a:pt x="2625" y="3958"/>
                      <a:pt x="2624" y="3950"/>
                      <a:pt x="2609" y="3948"/>
                    </a:cubicBezTo>
                    <a:cubicBezTo>
                      <a:pt x="2536" y="3938"/>
                      <a:pt x="2464" y="3927"/>
                      <a:pt x="2390" y="3916"/>
                    </a:cubicBezTo>
                    <a:cubicBezTo>
                      <a:pt x="2390" y="3932"/>
                      <a:pt x="2396" y="3939"/>
                      <a:pt x="2410" y="3938"/>
                    </a:cubicBezTo>
                    <a:cubicBezTo>
                      <a:pt x="2412" y="3938"/>
                      <a:pt x="2415" y="3938"/>
                      <a:pt x="2417" y="3938"/>
                    </a:cubicBezTo>
                    <a:cubicBezTo>
                      <a:pt x="2429" y="3938"/>
                      <a:pt x="2440" y="3941"/>
                      <a:pt x="2450" y="3946"/>
                    </a:cubicBezTo>
                    <a:cubicBezTo>
                      <a:pt x="2454" y="3948"/>
                      <a:pt x="2457" y="3951"/>
                      <a:pt x="2460" y="3954"/>
                    </a:cubicBezTo>
                    <a:cubicBezTo>
                      <a:pt x="2455" y="3954"/>
                      <a:pt x="2448" y="3954"/>
                      <a:pt x="2445" y="3957"/>
                    </a:cubicBezTo>
                    <a:cubicBezTo>
                      <a:pt x="2441" y="3960"/>
                      <a:pt x="2441" y="3970"/>
                      <a:pt x="2449" y="3972"/>
                    </a:cubicBezTo>
                    <a:cubicBezTo>
                      <a:pt x="2482" y="3981"/>
                      <a:pt x="2515" y="3989"/>
                      <a:pt x="2553" y="3998"/>
                    </a:cubicBezTo>
                    <a:cubicBezTo>
                      <a:pt x="2542" y="4000"/>
                      <a:pt x="2532" y="4002"/>
                      <a:pt x="2522" y="4006"/>
                    </a:cubicBezTo>
                    <a:cubicBezTo>
                      <a:pt x="2516" y="4009"/>
                      <a:pt x="2512" y="4019"/>
                      <a:pt x="2522" y="4022"/>
                    </a:cubicBezTo>
                    <a:cubicBezTo>
                      <a:pt x="2526" y="4023"/>
                      <a:pt x="2530" y="4024"/>
                      <a:pt x="2535" y="4024"/>
                    </a:cubicBezTo>
                    <a:cubicBezTo>
                      <a:pt x="2546" y="4024"/>
                      <a:pt x="2556" y="4021"/>
                      <a:pt x="2566" y="4015"/>
                    </a:cubicBezTo>
                    <a:cubicBezTo>
                      <a:pt x="2570" y="4013"/>
                      <a:pt x="2573" y="4010"/>
                      <a:pt x="2576" y="4007"/>
                    </a:cubicBezTo>
                    <a:cubicBezTo>
                      <a:pt x="2589" y="3999"/>
                      <a:pt x="2566" y="3989"/>
                      <a:pt x="2566" y="3977"/>
                    </a:cubicBezTo>
                    <a:moveTo>
                      <a:pt x="4119" y="3260"/>
                    </a:moveTo>
                    <a:cubicBezTo>
                      <a:pt x="4121" y="3253"/>
                      <a:pt x="4123" y="3245"/>
                      <a:pt x="4123" y="3237"/>
                    </a:cubicBezTo>
                    <a:cubicBezTo>
                      <a:pt x="4123" y="3226"/>
                      <a:pt x="4120" y="3215"/>
                      <a:pt x="4115" y="3205"/>
                    </a:cubicBezTo>
                    <a:cubicBezTo>
                      <a:pt x="4113" y="3212"/>
                      <a:pt x="4112" y="3219"/>
                      <a:pt x="4112" y="3226"/>
                    </a:cubicBezTo>
                    <a:cubicBezTo>
                      <a:pt x="4112" y="3237"/>
                      <a:pt x="4115" y="3249"/>
                      <a:pt x="4119" y="3260"/>
                    </a:cubicBezTo>
                    <a:lnTo>
                      <a:pt x="4172" y="3583"/>
                    </a:lnTo>
                    <a:cubicBezTo>
                      <a:pt x="4186" y="3533"/>
                      <a:pt x="4193" y="3482"/>
                      <a:pt x="4193" y="3430"/>
                    </a:cubicBezTo>
                    <a:cubicBezTo>
                      <a:pt x="4193" y="3383"/>
                      <a:pt x="4187" y="3336"/>
                      <a:pt x="4176" y="3290"/>
                    </a:cubicBezTo>
                    <a:cubicBezTo>
                      <a:pt x="4153" y="3346"/>
                      <a:pt x="4193" y="3401"/>
                      <a:pt x="4178" y="3457"/>
                    </a:cubicBezTo>
                    <a:cubicBezTo>
                      <a:pt x="4159" y="3451"/>
                      <a:pt x="4160" y="3435"/>
                      <a:pt x="4157" y="3422"/>
                    </a:cubicBezTo>
                    <a:cubicBezTo>
                      <a:pt x="4149" y="3375"/>
                      <a:pt x="4142" y="3328"/>
                      <a:pt x="4134" y="3281"/>
                    </a:cubicBezTo>
                    <a:cubicBezTo>
                      <a:pt x="4132" y="3271"/>
                      <a:pt x="4130" y="3263"/>
                      <a:pt x="4119" y="3260"/>
                    </a:cubicBezTo>
                    <a:moveTo>
                      <a:pt x="2446" y="3280"/>
                    </a:moveTo>
                    <a:cubicBezTo>
                      <a:pt x="2429" y="3287"/>
                      <a:pt x="2415" y="3268"/>
                      <a:pt x="2397" y="3276"/>
                    </a:cubicBezTo>
                    <a:cubicBezTo>
                      <a:pt x="2378" y="3335"/>
                      <a:pt x="2363" y="3395"/>
                      <a:pt x="2351" y="3455"/>
                    </a:cubicBezTo>
                    <a:cubicBezTo>
                      <a:pt x="2348" y="3469"/>
                      <a:pt x="2345" y="3485"/>
                      <a:pt x="2366" y="3492"/>
                    </a:cubicBezTo>
                    <a:cubicBezTo>
                      <a:pt x="2378" y="3438"/>
                      <a:pt x="2393" y="3385"/>
                      <a:pt x="2411" y="3333"/>
                    </a:cubicBezTo>
                    <a:cubicBezTo>
                      <a:pt x="2420" y="3313"/>
                      <a:pt x="2424" y="3290"/>
                      <a:pt x="2446" y="3278"/>
                    </a:cubicBezTo>
                    <a:cubicBezTo>
                      <a:pt x="2439" y="3298"/>
                      <a:pt x="2433" y="3317"/>
                      <a:pt x="2426" y="3336"/>
                    </a:cubicBezTo>
                    <a:cubicBezTo>
                      <a:pt x="2407" y="3389"/>
                      <a:pt x="2392" y="3444"/>
                      <a:pt x="2381" y="3500"/>
                    </a:cubicBezTo>
                    <a:cubicBezTo>
                      <a:pt x="2378" y="3518"/>
                      <a:pt x="2371" y="3536"/>
                      <a:pt x="2393" y="3546"/>
                    </a:cubicBezTo>
                    <a:cubicBezTo>
                      <a:pt x="2405" y="3542"/>
                      <a:pt x="2404" y="3531"/>
                      <a:pt x="2407" y="3523"/>
                    </a:cubicBezTo>
                    <a:cubicBezTo>
                      <a:pt x="2428" y="3461"/>
                      <a:pt x="2446" y="3397"/>
                      <a:pt x="2471" y="3336"/>
                    </a:cubicBezTo>
                    <a:cubicBezTo>
                      <a:pt x="2485" y="3303"/>
                      <a:pt x="2469" y="3292"/>
                      <a:pt x="2446" y="3280"/>
                    </a:cubicBezTo>
                    <a:moveTo>
                      <a:pt x="2652" y="4056"/>
                    </a:moveTo>
                    <a:cubicBezTo>
                      <a:pt x="2697" y="4052"/>
                      <a:pt x="2733" y="4027"/>
                      <a:pt x="2786" y="4008"/>
                    </a:cubicBezTo>
                    <a:cubicBezTo>
                      <a:pt x="2692" y="3994"/>
                      <a:pt x="2619" y="4022"/>
                      <a:pt x="2548" y="4048"/>
                    </a:cubicBezTo>
                    <a:cubicBezTo>
                      <a:pt x="2542" y="4048"/>
                      <a:pt x="2537" y="4049"/>
                      <a:pt x="2532" y="4051"/>
                    </a:cubicBezTo>
                    <a:cubicBezTo>
                      <a:pt x="2525" y="4054"/>
                      <a:pt x="2513" y="4057"/>
                      <a:pt x="2523" y="4068"/>
                    </a:cubicBezTo>
                    <a:cubicBezTo>
                      <a:pt x="2528" y="4075"/>
                      <a:pt x="2534" y="4069"/>
                      <a:pt x="2540" y="4064"/>
                    </a:cubicBezTo>
                    <a:cubicBezTo>
                      <a:pt x="2545" y="4058"/>
                      <a:pt x="2550" y="4054"/>
                      <a:pt x="2546" y="4047"/>
                    </a:cubicBezTo>
                    <a:cubicBezTo>
                      <a:pt x="2558" y="4057"/>
                      <a:pt x="2582" y="4059"/>
                      <a:pt x="2560" y="4086"/>
                    </a:cubicBezTo>
                    <a:cubicBezTo>
                      <a:pt x="2519" y="4136"/>
                      <a:pt x="2503" y="4199"/>
                      <a:pt x="2476" y="4257"/>
                    </a:cubicBezTo>
                    <a:cubicBezTo>
                      <a:pt x="2472" y="4268"/>
                      <a:pt x="2471" y="4280"/>
                      <a:pt x="2471" y="4291"/>
                    </a:cubicBezTo>
                    <a:cubicBezTo>
                      <a:pt x="2471" y="4297"/>
                      <a:pt x="2471" y="4304"/>
                      <a:pt x="2472" y="4310"/>
                    </a:cubicBezTo>
                    <a:cubicBezTo>
                      <a:pt x="2479" y="4303"/>
                      <a:pt x="2484" y="4295"/>
                      <a:pt x="2489" y="4287"/>
                    </a:cubicBezTo>
                    <a:cubicBezTo>
                      <a:pt x="2496" y="4275"/>
                      <a:pt x="2501" y="4261"/>
                      <a:pt x="2504" y="4247"/>
                    </a:cubicBezTo>
                    <a:cubicBezTo>
                      <a:pt x="2519" y="4202"/>
                      <a:pt x="2538" y="4160"/>
                      <a:pt x="2561" y="4120"/>
                    </a:cubicBezTo>
                    <a:cubicBezTo>
                      <a:pt x="2569" y="4106"/>
                      <a:pt x="2577" y="4093"/>
                      <a:pt x="2586" y="4080"/>
                    </a:cubicBezTo>
                    <a:cubicBezTo>
                      <a:pt x="2587" y="4079"/>
                      <a:pt x="2587" y="4077"/>
                      <a:pt x="2588" y="4076"/>
                    </a:cubicBezTo>
                    <a:cubicBezTo>
                      <a:pt x="2596" y="4063"/>
                      <a:pt x="2607" y="4051"/>
                      <a:pt x="2620" y="4044"/>
                    </a:cubicBezTo>
                    <a:cubicBezTo>
                      <a:pt x="2623" y="4042"/>
                      <a:pt x="2626" y="4041"/>
                      <a:pt x="2628" y="4040"/>
                    </a:cubicBezTo>
                    <a:cubicBezTo>
                      <a:pt x="2643" y="4034"/>
                      <a:pt x="2653" y="4038"/>
                      <a:pt x="2655" y="4056"/>
                    </a:cubicBezTo>
                    <a:lnTo>
                      <a:pt x="2614" y="4177"/>
                    </a:lnTo>
                    <a:cubicBezTo>
                      <a:pt x="2662" y="4148"/>
                      <a:pt x="2680" y="4108"/>
                      <a:pt x="2709" y="4074"/>
                    </a:cubicBezTo>
                    <a:cubicBezTo>
                      <a:pt x="2672" y="4076"/>
                      <a:pt x="2672" y="4076"/>
                      <a:pt x="2652" y="4056"/>
                    </a:cubicBezTo>
                    <a:moveTo>
                      <a:pt x="2737" y="3755"/>
                    </a:moveTo>
                    <a:cubicBezTo>
                      <a:pt x="2742" y="3768"/>
                      <a:pt x="2749" y="3778"/>
                      <a:pt x="2764" y="3776"/>
                    </a:cubicBezTo>
                    <a:cubicBezTo>
                      <a:pt x="2765" y="3776"/>
                      <a:pt x="2767" y="3775"/>
                      <a:pt x="2768" y="3775"/>
                    </a:cubicBezTo>
                    <a:cubicBezTo>
                      <a:pt x="2771" y="3773"/>
                      <a:pt x="2773" y="3771"/>
                      <a:pt x="2774" y="3769"/>
                    </a:cubicBezTo>
                    <a:cubicBezTo>
                      <a:pt x="2775" y="3767"/>
                      <a:pt x="2776" y="3764"/>
                      <a:pt x="2776" y="3761"/>
                    </a:cubicBezTo>
                    <a:cubicBezTo>
                      <a:pt x="2776" y="3703"/>
                      <a:pt x="2803" y="3651"/>
                      <a:pt x="2812" y="3595"/>
                    </a:cubicBezTo>
                    <a:cubicBezTo>
                      <a:pt x="2813" y="3586"/>
                      <a:pt x="2816" y="3577"/>
                      <a:pt x="2821" y="3568"/>
                    </a:cubicBezTo>
                    <a:cubicBezTo>
                      <a:pt x="2826" y="3557"/>
                      <a:pt x="2836" y="3549"/>
                      <a:pt x="2847" y="3543"/>
                    </a:cubicBezTo>
                    <a:cubicBezTo>
                      <a:pt x="2833" y="3586"/>
                      <a:pt x="2820" y="3629"/>
                      <a:pt x="2806" y="3672"/>
                    </a:cubicBezTo>
                    <a:cubicBezTo>
                      <a:pt x="2802" y="3688"/>
                      <a:pt x="2799" y="3704"/>
                      <a:pt x="2797" y="3720"/>
                    </a:cubicBezTo>
                    <a:cubicBezTo>
                      <a:pt x="2797" y="3721"/>
                      <a:pt x="2797" y="3722"/>
                      <a:pt x="2797" y="3723"/>
                    </a:cubicBezTo>
                    <a:cubicBezTo>
                      <a:pt x="2797" y="3728"/>
                      <a:pt x="2797" y="3732"/>
                      <a:pt x="2800" y="3736"/>
                    </a:cubicBezTo>
                    <a:cubicBezTo>
                      <a:pt x="2802" y="3740"/>
                      <a:pt x="2806" y="3744"/>
                      <a:pt x="2810" y="3746"/>
                    </a:cubicBezTo>
                    <a:cubicBezTo>
                      <a:pt x="2814" y="3748"/>
                      <a:pt x="2819" y="3750"/>
                      <a:pt x="2823" y="3750"/>
                    </a:cubicBezTo>
                    <a:lnTo>
                      <a:pt x="2824" y="3750"/>
                    </a:lnTo>
                    <a:cubicBezTo>
                      <a:pt x="2839" y="3750"/>
                      <a:pt x="2835" y="3735"/>
                      <a:pt x="2838" y="3725"/>
                    </a:cubicBezTo>
                    <a:cubicBezTo>
                      <a:pt x="2849" y="3680"/>
                      <a:pt x="2856" y="3632"/>
                      <a:pt x="2871" y="3588"/>
                    </a:cubicBezTo>
                    <a:cubicBezTo>
                      <a:pt x="2880" y="3559"/>
                      <a:pt x="2874" y="3548"/>
                      <a:pt x="2846" y="3544"/>
                    </a:cubicBezTo>
                    <a:cubicBezTo>
                      <a:pt x="2831" y="3514"/>
                      <a:pt x="2793" y="3511"/>
                      <a:pt x="2777" y="3482"/>
                    </a:cubicBezTo>
                    <a:cubicBezTo>
                      <a:pt x="2763" y="3487"/>
                      <a:pt x="2755" y="3470"/>
                      <a:pt x="2741" y="3472"/>
                    </a:cubicBezTo>
                    <a:cubicBezTo>
                      <a:pt x="2700" y="3550"/>
                      <a:pt x="2662" y="3686"/>
                      <a:pt x="2671" y="3723"/>
                    </a:cubicBezTo>
                    <a:cubicBezTo>
                      <a:pt x="2680" y="3716"/>
                      <a:pt x="2680" y="3707"/>
                      <a:pt x="2682" y="3699"/>
                    </a:cubicBezTo>
                    <a:cubicBezTo>
                      <a:pt x="2695" y="3640"/>
                      <a:pt x="2713" y="3582"/>
                      <a:pt x="2735" y="3526"/>
                    </a:cubicBezTo>
                    <a:cubicBezTo>
                      <a:pt x="2743" y="3505"/>
                      <a:pt x="2751" y="3485"/>
                      <a:pt x="2777" y="3482"/>
                    </a:cubicBezTo>
                    <a:cubicBezTo>
                      <a:pt x="2732" y="3547"/>
                      <a:pt x="2718" y="3625"/>
                      <a:pt x="2696" y="3699"/>
                    </a:cubicBezTo>
                    <a:cubicBezTo>
                      <a:pt x="2682" y="3740"/>
                      <a:pt x="2689" y="3747"/>
                      <a:pt x="2738" y="3754"/>
                    </a:cubicBezTo>
                    <a:lnTo>
                      <a:pt x="2737" y="3755"/>
                    </a:lnTo>
                    <a:moveTo>
                      <a:pt x="3812" y="3717"/>
                    </a:moveTo>
                    <a:lnTo>
                      <a:pt x="3815" y="3720"/>
                    </a:lnTo>
                    <a:cubicBezTo>
                      <a:pt x="3812" y="3729"/>
                      <a:pt x="3808" y="3738"/>
                      <a:pt x="3804" y="3746"/>
                    </a:cubicBezTo>
                    <a:cubicBezTo>
                      <a:pt x="3795" y="3760"/>
                      <a:pt x="3785" y="3772"/>
                      <a:pt x="3772" y="3781"/>
                    </a:cubicBezTo>
                    <a:cubicBezTo>
                      <a:pt x="3732" y="3811"/>
                      <a:pt x="3695" y="3845"/>
                      <a:pt x="3662" y="3883"/>
                    </a:cubicBezTo>
                    <a:cubicBezTo>
                      <a:pt x="3645" y="3905"/>
                      <a:pt x="3628" y="3925"/>
                      <a:pt x="3611" y="3945"/>
                    </a:cubicBezTo>
                    <a:cubicBezTo>
                      <a:pt x="3598" y="3945"/>
                      <a:pt x="3594" y="3935"/>
                      <a:pt x="3585" y="3931"/>
                    </a:cubicBezTo>
                    <a:cubicBezTo>
                      <a:pt x="3579" y="3928"/>
                      <a:pt x="3573" y="3926"/>
                      <a:pt x="3567" y="3926"/>
                    </a:cubicBezTo>
                    <a:cubicBezTo>
                      <a:pt x="3560" y="3926"/>
                      <a:pt x="3553" y="3928"/>
                      <a:pt x="3547" y="3932"/>
                    </a:cubicBezTo>
                    <a:cubicBezTo>
                      <a:pt x="3541" y="3935"/>
                      <a:pt x="3535" y="3940"/>
                      <a:pt x="3532" y="3946"/>
                    </a:cubicBezTo>
                    <a:cubicBezTo>
                      <a:pt x="3530" y="3948"/>
                      <a:pt x="3530" y="3950"/>
                      <a:pt x="3530" y="3951"/>
                    </a:cubicBezTo>
                    <a:cubicBezTo>
                      <a:pt x="3528" y="3960"/>
                      <a:pt x="3527" y="3970"/>
                      <a:pt x="3527" y="3979"/>
                    </a:cubicBezTo>
                    <a:cubicBezTo>
                      <a:pt x="3527" y="4008"/>
                      <a:pt x="3534" y="4036"/>
                      <a:pt x="3549" y="4062"/>
                    </a:cubicBezTo>
                    <a:cubicBezTo>
                      <a:pt x="3551" y="4066"/>
                      <a:pt x="3555" y="4070"/>
                      <a:pt x="3558" y="4074"/>
                    </a:cubicBezTo>
                    <a:cubicBezTo>
                      <a:pt x="3561" y="4024"/>
                      <a:pt x="3561" y="4024"/>
                      <a:pt x="3600" y="4043"/>
                    </a:cubicBezTo>
                    <a:cubicBezTo>
                      <a:pt x="3609" y="4021"/>
                      <a:pt x="3619" y="3999"/>
                      <a:pt x="3631" y="3979"/>
                    </a:cubicBezTo>
                    <a:cubicBezTo>
                      <a:pt x="3663" y="3923"/>
                      <a:pt x="3707" y="3875"/>
                      <a:pt x="3759" y="3836"/>
                    </a:cubicBezTo>
                    <a:cubicBezTo>
                      <a:pt x="3807" y="3805"/>
                      <a:pt x="3847" y="3763"/>
                      <a:pt x="3876" y="3713"/>
                    </a:cubicBezTo>
                    <a:cubicBezTo>
                      <a:pt x="3877" y="3712"/>
                      <a:pt x="3878" y="3711"/>
                      <a:pt x="3878" y="3709"/>
                    </a:cubicBezTo>
                    <a:cubicBezTo>
                      <a:pt x="3908" y="3647"/>
                      <a:pt x="3936" y="3583"/>
                      <a:pt x="3964" y="3519"/>
                    </a:cubicBezTo>
                    <a:cubicBezTo>
                      <a:pt x="3976" y="3490"/>
                      <a:pt x="3981" y="3459"/>
                      <a:pt x="3981" y="3428"/>
                    </a:cubicBezTo>
                    <a:cubicBezTo>
                      <a:pt x="3981" y="3407"/>
                      <a:pt x="3979" y="3386"/>
                      <a:pt x="3973" y="3366"/>
                    </a:cubicBezTo>
                    <a:cubicBezTo>
                      <a:pt x="3956" y="3392"/>
                      <a:pt x="3926" y="3412"/>
                      <a:pt x="3943" y="3450"/>
                    </a:cubicBezTo>
                    <a:cubicBezTo>
                      <a:pt x="3946" y="3455"/>
                      <a:pt x="3941" y="3464"/>
                      <a:pt x="3938" y="3471"/>
                    </a:cubicBezTo>
                    <a:cubicBezTo>
                      <a:pt x="3917" y="3515"/>
                      <a:pt x="3899" y="3561"/>
                      <a:pt x="3884" y="3609"/>
                    </a:cubicBezTo>
                    <a:cubicBezTo>
                      <a:pt x="3881" y="3617"/>
                      <a:pt x="3880" y="3631"/>
                      <a:pt x="3870" y="3631"/>
                    </a:cubicBezTo>
                    <a:cubicBezTo>
                      <a:pt x="3817" y="3625"/>
                      <a:pt x="3822" y="3674"/>
                      <a:pt x="3804" y="3701"/>
                    </a:cubicBezTo>
                    <a:cubicBezTo>
                      <a:pt x="3798" y="3709"/>
                      <a:pt x="3806" y="3714"/>
                      <a:pt x="3813" y="3717"/>
                    </a:cubicBezTo>
                    <a:lnTo>
                      <a:pt x="3812" y="3717"/>
                    </a:lnTo>
                    <a:moveTo>
                      <a:pt x="2540" y="3610"/>
                    </a:moveTo>
                    <a:cubicBezTo>
                      <a:pt x="2538" y="3660"/>
                      <a:pt x="2538" y="3660"/>
                      <a:pt x="2569" y="3677"/>
                    </a:cubicBezTo>
                    <a:cubicBezTo>
                      <a:pt x="2593" y="3595"/>
                      <a:pt x="2610" y="3510"/>
                      <a:pt x="2651" y="3432"/>
                    </a:cubicBezTo>
                    <a:cubicBezTo>
                      <a:pt x="2651" y="3434"/>
                      <a:pt x="2651" y="3436"/>
                      <a:pt x="2651" y="3438"/>
                    </a:cubicBezTo>
                    <a:cubicBezTo>
                      <a:pt x="2651" y="3450"/>
                      <a:pt x="2649" y="3462"/>
                      <a:pt x="2644" y="3473"/>
                    </a:cubicBezTo>
                    <a:cubicBezTo>
                      <a:pt x="2625" y="3536"/>
                      <a:pt x="2606" y="3599"/>
                      <a:pt x="2587" y="3662"/>
                    </a:cubicBezTo>
                    <a:cubicBezTo>
                      <a:pt x="2584" y="3670"/>
                      <a:pt x="2582" y="3678"/>
                      <a:pt x="2582" y="3686"/>
                    </a:cubicBezTo>
                    <a:cubicBezTo>
                      <a:pt x="2582" y="3693"/>
                      <a:pt x="2583" y="3699"/>
                      <a:pt x="2585" y="3705"/>
                    </a:cubicBezTo>
                    <a:cubicBezTo>
                      <a:pt x="2586" y="3706"/>
                      <a:pt x="2586" y="3708"/>
                      <a:pt x="2587" y="3709"/>
                    </a:cubicBezTo>
                    <a:cubicBezTo>
                      <a:pt x="2589" y="3711"/>
                      <a:pt x="2591" y="3713"/>
                      <a:pt x="2594" y="3715"/>
                    </a:cubicBezTo>
                    <a:cubicBezTo>
                      <a:pt x="2596" y="3716"/>
                      <a:pt x="2599" y="3718"/>
                      <a:pt x="2602" y="3718"/>
                    </a:cubicBezTo>
                    <a:cubicBezTo>
                      <a:pt x="2614" y="3718"/>
                      <a:pt x="2607" y="3708"/>
                      <a:pt x="2609" y="3702"/>
                    </a:cubicBezTo>
                    <a:cubicBezTo>
                      <a:pt x="2626" y="3637"/>
                      <a:pt x="2643" y="3572"/>
                      <a:pt x="2662" y="3508"/>
                    </a:cubicBezTo>
                    <a:cubicBezTo>
                      <a:pt x="2663" y="3499"/>
                      <a:pt x="2665" y="3491"/>
                      <a:pt x="2670" y="3484"/>
                    </a:cubicBezTo>
                    <a:cubicBezTo>
                      <a:pt x="2675" y="3474"/>
                      <a:pt x="2683" y="3467"/>
                      <a:pt x="2692" y="3461"/>
                    </a:cubicBezTo>
                    <a:lnTo>
                      <a:pt x="2693" y="3461"/>
                    </a:lnTo>
                    <a:cubicBezTo>
                      <a:pt x="2679" y="3507"/>
                      <a:pt x="2663" y="3545"/>
                      <a:pt x="2655" y="3586"/>
                    </a:cubicBezTo>
                    <a:cubicBezTo>
                      <a:pt x="2646" y="3626"/>
                      <a:pt x="2621" y="3663"/>
                      <a:pt x="2640" y="3716"/>
                    </a:cubicBezTo>
                    <a:cubicBezTo>
                      <a:pt x="2671" y="3626"/>
                      <a:pt x="2687" y="3545"/>
                      <a:pt x="2719" y="3471"/>
                    </a:cubicBezTo>
                    <a:cubicBezTo>
                      <a:pt x="2721" y="3468"/>
                      <a:pt x="2721" y="3465"/>
                      <a:pt x="2721" y="3461"/>
                    </a:cubicBezTo>
                    <a:cubicBezTo>
                      <a:pt x="2721" y="3458"/>
                      <a:pt x="2720" y="3454"/>
                      <a:pt x="2719" y="3451"/>
                    </a:cubicBezTo>
                    <a:cubicBezTo>
                      <a:pt x="2717" y="3448"/>
                      <a:pt x="2713" y="3446"/>
                      <a:pt x="2711" y="3444"/>
                    </a:cubicBezTo>
                    <a:cubicBezTo>
                      <a:pt x="2710" y="3443"/>
                      <a:pt x="2710" y="3443"/>
                      <a:pt x="2710" y="3443"/>
                    </a:cubicBezTo>
                    <a:lnTo>
                      <a:pt x="2582" y="3354"/>
                    </a:lnTo>
                    <a:cubicBezTo>
                      <a:pt x="2543" y="3442"/>
                      <a:pt x="2514" y="3535"/>
                      <a:pt x="2495" y="3629"/>
                    </a:cubicBezTo>
                    <a:cubicBezTo>
                      <a:pt x="2495" y="3631"/>
                      <a:pt x="2495" y="3633"/>
                      <a:pt x="2495" y="3634"/>
                    </a:cubicBezTo>
                    <a:cubicBezTo>
                      <a:pt x="2495" y="3639"/>
                      <a:pt x="2496" y="3642"/>
                      <a:pt x="2498" y="3646"/>
                    </a:cubicBezTo>
                    <a:cubicBezTo>
                      <a:pt x="2500" y="3649"/>
                      <a:pt x="2503" y="3653"/>
                      <a:pt x="2507" y="3655"/>
                    </a:cubicBezTo>
                    <a:cubicBezTo>
                      <a:pt x="2507" y="3655"/>
                      <a:pt x="2507" y="3656"/>
                      <a:pt x="2508" y="3656"/>
                    </a:cubicBezTo>
                    <a:cubicBezTo>
                      <a:pt x="2535" y="3652"/>
                      <a:pt x="2515" y="3618"/>
                      <a:pt x="2540" y="3610"/>
                    </a:cubicBezTo>
                    <a:moveTo>
                      <a:pt x="3630" y="2187"/>
                    </a:moveTo>
                    <a:cubicBezTo>
                      <a:pt x="3592" y="2167"/>
                      <a:pt x="3550" y="2156"/>
                      <a:pt x="3507" y="2153"/>
                    </a:cubicBezTo>
                    <a:cubicBezTo>
                      <a:pt x="3553" y="2197"/>
                      <a:pt x="3676" y="2278"/>
                      <a:pt x="3712" y="2287"/>
                    </a:cubicBezTo>
                    <a:lnTo>
                      <a:pt x="3665" y="2245"/>
                    </a:lnTo>
                    <a:cubicBezTo>
                      <a:pt x="3650" y="2232"/>
                      <a:pt x="3635" y="2218"/>
                      <a:pt x="3620" y="2204"/>
                    </a:cubicBezTo>
                    <a:cubicBezTo>
                      <a:pt x="3609" y="2191"/>
                      <a:pt x="3617" y="2185"/>
                      <a:pt x="3631" y="2185"/>
                    </a:cubicBezTo>
                    <a:cubicBezTo>
                      <a:pt x="3649" y="2214"/>
                      <a:pt x="3680" y="2229"/>
                      <a:pt x="3703" y="2252"/>
                    </a:cubicBezTo>
                    <a:cubicBezTo>
                      <a:pt x="3726" y="2275"/>
                      <a:pt x="3751" y="2296"/>
                      <a:pt x="3779" y="2322"/>
                    </a:cubicBezTo>
                    <a:cubicBezTo>
                      <a:pt x="3780" y="2320"/>
                      <a:pt x="3780" y="2317"/>
                      <a:pt x="3780" y="2315"/>
                    </a:cubicBezTo>
                    <a:cubicBezTo>
                      <a:pt x="3780" y="2309"/>
                      <a:pt x="3779" y="2303"/>
                      <a:pt x="3776" y="2298"/>
                    </a:cubicBezTo>
                    <a:cubicBezTo>
                      <a:pt x="3774" y="2295"/>
                      <a:pt x="3771" y="2292"/>
                      <a:pt x="3769" y="2290"/>
                    </a:cubicBezTo>
                    <a:cubicBezTo>
                      <a:pt x="3763" y="2282"/>
                      <a:pt x="3758" y="2274"/>
                      <a:pt x="3769" y="2266"/>
                    </a:cubicBezTo>
                    <a:cubicBezTo>
                      <a:pt x="3828" y="2305"/>
                      <a:pt x="4005" y="2559"/>
                      <a:pt x="4028" y="2646"/>
                    </a:cubicBezTo>
                    <a:cubicBezTo>
                      <a:pt x="3988" y="2586"/>
                      <a:pt x="3956" y="2533"/>
                      <a:pt x="3920" y="2484"/>
                    </a:cubicBezTo>
                    <a:cubicBezTo>
                      <a:pt x="3881" y="2436"/>
                      <a:pt x="3834" y="2393"/>
                      <a:pt x="3782" y="2359"/>
                    </a:cubicBezTo>
                    <a:cubicBezTo>
                      <a:pt x="3863" y="2444"/>
                      <a:pt x="3934" y="2539"/>
                      <a:pt x="3993" y="2641"/>
                    </a:cubicBezTo>
                    <a:cubicBezTo>
                      <a:pt x="4046" y="2733"/>
                      <a:pt x="4089" y="2831"/>
                      <a:pt x="4122" y="2933"/>
                    </a:cubicBezTo>
                    <a:cubicBezTo>
                      <a:pt x="4116" y="2890"/>
                      <a:pt x="4106" y="2850"/>
                      <a:pt x="4097" y="2809"/>
                    </a:cubicBezTo>
                    <a:cubicBezTo>
                      <a:pt x="4092" y="2795"/>
                      <a:pt x="4090" y="2780"/>
                      <a:pt x="4090" y="2766"/>
                    </a:cubicBezTo>
                    <a:cubicBezTo>
                      <a:pt x="4090" y="2757"/>
                      <a:pt x="4091" y="2749"/>
                      <a:pt x="4092" y="2740"/>
                    </a:cubicBezTo>
                    <a:cubicBezTo>
                      <a:pt x="4095" y="2728"/>
                      <a:pt x="4097" y="2715"/>
                      <a:pt x="4097" y="2702"/>
                    </a:cubicBezTo>
                    <a:cubicBezTo>
                      <a:pt x="4097" y="2676"/>
                      <a:pt x="4090" y="2649"/>
                      <a:pt x="4078" y="2626"/>
                    </a:cubicBezTo>
                    <a:cubicBezTo>
                      <a:pt x="4036" y="2541"/>
                      <a:pt x="3975" y="2469"/>
                      <a:pt x="3928" y="2388"/>
                    </a:cubicBezTo>
                    <a:cubicBezTo>
                      <a:pt x="3890" y="2327"/>
                      <a:pt x="3838" y="2277"/>
                      <a:pt x="3776" y="2242"/>
                    </a:cubicBezTo>
                    <a:cubicBezTo>
                      <a:pt x="3762" y="2234"/>
                      <a:pt x="3749" y="2227"/>
                      <a:pt x="3734" y="2220"/>
                    </a:cubicBezTo>
                    <a:cubicBezTo>
                      <a:pt x="3732" y="2219"/>
                      <a:pt x="3729" y="2217"/>
                      <a:pt x="3726" y="2216"/>
                    </a:cubicBezTo>
                    <a:cubicBezTo>
                      <a:pt x="3697" y="2198"/>
                      <a:pt x="3663" y="2189"/>
                      <a:pt x="3629" y="2187"/>
                    </a:cubicBezTo>
                    <a:lnTo>
                      <a:pt x="3630" y="2187"/>
                    </a:lnTo>
                    <a:moveTo>
                      <a:pt x="4166" y="2564"/>
                    </a:moveTo>
                    <a:cubicBezTo>
                      <a:pt x="4171" y="2546"/>
                      <a:pt x="4163" y="2533"/>
                      <a:pt x="4147" y="2514"/>
                    </a:cubicBezTo>
                    <a:cubicBezTo>
                      <a:pt x="4149" y="2527"/>
                      <a:pt x="4153" y="2539"/>
                      <a:pt x="4160" y="2551"/>
                    </a:cubicBezTo>
                    <a:cubicBezTo>
                      <a:pt x="4162" y="2555"/>
                      <a:pt x="4165" y="2559"/>
                      <a:pt x="4167" y="2563"/>
                    </a:cubicBezTo>
                    <a:cubicBezTo>
                      <a:pt x="4170" y="2584"/>
                      <a:pt x="4175" y="2606"/>
                      <a:pt x="4185" y="2626"/>
                    </a:cubicBezTo>
                    <a:cubicBezTo>
                      <a:pt x="4234" y="2760"/>
                      <a:pt x="4276" y="2897"/>
                      <a:pt x="4311" y="3035"/>
                    </a:cubicBezTo>
                    <a:cubicBezTo>
                      <a:pt x="4329" y="3121"/>
                      <a:pt x="4383" y="3186"/>
                      <a:pt x="4417" y="3263"/>
                    </a:cubicBezTo>
                    <a:cubicBezTo>
                      <a:pt x="4406" y="3188"/>
                      <a:pt x="4390" y="3115"/>
                      <a:pt x="4377" y="3041"/>
                    </a:cubicBezTo>
                    <a:cubicBezTo>
                      <a:pt x="4353" y="2900"/>
                      <a:pt x="4317" y="2761"/>
                      <a:pt x="4269" y="2627"/>
                    </a:cubicBezTo>
                    <a:cubicBezTo>
                      <a:pt x="4255" y="2592"/>
                      <a:pt x="4238" y="2558"/>
                      <a:pt x="4220" y="2526"/>
                    </a:cubicBezTo>
                    <a:cubicBezTo>
                      <a:pt x="4166" y="2434"/>
                      <a:pt x="4095" y="2354"/>
                      <a:pt x="4008" y="2293"/>
                    </a:cubicBezTo>
                    <a:cubicBezTo>
                      <a:pt x="4002" y="2288"/>
                      <a:pt x="3996" y="2280"/>
                      <a:pt x="3984" y="2284"/>
                    </a:cubicBezTo>
                    <a:lnTo>
                      <a:pt x="4152" y="2618"/>
                    </a:lnTo>
                    <a:cubicBezTo>
                      <a:pt x="4143" y="2581"/>
                      <a:pt x="4132" y="2545"/>
                      <a:pt x="4118" y="2510"/>
                    </a:cubicBezTo>
                    <a:cubicBezTo>
                      <a:pt x="4106" y="2474"/>
                      <a:pt x="4079" y="2443"/>
                      <a:pt x="4078" y="2400"/>
                    </a:cubicBezTo>
                    <a:cubicBezTo>
                      <a:pt x="4079" y="2400"/>
                      <a:pt x="4080" y="2401"/>
                      <a:pt x="4082" y="2402"/>
                    </a:cubicBezTo>
                    <a:cubicBezTo>
                      <a:pt x="4089" y="2407"/>
                      <a:pt x="4097" y="2413"/>
                      <a:pt x="4102" y="2421"/>
                    </a:cubicBezTo>
                    <a:cubicBezTo>
                      <a:pt x="4104" y="2426"/>
                      <a:pt x="4106" y="2431"/>
                      <a:pt x="4107" y="2436"/>
                    </a:cubicBezTo>
                    <a:cubicBezTo>
                      <a:pt x="4116" y="2455"/>
                      <a:pt x="4136" y="2438"/>
                      <a:pt x="4145" y="2452"/>
                    </a:cubicBezTo>
                    <a:cubicBezTo>
                      <a:pt x="4151" y="2461"/>
                      <a:pt x="4159" y="2469"/>
                      <a:pt x="4164" y="2478"/>
                    </a:cubicBezTo>
                    <a:cubicBezTo>
                      <a:pt x="4174" y="2496"/>
                      <a:pt x="4183" y="2514"/>
                      <a:pt x="4190" y="2533"/>
                    </a:cubicBezTo>
                    <a:cubicBezTo>
                      <a:pt x="4247" y="2678"/>
                      <a:pt x="4294" y="2827"/>
                      <a:pt x="4331" y="2978"/>
                    </a:cubicBezTo>
                    <a:cubicBezTo>
                      <a:pt x="4335" y="2995"/>
                      <a:pt x="4346" y="3012"/>
                      <a:pt x="4335" y="3034"/>
                    </a:cubicBezTo>
                    <a:cubicBezTo>
                      <a:pt x="4332" y="3030"/>
                      <a:pt x="4329" y="3026"/>
                      <a:pt x="4327" y="3021"/>
                    </a:cubicBezTo>
                    <a:cubicBezTo>
                      <a:pt x="4319" y="3008"/>
                      <a:pt x="4315" y="2994"/>
                      <a:pt x="4313" y="2979"/>
                    </a:cubicBezTo>
                    <a:cubicBezTo>
                      <a:pt x="4280" y="2853"/>
                      <a:pt x="4239" y="2729"/>
                      <a:pt x="4192" y="2608"/>
                    </a:cubicBezTo>
                    <a:cubicBezTo>
                      <a:pt x="4185" y="2593"/>
                      <a:pt x="4186" y="2572"/>
                      <a:pt x="4165" y="2564"/>
                    </a:cubicBezTo>
                    <a:lnTo>
                      <a:pt x="4166" y="2564"/>
                    </a:lnTo>
                    <a:moveTo>
                      <a:pt x="630" y="686"/>
                    </a:moveTo>
                    <a:cubicBezTo>
                      <a:pt x="647" y="707"/>
                      <a:pt x="662" y="728"/>
                      <a:pt x="677" y="750"/>
                    </a:cubicBezTo>
                    <a:cubicBezTo>
                      <a:pt x="678" y="752"/>
                      <a:pt x="679" y="754"/>
                      <a:pt x="680" y="755"/>
                    </a:cubicBezTo>
                    <a:cubicBezTo>
                      <a:pt x="686" y="766"/>
                      <a:pt x="689" y="777"/>
                      <a:pt x="689" y="789"/>
                    </a:cubicBezTo>
                    <a:cubicBezTo>
                      <a:pt x="689" y="801"/>
                      <a:pt x="685" y="813"/>
                      <a:pt x="680" y="823"/>
                    </a:cubicBezTo>
                    <a:cubicBezTo>
                      <a:pt x="674" y="834"/>
                      <a:pt x="666" y="841"/>
                      <a:pt x="656" y="847"/>
                    </a:cubicBezTo>
                    <a:cubicBezTo>
                      <a:pt x="646" y="853"/>
                      <a:pt x="635" y="856"/>
                      <a:pt x="624" y="856"/>
                    </a:cubicBezTo>
                    <a:cubicBezTo>
                      <a:pt x="561" y="863"/>
                      <a:pt x="519" y="806"/>
                      <a:pt x="535" y="739"/>
                    </a:cubicBezTo>
                    <a:cubicBezTo>
                      <a:pt x="539" y="728"/>
                      <a:pt x="542" y="719"/>
                      <a:pt x="548" y="709"/>
                    </a:cubicBezTo>
                    <a:cubicBezTo>
                      <a:pt x="554" y="698"/>
                      <a:pt x="563" y="687"/>
                      <a:pt x="572" y="678"/>
                    </a:cubicBezTo>
                    <a:cubicBezTo>
                      <a:pt x="499" y="688"/>
                      <a:pt x="476" y="710"/>
                      <a:pt x="460" y="767"/>
                    </a:cubicBezTo>
                    <a:cubicBezTo>
                      <a:pt x="459" y="774"/>
                      <a:pt x="457" y="780"/>
                      <a:pt x="453" y="787"/>
                    </a:cubicBezTo>
                    <a:cubicBezTo>
                      <a:pt x="448" y="796"/>
                      <a:pt x="440" y="803"/>
                      <a:pt x="431" y="808"/>
                    </a:cubicBezTo>
                    <a:cubicBezTo>
                      <a:pt x="429" y="809"/>
                      <a:pt x="427" y="810"/>
                      <a:pt x="425" y="811"/>
                    </a:cubicBezTo>
                    <a:cubicBezTo>
                      <a:pt x="407" y="816"/>
                      <a:pt x="396" y="799"/>
                      <a:pt x="385" y="787"/>
                    </a:cubicBezTo>
                    <a:cubicBezTo>
                      <a:pt x="374" y="775"/>
                      <a:pt x="366" y="761"/>
                      <a:pt x="355" y="748"/>
                    </a:cubicBezTo>
                    <a:cubicBezTo>
                      <a:pt x="346" y="736"/>
                      <a:pt x="334" y="725"/>
                      <a:pt x="321" y="718"/>
                    </a:cubicBezTo>
                    <a:cubicBezTo>
                      <a:pt x="304" y="708"/>
                      <a:pt x="285" y="703"/>
                      <a:pt x="265" y="703"/>
                    </a:cubicBezTo>
                    <a:cubicBezTo>
                      <a:pt x="266" y="707"/>
                      <a:pt x="267" y="710"/>
                      <a:pt x="269" y="714"/>
                    </a:cubicBezTo>
                    <a:cubicBezTo>
                      <a:pt x="271" y="717"/>
                      <a:pt x="273" y="720"/>
                      <a:pt x="276" y="722"/>
                    </a:cubicBezTo>
                    <a:cubicBezTo>
                      <a:pt x="309" y="752"/>
                      <a:pt x="343" y="781"/>
                      <a:pt x="375" y="811"/>
                    </a:cubicBezTo>
                    <a:cubicBezTo>
                      <a:pt x="407" y="842"/>
                      <a:pt x="409" y="863"/>
                      <a:pt x="375" y="897"/>
                    </a:cubicBezTo>
                    <a:cubicBezTo>
                      <a:pt x="348" y="922"/>
                      <a:pt x="322" y="948"/>
                      <a:pt x="298" y="976"/>
                    </a:cubicBezTo>
                    <a:cubicBezTo>
                      <a:pt x="289" y="987"/>
                      <a:pt x="280" y="999"/>
                      <a:pt x="273" y="1011"/>
                    </a:cubicBezTo>
                    <a:cubicBezTo>
                      <a:pt x="253" y="1044"/>
                      <a:pt x="244" y="1081"/>
                      <a:pt x="244" y="1119"/>
                    </a:cubicBezTo>
                    <a:cubicBezTo>
                      <a:pt x="244" y="1136"/>
                      <a:pt x="246" y="1152"/>
                      <a:pt x="250" y="1168"/>
                    </a:cubicBezTo>
                    <a:cubicBezTo>
                      <a:pt x="257" y="1150"/>
                      <a:pt x="262" y="1131"/>
                      <a:pt x="265" y="1111"/>
                    </a:cubicBezTo>
                    <a:cubicBezTo>
                      <a:pt x="269" y="1082"/>
                      <a:pt x="276" y="1054"/>
                      <a:pt x="285" y="1026"/>
                    </a:cubicBezTo>
                    <a:cubicBezTo>
                      <a:pt x="291" y="1011"/>
                      <a:pt x="298" y="988"/>
                      <a:pt x="312" y="988"/>
                    </a:cubicBezTo>
                    <a:cubicBezTo>
                      <a:pt x="344" y="987"/>
                      <a:pt x="353" y="961"/>
                      <a:pt x="371" y="944"/>
                    </a:cubicBezTo>
                    <a:cubicBezTo>
                      <a:pt x="380" y="936"/>
                      <a:pt x="387" y="921"/>
                      <a:pt x="407" y="926"/>
                    </a:cubicBezTo>
                    <a:cubicBezTo>
                      <a:pt x="395" y="938"/>
                      <a:pt x="387" y="947"/>
                      <a:pt x="377" y="956"/>
                    </a:cubicBezTo>
                    <a:cubicBezTo>
                      <a:pt x="357" y="974"/>
                      <a:pt x="388" y="977"/>
                      <a:pt x="387" y="989"/>
                    </a:cubicBezTo>
                    <a:cubicBezTo>
                      <a:pt x="386" y="996"/>
                      <a:pt x="385" y="1003"/>
                      <a:pt x="382" y="1010"/>
                    </a:cubicBezTo>
                    <a:cubicBezTo>
                      <a:pt x="363" y="1075"/>
                      <a:pt x="353" y="1142"/>
                      <a:pt x="351" y="1210"/>
                    </a:cubicBezTo>
                    <a:cubicBezTo>
                      <a:pt x="351" y="1212"/>
                      <a:pt x="351" y="1213"/>
                      <a:pt x="351" y="1215"/>
                    </a:cubicBezTo>
                    <a:cubicBezTo>
                      <a:pt x="351" y="1224"/>
                      <a:pt x="349" y="1233"/>
                      <a:pt x="344" y="1241"/>
                    </a:cubicBezTo>
                    <a:cubicBezTo>
                      <a:pt x="342" y="1245"/>
                      <a:pt x="339" y="1249"/>
                      <a:pt x="336" y="1252"/>
                    </a:cubicBezTo>
                    <a:lnTo>
                      <a:pt x="351" y="1067"/>
                    </a:lnTo>
                    <a:cubicBezTo>
                      <a:pt x="346" y="1069"/>
                      <a:pt x="342" y="1073"/>
                      <a:pt x="340" y="1078"/>
                    </a:cubicBezTo>
                    <a:cubicBezTo>
                      <a:pt x="338" y="1081"/>
                      <a:pt x="337" y="1083"/>
                      <a:pt x="337" y="1086"/>
                    </a:cubicBezTo>
                    <a:cubicBezTo>
                      <a:pt x="324" y="1136"/>
                      <a:pt x="313" y="1185"/>
                      <a:pt x="301" y="1235"/>
                    </a:cubicBezTo>
                    <a:cubicBezTo>
                      <a:pt x="290" y="1279"/>
                      <a:pt x="294" y="1291"/>
                      <a:pt x="335" y="1316"/>
                    </a:cubicBezTo>
                    <a:cubicBezTo>
                      <a:pt x="386" y="1345"/>
                      <a:pt x="441" y="1367"/>
                      <a:pt x="498" y="1380"/>
                    </a:cubicBezTo>
                    <a:cubicBezTo>
                      <a:pt x="503" y="1382"/>
                      <a:pt x="509" y="1383"/>
                      <a:pt x="514" y="1383"/>
                    </a:cubicBezTo>
                    <a:cubicBezTo>
                      <a:pt x="524" y="1383"/>
                      <a:pt x="534" y="1380"/>
                      <a:pt x="542" y="1375"/>
                    </a:cubicBezTo>
                    <a:cubicBezTo>
                      <a:pt x="549" y="1371"/>
                      <a:pt x="556" y="1365"/>
                      <a:pt x="560" y="1358"/>
                    </a:cubicBezTo>
                    <a:cubicBezTo>
                      <a:pt x="594" y="1319"/>
                      <a:pt x="631" y="1284"/>
                      <a:pt x="666" y="1247"/>
                    </a:cubicBezTo>
                    <a:cubicBezTo>
                      <a:pt x="677" y="1236"/>
                      <a:pt x="690" y="1227"/>
                      <a:pt x="703" y="1219"/>
                    </a:cubicBezTo>
                    <a:cubicBezTo>
                      <a:pt x="720" y="1209"/>
                      <a:pt x="738" y="1202"/>
                      <a:pt x="757" y="1198"/>
                    </a:cubicBezTo>
                    <a:cubicBezTo>
                      <a:pt x="823" y="1184"/>
                      <a:pt x="849" y="1152"/>
                      <a:pt x="849" y="1085"/>
                    </a:cubicBezTo>
                    <a:cubicBezTo>
                      <a:pt x="849" y="1052"/>
                      <a:pt x="849" y="1019"/>
                      <a:pt x="849" y="986"/>
                    </a:cubicBezTo>
                    <a:cubicBezTo>
                      <a:pt x="849" y="977"/>
                      <a:pt x="849" y="966"/>
                      <a:pt x="862" y="966"/>
                    </a:cubicBezTo>
                    <a:cubicBezTo>
                      <a:pt x="875" y="967"/>
                      <a:pt x="878" y="979"/>
                      <a:pt x="877" y="990"/>
                    </a:cubicBezTo>
                    <a:cubicBezTo>
                      <a:pt x="874" y="1001"/>
                      <a:pt x="873" y="1011"/>
                      <a:pt x="873" y="1022"/>
                    </a:cubicBezTo>
                    <a:cubicBezTo>
                      <a:pt x="873" y="1033"/>
                      <a:pt x="874" y="1044"/>
                      <a:pt x="877" y="1055"/>
                    </a:cubicBezTo>
                    <a:cubicBezTo>
                      <a:pt x="880" y="1051"/>
                      <a:pt x="883" y="1047"/>
                      <a:pt x="885" y="1043"/>
                    </a:cubicBezTo>
                    <a:cubicBezTo>
                      <a:pt x="886" y="1041"/>
                      <a:pt x="887" y="1040"/>
                      <a:pt x="887" y="1039"/>
                    </a:cubicBezTo>
                    <a:cubicBezTo>
                      <a:pt x="895" y="1016"/>
                      <a:pt x="903" y="993"/>
                      <a:pt x="908" y="970"/>
                    </a:cubicBezTo>
                    <a:cubicBezTo>
                      <a:pt x="926" y="897"/>
                      <a:pt x="917" y="883"/>
                      <a:pt x="851" y="849"/>
                    </a:cubicBezTo>
                    <a:cubicBezTo>
                      <a:pt x="850" y="848"/>
                      <a:pt x="848" y="848"/>
                      <a:pt x="847" y="847"/>
                    </a:cubicBezTo>
                    <a:cubicBezTo>
                      <a:pt x="841" y="843"/>
                      <a:pt x="834" y="842"/>
                      <a:pt x="828" y="842"/>
                    </a:cubicBezTo>
                    <a:cubicBezTo>
                      <a:pt x="821" y="842"/>
                      <a:pt x="815" y="844"/>
                      <a:pt x="810" y="847"/>
                    </a:cubicBezTo>
                    <a:cubicBezTo>
                      <a:pt x="804" y="851"/>
                      <a:pt x="799" y="855"/>
                      <a:pt x="796" y="860"/>
                    </a:cubicBezTo>
                    <a:cubicBezTo>
                      <a:pt x="795" y="861"/>
                      <a:pt x="795" y="862"/>
                      <a:pt x="795" y="862"/>
                    </a:cubicBezTo>
                    <a:cubicBezTo>
                      <a:pt x="805" y="836"/>
                      <a:pt x="803" y="821"/>
                      <a:pt x="778" y="812"/>
                    </a:cubicBezTo>
                    <a:cubicBezTo>
                      <a:pt x="769" y="809"/>
                      <a:pt x="761" y="805"/>
                      <a:pt x="753" y="800"/>
                    </a:cubicBezTo>
                    <a:cubicBezTo>
                      <a:pt x="747" y="796"/>
                      <a:pt x="741" y="792"/>
                      <a:pt x="735" y="788"/>
                    </a:cubicBezTo>
                    <a:cubicBezTo>
                      <a:pt x="733" y="787"/>
                      <a:pt x="731" y="786"/>
                      <a:pt x="729" y="785"/>
                    </a:cubicBezTo>
                    <a:cubicBezTo>
                      <a:pt x="721" y="780"/>
                      <a:pt x="714" y="773"/>
                      <a:pt x="709" y="765"/>
                    </a:cubicBezTo>
                    <a:cubicBezTo>
                      <a:pt x="705" y="758"/>
                      <a:pt x="703" y="751"/>
                      <a:pt x="702" y="744"/>
                    </a:cubicBezTo>
                    <a:cubicBezTo>
                      <a:pt x="701" y="715"/>
                      <a:pt x="674" y="693"/>
                      <a:pt x="630" y="686"/>
                    </a:cubicBezTo>
                    <a:moveTo>
                      <a:pt x="370" y="415"/>
                    </a:moveTo>
                    <a:cubicBezTo>
                      <a:pt x="370" y="424"/>
                      <a:pt x="370" y="432"/>
                      <a:pt x="370" y="441"/>
                    </a:cubicBezTo>
                    <a:cubicBezTo>
                      <a:pt x="370" y="492"/>
                      <a:pt x="375" y="543"/>
                      <a:pt x="386" y="594"/>
                    </a:cubicBezTo>
                    <a:cubicBezTo>
                      <a:pt x="388" y="553"/>
                      <a:pt x="387" y="514"/>
                      <a:pt x="388" y="473"/>
                    </a:cubicBezTo>
                    <a:cubicBezTo>
                      <a:pt x="390" y="391"/>
                      <a:pt x="391" y="391"/>
                      <a:pt x="411" y="365"/>
                    </a:cubicBezTo>
                    <a:cubicBezTo>
                      <a:pt x="419" y="370"/>
                      <a:pt x="415" y="378"/>
                      <a:pt x="418" y="391"/>
                    </a:cubicBezTo>
                    <a:cubicBezTo>
                      <a:pt x="438" y="340"/>
                      <a:pt x="446" y="290"/>
                      <a:pt x="474" y="247"/>
                    </a:cubicBezTo>
                    <a:cubicBezTo>
                      <a:pt x="478" y="238"/>
                      <a:pt x="483" y="229"/>
                      <a:pt x="488" y="221"/>
                    </a:cubicBezTo>
                    <a:cubicBezTo>
                      <a:pt x="491" y="215"/>
                      <a:pt x="495" y="210"/>
                      <a:pt x="498" y="204"/>
                    </a:cubicBezTo>
                    <a:cubicBezTo>
                      <a:pt x="513" y="187"/>
                      <a:pt x="520" y="222"/>
                      <a:pt x="535" y="209"/>
                    </a:cubicBezTo>
                    <a:cubicBezTo>
                      <a:pt x="539" y="206"/>
                      <a:pt x="544" y="202"/>
                      <a:pt x="547" y="209"/>
                    </a:cubicBezTo>
                    <a:cubicBezTo>
                      <a:pt x="533" y="238"/>
                      <a:pt x="523" y="269"/>
                      <a:pt x="518" y="300"/>
                    </a:cubicBezTo>
                    <a:cubicBezTo>
                      <a:pt x="521" y="302"/>
                      <a:pt x="524" y="303"/>
                      <a:pt x="528" y="303"/>
                    </a:cubicBezTo>
                    <a:cubicBezTo>
                      <a:pt x="531" y="303"/>
                      <a:pt x="534" y="302"/>
                      <a:pt x="537" y="300"/>
                    </a:cubicBezTo>
                    <a:cubicBezTo>
                      <a:pt x="540" y="298"/>
                      <a:pt x="542" y="296"/>
                      <a:pt x="544" y="293"/>
                    </a:cubicBezTo>
                    <a:cubicBezTo>
                      <a:pt x="544" y="293"/>
                      <a:pt x="544" y="292"/>
                      <a:pt x="545" y="292"/>
                    </a:cubicBezTo>
                    <a:cubicBezTo>
                      <a:pt x="556" y="276"/>
                      <a:pt x="558" y="253"/>
                      <a:pt x="592" y="265"/>
                    </a:cubicBezTo>
                    <a:cubicBezTo>
                      <a:pt x="611" y="273"/>
                      <a:pt x="625" y="239"/>
                      <a:pt x="610" y="216"/>
                    </a:cubicBezTo>
                    <a:cubicBezTo>
                      <a:pt x="609" y="214"/>
                      <a:pt x="608" y="213"/>
                      <a:pt x="607" y="211"/>
                    </a:cubicBezTo>
                    <a:cubicBezTo>
                      <a:pt x="591" y="184"/>
                      <a:pt x="581" y="155"/>
                      <a:pt x="577" y="124"/>
                    </a:cubicBezTo>
                    <a:cubicBezTo>
                      <a:pt x="573" y="104"/>
                      <a:pt x="569" y="83"/>
                      <a:pt x="564" y="59"/>
                    </a:cubicBezTo>
                    <a:cubicBezTo>
                      <a:pt x="546" y="72"/>
                      <a:pt x="530" y="88"/>
                      <a:pt x="518" y="107"/>
                    </a:cubicBezTo>
                    <a:cubicBezTo>
                      <a:pt x="496" y="136"/>
                      <a:pt x="475" y="167"/>
                      <a:pt x="457" y="199"/>
                    </a:cubicBezTo>
                    <a:cubicBezTo>
                      <a:pt x="440" y="228"/>
                      <a:pt x="425" y="257"/>
                      <a:pt x="412" y="287"/>
                    </a:cubicBezTo>
                    <a:cubicBezTo>
                      <a:pt x="404" y="305"/>
                      <a:pt x="399" y="329"/>
                      <a:pt x="375" y="330"/>
                    </a:cubicBezTo>
                    <a:cubicBezTo>
                      <a:pt x="351" y="331"/>
                      <a:pt x="356" y="304"/>
                      <a:pt x="345" y="289"/>
                    </a:cubicBezTo>
                    <a:cubicBezTo>
                      <a:pt x="342" y="285"/>
                      <a:pt x="339" y="285"/>
                      <a:pt x="335" y="289"/>
                    </a:cubicBezTo>
                    <a:cubicBezTo>
                      <a:pt x="324" y="311"/>
                      <a:pt x="317" y="334"/>
                      <a:pt x="315" y="359"/>
                    </a:cubicBezTo>
                    <a:cubicBezTo>
                      <a:pt x="328" y="354"/>
                      <a:pt x="329" y="339"/>
                      <a:pt x="343" y="337"/>
                    </a:cubicBezTo>
                    <a:cubicBezTo>
                      <a:pt x="345" y="358"/>
                      <a:pt x="330" y="374"/>
                      <a:pt x="323" y="391"/>
                    </a:cubicBezTo>
                    <a:cubicBezTo>
                      <a:pt x="318" y="403"/>
                      <a:pt x="308" y="418"/>
                      <a:pt x="320" y="427"/>
                    </a:cubicBezTo>
                    <a:cubicBezTo>
                      <a:pt x="342" y="444"/>
                      <a:pt x="334" y="467"/>
                      <a:pt x="336" y="488"/>
                    </a:cubicBezTo>
                    <a:cubicBezTo>
                      <a:pt x="344" y="562"/>
                      <a:pt x="351" y="636"/>
                      <a:pt x="385" y="705"/>
                    </a:cubicBezTo>
                    <a:cubicBezTo>
                      <a:pt x="373" y="610"/>
                      <a:pt x="342" y="514"/>
                      <a:pt x="370" y="415"/>
                    </a:cubicBezTo>
                    <a:moveTo>
                      <a:pt x="3966" y="3182"/>
                    </a:moveTo>
                    <a:cubicBezTo>
                      <a:pt x="3973" y="3023"/>
                      <a:pt x="3891" y="2810"/>
                      <a:pt x="3773" y="2681"/>
                    </a:cubicBezTo>
                    <a:cubicBezTo>
                      <a:pt x="3766" y="2691"/>
                      <a:pt x="3758" y="2701"/>
                      <a:pt x="3753" y="2711"/>
                    </a:cubicBezTo>
                    <a:cubicBezTo>
                      <a:pt x="3742" y="2729"/>
                      <a:pt x="3734" y="2748"/>
                      <a:pt x="3726" y="2767"/>
                    </a:cubicBezTo>
                    <a:cubicBezTo>
                      <a:pt x="3725" y="2772"/>
                      <a:pt x="3724" y="2777"/>
                      <a:pt x="3724" y="2782"/>
                    </a:cubicBezTo>
                    <a:cubicBezTo>
                      <a:pt x="3724" y="2792"/>
                      <a:pt x="3726" y="2801"/>
                      <a:pt x="3731" y="2809"/>
                    </a:cubicBezTo>
                    <a:cubicBezTo>
                      <a:pt x="3735" y="2817"/>
                      <a:pt x="3743" y="2823"/>
                      <a:pt x="3751" y="2828"/>
                    </a:cubicBezTo>
                    <a:cubicBezTo>
                      <a:pt x="3754" y="2830"/>
                      <a:pt x="3758" y="2832"/>
                      <a:pt x="3761" y="2833"/>
                    </a:cubicBezTo>
                    <a:cubicBezTo>
                      <a:pt x="3771" y="2836"/>
                      <a:pt x="3770" y="2839"/>
                      <a:pt x="3771" y="2845"/>
                    </a:cubicBezTo>
                    <a:cubicBezTo>
                      <a:pt x="3771" y="2851"/>
                      <a:pt x="3756" y="2863"/>
                      <a:pt x="3774" y="2874"/>
                    </a:cubicBezTo>
                    <a:cubicBezTo>
                      <a:pt x="3792" y="2855"/>
                      <a:pt x="3796" y="2824"/>
                      <a:pt x="3824" y="2804"/>
                    </a:cubicBezTo>
                    <a:cubicBezTo>
                      <a:pt x="3818" y="2830"/>
                      <a:pt x="3808" y="2850"/>
                      <a:pt x="3821" y="2869"/>
                    </a:cubicBezTo>
                    <a:cubicBezTo>
                      <a:pt x="3823" y="2873"/>
                      <a:pt x="3826" y="2877"/>
                      <a:pt x="3828" y="2881"/>
                    </a:cubicBezTo>
                    <a:cubicBezTo>
                      <a:pt x="3853" y="2924"/>
                      <a:pt x="3873" y="2969"/>
                      <a:pt x="3890" y="3016"/>
                    </a:cubicBezTo>
                    <a:cubicBezTo>
                      <a:pt x="3892" y="3021"/>
                      <a:pt x="3890" y="3028"/>
                      <a:pt x="3900" y="3031"/>
                    </a:cubicBezTo>
                    <a:cubicBezTo>
                      <a:pt x="3924" y="3039"/>
                      <a:pt x="3924" y="3039"/>
                      <a:pt x="3926" y="3048"/>
                    </a:cubicBezTo>
                    <a:cubicBezTo>
                      <a:pt x="3930" y="3094"/>
                      <a:pt x="3943" y="3140"/>
                      <a:pt x="3965" y="3182"/>
                    </a:cubicBezTo>
                    <a:lnTo>
                      <a:pt x="3966" y="3182"/>
                    </a:lnTo>
                    <a:moveTo>
                      <a:pt x="4142" y="3197"/>
                    </a:moveTo>
                    <a:cubicBezTo>
                      <a:pt x="4149" y="2985"/>
                      <a:pt x="3932" y="2518"/>
                      <a:pt x="3773" y="2403"/>
                    </a:cubicBezTo>
                    <a:cubicBezTo>
                      <a:pt x="3767" y="2426"/>
                      <a:pt x="3784" y="2438"/>
                      <a:pt x="3795" y="2451"/>
                    </a:cubicBezTo>
                    <a:cubicBezTo>
                      <a:pt x="3934" y="2629"/>
                      <a:pt x="4006" y="2842"/>
                      <a:pt x="4099" y="3044"/>
                    </a:cubicBezTo>
                    <a:cubicBezTo>
                      <a:pt x="4117" y="3094"/>
                      <a:pt x="4131" y="3145"/>
                      <a:pt x="4141" y="3197"/>
                    </a:cubicBezTo>
                    <a:lnTo>
                      <a:pt x="4142" y="3197"/>
                    </a:lnTo>
                    <a:moveTo>
                      <a:pt x="4266" y="2412"/>
                    </a:moveTo>
                    <a:cubicBezTo>
                      <a:pt x="4473" y="2767"/>
                      <a:pt x="4493" y="2809"/>
                      <a:pt x="4494" y="2862"/>
                    </a:cubicBezTo>
                    <a:cubicBezTo>
                      <a:pt x="4478" y="2851"/>
                      <a:pt x="4473" y="2832"/>
                      <a:pt x="4462" y="2818"/>
                    </a:cubicBezTo>
                    <a:cubicBezTo>
                      <a:pt x="4451" y="2804"/>
                      <a:pt x="4443" y="2786"/>
                      <a:pt x="4426" y="2778"/>
                    </a:cubicBezTo>
                    <a:cubicBezTo>
                      <a:pt x="4455" y="2873"/>
                      <a:pt x="4530" y="2932"/>
                      <a:pt x="4592" y="3002"/>
                    </a:cubicBezTo>
                    <a:cubicBezTo>
                      <a:pt x="4556" y="2820"/>
                      <a:pt x="4392" y="2522"/>
                      <a:pt x="4265" y="2412"/>
                    </a:cubicBezTo>
                    <a:lnTo>
                      <a:pt x="4266" y="2412"/>
                    </a:lnTo>
                    <a:moveTo>
                      <a:pt x="2480" y="3668"/>
                    </a:moveTo>
                    <a:cubicBezTo>
                      <a:pt x="2461" y="3626"/>
                      <a:pt x="2490" y="3606"/>
                      <a:pt x="2497" y="3577"/>
                    </a:cubicBezTo>
                    <a:cubicBezTo>
                      <a:pt x="2510" y="3511"/>
                      <a:pt x="2529" y="3446"/>
                      <a:pt x="2554" y="3384"/>
                    </a:cubicBezTo>
                    <a:cubicBezTo>
                      <a:pt x="2572" y="3343"/>
                      <a:pt x="2566" y="3331"/>
                      <a:pt x="2528" y="3312"/>
                    </a:cubicBezTo>
                    <a:cubicBezTo>
                      <a:pt x="2510" y="3303"/>
                      <a:pt x="2499" y="3304"/>
                      <a:pt x="2490" y="3326"/>
                    </a:cubicBezTo>
                    <a:cubicBezTo>
                      <a:pt x="2460" y="3401"/>
                      <a:pt x="2434" y="3477"/>
                      <a:pt x="2412" y="3554"/>
                    </a:cubicBezTo>
                    <a:cubicBezTo>
                      <a:pt x="2407" y="3572"/>
                      <a:pt x="2404" y="3591"/>
                      <a:pt x="2423" y="3596"/>
                    </a:cubicBezTo>
                    <a:cubicBezTo>
                      <a:pt x="2441" y="3601"/>
                      <a:pt x="2432" y="3572"/>
                      <a:pt x="2444" y="3565"/>
                    </a:cubicBezTo>
                    <a:cubicBezTo>
                      <a:pt x="2446" y="3635"/>
                      <a:pt x="2446" y="3635"/>
                      <a:pt x="2480" y="3668"/>
                    </a:cubicBezTo>
                    <a:moveTo>
                      <a:pt x="3509" y="2264"/>
                    </a:moveTo>
                    <a:cubicBezTo>
                      <a:pt x="3515" y="2286"/>
                      <a:pt x="3538" y="2281"/>
                      <a:pt x="3538" y="2296"/>
                    </a:cubicBezTo>
                    <a:cubicBezTo>
                      <a:pt x="3536" y="2322"/>
                      <a:pt x="3557" y="2329"/>
                      <a:pt x="3572" y="2341"/>
                    </a:cubicBezTo>
                    <a:cubicBezTo>
                      <a:pt x="3692" y="2431"/>
                      <a:pt x="3797" y="2541"/>
                      <a:pt x="3882" y="2665"/>
                    </a:cubicBezTo>
                    <a:cubicBezTo>
                      <a:pt x="3893" y="2680"/>
                      <a:pt x="3905" y="2695"/>
                      <a:pt x="3917" y="2711"/>
                    </a:cubicBezTo>
                    <a:cubicBezTo>
                      <a:pt x="3917" y="2711"/>
                      <a:pt x="3917" y="2710"/>
                      <a:pt x="3918" y="2709"/>
                    </a:cubicBezTo>
                    <a:cubicBezTo>
                      <a:pt x="3918" y="2707"/>
                      <a:pt x="3920" y="2704"/>
                      <a:pt x="3920" y="2702"/>
                    </a:cubicBezTo>
                    <a:cubicBezTo>
                      <a:pt x="3920" y="2699"/>
                      <a:pt x="3918" y="2698"/>
                      <a:pt x="3918" y="2696"/>
                    </a:cubicBezTo>
                    <a:cubicBezTo>
                      <a:pt x="3917" y="2695"/>
                      <a:pt x="3917" y="2694"/>
                      <a:pt x="3917" y="2694"/>
                    </a:cubicBezTo>
                    <a:cubicBezTo>
                      <a:pt x="3903" y="2667"/>
                      <a:pt x="3889" y="2641"/>
                      <a:pt x="3874" y="2615"/>
                    </a:cubicBezTo>
                    <a:cubicBezTo>
                      <a:pt x="3828" y="2536"/>
                      <a:pt x="3777" y="2461"/>
                      <a:pt x="3720" y="2390"/>
                    </a:cubicBezTo>
                    <a:cubicBezTo>
                      <a:pt x="3712" y="2380"/>
                      <a:pt x="3702" y="2371"/>
                      <a:pt x="3692" y="2364"/>
                    </a:cubicBezTo>
                    <a:cubicBezTo>
                      <a:pt x="3673" y="2352"/>
                      <a:pt x="3654" y="2341"/>
                      <a:pt x="3636" y="2330"/>
                    </a:cubicBezTo>
                    <a:cubicBezTo>
                      <a:pt x="3594" y="2306"/>
                      <a:pt x="3552" y="2284"/>
                      <a:pt x="3509" y="2264"/>
                    </a:cubicBezTo>
                    <a:moveTo>
                      <a:pt x="2748" y="2007"/>
                    </a:moveTo>
                    <a:cubicBezTo>
                      <a:pt x="2754" y="2019"/>
                      <a:pt x="2755" y="2023"/>
                      <a:pt x="2757" y="2024"/>
                    </a:cubicBezTo>
                    <a:cubicBezTo>
                      <a:pt x="2836" y="2095"/>
                      <a:pt x="2927" y="2144"/>
                      <a:pt x="3019" y="2195"/>
                    </a:cubicBezTo>
                    <a:cubicBezTo>
                      <a:pt x="3026" y="2199"/>
                      <a:pt x="3035" y="2201"/>
                      <a:pt x="3044" y="2201"/>
                    </a:cubicBezTo>
                    <a:cubicBezTo>
                      <a:pt x="3046" y="2201"/>
                      <a:pt x="3048" y="2201"/>
                      <a:pt x="3050" y="2201"/>
                    </a:cubicBezTo>
                    <a:cubicBezTo>
                      <a:pt x="3088" y="2193"/>
                      <a:pt x="3116" y="2214"/>
                      <a:pt x="3147" y="2229"/>
                    </a:cubicBezTo>
                    <a:cubicBezTo>
                      <a:pt x="3151" y="2233"/>
                      <a:pt x="3155" y="2236"/>
                      <a:pt x="3160" y="2239"/>
                    </a:cubicBezTo>
                    <a:cubicBezTo>
                      <a:pt x="3174" y="2247"/>
                      <a:pt x="3189" y="2251"/>
                      <a:pt x="3205" y="2251"/>
                    </a:cubicBezTo>
                    <a:cubicBezTo>
                      <a:pt x="3061" y="2144"/>
                      <a:pt x="2908" y="2079"/>
                      <a:pt x="2748" y="2007"/>
                    </a:cubicBezTo>
                    <a:moveTo>
                      <a:pt x="2728" y="4093"/>
                    </a:moveTo>
                    <a:cubicBezTo>
                      <a:pt x="2751" y="4090"/>
                      <a:pt x="2776" y="4062"/>
                      <a:pt x="2785" y="4073"/>
                    </a:cubicBezTo>
                    <a:cubicBezTo>
                      <a:pt x="2813" y="4111"/>
                      <a:pt x="2834" y="4075"/>
                      <a:pt x="2858" y="4073"/>
                    </a:cubicBezTo>
                    <a:cubicBezTo>
                      <a:pt x="2881" y="4071"/>
                      <a:pt x="2908" y="4051"/>
                      <a:pt x="2940" y="4049"/>
                    </a:cubicBezTo>
                    <a:cubicBezTo>
                      <a:pt x="2929" y="4075"/>
                      <a:pt x="2902" y="4072"/>
                      <a:pt x="2889" y="4095"/>
                    </a:cubicBezTo>
                    <a:cubicBezTo>
                      <a:pt x="2952" y="4077"/>
                      <a:pt x="3018" y="4075"/>
                      <a:pt x="3054" y="4006"/>
                    </a:cubicBezTo>
                    <a:cubicBezTo>
                      <a:pt x="3008" y="3993"/>
                      <a:pt x="2965" y="3985"/>
                      <a:pt x="2921" y="4015"/>
                    </a:cubicBezTo>
                    <a:cubicBezTo>
                      <a:pt x="2918" y="4017"/>
                      <a:pt x="2914" y="4020"/>
                      <a:pt x="2910" y="4022"/>
                    </a:cubicBezTo>
                    <a:cubicBezTo>
                      <a:pt x="2903" y="4026"/>
                      <a:pt x="2895" y="4029"/>
                      <a:pt x="2887" y="4031"/>
                    </a:cubicBezTo>
                    <a:cubicBezTo>
                      <a:pt x="2869" y="4033"/>
                      <a:pt x="2844" y="4077"/>
                      <a:pt x="2830" y="4025"/>
                    </a:cubicBezTo>
                    <a:cubicBezTo>
                      <a:pt x="2828" y="4020"/>
                      <a:pt x="2821" y="4024"/>
                      <a:pt x="2816" y="4025"/>
                    </a:cubicBezTo>
                    <a:cubicBezTo>
                      <a:pt x="2789" y="4035"/>
                      <a:pt x="2763" y="4044"/>
                      <a:pt x="2739" y="4053"/>
                    </a:cubicBezTo>
                    <a:cubicBezTo>
                      <a:pt x="2722" y="4059"/>
                      <a:pt x="2725" y="4075"/>
                      <a:pt x="2728" y="4093"/>
                    </a:cubicBezTo>
                    <a:moveTo>
                      <a:pt x="363" y="834"/>
                    </a:moveTo>
                    <a:lnTo>
                      <a:pt x="236" y="707"/>
                    </a:lnTo>
                    <a:cubicBezTo>
                      <a:pt x="234" y="706"/>
                      <a:pt x="232" y="705"/>
                      <a:pt x="230" y="703"/>
                    </a:cubicBezTo>
                    <a:cubicBezTo>
                      <a:pt x="226" y="701"/>
                      <a:pt x="220" y="699"/>
                      <a:pt x="215" y="699"/>
                    </a:cubicBezTo>
                    <a:cubicBezTo>
                      <a:pt x="214" y="699"/>
                      <a:pt x="213" y="699"/>
                      <a:pt x="212" y="699"/>
                    </a:cubicBezTo>
                    <a:cubicBezTo>
                      <a:pt x="211" y="699"/>
                      <a:pt x="210" y="699"/>
                      <a:pt x="210" y="699"/>
                    </a:cubicBezTo>
                    <a:cubicBezTo>
                      <a:pt x="184" y="699"/>
                      <a:pt x="158" y="705"/>
                      <a:pt x="135" y="719"/>
                    </a:cubicBezTo>
                    <a:cubicBezTo>
                      <a:pt x="123" y="726"/>
                      <a:pt x="111" y="736"/>
                      <a:pt x="101" y="746"/>
                    </a:cubicBezTo>
                    <a:cubicBezTo>
                      <a:pt x="183" y="777"/>
                      <a:pt x="253" y="818"/>
                      <a:pt x="334" y="835"/>
                    </a:cubicBezTo>
                    <a:cubicBezTo>
                      <a:pt x="341" y="838"/>
                      <a:pt x="349" y="844"/>
                      <a:pt x="363" y="834"/>
                    </a:cubicBezTo>
                    <a:moveTo>
                      <a:pt x="2932" y="3801"/>
                    </a:moveTo>
                    <a:cubicBezTo>
                      <a:pt x="2940" y="3757"/>
                      <a:pt x="2947" y="3717"/>
                      <a:pt x="2954" y="3678"/>
                    </a:cubicBezTo>
                    <a:cubicBezTo>
                      <a:pt x="2966" y="3614"/>
                      <a:pt x="2967" y="3614"/>
                      <a:pt x="2911" y="3581"/>
                    </a:cubicBezTo>
                    <a:cubicBezTo>
                      <a:pt x="2905" y="3578"/>
                      <a:pt x="2900" y="3576"/>
                      <a:pt x="2894" y="3575"/>
                    </a:cubicBezTo>
                    <a:cubicBezTo>
                      <a:pt x="2872" y="3630"/>
                      <a:pt x="2856" y="3688"/>
                      <a:pt x="2847" y="3748"/>
                    </a:cubicBezTo>
                    <a:cubicBezTo>
                      <a:pt x="2847" y="3749"/>
                      <a:pt x="2847" y="3751"/>
                      <a:pt x="2847" y="3753"/>
                    </a:cubicBezTo>
                    <a:cubicBezTo>
                      <a:pt x="2847" y="3756"/>
                      <a:pt x="2847" y="3760"/>
                      <a:pt x="2849" y="3763"/>
                    </a:cubicBezTo>
                    <a:cubicBezTo>
                      <a:pt x="2849" y="3764"/>
                      <a:pt x="2849" y="3764"/>
                      <a:pt x="2849" y="3764"/>
                    </a:cubicBezTo>
                    <a:cubicBezTo>
                      <a:pt x="2851" y="3767"/>
                      <a:pt x="2853" y="3769"/>
                      <a:pt x="2856" y="3771"/>
                    </a:cubicBezTo>
                    <a:cubicBezTo>
                      <a:pt x="2859" y="3772"/>
                      <a:pt x="2862" y="3773"/>
                      <a:pt x="2865" y="3773"/>
                    </a:cubicBezTo>
                    <a:cubicBezTo>
                      <a:pt x="2866" y="3773"/>
                      <a:pt x="2866" y="3773"/>
                      <a:pt x="2867" y="3773"/>
                    </a:cubicBezTo>
                    <a:cubicBezTo>
                      <a:pt x="2875" y="3773"/>
                      <a:pt x="2876" y="3768"/>
                      <a:pt x="2878" y="3763"/>
                    </a:cubicBezTo>
                    <a:cubicBezTo>
                      <a:pt x="2880" y="3754"/>
                      <a:pt x="2880" y="3745"/>
                      <a:pt x="2883" y="3736"/>
                    </a:cubicBezTo>
                    <a:cubicBezTo>
                      <a:pt x="2894" y="3699"/>
                      <a:pt x="2893" y="3657"/>
                      <a:pt x="2916" y="3621"/>
                    </a:cubicBezTo>
                    <a:cubicBezTo>
                      <a:pt x="2926" y="3633"/>
                      <a:pt x="2921" y="3643"/>
                      <a:pt x="2918" y="3653"/>
                    </a:cubicBezTo>
                    <a:cubicBezTo>
                      <a:pt x="2910" y="3685"/>
                      <a:pt x="2901" y="3717"/>
                      <a:pt x="2894" y="3749"/>
                    </a:cubicBezTo>
                    <a:cubicBezTo>
                      <a:pt x="2887" y="3786"/>
                      <a:pt x="2887" y="3786"/>
                      <a:pt x="2932" y="3801"/>
                    </a:cubicBezTo>
                    <a:moveTo>
                      <a:pt x="4043" y="3094"/>
                    </a:moveTo>
                    <a:cubicBezTo>
                      <a:pt x="4037" y="3189"/>
                      <a:pt x="4094" y="3538"/>
                      <a:pt x="4125" y="3575"/>
                    </a:cubicBezTo>
                    <a:cubicBezTo>
                      <a:pt x="4101" y="3406"/>
                      <a:pt x="4092" y="3247"/>
                      <a:pt x="4043" y="3094"/>
                    </a:cubicBezTo>
                    <a:moveTo>
                      <a:pt x="4160" y="2390"/>
                    </a:moveTo>
                    <a:cubicBezTo>
                      <a:pt x="4161" y="2385"/>
                      <a:pt x="4161" y="2380"/>
                      <a:pt x="4161" y="2375"/>
                    </a:cubicBezTo>
                    <a:cubicBezTo>
                      <a:pt x="4161" y="2354"/>
                      <a:pt x="4155" y="2333"/>
                      <a:pt x="4145" y="2314"/>
                    </a:cubicBezTo>
                    <a:cubicBezTo>
                      <a:pt x="4136" y="2299"/>
                      <a:pt x="4123" y="2285"/>
                      <a:pt x="4108" y="2275"/>
                    </a:cubicBezTo>
                    <a:cubicBezTo>
                      <a:pt x="4093" y="2263"/>
                      <a:pt x="4076" y="2252"/>
                      <a:pt x="4059" y="2242"/>
                    </a:cubicBezTo>
                    <a:cubicBezTo>
                      <a:pt x="4041" y="2232"/>
                      <a:pt x="4023" y="2223"/>
                      <a:pt x="4004" y="2215"/>
                    </a:cubicBezTo>
                    <a:cubicBezTo>
                      <a:pt x="3959" y="2192"/>
                      <a:pt x="3910" y="2176"/>
                      <a:pt x="3860" y="2169"/>
                    </a:cubicBezTo>
                    <a:cubicBezTo>
                      <a:pt x="3879" y="2179"/>
                      <a:pt x="3897" y="2189"/>
                      <a:pt x="3915" y="2199"/>
                    </a:cubicBezTo>
                    <a:cubicBezTo>
                      <a:pt x="3951" y="2220"/>
                      <a:pt x="3985" y="2241"/>
                      <a:pt x="4019" y="2265"/>
                    </a:cubicBezTo>
                    <a:cubicBezTo>
                      <a:pt x="4069" y="2302"/>
                      <a:pt x="4116" y="2344"/>
                      <a:pt x="4160" y="2390"/>
                    </a:cubicBezTo>
                    <a:moveTo>
                      <a:pt x="3929" y="2279"/>
                    </a:moveTo>
                    <a:cubicBezTo>
                      <a:pt x="4043" y="2464"/>
                      <a:pt x="4116" y="2664"/>
                      <a:pt x="4213" y="2851"/>
                    </a:cubicBezTo>
                    <a:cubicBezTo>
                      <a:pt x="4204" y="2818"/>
                      <a:pt x="4193" y="2785"/>
                      <a:pt x="4180" y="2754"/>
                    </a:cubicBezTo>
                    <a:cubicBezTo>
                      <a:pt x="4123" y="2608"/>
                      <a:pt x="4057" y="2467"/>
                      <a:pt x="3982" y="2330"/>
                    </a:cubicBezTo>
                    <a:cubicBezTo>
                      <a:pt x="3970" y="2312"/>
                      <a:pt x="3962" y="2287"/>
                      <a:pt x="3928" y="2279"/>
                    </a:cubicBezTo>
                    <a:lnTo>
                      <a:pt x="3929" y="2279"/>
                    </a:lnTo>
                    <a:moveTo>
                      <a:pt x="4431" y="2532"/>
                    </a:moveTo>
                    <a:cubicBezTo>
                      <a:pt x="4464" y="2649"/>
                      <a:pt x="4606" y="2857"/>
                      <a:pt x="4675" y="2899"/>
                    </a:cubicBezTo>
                    <a:cubicBezTo>
                      <a:pt x="4673" y="2888"/>
                      <a:pt x="4670" y="2878"/>
                      <a:pt x="4665" y="2869"/>
                    </a:cubicBezTo>
                    <a:cubicBezTo>
                      <a:pt x="4663" y="2866"/>
                      <a:pt x="4662" y="2865"/>
                      <a:pt x="4661" y="2863"/>
                    </a:cubicBezTo>
                    <a:cubicBezTo>
                      <a:pt x="4632" y="2795"/>
                      <a:pt x="4579" y="2744"/>
                      <a:pt x="4537" y="2685"/>
                    </a:cubicBezTo>
                    <a:cubicBezTo>
                      <a:pt x="4499" y="2635"/>
                      <a:pt x="4465" y="2583"/>
                      <a:pt x="4430" y="2532"/>
                    </a:cubicBezTo>
                    <a:lnTo>
                      <a:pt x="4431" y="2532"/>
                    </a:lnTo>
                    <a:moveTo>
                      <a:pt x="4258" y="3127"/>
                    </a:moveTo>
                    <a:lnTo>
                      <a:pt x="4247" y="3130"/>
                    </a:lnTo>
                    <a:cubicBezTo>
                      <a:pt x="4247" y="3142"/>
                      <a:pt x="4249" y="3156"/>
                      <a:pt x="4251" y="3167"/>
                    </a:cubicBezTo>
                    <a:cubicBezTo>
                      <a:pt x="4264" y="3252"/>
                      <a:pt x="4277" y="3337"/>
                      <a:pt x="4299" y="3420"/>
                    </a:cubicBezTo>
                    <a:cubicBezTo>
                      <a:pt x="4303" y="3436"/>
                      <a:pt x="4315" y="3460"/>
                      <a:pt x="4284" y="3468"/>
                    </a:cubicBezTo>
                    <a:cubicBezTo>
                      <a:pt x="4282" y="3468"/>
                      <a:pt x="4280" y="3478"/>
                      <a:pt x="4282" y="3483"/>
                    </a:cubicBezTo>
                    <a:cubicBezTo>
                      <a:pt x="4296" y="3533"/>
                      <a:pt x="4303" y="3586"/>
                      <a:pt x="4330" y="3632"/>
                    </a:cubicBezTo>
                    <a:cubicBezTo>
                      <a:pt x="4308" y="3463"/>
                      <a:pt x="4305" y="3292"/>
                      <a:pt x="4256" y="3127"/>
                    </a:cubicBezTo>
                    <a:lnTo>
                      <a:pt x="4258" y="3127"/>
                    </a:lnTo>
                    <a:moveTo>
                      <a:pt x="3088" y="4267"/>
                    </a:moveTo>
                    <a:cubicBezTo>
                      <a:pt x="3107" y="4261"/>
                      <a:pt x="3125" y="4253"/>
                      <a:pt x="3142" y="4243"/>
                    </a:cubicBezTo>
                    <a:cubicBezTo>
                      <a:pt x="3153" y="4236"/>
                      <a:pt x="3164" y="4229"/>
                      <a:pt x="3175" y="4221"/>
                    </a:cubicBezTo>
                    <a:cubicBezTo>
                      <a:pt x="3185" y="4213"/>
                      <a:pt x="3198" y="4199"/>
                      <a:pt x="3192" y="4189"/>
                    </a:cubicBezTo>
                    <a:cubicBezTo>
                      <a:pt x="3165" y="4151"/>
                      <a:pt x="3196" y="4124"/>
                      <a:pt x="3207" y="4093"/>
                    </a:cubicBezTo>
                    <a:cubicBezTo>
                      <a:pt x="3210" y="4085"/>
                      <a:pt x="3215" y="4077"/>
                      <a:pt x="3219" y="4069"/>
                    </a:cubicBezTo>
                    <a:cubicBezTo>
                      <a:pt x="3222" y="4061"/>
                      <a:pt x="3223" y="4058"/>
                      <a:pt x="3217" y="4054"/>
                    </a:cubicBezTo>
                    <a:lnTo>
                      <a:pt x="3216" y="4054"/>
                    </a:lnTo>
                    <a:cubicBezTo>
                      <a:pt x="3214" y="4053"/>
                      <a:pt x="3211" y="4052"/>
                      <a:pt x="3209" y="4052"/>
                    </a:cubicBezTo>
                    <a:cubicBezTo>
                      <a:pt x="3206" y="4052"/>
                      <a:pt x="3205" y="4053"/>
                      <a:pt x="3203" y="4054"/>
                    </a:cubicBezTo>
                    <a:cubicBezTo>
                      <a:pt x="3201" y="4055"/>
                      <a:pt x="3199" y="4056"/>
                      <a:pt x="3198" y="4058"/>
                    </a:cubicBezTo>
                    <a:cubicBezTo>
                      <a:pt x="3195" y="4062"/>
                      <a:pt x="3191" y="4067"/>
                      <a:pt x="3189" y="4071"/>
                    </a:cubicBezTo>
                    <a:cubicBezTo>
                      <a:pt x="3188" y="4072"/>
                      <a:pt x="3188" y="4073"/>
                      <a:pt x="3187" y="4073"/>
                    </a:cubicBezTo>
                    <a:cubicBezTo>
                      <a:pt x="3167" y="4109"/>
                      <a:pt x="3144" y="4143"/>
                      <a:pt x="3118" y="4175"/>
                    </a:cubicBezTo>
                    <a:cubicBezTo>
                      <a:pt x="3112" y="4181"/>
                      <a:pt x="3107" y="4188"/>
                      <a:pt x="3103" y="4195"/>
                    </a:cubicBezTo>
                    <a:cubicBezTo>
                      <a:pt x="3092" y="4214"/>
                      <a:pt x="3086" y="4236"/>
                      <a:pt x="3086" y="4258"/>
                    </a:cubicBezTo>
                    <a:cubicBezTo>
                      <a:pt x="3086" y="4261"/>
                      <a:pt x="3087" y="4264"/>
                      <a:pt x="3087" y="4267"/>
                    </a:cubicBezTo>
                    <a:lnTo>
                      <a:pt x="3088" y="4267"/>
                    </a:lnTo>
                    <a:moveTo>
                      <a:pt x="3314" y="4208"/>
                    </a:moveTo>
                    <a:cubicBezTo>
                      <a:pt x="3334" y="4232"/>
                      <a:pt x="3354" y="4218"/>
                      <a:pt x="3370" y="4211"/>
                    </a:cubicBezTo>
                    <a:cubicBezTo>
                      <a:pt x="3409" y="4194"/>
                      <a:pt x="3447" y="4175"/>
                      <a:pt x="3483" y="4155"/>
                    </a:cubicBezTo>
                    <a:cubicBezTo>
                      <a:pt x="3505" y="4144"/>
                      <a:pt x="3539" y="4152"/>
                      <a:pt x="3548" y="4123"/>
                    </a:cubicBezTo>
                    <a:cubicBezTo>
                      <a:pt x="3556" y="4094"/>
                      <a:pt x="3522" y="4082"/>
                      <a:pt x="3516" y="4057"/>
                    </a:cubicBezTo>
                    <a:cubicBezTo>
                      <a:pt x="3516" y="4053"/>
                      <a:pt x="3509" y="4050"/>
                      <a:pt x="3502" y="4054"/>
                    </a:cubicBezTo>
                    <a:cubicBezTo>
                      <a:pt x="3501" y="4059"/>
                      <a:pt x="3500" y="4063"/>
                      <a:pt x="3500" y="4068"/>
                    </a:cubicBezTo>
                    <a:cubicBezTo>
                      <a:pt x="3500" y="4079"/>
                      <a:pt x="3502" y="4089"/>
                      <a:pt x="3508" y="4099"/>
                    </a:cubicBezTo>
                    <a:cubicBezTo>
                      <a:pt x="3509" y="4101"/>
                      <a:pt x="3511" y="4103"/>
                      <a:pt x="3512" y="4105"/>
                    </a:cubicBezTo>
                    <a:cubicBezTo>
                      <a:pt x="3518" y="4113"/>
                      <a:pt x="3525" y="4119"/>
                      <a:pt x="3515" y="4126"/>
                    </a:cubicBezTo>
                    <a:cubicBezTo>
                      <a:pt x="3505" y="4132"/>
                      <a:pt x="3495" y="4125"/>
                      <a:pt x="3489" y="4114"/>
                    </a:cubicBezTo>
                    <a:cubicBezTo>
                      <a:pt x="3479" y="4093"/>
                      <a:pt x="3486" y="4066"/>
                      <a:pt x="3467" y="4044"/>
                    </a:cubicBezTo>
                    <a:cubicBezTo>
                      <a:pt x="3461" y="4069"/>
                      <a:pt x="3446" y="4094"/>
                      <a:pt x="3457" y="4114"/>
                    </a:cubicBezTo>
                    <a:cubicBezTo>
                      <a:pt x="3474" y="4144"/>
                      <a:pt x="3465" y="4149"/>
                      <a:pt x="3437" y="4156"/>
                    </a:cubicBezTo>
                    <a:cubicBezTo>
                      <a:pt x="3403" y="4161"/>
                      <a:pt x="3369" y="4172"/>
                      <a:pt x="3340" y="4190"/>
                    </a:cubicBezTo>
                    <a:cubicBezTo>
                      <a:pt x="3330" y="4195"/>
                      <a:pt x="3322" y="4201"/>
                      <a:pt x="3313" y="4208"/>
                    </a:cubicBezTo>
                    <a:lnTo>
                      <a:pt x="3314" y="4208"/>
                    </a:lnTo>
                    <a:moveTo>
                      <a:pt x="4291" y="3101"/>
                    </a:moveTo>
                    <a:cubicBezTo>
                      <a:pt x="4308" y="3236"/>
                      <a:pt x="4342" y="3367"/>
                      <a:pt x="4392" y="3493"/>
                    </a:cubicBezTo>
                    <a:cubicBezTo>
                      <a:pt x="4396" y="3484"/>
                      <a:pt x="4398" y="3474"/>
                      <a:pt x="4398" y="3464"/>
                    </a:cubicBezTo>
                    <a:cubicBezTo>
                      <a:pt x="4398" y="3458"/>
                      <a:pt x="4397" y="3452"/>
                      <a:pt x="4396" y="3446"/>
                    </a:cubicBezTo>
                    <a:cubicBezTo>
                      <a:pt x="4384" y="3390"/>
                      <a:pt x="4369" y="3335"/>
                      <a:pt x="4350" y="3282"/>
                    </a:cubicBezTo>
                    <a:cubicBezTo>
                      <a:pt x="4340" y="3253"/>
                      <a:pt x="4333" y="3223"/>
                      <a:pt x="4330" y="3192"/>
                    </a:cubicBezTo>
                    <a:cubicBezTo>
                      <a:pt x="4330" y="3191"/>
                      <a:pt x="4330" y="3190"/>
                      <a:pt x="4330" y="3189"/>
                    </a:cubicBezTo>
                    <a:cubicBezTo>
                      <a:pt x="4330" y="3169"/>
                      <a:pt x="4325" y="3149"/>
                      <a:pt x="4315" y="3132"/>
                    </a:cubicBezTo>
                    <a:cubicBezTo>
                      <a:pt x="4308" y="3120"/>
                      <a:pt x="4299" y="3110"/>
                      <a:pt x="4289" y="3101"/>
                    </a:cubicBezTo>
                    <a:lnTo>
                      <a:pt x="4291" y="3101"/>
                    </a:lnTo>
                    <a:moveTo>
                      <a:pt x="4441" y="2393"/>
                    </a:moveTo>
                    <a:lnTo>
                      <a:pt x="4433" y="2403"/>
                    </a:lnTo>
                    <a:lnTo>
                      <a:pt x="4471" y="2442"/>
                    </a:lnTo>
                    <a:cubicBezTo>
                      <a:pt x="4484" y="2455"/>
                      <a:pt x="4497" y="2468"/>
                      <a:pt x="4508" y="2482"/>
                    </a:cubicBezTo>
                    <a:cubicBezTo>
                      <a:pt x="4556" y="2547"/>
                      <a:pt x="4583" y="2562"/>
                      <a:pt x="4667" y="2565"/>
                    </a:cubicBezTo>
                    <a:cubicBezTo>
                      <a:pt x="4590" y="2506"/>
                      <a:pt x="4524" y="2439"/>
                      <a:pt x="4441" y="2393"/>
                    </a:cubicBezTo>
                    <a:moveTo>
                      <a:pt x="501" y="238"/>
                    </a:moveTo>
                    <a:cubicBezTo>
                      <a:pt x="449" y="343"/>
                      <a:pt x="410" y="455"/>
                      <a:pt x="413" y="577"/>
                    </a:cubicBezTo>
                    <a:cubicBezTo>
                      <a:pt x="443" y="464"/>
                      <a:pt x="491" y="356"/>
                      <a:pt x="501" y="238"/>
                    </a:cubicBezTo>
                    <a:moveTo>
                      <a:pt x="3392" y="4007"/>
                    </a:moveTo>
                    <a:cubicBezTo>
                      <a:pt x="3399" y="4043"/>
                      <a:pt x="3373" y="4075"/>
                      <a:pt x="3390" y="4106"/>
                    </a:cubicBezTo>
                    <a:cubicBezTo>
                      <a:pt x="3405" y="4118"/>
                      <a:pt x="3410" y="4086"/>
                      <a:pt x="3423" y="4102"/>
                    </a:cubicBezTo>
                    <a:cubicBezTo>
                      <a:pt x="3406" y="4135"/>
                      <a:pt x="3361" y="4129"/>
                      <a:pt x="3338" y="4161"/>
                    </a:cubicBezTo>
                    <a:cubicBezTo>
                      <a:pt x="3374" y="4166"/>
                      <a:pt x="3399" y="4149"/>
                      <a:pt x="3425" y="4141"/>
                    </a:cubicBezTo>
                    <a:cubicBezTo>
                      <a:pt x="3435" y="4138"/>
                      <a:pt x="3437" y="4128"/>
                      <a:pt x="3437" y="4118"/>
                    </a:cubicBezTo>
                    <a:cubicBezTo>
                      <a:pt x="3437" y="4079"/>
                      <a:pt x="3441" y="4039"/>
                      <a:pt x="3449" y="4001"/>
                    </a:cubicBezTo>
                    <a:lnTo>
                      <a:pt x="3392" y="4007"/>
                    </a:lnTo>
                    <a:moveTo>
                      <a:pt x="4229" y="2313"/>
                    </a:moveTo>
                    <a:cubicBezTo>
                      <a:pt x="4228" y="2315"/>
                      <a:pt x="4228" y="2317"/>
                      <a:pt x="4228" y="2318"/>
                    </a:cubicBezTo>
                    <a:cubicBezTo>
                      <a:pt x="4228" y="2321"/>
                      <a:pt x="4228" y="2323"/>
                      <a:pt x="4230" y="2325"/>
                    </a:cubicBezTo>
                    <a:cubicBezTo>
                      <a:pt x="4230" y="2326"/>
                      <a:pt x="4232" y="2328"/>
                      <a:pt x="4233" y="2329"/>
                    </a:cubicBezTo>
                    <a:cubicBezTo>
                      <a:pt x="4302" y="2386"/>
                      <a:pt x="4374" y="2439"/>
                      <a:pt x="4449" y="2487"/>
                    </a:cubicBezTo>
                    <a:cubicBezTo>
                      <a:pt x="4451" y="2489"/>
                      <a:pt x="4452" y="2491"/>
                      <a:pt x="4456" y="2493"/>
                    </a:cubicBezTo>
                    <a:cubicBezTo>
                      <a:pt x="4459" y="2495"/>
                      <a:pt x="4464" y="2496"/>
                      <a:pt x="4468" y="2497"/>
                    </a:cubicBezTo>
                    <a:cubicBezTo>
                      <a:pt x="4469" y="2498"/>
                      <a:pt x="4470" y="2498"/>
                      <a:pt x="4471" y="2498"/>
                    </a:cubicBezTo>
                    <a:cubicBezTo>
                      <a:pt x="4473" y="2498"/>
                      <a:pt x="4475" y="2497"/>
                      <a:pt x="4477" y="2496"/>
                    </a:cubicBezTo>
                    <a:cubicBezTo>
                      <a:pt x="4479" y="2495"/>
                      <a:pt x="4480" y="2494"/>
                      <a:pt x="4481" y="2492"/>
                    </a:cubicBezTo>
                    <a:cubicBezTo>
                      <a:pt x="4482" y="2490"/>
                      <a:pt x="4483" y="2488"/>
                      <a:pt x="4483" y="2486"/>
                    </a:cubicBezTo>
                    <a:cubicBezTo>
                      <a:pt x="4483" y="2484"/>
                      <a:pt x="4483" y="2482"/>
                      <a:pt x="4482" y="2481"/>
                    </a:cubicBezTo>
                    <a:cubicBezTo>
                      <a:pt x="4481" y="2477"/>
                      <a:pt x="4479" y="2474"/>
                      <a:pt x="4478" y="2471"/>
                    </a:cubicBezTo>
                    <a:cubicBezTo>
                      <a:pt x="4474" y="2465"/>
                      <a:pt x="4468" y="2459"/>
                      <a:pt x="4462" y="2456"/>
                    </a:cubicBezTo>
                    <a:cubicBezTo>
                      <a:pt x="4458" y="2454"/>
                      <a:pt x="4455" y="2452"/>
                      <a:pt x="4452" y="2451"/>
                    </a:cubicBezTo>
                    <a:cubicBezTo>
                      <a:pt x="4438" y="2449"/>
                      <a:pt x="4426" y="2444"/>
                      <a:pt x="4414" y="2437"/>
                    </a:cubicBezTo>
                    <a:cubicBezTo>
                      <a:pt x="4405" y="2432"/>
                      <a:pt x="4397" y="2426"/>
                      <a:pt x="4390" y="2419"/>
                    </a:cubicBezTo>
                    <a:cubicBezTo>
                      <a:pt x="4348" y="2390"/>
                      <a:pt x="4307" y="2359"/>
                      <a:pt x="4265" y="2330"/>
                    </a:cubicBezTo>
                    <a:cubicBezTo>
                      <a:pt x="4255" y="2324"/>
                      <a:pt x="4245" y="2310"/>
                      <a:pt x="4229" y="2313"/>
                    </a:cubicBezTo>
                    <a:moveTo>
                      <a:pt x="4192" y="3126"/>
                    </a:moveTo>
                    <a:cubicBezTo>
                      <a:pt x="4192" y="3114"/>
                      <a:pt x="4192" y="3102"/>
                      <a:pt x="4192" y="3090"/>
                    </a:cubicBezTo>
                    <a:cubicBezTo>
                      <a:pt x="4192" y="3021"/>
                      <a:pt x="4183" y="2952"/>
                      <a:pt x="4165" y="2885"/>
                    </a:cubicBezTo>
                    <a:cubicBezTo>
                      <a:pt x="4163" y="2878"/>
                      <a:pt x="4160" y="2871"/>
                      <a:pt x="4157" y="2865"/>
                    </a:cubicBezTo>
                    <a:cubicBezTo>
                      <a:pt x="4150" y="2854"/>
                      <a:pt x="4141" y="2845"/>
                      <a:pt x="4130" y="2838"/>
                    </a:cubicBezTo>
                    <a:cubicBezTo>
                      <a:pt x="4153" y="2934"/>
                      <a:pt x="4161" y="3032"/>
                      <a:pt x="4191" y="3126"/>
                    </a:cubicBezTo>
                    <a:lnTo>
                      <a:pt x="4192" y="3126"/>
                    </a:lnTo>
                    <a:moveTo>
                      <a:pt x="3086" y="2123"/>
                    </a:moveTo>
                    <a:cubicBezTo>
                      <a:pt x="3130" y="2166"/>
                      <a:pt x="3259" y="2225"/>
                      <a:pt x="3316" y="2227"/>
                    </a:cubicBezTo>
                    <a:cubicBezTo>
                      <a:pt x="3265" y="2197"/>
                      <a:pt x="3216" y="2169"/>
                      <a:pt x="3170" y="2138"/>
                    </a:cubicBezTo>
                    <a:cubicBezTo>
                      <a:pt x="3168" y="2137"/>
                      <a:pt x="3167" y="2136"/>
                      <a:pt x="3165" y="2136"/>
                    </a:cubicBezTo>
                    <a:cubicBezTo>
                      <a:pt x="3148" y="2126"/>
                      <a:pt x="3129" y="2121"/>
                      <a:pt x="3109" y="2121"/>
                    </a:cubicBezTo>
                    <a:cubicBezTo>
                      <a:pt x="3102" y="2121"/>
                      <a:pt x="3094" y="2121"/>
                      <a:pt x="3086" y="2123"/>
                    </a:cubicBezTo>
                    <a:moveTo>
                      <a:pt x="4233" y="2446"/>
                    </a:moveTo>
                    <a:lnTo>
                      <a:pt x="4225" y="2451"/>
                    </a:lnTo>
                    <a:cubicBezTo>
                      <a:pt x="4252" y="2510"/>
                      <a:pt x="4281" y="2569"/>
                      <a:pt x="4308" y="2628"/>
                    </a:cubicBezTo>
                    <a:cubicBezTo>
                      <a:pt x="4321" y="2657"/>
                      <a:pt x="4337" y="2684"/>
                      <a:pt x="4378" y="2685"/>
                    </a:cubicBezTo>
                    <a:lnTo>
                      <a:pt x="4233" y="2446"/>
                    </a:lnTo>
                    <a:moveTo>
                      <a:pt x="4449" y="2358"/>
                    </a:moveTo>
                    <a:cubicBezTo>
                      <a:pt x="4510" y="2407"/>
                      <a:pt x="4584" y="2415"/>
                      <a:pt x="4658" y="2427"/>
                    </a:cubicBezTo>
                    <a:cubicBezTo>
                      <a:pt x="4639" y="2412"/>
                      <a:pt x="4618" y="2399"/>
                      <a:pt x="4598" y="2387"/>
                    </a:cubicBezTo>
                    <a:cubicBezTo>
                      <a:pt x="4575" y="2374"/>
                      <a:pt x="4553" y="2363"/>
                      <a:pt x="4529" y="2354"/>
                    </a:cubicBezTo>
                    <a:cubicBezTo>
                      <a:pt x="4520" y="2365"/>
                      <a:pt x="4541" y="2376"/>
                      <a:pt x="4525" y="2383"/>
                    </a:cubicBezTo>
                    <a:cubicBezTo>
                      <a:pt x="4497" y="2379"/>
                      <a:pt x="4477" y="2356"/>
                      <a:pt x="4448" y="2359"/>
                    </a:cubicBezTo>
                    <a:lnTo>
                      <a:pt x="4449" y="2358"/>
                    </a:lnTo>
                    <a:moveTo>
                      <a:pt x="3576" y="2243"/>
                    </a:moveTo>
                    <a:lnTo>
                      <a:pt x="3582" y="2233"/>
                    </a:lnTo>
                    <a:cubicBezTo>
                      <a:pt x="3551" y="2213"/>
                      <a:pt x="3519" y="2195"/>
                      <a:pt x="3490" y="2173"/>
                    </a:cubicBezTo>
                    <a:cubicBezTo>
                      <a:pt x="3443" y="2138"/>
                      <a:pt x="3434" y="2134"/>
                      <a:pt x="3374" y="2141"/>
                    </a:cubicBezTo>
                    <a:lnTo>
                      <a:pt x="3576" y="2243"/>
                    </a:lnTo>
                    <a:moveTo>
                      <a:pt x="2828" y="3834"/>
                    </a:moveTo>
                    <a:cubicBezTo>
                      <a:pt x="2825" y="3825"/>
                      <a:pt x="2824" y="3816"/>
                      <a:pt x="2819" y="3813"/>
                    </a:cubicBezTo>
                    <a:cubicBezTo>
                      <a:pt x="2808" y="3806"/>
                      <a:pt x="2792" y="3801"/>
                      <a:pt x="2784" y="3813"/>
                    </a:cubicBezTo>
                    <a:cubicBezTo>
                      <a:pt x="2776" y="3824"/>
                      <a:pt x="2792" y="3833"/>
                      <a:pt x="2802" y="3839"/>
                    </a:cubicBezTo>
                    <a:cubicBezTo>
                      <a:pt x="2837" y="3859"/>
                      <a:pt x="2880" y="3847"/>
                      <a:pt x="2914" y="3870"/>
                    </a:cubicBezTo>
                    <a:cubicBezTo>
                      <a:pt x="2916" y="3870"/>
                      <a:pt x="2923" y="3866"/>
                      <a:pt x="2926" y="3862"/>
                    </a:cubicBezTo>
                    <a:cubicBezTo>
                      <a:pt x="2927" y="3862"/>
                      <a:pt x="2927" y="3862"/>
                      <a:pt x="2927" y="3862"/>
                    </a:cubicBezTo>
                    <a:cubicBezTo>
                      <a:pt x="2928" y="3860"/>
                      <a:pt x="2928" y="3858"/>
                      <a:pt x="2928" y="3857"/>
                    </a:cubicBezTo>
                    <a:cubicBezTo>
                      <a:pt x="2928" y="3855"/>
                      <a:pt x="2928" y="3853"/>
                      <a:pt x="2927" y="3852"/>
                    </a:cubicBezTo>
                    <a:cubicBezTo>
                      <a:pt x="2925" y="3850"/>
                      <a:pt x="2925" y="3849"/>
                      <a:pt x="2924" y="3848"/>
                    </a:cubicBezTo>
                    <a:cubicBezTo>
                      <a:pt x="2917" y="3843"/>
                      <a:pt x="2908" y="3833"/>
                      <a:pt x="2901" y="3834"/>
                    </a:cubicBezTo>
                    <a:cubicBezTo>
                      <a:pt x="2872" y="3839"/>
                      <a:pt x="2865" y="3816"/>
                      <a:pt x="2852" y="3800"/>
                    </a:cubicBezTo>
                    <a:cubicBezTo>
                      <a:pt x="2851" y="3798"/>
                      <a:pt x="2846" y="3799"/>
                      <a:pt x="2842" y="3798"/>
                    </a:cubicBezTo>
                    <a:cubicBezTo>
                      <a:pt x="2831" y="3805"/>
                      <a:pt x="2838" y="3818"/>
                      <a:pt x="2828" y="3834"/>
                    </a:cubicBezTo>
                    <a:moveTo>
                      <a:pt x="3265" y="4198"/>
                    </a:moveTo>
                    <a:cubicBezTo>
                      <a:pt x="3256" y="4196"/>
                      <a:pt x="3247" y="4190"/>
                      <a:pt x="3243" y="4193"/>
                    </a:cubicBezTo>
                    <a:cubicBezTo>
                      <a:pt x="3213" y="4214"/>
                      <a:pt x="3187" y="4238"/>
                      <a:pt x="3163" y="4265"/>
                    </a:cubicBezTo>
                    <a:cubicBezTo>
                      <a:pt x="3160" y="4268"/>
                      <a:pt x="3163" y="4279"/>
                      <a:pt x="3167" y="4285"/>
                    </a:cubicBezTo>
                    <a:cubicBezTo>
                      <a:pt x="3170" y="4290"/>
                      <a:pt x="3179" y="4290"/>
                      <a:pt x="3185" y="4285"/>
                    </a:cubicBezTo>
                    <a:cubicBezTo>
                      <a:pt x="3203" y="4276"/>
                      <a:pt x="3220" y="4266"/>
                      <a:pt x="3238" y="4256"/>
                    </a:cubicBezTo>
                    <a:cubicBezTo>
                      <a:pt x="3255" y="4246"/>
                      <a:pt x="3252" y="4248"/>
                      <a:pt x="3238" y="4230"/>
                    </a:cubicBezTo>
                    <a:cubicBezTo>
                      <a:pt x="3234" y="4225"/>
                      <a:pt x="3234" y="4220"/>
                      <a:pt x="3240" y="4217"/>
                    </a:cubicBezTo>
                    <a:cubicBezTo>
                      <a:pt x="3243" y="4216"/>
                      <a:pt x="3246" y="4214"/>
                      <a:pt x="3249" y="4213"/>
                    </a:cubicBezTo>
                    <a:cubicBezTo>
                      <a:pt x="3256" y="4209"/>
                      <a:pt x="3261" y="4204"/>
                      <a:pt x="3265" y="4198"/>
                    </a:cubicBezTo>
                    <a:moveTo>
                      <a:pt x="349" y="703"/>
                    </a:moveTo>
                    <a:cubicBezTo>
                      <a:pt x="339" y="642"/>
                      <a:pt x="326" y="582"/>
                      <a:pt x="310" y="522"/>
                    </a:cubicBezTo>
                    <a:cubicBezTo>
                      <a:pt x="304" y="587"/>
                      <a:pt x="303" y="650"/>
                      <a:pt x="349" y="703"/>
                    </a:cubicBezTo>
                    <a:moveTo>
                      <a:pt x="3282" y="4449"/>
                    </a:moveTo>
                    <a:cubicBezTo>
                      <a:pt x="3284" y="4446"/>
                      <a:pt x="3286" y="4442"/>
                      <a:pt x="3288" y="4438"/>
                    </a:cubicBezTo>
                    <a:cubicBezTo>
                      <a:pt x="3314" y="4393"/>
                      <a:pt x="3345" y="4350"/>
                      <a:pt x="3379" y="4311"/>
                    </a:cubicBezTo>
                    <a:cubicBezTo>
                      <a:pt x="3299" y="4333"/>
                      <a:pt x="3286" y="4388"/>
                      <a:pt x="3282" y="4449"/>
                    </a:cubicBezTo>
                    <a:moveTo>
                      <a:pt x="3325" y="4010"/>
                    </a:moveTo>
                    <a:lnTo>
                      <a:pt x="3315" y="4003"/>
                    </a:lnTo>
                    <a:cubicBezTo>
                      <a:pt x="3297" y="4019"/>
                      <a:pt x="3278" y="4034"/>
                      <a:pt x="3260" y="4051"/>
                    </a:cubicBezTo>
                    <a:cubicBezTo>
                      <a:pt x="3259" y="4052"/>
                      <a:pt x="3258" y="4053"/>
                      <a:pt x="3257" y="4055"/>
                    </a:cubicBezTo>
                    <a:cubicBezTo>
                      <a:pt x="3256" y="4058"/>
                      <a:pt x="3255" y="4061"/>
                      <a:pt x="3254" y="4064"/>
                    </a:cubicBezTo>
                    <a:cubicBezTo>
                      <a:pt x="3290" y="4087"/>
                      <a:pt x="3245" y="4111"/>
                      <a:pt x="3254" y="4138"/>
                    </a:cubicBezTo>
                    <a:cubicBezTo>
                      <a:pt x="3302" y="4105"/>
                      <a:pt x="3291" y="4045"/>
                      <a:pt x="3325" y="4010"/>
                    </a:cubicBezTo>
                    <a:moveTo>
                      <a:pt x="3298" y="2177"/>
                    </a:moveTo>
                    <a:cubicBezTo>
                      <a:pt x="3301" y="2178"/>
                      <a:pt x="3303" y="2180"/>
                      <a:pt x="3305" y="2181"/>
                    </a:cubicBezTo>
                    <a:cubicBezTo>
                      <a:pt x="3358" y="2212"/>
                      <a:pt x="3414" y="2238"/>
                      <a:pt x="3472" y="2258"/>
                    </a:cubicBezTo>
                    <a:cubicBezTo>
                      <a:pt x="3449" y="2226"/>
                      <a:pt x="3383" y="2194"/>
                      <a:pt x="3297" y="2177"/>
                    </a:cubicBezTo>
                    <a:lnTo>
                      <a:pt x="3298" y="2177"/>
                    </a:lnTo>
                    <a:moveTo>
                      <a:pt x="4471" y="2538"/>
                    </a:moveTo>
                    <a:cubicBezTo>
                      <a:pt x="4513" y="2580"/>
                      <a:pt x="4560" y="2616"/>
                      <a:pt x="4611" y="2646"/>
                    </a:cubicBezTo>
                    <a:cubicBezTo>
                      <a:pt x="4613" y="2647"/>
                      <a:pt x="4614" y="2648"/>
                      <a:pt x="4615" y="2648"/>
                    </a:cubicBezTo>
                    <a:cubicBezTo>
                      <a:pt x="4557" y="2569"/>
                      <a:pt x="4534" y="2551"/>
                      <a:pt x="4471" y="2538"/>
                    </a:cubicBezTo>
                    <a:moveTo>
                      <a:pt x="3935" y="2842"/>
                    </a:moveTo>
                    <a:lnTo>
                      <a:pt x="3949" y="2837"/>
                    </a:lnTo>
                    <a:cubicBezTo>
                      <a:pt x="3934" y="2777"/>
                      <a:pt x="3894" y="2731"/>
                      <a:pt x="3850" y="2687"/>
                    </a:cubicBezTo>
                    <a:lnTo>
                      <a:pt x="3935" y="2842"/>
                    </a:lnTo>
                    <a:moveTo>
                      <a:pt x="4374" y="2184"/>
                    </a:moveTo>
                    <a:cubicBezTo>
                      <a:pt x="4302" y="2160"/>
                      <a:pt x="4228" y="2146"/>
                      <a:pt x="4152" y="2141"/>
                    </a:cubicBezTo>
                    <a:cubicBezTo>
                      <a:pt x="4224" y="2166"/>
                      <a:pt x="4299" y="2180"/>
                      <a:pt x="4374" y="2184"/>
                    </a:cubicBezTo>
                    <a:moveTo>
                      <a:pt x="570" y="770"/>
                    </a:moveTo>
                    <a:cubicBezTo>
                      <a:pt x="569" y="774"/>
                      <a:pt x="569" y="777"/>
                      <a:pt x="569" y="781"/>
                    </a:cubicBezTo>
                    <a:cubicBezTo>
                      <a:pt x="569" y="790"/>
                      <a:pt x="570" y="799"/>
                      <a:pt x="575" y="806"/>
                    </a:cubicBezTo>
                    <a:cubicBezTo>
                      <a:pt x="579" y="814"/>
                      <a:pt x="586" y="819"/>
                      <a:pt x="593" y="823"/>
                    </a:cubicBezTo>
                    <a:cubicBezTo>
                      <a:pt x="597" y="826"/>
                      <a:pt x="601" y="827"/>
                      <a:pt x="605" y="828"/>
                    </a:cubicBezTo>
                    <a:cubicBezTo>
                      <a:pt x="610" y="830"/>
                      <a:pt x="615" y="831"/>
                      <a:pt x="620" y="831"/>
                    </a:cubicBezTo>
                    <a:cubicBezTo>
                      <a:pt x="628" y="831"/>
                      <a:pt x="636" y="829"/>
                      <a:pt x="643" y="825"/>
                    </a:cubicBezTo>
                    <a:cubicBezTo>
                      <a:pt x="649" y="821"/>
                      <a:pt x="654" y="817"/>
                      <a:pt x="658" y="811"/>
                    </a:cubicBezTo>
                    <a:cubicBezTo>
                      <a:pt x="659" y="810"/>
                      <a:pt x="660" y="808"/>
                      <a:pt x="661" y="807"/>
                    </a:cubicBezTo>
                    <a:cubicBezTo>
                      <a:pt x="664" y="801"/>
                      <a:pt x="666" y="793"/>
                      <a:pt x="666" y="786"/>
                    </a:cubicBezTo>
                    <a:cubicBezTo>
                      <a:pt x="666" y="779"/>
                      <a:pt x="664" y="772"/>
                      <a:pt x="661" y="766"/>
                    </a:cubicBezTo>
                    <a:cubicBezTo>
                      <a:pt x="657" y="760"/>
                      <a:pt x="652" y="755"/>
                      <a:pt x="647" y="752"/>
                    </a:cubicBezTo>
                    <a:cubicBezTo>
                      <a:pt x="637" y="772"/>
                      <a:pt x="644" y="805"/>
                      <a:pt x="616" y="809"/>
                    </a:cubicBezTo>
                    <a:cubicBezTo>
                      <a:pt x="587" y="814"/>
                      <a:pt x="587" y="783"/>
                      <a:pt x="570" y="770"/>
                    </a:cubicBezTo>
                    <a:moveTo>
                      <a:pt x="4485" y="3197"/>
                    </a:moveTo>
                    <a:cubicBezTo>
                      <a:pt x="4507" y="3242"/>
                      <a:pt x="4517" y="3285"/>
                      <a:pt x="4549" y="3324"/>
                    </a:cubicBezTo>
                    <a:cubicBezTo>
                      <a:pt x="4532" y="3203"/>
                      <a:pt x="4532" y="3203"/>
                      <a:pt x="4486" y="3197"/>
                    </a:cubicBezTo>
                    <a:lnTo>
                      <a:pt x="4485" y="3197"/>
                    </a:lnTo>
                    <a:moveTo>
                      <a:pt x="1926" y="4304"/>
                    </a:moveTo>
                    <a:cubicBezTo>
                      <a:pt x="1983" y="4321"/>
                      <a:pt x="2020" y="4298"/>
                      <a:pt x="2071" y="4280"/>
                    </a:cubicBezTo>
                    <a:cubicBezTo>
                      <a:pt x="2012" y="4256"/>
                      <a:pt x="1975" y="4284"/>
                      <a:pt x="1926" y="4304"/>
                    </a:cubicBezTo>
                    <a:moveTo>
                      <a:pt x="3994" y="3008"/>
                    </a:moveTo>
                    <a:cubicBezTo>
                      <a:pt x="4033" y="2978"/>
                      <a:pt x="4028" y="2944"/>
                      <a:pt x="3980" y="2889"/>
                    </a:cubicBezTo>
                    <a:cubicBezTo>
                      <a:pt x="3982" y="2929"/>
                      <a:pt x="3986" y="2969"/>
                      <a:pt x="3995" y="3008"/>
                    </a:cubicBezTo>
                    <a:lnTo>
                      <a:pt x="3994" y="3008"/>
                    </a:lnTo>
                    <a:moveTo>
                      <a:pt x="4484" y="3048"/>
                    </a:moveTo>
                    <a:cubicBezTo>
                      <a:pt x="4473" y="2984"/>
                      <a:pt x="4453" y="2923"/>
                      <a:pt x="4422" y="2866"/>
                    </a:cubicBezTo>
                    <a:cubicBezTo>
                      <a:pt x="4431" y="2930"/>
                      <a:pt x="4452" y="2992"/>
                      <a:pt x="4484" y="3048"/>
                    </a:cubicBezTo>
                    <a:moveTo>
                      <a:pt x="3588" y="4271"/>
                    </a:moveTo>
                    <a:cubicBezTo>
                      <a:pt x="3573" y="4259"/>
                      <a:pt x="3591" y="4240"/>
                      <a:pt x="3581" y="4229"/>
                    </a:cubicBezTo>
                    <a:cubicBezTo>
                      <a:pt x="3537" y="4241"/>
                      <a:pt x="3490" y="4234"/>
                      <a:pt x="3456" y="4270"/>
                    </a:cubicBezTo>
                    <a:cubicBezTo>
                      <a:pt x="3500" y="4250"/>
                      <a:pt x="3542" y="4260"/>
                      <a:pt x="3588" y="4271"/>
                    </a:cubicBezTo>
                    <a:moveTo>
                      <a:pt x="2344" y="3514"/>
                    </a:moveTo>
                    <a:cubicBezTo>
                      <a:pt x="2309" y="3611"/>
                      <a:pt x="2320" y="3631"/>
                      <a:pt x="2368" y="3664"/>
                    </a:cubicBezTo>
                    <a:cubicBezTo>
                      <a:pt x="2318" y="3622"/>
                      <a:pt x="2374" y="3567"/>
                      <a:pt x="2345" y="3513"/>
                    </a:cubicBezTo>
                    <a:lnTo>
                      <a:pt x="2344" y="3514"/>
                    </a:lnTo>
                    <a:moveTo>
                      <a:pt x="2212" y="4365"/>
                    </a:moveTo>
                    <a:cubicBezTo>
                      <a:pt x="2262" y="4341"/>
                      <a:pt x="2320" y="4332"/>
                      <a:pt x="2363" y="4279"/>
                    </a:cubicBezTo>
                    <a:cubicBezTo>
                      <a:pt x="2296" y="4292"/>
                      <a:pt x="2257" y="4336"/>
                      <a:pt x="2212" y="4365"/>
                    </a:cubicBezTo>
                    <a:moveTo>
                      <a:pt x="4064" y="3697"/>
                    </a:moveTo>
                    <a:cubicBezTo>
                      <a:pt x="4065" y="3635"/>
                      <a:pt x="4090" y="3575"/>
                      <a:pt x="4060" y="3516"/>
                    </a:cubicBezTo>
                    <a:cubicBezTo>
                      <a:pt x="4057" y="3540"/>
                      <a:pt x="4056" y="3565"/>
                      <a:pt x="4056" y="3590"/>
                    </a:cubicBezTo>
                    <a:cubicBezTo>
                      <a:pt x="4056" y="3626"/>
                      <a:pt x="4058" y="3661"/>
                      <a:pt x="4064" y="3696"/>
                    </a:cubicBezTo>
                    <a:lnTo>
                      <a:pt x="4064" y="3697"/>
                    </a:lnTo>
                    <a:moveTo>
                      <a:pt x="3915" y="2151"/>
                    </a:moveTo>
                    <a:cubicBezTo>
                      <a:pt x="3939" y="2160"/>
                      <a:pt x="3963" y="2170"/>
                      <a:pt x="3987" y="2176"/>
                    </a:cubicBezTo>
                    <a:cubicBezTo>
                      <a:pt x="4011" y="2182"/>
                      <a:pt x="4032" y="2208"/>
                      <a:pt x="4072" y="2190"/>
                    </a:cubicBezTo>
                    <a:cubicBezTo>
                      <a:pt x="4024" y="2165"/>
                      <a:pt x="3971" y="2151"/>
                      <a:pt x="3917" y="2151"/>
                    </a:cubicBezTo>
                    <a:cubicBezTo>
                      <a:pt x="3916" y="2151"/>
                      <a:pt x="3916" y="2151"/>
                      <a:pt x="3915" y="2151"/>
                    </a:cubicBezTo>
                    <a:moveTo>
                      <a:pt x="3272" y="3909"/>
                    </a:moveTo>
                    <a:cubicBezTo>
                      <a:pt x="3240" y="3897"/>
                      <a:pt x="3208" y="3886"/>
                      <a:pt x="3175" y="3877"/>
                    </a:cubicBezTo>
                    <a:cubicBezTo>
                      <a:pt x="3194" y="3891"/>
                      <a:pt x="3189" y="3921"/>
                      <a:pt x="3210" y="3927"/>
                    </a:cubicBezTo>
                    <a:cubicBezTo>
                      <a:pt x="3214" y="3927"/>
                      <a:pt x="3218" y="3928"/>
                      <a:pt x="3222" y="3928"/>
                    </a:cubicBezTo>
                    <a:cubicBezTo>
                      <a:pt x="3236" y="3928"/>
                      <a:pt x="3250" y="3924"/>
                      <a:pt x="3263" y="3917"/>
                    </a:cubicBezTo>
                    <a:cubicBezTo>
                      <a:pt x="3266" y="3915"/>
                      <a:pt x="3270" y="3912"/>
                      <a:pt x="3273" y="3909"/>
                    </a:cubicBezTo>
                    <a:lnTo>
                      <a:pt x="3272" y="3909"/>
                    </a:lnTo>
                    <a:moveTo>
                      <a:pt x="3804" y="2223"/>
                    </a:moveTo>
                    <a:lnTo>
                      <a:pt x="3916" y="2325"/>
                    </a:lnTo>
                    <a:cubicBezTo>
                      <a:pt x="3898" y="2277"/>
                      <a:pt x="3873" y="2234"/>
                      <a:pt x="3805" y="2223"/>
                    </a:cubicBezTo>
                    <a:lnTo>
                      <a:pt x="3804" y="2223"/>
                    </a:lnTo>
                    <a:moveTo>
                      <a:pt x="3372" y="2174"/>
                    </a:moveTo>
                    <a:cubicBezTo>
                      <a:pt x="3363" y="2166"/>
                      <a:pt x="3354" y="2159"/>
                      <a:pt x="3343" y="2153"/>
                    </a:cubicBezTo>
                    <a:cubicBezTo>
                      <a:pt x="3320" y="2140"/>
                      <a:pt x="3295" y="2132"/>
                      <a:pt x="3268" y="2130"/>
                    </a:cubicBezTo>
                    <a:cubicBezTo>
                      <a:pt x="3255" y="2130"/>
                      <a:pt x="3230" y="2124"/>
                      <a:pt x="3231" y="2139"/>
                    </a:cubicBezTo>
                    <a:cubicBezTo>
                      <a:pt x="3231" y="2164"/>
                      <a:pt x="3252" y="2145"/>
                      <a:pt x="3264" y="2145"/>
                    </a:cubicBezTo>
                    <a:cubicBezTo>
                      <a:pt x="3273" y="2146"/>
                      <a:pt x="3282" y="2149"/>
                      <a:pt x="3290" y="2152"/>
                    </a:cubicBezTo>
                    <a:lnTo>
                      <a:pt x="3372" y="2174"/>
                    </a:lnTo>
                    <a:moveTo>
                      <a:pt x="3613" y="2415"/>
                    </a:moveTo>
                    <a:cubicBezTo>
                      <a:pt x="3643" y="2474"/>
                      <a:pt x="3660" y="2493"/>
                      <a:pt x="3698" y="2515"/>
                    </a:cubicBezTo>
                    <a:cubicBezTo>
                      <a:pt x="3694" y="2504"/>
                      <a:pt x="3689" y="2494"/>
                      <a:pt x="3684" y="2484"/>
                    </a:cubicBezTo>
                    <a:cubicBezTo>
                      <a:pt x="3668" y="2456"/>
                      <a:pt x="3644" y="2433"/>
                      <a:pt x="3617" y="2417"/>
                    </a:cubicBezTo>
                    <a:cubicBezTo>
                      <a:pt x="3615" y="2416"/>
                      <a:pt x="3615" y="2416"/>
                      <a:pt x="3614" y="2415"/>
                    </a:cubicBezTo>
                    <a:lnTo>
                      <a:pt x="3613" y="2415"/>
                    </a:lnTo>
                    <a:moveTo>
                      <a:pt x="4347" y="2754"/>
                    </a:moveTo>
                    <a:cubicBezTo>
                      <a:pt x="4361" y="2832"/>
                      <a:pt x="4361" y="2832"/>
                      <a:pt x="4406" y="2828"/>
                    </a:cubicBezTo>
                    <a:cubicBezTo>
                      <a:pt x="4390" y="2801"/>
                      <a:pt x="4370" y="2776"/>
                      <a:pt x="4348" y="2754"/>
                    </a:cubicBezTo>
                    <a:lnTo>
                      <a:pt x="4347" y="2754"/>
                    </a:lnTo>
                    <a:moveTo>
                      <a:pt x="4040" y="3754"/>
                    </a:moveTo>
                    <a:cubicBezTo>
                      <a:pt x="4049" y="3701"/>
                      <a:pt x="4025" y="3648"/>
                      <a:pt x="4028" y="3595"/>
                    </a:cubicBezTo>
                    <a:cubicBezTo>
                      <a:pt x="4018" y="3648"/>
                      <a:pt x="4034" y="3700"/>
                      <a:pt x="4042" y="3754"/>
                    </a:cubicBezTo>
                    <a:lnTo>
                      <a:pt x="4040" y="3754"/>
                    </a:lnTo>
                    <a:moveTo>
                      <a:pt x="3670" y="4289"/>
                    </a:moveTo>
                    <a:cubicBezTo>
                      <a:pt x="3668" y="4286"/>
                      <a:pt x="3666" y="4282"/>
                      <a:pt x="3664" y="4278"/>
                    </a:cubicBezTo>
                    <a:cubicBezTo>
                      <a:pt x="3656" y="4265"/>
                      <a:pt x="3646" y="4253"/>
                      <a:pt x="3633" y="4243"/>
                    </a:cubicBezTo>
                    <a:cubicBezTo>
                      <a:pt x="3629" y="4239"/>
                      <a:pt x="3624" y="4235"/>
                      <a:pt x="3619" y="4238"/>
                    </a:cubicBezTo>
                    <a:cubicBezTo>
                      <a:pt x="3613" y="4241"/>
                      <a:pt x="3614" y="4246"/>
                      <a:pt x="3614" y="4252"/>
                    </a:cubicBezTo>
                    <a:cubicBezTo>
                      <a:pt x="3617" y="4284"/>
                      <a:pt x="3621" y="4287"/>
                      <a:pt x="3671" y="4290"/>
                    </a:cubicBezTo>
                    <a:lnTo>
                      <a:pt x="3670" y="4289"/>
                    </a:lnTo>
                    <a:moveTo>
                      <a:pt x="3242" y="4485"/>
                    </a:moveTo>
                    <a:cubicBezTo>
                      <a:pt x="3248" y="4467"/>
                      <a:pt x="3252" y="4448"/>
                      <a:pt x="3252" y="4429"/>
                    </a:cubicBezTo>
                    <a:cubicBezTo>
                      <a:pt x="3252" y="4416"/>
                      <a:pt x="3250" y="4403"/>
                      <a:pt x="3247" y="4390"/>
                    </a:cubicBezTo>
                    <a:cubicBezTo>
                      <a:pt x="3229" y="4432"/>
                      <a:pt x="3229" y="4436"/>
                      <a:pt x="3244" y="4485"/>
                    </a:cubicBezTo>
                    <a:lnTo>
                      <a:pt x="3242" y="4485"/>
                    </a:lnTo>
                    <a:moveTo>
                      <a:pt x="3651" y="3817"/>
                    </a:moveTo>
                    <a:cubicBezTo>
                      <a:pt x="3672" y="3800"/>
                      <a:pt x="3689" y="3779"/>
                      <a:pt x="3703" y="3756"/>
                    </a:cubicBezTo>
                    <a:cubicBezTo>
                      <a:pt x="3707" y="3748"/>
                      <a:pt x="3711" y="3740"/>
                      <a:pt x="3715" y="3732"/>
                    </a:cubicBezTo>
                    <a:cubicBezTo>
                      <a:pt x="3690" y="3758"/>
                      <a:pt x="3655" y="3774"/>
                      <a:pt x="3653" y="3818"/>
                    </a:cubicBezTo>
                    <a:lnTo>
                      <a:pt x="3651" y="3817"/>
                    </a:lnTo>
                    <a:moveTo>
                      <a:pt x="2298" y="4214"/>
                    </a:moveTo>
                    <a:cubicBezTo>
                      <a:pt x="2295" y="4214"/>
                      <a:pt x="2293" y="4214"/>
                      <a:pt x="2291" y="4214"/>
                    </a:cubicBezTo>
                    <a:cubicBezTo>
                      <a:pt x="2272" y="4214"/>
                      <a:pt x="2253" y="4219"/>
                      <a:pt x="2237" y="4228"/>
                    </a:cubicBezTo>
                    <a:cubicBezTo>
                      <a:pt x="2223" y="4236"/>
                      <a:pt x="2211" y="4247"/>
                      <a:pt x="2202" y="4261"/>
                    </a:cubicBezTo>
                    <a:cubicBezTo>
                      <a:pt x="2225" y="4256"/>
                      <a:pt x="2248" y="4248"/>
                      <a:pt x="2269" y="4236"/>
                    </a:cubicBezTo>
                    <a:cubicBezTo>
                      <a:pt x="2279" y="4230"/>
                      <a:pt x="2290" y="4223"/>
                      <a:pt x="2299" y="4215"/>
                    </a:cubicBezTo>
                    <a:lnTo>
                      <a:pt x="2298" y="4214"/>
                    </a:lnTo>
                    <a:moveTo>
                      <a:pt x="2407" y="3676"/>
                    </a:moveTo>
                    <a:cubicBezTo>
                      <a:pt x="2434" y="3651"/>
                      <a:pt x="2428" y="3631"/>
                      <a:pt x="2402" y="3609"/>
                    </a:cubicBezTo>
                    <a:cubicBezTo>
                      <a:pt x="2388" y="3634"/>
                      <a:pt x="2381" y="3656"/>
                      <a:pt x="2407" y="3676"/>
                    </a:cubicBezTo>
                    <a:moveTo>
                      <a:pt x="3724" y="4374"/>
                    </a:moveTo>
                    <a:cubicBezTo>
                      <a:pt x="3703" y="4311"/>
                      <a:pt x="3700" y="4310"/>
                      <a:pt x="3657" y="4325"/>
                    </a:cubicBezTo>
                    <a:cubicBezTo>
                      <a:pt x="3676" y="4343"/>
                      <a:pt x="3696" y="4358"/>
                      <a:pt x="3719" y="4371"/>
                    </a:cubicBezTo>
                    <a:cubicBezTo>
                      <a:pt x="3720" y="4372"/>
                      <a:pt x="3722" y="4373"/>
                      <a:pt x="3724" y="4374"/>
                    </a:cubicBezTo>
                    <a:moveTo>
                      <a:pt x="2484" y="3716"/>
                    </a:moveTo>
                    <a:cubicBezTo>
                      <a:pt x="2485" y="3719"/>
                      <a:pt x="2486" y="3722"/>
                      <a:pt x="2488" y="3725"/>
                    </a:cubicBezTo>
                    <a:cubicBezTo>
                      <a:pt x="2493" y="3733"/>
                      <a:pt x="2500" y="3741"/>
                      <a:pt x="2509" y="3746"/>
                    </a:cubicBezTo>
                    <a:lnTo>
                      <a:pt x="2510" y="3746"/>
                    </a:lnTo>
                    <a:cubicBezTo>
                      <a:pt x="2520" y="3754"/>
                      <a:pt x="2527" y="3766"/>
                      <a:pt x="2542" y="3765"/>
                    </a:cubicBezTo>
                    <a:cubicBezTo>
                      <a:pt x="2542" y="3736"/>
                      <a:pt x="2540" y="3734"/>
                      <a:pt x="2508" y="3727"/>
                    </a:cubicBezTo>
                    <a:cubicBezTo>
                      <a:pt x="2501" y="3725"/>
                      <a:pt x="2497" y="3714"/>
                      <a:pt x="2484" y="3716"/>
                    </a:cubicBezTo>
                    <a:moveTo>
                      <a:pt x="3838" y="3508"/>
                    </a:moveTo>
                    <a:cubicBezTo>
                      <a:pt x="3830" y="3524"/>
                      <a:pt x="3826" y="3542"/>
                      <a:pt x="3826" y="3560"/>
                    </a:cubicBezTo>
                    <a:cubicBezTo>
                      <a:pt x="3826" y="3572"/>
                      <a:pt x="3828" y="3583"/>
                      <a:pt x="3831" y="3594"/>
                    </a:cubicBezTo>
                    <a:cubicBezTo>
                      <a:pt x="3845" y="3568"/>
                      <a:pt x="3880" y="3545"/>
                      <a:pt x="3838" y="3508"/>
                    </a:cubicBezTo>
                    <a:moveTo>
                      <a:pt x="3718" y="2049"/>
                    </a:moveTo>
                    <a:cubicBezTo>
                      <a:pt x="3758" y="2051"/>
                      <a:pt x="3801" y="2060"/>
                      <a:pt x="3843" y="2049"/>
                    </a:cubicBezTo>
                    <a:lnTo>
                      <a:pt x="3718" y="2049"/>
                    </a:lnTo>
                    <a:moveTo>
                      <a:pt x="4294" y="2319"/>
                    </a:moveTo>
                    <a:cubicBezTo>
                      <a:pt x="4279" y="2286"/>
                      <a:pt x="4247" y="2277"/>
                      <a:pt x="4216" y="2269"/>
                    </a:cubicBezTo>
                    <a:cubicBezTo>
                      <a:pt x="4228" y="2282"/>
                      <a:pt x="4242" y="2294"/>
                      <a:pt x="4257" y="2302"/>
                    </a:cubicBezTo>
                    <a:cubicBezTo>
                      <a:pt x="4269" y="2309"/>
                      <a:pt x="4281" y="2315"/>
                      <a:pt x="4294" y="2318"/>
                    </a:cubicBezTo>
                    <a:lnTo>
                      <a:pt x="4294" y="2319"/>
                    </a:lnTo>
                    <a:moveTo>
                      <a:pt x="3571" y="4198"/>
                    </a:moveTo>
                    <a:cubicBezTo>
                      <a:pt x="3570" y="4197"/>
                      <a:pt x="3568" y="4196"/>
                      <a:pt x="3566" y="4195"/>
                    </a:cubicBezTo>
                    <a:cubicBezTo>
                      <a:pt x="3557" y="4189"/>
                      <a:pt x="3546" y="4187"/>
                      <a:pt x="3535" y="4187"/>
                    </a:cubicBezTo>
                    <a:cubicBezTo>
                      <a:pt x="3524" y="4187"/>
                      <a:pt x="3513" y="4189"/>
                      <a:pt x="3503" y="4195"/>
                    </a:cubicBezTo>
                    <a:cubicBezTo>
                      <a:pt x="3503" y="4195"/>
                      <a:pt x="3502" y="4196"/>
                      <a:pt x="3501" y="4196"/>
                    </a:cubicBezTo>
                    <a:cubicBezTo>
                      <a:pt x="3525" y="4203"/>
                      <a:pt x="3542" y="4241"/>
                      <a:pt x="3571" y="4198"/>
                    </a:cubicBezTo>
                    <a:moveTo>
                      <a:pt x="1958" y="4487"/>
                    </a:moveTo>
                    <a:cubicBezTo>
                      <a:pt x="1973" y="4470"/>
                      <a:pt x="1993" y="4457"/>
                      <a:pt x="1984" y="4429"/>
                    </a:cubicBezTo>
                    <a:cubicBezTo>
                      <a:pt x="1983" y="4428"/>
                      <a:pt x="1983" y="4427"/>
                      <a:pt x="1982" y="4427"/>
                    </a:cubicBezTo>
                    <a:cubicBezTo>
                      <a:pt x="1980" y="4426"/>
                      <a:pt x="1979" y="4425"/>
                      <a:pt x="1977" y="4425"/>
                    </a:cubicBezTo>
                    <a:cubicBezTo>
                      <a:pt x="1976" y="4425"/>
                      <a:pt x="1976" y="4425"/>
                      <a:pt x="1975" y="4425"/>
                    </a:cubicBezTo>
                    <a:cubicBezTo>
                      <a:pt x="1952" y="4437"/>
                      <a:pt x="1949" y="4458"/>
                      <a:pt x="1951" y="4480"/>
                    </a:cubicBezTo>
                    <a:cubicBezTo>
                      <a:pt x="1950" y="4481"/>
                      <a:pt x="1952" y="4483"/>
                      <a:pt x="1958" y="4487"/>
                    </a:cubicBezTo>
                    <a:moveTo>
                      <a:pt x="261" y="484"/>
                    </a:moveTo>
                    <a:cubicBezTo>
                      <a:pt x="272" y="449"/>
                      <a:pt x="279" y="413"/>
                      <a:pt x="280" y="376"/>
                    </a:cubicBezTo>
                    <a:cubicBezTo>
                      <a:pt x="277" y="379"/>
                      <a:pt x="275" y="383"/>
                      <a:pt x="272" y="387"/>
                    </a:cubicBezTo>
                    <a:cubicBezTo>
                      <a:pt x="261" y="406"/>
                      <a:pt x="256" y="428"/>
                      <a:pt x="256" y="450"/>
                    </a:cubicBezTo>
                    <a:cubicBezTo>
                      <a:pt x="256" y="461"/>
                      <a:pt x="257" y="473"/>
                      <a:pt x="261" y="484"/>
                    </a:cubicBezTo>
                    <a:moveTo>
                      <a:pt x="1294" y="636"/>
                    </a:moveTo>
                    <a:cubicBezTo>
                      <a:pt x="1339" y="622"/>
                      <a:pt x="1341" y="620"/>
                      <a:pt x="1329" y="563"/>
                    </a:cubicBezTo>
                    <a:lnTo>
                      <a:pt x="1294" y="636"/>
                    </a:lnTo>
                    <a:moveTo>
                      <a:pt x="4005" y="3136"/>
                    </a:moveTo>
                    <a:cubicBezTo>
                      <a:pt x="4018" y="3077"/>
                      <a:pt x="4017" y="3064"/>
                      <a:pt x="3995" y="3031"/>
                    </a:cubicBezTo>
                    <a:lnTo>
                      <a:pt x="4005" y="3136"/>
                    </a:lnTo>
                    <a:moveTo>
                      <a:pt x="3073" y="4341"/>
                    </a:moveTo>
                    <a:cubicBezTo>
                      <a:pt x="3055" y="4352"/>
                      <a:pt x="3041" y="4367"/>
                      <a:pt x="3030" y="4386"/>
                    </a:cubicBezTo>
                    <a:cubicBezTo>
                      <a:pt x="3025" y="4394"/>
                      <a:pt x="3022" y="4402"/>
                      <a:pt x="3019" y="4411"/>
                    </a:cubicBezTo>
                    <a:cubicBezTo>
                      <a:pt x="3037" y="4398"/>
                      <a:pt x="3052" y="4381"/>
                      <a:pt x="3063" y="4362"/>
                    </a:cubicBezTo>
                    <a:cubicBezTo>
                      <a:pt x="3067" y="4355"/>
                      <a:pt x="3070" y="4348"/>
                      <a:pt x="3073" y="4341"/>
                    </a:cubicBezTo>
                    <a:moveTo>
                      <a:pt x="298" y="659"/>
                    </a:moveTo>
                    <a:cubicBezTo>
                      <a:pt x="300" y="653"/>
                      <a:pt x="301" y="646"/>
                      <a:pt x="301" y="640"/>
                    </a:cubicBezTo>
                    <a:cubicBezTo>
                      <a:pt x="301" y="629"/>
                      <a:pt x="298" y="618"/>
                      <a:pt x="292" y="608"/>
                    </a:cubicBezTo>
                    <a:cubicBezTo>
                      <a:pt x="292" y="607"/>
                      <a:pt x="292" y="607"/>
                      <a:pt x="292" y="607"/>
                    </a:cubicBezTo>
                    <a:cubicBezTo>
                      <a:pt x="291" y="607"/>
                      <a:pt x="291" y="606"/>
                      <a:pt x="291" y="605"/>
                    </a:cubicBezTo>
                    <a:cubicBezTo>
                      <a:pt x="290" y="603"/>
                      <a:pt x="288" y="602"/>
                      <a:pt x="286" y="600"/>
                    </a:cubicBezTo>
                    <a:cubicBezTo>
                      <a:pt x="284" y="599"/>
                      <a:pt x="281" y="599"/>
                      <a:pt x="279" y="599"/>
                    </a:cubicBezTo>
                    <a:cubicBezTo>
                      <a:pt x="277" y="599"/>
                      <a:pt x="275" y="599"/>
                      <a:pt x="274" y="600"/>
                    </a:cubicBezTo>
                    <a:cubicBezTo>
                      <a:pt x="273" y="600"/>
                      <a:pt x="273" y="600"/>
                      <a:pt x="273" y="600"/>
                    </a:cubicBezTo>
                    <a:cubicBezTo>
                      <a:pt x="271" y="601"/>
                      <a:pt x="269" y="603"/>
                      <a:pt x="268" y="605"/>
                    </a:cubicBezTo>
                    <a:cubicBezTo>
                      <a:pt x="267" y="607"/>
                      <a:pt x="266" y="609"/>
                      <a:pt x="266" y="611"/>
                    </a:cubicBezTo>
                    <a:cubicBezTo>
                      <a:pt x="266" y="613"/>
                      <a:pt x="267" y="616"/>
                      <a:pt x="268" y="617"/>
                    </a:cubicBezTo>
                    <a:cubicBezTo>
                      <a:pt x="274" y="634"/>
                      <a:pt x="277" y="652"/>
                      <a:pt x="298" y="659"/>
                    </a:cubicBezTo>
                    <a:moveTo>
                      <a:pt x="3759" y="2169"/>
                    </a:moveTo>
                    <a:cubicBezTo>
                      <a:pt x="3762" y="2171"/>
                      <a:pt x="3766" y="2173"/>
                      <a:pt x="3769" y="2175"/>
                    </a:cubicBezTo>
                    <a:cubicBezTo>
                      <a:pt x="3797" y="2192"/>
                      <a:pt x="3828" y="2203"/>
                      <a:pt x="3861" y="2209"/>
                    </a:cubicBezTo>
                    <a:cubicBezTo>
                      <a:pt x="3856" y="2205"/>
                      <a:pt x="3851" y="2202"/>
                      <a:pt x="3846" y="2199"/>
                    </a:cubicBezTo>
                    <a:cubicBezTo>
                      <a:pt x="3819" y="2184"/>
                      <a:pt x="3790" y="2174"/>
                      <a:pt x="3759" y="2169"/>
                    </a:cubicBezTo>
                    <a:moveTo>
                      <a:pt x="2424" y="4186"/>
                    </a:moveTo>
                    <a:cubicBezTo>
                      <a:pt x="2396" y="4203"/>
                      <a:pt x="2375" y="4213"/>
                      <a:pt x="2390" y="4248"/>
                    </a:cubicBezTo>
                    <a:cubicBezTo>
                      <a:pt x="2399" y="4241"/>
                      <a:pt x="2405" y="4232"/>
                      <a:pt x="2411" y="4222"/>
                    </a:cubicBezTo>
                    <a:cubicBezTo>
                      <a:pt x="2417" y="4211"/>
                      <a:pt x="2422" y="4199"/>
                      <a:pt x="2424" y="4186"/>
                    </a:cubicBezTo>
                    <a:moveTo>
                      <a:pt x="3460" y="2305"/>
                    </a:moveTo>
                    <a:lnTo>
                      <a:pt x="3524" y="2347"/>
                    </a:lnTo>
                    <a:cubicBezTo>
                      <a:pt x="3523" y="2345"/>
                      <a:pt x="3521" y="2342"/>
                      <a:pt x="3520" y="2340"/>
                    </a:cubicBezTo>
                    <a:cubicBezTo>
                      <a:pt x="3514" y="2329"/>
                      <a:pt x="3505" y="2320"/>
                      <a:pt x="3495" y="2314"/>
                    </a:cubicBezTo>
                    <a:cubicBezTo>
                      <a:pt x="3484" y="2308"/>
                      <a:pt x="3472" y="2305"/>
                      <a:pt x="3460" y="2305"/>
                    </a:cubicBezTo>
                    <a:moveTo>
                      <a:pt x="3766" y="2128"/>
                    </a:moveTo>
                    <a:lnTo>
                      <a:pt x="3765" y="2128"/>
                    </a:lnTo>
                    <a:cubicBezTo>
                      <a:pt x="3748" y="2118"/>
                      <a:pt x="3728" y="2112"/>
                      <a:pt x="3708" y="2112"/>
                    </a:cubicBezTo>
                    <a:cubicBezTo>
                      <a:pt x="3698" y="2112"/>
                      <a:pt x="3689" y="2113"/>
                      <a:pt x="3680" y="2116"/>
                    </a:cubicBezTo>
                    <a:cubicBezTo>
                      <a:pt x="3700" y="2125"/>
                      <a:pt x="3721" y="2130"/>
                      <a:pt x="3743" y="2130"/>
                    </a:cubicBezTo>
                    <a:cubicBezTo>
                      <a:pt x="3750" y="2130"/>
                      <a:pt x="3758" y="2129"/>
                      <a:pt x="3766" y="2128"/>
                    </a:cubicBezTo>
                    <a:moveTo>
                      <a:pt x="2367" y="3636"/>
                    </a:moveTo>
                    <a:cubicBezTo>
                      <a:pt x="2387" y="3593"/>
                      <a:pt x="2387" y="3593"/>
                      <a:pt x="2369" y="3571"/>
                    </a:cubicBezTo>
                    <a:cubicBezTo>
                      <a:pt x="2364" y="3581"/>
                      <a:pt x="2361" y="3593"/>
                      <a:pt x="2361" y="3605"/>
                    </a:cubicBezTo>
                    <a:cubicBezTo>
                      <a:pt x="2361" y="3616"/>
                      <a:pt x="2363" y="3626"/>
                      <a:pt x="2367" y="3636"/>
                    </a:cubicBezTo>
                    <a:moveTo>
                      <a:pt x="1902" y="4540"/>
                    </a:moveTo>
                    <a:cubicBezTo>
                      <a:pt x="1897" y="4561"/>
                      <a:pt x="1887" y="4580"/>
                      <a:pt x="1902" y="4602"/>
                    </a:cubicBezTo>
                    <a:cubicBezTo>
                      <a:pt x="1907" y="4598"/>
                      <a:pt x="1911" y="4594"/>
                      <a:pt x="1914" y="4589"/>
                    </a:cubicBezTo>
                    <a:cubicBezTo>
                      <a:pt x="1917" y="4584"/>
                      <a:pt x="1919" y="4577"/>
                      <a:pt x="1919" y="4571"/>
                    </a:cubicBezTo>
                    <a:cubicBezTo>
                      <a:pt x="1919" y="4564"/>
                      <a:pt x="1917" y="4558"/>
                      <a:pt x="1914" y="4552"/>
                    </a:cubicBezTo>
                    <a:cubicBezTo>
                      <a:pt x="1911" y="4547"/>
                      <a:pt x="1907" y="4543"/>
                      <a:pt x="1902" y="4540"/>
                    </a:cubicBezTo>
                    <a:moveTo>
                      <a:pt x="3958" y="2910"/>
                    </a:moveTo>
                    <a:cubicBezTo>
                      <a:pt x="3958" y="2896"/>
                      <a:pt x="3956" y="2883"/>
                      <a:pt x="3955" y="2868"/>
                    </a:cubicBezTo>
                    <a:cubicBezTo>
                      <a:pt x="3955" y="2867"/>
                      <a:pt x="3954" y="2866"/>
                      <a:pt x="3954" y="2865"/>
                    </a:cubicBezTo>
                    <a:cubicBezTo>
                      <a:pt x="3953" y="2864"/>
                      <a:pt x="3951" y="2863"/>
                      <a:pt x="3950" y="2862"/>
                    </a:cubicBezTo>
                    <a:cubicBezTo>
                      <a:pt x="3948" y="2861"/>
                      <a:pt x="3948" y="2861"/>
                      <a:pt x="3946" y="2861"/>
                    </a:cubicBezTo>
                    <a:cubicBezTo>
                      <a:pt x="3945" y="2861"/>
                      <a:pt x="3944" y="2861"/>
                      <a:pt x="3943" y="2861"/>
                    </a:cubicBezTo>
                    <a:cubicBezTo>
                      <a:pt x="3938" y="2861"/>
                      <a:pt x="3934" y="2865"/>
                      <a:pt x="3935" y="2872"/>
                    </a:cubicBezTo>
                    <a:cubicBezTo>
                      <a:pt x="3936" y="2879"/>
                      <a:pt x="3938" y="2886"/>
                      <a:pt x="3942" y="2892"/>
                    </a:cubicBezTo>
                    <a:cubicBezTo>
                      <a:pt x="3946" y="2899"/>
                      <a:pt x="3951" y="2905"/>
                      <a:pt x="3958" y="2910"/>
                    </a:cubicBezTo>
                    <a:moveTo>
                      <a:pt x="3099" y="3852"/>
                    </a:moveTo>
                    <a:cubicBezTo>
                      <a:pt x="3099" y="3845"/>
                      <a:pt x="3091" y="3840"/>
                      <a:pt x="3079" y="3839"/>
                    </a:cubicBezTo>
                    <a:cubicBezTo>
                      <a:pt x="3067" y="3837"/>
                      <a:pt x="3058" y="3835"/>
                      <a:pt x="3059" y="3849"/>
                    </a:cubicBezTo>
                    <a:cubicBezTo>
                      <a:pt x="3059" y="3862"/>
                      <a:pt x="3072" y="3866"/>
                      <a:pt x="3082" y="3870"/>
                    </a:cubicBezTo>
                    <a:cubicBezTo>
                      <a:pt x="3092" y="3873"/>
                      <a:pt x="3095" y="3869"/>
                      <a:pt x="3099" y="3852"/>
                    </a:cubicBezTo>
                    <a:moveTo>
                      <a:pt x="2244" y="4176"/>
                    </a:moveTo>
                    <a:cubicBezTo>
                      <a:pt x="2279" y="4171"/>
                      <a:pt x="2279" y="4171"/>
                      <a:pt x="2303" y="4135"/>
                    </a:cubicBezTo>
                    <a:cubicBezTo>
                      <a:pt x="2296" y="4138"/>
                      <a:pt x="2288" y="4141"/>
                      <a:pt x="2282" y="4145"/>
                    </a:cubicBezTo>
                    <a:cubicBezTo>
                      <a:pt x="2267" y="4153"/>
                      <a:pt x="2255" y="4164"/>
                      <a:pt x="2244" y="4176"/>
                    </a:cubicBezTo>
                    <a:moveTo>
                      <a:pt x="2948" y="3834"/>
                    </a:moveTo>
                    <a:cubicBezTo>
                      <a:pt x="2979" y="3861"/>
                      <a:pt x="2980" y="3863"/>
                      <a:pt x="2989" y="3854"/>
                    </a:cubicBezTo>
                    <a:cubicBezTo>
                      <a:pt x="2990" y="3854"/>
                      <a:pt x="2990" y="3853"/>
                      <a:pt x="2991" y="3852"/>
                    </a:cubicBezTo>
                    <a:cubicBezTo>
                      <a:pt x="2992" y="3850"/>
                      <a:pt x="2992" y="3848"/>
                      <a:pt x="2992" y="3846"/>
                    </a:cubicBezTo>
                    <a:cubicBezTo>
                      <a:pt x="2992" y="3846"/>
                      <a:pt x="2992" y="3845"/>
                      <a:pt x="2992" y="3844"/>
                    </a:cubicBezTo>
                    <a:cubicBezTo>
                      <a:pt x="2982" y="3824"/>
                      <a:pt x="2965" y="3827"/>
                      <a:pt x="2948" y="3834"/>
                    </a:cubicBezTo>
                    <a:moveTo>
                      <a:pt x="2451" y="4220"/>
                    </a:moveTo>
                    <a:cubicBezTo>
                      <a:pt x="2458" y="4215"/>
                      <a:pt x="2464" y="4208"/>
                      <a:pt x="2469" y="4200"/>
                    </a:cubicBezTo>
                    <a:cubicBezTo>
                      <a:pt x="2475" y="4190"/>
                      <a:pt x="2478" y="4179"/>
                      <a:pt x="2478" y="4168"/>
                    </a:cubicBezTo>
                    <a:cubicBezTo>
                      <a:pt x="2478" y="4167"/>
                      <a:pt x="2478" y="4166"/>
                      <a:pt x="2478" y="4165"/>
                    </a:cubicBezTo>
                    <a:cubicBezTo>
                      <a:pt x="2470" y="4170"/>
                      <a:pt x="2463" y="4176"/>
                      <a:pt x="2459" y="4184"/>
                    </a:cubicBezTo>
                    <a:cubicBezTo>
                      <a:pt x="2453" y="4193"/>
                      <a:pt x="2451" y="4204"/>
                      <a:pt x="2451" y="4215"/>
                    </a:cubicBezTo>
                    <a:cubicBezTo>
                      <a:pt x="2451" y="4217"/>
                      <a:pt x="2451" y="4218"/>
                      <a:pt x="2451" y="4220"/>
                    </a:cubicBezTo>
                    <a:moveTo>
                      <a:pt x="2823" y="3784"/>
                    </a:moveTo>
                    <a:cubicBezTo>
                      <a:pt x="2823" y="3783"/>
                      <a:pt x="2821" y="3782"/>
                      <a:pt x="2821" y="3781"/>
                    </a:cubicBezTo>
                    <a:cubicBezTo>
                      <a:pt x="2818" y="3776"/>
                      <a:pt x="2814" y="3771"/>
                      <a:pt x="2810" y="3769"/>
                    </a:cubicBezTo>
                    <a:cubicBezTo>
                      <a:pt x="2807" y="3767"/>
                      <a:pt x="2805" y="3767"/>
                      <a:pt x="2802" y="3766"/>
                    </a:cubicBezTo>
                    <a:cubicBezTo>
                      <a:pt x="2793" y="3762"/>
                      <a:pt x="2789" y="3769"/>
                      <a:pt x="2789" y="3777"/>
                    </a:cubicBezTo>
                    <a:cubicBezTo>
                      <a:pt x="2789" y="3790"/>
                      <a:pt x="2799" y="3793"/>
                      <a:pt x="2811" y="3795"/>
                    </a:cubicBezTo>
                    <a:cubicBezTo>
                      <a:pt x="2817" y="3795"/>
                      <a:pt x="2820" y="3793"/>
                      <a:pt x="2823" y="3784"/>
                    </a:cubicBezTo>
                    <a:moveTo>
                      <a:pt x="2946" y="3797"/>
                    </a:moveTo>
                    <a:cubicBezTo>
                      <a:pt x="2949" y="3803"/>
                      <a:pt x="2953" y="3807"/>
                      <a:pt x="2959" y="3811"/>
                    </a:cubicBezTo>
                    <a:cubicBezTo>
                      <a:pt x="2964" y="3814"/>
                      <a:pt x="2971" y="3816"/>
                      <a:pt x="2978" y="3816"/>
                    </a:cubicBezTo>
                    <a:cubicBezTo>
                      <a:pt x="2983" y="3816"/>
                      <a:pt x="2988" y="3815"/>
                      <a:pt x="2993" y="3812"/>
                    </a:cubicBezTo>
                    <a:cubicBezTo>
                      <a:pt x="2977" y="3801"/>
                      <a:pt x="2968" y="3789"/>
                      <a:pt x="2946" y="3797"/>
                    </a:cubicBezTo>
                    <a:moveTo>
                      <a:pt x="2991" y="3886"/>
                    </a:moveTo>
                    <a:cubicBezTo>
                      <a:pt x="2976" y="3871"/>
                      <a:pt x="2964" y="3859"/>
                      <a:pt x="2948" y="3865"/>
                    </a:cubicBezTo>
                    <a:cubicBezTo>
                      <a:pt x="2947" y="3866"/>
                      <a:pt x="2946" y="3867"/>
                      <a:pt x="2945" y="3868"/>
                    </a:cubicBezTo>
                    <a:cubicBezTo>
                      <a:pt x="2944" y="3869"/>
                      <a:pt x="2944" y="3871"/>
                      <a:pt x="2944" y="3873"/>
                    </a:cubicBezTo>
                    <a:lnTo>
                      <a:pt x="2944" y="3874"/>
                    </a:lnTo>
                    <a:cubicBezTo>
                      <a:pt x="2953" y="3889"/>
                      <a:pt x="2966" y="3896"/>
                      <a:pt x="2989" y="3886"/>
                    </a:cubicBezTo>
                    <a:lnTo>
                      <a:pt x="2991" y="3886"/>
                    </a:lnTo>
                    <a:moveTo>
                      <a:pt x="286" y="559"/>
                    </a:moveTo>
                    <a:lnTo>
                      <a:pt x="286" y="496"/>
                    </a:lnTo>
                    <a:cubicBezTo>
                      <a:pt x="283" y="506"/>
                      <a:pt x="282" y="518"/>
                      <a:pt x="282" y="528"/>
                    </a:cubicBezTo>
                    <a:cubicBezTo>
                      <a:pt x="282" y="539"/>
                      <a:pt x="283" y="549"/>
                      <a:pt x="286" y="559"/>
                    </a:cubicBezTo>
                    <a:moveTo>
                      <a:pt x="2146" y="4263"/>
                    </a:moveTo>
                    <a:cubicBezTo>
                      <a:pt x="2110" y="4263"/>
                      <a:pt x="2110" y="4263"/>
                      <a:pt x="2085" y="4281"/>
                    </a:cubicBezTo>
                    <a:lnTo>
                      <a:pt x="2146" y="4263"/>
                    </a:lnTo>
                    <a:moveTo>
                      <a:pt x="2128" y="4384"/>
                    </a:moveTo>
                    <a:cubicBezTo>
                      <a:pt x="2122" y="4382"/>
                      <a:pt x="2115" y="4381"/>
                      <a:pt x="2109" y="4381"/>
                    </a:cubicBezTo>
                    <a:cubicBezTo>
                      <a:pt x="2099" y="4381"/>
                      <a:pt x="2089" y="4384"/>
                      <a:pt x="2080" y="4389"/>
                    </a:cubicBezTo>
                    <a:cubicBezTo>
                      <a:pt x="2075" y="4392"/>
                      <a:pt x="2071" y="4395"/>
                      <a:pt x="2067" y="4399"/>
                    </a:cubicBezTo>
                    <a:cubicBezTo>
                      <a:pt x="2073" y="4401"/>
                      <a:pt x="2079" y="4403"/>
                      <a:pt x="2085" y="4403"/>
                    </a:cubicBezTo>
                    <a:cubicBezTo>
                      <a:pt x="2095" y="4403"/>
                      <a:pt x="2105" y="4400"/>
                      <a:pt x="2114" y="4395"/>
                    </a:cubicBezTo>
                    <a:cubicBezTo>
                      <a:pt x="2119" y="4392"/>
                      <a:pt x="2124" y="4388"/>
                      <a:pt x="2128" y="4384"/>
                    </a:cubicBezTo>
                    <a:moveTo>
                      <a:pt x="3691" y="2148"/>
                    </a:moveTo>
                    <a:cubicBezTo>
                      <a:pt x="3675" y="2144"/>
                      <a:pt x="3661" y="2134"/>
                      <a:pt x="3650" y="2153"/>
                    </a:cubicBezTo>
                    <a:cubicBezTo>
                      <a:pt x="3663" y="2155"/>
                      <a:pt x="3674" y="2164"/>
                      <a:pt x="3691" y="2147"/>
                    </a:cubicBezTo>
                    <a:lnTo>
                      <a:pt x="3691" y="2148"/>
                    </a:lnTo>
                    <a:moveTo>
                      <a:pt x="3841" y="3466"/>
                    </a:moveTo>
                    <a:cubicBezTo>
                      <a:pt x="3851" y="3456"/>
                      <a:pt x="3863" y="3447"/>
                      <a:pt x="3853" y="3430"/>
                    </a:cubicBezTo>
                    <a:cubicBezTo>
                      <a:pt x="3852" y="3428"/>
                      <a:pt x="3845" y="3425"/>
                      <a:pt x="3844" y="3426"/>
                    </a:cubicBezTo>
                    <a:cubicBezTo>
                      <a:pt x="3843" y="3428"/>
                      <a:pt x="3842" y="3429"/>
                      <a:pt x="3841" y="3431"/>
                    </a:cubicBezTo>
                    <a:cubicBezTo>
                      <a:pt x="3838" y="3437"/>
                      <a:pt x="3836" y="3444"/>
                      <a:pt x="3836" y="3450"/>
                    </a:cubicBezTo>
                    <a:cubicBezTo>
                      <a:pt x="3836" y="3454"/>
                      <a:pt x="3836" y="3457"/>
                      <a:pt x="3837" y="3461"/>
                    </a:cubicBezTo>
                    <a:cubicBezTo>
                      <a:pt x="3838" y="3462"/>
                      <a:pt x="3839" y="3463"/>
                      <a:pt x="3841" y="3465"/>
                    </a:cubicBezTo>
                    <a:lnTo>
                      <a:pt x="3841" y="3466"/>
                    </a:lnTo>
                    <a:moveTo>
                      <a:pt x="3039" y="3876"/>
                    </a:moveTo>
                    <a:cubicBezTo>
                      <a:pt x="3039" y="3865"/>
                      <a:pt x="3030" y="3863"/>
                      <a:pt x="3023" y="3859"/>
                    </a:cubicBezTo>
                    <a:cubicBezTo>
                      <a:pt x="3015" y="3855"/>
                      <a:pt x="3011" y="3856"/>
                      <a:pt x="3010" y="3862"/>
                    </a:cubicBezTo>
                    <a:cubicBezTo>
                      <a:pt x="3006" y="3876"/>
                      <a:pt x="3018" y="3879"/>
                      <a:pt x="3027" y="3882"/>
                    </a:cubicBezTo>
                    <a:cubicBezTo>
                      <a:pt x="3028" y="3883"/>
                      <a:pt x="3029" y="3883"/>
                      <a:pt x="3030" y="3883"/>
                    </a:cubicBezTo>
                    <a:cubicBezTo>
                      <a:pt x="3032" y="3883"/>
                      <a:pt x="3034" y="3881"/>
                      <a:pt x="3035" y="3881"/>
                    </a:cubicBezTo>
                    <a:cubicBezTo>
                      <a:pt x="3036" y="3880"/>
                      <a:pt x="3038" y="3879"/>
                      <a:pt x="3039" y="3878"/>
                    </a:cubicBezTo>
                    <a:cubicBezTo>
                      <a:pt x="3039" y="3877"/>
                      <a:pt x="3039" y="3877"/>
                      <a:pt x="3039" y="3876"/>
                    </a:cubicBezTo>
                    <a:moveTo>
                      <a:pt x="3581" y="2274"/>
                    </a:moveTo>
                    <a:cubicBezTo>
                      <a:pt x="3590" y="2283"/>
                      <a:pt x="3600" y="2292"/>
                      <a:pt x="3611" y="2298"/>
                    </a:cubicBezTo>
                    <a:cubicBezTo>
                      <a:pt x="3621" y="2304"/>
                      <a:pt x="3631" y="2308"/>
                      <a:pt x="3642" y="2311"/>
                    </a:cubicBezTo>
                    <a:cubicBezTo>
                      <a:pt x="3634" y="2301"/>
                      <a:pt x="3623" y="2293"/>
                      <a:pt x="3612" y="2286"/>
                    </a:cubicBezTo>
                    <a:cubicBezTo>
                      <a:pt x="3603" y="2280"/>
                      <a:pt x="3592" y="2276"/>
                      <a:pt x="3582" y="2274"/>
                    </a:cubicBezTo>
                    <a:lnTo>
                      <a:pt x="3581" y="2274"/>
                    </a:lnTo>
                    <a:moveTo>
                      <a:pt x="4150" y="3613"/>
                    </a:moveTo>
                    <a:cubicBezTo>
                      <a:pt x="4147" y="3634"/>
                      <a:pt x="4143" y="3646"/>
                      <a:pt x="4152" y="3658"/>
                    </a:cubicBezTo>
                    <a:cubicBezTo>
                      <a:pt x="4159" y="3645"/>
                      <a:pt x="4156" y="3633"/>
                      <a:pt x="4150" y="3613"/>
                    </a:cubicBezTo>
                    <a:moveTo>
                      <a:pt x="2471" y="3700"/>
                    </a:moveTo>
                    <a:cubicBezTo>
                      <a:pt x="2469" y="3695"/>
                      <a:pt x="2467" y="3690"/>
                      <a:pt x="2465" y="3686"/>
                    </a:cubicBezTo>
                    <a:cubicBezTo>
                      <a:pt x="2458" y="3674"/>
                      <a:pt x="2448" y="3664"/>
                      <a:pt x="2436" y="3657"/>
                    </a:cubicBezTo>
                    <a:cubicBezTo>
                      <a:pt x="2435" y="3657"/>
                      <a:pt x="2434" y="3656"/>
                      <a:pt x="2434" y="3656"/>
                    </a:cubicBezTo>
                    <a:cubicBezTo>
                      <a:pt x="2434" y="3664"/>
                      <a:pt x="2436" y="3671"/>
                      <a:pt x="2440" y="3678"/>
                    </a:cubicBezTo>
                    <a:cubicBezTo>
                      <a:pt x="2444" y="3685"/>
                      <a:pt x="2449" y="3691"/>
                      <a:pt x="2456" y="3695"/>
                    </a:cubicBezTo>
                    <a:cubicBezTo>
                      <a:pt x="2461" y="3697"/>
                      <a:pt x="2466" y="3699"/>
                      <a:pt x="2471" y="3700"/>
                    </a:cubicBezTo>
                    <a:moveTo>
                      <a:pt x="4021" y="3498"/>
                    </a:moveTo>
                    <a:cubicBezTo>
                      <a:pt x="4018" y="3505"/>
                      <a:pt x="4017" y="3512"/>
                      <a:pt x="4017" y="3519"/>
                    </a:cubicBezTo>
                    <a:cubicBezTo>
                      <a:pt x="4017" y="3526"/>
                      <a:pt x="4018" y="3533"/>
                      <a:pt x="4021" y="3539"/>
                    </a:cubicBezTo>
                    <a:lnTo>
                      <a:pt x="4021" y="3498"/>
                    </a:lnTo>
                    <a:moveTo>
                      <a:pt x="2579" y="3295"/>
                    </a:moveTo>
                    <a:cubicBezTo>
                      <a:pt x="2563" y="3284"/>
                      <a:pt x="2552" y="3271"/>
                      <a:pt x="2534" y="3282"/>
                    </a:cubicBezTo>
                    <a:cubicBezTo>
                      <a:pt x="2537" y="3286"/>
                      <a:pt x="2540" y="3289"/>
                      <a:pt x="2545" y="3292"/>
                    </a:cubicBezTo>
                    <a:cubicBezTo>
                      <a:pt x="2551" y="3295"/>
                      <a:pt x="2558" y="3297"/>
                      <a:pt x="2566" y="3297"/>
                    </a:cubicBezTo>
                    <a:cubicBezTo>
                      <a:pt x="2570" y="3297"/>
                      <a:pt x="2574" y="3296"/>
                      <a:pt x="2579" y="3295"/>
                    </a:cubicBezTo>
                    <a:moveTo>
                      <a:pt x="4043" y="3302"/>
                    </a:moveTo>
                    <a:lnTo>
                      <a:pt x="4038" y="3302"/>
                    </a:lnTo>
                    <a:cubicBezTo>
                      <a:pt x="4038" y="3306"/>
                      <a:pt x="4037" y="3310"/>
                      <a:pt x="4037" y="3315"/>
                    </a:cubicBezTo>
                    <a:cubicBezTo>
                      <a:pt x="4037" y="3319"/>
                      <a:pt x="4038" y="3324"/>
                      <a:pt x="4038" y="3328"/>
                    </a:cubicBezTo>
                    <a:cubicBezTo>
                      <a:pt x="4038" y="3334"/>
                      <a:pt x="4044" y="3334"/>
                      <a:pt x="4044" y="3328"/>
                    </a:cubicBezTo>
                    <a:cubicBezTo>
                      <a:pt x="4044" y="3326"/>
                      <a:pt x="4044" y="3325"/>
                      <a:pt x="4044" y="3323"/>
                    </a:cubicBezTo>
                    <a:cubicBezTo>
                      <a:pt x="4044" y="3316"/>
                      <a:pt x="4044" y="3308"/>
                      <a:pt x="4043" y="3301"/>
                    </a:cubicBezTo>
                    <a:lnTo>
                      <a:pt x="4043" y="3302"/>
                    </a:lnTo>
                    <a:moveTo>
                      <a:pt x="4099" y="2103"/>
                    </a:moveTo>
                    <a:cubicBezTo>
                      <a:pt x="4107" y="2111"/>
                      <a:pt x="4117" y="2105"/>
                      <a:pt x="4126" y="2105"/>
                    </a:cubicBezTo>
                    <a:cubicBezTo>
                      <a:pt x="4121" y="2103"/>
                      <a:pt x="4115" y="2102"/>
                      <a:pt x="4110" y="2102"/>
                    </a:cubicBezTo>
                    <a:cubicBezTo>
                      <a:pt x="4106" y="2102"/>
                      <a:pt x="4103" y="2102"/>
                      <a:pt x="4099" y="2103"/>
                    </a:cubicBezTo>
                    <a:moveTo>
                      <a:pt x="3041" y="3835"/>
                    </a:moveTo>
                    <a:cubicBezTo>
                      <a:pt x="3041" y="3825"/>
                      <a:pt x="3031" y="3822"/>
                      <a:pt x="3023" y="3820"/>
                    </a:cubicBezTo>
                    <a:cubicBezTo>
                      <a:pt x="3015" y="3818"/>
                      <a:pt x="3013" y="3822"/>
                      <a:pt x="3013" y="3828"/>
                    </a:cubicBezTo>
                    <a:cubicBezTo>
                      <a:pt x="3013" y="3839"/>
                      <a:pt x="3023" y="3841"/>
                      <a:pt x="3031" y="3843"/>
                    </a:cubicBezTo>
                    <a:cubicBezTo>
                      <a:pt x="3039" y="3845"/>
                      <a:pt x="3040" y="3841"/>
                      <a:pt x="3042" y="3835"/>
                    </a:cubicBezTo>
                    <a:lnTo>
                      <a:pt x="3041" y="3835"/>
                    </a:lnTo>
                    <a:moveTo>
                      <a:pt x="3261" y="3862"/>
                    </a:moveTo>
                    <a:cubicBezTo>
                      <a:pt x="3256" y="3863"/>
                      <a:pt x="3251" y="3865"/>
                      <a:pt x="3252" y="3872"/>
                    </a:cubicBezTo>
                    <a:cubicBezTo>
                      <a:pt x="3255" y="3885"/>
                      <a:pt x="3267" y="3886"/>
                      <a:pt x="3276" y="3888"/>
                    </a:cubicBezTo>
                    <a:cubicBezTo>
                      <a:pt x="3277" y="3888"/>
                      <a:pt x="3277" y="3888"/>
                      <a:pt x="3278" y="3888"/>
                    </a:cubicBezTo>
                    <a:cubicBezTo>
                      <a:pt x="3279" y="3888"/>
                      <a:pt x="3279" y="3887"/>
                      <a:pt x="3281" y="3887"/>
                    </a:cubicBezTo>
                    <a:cubicBezTo>
                      <a:pt x="3282" y="3886"/>
                      <a:pt x="3283" y="3886"/>
                      <a:pt x="3284" y="3885"/>
                    </a:cubicBezTo>
                    <a:cubicBezTo>
                      <a:pt x="3285" y="3884"/>
                      <a:pt x="3285" y="3882"/>
                      <a:pt x="3285" y="3881"/>
                    </a:cubicBezTo>
                    <a:cubicBezTo>
                      <a:pt x="3285" y="3880"/>
                      <a:pt x="3285" y="3879"/>
                      <a:pt x="3285" y="3879"/>
                    </a:cubicBezTo>
                    <a:cubicBezTo>
                      <a:pt x="3282" y="3867"/>
                      <a:pt x="3272" y="3864"/>
                      <a:pt x="3262" y="3862"/>
                    </a:cubicBezTo>
                    <a:lnTo>
                      <a:pt x="3261" y="3862"/>
                    </a:lnTo>
                    <a:moveTo>
                      <a:pt x="3797" y="2873"/>
                    </a:moveTo>
                    <a:cubicBezTo>
                      <a:pt x="3796" y="2874"/>
                      <a:pt x="3795" y="2875"/>
                      <a:pt x="3795" y="2876"/>
                    </a:cubicBezTo>
                    <a:cubicBezTo>
                      <a:pt x="3794" y="2877"/>
                      <a:pt x="3794" y="2878"/>
                      <a:pt x="3793" y="2879"/>
                    </a:cubicBezTo>
                    <a:cubicBezTo>
                      <a:pt x="3792" y="2882"/>
                      <a:pt x="3791" y="2886"/>
                      <a:pt x="3791" y="2889"/>
                    </a:cubicBezTo>
                    <a:cubicBezTo>
                      <a:pt x="3791" y="2895"/>
                      <a:pt x="3793" y="2901"/>
                      <a:pt x="3796" y="2905"/>
                    </a:cubicBezTo>
                    <a:cubicBezTo>
                      <a:pt x="3796" y="2908"/>
                      <a:pt x="3803" y="2910"/>
                      <a:pt x="3804" y="2909"/>
                    </a:cubicBezTo>
                    <a:cubicBezTo>
                      <a:pt x="3815" y="2903"/>
                      <a:pt x="3811" y="2894"/>
                      <a:pt x="3806" y="2886"/>
                    </a:cubicBezTo>
                    <a:cubicBezTo>
                      <a:pt x="3804" y="2881"/>
                      <a:pt x="3801" y="2877"/>
                      <a:pt x="3797" y="2873"/>
                    </a:cubicBezTo>
                    <a:moveTo>
                      <a:pt x="3403" y="3958"/>
                    </a:moveTo>
                    <a:cubicBezTo>
                      <a:pt x="3401" y="3956"/>
                      <a:pt x="3399" y="3952"/>
                      <a:pt x="3397" y="3953"/>
                    </a:cubicBezTo>
                    <a:cubicBezTo>
                      <a:pt x="3392" y="3953"/>
                      <a:pt x="3388" y="3954"/>
                      <a:pt x="3385" y="3956"/>
                    </a:cubicBezTo>
                    <a:cubicBezTo>
                      <a:pt x="3381" y="3959"/>
                      <a:pt x="3377" y="3962"/>
                      <a:pt x="3375" y="3966"/>
                    </a:cubicBezTo>
                    <a:cubicBezTo>
                      <a:pt x="3376" y="3967"/>
                      <a:pt x="3377" y="3968"/>
                      <a:pt x="3379" y="3969"/>
                    </a:cubicBezTo>
                    <a:cubicBezTo>
                      <a:pt x="3380" y="3969"/>
                      <a:pt x="3381" y="3970"/>
                      <a:pt x="3383" y="3971"/>
                    </a:cubicBezTo>
                    <a:cubicBezTo>
                      <a:pt x="3384" y="3971"/>
                      <a:pt x="3385" y="3971"/>
                      <a:pt x="3386" y="3971"/>
                    </a:cubicBezTo>
                    <a:cubicBezTo>
                      <a:pt x="3389" y="3971"/>
                      <a:pt x="3392" y="3969"/>
                      <a:pt x="3395" y="3968"/>
                    </a:cubicBezTo>
                    <a:cubicBezTo>
                      <a:pt x="3397" y="3966"/>
                      <a:pt x="3400" y="3964"/>
                      <a:pt x="3402" y="3962"/>
                    </a:cubicBezTo>
                    <a:cubicBezTo>
                      <a:pt x="3402" y="3961"/>
                      <a:pt x="3403" y="3959"/>
                      <a:pt x="3404" y="3958"/>
                    </a:cubicBezTo>
                    <a:lnTo>
                      <a:pt x="3403" y="3958"/>
                    </a:lnTo>
                    <a:moveTo>
                      <a:pt x="3740" y="2374"/>
                    </a:moveTo>
                    <a:cubicBezTo>
                      <a:pt x="3743" y="2372"/>
                      <a:pt x="3748" y="2370"/>
                      <a:pt x="3748" y="2369"/>
                    </a:cubicBezTo>
                    <a:cubicBezTo>
                      <a:pt x="3748" y="2367"/>
                      <a:pt x="3747" y="2365"/>
                      <a:pt x="3746" y="2363"/>
                    </a:cubicBezTo>
                    <a:cubicBezTo>
                      <a:pt x="3744" y="2360"/>
                      <a:pt x="3741" y="2356"/>
                      <a:pt x="3739" y="2355"/>
                    </a:cubicBezTo>
                    <a:cubicBezTo>
                      <a:pt x="3737" y="2354"/>
                      <a:pt x="3736" y="2354"/>
                      <a:pt x="3734" y="2354"/>
                    </a:cubicBezTo>
                    <a:cubicBezTo>
                      <a:pt x="3729" y="2352"/>
                      <a:pt x="3722" y="2354"/>
                      <a:pt x="3724" y="2360"/>
                    </a:cubicBezTo>
                    <a:cubicBezTo>
                      <a:pt x="3724" y="2362"/>
                      <a:pt x="3725" y="2363"/>
                      <a:pt x="3726" y="2365"/>
                    </a:cubicBezTo>
                    <a:cubicBezTo>
                      <a:pt x="3727" y="2367"/>
                      <a:pt x="3730" y="2370"/>
                      <a:pt x="3732" y="2371"/>
                    </a:cubicBezTo>
                    <a:cubicBezTo>
                      <a:pt x="3735" y="2373"/>
                      <a:pt x="3738" y="2374"/>
                      <a:pt x="3740" y="2374"/>
                    </a:cubicBezTo>
                    <a:moveTo>
                      <a:pt x="313" y="463"/>
                    </a:moveTo>
                    <a:cubicBezTo>
                      <a:pt x="311" y="459"/>
                      <a:pt x="309" y="452"/>
                      <a:pt x="307" y="452"/>
                    </a:cubicBezTo>
                    <a:cubicBezTo>
                      <a:pt x="298" y="452"/>
                      <a:pt x="295" y="459"/>
                      <a:pt x="293" y="466"/>
                    </a:cubicBezTo>
                    <a:cubicBezTo>
                      <a:pt x="293" y="467"/>
                      <a:pt x="293" y="468"/>
                      <a:pt x="293" y="469"/>
                    </a:cubicBezTo>
                    <a:cubicBezTo>
                      <a:pt x="293" y="471"/>
                      <a:pt x="293" y="472"/>
                      <a:pt x="294" y="473"/>
                    </a:cubicBezTo>
                    <a:cubicBezTo>
                      <a:pt x="295" y="475"/>
                      <a:pt x="296" y="476"/>
                      <a:pt x="297" y="477"/>
                    </a:cubicBezTo>
                    <a:cubicBezTo>
                      <a:pt x="298" y="478"/>
                      <a:pt x="299" y="478"/>
                      <a:pt x="300" y="478"/>
                    </a:cubicBezTo>
                    <a:cubicBezTo>
                      <a:pt x="309" y="479"/>
                      <a:pt x="311" y="471"/>
                      <a:pt x="313" y="463"/>
                    </a:cubicBezTo>
                    <a:moveTo>
                      <a:pt x="3140" y="3874"/>
                    </a:moveTo>
                    <a:cubicBezTo>
                      <a:pt x="3149" y="3870"/>
                      <a:pt x="3155" y="3868"/>
                      <a:pt x="3155" y="3867"/>
                    </a:cubicBezTo>
                    <a:cubicBezTo>
                      <a:pt x="3155" y="3861"/>
                      <a:pt x="3148" y="3859"/>
                      <a:pt x="3143" y="3858"/>
                    </a:cubicBezTo>
                    <a:cubicBezTo>
                      <a:pt x="3138" y="3856"/>
                      <a:pt x="3133" y="3853"/>
                      <a:pt x="3134" y="3862"/>
                    </a:cubicBezTo>
                    <a:cubicBezTo>
                      <a:pt x="3135" y="3865"/>
                      <a:pt x="3135" y="3868"/>
                      <a:pt x="3138" y="3872"/>
                    </a:cubicBezTo>
                    <a:cubicBezTo>
                      <a:pt x="3138" y="3873"/>
                      <a:pt x="3139" y="3873"/>
                      <a:pt x="3140" y="38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7"/>
              <p:cNvSpPr/>
              <p:nvPr/>
            </p:nvSpPr>
            <p:spPr>
              <a:xfrm rot="-755217">
                <a:off x="8380074" y="3122447"/>
                <a:ext cx="690660" cy="810408"/>
              </a:xfrm>
              <a:custGeom>
                <a:rect b="b" l="l" r="r" t="t"/>
                <a:pathLst>
                  <a:path extrusionOk="0" h="981" w="836">
                    <a:moveTo>
                      <a:pt x="835" y="980"/>
                    </a:moveTo>
                    <a:cubicBezTo>
                      <a:pt x="812" y="969"/>
                      <a:pt x="789" y="960"/>
                      <a:pt x="765" y="954"/>
                    </a:cubicBezTo>
                    <a:cubicBezTo>
                      <a:pt x="738" y="946"/>
                      <a:pt x="713" y="935"/>
                      <a:pt x="689" y="921"/>
                    </a:cubicBezTo>
                    <a:cubicBezTo>
                      <a:pt x="671" y="911"/>
                      <a:pt x="654" y="899"/>
                      <a:pt x="639" y="886"/>
                    </a:cubicBezTo>
                    <a:cubicBezTo>
                      <a:pt x="494" y="781"/>
                      <a:pt x="372" y="646"/>
                      <a:pt x="282" y="490"/>
                    </a:cubicBezTo>
                    <a:cubicBezTo>
                      <a:pt x="279" y="484"/>
                      <a:pt x="276" y="479"/>
                      <a:pt x="273" y="473"/>
                    </a:cubicBezTo>
                    <a:cubicBezTo>
                      <a:pt x="237" y="407"/>
                      <a:pt x="203" y="341"/>
                      <a:pt x="167" y="274"/>
                    </a:cubicBezTo>
                    <a:cubicBezTo>
                      <a:pt x="163" y="266"/>
                      <a:pt x="158" y="258"/>
                      <a:pt x="154" y="250"/>
                    </a:cubicBezTo>
                    <a:cubicBezTo>
                      <a:pt x="131" y="210"/>
                      <a:pt x="104" y="172"/>
                      <a:pt x="75" y="136"/>
                    </a:cubicBezTo>
                    <a:cubicBezTo>
                      <a:pt x="75" y="176"/>
                      <a:pt x="103" y="200"/>
                      <a:pt x="104" y="232"/>
                    </a:cubicBezTo>
                    <a:cubicBezTo>
                      <a:pt x="97" y="221"/>
                      <a:pt x="90" y="210"/>
                      <a:pt x="84" y="199"/>
                    </a:cubicBezTo>
                    <a:cubicBezTo>
                      <a:pt x="48" y="137"/>
                      <a:pt x="20" y="70"/>
                      <a:pt x="0" y="1"/>
                    </a:cubicBezTo>
                    <a:cubicBezTo>
                      <a:pt x="3" y="0"/>
                      <a:pt x="4" y="0"/>
                      <a:pt x="7" y="0"/>
                    </a:cubicBezTo>
                    <a:cubicBezTo>
                      <a:pt x="9" y="0"/>
                      <a:pt x="12" y="0"/>
                      <a:pt x="14" y="1"/>
                    </a:cubicBezTo>
                    <a:cubicBezTo>
                      <a:pt x="20" y="19"/>
                      <a:pt x="27" y="36"/>
                      <a:pt x="37" y="53"/>
                    </a:cubicBezTo>
                    <a:cubicBezTo>
                      <a:pt x="49" y="74"/>
                      <a:pt x="65" y="94"/>
                      <a:pt x="83" y="110"/>
                    </a:cubicBezTo>
                    <a:cubicBezTo>
                      <a:pt x="124" y="158"/>
                      <a:pt x="160" y="208"/>
                      <a:pt x="191" y="262"/>
                    </a:cubicBezTo>
                    <a:cubicBezTo>
                      <a:pt x="200" y="278"/>
                      <a:pt x="209" y="295"/>
                      <a:pt x="217" y="311"/>
                    </a:cubicBezTo>
                    <a:cubicBezTo>
                      <a:pt x="244" y="359"/>
                      <a:pt x="270" y="408"/>
                      <a:pt x="295" y="457"/>
                    </a:cubicBezTo>
                    <a:cubicBezTo>
                      <a:pt x="300" y="466"/>
                      <a:pt x="305" y="476"/>
                      <a:pt x="311" y="485"/>
                    </a:cubicBezTo>
                    <a:cubicBezTo>
                      <a:pt x="394" y="629"/>
                      <a:pt x="503" y="755"/>
                      <a:pt x="634" y="857"/>
                    </a:cubicBezTo>
                    <a:cubicBezTo>
                      <a:pt x="646" y="868"/>
                      <a:pt x="659" y="878"/>
                      <a:pt x="673" y="886"/>
                    </a:cubicBezTo>
                    <a:cubicBezTo>
                      <a:pt x="688" y="895"/>
                      <a:pt x="705" y="902"/>
                      <a:pt x="722" y="906"/>
                    </a:cubicBezTo>
                    <a:cubicBezTo>
                      <a:pt x="668" y="847"/>
                      <a:pt x="606" y="795"/>
                      <a:pt x="553" y="736"/>
                    </a:cubicBezTo>
                    <a:cubicBezTo>
                      <a:pt x="499" y="676"/>
                      <a:pt x="465" y="602"/>
                      <a:pt x="405" y="546"/>
                    </a:cubicBezTo>
                    <a:cubicBezTo>
                      <a:pt x="409" y="544"/>
                      <a:pt x="414" y="542"/>
                      <a:pt x="420" y="542"/>
                    </a:cubicBezTo>
                    <a:cubicBezTo>
                      <a:pt x="426" y="542"/>
                      <a:pt x="432" y="544"/>
                      <a:pt x="437" y="547"/>
                    </a:cubicBezTo>
                    <a:cubicBezTo>
                      <a:pt x="442" y="550"/>
                      <a:pt x="446" y="554"/>
                      <a:pt x="449" y="560"/>
                    </a:cubicBezTo>
                    <a:cubicBezTo>
                      <a:pt x="450" y="561"/>
                      <a:pt x="451" y="563"/>
                      <a:pt x="452" y="566"/>
                    </a:cubicBezTo>
                    <a:cubicBezTo>
                      <a:pt x="525" y="689"/>
                      <a:pt x="620" y="797"/>
                      <a:pt x="733" y="886"/>
                    </a:cubicBezTo>
                    <a:cubicBezTo>
                      <a:pt x="736" y="889"/>
                      <a:pt x="739" y="892"/>
                      <a:pt x="742" y="894"/>
                    </a:cubicBezTo>
                    <a:cubicBezTo>
                      <a:pt x="748" y="897"/>
                      <a:pt x="755" y="899"/>
                      <a:pt x="762" y="899"/>
                    </a:cubicBezTo>
                    <a:lnTo>
                      <a:pt x="768" y="903"/>
                    </a:lnTo>
                    <a:cubicBezTo>
                      <a:pt x="769" y="907"/>
                      <a:pt x="771" y="911"/>
                      <a:pt x="773" y="915"/>
                    </a:cubicBezTo>
                    <a:cubicBezTo>
                      <a:pt x="778" y="924"/>
                      <a:pt x="785" y="931"/>
                      <a:pt x="793" y="935"/>
                    </a:cubicBezTo>
                    <a:cubicBezTo>
                      <a:pt x="801" y="940"/>
                      <a:pt x="809" y="942"/>
                      <a:pt x="817" y="943"/>
                    </a:cubicBezTo>
                    <a:cubicBezTo>
                      <a:pt x="821" y="946"/>
                      <a:pt x="825" y="950"/>
                      <a:pt x="828" y="955"/>
                    </a:cubicBezTo>
                    <a:cubicBezTo>
                      <a:pt x="832" y="963"/>
                      <a:pt x="834" y="971"/>
                      <a:pt x="835" y="9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7"/>
              <p:cNvSpPr/>
              <p:nvPr/>
            </p:nvSpPr>
            <p:spPr>
              <a:xfrm rot="-755217">
                <a:off x="10083243" y="2997987"/>
                <a:ext cx="259410" cy="629491"/>
              </a:xfrm>
              <a:custGeom>
                <a:rect b="b" l="l" r="r" t="t"/>
                <a:pathLst>
                  <a:path extrusionOk="0" h="762" w="314">
                    <a:moveTo>
                      <a:pt x="250" y="272"/>
                    </a:moveTo>
                    <a:cubicBezTo>
                      <a:pt x="230" y="314"/>
                      <a:pt x="249" y="352"/>
                      <a:pt x="261" y="393"/>
                    </a:cubicBezTo>
                    <a:cubicBezTo>
                      <a:pt x="287" y="374"/>
                      <a:pt x="280" y="338"/>
                      <a:pt x="303" y="320"/>
                    </a:cubicBezTo>
                    <a:lnTo>
                      <a:pt x="313" y="322"/>
                    </a:lnTo>
                    <a:lnTo>
                      <a:pt x="303" y="379"/>
                    </a:lnTo>
                    <a:cubicBezTo>
                      <a:pt x="297" y="382"/>
                      <a:pt x="288" y="384"/>
                      <a:pt x="285" y="389"/>
                    </a:cubicBezTo>
                    <a:cubicBezTo>
                      <a:pt x="257" y="440"/>
                      <a:pt x="235" y="492"/>
                      <a:pt x="260" y="552"/>
                    </a:cubicBezTo>
                    <a:cubicBezTo>
                      <a:pt x="280" y="601"/>
                      <a:pt x="292" y="653"/>
                      <a:pt x="293" y="706"/>
                    </a:cubicBezTo>
                    <a:cubicBezTo>
                      <a:pt x="294" y="711"/>
                      <a:pt x="294" y="715"/>
                      <a:pt x="294" y="720"/>
                    </a:cubicBezTo>
                    <a:cubicBezTo>
                      <a:pt x="294" y="734"/>
                      <a:pt x="291" y="748"/>
                      <a:pt x="286" y="761"/>
                    </a:cubicBezTo>
                    <a:cubicBezTo>
                      <a:pt x="272" y="761"/>
                      <a:pt x="273" y="755"/>
                      <a:pt x="273" y="750"/>
                    </a:cubicBezTo>
                    <a:cubicBezTo>
                      <a:pt x="277" y="634"/>
                      <a:pt x="236" y="531"/>
                      <a:pt x="177" y="434"/>
                    </a:cubicBezTo>
                    <a:cubicBezTo>
                      <a:pt x="127" y="351"/>
                      <a:pt x="72" y="271"/>
                      <a:pt x="12" y="195"/>
                    </a:cubicBezTo>
                    <a:cubicBezTo>
                      <a:pt x="9" y="192"/>
                      <a:pt x="7" y="189"/>
                      <a:pt x="5" y="186"/>
                    </a:cubicBezTo>
                    <a:cubicBezTo>
                      <a:pt x="1" y="180"/>
                      <a:pt x="0" y="173"/>
                      <a:pt x="0" y="166"/>
                    </a:cubicBezTo>
                    <a:cubicBezTo>
                      <a:pt x="0" y="159"/>
                      <a:pt x="2" y="154"/>
                      <a:pt x="5" y="147"/>
                    </a:cubicBezTo>
                    <a:cubicBezTo>
                      <a:pt x="8" y="143"/>
                      <a:pt x="11" y="138"/>
                      <a:pt x="15" y="135"/>
                    </a:cubicBezTo>
                    <a:cubicBezTo>
                      <a:pt x="76" y="204"/>
                      <a:pt x="130" y="279"/>
                      <a:pt x="176" y="359"/>
                    </a:cubicBezTo>
                    <a:cubicBezTo>
                      <a:pt x="179" y="363"/>
                      <a:pt x="181" y="367"/>
                      <a:pt x="183" y="371"/>
                    </a:cubicBezTo>
                    <a:cubicBezTo>
                      <a:pt x="180" y="412"/>
                      <a:pt x="204" y="441"/>
                      <a:pt x="227" y="471"/>
                    </a:cubicBezTo>
                    <a:cubicBezTo>
                      <a:pt x="245" y="464"/>
                      <a:pt x="239" y="449"/>
                      <a:pt x="238" y="437"/>
                    </a:cubicBezTo>
                    <a:cubicBezTo>
                      <a:pt x="239" y="436"/>
                      <a:pt x="239" y="434"/>
                      <a:pt x="239" y="432"/>
                    </a:cubicBezTo>
                    <a:cubicBezTo>
                      <a:pt x="239" y="379"/>
                      <a:pt x="224" y="326"/>
                      <a:pt x="198" y="280"/>
                    </a:cubicBezTo>
                    <a:cubicBezTo>
                      <a:pt x="191" y="268"/>
                      <a:pt x="184" y="258"/>
                      <a:pt x="176" y="247"/>
                    </a:cubicBezTo>
                    <a:cubicBezTo>
                      <a:pt x="117" y="180"/>
                      <a:pt x="90" y="92"/>
                      <a:pt x="23" y="31"/>
                    </a:cubicBezTo>
                    <a:lnTo>
                      <a:pt x="23" y="27"/>
                    </a:lnTo>
                    <a:cubicBezTo>
                      <a:pt x="30" y="0"/>
                      <a:pt x="41" y="18"/>
                      <a:pt x="47" y="27"/>
                    </a:cubicBezTo>
                    <a:cubicBezTo>
                      <a:pt x="90" y="83"/>
                      <a:pt x="132" y="141"/>
                      <a:pt x="175" y="198"/>
                    </a:cubicBezTo>
                    <a:cubicBezTo>
                      <a:pt x="185" y="211"/>
                      <a:pt x="190" y="228"/>
                      <a:pt x="207" y="234"/>
                    </a:cubicBezTo>
                    <a:lnTo>
                      <a:pt x="214" y="255"/>
                    </a:lnTo>
                    <a:cubicBezTo>
                      <a:pt x="226" y="289"/>
                      <a:pt x="226" y="289"/>
                      <a:pt x="250" y="2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rot="-755217">
                <a:off x="10411908" y="3855600"/>
                <a:ext cx="221408" cy="346137"/>
              </a:xfrm>
              <a:custGeom>
                <a:rect b="b" l="l" r="r" t="t"/>
                <a:pathLst>
                  <a:path extrusionOk="0" h="419" w="268">
                    <a:moveTo>
                      <a:pt x="105" y="256"/>
                    </a:moveTo>
                    <a:cubicBezTo>
                      <a:pt x="106" y="264"/>
                      <a:pt x="100" y="274"/>
                      <a:pt x="108" y="284"/>
                    </a:cubicBezTo>
                    <a:cubicBezTo>
                      <a:pt x="114" y="276"/>
                      <a:pt x="120" y="267"/>
                      <a:pt x="126" y="258"/>
                    </a:cubicBezTo>
                    <a:cubicBezTo>
                      <a:pt x="131" y="249"/>
                      <a:pt x="136" y="239"/>
                      <a:pt x="139" y="229"/>
                    </a:cubicBezTo>
                    <a:cubicBezTo>
                      <a:pt x="169" y="170"/>
                      <a:pt x="199" y="111"/>
                      <a:pt x="229" y="52"/>
                    </a:cubicBezTo>
                    <a:cubicBezTo>
                      <a:pt x="231" y="47"/>
                      <a:pt x="234" y="42"/>
                      <a:pt x="237" y="37"/>
                    </a:cubicBezTo>
                    <a:cubicBezTo>
                      <a:pt x="245" y="23"/>
                      <a:pt x="255" y="10"/>
                      <a:pt x="267" y="0"/>
                    </a:cubicBezTo>
                    <a:cubicBezTo>
                      <a:pt x="253" y="35"/>
                      <a:pt x="237" y="70"/>
                      <a:pt x="218" y="103"/>
                    </a:cubicBezTo>
                    <a:cubicBezTo>
                      <a:pt x="217" y="104"/>
                      <a:pt x="216" y="106"/>
                      <a:pt x="215" y="107"/>
                    </a:cubicBezTo>
                    <a:cubicBezTo>
                      <a:pt x="178" y="174"/>
                      <a:pt x="148" y="245"/>
                      <a:pt x="125" y="319"/>
                    </a:cubicBezTo>
                    <a:lnTo>
                      <a:pt x="127" y="338"/>
                    </a:lnTo>
                    <a:cubicBezTo>
                      <a:pt x="126" y="341"/>
                      <a:pt x="124" y="344"/>
                      <a:pt x="123" y="346"/>
                    </a:cubicBezTo>
                    <a:cubicBezTo>
                      <a:pt x="113" y="363"/>
                      <a:pt x="101" y="377"/>
                      <a:pt x="86" y="389"/>
                    </a:cubicBezTo>
                    <a:cubicBezTo>
                      <a:pt x="77" y="399"/>
                      <a:pt x="66" y="413"/>
                      <a:pt x="50" y="395"/>
                    </a:cubicBezTo>
                    <a:cubicBezTo>
                      <a:pt x="41" y="385"/>
                      <a:pt x="34" y="395"/>
                      <a:pt x="28" y="401"/>
                    </a:cubicBezTo>
                    <a:cubicBezTo>
                      <a:pt x="21" y="407"/>
                      <a:pt x="14" y="418"/>
                      <a:pt x="2" y="418"/>
                    </a:cubicBezTo>
                    <a:cubicBezTo>
                      <a:pt x="0" y="353"/>
                      <a:pt x="0" y="353"/>
                      <a:pt x="49" y="312"/>
                    </a:cubicBezTo>
                    <a:cubicBezTo>
                      <a:pt x="51" y="322"/>
                      <a:pt x="43" y="334"/>
                      <a:pt x="54" y="343"/>
                    </a:cubicBezTo>
                    <a:cubicBezTo>
                      <a:pt x="80" y="319"/>
                      <a:pt x="76" y="277"/>
                      <a:pt x="105" y="2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7"/>
              <p:cNvSpPr/>
              <p:nvPr/>
            </p:nvSpPr>
            <p:spPr>
              <a:xfrm rot="-755217">
                <a:off x="10504894" y="3508481"/>
                <a:ext cx="172665" cy="346964"/>
              </a:xfrm>
              <a:custGeom>
                <a:rect b="b" l="l" r="r" t="t"/>
                <a:pathLst>
                  <a:path extrusionOk="0" h="420" w="209">
                    <a:moveTo>
                      <a:pt x="0" y="419"/>
                    </a:moveTo>
                    <a:cubicBezTo>
                      <a:pt x="3" y="379"/>
                      <a:pt x="26" y="347"/>
                      <a:pt x="40" y="313"/>
                    </a:cubicBezTo>
                    <a:cubicBezTo>
                      <a:pt x="61" y="260"/>
                      <a:pt x="83" y="207"/>
                      <a:pt x="104" y="156"/>
                    </a:cubicBezTo>
                    <a:lnTo>
                      <a:pt x="148" y="68"/>
                    </a:lnTo>
                    <a:cubicBezTo>
                      <a:pt x="166" y="47"/>
                      <a:pt x="182" y="24"/>
                      <a:pt x="195" y="0"/>
                    </a:cubicBezTo>
                    <a:cubicBezTo>
                      <a:pt x="208" y="6"/>
                      <a:pt x="205" y="12"/>
                      <a:pt x="202" y="16"/>
                    </a:cubicBezTo>
                    <a:cubicBezTo>
                      <a:pt x="135" y="137"/>
                      <a:pt x="75" y="262"/>
                      <a:pt x="21" y="390"/>
                    </a:cubicBezTo>
                    <a:cubicBezTo>
                      <a:pt x="16" y="400"/>
                      <a:pt x="14" y="414"/>
                      <a:pt x="0" y="4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7"/>
              <p:cNvSpPr/>
              <p:nvPr/>
            </p:nvSpPr>
            <p:spPr>
              <a:xfrm rot="-755217">
                <a:off x="7910879" y="2944647"/>
                <a:ext cx="60309" cy="262701"/>
              </a:xfrm>
              <a:custGeom>
                <a:rect b="b" l="l" r="r" t="t"/>
                <a:pathLst>
                  <a:path extrusionOk="0" h="318" w="73">
                    <a:moveTo>
                      <a:pt x="58" y="278"/>
                    </a:moveTo>
                    <a:cubicBezTo>
                      <a:pt x="38" y="218"/>
                      <a:pt x="24" y="156"/>
                      <a:pt x="16" y="93"/>
                    </a:cubicBezTo>
                    <a:cubicBezTo>
                      <a:pt x="12" y="63"/>
                      <a:pt x="0" y="33"/>
                      <a:pt x="11" y="0"/>
                    </a:cubicBezTo>
                    <a:cubicBezTo>
                      <a:pt x="33" y="35"/>
                      <a:pt x="25" y="75"/>
                      <a:pt x="32" y="112"/>
                    </a:cubicBezTo>
                    <a:cubicBezTo>
                      <a:pt x="43" y="177"/>
                      <a:pt x="66" y="239"/>
                      <a:pt x="72" y="305"/>
                    </a:cubicBezTo>
                    <a:lnTo>
                      <a:pt x="67" y="317"/>
                    </a:lnTo>
                    <a:lnTo>
                      <a:pt x="58" y="2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rot="-755217">
                <a:off x="7999836" y="3181235"/>
                <a:ext cx="53700" cy="132177"/>
              </a:xfrm>
              <a:custGeom>
                <a:rect b="b" l="l" r="r" t="t"/>
                <a:pathLst>
                  <a:path extrusionOk="0" h="160" w="65">
                    <a:moveTo>
                      <a:pt x="7" y="12"/>
                    </a:moveTo>
                    <a:lnTo>
                      <a:pt x="13" y="0"/>
                    </a:lnTo>
                    <a:cubicBezTo>
                      <a:pt x="40" y="49"/>
                      <a:pt x="45" y="106"/>
                      <a:pt x="64" y="159"/>
                    </a:cubicBezTo>
                    <a:cubicBezTo>
                      <a:pt x="46" y="115"/>
                      <a:pt x="19" y="77"/>
                      <a:pt x="0" y="36"/>
                    </a:cubicBezTo>
                    <a:cubicBezTo>
                      <a:pt x="1" y="34"/>
                      <a:pt x="3" y="32"/>
                      <a:pt x="4" y="31"/>
                    </a:cubicBezTo>
                    <a:cubicBezTo>
                      <a:pt x="6" y="26"/>
                      <a:pt x="8" y="21"/>
                      <a:pt x="8" y="16"/>
                    </a:cubicBezTo>
                    <a:cubicBezTo>
                      <a:pt x="8" y="15"/>
                      <a:pt x="8" y="13"/>
                      <a:pt x="7"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rot="-755217">
                <a:off x="10462233" y="3600716"/>
                <a:ext cx="51221" cy="119785"/>
              </a:xfrm>
              <a:custGeom>
                <a:rect b="b" l="l" r="r" t="t"/>
                <a:pathLst>
                  <a:path extrusionOk="0" h="145" w="62">
                    <a:moveTo>
                      <a:pt x="55" y="0"/>
                    </a:moveTo>
                    <a:cubicBezTo>
                      <a:pt x="61" y="25"/>
                      <a:pt x="36" y="44"/>
                      <a:pt x="42" y="69"/>
                    </a:cubicBezTo>
                    <a:lnTo>
                      <a:pt x="44" y="67"/>
                    </a:lnTo>
                    <a:cubicBezTo>
                      <a:pt x="38" y="72"/>
                      <a:pt x="34" y="78"/>
                      <a:pt x="30" y="84"/>
                    </a:cubicBezTo>
                    <a:cubicBezTo>
                      <a:pt x="24" y="95"/>
                      <a:pt x="20" y="107"/>
                      <a:pt x="20" y="119"/>
                    </a:cubicBezTo>
                    <a:cubicBezTo>
                      <a:pt x="20" y="122"/>
                      <a:pt x="20" y="126"/>
                      <a:pt x="21" y="129"/>
                    </a:cubicBezTo>
                    <a:lnTo>
                      <a:pt x="7" y="144"/>
                    </a:lnTo>
                    <a:cubicBezTo>
                      <a:pt x="5" y="140"/>
                      <a:pt x="0" y="134"/>
                      <a:pt x="1" y="131"/>
                    </a:cubicBezTo>
                    <a:cubicBezTo>
                      <a:pt x="16" y="86"/>
                      <a:pt x="26" y="39"/>
                      <a:pt x="5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rot="-755217">
                <a:off x="10214667" y="3389640"/>
                <a:ext cx="200754" cy="741841"/>
              </a:xfrm>
              <a:custGeom>
                <a:rect b="b" l="l" r="r" t="t"/>
                <a:pathLst>
                  <a:path extrusionOk="0" h="898" w="243">
                    <a:moveTo>
                      <a:pt x="0" y="494"/>
                    </a:moveTo>
                    <a:cubicBezTo>
                      <a:pt x="39" y="518"/>
                      <a:pt x="50" y="560"/>
                      <a:pt x="66" y="598"/>
                    </a:cubicBezTo>
                    <a:cubicBezTo>
                      <a:pt x="87" y="647"/>
                      <a:pt x="102" y="698"/>
                      <a:pt x="111" y="750"/>
                    </a:cubicBezTo>
                    <a:cubicBezTo>
                      <a:pt x="114" y="771"/>
                      <a:pt x="120" y="791"/>
                      <a:pt x="128" y="810"/>
                    </a:cubicBezTo>
                    <a:cubicBezTo>
                      <a:pt x="147" y="773"/>
                      <a:pt x="157" y="733"/>
                      <a:pt x="157" y="691"/>
                    </a:cubicBezTo>
                    <a:cubicBezTo>
                      <a:pt x="157" y="685"/>
                      <a:pt x="158" y="678"/>
                      <a:pt x="158" y="671"/>
                    </a:cubicBezTo>
                    <a:cubicBezTo>
                      <a:pt x="158" y="586"/>
                      <a:pt x="148" y="501"/>
                      <a:pt x="128" y="419"/>
                    </a:cubicBezTo>
                    <a:cubicBezTo>
                      <a:pt x="115" y="368"/>
                      <a:pt x="107" y="315"/>
                      <a:pt x="105" y="262"/>
                    </a:cubicBezTo>
                    <a:cubicBezTo>
                      <a:pt x="139" y="359"/>
                      <a:pt x="164" y="458"/>
                      <a:pt x="181" y="559"/>
                    </a:cubicBezTo>
                    <a:cubicBezTo>
                      <a:pt x="226" y="506"/>
                      <a:pt x="221" y="304"/>
                      <a:pt x="169" y="181"/>
                    </a:cubicBezTo>
                    <a:cubicBezTo>
                      <a:pt x="166" y="220"/>
                      <a:pt x="182" y="252"/>
                      <a:pt x="182" y="285"/>
                    </a:cubicBezTo>
                    <a:cubicBezTo>
                      <a:pt x="158" y="243"/>
                      <a:pt x="145" y="195"/>
                      <a:pt x="145" y="146"/>
                    </a:cubicBezTo>
                    <a:cubicBezTo>
                      <a:pt x="145" y="145"/>
                      <a:pt x="145" y="144"/>
                      <a:pt x="145" y="143"/>
                    </a:cubicBezTo>
                    <a:cubicBezTo>
                      <a:pt x="144" y="103"/>
                      <a:pt x="133" y="64"/>
                      <a:pt x="114" y="30"/>
                    </a:cubicBezTo>
                    <a:cubicBezTo>
                      <a:pt x="109" y="21"/>
                      <a:pt x="104" y="12"/>
                      <a:pt x="98" y="0"/>
                    </a:cubicBezTo>
                    <a:cubicBezTo>
                      <a:pt x="103" y="0"/>
                      <a:pt x="108" y="2"/>
                      <a:pt x="112" y="4"/>
                    </a:cubicBezTo>
                    <a:cubicBezTo>
                      <a:pt x="118" y="8"/>
                      <a:pt x="123" y="12"/>
                      <a:pt x="126" y="18"/>
                    </a:cubicBezTo>
                    <a:cubicBezTo>
                      <a:pt x="127" y="20"/>
                      <a:pt x="128" y="23"/>
                      <a:pt x="129" y="26"/>
                    </a:cubicBezTo>
                    <a:cubicBezTo>
                      <a:pt x="194" y="158"/>
                      <a:pt x="242" y="293"/>
                      <a:pt x="235" y="442"/>
                    </a:cubicBezTo>
                    <a:cubicBezTo>
                      <a:pt x="235" y="444"/>
                      <a:pt x="235" y="446"/>
                      <a:pt x="235" y="448"/>
                    </a:cubicBezTo>
                    <a:cubicBezTo>
                      <a:pt x="235" y="502"/>
                      <a:pt x="221" y="555"/>
                      <a:pt x="194" y="601"/>
                    </a:cubicBezTo>
                    <a:cubicBezTo>
                      <a:pt x="193" y="602"/>
                      <a:pt x="193" y="603"/>
                      <a:pt x="192" y="604"/>
                    </a:cubicBezTo>
                    <a:cubicBezTo>
                      <a:pt x="188" y="614"/>
                      <a:pt x="185" y="624"/>
                      <a:pt x="185" y="635"/>
                    </a:cubicBezTo>
                    <a:cubicBezTo>
                      <a:pt x="185" y="639"/>
                      <a:pt x="186" y="643"/>
                      <a:pt x="186" y="647"/>
                    </a:cubicBezTo>
                    <a:cubicBezTo>
                      <a:pt x="186" y="689"/>
                      <a:pt x="180" y="731"/>
                      <a:pt x="168" y="772"/>
                    </a:cubicBezTo>
                    <a:cubicBezTo>
                      <a:pt x="165" y="782"/>
                      <a:pt x="164" y="796"/>
                      <a:pt x="157" y="802"/>
                    </a:cubicBezTo>
                    <a:cubicBezTo>
                      <a:pt x="148" y="812"/>
                      <a:pt x="140" y="822"/>
                      <a:pt x="134" y="833"/>
                    </a:cubicBezTo>
                    <a:cubicBezTo>
                      <a:pt x="122" y="853"/>
                      <a:pt x="115" y="874"/>
                      <a:pt x="112" y="897"/>
                    </a:cubicBezTo>
                    <a:cubicBezTo>
                      <a:pt x="94" y="853"/>
                      <a:pt x="105" y="805"/>
                      <a:pt x="94" y="761"/>
                    </a:cubicBezTo>
                    <a:cubicBezTo>
                      <a:pt x="82" y="716"/>
                      <a:pt x="70" y="669"/>
                      <a:pt x="57" y="623"/>
                    </a:cubicBezTo>
                    <a:cubicBezTo>
                      <a:pt x="43" y="577"/>
                      <a:pt x="14" y="539"/>
                      <a:pt x="1" y="493"/>
                    </a:cubicBezTo>
                    <a:lnTo>
                      <a:pt x="0" y="4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rot="-755217">
                <a:off x="8208272" y="2838461"/>
                <a:ext cx="395725" cy="554316"/>
              </a:xfrm>
              <a:custGeom>
                <a:rect b="b" l="l" r="r" t="t"/>
                <a:pathLst>
                  <a:path extrusionOk="0" h="671" w="479">
                    <a:moveTo>
                      <a:pt x="406" y="655"/>
                    </a:moveTo>
                    <a:cubicBezTo>
                      <a:pt x="380" y="635"/>
                      <a:pt x="358" y="610"/>
                      <a:pt x="341" y="582"/>
                    </a:cubicBezTo>
                    <a:cubicBezTo>
                      <a:pt x="225" y="433"/>
                      <a:pt x="116" y="280"/>
                      <a:pt x="39" y="106"/>
                    </a:cubicBezTo>
                    <a:cubicBezTo>
                      <a:pt x="22" y="72"/>
                      <a:pt x="9" y="37"/>
                      <a:pt x="0" y="0"/>
                    </a:cubicBezTo>
                    <a:cubicBezTo>
                      <a:pt x="30" y="24"/>
                      <a:pt x="55" y="52"/>
                      <a:pt x="74" y="85"/>
                    </a:cubicBezTo>
                    <a:cubicBezTo>
                      <a:pt x="76" y="88"/>
                      <a:pt x="78" y="92"/>
                      <a:pt x="80" y="96"/>
                    </a:cubicBezTo>
                    <a:cubicBezTo>
                      <a:pt x="184" y="296"/>
                      <a:pt x="305" y="485"/>
                      <a:pt x="468" y="645"/>
                    </a:cubicBezTo>
                    <a:cubicBezTo>
                      <a:pt x="471" y="649"/>
                      <a:pt x="475" y="653"/>
                      <a:pt x="478" y="658"/>
                    </a:cubicBezTo>
                    <a:cubicBezTo>
                      <a:pt x="464" y="670"/>
                      <a:pt x="458" y="656"/>
                      <a:pt x="451" y="650"/>
                    </a:cubicBezTo>
                    <a:cubicBezTo>
                      <a:pt x="408" y="609"/>
                      <a:pt x="368" y="567"/>
                      <a:pt x="331" y="521"/>
                    </a:cubicBezTo>
                    <a:cubicBezTo>
                      <a:pt x="321" y="509"/>
                      <a:pt x="315" y="492"/>
                      <a:pt x="297" y="489"/>
                    </a:cubicBezTo>
                    <a:cubicBezTo>
                      <a:pt x="296" y="482"/>
                      <a:pt x="295" y="475"/>
                      <a:pt x="291" y="469"/>
                    </a:cubicBezTo>
                    <a:cubicBezTo>
                      <a:pt x="288" y="463"/>
                      <a:pt x="283" y="459"/>
                      <a:pt x="276" y="455"/>
                    </a:cubicBezTo>
                    <a:cubicBezTo>
                      <a:pt x="274" y="454"/>
                      <a:pt x="270" y="452"/>
                      <a:pt x="267" y="451"/>
                    </a:cubicBezTo>
                    <a:cubicBezTo>
                      <a:pt x="277" y="467"/>
                      <a:pt x="281" y="483"/>
                      <a:pt x="299" y="488"/>
                    </a:cubicBezTo>
                    <a:cubicBezTo>
                      <a:pt x="306" y="521"/>
                      <a:pt x="333" y="541"/>
                      <a:pt x="351" y="569"/>
                    </a:cubicBezTo>
                    <a:cubicBezTo>
                      <a:pt x="373" y="595"/>
                      <a:pt x="393" y="622"/>
                      <a:pt x="411" y="651"/>
                    </a:cubicBezTo>
                    <a:lnTo>
                      <a:pt x="406" y="6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7"/>
              <p:cNvSpPr/>
              <p:nvPr/>
            </p:nvSpPr>
            <p:spPr>
              <a:xfrm rot="-755217">
                <a:off x="8041997" y="2936450"/>
                <a:ext cx="211494" cy="527054"/>
              </a:xfrm>
              <a:custGeom>
                <a:rect b="b" l="l" r="r" t="t"/>
                <a:pathLst>
                  <a:path extrusionOk="0" h="638" w="256">
                    <a:moveTo>
                      <a:pt x="125" y="344"/>
                    </a:moveTo>
                    <a:cubicBezTo>
                      <a:pt x="106" y="253"/>
                      <a:pt x="75" y="163"/>
                      <a:pt x="69" y="69"/>
                    </a:cubicBezTo>
                    <a:cubicBezTo>
                      <a:pt x="115" y="263"/>
                      <a:pt x="177" y="453"/>
                      <a:pt x="255" y="637"/>
                    </a:cubicBezTo>
                    <a:cubicBezTo>
                      <a:pt x="167" y="532"/>
                      <a:pt x="0" y="116"/>
                      <a:pt x="0" y="0"/>
                    </a:cubicBezTo>
                    <a:cubicBezTo>
                      <a:pt x="39" y="117"/>
                      <a:pt x="71" y="234"/>
                      <a:pt x="125" y="3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7"/>
              <p:cNvSpPr/>
              <p:nvPr/>
            </p:nvSpPr>
            <p:spPr>
              <a:xfrm rot="-755217">
                <a:off x="8005975" y="2394202"/>
                <a:ext cx="140445" cy="424617"/>
              </a:xfrm>
              <a:custGeom>
                <a:rect b="b" l="l" r="r" t="t"/>
                <a:pathLst>
                  <a:path extrusionOk="0" h="514" w="170">
                    <a:moveTo>
                      <a:pt x="7" y="0"/>
                    </a:moveTo>
                    <a:cubicBezTo>
                      <a:pt x="25" y="132"/>
                      <a:pt x="87" y="247"/>
                      <a:pt x="141" y="364"/>
                    </a:cubicBezTo>
                    <a:cubicBezTo>
                      <a:pt x="127" y="347"/>
                      <a:pt x="114" y="329"/>
                      <a:pt x="103" y="310"/>
                    </a:cubicBezTo>
                    <a:cubicBezTo>
                      <a:pt x="94" y="295"/>
                      <a:pt x="87" y="279"/>
                      <a:pt x="80" y="262"/>
                    </a:cubicBezTo>
                    <a:cubicBezTo>
                      <a:pt x="63" y="227"/>
                      <a:pt x="48" y="191"/>
                      <a:pt x="27" y="157"/>
                    </a:cubicBezTo>
                    <a:cubicBezTo>
                      <a:pt x="49" y="283"/>
                      <a:pt x="104" y="397"/>
                      <a:pt x="169" y="513"/>
                    </a:cubicBezTo>
                    <a:cubicBezTo>
                      <a:pt x="166" y="512"/>
                      <a:pt x="162" y="510"/>
                      <a:pt x="159" y="508"/>
                    </a:cubicBezTo>
                    <a:cubicBezTo>
                      <a:pt x="151" y="504"/>
                      <a:pt x="144" y="497"/>
                      <a:pt x="139" y="488"/>
                    </a:cubicBezTo>
                    <a:cubicBezTo>
                      <a:pt x="137" y="485"/>
                      <a:pt x="136" y="482"/>
                      <a:pt x="135" y="479"/>
                    </a:cubicBezTo>
                    <a:cubicBezTo>
                      <a:pt x="132" y="474"/>
                      <a:pt x="129" y="469"/>
                      <a:pt x="126" y="464"/>
                    </a:cubicBezTo>
                    <a:cubicBezTo>
                      <a:pt x="73" y="372"/>
                      <a:pt x="33" y="273"/>
                      <a:pt x="7" y="170"/>
                    </a:cubicBezTo>
                    <a:cubicBezTo>
                      <a:pt x="2" y="158"/>
                      <a:pt x="0" y="146"/>
                      <a:pt x="0" y="133"/>
                    </a:cubicBezTo>
                    <a:cubicBezTo>
                      <a:pt x="0" y="120"/>
                      <a:pt x="2" y="107"/>
                      <a:pt x="7" y="95"/>
                    </a:cubicBezTo>
                    <a:cubicBezTo>
                      <a:pt x="13" y="84"/>
                      <a:pt x="7" y="74"/>
                      <a:pt x="5" y="64"/>
                    </a:cubicBezTo>
                    <a:cubicBezTo>
                      <a:pt x="3" y="55"/>
                      <a:pt x="1" y="45"/>
                      <a:pt x="1" y="35"/>
                    </a:cubicBezTo>
                    <a:cubicBezTo>
                      <a:pt x="1" y="23"/>
                      <a:pt x="3" y="11"/>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7"/>
              <p:cNvSpPr/>
              <p:nvPr/>
            </p:nvSpPr>
            <p:spPr>
              <a:xfrm rot="-755217">
                <a:off x="8233389" y="2956788"/>
                <a:ext cx="310632" cy="498967"/>
              </a:xfrm>
              <a:custGeom>
                <a:rect b="b" l="l" r="r" t="t"/>
                <a:pathLst>
                  <a:path extrusionOk="0" h="604" w="376">
                    <a:moveTo>
                      <a:pt x="0" y="0"/>
                    </a:moveTo>
                    <a:cubicBezTo>
                      <a:pt x="36" y="85"/>
                      <a:pt x="77" y="168"/>
                      <a:pt x="124" y="249"/>
                    </a:cubicBezTo>
                    <a:cubicBezTo>
                      <a:pt x="196" y="374"/>
                      <a:pt x="281" y="493"/>
                      <a:pt x="375" y="603"/>
                    </a:cubicBezTo>
                    <a:cubicBezTo>
                      <a:pt x="288" y="570"/>
                      <a:pt x="14" y="1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rot="-755217">
                <a:off x="8303028" y="2701579"/>
                <a:ext cx="321371" cy="380834"/>
              </a:xfrm>
              <a:custGeom>
                <a:rect b="b" l="l" r="r" t="t"/>
                <a:pathLst>
                  <a:path extrusionOk="0" h="461" w="389">
                    <a:moveTo>
                      <a:pt x="0" y="0"/>
                    </a:moveTo>
                    <a:cubicBezTo>
                      <a:pt x="109" y="169"/>
                      <a:pt x="240" y="324"/>
                      <a:pt x="388" y="460"/>
                    </a:cubicBezTo>
                    <a:cubicBezTo>
                      <a:pt x="285" y="414"/>
                      <a:pt x="16" y="9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rot="-755217">
                <a:off x="8302232" y="2641799"/>
                <a:ext cx="399856" cy="416356"/>
              </a:xfrm>
              <a:custGeom>
                <a:rect b="b" l="l" r="r" t="t"/>
                <a:pathLst>
                  <a:path extrusionOk="0" h="504" w="484">
                    <a:moveTo>
                      <a:pt x="483" y="503"/>
                    </a:moveTo>
                    <a:cubicBezTo>
                      <a:pt x="442" y="461"/>
                      <a:pt x="404" y="423"/>
                      <a:pt x="365" y="384"/>
                    </a:cubicBezTo>
                    <a:cubicBezTo>
                      <a:pt x="268" y="282"/>
                      <a:pt x="171" y="179"/>
                      <a:pt x="76" y="75"/>
                    </a:cubicBezTo>
                    <a:cubicBezTo>
                      <a:pt x="59" y="61"/>
                      <a:pt x="41" y="48"/>
                      <a:pt x="23" y="36"/>
                    </a:cubicBezTo>
                    <a:cubicBezTo>
                      <a:pt x="16" y="31"/>
                      <a:pt x="0" y="24"/>
                      <a:pt x="13" y="12"/>
                    </a:cubicBezTo>
                    <a:cubicBezTo>
                      <a:pt x="25" y="0"/>
                      <a:pt x="31" y="0"/>
                      <a:pt x="44" y="14"/>
                    </a:cubicBezTo>
                    <a:cubicBezTo>
                      <a:pt x="111" y="90"/>
                      <a:pt x="181" y="163"/>
                      <a:pt x="249" y="237"/>
                    </a:cubicBezTo>
                    <a:lnTo>
                      <a:pt x="470" y="475"/>
                    </a:lnTo>
                    <a:cubicBezTo>
                      <a:pt x="474" y="477"/>
                      <a:pt x="478" y="481"/>
                      <a:pt x="480" y="485"/>
                    </a:cubicBezTo>
                    <a:cubicBezTo>
                      <a:pt x="482" y="489"/>
                      <a:pt x="483" y="493"/>
                      <a:pt x="483" y="498"/>
                    </a:cubicBezTo>
                    <a:cubicBezTo>
                      <a:pt x="483" y="500"/>
                      <a:pt x="483" y="501"/>
                      <a:pt x="483" y="5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7"/>
              <p:cNvSpPr/>
              <p:nvPr/>
            </p:nvSpPr>
            <p:spPr>
              <a:xfrm rot="-755217">
                <a:off x="9060684" y="3383623"/>
                <a:ext cx="393246" cy="457661"/>
              </a:xfrm>
              <a:custGeom>
                <a:rect b="b" l="l" r="r" t="t"/>
                <a:pathLst>
                  <a:path extrusionOk="0" h="554" w="476">
                    <a:moveTo>
                      <a:pt x="0" y="0"/>
                    </a:moveTo>
                    <a:cubicBezTo>
                      <a:pt x="65" y="104"/>
                      <a:pt x="139" y="201"/>
                      <a:pt x="221" y="291"/>
                    </a:cubicBezTo>
                    <a:cubicBezTo>
                      <a:pt x="303" y="381"/>
                      <a:pt x="391" y="465"/>
                      <a:pt x="475" y="553"/>
                    </a:cubicBezTo>
                    <a:cubicBezTo>
                      <a:pt x="291" y="390"/>
                      <a:pt x="112" y="2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7"/>
              <p:cNvSpPr/>
              <p:nvPr/>
            </p:nvSpPr>
            <p:spPr>
              <a:xfrm rot="-755217">
                <a:off x="8137320" y="2985806"/>
                <a:ext cx="146228" cy="447748"/>
              </a:xfrm>
              <a:custGeom>
                <a:rect b="b" l="l" r="r" t="t"/>
                <a:pathLst>
                  <a:path extrusionOk="0" h="542" w="177">
                    <a:moveTo>
                      <a:pt x="0" y="0"/>
                    </a:moveTo>
                    <a:cubicBezTo>
                      <a:pt x="55" y="181"/>
                      <a:pt x="108" y="364"/>
                      <a:pt x="176" y="541"/>
                    </a:cubicBezTo>
                    <a:cubicBezTo>
                      <a:pt x="94" y="369"/>
                      <a:pt x="34" y="18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rot="-755217">
                <a:off x="9405177" y="3075615"/>
                <a:ext cx="241235" cy="384964"/>
              </a:xfrm>
              <a:custGeom>
                <a:rect b="b" l="l" r="r" t="t"/>
                <a:pathLst>
                  <a:path extrusionOk="0" h="466" w="292">
                    <a:moveTo>
                      <a:pt x="282" y="465"/>
                    </a:moveTo>
                    <a:cubicBezTo>
                      <a:pt x="182" y="314"/>
                      <a:pt x="98" y="155"/>
                      <a:pt x="0" y="0"/>
                    </a:cubicBezTo>
                    <a:cubicBezTo>
                      <a:pt x="22" y="0"/>
                      <a:pt x="27" y="12"/>
                      <a:pt x="33" y="22"/>
                    </a:cubicBezTo>
                    <a:cubicBezTo>
                      <a:pt x="59" y="62"/>
                      <a:pt x="82" y="103"/>
                      <a:pt x="107" y="144"/>
                    </a:cubicBezTo>
                    <a:cubicBezTo>
                      <a:pt x="161" y="237"/>
                      <a:pt x="216" y="330"/>
                      <a:pt x="270" y="424"/>
                    </a:cubicBezTo>
                    <a:cubicBezTo>
                      <a:pt x="276" y="435"/>
                      <a:pt x="291" y="445"/>
                      <a:pt x="282" y="4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rot="-755217">
                <a:off x="7880180" y="2644961"/>
                <a:ext cx="48743" cy="285006"/>
              </a:xfrm>
              <a:custGeom>
                <a:rect b="b" l="l" r="r" t="t"/>
                <a:pathLst>
                  <a:path extrusionOk="0" h="345" w="59">
                    <a:moveTo>
                      <a:pt x="58" y="302"/>
                    </a:moveTo>
                    <a:cubicBezTo>
                      <a:pt x="32" y="280"/>
                      <a:pt x="37" y="247"/>
                      <a:pt x="34" y="218"/>
                    </a:cubicBezTo>
                    <a:cubicBezTo>
                      <a:pt x="28" y="173"/>
                      <a:pt x="17" y="129"/>
                      <a:pt x="11" y="83"/>
                    </a:cubicBezTo>
                    <a:lnTo>
                      <a:pt x="11" y="344"/>
                    </a:lnTo>
                    <a:cubicBezTo>
                      <a:pt x="4" y="287"/>
                      <a:pt x="0" y="230"/>
                      <a:pt x="0" y="172"/>
                    </a:cubicBezTo>
                    <a:cubicBezTo>
                      <a:pt x="0" y="115"/>
                      <a:pt x="4" y="57"/>
                      <a:pt x="11" y="0"/>
                    </a:cubicBezTo>
                    <a:cubicBezTo>
                      <a:pt x="20" y="13"/>
                      <a:pt x="41" y="5"/>
                      <a:pt x="38" y="27"/>
                    </a:cubicBezTo>
                    <a:cubicBezTo>
                      <a:pt x="25" y="104"/>
                      <a:pt x="42" y="179"/>
                      <a:pt x="51" y="255"/>
                    </a:cubicBezTo>
                    <a:cubicBezTo>
                      <a:pt x="53" y="272"/>
                      <a:pt x="54" y="288"/>
                      <a:pt x="56" y="305"/>
                    </a:cubicBezTo>
                    <a:lnTo>
                      <a:pt x="58" y="3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7"/>
              <p:cNvSpPr/>
              <p:nvPr/>
            </p:nvSpPr>
            <p:spPr>
              <a:xfrm rot="-755217">
                <a:off x="8382398" y="2620450"/>
                <a:ext cx="276760" cy="326311"/>
              </a:xfrm>
              <a:custGeom>
                <a:rect b="b" l="l" r="r" t="t"/>
                <a:pathLst>
                  <a:path extrusionOk="0" h="395" w="335">
                    <a:moveTo>
                      <a:pt x="334" y="392"/>
                    </a:moveTo>
                    <a:cubicBezTo>
                      <a:pt x="313" y="389"/>
                      <a:pt x="306" y="370"/>
                      <a:pt x="295" y="357"/>
                    </a:cubicBezTo>
                    <a:cubicBezTo>
                      <a:pt x="198" y="242"/>
                      <a:pt x="107" y="123"/>
                      <a:pt x="4" y="13"/>
                    </a:cubicBezTo>
                    <a:cubicBezTo>
                      <a:pt x="2" y="11"/>
                      <a:pt x="2" y="7"/>
                      <a:pt x="0" y="0"/>
                    </a:cubicBezTo>
                    <a:cubicBezTo>
                      <a:pt x="17" y="1"/>
                      <a:pt x="26" y="14"/>
                      <a:pt x="34" y="23"/>
                    </a:cubicBezTo>
                    <a:cubicBezTo>
                      <a:pt x="140" y="136"/>
                      <a:pt x="231" y="261"/>
                      <a:pt x="329" y="379"/>
                    </a:cubicBezTo>
                    <a:cubicBezTo>
                      <a:pt x="332" y="382"/>
                      <a:pt x="331" y="389"/>
                      <a:pt x="332" y="394"/>
                    </a:cubicBezTo>
                    <a:lnTo>
                      <a:pt x="334" y="3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7"/>
              <p:cNvSpPr/>
              <p:nvPr/>
            </p:nvSpPr>
            <p:spPr>
              <a:xfrm rot="-755217">
                <a:off x="10253055" y="3685209"/>
                <a:ext cx="80136" cy="219744"/>
              </a:xfrm>
              <a:custGeom>
                <a:rect b="b" l="l" r="r" t="t"/>
                <a:pathLst>
                  <a:path extrusionOk="0" h="266" w="97">
                    <a:moveTo>
                      <a:pt x="0" y="0"/>
                    </a:moveTo>
                    <a:cubicBezTo>
                      <a:pt x="43" y="2"/>
                      <a:pt x="48" y="40"/>
                      <a:pt x="56" y="64"/>
                    </a:cubicBezTo>
                    <a:cubicBezTo>
                      <a:pt x="72" y="121"/>
                      <a:pt x="86" y="179"/>
                      <a:pt x="96" y="238"/>
                    </a:cubicBezTo>
                    <a:cubicBezTo>
                      <a:pt x="95" y="247"/>
                      <a:pt x="94" y="256"/>
                      <a:pt x="91" y="265"/>
                    </a:cubicBezTo>
                    <a:cubicBezTo>
                      <a:pt x="67" y="235"/>
                      <a:pt x="72" y="194"/>
                      <a:pt x="51" y="173"/>
                    </a:cubicBezTo>
                    <a:cubicBezTo>
                      <a:pt x="24" y="147"/>
                      <a:pt x="42" y="119"/>
                      <a:pt x="30" y="94"/>
                    </a:cubicBezTo>
                    <a:cubicBezTo>
                      <a:pt x="18" y="63"/>
                      <a:pt x="8"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7"/>
              <p:cNvSpPr/>
              <p:nvPr/>
            </p:nvSpPr>
            <p:spPr>
              <a:xfrm rot="-755217">
                <a:off x="8302608" y="2785366"/>
                <a:ext cx="256106" cy="330441"/>
              </a:xfrm>
              <a:custGeom>
                <a:rect b="b" l="l" r="r" t="t"/>
                <a:pathLst>
                  <a:path extrusionOk="0" h="400" w="310">
                    <a:moveTo>
                      <a:pt x="305" y="399"/>
                    </a:moveTo>
                    <a:cubicBezTo>
                      <a:pt x="279" y="382"/>
                      <a:pt x="257" y="360"/>
                      <a:pt x="240" y="334"/>
                    </a:cubicBezTo>
                    <a:cubicBezTo>
                      <a:pt x="162" y="247"/>
                      <a:pt x="90" y="154"/>
                      <a:pt x="26" y="55"/>
                    </a:cubicBezTo>
                    <a:cubicBezTo>
                      <a:pt x="22" y="50"/>
                      <a:pt x="18" y="44"/>
                      <a:pt x="15" y="39"/>
                    </a:cubicBezTo>
                    <a:cubicBezTo>
                      <a:pt x="8" y="27"/>
                      <a:pt x="3" y="15"/>
                      <a:pt x="0" y="2"/>
                    </a:cubicBezTo>
                    <a:cubicBezTo>
                      <a:pt x="14" y="0"/>
                      <a:pt x="17" y="11"/>
                      <a:pt x="21" y="17"/>
                    </a:cubicBezTo>
                    <a:cubicBezTo>
                      <a:pt x="102" y="142"/>
                      <a:pt x="193" y="259"/>
                      <a:pt x="292" y="369"/>
                    </a:cubicBezTo>
                    <a:cubicBezTo>
                      <a:pt x="300" y="377"/>
                      <a:pt x="309" y="384"/>
                      <a:pt x="309" y="396"/>
                    </a:cubicBezTo>
                    <a:lnTo>
                      <a:pt x="305" y="3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rot="-755217">
                <a:off x="8045259" y="3063371"/>
                <a:ext cx="183405" cy="396530"/>
              </a:xfrm>
              <a:custGeom>
                <a:rect b="b" l="l" r="r" t="t"/>
                <a:pathLst>
                  <a:path extrusionOk="0" h="480" w="222">
                    <a:moveTo>
                      <a:pt x="218" y="478"/>
                    </a:moveTo>
                    <a:cubicBezTo>
                      <a:pt x="215" y="478"/>
                      <a:pt x="210" y="476"/>
                      <a:pt x="209" y="474"/>
                    </a:cubicBezTo>
                    <a:cubicBezTo>
                      <a:pt x="127" y="331"/>
                      <a:pt x="50" y="186"/>
                      <a:pt x="3" y="27"/>
                    </a:cubicBezTo>
                    <a:cubicBezTo>
                      <a:pt x="1" y="22"/>
                      <a:pt x="0" y="16"/>
                      <a:pt x="0" y="11"/>
                    </a:cubicBezTo>
                    <a:cubicBezTo>
                      <a:pt x="0" y="7"/>
                      <a:pt x="0" y="4"/>
                      <a:pt x="1" y="0"/>
                    </a:cubicBezTo>
                    <a:cubicBezTo>
                      <a:pt x="11" y="0"/>
                      <a:pt x="13" y="7"/>
                      <a:pt x="15" y="13"/>
                    </a:cubicBezTo>
                    <a:cubicBezTo>
                      <a:pt x="57" y="160"/>
                      <a:pt x="127" y="295"/>
                      <a:pt x="198" y="429"/>
                    </a:cubicBezTo>
                    <a:cubicBezTo>
                      <a:pt x="206" y="445"/>
                      <a:pt x="221" y="458"/>
                      <a:pt x="217" y="479"/>
                    </a:cubicBezTo>
                    <a:lnTo>
                      <a:pt x="218" y="4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rot="-755217">
                <a:off x="8502007" y="2245017"/>
                <a:ext cx="243714" cy="233787"/>
              </a:xfrm>
              <a:custGeom>
                <a:rect b="b" l="l" r="r" t="t"/>
                <a:pathLst>
                  <a:path extrusionOk="0" h="283" w="295">
                    <a:moveTo>
                      <a:pt x="0" y="0"/>
                    </a:moveTo>
                    <a:cubicBezTo>
                      <a:pt x="69" y="16"/>
                      <a:pt x="243" y="181"/>
                      <a:pt x="294" y="282"/>
                    </a:cubicBezTo>
                    <a:cubicBezTo>
                      <a:pt x="206" y="178"/>
                      <a:pt x="107" y="8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rot="-755217">
                <a:off x="8635100" y="4324916"/>
                <a:ext cx="259410" cy="191656"/>
              </a:xfrm>
              <a:custGeom>
                <a:rect b="b" l="l" r="r" t="t"/>
                <a:pathLst>
                  <a:path extrusionOk="0" h="232" w="314">
                    <a:moveTo>
                      <a:pt x="313" y="229"/>
                    </a:moveTo>
                    <a:cubicBezTo>
                      <a:pt x="285" y="229"/>
                      <a:pt x="269" y="208"/>
                      <a:pt x="248" y="196"/>
                    </a:cubicBezTo>
                    <a:cubicBezTo>
                      <a:pt x="231" y="186"/>
                      <a:pt x="216" y="178"/>
                      <a:pt x="201" y="196"/>
                    </a:cubicBezTo>
                    <a:cubicBezTo>
                      <a:pt x="163" y="182"/>
                      <a:pt x="138" y="149"/>
                      <a:pt x="109" y="123"/>
                    </a:cubicBezTo>
                    <a:cubicBezTo>
                      <a:pt x="71" y="89"/>
                      <a:pt x="37" y="52"/>
                      <a:pt x="0" y="17"/>
                    </a:cubicBezTo>
                    <a:lnTo>
                      <a:pt x="0" y="18"/>
                    </a:lnTo>
                    <a:cubicBezTo>
                      <a:pt x="7" y="0"/>
                      <a:pt x="16" y="9"/>
                      <a:pt x="24" y="17"/>
                    </a:cubicBezTo>
                    <a:cubicBezTo>
                      <a:pt x="61" y="54"/>
                      <a:pt x="98" y="92"/>
                      <a:pt x="135" y="130"/>
                    </a:cubicBezTo>
                    <a:cubicBezTo>
                      <a:pt x="145" y="140"/>
                      <a:pt x="156" y="149"/>
                      <a:pt x="167" y="159"/>
                    </a:cubicBezTo>
                    <a:cubicBezTo>
                      <a:pt x="178" y="169"/>
                      <a:pt x="182" y="170"/>
                      <a:pt x="194" y="153"/>
                    </a:cubicBezTo>
                    <a:cubicBezTo>
                      <a:pt x="205" y="137"/>
                      <a:pt x="224" y="140"/>
                      <a:pt x="235" y="165"/>
                    </a:cubicBezTo>
                    <a:cubicBezTo>
                      <a:pt x="240" y="176"/>
                      <a:pt x="250" y="180"/>
                      <a:pt x="258" y="187"/>
                    </a:cubicBezTo>
                    <a:cubicBezTo>
                      <a:pt x="275" y="203"/>
                      <a:pt x="301" y="207"/>
                      <a:pt x="311" y="231"/>
                    </a:cubicBezTo>
                    <a:lnTo>
                      <a:pt x="313" y="2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rot="-755217">
                <a:off x="8202745" y="3060241"/>
                <a:ext cx="146228" cy="323833"/>
              </a:xfrm>
              <a:custGeom>
                <a:rect b="b" l="l" r="r" t="t"/>
                <a:pathLst>
                  <a:path extrusionOk="0" h="392" w="177">
                    <a:moveTo>
                      <a:pt x="172" y="391"/>
                    </a:moveTo>
                    <a:cubicBezTo>
                      <a:pt x="155" y="366"/>
                      <a:pt x="139" y="341"/>
                      <a:pt x="123" y="315"/>
                    </a:cubicBezTo>
                    <a:cubicBezTo>
                      <a:pt x="70" y="222"/>
                      <a:pt x="29" y="123"/>
                      <a:pt x="3" y="19"/>
                    </a:cubicBezTo>
                    <a:cubicBezTo>
                      <a:pt x="1" y="11"/>
                      <a:pt x="0" y="5"/>
                      <a:pt x="7" y="0"/>
                    </a:cubicBezTo>
                    <a:cubicBezTo>
                      <a:pt x="8" y="0"/>
                      <a:pt x="8" y="0"/>
                      <a:pt x="8" y="0"/>
                    </a:cubicBezTo>
                    <a:cubicBezTo>
                      <a:pt x="10" y="0"/>
                      <a:pt x="12" y="0"/>
                      <a:pt x="13" y="1"/>
                    </a:cubicBezTo>
                    <a:cubicBezTo>
                      <a:pt x="15" y="2"/>
                      <a:pt x="16" y="3"/>
                      <a:pt x="17" y="5"/>
                    </a:cubicBezTo>
                    <a:cubicBezTo>
                      <a:pt x="18" y="6"/>
                      <a:pt x="18" y="8"/>
                      <a:pt x="18" y="9"/>
                    </a:cubicBezTo>
                    <a:cubicBezTo>
                      <a:pt x="45" y="131"/>
                      <a:pt x="101" y="239"/>
                      <a:pt x="159" y="348"/>
                    </a:cubicBezTo>
                    <a:cubicBezTo>
                      <a:pt x="161" y="351"/>
                      <a:pt x="163" y="354"/>
                      <a:pt x="165" y="357"/>
                    </a:cubicBezTo>
                    <a:cubicBezTo>
                      <a:pt x="171" y="366"/>
                      <a:pt x="174" y="377"/>
                      <a:pt x="176" y="388"/>
                    </a:cubicBezTo>
                    <a:lnTo>
                      <a:pt x="172" y="3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7"/>
              <p:cNvSpPr/>
              <p:nvPr/>
            </p:nvSpPr>
            <p:spPr>
              <a:xfrm rot="-755217">
                <a:off x="8265615" y="2813518"/>
                <a:ext cx="210668" cy="296571"/>
              </a:xfrm>
              <a:custGeom>
                <a:rect b="b" l="l" r="r" t="t"/>
                <a:pathLst>
                  <a:path extrusionOk="0" h="359" w="255">
                    <a:moveTo>
                      <a:pt x="254" y="358"/>
                    </a:moveTo>
                    <a:cubicBezTo>
                      <a:pt x="253" y="358"/>
                      <a:pt x="253" y="358"/>
                      <a:pt x="252" y="358"/>
                    </a:cubicBezTo>
                    <a:cubicBezTo>
                      <a:pt x="249" y="358"/>
                      <a:pt x="245" y="358"/>
                      <a:pt x="242" y="356"/>
                    </a:cubicBezTo>
                    <a:cubicBezTo>
                      <a:pt x="240" y="354"/>
                      <a:pt x="237" y="352"/>
                      <a:pt x="236" y="349"/>
                    </a:cubicBezTo>
                    <a:cubicBezTo>
                      <a:pt x="153" y="258"/>
                      <a:pt x="80" y="159"/>
                      <a:pt x="18" y="53"/>
                    </a:cubicBezTo>
                    <a:cubicBezTo>
                      <a:pt x="11" y="40"/>
                      <a:pt x="5" y="26"/>
                      <a:pt x="0" y="13"/>
                    </a:cubicBezTo>
                    <a:cubicBezTo>
                      <a:pt x="0" y="10"/>
                      <a:pt x="0" y="6"/>
                      <a:pt x="1" y="0"/>
                    </a:cubicBezTo>
                    <a:cubicBezTo>
                      <a:pt x="14" y="5"/>
                      <a:pt x="17" y="18"/>
                      <a:pt x="22" y="26"/>
                    </a:cubicBezTo>
                    <a:cubicBezTo>
                      <a:pt x="23" y="28"/>
                      <a:pt x="25" y="31"/>
                      <a:pt x="26" y="33"/>
                    </a:cubicBezTo>
                    <a:cubicBezTo>
                      <a:pt x="82" y="129"/>
                      <a:pt x="146" y="221"/>
                      <a:pt x="217" y="305"/>
                    </a:cubicBezTo>
                    <a:cubicBezTo>
                      <a:pt x="231" y="322"/>
                      <a:pt x="251" y="334"/>
                      <a:pt x="253" y="358"/>
                    </a:cubicBezTo>
                    <a:lnTo>
                      <a:pt x="254" y="3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7"/>
              <p:cNvSpPr/>
              <p:nvPr/>
            </p:nvSpPr>
            <p:spPr>
              <a:xfrm rot="-755217">
                <a:off x="7649393" y="2038951"/>
                <a:ext cx="194145" cy="171830"/>
              </a:xfrm>
              <a:custGeom>
                <a:rect b="b" l="l" r="r" t="t"/>
                <a:pathLst>
                  <a:path extrusionOk="0" h="208" w="235">
                    <a:moveTo>
                      <a:pt x="2" y="0"/>
                    </a:moveTo>
                    <a:cubicBezTo>
                      <a:pt x="47" y="34"/>
                      <a:pt x="73" y="78"/>
                      <a:pt x="112" y="106"/>
                    </a:cubicBezTo>
                    <a:cubicBezTo>
                      <a:pt x="138" y="128"/>
                      <a:pt x="166" y="147"/>
                      <a:pt x="196" y="164"/>
                    </a:cubicBezTo>
                    <a:cubicBezTo>
                      <a:pt x="208" y="171"/>
                      <a:pt x="221" y="178"/>
                      <a:pt x="234" y="184"/>
                    </a:cubicBezTo>
                    <a:cubicBezTo>
                      <a:pt x="225" y="207"/>
                      <a:pt x="202" y="167"/>
                      <a:pt x="195" y="198"/>
                    </a:cubicBezTo>
                    <a:cubicBezTo>
                      <a:pt x="193" y="207"/>
                      <a:pt x="182" y="200"/>
                      <a:pt x="177" y="195"/>
                    </a:cubicBezTo>
                    <a:cubicBezTo>
                      <a:pt x="119" y="138"/>
                      <a:pt x="56" y="85"/>
                      <a:pt x="2" y="22"/>
                    </a:cubicBezTo>
                    <a:cubicBezTo>
                      <a:pt x="0" y="20"/>
                      <a:pt x="2" y="1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rot="-755217">
                <a:off x="9359377" y="3131702"/>
                <a:ext cx="174317" cy="271788"/>
              </a:xfrm>
              <a:custGeom>
                <a:rect b="b" l="l" r="r" t="t"/>
                <a:pathLst>
                  <a:path extrusionOk="0" h="329" w="211">
                    <a:moveTo>
                      <a:pt x="207" y="328"/>
                    </a:moveTo>
                    <a:cubicBezTo>
                      <a:pt x="191" y="322"/>
                      <a:pt x="188" y="306"/>
                      <a:pt x="181" y="294"/>
                    </a:cubicBezTo>
                    <a:cubicBezTo>
                      <a:pt x="178" y="290"/>
                      <a:pt x="176" y="286"/>
                      <a:pt x="173" y="282"/>
                    </a:cubicBezTo>
                    <a:cubicBezTo>
                      <a:pt x="121" y="190"/>
                      <a:pt x="63" y="102"/>
                      <a:pt x="1" y="17"/>
                    </a:cubicBezTo>
                    <a:cubicBezTo>
                      <a:pt x="0" y="15"/>
                      <a:pt x="1" y="10"/>
                      <a:pt x="1" y="7"/>
                    </a:cubicBezTo>
                    <a:cubicBezTo>
                      <a:pt x="7" y="0"/>
                      <a:pt x="12" y="5"/>
                      <a:pt x="15" y="7"/>
                    </a:cubicBezTo>
                    <a:cubicBezTo>
                      <a:pt x="63" y="69"/>
                      <a:pt x="107" y="134"/>
                      <a:pt x="145" y="201"/>
                    </a:cubicBezTo>
                    <a:cubicBezTo>
                      <a:pt x="169" y="241"/>
                      <a:pt x="190" y="283"/>
                      <a:pt x="210" y="324"/>
                    </a:cubicBezTo>
                    <a:lnTo>
                      <a:pt x="207" y="32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rot="-755217">
                <a:off x="9644023" y="3507587"/>
                <a:ext cx="206537" cy="231309"/>
              </a:xfrm>
              <a:custGeom>
                <a:rect b="b" l="l" r="r" t="t"/>
                <a:pathLst>
                  <a:path extrusionOk="0" h="280" w="250">
                    <a:moveTo>
                      <a:pt x="249" y="279"/>
                    </a:moveTo>
                    <a:cubicBezTo>
                      <a:pt x="164" y="182"/>
                      <a:pt x="75" y="98"/>
                      <a:pt x="0" y="0"/>
                    </a:cubicBezTo>
                    <a:cubicBezTo>
                      <a:pt x="46" y="24"/>
                      <a:pt x="235" y="237"/>
                      <a:pt x="249" y="2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rot="-755217">
                <a:off x="9622727" y="3531019"/>
                <a:ext cx="198275" cy="229657"/>
              </a:xfrm>
              <a:custGeom>
                <a:rect b="b" l="l" r="r" t="t"/>
                <a:pathLst>
                  <a:path extrusionOk="0" h="278" w="240">
                    <a:moveTo>
                      <a:pt x="34" y="0"/>
                    </a:moveTo>
                    <a:cubicBezTo>
                      <a:pt x="33" y="4"/>
                      <a:pt x="33" y="8"/>
                      <a:pt x="33" y="12"/>
                    </a:cubicBezTo>
                    <a:cubicBezTo>
                      <a:pt x="33" y="29"/>
                      <a:pt x="38" y="45"/>
                      <a:pt x="46" y="59"/>
                    </a:cubicBezTo>
                    <a:cubicBezTo>
                      <a:pt x="51" y="68"/>
                      <a:pt x="58" y="76"/>
                      <a:pt x="66" y="83"/>
                    </a:cubicBezTo>
                    <a:cubicBezTo>
                      <a:pt x="109" y="135"/>
                      <a:pt x="155" y="185"/>
                      <a:pt x="203" y="232"/>
                    </a:cubicBezTo>
                    <a:cubicBezTo>
                      <a:pt x="215" y="244"/>
                      <a:pt x="227" y="257"/>
                      <a:pt x="239" y="271"/>
                    </a:cubicBezTo>
                    <a:cubicBezTo>
                      <a:pt x="227" y="277"/>
                      <a:pt x="222" y="271"/>
                      <a:pt x="217" y="266"/>
                    </a:cubicBezTo>
                    <a:cubicBezTo>
                      <a:pt x="149" y="202"/>
                      <a:pt x="85" y="134"/>
                      <a:pt x="27" y="61"/>
                    </a:cubicBezTo>
                    <a:cubicBezTo>
                      <a:pt x="13" y="43"/>
                      <a:pt x="0" y="26"/>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rot="-755217">
                <a:off x="8768161" y="2501607"/>
                <a:ext cx="172665" cy="232135"/>
              </a:xfrm>
              <a:custGeom>
                <a:rect b="b" l="l" r="r" t="t"/>
                <a:pathLst>
                  <a:path extrusionOk="0" h="281" w="209">
                    <a:moveTo>
                      <a:pt x="207" y="279"/>
                    </a:moveTo>
                    <a:cubicBezTo>
                      <a:pt x="203" y="277"/>
                      <a:pt x="196" y="276"/>
                      <a:pt x="194" y="273"/>
                    </a:cubicBezTo>
                    <a:cubicBezTo>
                      <a:pt x="129" y="185"/>
                      <a:pt x="64" y="96"/>
                      <a:pt x="0" y="8"/>
                    </a:cubicBezTo>
                    <a:cubicBezTo>
                      <a:pt x="16" y="0"/>
                      <a:pt x="21" y="12"/>
                      <a:pt x="27" y="20"/>
                    </a:cubicBezTo>
                    <a:cubicBezTo>
                      <a:pt x="91" y="99"/>
                      <a:pt x="148" y="185"/>
                      <a:pt x="206" y="270"/>
                    </a:cubicBezTo>
                    <a:cubicBezTo>
                      <a:pt x="208" y="272"/>
                      <a:pt x="206" y="277"/>
                      <a:pt x="206" y="280"/>
                    </a:cubicBezTo>
                    <a:lnTo>
                      <a:pt x="207" y="2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7"/>
              <p:cNvSpPr/>
              <p:nvPr/>
            </p:nvSpPr>
            <p:spPr>
              <a:xfrm rot="-755217">
                <a:off x="9655427" y="3603257"/>
                <a:ext cx="211494" cy="209830"/>
              </a:xfrm>
              <a:custGeom>
                <a:rect b="b" l="l" r="r" t="t"/>
                <a:pathLst>
                  <a:path extrusionOk="0" h="254" w="256">
                    <a:moveTo>
                      <a:pt x="0" y="0"/>
                    </a:moveTo>
                    <a:cubicBezTo>
                      <a:pt x="81" y="84"/>
                      <a:pt x="161" y="171"/>
                      <a:pt x="255" y="253"/>
                    </a:cubicBezTo>
                    <a:cubicBezTo>
                      <a:pt x="205" y="236"/>
                      <a:pt x="55" y="8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7"/>
              <p:cNvSpPr/>
              <p:nvPr/>
            </p:nvSpPr>
            <p:spPr>
              <a:xfrm rot="-755217">
                <a:off x="9344743" y="4058738"/>
                <a:ext cx="161099" cy="244527"/>
              </a:xfrm>
              <a:custGeom>
                <a:rect b="b" l="l" r="r" t="t"/>
                <a:pathLst>
                  <a:path extrusionOk="0" h="296" w="195">
                    <a:moveTo>
                      <a:pt x="170" y="239"/>
                    </a:moveTo>
                    <a:cubicBezTo>
                      <a:pt x="165" y="262"/>
                      <a:pt x="194" y="272"/>
                      <a:pt x="191" y="294"/>
                    </a:cubicBezTo>
                    <a:cubicBezTo>
                      <a:pt x="182" y="295"/>
                      <a:pt x="178" y="290"/>
                      <a:pt x="173" y="284"/>
                    </a:cubicBezTo>
                    <a:cubicBezTo>
                      <a:pt x="120" y="211"/>
                      <a:pt x="70" y="134"/>
                      <a:pt x="25" y="56"/>
                    </a:cubicBezTo>
                    <a:cubicBezTo>
                      <a:pt x="18" y="44"/>
                      <a:pt x="11" y="33"/>
                      <a:pt x="5" y="21"/>
                    </a:cubicBezTo>
                    <a:cubicBezTo>
                      <a:pt x="3" y="14"/>
                      <a:pt x="1" y="7"/>
                      <a:pt x="0" y="0"/>
                    </a:cubicBezTo>
                    <a:cubicBezTo>
                      <a:pt x="17" y="4"/>
                      <a:pt x="20" y="16"/>
                      <a:pt x="26" y="25"/>
                    </a:cubicBezTo>
                    <a:cubicBezTo>
                      <a:pt x="64" y="86"/>
                      <a:pt x="101" y="147"/>
                      <a:pt x="139" y="207"/>
                    </a:cubicBezTo>
                    <a:cubicBezTo>
                      <a:pt x="147" y="220"/>
                      <a:pt x="151" y="239"/>
                      <a:pt x="171" y="241"/>
                    </a:cubicBezTo>
                    <a:lnTo>
                      <a:pt x="170" y="2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7"/>
              <p:cNvSpPr/>
              <p:nvPr/>
            </p:nvSpPr>
            <p:spPr>
              <a:xfrm rot="-755217">
                <a:off x="9650451" y="3173726"/>
                <a:ext cx="180926" cy="223874"/>
              </a:xfrm>
              <a:custGeom>
                <a:rect b="b" l="l" r="r" t="t"/>
                <a:pathLst>
                  <a:path extrusionOk="0" h="271" w="219">
                    <a:moveTo>
                      <a:pt x="0" y="0"/>
                    </a:moveTo>
                    <a:cubicBezTo>
                      <a:pt x="85" y="80"/>
                      <a:pt x="149" y="177"/>
                      <a:pt x="218" y="270"/>
                    </a:cubicBezTo>
                    <a:cubicBezTo>
                      <a:pt x="136" y="187"/>
                      <a:pt x="71" y="9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7"/>
              <p:cNvSpPr/>
              <p:nvPr/>
            </p:nvSpPr>
            <p:spPr>
              <a:xfrm rot="-755217">
                <a:off x="8768964" y="2676617"/>
                <a:ext cx="164403" cy="223874"/>
              </a:xfrm>
              <a:custGeom>
                <a:rect b="b" l="l" r="r" t="t"/>
                <a:pathLst>
                  <a:path extrusionOk="0" h="271" w="199">
                    <a:moveTo>
                      <a:pt x="186" y="270"/>
                    </a:moveTo>
                    <a:lnTo>
                      <a:pt x="0" y="0"/>
                    </a:lnTo>
                    <a:cubicBezTo>
                      <a:pt x="34" y="17"/>
                      <a:pt x="34" y="17"/>
                      <a:pt x="74" y="79"/>
                    </a:cubicBezTo>
                    <a:cubicBezTo>
                      <a:pt x="95" y="111"/>
                      <a:pt x="116" y="143"/>
                      <a:pt x="138" y="175"/>
                    </a:cubicBezTo>
                    <a:lnTo>
                      <a:pt x="198" y="264"/>
                    </a:lnTo>
                    <a:lnTo>
                      <a:pt x="186" y="2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rot="-755217">
                <a:off x="8966919" y="3247736"/>
                <a:ext cx="194971" cy="222222"/>
              </a:xfrm>
              <a:custGeom>
                <a:rect b="b" l="l" r="r" t="t"/>
                <a:pathLst>
                  <a:path extrusionOk="0" h="269" w="236">
                    <a:moveTo>
                      <a:pt x="235" y="267"/>
                    </a:moveTo>
                    <a:cubicBezTo>
                      <a:pt x="202" y="255"/>
                      <a:pt x="186" y="224"/>
                      <a:pt x="165" y="200"/>
                    </a:cubicBezTo>
                    <a:cubicBezTo>
                      <a:pt x="107" y="139"/>
                      <a:pt x="52" y="74"/>
                      <a:pt x="0" y="6"/>
                    </a:cubicBezTo>
                    <a:cubicBezTo>
                      <a:pt x="19" y="0"/>
                      <a:pt x="22" y="13"/>
                      <a:pt x="27" y="20"/>
                    </a:cubicBezTo>
                    <a:cubicBezTo>
                      <a:pt x="91" y="93"/>
                      <a:pt x="154" y="166"/>
                      <a:pt x="218" y="240"/>
                    </a:cubicBezTo>
                    <a:cubicBezTo>
                      <a:pt x="225" y="248"/>
                      <a:pt x="234" y="255"/>
                      <a:pt x="233" y="268"/>
                    </a:cubicBezTo>
                    <a:lnTo>
                      <a:pt x="235" y="2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7"/>
              <p:cNvSpPr/>
              <p:nvPr/>
            </p:nvSpPr>
            <p:spPr>
              <a:xfrm rot="-755217">
                <a:off x="8911993" y="2437490"/>
                <a:ext cx="156142" cy="164395"/>
              </a:xfrm>
              <a:custGeom>
                <a:rect b="b" l="l" r="r" t="t"/>
                <a:pathLst>
                  <a:path extrusionOk="0" h="199" w="189">
                    <a:moveTo>
                      <a:pt x="95" y="76"/>
                    </a:moveTo>
                    <a:cubicBezTo>
                      <a:pt x="99" y="104"/>
                      <a:pt x="122" y="118"/>
                      <a:pt x="138" y="138"/>
                    </a:cubicBezTo>
                    <a:cubicBezTo>
                      <a:pt x="154" y="157"/>
                      <a:pt x="176" y="183"/>
                      <a:pt x="188" y="198"/>
                    </a:cubicBezTo>
                    <a:cubicBezTo>
                      <a:pt x="147" y="176"/>
                      <a:pt x="43" y="70"/>
                      <a:pt x="0" y="0"/>
                    </a:cubicBezTo>
                    <a:cubicBezTo>
                      <a:pt x="43" y="8"/>
                      <a:pt x="47" y="56"/>
                      <a:pt x="82" y="65"/>
                    </a:cubicBezTo>
                    <a:lnTo>
                      <a:pt x="95"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7"/>
              <p:cNvSpPr/>
              <p:nvPr/>
            </p:nvSpPr>
            <p:spPr>
              <a:xfrm rot="-755217">
                <a:off x="8736130" y="2546675"/>
                <a:ext cx="156142" cy="205700"/>
              </a:xfrm>
              <a:custGeom>
                <a:rect b="b" l="l" r="r" t="t"/>
                <a:pathLst>
                  <a:path extrusionOk="0" h="249" w="189">
                    <a:moveTo>
                      <a:pt x="185" y="248"/>
                    </a:moveTo>
                    <a:cubicBezTo>
                      <a:pt x="117" y="175"/>
                      <a:pt x="65" y="90"/>
                      <a:pt x="0" y="0"/>
                    </a:cubicBezTo>
                    <a:cubicBezTo>
                      <a:pt x="40" y="22"/>
                      <a:pt x="140" y="156"/>
                      <a:pt x="188" y="245"/>
                    </a:cubicBezTo>
                    <a:lnTo>
                      <a:pt x="185"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rot="-755217">
                <a:off x="8109585" y="2294266"/>
                <a:ext cx="188362" cy="190004"/>
              </a:xfrm>
              <a:custGeom>
                <a:rect b="b" l="l" r="r" t="t"/>
                <a:pathLst>
                  <a:path extrusionOk="0" h="230" w="228">
                    <a:moveTo>
                      <a:pt x="0" y="0"/>
                    </a:moveTo>
                    <a:lnTo>
                      <a:pt x="1" y="0"/>
                    </a:lnTo>
                    <a:cubicBezTo>
                      <a:pt x="5" y="0"/>
                      <a:pt x="9" y="1"/>
                      <a:pt x="13" y="4"/>
                    </a:cubicBezTo>
                    <a:cubicBezTo>
                      <a:pt x="15" y="5"/>
                      <a:pt x="17" y="7"/>
                      <a:pt x="19" y="9"/>
                    </a:cubicBezTo>
                    <a:lnTo>
                      <a:pt x="221" y="211"/>
                    </a:lnTo>
                    <a:cubicBezTo>
                      <a:pt x="223" y="212"/>
                      <a:pt x="224" y="213"/>
                      <a:pt x="225" y="215"/>
                    </a:cubicBezTo>
                    <a:cubicBezTo>
                      <a:pt x="226" y="217"/>
                      <a:pt x="226" y="218"/>
                      <a:pt x="226" y="221"/>
                    </a:cubicBezTo>
                    <a:cubicBezTo>
                      <a:pt x="226" y="223"/>
                      <a:pt x="227" y="226"/>
                      <a:pt x="225" y="228"/>
                    </a:cubicBezTo>
                    <a:cubicBezTo>
                      <a:pt x="224" y="229"/>
                      <a:pt x="224" y="229"/>
                      <a:pt x="224" y="229"/>
                    </a:cubicBezTo>
                    <a:lnTo>
                      <a:pt x="195" y="200"/>
                    </a:lnTo>
                    <a:cubicBezTo>
                      <a:pt x="142" y="149"/>
                      <a:pt x="89" y="97"/>
                      <a:pt x="38" y="45"/>
                    </a:cubicBezTo>
                    <a:cubicBezTo>
                      <a:pt x="24" y="32"/>
                      <a:pt x="6"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rot="-755217">
                <a:off x="7964519" y="2527367"/>
                <a:ext cx="74353" cy="264353"/>
              </a:xfrm>
              <a:custGeom>
                <a:rect b="b" l="l" r="r" t="t"/>
                <a:pathLst>
                  <a:path extrusionOk="0" h="320" w="90">
                    <a:moveTo>
                      <a:pt x="89" y="317"/>
                    </a:moveTo>
                    <a:cubicBezTo>
                      <a:pt x="79" y="319"/>
                      <a:pt x="77" y="312"/>
                      <a:pt x="75" y="305"/>
                    </a:cubicBezTo>
                    <a:cubicBezTo>
                      <a:pt x="39" y="213"/>
                      <a:pt x="14" y="117"/>
                      <a:pt x="1" y="19"/>
                    </a:cubicBezTo>
                    <a:cubicBezTo>
                      <a:pt x="0" y="17"/>
                      <a:pt x="0" y="15"/>
                      <a:pt x="0" y="13"/>
                    </a:cubicBezTo>
                    <a:cubicBezTo>
                      <a:pt x="0" y="10"/>
                      <a:pt x="1" y="7"/>
                      <a:pt x="2" y="5"/>
                    </a:cubicBezTo>
                    <a:cubicBezTo>
                      <a:pt x="3" y="3"/>
                      <a:pt x="5" y="1"/>
                      <a:pt x="7" y="0"/>
                    </a:cubicBezTo>
                    <a:cubicBezTo>
                      <a:pt x="10" y="1"/>
                      <a:pt x="15" y="2"/>
                      <a:pt x="15" y="4"/>
                    </a:cubicBezTo>
                    <a:cubicBezTo>
                      <a:pt x="23" y="93"/>
                      <a:pt x="42" y="181"/>
                      <a:pt x="74" y="264"/>
                    </a:cubicBezTo>
                    <a:cubicBezTo>
                      <a:pt x="82" y="281"/>
                      <a:pt x="87" y="299"/>
                      <a:pt x="88" y="317"/>
                    </a:cubicBezTo>
                    <a:lnTo>
                      <a:pt x="89" y="3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7"/>
              <p:cNvSpPr/>
              <p:nvPr/>
            </p:nvSpPr>
            <p:spPr>
              <a:xfrm rot="-755217">
                <a:off x="9370495" y="2894804"/>
                <a:ext cx="159447" cy="209830"/>
              </a:xfrm>
              <a:custGeom>
                <a:rect b="b" l="l" r="r" t="t"/>
                <a:pathLst>
                  <a:path extrusionOk="0" h="254" w="193">
                    <a:moveTo>
                      <a:pt x="192" y="252"/>
                    </a:moveTo>
                    <a:cubicBezTo>
                      <a:pt x="188" y="252"/>
                      <a:pt x="184" y="252"/>
                      <a:pt x="182" y="250"/>
                    </a:cubicBezTo>
                    <a:cubicBezTo>
                      <a:pt x="116" y="173"/>
                      <a:pt x="55" y="91"/>
                      <a:pt x="0" y="6"/>
                    </a:cubicBezTo>
                    <a:cubicBezTo>
                      <a:pt x="19" y="0"/>
                      <a:pt x="23" y="12"/>
                      <a:pt x="27" y="20"/>
                    </a:cubicBezTo>
                    <a:cubicBezTo>
                      <a:pt x="78" y="93"/>
                      <a:pt x="129" y="167"/>
                      <a:pt x="185" y="237"/>
                    </a:cubicBezTo>
                    <a:cubicBezTo>
                      <a:pt x="188" y="242"/>
                      <a:pt x="189" y="247"/>
                      <a:pt x="190" y="253"/>
                    </a:cubicBezTo>
                    <a:lnTo>
                      <a:pt x="192" y="2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7"/>
              <p:cNvSpPr/>
              <p:nvPr/>
            </p:nvSpPr>
            <p:spPr>
              <a:xfrm rot="-755217">
                <a:off x="9042565" y="4449658"/>
                <a:ext cx="166056" cy="91697"/>
              </a:xfrm>
              <a:custGeom>
                <a:rect b="b" l="l" r="r" t="t"/>
                <a:pathLst>
                  <a:path extrusionOk="0" h="111" w="201">
                    <a:moveTo>
                      <a:pt x="0" y="22"/>
                    </a:moveTo>
                    <a:cubicBezTo>
                      <a:pt x="33" y="22"/>
                      <a:pt x="57" y="0"/>
                      <a:pt x="85" y="16"/>
                    </a:cubicBezTo>
                    <a:cubicBezTo>
                      <a:pt x="95" y="36"/>
                      <a:pt x="60" y="25"/>
                      <a:pt x="73" y="51"/>
                    </a:cubicBezTo>
                    <a:cubicBezTo>
                      <a:pt x="114" y="74"/>
                      <a:pt x="156" y="94"/>
                      <a:pt x="200" y="110"/>
                    </a:cubicBezTo>
                    <a:cubicBezTo>
                      <a:pt x="145" y="109"/>
                      <a:pt x="74" y="78"/>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rot="-755217">
                <a:off x="7937171" y="2649573"/>
                <a:ext cx="69396" cy="230483"/>
              </a:xfrm>
              <a:custGeom>
                <a:rect b="b" l="l" r="r" t="t"/>
                <a:pathLst>
                  <a:path extrusionOk="0" h="279" w="84">
                    <a:moveTo>
                      <a:pt x="14" y="0"/>
                    </a:moveTo>
                    <a:cubicBezTo>
                      <a:pt x="26" y="95"/>
                      <a:pt x="49" y="189"/>
                      <a:pt x="83" y="278"/>
                    </a:cubicBezTo>
                    <a:cubicBezTo>
                      <a:pt x="40" y="226"/>
                      <a:pt x="0" y="60"/>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rot="-755217">
                <a:off x="10121845" y="3387192"/>
                <a:ext cx="92529" cy="147046"/>
              </a:xfrm>
              <a:custGeom>
                <a:rect b="b" l="l" r="r" t="t"/>
                <a:pathLst>
                  <a:path extrusionOk="0" h="178" w="112">
                    <a:moveTo>
                      <a:pt x="47" y="89"/>
                    </a:moveTo>
                    <a:lnTo>
                      <a:pt x="0" y="9"/>
                    </a:lnTo>
                    <a:cubicBezTo>
                      <a:pt x="15" y="0"/>
                      <a:pt x="20" y="13"/>
                      <a:pt x="24" y="21"/>
                    </a:cubicBezTo>
                    <a:cubicBezTo>
                      <a:pt x="49" y="61"/>
                      <a:pt x="73" y="102"/>
                      <a:pt x="97" y="143"/>
                    </a:cubicBezTo>
                    <a:cubicBezTo>
                      <a:pt x="102" y="151"/>
                      <a:pt x="111" y="161"/>
                      <a:pt x="96" y="169"/>
                    </a:cubicBezTo>
                    <a:cubicBezTo>
                      <a:pt x="81" y="177"/>
                      <a:pt x="72" y="168"/>
                      <a:pt x="67" y="155"/>
                    </a:cubicBezTo>
                    <a:cubicBezTo>
                      <a:pt x="62" y="143"/>
                      <a:pt x="56" y="125"/>
                      <a:pt x="52" y="109"/>
                    </a:cubicBezTo>
                    <a:lnTo>
                      <a:pt x="47"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7"/>
              <p:cNvSpPr/>
              <p:nvPr/>
            </p:nvSpPr>
            <p:spPr>
              <a:xfrm rot="-755217">
                <a:off x="7927704" y="2657098"/>
                <a:ext cx="38003" cy="247831"/>
              </a:xfrm>
              <a:custGeom>
                <a:rect b="b" l="l" r="r" t="t"/>
                <a:pathLst>
                  <a:path extrusionOk="0" h="300" w="46">
                    <a:moveTo>
                      <a:pt x="45" y="297"/>
                    </a:moveTo>
                    <a:cubicBezTo>
                      <a:pt x="32" y="299"/>
                      <a:pt x="31" y="289"/>
                      <a:pt x="28" y="280"/>
                    </a:cubicBezTo>
                    <a:cubicBezTo>
                      <a:pt x="9" y="210"/>
                      <a:pt x="0" y="136"/>
                      <a:pt x="0" y="63"/>
                    </a:cubicBezTo>
                    <a:cubicBezTo>
                      <a:pt x="0" y="42"/>
                      <a:pt x="0" y="21"/>
                      <a:pt x="2" y="0"/>
                    </a:cubicBezTo>
                    <a:cubicBezTo>
                      <a:pt x="8" y="100"/>
                      <a:pt x="21" y="200"/>
                      <a:pt x="42" y="298"/>
                    </a:cubicBezTo>
                    <a:lnTo>
                      <a:pt x="45" y="2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7"/>
              <p:cNvSpPr/>
              <p:nvPr/>
            </p:nvSpPr>
            <p:spPr>
              <a:xfrm rot="-755217">
                <a:off x="8980561" y="2454930"/>
                <a:ext cx="132184" cy="132177"/>
              </a:xfrm>
              <a:custGeom>
                <a:rect b="b" l="l" r="r" t="t"/>
                <a:pathLst>
                  <a:path extrusionOk="0" h="160" w="160">
                    <a:moveTo>
                      <a:pt x="14" y="41"/>
                    </a:moveTo>
                    <a:lnTo>
                      <a:pt x="0" y="30"/>
                    </a:lnTo>
                    <a:cubicBezTo>
                      <a:pt x="0" y="15"/>
                      <a:pt x="5" y="0"/>
                      <a:pt x="21" y="14"/>
                    </a:cubicBezTo>
                    <a:cubicBezTo>
                      <a:pt x="70" y="59"/>
                      <a:pt x="116" y="108"/>
                      <a:pt x="159" y="159"/>
                    </a:cubicBezTo>
                    <a:cubicBezTo>
                      <a:pt x="101" y="130"/>
                      <a:pt x="64" y="78"/>
                      <a:pt x="1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rot="-755217">
                <a:off x="7959420" y="2614731"/>
                <a:ext cx="57004" cy="235440"/>
              </a:xfrm>
              <a:custGeom>
                <a:rect b="b" l="l" r="r" t="t"/>
                <a:pathLst>
                  <a:path extrusionOk="0" h="285" w="69">
                    <a:moveTo>
                      <a:pt x="68" y="284"/>
                    </a:moveTo>
                    <a:cubicBezTo>
                      <a:pt x="65" y="283"/>
                      <a:pt x="61" y="282"/>
                      <a:pt x="59" y="280"/>
                    </a:cubicBezTo>
                    <a:cubicBezTo>
                      <a:pt x="27" y="198"/>
                      <a:pt x="7" y="111"/>
                      <a:pt x="0" y="24"/>
                    </a:cubicBezTo>
                    <a:cubicBezTo>
                      <a:pt x="1" y="15"/>
                      <a:pt x="4" y="7"/>
                      <a:pt x="7" y="0"/>
                    </a:cubicBezTo>
                    <a:cubicBezTo>
                      <a:pt x="16" y="47"/>
                      <a:pt x="22" y="86"/>
                      <a:pt x="30" y="125"/>
                    </a:cubicBezTo>
                    <a:cubicBezTo>
                      <a:pt x="42" y="178"/>
                      <a:pt x="55" y="231"/>
                      <a:pt x="67" y="284"/>
                    </a:cubicBezTo>
                    <a:lnTo>
                      <a:pt x="68" y="28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7"/>
              <p:cNvSpPr/>
              <p:nvPr/>
            </p:nvSpPr>
            <p:spPr>
              <a:xfrm rot="-755217">
                <a:off x="10088543" y="3954901"/>
                <a:ext cx="119791" cy="113176"/>
              </a:xfrm>
              <a:custGeom>
                <a:rect b="b" l="l" r="r" t="t"/>
                <a:pathLst>
                  <a:path extrusionOk="0" h="137" w="145">
                    <a:moveTo>
                      <a:pt x="84" y="57"/>
                    </a:moveTo>
                    <a:cubicBezTo>
                      <a:pt x="105" y="77"/>
                      <a:pt x="124" y="100"/>
                      <a:pt x="138" y="125"/>
                    </a:cubicBezTo>
                    <a:cubicBezTo>
                      <a:pt x="140" y="129"/>
                      <a:pt x="142" y="132"/>
                      <a:pt x="144" y="136"/>
                    </a:cubicBezTo>
                    <a:cubicBezTo>
                      <a:pt x="144" y="136"/>
                      <a:pt x="143" y="135"/>
                      <a:pt x="142" y="135"/>
                    </a:cubicBezTo>
                    <a:cubicBezTo>
                      <a:pt x="85" y="102"/>
                      <a:pt x="36" y="56"/>
                      <a:pt x="0" y="0"/>
                    </a:cubicBezTo>
                    <a:cubicBezTo>
                      <a:pt x="18" y="4"/>
                      <a:pt x="27" y="19"/>
                      <a:pt x="41" y="30"/>
                    </a:cubicBezTo>
                    <a:cubicBezTo>
                      <a:pt x="55" y="41"/>
                      <a:pt x="64" y="57"/>
                      <a:pt x="84"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7"/>
              <p:cNvSpPr/>
              <p:nvPr/>
            </p:nvSpPr>
            <p:spPr>
              <a:xfrm rot="-755217">
                <a:off x="8744092" y="2609019"/>
                <a:ext cx="130531" cy="162742"/>
              </a:xfrm>
              <a:custGeom>
                <a:rect b="b" l="l" r="r" t="t"/>
                <a:pathLst>
                  <a:path extrusionOk="0" h="197" w="158">
                    <a:moveTo>
                      <a:pt x="155" y="195"/>
                    </a:moveTo>
                    <a:cubicBezTo>
                      <a:pt x="105" y="158"/>
                      <a:pt x="76" y="102"/>
                      <a:pt x="36" y="55"/>
                    </a:cubicBezTo>
                    <a:cubicBezTo>
                      <a:pt x="26" y="46"/>
                      <a:pt x="18" y="36"/>
                      <a:pt x="11" y="24"/>
                    </a:cubicBezTo>
                    <a:cubicBezTo>
                      <a:pt x="6" y="16"/>
                      <a:pt x="3" y="8"/>
                      <a:pt x="0" y="0"/>
                    </a:cubicBezTo>
                    <a:cubicBezTo>
                      <a:pt x="5" y="1"/>
                      <a:pt x="9" y="3"/>
                      <a:pt x="13" y="6"/>
                    </a:cubicBezTo>
                    <a:cubicBezTo>
                      <a:pt x="24" y="12"/>
                      <a:pt x="32" y="20"/>
                      <a:pt x="38" y="31"/>
                    </a:cubicBezTo>
                    <a:cubicBezTo>
                      <a:pt x="39" y="31"/>
                      <a:pt x="39" y="32"/>
                      <a:pt x="39" y="33"/>
                    </a:cubicBezTo>
                    <a:cubicBezTo>
                      <a:pt x="75" y="79"/>
                      <a:pt x="110" y="125"/>
                      <a:pt x="145" y="172"/>
                    </a:cubicBezTo>
                    <a:cubicBezTo>
                      <a:pt x="151" y="179"/>
                      <a:pt x="157" y="185"/>
                      <a:pt x="154" y="196"/>
                    </a:cubicBezTo>
                    <a:lnTo>
                      <a:pt x="155" y="1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rot="-755217">
                <a:off x="9382025" y="2835511"/>
                <a:ext cx="118139" cy="178438"/>
              </a:xfrm>
              <a:custGeom>
                <a:rect b="b" l="l" r="r" t="t"/>
                <a:pathLst>
                  <a:path extrusionOk="0" h="216" w="143">
                    <a:moveTo>
                      <a:pt x="142" y="215"/>
                    </a:moveTo>
                    <a:cubicBezTo>
                      <a:pt x="89" y="148"/>
                      <a:pt x="53" y="74"/>
                      <a:pt x="0" y="0"/>
                    </a:cubicBezTo>
                    <a:cubicBezTo>
                      <a:pt x="41" y="25"/>
                      <a:pt x="131" y="166"/>
                      <a:pt x="142" y="2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7"/>
              <p:cNvSpPr/>
              <p:nvPr/>
            </p:nvSpPr>
            <p:spPr>
              <a:xfrm rot="-755217">
                <a:off x="7991180" y="2535730"/>
                <a:ext cx="61135" cy="207352"/>
              </a:xfrm>
              <a:custGeom>
                <a:rect b="b" l="l" r="r" t="t"/>
                <a:pathLst>
                  <a:path extrusionOk="0" h="251" w="74">
                    <a:moveTo>
                      <a:pt x="73" y="248"/>
                    </a:moveTo>
                    <a:cubicBezTo>
                      <a:pt x="71" y="248"/>
                      <a:pt x="68" y="248"/>
                      <a:pt x="68" y="248"/>
                    </a:cubicBezTo>
                    <a:cubicBezTo>
                      <a:pt x="28" y="171"/>
                      <a:pt x="5" y="87"/>
                      <a:pt x="0" y="0"/>
                    </a:cubicBezTo>
                    <a:cubicBezTo>
                      <a:pt x="20" y="85"/>
                      <a:pt x="50" y="166"/>
                      <a:pt x="72" y="250"/>
                    </a:cubicBezTo>
                    <a:lnTo>
                      <a:pt x="73" y="2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7"/>
              <p:cNvSpPr/>
              <p:nvPr/>
            </p:nvSpPr>
            <p:spPr>
              <a:xfrm rot="-755217">
                <a:off x="9007218" y="3199338"/>
                <a:ext cx="152011" cy="138785"/>
              </a:xfrm>
              <a:custGeom>
                <a:rect b="b" l="l" r="r" t="t"/>
                <a:pathLst>
                  <a:path extrusionOk="0" h="168" w="184">
                    <a:moveTo>
                      <a:pt x="10" y="0"/>
                    </a:moveTo>
                    <a:lnTo>
                      <a:pt x="183" y="167"/>
                    </a:lnTo>
                    <a:cubicBezTo>
                      <a:pt x="115" y="123"/>
                      <a:pt x="54" y="69"/>
                      <a:pt x="0" y="8"/>
                    </a:cubicBez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7"/>
              <p:cNvSpPr/>
              <p:nvPr/>
            </p:nvSpPr>
            <p:spPr>
              <a:xfrm rot="-755217">
                <a:off x="7787823" y="2077254"/>
                <a:ext cx="128053" cy="106567"/>
              </a:xfrm>
              <a:custGeom>
                <a:rect b="b" l="l" r="r" t="t"/>
                <a:pathLst>
                  <a:path extrusionOk="0" h="129" w="155">
                    <a:moveTo>
                      <a:pt x="152" y="115"/>
                    </a:moveTo>
                    <a:cubicBezTo>
                      <a:pt x="154" y="120"/>
                      <a:pt x="154" y="128"/>
                      <a:pt x="148" y="128"/>
                    </a:cubicBezTo>
                    <a:cubicBezTo>
                      <a:pt x="106" y="124"/>
                      <a:pt x="20" y="51"/>
                      <a:pt x="0" y="0"/>
                    </a:cubicBezTo>
                    <a:cubicBezTo>
                      <a:pt x="35" y="14"/>
                      <a:pt x="43" y="57"/>
                      <a:pt x="80" y="63"/>
                    </a:cubicBezTo>
                    <a:lnTo>
                      <a:pt x="77" y="61"/>
                    </a:lnTo>
                    <a:cubicBezTo>
                      <a:pt x="78" y="64"/>
                      <a:pt x="79" y="66"/>
                      <a:pt x="81" y="69"/>
                    </a:cubicBezTo>
                    <a:cubicBezTo>
                      <a:pt x="86" y="77"/>
                      <a:pt x="93" y="83"/>
                      <a:pt x="101" y="88"/>
                    </a:cubicBezTo>
                    <a:cubicBezTo>
                      <a:pt x="109" y="92"/>
                      <a:pt x="118" y="95"/>
                      <a:pt x="127" y="95"/>
                    </a:cubicBezTo>
                    <a:cubicBezTo>
                      <a:pt x="128" y="95"/>
                      <a:pt x="128" y="95"/>
                      <a:pt x="129" y="95"/>
                    </a:cubicBezTo>
                    <a:lnTo>
                      <a:pt x="143" y="106"/>
                    </a:lnTo>
                    <a:lnTo>
                      <a:pt x="152" y="1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7"/>
              <p:cNvSpPr/>
              <p:nvPr/>
            </p:nvSpPr>
            <p:spPr>
              <a:xfrm rot="-755217">
                <a:off x="8384282" y="2504520"/>
                <a:ext cx="147054" cy="149525"/>
              </a:xfrm>
              <a:custGeom>
                <a:rect b="b" l="l" r="r" t="t"/>
                <a:pathLst>
                  <a:path extrusionOk="0" h="181" w="178">
                    <a:moveTo>
                      <a:pt x="177" y="180"/>
                    </a:moveTo>
                    <a:cubicBezTo>
                      <a:pt x="166" y="180"/>
                      <a:pt x="161" y="173"/>
                      <a:pt x="155" y="166"/>
                    </a:cubicBezTo>
                    <a:cubicBezTo>
                      <a:pt x="108" y="106"/>
                      <a:pt x="56" y="51"/>
                      <a:pt x="0" y="0"/>
                    </a:cubicBezTo>
                    <a:cubicBezTo>
                      <a:pt x="48" y="13"/>
                      <a:pt x="143" y="113"/>
                      <a:pt x="176" y="180"/>
                    </a:cubicBezTo>
                    <a:lnTo>
                      <a:pt x="177" y="1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rot="-755217">
                <a:off x="8224884" y="3611995"/>
                <a:ext cx="67744" cy="71871"/>
              </a:xfrm>
              <a:custGeom>
                <a:rect b="b" l="l" r="r" t="t"/>
                <a:pathLst>
                  <a:path extrusionOk="0" h="87" w="82">
                    <a:moveTo>
                      <a:pt x="81" y="86"/>
                    </a:moveTo>
                    <a:cubicBezTo>
                      <a:pt x="48" y="83"/>
                      <a:pt x="2" y="44"/>
                      <a:pt x="0" y="19"/>
                    </a:cubicBezTo>
                    <a:cubicBezTo>
                      <a:pt x="0" y="19"/>
                      <a:pt x="0" y="18"/>
                      <a:pt x="0" y="17"/>
                    </a:cubicBezTo>
                    <a:cubicBezTo>
                      <a:pt x="0" y="14"/>
                      <a:pt x="0" y="12"/>
                      <a:pt x="2" y="9"/>
                    </a:cubicBezTo>
                    <a:cubicBezTo>
                      <a:pt x="4" y="6"/>
                      <a:pt x="6" y="5"/>
                      <a:pt x="8" y="3"/>
                    </a:cubicBezTo>
                    <a:cubicBezTo>
                      <a:pt x="9" y="2"/>
                      <a:pt x="9" y="2"/>
                      <a:pt x="10" y="2"/>
                    </a:cubicBezTo>
                    <a:cubicBezTo>
                      <a:pt x="13" y="1"/>
                      <a:pt x="16" y="0"/>
                      <a:pt x="19" y="0"/>
                    </a:cubicBezTo>
                    <a:cubicBezTo>
                      <a:pt x="22" y="0"/>
                      <a:pt x="26" y="1"/>
                      <a:pt x="29" y="3"/>
                    </a:cubicBezTo>
                    <a:cubicBezTo>
                      <a:pt x="32" y="5"/>
                      <a:pt x="34" y="7"/>
                      <a:pt x="36" y="10"/>
                    </a:cubicBezTo>
                    <a:cubicBezTo>
                      <a:pt x="36" y="11"/>
                      <a:pt x="36" y="11"/>
                      <a:pt x="37" y="12"/>
                    </a:cubicBezTo>
                    <a:cubicBezTo>
                      <a:pt x="52" y="36"/>
                      <a:pt x="66" y="60"/>
                      <a:pt x="81" y="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7"/>
              <p:cNvSpPr/>
              <p:nvPr/>
            </p:nvSpPr>
            <p:spPr>
              <a:xfrm rot="-755217">
                <a:off x="8824383" y="2455310"/>
                <a:ext cx="117313" cy="152003"/>
              </a:xfrm>
              <a:custGeom>
                <a:rect b="b" l="l" r="r" t="t"/>
                <a:pathLst>
                  <a:path extrusionOk="0" h="184" w="142">
                    <a:moveTo>
                      <a:pt x="137" y="183"/>
                    </a:moveTo>
                    <a:cubicBezTo>
                      <a:pt x="81" y="130"/>
                      <a:pt x="47" y="59"/>
                      <a:pt x="0" y="0"/>
                    </a:cubicBezTo>
                    <a:cubicBezTo>
                      <a:pt x="36" y="19"/>
                      <a:pt x="96" y="97"/>
                      <a:pt x="141" y="179"/>
                    </a:cubicBezTo>
                    <a:lnTo>
                      <a:pt x="137" y="18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7"/>
              <p:cNvSpPr/>
              <p:nvPr/>
            </p:nvSpPr>
            <p:spPr>
              <a:xfrm rot="-755217">
                <a:off x="8802099" y="2495732"/>
                <a:ext cx="103268" cy="153655"/>
              </a:xfrm>
              <a:custGeom>
                <a:rect b="b" l="l" r="r" t="t"/>
                <a:pathLst>
                  <a:path extrusionOk="0" h="186" w="125">
                    <a:moveTo>
                      <a:pt x="124" y="185"/>
                    </a:moveTo>
                    <a:lnTo>
                      <a:pt x="0" y="0"/>
                    </a:lnTo>
                    <a:cubicBezTo>
                      <a:pt x="39" y="18"/>
                      <a:pt x="93" y="96"/>
                      <a:pt x="124"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rot="-755217">
                <a:off x="10174684" y="3868264"/>
                <a:ext cx="88398" cy="128872"/>
              </a:xfrm>
              <a:custGeom>
                <a:rect b="b" l="l" r="r" t="t"/>
                <a:pathLst>
                  <a:path extrusionOk="0" h="156" w="107">
                    <a:moveTo>
                      <a:pt x="68" y="53"/>
                    </a:moveTo>
                    <a:cubicBezTo>
                      <a:pt x="75" y="87"/>
                      <a:pt x="106" y="113"/>
                      <a:pt x="98" y="155"/>
                    </a:cubicBezTo>
                    <a:lnTo>
                      <a:pt x="0" y="7"/>
                    </a:lnTo>
                    <a:lnTo>
                      <a:pt x="9" y="0"/>
                    </a:lnTo>
                    <a:cubicBezTo>
                      <a:pt x="22" y="21"/>
                      <a:pt x="39" y="38"/>
                      <a:pt x="59" y="49"/>
                    </a:cubicBezTo>
                    <a:cubicBezTo>
                      <a:pt x="63" y="51"/>
                      <a:pt x="66" y="53"/>
                      <a:pt x="70" y="55"/>
                    </a:cubicBezTo>
                    <a:lnTo>
                      <a:pt x="68"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7"/>
              <p:cNvSpPr/>
              <p:nvPr/>
            </p:nvSpPr>
            <p:spPr>
              <a:xfrm rot="-755217">
                <a:off x="8073842" y="2333761"/>
                <a:ext cx="151185" cy="143742"/>
              </a:xfrm>
              <a:custGeom>
                <a:rect b="b" l="l" r="r" t="t"/>
                <a:pathLst>
                  <a:path extrusionOk="0" h="174" w="183">
                    <a:moveTo>
                      <a:pt x="2" y="0"/>
                    </a:moveTo>
                    <a:cubicBezTo>
                      <a:pt x="24" y="7"/>
                      <a:pt x="35" y="27"/>
                      <a:pt x="50" y="43"/>
                    </a:cubicBezTo>
                    <a:cubicBezTo>
                      <a:pt x="93" y="84"/>
                      <a:pt x="135" y="125"/>
                      <a:pt x="182" y="172"/>
                    </a:cubicBezTo>
                    <a:cubicBezTo>
                      <a:pt x="180" y="172"/>
                      <a:pt x="177" y="173"/>
                      <a:pt x="175" y="173"/>
                    </a:cubicBezTo>
                    <a:cubicBezTo>
                      <a:pt x="168" y="173"/>
                      <a:pt x="162" y="170"/>
                      <a:pt x="156" y="167"/>
                    </a:cubicBezTo>
                    <a:cubicBezTo>
                      <a:pt x="151" y="164"/>
                      <a:pt x="146" y="160"/>
                      <a:pt x="143" y="156"/>
                    </a:cubicBezTo>
                    <a:cubicBezTo>
                      <a:pt x="102" y="115"/>
                      <a:pt x="61" y="74"/>
                      <a:pt x="20" y="33"/>
                    </a:cubicBezTo>
                    <a:cubicBezTo>
                      <a:pt x="11" y="24"/>
                      <a:pt x="0" y="16"/>
                      <a:pt x="1"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7"/>
              <p:cNvSpPr/>
              <p:nvPr/>
            </p:nvSpPr>
            <p:spPr>
              <a:xfrm rot="-755217">
                <a:off x="8950404" y="3462857"/>
                <a:ext cx="114835" cy="168525"/>
              </a:xfrm>
              <a:custGeom>
                <a:rect b="b" l="l" r="r" t="t"/>
                <a:pathLst>
                  <a:path extrusionOk="0" h="204" w="139">
                    <a:moveTo>
                      <a:pt x="138" y="203"/>
                    </a:moveTo>
                    <a:cubicBezTo>
                      <a:pt x="118" y="203"/>
                      <a:pt x="113" y="183"/>
                      <a:pt x="104" y="171"/>
                    </a:cubicBezTo>
                    <a:cubicBezTo>
                      <a:pt x="79" y="141"/>
                      <a:pt x="57" y="109"/>
                      <a:pt x="38" y="76"/>
                    </a:cubicBezTo>
                    <a:cubicBezTo>
                      <a:pt x="24" y="51"/>
                      <a:pt x="11" y="26"/>
                      <a:pt x="0" y="0"/>
                    </a:cubicBezTo>
                    <a:cubicBezTo>
                      <a:pt x="22" y="25"/>
                      <a:pt x="42" y="52"/>
                      <a:pt x="59" y="82"/>
                    </a:cubicBezTo>
                    <a:cubicBezTo>
                      <a:pt x="63" y="87"/>
                      <a:pt x="66" y="93"/>
                      <a:pt x="69" y="99"/>
                    </a:cubicBezTo>
                    <a:cubicBezTo>
                      <a:pt x="92" y="134"/>
                      <a:pt x="122" y="163"/>
                      <a:pt x="137" y="203"/>
                    </a:cubicBezTo>
                    <a:lnTo>
                      <a:pt x="138" y="20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7"/>
              <p:cNvSpPr/>
              <p:nvPr/>
            </p:nvSpPr>
            <p:spPr>
              <a:xfrm rot="-755217">
                <a:off x="9639190" y="3235492"/>
                <a:ext cx="128053" cy="156960"/>
              </a:xfrm>
              <a:custGeom>
                <a:rect b="b" l="l" r="r" t="t"/>
                <a:pathLst>
                  <a:path extrusionOk="0" h="190" w="155">
                    <a:moveTo>
                      <a:pt x="154" y="188"/>
                    </a:moveTo>
                    <a:cubicBezTo>
                      <a:pt x="141" y="188"/>
                      <a:pt x="136" y="178"/>
                      <a:pt x="129" y="170"/>
                    </a:cubicBezTo>
                    <a:cubicBezTo>
                      <a:pt x="92" y="125"/>
                      <a:pt x="56" y="80"/>
                      <a:pt x="19" y="34"/>
                    </a:cubicBezTo>
                    <a:cubicBezTo>
                      <a:pt x="12" y="25"/>
                      <a:pt x="0" y="17"/>
                      <a:pt x="3" y="3"/>
                    </a:cubicBezTo>
                    <a:cubicBezTo>
                      <a:pt x="18" y="0"/>
                      <a:pt x="21" y="12"/>
                      <a:pt x="27" y="20"/>
                    </a:cubicBezTo>
                    <a:cubicBezTo>
                      <a:pt x="70" y="76"/>
                      <a:pt x="123" y="124"/>
                      <a:pt x="153" y="189"/>
                    </a:cubicBezTo>
                    <a:lnTo>
                      <a:pt x="154" y="1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rot="-755217">
                <a:off x="8688559" y="3098555"/>
                <a:ext cx="122270" cy="135481"/>
              </a:xfrm>
              <a:custGeom>
                <a:rect b="b" l="l" r="r" t="t"/>
                <a:pathLst>
                  <a:path extrusionOk="0" h="164" w="148">
                    <a:moveTo>
                      <a:pt x="4" y="41"/>
                    </a:moveTo>
                    <a:cubicBezTo>
                      <a:pt x="21" y="31"/>
                      <a:pt x="0" y="14"/>
                      <a:pt x="12" y="0"/>
                    </a:cubicBezTo>
                    <a:cubicBezTo>
                      <a:pt x="48" y="59"/>
                      <a:pt x="94" y="111"/>
                      <a:pt x="147" y="156"/>
                    </a:cubicBezTo>
                    <a:cubicBezTo>
                      <a:pt x="127" y="163"/>
                      <a:pt x="122" y="148"/>
                      <a:pt x="114" y="141"/>
                    </a:cubicBezTo>
                    <a:cubicBezTo>
                      <a:pt x="82" y="115"/>
                      <a:pt x="59" y="79"/>
                      <a:pt x="19" y="62"/>
                    </a:cubicBezTo>
                    <a:cubicBezTo>
                      <a:pt x="18" y="61"/>
                      <a:pt x="17" y="61"/>
                      <a:pt x="16" y="60"/>
                    </a:cubicBezTo>
                    <a:cubicBezTo>
                      <a:pt x="13" y="58"/>
                      <a:pt x="10" y="56"/>
                      <a:pt x="8" y="52"/>
                    </a:cubicBezTo>
                    <a:cubicBezTo>
                      <a:pt x="6" y="48"/>
                      <a:pt x="5" y="45"/>
                      <a:pt x="5" y="41"/>
                    </a:cubicBezTo>
                    <a:lnTo>
                      <a:pt x="5" y="40"/>
                    </a:lnTo>
                    <a:lnTo>
                      <a:pt x="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rot="-755217">
                <a:off x="8778734" y="2736076"/>
                <a:ext cx="106573" cy="168525"/>
              </a:xfrm>
              <a:custGeom>
                <a:rect b="b" l="l" r="r" t="t"/>
                <a:pathLst>
                  <a:path extrusionOk="0" h="204" w="129">
                    <a:moveTo>
                      <a:pt x="128" y="203"/>
                    </a:moveTo>
                    <a:lnTo>
                      <a:pt x="0" y="0"/>
                    </a:lnTo>
                    <a:cubicBezTo>
                      <a:pt x="40" y="28"/>
                      <a:pt x="117" y="150"/>
                      <a:pt x="128" y="2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7"/>
              <p:cNvSpPr/>
              <p:nvPr/>
            </p:nvSpPr>
            <p:spPr>
              <a:xfrm rot="-755217">
                <a:off x="9286331" y="4483706"/>
                <a:ext cx="133836" cy="42131"/>
              </a:xfrm>
              <a:custGeom>
                <a:rect b="b" l="l" r="r" t="t"/>
                <a:pathLst>
                  <a:path extrusionOk="0" h="51" w="162">
                    <a:moveTo>
                      <a:pt x="161" y="45"/>
                    </a:moveTo>
                    <a:cubicBezTo>
                      <a:pt x="160" y="45"/>
                      <a:pt x="160" y="45"/>
                      <a:pt x="159" y="46"/>
                    </a:cubicBezTo>
                    <a:cubicBezTo>
                      <a:pt x="154" y="49"/>
                      <a:pt x="149" y="50"/>
                      <a:pt x="143" y="50"/>
                    </a:cubicBezTo>
                    <a:cubicBezTo>
                      <a:pt x="140" y="50"/>
                      <a:pt x="137" y="50"/>
                      <a:pt x="134" y="49"/>
                    </a:cubicBezTo>
                    <a:cubicBezTo>
                      <a:pt x="106" y="47"/>
                      <a:pt x="80" y="31"/>
                      <a:pt x="50" y="44"/>
                    </a:cubicBezTo>
                    <a:cubicBezTo>
                      <a:pt x="39" y="49"/>
                      <a:pt x="21" y="40"/>
                      <a:pt x="8" y="34"/>
                    </a:cubicBezTo>
                    <a:cubicBezTo>
                      <a:pt x="0" y="30"/>
                      <a:pt x="1" y="18"/>
                      <a:pt x="4" y="9"/>
                    </a:cubicBezTo>
                    <a:cubicBezTo>
                      <a:pt x="6" y="0"/>
                      <a:pt x="14" y="3"/>
                      <a:pt x="21" y="5"/>
                    </a:cubicBezTo>
                    <a:lnTo>
                      <a:pt x="161"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7"/>
              <p:cNvSpPr/>
              <p:nvPr/>
            </p:nvSpPr>
            <p:spPr>
              <a:xfrm rot="-755217">
                <a:off x="9082665" y="2915838"/>
                <a:ext cx="136314" cy="132177"/>
              </a:xfrm>
              <a:custGeom>
                <a:rect b="b" l="l" r="r" t="t"/>
                <a:pathLst>
                  <a:path extrusionOk="0" h="160" w="165">
                    <a:moveTo>
                      <a:pt x="154" y="159"/>
                    </a:moveTo>
                    <a:lnTo>
                      <a:pt x="0" y="0"/>
                    </a:lnTo>
                    <a:cubicBezTo>
                      <a:pt x="29" y="21"/>
                      <a:pt x="56" y="45"/>
                      <a:pt x="80" y="72"/>
                    </a:cubicBezTo>
                    <a:cubicBezTo>
                      <a:pt x="108" y="98"/>
                      <a:pt x="136" y="123"/>
                      <a:pt x="164" y="149"/>
                    </a:cubicBezTo>
                    <a:lnTo>
                      <a:pt x="154"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7"/>
              <p:cNvSpPr/>
              <p:nvPr/>
            </p:nvSpPr>
            <p:spPr>
              <a:xfrm rot="-755217">
                <a:off x="9132724" y="2893565"/>
                <a:ext cx="137141" cy="132177"/>
              </a:xfrm>
              <a:custGeom>
                <a:rect b="b" l="l" r="r" t="t"/>
                <a:pathLst>
                  <a:path extrusionOk="0" h="160" w="166">
                    <a:moveTo>
                      <a:pt x="0" y="0"/>
                    </a:moveTo>
                    <a:cubicBezTo>
                      <a:pt x="65" y="39"/>
                      <a:pt x="112" y="95"/>
                      <a:pt x="165" y="154"/>
                    </a:cubicBezTo>
                    <a:cubicBezTo>
                      <a:pt x="153" y="150"/>
                      <a:pt x="165" y="151"/>
                      <a:pt x="159" y="157"/>
                    </a:cubicBezTo>
                    <a:cubicBezTo>
                      <a:pt x="159" y="157"/>
                      <a:pt x="155" y="159"/>
                      <a:pt x="155" y="158"/>
                    </a:cubicBezTo>
                    <a:cubicBezTo>
                      <a:pt x="149" y="154"/>
                      <a:pt x="144" y="149"/>
                      <a:pt x="139" y="144"/>
                    </a:cubicBezTo>
                    <a:cubicBezTo>
                      <a:pt x="95" y="93"/>
                      <a:pt x="45" y="5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rot="-755217">
                <a:off x="8169021" y="2089676"/>
                <a:ext cx="137141" cy="136307"/>
              </a:xfrm>
              <a:custGeom>
                <a:rect b="b" l="l" r="r" t="t"/>
                <a:pathLst>
                  <a:path extrusionOk="0" h="165" w="166">
                    <a:moveTo>
                      <a:pt x="0" y="0"/>
                    </a:moveTo>
                    <a:cubicBezTo>
                      <a:pt x="66" y="41"/>
                      <a:pt x="113" y="102"/>
                      <a:pt x="165" y="156"/>
                    </a:cubicBezTo>
                    <a:lnTo>
                      <a:pt x="156" y="164"/>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7"/>
              <p:cNvSpPr/>
              <p:nvPr/>
            </p:nvSpPr>
            <p:spPr>
              <a:xfrm rot="-755217">
                <a:off x="9386989" y="3618635"/>
                <a:ext cx="132184" cy="133829"/>
              </a:xfrm>
              <a:custGeom>
                <a:rect b="b" l="l" r="r" t="t"/>
                <a:pathLst>
                  <a:path extrusionOk="0" h="162" w="160">
                    <a:moveTo>
                      <a:pt x="0" y="1"/>
                    </a:moveTo>
                    <a:cubicBezTo>
                      <a:pt x="19" y="3"/>
                      <a:pt x="25" y="20"/>
                      <a:pt x="36" y="31"/>
                    </a:cubicBezTo>
                    <a:cubicBezTo>
                      <a:pt x="78" y="73"/>
                      <a:pt x="120" y="116"/>
                      <a:pt x="159" y="161"/>
                    </a:cubicBezTo>
                    <a:cubicBezTo>
                      <a:pt x="118" y="133"/>
                      <a:pt x="82" y="100"/>
                      <a:pt x="49" y="63"/>
                    </a:cubicBezTo>
                    <a:cubicBezTo>
                      <a:pt x="32" y="43"/>
                      <a:pt x="4" y="3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7"/>
              <p:cNvSpPr/>
              <p:nvPr/>
            </p:nvSpPr>
            <p:spPr>
              <a:xfrm rot="-755217">
                <a:off x="8256439" y="2892080"/>
                <a:ext cx="94181" cy="161090"/>
              </a:xfrm>
              <a:custGeom>
                <a:rect b="b" l="l" r="r" t="t"/>
                <a:pathLst>
                  <a:path extrusionOk="0" h="195" w="114">
                    <a:moveTo>
                      <a:pt x="109" y="194"/>
                    </a:moveTo>
                    <a:cubicBezTo>
                      <a:pt x="84" y="168"/>
                      <a:pt x="63" y="140"/>
                      <a:pt x="45" y="109"/>
                    </a:cubicBezTo>
                    <a:cubicBezTo>
                      <a:pt x="25" y="75"/>
                      <a:pt x="10" y="38"/>
                      <a:pt x="0" y="0"/>
                    </a:cubicBezTo>
                    <a:cubicBezTo>
                      <a:pt x="31" y="67"/>
                      <a:pt x="77" y="126"/>
                      <a:pt x="113" y="191"/>
                    </a:cubicBezTo>
                    <a:lnTo>
                      <a:pt x="109" y="1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rot="-755217">
                <a:off x="8187380" y="2468797"/>
                <a:ext cx="131358" cy="134655"/>
              </a:xfrm>
              <a:custGeom>
                <a:rect b="b" l="l" r="r" t="t"/>
                <a:pathLst>
                  <a:path extrusionOk="0" h="163" w="159">
                    <a:moveTo>
                      <a:pt x="0" y="1"/>
                    </a:moveTo>
                    <a:cubicBezTo>
                      <a:pt x="23" y="4"/>
                      <a:pt x="29" y="27"/>
                      <a:pt x="43" y="39"/>
                    </a:cubicBezTo>
                    <a:cubicBezTo>
                      <a:pt x="82" y="79"/>
                      <a:pt x="122" y="119"/>
                      <a:pt x="158" y="162"/>
                    </a:cubicBezTo>
                    <a:cubicBezTo>
                      <a:pt x="99" y="114"/>
                      <a:pt x="38" y="6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rot="-755217">
                <a:off x="9651912" y="3663598"/>
                <a:ext cx="124748" cy="135481"/>
              </a:xfrm>
              <a:custGeom>
                <a:rect b="b" l="l" r="r" t="t"/>
                <a:pathLst>
                  <a:path extrusionOk="0" h="164" w="151">
                    <a:moveTo>
                      <a:pt x="8" y="0"/>
                    </a:moveTo>
                    <a:lnTo>
                      <a:pt x="150" y="155"/>
                    </a:lnTo>
                    <a:lnTo>
                      <a:pt x="142" y="163"/>
                    </a:lnTo>
                    <a:cubicBezTo>
                      <a:pt x="90" y="115"/>
                      <a:pt x="43" y="63"/>
                      <a:pt x="0" y="7"/>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7"/>
              <p:cNvSpPr/>
              <p:nvPr/>
            </p:nvSpPr>
            <p:spPr>
              <a:xfrm rot="-755217">
                <a:off x="7743440" y="1811750"/>
                <a:ext cx="131358" cy="110698"/>
              </a:xfrm>
              <a:custGeom>
                <a:rect b="b" l="l" r="r" t="t"/>
                <a:pathLst>
                  <a:path extrusionOk="0" h="134" w="159">
                    <a:moveTo>
                      <a:pt x="0" y="133"/>
                    </a:moveTo>
                    <a:cubicBezTo>
                      <a:pt x="28" y="87"/>
                      <a:pt x="66" y="49"/>
                      <a:pt x="112" y="22"/>
                    </a:cubicBezTo>
                    <a:cubicBezTo>
                      <a:pt x="127" y="13"/>
                      <a:pt x="142" y="6"/>
                      <a:pt x="158" y="0"/>
                    </a:cubicBezTo>
                    <a:cubicBezTo>
                      <a:pt x="97" y="47"/>
                      <a:pt x="49" y="90"/>
                      <a:pt x="0" y="1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7"/>
              <p:cNvSpPr/>
              <p:nvPr/>
            </p:nvSpPr>
            <p:spPr>
              <a:xfrm rot="-755217">
                <a:off x="10054148" y="3213989"/>
                <a:ext cx="90050" cy="160264"/>
              </a:xfrm>
              <a:custGeom>
                <a:rect b="b" l="l" r="r" t="t"/>
                <a:pathLst>
                  <a:path extrusionOk="0" h="194" w="109">
                    <a:moveTo>
                      <a:pt x="108" y="193"/>
                    </a:moveTo>
                    <a:cubicBezTo>
                      <a:pt x="63" y="123"/>
                      <a:pt x="38" y="58"/>
                      <a:pt x="0" y="0"/>
                    </a:cubicBezTo>
                    <a:cubicBezTo>
                      <a:pt x="34" y="23"/>
                      <a:pt x="79" y="103"/>
                      <a:pt x="108"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7"/>
              <p:cNvSpPr/>
              <p:nvPr/>
            </p:nvSpPr>
            <p:spPr>
              <a:xfrm rot="-755217">
                <a:off x="8688864" y="2844761"/>
                <a:ext cx="114008" cy="146220"/>
              </a:xfrm>
              <a:custGeom>
                <a:rect b="b" l="l" r="r" t="t"/>
                <a:pathLst>
                  <a:path extrusionOk="0" h="177" w="138">
                    <a:moveTo>
                      <a:pt x="137" y="176"/>
                    </a:moveTo>
                    <a:cubicBezTo>
                      <a:pt x="84" y="127"/>
                      <a:pt x="50" y="64"/>
                      <a:pt x="0" y="0"/>
                    </a:cubicBezTo>
                    <a:cubicBezTo>
                      <a:pt x="7" y="1"/>
                      <a:pt x="13" y="4"/>
                      <a:pt x="19" y="7"/>
                    </a:cubicBezTo>
                    <a:cubicBezTo>
                      <a:pt x="28" y="13"/>
                      <a:pt x="36" y="20"/>
                      <a:pt x="42" y="30"/>
                    </a:cubicBezTo>
                    <a:cubicBezTo>
                      <a:pt x="43" y="32"/>
                      <a:pt x="44" y="34"/>
                      <a:pt x="45" y="36"/>
                    </a:cubicBezTo>
                    <a:cubicBezTo>
                      <a:pt x="75" y="84"/>
                      <a:pt x="117" y="122"/>
                      <a:pt x="136" y="176"/>
                    </a:cubicBezTo>
                    <a:lnTo>
                      <a:pt x="137" y="1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7"/>
              <p:cNvSpPr/>
              <p:nvPr/>
            </p:nvSpPr>
            <p:spPr>
              <a:xfrm rot="-755217">
                <a:off x="8834291" y="2426603"/>
                <a:ext cx="117313" cy="131350"/>
              </a:xfrm>
              <a:custGeom>
                <a:rect b="b" l="l" r="r" t="t"/>
                <a:pathLst>
                  <a:path extrusionOk="0" h="159" w="142">
                    <a:moveTo>
                      <a:pt x="138" y="158"/>
                    </a:moveTo>
                    <a:cubicBezTo>
                      <a:pt x="85" y="112"/>
                      <a:pt x="46" y="53"/>
                      <a:pt x="0" y="0"/>
                    </a:cubicBezTo>
                    <a:cubicBezTo>
                      <a:pt x="57" y="41"/>
                      <a:pt x="105" y="93"/>
                      <a:pt x="140" y="154"/>
                    </a:cubicBezTo>
                    <a:cubicBezTo>
                      <a:pt x="140" y="155"/>
                      <a:pt x="141" y="155"/>
                      <a:pt x="141" y="155"/>
                    </a:cubicBezTo>
                    <a:lnTo>
                      <a:pt x="138" y="1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rot="-755217">
                <a:off x="9985232" y="3860389"/>
                <a:ext cx="111530" cy="113176"/>
              </a:xfrm>
              <a:custGeom>
                <a:rect b="b" l="l" r="r" t="t"/>
                <a:pathLst>
                  <a:path extrusionOk="0" h="137" w="135">
                    <a:moveTo>
                      <a:pt x="26" y="46"/>
                    </a:moveTo>
                    <a:cubicBezTo>
                      <a:pt x="24" y="27"/>
                      <a:pt x="2" y="19"/>
                      <a:pt x="0" y="0"/>
                    </a:cubicBezTo>
                    <a:cubicBezTo>
                      <a:pt x="52" y="38"/>
                      <a:pt x="98" y="84"/>
                      <a:pt x="134" y="136"/>
                    </a:cubicBezTo>
                    <a:cubicBezTo>
                      <a:pt x="102" y="130"/>
                      <a:pt x="93" y="90"/>
                      <a:pt x="61" y="83"/>
                    </a:cubicBezTo>
                    <a:lnTo>
                      <a:pt x="2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7"/>
              <p:cNvSpPr/>
              <p:nvPr/>
            </p:nvSpPr>
            <p:spPr>
              <a:xfrm rot="-755217">
                <a:off x="9321025" y="3417676"/>
                <a:ext cx="87572" cy="154481"/>
              </a:xfrm>
              <a:custGeom>
                <a:rect b="b" l="l" r="r" t="t"/>
                <a:pathLst>
                  <a:path extrusionOk="0" h="187" w="106">
                    <a:moveTo>
                      <a:pt x="102" y="186"/>
                    </a:moveTo>
                    <a:cubicBezTo>
                      <a:pt x="45" y="129"/>
                      <a:pt x="0" y="50"/>
                      <a:pt x="1" y="0"/>
                    </a:cubicBezTo>
                    <a:cubicBezTo>
                      <a:pt x="26" y="67"/>
                      <a:pt x="73" y="120"/>
                      <a:pt x="105" y="182"/>
                    </a:cubicBezTo>
                    <a:lnTo>
                      <a:pt x="102"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7"/>
              <p:cNvSpPr/>
              <p:nvPr/>
            </p:nvSpPr>
            <p:spPr>
              <a:xfrm rot="-755217">
                <a:off x="9104793" y="3037381"/>
                <a:ext cx="108225" cy="113176"/>
              </a:xfrm>
              <a:custGeom>
                <a:rect b="b" l="l" r="r" t="t"/>
                <a:pathLst>
                  <a:path extrusionOk="0" h="137" w="131">
                    <a:moveTo>
                      <a:pt x="121" y="136"/>
                    </a:moveTo>
                    <a:lnTo>
                      <a:pt x="0" y="0"/>
                    </a:lnTo>
                    <a:cubicBezTo>
                      <a:pt x="18" y="7"/>
                      <a:pt x="77" y="61"/>
                      <a:pt x="130" y="127"/>
                    </a:cubicBezTo>
                    <a:lnTo>
                      <a:pt x="121" y="1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rot="-755217">
                <a:off x="9002486" y="4047961"/>
                <a:ext cx="66918" cy="76828"/>
              </a:xfrm>
              <a:custGeom>
                <a:rect b="b" l="l" r="r" t="t"/>
                <a:pathLst>
                  <a:path extrusionOk="0" h="93" w="81">
                    <a:moveTo>
                      <a:pt x="80" y="92"/>
                    </a:moveTo>
                    <a:cubicBezTo>
                      <a:pt x="27" y="78"/>
                      <a:pt x="35" y="23"/>
                      <a:pt x="0" y="8"/>
                    </a:cubicBezTo>
                    <a:cubicBezTo>
                      <a:pt x="4" y="1"/>
                      <a:pt x="7" y="0"/>
                      <a:pt x="11" y="2"/>
                    </a:cubicBezTo>
                    <a:cubicBezTo>
                      <a:pt x="33" y="17"/>
                      <a:pt x="52" y="37"/>
                      <a:pt x="65" y="61"/>
                    </a:cubicBezTo>
                    <a:cubicBezTo>
                      <a:pt x="71" y="71"/>
                      <a:pt x="76" y="81"/>
                      <a:pt x="8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7"/>
              <p:cNvSpPr/>
              <p:nvPr/>
            </p:nvSpPr>
            <p:spPr>
              <a:xfrm rot="-755217">
                <a:off x="8008504" y="2415194"/>
                <a:ext cx="84267" cy="153655"/>
              </a:xfrm>
              <a:custGeom>
                <a:rect b="b" l="l" r="r" t="t"/>
                <a:pathLst>
                  <a:path extrusionOk="0" h="186" w="102">
                    <a:moveTo>
                      <a:pt x="100" y="185"/>
                    </a:moveTo>
                    <a:cubicBezTo>
                      <a:pt x="51" y="135"/>
                      <a:pt x="33" y="70"/>
                      <a:pt x="0" y="0"/>
                    </a:cubicBezTo>
                    <a:cubicBezTo>
                      <a:pt x="14" y="12"/>
                      <a:pt x="5" y="5"/>
                      <a:pt x="12" y="4"/>
                    </a:cubicBezTo>
                    <a:cubicBezTo>
                      <a:pt x="13" y="4"/>
                      <a:pt x="16" y="4"/>
                      <a:pt x="17" y="6"/>
                    </a:cubicBezTo>
                    <a:cubicBezTo>
                      <a:pt x="45" y="65"/>
                      <a:pt x="73" y="124"/>
                      <a:pt x="101" y="183"/>
                    </a:cubicBezTo>
                    <a:lnTo>
                      <a:pt x="100"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7"/>
              <p:cNvSpPr/>
              <p:nvPr/>
            </p:nvSpPr>
            <p:spPr>
              <a:xfrm rot="-755217">
                <a:off x="9072253" y="3525226"/>
                <a:ext cx="104921" cy="135481"/>
              </a:xfrm>
              <a:custGeom>
                <a:rect b="b" l="l" r="r" t="t"/>
                <a:pathLst>
                  <a:path extrusionOk="0" h="164" w="127">
                    <a:moveTo>
                      <a:pt x="126" y="163"/>
                    </a:moveTo>
                    <a:cubicBezTo>
                      <a:pt x="84" y="128"/>
                      <a:pt x="48" y="86"/>
                      <a:pt x="20" y="39"/>
                    </a:cubicBezTo>
                    <a:cubicBezTo>
                      <a:pt x="13" y="26"/>
                      <a:pt x="6" y="13"/>
                      <a:pt x="0" y="0"/>
                    </a:cubicBezTo>
                    <a:cubicBezTo>
                      <a:pt x="39" y="57"/>
                      <a:pt x="93" y="102"/>
                      <a:pt x="126" y="1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7"/>
              <p:cNvSpPr/>
              <p:nvPr/>
            </p:nvSpPr>
            <p:spPr>
              <a:xfrm rot="-755217">
                <a:off x="9104607" y="2998768"/>
                <a:ext cx="113182" cy="112350"/>
              </a:xfrm>
              <a:custGeom>
                <a:rect b="b" l="l" r="r" t="t"/>
                <a:pathLst>
                  <a:path extrusionOk="0" h="136" w="137">
                    <a:moveTo>
                      <a:pt x="136" y="135"/>
                    </a:moveTo>
                    <a:cubicBezTo>
                      <a:pt x="86" y="95"/>
                      <a:pt x="40" y="50"/>
                      <a:pt x="0" y="0"/>
                    </a:cubicBezTo>
                    <a:cubicBezTo>
                      <a:pt x="32" y="12"/>
                      <a:pt x="49" y="41"/>
                      <a:pt x="72" y="63"/>
                    </a:cubicBezTo>
                    <a:cubicBezTo>
                      <a:pt x="95" y="85"/>
                      <a:pt x="114" y="111"/>
                      <a:pt x="13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7"/>
              <p:cNvSpPr/>
              <p:nvPr/>
            </p:nvSpPr>
            <p:spPr>
              <a:xfrm rot="-755217">
                <a:off x="9314544" y="3313038"/>
                <a:ext cx="95833" cy="137959"/>
              </a:xfrm>
              <a:custGeom>
                <a:rect b="b" l="l" r="r" t="t"/>
                <a:pathLst>
                  <a:path extrusionOk="0" h="167" w="116">
                    <a:moveTo>
                      <a:pt x="114" y="166"/>
                    </a:moveTo>
                    <a:cubicBezTo>
                      <a:pt x="80" y="131"/>
                      <a:pt x="49" y="91"/>
                      <a:pt x="25" y="49"/>
                    </a:cubicBezTo>
                    <a:cubicBezTo>
                      <a:pt x="16" y="33"/>
                      <a:pt x="7" y="16"/>
                      <a:pt x="0" y="0"/>
                    </a:cubicBezTo>
                    <a:cubicBezTo>
                      <a:pt x="41" y="52"/>
                      <a:pt x="88" y="101"/>
                      <a:pt x="115" y="165"/>
                    </a:cubicBezTo>
                    <a:lnTo>
                      <a:pt x="114" y="1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rot="-755217">
                <a:off x="8685041" y="3220533"/>
                <a:ext cx="110704" cy="111524"/>
              </a:xfrm>
              <a:custGeom>
                <a:rect b="b" l="l" r="r" t="t"/>
                <a:pathLst>
                  <a:path extrusionOk="0" h="135" w="134">
                    <a:moveTo>
                      <a:pt x="133" y="134"/>
                    </a:moveTo>
                    <a:lnTo>
                      <a:pt x="132" y="134"/>
                    </a:lnTo>
                    <a:cubicBezTo>
                      <a:pt x="79" y="103"/>
                      <a:pt x="34" y="58"/>
                      <a:pt x="3" y="5"/>
                    </a:cubicBezTo>
                    <a:cubicBezTo>
                      <a:pt x="2" y="3"/>
                      <a:pt x="1" y="2"/>
                      <a:pt x="0" y="0"/>
                    </a:cubicBezTo>
                    <a:lnTo>
                      <a:pt x="133" y="1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7"/>
              <p:cNvSpPr/>
              <p:nvPr/>
            </p:nvSpPr>
            <p:spPr>
              <a:xfrm rot="-755217">
                <a:off x="10314572" y="3141315"/>
                <a:ext cx="58656" cy="139612"/>
              </a:xfrm>
              <a:custGeom>
                <a:rect b="b" l="l" r="r" t="t"/>
                <a:pathLst>
                  <a:path extrusionOk="0" h="169" w="71">
                    <a:moveTo>
                      <a:pt x="0" y="168"/>
                    </a:moveTo>
                    <a:lnTo>
                      <a:pt x="10" y="111"/>
                    </a:lnTo>
                    <a:cubicBezTo>
                      <a:pt x="28" y="91"/>
                      <a:pt x="25" y="62"/>
                      <a:pt x="42" y="42"/>
                    </a:cubicBezTo>
                    <a:lnTo>
                      <a:pt x="70" y="0"/>
                    </a:lnTo>
                    <a:cubicBezTo>
                      <a:pt x="57" y="53"/>
                      <a:pt x="37" y="105"/>
                      <a:pt x="9" y="152"/>
                    </a:cubicBezTo>
                    <a:cubicBezTo>
                      <a:pt x="6" y="157"/>
                      <a:pt x="3" y="163"/>
                      <a:pt x="0" y="1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7"/>
              <p:cNvSpPr/>
              <p:nvPr/>
            </p:nvSpPr>
            <p:spPr>
              <a:xfrm rot="-755217">
                <a:off x="8888461" y="4418593"/>
                <a:ext cx="132184" cy="104089"/>
              </a:xfrm>
              <a:custGeom>
                <a:rect b="b" l="l" r="r" t="t"/>
                <a:pathLst>
                  <a:path extrusionOk="0" h="126" w="160">
                    <a:moveTo>
                      <a:pt x="91" y="90"/>
                    </a:moveTo>
                    <a:cubicBezTo>
                      <a:pt x="63" y="58"/>
                      <a:pt x="21" y="41"/>
                      <a:pt x="0" y="0"/>
                    </a:cubicBezTo>
                    <a:lnTo>
                      <a:pt x="159" y="118"/>
                    </a:lnTo>
                    <a:cubicBezTo>
                      <a:pt x="133" y="125"/>
                      <a:pt x="121" y="99"/>
                      <a:pt x="101" y="102"/>
                    </a:cubicBezTo>
                    <a:lnTo>
                      <a:pt x="91"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7"/>
              <p:cNvSpPr/>
              <p:nvPr/>
            </p:nvSpPr>
            <p:spPr>
              <a:xfrm rot="-755217">
                <a:off x="10305651" y="3107505"/>
                <a:ext cx="52047" cy="128046"/>
              </a:xfrm>
              <a:custGeom>
                <a:rect b="b" l="l" r="r" t="t"/>
                <a:pathLst>
                  <a:path extrusionOk="0" h="155" w="63">
                    <a:moveTo>
                      <a:pt x="42" y="85"/>
                    </a:moveTo>
                    <a:cubicBezTo>
                      <a:pt x="25" y="105"/>
                      <a:pt x="28" y="134"/>
                      <a:pt x="10" y="154"/>
                    </a:cubicBezTo>
                    <a:lnTo>
                      <a:pt x="0" y="152"/>
                    </a:lnTo>
                    <a:cubicBezTo>
                      <a:pt x="12" y="99"/>
                      <a:pt x="32" y="48"/>
                      <a:pt x="57" y="0"/>
                    </a:cubicBezTo>
                    <a:cubicBezTo>
                      <a:pt x="62" y="31"/>
                      <a:pt x="38" y="55"/>
                      <a:pt x="42" y="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7"/>
              <p:cNvSpPr/>
              <p:nvPr/>
            </p:nvSpPr>
            <p:spPr>
              <a:xfrm rot="-755217">
                <a:off x="9334148" y="3259876"/>
                <a:ext cx="108225" cy="137959"/>
              </a:xfrm>
              <a:custGeom>
                <a:rect b="b" l="l" r="r" t="t"/>
                <a:pathLst>
                  <a:path extrusionOk="0" h="167" w="131">
                    <a:moveTo>
                      <a:pt x="0" y="1"/>
                    </a:moveTo>
                    <a:cubicBezTo>
                      <a:pt x="13" y="0"/>
                      <a:pt x="19" y="10"/>
                      <a:pt x="26" y="19"/>
                    </a:cubicBezTo>
                    <a:cubicBezTo>
                      <a:pt x="59" y="64"/>
                      <a:pt x="91" y="110"/>
                      <a:pt x="130" y="166"/>
                    </a:cubicBezTo>
                    <a:cubicBezTo>
                      <a:pt x="84" y="123"/>
                      <a:pt x="43" y="73"/>
                      <a:pt x="12" y="18"/>
                    </a:cubicBezTo>
                    <a:cubicBezTo>
                      <a:pt x="8" y="12"/>
                      <a:pt x="5"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rot="-755217">
                <a:off x="8373974" y="3755727"/>
                <a:ext cx="65266" cy="58653"/>
              </a:xfrm>
              <a:custGeom>
                <a:rect b="b" l="l" r="r" t="t"/>
                <a:pathLst>
                  <a:path extrusionOk="0" h="71" w="79">
                    <a:moveTo>
                      <a:pt x="55" y="70"/>
                    </a:moveTo>
                    <a:cubicBezTo>
                      <a:pt x="31" y="53"/>
                      <a:pt x="0" y="49"/>
                      <a:pt x="14" y="15"/>
                    </a:cubicBezTo>
                    <a:cubicBezTo>
                      <a:pt x="15" y="14"/>
                      <a:pt x="16" y="13"/>
                      <a:pt x="16" y="12"/>
                    </a:cubicBezTo>
                    <a:cubicBezTo>
                      <a:pt x="19" y="8"/>
                      <a:pt x="21" y="5"/>
                      <a:pt x="24" y="3"/>
                    </a:cubicBezTo>
                    <a:cubicBezTo>
                      <a:pt x="28" y="1"/>
                      <a:pt x="32" y="0"/>
                      <a:pt x="36" y="0"/>
                    </a:cubicBezTo>
                    <a:cubicBezTo>
                      <a:pt x="40" y="0"/>
                      <a:pt x="43" y="1"/>
                      <a:pt x="47" y="2"/>
                    </a:cubicBezTo>
                    <a:cubicBezTo>
                      <a:pt x="78" y="17"/>
                      <a:pt x="63" y="41"/>
                      <a:pt x="55"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rot="-755217">
                <a:off x="8475480" y="3763988"/>
                <a:ext cx="74353" cy="40479"/>
              </a:xfrm>
              <a:custGeom>
                <a:rect b="b" l="l" r="r" t="t"/>
                <a:pathLst>
                  <a:path extrusionOk="0" h="49" w="90">
                    <a:moveTo>
                      <a:pt x="49" y="41"/>
                    </a:moveTo>
                    <a:cubicBezTo>
                      <a:pt x="43" y="41"/>
                      <a:pt x="38" y="42"/>
                      <a:pt x="33" y="42"/>
                    </a:cubicBezTo>
                    <a:cubicBezTo>
                      <a:pt x="28" y="42"/>
                      <a:pt x="23" y="41"/>
                      <a:pt x="17" y="41"/>
                    </a:cubicBezTo>
                    <a:cubicBezTo>
                      <a:pt x="15" y="41"/>
                      <a:pt x="12" y="40"/>
                      <a:pt x="10" y="39"/>
                    </a:cubicBezTo>
                    <a:cubicBezTo>
                      <a:pt x="7" y="37"/>
                      <a:pt x="5" y="35"/>
                      <a:pt x="3" y="32"/>
                    </a:cubicBezTo>
                    <a:cubicBezTo>
                      <a:pt x="1" y="29"/>
                      <a:pt x="0" y="26"/>
                      <a:pt x="0" y="23"/>
                    </a:cubicBezTo>
                    <a:cubicBezTo>
                      <a:pt x="0" y="21"/>
                      <a:pt x="1" y="19"/>
                      <a:pt x="1" y="17"/>
                    </a:cubicBezTo>
                    <a:cubicBezTo>
                      <a:pt x="2" y="14"/>
                      <a:pt x="3" y="12"/>
                      <a:pt x="4" y="10"/>
                    </a:cubicBezTo>
                    <a:cubicBezTo>
                      <a:pt x="6" y="7"/>
                      <a:pt x="8" y="4"/>
                      <a:pt x="11" y="2"/>
                    </a:cubicBezTo>
                    <a:cubicBezTo>
                      <a:pt x="14" y="0"/>
                      <a:pt x="17" y="0"/>
                      <a:pt x="21" y="0"/>
                    </a:cubicBezTo>
                    <a:cubicBezTo>
                      <a:pt x="24" y="0"/>
                      <a:pt x="28" y="1"/>
                      <a:pt x="30" y="2"/>
                    </a:cubicBezTo>
                    <a:cubicBezTo>
                      <a:pt x="31" y="3"/>
                      <a:pt x="31" y="3"/>
                      <a:pt x="31" y="3"/>
                    </a:cubicBezTo>
                    <a:cubicBezTo>
                      <a:pt x="43" y="8"/>
                      <a:pt x="47" y="29"/>
                      <a:pt x="67" y="17"/>
                    </a:cubicBezTo>
                    <a:cubicBezTo>
                      <a:pt x="79" y="11"/>
                      <a:pt x="89" y="17"/>
                      <a:pt x="89" y="31"/>
                    </a:cubicBezTo>
                    <a:cubicBezTo>
                      <a:pt x="88" y="45"/>
                      <a:pt x="77" y="48"/>
                      <a:pt x="65" y="46"/>
                    </a:cubicBezTo>
                    <a:cubicBezTo>
                      <a:pt x="60" y="45"/>
                      <a:pt x="54" y="43"/>
                      <a:pt x="49"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rot="-755217">
                <a:off x="8449427" y="2367315"/>
                <a:ext cx="104095" cy="109872"/>
              </a:xfrm>
              <a:custGeom>
                <a:rect b="b" l="l" r="r" t="t"/>
                <a:pathLst>
                  <a:path extrusionOk="0" h="133" w="126">
                    <a:moveTo>
                      <a:pt x="0" y="0"/>
                    </a:moveTo>
                    <a:lnTo>
                      <a:pt x="125" y="132"/>
                    </a:lnTo>
                    <a:cubicBezTo>
                      <a:pt x="123" y="132"/>
                      <a:pt x="122" y="131"/>
                      <a:pt x="120" y="130"/>
                    </a:cubicBezTo>
                    <a:cubicBezTo>
                      <a:pt x="74" y="104"/>
                      <a:pt x="37" y="66"/>
                      <a:pt x="10" y="20"/>
                    </a:cubicBezTo>
                    <a:cubicBezTo>
                      <a:pt x="6" y="13"/>
                      <a:pt x="3"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7"/>
              <p:cNvSpPr/>
              <p:nvPr/>
            </p:nvSpPr>
            <p:spPr>
              <a:xfrm rot="-755217">
                <a:off x="9251556" y="4321056"/>
                <a:ext cx="46264" cy="50392"/>
              </a:xfrm>
              <a:custGeom>
                <a:rect b="b" l="l" r="r" t="t"/>
                <a:pathLst>
                  <a:path extrusionOk="0" h="61" w="56">
                    <a:moveTo>
                      <a:pt x="1" y="29"/>
                    </a:moveTo>
                    <a:cubicBezTo>
                      <a:pt x="0" y="28"/>
                      <a:pt x="0" y="28"/>
                      <a:pt x="0" y="27"/>
                    </a:cubicBezTo>
                    <a:cubicBezTo>
                      <a:pt x="0" y="22"/>
                      <a:pt x="2" y="18"/>
                      <a:pt x="4" y="13"/>
                    </a:cubicBezTo>
                    <a:cubicBezTo>
                      <a:pt x="6" y="8"/>
                      <a:pt x="10" y="6"/>
                      <a:pt x="14" y="3"/>
                    </a:cubicBezTo>
                    <a:cubicBezTo>
                      <a:pt x="18" y="0"/>
                      <a:pt x="23" y="0"/>
                      <a:pt x="28" y="0"/>
                    </a:cubicBezTo>
                    <a:cubicBezTo>
                      <a:pt x="32" y="0"/>
                      <a:pt x="37" y="0"/>
                      <a:pt x="41" y="3"/>
                    </a:cubicBezTo>
                    <a:cubicBezTo>
                      <a:pt x="45" y="6"/>
                      <a:pt x="49" y="9"/>
                      <a:pt x="51" y="13"/>
                    </a:cubicBezTo>
                    <a:cubicBezTo>
                      <a:pt x="53" y="17"/>
                      <a:pt x="55" y="21"/>
                      <a:pt x="55" y="25"/>
                    </a:cubicBezTo>
                    <a:cubicBezTo>
                      <a:pt x="55" y="27"/>
                      <a:pt x="55" y="28"/>
                      <a:pt x="55" y="30"/>
                    </a:cubicBezTo>
                    <a:cubicBezTo>
                      <a:pt x="55" y="35"/>
                      <a:pt x="54" y="39"/>
                      <a:pt x="51" y="44"/>
                    </a:cubicBezTo>
                    <a:cubicBezTo>
                      <a:pt x="48" y="49"/>
                      <a:pt x="45" y="52"/>
                      <a:pt x="41" y="55"/>
                    </a:cubicBezTo>
                    <a:cubicBezTo>
                      <a:pt x="37" y="57"/>
                      <a:pt x="32" y="58"/>
                      <a:pt x="27" y="58"/>
                    </a:cubicBezTo>
                    <a:cubicBezTo>
                      <a:pt x="10" y="60"/>
                      <a:pt x="1" y="48"/>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7"/>
              <p:cNvSpPr/>
              <p:nvPr/>
            </p:nvSpPr>
            <p:spPr>
              <a:xfrm rot="-755217">
                <a:off x="10393510" y="3482502"/>
                <a:ext cx="40481" cy="105741"/>
              </a:xfrm>
              <a:custGeom>
                <a:rect b="b" l="l" r="r" t="t"/>
                <a:pathLst>
                  <a:path extrusionOk="0" h="128" w="49">
                    <a:moveTo>
                      <a:pt x="26" y="0"/>
                    </a:moveTo>
                    <a:cubicBezTo>
                      <a:pt x="26" y="14"/>
                      <a:pt x="27" y="30"/>
                      <a:pt x="48" y="17"/>
                    </a:cubicBezTo>
                    <a:cubicBezTo>
                      <a:pt x="44" y="54"/>
                      <a:pt x="25" y="85"/>
                      <a:pt x="9" y="127"/>
                    </a:cubicBezTo>
                    <a:cubicBezTo>
                      <a:pt x="1" y="78"/>
                      <a:pt x="0" y="37"/>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rot="-755217">
                <a:off x="8859452" y="3482703"/>
                <a:ext cx="85093" cy="136307"/>
              </a:xfrm>
              <a:custGeom>
                <a:rect b="b" l="l" r="r" t="t"/>
                <a:pathLst>
                  <a:path extrusionOk="0" h="165" w="103">
                    <a:moveTo>
                      <a:pt x="101" y="164"/>
                    </a:moveTo>
                    <a:cubicBezTo>
                      <a:pt x="54" y="120"/>
                      <a:pt x="29" y="62"/>
                      <a:pt x="0" y="7"/>
                    </a:cubicBezTo>
                    <a:lnTo>
                      <a:pt x="11" y="0"/>
                    </a:lnTo>
                    <a:lnTo>
                      <a:pt x="102" y="163"/>
                    </a:lnTo>
                    <a:lnTo>
                      <a:pt x="101" y="16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rot="-755217">
                <a:off x="8163592" y="2290587"/>
                <a:ext cx="104095" cy="106567"/>
              </a:xfrm>
              <a:custGeom>
                <a:rect b="b" l="l" r="r" t="t"/>
                <a:pathLst>
                  <a:path extrusionOk="0" h="129" w="126">
                    <a:moveTo>
                      <a:pt x="0" y="1"/>
                    </a:moveTo>
                    <a:cubicBezTo>
                      <a:pt x="51" y="32"/>
                      <a:pt x="94" y="76"/>
                      <a:pt x="125" y="128"/>
                    </a:cubicBezTo>
                    <a:cubicBezTo>
                      <a:pt x="88" y="81"/>
                      <a:pt x="33" y="5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7"/>
              <p:cNvSpPr/>
              <p:nvPr/>
            </p:nvSpPr>
            <p:spPr>
              <a:xfrm rot="-755217">
                <a:off x="8180170" y="2155148"/>
                <a:ext cx="99964" cy="94176"/>
              </a:xfrm>
              <a:custGeom>
                <a:rect b="b" l="l" r="r" t="t"/>
                <a:pathLst>
                  <a:path extrusionOk="0" h="114" w="121">
                    <a:moveTo>
                      <a:pt x="0" y="0"/>
                    </a:moveTo>
                    <a:cubicBezTo>
                      <a:pt x="52" y="26"/>
                      <a:pt x="85" y="69"/>
                      <a:pt x="120" y="11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7"/>
              <p:cNvSpPr/>
              <p:nvPr/>
            </p:nvSpPr>
            <p:spPr>
              <a:xfrm rot="-755217">
                <a:off x="9401713" y="2997334"/>
                <a:ext cx="85919" cy="118133"/>
              </a:xfrm>
              <a:custGeom>
                <a:rect b="b" l="l" r="r" t="t"/>
                <a:pathLst>
                  <a:path extrusionOk="0" h="143" w="104">
                    <a:moveTo>
                      <a:pt x="103" y="141"/>
                    </a:moveTo>
                    <a:cubicBezTo>
                      <a:pt x="56" y="103"/>
                      <a:pt x="34" y="47"/>
                      <a:pt x="0" y="0"/>
                    </a:cubicBezTo>
                    <a:cubicBezTo>
                      <a:pt x="40" y="43"/>
                      <a:pt x="81" y="85"/>
                      <a:pt x="102" y="142"/>
                    </a:cubicBezTo>
                    <a:lnTo>
                      <a:pt x="103" y="1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rot="-755217">
                <a:off x="9239285" y="2608189"/>
                <a:ext cx="80962" cy="101611"/>
              </a:xfrm>
              <a:custGeom>
                <a:rect b="b" l="l" r="r" t="t"/>
                <a:pathLst>
                  <a:path extrusionOk="0" h="123" w="98">
                    <a:moveTo>
                      <a:pt x="0" y="0"/>
                    </a:moveTo>
                    <a:cubicBezTo>
                      <a:pt x="35" y="29"/>
                      <a:pt x="64" y="65"/>
                      <a:pt x="87" y="104"/>
                    </a:cubicBezTo>
                    <a:cubicBezTo>
                      <a:pt x="91" y="110"/>
                      <a:pt x="94" y="116"/>
                      <a:pt x="97" y="122"/>
                    </a:cubicBezTo>
                    <a:cubicBezTo>
                      <a:pt x="59" y="87"/>
                      <a:pt x="27" y="47"/>
                      <a:pt x="1" y="3"/>
                    </a:cubicBezTo>
                    <a:cubicBezTo>
                      <a:pt x="1" y="2"/>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7"/>
              <p:cNvSpPr/>
              <p:nvPr/>
            </p:nvSpPr>
            <p:spPr>
              <a:xfrm rot="-755217">
                <a:off x="8025529" y="3147769"/>
                <a:ext cx="53700" cy="148699"/>
              </a:xfrm>
              <a:custGeom>
                <a:rect b="b" l="l" r="r" t="t"/>
                <a:pathLst>
                  <a:path extrusionOk="0" h="180" w="65">
                    <a:moveTo>
                      <a:pt x="64" y="178"/>
                    </a:moveTo>
                    <a:cubicBezTo>
                      <a:pt x="24" y="125"/>
                      <a:pt x="11" y="63"/>
                      <a:pt x="0" y="0"/>
                    </a:cubicBezTo>
                    <a:cubicBezTo>
                      <a:pt x="20" y="60"/>
                      <a:pt x="53" y="115"/>
                      <a:pt x="63" y="179"/>
                    </a:cubicBezTo>
                    <a:lnTo>
                      <a:pt x="64" y="1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7"/>
              <p:cNvSpPr/>
              <p:nvPr/>
            </p:nvSpPr>
            <p:spPr>
              <a:xfrm rot="-755217">
                <a:off x="8546283" y="4238408"/>
                <a:ext cx="67744" cy="60306"/>
              </a:xfrm>
              <a:custGeom>
                <a:rect b="b" l="l" r="r" t="t"/>
                <a:pathLst>
                  <a:path extrusionOk="0" h="73" w="82">
                    <a:moveTo>
                      <a:pt x="81" y="72"/>
                    </a:moveTo>
                    <a:cubicBezTo>
                      <a:pt x="61" y="69"/>
                      <a:pt x="41" y="62"/>
                      <a:pt x="24" y="52"/>
                    </a:cubicBezTo>
                    <a:cubicBezTo>
                      <a:pt x="21" y="50"/>
                      <a:pt x="18" y="48"/>
                      <a:pt x="15" y="46"/>
                    </a:cubicBezTo>
                    <a:cubicBezTo>
                      <a:pt x="14" y="46"/>
                      <a:pt x="13" y="45"/>
                      <a:pt x="13" y="45"/>
                    </a:cubicBezTo>
                    <a:cubicBezTo>
                      <a:pt x="9" y="43"/>
                      <a:pt x="5" y="39"/>
                      <a:pt x="3" y="35"/>
                    </a:cubicBezTo>
                    <a:cubicBezTo>
                      <a:pt x="1" y="31"/>
                      <a:pt x="0" y="27"/>
                      <a:pt x="0" y="22"/>
                    </a:cubicBezTo>
                    <a:cubicBezTo>
                      <a:pt x="0" y="21"/>
                      <a:pt x="0" y="20"/>
                      <a:pt x="0" y="20"/>
                    </a:cubicBezTo>
                    <a:cubicBezTo>
                      <a:pt x="0" y="19"/>
                      <a:pt x="0" y="19"/>
                      <a:pt x="0" y="19"/>
                    </a:cubicBezTo>
                    <a:cubicBezTo>
                      <a:pt x="0" y="16"/>
                      <a:pt x="0" y="13"/>
                      <a:pt x="2" y="10"/>
                    </a:cubicBezTo>
                    <a:cubicBezTo>
                      <a:pt x="4" y="7"/>
                      <a:pt x="6" y="5"/>
                      <a:pt x="9" y="3"/>
                    </a:cubicBezTo>
                    <a:cubicBezTo>
                      <a:pt x="9" y="3"/>
                      <a:pt x="10" y="3"/>
                      <a:pt x="11" y="3"/>
                    </a:cubicBezTo>
                    <a:cubicBezTo>
                      <a:pt x="16" y="0"/>
                      <a:pt x="23" y="1"/>
                      <a:pt x="25" y="6"/>
                    </a:cubicBezTo>
                    <a:cubicBezTo>
                      <a:pt x="35" y="30"/>
                      <a:pt x="67" y="38"/>
                      <a:pt x="81"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7"/>
              <p:cNvSpPr/>
              <p:nvPr/>
            </p:nvSpPr>
            <p:spPr>
              <a:xfrm rot="-755217">
                <a:off x="10067602" y="3860708"/>
                <a:ext cx="79310" cy="103263"/>
              </a:xfrm>
              <a:custGeom>
                <a:rect b="b" l="l" r="r" t="t"/>
                <a:pathLst>
                  <a:path extrusionOk="0" h="125" w="96">
                    <a:moveTo>
                      <a:pt x="95" y="124"/>
                    </a:moveTo>
                    <a:lnTo>
                      <a:pt x="0" y="0"/>
                    </a:lnTo>
                    <a:cubicBezTo>
                      <a:pt x="30" y="6"/>
                      <a:pt x="57" y="36"/>
                      <a:pt x="9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rot="-755217">
                <a:off x="8332280" y="3632254"/>
                <a:ext cx="50395" cy="70219"/>
              </a:xfrm>
              <a:custGeom>
                <a:rect b="b" l="l" r="r" t="t"/>
                <a:pathLst>
                  <a:path extrusionOk="0" h="85" w="61">
                    <a:moveTo>
                      <a:pt x="19" y="0"/>
                    </a:moveTo>
                    <a:cubicBezTo>
                      <a:pt x="23" y="0"/>
                      <a:pt x="27" y="1"/>
                      <a:pt x="31" y="3"/>
                    </a:cubicBezTo>
                    <a:cubicBezTo>
                      <a:pt x="35" y="6"/>
                      <a:pt x="38" y="9"/>
                      <a:pt x="41" y="13"/>
                    </a:cubicBezTo>
                    <a:lnTo>
                      <a:pt x="41" y="14"/>
                    </a:lnTo>
                    <a:cubicBezTo>
                      <a:pt x="48" y="30"/>
                      <a:pt x="54" y="47"/>
                      <a:pt x="59" y="64"/>
                    </a:cubicBezTo>
                    <a:cubicBezTo>
                      <a:pt x="59" y="65"/>
                      <a:pt x="60" y="67"/>
                      <a:pt x="60" y="68"/>
                    </a:cubicBezTo>
                    <a:cubicBezTo>
                      <a:pt x="60" y="71"/>
                      <a:pt x="60" y="74"/>
                      <a:pt x="58" y="76"/>
                    </a:cubicBezTo>
                    <a:cubicBezTo>
                      <a:pt x="57" y="78"/>
                      <a:pt x="55" y="80"/>
                      <a:pt x="52" y="82"/>
                    </a:cubicBezTo>
                    <a:cubicBezTo>
                      <a:pt x="50" y="84"/>
                      <a:pt x="47" y="84"/>
                      <a:pt x="44" y="84"/>
                    </a:cubicBezTo>
                    <a:cubicBezTo>
                      <a:pt x="41" y="84"/>
                      <a:pt x="39" y="84"/>
                      <a:pt x="36" y="82"/>
                    </a:cubicBezTo>
                    <a:cubicBezTo>
                      <a:pt x="34" y="80"/>
                      <a:pt x="32" y="78"/>
                      <a:pt x="31" y="76"/>
                    </a:cubicBezTo>
                    <a:cubicBezTo>
                      <a:pt x="30" y="74"/>
                      <a:pt x="29" y="73"/>
                      <a:pt x="29" y="71"/>
                    </a:cubicBezTo>
                    <a:cubicBezTo>
                      <a:pt x="29" y="68"/>
                      <a:pt x="29" y="65"/>
                      <a:pt x="29" y="62"/>
                    </a:cubicBezTo>
                    <a:cubicBezTo>
                      <a:pt x="29" y="52"/>
                      <a:pt x="27" y="43"/>
                      <a:pt x="22" y="35"/>
                    </a:cubicBezTo>
                    <a:cubicBezTo>
                      <a:pt x="18" y="28"/>
                      <a:pt x="13" y="23"/>
                      <a:pt x="8" y="18"/>
                    </a:cubicBezTo>
                    <a:cubicBezTo>
                      <a:pt x="0" y="11"/>
                      <a:pt x="9"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7"/>
              <p:cNvSpPr/>
              <p:nvPr/>
            </p:nvSpPr>
            <p:spPr>
              <a:xfrm rot="-755217">
                <a:off x="8765785" y="3032363"/>
                <a:ext cx="101616" cy="97480"/>
              </a:xfrm>
              <a:custGeom>
                <a:rect b="b" l="l" r="r" t="t"/>
                <a:pathLst>
                  <a:path extrusionOk="0" h="118" w="123">
                    <a:moveTo>
                      <a:pt x="0" y="2"/>
                    </a:moveTo>
                    <a:cubicBezTo>
                      <a:pt x="45" y="32"/>
                      <a:pt x="74" y="81"/>
                      <a:pt x="122" y="117"/>
                    </a:cubicBezTo>
                    <a:cubicBezTo>
                      <a:pt x="115" y="113"/>
                      <a:pt x="107" y="109"/>
                      <a:pt x="100" y="105"/>
                    </a:cubicBezTo>
                    <a:cubicBezTo>
                      <a:pt x="62" y="83"/>
                      <a:pt x="30" y="51"/>
                      <a:pt x="8" y="13"/>
                    </a:cubicBezTo>
                    <a:cubicBezTo>
                      <a:pt x="6" y="9"/>
                      <a:pt x="3" y="5"/>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7"/>
              <p:cNvSpPr/>
              <p:nvPr/>
            </p:nvSpPr>
            <p:spPr>
              <a:xfrm rot="-755217">
                <a:off x="9928130" y="3417946"/>
                <a:ext cx="90876" cy="79306"/>
              </a:xfrm>
              <a:custGeom>
                <a:rect b="b" l="l" r="r" t="t"/>
                <a:pathLst>
                  <a:path extrusionOk="0" h="96" w="110">
                    <a:moveTo>
                      <a:pt x="109" y="95"/>
                    </a:moveTo>
                    <a:cubicBezTo>
                      <a:pt x="68" y="70"/>
                      <a:pt x="31" y="38"/>
                      <a:pt x="0" y="0"/>
                    </a:cubicBezTo>
                    <a:cubicBezTo>
                      <a:pt x="2" y="1"/>
                      <a:pt x="3" y="2"/>
                      <a:pt x="5" y="3"/>
                    </a:cubicBezTo>
                    <a:cubicBezTo>
                      <a:pt x="45" y="27"/>
                      <a:pt x="81" y="58"/>
                      <a:pt x="109"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7"/>
              <p:cNvSpPr/>
              <p:nvPr/>
            </p:nvSpPr>
            <p:spPr>
              <a:xfrm rot="-755217">
                <a:off x="9379226" y="4286791"/>
                <a:ext cx="38003" cy="57827"/>
              </a:xfrm>
              <a:custGeom>
                <a:rect b="b" l="l" r="r" t="t"/>
                <a:pathLst>
                  <a:path extrusionOk="0" h="70" w="46">
                    <a:moveTo>
                      <a:pt x="29" y="69"/>
                    </a:moveTo>
                    <a:cubicBezTo>
                      <a:pt x="25" y="68"/>
                      <a:pt x="22" y="67"/>
                      <a:pt x="19" y="65"/>
                    </a:cubicBezTo>
                    <a:cubicBezTo>
                      <a:pt x="13" y="62"/>
                      <a:pt x="8" y="57"/>
                      <a:pt x="5" y="51"/>
                    </a:cubicBezTo>
                    <a:cubicBezTo>
                      <a:pt x="2" y="45"/>
                      <a:pt x="0" y="39"/>
                      <a:pt x="0" y="32"/>
                    </a:cubicBezTo>
                    <a:cubicBezTo>
                      <a:pt x="0" y="25"/>
                      <a:pt x="2" y="19"/>
                      <a:pt x="5" y="13"/>
                    </a:cubicBezTo>
                    <a:cubicBezTo>
                      <a:pt x="6" y="12"/>
                      <a:pt x="6" y="11"/>
                      <a:pt x="7" y="10"/>
                    </a:cubicBezTo>
                    <a:cubicBezTo>
                      <a:pt x="8" y="7"/>
                      <a:pt x="10" y="5"/>
                      <a:pt x="13" y="3"/>
                    </a:cubicBezTo>
                    <a:cubicBezTo>
                      <a:pt x="16" y="1"/>
                      <a:pt x="19" y="0"/>
                      <a:pt x="23" y="0"/>
                    </a:cubicBezTo>
                    <a:cubicBezTo>
                      <a:pt x="24" y="0"/>
                      <a:pt x="26" y="1"/>
                      <a:pt x="27" y="1"/>
                    </a:cubicBezTo>
                    <a:cubicBezTo>
                      <a:pt x="37" y="4"/>
                      <a:pt x="45" y="11"/>
                      <a:pt x="43" y="21"/>
                    </a:cubicBezTo>
                    <a:cubicBezTo>
                      <a:pt x="42" y="38"/>
                      <a:pt x="37" y="54"/>
                      <a:pt x="29"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7"/>
              <p:cNvSpPr/>
              <p:nvPr/>
            </p:nvSpPr>
            <p:spPr>
              <a:xfrm rot="-755217">
                <a:off x="9723242" y="3429360"/>
                <a:ext cx="88398" cy="86741"/>
              </a:xfrm>
              <a:custGeom>
                <a:rect b="b" l="l" r="r" t="t"/>
                <a:pathLst>
                  <a:path extrusionOk="0" h="105" w="107">
                    <a:moveTo>
                      <a:pt x="106" y="104"/>
                    </a:moveTo>
                    <a:lnTo>
                      <a:pt x="0" y="0"/>
                    </a:lnTo>
                    <a:cubicBezTo>
                      <a:pt x="31" y="11"/>
                      <a:pt x="73" y="52"/>
                      <a:pt x="106"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7"/>
              <p:cNvSpPr/>
              <p:nvPr/>
            </p:nvSpPr>
            <p:spPr>
              <a:xfrm rot="-755217">
                <a:off x="9391668" y="3923092"/>
                <a:ext cx="28089" cy="147046"/>
              </a:xfrm>
              <a:custGeom>
                <a:rect b="b" l="l" r="r" t="t"/>
                <a:pathLst>
                  <a:path extrusionOk="0" h="178" w="34">
                    <a:moveTo>
                      <a:pt x="3" y="177"/>
                    </a:moveTo>
                    <a:cubicBezTo>
                      <a:pt x="1" y="164"/>
                      <a:pt x="0" y="151"/>
                      <a:pt x="0" y="137"/>
                    </a:cubicBezTo>
                    <a:cubicBezTo>
                      <a:pt x="0" y="119"/>
                      <a:pt x="2" y="102"/>
                      <a:pt x="5" y="84"/>
                    </a:cubicBezTo>
                    <a:cubicBezTo>
                      <a:pt x="9" y="58"/>
                      <a:pt x="5" y="28"/>
                      <a:pt x="10" y="0"/>
                    </a:cubicBezTo>
                    <a:cubicBezTo>
                      <a:pt x="33" y="61"/>
                      <a:pt x="3" y="119"/>
                      <a:pt x="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7"/>
              <p:cNvSpPr/>
              <p:nvPr/>
            </p:nvSpPr>
            <p:spPr>
              <a:xfrm rot="-755217">
                <a:off x="7680235" y="2028728"/>
                <a:ext cx="111530" cy="45436"/>
              </a:xfrm>
              <a:custGeom>
                <a:rect b="b" l="l" r="r" t="t"/>
                <a:pathLst>
                  <a:path extrusionOk="0" h="55" w="135">
                    <a:moveTo>
                      <a:pt x="5" y="0"/>
                    </a:moveTo>
                    <a:lnTo>
                      <a:pt x="134" y="54"/>
                    </a:lnTo>
                    <a:cubicBezTo>
                      <a:pt x="91" y="53"/>
                      <a:pt x="50" y="40"/>
                      <a:pt x="13" y="20"/>
                    </a:cubicBezTo>
                    <a:cubicBezTo>
                      <a:pt x="8" y="17"/>
                      <a:pt x="4" y="15"/>
                      <a:pt x="0" y="12"/>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7"/>
              <p:cNvSpPr/>
              <p:nvPr/>
            </p:nvSpPr>
            <p:spPr>
              <a:xfrm rot="-755217">
                <a:off x="9313402" y="3488529"/>
                <a:ext cx="76832" cy="104915"/>
              </a:xfrm>
              <a:custGeom>
                <a:rect b="b" l="l" r="r" t="t"/>
                <a:pathLst>
                  <a:path extrusionOk="0" h="127" w="93">
                    <a:moveTo>
                      <a:pt x="92" y="125"/>
                    </a:moveTo>
                    <a:cubicBezTo>
                      <a:pt x="48" y="96"/>
                      <a:pt x="27" y="50"/>
                      <a:pt x="0" y="0"/>
                    </a:cubicBezTo>
                    <a:cubicBezTo>
                      <a:pt x="29" y="26"/>
                      <a:pt x="54" y="57"/>
                      <a:pt x="73" y="91"/>
                    </a:cubicBezTo>
                    <a:cubicBezTo>
                      <a:pt x="80" y="102"/>
                      <a:pt x="86" y="114"/>
                      <a:pt x="91" y="126"/>
                    </a:cubicBezTo>
                    <a:lnTo>
                      <a:pt x="92" y="1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rot="-755217">
                <a:off x="8040737" y="2351279"/>
                <a:ext cx="79310" cy="108220"/>
              </a:xfrm>
              <a:custGeom>
                <a:rect b="b" l="l" r="r" t="t"/>
                <a:pathLst>
                  <a:path extrusionOk="0" h="131" w="96">
                    <a:moveTo>
                      <a:pt x="95" y="129"/>
                    </a:moveTo>
                    <a:cubicBezTo>
                      <a:pt x="51" y="99"/>
                      <a:pt x="31" y="53"/>
                      <a:pt x="0" y="0"/>
                    </a:cubicBezTo>
                    <a:cubicBezTo>
                      <a:pt x="30" y="29"/>
                      <a:pt x="56" y="62"/>
                      <a:pt x="77" y="98"/>
                    </a:cubicBezTo>
                    <a:cubicBezTo>
                      <a:pt x="83" y="108"/>
                      <a:pt x="89" y="119"/>
                      <a:pt x="94" y="130"/>
                    </a:cubicBezTo>
                    <a:lnTo>
                      <a:pt x="95"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7"/>
              <p:cNvSpPr/>
              <p:nvPr/>
            </p:nvSpPr>
            <p:spPr>
              <a:xfrm rot="-755217">
                <a:off x="10050473" y="3481829"/>
                <a:ext cx="94181" cy="91697"/>
              </a:xfrm>
              <a:custGeom>
                <a:rect b="b" l="l" r="r" t="t"/>
                <a:pathLst>
                  <a:path extrusionOk="0" h="111" w="114">
                    <a:moveTo>
                      <a:pt x="113" y="110"/>
                    </a:moveTo>
                    <a:lnTo>
                      <a:pt x="0" y="0"/>
                    </a:lnTo>
                    <a:cubicBezTo>
                      <a:pt x="44" y="29"/>
                      <a:pt x="82" y="67"/>
                      <a:pt x="113"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7"/>
              <p:cNvSpPr/>
              <p:nvPr/>
            </p:nvSpPr>
            <p:spPr>
              <a:xfrm rot="-755217">
                <a:off x="8795205" y="4192326"/>
                <a:ext cx="41307" cy="42131"/>
              </a:xfrm>
              <a:custGeom>
                <a:rect b="b" l="l" r="r" t="t"/>
                <a:pathLst>
                  <a:path extrusionOk="0" h="51" w="50">
                    <a:moveTo>
                      <a:pt x="21" y="49"/>
                    </a:moveTo>
                    <a:cubicBezTo>
                      <a:pt x="18" y="49"/>
                      <a:pt x="15" y="48"/>
                      <a:pt x="12" y="46"/>
                    </a:cubicBezTo>
                    <a:cubicBezTo>
                      <a:pt x="8" y="44"/>
                      <a:pt x="5" y="41"/>
                      <a:pt x="3" y="37"/>
                    </a:cubicBezTo>
                    <a:cubicBezTo>
                      <a:pt x="1" y="33"/>
                      <a:pt x="0" y="29"/>
                      <a:pt x="0" y="25"/>
                    </a:cubicBezTo>
                    <a:cubicBezTo>
                      <a:pt x="0" y="20"/>
                      <a:pt x="1" y="16"/>
                      <a:pt x="3" y="12"/>
                    </a:cubicBezTo>
                    <a:cubicBezTo>
                      <a:pt x="5" y="8"/>
                      <a:pt x="8" y="5"/>
                      <a:pt x="12" y="3"/>
                    </a:cubicBezTo>
                    <a:cubicBezTo>
                      <a:pt x="16" y="1"/>
                      <a:pt x="20" y="0"/>
                      <a:pt x="24" y="0"/>
                    </a:cubicBezTo>
                    <a:cubicBezTo>
                      <a:pt x="25" y="0"/>
                      <a:pt x="26" y="0"/>
                      <a:pt x="26" y="0"/>
                    </a:cubicBezTo>
                    <a:cubicBezTo>
                      <a:pt x="30" y="0"/>
                      <a:pt x="34" y="1"/>
                      <a:pt x="37" y="3"/>
                    </a:cubicBezTo>
                    <a:cubicBezTo>
                      <a:pt x="41" y="5"/>
                      <a:pt x="44" y="8"/>
                      <a:pt x="46" y="11"/>
                    </a:cubicBezTo>
                    <a:cubicBezTo>
                      <a:pt x="48" y="14"/>
                      <a:pt x="49" y="18"/>
                      <a:pt x="49" y="22"/>
                    </a:cubicBezTo>
                    <a:cubicBezTo>
                      <a:pt x="49" y="24"/>
                      <a:pt x="48" y="25"/>
                      <a:pt x="48" y="26"/>
                    </a:cubicBezTo>
                    <a:cubicBezTo>
                      <a:pt x="48" y="30"/>
                      <a:pt x="47" y="34"/>
                      <a:pt x="45" y="37"/>
                    </a:cubicBezTo>
                    <a:cubicBezTo>
                      <a:pt x="43" y="41"/>
                      <a:pt x="40" y="44"/>
                      <a:pt x="36" y="46"/>
                    </a:cubicBezTo>
                    <a:cubicBezTo>
                      <a:pt x="32" y="48"/>
                      <a:pt x="28" y="50"/>
                      <a:pt x="24" y="50"/>
                    </a:cubicBezTo>
                    <a:cubicBezTo>
                      <a:pt x="23" y="50"/>
                      <a:pt x="22" y="50"/>
                      <a:pt x="21"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rot="-755217">
                <a:off x="9021644" y="3842851"/>
                <a:ext cx="50395" cy="46262"/>
              </a:xfrm>
              <a:custGeom>
                <a:rect b="b" l="l" r="r" t="t"/>
                <a:pathLst>
                  <a:path extrusionOk="0" h="56" w="61">
                    <a:moveTo>
                      <a:pt x="15" y="0"/>
                    </a:moveTo>
                    <a:cubicBezTo>
                      <a:pt x="17" y="1"/>
                      <a:pt x="20" y="3"/>
                      <a:pt x="23" y="4"/>
                    </a:cubicBezTo>
                    <a:cubicBezTo>
                      <a:pt x="37" y="12"/>
                      <a:pt x="49" y="24"/>
                      <a:pt x="56" y="37"/>
                    </a:cubicBezTo>
                    <a:cubicBezTo>
                      <a:pt x="58" y="40"/>
                      <a:pt x="59" y="42"/>
                      <a:pt x="60" y="45"/>
                    </a:cubicBezTo>
                    <a:cubicBezTo>
                      <a:pt x="60" y="48"/>
                      <a:pt x="58" y="53"/>
                      <a:pt x="56" y="54"/>
                    </a:cubicBezTo>
                    <a:cubicBezTo>
                      <a:pt x="52" y="55"/>
                      <a:pt x="48" y="55"/>
                      <a:pt x="44" y="55"/>
                    </a:cubicBezTo>
                    <a:cubicBezTo>
                      <a:pt x="36" y="55"/>
                      <a:pt x="27" y="53"/>
                      <a:pt x="20" y="49"/>
                    </a:cubicBezTo>
                    <a:cubicBezTo>
                      <a:pt x="17" y="47"/>
                      <a:pt x="14" y="45"/>
                      <a:pt x="12" y="43"/>
                    </a:cubicBezTo>
                    <a:cubicBezTo>
                      <a:pt x="8" y="41"/>
                      <a:pt x="5" y="38"/>
                      <a:pt x="3" y="34"/>
                    </a:cubicBezTo>
                    <a:cubicBezTo>
                      <a:pt x="1" y="30"/>
                      <a:pt x="0" y="27"/>
                      <a:pt x="0" y="23"/>
                    </a:cubicBezTo>
                    <a:cubicBezTo>
                      <a:pt x="0" y="19"/>
                      <a:pt x="1" y="15"/>
                      <a:pt x="3" y="11"/>
                    </a:cubicBezTo>
                    <a:cubicBezTo>
                      <a:pt x="3" y="11"/>
                      <a:pt x="4" y="11"/>
                      <a:pt x="4" y="10"/>
                    </a:cubicBezTo>
                    <a:cubicBezTo>
                      <a:pt x="6" y="5"/>
                      <a:pt x="12" y="2"/>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rot="-755217">
                <a:off x="9413330" y="2835733"/>
                <a:ext cx="81789" cy="90871"/>
              </a:xfrm>
              <a:custGeom>
                <a:rect b="b" l="l" r="r" t="t"/>
                <a:pathLst>
                  <a:path extrusionOk="0" h="110" w="99">
                    <a:moveTo>
                      <a:pt x="97" y="109"/>
                    </a:moveTo>
                    <a:cubicBezTo>
                      <a:pt x="56" y="81"/>
                      <a:pt x="38" y="32"/>
                      <a:pt x="0" y="0"/>
                    </a:cubicBezTo>
                    <a:cubicBezTo>
                      <a:pt x="36" y="11"/>
                      <a:pt x="71" y="50"/>
                      <a:pt x="98" y="108"/>
                    </a:cubicBezTo>
                    <a:lnTo>
                      <a:pt x="97" y="10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rot="-755217">
                <a:off x="8213859" y="2210457"/>
                <a:ext cx="81789" cy="82610"/>
              </a:xfrm>
              <a:custGeom>
                <a:rect b="b" l="l" r="r" t="t"/>
                <a:pathLst>
                  <a:path extrusionOk="0" h="100" w="99">
                    <a:moveTo>
                      <a:pt x="0" y="0"/>
                    </a:moveTo>
                    <a:cubicBezTo>
                      <a:pt x="40" y="26"/>
                      <a:pt x="73" y="59"/>
                      <a:pt x="98" y="99"/>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7"/>
              <p:cNvSpPr/>
              <p:nvPr/>
            </p:nvSpPr>
            <p:spPr>
              <a:xfrm rot="-755217">
                <a:off x="7678424" y="1945679"/>
                <a:ext cx="97485" cy="14870"/>
              </a:xfrm>
              <a:custGeom>
                <a:rect b="b" l="l" r="r" t="t"/>
                <a:pathLst>
                  <a:path extrusionOk="0" h="18" w="118">
                    <a:moveTo>
                      <a:pt x="0" y="15"/>
                    </a:moveTo>
                    <a:cubicBezTo>
                      <a:pt x="18" y="5"/>
                      <a:pt x="38" y="0"/>
                      <a:pt x="59" y="0"/>
                    </a:cubicBezTo>
                    <a:cubicBezTo>
                      <a:pt x="79" y="0"/>
                      <a:pt x="99" y="5"/>
                      <a:pt x="117" y="15"/>
                    </a:cubicBezTo>
                    <a:cubicBezTo>
                      <a:pt x="77" y="13"/>
                      <a:pt x="39" y="17"/>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7"/>
              <p:cNvSpPr/>
              <p:nvPr/>
            </p:nvSpPr>
            <p:spPr>
              <a:xfrm rot="-755217">
                <a:off x="8981187" y="4197764"/>
                <a:ext cx="52873" cy="42957"/>
              </a:xfrm>
              <a:custGeom>
                <a:rect b="b" l="l" r="r" t="t"/>
                <a:pathLst>
                  <a:path extrusionOk="0" h="52" w="64">
                    <a:moveTo>
                      <a:pt x="20" y="51"/>
                    </a:moveTo>
                    <a:cubicBezTo>
                      <a:pt x="16" y="51"/>
                      <a:pt x="6" y="51"/>
                      <a:pt x="3" y="40"/>
                    </a:cubicBezTo>
                    <a:cubicBezTo>
                      <a:pt x="0" y="29"/>
                      <a:pt x="9" y="24"/>
                      <a:pt x="17" y="20"/>
                    </a:cubicBezTo>
                    <a:cubicBezTo>
                      <a:pt x="30" y="15"/>
                      <a:pt x="41" y="0"/>
                      <a:pt x="57" y="13"/>
                    </a:cubicBezTo>
                    <a:cubicBezTo>
                      <a:pt x="59" y="14"/>
                      <a:pt x="59" y="16"/>
                      <a:pt x="61" y="18"/>
                    </a:cubicBezTo>
                    <a:cubicBezTo>
                      <a:pt x="62" y="20"/>
                      <a:pt x="63" y="23"/>
                      <a:pt x="63" y="26"/>
                    </a:cubicBezTo>
                    <a:cubicBezTo>
                      <a:pt x="63" y="28"/>
                      <a:pt x="63" y="30"/>
                      <a:pt x="62" y="32"/>
                    </a:cubicBezTo>
                    <a:cubicBezTo>
                      <a:pt x="55" y="47"/>
                      <a:pt x="40" y="50"/>
                      <a:pt x="20"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rot="-755217">
                <a:off x="8892510" y="3893143"/>
                <a:ext cx="47917" cy="47914"/>
              </a:xfrm>
              <a:custGeom>
                <a:rect b="b" l="l" r="r" t="t"/>
                <a:pathLst>
                  <a:path extrusionOk="0" h="58" w="58">
                    <a:moveTo>
                      <a:pt x="54" y="55"/>
                    </a:moveTo>
                    <a:cubicBezTo>
                      <a:pt x="51" y="56"/>
                      <a:pt x="48" y="57"/>
                      <a:pt x="45" y="57"/>
                    </a:cubicBezTo>
                    <a:cubicBezTo>
                      <a:pt x="40" y="57"/>
                      <a:pt x="35" y="55"/>
                      <a:pt x="30" y="53"/>
                    </a:cubicBezTo>
                    <a:cubicBezTo>
                      <a:pt x="27" y="51"/>
                      <a:pt x="24" y="48"/>
                      <a:pt x="22" y="46"/>
                    </a:cubicBezTo>
                    <a:cubicBezTo>
                      <a:pt x="10" y="36"/>
                      <a:pt x="0" y="25"/>
                      <a:pt x="6" y="9"/>
                    </a:cubicBezTo>
                    <a:lnTo>
                      <a:pt x="6" y="8"/>
                    </a:lnTo>
                    <a:cubicBezTo>
                      <a:pt x="8" y="6"/>
                      <a:pt x="10" y="4"/>
                      <a:pt x="12" y="2"/>
                    </a:cubicBezTo>
                    <a:cubicBezTo>
                      <a:pt x="14" y="1"/>
                      <a:pt x="16" y="1"/>
                      <a:pt x="18" y="0"/>
                    </a:cubicBezTo>
                    <a:cubicBezTo>
                      <a:pt x="34" y="0"/>
                      <a:pt x="33" y="16"/>
                      <a:pt x="40" y="27"/>
                    </a:cubicBezTo>
                    <a:cubicBezTo>
                      <a:pt x="46" y="38"/>
                      <a:pt x="57" y="41"/>
                      <a:pt x="5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rot="-755217">
                <a:off x="9040458" y="3271175"/>
                <a:ext cx="80962" cy="88393"/>
              </a:xfrm>
              <a:custGeom>
                <a:rect b="b" l="l" r="r" t="t"/>
                <a:pathLst>
                  <a:path extrusionOk="0" h="107" w="98">
                    <a:moveTo>
                      <a:pt x="4" y="0"/>
                    </a:moveTo>
                    <a:cubicBezTo>
                      <a:pt x="41" y="30"/>
                      <a:pt x="72" y="66"/>
                      <a:pt x="97" y="106"/>
                    </a:cubicBezTo>
                    <a:cubicBezTo>
                      <a:pt x="58" y="78"/>
                      <a:pt x="25" y="43"/>
                      <a:pt x="0" y="2"/>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rot="-755217">
                <a:off x="7833061" y="2086120"/>
                <a:ext cx="76006" cy="75175"/>
              </a:xfrm>
              <a:custGeom>
                <a:rect b="b" l="l" r="r" t="t"/>
                <a:pathLst>
                  <a:path extrusionOk="0" h="91" w="92">
                    <a:moveTo>
                      <a:pt x="88" y="90"/>
                    </a:moveTo>
                    <a:lnTo>
                      <a:pt x="74" y="79"/>
                    </a:lnTo>
                    <a:cubicBezTo>
                      <a:pt x="57" y="67"/>
                      <a:pt x="44" y="49"/>
                      <a:pt x="22" y="45"/>
                    </a:cubicBezTo>
                    <a:lnTo>
                      <a:pt x="24" y="47"/>
                    </a:lnTo>
                    <a:cubicBezTo>
                      <a:pt x="26" y="30"/>
                      <a:pt x="0" y="25"/>
                      <a:pt x="7" y="0"/>
                    </a:cubicBezTo>
                    <a:lnTo>
                      <a:pt x="91" y="76"/>
                    </a:lnTo>
                    <a:lnTo>
                      <a:pt x="88" y="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7"/>
              <p:cNvSpPr/>
              <p:nvPr/>
            </p:nvSpPr>
            <p:spPr>
              <a:xfrm rot="-755217">
                <a:off x="10016904" y="3648948"/>
                <a:ext cx="90050" cy="94176"/>
              </a:xfrm>
              <a:custGeom>
                <a:rect b="b" l="l" r="r" t="t"/>
                <a:pathLst>
                  <a:path extrusionOk="0" h="114" w="109">
                    <a:moveTo>
                      <a:pt x="105" y="113"/>
                    </a:moveTo>
                    <a:cubicBezTo>
                      <a:pt x="67" y="79"/>
                      <a:pt x="32" y="41"/>
                      <a:pt x="0" y="0"/>
                    </a:cubicBezTo>
                    <a:cubicBezTo>
                      <a:pt x="2" y="1"/>
                      <a:pt x="3" y="2"/>
                      <a:pt x="4" y="3"/>
                    </a:cubicBezTo>
                    <a:cubicBezTo>
                      <a:pt x="46" y="27"/>
                      <a:pt x="81" y="61"/>
                      <a:pt x="104" y="102"/>
                    </a:cubicBezTo>
                    <a:cubicBezTo>
                      <a:pt x="106" y="105"/>
                      <a:pt x="107" y="107"/>
                      <a:pt x="108" y="110"/>
                    </a:cubicBezTo>
                    <a:lnTo>
                      <a:pt x="105" y="1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7"/>
              <p:cNvSpPr/>
              <p:nvPr/>
            </p:nvSpPr>
            <p:spPr>
              <a:xfrm rot="-755217">
                <a:off x="9198644" y="3639030"/>
                <a:ext cx="78484" cy="87567"/>
              </a:xfrm>
              <a:custGeom>
                <a:rect b="b" l="l" r="r" t="t"/>
                <a:pathLst>
                  <a:path extrusionOk="0" h="106" w="95">
                    <a:moveTo>
                      <a:pt x="0" y="0"/>
                    </a:moveTo>
                    <a:cubicBezTo>
                      <a:pt x="38" y="28"/>
                      <a:pt x="70" y="64"/>
                      <a:pt x="94" y="105"/>
                    </a:cubicBezTo>
                    <a:cubicBezTo>
                      <a:pt x="58" y="74"/>
                      <a:pt x="19" y="4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rot="-755217">
                <a:off x="8445714" y="3918928"/>
                <a:ext cx="51221" cy="50392"/>
              </a:xfrm>
              <a:custGeom>
                <a:rect b="b" l="l" r="r" t="t"/>
                <a:pathLst>
                  <a:path extrusionOk="0" h="61" w="62">
                    <a:moveTo>
                      <a:pt x="61" y="57"/>
                    </a:moveTo>
                    <a:cubicBezTo>
                      <a:pt x="55" y="59"/>
                      <a:pt x="48" y="60"/>
                      <a:pt x="42" y="60"/>
                    </a:cubicBezTo>
                    <a:cubicBezTo>
                      <a:pt x="34" y="60"/>
                      <a:pt x="25" y="57"/>
                      <a:pt x="18" y="54"/>
                    </a:cubicBezTo>
                    <a:cubicBezTo>
                      <a:pt x="14" y="51"/>
                      <a:pt x="11" y="49"/>
                      <a:pt x="8" y="46"/>
                    </a:cubicBezTo>
                    <a:cubicBezTo>
                      <a:pt x="6" y="44"/>
                      <a:pt x="5" y="43"/>
                      <a:pt x="3" y="41"/>
                    </a:cubicBezTo>
                    <a:cubicBezTo>
                      <a:pt x="1" y="37"/>
                      <a:pt x="0" y="33"/>
                      <a:pt x="0" y="29"/>
                    </a:cubicBezTo>
                    <a:cubicBezTo>
                      <a:pt x="0" y="25"/>
                      <a:pt x="1" y="21"/>
                      <a:pt x="3" y="18"/>
                    </a:cubicBezTo>
                    <a:cubicBezTo>
                      <a:pt x="5" y="14"/>
                      <a:pt x="8" y="12"/>
                      <a:pt x="12" y="10"/>
                    </a:cubicBezTo>
                    <a:lnTo>
                      <a:pt x="13" y="9"/>
                    </a:lnTo>
                    <a:cubicBezTo>
                      <a:pt x="26" y="0"/>
                      <a:pt x="33" y="9"/>
                      <a:pt x="34" y="22"/>
                    </a:cubicBezTo>
                    <a:cubicBezTo>
                      <a:pt x="35" y="39"/>
                      <a:pt x="57" y="38"/>
                      <a:pt x="61"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7"/>
              <p:cNvSpPr/>
              <p:nvPr/>
            </p:nvSpPr>
            <p:spPr>
              <a:xfrm rot="-755217">
                <a:off x="8405450" y="2449108"/>
                <a:ext cx="77658" cy="78480"/>
              </a:xfrm>
              <a:custGeom>
                <a:rect b="b" l="l" r="r" t="t"/>
                <a:pathLst>
                  <a:path extrusionOk="0" h="95" w="94">
                    <a:moveTo>
                      <a:pt x="58" y="38"/>
                    </a:moveTo>
                    <a:cubicBezTo>
                      <a:pt x="67" y="58"/>
                      <a:pt x="93" y="68"/>
                      <a:pt x="93" y="94"/>
                    </a:cubicBezTo>
                    <a:cubicBezTo>
                      <a:pt x="58" y="74"/>
                      <a:pt x="37" y="40"/>
                      <a:pt x="9" y="13"/>
                    </a:cubicBezTo>
                    <a:cubicBezTo>
                      <a:pt x="0" y="4"/>
                      <a:pt x="16" y="1"/>
                      <a:pt x="24" y="0"/>
                    </a:cubicBezTo>
                    <a:lnTo>
                      <a:pt x="5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7"/>
              <p:cNvSpPr/>
              <p:nvPr/>
            </p:nvSpPr>
            <p:spPr>
              <a:xfrm rot="-755217">
                <a:off x="8743309" y="3931957"/>
                <a:ext cx="43786" cy="44610"/>
              </a:xfrm>
              <a:custGeom>
                <a:rect b="b" l="l" r="r" t="t"/>
                <a:pathLst>
                  <a:path extrusionOk="0" h="54" w="53">
                    <a:moveTo>
                      <a:pt x="10" y="53"/>
                    </a:moveTo>
                    <a:cubicBezTo>
                      <a:pt x="5" y="51"/>
                      <a:pt x="0" y="49"/>
                      <a:pt x="0" y="43"/>
                    </a:cubicBezTo>
                    <a:cubicBezTo>
                      <a:pt x="0" y="29"/>
                      <a:pt x="25" y="0"/>
                      <a:pt x="36" y="0"/>
                    </a:cubicBezTo>
                    <a:lnTo>
                      <a:pt x="37" y="0"/>
                    </a:lnTo>
                    <a:cubicBezTo>
                      <a:pt x="39" y="0"/>
                      <a:pt x="41" y="0"/>
                      <a:pt x="44" y="2"/>
                    </a:cubicBezTo>
                    <a:cubicBezTo>
                      <a:pt x="47" y="4"/>
                      <a:pt x="49" y="6"/>
                      <a:pt x="50" y="8"/>
                    </a:cubicBezTo>
                    <a:cubicBezTo>
                      <a:pt x="51" y="10"/>
                      <a:pt x="52" y="13"/>
                      <a:pt x="52" y="16"/>
                    </a:cubicBezTo>
                    <a:cubicBezTo>
                      <a:pt x="52" y="17"/>
                      <a:pt x="52" y="17"/>
                      <a:pt x="52" y="18"/>
                    </a:cubicBezTo>
                    <a:cubicBezTo>
                      <a:pt x="51" y="22"/>
                      <a:pt x="49" y="26"/>
                      <a:pt x="47" y="30"/>
                    </a:cubicBezTo>
                    <a:cubicBezTo>
                      <a:pt x="43" y="37"/>
                      <a:pt x="37" y="43"/>
                      <a:pt x="30" y="47"/>
                    </a:cubicBezTo>
                    <a:cubicBezTo>
                      <a:pt x="24" y="51"/>
                      <a:pt x="17" y="53"/>
                      <a:pt x="10"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rot="-755217">
                <a:off x="8867026" y="4259896"/>
                <a:ext cx="35524" cy="42957"/>
              </a:xfrm>
              <a:custGeom>
                <a:rect b="b" l="l" r="r" t="t"/>
                <a:pathLst>
                  <a:path extrusionOk="0" h="52" w="43">
                    <a:moveTo>
                      <a:pt x="41" y="31"/>
                    </a:moveTo>
                    <a:cubicBezTo>
                      <a:pt x="41" y="38"/>
                      <a:pt x="42" y="50"/>
                      <a:pt x="30" y="51"/>
                    </a:cubicBezTo>
                    <a:cubicBezTo>
                      <a:pt x="29" y="51"/>
                      <a:pt x="29" y="51"/>
                      <a:pt x="28" y="51"/>
                    </a:cubicBezTo>
                    <a:cubicBezTo>
                      <a:pt x="23" y="51"/>
                      <a:pt x="18" y="50"/>
                      <a:pt x="14" y="47"/>
                    </a:cubicBezTo>
                    <a:cubicBezTo>
                      <a:pt x="10" y="45"/>
                      <a:pt x="7" y="41"/>
                      <a:pt x="4" y="37"/>
                    </a:cubicBezTo>
                    <a:cubicBezTo>
                      <a:pt x="2" y="34"/>
                      <a:pt x="1" y="30"/>
                      <a:pt x="0" y="26"/>
                    </a:cubicBezTo>
                    <a:cubicBezTo>
                      <a:pt x="0" y="24"/>
                      <a:pt x="0" y="23"/>
                      <a:pt x="0" y="22"/>
                    </a:cubicBezTo>
                    <a:cubicBezTo>
                      <a:pt x="0" y="18"/>
                      <a:pt x="1" y="15"/>
                      <a:pt x="3" y="12"/>
                    </a:cubicBezTo>
                    <a:cubicBezTo>
                      <a:pt x="5" y="9"/>
                      <a:pt x="7" y="7"/>
                      <a:pt x="10" y="5"/>
                    </a:cubicBezTo>
                    <a:cubicBezTo>
                      <a:pt x="12" y="4"/>
                      <a:pt x="15" y="3"/>
                      <a:pt x="17" y="2"/>
                    </a:cubicBezTo>
                    <a:cubicBezTo>
                      <a:pt x="36" y="0"/>
                      <a:pt x="41" y="14"/>
                      <a:pt x="4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rot="-755217">
                <a:off x="8820217" y="3951995"/>
                <a:ext cx="50395" cy="33044"/>
              </a:xfrm>
              <a:custGeom>
                <a:rect b="b" l="l" r="r" t="t"/>
                <a:pathLst>
                  <a:path extrusionOk="0" h="40" w="61">
                    <a:moveTo>
                      <a:pt x="60" y="30"/>
                    </a:moveTo>
                    <a:cubicBezTo>
                      <a:pt x="59" y="31"/>
                      <a:pt x="57" y="32"/>
                      <a:pt x="55" y="33"/>
                    </a:cubicBezTo>
                    <a:cubicBezTo>
                      <a:pt x="48" y="37"/>
                      <a:pt x="40" y="39"/>
                      <a:pt x="32" y="39"/>
                    </a:cubicBezTo>
                    <a:cubicBezTo>
                      <a:pt x="25" y="39"/>
                      <a:pt x="17" y="38"/>
                      <a:pt x="11" y="34"/>
                    </a:cubicBezTo>
                    <a:cubicBezTo>
                      <a:pt x="10" y="34"/>
                      <a:pt x="9" y="33"/>
                      <a:pt x="8" y="33"/>
                    </a:cubicBezTo>
                    <a:cubicBezTo>
                      <a:pt x="6" y="32"/>
                      <a:pt x="4" y="30"/>
                      <a:pt x="2" y="27"/>
                    </a:cubicBezTo>
                    <a:cubicBezTo>
                      <a:pt x="0" y="24"/>
                      <a:pt x="0" y="22"/>
                      <a:pt x="0" y="19"/>
                    </a:cubicBezTo>
                    <a:cubicBezTo>
                      <a:pt x="0" y="16"/>
                      <a:pt x="1" y="14"/>
                      <a:pt x="2" y="11"/>
                    </a:cubicBezTo>
                    <a:cubicBezTo>
                      <a:pt x="2" y="10"/>
                      <a:pt x="3" y="9"/>
                      <a:pt x="4" y="8"/>
                    </a:cubicBezTo>
                    <a:cubicBezTo>
                      <a:pt x="5" y="5"/>
                      <a:pt x="6" y="3"/>
                      <a:pt x="9" y="2"/>
                    </a:cubicBezTo>
                    <a:cubicBezTo>
                      <a:pt x="12" y="1"/>
                      <a:pt x="14" y="0"/>
                      <a:pt x="17" y="0"/>
                    </a:cubicBezTo>
                    <a:cubicBezTo>
                      <a:pt x="19" y="0"/>
                      <a:pt x="22" y="0"/>
                      <a:pt x="24" y="2"/>
                    </a:cubicBezTo>
                    <a:cubicBezTo>
                      <a:pt x="36" y="8"/>
                      <a:pt x="52" y="12"/>
                      <a:pt x="6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rot="-755217">
                <a:off x="9035146" y="4130633"/>
                <a:ext cx="38829" cy="47914"/>
              </a:xfrm>
              <a:custGeom>
                <a:rect b="b" l="l" r="r" t="t"/>
                <a:pathLst>
                  <a:path extrusionOk="0" h="58" w="47">
                    <a:moveTo>
                      <a:pt x="46" y="21"/>
                    </a:moveTo>
                    <a:cubicBezTo>
                      <a:pt x="45" y="26"/>
                      <a:pt x="43" y="31"/>
                      <a:pt x="40" y="36"/>
                    </a:cubicBezTo>
                    <a:cubicBezTo>
                      <a:pt x="37" y="42"/>
                      <a:pt x="31" y="48"/>
                      <a:pt x="25" y="51"/>
                    </a:cubicBezTo>
                    <a:cubicBezTo>
                      <a:pt x="21" y="54"/>
                      <a:pt x="16" y="56"/>
                      <a:pt x="11" y="57"/>
                    </a:cubicBezTo>
                    <a:lnTo>
                      <a:pt x="10" y="57"/>
                    </a:lnTo>
                    <a:cubicBezTo>
                      <a:pt x="8" y="57"/>
                      <a:pt x="7" y="56"/>
                      <a:pt x="5" y="55"/>
                    </a:cubicBezTo>
                    <a:cubicBezTo>
                      <a:pt x="3" y="54"/>
                      <a:pt x="2" y="53"/>
                      <a:pt x="1" y="51"/>
                    </a:cubicBezTo>
                    <a:cubicBezTo>
                      <a:pt x="0" y="49"/>
                      <a:pt x="0" y="48"/>
                      <a:pt x="0" y="46"/>
                    </a:cubicBezTo>
                    <a:cubicBezTo>
                      <a:pt x="0" y="44"/>
                      <a:pt x="0" y="43"/>
                      <a:pt x="1" y="41"/>
                    </a:cubicBezTo>
                    <a:cubicBezTo>
                      <a:pt x="9" y="26"/>
                      <a:pt x="5" y="1"/>
                      <a:pt x="30" y="0"/>
                    </a:cubicBezTo>
                    <a:cubicBezTo>
                      <a:pt x="41" y="0"/>
                      <a:pt x="44" y="10"/>
                      <a:pt x="4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7"/>
              <p:cNvSpPr/>
              <p:nvPr/>
            </p:nvSpPr>
            <p:spPr>
              <a:xfrm rot="-755217">
                <a:off x="8594426" y="3072400"/>
                <a:ext cx="84267" cy="84263"/>
              </a:xfrm>
              <a:custGeom>
                <a:rect b="b" l="l" r="r" t="t"/>
                <a:pathLst>
                  <a:path extrusionOk="0" h="102" w="102">
                    <a:moveTo>
                      <a:pt x="4" y="0"/>
                    </a:moveTo>
                    <a:cubicBezTo>
                      <a:pt x="42" y="27"/>
                      <a:pt x="75" y="62"/>
                      <a:pt x="101" y="101"/>
                    </a:cubicBezTo>
                    <a:cubicBezTo>
                      <a:pt x="97" y="99"/>
                      <a:pt x="93" y="96"/>
                      <a:pt x="89" y="94"/>
                    </a:cubicBezTo>
                    <a:cubicBezTo>
                      <a:pt x="54" y="74"/>
                      <a:pt x="24" y="45"/>
                      <a:pt x="4" y="10"/>
                    </a:cubicBezTo>
                    <a:cubicBezTo>
                      <a:pt x="3" y="7"/>
                      <a:pt x="2" y="5"/>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7"/>
              <p:cNvSpPr/>
              <p:nvPr/>
            </p:nvSpPr>
            <p:spPr>
              <a:xfrm rot="-755217">
                <a:off x="8693390" y="3187655"/>
                <a:ext cx="76006" cy="96654"/>
              </a:xfrm>
              <a:custGeom>
                <a:rect b="b" l="l" r="r" t="t"/>
                <a:pathLst>
                  <a:path extrusionOk="0" h="117" w="92">
                    <a:moveTo>
                      <a:pt x="11" y="0"/>
                    </a:moveTo>
                    <a:cubicBezTo>
                      <a:pt x="28" y="46"/>
                      <a:pt x="69" y="74"/>
                      <a:pt x="91" y="116"/>
                    </a:cubicBezTo>
                    <a:cubicBezTo>
                      <a:pt x="46" y="98"/>
                      <a:pt x="26" y="58"/>
                      <a:pt x="4" y="20"/>
                    </a:cubicBezTo>
                    <a:cubicBezTo>
                      <a:pt x="0" y="13"/>
                      <a:pt x="5" y="6"/>
                      <a:pt x="10"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rot="-755217">
                <a:off x="8461151" y="3502144"/>
                <a:ext cx="44612" cy="37175"/>
              </a:xfrm>
              <a:custGeom>
                <a:rect b="b" l="l" r="r" t="t"/>
                <a:pathLst>
                  <a:path extrusionOk="0" h="45" w="54">
                    <a:moveTo>
                      <a:pt x="20" y="44"/>
                    </a:moveTo>
                    <a:cubicBezTo>
                      <a:pt x="19" y="44"/>
                      <a:pt x="18" y="44"/>
                      <a:pt x="17" y="44"/>
                    </a:cubicBezTo>
                    <a:cubicBezTo>
                      <a:pt x="14" y="44"/>
                      <a:pt x="12" y="43"/>
                      <a:pt x="9" y="42"/>
                    </a:cubicBezTo>
                    <a:cubicBezTo>
                      <a:pt x="6" y="40"/>
                      <a:pt x="4" y="38"/>
                      <a:pt x="2" y="35"/>
                    </a:cubicBezTo>
                    <a:cubicBezTo>
                      <a:pt x="0" y="32"/>
                      <a:pt x="0" y="30"/>
                      <a:pt x="0" y="27"/>
                    </a:cubicBezTo>
                    <a:cubicBezTo>
                      <a:pt x="0" y="25"/>
                      <a:pt x="0" y="24"/>
                      <a:pt x="0" y="23"/>
                    </a:cubicBezTo>
                    <a:lnTo>
                      <a:pt x="0" y="22"/>
                    </a:lnTo>
                    <a:cubicBezTo>
                      <a:pt x="0" y="18"/>
                      <a:pt x="1" y="14"/>
                      <a:pt x="3" y="11"/>
                    </a:cubicBezTo>
                    <a:cubicBezTo>
                      <a:pt x="5" y="8"/>
                      <a:pt x="7" y="5"/>
                      <a:pt x="11" y="3"/>
                    </a:cubicBezTo>
                    <a:cubicBezTo>
                      <a:pt x="15" y="1"/>
                      <a:pt x="18" y="0"/>
                      <a:pt x="22" y="0"/>
                    </a:cubicBezTo>
                    <a:cubicBezTo>
                      <a:pt x="24" y="0"/>
                      <a:pt x="25" y="0"/>
                      <a:pt x="27" y="0"/>
                    </a:cubicBezTo>
                    <a:cubicBezTo>
                      <a:pt x="40" y="2"/>
                      <a:pt x="53" y="10"/>
                      <a:pt x="53" y="23"/>
                    </a:cubicBezTo>
                    <a:cubicBezTo>
                      <a:pt x="53" y="43"/>
                      <a:pt x="31" y="37"/>
                      <a:pt x="20"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7"/>
              <p:cNvSpPr/>
              <p:nvPr/>
            </p:nvSpPr>
            <p:spPr>
              <a:xfrm rot="-755217">
                <a:off x="7987931" y="1819580"/>
                <a:ext cx="118139" cy="42131"/>
              </a:xfrm>
              <a:custGeom>
                <a:rect b="b" l="l" r="r" t="t"/>
                <a:pathLst>
                  <a:path extrusionOk="0" h="51" w="143">
                    <a:moveTo>
                      <a:pt x="142" y="49"/>
                    </a:moveTo>
                    <a:cubicBezTo>
                      <a:pt x="92" y="40"/>
                      <a:pt x="44" y="24"/>
                      <a:pt x="0" y="0"/>
                    </a:cubicBezTo>
                    <a:cubicBezTo>
                      <a:pt x="43" y="3"/>
                      <a:pt x="84" y="16"/>
                      <a:pt x="121" y="37"/>
                    </a:cubicBezTo>
                    <a:cubicBezTo>
                      <a:pt x="128" y="41"/>
                      <a:pt x="134" y="45"/>
                      <a:pt x="141" y="50"/>
                    </a:cubicBezTo>
                    <a:lnTo>
                      <a:pt x="142"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7"/>
              <p:cNvSpPr/>
              <p:nvPr/>
            </p:nvSpPr>
            <p:spPr>
              <a:xfrm rot="-755217">
                <a:off x="9274442" y="4220626"/>
                <a:ext cx="42134" cy="39653"/>
              </a:xfrm>
              <a:custGeom>
                <a:rect b="b" l="l" r="r" t="t"/>
                <a:pathLst>
                  <a:path extrusionOk="0" h="48" w="51">
                    <a:moveTo>
                      <a:pt x="19" y="47"/>
                    </a:moveTo>
                    <a:cubicBezTo>
                      <a:pt x="16" y="46"/>
                      <a:pt x="13" y="45"/>
                      <a:pt x="10" y="44"/>
                    </a:cubicBezTo>
                    <a:cubicBezTo>
                      <a:pt x="7" y="42"/>
                      <a:pt x="5" y="40"/>
                      <a:pt x="3" y="37"/>
                    </a:cubicBezTo>
                    <a:cubicBezTo>
                      <a:pt x="1" y="34"/>
                      <a:pt x="0" y="30"/>
                      <a:pt x="0" y="27"/>
                    </a:cubicBezTo>
                    <a:cubicBezTo>
                      <a:pt x="0" y="26"/>
                      <a:pt x="0" y="25"/>
                      <a:pt x="0" y="25"/>
                    </a:cubicBezTo>
                    <a:cubicBezTo>
                      <a:pt x="0" y="6"/>
                      <a:pt x="13" y="0"/>
                      <a:pt x="29" y="0"/>
                    </a:cubicBezTo>
                    <a:cubicBezTo>
                      <a:pt x="30" y="0"/>
                      <a:pt x="30" y="0"/>
                      <a:pt x="31" y="0"/>
                    </a:cubicBezTo>
                    <a:cubicBezTo>
                      <a:pt x="34" y="0"/>
                      <a:pt x="38" y="1"/>
                      <a:pt x="41" y="3"/>
                    </a:cubicBezTo>
                    <a:cubicBezTo>
                      <a:pt x="44" y="5"/>
                      <a:pt x="46" y="7"/>
                      <a:pt x="48" y="10"/>
                    </a:cubicBezTo>
                    <a:cubicBezTo>
                      <a:pt x="50" y="13"/>
                      <a:pt x="50" y="16"/>
                      <a:pt x="50" y="19"/>
                    </a:cubicBezTo>
                    <a:cubicBezTo>
                      <a:pt x="50" y="20"/>
                      <a:pt x="50" y="20"/>
                      <a:pt x="50" y="21"/>
                    </a:cubicBezTo>
                    <a:cubicBezTo>
                      <a:pt x="50" y="25"/>
                      <a:pt x="48" y="29"/>
                      <a:pt x="46" y="32"/>
                    </a:cubicBezTo>
                    <a:cubicBezTo>
                      <a:pt x="44" y="37"/>
                      <a:pt x="41" y="40"/>
                      <a:pt x="36" y="43"/>
                    </a:cubicBezTo>
                    <a:cubicBezTo>
                      <a:pt x="31" y="46"/>
                      <a:pt x="26" y="47"/>
                      <a:pt x="21" y="47"/>
                    </a:cubicBezTo>
                    <a:cubicBezTo>
                      <a:pt x="20" y="47"/>
                      <a:pt x="19" y="47"/>
                      <a:pt x="1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7"/>
              <p:cNvSpPr/>
              <p:nvPr/>
            </p:nvSpPr>
            <p:spPr>
              <a:xfrm rot="-755217">
                <a:off x="9703557" y="3340003"/>
                <a:ext cx="71049" cy="83436"/>
              </a:xfrm>
              <a:custGeom>
                <a:rect b="b" l="l" r="r" t="t"/>
                <a:pathLst>
                  <a:path extrusionOk="0" h="101" w="86">
                    <a:moveTo>
                      <a:pt x="85" y="99"/>
                    </a:moveTo>
                    <a:cubicBezTo>
                      <a:pt x="43" y="77"/>
                      <a:pt x="23" y="37"/>
                      <a:pt x="0" y="0"/>
                    </a:cubicBezTo>
                    <a:cubicBezTo>
                      <a:pt x="30" y="22"/>
                      <a:pt x="56" y="50"/>
                      <a:pt x="75" y="83"/>
                    </a:cubicBezTo>
                    <a:cubicBezTo>
                      <a:pt x="78" y="88"/>
                      <a:pt x="81" y="94"/>
                      <a:pt x="84" y="100"/>
                    </a:cubicBezTo>
                    <a:lnTo>
                      <a:pt x="8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7"/>
              <p:cNvSpPr/>
              <p:nvPr/>
            </p:nvSpPr>
            <p:spPr>
              <a:xfrm rot="-755217">
                <a:off x="9728145" y="3007662"/>
                <a:ext cx="70223" cy="66088"/>
              </a:xfrm>
              <a:custGeom>
                <a:rect b="b" l="l" r="r" t="t"/>
                <a:pathLst>
                  <a:path extrusionOk="0" h="80" w="85">
                    <a:moveTo>
                      <a:pt x="0" y="0"/>
                    </a:moveTo>
                    <a:lnTo>
                      <a:pt x="84" y="79"/>
                    </a:lnTo>
                    <a:cubicBezTo>
                      <a:pt x="51" y="59"/>
                      <a:pt x="23"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7"/>
              <p:cNvSpPr/>
              <p:nvPr/>
            </p:nvSpPr>
            <p:spPr>
              <a:xfrm rot="-755217">
                <a:off x="8275745" y="3820706"/>
                <a:ext cx="48743" cy="36349"/>
              </a:xfrm>
              <a:custGeom>
                <a:rect b="b" l="l" r="r" t="t"/>
                <a:pathLst>
                  <a:path extrusionOk="0" h="44" w="59">
                    <a:moveTo>
                      <a:pt x="58" y="36"/>
                    </a:moveTo>
                    <a:cubicBezTo>
                      <a:pt x="57" y="36"/>
                      <a:pt x="56" y="37"/>
                      <a:pt x="56" y="37"/>
                    </a:cubicBezTo>
                    <a:cubicBezTo>
                      <a:pt x="49" y="41"/>
                      <a:pt x="41" y="43"/>
                      <a:pt x="32" y="43"/>
                    </a:cubicBezTo>
                    <a:cubicBezTo>
                      <a:pt x="27" y="43"/>
                      <a:pt x="22" y="42"/>
                      <a:pt x="17" y="41"/>
                    </a:cubicBezTo>
                    <a:cubicBezTo>
                      <a:pt x="14" y="40"/>
                      <a:pt x="11" y="39"/>
                      <a:pt x="9" y="38"/>
                    </a:cubicBezTo>
                    <a:cubicBezTo>
                      <a:pt x="6" y="36"/>
                      <a:pt x="4" y="34"/>
                      <a:pt x="2" y="31"/>
                    </a:cubicBezTo>
                    <a:cubicBezTo>
                      <a:pt x="1" y="29"/>
                      <a:pt x="0" y="26"/>
                      <a:pt x="0" y="23"/>
                    </a:cubicBezTo>
                    <a:cubicBezTo>
                      <a:pt x="0" y="19"/>
                      <a:pt x="1" y="15"/>
                      <a:pt x="3" y="12"/>
                    </a:cubicBezTo>
                    <a:cubicBezTo>
                      <a:pt x="5" y="8"/>
                      <a:pt x="7" y="5"/>
                      <a:pt x="11" y="3"/>
                    </a:cubicBezTo>
                    <a:cubicBezTo>
                      <a:pt x="12" y="3"/>
                      <a:pt x="13" y="2"/>
                      <a:pt x="14" y="2"/>
                    </a:cubicBezTo>
                    <a:cubicBezTo>
                      <a:pt x="17" y="0"/>
                      <a:pt x="20" y="0"/>
                      <a:pt x="23" y="0"/>
                    </a:cubicBezTo>
                    <a:cubicBezTo>
                      <a:pt x="26" y="0"/>
                      <a:pt x="29" y="1"/>
                      <a:pt x="31" y="2"/>
                    </a:cubicBezTo>
                    <a:cubicBezTo>
                      <a:pt x="34" y="4"/>
                      <a:pt x="36" y="5"/>
                      <a:pt x="37" y="8"/>
                    </a:cubicBezTo>
                    <a:cubicBezTo>
                      <a:pt x="44" y="16"/>
                      <a:pt x="50" y="25"/>
                      <a:pt x="58"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rot="-755217">
                <a:off x="8718081" y="4319608"/>
                <a:ext cx="34698" cy="52871"/>
              </a:xfrm>
              <a:custGeom>
                <a:rect b="b" l="l" r="r" t="t"/>
                <a:pathLst>
                  <a:path extrusionOk="0" h="64" w="42">
                    <a:moveTo>
                      <a:pt x="30" y="0"/>
                    </a:moveTo>
                    <a:cubicBezTo>
                      <a:pt x="31" y="2"/>
                      <a:pt x="33" y="4"/>
                      <a:pt x="34" y="6"/>
                    </a:cubicBezTo>
                    <a:cubicBezTo>
                      <a:pt x="39" y="15"/>
                      <a:pt x="41" y="24"/>
                      <a:pt x="41" y="33"/>
                    </a:cubicBezTo>
                    <a:cubicBezTo>
                      <a:pt x="41" y="37"/>
                      <a:pt x="41" y="41"/>
                      <a:pt x="40" y="45"/>
                    </a:cubicBezTo>
                    <a:cubicBezTo>
                      <a:pt x="39" y="48"/>
                      <a:pt x="39" y="50"/>
                      <a:pt x="37" y="53"/>
                    </a:cubicBezTo>
                    <a:cubicBezTo>
                      <a:pt x="35" y="56"/>
                      <a:pt x="33" y="58"/>
                      <a:pt x="30" y="60"/>
                    </a:cubicBezTo>
                    <a:cubicBezTo>
                      <a:pt x="27" y="62"/>
                      <a:pt x="23" y="63"/>
                      <a:pt x="19" y="63"/>
                    </a:cubicBezTo>
                    <a:cubicBezTo>
                      <a:pt x="18" y="63"/>
                      <a:pt x="17" y="63"/>
                      <a:pt x="16" y="62"/>
                    </a:cubicBezTo>
                    <a:cubicBezTo>
                      <a:pt x="2" y="60"/>
                      <a:pt x="0" y="48"/>
                      <a:pt x="3" y="36"/>
                    </a:cubicBezTo>
                    <a:cubicBezTo>
                      <a:pt x="4" y="30"/>
                      <a:pt x="6" y="25"/>
                      <a:pt x="9" y="20"/>
                    </a:cubicBezTo>
                    <a:cubicBezTo>
                      <a:pt x="14" y="12"/>
                      <a:pt x="20" y="5"/>
                      <a:pt x="28" y="1"/>
                    </a:cubicBezTo>
                    <a:cubicBezTo>
                      <a:pt x="29" y="1"/>
                      <a:pt x="29" y="0"/>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7"/>
              <p:cNvSpPr/>
              <p:nvPr/>
            </p:nvSpPr>
            <p:spPr>
              <a:xfrm rot="-755217">
                <a:off x="8600414" y="3617395"/>
                <a:ext cx="38003" cy="38827"/>
              </a:xfrm>
              <a:custGeom>
                <a:rect b="b" l="l" r="r" t="t"/>
                <a:pathLst>
                  <a:path extrusionOk="0" h="47" w="46">
                    <a:moveTo>
                      <a:pt x="45" y="26"/>
                    </a:moveTo>
                    <a:cubicBezTo>
                      <a:pt x="45" y="29"/>
                      <a:pt x="44" y="32"/>
                      <a:pt x="42" y="35"/>
                    </a:cubicBezTo>
                    <a:cubicBezTo>
                      <a:pt x="40" y="39"/>
                      <a:pt x="38" y="41"/>
                      <a:pt x="34" y="43"/>
                    </a:cubicBezTo>
                    <a:cubicBezTo>
                      <a:pt x="30" y="45"/>
                      <a:pt x="27" y="46"/>
                      <a:pt x="24" y="46"/>
                    </a:cubicBezTo>
                    <a:cubicBezTo>
                      <a:pt x="22" y="46"/>
                      <a:pt x="20" y="46"/>
                      <a:pt x="19" y="46"/>
                    </a:cubicBezTo>
                    <a:cubicBezTo>
                      <a:pt x="16" y="45"/>
                      <a:pt x="13" y="45"/>
                      <a:pt x="10" y="43"/>
                    </a:cubicBezTo>
                    <a:cubicBezTo>
                      <a:pt x="7" y="41"/>
                      <a:pt x="5" y="39"/>
                      <a:pt x="3" y="36"/>
                    </a:cubicBezTo>
                    <a:cubicBezTo>
                      <a:pt x="1" y="33"/>
                      <a:pt x="0" y="29"/>
                      <a:pt x="0" y="26"/>
                    </a:cubicBezTo>
                    <a:cubicBezTo>
                      <a:pt x="0" y="25"/>
                      <a:pt x="0" y="24"/>
                      <a:pt x="0" y="23"/>
                    </a:cubicBezTo>
                    <a:cubicBezTo>
                      <a:pt x="0" y="23"/>
                      <a:pt x="0" y="22"/>
                      <a:pt x="0" y="21"/>
                    </a:cubicBezTo>
                    <a:cubicBezTo>
                      <a:pt x="0" y="18"/>
                      <a:pt x="1" y="14"/>
                      <a:pt x="3" y="11"/>
                    </a:cubicBezTo>
                    <a:cubicBezTo>
                      <a:pt x="5" y="8"/>
                      <a:pt x="8" y="5"/>
                      <a:pt x="11" y="3"/>
                    </a:cubicBezTo>
                    <a:cubicBezTo>
                      <a:pt x="14" y="1"/>
                      <a:pt x="18" y="0"/>
                      <a:pt x="21" y="0"/>
                    </a:cubicBezTo>
                    <a:cubicBezTo>
                      <a:pt x="22" y="0"/>
                      <a:pt x="23" y="0"/>
                      <a:pt x="24" y="0"/>
                    </a:cubicBezTo>
                    <a:cubicBezTo>
                      <a:pt x="39" y="1"/>
                      <a:pt x="45" y="11"/>
                      <a:pt x="4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7"/>
              <p:cNvSpPr/>
              <p:nvPr/>
            </p:nvSpPr>
            <p:spPr>
              <a:xfrm rot="-755217">
                <a:off x="10427633" y="3936074"/>
                <a:ext cx="41307" cy="103263"/>
              </a:xfrm>
              <a:custGeom>
                <a:rect b="b" l="l" r="r" t="t"/>
                <a:pathLst>
                  <a:path extrusionOk="0" h="125" w="50">
                    <a:moveTo>
                      <a:pt x="48" y="0"/>
                    </a:moveTo>
                    <a:cubicBezTo>
                      <a:pt x="48" y="47"/>
                      <a:pt x="17" y="83"/>
                      <a:pt x="0" y="124"/>
                    </a:cubicBezTo>
                    <a:cubicBezTo>
                      <a:pt x="7" y="87"/>
                      <a:pt x="20" y="51"/>
                      <a:pt x="39" y="18"/>
                    </a:cubicBezTo>
                    <a:cubicBezTo>
                      <a:pt x="42" y="13"/>
                      <a:pt x="46" y="7"/>
                      <a:pt x="49" y="1"/>
                    </a:cubicBezTo>
                    <a:lnTo>
                      <a:pt x="4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7"/>
              <p:cNvSpPr/>
              <p:nvPr/>
            </p:nvSpPr>
            <p:spPr>
              <a:xfrm rot="-755217">
                <a:off x="9399706" y="3258167"/>
                <a:ext cx="57004" cy="104915"/>
              </a:xfrm>
              <a:custGeom>
                <a:rect b="b" l="l" r="r" t="t"/>
                <a:pathLst>
                  <a:path extrusionOk="0" h="127" w="69">
                    <a:moveTo>
                      <a:pt x="68" y="126"/>
                    </a:moveTo>
                    <a:cubicBezTo>
                      <a:pt x="58" y="112"/>
                      <a:pt x="49" y="97"/>
                      <a:pt x="40" y="82"/>
                    </a:cubicBezTo>
                    <a:cubicBezTo>
                      <a:pt x="25" y="56"/>
                      <a:pt x="12" y="28"/>
                      <a:pt x="0" y="0"/>
                    </a:cubicBezTo>
                    <a:cubicBezTo>
                      <a:pt x="15" y="15"/>
                      <a:pt x="27" y="32"/>
                      <a:pt x="38" y="51"/>
                    </a:cubicBezTo>
                    <a:cubicBezTo>
                      <a:pt x="51" y="74"/>
                      <a:pt x="62" y="99"/>
                      <a:pt x="68"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rot="-755217">
                <a:off x="10125508" y="3870601"/>
                <a:ext cx="62787" cy="88393"/>
              </a:xfrm>
              <a:custGeom>
                <a:rect b="b" l="l" r="r" t="t"/>
                <a:pathLst>
                  <a:path extrusionOk="0" h="107" w="76">
                    <a:moveTo>
                      <a:pt x="3" y="0"/>
                    </a:moveTo>
                    <a:cubicBezTo>
                      <a:pt x="24" y="22"/>
                      <a:pt x="42" y="46"/>
                      <a:pt x="58" y="73"/>
                    </a:cubicBezTo>
                    <a:cubicBezTo>
                      <a:pt x="64" y="83"/>
                      <a:pt x="69" y="94"/>
                      <a:pt x="75" y="106"/>
                    </a:cubicBezTo>
                    <a:cubicBezTo>
                      <a:pt x="50" y="82"/>
                      <a:pt x="29" y="55"/>
                      <a:pt x="12" y="26"/>
                    </a:cubicBezTo>
                    <a:cubicBezTo>
                      <a:pt x="8" y="18"/>
                      <a:pt x="4" y="11"/>
                      <a:pt x="0" y="3"/>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rot="-755217">
                <a:off x="9689682" y="3010209"/>
                <a:ext cx="57830" cy="81784"/>
              </a:xfrm>
              <a:custGeom>
                <a:rect b="b" l="l" r="r" t="t"/>
                <a:pathLst>
                  <a:path extrusionOk="0" h="99" w="70">
                    <a:moveTo>
                      <a:pt x="69" y="97"/>
                    </a:moveTo>
                    <a:cubicBezTo>
                      <a:pt x="48" y="81"/>
                      <a:pt x="30" y="60"/>
                      <a:pt x="17" y="37"/>
                    </a:cubicBezTo>
                    <a:cubicBezTo>
                      <a:pt x="10" y="25"/>
                      <a:pt x="5" y="13"/>
                      <a:pt x="0" y="0"/>
                    </a:cubicBezTo>
                    <a:cubicBezTo>
                      <a:pt x="27" y="30"/>
                      <a:pt x="58" y="57"/>
                      <a:pt x="68" y="98"/>
                    </a:cubicBezTo>
                    <a:lnTo>
                      <a:pt x="69"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7"/>
              <p:cNvSpPr/>
              <p:nvPr/>
            </p:nvSpPr>
            <p:spPr>
              <a:xfrm rot="-755217">
                <a:off x="10481253" y="3485108"/>
                <a:ext cx="47090" cy="112350"/>
              </a:xfrm>
              <a:custGeom>
                <a:rect b="b" l="l" r="r" t="t"/>
                <a:pathLst>
                  <a:path extrusionOk="0" h="136" w="57">
                    <a:moveTo>
                      <a:pt x="56" y="0"/>
                    </a:moveTo>
                    <a:cubicBezTo>
                      <a:pt x="50" y="39"/>
                      <a:pt x="36" y="75"/>
                      <a:pt x="17" y="109"/>
                    </a:cubicBezTo>
                    <a:cubicBezTo>
                      <a:pt x="12" y="118"/>
                      <a:pt x="6" y="127"/>
                      <a:pt x="0" y="135"/>
                    </a:cubicBezTo>
                    <a:cubicBezTo>
                      <a:pt x="7" y="97"/>
                      <a:pt x="20" y="60"/>
                      <a:pt x="40" y="27"/>
                    </a:cubicBezTo>
                    <a:cubicBezTo>
                      <a:pt x="45" y="18"/>
                      <a:pt x="50" y="9"/>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7"/>
              <p:cNvSpPr/>
              <p:nvPr/>
            </p:nvSpPr>
            <p:spPr>
              <a:xfrm rot="-755217">
                <a:off x="9153328" y="3359762"/>
                <a:ext cx="67744" cy="66914"/>
              </a:xfrm>
              <a:custGeom>
                <a:rect b="b" l="l" r="r" t="t"/>
                <a:pathLst>
                  <a:path extrusionOk="0" h="81" w="82">
                    <a:moveTo>
                      <a:pt x="72" y="80"/>
                    </a:moveTo>
                    <a:lnTo>
                      <a:pt x="0" y="0"/>
                    </a:lnTo>
                    <a:cubicBezTo>
                      <a:pt x="2" y="1"/>
                      <a:pt x="4" y="3"/>
                      <a:pt x="6" y="4"/>
                    </a:cubicBezTo>
                    <a:cubicBezTo>
                      <a:pt x="36" y="21"/>
                      <a:pt x="61" y="44"/>
                      <a:pt x="81" y="73"/>
                    </a:cubicBezTo>
                    <a:lnTo>
                      <a:pt x="72" y="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7"/>
              <p:cNvSpPr/>
              <p:nvPr/>
            </p:nvSpPr>
            <p:spPr>
              <a:xfrm rot="-755217">
                <a:off x="9198599" y="4150741"/>
                <a:ext cx="47090" cy="45436"/>
              </a:xfrm>
              <a:custGeom>
                <a:rect b="b" l="l" r="r" t="t"/>
                <a:pathLst>
                  <a:path extrusionOk="0" h="55" w="57">
                    <a:moveTo>
                      <a:pt x="48" y="47"/>
                    </a:moveTo>
                    <a:cubicBezTo>
                      <a:pt x="35" y="54"/>
                      <a:pt x="24" y="47"/>
                      <a:pt x="13" y="41"/>
                    </a:cubicBezTo>
                    <a:cubicBezTo>
                      <a:pt x="12" y="41"/>
                      <a:pt x="11" y="40"/>
                      <a:pt x="10" y="39"/>
                    </a:cubicBezTo>
                    <a:cubicBezTo>
                      <a:pt x="7" y="38"/>
                      <a:pt x="5" y="36"/>
                      <a:pt x="3" y="33"/>
                    </a:cubicBezTo>
                    <a:cubicBezTo>
                      <a:pt x="1" y="30"/>
                      <a:pt x="0" y="27"/>
                      <a:pt x="0" y="24"/>
                    </a:cubicBezTo>
                    <a:cubicBezTo>
                      <a:pt x="0" y="22"/>
                      <a:pt x="1" y="21"/>
                      <a:pt x="1" y="19"/>
                    </a:cubicBezTo>
                    <a:cubicBezTo>
                      <a:pt x="1" y="17"/>
                      <a:pt x="3" y="15"/>
                      <a:pt x="4" y="12"/>
                    </a:cubicBezTo>
                    <a:cubicBezTo>
                      <a:pt x="6" y="8"/>
                      <a:pt x="8" y="6"/>
                      <a:pt x="12" y="4"/>
                    </a:cubicBezTo>
                    <a:cubicBezTo>
                      <a:pt x="14" y="3"/>
                      <a:pt x="16" y="2"/>
                      <a:pt x="18" y="1"/>
                    </a:cubicBezTo>
                    <a:cubicBezTo>
                      <a:pt x="20" y="1"/>
                      <a:pt x="22" y="0"/>
                      <a:pt x="24" y="0"/>
                    </a:cubicBezTo>
                    <a:cubicBezTo>
                      <a:pt x="27" y="0"/>
                      <a:pt x="29" y="1"/>
                      <a:pt x="32" y="3"/>
                    </a:cubicBezTo>
                    <a:cubicBezTo>
                      <a:pt x="35" y="5"/>
                      <a:pt x="37" y="6"/>
                      <a:pt x="39" y="9"/>
                    </a:cubicBezTo>
                    <a:cubicBezTo>
                      <a:pt x="39" y="10"/>
                      <a:pt x="40" y="11"/>
                      <a:pt x="40" y="12"/>
                    </a:cubicBezTo>
                    <a:cubicBezTo>
                      <a:pt x="43" y="23"/>
                      <a:pt x="56" y="32"/>
                      <a:pt x="4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rot="-755217">
                <a:off x="8583031" y="4044028"/>
                <a:ext cx="42960" cy="45436"/>
              </a:xfrm>
              <a:custGeom>
                <a:rect b="b" l="l" r="r" t="t"/>
                <a:pathLst>
                  <a:path extrusionOk="0" h="55" w="52">
                    <a:moveTo>
                      <a:pt x="45" y="0"/>
                    </a:moveTo>
                    <a:cubicBezTo>
                      <a:pt x="47" y="26"/>
                      <a:pt x="51" y="47"/>
                      <a:pt x="20" y="53"/>
                    </a:cubicBezTo>
                    <a:cubicBezTo>
                      <a:pt x="19" y="53"/>
                      <a:pt x="17" y="54"/>
                      <a:pt x="16" y="54"/>
                    </a:cubicBezTo>
                    <a:cubicBezTo>
                      <a:pt x="13" y="54"/>
                      <a:pt x="11" y="52"/>
                      <a:pt x="8" y="51"/>
                    </a:cubicBezTo>
                    <a:cubicBezTo>
                      <a:pt x="6" y="49"/>
                      <a:pt x="4" y="48"/>
                      <a:pt x="3" y="46"/>
                    </a:cubicBezTo>
                    <a:cubicBezTo>
                      <a:pt x="2" y="44"/>
                      <a:pt x="1" y="42"/>
                      <a:pt x="1" y="39"/>
                    </a:cubicBezTo>
                    <a:cubicBezTo>
                      <a:pt x="0" y="10"/>
                      <a:pt x="21" y="6"/>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rot="-755217">
                <a:off x="9896671" y="3000210"/>
                <a:ext cx="48743" cy="53697"/>
              </a:xfrm>
              <a:custGeom>
                <a:rect b="b" l="l" r="r" t="t"/>
                <a:pathLst>
                  <a:path extrusionOk="0" h="65" w="59">
                    <a:moveTo>
                      <a:pt x="17" y="1"/>
                    </a:moveTo>
                    <a:cubicBezTo>
                      <a:pt x="58" y="27"/>
                      <a:pt x="58" y="27"/>
                      <a:pt x="43" y="64"/>
                    </a:cubicBezTo>
                    <a:cubicBezTo>
                      <a:pt x="29" y="44"/>
                      <a:pt x="0" y="32"/>
                      <a:pt x="17" y="0"/>
                    </a:cubicBezTo>
                    <a:lnTo>
                      <a:pt x="1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rot="-755217">
                <a:off x="9334707" y="3732420"/>
                <a:ext cx="66918" cy="66914"/>
              </a:xfrm>
              <a:custGeom>
                <a:rect b="b" l="l" r="r" t="t"/>
                <a:pathLst>
                  <a:path extrusionOk="0" h="81" w="81">
                    <a:moveTo>
                      <a:pt x="0" y="0"/>
                    </a:moveTo>
                    <a:lnTo>
                      <a:pt x="80" y="80"/>
                    </a:lnTo>
                    <a:cubicBezTo>
                      <a:pt x="75" y="78"/>
                      <a:pt x="71" y="75"/>
                      <a:pt x="67" y="73"/>
                    </a:cubicBezTo>
                    <a:cubicBezTo>
                      <a:pt x="42" y="59"/>
                      <a:pt x="21" y="38"/>
                      <a:pt x="7" y="13"/>
                    </a:cubicBezTo>
                    <a:cubicBezTo>
                      <a:pt x="5" y="9"/>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rot="-755217">
                <a:off x="8960622" y="3208321"/>
                <a:ext cx="67744" cy="84263"/>
              </a:xfrm>
              <a:custGeom>
                <a:rect b="b" l="l" r="r" t="t"/>
                <a:pathLst>
                  <a:path extrusionOk="0" h="102" w="82">
                    <a:moveTo>
                      <a:pt x="77" y="101"/>
                    </a:moveTo>
                    <a:cubicBezTo>
                      <a:pt x="52" y="82"/>
                      <a:pt x="31" y="59"/>
                      <a:pt x="15" y="31"/>
                    </a:cubicBezTo>
                    <a:cubicBezTo>
                      <a:pt x="9" y="21"/>
                      <a:pt x="4" y="11"/>
                      <a:pt x="0" y="0"/>
                    </a:cubicBezTo>
                    <a:cubicBezTo>
                      <a:pt x="32" y="28"/>
                      <a:pt x="59" y="61"/>
                      <a:pt x="81" y="97"/>
                    </a:cubicBezTo>
                    <a:lnTo>
                      <a:pt x="77" y="10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rot="-755217">
                <a:off x="10357967" y="4153856"/>
                <a:ext cx="31394" cy="76002"/>
              </a:xfrm>
              <a:custGeom>
                <a:rect b="b" l="l" r="r" t="t"/>
                <a:pathLst>
                  <a:path extrusionOk="0" h="92" w="38">
                    <a:moveTo>
                      <a:pt x="37" y="91"/>
                    </a:moveTo>
                    <a:cubicBezTo>
                      <a:pt x="2" y="56"/>
                      <a:pt x="0" y="50"/>
                      <a:pt x="8" y="0"/>
                    </a:cubicBezTo>
                    <a:cubicBezTo>
                      <a:pt x="23" y="34"/>
                      <a:pt x="20" y="66"/>
                      <a:pt x="37"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7"/>
              <p:cNvSpPr/>
              <p:nvPr/>
            </p:nvSpPr>
            <p:spPr>
              <a:xfrm rot="-755217">
                <a:off x="7758708" y="1982571"/>
                <a:ext cx="71875" cy="41305"/>
              </a:xfrm>
              <a:custGeom>
                <a:rect b="b" l="l" r="r" t="t"/>
                <a:pathLst>
                  <a:path extrusionOk="0" h="50" w="87">
                    <a:moveTo>
                      <a:pt x="86" y="49"/>
                    </a:moveTo>
                    <a:cubicBezTo>
                      <a:pt x="69" y="45"/>
                      <a:pt x="53" y="39"/>
                      <a:pt x="38" y="30"/>
                    </a:cubicBezTo>
                    <a:cubicBezTo>
                      <a:pt x="24" y="22"/>
                      <a:pt x="11" y="12"/>
                      <a:pt x="0" y="0"/>
                    </a:cubicBezTo>
                    <a:cubicBezTo>
                      <a:pt x="17" y="3"/>
                      <a:pt x="33" y="10"/>
                      <a:pt x="48" y="18"/>
                    </a:cubicBezTo>
                    <a:cubicBezTo>
                      <a:pt x="62" y="26"/>
                      <a:pt x="75" y="37"/>
                      <a:pt x="86"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rot="-755217">
                <a:off x="8127949" y="3403901"/>
                <a:ext cx="57004" cy="83436"/>
              </a:xfrm>
              <a:custGeom>
                <a:rect b="b" l="l" r="r" t="t"/>
                <a:pathLst>
                  <a:path extrusionOk="0" h="101" w="69">
                    <a:moveTo>
                      <a:pt x="68" y="99"/>
                    </a:moveTo>
                    <a:cubicBezTo>
                      <a:pt x="47" y="82"/>
                      <a:pt x="30" y="62"/>
                      <a:pt x="16" y="38"/>
                    </a:cubicBezTo>
                    <a:cubicBezTo>
                      <a:pt x="10" y="27"/>
                      <a:pt x="4" y="15"/>
                      <a:pt x="0" y="2"/>
                    </a:cubicBezTo>
                    <a:lnTo>
                      <a:pt x="2" y="0"/>
                    </a:lnTo>
                    <a:cubicBezTo>
                      <a:pt x="20" y="16"/>
                      <a:pt x="35" y="36"/>
                      <a:pt x="47" y="57"/>
                    </a:cubicBezTo>
                    <a:cubicBezTo>
                      <a:pt x="55" y="70"/>
                      <a:pt x="62" y="85"/>
                      <a:pt x="67" y="100"/>
                    </a:cubicBezTo>
                    <a:lnTo>
                      <a:pt x="68"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rot="-755217">
                <a:off x="8510913" y="3074825"/>
                <a:ext cx="61135" cy="69393"/>
              </a:xfrm>
              <a:custGeom>
                <a:rect b="b" l="l" r="r" t="t"/>
                <a:pathLst>
                  <a:path extrusionOk="0" h="84" w="74">
                    <a:moveTo>
                      <a:pt x="0" y="1"/>
                    </a:moveTo>
                    <a:cubicBezTo>
                      <a:pt x="35" y="18"/>
                      <a:pt x="50" y="54"/>
                      <a:pt x="73" y="83"/>
                    </a:cubicBezTo>
                    <a:cubicBezTo>
                      <a:pt x="44" y="60"/>
                      <a:pt x="12" y="3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7"/>
              <p:cNvSpPr/>
              <p:nvPr/>
            </p:nvSpPr>
            <p:spPr>
              <a:xfrm rot="-755217">
                <a:off x="7856762" y="2065988"/>
                <a:ext cx="61961" cy="48740"/>
              </a:xfrm>
              <a:custGeom>
                <a:rect b="b" l="l" r="r" t="t"/>
                <a:pathLst>
                  <a:path extrusionOk="0" h="59" w="75">
                    <a:moveTo>
                      <a:pt x="8" y="0"/>
                    </a:moveTo>
                    <a:lnTo>
                      <a:pt x="74" y="58"/>
                    </a:lnTo>
                    <a:cubicBezTo>
                      <a:pt x="61" y="56"/>
                      <a:pt x="49" y="51"/>
                      <a:pt x="37" y="44"/>
                    </a:cubicBezTo>
                    <a:cubicBezTo>
                      <a:pt x="22" y="36"/>
                      <a:pt x="9" y="24"/>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rot="-755217">
                <a:off x="7923999" y="2052298"/>
                <a:ext cx="66092" cy="56175"/>
              </a:xfrm>
              <a:custGeom>
                <a:rect b="b" l="l" r="r" t="t"/>
                <a:pathLst>
                  <a:path extrusionOk="0" h="68" w="80">
                    <a:moveTo>
                      <a:pt x="79" y="67"/>
                    </a:moveTo>
                    <a:cubicBezTo>
                      <a:pt x="68" y="64"/>
                      <a:pt x="58" y="60"/>
                      <a:pt x="48" y="55"/>
                    </a:cubicBezTo>
                    <a:cubicBezTo>
                      <a:pt x="31" y="45"/>
                      <a:pt x="16" y="30"/>
                      <a:pt x="6" y="12"/>
                    </a:cubicBezTo>
                    <a:cubicBezTo>
                      <a:pt x="4" y="8"/>
                      <a:pt x="1" y="4"/>
                      <a:pt x="0" y="0"/>
                    </a:cubicBezTo>
                    <a:lnTo>
                      <a:pt x="79"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rot="-755217">
                <a:off x="8738794" y="3469914"/>
                <a:ext cx="47917" cy="78480"/>
              </a:xfrm>
              <a:custGeom>
                <a:rect b="b" l="l" r="r" t="t"/>
                <a:pathLst>
                  <a:path extrusionOk="0" h="95" w="58">
                    <a:moveTo>
                      <a:pt x="57" y="94"/>
                    </a:moveTo>
                    <a:cubicBezTo>
                      <a:pt x="41" y="79"/>
                      <a:pt x="28" y="62"/>
                      <a:pt x="18" y="43"/>
                    </a:cubicBezTo>
                    <a:cubicBezTo>
                      <a:pt x="11" y="31"/>
                      <a:pt x="5" y="18"/>
                      <a:pt x="0" y="5"/>
                    </a:cubicBezTo>
                    <a:lnTo>
                      <a:pt x="10" y="0"/>
                    </a:lnTo>
                    <a:lnTo>
                      <a:pt x="57" y="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7"/>
              <p:cNvSpPr/>
              <p:nvPr/>
            </p:nvSpPr>
            <p:spPr>
              <a:xfrm rot="-755217">
                <a:off x="8082271" y="2199530"/>
                <a:ext cx="76006" cy="56175"/>
              </a:xfrm>
              <a:custGeom>
                <a:rect b="b" l="l" r="r" t="t"/>
                <a:pathLst>
                  <a:path extrusionOk="0" h="68" w="92">
                    <a:moveTo>
                      <a:pt x="8" y="0"/>
                    </a:moveTo>
                    <a:cubicBezTo>
                      <a:pt x="14" y="3"/>
                      <a:pt x="20" y="6"/>
                      <a:pt x="26" y="9"/>
                    </a:cubicBezTo>
                    <a:cubicBezTo>
                      <a:pt x="51" y="24"/>
                      <a:pt x="73" y="44"/>
                      <a:pt x="91" y="67"/>
                    </a:cubicBezTo>
                    <a:lnTo>
                      <a:pt x="0" y="9"/>
                    </a:ln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7"/>
              <p:cNvSpPr/>
              <p:nvPr/>
            </p:nvSpPr>
            <p:spPr>
              <a:xfrm rot="-755217">
                <a:off x="9317825" y="4319299"/>
                <a:ext cx="33872" cy="34696"/>
              </a:xfrm>
              <a:custGeom>
                <a:rect b="b" l="l" r="r" t="t"/>
                <a:pathLst>
                  <a:path extrusionOk="0" h="42" w="41">
                    <a:moveTo>
                      <a:pt x="21" y="41"/>
                    </a:moveTo>
                    <a:cubicBezTo>
                      <a:pt x="9" y="41"/>
                      <a:pt x="0" y="36"/>
                      <a:pt x="0" y="23"/>
                    </a:cubicBezTo>
                    <a:cubicBezTo>
                      <a:pt x="0" y="10"/>
                      <a:pt x="9" y="4"/>
                      <a:pt x="20" y="1"/>
                    </a:cubicBezTo>
                    <a:cubicBezTo>
                      <a:pt x="21" y="0"/>
                      <a:pt x="23" y="0"/>
                      <a:pt x="25" y="0"/>
                    </a:cubicBezTo>
                    <a:cubicBezTo>
                      <a:pt x="27" y="0"/>
                      <a:pt x="30" y="1"/>
                      <a:pt x="32" y="2"/>
                    </a:cubicBezTo>
                    <a:cubicBezTo>
                      <a:pt x="34" y="3"/>
                      <a:pt x="36" y="5"/>
                      <a:pt x="37" y="7"/>
                    </a:cubicBezTo>
                    <a:cubicBezTo>
                      <a:pt x="38" y="9"/>
                      <a:pt x="39" y="11"/>
                      <a:pt x="39" y="13"/>
                    </a:cubicBezTo>
                    <a:cubicBezTo>
                      <a:pt x="39" y="16"/>
                      <a:pt x="40" y="18"/>
                      <a:pt x="40" y="20"/>
                    </a:cubicBezTo>
                    <a:cubicBezTo>
                      <a:pt x="40" y="24"/>
                      <a:pt x="39" y="27"/>
                      <a:pt x="37" y="31"/>
                    </a:cubicBezTo>
                    <a:cubicBezTo>
                      <a:pt x="35" y="35"/>
                      <a:pt x="32" y="36"/>
                      <a:pt x="29" y="38"/>
                    </a:cubicBezTo>
                    <a:cubicBezTo>
                      <a:pt x="27" y="39"/>
                      <a:pt x="24" y="41"/>
                      <a:pt x="21"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rot="-755217">
                <a:off x="8840502" y="4364676"/>
                <a:ext cx="43786" cy="34696"/>
              </a:xfrm>
              <a:custGeom>
                <a:rect b="b" l="l" r="r" t="t"/>
                <a:pathLst>
                  <a:path extrusionOk="0" h="42" w="53">
                    <a:moveTo>
                      <a:pt x="52" y="41"/>
                    </a:moveTo>
                    <a:cubicBezTo>
                      <a:pt x="50" y="41"/>
                      <a:pt x="49" y="41"/>
                      <a:pt x="47" y="41"/>
                    </a:cubicBezTo>
                    <a:cubicBezTo>
                      <a:pt x="36" y="41"/>
                      <a:pt x="25" y="38"/>
                      <a:pt x="15" y="32"/>
                    </a:cubicBezTo>
                    <a:cubicBezTo>
                      <a:pt x="11" y="30"/>
                      <a:pt x="8" y="28"/>
                      <a:pt x="5" y="25"/>
                    </a:cubicBezTo>
                    <a:cubicBezTo>
                      <a:pt x="4" y="24"/>
                      <a:pt x="3" y="23"/>
                      <a:pt x="2" y="22"/>
                    </a:cubicBezTo>
                    <a:cubicBezTo>
                      <a:pt x="1" y="19"/>
                      <a:pt x="0" y="17"/>
                      <a:pt x="0" y="15"/>
                    </a:cubicBezTo>
                    <a:cubicBezTo>
                      <a:pt x="0" y="12"/>
                      <a:pt x="1" y="10"/>
                      <a:pt x="2" y="8"/>
                    </a:cubicBezTo>
                    <a:cubicBezTo>
                      <a:pt x="2" y="7"/>
                      <a:pt x="2" y="6"/>
                      <a:pt x="3" y="6"/>
                    </a:cubicBezTo>
                    <a:cubicBezTo>
                      <a:pt x="4" y="4"/>
                      <a:pt x="6" y="3"/>
                      <a:pt x="7" y="2"/>
                    </a:cubicBezTo>
                    <a:cubicBezTo>
                      <a:pt x="9" y="0"/>
                      <a:pt x="12" y="0"/>
                      <a:pt x="14" y="0"/>
                    </a:cubicBezTo>
                    <a:cubicBezTo>
                      <a:pt x="16" y="0"/>
                      <a:pt x="18" y="0"/>
                      <a:pt x="20" y="2"/>
                    </a:cubicBezTo>
                    <a:cubicBezTo>
                      <a:pt x="21" y="3"/>
                      <a:pt x="21" y="2"/>
                      <a:pt x="21" y="2"/>
                    </a:cubicBezTo>
                    <a:cubicBezTo>
                      <a:pt x="34" y="11"/>
                      <a:pt x="50" y="17"/>
                      <a:pt x="52"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rot="-755217">
                <a:off x="8603418" y="3332221"/>
                <a:ext cx="64440" cy="64436"/>
              </a:xfrm>
              <a:custGeom>
                <a:rect b="b" l="l" r="r" t="t"/>
                <a:pathLst>
                  <a:path extrusionOk="0" h="78" w="78">
                    <a:moveTo>
                      <a:pt x="5" y="0"/>
                    </a:moveTo>
                    <a:lnTo>
                      <a:pt x="77" y="77"/>
                    </a:lnTo>
                    <a:cubicBezTo>
                      <a:pt x="72" y="74"/>
                      <a:pt x="67" y="72"/>
                      <a:pt x="62" y="69"/>
                    </a:cubicBezTo>
                    <a:cubicBezTo>
                      <a:pt x="37" y="54"/>
                      <a:pt x="17" y="34"/>
                      <a:pt x="3" y="10"/>
                    </a:cubicBezTo>
                    <a:cubicBezTo>
                      <a:pt x="2" y="8"/>
                      <a:pt x="1" y="6"/>
                      <a:pt x="0" y="5"/>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rot="-755217">
                <a:off x="10206231" y="3862592"/>
                <a:ext cx="62787" cy="76828"/>
              </a:xfrm>
              <a:custGeom>
                <a:rect b="b" l="l" r="r" t="t"/>
                <a:pathLst>
                  <a:path extrusionOk="0" h="93" w="76">
                    <a:moveTo>
                      <a:pt x="24" y="56"/>
                    </a:moveTo>
                    <a:cubicBezTo>
                      <a:pt x="27" y="33"/>
                      <a:pt x="0" y="22"/>
                      <a:pt x="2" y="0"/>
                    </a:cubicBezTo>
                    <a:cubicBezTo>
                      <a:pt x="39" y="18"/>
                      <a:pt x="44" y="60"/>
                      <a:pt x="75" y="92"/>
                    </a:cubicBezTo>
                    <a:cubicBezTo>
                      <a:pt x="43" y="88"/>
                      <a:pt x="46" y="55"/>
                      <a:pt x="22" y="53"/>
                    </a:cubicBezTo>
                    <a:lnTo>
                      <a:pt x="2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rot="-755217">
                <a:off x="8578141" y="4155333"/>
                <a:ext cx="41307" cy="44610"/>
              </a:xfrm>
              <a:custGeom>
                <a:rect b="b" l="l" r="r" t="t"/>
                <a:pathLst>
                  <a:path extrusionOk="0" h="54" w="50">
                    <a:moveTo>
                      <a:pt x="49" y="53"/>
                    </a:moveTo>
                    <a:cubicBezTo>
                      <a:pt x="41" y="52"/>
                      <a:pt x="34" y="51"/>
                      <a:pt x="27" y="48"/>
                    </a:cubicBezTo>
                    <a:cubicBezTo>
                      <a:pt x="13" y="38"/>
                      <a:pt x="0" y="27"/>
                      <a:pt x="9" y="8"/>
                    </a:cubicBezTo>
                    <a:cubicBezTo>
                      <a:pt x="9" y="7"/>
                      <a:pt x="9" y="7"/>
                      <a:pt x="9" y="7"/>
                    </a:cubicBezTo>
                    <a:cubicBezTo>
                      <a:pt x="10" y="5"/>
                      <a:pt x="12" y="4"/>
                      <a:pt x="13" y="3"/>
                    </a:cubicBezTo>
                    <a:cubicBezTo>
                      <a:pt x="15" y="2"/>
                      <a:pt x="16" y="2"/>
                      <a:pt x="17" y="1"/>
                    </a:cubicBezTo>
                    <a:cubicBezTo>
                      <a:pt x="39" y="0"/>
                      <a:pt x="34" y="21"/>
                      <a:pt x="41" y="31"/>
                    </a:cubicBezTo>
                    <a:cubicBezTo>
                      <a:pt x="45" y="38"/>
                      <a:pt x="47" y="46"/>
                      <a:pt x="49"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7"/>
              <p:cNvSpPr/>
              <p:nvPr/>
            </p:nvSpPr>
            <p:spPr>
              <a:xfrm rot="-755217">
                <a:off x="9316561" y="3955083"/>
                <a:ext cx="22306" cy="93350"/>
              </a:xfrm>
              <a:custGeom>
                <a:rect b="b" l="l" r="r" t="t"/>
                <a:pathLst>
                  <a:path extrusionOk="0" h="113" w="27">
                    <a:moveTo>
                      <a:pt x="26" y="112"/>
                    </a:moveTo>
                    <a:cubicBezTo>
                      <a:pt x="23" y="108"/>
                      <a:pt x="20" y="103"/>
                      <a:pt x="18" y="99"/>
                    </a:cubicBezTo>
                    <a:cubicBezTo>
                      <a:pt x="6" y="79"/>
                      <a:pt x="0" y="56"/>
                      <a:pt x="0" y="33"/>
                    </a:cubicBezTo>
                    <a:cubicBezTo>
                      <a:pt x="0" y="22"/>
                      <a:pt x="2" y="11"/>
                      <a:pt x="4" y="0"/>
                    </a:cubicBezTo>
                    <a:cubicBezTo>
                      <a:pt x="12" y="37"/>
                      <a:pt x="15" y="75"/>
                      <a:pt x="26"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rot="-755217">
                <a:off x="8564339" y="2518891"/>
                <a:ext cx="66918" cy="74349"/>
              </a:xfrm>
              <a:custGeom>
                <a:rect b="b" l="l" r="r" t="t"/>
                <a:pathLst>
                  <a:path extrusionOk="0" h="90" w="81">
                    <a:moveTo>
                      <a:pt x="0" y="0"/>
                    </a:moveTo>
                    <a:cubicBezTo>
                      <a:pt x="30" y="27"/>
                      <a:pt x="56" y="57"/>
                      <a:pt x="80" y="89"/>
                    </a:cubicBezTo>
                    <a:cubicBezTo>
                      <a:pt x="50" y="71"/>
                      <a:pt x="26" y="46"/>
                      <a:pt x="9" y="17"/>
                    </a:cubicBezTo>
                    <a:cubicBezTo>
                      <a:pt x="6" y="11"/>
                      <a:pt x="3"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rot="-755217">
                <a:off x="9466351" y="3622833"/>
                <a:ext cx="57004" cy="63610"/>
              </a:xfrm>
              <a:custGeom>
                <a:rect b="b" l="l" r="r" t="t"/>
                <a:pathLst>
                  <a:path extrusionOk="0" h="77" w="69">
                    <a:moveTo>
                      <a:pt x="0" y="0"/>
                    </a:moveTo>
                    <a:cubicBezTo>
                      <a:pt x="27" y="20"/>
                      <a:pt x="50" y="45"/>
                      <a:pt x="66" y="74"/>
                    </a:cubicBezTo>
                    <a:cubicBezTo>
                      <a:pt x="67" y="74"/>
                      <a:pt x="67" y="75"/>
                      <a:pt x="68" y="76"/>
                    </a:cubicBezTo>
                    <a:cubicBezTo>
                      <a:pt x="41" y="57"/>
                      <a:pt x="19" y="32"/>
                      <a:pt x="2" y="4"/>
                    </a:cubicBezTo>
                    <a:cubicBezTo>
                      <a:pt x="2" y="3"/>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7"/>
              <p:cNvSpPr/>
              <p:nvPr/>
            </p:nvSpPr>
            <p:spPr>
              <a:xfrm rot="-755217">
                <a:off x="9550880" y="2889762"/>
                <a:ext cx="54526" cy="57827"/>
              </a:xfrm>
              <a:custGeom>
                <a:rect b="b" l="l" r="r" t="t"/>
                <a:pathLst>
                  <a:path extrusionOk="0" h="70" w="66">
                    <a:moveTo>
                      <a:pt x="0" y="1"/>
                    </a:moveTo>
                    <a:cubicBezTo>
                      <a:pt x="32" y="14"/>
                      <a:pt x="41" y="49"/>
                      <a:pt x="65" y="69"/>
                    </a:cubicBezTo>
                    <a:cubicBezTo>
                      <a:pt x="39" y="50"/>
                      <a:pt x="8" y="3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7"/>
              <p:cNvSpPr/>
              <p:nvPr/>
            </p:nvSpPr>
            <p:spPr>
              <a:xfrm rot="-755217">
                <a:off x="10396016" y="4159233"/>
                <a:ext cx="26437" cy="57827"/>
              </a:xfrm>
              <a:custGeom>
                <a:rect b="b" l="l" r="r" t="t"/>
                <a:pathLst>
                  <a:path extrusionOk="0" h="70" w="32">
                    <a:moveTo>
                      <a:pt x="22" y="0"/>
                    </a:moveTo>
                    <a:cubicBezTo>
                      <a:pt x="29" y="26"/>
                      <a:pt x="17" y="49"/>
                      <a:pt x="31" y="69"/>
                    </a:cubicBezTo>
                    <a:cubicBezTo>
                      <a:pt x="1" y="44"/>
                      <a:pt x="0" y="4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rot="-755217">
                <a:off x="8900356" y="4077107"/>
                <a:ext cx="35524" cy="32218"/>
              </a:xfrm>
              <a:custGeom>
                <a:rect b="b" l="l" r="r" t="t"/>
                <a:pathLst>
                  <a:path extrusionOk="0" h="39" w="43">
                    <a:moveTo>
                      <a:pt x="27" y="38"/>
                    </a:moveTo>
                    <a:cubicBezTo>
                      <a:pt x="22" y="38"/>
                      <a:pt x="18" y="37"/>
                      <a:pt x="14" y="34"/>
                    </a:cubicBezTo>
                    <a:cubicBezTo>
                      <a:pt x="10" y="31"/>
                      <a:pt x="6" y="29"/>
                      <a:pt x="4" y="25"/>
                    </a:cubicBezTo>
                    <a:cubicBezTo>
                      <a:pt x="2" y="21"/>
                      <a:pt x="0" y="16"/>
                      <a:pt x="0" y="11"/>
                    </a:cubicBezTo>
                    <a:cubicBezTo>
                      <a:pt x="0" y="7"/>
                      <a:pt x="6" y="0"/>
                      <a:pt x="9" y="0"/>
                    </a:cubicBezTo>
                    <a:lnTo>
                      <a:pt x="10" y="0"/>
                    </a:lnTo>
                    <a:cubicBezTo>
                      <a:pt x="15" y="0"/>
                      <a:pt x="20" y="1"/>
                      <a:pt x="25" y="4"/>
                    </a:cubicBezTo>
                    <a:cubicBezTo>
                      <a:pt x="30" y="7"/>
                      <a:pt x="34" y="10"/>
                      <a:pt x="36" y="15"/>
                    </a:cubicBezTo>
                    <a:cubicBezTo>
                      <a:pt x="38" y="18"/>
                      <a:pt x="39" y="21"/>
                      <a:pt x="40" y="23"/>
                    </a:cubicBezTo>
                    <a:cubicBezTo>
                      <a:pt x="42" y="30"/>
                      <a:pt x="37" y="37"/>
                      <a:pt x="2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rot="-755217">
                <a:off x="8497710" y="2509656"/>
                <a:ext cx="55352" cy="73523"/>
              </a:xfrm>
              <a:custGeom>
                <a:rect b="b" l="l" r="r" t="t"/>
                <a:pathLst>
                  <a:path extrusionOk="0" h="89" w="67">
                    <a:moveTo>
                      <a:pt x="66" y="88"/>
                    </a:moveTo>
                    <a:cubicBezTo>
                      <a:pt x="45" y="73"/>
                      <a:pt x="27" y="54"/>
                      <a:pt x="14" y="31"/>
                    </a:cubicBezTo>
                    <a:cubicBezTo>
                      <a:pt x="8" y="21"/>
                      <a:pt x="4" y="11"/>
                      <a:pt x="0" y="0"/>
                    </a:cubicBezTo>
                    <a:cubicBezTo>
                      <a:pt x="21" y="14"/>
                      <a:pt x="38" y="32"/>
                      <a:pt x="51" y="54"/>
                    </a:cubicBezTo>
                    <a:cubicBezTo>
                      <a:pt x="58" y="65"/>
                      <a:pt x="62" y="76"/>
                      <a:pt x="66"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7"/>
              <p:cNvSpPr/>
              <p:nvPr/>
            </p:nvSpPr>
            <p:spPr>
              <a:xfrm rot="-755217">
                <a:off x="9196072" y="2700266"/>
                <a:ext cx="51221" cy="64436"/>
              </a:xfrm>
              <a:custGeom>
                <a:rect b="b" l="l" r="r" t="t"/>
                <a:pathLst>
                  <a:path extrusionOk="0" h="78" w="62">
                    <a:moveTo>
                      <a:pt x="61" y="76"/>
                    </a:moveTo>
                    <a:cubicBezTo>
                      <a:pt x="28" y="61"/>
                      <a:pt x="15" y="29"/>
                      <a:pt x="0" y="0"/>
                    </a:cubicBezTo>
                    <a:cubicBezTo>
                      <a:pt x="20" y="14"/>
                      <a:pt x="36" y="32"/>
                      <a:pt x="49" y="53"/>
                    </a:cubicBezTo>
                    <a:cubicBezTo>
                      <a:pt x="53" y="60"/>
                      <a:pt x="57" y="69"/>
                      <a:pt x="60" y="77"/>
                    </a:cubicBezTo>
                    <a:lnTo>
                      <a:pt x="61"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rot="-755217">
                <a:off x="9721202" y="3809685"/>
                <a:ext cx="56178" cy="54523"/>
              </a:xfrm>
              <a:custGeom>
                <a:rect b="b" l="l" r="r" t="t"/>
                <a:pathLst>
                  <a:path extrusionOk="0" h="66" w="68">
                    <a:moveTo>
                      <a:pt x="67" y="65"/>
                    </a:moveTo>
                    <a:cubicBezTo>
                      <a:pt x="40" y="49"/>
                      <a:pt x="17" y="27"/>
                      <a:pt x="0" y="0"/>
                    </a:cubicBezTo>
                    <a:lnTo>
                      <a:pt x="67" y="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7"/>
              <p:cNvSpPr/>
              <p:nvPr/>
            </p:nvSpPr>
            <p:spPr>
              <a:xfrm rot="-755217">
                <a:off x="9636397" y="3746006"/>
                <a:ext cx="54526" cy="66914"/>
              </a:xfrm>
              <a:custGeom>
                <a:rect b="b" l="l" r="r" t="t"/>
                <a:pathLst>
                  <a:path extrusionOk="0" h="81" w="66">
                    <a:moveTo>
                      <a:pt x="65" y="80"/>
                    </a:moveTo>
                    <a:cubicBezTo>
                      <a:pt x="42" y="62"/>
                      <a:pt x="22" y="39"/>
                      <a:pt x="8" y="14"/>
                    </a:cubicBezTo>
                    <a:cubicBezTo>
                      <a:pt x="5" y="10"/>
                      <a:pt x="3" y="5"/>
                      <a:pt x="0" y="0"/>
                    </a:cubicBezTo>
                    <a:cubicBezTo>
                      <a:pt x="1" y="1"/>
                      <a:pt x="1" y="1"/>
                      <a:pt x="1" y="1"/>
                    </a:cubicBezTo>
                    <a:cubicBezTo>
                      <a:pt x="23" y="13"/>
                      <a:pt x="40" y="31"/>
                      <a:pt x="53" y="52"/>
                    </a:cubicBezTo>
                    <a:cubicBezTo>
                      <a:pt x="58" y="61"/>
                      <a:pt x="62" y="70"/>
                      <a:pt x="65"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7"/>
              <p:cNvSpPr/>
              <p:nvPr/>
            </p:nvSpPr>
            <p:spPr>
              <a:xfrm rot="-755217">
                <a:off x="9428616" y="4357188"/>
                <a:ext cx="33872" cy="33870"/>
              </a:xfrm>
              <a:custGeom>
                <a:rect b="b" l="l" r="r" t="t"/>
                <a:pathLst>
                  <a:path extrusionOk="0" h="41" w="41">
                    <a:moveTo>
                      <a:pt x="40" y="17"/>
                    </a:moveTo>
                    <a:cubicBezTo>
                      <a:pt x="40" y="21"/>
                      <a:pt x="39" y="25"/>
                      <a:pt x="37" y="28"/>
                    </a:cubicBezTo>
                    <a:cubicBezTo>
                      <a:pt x="35" y="32"/>
                      <a:pt x="31" y="35"/>
                      <a:pt x="27" y="37"/>
                    </a:cubicBezTo>
                    <a:cubicBezTo>
                      <a:pt x="23" y="39"/>
                      <a:pt x="19" y="40"/>
                      <a:pt x="15" y="40"/>
                    </a:cubicBezTo>
                    <a:lnTo>
                      <a:pt x="14" y="40"/>
                    </a:lnTo>
                    <a:cubicBezTo>
                      <a:pt x="12" y="40"/>
                      <a:pt x="9" y="39"/>
                      <a:pt x="7" y="38"/>
                    </a:cubicBezTo>
                    <a:cubicBezTo>
                      <a:pt x="5" y="37"/>
                      <a:pt x="3" y="35"/>
                      <a:pt x="2" y="33"/>
                    </a:cubicBezTo>
                    <a:cubicBezTo>
                      <a:pt x="1" y="31"/>
                      <a:pt x="1" y="29"/>
                      <a:pt x="0" y="27"/>
                    </a:cubicBezTo>
                    <a:cubicBezTo>
                      <a:pt x="0" y="26"/>
                      <a:pt x="0" y="24"/>
                      <a:pt x="0" y="23"/>
                    </a:cubicBezTo>
                    <a:cubicBezTo>
                      <a:pt x="0" y="19"/>
                      <a:pt x="1" y="16"/>
                      <a:pt x="3" y="12"/>
                    </a:cubicBezTo>
                    <a:cubicBezTo>
                      <a:pt x="5" y="9"/>
                      <a:pt x="8" y="6"/>
                      <a:pt x="11" y="4"/>
                    </a:cubicBezTo>
                    <a:cubicBezTo>
                      <a:pt x="14" y="2"/>
                      <a:pt x="18" y="1"/>
                      <a:pt x="21" y="1"/>
                    </a:cubicBezTo>
                    <a:cubicBezTo>
                      <a:pt x="32" y="0"/>
                      <a:pt x="37" y="7"/>
                      <a:pt x="4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7"/>
              <p:cNvSpPr/>
              <p:nvPr/>
            </p:nvSpPr>
            <p:spPr>
              <a:xfrm rot="-755217">
                <a:off x="10059694" y="3815853"/>
                <a:ext cx="53700" cy="71871"/>
              </a:xfrm>
              <a:custGeom>
                <a:rect b="b" l="l" r="r" t="t"/>
                <a:pathLst>
                  <a:path extrusionOk="0" h="87" w="65">
                    <a:moveTo>
                      <a:pt x="61" y="86"/>
                    </a:moveTo>
                    <a:cubicBezTo>
                      <a:pt x="43" y="69"/>
                      <a:pt x="27" y="50"/>
                      <a:pt x="14" y="28"/>
                    </a:cubicBezTo>
                    <a:cubicBezTo>
                      <a:pt x="9" y="19"/>
                      <a:pt x="4" y="9"/>
                      <a:pt x="0" y="0"/>
                    </a:cubicBezTo>
                    <a:cubicBezTo>
                      <a:pt x="21" y="16"/>
                      <a:pt x="39" y="35"/>
                      <a:pt x="52" y="58"/>
                    </a:cubicBezTo>
                    <a:cubicBezTo>
                      <a:pt x="57" y="66"/>
                      <a:pt x="61" y="74"/>
                      <a:pt x="64" y="83"/>
                    </a:cubicBezTo>
                    <a:lnTo>
                      <a:pt x="61" y="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rot="-755217">
                <a:off x="8804797" y="2880394"/>
                <a:ext cx="55352" cy="73523"/>
              </a:xfrm>
              <a:custGeom>
                <a:rect b="b" l="l" r="r" t="t"/>
                <a:pathLst>
                  <a:path extrusionOk="0" h="89" w="67">
                    <a:moveTo>
                      <a:pt x="66" y="87"/>
                    </a:moveTo>
                    <a:cubicBezTo>
                      <a:pt x="35" y="69"/>
                      <a:pt x="27" y="34"/>
                      <a:pt x="0" y="0"/>
                    </a:cubicBezTo>
                    <a:cubicBezTo>
                      <a:pt x="20" y="12"/>
                      <a:pt x="37" y="29"/>
                      <a:pt x="49" y="50"/>
                    </a:cubicBezTo>
                    <a:cubicBezTo>
                      <a:pt x="56" y="62"/>
                      <a:pt x="61" y="75"/>
                      <a:pt x="64" y="88"/>
                    </a:cubicBezTo>
                    <a:lnTo>
                      <a:pt x="66" y="8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rot="-755217">
                <a:off x="9170376" y="3210956"/>
                <a:ext cx="52873" cy="48740"/>
              </a:xfrm>
              <a:custGeom>
                <a:rect b="b" l="l" r="r" t="t"/>
                <a:pathLst>
                  <a:path extrusionOk="0" h="59" w="64">
                    <a:moveTo>
                      <a:pt x="0" y="0"/>
                    </a:moveTo>
                    <a:cubicBezTo>
                      <a:pt x="3" y="0"/>
                      <a:pt x="7" y="0"/>
                      <a:pt x="10" y="3"/>
                    </a:cubicBezTo>
                    <a:cubicBezTo>
                      <a:pt x="29" y="20"/>
                      <a:pt x="46" y="38"/>
                      <a:pt x="63" y="58"/>
                    </a:cubicBezTo>
                    <a:cubicBezTo>
                      <a:pt x="60" y="57"/>
                      <a:pt x="57" y="56"/>
                      <a:pt x="54" y="54"/>
                    </a:cubicBezTo>
                    <a:cubicBezTo>
                      <a:pt x="32" y="42"/>
                      <a:pt x="13" y="2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rot="-755217">
                <a:off x="8420875" y="2447947"/>
                <a:ext cx="44612" cy="33044"/>
              </a:xfrm>
              <a:custGeom>
                <a:rect b="b" l="l" r="r" t="t"/>
                <a:pathLst>
                  <a:path extrusionOk="0" h="40" w="54">
                    <a:moveTo>
                      <a:pt x="33" y="39"/>
                    </a:moveTo>
                    <a:lnTo>
                      <a:pt x="0" y="0"/>
                    </a:lnTo>
                    <a:cubicBezTo>
                      <a:pt x="27" y="0"/>
                      <a:pt x="27" y="0"/>
                      <a:pt x="53" y="37"/>
                    </a:cubicBezTo>
                    <a:lnTo>
                      <a:pt x="33"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7"/>
              <p:cNvSpPr/>
              <p:nvPr/>
            </p:nvSpPr>
            <p:spPr>
              <a:xfrm rot="-755217">
                <a:off x="10105599" y="3641505"/>
                <a:ext cx="52047" cy="66088"/>
              </a:xfrm>
              <a:custGeom>
                <a:rect b="b" l="l" r="r" t="t"/>
                <a:pathLst>
                  <a:path extrusionOk="0" h="80" w="63">
                    <a:moveTo>
                      <a:pt x="62" y="79"/>
                    </a:moveTo>
                    <a:cubicBezTo>
                      <a:pt x="30" y="65"/>
                      <a:pt x="23" y="32"/>
                      <a:pt x="0" y="0"/>
                    </a:cubicBezTo>
                    <a:cubicBezTo>
                      <a:pt x="20" y="11"/>
                      <a:pt x="36" y="28"/>
                      <a:pt x="48" y="48"/>
                    </a:cubicBezTo>
                    <a:cubicBezTo>
                      <a:pt x="54" y="58"/>
                      <a:pt x="58" y="68"/>
                      <a:pt x="61" y="79"/>
                    </a:cubicBezTo>
                    <a:lnTo>
                      <a:pt x="62"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rot="-755217">
                <a:off x="10185215" y="3666273"/>
                <a:ext cx="35524" cy="71871"/>
              </a:xfrm>
              <a:custGeom>
                <a:rect b="b" l="l" r="r" t="t"/>
                <a:pathLst>
                  <a:path extrusionOk="0" h="87" w="43">
                    <a:moveTo>
                      <a:pt x="42" y="85"/>
                    </a:moveTo>
                    <a:cubicBezTo>
                      <a:pt x="11" y="66"/>
                      <a:pt x="11" y="30"/>
                      <a:pt x="0" y="0"/>
                    </a:cubicBezTo>
                    <a:cubicBezTo>
                      <a:pt x="7" y="9"/>
                      <a:pt x="13" y="18"/>
                      <a:pt x="19" y="28"/>
                    </a:cubicBezTo>
                    <a:cubicBezTo>
                      <a:pt x="29" y="46"/>
                      <a:pt x="37" y="65"/>
                      <a:pt x="41" y="86"/>
                    </a:cubicBezTo>
                    <a:lnTo>
                      <a:pt x="42" y="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7"/>
              <p:cNvSpPr/>
              <p:nvPr/>
            </p:nvSpPr>
            <p:spPr>
              <a:xfrm rot="-755217">
                <a:off x="9187548" y="3437590"/>
                <a:ext cx="52047" cy="60306"/>
              </a:xfrm>
              <a:custGeom>
                <a:rect b="b" l="l" r="r" t="t"/>
                <a:pathLst>
                  <a:path extrusionOk="0" h="73" w="63">
                    <a:moveTo>
                      <a:pt x="0" y="1"/>
                    </a:moveTo>
                    <a:cubicBezTo>
                      <a:pt x="33" y="14"/>
                      <a:pt x="44" y="46"/>
                      <a:pt x="62" y="72"/>
                    </a:cubicBezTo>
                    <a:cubicBezTo>
                      <a:pt x="40" y="50"/>
                      <a:pt x="9" y="3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7"/>
              <p:cNvSpPr/>
              <p:nvPr/>
            </p:nvSpPr>
            <p:spPr>
              <a:xfrm rot="-755217">
                <a:off x="10437836" y="3559416"/>
                <a:ext cx="33046" cy="76828"/>
              </a:xfrm>
              <a:custGeom>
                <a:rect b="b" l="l" r="r" t="t"/>
                <a:pathLst>
                  <a:path extrusionOk="0" h="93" w="40">
                    <a:moveTo>
                      <a:pt x="1" y="92"/>
                    </a:moveTo>
                    <a:cubicBezTo>
                      <a:pt x="4" y="67"/>
                      <a:pt x="12" y="43"/>
                      <a:pt x="25" y="21"/>
                    </a:cubicBezTo>
                    <a:cubicBezTo>
                      <a:pt x="29" y="14"/>
                      <a:pt x="34" y="7"/>
                      <a:pt x="39" y="0"/>
                    </a:cubicBezTo>
                    <a:cubicBezTo>
                      <a:pt x="37" y="23"/>
                      <a:pt x="29" y="45"/>
                      <a:pt x="18" y="65"/>
                    </a:cubicBezTo>
                    <a:cubicBezTo>
                      <a:pt x="12" y="75"/>
                      <a:pt x="7" y="83"/>
                      <a:pt x="0" y="91"/>
                    </a:cubicBezTo>
                    <a:lnTo>
                      <a:pt x="1" y="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rot="-755217">
                <a:off x="8200980" y="3547504"/>
                <a:ext cx="36351" cy="28088"/>
              </a:xfrm>
              <a:custGeom>
                <a:rect b="b" l="l" r="r" t="t"/>
                <a:pathLst>
                  <a:path extrusionOk="0" h="34" w="44">
                    <a:moveTo>
                      <a:pt x="19" y="2"/>
                    </a:moveTo>
                    <a:cubicBezTo>
                      <a:pt x="33" y="2"/>
                      <a:pt x="42" y="7"/>
                      <a:pt x="42" y="17"/>
                    </a:cubicBezTo>
                    <a:cubicBezTo>
                      <a:pt x="43" y="27"/>
                      <a:pt x="33" y="33"/>
                      <a:pt x="23" y="32"/>
                    </a:cubicBezTo>
                    <a:cubicBezTo>
                      <a:pt x="13" y="32"/>
                      <a:pt x="0" y="29"/>
                      <a:pt x="1" y="14"/>
                    </a:cubicBezTo>
                    <a:cubicBezTo>
                      <a:pt x="2" y="0"/>
                      <a:pt x="13" y="2"/>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rot="-755217">
                <a:off x="9116360" y="4139638"/>
                <a:ext cx="36351" cy="29740"/>
              </a:xfrm>
              <a:custGeom>
                <a:rect b="b" l="l" r="r" t="t"/>
                <a:pathLst>
                  <a:path extrusionOk="0" h="36" w="44">
                    <a:moveTo>
                      <a:pt x="20" y="35"/>
                    </a:moveTo>
                    <a:cubicBezTo>
                      <a:pt x="9" y="35"/>
                      <a:pt x="1" y="30"/>
                      <a:pt x="0" y="17"/>
                    </a:cubicBezTo>
                    <a:cubicBezTo>
                      <a:pt x="0" y="16"/>
                      <a:pt x="0" y="16"/>
                      <a:pt x="0" y="15"/>
                    </a:cubicBezTo>
                    <a:cubicBezTo>
                      <a:pt x="0" y="13"/>
                      <a:pt x="0" y="11"/>
                      <a:pt x="2" y="8"/>
                    </a:cubicBezTo>
                    <a:cubicBezTo>
                      <a:pt x="4" y="5"/>
                      <a:pt x="6" y="3"/>
                      <a:pt x="8" y="2"/>
                    </a:cubicBezTo>
                    <a:cubicBezTo>
                      <a:pt x="10" y="1"/>
                      <a:pt x="13" y="0"/>
                      <a:pt x="16" y="0"/>
                    </a:cubicBezTo>
                    <a:lnTo>
                      <a:pt x="17" y="0"/>
                    </a:lnTo>
                    <a:cubicBezTo>
                      <a:pt x="30" y="0"/>
                      <a:pt x="43" y="7"/>
                      <a:pt x="42" y="22"/>
                    </a:cubicBezTo>
                    <a:cubicBezTo>
                      <a:pt x="42" y="31"/>
                      <a:pt x="30" y="33"/>
                      <a:pt x="20"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rot="-755217">
                <a:off x="8100503" y="3282167"/>
                <a:ext cx="33872" cy="76002"/>
              </a:xfrm>
              <a:custGeom>
                <a:rect b="b" l="l" r="r" t="t"/>
                <a:pathLst>
                  <a:path extrusionOk="0" h="92" w="41">
                    <a:moveTo>
                      <a:pt x="0" y="1"/>
                    </a:moveTo>
                    <a:cubicBezTo>
                      <a:pt x="6" y="8"/>
                      <a:pt x="12" y="17"/>
                      <a:pt x="17" y="25"/>
                    </a:cubicBezTo>
                    <a:cubicBezTo>
                      <a:pt x="29" y="45"/>
                      <a:pt x="37" y="68"/>
                      <a:pt x="40" y="91"/>
                    </a:cubicBezTo>
                    <a:cubicBezTo>
                      <a:pt x="22" y="63"/>
                      <a:pt x="0" y="38"/>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7"/>
              <p:cNvSpPr/>
              <p:nvPr/>
            </p:nvSpPr>
            <p:spPr>
              <a:xfrm rot="-755217">
                <a:off x="9108725" y="4262805"/>
                <a:ext cx="33046" cy="33870"/>
              </a:xfrm>
              <a:custGeom>
                <a:rect b="b" l="l" r="r" t="t"/>
                <a:pathLst>
                  <a:path extrusionOk="0" h="41" w="40">
                    <a:moveTo>
                      <a:pt x="34" y="0"/>
                    </a:moveTo>
                    <a:cubicBezTo>
                      <a:pt x="37" y="3"/>
                      <a:pt x="39" y="4"/>
                      <a:pt x="39" y="5"/>
                    </a:cubicBezTo>
                    <a:cubicBezTo>
                      <a:pt x="35" y="20"/>
                      <a:pt x="37" y="40"/>
                      <a:pt x="12" y="39"/>
                    </a:cubicBezTo>
                    <a:cubicBezTo>
                      <a:pt x="10" y="39"/>
                      <a:pt x="8" y="38"/>
                      <a:pt x="7" y="37"/>
                    </a:cubicBezTo>
                    <a:cubicBezTo>
                      <a:pt x="5" y="36"/>
                      <a:pt x="4" y="34"/>
                      <a:pt x="2" y="32"/>
                    </a:cubicBezTo>
                    <a:cubicBezTo>
                      <a:pt x="0" y="30"/>
                      <a:pt x="0" y="28"/>
                      <a:pt x="0" y="25"/>
                    </a:cubicBezTo>
                    <a:lnTo>
                      <a:pt x="0" y="24"/>
                    </a:lnTo>
                    <a:cubicBezTo>
                      <a:pt x="2" y="4"/>
                      <a:pt x="18" y="1"/>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7"/>
              <p:cNvSpPr/>
              <p:nvPr/>
            </p:nvSpPr>
            <p:spPr>
              <a:xfrm rot="-755217">
                <a:off x="9706905" y="3473517"/>
                <a:ext cx="47917" cy="53697"/>
              </a:xfrm>
              <a:custGeom>
                <a:rect b="b" l="l" r="r" t="t"/>
                <a:pathLst>
                  <a:path extrusionOk="0" h="65" w="58">
                    <a:moveTo>
                      <a:pt x="57" y="63"/>
                    </a:moveTo>
                    <a:cubicBezTo>
                      <a:pt x="25" y="53"/>
                      <a:pt x="17" y="23"/>
                      <a:pt x="0" y="0"/>
                    </a:cubicBezTo>
                    <a:cubicBezTo>
                      <a:pt x="22" y="18"/>
                      <a:pt x="48" y="33"/>
                      <a:pt x="56" y="64"/>
                    </a:cubicBezTo>
                    <a:lnTo>
                      <a:pt x="57"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rot="-755217">
                <a:off x="9023816" y="2579536"/>
                <a:ext cx="51221" cy="59479"/>
              </a:xfrm>
              <a:custGeom>
                <a:rect b="b" l="l" r="r" t="t"/>
                <a:pathLst>
                  <a:path extrusionOk="0" h="72" w="62">
                    <a:moveTo>
                      <a:pt x="0" y="1"/>
                    </a:moveTo>
                    <a:cubicBezTo>
                      <a:pt x="31" y="14"/>
                      <a:pt x="44" y="45"/>
                      <a:pt x="61" y="71"/>
                    </a:cubicBezTo>
                    <a:cubicBezTo>
                      <a:pt x="37" y="51"/>
                      <a:pt x="10" y="33"/>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rot="-755217">
                <a:off x="8683302" y="3282166"/>
                <a:ext cx="48743" cy="55349"/>
              </a:xfrm>
              <a:custGeom>
                <a:rect b="b" l="l" r="r" t="t"/>
                <a:pathLst>
                  <a:path extrusionOk="0" h="67" w="59">
                    <a:moveTo>
                      <a:pt x="58" y="66"/>
                    </a:moveTo>
                    <a:cubicBezTo>
                      <a:pt x="54" y="64"/>
                      <a:pt x="49" y="62"/>
                      <a:pt x="45" y="59"/>
                    </a:cubicBezTo>
                    <a:cubicBezTo>
                      <a:pt x="30" y="50"/>
                      <a:pt x="18" y="39"/>
                      <a:pt x="10" y="25"/>
                    </a:cubicBezTo>
                    <a:cubicBezTo>
                      <a:pt x="6" y="17"/>
                      <a:pt x="2" y="8"/>
                      <a:pt x="0" y="0"/>
                    </a:cubicBezTo>
                    <a:lnTo>
                      <a:pt x="58" y="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rot="-755217">
                <a:off x="8514122" y="3653183"/>
                <a:ext cx="40481" cy="28088"/>
              </a:xfrm>
              <a:custGeom>
                <a:rect b="b" l="l" r="r" t="t"/>
                <a:pathLst>
                  <a:path extrusionOk="0" h="34" w="49">
                    <a:moveTo>
                      <a:pt x="16" y="0"/>
                    </a:moveTo>
                    <a:cubicBezTo>
                      <a:pt x="30" y="3"/>
                      <a:pt x="46" y="5"/>
                      <a:pt x="48" y="23"/>
                    </a:cubicBezTo>
                    <a:cubicBezTo>
                      <a:pt x="48" y="29"/>
                      <a:pt x="42" y="33"/>
                      <a:pt x="36" y="31"/>
                    </a:cubicBezTo>
                    <a:cubicBezTo>
                      <a:pt x="23" y="28"/>
                      <a:pt x="5" y="31"/>
                      <a:pt x="2" y="13"/>
                    </a:cubicBezTo>
                    <a:cubicBezTo>
                      <a:pt x="0" y="3"/>
                      <a:pt x="10" y="3"/>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7"/>
              <p:cNvSpPr/>
              <p:nvPr/>
            </p:nvSpPr>
            <p:spPr>
              <a:xfrm rot="-755217">
                <a:off x="9974341" y="3929811"/>
                <a:ext cx="43786" cy="58653"/>
              </a:xfrm>
              <a:custGeom>
                <a:rect b="b" l="l" r="r" t="t"/>
                <a:pathLst>
                  <a:path extrusionOk="0" h="71" w="53">
                    <a:moveTo>
                      <a:pt x="52" y="70"/>
                    </a:moveTo>
                    <a:cubicBezTo>
                      <a:pt x="48" y="36"/>
                      <a:pt x="11" y="27"/>
                      <a:pt x="0" y="0"/>
                    </a:cubicBezTo>
                    <a:cubicBezTo>
                      <a:pt x="43" y="26"/>
                      <a:pt x="48" y="32"/>
                      <a:pt x="51" y="70"/>
                    </a:cubicBezTo>
                    <a:lnTo>
                      <a:pt x="52" y="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7"/>
              <p:cNvSpPr/>
              <p:nvPr/>
            </p:nvSpPr>
            <p:spPr>
              <a:xfrm rot="-755217">
                <a:off x="8963086" y="4317396"/>
                <a:ext cx="47090" cy="28914"/>
              </a:xfrm>
              <a:custGeom>
                <a:rect b="b" l="l" r="r" t="t"/>
                <a:pathLst>
                  <a:path extrusionOk="0" h="35" w="57">
                    <a:moveTo>
                      <a:pt x="56" y="6"/>
                    </a:moveTo>
                    <a:cubicBezTo>
                      <a:pt x="49" y="23"/>
                      <a:pt x="35" y="26"/>
                      <a:pt x="25" y="32"/>
                    </a:cubicBezTo>
                    <a:cubicBezTo>
                      <a:pt x="24" y="32"/>
                      <a:pt x="24" y="32"/>
                      <a:pt x="24" y="32"/>
                    </a:cubicBezTo>
                    <a:cubicBezTo>
                      <a:pt x="22" y="34"/>
                      <a:pt x="19" y="34"/>
                      <a:pt x="17" y="34"/>
                    </a:cubicBezTo>
                    <a:cubicBezTo>
                      <a:pt x="14" y="34"/>
                      <a:pt x="12" y="34"/>
                      <a:pt x="10" y="32"/>
                    </a:cubicBezTo>
                    <a:cubicBezTo>
                      <a:pt x="8" y="30"/>
                      <a:pt x="6" y="29"/>
                      <a:pt x="5" y="27"/>
                    </a:cubicBezTo>
                    <a:cubicBezTo>
                      <a:pt x="4" y="26"/>
                      <a:pt x="4" y="24"/>
                      <a:pt x="3" y="23"/>
                    </a:cubicBezTo>
                    <a:cubicBezTo>
                      <a:pt x="0" y="12"/>
                      <a:pt x="8" y="6"/>
                      <a:pt x="17" y="4"/>
                    </a:cubicBezTo>
                    <a:cubicBezTo>
                      <a:pt x="23" y="1"/>
                      <a:pt x="29" y="0"/>
                      <a:pt x="35" y="0"/>
                    </a:cubicBezTo>
                    <a:cubicBezTo>
                      <a:pt x="42" y="0"/>
                      <a:pt x="49" y="2"/>
                      <a:pt x="5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rot="-755217">
                <a:off x="7672387" y="1788546"/>
                <a:ext cx="59483" cy="66914"/>
              </a:xfrm>
              <a:custGeom>
                <a:rect b="b" l="l" r="r" t="t"/>
                <a:pathLst>
                  <a:path extrusionOk="0" h="81" w="72">
                    <a:moveTo>
                      <a:pt x="71" y="0"/>
                    </a:moveTo>
                    <a:cubicBezTo>
                      <a:pt x="70" y="3"/>
                      <a:pt x="68" y="6"/>
                      <a:pt x="67" y="9"/>
                    </a:cubicBezTo>
                    <a:cubicBezTo>
                      <a:pt x="50" y="37"/>
                      <a:pt x="28" y="61"/>
                      <a:pt x="0" y="80"/>
                    </a:cubicBezTo>
                    <a:cubicBezTo>
                      <a:pt x="3" y="72"/>
                      <a:pt x="7" y="64"/>
                      <a:pt x="11" y="56"/>
                    </a:cubicBezTo>
                    <a:cubicBezTo>
                      <a:pt x="23" y="35"/>
                      <a:pt x="41" y="17"/>
                      <a:pt x="62" y="5"/>
                    </a:cubicBezTo>
                    <a:cubicBezTo>
                      <a:pt x="65" y="3"/>
                      <a:pt x="68" y="2"/>
                      <a:pt x="7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rot="-755217">
                <a:off x="8028873" y="2275936"/>
                <a:ext cx="58656" cy="48740"/>
              </a:xfrm>
              <a:custGeom>
                <a:rect b="b" l="l" r="r" t="t"/>
                <a:pathLst>
                  <a:path extrusionOk="0" h="59" w="71">
                    <a:moveTo>
                      <a:pt x="70" y="58"/>
                    </a:moveTo>
                    <a:cubicBezTo>
                      <a:pt x="37" y="50"/>
                      <a:pt x="20" y="23"/>
                      <a:pt x="0" y="0"/>
                    </a:cubicBezTo>
                    <a:cubicBezTo>
                      <a:pt x="27" y="16"/>
                      <a:pt x="56" y="28"/>
                      <a:pt x="7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rot="-755217">
                <a:off x="7686686" y="1809371"/>
                <a:ext cx="57004" cy="70219"/>
              </a:xfrm>
              <a:custGeom>
                <a:rect b="b" l="l" r="r" t="t"/>
                <a:pathLst>
                  <a:path extrusionOk="0" h="85" w="69">
                    <a:moveTo>
                      <a:pt x="0" y="84"/>
                    </a:moveTo>
                    <a:cubicBezTo>
                      <a:pt x="12" y="48"/>
                      <a:pt x="44" y="27"/>
                      <a:pt x="68" y="0"/>
                    </a:cubicBezTo>
                    <a:cubicBezTo>
                      <a:pt x="65" y="11"/>
                      <a:pt x="60" y="23"/>
                      <a:pt x="54" y="33"/>
                    </a:cubicBezTo>
                    <a:cubicBezTo>
                      <a:pt x="42" y="53"/>
                      <a:pt x="26" y="70"/>
                      <a:pt x="6" y="81"/>
                    </a:cubicBezTo>
                    <a:cubicBezTo>
                      <a:pt x="4" y="82"/>
                      <a:pt x="2" y="83"/>
                      <a:pt x="0"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rot="-755217">
                <a:off x="9177648" y="4328223"/>
                <a:ext cx="37177" cy="34696"/>
              </a:xfrm>
              <a:custGeom>
                <a:rect b="b" l="l" r="r" t="t"/>
                <a:pathLst>
                  <a:path extrusionOk="0" h="42" w="45">
                    <a:moveTo>
                      <a:pt x="44" y="17"/>
                    </a:moveTo>
                    <a:cubicBezTo>
                      <a:pt x="44" y="34"/>
                      <a:pt x="30" y="35"/>
                      <a:pt x="18" y="38"/>
                    </a:cubicBezTo>
                    <a:cubicBezTo>
                      <a:pt x="5" y="41"/>
                      <a:pt x="0" y="35"/>
                      <a:pt x="0" y="25"/>
                    </a:cubicBezTo>
                    <a:cubicBezTo>
                      <a:pt x="0" y="10"/>
                      <a:pt x="12" y="5"/>
                      <a:pt x="26" y="2"/>
                    </a:cubicBezTo>
                    <a:cubicBezTo>
                      <a:pt x="40" y="0"/>
                      <a:pt x="41" y="7"/>
                      <a:pt x="4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rot="-755217">
                <a:off x="10108238" y="3247039"/>
                <a:ext cx="38829" cy="61132"/>
              </a:xfrm>
              <a:custGeom>
                <a:rect b="b" l="l" r="r" t="t"/>
                <a:pathLst>
                  <a:path extrusionOk="0" h="74" w="47">
                    <a:moveTo>
                      <a:pt x="46" y="73"/>
                    </a:moveTo>
                    <a:cubicBezTo>
                      <a:pt x="33" y="62"/>
                      <a:pt x="23" y="49"/>
                      <a:pt x="14" y="35"/>
                    </a:cubicBezTo>
                    <a:cubicBezTo>
                      <a:pt x="8" y="24"/>
                      <a:pt x="3" y="12"/>
                      <a:pt x="0" y="0"/>
                    </a:cubicBezTo>
                    <a:cubicBezTo>
                      <a:pt x="12" y="12"/>
                      <a:pt x="23" y="25"/>
                      <a:pt x="31" y="40"/>
                    </a:cubicBezTo>
                    <a:cubicBezTo>
                      <a:pt x="37" y="50"/>
                      <a:pt x="42" y="61"/>
                      <a:pt x="46"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rot="-755217">
                <a:off x="10504918" y="3396704"/>
                <a:ext cx="38003" cy="85089"/>
              </a:xfrm>
              <a:custGeom>
                <a:rect b="b" l="l" r="r" t="t"/>
                <a:pathLst>
                  <a:path extrusionOk="0" h="103" w="46">
                    <a:moveTo>
                      <a:pt x="45" y="0"/>
                    </a:moveTo>
                    <a:cubicBezTo>
                      <a:pt x="42" y="26"/>
                      <a:pt x="34" y="50"/>
                      <a:pt x="21" y="72"/>
                    </a:cubicBezTo>
                    <a:cubicBezTo>
                      <a:pt x="15" y="83"/>
                      <a:pt x="8" y="93"/>
                      <a:pt x="0" y="102"/>
                    </a:cubicBezTo>
                    <a:cubicBezTo>
                      <a:pt x="3" y="77"/>
                      <a:pt x="10" y="53"/>
                      <a:pt x="23" y="31"/>
                    </a:cubicBezTo>
                    <a:cubicBezTo>
                      <a:pt x="30" y="20"/>
                      <a:pt x="37" y="10"/>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7"/>
              <p:cNvSpPr/>
              <p:nvPr/>
            </p:nvSpPr>
            <p:spPr>
              <a:xfrm rot="-755217">
                <a:off x="8806461" y="4121521"/>
                <a:ext cx="30567" cy="35522"/>
              </a:xfrm>
              <a:custGeom>
                <a:rect b="b" l="l" r="r" t="t"/>
                <a:pathLst>
                  <a:path extrusionOk="0" h="43" w="37">
                    <a:moveTo>
                      <a:pt x="14" y="42"/>
                    </a:moveTo>
                    <a:cubicBezTo>
                      <a:pt x="12" y="42"/>
                      <a:pt x="10" y="41"/>
                      <a:pt x="8" y="40"/>
                    </a:cubicBezTo>
                    <a:cubicBezTo>
                      <a:pt x="6" y="39"/>
                      <a:pt x="4" y="37"/>
                      <a:pt x="3" y="35"/>
                    </a:cubicBezTo>
                    <a:cubicBezTo>
                      <a:pt x="1" y="32"/>
                      <a:pt x="1" y="30"/>
                      <a:pt x="1" y="27"/>
                    </a:cubicBezTo>
                    <a:cubicBezTo>
                      <a:pt x="0" y="26"/>
                      <a:pt x="0" y="25"/>
                      <a:pt x="0" y="23"/>
                    </a:cubicBezTo>
                    <a:cubicBezTo>
                      <a:pt x="0" y="19"/>
                      <a:pt x="1" y="16"/>
                      <a:pt x="3" y="12"/>
                    </a:cubicBezTo>
                    <a:cubicBezTo>
                      <a:pt x="5" y="8"/>
                      <a:pt x="8" y="6"/>
                      <a:pt x="12" y="4"/>
                    </a:cubicBezTo>
                    <a:cubicBezTo>
                      <a:pt x="15" y="2"/>
                      <a:pt x="19" y="1"/>
                      <a:pt x="23" y="0"/>
                    </a:cubicBezTo>
                    <a:cubicBezTo>
                      <a:pt x="32" y="0"/>
                      <a:pt x="36" y="6"/>
                      <a:pt x="35" y="14"/>
                    </a:cubicBezTo>
                    <a:cubicBezTo>
                      <a:pt x="33" y="29"/>
                      <a:pt x="30" y="40"/>
                      <a:pt x="14"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7"/>
              <p:cNvSpPr/>
              <p:nvPr/>
            </p:nvSpPr>
            <p:spPr>
              <a:xfrm rot="-755217">
                <a:off x="8689902" y="4170172"/>
                <a:ext cx="40481" cy="38001"/>
              </a:xfrm>
              <a:custGeom>
                <a:rect b="b" l="l" r="r" t="t"/>
                <a:pathLst>
                  <a:path extrusionOk="0" h="46" w="49">
                    <a:moveTo>
                      <a:pt x="48" y="35"/>
                    </a:moveTo>
                    <a:cubicBezTo>
                      <a:pt x="24" y="45"/>
                      <a:pt x="9" y="39"/>
                      <a:pt x="0" y="21"/>
                    </a:cubicBezTo>
                    <a:lnTo>
                      <a:pt x="0" y="20"/>
                    </a:lnTo>
                    <a:cubicBezTo>
                      <a:pt x="0" y="17"/>
                      <a:pt x="0" y="15"/>
                      <a:pt x="2" y="13"/>
                    </a:cubicBezTo>
                    <a:cubicBezTo>
                      <a:pt x="3" y="11"/>
                      <a:pt x="4" y="9"/>
                      <a:pt x="6" y="8"/>
                    </a:cubicBezTo>
                    <a:cubicBezTo>
                      <a:pt x="29" y="0"/>
                      <a:pt x="37" y="16"/>
                      <a:pt x="4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rot="-755217">
                <a:off x="8921315" y="4129416"/>
                <a:ext cx="33046" cy="32218"/>
              </a:xfrm>
              <a:custGeom>
                <a:rect b="b" l="l" r="r" t="t"/>
                <a:pathLst>
                  <a:path extrusionOk="0" h="39" w="40">
                    <a:moveTo>
                      <a:pt x="38" y="23"/>
                    </a:moveTo>
                    <a:cubicBezTo>
                      <a:pt x="34" y="31"/>
                      <a:pt x="28" y="38"/>
                      <a:pt x="18" y="35"/>
                    </a:cubicBezTo>
                    <a:cubicBezTo>
                      <a:pt x="15" y="35"/>
                      <a:pt x="13" y="34"/>
                      <a:pt x="10" y="32"/>
                    </a:cubicBezTo>
                    <a:cubicBezTo>
                      <a:pt x="7" y="31"/>
                      <a:pt x="4" y="28"/>
                      <a:pt x="2" y="25"/>
                    </a:cubicBezTo>
                    <a:cubicBezTo>
                      <a:pt x="1" y="22"/>
                      <a:pt x="0" y="18"/>
                      <a:pt x="0" y="14"/>
                    </a:cubicBezTo>
                    <a:lnTo>
                      <a:pt x="0" y="13"/>
                    </a:lnTo>
                    <a:cubicBezTo>
                      <a:pt x="0" y="11"/>
                      <a:pt x="0" y="9"/>
                      <a:pt x="1" y="7"/>
                    </a:cubicBezTo>
                    <a:cubicBezTo>
                      <a:pt x="3" y="5"/>
                      <a:pt x="4" y="3"/>
                      <a:pt x="6" y="2"/>
                    </a:cubicBezTo>
                    <a:cubicBezTo>
                      <a:pt x="8" y="1"/>
                      <a:pt x="11" y="0"/>
                      <a:pt x="13" y="0"/>
                    </a:cubicBezTo>
                    <a:cubicBezTo>
                      <a:pt x="15" y="0"/>
                      <a:pt x="17" y="1"/>
                      <a:pt x="19" y="1"/>
                    </a:cubicBezTo>
                    <a:cubicBezTo>
                      <a:pt x="29" y="5"/>
                      <a:pt x="39" y="9"/>
                      <a:pt x="3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7"/>
              <p:cNvSpPr/>
              <p:nvPr/>
            </p:nvSpPr>
            <p:spPr>
              <a:xfrm rot="-755217">
                <a:off x="8656253" y="4208172"/>
                <a:ext cx="32220" cy="33044"/>
              </a:xfrm>
              <a:custGeom>
                <a:rect b="b" l="l" r="r" t="t"/>
                <a:pathLst>
                  <a:path extrusionOk="0" h="40" w="39">
                    <a:moveTo>
                      <a:pt x="19" y="0"/>
                    </a:moveTo>
                    <a:lnTo>
                      <a:pt x="20" y="0"/>
                    </a:lnTo>
                    <a:cubicBezTo>
                      <a:pt x="23" y="0"/>
                      <a:pt x="26" y="0"/>
                      <a:pt x="29" y="2"/>
                    </a:cubicBezTo>
                    <a:cubicBezTo>
                      <a:pt x="32" y="4"/>
                      <a:pt x="34" y="6"/>
                      <a:pt x="36" y="9"/>
                    </a:cubicBezTo>
                    <a:cubicBezTo>
                      <a:pt x="37" y="12"/>
                      <a:pt x="38" y="14"/>
                      <a:pt x="38" y="18"/>
                    </a:cubicBezTo>
                    <a:cubicBezTo>
                      <a:pt x="38" y="19"/>
                      <a:pt x="38" y="20"/>
                      <a:pt x="38" y="21"/>
                    </a:cubicBezTo>
                    <a:cubicBezTo>
                      <a:pt x="37" y="24"/>
                      <a:pt x="37" y="27"/>
                      <a:pt x="35" y="30"/>
                    </a:cubicBezTo>
                    <a:cubicBezTo>
                      <a:pt x="33" y="33"/>
                      <a:pt x="31" y="35"/>
                      <a:pt x="28" y="37"/>
                    </a:cubicBezTo>
                    <a:cubicBezTo>
                      <a:pt x="25" y="39"/>
                      <a:pt x="22" y="39"/>
                      <a:pt x="18" y="39"/>
                    </a:cubicBezTo>
                    <a:cubicBezTo>
                      <a:pt x="17" y="39"/>
                      <a:pt x="16" y="39"/>
                      <a:pt x="15" y="39"/>
                    </a:cubicBezTo>
                    <a:cubicBezTo>
                      <a:pt x="4" y="39"/>
                      <a:pt x="0" y="31"/>
                      <a:pt x="0" y="21"/>
                    </a:cubicBezTo>
                    <a:cubicBezTo>
                      <a:pt x="0" y="20"/>
                      <a:pt x="0" y="20"/>
                      <a:pt x="0" y="19"/>
                    </a:cubicBezTo>
                    <a:cubicBezTo>
                      <a:pt x="0" y="16"/>
                      <a:pt x="1" y="12"/>
                      <a:pt x="3" y="9"/>
                    </a:cubicBezTo>
                    <a:cubicBezTo>
                      <a:pt x="5" y="6"/>
                      <a:pt x="7" y="4"/>
                      <a:pt x="10" y="2"/>
                    </a:cubicBezTo>
                    <a:cubicBezTo>
                      <a:pt x="13" y="1"/>
                      <a:pt x="16" y="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7"/>
              <p:cNvSpPr/>
              <p:nvPr/>
            </p:nvSpPr>
            <p:spPr>
              <a:xfrm rot="-755217">
                <a:off x="8076372" y="2726921"/>
                <a:ext cx="35524" cy="67740"/>
              </a:xfrm>
              <a:custGeom>
                <a:rect b="b" l="l" r="r" t="t"/>
                <a:pathLst>
                  <a:path extrusionOk="0" h="82" w="43">
                    <a:moveTo>
                      <a:pt x="3" y="1"/>
                    </a:moveTo>
                    <a:cubicBezTo>
                      <a:pt x="25" y="23"/>
                      <a:pt x="29" y="54"/>
                      <a:pt x="42" y="81"/>
                    </a:cubicBezTo>
                    <a:cubicBezTo>
                      <a:pt x="23" y="56"/>
                      <a:pt x="0" y="3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7"/>
              <p:cNvSpPr/>
              <p:nvPr/>
            </p:nvSpPr>
            <p:spPr>
              <a:xfrm rot="-755217">
                <a:off x="9178822" y="3144683"/>
                <a:ext cx="45438" cy="45436"/>
              </a:xfrm>
              <a:custGeom>
                <a:rect b="b" l="l" r="r" t="t"/>
                <a:pathLst>
                  <a:path extrusionOk="0" h="55" w="55">
                    <a:moveTo>
                      <a:pt x="6" y="0"/>
                    </a:moveTo>
                    <a:lnTo>
                      <a:pt x="54" y="53"/>
                    </a:lnTo>
                    <a:lnTo>
                      <a:pt x="52" y="54"/>
                    </a:lnTo>
                    <a:lnTo>
                      <a:pt x="0" y="8"/>
                    </a:lnTo>
                    <a:lnTo>
                      <a:pt x="6" y="0"/>
                    </a:lnTo>
                  </a:path>
                </a:pathLst>
              </a:custGeom>
              <a:solidFill>
                <a:schemeClr val="dk1"/>
              </a:solidFill>
              <a:ln>
                <a:noFill/>
              </a:ln>
            </p:spPr>
          </p:sp>
          <p:sp>
            <p:nvSpPr>
              <p:cNvPr id="5308" name="Google Shape;5308;p47"/>
              <p:cNvSpPr/>
              <p:nvPr/>
            </p:nvSpPr>
            <p:spPr>
              <a:xfrm rot="-755217">
                <a:off x="9805511" y="3004955"/>
                <a:ext cx="43786" cy="47088"/>
              </a:xfrm>
              <a:custGeom>
                <a:rect b="b" l="l" r="r" t="t"/>
                <a:pathLst>
                  <a:path extrusionOk="0" h="57" w="53">
                    <a:moveTo>
                      <a:pt x="0" y="0"/>
                    </a:moveTo>
                    <a:lnTo>
                      <a:pt x="52" y="56"/>
                    </a:lnTo>
                    <a:cubicBezTo>
                      <a:pt x="17" y="37"/>
                      <a:pt x="17" y="3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rot="-755217">
                <a:off x="8447541" y="4116677"/>
                <a:ext cx="41307" cy="36349"/>
              </a:xfrm>
              <a:custGeom>
                <a:rect b="b" l="l" r="r" t="t"/>
                <a:pathLst>
                  <a:path extrusionOk="0" h="44" w="50">
                    <a:moveTo>
                      <a:pt x="49" y="34"/>
                    </a:moveTo>
                    <a:cubicBezTo>
                      <a:pt x="44" y="35"/>
                      <a:pt x="38" y="36"/>
                      <a:pt x="33" y="38"/>
                    </a:cubicBezTo>
                    <a:cubicBezTo>
                      <a:pt x="22" y="42"/>
                      <a:pt x="12" y="43"/>
                      <a:pt x="6" y="31"/>
                    </a:cubicBezTo>
                    <a:cubicBezTo>
                      <a:pt x="0" y="19"/>
                      <a:pt x="8" y="14"/>
                      <a:pt x="16" y="9"/>
                    </a:cubicBezTo>
                    <a:cubicBezTo>
                      <a:pt x="29" y="0"/>
                      <a:pt x="39" y="5"/>
                      <a:pt x="45" y="19"/>
                    </a:cubicBezTo>
                    <a:cubicBezTo>
                      <a:pt x="46" y="24"/>
                      <a:pt x="47" y="30"/>
                      <a:pt x="47" y="35"/>
                    </a:cubicBezTo>
                    <a:lnTo>
                      <a:pt x="49"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rot="-755217">
                <a:off x="7716784" y="1825994"/>
                <a:ext cx="58656" cy="56175"/>
              </a:xfrm>
              <a:custGeom>
                <a:rect b="b" l="l" r="r" t="t"/>
                <a:pathLst>
                  <a:path extrusionOk="0" h="68" w="71">
                    <a:moveTo>
                      <a:pt x="70" y="0"/>
                    </a:moveTo>
                    <a:cubicBezTo>
                      <a:pt x="53" y="28"/>
                      <a:pt x="29" y="51"/>
                      <a:pt x="1" y="67"/>
                    </a:cubicBezTo>
                    <a:lnTo>
                      <a:pt x="0" y="67"/>
                    </a:lnTo>
                    <a:cubicBezTo>
                      <a:pt x="2" y="61"/>
                      <a:pt x="5" y="56"/>
                      <a:pt x="8" y="50"/>
                    </a:cubicBezTo>
                    <a:cubicBezTo>
                      <a:pt x="18" y="33"/>
                      <a:pt x="32" y="19"/>
                      <a:pt x="50" y="9"/>
                    </a:cubicBezTo>
                    <a:cubicBezTo>
                      <a:pt x="56" y="5"/>
                      <a:pt x="63" y="2"/>
                      <a:pt x="7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rot="-755217">
                <a:off x="9020292" y="4275698"/>
                <a:ext cx="33046" cy="27261"/>
              </a:xfrm>
              <a:custGeom>
                <a:rect b="b" l="l" r="r" t="t"/>
                <a:pathLst>
                  <a:path extrusionOk="0" h="33" w="40">
                    <a:moveTo>
                      <a:pt x="39" y="22"/>
                    </a:moveTo>
                    <a:cubicBezTo>
                      <a:pt x="37" y="32"/>
                      <a:pt x="30" y="32"/>
                      <a:pt x="23" y="30"/>
                    </a:cubicBezTo>
                    <a:cubicBezTo>
                      <a:pt x="16" y="28"/>
                      <a:pt x="0" y="28"/>
                      <a:pt x="1" y="13"/>
                    </a:cubicBezTo>
                    <a:cubicBezTo>
                      <a:pt x="1" y="11"/>
                      <a:pt x="2" y="9"/>
                      <a:pt x="3" y="7"/>
                    </a:cubicBezTo>
                    <a:cubicBezTo>
                      <a:pt x="4" y="5"/>
                      <a:pt x="6" y="4"/>
                      <a:pt x="8" y="2"/>
                    </a:cubicBezTo>
                    <a:cubicBezTo>
                      <a:pt x="11" y="0"/>
                      <a:pt x="13" y="0"/>
                      <a:pt x="16" y="0"/>
                    </a:cubicBezTo>
                    <a:cubicBezTo>
                      <a:pt x="17" y="0"/>
                      <a:pt x="19" y="0"/>
                      <a:pt x="20" y="0"/>
                    </a:cubicBezTo>
                    <a:cubicBezTo>
                      <a:pt x="23" y="1"/>
                      <a:pt x="25" y="2"/>
                      <a:pt x="27" y="3"/>
                    </a:cubicBezTo>
                    <a:cubicBezTo>
                      <a:pt x="31" y="5"/>
                      <a:pt x="34" y="8"/>
                      <a:pt x="36" y="12"/>
                    </a:cubicBezTo>
                    <a:cubicBezTo>
                      <a:pt x="38" y="15"/>
                      <a:pt x="39" y="18"/>
                      <a:pt x="39"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rot="-755217">
                <a:off x="9573068" y="3037193"/>
                <a:ext cx="47090" cy="61132"/>
              </a:xfrm>
              <a:custGeom>
                <a:rect b="b" l="l" r="r" t="t"/>
                <a:pathLst>
                  <a:path extrusionOk="0" h="74" w="57">
                    <a:moveTo>
                      <a:pt x="47" y="73"/>
                    </a:moveTo>
                    <a:lnTo>
                      <a:pt x="0" y="6"/>
                    </a:lnTo>
                    <a:lnTo>
                      <a:pt x="9" y="0"/>
                    </a:lnTo>
                    <a:lnTo>
                      <a:pt x="56" y="67"/>
                    </a:lnTo>
                    <a:lnTo>
                      <a:pt x="47" y="73"/>
                    </a:lnTo>
                  </a:path>
                </a:pathLst>
              </a:custGeom>
              <a:solidFill>
                <a:schemeClr val="dk1"/>
              </a:solidFill>
              <a:ln>
                <a:noFill/>
              </a:ln>
            </p:spPr>
          </p:sp>
          <p:sp>
            <p:nvSpPr>
              <p:cNvPr id="5313" name="Google Shape;5313;p47"/>
              <p:cNvSpPr/>
              <p:nvPr/>
            </p:nvSpPr>
            <p:spPr>
              <a:xfrm rot="-755217">
                <a:off x="8564668" y="2570414"/>
                <a:ext cx="42960" cy="60306"/>
              </a:xfrm>
              <a:custGeom>
                <a:rect b="b" l="l" r="r" t="t"/>
                <a:pathLst>
                  <a:path extrusionOk="0" h="73" w="52">
                    <a:moveTo>
                      <a:pt x="0" y="1"/>
                    </a:moveTo>
                    <a:cubicBezTo>
                      <a:pt x="16" y="13"/>
                      <a:pt x="29" y="28"/>
                      <a:pt x="39" y="45"/>
                    </a:cubicBezTo>
                    <a:cubicBezTo>
                      <a:pt x="44" y="54"/>
                      <a:pt x="48" y="63"/>
                      <a:pt x="51" y="72"/>
                    </a:cubicBezTo>
                    <a:cubicBezTo>
                      <a:pt x="36" y="61"/>
                      <a:pt x="23" y="46"/>
                      <a:pt x="14" y="30"/>
                    </a:cubicBezTo>
                    <a:cubicBezTo>
                      <a:pt x="9" y="21"/>
                      <a:pt x="4" y="1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rot="-755217">
                <a:off x="9428507" y="3432956"/>
                <a:ext cx="43786" cy="60306"/>
              </a:xfrm>
              <a:custGeom>
                <a:rect b="b" l="l" r="r" t="t"/>
                <a:pathLst>
                  <a:path extrusionOk="0" h="73" w="53">
                    <a:moveTo>
                      <a:pt x="1" y="0"/>
                    </a:moveTo>
                    <a:cubicBezTo>
                      <a:pt x="16" y="11"/>
                      <a:pt x="30" y="26"/>
                      <a:pt x="39" y="42"/>
                    </a:cubicBezTo>
                    <a:cubicBezTo>
                      <a:pt x="45" y="52"/>
                      <a:pt x="48" y="62"/>
                      <a:pt x="52" y="72"/>
                    </a:cubicBezTo>
                    <a:cubicBezTo>
                      <a:pt x="36" y="60"/>
                      <a:pt x="23" y="46"/>
                      <a:pt x="13" y="29"/>
                    </a:cubicBezTo>
                    <a:cubicBezTo>
                      <a:pt x="8" y="19"/>
                      <a:pt x="4" y="10"/>
                      <a:pt x="0"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7"/>
              <p:cNvSpPr/>
              <p:nvPr/>
            </p:nvSpPr>
            <p:spPr>
              <a:xfrm rot="-755217">
                <a:off x="7731395" y="2007949"/>
                <a:ext cx="64440" cy="27261"/>
              </a:xfrm>
              <a:custGeom>
                <a:rect b="b" l="l" r="r" t="t"/>
                <a:pathLst>
                  <a:path extrusionOk="0" h="33" w="78">
                    <a:moveTo>
                      <a:pt x="0" y="2"/>
                    </a:moveTo>
                    <a:cubicBezTo>
                      <a:pt x="31" y="0"/>
                      <a:pt x="48" y="21"/>
                      <a:pt x="77" y="28"/>
                    </a:cubicBezTo>
                    <a:cubicBezTo>
                      <a:pt x="40" y="32"/>
                      <a:pt x="40" y="3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7"/>
              <p:cNvSpPr/>
              <p:nvPr/>
            </p:nvSpPr>
            <p:spPr>
              <a:xfrm rot="-755217">
                <a:off x="9250651" y="2916197"/>
                <a:ext cx="44612" cy="38827"/>
              </a:xfrm>
              <a:custGeom>
                <a:rect b="b" l="l" r="r" t="t"/>
                <a:pathLst>
                  <a:path extrusionOk="0" h="47" w="54">
                    <a:moveTo>
                      <a:pt x="0" y="0"/>
                    </a:moveTo>
                    <a:cubicBezTo>
                      <a:pt x="4" y="1"/>
                      <a:pt x="7" y="3"/>
                      <a:pt x="11" y="5"/>
                    </a:cubicBezTo>
                    <a:cubicBezTo>
                      <a:pt x="28" y="15"/>
                      <a:pt x="42" y="29"/>
                      <a:pt x="53" y="46"/>
                    </a:cubicBezTo>
                    <a:cubicBezTo>
                      <a:pt x="49" y="44"/>
                      <a:pt x="45" y="42"/>
                      <a:pt x="41" y="40"/>
                    </a:cubicBezTo>
                    <a:cubicBezTo>
                      <a:pt x="24" y="30"/>
                      <a:pt x="10"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7"/>
              <p:cNvSpPr/>
              <p:nvPr/>
            </p:nvSpPr>
            <p:spPr>
              <a:xfrm rot="-755217">
                <a:off x="8913932" y="4474675"/>
                <a:ext cx="64440" cy="38001"/>
              </a:xfrm>
              <a:custGeom>
                <a:rect b="b" l="l" r="r" t="t"/>
                <a:pathLst>
                  <a:path extrusionOk="0" h="46" w="78">
                    <a:moveTo>
                      <a:pt x="66" y="25"/>
                    </a:moveTo>
                    <a:lnTo>
                      <a:pt x="77" y="37"/>
                    </a:lnTo>
                    <a:cubicBezTo>
                      <a:pt x="42" y="45"/>
                      <a:pt x="20" y="26"/>
                      <a:pt x="0" y="2"/>
                    </a:cubicBezTo>
                    <a:cubicBezTo>
                      <a:pt x="25" y="0"/>
                      <a:pt x="40" y="29"/>
                      <a:pt x="66"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rot="-755217">
                <a:off x="9986444" y="3210079"/>
                <a:ext cx="37177" cy="60306"/>
              </a:xfrm>
              <a:custGeom>
                <a:rect b="b" l="l" r="r" t="t"/>
                <a:pathLst>
                  <a:path extrusionOk="0" h="73" w="45">
                    <a:moveTo>
                      <a:pt x="44" y="71"/>
                    </a:moveTo>
                    <a:cubicBezTo>
                      <a:pt x="14" y="57"/>
                      <a:pt x="9" y="27"/>
                      <a:pt x="0" y="0"/>
                    </a:cubicBezTo>
                    <a:cubicBezTo>
                      <a:pt x="10" y="10"/>
                      <a:pt x="19" y="22"/>
                      <a:pt x="26" y="34"/>
                    </a:cubicBezTo>
                    <a:cubicBezTo>
                      <a:pt x="33" y="46"/>
                      <a:pt x="39" y="59"/>
                      <a:pt x="43" y="72"/>
                    </a:cubicBezTo>
                    <a:lnTo>
                      <a:pt x="44" y="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rot="-755217">
                <a:off x="8398749" y="2316291"/>
                <a:ext cx="48743" cy="44610"/>
              </a:xfrm>
              <a:custGeom>
                <a:rect b="b" l="l" r="r" t="t"/>
                <a:pathLst>
                  <a:path extrusionOk="0" h="54" w="59">
                    <a:moveTo>
                      <a:pt x="0" y="0"/>
                    </a:moveTo>
                    <a:cubicBezTo>
                      <a:pt x="3" y="1"/>
                      <a:pt x="6" y="3"/>
                      <a:pt x="9" y="5"/>
                    </a:cubicBezTo>
                    <a:cubicBezTo>
                      <a:pt x="29" y="16"/>
                      <a:pt x="46" y="33"/>
                      <a:pt x="58" y="53"/>
                    </a:cubicBezTo>
                    <a:cubicBezTo>
                      <a:pt x="53" y="51"/>
                      <a:pt x="48" y="49"/>
                      <a:pt x="43" y="46"/>
                    </a:cubicBezTo>
                    <a:cubicBezTo>
                      <a:pt x="27" y="37"/>
                      <a:pt x="13" y="23"/>
                      <a:pt x="4" y="7"/>
                    </a:cubicBezTo>
                    <a:cubicBezTo>
                      <a:pt x="3" y="5"/>
                      <a:pt x="2"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7"/>
              <p:cNvSpPr/>
              <p:nvPr/>
            </p:nvSpPr>
            <p:spPr>
              <a:xfrm rot="-755217">
                <a:off x="9418082" y="3473559"/>
                <a:ext cx="42134" cy="60306"/>
              </a:xfrm>
              <a:custGeom>
                <a:rect b="b" l="l" r="r" t="t"/>
                <a:pathLst>
                  <a:path extrusionOk="0" h="73" w="51">
                    <a:moveTo>
                      <a:pt x="0" y="0"/>
                    </a:moveTo>
                    <a:lnTo>
                      <a:pt x="50" y="72"/>
                    </a:lnTo>
                    <a:cubicBezTo>
                      <a:pt x="14" y="47"/>
                      <a:pt x="14" y="4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7"/>
              <p:cNvSpPr/>
              <p:nvPr/>
            </p:nvSpPr>
            <p:spPr>
              <a:xfrm rot="-755217">
                <a:off x="8180420" y="2247602"/>
                <a:ext cx="61961" cy="44610"/>
              </a:xfrm>
              <a:custGeom>
                <a:rect b="b" l="l" r="r" t="t"/>
                <a:pathLst>
                  <a:path extrusionOk="0" h="54" w="75">
                    <a:moveTo>
                      <a:pt x="74" y="53"/>
                    </a:moveTo>
                    <a:cubicBezTo>
                      <a:pt x="39" y="39"/>
                      <a:pt x="26" y="17"/>
                      <a:pt x="0" y="0"/>
                    </a:cubicBezTo>
                    <a:cubicBezTo>
                      <a:pt x="34" y="10"/>
                      <a:pt x="34" y="10"/>
                      <a:pt x="74"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rot="-755217">
                <a:off x="9763277" y="3514789"/>
                <a:ext cx="42960" cy="52045"/>
              </a:xfrm>
              <a:custGeom>
                <a:rect b="b" l="l" r="r" t="t"/>
                <a:pathLst>
                  <a:path extrusionOk="0" h="63" w="52">
                    <a:moveTo>
                      <a:pt x="0" y="2"/>
                    </a:moveTo>
                    <a:cubicBezTo>
                      <a:pt x="1" y="2"/>
                      <a:pt x="2" y="3"/>
                      <a:pt x="3" y="3"/>
                    </a:cubicBezTo>
                    <a:cubicBezTo>
                      <a:pt x="19" y="13"/>
                      <a:pt x="33" y="27"/>
                      <a:pt x="43" y="43"/>
                    </a:cubicBezTo>
                    <a:cubicBezTo>
                      <a:pt x="46" y="49"/>
                      <a:pt x="49" y="55"/>
                      <a:pt x="51" y="62"/>
                    </a:cubicBezTo>
                    <a:cubicBezTo>
                      <a:pt x="31" y="44"/>
                      <a:pt x="7" y="3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7"/>
              <p:cNvSpPr/>
              <p:nvPr/>
            </p:nvSpPr>
            <p:spPr>
              <a:xfrm rot="-755217">
                <a:off x="10120184" y="3435799"/>
                <a:ext cx="43786" cy="47914"/>
              </a:xfrm>
              <a:custGeom>
                <a:rect b="b" l="l" r="r" t="t"/>
                <a:pathLst>
                  <a:path extrusionOk="0" h="58" w="53">
                    <a:moveTo>
                      <a:pt x="48" y="37"/>
                    </a:moveTo>
                    <a:lnTo>
                      <a:pt x="52" y="57"/>
                    </a:lnTo>
                    <a:cubicBezTo>
                      <a:pt x="19" y="53"/>
                      <a:pt x="9" y="26"/>
                      <a:pt x="0" y="0"/>
                    </a:cubicBezTo>
                    <a:cubicBezTo>
                      <a:pt x="21" y="3"/>
                      <a:pt x="25" y="34"/>
                      <a:pt x="48"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7"/>
              <p:cNvSpPr/>
              <p:nvPr/>
            </p:nvSpPr>
            <p:spPr>
              <a:xfrm rot="-755217">
                <a:off x="10117931" y="3724766"/>
                <a:ext cx="46264" cy="56175"/>
              </a:xfrm>
              <a:custGeom>
                <a:rect b="b" l="l" r="r" t="t"/>
                <a:pathLst>
                  <a:path extrusionOk="0" h="68" w="56">
                    <a:moveTo>
                      <a:pt x="2" y="0"/>
                    </a:moveTo>
                    <a:cubicBezTo>
                      <a:pt x="20" y="10"/>
                      <a:pt x="35" y="24"/>
                      <a:pt x="44" y="41"/>
                    </a:cubicBezTo>
                    <a:cubicBezTo>
                      <a:pt x="49" y="50"/>
                      <a:pt x="52" y="58"/>
                      <a:pt x="55" y="67"/>
                    </a:cubicBezTo>
                    <a:cubicBezTo>
                      <a:pt x="36" y="56"/>
                      <a:pt x="20" y="40"/>
                      <a:pt x="8" y="20"/>
                    </a:cubicBezTo>
                    <a:cubicBezTo>
                      <a:pt x="5" y="14"/>
                      <a:pt x="2" y="8"/>
                      <a:pt x="0"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rot="-755217">
                <a:off x="8449137" y="3100571"/>
                <a:ext cx="42960" cy="50392"/>
              </a:xfrm>
              <a:custGeom>
                <a:rect b="b" l="l" r="r" t="t"/>
                <a:pathLst>
                  <a:path extrusionOk="0" h="61" w="52">
                    <a:moveTo>
                      <a:pt x="0" y="1"/>
                    </a:moveTo>
                    <a:cubicBezTo>
                      <a:pt x="18" y="11"/>
                      <a:pt x="33" y="26"/>
                      <a:pt x="43" y="44"/>
                    </a:cubicBezTo>
                    <a:cubicBezTo>
                      <a:pt x="46" y="49"/>
                      <a:pt x="49" y="55"/>
                      <a:pt x="51" y="60"/>
                    </a:cubicBezTo>
                    <a:cubicBezTo>
                      <a:pt x="50" y="60"/>
                      <a:pt x="50" y="60"/>
                      <a:pt x="49" y="59"/>
                    </a:cubicBezTo>
                    <a:cubicBezTo>
                      <a:pt x="32" y="49"/>
                      <a:pt x="19" y="37"/>
                      <a:pt x="10" y="20"/>
                    </a:cubicBezTo>
                    <a:cubicBezTo>
                      <a:pt x="6"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rot="-755217">
                <a:off x="9190216" y="3518874"/>
                <a:ext cx="37177" cy="44610"/>
              </a:xfrm>
              <a:custGeom>
                <a:rect b="b" l="l" r="r" t="t"/>
                <a:pathLst>
                  <a:path extrusionOk="0" h="54" w="45">
                    <a:moveTo>
                      <a:pt x="0" y="0"/>
                    </a:moveTo>
                    <a:cubicBezTo>
                      <a:pt x="15" y="10"/>
                      <a:pt x="28" y="23"/>
                      <a:pt x="37" y="39"/>
                    </a:cubicBezTo>
                    <a:cubicBezTo>
                      <a:pt x="39" y="43"/>
                      <a:pt x="42" y="48"/>
                      <a:pt x="44" y="53"/>
                    </a:cubicBezTo>
                    <a:cubicBezTo>
                      <a:pt x="28" y="43"/>
                      <a:pt x="16" y="30"/>
                      <a:pt x="7" y="15"/>
                    </a:cubicBezTo>
                    <a:cubicBezTo>
                      <a:pt x="4" y="10"/>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rot="-755217">
                <a:off x="8193462" y="2542955"/>
                <a:ext cx="44612" cy="50392"/>
              </a:xfrm>
              <a:custGeom>
                <a:rect b="b" l="l" r="r" t="t"/>
                <a:pathLst>
                  <a:path extrusionOk="0" h="61" w="54">
                    <a:moveTo>
                      <a:pt x="0" y="1"/>
                    </a:moveTo>
                    <a:cubicBezTo>
                      <a:pt x="26" y="12"/>
                      <a:pt x="37" y="38"/>
                      <a:pt x="53" y="60"/>
                    </a:cubicBezTo>
                    <a:cubicBezTo>
                      <a:pt x="53" y="60"/>
                      <a:pt x="53" y="59"/>
                      <a:pt x="52" y="59"/>
                    </a:cubicBezTo>
                    <a:cubicBezTo>
                      <a:pt x="35" y="49"/>
                      <a:pt x="20" y="35"/>
                      <a:pt x="10" y="17"/>
                    </a:cubicBezTo>
                    <a:cubicBezTo>
                      <a:pt x="7" y="12"/>
                      <a:pt x="4" y="6"/>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7"/>
              <p:cNvSpPr/>
              <p:nvPr/>
            </p:nvSpPr>
            <p:spPr>
              <a:xfrm rot="-755217">
                <a:off x="10112775" y="3955217"/>
                <a:ext cx="38829" cy="50392"/>
              </a:xfrm>
              <a:custGeom>
                <a:rect b="b" l="l" r="r" t="t"/>
                <a:pathLst>
                  <a:path extrusionOk="0" h="61" w="47">
                    <a:moveTo>
                      <a:pt x="3" y="33"/>
                    </a:moveTo>
                    <a:lnTo>
                      <a:pt x="0" y="0"/>
                    </a:lnTo>
                    <a:cubicBezTo>
                      <a:pt x="15" y="13"/>
                      <a:pt x="28" y="29"/>
                      <a:pt x="38" y="46"/>
                    </a:cubicBezTo>
                    <a:cubicBezTo>
                      <a:pt x="41" y="51"/>
                      <a:pt x="43" y="55"/>
                      <a:pt x="46" y="60"/>
                    </a:cubicBezTo>
                    <a:cubicBezTo>
                      <a:pt x="26" y="60"/>
                      <a:pt x="19" y="40"/>
                      <a:pt x="3"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7"/>
              <p:cNvSpPr/>
              <p:nvPr/>
            </p:nvSpPr>
            <p:spPr>
              <a:xfrm rot="-755217">
                <a:off x="8624330" y="3829157"/>
                <a:ext cx="33046" cy="27261"/>
              </a:xfrm>
              <a:custGeom>
                <a:rect b="b" l="l" r="r" t="t"/>
                <a:pathLst>
                  <a:path extrusionOk="0" h="33" w="40">
                    <a:moveTo>
                      <a:pt x="21" y="32"/>
                    </a:moveTo>
                    <a:cubicBezTo>
                      <a:pt x="6" y="32"/>
                      <a:pt x="0" y="25"/>
                      <a:pt x="0" y="16"/>
                    </a:cubicBezTo>
                    <a:cubicBezTo>
                      <a:pt x="0" y="13"/>
                      <a:pt x="0" y="11"/>
                      <a:pt x="2" y="8"/>
                    </a:cubicBezTo>
                    <a:cubicBezTo>
                      <a:pt x="3" y="6"/>
                      <a:pt x="5" y="4"/>
                      <a:pt x="8" y="2"/>
                    </a:cubicBezTo>
                    <a:cubicBezTo>
                      <a:pt x="11" y="0"/>
                      <a:pt x="14" y="0"/>
                      <a:pt x="16" y="0"/>
                    </a:cubicBezTo>
                    <a:cubicBezTo>
                      <a:pt x="17" y="0"/>
                      <a:pt x="17" y="0"/>
                      <a:pt x="18" y="0"/>
                    </a:cubicBezTo>
                    <a:cubicBezTo>
                      <a:pt x="30" y="0"/>
                      <a:pt x="39" y="5"/>
                      <a:pt x="37" y="19"/>
                    </a:cubicBezTo>
                    <a:cubicBezTo>
                      <a:pt x="37" y="21"/>
                      <a:pt x="36" y="23"/>
                      <a:pt x="35" y="24"/>
                    </a:cubicBezTo>
                    <a:cubicBezTo>
                      <a:pt x="34" y="27"/>
                      <a:pt x="32" y="29"/>
                      <a:pt x="29" y="30"/>
                    </a:cubicBezTo>
                    <a:cubicBezTo>
                      <a:pt x="27" y="31"/>
                      <a:pt x="24" y="32"/>
                      <a:pt x="21"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rot="-755217">
                <a:off x="8807712" y="3794032"/>
                <a:ext cx="33872" cy="26435"/>
              </a:xfrm>
              <a:custGeom>
                <a:rect b="b" l="l" r="r" t="t"/>
                <a:pathLst>
                  <a:path extrusionOk="0" h="32" w="41">
                    <a:moveTo>
                      <a:pt x="16" y="31"/>
                    </a:moveTo>
                    <a:cubicBezTo>
                      <a:pt x="7" y="31"/>
                      <a:pt x="3" y="27"/>
                      <a:pt x="2" y="22"/>
                    </a:cubicBezTo>
                    <a:cubicBezTo>
                      <a:pt x="0" y="5"/>
                      <a:pt x="11" y="0"/>
                      <a:pt x="25" y="0"/>
                    </a:cubicBezTo>
                    <a:cubicBezTo>
                      <a:pt x="32" y="0"/>
                      <a:pt x="40" y="4"/>
                      <a:pt x="38" y="13"/>
                    </a:cubicBezTo>
                    <a:cubicBezTo>
                      <a:pt x="36" y="22"/>
                      <a:pt x="22" y="26"/>
                      <a:pt x="1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7"/>
              <p:cNvSpPr/>
              <p:nvPr/>
            </p:nvSpPr>
            <p:spPr>
              <a:xfrm rot="-755217">
                <a:off x="9148830" y="3754596"/>
                <a:ext cx="55352" cy="42131"/>
              </a:xfrm>
              <a:custGeom>
                <a:rect b="b" l="l" r="r" t="t"/>
                <a:pathLst>
                  <a:path extrusionOk="0" h="51" w="67">
                    <a:moveTo>
                      <a:pt x="66" y="50"/>
                    </a:moveTo>
                    <a:cubicBezTo>
                      <a:pt x="60" y="48"/>
                      <a:pt x="55" y="45"/>
                      <a:pt x="49" y="42"/>
                    </a:cubicBezTo>
                    <a:cubicBezTo>
                      <a:pt x="31" y="31"/>
                      <a:pt x="14" y="17"/>
                      <a:pt x="0" y="0"/>
                    </a:cubicBezTo>
                    <a:cubicBezTo>
                      <a:pt x="38" y="7"/>
                      <a:pt x="49" y="34"/>
                      <a:pt x="6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rot="-755217">
                <a:off x="9060752" y="3421086"/>
                <a:ext cx="42960" cy="50392"/>
              </a:xfrm>
              <a:custGeom>
                <a:rect b="b" l="l" r="r" t="t"/>
                <a:pathLst>
                  <a:path extrusionOk="0" h="61" w="52">
                    <a:moveTo>
                      <a:pt x="0" y="1"/>
                    </a:moveTo>
                    <a:cubicBezTo>
                      <a:pt x="27" y="11"/>
                      <a:pt x="38" y="37"/>
                      <a:pt x="51" y="60"/>
                    </a:cubicBezTo>
                    <a:cubicBezTo>
                      <a:pt x="31" y="43"/>
                      <a:pt x="8" y="2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7"/>
              <p:cNvSpPr/>
              <p:nvPr/>
            </p:nvSpPr>
            <p:spPr>
              <a:xfrm rot="-755217">
                <a:off x="8201480" y="3688871"/>
                <a:ext cx="36351" cy="38001"/>
              </a:xfrm>
              <a:custGeom>
                <a:rect b="b" l="l" r="r" t="t"/>
                <a:pathLst>
                  <a:path extrusionOk="0" h="46" w="44">
                    <a:moveTo>
                      <a:pt x="19" y="0"/>
                    </a:moveTo>
                    <a:cubicBezTo>
                      <a:pt x="23" y="3"/>
                      <a:pt x="28" y="5"/>
                      <a:pt x="28" y="7"/>
                    </a:cubicBezTo>
                    <a:cubicBezTo>
                      <a:pt x="28" y="19"/>
                      <a:pt x="43" y="29"/>
                      <a:pt x="32" y="41"/>
                    </a:cubicBezTo>
                    <a:cubicBezTo>
                      <a:pt x="31" y="42"/>
                      <a:pt x="30" y="42"/>
                      <a:pt x="29" y="43"/>
                    </a:cubicBezTo>
                    <a:cubicBezTo>
                      <a:pt x="27" y="44"/>
                      <a:pt x="25" y="45"/>
                      <a:pt x="22" y="45"/>
                    </a:cubicBezTo>
                    <a:cubicBezTo>
                      <a:pt x="20" y="45"/>
                      <a:pt x="18" y="44"/>
                      <a:pt x="16" y="43"/>
                    </a:cubicBezTo>
                    <a:cubicBezTo>
                      <a:pt x="14" y="42"/>
                      <a:pt x="13" y="41"/>
                      <a:pt x="12" y="40"/>
                    </a:cubicBezTo>
                    <a:cubicBezTo>
                      <a:pt x="0" y="24"/>
                      <a:pt x="0" y="10"/>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7"/>
              <p:cNvSpPr/>
              <p:nvPr/>
            </p:nvSpPr>
            <p:spPr>
              <a:xfrm rot="-755217">
                <a:off x="9363046" y="3964577"/>
                <a:ext cx="9088" cy="75175"/>
              </a:xfrm>
              <a:custGeom>
                <a:rect b="b" l="l" r="r" t="t"/>
                <a:pathLst>
                  <a:path extrusionOk="0" h="91" w="11">
                    <a:moveTo>
                      <a:pt x="4" y="0"/>
                    </a:moveTo>
                    <a:cubicBezTo>
                      <a:pt x="8" y="15"/>
                      <a:pt x="10" y="30"/>
                      <a:pt x="10" y="45"/>
                    </a:cubicBezTo>
                    <a:cubicBezTo>
                      <a:pt x="10" y="60"/>
                      <a:pt x="8" y="75"/>
                      <a:pt x="4" y="90"/>
                    </a:cubicBezTo>
                    <a:cubicBezTo>
                      <a:pt x="1" y="75"/>
                      <a:pt x="0" y="60"/>
                      <a:pt x="0" y="45"/>
                    </a:cubicBezTo>
                    <a:cubicBezTo>
                      <a:pt x="0" y="30"/>
                      <a:pt x="1" y="15"/>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7"/>
              <p:cNvSpPr/>
              <p:nvPr/>
            </p:nvSpPr>
            <p:spPr>
              <a:xfrm rot="-755217">
                <a:off x="10275115" y="3541706"/>
                <a:ext cx="23132" cy="66088"/>
              </a:xfrm>
              <a:custGeom>
                <a:rect b="b" l="l" r="r" t="t"/>
                <a:pathLst>
                  <a:path extrusionOk="0" h="80" w="28">
                    <a:moveTo>
                      <a:pt x="23" y="77"/>
                    </a:moveTo>
                    <a:cubicBezTo>
                      <a:pt x="0" y="55"/>
                      <a:pt x="8" y="26"/>
                      <a:pt x="5" y="0"/>
                    </a:cubicBezTo>
                    <a:cubicBezTo>
                      <a:pt x="27" y="22"/>
                      <a:pt x="20" y="53"/>
                      <a:pt x="22" y="79"/>
                    </a:cubicBezTo>
                    <a:lnTo>
                      <a:pt x="23" y="7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rot="-755217">
                <a:off x="10000511" y="3902263"/>
                <a:ext cx="48743" cy="59479"/>
              </a:xfrm>
              <a:custGeom>
                <a:rect b="b" l="l" r="r" t="t"/>
                <a:pathLst>
                  <a:path extrusionOk="0" h="72" w="59">
                    <a:moveTo>
                      <a:pt x="46" y="38"/>
                    </a:moveTo>
                    <a:cubicBezTo>
                      <a:pt x="50" y="49"/>
                      <a:pt x="58" y="58"/>
                      <a:pt x="55" y="71"/>
                    </a:cubicBezTo>
                    <a:cubicBezTo>
                      <a:pt x="38" y="52"/>
                      <a:pt x="21" y="34"/>
                      <a:pt x="4" y="15"/>
                    </a:cubicBezTo>
                    <a:cubicBezTo>
                      <a:pt x="0" y="9"/>
                      <a:pt x="1" y="1"/>
                      <a:pt x="11" y="0"/>
                    </a:cubicBezTo>
                    <a:lnTo>
                      <a:pt x="46"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7"/>
              <p:cNvSpPr/>
              <p:nvPr/>
            </p:nvSpPr>
            <p:spPr>
              <a:xfrm rot="-755217">
                <a:off x="8159652" y="3598458"/>
                <a:ext cx="27263" cy="34696"/>
              </a:xfrm>
              <a:custGeom>
                <a:rect b="b" l="l" r="r" t="t"/>
                <a:pathLst>
                  <a:path extrusionOk="0" h="42" w="33">
                    <a:moveTo>
                      <a:pt x="32" y="20"/>
                    </a:moveTo>
                    <a:cubicBezTo>
                      <a:pt x="32" y="34"/>
                      <a:pt x="27" y="41"/>
                      <a:pt x="17" y="40"/>
                    </a:cubicBezTo>
                    <a:cubicBezTo>
                      <a:pt x="14" y="40"/>
                      <a:pt x="11" y="40"/>
                      <a:pt x="9" y="38"/>
                    </a:cubicBezTo>
                    <a:cubicBezTo>
                      <a:pt x="6" y="37"/>
                      <a:pt x="4" y="34"/>
                      <a:pt x="2" y="31"/>
                    </a:cubicBezTo>
                    <a:cubicBezTo>
                      <a:pt x="1" y="29"/>
                      <a:pt x="0" y="26"/>
                      <a:pt x="0" y="23"/>
                    </a:cubicBezTo>
                    <a:cubicBezTo>
                      <a:pt x="0" y="22"/>
                      <a:pt x="0" y="21"/>
                      <a:pt x="0" y="20"/>
                    </a:cubicBezTo>
                    <a:cubicBezTo>
                      <a:pt x="0" y="17"/>
                      <a:pt x="0" y="15"/>
                      <a:pt x="2" y="12"/>
                    </a:cubicBezTo>
                    <a:cubicBezTo>
                      <a:pt x="4" y="10"/>
                      <a:pt x="6" y="7"/>
                      <a:pt x="8" y="5"/>
                    </a:cubicBezTo>
                    <a:cubicBezTo>
                      <a:pt x="10" y="4"/>
                      <a:pt x="12" y="4"/>
                      <a:pt x="14" y="3"/>
                    </a:cubicBezTo>
                    <a:cubicBezTo>
                      <a:pt x="30" y="0"/>
                      <a:pt x="28" y="15"/>
                      <a:pt x="3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7"/>
              <p:cNvSpPr/>
              <p:nvPr/>
            </p:nvSpPr>
            <p:spPr>
              <a:xfrm rot="-755217">
                <a:off x="10006591" y="3706030"/>
                <a:ext cx="47917" cy="36349"/>
              </a:xfrm>
              <a:custGeom>
                <a:rect b="b" l="l" r="r" t="t"/>
                <a:pathLst>
                  <a:path extrusionOk="0" h="44" w="58">
                    <a:moveTo>
                      <a:pt x="8" y="0"/>
                    </a:moveTo>
                    <a:lnTo>
                      <a:pt x="57" y="43"/>
                    </a:lnTo>
                    <a:cubicBezTo>
                      <a:pt x="46" y="41"/>
                      <a:pt x="36" y="37"/>
                      <a:pt x="27" y="32"/>
                    </a:cubicBezTo>
                    <a:cubicBezTo>
                      <a:pt x="16" y="26"/>
                      <a:pt x="7" y="18"/>
                      <a:pt x="0" y="9"/>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rot="-755217">
                <a:off x="9762151" y="3219313"/>
                <a:ext cx="45438" cy="48740"/>
              </a:xfrm>
              <a:custGeom>
                <a:rect b="b" l="l" r="r" t="t"/>
                <a:pathLst>
                  <a:path extrusionOk="0" h="59" w="55">
                    <a:moveTo>
                      <a:pt x="9" y="0"/>
                    </a:moveTo>
                    <a:lnTo>
                      <a:pt x="54" y="53"/>
                    </a:lnTo>
                    <a:lnTo>
                      <a:pt x="48" y="58"/>
                    </a:lnTo>
                    <a:lnTo>
                      <a:pt x="0" y="8"/>
                    </a:lnTo>
                    <a:lnTo>
                      <a:pt x="9" y="0"/>
                    </a:lnTo>
                  </a:path>
                </a:pathLst>
              </a:custGeom>
              <a:solidFill>
                <a:schemeClr val="dk1"/>
              </a:solidFill>
              <a:ln>
                <a:noFill/>
              </a:ln>
            </p:spPr>
          </p:sp>
          <p:sp>
            <p:nvSpPr>
              <p:cNvPr id="5340" name="Google Shape;5340;p47"/>
              <p:cNvSpPr/>
              <p:nvPr/>
            </p:nvSpPr>
            <p:spPr>
              <a:xfrm rot="-755217">
                <a:off x="8098288" y="2266956"/>
                <a:ext cx="52873" cy="44610"/>
              </a:xfrm>
              <a:custGeom>
                <a:rect b="b" l="l" r="r" t="t"/>
                <a:pathLst>
                  <a:path extrusionOk="0" h="54" w="64">
                    <a:moveTo>
                      <a:pt x="63" y="51"/>
                    </a:moveTo>
                    <a:cubicBezTo>
                      <a:pt x="55" y="48"/>
                      <a:pt x="49" y="45"/>
                      <a:pt x="42" y="41"/>
                    </a:cubicBezTo>
                    <a:cubicBezTo>
                      <a:pt x="25" y="31"/>
                      <a:pt x="10" y="17"/>
                      <a:pt x="0" y="0"/>
                    </a:cubicBezTo>
                    <a:cubicBezTo>
                      <a:pt x="7" y="2"/>
                      <a:pt x="14" y="5"/>
                      <a:pt x="20" y="9"/>
                    </a:cubicBezTo>
                    <a:cubicBezTo>
                      <a:pt x="36" y="18"/>
                      <a:pt x="48" y="31"/>
                      <a:pt x="58" y="47"/>
                    </a:cubicBezTo>
                    <a:cubicBezTo>
                      <a:pt x="59" y="49"/>
                      <a:pt x="61" y="51"/>
                      <a:pt x="62" y="53"/>
                    </a:cubicBezTo>
                    <a:lnTo>
                      <a:pt x="63"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7"/>
              <p:cNvSpPr/>
              <p:nvPr/>
            </p:nvSpPr>
            <p:spPr>
              <a:xfrm rot="-755217">
                <a:off x="9005742" y="3376360"/>
                <a:ext cx="46264" cy="56175"/>
              </a:xfrm>
              <a:custGeom>
                <a:rect b="b" l="l" r="r" t="t"/>
                <a:pathLst>
                  <a:path extrusionOk="0" h="68" w="56">
                    <a:moveTo>
                      <a:pt x="55" y="67"/>
                    </a:moveTo>
                    <a:cubicBezTo>
                      <a:pt x="54" y="66"/>
                      <a:pt x="52" y="65"/>
                      <a:pt x="50" y="64"/>
                    </a:cubicBezTo>
                    <a:cubicBezTo>
                      <a:pt x="34" y="54"/>
                      <a:pt x="20" y="40"/>
                      <a:pt x="10" y="24"/>
                    </a:cubicBezTo>
                    <a:cubicBezTo>
                      <a:pt x="6" y="17"/>
                      <a:pt x="3" y="9"/>
                      <a:pt x="0" y="0"/>
                    </a:cubicBezTo>
                    <a:cubicBezTo>
                      <a:pt x="3" y="2"/>
                      <a:pt x="6" y="3"/>
                      <a:pt x="9" y="5"/>
                    </a:cubicBezTo>
                    <a:cubicBezTo>
                      <a:pt x="24" y="14"/>
                      <a:pt x="36" y="26"/>
                      <a:pt x="45" y="41"/>
                    </a:cubicBezTo>
                    <a:cubicBezTo>
                      <a:pt x="50" y="49"/>
                      <a:pt x="53" y="58"/>
                      <a:pt x="55" y="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7"/>
              <p:cNvSpPr/>
              <p:nvPr/>
            </p:nvSpPr>
            <p:spPr>
              <a:xfrm rot="-755217">
                <a:off x="8491156" y="4136121"/>
                <a:ext cx="29741" cy="33044"/>
              </a:xfrm>
              <a:custGeom>
                <a:rect b="b" l="l" r="r" t="t"/>
                <a:pathLst>
                  <a:path extrusionOk="0" h="40" w="36">
                    <a:moveTo>
                      <a:pt x="0" y="2"/>
                    </a:moveTo>
                    <a:cubicBezTo>
                      <a:pt x="4" y="1"/>
                      <a:pt x="7" y="1"/>
                      <a:pt x="11" y="1"/>
                    </a:cubicBezTo>
                    <a:cubicBezTo>
                      <a:pt x="15" y="1"/>
                      <a:pt x="18" y="1"/>
                      <a:pt x="22" y="2"/>
                    </a:cubicBezTo>
                    <a:cubicBezTo>
                      <a:pt x="35" y="3"/>
                      <a:pt x="33" y="13"/>
                      <a:pt x="32" y="22"/>
                    </a:cubicBezTo>
                    <a:cubicBezTo>
                      <a:pt x="32" y="24"/>
                      <a:pt x="31" y="26"/>
                      <a:pt x="30" y="28"/>
                    </a:cubicBezTo>
                    <a:cubicBezTo>
                      <a:pt x="28" y="31"/>
                      <a:pt x="26" y="33"/>
                      <a:pt x="23" y="35"/>
                    </a:cubicBezTo>
                    <a:cubicBezTo>
                      <a:pt x="22" y="36"/>
                      <a:pt x="20" y="36"/>
                      <a:pt x="18" y="37"/>
                    </a:cubicBezTo>
                    <a:cubicBezTo>
                      <a:pt x="7" y="39"/>
                      <a:pt x="1" y="33"/>
                      <a:pt x="0" y="22"/>
                    </a:cubicBezTo>
                    <a:cubicBezTo>
                      <a:pt x="0" y="14"/>
                      <a:pt x="1" y="7"/>
                      <a:pt x="2"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rot="-755217">
                <a:off x="8031711" y="2389127"/>
                <a:ext cx="33046" cy="55349"/>
              </a:xfrm>
              <a:custGeom>
                <a:rect b="b" l="l" r="r" t="t"/>
                <a:pathLst>
                  <a:path extrusionOk="0" h="67" w="40">
                    <a:moveTo>
                      <a:pt x="39" y="66"/>
                    </a:moveTo>
                    <a:cubicBezTo>
                      <a:pt x="28" y="57"/>
                      <a:pt x="20" y="47"/>
                      <a:pt x="13" y="35"/>
                    </a:cubicBezTo>
                    <a:cubicBezTo>
                      <a:pt x="7" y="25"/>
                      <a:pt x="3" y="13"/>
                      <a:pt x="0" y="0"/>
                    </a:cubicBezTo>
                    <a:cubicBezTo>
                      <a:pt x="10" y="9"/>
                      <a:pt x="18" y="20"/>
                      <a:pt x="25" y="31"/>
                    </a:cubicBezTo>
                    <a:cubicBezTo>
                      <a:pt x="31" y="42"/>
                      <a:pt x="36" y="53"/>
                      <a:pt x="39"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7"/>
              <p:cNvSpPr/>
              <p:nvPr/>
            </p:nvSpPr>
            <p:spPr>
              <a:xfrm rot="-755217">
                <a:off x="9192508" y="2759021"/>
                <a:ext cx="46264" cy="52045"/>
              </a:xfrm>
              <a:custGeom>
                <a:rect b="b" l="l" r="r" t="t"/>
                <a:pathLst>
                  <a:path extrusionOk="0" h="63" w="56">
                    <a:moveTo>
                      <a:pt x="46" y="62"/>
                    </a:moveTo>
                    <a:lnTo>
                      <a:pt x="0" y="7"/>
                    </a:lnTo>
                    <a:lnTo>
                      <a:pt x="9" y="0"/>
                    </a:lnTo>
                    <a:cubicBezTo>
                      <a:pt x="27" y="16"/>
                      <a:pt x="42" y="35"/>
                      <a:pt x="55" y="56"/>
                    </a:cubicBezTo>
                    <a:lnTo>
                      <a:pt x="46"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7"/>
              <p:cNvSpPr/>
              <p:nvPr/>
            </p:nvSpPr>
            <p:spPr>
              <a:xfrm rot="-755217">
                <a:off x="8964761" y="2536349"/>
                <a:ext cx="47917" cy="57001"/>
              </a:xfrm>
              <a:custGeom>
                <a:rect b="b" l="l" r="r" t="t"/>
                <a:pathLst>
                  <a:path extrusionOk="0" h="69" w="58">
                    <a:moveTo>
                      <a:pt x="4" y="0"/>
                    </a:moveTo>
                    <a:cubicBezTo>
                      <a:pt x="22" y="11"/>
                      <a:pt x="36" y="26"/>
                      <a:pt x="46" y="43"/>
                    </a:cubicBezTo>
                    <a:cubicBezTo>
                      <a:pt x="51" y="51"/>
                      <a:pt x="55" y="60"/>
                      <a:pt x="57" y="68"/>
                    </a:cubicBezTo>
                    <a:cubicBezTo>
                      <a:pt x="56" y="67"/>
                      <a:pt x="54" y="67"/>
                      <a:pt x="53" y="66"/>
                    </a:cubicBezTo>
                    <a:cubicBezTo>
                      <a:pt x="35" y="55"/>
                      <a:pt x="20" y="40"/>
                      <a:pt x="9" y="22"/>
                    </a:cubicBezTo>
                    <a:cubicBezTo>
                      <a:pt x="6" y="16"/>
                      <a:pt x="3" y="10"/>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rot="-755217">
                <a:off x="10232476" y="3728273"/>
                <a:ext cx="29741" cy="68567"/>
              </a:xfrm>
              <a:custGeom>
                <a:rect b="b" l="l" r="r" t="t"/>
                <a:pathLst>
                  <a:path extrusionOk="0" h="83" w="36">
                    <a:moveTo>
                      <a:pt x="1" y="1"/>
                    </a:moveTo>
                    <a:cubicBezTo>
                      <a:pt x="5" y="6"/>
                      <a:pt x="9" y="12"/>
                      <a:pt x="12" y="18"/>
                    </a:cubicBezTo>
                    <a:cubicBezTo>
                      <a:pt x="23" y="37"/>
                      <a:pt x="31" y="59"/>
                      <a:pt x="35" y="82"/>
                    </a:cubicBezTo>
                    <a:lnTo>
                      <a:pt x="10" y="53"/>
                    </a:lnTo>
                    <a:lnTo>
                      <a:pt x="0" y="36"/>
                    </a:lnTo>
                    <a:cubicBezTo>
                      <a:pt x="0" y="24"/>
                      <a:pt x="1" y="1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7"/>
              <p:cNvSpPr/>
              <p:nvPr/>
            </p:nvSpPr>
            <p:spPr>
              <a:xfrm rot="-755217">
                <a:off x="8820534" y="2848742"/>
                <a:ext cx="39655" cy="52045"/>
              </a:xfrm>
              <a:custGeom>
                <a:rect b="b" l="l" r="r" t="t"/>
                <a:pathLst>
                  <a:path extrusionOk="0" h="63" w="48">
                    <a:moveTo>
                      <a:pt x="10" y="0"/>
                    </a:moveTo>
                    <a:lnTo>
                      <a:pt x="47" y="56"/>
                    </a:lnTo>
                    <a:lnTo>
                      <a:pt x="38" y="62"/>
                    </a:lnTo>
                    <a:lnTo>
                      <a:pt x="0" y="8"/>
                    </a:lnTo>
                    <a:lnTo>
                      <a:pt x="10" y="0"/>
                    </a:lnTo>
                  </a:path>
                </a:pathLst>
              </a:custGeom>
              <a:solidFill>
                <a:schemeClr val="dk1"/>
              </a:solidFill>
              <a:ln>
                <a:noFill/>
              </a:ln>
            </p:spPr>
          </p:sp>
          <p:sp>
            <p:nvSpPr>
              <p:cNvPr id="5348" name="Google Shape;5348;p47"/>
              <p:cNvSpPr/>
              <p:nvPr/>
            </p:nvSpPr>
            <p:spPr>
              <a:xfrm rot="-755217">
                <a:off x="8756092" y="3340003"/>
                <a:ext cx="50395" cy="38001"/>
              </a:xfrm>
              <a:custGeom>
                <a:rect b="b" l="l" r="r" t="t"/>
                <a:pathLst>
                  <a:path extrusionOk="0" h="46" w="61">
                    <a:moveTo>
                      <a:pt x="7" y="0"/>
                    </a:moveTo>
                    <a:lnTo>
                      <a:pt x="60" y="45"/>
                    </a:lnTo>
                    <a:cubicBezTo>
                      <a:pt x="33" y="42"/>
                      <a:pt x="18" y="23"/>
                      <a:pt x="0" y="7"/>
                    </a:cubicBez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rot="-755217">
                <a:off x="8119657" y="3350553"/>
                <a:ext cx="33046" cy="57827"/>
              </a:xfrm>
              <a:custGeom>
                <a:rect b="b" l="l" r="r" t="t"/>
                <a:pathLst>
                  <a:path extrusionOk="0" h="70" w="40">
                    <a:moveTo>
                      <a:pt x="39" y="68"/>
                    </a:moveTo>
                    <a:cubicBezTo>
                      <a:pt x="13" y="54"/>
                      <a:pt x="13" y="23"/>
                      <a:pt x="0" y="0"/>
                    </a:cubicBezTo>
                    <a:cubicBezTo>
                      <a:pt x="9" y="9"/>
                      <a:pt x="17" y="19"/>
                      <a:pt x="23" y="30"/>
                    </a:cubicBezTo>
                    <a:cubicBezTo>
                      <a:pt x="30" y="42"/>
                      <a:pt x="35" y="55"/>
                      <a:pt x="38" y="69"/>
                    </a:cubicBezTo>
                    <a:lnTo>
                      <a:pt x="39" y="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7"/>
              <p:cNvSpPr/>
              <p:nvPr/>
            </p:nvSpPr>
            <p:spPr>
              <a:xfrm rot="-755217">
                <a:off x="10175860" y="3768533"/>
                <a:ext cx="46264" cy="55349"/>
              </a:xfrm>
              <a:custGeom>
                <a:rect b="b" l="l" r="r" t="t"/>
                <a:pathLst>
                  <a:path extrusionOk="0" h="67" w="56">
                    <a:moveTo>
                      <a:pt x="55" y="66"/>
                    </a:moveTo>
                    <a:cubicBezTo>
                      <a:pt x="54" y="65"/>
                      <a:pt x="53" y="65"/>
                      <a:pt x="52" y="64"/>
                    </a:cubicBezTo>
                    <a:cubicBezTo>
                      <a:pt x="34" y="54"/>
                      <a:pt x="20" y="40"/>
                      <a:pt x="9" y="22"/>
                    </a:cubicBezTo>
                    <a:cubicBezTo>
                      <a:pt x="5" y="15"/>
                      <a:pt x="2" y="7"/>
                      <a:pt x="0" y="0"/>
                    </a:cubicBezTo>
                    <a:cubicBezTo>
                      <a:pt x="2" y="1"/>
                      <a:pt x="5" y="3"/>
                      <a:pt x="7" y="4"/>
                    </a:cubicBezTo>
                    <a:cubicBezTo>
                      <a:pt x="23" y="14"/>
                      <a:pt x="36" y="26"/>
                      <a:pt x="45" y="41"/>
                    </a:cubicBezTo>
                    <a:cubicBezTo>
                      <a:pt x="49" y="49"/>
                      <a:pt x="52" y="57"/>
                      <a:pt x="55"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7"/>
              <p:cNvSpPr/>
              <p:nvPr/>
            </p:nvSpPr>
            <p:spPr>
              <a:xfrm rot="-755217">
                <a:off x="9119011" y="3640656"/>
                <a:ext cx="44612" cy="49566"/>
              </a:xfrm>
              <a:custGeom>
                <a:rect b="b" l="l" r="r" t="t"/>
                <a:pathLst>
                  <a:path extrusionOk="0" h="60" w="54">
                    <a:moveTo>
                      <a:pt x="0" y="1"/>
                    </a:moveTo>
                    <a:cubicBezTo>
                      <a:pt x="30" y="9"/>
                      <a:pt x="35" y="40"/>
                      <a:pt x="53" y="59"/>
                    </a:cubicBezTo>
                    <a:cubicBezTo>
                      <a:pt x="51" y="58"/>
                      <a:pt x="50" y="57"/>
                      <a:pt x="48" y="56"/>
                    </a:cubicBezTo>
                    <a:cubicBezTo>
                      <a:pt x="33" y="47"/>
                      <a:pt x="20" y="35"/>
                      <a:pt x="11" y="19"/>
                    </a:cubicBezTo>
                    <a:cubicBezTo>
                      <a:pt x="7" y="13"/>
                      <a:pt x="5" y="7"/>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rot="-755217">
                <a:off x="8456614" y="3582205"/>
                <a:ext cx="40481" cy="26435"/>
              </a:xfrm>
              <a:custGeom>
                <a:rect b="b" l="l" r="r" t="t"/>
                <a:pathLst>
                  <a:path extrusionOk="0" h="32" w="49">
                    <a:moveTo>
                      <a:pt x="48" y="23"/>
                    </a:moveTo>
                    <a:cubicBezTo>
                      <a:pt x="42" y="25"/>
                      <a:pt x="37" y="27"/>
                      <a:pt x="31" y="27"/>
                    </a:cubicBezTo>
                    <a:cubicBezTo>
                      <a:pt x="20" y="25"/>
                      <a:pt x="5" y="31"/>
                      <a:pt x="1" y="13"/>
                    </a:cubicBezTo>
                    <a:cubicBezTo>
                      <a:pt x="0" y="13"/>
                      <a:pt x="0" y="13"/>
                      <a:pt x="0" y="13"/>
                    </a:cubicBezTo>
                    <a:cubicBezTo>
                      <a:pt x="0" y="11"/>
                      <a:pt x="1" y="9"/>
                      <a:pt x="2" y="7"/>
                    </a:cubicBezTo>
                    <a:cubicBezTo>
                      <a:pt x="3" y="6"/>
                      <a:pt x="3" y="5"/>
                      <a:pt x="4" y="4"/>
                    </a:cubicBezTo>
                    <a:cubicBezTo>
                      <a:pt x="5" y="4"/>
                      <a:pt x="5" y="4"/>
                      <a:pt x="6" y="3"/>
                    </a:cubicBezTo>
                    <a:cubicBezTo>
                      <a:pt x="10" y="1"/>
                      <a:pt x="14" y="0"/>
                      <a:pt x="19" y="0"/>
                    </a:cubicBezTo>
                    <a:cubicBezTo>
                      <a:pt x="23" y="0"/>
                      <a:pt x="28" y="1"/>
                      <a:pt x="32" y="3"/>
                    </a:cubicBezTo>
                    <a:cubicBezTo>
                      <a:pt x="35" y="5"/>
                      <a:pt x="37" y="7"/>
                      <a:pt x="39" y="9"/>
                    </a:cubicBezTo>
                    <a:cubicBezTo>
                      <a:pt x="41" y="11"/>
                      <a:pt x="43" y="14"/>
                      <a:pt x="44" y="16"/>
                    </a:cubicBezTo>
                    <a:cubicBezTo>
                      <a:pt x="46" y="18"/>
                      <a:pt x="47" y="21"/>
                      <a:pt x="48"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rot="-755217">
                <a:off x="8111598" y="2551357"/>
                <a:ext cx="34698" cy="52045"/>
              </a:xfrm>
              <a:custGeom>
                <a:rect b="b" l="l" r="r" t="t"/>
                <a:pathLst>
                  <a:path extrusionOk="0" h="63" w="42">
                    <a:moveTo>
                      <a:pt x="1" y="0"/>
                    </a:moveTo>
                    <a:cubicBezTo>
                      <a:pt x="12" y="9"/>
                      <a:pt x="22" y="20"/>
                      <a:pt x="29" y="32"/>
                    </a:cubicBezTo>
                    <a:cubicBezTo>
                      <a:pt x="34" y="41"/>
                      <a:pt x="38" y="51"/>
                      <a:pt x="41" y="62"/>
                    </a:cubicBezTo>
                    <a:cubicBezTo>
                      <a:pt x="28" y="54"/>
                      <a:pt x="18" y="42"/>
                      <a:pt x="11" y="29"/>
                    </a:cubicBezTo>
                    <a:cubicBezTo>
                      <a:pt x="6" y="21"/>
                      <a:pt x="2" y="11"/>
                      <a:pt x="0" y="2"/>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7"/>
              <p:cNvSpPr/>
              <p:nvPr/>
            </p:nvSpPr>
            <p:spPr>
              <a:xfrm rot="-755217">
                <a:off x="8741587" y="3061576"/>
                <a:ext cx="34698" cy="49566"/>
              </a:xfrm>
              <a:custGeom>
                <a:rect b="b" l="l" r="r" t="t"/>
                <a:pathLst>
                  <a:path extrusionOk="0" h="60" w="42">
                    <a:moveTo>
                      <a:pt x="41" y="57"/>
                    </a:moveTo>
                    <a:cubicBezTo>
                      <a:pt x="15" y="47"/>
                      <a:pt x="10" y="22"/>
                      <a:pt x="0" y="0"/>
                    </a:cubicBezTo>
                    <a:cubicBezTo>
                      <a:pt x="12" y="8"/>
                      <a:pt x="22" y="19"/>
                      <a:pt x="29" y="32"/>
                    </a:cubicBezTo>
                    <a:cubicBezTo>
                      <a:pt x="34" y="40"/>
                      <a:pt x="38" y="49"/>
                      <a:pt x="40" y="59"/>
                    </a:cubicBezTo>
                    <a:lnTo>
                      <a:pt x="41" y="5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7"/>
              <p:cNvSpPr/>
              <p:nvPr/>
            </p:nvSpPr>
            <p:spPr>
              <a:xfrm rot="-755217">
                <a:off x="9107088" y="3098842"/>
                <a:ext cx="38003" cy="41305"/>
              </a:xfrm>
              <a:custGeom>
                <a:rect b="b" l="l" r="r" t="t"/>
                <a:pathLst>
                  <a:path extrusionOk="0" h="50" w="46">
                    <a:moveTo>
                      <a:pt x="45" y="49"/>
                    </a:moveTo>
                    <a:cubicBezTo>
                      <a:pt x="27" y="37"/>
                      <a:pt x="13" y="22"/>
                      <a:pt x="2" y="4"/>
                    </a:cubicBezTo>
                    <a:cubicBezTo>
                      <a:pt x="2" y="2"/>
                      <a:pt x="1" y="1"/>
                      <a:pt x="0" y="0"/>
                    </a:cubicBezTo>
                    <a:cubicBezTo>
                      <a:pt x="2" y="1"/>
                      <a:pt x="3" y="1"/>
                      <a:pt x="4" y="2"/>
                    </a:cubicBezTo>
                    <a:cubicBezTo>
                      <a:pt x="18" y="10"/>
                      <a:pt x="30" y="22"/>
                      <a:pt x="38" y="36"/>
                    </a:cubicBezTo>
                    <a:cubicBezTo>
                      <a:pt x="41" y="40"/>
                      <a:pt x="43" y="45"/>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rot="-755217">
                <a:off x="8160790" y="3398457"/>
                <a:ext cx="36351" cy="49566"/>
              </a:xfrm>
              <a:custGeom>
                <a:rect b="b" l="l" r="r" t="t"/>
                <a:pathLst>
                  <a:path extrusionOk="0" h="60" w="44">
                    <a:moveTo>
                      <a:pt x="0" y="1"/>
                    </a:moveTo>
                    <a:lnTo>
                      <a:pt x="21" y="10"/>
                    </a:lnTo>
                    <a:lnTo>
                      <a:pt x="19" y="9"/>
                    </a:lnTo>
                    <a:cubicBezTo>
                      <a:pt x="19" y="28"/>
                      <a:pt x="36" y="40"/>
                      <a:pt x="43" y="59"/>
                    </a:cubicBezTo>
                    <a:cubicBezTo>
                      <a:pt x="43" y="58"/>
                      <a:pt x="42" y="58"/>
                      <a:pt x="42" y="58"/>
                    </a:cubicBezTo>
                    <a:cubicBezTo>
                      <a:pt x="30" y="51"/>
                      <a:pt x="20" y="41"/>
                      <a:pt x="12" y="28"/>
                    </a:cubicBezTo>
                    <a:cubicBezTo>
                      <a:pt x="7" y="19"/>
                      <a:pt x="4"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7"/>
              <p:cNvSpPr/>
              <p:nvPr/>
            </p:nvSpPr>
            <p:spPr>
              <a:xfrm rot="-755217">
                <a:off x="9598735" y="3414219"/>
                <a:ext cx="28915" cy="47088"/>
              </a:xfrm>
              <a:custGeom>
                <a:rect b="b" l="l" r="r" t="t"/>
                <a:pathLst>
                  <a:path extrusionOk="0" h="57" w="35">
                    <a:moveTo>
                      <a:pt x="1" y="1"/>
                    </a:moveTo>
                    <a:cubicBezTo>
                      <a:pt x="24" y="11"/>
                      <a:pt x="22" y="38"/>
                      <a:pt x="34" y="56"/>
                    </a:cubicBezTo>
                    <a:cubicBezTo>
                      <a:pt x="20" y="39"/>
                      <a:pt x="0" y="26"/>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7"/>
              <p:cNvSpPr/>
              <p:nvPr/>
            </p:nvSpPr>
            <p:spPr>
              <a:xfrm rot="-755217">
                <a:off x="10006457" y="3303882"/>
                <a:ext cx="33872" cy="37175"/>
              </a:xfrm>
              <a:custGeom>
                <a:rect b="b" l="l" r="r" t="t"/>
                <a:pathLst>
                  <a:path extrusionOk="0" h="45" w="41">
                    <a:moveTo>
                      <a:pt x="40" y="31"/>
                    </a:moveTo>
                    <a:cubicBezTo>
                      <a:pt x="40" y="41"/>
                      <a:pt x="32" y="44"/>
                      <a:pt x="25" y="40"/>
                    </a:cubicBezTo>
                    <a:cubicBezTo>
                      <a:pt x="12" y="31"/>
                      <a:pt x="0" y="19"/>
                      <a:pt x="9" y="0"/>
                    </a:cubicBezTo>
                    <a:cubicBezTo>
                      <a:pt x="22" y="8"/>
                      <a:pt x="32" y="19"/>
                      <a:pt x="40"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7"/>
              <p:cNvSpPr/>
              <p:nvPr/>
            </p:nvSpPr>
            <p:spPr>
              <a:xfrm rot="-755217">
                <a:off x="8636172" y="3741954"/>
                <a:ext cx="24784" cy="28088"/>
              </a:xfrm>
              <a:custGeom>
                <a:rect b="b" l="l" r="r" t="t"/>
                <a:pathLst>
                  <a:path extrusionOk="0" h="34" w="30">
                    <a:moveTo>
                      <a:pt x="29" y="15"/>
                    </a:moveTo>
                    <a:cubicBezTo>
                      <a:pt x="29" y="28"/>
                      <a:pt x="24" y="32"/>
                      <a:pt x="16" y="33"/>
                    </a:cubicBezTo>
                    <a:lnTo>
                      <a:pt x="15" y="33"/>
                    </a:lnTo>
                    <a:cubicBezTo>
                      <a:pt x="12" y="33"/>
                      <a:pt x="10" y="33"/>
                      <a:pt x="7" y="31"/>
                    </a:cubicBezTo>
                    <a:cubicBezTo>
                      <a:pt x="4" y="29"/>
                      <a:pt x="3" y="27"/>
                      <a:pt x="2" y="25"/>
                    </a:cubicBezTo>
                    <a:cubicBezTo>
                      <a:pt x="1" y="23"/>
                      <a:pt x="0" y="20"/>
                      <a:pt x="0" y="18"/>
                    </a:cubicBezTo>
                    <a:cubicBezTo>
                      <a:pt x="0" y="17"/>
                      <a:pt x="0" y="17"/>
                      <a:pt x="0" y="17"/>
                    </a:cubicBezTo>
                    <a:cubicBezTo>
                      <a:pt x="0" y="16"/>
                      <a:pt x="0" y="16"/>
                      <a:pt x="0" y="15"/>
                    </a:cubicBezTo>
                    <a:cubicBezTo>
                      <a:pt x="0" y="12"/>
                      <a:pt x="0" y="11"/>
                      <a:pt x="2" y="8"/>
                    </a:cubicBezTo>
                    <a:cubicBezTo>
                      <a:pt x="4" y="5"/>
                      <a:pt x="5" y="3"/>
                      <a:pt x="7" y="2"/>
                    </a:cubicBezTo>
                    <a:cubicBezTo>
                      <a:pt x="9" y="1"/>
                      <a:pt x="12" y="0"/>
                      <a:pt x="15" y="0"/>
                    </a:cubicBezTo>
                    <a:lnTo>
                      <a:pt x="16" y="0"/>
                    </a:lnTo>
                    <a:cubicBezTo>
                      <a:pt x="18" y="0"/>
                      <a:pt x="20" y="1"/>
                      <a:pt x="22" y="2"/>
                    </a:cubicBezTo>
                    <a:cubicBezTo>
                      <a:pt x="24" y="3"/>
                      <a:pt x="26" y="5"/>
                      <a:pt x="27" y="7"/>
                    </a:cubicBezTo>
                    <a:cubicBezTo>
                      <a:pt x="28" y="9"/>
                      <a:pt x="29" y="12"/>
                      <a:pt x="29" y="14"/>
                    </a:cubicBezTo>
                    <a:lnTo>
                      <a:pt x="29"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7"/>
              <p:cNvSpPr/>
              <p:nvPr/>
            </p:nvSpPr>
            <p:spPr>
              <a:xfrm rot="-755217">
                <a:off x="9334210" y="3594333"/>
                <a:ext cx="36351" cy="46262"/>
              </a:xfrm>
              <a:custGeom>
                <a:rect b="b" l="l" r="r" t="t"/>
                <a:pathLst>
                  <a:path extrusionOk="0" h="56" w="44">
                    <a:moveTo>
                      <a:pt x="43" y="54"/>
                    </a:moveTo>
                    <a:cubicBezTo>
                      <a:pt x="17" y="46"/>
                      <a:pt x="12" y="20"/>
                      <a:pt x="0" y="0"/>
                    </a:cubicBezTo>
                    <a:cubicBezTo>
                      <a:pt x="2" y="1"/>
                      <a:pt x="3" y="2"/>
                      <a:pt x="5" y="3"/>
                    </a:cubicBezTo>
                    <a:cubicBezTo>
                      <a:pt x="17" y="10"/>
                      <a:pt x="27" y="20"/>
                      <a:pt x="34" y="32"/>
                    </a:cubicBezTo>
                    <a:cubicBezTo>
                      <a:pt x="38" y="39"/>
                      <a:pt x="41" y="47"/>
                      <a:pt x="43" y="55"/>
                    </a:cubicBezTo>
                    <a:lnTo>
                      <a:pt x="43" y="5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rot="-755217">
                <a:off x="10027567" y="3531194"/>
                <a:ext cx="40481" cy="36349"/>
              </a:xfrm>
              <a:custGeom>
                <a:rect b="b" l="l" r="r" t="t"/>
                <a:pathLst>
                  <a:path extrusionOk="0" h="44" w="49">
                    <a:moveTo>
                      <a:pt x="0" y="1"/>
                    </a:moveTo>
                    <a:cubicBezTo>
                      <a:pt x="6" y="3"/>
                      <a:pt x="12" y="5"/>
                      <a:pt x="17" y="8"/>
                    </a:cubicBezTo>
                    <a:cubicBezTo>
                      <a:pt x="29" y="15"/>
                      <a:pt x="37" y="24"/>
                      <a:pt x="44" y="36"/>
                    </a:cubicBezTo>
                    <a:cubicBezTo>
                      <a:pt x="45" y="38"/>
                      <a:pt x="47" y="40"/>
                      <a:pt x="48" y="43"/>
                    </a:cubicBezTo>
                    <a:cubicBezTo>
                      <a:pt x="31" y="30"/>
                      <a:pt x="6"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7"/>
              <p:cNvSpPr/>
              <p:nvPr/>
            </p:nvSpPr>
            <p:spPr>
              <a:xfrm rot="-755217">
                <a:off x="8371402" y="4007900"/>
                <a:ext cx="29741" cy="28088"/>
              </a:xfrm>
              <a:custGeom>
                <a:rect b="b" l="l" r="r" t="t"/>
                <a:pathLst>
                  <a:path extrusionOk="0" h="34" w="36">
                    <a:moveTo>
                      <a:pt x="35" y="22"/>
                    </a:moveTo>
                    <a:cubicBezTo>
                      <a:pt x="34" y="23"/>
                      <a:pt x="34" y="24"/>
                      <a:pt x="34" y="24"/>
                    </a:cubicBezTo>
                    <a:cubicBezTo>
                      <a:pt x="32" y="27"/>
                      <a:pt x="30" y="29"/>
                      <a:pt x="27" y="31"/>
                    </a:cubicBezTo>
                    <a:cubicBezTo>
                      <a:pt x="24" y="33"/>
                      <a:pt x="22" y="33"/>
                      <a:pt x="19" y="33"/>
                    </a:cubicBezTo>
                    <a:cubicBezTo>
                      <a:pt x="16" y="33"/>
                      <a:pt x="14" y="33"/>
                      <a:pt x="12" y="32"/>
                    </a:cubicBezTo>
                    <a:cubicBezTo>
                      <a:pt x="10" y="31"/>
                      <a:pt x="9" y="31"/>
                      <a:pt x="7" y="30"/>
                    </a:cubicBezTo>
                    <a:cubicBezTo>
                      <a:pt x="5" y="29"/>
                      <a:pt x="3" y="28"/>
                      <a:pt x="2" y="25"/>
                    </a:cubicBezTo>
                    <a:cubicBezTo>
                      <a:pt x="1" y="22"/>
                      <a:pt x="0" y="20"/>
                      <a:pt x="0" y="17"/>
                    </a:cubicBezTo>
                    <a:cubicBezTo>
                      <a:pt x="0" y="15"/>
                      <a:pt x="0" y="13"/>
                      <a:pt x="1" y="11"/>
                    </a:cubicBezTo>
                    <a:cubicBezTo>
                      <a:pt x="1" y="10"/>
                      <a:pt x="2" y="9"/>
                      <a:pt x="3" y="8"/>
                    </a:cubicBezTo>
                    <a:cubicBezTo>
                      <a:pt x="4" y="5"/>
                      <a:pt x="6" y="4"/>
                      <a:pt x="8" y="2"/>
                    </a:cubicBezTo>
                    <a:cubicBezTo>
                      <a:pt x="10" y="0"/>
                      <a:pt x="12" y="0"/>
                      <a:pt x="15" y="0"/>
                    </a:cubicBezTo>
                    <a:cubicBezTo>
                      <a:pt x="17" y="0"/>
                      <a:pt x="20" y="1"/>
                      <a:pt x="22" y="2"/>
                    </a:cubicBezTo>
                    <a:cubicBezTo>
                      <a:pt x="23" y="3"/>
                      <a:pt x="24" y="3"/>
                      <a:pt x="25" y="4"/>
                    </a:cubicBezTo>
                    <a:cubicBezTo>
                      <a:pt x="28" y="6"/>
                      <a:pt x="30" y="8"/>
                      <a:pt x="32" y="11"/>
                    </a:cubicBezTo>
                    <a:cubicBezTo>
                      <a:pt x="34" y="14"/>
                      <a:pt x="35" y="17"/>
                      <a:pt x="35" y="20"/>
                    </a:cubicBezTo>
                    <a:cubicBezTo>
                      <a:pt x="35" y="21"/>
                      <a:pt x="35" y="22"/>
                      <a:pt x="3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7"/>
              <p:cNvSpPr/>
              <p:nvPr/>
            </p:nvSpPr>
            <p:spPr>
              <a:xfrm rot="-755217">
                <a:off x="10425672" y="3641048"/>
                <a:ext cx="29741" cy="62784"/>
              </a:xfrm>
              <a:custGeom>
                <a:rect b="b" l="l" r="r" t="t"/>
                <a:pathLst>
                  <a:path extrusionOk="0" h="76" w="36">
                    <a:moveTo>
                      <a:pt x="0" y="75"/>
                    </a:moveTo>
                    <a:cubicBezTo>
                      <a:pt x="2" y="57"/>
                      <a:pt x="7" y="40"/>
                      <a:pt x="16" y="25"/>
                    </a:cubicBezTo>
                    <a:cubicBezTo>
                      <a:pt x="21" y="16"/>
                      <a:pt x="28" y="7"/>
                      <a:pt x="35" y="0"/>
                    </a:cubicBezTo>
                    <a:cubicBezTo>
                      <a:pt x="35" y="17"/>
                      <a:pt x="30" y="34"/>
                      <a:pt x="22" y="48"/>
                    </a:cubicBezTo>
                    <a:cubicBezTo>
                      <a:pt x="16" y="58"/>
                      <a:pt x="8" y="67"/>
                      <a:pt x="0"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7"/>
              <p:cNvSpPr/>
              <p:nvPr/>
            </p:nvSpPr>
            <p:spPr>
              <a:xfrm rot="-755217">
                <a:off x="8682974" y="4077403"/>
                <a:ext cx="27263" cy="26435"/>
              </a:xfrm>
              <a:custGeom>
                <a:rect b="b" l="l" r="r" t="t"/>
                <a:pathLst>
                  <a:path extrusionOk="0" h="32" w="33">
                    <a:moveTo>
                      <a:pt x="13" y="0"/>
                    </a:moveTo>
                    <a:lnTo>
                      <a:pt x="14" y="0"/>
                    </a:lnTo>
                    <a:cubicBezTo>
                      <a:pt x="17" y="0"/>
                      <a:pt x="20" y="0"/>
                      <a:pt x="23" y="2"/>
                    </a:cubicBezTo>
                    <a:cubicBezTo>
                      <a:pt x="26" y="4"/>
                      <a:pt x="27" y="6"/>
                      <a:pt x="29" y="9"/>
                    </a:cubicBezTo>
                    <a:cubicBezTo>
                      <a:pt x="30" y="10"/>
                      <a:pt x="31" y="13"/>
                      <a:pt x="31" y="15"/>
                    </a:cubicBezTo>
                    <a:cubicBezTo>
                      <a:pt x="31" y="16"/>
                      <a:pt x="32" y="17"/>
                      <a:pt x="32" y="19"/>
                    </a:cubicBezTo>
                    <a:cubicBezTo>
                      <a:pt x="32" y="21"/>
                      <a:pt x="31" y="23"/>
                      <a:pt x="30" y="25"/>
                    </a:cubicBezTo>
                    <a:cubicBezTo>
                      <a:pt x="29" y="27"/>
                      <a:pt x="28" y="28"/>
                      <a:pt x="26" y="29"/>
                    </a:cubicBezTo>
                    <a:cubicBezTo>
                      <a:pt x="25" y="30"/>
                      <a:pt x="23" y="30"/>
                      <a:pt x="21" y="30"/>
                    </a:cubicBezTo>
                    <a:cubicBezTo>
                      <a:pt x="20" y="31"/>
                      <a:pt x="18" y="31"/>
                      <a:pt x="16" y="31"/>
                    </a:cubicBezTo>
                    <a:cubicBezTo>
                      <a:pt x="14" y="31"/>
                      <a:pt x="11" y="31"/>
                      <a:pt x="8" y="29"/>
                    </a:cubicBezTo>
                    <a:cubicBezTo>
                      <a:pt x="5" y="27"/>
                      <a:pt x="4" y="26"/>
                      <a:pt x="2" y="23"/>
                    </a:cubicBezTo>
                    <a:cubicBezTo>
                      <a:pt x="0" y="20"/>
                      <a:pt x="0" y="17"/>
                      <a:pt x="0" y="15"/>
                    </a:cubicBezTo>
                    <a:cubicBezTo>
                      <a:pt x="0" y="14"/>
                      <a:pt x="0" y="14"/>
                      <a:pt x="0" y="14"/>
                    </a:cubicBezTo>
                    <a:cubicBezTo>
                      <a:pt x="0" y="13"/>
                      <a:pt x="0" y="13"/>
                      <a:pt x="0" y="13"/>
                    </a:cubicBezTo>
                    <a:cubicBezTo>
                      <a:pt x="0" y="10"/>
                      <a:pt x="1" y="8"/>
                      <a:pt x="2" y="6"/>
                    </a:cubicBezTo>
                    <a:cubicBezTo>
                      <a:pt x="3" y="4"/>
                      <a:pt x="4" y="3"/>
                      <a:pt x="6" y="2"/>
                    </a:cubicBezTo>
                    <a:cubicBezTo>
                      <a:pt x="8" y="1"/>
                      <a:pt x="10" y="0"/>
                      <a:pt x="1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rot="-755217">
                <a:off x="10492051" y="3894601"/>
                <a:ext cx="29741" cy="66914"/>
              </a:xfrm>
              <a:custGeom>
                <a:rect b="b" l="l" r="r" t="t"/>
                <a:pathLst>
                  <a:path extrusionOk="0" h="81" w="36">
                    <a:moveTo>
                      <a:pt x="35" y="0"/>
                    </a:moveTo>
                    <a:cubicBezTo>
                      <a:pt x="33" y="20"/>
                      <a:pt x="27" y="39"/>
                      <a:pt x="17" y="57"/>
                    </a:cubicBezTo>
                    <a:cubicBezTo>
                      <a:pt x="12" y="65"/>
                      <a:pt x="7" y="72"/>
                      <a:pt x="0" y="80"/>
                    </a:cubicBezTo>
                    <a:cubicBezTo>
                      <a:pt x="1" y="60"/>
                      <a:pt x="7" y="41"/>
                      <a:pt x="17" y="25"/>
                    </a:cubicBezTo>
                    <a:cubicBezTo>
                      <a:pt x="22" y="16"/>
                      <a:pt x="28" y="7"/>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rot="-755217">
                <a:off x="10480120" y="3962534"/>
                <a:ext cx="28915" cy="66914"/>
              </a:xfrm>
              <a:custGeom>
                <a:rect b="b" l="l" r="r" t="t"/>
                <a:pathLst>
                  <a:path extrusionOk="0" h="81" w="35">
                    <a:moveTo>
                      <a:pt x="34" y="0"/>
                    </a:moveTo>
                    <a:cubicBezTo>
                      <a:pt x="32" y="20"/>
                      <a:pt x="26" y="40"/>
                      <a:pt x="16" y="57"/>
                    </a:cubicBezTo>
                    <a:cubicBezTo>
                      <a:pt x="11" y="65"/>
                      <a:pt x="6" y="73"/>
                      <a:pt x="0" y="80"/>
                    </a:cubicBezTo>
                    <a:cubicBezTo>
                      <a:pt x="1" y="60"/>
                      <a:pt x="7" y="41"/>
                      <a:pt x="17" y="24"/>
                    </a:cubicBezTo>
                    <a:cubicBezTo>
                      <a:pt x="22" y="15"/>
                      <a:pt x="28" y="8"/>
                      <a:pt x="3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rot="-755217">
                <a:off x="9114082" y="4329305"/>
                <a:ext cx="32220" cy="24783"/>
              </a:xfrm>
              <a:custGeom>
                <a:rect b="b" l="l" r="r" t="t"/>
                <a:pathLst>
                  <a:path extrusionOk="0" h="30" w="39">
                    <a:moveTo>
                      <a:pt x="16" y="0"/>
                    </a:moveTo>
                    <a:cubicBezTo>
                      <a:pt x="27" y="4"/>
                      <a:pt x="38" y="7"/>
                      <a:pt x="37" y="20"/>
                    </a:cubicBezTo>
                    <a:cubicBezTo>
                      <a:pt x="37" y="29"/>
                      <a:pt x="27" y="28"/>
                      <a:pt x="21" y="29"/>
                    </a:cubicBezTo>
                    <a:cubicBezTo>
                      <a:pt x="15" y="29"/>
                      <a:pt x="2" y="28"/>
                      <a:pt x="1" y="17"/>
                    </a:cubicBezTo>
                    <a:cubicBezTo>
                      <a:pt x="0" y="5"/>
                      <a:pt x="7" y="2"/>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7"/>
              <p:cNvSpPr/>
              <p:nvPr/>
            </p:nvSpPr>
            <p:spPr>
              <a:xfrm rot="-755217">
                <a:off x="8959241" y="4400491"/>
                <a:ext cx="30567" cy="27261"/>
              </a:xfrm>
              <a:custGeom>
                <a:rect b="b" l="l" r="r" t="t"/>
                <a:pathLst>
                  <a:path extrusionOk="0" h="33" w="37">
                    <a:moveTo>
                      <a:pt x="12" y="32"/>
                    </a:moveTo>
                    <a:cubicBezTo>
                      <a:pt x="10" y="32"/>
                      <a:pt x="9" y="32"/>
                      <a:pt x="7" y="31"/>
                    </a:cubicBezTo>
                    <a:cubicBezTo>
                      <a:pt x="5" y="29"/>
                      <a:pt x="3" y="28"/>
                      <a:pt x="2" y="26"/>
                    </a:cubicBezTo>
                    <a:cubicBezTo>
                      <a:pt x="1" y="24"/>
                      <a:pt x="0" y="21"/>
                      <a:pt x="0" y="19"/>
                    </a:cubicBezTo>
                    <a:cubicBezTo>
                      <a:pt x="0" y="18"/>
                      <a:pt x="0" y="18"/>
                      <a:pt x="0" y="17"/>
                    </a:cubicBezTo>
                    <a:lnTo>
                      <a:pt x="0" y="16"/>
                    </a:lnTo>
                    <a:cubicBezTo>
                      <a:pt x="0" y="13"/>
                      <a:pt x="0" y="11"/>
                      <a:pt x="2" y="8"/>
                    </a:cubicBezTo>
                    <a:cubicBezTo>
                      <a:pt x="4" y="5"/>
                      <a:pt x="5" y="4"/>
                      <a:pt x="8" y="2"/>
                    </a:cubicBezTo>
                    <a:cubicBezTo>
                      <a:pt x="11" y="0"/>
                      <a:pt x="13" y="0"/>
                      <a:pt x="16" y="0"/>
                    </a:cubicBezTo>
                    <a:cubicBezTo>
                      <a:pt x="17" y="0"/>
                      <a:pt x="17" y="0"/>
                      <a:pt x="17" y="0"/>
                    </a:cubicBezTo>
                    <a:cubicBezTo>
                      <a:pt x="26" y="0"/>
                      <a:pt x="36" y="6"/>
                      <a:pt x="33" y="18"/>
                    </a:cubicBezTo>
                    <a:cubicBezTo>
                      <a:pt x="32" y="20"/>
                      <a:pt x="32" y="21"/>
                      <a:pt x="31" y="23"/>
                    </a:cubicBezTo>
                    <a:cubicBezTo>
                      <a:pt x="30" y="26"/>
                      <a:pt x="27" y="28"/>
                      <a:pt x="24" y="30"/>
                    </a:cubicBezTo>
                    <a:cubicBezTo>
                      <a:pt x="21" y="32"/>
                      <a:pt x="17" y="32"/>
                      <a:pt x="14" y="32"/>
                    </a:cubicBezTo>
                    <a:cubicBezTo>
                      <a:pt x="13" y="32"/>
                      <a:pt x="13" y="32"/>
                      <a:pt x="12"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7"/>
              <p:cNvSpPr/>
              <p:nvPr/>
            </p:nvSpPr>
            <p:spPr>
              <a:xfrm rot="-755217">
                <a:off x="10132913" y="3497538"/>
                <a:ext cx="33046" cy="39653"/>
              </a:xfrm>
              <a:custGeom>
                <a:rect b="b" l="l" r="r" t="t"/>
                <a:pathLst>
                  <a:path extrusionOk="0" h="48" w="40">
                    <a:moveTo>
                      <a:pt x="39" y="47"/>
                    </a:moveTo>
                    <a:cubicBezTo>
                      <a:pt x="24" y="34"/>
                      <a:pt x="11" y="18"/>
                      <a:pt x="0" y="1"/>
                    </a:cubicBezTo>
                    <a:cubicBezTo>
                      <a:pt x="0" y="0"/>
                      <a:pt x="0" y="0"/>
                      <a:pt x="0" y="0"/>
                    </a:cubicBezTo>
                    <a:cubicBezTo>
                      <a:pt x="25" y="11"/>
                      <a:pt x="25" y="11"/>
                      <a:pt x="39"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rot="-755217">
                <a:off x="9841398" y="3517338"/>
                <a:ext cx="36351" cy="34696"/>
              </a:xfrm>
              <a:custGeom>
                <a:rect b="b" l="l" r="r" t="t"/>
                <a:pathLst>
                  <a:path extrusionOk="0" h="42" w="44">
                    <a:moveTo>
                      <a:pt x="0" y="0"/>
                    </a:moveTo>
                    <a:cubicBezTo>
                      <a:pt x="29" y="9"/>
                      <a:pt x="32" y="29"/>
                      <a:pt x="43" y="41"/>
                    </a:cubicBezTo>
                    <a:cubicBezTo>
                      <a:pt x="24" y="38"/>
                      <a:pt x="16"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7"/>
              <p:cNvSpPr/>
              <p:nvPr/>
            </p:nvSpPr>
            <p:spPr>
              <a:xfrm rot="-755217">
                <a:off x="8821091" y="4323932"/>
                <a:ext cx="29741" cy="27261"/>
              </a:xfrm>
              <a:custGeom>
                <a:rect b="b" l="l" r="r" t="t"/>
                <a:pathLst>
                  <a:path extrusionOk="0" h="33" w="36">
                    <a:moveTo>
                      <a:pt x="0" y="10"/>
                    </a:moveTo>
                    <a:cubicBezTo>
                      <a:pt x="0" y="3"/>
                      <a:pt x="9" y="1"/>
                      <a:pt x="20" y="0"/>
                    </a:cubicBezTo>
                    <a:cubicBezTo>
                      <a:pt x="26" y="0"/>
                      <a:pt x="32" y="0"/>
                      <a:pt x="33" y="6"/>
                    </a:cubicBezTo>
                    <a:cubicBezTo>
                      <a:pt x="35" y="18"/>
                      <a:pt x="25" y="24"/>
                      <a:pt x="15" y="28"/>
                    </a:cubicBezTo>
                    <a:cubicBezTo>
                      <a:pt x="5" y="32"/>
                      <a:pt x="1" y="26"/>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7"/>
              <p:cNvSpPr/>
              <p:nvPr/>
            </p:nvSpPr>
            <p:spPr>
              <a:xfrm rot="-755217">
                <a:off x="9665337" y="2960181"/>
                <a:ext cx="34698" cy="42131"/>
              </a:xfrm>
              <a:custGeom>
                <a:rect b="b" l="l" r="r" t="t"/>
                <a:pathLst>
                  <a:path extrusionOk="0" h="51" w="42">
                    <a:moveTo>
                      <a:pt x="2" y="0"/>
                    </a:moveTo>
                    <a:lnTo>
                      <a:pt x="3" y="0"/>
                    </a:lnTo>
                    <a:cubicBezTo>
                      <a:pt x="15" y="7"/>
                      <a:pt x="26" y="18"/>
                      <a:pt x="33" y="31"/>
                    </a:cubicBezTo>
                    <a:cubicBezTo>
                      <a:pt x="37" y="37"/>
                      <a:pt x="39" y="43"/>
                      <a:pt x="41" y="50"/>
                    </a:cubicBezTo>
                    <a:cubicBezTo>
                      <a:pt x="40" y="49"/>
                      <a:pt x="38" y="49"/>
                      <a:pt x="37" y="48"/>
                    </a:cubicBezTo>
                    <a:cubicBezTo>
                      <a:pt x="25" y="41"/>
                      <a:pt x="14" y="31"/>
                      <a:pt x="7" y="18"/>
                    </a:cubicBezTo>
                    <a:cubicBezTo>
                      <a:pt x="4" y="13"/>
                      <a:pt x="2" y="7"/>
                      <a:pt x="0" y="1"/>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rot="-755217">
                <a:off x="9943157" y="3494453"/>
                <a:ext cx="37177" cy="28914"/>
              </a:xfrm>
              <a:custGeom>
                <a:rect b="b" l="l" r="r" t="t"/>
                <a:pathLst>
                  <a:path extrusionOk="0" h="35" w="45">
                    <a:moveTo>
                      <a:pt x="44" y="33"/>
                    </a:moveTo>
                    <a:cubicBezTo>
                      <a:pt x="22" y="33"/>
                      <a:pt x="11" y="15"/>
                      <a:pt x="0" y="0"/>
                    </a:cubicBezTo>
                    <a:cubicBezTo>
                      <a:pt x="7" y="1"/>
                      <a:pt x="15" y="3"/>
                      <a:pt x="21" y="7"/>
                    </a:cubicBezTo>
                    <a:cubicBezTo>
                      <a:pt x="28" y="11"/>
                      <a:pt x="35" y="16"/>
                      <a:pt x="39" y="24"/>
                    </a:cubicBezTo>
                    <a:cubicBezTo>
                      <a:pt x="41" y="28"/>
                      <a:pt x="42" y="31"/>
                      <a:pt x="43" y="34"/>
                    </a:cubicBezTo>
                    <a:lnTo>
                      <a:pt x="4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rot="-755217">
                <a:off x="9535321" y="3129050"/>
                <a:ext cx="33046" cy="41305"/>
              </a:xfrm>
              <a:custGeom>
                <a:rect b="b" l="l" r="r" t="t"/>
                <a:pathLst>
                  <a:path extrusionOk="0" h="50" w="40">
                    <a:moveTo>
                      <a:pt x="0" y="1"/>
                    </a:moveTo>
                    <a:cubicBezTo>
                      <a:pt x="22" y="9"/>
                      <a:pt x="30" y="28"/>
                      <a:pt x="39" y="49"/>
                    </a:cubicBezTo>
                    <a:cubicBezTo>
                      <a:pt x="22" y="36"/>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rot="-755217">
                <a:off x="9494564" y="3613762"/>
                <a:ext cx="33872" cy="41305"/>
              </a:xfrm>
              <a:custGeom>
                <a:rect b="b" l="l" r="r" t="t"/>
                <a:pathLst>
                  <a:path extrusionOk="0" h="50" w="41">
                    <a:moveTo>
                      <a:pt x="0" y="1"/>
                    </a:moveTo>
                    <a:cubicBezTo>
                      <a:pt x="24" y="8"/>
                      <a:pt x="31" y="30"/>
                      <a:pt x="40" y="49"/>
                    </a:cubicBezTo>
                    <a:cubicBezTo>
                      <a:pt x="38" y="49"/>
                      <a:pt x="37" y="48"/>
                      <a:pt x="35" y="47"/>
                    </a:cubicBezTo>
                    <a:cubicBezTo>
                      <a:pt x="24" y="41"/>
                      <a:pt x="15" y="32"/>
                      <a:pt x="9" y="21"/>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rot="-755217">
                <a:off x="10364673" y="3430673"/>
                <a:ext cx="17349" cy="44610"/>
              </a:xfrm>
              <a:custGeom>
                <a:rect b="b" l="l" r="r" t="t"/>
                <a:pathLst>
                  <a:path extrusionOk="0" h="54" w="21">
                    <a:moveTo>
                      <a:pt x="8" y="53"/>
                    </a:moveTo>
                    <a:cubicBezTo>
                      <a:pt x="0" y="33"/>
                      <a:pt x="20" y="20"/>
                      <a:pt x="18" y="0"/>
                    </a:cubicBezTo>
                    <a:cubicBezTo>
                      <a:pt x="19" y="6"/>
                      <a:pt x="20" y="11"/>
                      <a:pt x="20" y="17"/>
                    </a:cubicBezTo>
                    <a:cubicBezTo>
                      <a:pt x="20" y="27"/>
                      <a:pt x="17" y="38"/>
                      <a:pt x="12" y="47"/>
                    </a:cubicBezTo>
                    <a:cubicBezTo>
                      <a:pt x="11" y="49"/>
                      <a:pt x="9" y="51"/>
                      <a:pt x="8"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7"/>
              <p:cNvSpPr/>
              <p:nvPr/>
            </p:nvSpPr>
            <p:spPr>
              <a:xfrm rot="-755217">
                <a:off x="10203899" y="3735355"/>
                <a:ext cx="36351" cy="47914"/>
              </a:xfrm>
              <a:custGeom>
                <a:rect b="b" l="l" r="r" t="t"/>
                <a:pathLst>
                  <a:path extrusionOk="0" h="58" w="44">
                    <a:moveTo>
                      <a:pt x="33" y="34"/>
                    </a:moveTo>
                    <a:lnTo>
                      <a:pt x="43" y="52"/>
                    </a:lnTo>
                    <a:cubicBezTo>
                      <a:pt x="35" y="57"/>
                      <a:pt x="27" y="56"/>
                      <a:pt x="22" y="46"/>
                    </a:cubicBezTo>
                    <a:cubicBezTo>
                      <a:pt x="18" y="42"/>
                      <a:pt x="16" y="37"/>
                      <a:pt x="13" y="32"/>
                    </a:cubicBezTo>
                    <a:cubicBezTo>
                      <a:pt x="8" y="22"/>
                      <a:pt x="3" y="12"/>
                      <a:pt x="0" y="0"/>
                    </a:cubicBezTo>
                    <a:cubicBezTo>
                      <a:pt x="20" y="2"/>
                      <a:pt x="17" y="28"/>
                      <a:pt x="33"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7"/>
              <p:cNvSpPr/>
              <p:nvPr/>
            </p:nvSpPr>
            <p:spPr>
              <a:xfrm rot="-755217">
                <a:off x="8310600" y="3533665"/>
                <a:ext cx="33046" cy="37175"/>
              </a:xfrm>
              <a:custGeom>
                <a:rect b="b" l="l" r="r" t="t"/>
                <a:pathLst>
                  <a:path extrusionOk="0" h="45" w="40">
                    <a:moveTo>
                      <a:pt x="0" y="1"/>
                    </a:moveTo>
                    <a:cubicBezTo>
                      <a:pt x="21" y="8"/>
                      <a:pt x="29" y="28"/>
                      <a:pt x="39" y="44"/>
                    </a:cubicBezTo>
                    <a:cubicBezTo>
                      <a:pt x="37" y="43"/>
                      <a:pt x="35" y="42"/>
                      <a:pt x="33" y="41"/>
                    </a:cubicBezTo>
                    <a:cubicBezTo>
                      <a:pt x="22" y="35"/>
                      <a:pt x="13" y="26"/>
                      <a:pt x="7" y="16"/>
                    </a:cubicBezTo>
                    <a:cubicBezTo>
                      <a:pt x="4" y="11"/>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7"/>
              <p:cNvSpPr/>
              <p:nvPr/>
            </p:nvSpPr>
            <p:spPr>
              <a:xfrm rot="-755217">
                <a:off x="8891166" y="2751071"/>
                <a:ext cx="37177" cy="46262"/>
              </a:xfrm>
              <a:custGeom>
                <a:rect b="b" l="l" r="r" t="t"/>
                <a:pathLst>
                  <a:path extrusionOk="0" h="56" w="45">
                    <a:moveTo>
                      <a:pt x="0" y="0"/>
                    </a:moveTo>
                    <a:cubicBezTo>
                      <a:pt x="3" y="1"/>
                      <a:pt x="6" y="3"/>
                      <a:pt x="9" y="5"/>
                    </a:cubicBezTo>
                    <a:cubicBezTo>
                      <a:pt x="20" y="11"/>
                      <a:pt x="29" y="20"/>
                      <a:pt x="36" y="31"/>
                    </a:cubicBezTo>
                    <a:cubicBezTo>
                      <a:pt x="40" y="38"/>
                      <a:pt x="43" y="46"/>
                      <a:pt x="44" y="55"/>
                    </a:cubicBezTo>
                    <a:cubicBezTo>
                      <a:pt x="41" y="54"/>
                      <a:pt x="38" y="52"/>
                      <a:pt x="35" y="50"/>
                    </a:cubicBezTo>
                    <a:cubicBezTo>
                      <a:pt x="24" y="44"/>
                      <a:pt x="15" y="35"/>
                      <a:pt x="8" y="24"/>
                    </a:cubicBezTo>
                    <a:cubicBezTo>
                      <a:pt x="4" y="16"/>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rot="-755217">
                <a:off x="8653104" y="3466517"/>
                <a:ext cx="18175" cy="41305"/>
              </a:xfrm>
              <a:custGeom>
                <a:rect b="b" l="l" r="r" t="t"/>
                <a:pathLst>
                  <a:path extrusionOk="0" h="50" w="22">
                    <a:moveTo>
                      <a:pt x="3" y="0"/>
                    </a:moveTo>
                    <a:lnTo>
                      <a:pt x="21" y="49"/>
                    </a:lnTo>
                    <a:cubicBezTo>
                      <a:pt x="21" y="49"/>
                      <a:pt x="20" y="48"/>
                      <a:pt x="19" y="48"/>
                    </a:cubicBezTo>
                    <a:cubicBezTo>
                      <a:pt x="14" y="45"/>
                      <a:pt x="9" y="40"/>
                      <a:pt x="5" y="34"/>
                    </a:cubicBezTo>
                    <a:cubicBezTo>
                      <a:pt x="1" y="28"/>
                      <a:pt x="0" y="21"/>
                      <a:pt x="0" y="15"/>
                    </a:cubicBezTo>
                    <a:cubicBezTo>
                      <a:pt x="0" y="10"/>
                      <a:pt x="1" y="5"/>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rot="-755217">
                <a:off x="8992443" y="3898705"/>
                <a:ext cx="23132" cy="24783"/>
              </a:xfrm>
              <a:custGeom>
                <a:rect b="b" l="l" r="r" t="t"/>
                <a:pathLst>
                  <a:path extrusionOk="0" h="30" w="28">
                    <a:moveTo>
                      <a:pt x="10" y="28"/>
                    </a:moveTo>
                    <a:cubicBezTo>
                      <a:pt x="5" y="28"/>
                      <a:pt x="0" y="24"/>
                      <a:pt x="0" y="18"/>
                    </a:cubicBezTo>
                    <a:cubicBezTo>
                      <a:pt x="0" y="15"/>
                      <a:pt x="2" y="12"/>
                      <a:pt x="3" y="10"/>
                    </a:cubicBezTo>
                    <a:cubicBezTo>
                      <a:pt x="5" y="7"/>
                      <a:pt x="7" y="5"/>
                      <a:pt x="10" y="3"/>
                    </a:cubicBezTo>
                    <a:cubicBezTo>
                      <a:pt x="13" y="1"/>
                      <a:pt x="16" y="0"/>
                      <a:pt x="19" y="0"/>
                    </a:cubicBezTo>
                    <a:cubicBezTo>
                      <a:pt x="20" y="0"/>
                      <a:pt x="21" y="0"/>
                      <a:pt x="21" y="0"/>
                    </a:cubicBezTo>
                    <a:cubicBezTo>
                      <a:pt x="23" y="0"/>
                      <a:pt x="27" y="8"/>
                      <a:pt x="26" y="12"/>
                    </a:cubicBezTo>
                    <a:cubicBezTo>
                      <a:pt x="26" y="22"/>
                      <a:pt x="21" y="29"/>
                      <a:pt x="1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7"/>
              <p:cNvSpPr/>
              <p:nvPr/>
            </p:nvSpPr>
            <p:spPr>
              <a:xfrm rot="-755217">
                <a:off x="9834619" y="3571121"/>
                <a:ext cx="30567" cy="33870"/>
              </a:xfrm>
              <a:custGeom>
                <a:rect b="b" l="l" r="r" t="t"/>
                <a:pathLst>
                  <a:path extrusionOk="0" h="41" w="37">
                    <a:moveTo>
                      <a:pt x="0" y="0"/>
                    </a:moveTo>
                    <a:cubicBezTo>
                      <a:pt x="14" y="9"/>
                      <a:pt x="26" y="22"/>
                      <a:pt x="34" y="37"/>
                    </a:cubicBezTo>
                    <a:cubicBezTo>
                      <a:pt x="35" y="38"/>
                      <a:pt x="35" y="39"/>
                      <a:pt x="36" y="40"/>
                    </a:cubicBezTo>
                    <a:cubicBezTo>
                      <a:pt x="13" y="28"/>
                      <a:pt x="13" y="2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7"/>
              <p:cNvSpPr/>
              <p:nvPr/>
            </p:nvSpPr>
            <p:spPr>
              <a:xfrm rot="-755217">
                <a:off x="9757928" y="3079170"/>
                <a:ext cx="34698" cy="42131"/>
              </a:xfrm>
              <a:custGeom>
                <a:rect b="b" l="l" r="r" t="t"/>
                <a:pathLst>
                  <a:path extrusionOk="0" h="51" w="42">
                    <a:moveTo>
                      <a:pt x="0" y="1"/>
                    </a:moveTo>
                    <a:cubicBezTo>
                      <a:pt x="26" y="8"/>
                      <a:pt x="32" y="30"/>
                      <a:pt x="41" y="50"/>
                    </a:cubicBezTo>
                    <a:cubicBezTo>
                      <a:pt x="23" y="37"/>
                      <a:pt x="4" y="2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rot="-755217">
                <a:off x="8861780" y="3072831"/>
                <a:ext cx="32220" cy="27261"/>
              </a:xfrm>
              <a:custGeom>
                <a:rect b="b" l="l" r="r" t="t"/>
                <a:pathLst>
                  <a:path extrusionOk="0" h="33" w="39">
                    <a:moveTo>
                      <a:pt x="0" y="0"/>
                    </a:moveTo>
                    <a:cubicBezTo>
                      <a:pt x="1" y="0"/>
                      <a:pt x="2" y="0"/>
                      <a:pt x="3" y="0"/>
                    </a:cubicBezTo>
                    <a:cubicBezTo>
                      <a:pt x="9" y="0"/>
                      <a:pt x="14" y="2"/>
                      <a:pt x="20" y="5"/>
                    </a:cubicBezTo>
                    <a:cubicBezTo>
                      <a:pt x="26" y="8"/>
                      <a:pt x="30" y="13"/>
                      <a:pt x="33" y="18"/>
                    </a:cubicBezTo>
                    <a:cubicBezTo>
                      <a:pt x="36" y="22"/>
                      <a:pt x="37" y="27"/>
                      <a:pt x="38" y="32"/>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rot="-755217">
                <a:off x="8927891" y="3995712"/>
                <a:ext cx="26437" cy="25609"/>
              </a:xfrm>
              <a:custGeom>
                <a:rect b="b" l="l" r="r" t="t"/>
                <a:pathLst>
                  <a:path extrusionOk="0" h="31" w="32">
                    <a:moveTo>
                      <a:pt x="31" y="14"/>
                    </a:moveTo>
                    <a:cubicBezTo>
                      <a:pt x="27" y="25"/>
                      <a:pt x="21" y="30"/>
                      <a:pt x="11" y="28"/>
                    </a:cubicBezTo>
                    <a:cubicBezTo>
                      <a:pt x="5" y="28"/>
                      <a:pt x="0" y="24"/>
                      <a:pt x="2" y="17"/>
                    </a:cubicBezTo>
                    <a:cubicBezTo>
                      <a:pt x="2" y="15"/>
                      <a:pt x="4" y="12"/>
                      <a:pt x="4" y="10"/>
                    </a:cubicBezTo>
                    <a:cubicBezTo>
                      <a:pt x="6" y="7"/>
                      <a:pt x="8" y="5"/>
                      <a:pt x="11" y="3"/>
                    </a:cubicBezTo>
                    <a:cubicBezTo>
                      <a:pt x="13" y="2"/>
                      <a:pt x="16" y="1"/>
                      <a:pt x="19" y="1"/>
                    </a:cubicBezTo>
                    <a:cubicBezTo>
                      <a:pt x="30" y="0"/>
                      <a:pt x="29" y="9"/>
                      <a:pt x="3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rot="-755217">
                <a:off x="8380060" y="2246936"/>
                <a:ext cx="47090" cy="38827"/>
              </a:xfrm>
              <a:custGeom>
                <a:rect b="b" l="l" r="r" t="t"/>
                <a:pathLst>
                  <a:path extrusionOk="0" h="47" w="57">
                    <a:moveTo>
                      <a:pt x="0" y="0"/>
                    </a:moveTo>
                    <a:cubicBezTo>
                      <a:pt x="7" y="2"/>
                      <a:pt x="13" y="6"/>
                      <a:pt x="19" y="9"/>
                    </a:cubicBezTo>
                    <a:cubicBezTo>
                      <a:pt x="35" y="18"/>
                      <a:pt x="47" y="30"/>
                      <a:pt x="56" y="45"/>
                    </a:cubicBezTo>
                    <a:lnTo>
                      <a:pt x="56" y="46"/>
                    </a:lnTo>
                    <a:cubicBezTo>
                      <a:pt x="49" y="44"/>
                      <a:pt x="42" y="41"/>
                      <a:pt x="36" y="37"/>
                    </a:cubicBezTo>
                    <a:cubicBezTo>
                      <a:pt x="22" y="29"/>
                      <a:pt x="9" y="16"/>
                      <a:pt x="1" y="2"/>
                    </a:cubicBezTo>
                    <a:cubicBezTo>
                      <a:pt x="1"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rot="-755217">
                <a:off x="7732407" y="1758097"/>
                <a:ext cx="34698" cy="38827"/>
              </a:xfrm>
              <a:custGeom>
                <a:rect b="b" l="l" r="r" t="t"/>
                <a:pathLst>
                  <a:path extrusionOk="0" h="47" w="42">
                    <a:moveTo>
                      <a:pt x="0" y="46"/>
                    </a:moveTo>
                    <a:lnTo>
                      <a:pt x="10" y="24"/>
                    </a:lnTo>
                    <a:lnTo>
                      <a:pt x="41" y="0"/>
                    </a:lnTo>
                    <a:cubicBezTo>
                      <a:pt x="27" y="32"/>
                      <a:pt x="27" y="32"/>
                      <a:pt x="0"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rot="-755217">
                <a:off x="8134401" y="2443508"/>
                <a:ext cx="37177" cy="47088"/>
              </a:xfrm>
              <a:custGeom>
                <a:rect b="b" l="l" r="r" t="t"/>
                <a:pathLst>
                  <a:path extrusionOk="0" h="57" w="45">
                    <a:moveTo>
                      <a:pt x="44" y="56"/>
                    </a:moveTo>
                    <a:cubicBezTo>
                      <a:pt x="41" y="54"/>
                      <a:pt x="38" y="53"/>
                      <a:pt x="35" y="51"/>
                    </a:cubicBezTo>
                    <a:cubicBezTo>
                      <a:pt x="24" y="45"/>
                      <a:pt x="15" y="36"/>
                      <a:pt x="9" y="25"/>
                    </a:cubicBezTo>
                    <a:cubicBezTo>
                      <a:pt x="5" y="17"/>
                      <a:pt x="2" y="9"/>
                      <a:pt x="0" y="0"/>
                    </a:cubicBezTo>
                    <a:cubicBezTo>
                      <a:pt x="3" y="1"/>
                      <a:pt x="6" y="3"/>
                      <a:pt x="8" y="4"/>
                    </a:cubicBezTo>
                    <a:cubicBezTo>
                      <a:pt x="19" y="11"/>
                      <a:pt x="28" y="20"/>
                      <a:pt x="34" y="30"/>
                    </a:cubicBezTo>
                    <a:cubicBezTo>
                      <a:pt x="39" y="38"/>
                      <a:pt x="42" y="47"/>
                      <a:pt x="43" y="56"/>
                    </a:cubicBezTo>
                    <a:lnTo>
                      <a:pt x="44" y="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7"/>
              <p:cNvSpPr/>
              <p:nvPr/>
            </p:nvSpPr>
            <p:spPr>
              <a:xfrm rot="-755217">
                <a:off x="9037965" y="2652495"/>
                <a:ext cx="34698" cy="42131"/>
              </a:xfrm>
              <a:custGeom>
                <a:rect b="b" l="l" r="r" t="t"/>
                <a:pathLst>
                  <a:path extrusionOk="0" h="51" w="42">
                    <a:moveTo>
                      <a:pt x="0" y="1"/>
                    </a:moveTo>
                    <a:cubicBezTo>
                      <a:pt x="24" y="9"/>
                      <a:pt x="32" y="30"/>
                      <a:pt x="41" y="50"/>
                    </a:cubicBezTo>
                    <a:cubicBezTo>
                      <a:pt x="39" y="50"/>
                      <a:pt x="38" y="49"/>
                      <a:pt x="36" y="48"/>
                    </a:cubicBezTo>
                    <a:cubicBezTo>
                      <a:pt x="25" y="41"/>
                      <a:pt x="16" y="32"/>
                      <a:pt x="9" y="20"/>
                    </a:cubicBezTo>
                    <a:cubicBezTo>
                      <a:pt x="5" y="14"/>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7"/>
              <p:cNvSpPr/>
              <p:nvPr/>
            </p:nvSpPr>
            <p:spPr>
              <a:xfrm rot="-755217">
                <a:off x="8767473" y="3004508"/>
                <a:ext cx="38003" cy="38827"/>
              </a:xfrm>
              <a:custGeom>
                <a:rect b="b" l="l" r="r" t="t"/>
                <a:pathLst>
                  <a:path extrusionOk="0" h="47" w="46">
                    <a:moveTo>
                      <a:pt x="45" y="46"/>
                    </a:moveTo>
                    <a:cubicBezTo>
                      <a:pt x="44" y="45"/>
                      <a:pt x="44" y="45"/>
                      <a:pt x="43" y="44"/>
                    </a:cubicBezTo>
                    <a:cubicBezTo>
                      <a:pt x="26" y="35"/>
                      <a:pt x="12" y="21"/>
                      <a:pt x="2" y="4"/>
                    </a:cubicBezTo>
                    <a:cubicBezTo>
                      <a:pt x="2" y="3"/>
                      <a:pt x="1" y="1"/>
                      <a:pt x="0" y="0"/>
                    </a:cubicBezTo>
                    <a:cubicBezTo>
                      <a:pt x="30" y="8"/>
                      <a:pt x="34" y="30"/>
                      <a:pt x="45"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7"/>
              <p:cNvSpPr/>
              <p:nvPr/>
            </p:nvSpPr>
            <p:spPr>
              <a:xfrm rot="-755217">
                <a:off x="9734431" y="3112668"/>
                <a:ext cx="31394" cy="38001"/>
              </a:xfrm>
              <a:custGeom>
                <a:rect b="b" l="l" r="r" t="t"/>
                <a:pathLst>
                  <a:path extrusionOk="0" h="46" w="38">
                    <a:moveTo>
                      <a:pt x="37" y="44"/>
                    </a:moveTo>
                    <a:cubicBezTo>
                      <a:pt x="15" y="38"/>
                      <a:pt x="7" y="19"/>
                      <a:pt x="0" y="0"/>
                    </a:cubicBezTo>
                    <a:cubicBezTo>
                      <a:pt x="2" y="1"/>
                      <a:pt x="4" y="2"/>
                      <a:pt x="6" y="3"/>
                    </a:cubicBezTo>
                    <a:cubicBezTo>
                      <a:pt x="15" y="9"/>
                      <a:pt x="23" y="16"/>
                      <a:pt x="29" y="26"/>
                    </a:cubicBezTo>
                    <a:cubicBezTo>
                      <a:pt x="32" y="32"/>
                      <a:pt x="35" y="38"/>
                      <a:pt x="36" y="45"/>
                    </a:cubicBezTo>
                    <a:lnTo>
                      <a:pt x="37"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7"/>
              <p:cNvSpPr/>
              <p:nvPr/>
            </p:nvSpPr>
            <p:spPr>
              <a:xfrm rot="-755217">
                <a:off x="8463736" y="4043226"/>
                <a:ext cx="37177" cy="33044"/>
              </a:xfrm>
              <a:custGeom>
                <a:rect b="b" l="l" r="r" t="t"/>
                <a:pathLst>
                  <a:path extrusionOk="0" h="40" w="45">
                    <a:moveTo>
                      <a:pt x="0" y="7"/>
                    </a:moveTo>
                    <a:cubicBezTo>
                      <a:pt x="9" y="0"/>
                      <a:pt x="15" y="5"/>
                      <a:pt x="21" y="7"/>
                    </a:cubicBezTo>
                    <a:cubicBezTo>
                      <a:pt x="26" y="9"/>
                      <a:pt x="44" y="16"/>
                      <a:pt x="33" y="29"/>
                    </a:cubicBezTo>
                    <a:cubicBezTo>
                      <a:pt x="26" y="39"/>
                      <a:pt x="17" y="32"/>
                      <a:pt x="10" y="26"/>
                    </a:cubicBezTo>
                    <a:cubicBezTo>
                      <a:pt x="7" y="25"/>
                      <a:pt x="4" y="21"/>
                      <a:pt x="3" y="19"/>
                    </a:cubicBezTo>
                    <a:cubicBezTo>
                      <a:pt x="1" y="15"/>
                      <a:pt x="0" y="13"/>
                      <a:pt x="0" y="9"/>
                    </a:cubicBezTo>
                    <a:cubicBezTo>
                      <a:pt x="0" y="9"/>
                      <a:pt x="0" y="8"/>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rot="-755217">
                <a:off x="8402744" y="3065725"/>
                <a:ext cx="38003" cy="46262"/>
              </a:xfrm>
              <a:custGeom>
                <a:rect b="b" l="l" r="r" t="t"/>
                <a:pathLst>
                  <a:path extrusionOk="0" h="56" w="46">
                    <a:moveTo>
                      <a:pt x="0" y="0"/>
                    </a:moveTo>
                    <a:cubicBezTo>
                      <a:pt x="3" y="1"/>
                      <a:pt x="6" y="3"/>
                      <a:pt x="8" y="4"/>
                    </a:cubicBezTo>
                    <a:cubicBezTo>
                      <a:pt x="20" y="11"/>
                      <a:pt x="29" y="20"/>
                      <a:pt x="36" y="31"/>
                    </a:cubicBezTo>
                    <a:cubicBezTo>
                      <a:pt x="40" y="39"/>
                      <a:pt x="43" y="46"/>
                      <a:pt x="45" y="55"/>
                    </a:cubicBezTo>
                    <a:cubicBezTo>
                      <a:pt x="41" y="53"/>
                      <a:pt x="38" y="52"/>
                      <a:pt x="35" y="50"/>
                    </a:cubicBezTo>
                    <a:cubicBezTo>
                      <a:pt x="24" y="44"/>
                      <a:pt x="15" y="35"/>
                      <a:pt x="9" y="24"/>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rot="-755217">
                <a:off x="8216181" y="2649854"/>
                <a:ext cx="33872" cy="41305"/>
              </a:xfrm>
              <a:custGeom>
                <a:rect b="b" l="l" r="r" t="t"/>
                <a:pathLst>
                  <a:path extrusionOk="0" h="50" w="41">
                    <a:moveTo>
                      <a:pt x="0" y="1"/>
                    </a:moveTo>
                    <a:cubicBezTo>
                      <a:pt x="2" y="2"/>
                      <a:pt x="4" y="3"/>
                      <a:pt x="5" y="4"/>
                    </a:cubicBezTo>
                    <a:cubicBezTo>
                      <a:pt x="17" y="10"/>
                      <a:pt x="26" y="20"/>
                      <a:pt x="33" y="31"/>
                    </a:cubicBezTo>
                    <a:cubicBezTo>
                      <a:pt x="36" y="37"/>
                      <a:pt x="39" y="43"/>
                      <a:pt x="40" y="49"/>
                    </a:cubicBezTo>
                    <a:cubicBezTo>
                      <a:pt x="39" y="49"/>
                      <a:pt x="37" y="48"/>
                      <a:pt x="36" y="47"/>
                    </a:cubicBezTo>
                    <a:cubicBezTo>
                      <a:pt x="25" y="41"/>
                      <a:pt x="15" y="31"/>
                      <a:pt x="9" y="20"/>
                    </a:cubicBezTo>
                    <a:cubicBezTo>
                      <a:pt x="5" y="14"/>
                      <a:pt x="3"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7"/>
              <p:cNvSpPr/>
              <p:nvPr/>
            </p:nvSpPr>
            <p:spPr>
              <a:xfrm rot="-755217">
                <a:off x="9128253" y="3474264"/>
                <a:ext cx="37177" cy="41305"/>
              </a:xfrm>
              <a:custGeom>
                <a:rect b="b" l="l" r="r" t="t"/>
                <a:pathLst>
                  <a:path extrusionOk="0" h="50" w="45">
                    <a:moveTo>
                      <a:pt x="8" y="0"/>
                    </a:moveTo>
                    <a:lnTo>
                      <a:pt x="44" y="43"/>
                    </a:lnTo>
                    <a:lnTo>
                      <a:pt x="37" y="49"/>
                    </a:lnTo>
                    <a:lnTo>
                      <a:pt x="0" y="6"/>
                    </a:lnTo>
                    <a:lnTo>
                      <a:pt x="8" y="0"/>
                    </a:lnTo>
                  </a:path>
                </a:pathLst>
              </a:custGeom>
              <a:solidFill>
                <a:schemeClr val="dk1"/>
              </a:solidFill>
              <a:ln>
                <a:noFill/>
              </a:ln>
            </p:spPr>
          </p:sp>
          <p:sp>
            <p:nvSpPr>
              <p:cNvPr id="5396" name="Google Shape;5396;p47"/>
              <p:cNvSpPr/>
              <p:nvPr/>
            </p:nvSpPr>
            <p:spPr>
              <a:xfrm rot="-755217">
                <a:off x="8195479" y="3474685"/>
                <a:ext cx="33872" cy="41305"/>
              </a:xfrm>
              <a:custGeom>
                <a:rect b="b" l="l" r="r" t="t"/>
                <a:pathLst>
                  <a:path extrusionOk="0" h="50" w="41">
                    <a:moveTo>
                      <a:pt x="0" y="1"/>
                    </a:moveTo>
                    <a:cubicBezTo>
                      <a:pt x="24" y="8"/>
                      <a:pt x="29" y="31"/>
                      <a:pt x="40" y="49"/>
                    </a:cubicBezTo>
                    <a:cubicBezTo>
                      <a:pt x="38" y="48"/>
                      <a:pt x="35" y="47"/>
                      <a:pt x="33" y="45"/>
                    </a:cubicBezTo>
                    <a:cubicBezTo>
                      <a:pt x="23" y="39"/>
                      <a:pt x="14" y="31"/>
                      <a:pt x="9" y="21"/>
                    </a:cubicBezTo>
                    <a:cubicBezTo>
                      <a:pt x="5" y="15"/>
                      <a:pt x="2" y="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rot="-755217">
                <a:off x="9880955" y="3102139"/>
                <a:ext cx="36351" cy="28914"/>
              </a:xfrm>
              <a:custGeom>
                <a:rect b="b" l="l" r="r" t="t"/>
                <a:pathLst>
                  <a:path extrusionOk="0" h="35" w="44">
                    <a:moveTo>
                      <a:pt x="0" y="0"/>
                    </a:moveTo>
                    <a:cubicBezTo>
                      <a:pt x="23" y="0"/>
                      <a:pt x="32" y="19"/>
                      <a:pt x="43" y="34"/>
                    </a:cubicBezTo>
                    <a:cubicBezTo>
                      <a:pt x="21" y="34"/>
                      <a:pt x="11" y="1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7"/>
              <p:cNvSpPr/>
              <p:nvPr/>
            </p:nvSpPr>
            <p:spPr>
              <a:xfrm rot="-755217">
                <a:off x="9977221" y="3322681"/>
                <a:ext cx="29741" cy="33870"/>
              </a:xfrm>
              <a:custGeom>
                <a:rect b="b" l="l" r="r" t="t"/>
                <a:pathLst>
                  <a:path extrusionOk="0" h="41" w="36">
                    <a:moveTo>
                      <a:pt x="35" y="40"/>
                    </a:moveTo>
                    <a:cubicBezTo>
                      <a:pt x="30" y="39"/>
                      <a:pt x="26" y="38"/>
                      <a:pt x="21" y="35"/>
                    </a:cubicBezTo>
                    <a:cubicBezTo>
                      <a:pt x="15" y="32"/>
                      <a:pt x="9" y="25"/>
                      <a:pt x="5" y="19"/>
                    </a:cubicBezTo>
                    <a:cubicBezTo>
                      <a:pt x="2" y="13"/>
                      <a:pt x="0" y="7"/>
                      <a:pt x="0" y="0"/>
                    </a:cubicBezTo>
                    <a:lnTo>
                      <a:pt x="35"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7"/>
              <p:cNvSpPr/>
              <p:nvPr/>
            </p:nvSpPr>
            <p:spPr>
              <a:xfrm rot="-755217">
                <a:off x="9222226" y="2830002"/>
                <a:ext cx="31394" cy="33870"/>
              </a:xfrm>
              <a:custGeom>
                <a:rect b="b" l="l" r="r" t="t"/>
                <a:pathLst>
                  <a:path extrusionOk="0" h="41" w="38">
                    <a:moveTo>
                      <a:pt x="37" y="40"/>
                    </a:moveTo>
                    <a:cubicBezTo>
                      <a:pt x="32" y="39"/>
                      <a:pt x="27" y="37"/>
                      <a:pt x="23" y="34"/>
                    </a:cubicBezTo>
                    <a:cubicBezTo>
                      <a:pt x="16" y="30"/>
                      <a:pt x="10" y="24"/>
                      <a:pt x="6" y="17"/>
                    </a:cubicBezTo>
                    <a:cubicBezTo>
                      <a:pt x="3" y="12"/>
                      <a:pt x="1" y="6"/>
                      <a:pt x="0" y="0"/>
                    </a:cubicBezTo>
                    <a:lnTo>
                      <a:pt x="37"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rot="-755217">
                <a:off x="9786411" y="3371381"/>
                <a:ext cx="37177" cy="46262"/>
              </a:xfrm>
              <a:custGeom>
                <a:rect b="b" l="l" r="r" t="t"/>
                <a:pathLst>
                  <a:path extrusionOk="0" h="56" w="45">
                    <a:moveTo>
                      <a:pt x="0" y="0"/>
                    </a:moveTo>
                    <a:cubicBezTo>
                      <a:pt x="1" y="1"/>
                      <a:pt x="3" y="2"/>
                      <a:pt x="5" y="3"/>
                    </a:cubicBezTo>
                    <a:cubicBezTo>
                      <a:pt x="17" y="10"/>
                      <a:pt x="28" y="21"/>
                      <a:pt x="35" y="34"/>
                    </a:cubicBezTo>
                    <a:cubicBezTo>
                      <a:pt x="39" y="40"/>
                      <a:pt x="42" y="48"/>
                      <a:pt x="44" y="55"/>
                    </a:cubicBezTo>
                    <a:cubicBezTo>
                      <a:pt x="40" y="54"/>
                      <a:pt x="36" y="52"/>
                      <a:pt x="33" y="50"/>
                    </a:cubicBezTo>
                    <a:cubicBezTo>
                      <a:pt x="23" y="44"/>
                      <a:pt x="14" y="36"/>
                      <a:pt x="8" y="26"/>
                    </a:cubicBezTo>
                    <a:cubicBezTo>
                      <a:pt x="4" y="18"/>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7"/>
              <p:cNvSpPr/>
              <p:nvPr/>
            </p:nvSpPr>
            <p:spPr>
              <a:xfrm rot="-755217">
                <a:off x="8306048" y="3469458"/>
                <a:ext cx="26437" cy="42131"/>
              </a:xfrm>
              <a:custGeom>
                <a:rect b="b" l="l" r="r" t="t"/>
                <a:pathLst>
                  <a:path extrusionOk="0" h="51" w="32">
                    <a:moveTo>
                      <a:pt x="0" y="1"/>
                    </a:moveTo>
                    <a:cubicBezTo>
                      <a:pt x="9" y="8"/>
                      <a:pt x="17" y="16"/>
                      <a:pt x="22" y="25"/>
                    </a:cubicBezTo>
                    <a:cubicBezTo>
                      <a:pt x="27" y="33"/>
                      <a:pt x="30" y="41"/>
                      <a:pt x="31" y="50"/>
                    </a:cubicBezTo>
                    <a:cubicBezTo>
                      <a:pt x="31" y="50"/>
                      <a:pt x="30" y="49"/>
                      <a:pt x="29" y="49"/>
                    </a:cubicBezTo>
                    <a:cubicBezTo>
                      <a:pt x="21" y="44"/>
                      <a:pt x="14" y="37"/>
                      <a:pt x="9" y="28"/>
                    </a:cubicBezTo>
                    <a:cubicBezTo>
                      <a:pt x="4" y="20"/>
                      <a:pt x="1" y="10"/>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7"/>
              <p:cNvSpPr/>
              <p:nvPr/>
            </p:nvSpPr>
            <p:spPr>
              <a:xfrm rot="-755217">
                <a:off x="8023727" y="2313556"/>
                <a:ext cx="34698" cy="43783"/>
              </a:xfrm>
              <a:custGeom>
                <a:rect b="b" l="l" r="r" t="t"/>
                <a:pathLst>
                  <a:path extrusionOk="0" h="53" w="42">
                    <a:moveTo>
                      <a:pt x="40" y="52"/>
                    </a:moveTo>
                    <a:cubicBezTo>
                      <a:pt x="38" y="51"/>
                      <a:pt x="36" y="50"/>
                      <a:pt x="33" y="49"/>
                    </a:cubicBezTo>
                    <a:cubicBezTo>
                      <a:pt x="23" y="43"/>
                      <a:pt x="14" y="34"/>
                      <a:pt x="8" y="23"/>
                    </a:cubicBezTo>
                    <a:cubicBezTo>
                      <a:pt x="4" y="16"/>
                      <a:pt x="1" y="9"/>
                      <a:pt x="0" y="0"/>
                    </a:cubicBezTo>
                    <a:cubicBezTo>
                      <a:pt x="1" y="1"/>
                      <a:pt x="1" y="1"/>
                      <a:pt x="2" y="2"/>
                    </a:cubicBezTo>
                    <a:cubicBezTo>
                      <a:pt x="15" y="9"/>
                      <a:pt x="26" y="20"/>
                      <a:pt x="33" y="33"/>
                    </a:cubicBezTo>
                    <a:cubicBezTo>
                      <a:pt x="36" y="39"/>
                      <a:pt x="39" y="44"/>
                      <a:pt x="41" y="50"/>
                    </a:cubicBezTo>
                    <a:lnTo>
                      <a:pt x="40" y="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7"/>
              <p:cNvSpPr/>
              <p:nvPr/>
            </p:nvSpPr>
            <p:spPr>
              <a:xfrm rot="-755217">
                <a:off x="9771618" y="3141362"/>
                <a:ext cx="33872" cy="40479"/>
              </a:xfrm>
              <a:custGeom>
                <a:rect b="b" l="l" r="r" t="t"/>
                <a:pathLst>
                  <a:path extrusionOk="0" h="49" w="41">
                    <a:moveTo>
                      <a:pt x="0" y="1"/>
                    </a:moveTo>
                    <a:cubicBezTo>
                      <a:pt x="23" y="8"/>
                      <a:pt x="29" y="30"/>
                      <a:pt x="40" y="48"/>
                    </a:cubicBezTo>
                    <a:cubicBezTo>
                      <a:pt x="24" y="35"/>
                      <a:pt x="4"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7"/>
              <p:cNvSpPr/>
              <p:nvPr/>
            </p:nvSpPr>
            <p:spPr>
              <a:xfrm rot="-755217">
                <a:off x="8694002" y="2906826"/>
                <a:ext cx="37177" cy="46262"/>
              </a:xfrm>
              <a:custGeom>
                <a:rect b="b" l="l" r="r" t="t"/>
                <a:pathLst>
                  <a:path extrusionOk="0" h="56" w="45">
                    <a:moveTo>
                      <a:pt x="0" y="0"/>
                    </a:moveTo>
                    <a:cubicBezTo>
                      <a:pt x="3" y="1"/>
                      <a:pt x="7" y="3"/>
                      <a:pt x="10" y="5"/>
                    </a:cubicBezTo>
                    <a:cubicBezTo>
                      <a:pt x="20" y="11"/>
                      <a:pt x="29" y="20"/>
                      <a:pt x="36" y="31"/>
                    </a:cubicBezTo>
                    <a:cubicBezTo>
                      <a:pt x="40" y="38"/>
                      <a:pt x="43" y="46"/>
                      <a:pt x="44" y="55"/>
                    </a:cubicBezTo>
                    <a:cubicBezTo>
                      <a:pt x="41" y="54"/>
                      <a:pt x="37" y="52"/>
                      <a:pt x="34" y="50"/>
                    </a:cubicBezTo>
                    <a:cubicBezTo>
                      <a:pt x="24" y="44"/>
                      <a:pt x="15" y="35"/>
                      <a:pt x="9" y="25"/>
                    </a:cubicBezTo>
                    <a:cubicBezTo>
                      <a:pt x="4" y="17"/>
                      <a:pt x="1"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rot="-755217">
                <a:off x="9094609" y="3179324"/>
                <a:ext cx="46264" cy="33044"/>
              </a:xfrm>
              <a:custGeom>
                <a:rect b="b" l="l" r="r" t="t"/>
                <a:pathLst>
                  <a:path extrusionOk="0" h="40" w="56">
                    <a:moveTo>
                      <a:pt x="55" y="39"/>
                    </a:moveTo>
                    <a:cubicBezTo>
                      <a:pt x="33" y="35"/>
                      <a:pt x="21" y="20"/>
                      <a:pt x="0" y="0"/>
                    </a:cubicBezTo>
                    <a:cubicBezTo>
                      <a:pt x="9" y="2"/>
                      <a:pt x="18" y="5"/>
                      <a:pt x="26" y="10"/>
                    </a:cubicBezTo>
                    <a:cubicBezTo>
                      <a:pt x="38" y="17"/>
                      <a:pt x="48" y="27"/>
                      <a:pt x="55"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7"/>
              <p:cNvSpPr/>
              <p:nvPr/>
            </p:nvSpPr>
            <p:spPr>
              <a:xfrm rot="-755217">
                <a:off x="9035335" y="3145066"/>
                <a:ext cx="47090" cy="33044"/>
              </a:xfrm>
              <a:custGeom>
                <a:rect b="b" l="l" r="r" t="t"/>
                <a:pathLst>
                  <a:path extrusionOk="0" h="40" w="57">
                    <a:moveTo>
                      <a:pt x="0" y="2"/>
                    </a:moveTo>
                    <a:cubicBezTo>
                      <a:pt x="23" y="5"/>
                      <a:pt x="35" y="25"/>
                      <a:pt x="56" y="39"/>
                    </a:cubicBezTo>
                    <a:cubicBezTo>
                      <a:pt x="24" y="32"/>
                      <a:pt x="24" y="32"/>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7"/>
              <p:cNvSpPr/>
              <p:nvPr/>
            </p:nvSpPr>
            <p:spPr>
              <a:xfrm rot="-755217">
                <a:off x="9784962" y="3408430"/>
                <a:ext cx="33872" cy="42957"/>
              </a:xfrm>
              <a:custGeom>
                <a:rect b="b" l="l" r="r" t="t"/>
                <a:pathLst>
                  <a:path extrusionOk="0" h="52" w="41">
                    <a:moveTo>
                      <a:pt x="0" y="1"/>
                    </a:moveTo>
                    <a:cubicBezTo>
                      <a:pt x="2" y="2"/>
                      <a:pt x="4" y="4"/>
                      <a:pt x="6" y="5"/>
                    </a:cubicBezTo>
                    <a:cubicBezTo>
                      <a:pt x="17" y="12"/>
                      <a:pt x="26" y="20"/>
                      <a:pt x="32" y="30"/>
                    </a:cubicBezTo>
                    <a:cubicBezTo>
                      <a:pt x="36" y="37"/>
                      <a:pt x="39" y="44"/>
                      <a:pt x="40" y="51"/>
                    </a:cubicBezTo>
                    <a:cubicBezTo>
                      <a:pt x="23" y="37"/>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rot="-755217">
                <a:off x="8278846" y="2303249"/>
                <a:ext cx="33046" cy="37175"/>
              </a:xfrm>
              <a:custGeom>
                <a:rect b="b" l="l" r="r" t="t"/>
                <a:pathLst>
                  <a:path extrusionOk="0" h="45" w="40">
                    <a:moveTo>
                      <a:pt x="39" y="44"/>
                    </a:moveTo>
                    <a:cubicBezTo>
                      <a:pt x="24" y="35"/>
                      <a:pt x="12" y="23"/>
                      <a:pt x="4" y="8"/>
                    </a:cubicBezTo>
                    <a:cubicBezTo>
                      <a:pt x="2" y="5"/>
                      <a:pt x="1" y="3"/>
                      <a:pt x="0" y="0"/>
                    </a:cubicBezTo>
                    <a:cubicBezTo>
                      <a:pt x="3" y="1"/>
                      <a:pt x="5" y="2"/>
                      <a:pt x="8" y="4"/>
                    </a:cubicBezTo>
                    <a:cubicBezTo>
                      <a:pt x="18" y="10"/>
                      <a:pt x="26" y="18"/>
                      <a:pt x="32" y="28"/>
                    </a:cubicBezTo>
                    <a:cubicBezTo>
                      <a:pt x="35" y="33"/>
                      <a:pt x="37" y="38"/>
                      <a:pt x="39"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7"/>
              <p:cNvSpPr/>
              <p:nvPr/>
            </p:nvSpPr>
            <p:spPr>
              <a:xfrm rot="-755217">
                <a:off x="9255728" y="2752918"/>
                <a:ext cx="33872" cy="40479"/>
              </a:xfrm>
              <a:custGeom>
                <a:rect b="b" l="l" r="r" t="t"/>
                <a:pathLst>
                  <a:path extrusionOk="0" h="49" w="41">
                    <a:moveTo>
                      <a:pt x="0" y="1"/>
                    </a:moveTo>
                    <a:cubicBezTo>
                      <a:pt x="24" y="7"/>
                      <a:pt x="27" y="32"/>
                      <a:pt x="40" y="48"/>
                    </a:cubicBezTo>
                    <a:cubicBezTo>
                      <a:pt x="23" y="35"/>
                      <a:pt x="3" y="25"/>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7"/>
              <p:cNvSpPr/>
              <p:nvPr/>
            </p:nvSpPr>
            <p:spPr>
              <a:xfrm rot="-755217">
                <a:off x="8995300" y="3126405"/>
                <a:ext cx="36351" cy="31392"/>
              </a:xfrm>
              <a:custGeom>
                <a:rect b="b" l="l" r="r" t="t"/>
                <a:pathLst>
                  <a:path extrusionOk="0" h="38" w="44">
                    <a:moveTo>
                      <a:pt x="43" y="35"/>
                    </a:moveTo>
                    <a:cubicBezTo>
                      <a:pt x="18" y="37"/>
                      <a:pt x="12" y="14"/>
                      <a:pt x="0" y="0"/>
                    </a:cubicBezTo>
                    <a:cubicBezTo>
                      <a:pt x="17" y="8"/>
                      <a:pt x="35" y="14"/>
                      <a:pt x="42" y="36"/>
                    </a:cubicBezTo>
                    <a:lnTo>
                      <a:pt x="43"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7"/>
              <p:cNvSpPr/>
              <p:nvPr/>
            </p:nvSpPr>
            <p:spPr>
              <a:xfrm rot="-755217">
                <a:off x="8992372" y="2616649"/>
                <a:ext cx="38003" cy="46262"/>
              </a:xfrm>
              <a:custGeom>
                <a:rect b="b" l="l" r="r" t="t"/>
                <a:pathLst>
                  <a:path extrusionOk="0" h="56" w="46">
                    <a:moveTo>
                      <a:pt x="0" y="0"/>
                    </a:moveTo>
                    <a:cubicBezTo>
                      <a:pt x="4" y="1"/>
                      <a:pt x="7" y="3"/>
                      <a:pt x="11" y="5"/>
                    </a:cubicBezTo>
                    <a:cubicBezTo>
                      <a:pt x="21" y="11"/>
                      <a:pt x="30" y="20"/>
                      <a:pt x="36" y="30"/>
                    </a:cubicBezTo>
                    <a:cubicBezTo>
                      <a:pt x="40" y="38"/>
                      <a:pt x="43" y="46"/>
                      <a:pt x="45" y="55"/>
                    </a:cubicBezTo>
                    <a:cubicBezTo>
                      <a:pt x="42" y="54"/>
                      <a:pt x="39" y="52"/>
                      <a:pt x="37" y="51"/>
                    </a:cubicBezTo>
                    <a:cubicBezTo>
                      <a:pt x="25" y="44"/>
                      <a:pt x="16" y="35"/>
                      <a:pt x="9" y="24"/>
                    </a:cubicBezTo>
                    <a:cubicBezTo>
                      <a:pt x="5" y="17"/>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rot="-755217">
                <a:off x="10346529" y="3296840"/>
                <a:ext cx="25611" cy="57827"/>
              </a:xfrm>
              <a:custGeom>
                <a:rect b="b" l="l" r="r" t="t"/>
                <a:pathLst>
                  <a:path extrusionOk="0" h="70" w="31">
                    <a:moveTo>
                      <a:pt x="20" y="0"/>
                    </a:moveTo>
                    <a:cubicBezTo>
                      <a:pt x="30" y="28"/>
                      <a:pt x="14" y="44"/>
                      <a:pt x="9" y="69"/>
                    </a:cubicBezTo>
                    <a:cubicBezTo>
                      <a:pt x="0" y="42"/>
                      <a:pt x="13" y="2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7"/>
              <p:cNvSpPr/>
              <p:nvPr/>
            </p:nvSpPr>
            <p:spPr>
              <a:xfrm rot="-755217">
                <a:off x="9442697" y="3915763"/>
                <a:ext cx="20654" cy="66088"/>
              </a:xfrm>
              <a:custGeom>
                <a:rect b="b" l="l" r="r" t="t"/>
                <a:pathLst>
                  <a:path extrusionOk="0" h="80" w="25">
                    <a:moveTo>
                      <a:pt x="24" y="0"/>
                    </a:moveTo>
                    <a:cubicBezTo>
                      <a:pt x="24" y="2"/>
                      <a:pt x="24" y="4"/>
                      <a:pt x="24" y="6"/>
                    </a:cubicBezTo>
                    <a:cubicBezTo>
                      <a:pt x="24" y="28"/>
                      <a:pt x="18" y="50"/>
                      <a:pt x="7" y="69"/>
                    </a:cubicBezTo>
                    <a:cubicBezTo>
                      <a:pt x="5" y="73"/>
                      <a:pt x="3" y="76"/>
                      <a:pt x="1" y="79"/>
                    </a:cubicBezTo>
                    <a:cubicBezTo>
                      <a:pt x="0" y="76"/>
                      <a:pt x="0" y="73"/>
                      <a:pt x="0" y="70"/>
                    </a:cubicBezTo>
                    <a:cubicBezTo>
                      <a:pt x="0" y="50"/>
                      <a:pt x="6" y="30"/>
                      <a:pt x="16" y="12"/>
                    </a:cubicBezTo>
                    <a:cubicBezTo>
                      <a:pt x="18" y="8"/>
                      <a:pt x="21" y="4"/>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7"/>
              <p:cNvSpPr/>
              <p:nvPr/>
            </p:nvSpPr>
            <p:spPr>
              <a:xfrm rot="-755217">
                <a:off x="8675266" y="3913147"/>
                <a:ext cx="29741" cy="42957"/>
              </a:xfrm>
              <a:custGeom>
                <a:rect b="b" l="l" r="r" t="t"/>
                <a:pathLst>
                  <a:path extrusionOk="0" h="52" w="36">
                    <a:moveTo>
                      <a:pt x="16" y="51"/>
                    </a:moveTo>
                    <a:cubicBezTo>
                      <a:pt x="1" y="46"/>
                      <a:pt x="0" y="39"/>
                      <a:pt x="0" y="32"/>
                    </a:cubicBezTo>
                    <a:cubicBezTo>
                      <a:pt x="0" y="19"/>
                      <a:pt x="0" y="0"/>
                      <a:pt x="16" y="3"/>
                    </a:cubicBezTo>
                    <a:cubicBezTo>
                      <a:pt x="35" y="7"/>
                      <a:pt x="19" y="23"/>
                      <a:pt x="18" y="34"/>
                    </a:cubicBezTo>
                    <a:cubicBezTo>
                      <a:pt x="18" y="39"/>
                      <a:pt x="17" y="44"/>
                      <a:pt x="16"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rot="-755217">
                <a:off x="9232548" y="3796630"/>
                <a:ext cx="41307" cy="34696"/>
              </a:xfrm>
              <a:custGeom>
                <a:rect b="b" l="l" r="r" t="t"/>
                <a:pathLst>
                  <a:path extrusionOk="0" h="42" w="50">
                    <a:moveTo>
                      <a:pt x="49" y="40"/>
                    </a:moveTo>
                    <a:cubicBezTo>
                      <a:pt x="43" y="38"/>
                      <a:pt x="37" y="35"/>
                      <a:pt x="31" y="32"/>
                    </a:cubicBezTo>
                    <a:cubicBezTo>
                      <a:pt x="18" y="25"/>
                      <a:pt x="8" y="15"/>
                      <a:pt x="1" y="2"/>
                    </a:cubicBezTo>
                    <a:cubicBezTo>
                      <a:pt x="1" y="2"/>
                      <a:pt x="0" y="1"/>
                      <a:pt x="0" y="0"/>
                    </a:cubicBezTo>
                    <a:cubicBezTo>
                      <a:pt x="20" y="9"/>
                      <a:pt x="40" y="17"/>
                      <a:pt x="48" y="41"/>
                    </a:cubicBezTo>
                    <a:lnTo>
                      <a:pt x="4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7"/>
              <p:cNvSpPr/>
              <p:nvPr/>
            </p:nvSpPr>
            <p:spPr>
              <a:xfrm rot="-755217">
                <a:off x="10077795" y="3405650"/>
                <a:ext cx="33872" cy="40479"/>
              </a:xfrm>
              <a:custGeom>
                <a:rect b="b" l="l" r="r" t="t"/>
                <a:pathLst>
                  <a:path extrusionOk="0" h="49" w="41">
                    <a:moveTo>
                      <a:pt x="40" y="47"/>
                    </a:moveTo>
                    <a:cubicBezTo>
                      <a:pt x="35" y="46"/>
                      <a:pt x="31" y="44"/>
                      <a:pt x="26" y="41"/>
                    </a:cubicBezTo>
                    <a:cubicBezTo>
                      <a:pt x="18" y="37"/>
                      <a:pt x="12" y="30"/>
                      <a:pt x="7" y="22"/>
                    </a:cubicBezTo>
                    <a:cubicBezTo>
                      <a:pt x="3" y="15"/>
                      <a:pt x="1" y="8"/>
                      <a:pt x="0" y="0"/>
                    </a:cubicBezTo>
                    <a:cubicBezTo>
                      <a:pt x="13" y="16"/>
                      <a:pt x="38" y="22"/>
                      <a:pt x="39" y="48"/>
                    </a:cubicBezTo>
                    <a:lnTo>
                      <a:pt x="40"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7"/>
              <p:cNvSpPr/>
              <p:nvPr/>
            </p:nvSpPr>
            <p:spPr>
              <a:xfrm rot="-755217">
                <a:off x="8594843" y="2667415"/>
                <a:ext cx="37177" cy="46262"/>
              </a:xfrm>
              <a:custGeom>
                <a:rect b="b" l="l" r="r" t="t"/>
                <a:pathLst>
                  <a:path extrusionOk="0" h="56" w="45">
                    <a:moveTo>
                      <a:pt x="44" y="55"/>
                    </a:moveTo>
                    <a:cubicBezTo>
                      <a:pt x="41" y="53"/>
                      <a:pt x="38" y="52"/>
                      <a:pt x="35" y="50"/>
                    </a:cubicBezTo>
                    <a:cubicBezTo>
                      <a:pt x="24" y="44"/>
                      <a:pt x="15" y="34"/>
                      <a:pt x="8" y="23"/>
                    </a:cubicBezTo>
                    <a:cubicBezTo>
                      <a:pt x="4" y="16"/>
                      <a:pt x="1" y="8"/>
                      <a:pt x="0" y="0"/>
                    </a:cubicBezTo>
                    <a:cubicBezTo>
                      <a:pt x="3" y="1"/>
                      <a:pt x="6" y="2"/>
                      <a:pt x="8" y="4"/>
                    </a:cubicBezTo>
                    <a:cubicBezTo>
                      <a:pt x="20" y="12"/>
                      <a:pt x="29" y="20"/>
                      <a:pt x="36" y="31"/>
                    </a:cubicBezTo>
                    <a:cubicBezTo>
                      <a:pt x="40" y="39"/>
                      <a:pt x="43" y="46"/>
                      <a:pt x="44"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7"/>
              <p:cNvSpPr/>
              <p:nvPr/>
            </p:nvSpPr>
            <p:spPr>
              <a:xfrm rot="-755217">
                <a:off x="9402931" y="3578183"/>
                <a:ext cx="35524" cy="42131"/>
              </a:xfrm>
              <a:custGeom>
                <a:rect b="b" l="l" r="r" t="t"/>
                <a:pathLst>
                  <a:path extrusionOk="0" h="51" w="43">
                    <a:moveTo>
                      <a:pt x="0" y="1"/>
                    </a:moveTo>
                    <a:cubicBezTo>
                      <a:pt x="27" y="7"/>
                      <a:pt x="28" y="34"/>
                      <a:pt x="42" y="50"/>
                    </a:cubicBezTo>
                    <a:cubicBezTo>
                      <a:pt x="25" y="36"/>
                      <a:pt x="2" y="27"/>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rot="-755217">
                <a:off x="9553506" y="3078882"/>
                <a:ext cx="37177" cy="46262"/>
              </a:xfrm>
              <a:custGeom>
                <a:rect b="b" l="l" r="r" t="t"/>
                <a:pathLst>
                  <a:path extrusionOk="0" h="56" w="45">
                    <a:moveTo>
                      <a:pt x="0" y="0"/>
                    </a:moveTo>
                    <a:cubicBezTo>
                      <a:pt x="1" y="1"/>
                      <a:pt x="3" y="2"/>
                      <a:pt x="5" y="3"/>
                    </a:cubicBezTo>
                    <a:cubicBezTo>
                      <a:pt x="17" y="10"/>
                      <a:pt x="28" y="20"/>
                      <a:pt x="35" y="33"/>
                    </a:cubicBezTo>
                    <a:cubicBezTo>
                      <a:pt x="39" y="40"/>
                      <a:pt x="42" y="47"/>
                      <a:pt x="44" y="55"/>
                    </a:cubicBezTo>
                    <a:cubicBezTo>
                      <a:pt x="40" y="53"/>
                      <a:pt x="37" y="52"/>
                      <a:pt x="34" y="50"/>
                    </a:cubicBezTo>
                    <a:cubicBezTo>
                      <a:pt x="23" y="44"/>
                      <a:pt x="14" y="35"/>
                      <a:pt x="8" y="24"/>
                    </a:cubicBezTo>
                    <a:cubicBezTo>
                      <a:pt x="4" y="17"/>
                      <a:pt x="1"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rot="-755217">
                <a:off x="8704275" y="4008717"/>
                <a:ext cx="23958" cy="28914"/>
              </a:xfrm>
              <a:custGeom>
                <a:rect b="b" l="l" r="r" t="t"/>
                <a:pathLst>
                  <a:path extrusionOk="0" h="35" w="29">
                    <a:moveTo>
                      <a:pt x="10" y="34"/>
                    </a:moveTo>
                    <a:cubicBezTo>
                      <a:pt x="1" y="33"/>
                      <a:pt x="0" y="27"/>
                      <a:pt x="1" y="22"/>
                    </a:cubicBezTo>
                    <a:cubicBezTo>
                      <a:pt x="3" y="12"/>
                      <a:pt x="5" y="0"/>
                      <a:pt x="19" y="0"/>
                    </a:cubicBezTo>
                    <a:cubicBezTo>
                      <a:pt x="21" y="0"/>
                      <a:pt x="22" y="0"/>
                      <a:pt x="23" y="1"/>
                    </a:cubicBezTo>
                    <a:cubicBezTo>
                      <a:pt x="25" y="2"/>
                      <a:pt x="27" y="3"/>
                      <a:pt x="27" y="4"/>
                    </a:cubicBezTo>
                    <a:cubicBezTo>
                      <a:pt x="28" y="5"/>
                      <a:pt x="28" y="7"/>
                      <a:pt x="28" y="8"/>
                    </a:cubicBezTo>
                    <a:cubicBezTo>
                      <a:pt x="28" y="9"/>
                      <a:pt x="28" y="10"/>
                      <a:pt x="27" y="11"/>
                    </a:cubicBezTo>
                    <a:cubicBezTo>
                      <a:pt x="27" y="15"/>
                      <a:pt x="26" y="19"/>
                      <a:pt x="24" y="22"/>
                    </a:cubicBezTo>
                    <a:cubicBezTo>
                      <a:pt x="21" y="26"/>
                      <a:pt x="19" y="30"/>
                      <a:pt x="13" y="33"/>
                    </a:cubicBezTo>
                    <a:cubicBezTo>
                      <a:pt x="12" y="33"/>
                      <a:pt x="11" y="34"/>
                      <a:pt x="10"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rot="-755217">
                <a:off x="8549556" y="2630983"/>
                <a:ext cx="37177" cy="47088"/>
              </a:xfrm>
              <a:custGeom>
                <a:rect b="b" l="l" r="r" t="t"/>
                <a:pathLst>
                  <a:path extrusionOk="0" h="57" w="45">
                    <a:moveTo>
                      <a:pt x="44" y="55"/>
                    </a:moveTo>
                    <a:cubicBezTo>
                      <a:pt x="41" y="54"/>
                      <a:pt x="39" y="53"/>
                      <a:pt x="36" y="51"/>
                    </a:cubicBezTo>
                    <a:cubicBezTo>
                      <a:pt x="25" y="44"/>
                      <a:pt x="15" y="35"/>
                      <a:pt x="8" y="24"/>
                    </a:cubicBezTo>
                    <a:cubicBezTo>
                      <a:pt x="4" y="16"/>
                      <a:pt x="1" y="8"/>
                      <a:pt x="0" y="0"/>
                    </a:cubicBezTo>
                    <a:cubicBezTo>
                      <a:pt x="3" y="1"/>
                      <a:pt x="5" y="2"/>
                      <a:pt x="8" y="4"/>
                    </a:cubicBezTo>
                    <a:cubicBezTo>
                      <a:pt x="19" y="10"/>
                      <a:pt x="27" y="20"/>
                      <a:pt x="34" y="31"/>
                    </a:cubicBezTo>
                    <a:cubicBezTo>
                      <a:pt x="38" y="38"/>
                      <a:pt x="42" y="47"/>
                      <a:pt x="43" y="56"/>
                    </a:cubicBezTo>
                    <a:lnTo>
                      <a:pt x="44" y="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rot="-755217">
                <a:off x="10075716" y="3751405"/>
                <a:ext cx="33046" cy="28088"/>
              </a:xfrm>
              <a:custGeom>
                <a:rect b="b" l="l" r="r" t="t"/>
                <a:pathLst>
                  <a:path extrusionOk="0" h="34" w="40">
                    <a:moveTo>
                      <a:pt x="0" y="0"/>
                    </a:moveTo>
                    <a:cubicBezTo>
                      <a:pt x="1" y="0"/>
                      <a:pt x="2" y="0"/>
                      <a:pt x="3" y="0"/>
                    </a:cubicBezTo>
                    <a:cubicBezTo>
                      <a:pt x="9" y="0"/>
                      <a:pt x="15" y="2"/>
                      <a:pt x="21" y="5"/>
                    </a:cubicBezTo>
                    <a:cubicBezTo>
                      <a:pt x="27" y="8"/>
                      <a:pt x="31" y="13"/>
                      <a:pt x="34" y="18"/>
                    </a:cubicBezTo>
                    <a:cubicBezTo>
                      <a:pt x="36" y="23"/>
                      <a:pt x="38" y="27"/>
                      <a:pt x="39" y="33"/>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rot="-755217">
                <a:off x="8398445" y="3551300"/>
                <a:ext cx="23958" cy="23957"/>
              </a:xfrm>
              <a:custGeom>
                <a:rect b="b" l="l" r="r" t="t"/>
                <a:pathLst>
                  <a:path extrusionOk="0" h="29" w="29">
                    <a:moveTo>
                      <a:pt x="28" y="12"/>
                    </a:moveTo>
                    <a:cubicBezTo>
                      <a:pt x="28" y="21"/>
                      <a:pt x="25" y="27"/>
                      <a:pt x="17" y="28"/>
                    </a:cubicBezTo>
                    <a:lnTo>
                      <a:pt x="16" y="28"/>
                    </a:lnTo>
                    <a:cubicBezTo>
                      <a:pt x="14" y="28"/>
                      <a:pt x="11" y="28"/>
                      <a:pt x="9" y="26"/>
                    </a:cubicBezTo>
                    <a:cubicBezTo>
                      <a:pt x="7" y="25"/>
                      <a:pt x="5" y="23"/>
                      <a:pt x="3" y="20"/>
                    </a:cubicBezTo>
                    <a:cubicBezTo>
                      <a:pt x="2" y="19"/>
                      <a:pt x="2" y="17"/>
                      <a:pt x="2" y="15"/>
                    </a:cubicBezTo>
                    <a:cubicBezTo>
                      <a:pt x="0" y="6"/>
                      <a:pt x="3" y="0"/>
                      <a:pt x="13" y="1"/>
                    </a:cubicBezTo>
                    <a:lnTo>
                      <a:pt x="14" y="1"/>
                    </a:lnTo>
                    <a:cubicBezTo>
                      <a:pt x="17" y="1"/>
                      <a:pt x="19" y="1"/>
                      <a:pt x="22" y="2"/>
                    </a:cubicBezTo>
                    <a:cubicBezTo>
                      <a:pt x="24" y="4"/>
                      <a:pt x="25" y="6"/>
                      <a:pt x="27" y="8"/>
                    </a:cubicBezTo>
                    <a:cubicBezTo>
                      <a:pt x="27" y="9"/>
                      <a:pt x="28" y="10"/>
                      <a:pt x="28"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7"/>
              <p:cNvSpPr/>
              <p:nvPr/>
            </p:nvSpPr>
            <p:spPr>
              <a:xfrm rot="-755217">
                <a:off x="9299599" y="3368589"/>
                <a:ext cx="27263" cy="44610"/>
              </a:xfrm>
              <a:custGeom>
                <a:rect b="b" l="l" r="r" t="t"/>
                <a:pathLst>
                  <a:path extrusionOk="0" h="54" w="33">
                    <a:moveTo>
                      <a:pt x="3" y="0"/>
                    </a:moveTo>
                    <a:cubicBezTo>
                      <a:pt x="11" y="6"/>
                      <a:pt x="17" y="13"/>
                      <a:pt x="22" y="22"/>
                    </a:cubicBezTo>
                    <a:cubicBezTo>
                      <a:pt x="28" y="31"/>
                      <a:pt x="31" y="42"/>
                      <a:pt x="32" y="53"/>
                    </a:cubicBezTo>
                    <a:cubicBezTo>
                      <a:pt x="22" y="47"/>
                      <a:pt x="15" y="38"/>
                      <a:pt x="9" y="28"/>
                    </a:cubicBezTo>
                    <a:cubicBezTo>
                      <a:pt x="5" y="21"/>
                      <a:pt x="1" y="12"/>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7"/>
              <p:cNvSpPr/>
              <p:nvPr/>
            </p:nvSpPr>
            <p:spPr>
              <a:xfrm rot="-755217">
                <a:off x="10167411" y="3697952"/>
                <a:ext cx="27263" cy="47088"/>
              </a:xfrm>
              <a:custGeom>
                <a:rect b="b" l="l" r="r" t="t"/>
                <a:pathLst>
                  <a:path extrusionOk="0" h="57" w="33">
                    <a:moveTo>
                      <a:pt x="0" y="0"/>
                    </a:moveTo>
                    <a:cubicBezTo>
                      <a:pt x="0" y="0"/>
                      <a:pt x="1" y="0"/>
                      <a:pt x="1" y="1"/>
                    </a:cubicBezTo>
                    <a:cubicBezTo>
                      <a:pt x="10" y="6"/>
                      <a:pt x="17" y="14"/>
                      <a:pt x="23" y="23"/>
                    </a:cubicBezTo>
                    <a:cubicBezTo>
                      <a:pt x="29" y="32"/>
                      <a:pt x="32" y="43"/>
                      <a:pt x="32" y="53"/>
                    </a:cubicBezTo>
                    <a:cubicBezTo>
                      <a:pt x="32" y="54"/>
                      <a:pt x="32" y="55"/>
                      <a:pt x="32" y="56"/>
                    </a:cubicBezTo>
                    <a:cubicBezTo>
                      <a:pt x="22" y="50"/>
                      <a:pt x="15" y="42"/>
                      <a:pt x="9" y="32"/>
                    </a:cubicBezTo>
                    <a:cubicBezTo>
                      <a:pt x="3" y="22"/>
                      <a:pt x="0"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rot="-755217">
                <a:off x="9484463" y="3363770"/>
                <a:ext cx="26437" cy="42131"/>
              </a:xfrm>
              <a:custGeom>
                <a:rect b="b" l="l" r="r" t="t"/>
                <a:pathLst>
                  <a:path extrusionOk="0" h="51" w="32">
                    <a:moveTo>
                      <a:pt x="31" y="50"/>
                    </a:moveTo>
                    <a:cubicBezTo>
                      <a:pt x="22" y="44"/>
                      <a:pt x="14" y="36"/>
                      <a:pt x="9" y="27"/>
                    </a:cubicBezTo>
                    <a:cubicBezTo>
                      <a:pt x="4" y="19"/>
                      <a:pt x="1" y="9"/>
                      <a:pt x="0" y="0"/>
                    </a:cubicBezTo>
                    <a:cubicBezTo>
                      <a:pt x="8" y="7"/>
                      <a:pt x="15" y="15"/>
                      <a:pt x="21" y="25"/>
                    </a:cubicBezTo>
                    <a:cubicBezTo>
                      <a:pt x="26" y="33"/>
                      <a:pt x="29" y="41"/>
                      <a:pt x="31"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rot="-755217">
                <a:off x="10031798" y="3260450"/>
                <a:ext cx="32220" cy="47914"/>
              </a:xfrm>
              <a:custGeom>
                <a:rect b="b" l="l" r="r" t="t"/>
                <a:pathLst>
                  <a:path extrusionOk="0" h="58" w="39">
                    <a:moveTo>
                      <a:pt x="1" y="1"/>
                    </a:moveTo>
                    <a:cubicBezTo>
                      <a:pt x="18" y="12"/>
                      <a:pt x="24" y="30"/>
                      <a:pt x="38" y="57"/>
                    </a:cubicBezTo>
                    <a:cubicBezTo>
                      <a:pt x="12" y="37"/>
                      <a:pt x="0" y="22"/>
                      <a:pt x="2"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rot="-755217">
                <a:off x="9562137" y="3375000"/>
                <a:ext cx="28915" cy="47914"/>
              </a:xfrm>
              <a:custGeom>
                <a:rect b="b" l="l" r="r" t="t"/>
                <a:pathLst>
                  <a:path extrusionOk="0" h="58" w="35">
                    <a:moveTo>
                      <a:pt x="3" y="0"/>
                    </a:moveTo>
                    <a:cubicBezTo>
                      <a:pt x="12" y="6"/>
                      <a:pt x="19" y="14"/>
                      <a:pt x="25" y="24"/>
                    </a:cubicBezTo>
                    <a:cubicBezTo>
                      <a:pt x="31" y="34"/>
                      <a:pt x="34" y="45"/>
                      <a:pt x="34" y="57"/>
                    </a:cubicBezTo>
                    <a:cubicBezTo>
                      <a:pt x="24" y="51"/>
                      <a:pt x="15" y="42"/>
                      <a:pt x="9" y="31"/>
                    </a:cubicBezTo>
                    <a:cubicBezTo>
                      <a:pt x="4" y="23"/>
                      <a:pt x="1" y="13"/>
                      <a:pt x="0" y="4"/>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rot="-755217">
                <a:off x="8270777" y="3430645"/>
                <a:ext cx="28089" cy="46262"/>
              </a:xfrm>
              <a:custGeom>
                <a:rect b="b" l="l" r="r" t="t"/>
                <a:pathLst>
                  <a:path extrusionOk="0" h="56" w="34">
                    <a:moveTo>
                      <a:pt x="33" y="55"/>
                    </a:moveTo>
                    <a:cubicBezTo>
                      <a:pt x="32" y="55"/>
                      <a:pt x="30" y="54"/>
                      <a:pt x="29" y="53"/>
                    </a:cubicBezTo>
                    <a:cubicBezTo>
                      <a:pt x="20" y="48"/>
                      <a:pt x="13" y="41"/>
                      <a:pt x="8" y="32"/>
                    </a:cubicBezTo>
                    <a:cubicBezTo>
                      <a:pt x="3" y="23"/>
                      <a:pt x="0" y="13"/>
                      <a:pt x="0" y="3"/>
                    </a:cubicBezTo>
                    <a:cubicBezTo>
                      <a:pt x="0" y="2"/>
                      <a:pt x="0" y="1"/>
                      <a:pt x="0" y="0"/>
                    </a:cubicBezTo>
                    <a:cubicBezTo>
                      <a:pt x="10" y="6"/>
                      <a:pt x="18" y="14"/>
                      <a:pt x="24" y="24"/>
                    </a:cubicBezTo>
                    <a:cubicBezTo>
                      <a:pt x="30" y="34"/>
                      <a:pt x="33" y="44"/>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rot="-755217">
                <a:off x="8811208" y="3559439"/>
                <a:ext cx="30567" cy="49566"/>
              </a:xfrm>
              <a:custGeom>
                <a:rect b="b" l="l" r="r" t="t"/>
                <a:pathLst>
                  <a:path extrusionOk="0" h="60" w="37">
                    <a:moveTo>
                      <a:pt x="36" y="59"/>
                    </a:moveTo>
                    <a:cubicBezTo>
                      <a:pt x="26" y="51"/>
                      <a:pt x="18" y="41"/>
                      <a:pt x="12" y="31"/>
                    </a:cubicBezTo>
                    <a:cubicBezTo>
                      <a:pt x="6" y="21"/>
                      <a:pt x="3" y="11"/>
                      <a:pt x="0" y="0"/>
                    </a:cubicBezTo>
                    <a:cubicBezTo>
                      <a:pt x="9" y="8"/>
                      <a:pt x="17" y="18"/>
                      <a:pt x="24" y="29"/>
                    </a:cubicBezTo>
                    <a:cubicBezTo>
                      <a:pt x="29" y="38"/>
                      <a:pt x="33" y="48"/>
                      <a:pt x="36"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rot="-755217">
                <a:off x="10012279" y="3292507"/>
                <a:ext cx="33046" cy="36349"/>
              </a:xfrm>
              <a:custGeom>
                <a:rect b="b" l="l" r="r" t="t"/>
                <a:pathLst>
                  <a:path extrusionOk="0" h="44" w="40">
                    <a:moveTo>
                      <a:pt x="30" y="43"/>
                    </a:moveTo>
                    <a:cubicBezTo>
                      <a:pt x="22" y="31"/>
                      <a:pt x="12" y="21"/>
                      <a:pt x="0" y="13"/>
                    </a:cubicBezTo>
                    <a:cubicBezTo>
                      <a:pt x="0" y="10"/>
                      <a:pt x="0" y="4"/>
                      <a:pt x="2" y="3"/>
                    </a:cubicBezTo>
                    <a:cubicBezTo>
                      <a:pt x="24" y="0"/>
                      <a:pt x="39" y="20"/>
                      <a:pt x="3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rot="-755217">
                <a:off x="8868817" y="2942653"/>
                <a:ext cx="25611" cy="40479"/>
              </a:xfrm>
              <a:custGeom>
                <a:rect b="b" l="l" r="r" t="t"/>
                <a:pathLst>
                  <a:path extrusionOk="0" h="49" w="31">
                    <a:moveTo>
                      <a:pt x="0" y="1"/>
                    </a:moveTo>
                    <a:cubicBezTo>
                      <a:pt x="21" y="9"/>
                      <a:pt x="23" y="30"/>
                      <a:pt x="30" y="48"/>
                    </a:cubicBezTo>
                    <a:cubicBezTo>
                      <a:pt x="21" y="43"/>
                      <a:pt x="14" y="36"/>
                      <a:pt x="9" y="27"/>
                    </a:cubicBezTo>
                    <a:cubicBezTo>
                      <a:pt x="4" y="19"/>
                      <a:pt x="2" y="1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rot="-755217">
                <a:off x="8980757" y="2898831"/>
                <a:ext cx="28089" cy="46262"/>
              </a:xfrm>
              <a:custGeom>
                <a:rect b="b" l="l" r="r" t="t"/>
                <a:pathLst>
                  <a:path extrusionOk="0" h="56" w="34">
                    <a:moveTo>
                      <a:pt x="33" y="55"/>
                    </a:moveTo>
                    <a:cubicBezTo>
                      <a:pt x="24" y="48"/>
                      <a:pt x="17" y="39"/>
                      <a:pt x="11" y="29"/>
                    </a:cubicBezTo>
                    <a:cubicBezTo>
                      <a:pt x="6" y="20"/>
                      <a:pt x="2" y="10"/>
                      <a:pt x="0" y="0"/>
                    </a:cubicBezTo>
                    <a:cubicBezTo>
                      <a:pt x="9" y="7"/>
                      <a:pt x="17" y="16"/>
                      <a:pt x="22" y="25"/>
                    </a:cubicBezTo>
                    <a:cubicBezTo>
                      <a:pt x="28" y="35"/>
                      <a:pt x="31" y="45"/>
                      <a:pt x="33"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7"/>
              <p:cNvSpPr/>
              <p:nvPr/>
            </p:nvSpPr>
            <p:spPr>
              <a:xfrm rot="-755217">
                <a:off x="9953510" y="3607490"/>
                <a:ext cx="42134" cy="23957"/>
              </a:xfrm>
              <a:custGeom>
                <a:rect b="b" l="l" r="r" t="t"/>
                <a:pathLst>
                  <a:path extrusionOk="0" h="29" w="51">
                    <a:moveTo>
                      <a:pt x="0" y="0"/>
                    </a:moveTo>
                    <a:cubicBezTo>
                      <a:pt x="11" y="1"/>
                      <a:pt x="21" y="4"/>
                      <a:pt x="30" y="9"/>
                    </a:cubicBezTo>
                    <a:cubicBezTo>
                      <a:pt x="38" y="14"/>
                      <a:pt x="45" y="20"/>
                      <a:pt x="50" y="27"/>
                    </a:cubicBezTo>
                    <a:cubicBezTo>
                      <a:pt x="24" y="28"/>
                      <a:pt x="12" y="1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rot="-755217">
                <a:off x="8260221" y="2472687"/>
                <a:ext cx="38003" cy="31392"/>
              </a:xfrm>
              <a:custGeom>
                <a:rect b="b" l="l" r="r" t="t"/>
                <a:pathLst>
                  <a:path extrusionOk="0" h="38" w="46">
                    <a:moveTo>
                      <a:pt x="45" y="37"/>
                    </a:moveTo>
                    <a:cubicBezTo>
                      <a:pt x="41" y="35"/>
                      <a:pt x="37" y="33"/>
                      <a:pt x="33" y="31"/>
                    </a:cubicBezTo>
                    <a:cubicBezTo>
                      <a:pt x="19" y="23"/>
                      <a:pt x="8" y="13"/>
                      <a:pt x="0" y="0"/>
                    </a:cubicBezTo>
                    <a:cubicBezTo>
                      <a:pt x="21" y="3"/>
                      <a:pt x="31" y="14"/>
                      <a:pt x="45"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rot="-755217">
                <a:off x="9058326" y="4511712"/>
                <a:ext cx="41307" cy="23957"/>
              </a:xfrm>
              <a:custGeom>
                <a:rect b="b" l="l" r="r" t="t"/>
                <a:pathLst>
                  <a:path extrusionOk="0" h="29" w="50">
                    <a:moveTo>
                      <a:pt x="49" y="28"/>
                    </a:moveTo>
                    <a:cubicBezTo>
                      <a:pt x="39" y="28"/>
                      <a:pt x="30" y="25"/>
                      <a:pt x="21" y="20"/>
                    </a:cubicBezTo>
                    <a:cubicBezTo>
                      <a:pt x="12" y="15"/>
                      <a:pt x="5" y="8"/>
                      <a:pt x="0" y="0"/>
                    </a:cubicBezTo>
                    <a:cubicBezTo>
                      <a:pt x="9" y="1"/>
                      <a:pt x="19" y="4"/>
                      <a:pt x="27" y="9"/>
                    </a:cubicBezTo>
                    <a:cubicBezTo>
                      <a:pt x="36" y="14"/>
                      <a:pt x="43" y="21"/>
                      <a:pt x="49"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rot="-755217">
                <a:off x="8163846" y="3372608"/>
                <a:ext cx="33046" cy="38001"/>
              </a:xfrm>
              <a:custGeom>
                <a:rect b="b" l="l" r="r" t="t"/>
                <a:pathLst>
                  <a:path extrusionOk="0" h="46" w="40">
                    <a:moveTo>
                      <a:pt x="9" y="40"/>
                    </a:moveTo>
                    <a:cubicBezTo>
                      <a:pt x="15" y="27"/>
                      <a:pt x="0" y="18"/>
                      <a:pt x="1" y="0"/>
                    </a:cubicBezTo>
                    <a:cubicBezTo>
                      <a:pt x="9" y="4"/>
                      <a:pt x="14" y="11"/>
                      <a:pt x="19" y="18"/>
                    </a:cubicBezTo>
                    <a:cubicBezTo>
                      <a:pt x="21" y="21"/>
                      <a:pt x="22" y="25"/>
                      <a:pt x="23" y="29"/>
                    </a:cubicBezTo>
                    <a:cubicBezTo>
                      <a:pt x="25" y="34"/>
                      <a:pt x="39" y="42"/>
                      <a:pt x="22" y="45"/>
                    </a:cubicBezTo>
                    <a:cubicBezTo>
                      <a:pt x="18" y="45"/>
                      <a:pt x="12" y="41"/>
                      <a:pt x="7" y="39"/>
                    </a:cubicBezTo>
                    <a:lnTo>
                      <a:pt x="9" y="4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rot="-755217">
                <a:off x="10279503" y="4025242"/>
                <a:ext cx="23958" cy="33044"/>
              </a:xfrm>
              <a:custGeom>
                <a:rect b="b" l="l" r="r" t="t"/>
                <a:pathLst>
                  <a:path extrusionOk="0" h="40" w="29">
                    <a:moveTo>
                      <a:pt x="0" y="0"/>
                    </a:moveTo>
                    <a:cubicBezTo>
                      <a:pt x="15" y="8"/>
                      <a:pt x="20" y="23"/>
                      <a:pt x="28" y="39"/>
                    </a:cubicBezTo>
                    <a:cubicBezTo>
                      <a:pt x="6" y="32"/>
                      <a:pt x="4"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rot="-755217">
                <a:off x="8016965" y="2239047"/>
                <a:ext cx="38829" cy="25609"/>
              </a:xfrm>
              <a:custGeom>
                <a:rect b="b" l="l" r="r" t="t"/>
                <a:pathLst>
                  <a:path extrusionOk="0" h="31" w="47">
                    <a:moveTo>
                      <a:pt x="46" y="26"/>
                    </a:moveTo>
                    <a:cubicBezTo>
                      <a:pt x="28" y="30"/>
                      <a:pt x="18" y="17"/>
                      <a:pt x="0" y="8"/>
                    </a:cubicBezTo>
                    <a:cubicBezTo>
                      <a:pt x="26" y="0"/>
                      <a:pt x="34" y="18"/>
                      <a:pt x="4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rot="-755217">
                <a:off x="8382994" y="3358249"/>
                <a:ext cx="27263" cy="43783"/>
              </a:xfrm>
              <a:custGeom>
                <a:rect b="b" l="l" r="r" t="t"/>
                <a:pathLst>
                  <a:path extrusionOk="0" h="53" w="33">
                    <a:moveTo>
                      <a:pt x="4" y="0"/>
                    </a:moveTo>
                    <a:cubicBezTo>
                      <a:pt x="11" y="6"/>
                      <a:pt x="17" y="13"/>
                      <a:pt x="22" y="21"/>
                    </a:cubicBezTo>
                    <a:cubicBezTo>
                      <a:pt x="27" y="30"/>
                      <a:pt x="31" y="41"/>
                      <a:pt x="32" y="52"/>
                    </a:cubicBezTo>
                    <a:cubicBezTo>
                      <a:pt x="22" y="46"/>
                      <a:pt x="14" y="37"/>
                      <a:pt x="9" y="28"/>
                    </a:cubicBezTo>
                    <a:cubicBezTo>
                      <a:pt x="4" y="20"/>
                      <a:pt x="1" y="11"/>
                      <a:pt x="0"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rot="-755217">
                <a:off x="9547069" y="3205305"/>
                <a:ext cx="23132" cy="33044"/>
              </a:xfrm>
              <a:custGeom>
                <a:rect b="b" l="l" r="r" t="t"/>
                <a:pathLst>
                  <a:path extrusionOk="0" h="40" w="28">
                    <a:moveTo>
                      <a:pt x="0" y="0"/>
                    </a:moveTo>
                    <a:cubicBezTo>
                      <a:pt x="11" y="10"/>
                      <a:pt x="23" y="18"/>
                      <a:pt x="27" y="32"/>
                    </a:cubicBezTo>
                    <a:cubicBezTo>
                      <a:pt x="20" y="39"/>
                      <a:pt x="14" y="3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7"/>
              <p:cNvSpPr/>
              <p:nvPr/>
            </p:nvSpPr>
            <p:spPr>
              <a:xfrm rot="-755217">
                <a:off x="10007706" y="3032648"/>
                <a:ext cx="34698" cy="37175"/>
              </a:xfrm>
              <a:custGeom>
                <a:rect b="b" l="l" r="r" t="t"/>
                <a:pathLst>
                  <a:path extrusionOk="0" h="45" w="42">
                    <a:moveTo>
                      <a:pt x="0" y="0"/>
                    </a:moveTo>
                    <a:cubicBezTo>
                      <a:pt x="18" y="2"/>
                      <a:pt x="21" y="26"/>
                      <a:pt x="41" y="26"/>
                    </a:cubicBezTo>
                    <a:lnTo>
                      <a:pt x="41" y="31"/>
                    </a:lnTo>
                    <a:cubicBezTo>
                      <a:pt x="36" y="39"/>
                      <a:pt x="31" y="44"/>
                      <a:pt x="22" y="34"/>
                    </a:cubicBezTo>
                    <a:cubicBezTo>
                      <a:pt x="13" y="24"/>
                      <a:pt x="0"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7"/>
              <p:cNvSpPr/>
              <p:nvPr/>
            </p:nvSpPr>
            <p:spPr>
              <a:xfrm rot="-755217">
                <a:off x="8009657" y="2189837"/>
                <a:ext cx="46264" cy="19826"/>
              </a:xfrm>
              <a:custGeom>
                <a:rect b="b" l="l" r="r" t="t"/>
                <a:pathLst>
                  <a:path extrusionOk="0" h="24" w="56">
                    <a:moveTo>
                      <a:pt x="55" y="23"/>
                    </a:moveTo>
                    <a:cubicBezTo>
                      <a:pt x="55" y="23"/>
                      <a:pt x="54" y="23"/>
                      <a:pt x="53" y="23"/>
                    </a:cubicBezTo>
                    <a:cubicBezTo>
                      <a:pt x="40" y="23"/>
                      <a:pt x="27" y="19"/>
                      <a:pt x="16" y="13"/>
                    </a:cubicBezTo>
                    <a:cubicBezTo>
                      <a:pt x="10" y="9"/>
                      <a:pt x="5" y="5"/>
                      <a:pt x="0" y="1"/>
                    </a:cubicBezTo>
                    <a:cubicBezTo>
                      <a:pt x="2" y="0"/>
                      <a:pt x="3" y="0"/>
                      <a:pt x="5" y="0"/>
                    </a:cubicBezTo>
                    <a:cubicBezTo>
                      <a:pt x="17" y="0"/>
                      <a:pt x="29" y="4"/>
                      <a:pt x="39" y="10"/>
                    </a:cubicBezTo>
                    <a:cubicBezTo>
                      <a:pt x="45" y="13"/>
                      <a:pt x="51" y="18"/>
                      <a:pt x="55"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7"/>
              <p:cNvSpPr/>
              <p:nvPr/>
            </p:nvSpPr>
            <p:spPr>
              <a:xfrm rot="-755217">
                <a:off x="8955877" y="2585856"/>
                <a:ext cx="29741" cy="39653"/>
              </a:xfrm>
              <a:custGeom>
                <a:rect b="b" l="l" r="r" t="t"/>
                <a:pathLst>
                  <a:path extrusionOk="0" h="48" w="36">
                    <a:moveTo>
                      <a:pt x="35" y="46"/>
                    </a:moveTo>
                    <a:cubicBezTo>
                      <a:pt x="15" y="40"/>
                      <a:pt x="7" y="22"/>
                      <a:pt x="0" y="4"/>
                    </a:cubicBezTo>
                    <a:lnTo>
                      <a:pt x="4" y="0"/>
                    </a:lnTo>
                    <a:cubicBezTo>
                      <a:pt x="5" y="1"/>
                      <a:pt x="6" y="1"/>
                      <a:pt x="6" y="1"/>
                    </a:cubicBezTo>
                    <a:cubicBezTo>
                      <a:pt x="15"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rot="-755217">
                <a:off x="8062954" y="2776011"/>
                <a:ext cx="21480" cy="40479"/>
              </a:xfrm>
              <a:custGeom>
                <a:rect b="b" l="l" r="r" t="t"/>
                <a:pathLst>
                  <a:path extrusionOk="0" h="49" w="26">
                    <a:moveTo>
                      <a:pt x="7" y="1"/>
                    </a:moveTo>
                    <a:cubicBezTo>
                      <a:pt x="10" y="5"/>
                      <a:pt x="13" y="9"/>
                      <a:pt x="16" y="13"/>
                    </a:cubicBezTo>
                    <a:cubicBezTo>
                      <a:pt x="22" y="23"/>
                      <a:pt x="25" y="35"/>
                      <a:pt x="25" y="46"/>
                    </a:cubicBezTo>
                    <a:cubicBezTo>
                      <a:pt x="25" y="47"/>
                      <a:pt x="25" y="47"/>
                      <a:pt x="25" y="48"/>
                    </a:cubicBezTo>
                    <a:cubicBezTo>
                      <a:pt x="11" y="34"/>
                      <a:pt x="0" y="21"/>
                      <a:pt x="8"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rot="-755217">
                <a:off x="9277110" y="3819646"/>
                <a:ext cx="33046" cy="24783"/>
              </a:xfrm>
              <a:custGeom>
                <a:rect b="b" l="l" r="r" t="t"/>
                <a:pathLst>
                  <a:path extrusionOk="0" h="30" w="40">
                    <a:moveTo>
                      <a:pt x="0" y="3"/>
                    </a:moveTo>
                    <a:cubicBezTo>
                      <a:pt x="20" y="0"/>
                      <a:pt x="28" y="18"/>
                      <a:pt x="39" y="29"/>
                    </a:cubicBezTo>
                    <a:cubicBezTo>
                      <a:pt x="32" y="29"/>
                      <a:pt x="26" y="27"/>
                      <a:pt x="20" y="23"/>
                    </a:cubicBezTo>
                    <a:cubicBezTo>
                      <a:pt x="13" y="20"/>
                      <a:pt x="6" y="13"/>
                      <a:pt x="2" y="5"/>
                    </a:cubicBezTo>
                    <a:cubicBezTo>
                      <a:pt x="2" y="4"/>
                      <a:pt x="1" y="4"/>
                      <a:pt x="1" y="3"/>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rot="-755217">
                <a:off x="10302500" y="3601385"/>
                <a:ext cx="14871" cy="41305"/>
              </a:xfrm>
              <a:custGeom>
                <a:rect b="b" l="l" r="r" t="t"/>
                <a:pathLst>
                  <a:path extrusionOk="0" h="50" w="18">
                    <a:moveTo>
                      <a:pt x="2" y="2"/>
                    </a:moveTo>
                    <a:cubicBezTo>
                      <a:pt x="17" y="14"/>
                      <a:pt x="11" y="33"/>
                      <a:pt x="17" y="49"/>
                    </a:cubicBezTo>
                    <a:cubicBezTo>
                      <a:pt x="12" y="45"/>
                      <a:pt x="8" y="41"/>
                      <a:pt x="5" y="36"/>
                    </a:cubicBezTo>
                    <a:cubicBezTo>
                      <a:pt x="2" y="30"/>
                      <a:pt x="0" y="23"/>
                      <a:pt x="0" y="16"/>
                    </a:cubicBezTo>
                    <a:cubicBezTo>
                      <a:pt x="0" y="11"/>
                      <a:pt x="1" y="5"/>
                      <a:pt x="3" y="0"/>
                    </a:cubicBez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rot="-755217">
                <a:off x="9988693" y="3738630"/>
                <a:ext cx="33046" cy="24783"/>
              </a:xfrm>
              <a:custGeom>
                <a:rect b="b" l="l" r="r" t="t"/>
                <a:pathLst>
                  <a:path extrusionOk="0" h="30" w="40">
                    <a:moveTo>
                      <a:pt x="34" y="29"/>
                    </a:moveTo>
                    <a:cubicBezTo>
                      <a:pt x="30" y="28"/>
                      <a:pt x="26" y="26"/>
                      <a:pt x="22" y="24"/>
                    </a:cubicBezTo>
                    <a:cubicBezTo>
                      <a:pt x="14" y="19"/>
                      <a:pt x="6" y="12"/>
                      <a:pt x="0" y="4"/>
                    </a:cubicBezTo>
                    <a:cubicBezTo>
                      <a:pt x="1" y="3"/>
                      <a:pt x="2" y="2"/>
                      <a:pt x="4" y="1"/>
                    </a:cubicBezTo>
                    <a:cubicBezTo>
                      <a:pt x="6" y="0"/>
                      <a:pt x="6" y="0"/>
                      <a:pt x="8" y="0"/>
                    </a:cubicBezTo>
                    <a:cubicBezTo>
                      <a:pt x="10" y="0"/>
                      <a:pt x="11" y="0"/>
                      <a:pt x="12" y="1"/>
                    </a:cubicBezTo>
                    <a:cubicBezTo>
                      <a:pt x="13" y="1"/>
                      <a:pt x="13" y="2"/>
                      <a:pt x="14" y="2"/>
                    </a:cubicBezTo>
                    <a:cubicBezTo>
                      <a:pt x="22" y="8"/>
                      <a:pt x="30" y="15"/>
                      <a:pt x="38" y="22"/>
                    </a:cubicBezTo>
                    <a:cubicBezTo>
                      <a:pt x="39" y="23"/>
                      <a:pt x="39" y="23"/>
                      <a:pt x="39" y="24"/>
                    </a:cubicBezTo>
                    <a:cubicBezTo>
                      <a:pt x="39" y="25"/>
                      <a:pt x="39" y="25"/>
                      <a:pt x="38" y="26"/>
                    </a:cubicBezTo>
                    <a:cubicBezTo>
                      <a:pt x="37" y="27"/>
                      <a:pt x="36" y="28"/>
                      <a:pt x="3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rot="-755217">
                <a:off x="9502026" y="3099836"/>
                <a:ext cx="27263" cy="37175"/>
              </a:xfrm>
              <a:custGeom>
                <a:rect b="b" l="l" r="r" t="t"/>
                <a:pathLst>
                  <a:path extrusionOk="0" h="45" w="33">
                    <a:moveTo>
                      <a:pt x="32" y="44"/>
                    </a:moveTo>
                    <a:cubicBezTo>
                      <a:pt x="30" y="44"/>
                      <a:pt x="28" y="43"/>
                      <a:pt x="26" y="42"/>
                    </a:cubicBezTo>
                    <a:cubicBezTo>
                      <a:pt x="18" y="37"/>
                      <a:pt x="11" y="30"/>
                      <a:pt x="7" y="22"/>
                    </a:cubicBezTo>
                    <a:cubicBezTo>
                      <a:pt x="3" y="15"/>
                      <a:pt x="0" y="8"/>
                      <a:pt x="0" y="0"/>
                    </a:cubicBezTo>
                    <a:cubicBezTo>
                      <a:pt x="3" y="1"/>
                      <a:pt x="5" y="2"/>
                      <a:pt x="8" y="4"/>
                    </a:cubicBezTo>
                    <a:cubicBezTo>
                      <a:pt x="15" y="8"/>
                      <a:pt x="22" y="14"/>
                      <a:pt x="26" y="22"/>
                    </a:cubicBezTo>
                    <a:cubicBezTo>
                      <a:pt x="30" y="29"/>
                      <a:pt x="32" y="36"/>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rot="-755217">
                <a:off x="8085760" y="2164880"/>
                <a:ext cx="27263" cy="25609"/>
              </a:xfrm>
              <a:custGeom>
                <a:rect b="b" l="l" r="r" t="t"/>
                <a:pathLst>
                  <a:path extrusionOk="0" h="31" w="33">
                    <a:moveTo>
                      <a:pt x="0" y="4"/>
                    </a:moveTo>
                    <a:cubicBezTo>
                      <a:pt x="15" y="0"/>
                      <a:pt x="23" y="10"/>
                      <a:pt x="32" y="18"/>
                    </a:cubicBezTo>
                    <a:cubicBezTo>
                      <a:pt x="25" y="30"/>
                      <a:pt x="19" y="21"/>
                      <a:pt x="13" y="18"/>
                    </a:cubicBezTo>
                    <a:cubicBezTo>
                      <a:pt x="7" y="14"/>
                      <a:pt x="0" y="14"/>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rot="-755217">
                <a:off x="10063276" y="3768546"/>
                <a:ext cx="25611" cy="27261"/>
              </a:xfrm>
              <a:custGeom>
                <a:rect b="b" l="l" r="r" t="t"/>
                <a:pathLst>
                  <a:path extrusionOk="0" h="33" w="31">
                    <a:moveTo>
                      <a:pt x="1" y="0"/>
                    </a:moveTo>
                    <a:cubicBezTo>
                      <a:pt x="4" y="1"/>
                      <a:pt x="7" y="2"/>
                      <a:pt x="9" y="3"/>
                    </a:cubicBezTo>
                    <a:cubicBezTo>
                      <a:pt x="16" y="7"/>
                      <a:pt x="21" y="12"/>
                      <a:pt x="25" y="19"/>
                    </a:cubicBezTo>
                    <a:cubicBezTo>
                      <a:pt x="27" y="23"/>
                      <a:pt x="29" y="27"/>
                      <a:pt x="30" y="32"/>
                    </a:cubicBezTo>
                    <a:cubicBezTo>
                      <a:pt x="16" y="20"/>
                      <a:pt x="0" y="2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rot="-755217">
                <a:off x="10423420" y="3704153"/>
                <a:ext cx="19828" cy="38827"/>
              </a:xfrm>
              <a:custGeom>
                <a:rect b="b" l="l" r="r" t="t"/>
                <a:pathLst>
                  <a:path extrusionOk="0" h="47" w="24">
                    <a:moveTo>
                      <a:pt x="14" y="0"/>
                    </a:moveTo>
                    <a:cubicBezTo>
                      <a:pt x="23" y="19"/>
                      <a:pt x="11" y="32"/>
                      <a:pt x="0" y="46"/>
                    </a:cubicBezTo>
                    <a:cubicBezTo>
                      <a:pt x="0" y="44"/>
                      <a:pt x="0" y="43"/>
                      <a:pt x="0" y="41"/>
                    </a:cubicBezTo>
                    <a:cubicBezTo>
                      <a:pt x="0" y="31"/>
                      <a:pt x="2" y="21"/>
                      <a:pt x="8" y="12"/>
                    </a:cubicBezTo>
                    <a:cubicBezTo>
                      <a:pt x="10" y="8"/>
                      <a:pt x="13" y="5"/>
                      <a:pt x="16" y="1"/>
                    </a:cubicBezTo>
                    <a:lnTo>
                      <a:pt x="1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rot="-755217">
                <a:off x="9437908" y="3114378"/>
                <a:ext cx="24784" cy="33044"/>
              </a:xfrm>
              <a:custGeom>
                <a:rect b="b" l="l" r="r" t="t"/>
                <a:pathLst>
                  <a:path extrusionOk="0" h="40" w="30">
                    <a:moveTo>
                      <a:pt x="0" y="1"/>
                    </a:moveTo>
                    <a:cubicBezTo>
                      <a:pt x="20" y="6"/>
                      <a:pt x="22" y="24"/>
                      <a:pt x="29" y="39"/>
                    </a:cubicBezTo>
                    <a:cubicBezTo>
                      <a:pt x="15" y="29"/>
                      <a:pt x="0" y="20"/>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rot="-755217">
                <a:off x="10171669" y="3850749"/>
                <a:ext cx="27263" cy="22305"/>
              </a:xfrm>
              <a:custGeom>
                <a:rect b="b" l="l" r="r" t="t"/>
                <a:pathLst>
                  <a:path extrusionOk="0" h="27" w="33">
                    <a:moveTo>
                      <a:pt x="32" y="26"/>
                    </a:moveTo>
                    <a:cubicBezTo>
                      <a:pt x="27" y="25"/>
                      <a:pt x="22" y="24"/>
                      <a:pt x="18" y="21"/>
                    </a:cubicBezTo>
                    <a:cubicBezTo>
                      <a:pt x="12" y="18"/>
                      <a:pt x="8" y="13"/>
                      <a:pt x="4" y="7"/>
                    </a:cubicBezTo>
                    <a:cubicBezTo>
                      <a:pt x="3" y="5"/>
                      <a:pt x="1" y="2"/>
                      <a:pt x="0" y="0"/>
                    </a:cubicBezTo>
                    <a:cubicBezTo>
                      <a:pt x="20" y="3"/>
                      <a:pt x="20" y="3"/>
                      <a:pt x="31" y="26"/>
                    </a:cubicBezTo>
                    <a:lnTo>
                      <a:pt x="32"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rot="-755217">
                <a:off x="8638712" y="2705923"/>
                <a:ext cx="28089" cy="37175"/>
              </a:xfrm>
              <a:custGeom>
                <a:rect b="b" l="l" r="r" t="t"/>
                <a:pathLst>
                  <a:path extrusionOk="0" h="45" w="34">
                    <a:moveTo>
                      <a:pt x="0" y="0"/>
                    </a:moveTo>
                    <a:cubicBezTo>
                      <a:pt x="2" y="1"/>
                      <a:pt x="5" y="2"/>
                      <a:pt x="7" y="3"/>
                    </a:cubicBezTo>
                    <a:cubicBezTo>
                      <a:pt x="15" y="8"/>
                      <a:pt x="22" y="14"/>
                      <a:pt x="26" y="22"/>
                    </a:cubicBezTo>
                    <a:cubicBezTo>
                      <a:pt x="30" y="29"/>
                      <a:pt x="32" y="36"/>
                      <a:pt x="33" y="44"/>
                    </a:cubicBezTo>
                    <a:cubicBezTo>
                      <a:pt x="30" y="43"/>
                      <a:pt x="28" y="42"/>
                      <a:pt x="25" y="40"/>
                    </a:cubicBezTo>
                    <a:cubicBezTo>
                      <a:pt x="17" y="35"/>
                      <a:pt x="11" y="29"/>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rot="-755217">
                <a:off x="9969337" y="3004084"/>
                <a:ext cx="33872" cy="38827"/>
              </a:xfrm>
              <a:custGeom>
                <a:rect b="b" l="l" r="r" t="t"/>
                <a:pathLst>
                  <a:path extrusionOk="0" h="47" w="41">
                    <a:moveTo>
                      <a:pt x="0" y="0"/>
                    </a:moveTo>
                    <a:cubicBezTo>
                      <a:pt x="26" y="3"/>
                      <a:pt x="35" y="23"/>
                      <a:pt x="40" y="46"/>
                    </a:cubicBezTo>
                    <a:cubicBezTo>
                      <a:pt x="19" y="37"/>
                      <a:pt x="11" y="1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7"/>
              <p:cNvSpPr/>
              <p:nvPr/>
            </p:nvSpPr>
            <p:spPr>
              <a:xfrm rot="-755217">
                <a:off x="9573694" y="2972225"/>
                <a:ext cx="25611" cy="32218"/>
              </a:xfrm>
              <a:custGeom>
                <a:rect b="b" l="l" r="r" t="t"/>
                <a:pathLst>
                  <a:path extrusionOk="0" h="39" w="31">
                    <a:moveTo>
                      <a:pt x="0" y="1"/>
                    </a:moveTo>
                    <a:cubicBezTo>
                      <a:pt x="21" y="5"/>
                      <a:pt x="25" y="22"/>
                      <a:pt x="30" y="38"/>
                    </a:cubicBezTo>
                    <a:cubicBezTo>
                      <a:pt x="16" y="29"/>
                      <a:pt x="1" y="20"/>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7"/>
              <p:cNvSpPr/>
              <p:nvPr/>
            </p:nvSpPr>
            <p:spPr>
              <a:xfrm rot="-755217">
                <a:off x="8831053" y="3142630"/>
                <a:ext cx="22306" cy="30566"/>
              </a:xfrm>
              <a:custGeom>
                <a:rect b="b" l="l" r="r" t="t"/>
                <a:pathLst>
                  <a:path extrusionOk="0" h="37" w="27">
                    <a:moveTo>
                      <a:pt x="0" y="0"/>
                    </a:moveTo>
                    <a:cubicBezTo>
                      <a:pt x="1" y="0"/>
                      <a:pt x="1" y="1"/>
                      <a:pt x="2" y="1"/>
                    </a:cubicBezTo>
                    <a:cubicBezTo>
                      <a:pt x="10" y="6"/>
                      <a:pt x="16" y="12"/>
                      <a:pt x="20" y="20"/>
                    </a:cubicBezTo>
                    <a:cubicBezTo>
                      <a:pt x="23" y="25"/>
                      <a:pt x="25" y="30"/>
                      <a:pt x="26" y="36"/>
                    </a:cubicBezTo>
                    <a:cubicBezTo>
                      <a:pt x="25" y="36"/>
                      <a:pt x="24" y="35"/>
                      <a:pt x="23" y="35"/>
                    </a:cubicBezTo>
                    <a:cubicBezTo>
                      <a:pt x="16" y="31"/>
                      <a:pt x="10" y="24"/>
                      <a:pt x="6" y="17"/>
                    </a:cubicBezTo>
                    <a:cubicBezTo>
                      <a:pt x="3" y="12"/>
                      <a:pt x="1" y="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rot="-755217">
                <a:off x="8653186" y="3177808"/>
                <a:ext cx="39655" cy="25609"/>
              </a:xfrm>
              <a:custGeom>
                <a:rect b="b" l="l" r="r" t="t"/>
                <a:pathLst>
                  <a:path extrusionOk="0" h="31" w="48">
                    <a:moveTo>
                      <a:pt x="47" y="26"/>
                    </a:moveTo>
                    <a:cubicBezTo>
                      <a:pt x="43" y="27"/>
                      <a:pt x="39" y="28"/>
                      <a:pt x="34" y="28"/>
                    </a:cubicBezTo>
                    <a:cubicBezTo>
                      <a:pt x="28" y="28"/>
                      <a:pt x="22" y="26"/>
                      <a:pt x="16" y="23"/>
                    </a:cubicBezTo>
                    <a:cubicBezTo>
                      <a:pt x="10" y="20"/>
                      <a:pt x="7" y="15"/>
                      <a:pt x="3" y="9"/>
                    </a:cubicBezTo>
                    <a:cubicBezTo>
                      <a:pt x="2" y="7"/>
                      <a:pt x="0" y="5"/>
                      <a:pt x="0" y="3"/>
                    </a:cubicBezTo>
                    <a:cubicBezTo>
                      <a:pt x="22" y="0"/>
                      <a:pt x="26" y="30"/>
                      <a:pt x="47"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rot="-755217">
                <a:off x="9827053" y="3184110"/>
                <a:ext cx="24784" cy="35522"/>
              </a:xfrm>
              <a:custGeom>
                <a:rect b="b" l="l" r="r" t="t"/>
                <a:pathLst>
                  <a:path extrusionOk="0" h="43" w="30">
                    <a:moveTo>
                      <a:pt x="0" y="0"/>
                    </a:moveTo>
                    <a:cubicBezTo>
                      <a:pt x="17" y="16"/>
                      <a:pt x="26" y="24"/>
                      <a:pt x="29" y="42"/>
                    </a:cubicBezTo>
                    <a:cubicBezTo>
                      <a:pt x="20" y="37"/>
                      <a:pt x="12" y="29"/>
                      <a:pt x="7" y="20"/>
                    </a:cubicBezTo>
                    <a:cubicBezTo>
                      <a:pt x="4" y="14"/>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rot="-755217">
                <a:off x="10272460" y="3082027"/>
                <a:ext cx="19828" cy="52045"/>
              </a:xfrm>
              <a:custGeom>
                <a:rect b="b" l="l" r="r" t="t"/>
                <a:pathLst>
                  <a:path extrusionOk="0" h="63" w="24">
                    <a:moveTo>
                      <a:pt x="0" y="62"/>
                    </a:moveTo>
                    <a:cubicBezTo>
                      <a:pt x="1" y="44"/>
                      <a:pt x="6" y="27"/>
                      <a:pt x="15" y="11"/>
                    </a:cubicBezTo>
                    <a:cubicBezTo>
                      <a:pt x="17" y="7"/>
                      <a:pt x="20" y="3"/>
                      <a:pt x="23" y="0"/>
                    </a:cubicBezTo>
                    <a:cubicBezTo>
                      <a:pt x="23" y="2"/>
                      <a:pt x="23" y="4"/>
                      <a:pt x="23" y="6"/>
                    </a:cubicBezTo>
                    <a:cubicBezTo>
                      <a:pt x="23" y="20"/>
                      <a:pt x="19" y="34"/>
                      <a:pt x="12" y="46"/>
                    </a:cubicBezTo>
                    <a:cubicBezTo>
                      <a:pt x="9" y="52"/>
                      <a:pt x="4" y="58"/>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7"/>
              <p:cNvSpPr/>
              <p:nvPr/>
            </p:nvSpPr>
            <p:spPr>
              <a:xfrm rot="-755217">
                <a:off x="7912580" y="2137219"/>
                <a:ext cx="29741" cy="23131"/>
              </a:xfrm>
              <a:custGeom>
                <a:rect b="b" l="l" r="r" t="t"/>
                <a:pathLst>
                  <a:path extrusionOk="0" h="28" w="36">
                    <a:moveTo>
                      <a:pt x="0" y="14"/>
                    </a:moveTo>
                    <a:lnTo>
                      <a:pt x="3" y="0"/>
                    </a:lnTo>
                    <a:cubicBezTo>
                      <a:pt x="9" y="1"/>
                      <a:pt x="14" y="4"/>
                      <a:pt x="20" y="7"/>
                    </a:cubicBezTo>
                    <a:cubicBezTo>
                      <a:pt x="25" y="10"/>
                      <a:pt x="31" y="14"/>
                      <a:pt x="35" y="19"/>
                    </a:cubicBezTo>
                    <a:cubicBezTo>
                      <a:pt x="25" y="27"/>
                      <a:pt x="16" y="23"/>
                      <a:pt x="8" y="23"/>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7"/>
              <p:cNvSpPr/>
              <p:nvPr/>
            </p:nvSpPr>
            <p:spPr>
              <a:xfrm rot="-755217">
                <a:off x="9931702" y="3070235"/>
                <a:ext cx="23958" cy="33044"/>
              </a:xfrm>
              <a:custGeom>
                <a:rect b="b" l="l" r="r" t="t"/>
                <a:pathLst>
                  <a:path extrusionOk="0" h="40" w="29">
                    <a:moveTo>
                      <a:pt x="27" y="39"/>
                    </a:moveTo>
                    <a:cubicBezTo>
                      <a:pt x="18" y="34"/>
                      <a:pt x="11" y="25"/>
                      <a:pt x="5" y="16"/>
                    </a:cubicBezTo>
                    <a:cubicBezTo>
                      <a:pt x="4" y="13"/>
                      <a:pt x="2" y="11"/>
                      <a:pt x="0" y="8"/>
                    </a:cubicBezTo>
                    <a:cubicBezTo>
                      <a:pt x="12" y="0"/>
                      <a:pt x="14" y="13"/>
                      <a:pt x="19" y="17"/>
                    </a:cubicBezTo>
                    <a:cubicBezTo>
                      <a:pt x="19" y="18"/>
                      <a:pt x="19" y="18"/>
                      <a:pt x="19" y="18"/>
                    </a:cubicBezTo>
                    <a:cubicBezTo>
                      <a:pt x="22" y="19"/>
                      <a:pt x="24" y="21"/>
                      <a:pt x="26" y="24"/>
                    </a:cubicBezTo>
                    <a:cubicBezTo>
                      <a:pt x="28" y="27"/>
                      <a:pt x="28" y="30"/>
                      <a:pt x="28" y="33"/>
                    </a:cubicBezTo>
                    <a:cubicBezTo>
                      <a:pt x="28" y="35"/>
                      <a:pt x="28" y="37"/>
                      <a:pt x="27"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7"/>
              <p:cNvSpPr/>
              <p:nvPr/>
            </p:nvSpPr>
            <p:spPr>
              <a:xfrm rot="-755217">
                <a:off x="10473644" y="4030691"/>
                <a:ext cx="20654" cy="47914"/>
              </a:xfrm>
              <a:custGeom>
                <a:rect b="b" l="l" r="r" t="t"/>
                <a:pathLst>
                  <a:path extrusionOk="0" h="58" w="25">
                    <a:moveTo>
                      <a:pt x="24" y="0"/>
                    </a:moveTo>
                    <a:lnTo>
                      <a:pt x="24" y="1"/>
                    </a:lnTo>
                    <a:cubicBezTo>
                      <a:pt x="24" y="15"/>
                      <a:pt x="20" y="29"/>
                      <a:pt x="13" y="41"/>
                    </a:cubicBezTo>
                    <a:cubicBezTo>
                      <a:pt x="10" y="47"/>
                      <a:pt x="5" y="52"/>
                      <a:pt x="0" y="57"/>
                    </a:cubicBezTo>
                    <a:cubicBezTo>
                      <a:pt x="0" y="56"/>
                      <a:pt x="0" y="55"/>
                      <a:pt x="0" y="54"/>
                    </a:cubicBezTo>
                    <a:cubicBezTo>
                      <a:pt x="0" y="41"/>
                      <a:pt x="4" y="28"/>
                      <a:pt x="10" y="17"/>
                    </a:cubicBezTo>
                    <a:cubicBezTo>
                      <a:pt x="14" y="10"/>
                      <a:pt x="19"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rot="-755217">
                <a:off x="9275096" y="3345846"/>
                <a:ext cx="20654" cy="30566"/>
              </a:xfrm>
              <a:custGeom>
                <a:rect b="b" l="l" r="r" t="t"/>
                <a:pathLst>
                  <a:path extrusionOk="0" h="37" w="25">
                    <a:moveTo>
                      <a:pt x="21" y="36"/>
                    </a:moveTo>
                    <a:cubicBezTo>
                      <a:pt x="14" y="32"/>
                      <a:pt x="9" y="27"/>
                      <a:pt x="5" y="21"/>
                    </a:cubicBezTo>
                    <a:cubicBezTo>
                      <a:pt x="2" y="15"/>
                      <a:pt x="0" y="8"/>
                      <a:pt x="0" y="0"/>
                    </a:cubicBezTo>
                    <a:cubicBezTo>
                      <a:pt x="20" y="4"/>
                      <a:pt x="22" y="19"/>
                      <a:pt x="24" y="34"/>
                    </a:cubicBezTo>
                    <a:lnTo>
                      <a:pt x="21"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7"/>
              <p:cNvSpPr/>
              <p:nvPr/>
            </p:nvSpPr>
            <p:spPr>
              <a:xfrm rot="-755217">
                <a:off x="9540483" y="2942182"/>
                <a:ext cx="28089" cy="37175"/>
              </a:xfrm>
              <a:custGeom>
                <a:rect b="b" l="l" r="r" t="t"/>
                <a:pathLst>
                  <a:path extrusionOk="0" h="45" w="34">
                    <a:moveTo>
                      <a:pt x="33" y="44"/>
                    </a:moveTo>
                    <a:cubicBezTo>
                      <a:pt x="31" y="43"/>
                      <a:pt x="29" y="42"/>
                      <a:pt x="27" y="41"/>
                    </a:cubicBezTo>
                    <a:cubicBezTo>
                      <a:pt x="19" y="36"/>
                      <a:pt x="12" y="29"/>
                      <a:pt x="7" y="21"/>
                    </a:cubicBezTo>
                    <a:cubicBezTo>
                      <a:pt x="3" y="15"/>
                      <a:pt x="1" y="7"/>
                      <a:pt x="0" y="0"/>
                    </a:cubicBezTo>
                    <a:cubicBezTo>
                      <a:pt x="4" y="1"/>
                      <a:pt x="7" y="2"/>
                      <a:pt x="10" y="4"/>
                    </a:cubicBezTo>
                    <a:cubicBezTo>
                      <a:pt x="17" y="8"/>
                      <a:pt x="23" y="14"/>
                      <a:pt x="27" y="21"/>
                    </a:cubicBezTo>
                    <a:cubicBezTo>
                      <a:pt x="31" y="28"/>
                      <a:pt x="33"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7"/>
              <p:cNvSpPr/>
              <p:nvPr/>
            </p:nvSpPr>
            <p:spPr>
              <a:xfrm rot="-755217">
                <a:off x="8782327" y="3101620"/>
                <a:ext cx="24784" cy="32218"/>
              </a:xfrm>
              <a:custGeom>
                <a:rect b="b" l="l" r="r" t="t"/>
                <a:pathLst>
                  <a:path extrusionOk="0" h="39" w="30">
                    <a:moveTo>
                      <a:pt x="0" y="1"/>
                    </a:moveTo>
                    <a:cubicBezTo>
                      <a:pt x="20" y="6"/>
                      <a:pt x="22" y="24"/>
                      <a:pt x="29" y="38"/>
                    </a:cubicBezTo>
                    <a:cubicBezTo>
                      <a:pt x="16" y="29"/>
                      <a:pt x="0" y="21"/>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7"/>
              <p:cNvSpPr/>
              <p:nvPr/>
            </p:nvSpPr>
            <p:spPr>
              <a:xfrm rot="-755217">
                <a:off x="8922385" y="3061421"/>
                <a:ext cx="28915" cy="32218"/>
              </a:xfrm>
              <a:custGeom>
                <a:rect b="b" l="l" r="r" t="t"/>
                <a:pathLst>
                  <a:path extrusionOk="0" h="39" w="35">
                    <a:moveTo>
                      <a:pt x="0" y="1"/>
                    </a:moveTo>
                    <a:cubicBezTo>
                      <a:pt x="19" y="4"/>
                      <a:pt x="23" y="21"/>
                      <a:pt x="34" y="38"/>
                    </a:cubicBezTo>
                    <a:cubicBezTo>
                      <a:pt x="30" y="37"/>
                      <a:pt x="26" y="35"/>
                      <a:pt x="23" y="33"/>
                    </a:cubicBezTo>
                    <a:cubicBezTo>
                      <a:pt x="16" y="29"/>
                      <a:pt x="10" y="24"/>
                      <a:pt x="6" y="17"/>
                    </a:cubicBezTo>
                    <a:cubicBezTo>
                      <a:pt x="3" y="12"/>
                      <a:pt x="2" y="6"/>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rot="-755217">
                <a:off x="9528020" y="4278387"/>
                <a:ext cx="24784" cy="28914"/>
              </a:xfrm>
              <a:custGeom>
                <a:rect b="b" l="l" r="r" t="t"/>
                <a:pathLst>
                  <a:path extrusionOk="0" h="35" w="30">
                    <a:moveTo>
                      <a:pt x="2" y="1"/>
                    </a:moveTo>
                    <a:cubicBezTo>
                      <a:pt x="18" y="6"/>
                      <a:pt x="23" y="20"/>
                      <a:pt x="29" y="34"/>
                    </a:cubicBezTo>
                    <a:cubicBezTo>
                      <a:pt x="13" y="28"/>
                      <a:pt x="0" y="19"/>
                      <a:pt x="2"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7"/>
              <p:cNvSpPr/>
              <p:nvPr/>
            </p:nvSpPr>
            <p:spPr>
              <a:xfrm rot="-755217">
                <a:off x="10265701" y="3135169"/>
                <a:ext cx="19828" cy="52045"/>
              </a:xfrm>
              <a:custGeom>
                <a:rect b="b" l="l" r="r" t="t"/>
                <a:pathLst>
                  <a:path extrusionOk="0" h="63" w="24">
                    <a:moveTo>
                      <a:pt x="0" y="62"/>
                    </a:moveTo>
                    <a:cubicBezTo>
                      <a:pt x="0" y="60"/>
                      <a:pt x="0" y="58"/>
                      <a:pt x="0" y="55"/>
                    </a:cubicBezTo>
                    <a:cubicBezTo>
                      <a:pt x="0" y="42"/>
                      <a:pt x="4" y="28"/>
                      <a:pt x="10" y="17"/>
                    </a:cubicBezTo>
                    <a:cubicBezTo>
                      <a:pt x="14" y="10"/>
                      <a:pt x="18" y="5"/>
                      <a:pt x="23" y="0"/>
                    </a:cubicBezTo>
                    <a:cubicBezTo>
                      <a:pt x="21" y="18"/>
                      <a:pt x="16" y="36"/>
                      <a:pt x="6" y="52"/>
                    </a:cubicBezTo>
                    <a:cubicBezTo>
                      <a:pt x="4" y="56"/>
                      <a:pt x="2" y="59"/>
                      <a:pt x="0"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7"/>
              <p:cNvSpPr/>
              <p:nvPr/>
            </p:nvSpPr>
            <p:spPr>
              <a:xfrm rot="-755217">
                <a:off x="10466522" y="4078000"/>
                <a:ext cx="20654" cy="48740"/>
              </a:xfrm>
              <a:custGeom>
                <a:rect b="b" l="l" r="r" t="t"/>
                <a:pathLst>
                  <a:path extrusionOk="0" h="59" w="25">
                    <a:moveTo>
                      <a:pt x="24" y="0"/>
                    </a:moveTo>
                    <a:cubicBezTo>
                      <a:pt x="23" y="15"/>
                      <a:pt x="19" y="29"/>
                      <a:pt x="12" y="42"/>
                    </a:cubicBezTo>
                    <a:cubicBezTo>
                      <a:pt x="9" y="48"/>
                      <a:pt x="5" y="53"/>
                      <a:pt x="0" y="58"/>
                    </a:cubicBezTo>
                    <a:cubicBezTo>
                      <a:pt x="0" y="57"/>
                      <a:pt x="0" y="56"/>
                      <a:pt x="0" y="55"/>
                    </a:cubicBezTo>
                    <a:cubicBezTo>
                      <a:pt x="0" y="42"/>
                      <a:pt x="3" y="29"/>
                      <a:pt x="10" y="17"/>
                    </a:cubicBezTo>
                    <a:cubicBezTo>
                      <a:pt x="14" y="11"/>
                      <a:pt x="18" y="5"/>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rot="-755217">
                <a:off x="10293092" y="3126299"/>
                <a:ext cx="21480" cy="49566"/>
              </a:xfrm>
              <a:custGeom>
                <a:rect b="b" l="l" r="r" t="t"/>
                <a:pathLst>
                  <a:path extrusionOk="0" h="60" w="26">
                    <a:moveTo>
                      <a:pt x="17" y="0"/>
                    </a:moveTo>
                    <a:cubicBezTo>
                      <a:pt x="25" y="20"/>
                      <a:pt x="14" y="34"/>
                      <a:pt x="0" y="59"/>
                    </a:cubicBezTo>
                    <a:lnTo>
                      <a:pt x="0" y="58"/>
                    </a:lnTo>
                    <a:cubicBezTo>
                      <a:pt x="0" y="41"/>
                      <a:pt x="5" y="24"/>
                      <a:pt x="13" y="10"/>
                    </a:cubicBezTo>
                    <a:cubicBezTo>
                      <a:pt x="15" y="7"/>
                      <a:pt x="16" y="4"/>
                      <a:pt x="18" y="2"/>
                    </a:cubicBezTo>
                    <a:lnTo>
                      <a:pt x="1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rot="-755217">
                <a:off x="9506136" y="2912628"/>
                <a:ext cx="28089" cy="38827"/>
              </a:xfrm>
              <a:custGeom>
                <a:rect b="b" l="l" r="r" t="t"/>
                <a:pathLst>
                  <a:path extrusionOk="0" h="47" w="34">
                    <a:moveTo>
                      <a:pt x="33" y="44"/>
                    </a:moveTo>
                    <a:cubicBezTo>
                      <a:pt x="31" y="43"/>
                      <a:pt x="29" y="42"/>
                      <a:pt x="27" y="41"/>
                    </a:cubicBezTo>
                    <a:cubicBezTo>
                      <a:pt x="19" y="36"/>
                      <a:pt x="12" y="29"/>
                      <a:pt x="7" y="20"/>
                    </a:cubicBezTo>
                    <a:cubicBezTo>
                      <a:pt x="3" y="14"/>
                      <a:pt x="1" y="7"/>
                      <a:pt x="0" y="0"/>
                    </a:cubicBezTo>
                    <a:cubicBezTo>
                      <a:pt x="2" y="1"/>
                      <a:pt x="4" y="2"/>
                      <a:pt x="6" y="3"/>
                    </a:cubicBezTo>
                    <a:cubicBezTo>
                      <a:pt x="14" y="8"/>
                      <a:pt x="20" y="14"/>
                      <a:pt x="25" y="22"/>
                    </a:cubicBezTo>
                    <a:cubicBezTo>
                      <a:pt x="29" y="29"/>
                      <a:pt x="31" y="37"/>
                      <a:pt x="32" y="46"/>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rot="-755217">
                <a:off x="8301090" y="2394049"/>
                <a:ext cx="23132" cy="25609"/>
              </a:xfrm>
              <a:custGeom>
                <a:rect b="b" l="l" r="r" t="t"/>
                <a:pathLst>
                  <a:path extrusionOk="0" h="31" w="28">
                    <a:moveTo>
                      <a:pt x="0" y="0"/>
                    </a:moveTo>
                    <a:cubicBezTo>
                      <a:pt x="2" y="1"/>
                      <a:pt x="4" y="2"/>
                      <a:pt x="6" y="3"/>
                    </a:cubicBezTo>
                    <a:cubicBezTo>
                      <a:pt x="13" y="7"/>
                      <a:pt x="18" y="12"/>
                      <a:pt x="22" y="19"/>
                    </a:cubicBezTo>
                    <a:cubicBezTo>
                      <a:pt x="24" y="22"/>
                      <a:pt x="26" y="26"/>
                      <a:pt x="27" y="30"/>
                    </a:cubicBezTo>
                    <a:cubicBezTo>
                      <a:pt x="8" y="28"/>
                      <a:pt x="4"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7"/>
              <p:cNvSpPr/>
              <p:nvPr/>
            </p:nvSpPr>
            <p:spPr>
              <a:xfrm rot="-755217">
                <a:off x="8816895" y="4472608"/>
                <a:ext cx="33046" cy="25609"/>
              </a:xfrm>
              <a:custGeom>
                <a:rect b="b" l="l" r="r" t="t"/>
                <a:pathLst>
                  <a:path extrusionOk="0" h="31" w="40">
                    <a:moveTo>
                      <a:pt x="0" y="3"/>
                    </a:moveTo>
                    <a:cubicBezTo>
                      <a:pt x="21" y="0"/>
                      <a:pt x="27" y="18"/>
                      <a:pt x="39" y="30"/>
                    </a:cubicBezTo>
                    <a:cubicBezTo>
                      <a:pt x="32" y="30"/>
                      <a:pt x="26" y="28"/>
                      <a:pt x="20" y="25"/>
                    </a:cubicBezTo>
                    <a:cubicBezTo>
                      <a:pt x="14" y="21"/>
                      <a:pt x="9" y="16"/>
                      <a:pt x="5" y="10"/>
                    </a:cubicBezTo>
                    <a:cubicBezTo>
                      <a:pt x="3" y="7"/>
                      <a:pt x="2" y="4"/>
                      <a:pt x="1" y="1"/>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7"/>
              <p:cNvSpPr/>
              <p:nvPr/>
            </p:nvSpPr>
            <p:spPr>
              <a:xfrm rot="-755217">
                <a:off x="8888587" y="3032724"/>
                <a:ext cx="28089" cy="37175"/>
              </a:xfrm>
              <a:custGeom>
                <a:rect b="b" l="l" r="r" t="t"/>
                <a:pathLst>
                  <a:path extrusionOk="0" h="45" w="34">
                    <a:moveTo>
                      <a:pt x="0" y="0"/>
                    </a:moveTo>
                    <a:cubicBezTo>
                      <a:pt x="3" y="1"/>
                      <a:pt x="5" y="1"/>
                      <a:pt x="8" y="3"/>
                    </a:cubicBezTo>
                    <a:cubicBezTo>
                      <a:pt x="15" y="7"/>
                      <a:pt x="22" y="14"/>
                      <a:pt x="26" y="22"/>
                    </a:cubicBezTo>
                    <a:cubicBezTo>
                      <a:pt x="30" y="29"/>
                      <a:pt x="33" y="36"/>
                      <a:pt x="33" y="44"/>
                    </a:cubicBezTo>
                    <a:cubicBezTo>
                      <a:pt x="31" y="43"/>
                      <a:pt x="29" y="42"/>
                      <a:pt x="28" y="41"/>
                    </a:cubicBezTo>
                    <a:cubicBezTo>
                      <a:pt x="19" y="37"/>
                      <a:pt x="12" y="30"/>
                      <a:pt x="7" y="21"/>
                    </a:cubicBezTo>
                    <a:cubicBezTo>
                      <a:pt x="3" y="15"/>
                      <a:pt x="1"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7"/>
              <p:cNvSpPr/>
              <p:nvPr/>
            </p:nvSpPr>
            <p:spPr>
              <a:xfrm rot="-755217">
                <a:off x="8854686" y="3002203"/>
                <a:ext cx="28089" cy="37175"/>
              </a:xfrm>
              <a:custGeom>
                <a:rect b="b" l="l" r="r" t="t"/>
                <a:pathLst>
                  <a:path extrusionOk="0" h="45" w="34">
                    <a:moveTo>
                      <a:pt x="33" y="44"/>
                    </a:moveTo>
                    <a:cubicBezTo>
                      <a:pt x="31" y="43"/>
                      <a:pt x="29" y="43"/>
                      <a:pt x="26" y="41"/>
                    </a:cubicBezTo>
                    <a:cubicBezTo>
                      <a:pt x="18" y="36"/>
                      <a:pt x="12" y="29"/>
                      <a:pt x="7" y="21"/>
                    </a:cubicBezTo>
                    <a:cubicBezTo>
                      <a:pt x="3" y="15"/>
                      <a:pt x="1" y="8"/>
                      <a:pt x="0" y="0"/>
                    </a:cubicBezTo>
                    <a:cubicBezTo>
                      <a:pt x="3" y="1"/>
                      <a:pt x="6" y="2"/>
                      <a:pt x="9" y="4"/>
                    </a:cubicBezTo>
                    <a:cubicBezTo>
                      <a:pt x="16" y="8"/>
                      <a:pt x="23" y="15"/>
                      <a:pt x="27" y="22"/>
                    </a:cubicBezTo>
                    <a:cubicBezTo>
                      <a:pt x="31" y="29"/>
                      <a:pt x="33" y="37"/>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rot="-755217">
                <a:off x="9960017" y="3237655"/>
                <a:ext cx="30567" cy="42131"/>
              </a:xfrm>
              <a:custGeom>
                <a:rect b="b" l="l" r="r" t="t"/>
                <a:pathLst>
                  <a:path extrusionOk="0" h="51" w="37">
                    <a:moveTo>
                      <a:pt x="0" y="0"/>
                    </a:moveTo>
                    <a:cubicBezTo>
                      <a:pt x="11" y="7"/>
                      <a:pt x="21" y="16"/>
                      <a:pt x="27" y="28"/>
                    </a:cubicBezTo>
                    <a:cubicBezTo>
                      <a:pt x="31" y="35"/>
                      <a:pt x="34" y="42"/>
                      <a:pt x="36" y="50"/>
                    </a:cubicBezTo>
                    <a:cubicBezTo>
                      <a:pt x="25" y="43"/>
                      <a:pt x="15" y="33"/>
                      <a:pt x="9" y="22"/>
                    </a:cubicBezTo>
                    <a:cubicBezTo>
                      <a:pt x="5" y="15"/>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rot="-755217">
                <a:off x="8726551" y="3018801"/>
                <a:ext cx="28915" cy="31392"/>
              </a:xfrm>
              <a:custGeom>
                <a:rect b="b" l="l" r="r" t="t"/>
                <a:pathLst>
                  <a:path extrusionOk="0" h="38" w="35">
                    <a:moveTo>
                      <a:pt x="34" y="35"/>
                    </a:moveTo>
                    <a:cubicBezTo>
                      <a:pt x="16" y="33"/>
                      <a:pt x="10" y="20"/>
                      <a:pt x="0" y="0"/>
                    </a:cubicBezTo>
                    <a:cubicBezTo>
                      <a:pt x="24" y="8"/>
                      <a:pt x="32" y="20"/>
                      <a:pt x="33" y="37"/>
                    </a:cubicBezTo>
                    <a:lnTo>
                      <a:pt x="34"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rot="-755217">
                <a:off x="8820158" y="2972669"/>
                <a:ext cx="28089" cy="37175"/>
              </a:xfrm>
              <a:custGeom>
                <a:rect b="b" l="l" r="r" t="t"/>
                <a:pathLst>
                  <a:path extrusionOk="0" h="45" w="34">
                    <a:moveTo>
                      <a:pt x="33" y="44"/>
                    </a:moveTo>
                    <a:cubicBezTo>
                      <a:pt x="31" y="43"/>
                      <a:pt x="28" y="42"/>
                      <a:pt x="26" y="41"/>
                    </a:cubicBezTo>
                    <a:cubicBezTo>
                      <a:pt x="18" y="36"/>
                      <a:pt x="11" y="30"/>
                      <a:pt x="7" y="22"/>
                    </a:cubicBezTo>
                    <a:cubicBezTo>
                      <a:pt x="3" y="15"/>
                      <a:pt x="1" y="8"/>
                      <a:pt x="0" y="0"/>
                    </a:cubicBezTo>
                    <a:cubicBezTo>
                      <a:pt x="3" y="1"/>
                      <a:pt x="6" y="2"/>
                      <a:pt x="9" y="4"/>
                    </a:cubicBezTo>
                    <a:cubicBezTo>
                      <a:pt x="16" y="8"/>
                      <a:pt x="22" y="14"/>
                      <a:pt x="26" y="21"/>
                    </a:cubicBezTo>
                    <a:cubicBezTo>
                      <a:pt x="30" y="28"/>
                      <a:pt x="32" y="36"/>
                      <a:pt x="32" y="44"/>
                    </a:cubicBezTo>
                    <a:lnTo>
                      <a:pt x="33"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7"/>
              <p:cNvSpPr/>
              <p:nvPr/>
            </p:nvSpPr>
            <p:spPr>
              <a:xfrm rot="-755217">
                <a:off x="8126680" y="2488580"/>
                <a:ext cx="26437" cy="33044"/>
              </a:xfrm>
              <a:custGeom>
                <a:rect b="b" l="l" r="r" t="t"/>
                <a:pathLst>
                  <a:path extrusionOk="0" h="40" w="32">
                    <a:moveTo>
                      <a:pt x="31" y="38"/>
                    </a:moveTo>
                    <a:cubicBezTo>
                      <a:pt x="9" y="35"/>
                      <a:pt x="6" y="16"/>
                      <a:pt x="0" y="0"/>
                    </a:cubicBezTo>
                    <a:cubicBezTo>
                      <a:pt x="2" y="1"/>
                      <a:pt x="5" y="2"/>
                      <a:pt x="7" y="4"/>
                    </a:cubicBezTo>
                    <a:cubicBezTo>
                      <a:pt x="14" y="8"/>
                      <a:pt x="20" y="13"/>
                      <a:pt x="24" y="20"/>
                    </a:cubicBezTo>
                    <a:cubicBezTo>
                      <a:pt x="27" y="26"/>
                      <a:pt x="29" y="32"/>
                      <a:pt x="29" y="39"/>
                    </a:cubicBezTo>
                    <a:lnTo>
                      <a:pt x="31"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7"/>
              <p:cNvSpPr/>
              <p:nvPr/>
            </p:nvSpPr>
            <p:spPr>
              <a:xfrm rot="-755217">
                <a:off x="8366249" y="3034931"/>
                <a:ext cx="29741" cy="39653"/>
              </a:xfrm>
              <a:custGeom>
                <a:rect b="b" l="l" r="r" t="t"/>
                <a:pathLst>
                  <a:path extrusionOk="0" h="48" w="36">
                    <a:moveTo>
                      <a:pt x="35" y="46"/>
                    </a:moveTo>
                    <a:cubicBezTo>
                      <a:pt x="14" y="40"/>
                      <a:pt x="7" y="22"/>
                      <a:pt x="0" y="3"/>
                    </a:cubicBezTo>
                    <a:lnTo>
                      <a:pt x="4" y="0"/>
                    </a:lnTo>
                    <a:cubicBezTo>
                      <a:pt x="4" y="0"/>
                      <a:pt x="5" y="0"/>
                      <a:pt x="5" y="1"/>
                    </a:cubicBezTo>
                    <a:cubicBezTo>
                      <a:pt x="14" y="6"/>
                      <a:pt x="22" y="13"/>
                      <a:pt x="27" y="22"/>
                    </a:cubicBezTo>
                    <a:cubicBezTo>
                      <a:pt x="31" y="30"/>
                      <a:pt x="34" y="38"/>
                      <a:pt x="34" y="47"/>
                    </a:cubicBezTo>
                    <a:lnTo>
                      <a:pt x="35"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7"/>
              <p:cNvSpPr/>
              <p:nvPr/>
            </p:nvSpPr>
            <p:spPr>
              <a:xfrm rot="-755217">
                <a:off x="8780795" y="3268729"/>
                <a:ext cx="31394" cy="24783"/>
              </a:xfrm>
              <a:custGeom>
                <a:rect b="b" l="l" r="r" t="t"/>
                <a:pathLst>
                  <a:path extrusionOk="0" h="30" w="38">
                    <a:moveTo>
                      <a:pt x="0" y="2"/>
                    </a:moveTo>
                    <a:cubicBezTo>
                      <a:pt x="20" y="1"/>
                      <a:pt x="27" y="17"/>
                      <a:pt x="37" y="29"/>
                    </a:cubicBezTo>
                    <a:cubicBezTo>
                      <a:pt x="20" y="25"/>
                      <a:pt x="5" y="20"/>
                      <a:pt x="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7"/>
              <p:cNvSpPr/>
              <p:nvPr/>
            </p:nvSpPr>
            <p:spPr>
              <a:xfrm rot="-755217">
                <a:off x="8737698" y="2943702"/>
                <a:ext cx="27263" cy="31392"/>
              </a:xfrm>
              <a:custGeom>
                <a:rect b="b" l="l" r="r" t="t"/>
                <a:pathLst>
                  <a:path extrusionOk="0" h="38" w="33">
                    <a:moveTo>
                      <a:pt x="0" y="1"/>
                    </a:moveTo>
                    <a:cubicBezTo>
                      <a:pt x="21" y="4"/>
                      <a:pt x="23" y="24"/>
                      <a:pt x="32" y="37"/>
                    </a:cubicBezTo>
                    <a:cubicBezTo>
                      <a:pt x="28" y="37"/>
                      <a:pt x="23" y="35"/>
                      <a:pt x="20" y="33"/>
                    </a:cubicBezTo>
                    <a:cubicBezTo>
                      <a:pt x="14" y="30"/>
                      <a:pt x="9" y="26"/>
                      <a:pt x="6" y="20"/>
                    </a:cubicBezTo>
                    <a:cubicBezTo>
                      <a:pt x="3" y="14"/>
                      <a:pt x="1" y="8"/>
                      <a:pt x="1" y="1"/>
                    </a:cubicBezTo>
                    <a:lnTo>
                      <a:pt x="1"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7"/>
              <p:cNvSpPr/>
              <p:nvPr/>
            </p:nvSpPr>
            <p:spPr>
              <a:xfrm rot="-755217">
                <a:off x="9176036" y="2798711"/>
                <a:ext cx="24784" cy="32218"/>
              </a:xfrm>
              <a:custGeom>
                <a:rect b="b" l="l" r="r" t="t"/>
                <a:pathLst>
                  <a:path extrusionOk="0" h="39" w="30">
                    <a:moveTo>
                      <a:pt x="29" y="38"/>
                    </a:moveTo>
                    <a:cubicBezTo>
                      <a:pt x="13" y="24"/>
                      <a:pt x="2" y="17"/>
                      <a:pt x="0" y="0"/>
                    </a:cubicBezTo>
                    <a:cubicBezTo>
                      <a:pt x="18" y="5"/>
                      <a:pt x="24" y="15"/>
                      <a:pt x="29"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7"/>
              <p:cNvSpPr/>
              <p:nvPr/>
            </p:nvSpPr>
            <p:spPr>
              <a:xfrm rot="-755217">
                <a:off x="8960192" y="3603241"/>
                <a:ext cx="28915" cy="38001"/>
              </a:xfrm>
              <a:custGeom>
                <a:rect b="b" l="l" r="r" t="t"/>
                <a:pathLst>
                  <a:path extrusionOk="0" h="46" w="35">
                    <a:moveTo>
                      <a:pt x="34" y="44"/>
                    </a:moveTo>
                    <a:cubicBezTo>
                      <a:pt x="12" y="39"/>
                      <a:pt x="5" y="20"/>
                      <a:pt x="0" y="1"/>
                    </a:cubicBezTo>
                    <a:lnTo>
                      <a:pt x="1" y="0"/>
                    </a:lnTo>
                    <a:cubicBezTo>
                      <a:pt x="2" y="0"/>
                      <a:pt x="4" y="1"/>
                      <a:pt x="5" y="1"/>
                    </a:cubicBezTo>
                    <a:cubicBezTo>
                      <a:pt x="14" y="7"/>
                      <a:pt x="21" y="14"/>
                      <a:pt x="26" y="23"/>
                    </a:cubicBezTo>
                    <a:cubicBezTo>
                      <a:pt x="30" y="30"/>
                      <a:pt x="32" y="37"/>
                      <a:pt x="33" y="45"/>
                    </a:cubicBezTo>
                    <a:lnTo>
                      <a:pt x="34" y="4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7"/>
              <p:cNvSpPr/>
              <p:nvPr/>
            </p:nvSpPr>
            <p:spPr>
              <a:xfrm rot="-755217">
                <a:off x="10033973" y="3366572"/>
                <a:ext cx="23132" cy="30566"/>
              </a:xfrm>
              <a:custGeom>
                <a:rect b="b" l="l" r="r" t="t"/>
                <a:pathLst>
                  <a:path extrusionOk="0" h="37" w="28">
                    <a:moveTo>
                      <a:pt x="1" y="0"/>
                    </a:moveTo>
                    <a:lnTo>
                      <a:pt x="27" y="36"/>
                    </a:lnTo>
                    <a:cubicBezTo>
                      <a:pt x="24" y="35"/>
                      <a:pt x="20" y="34"/>
                      <a:pt x="17" y="32"/>
                    </a:cubicBezTo>
                    <a:cubicBezTo>
                      <a:pt x="12" y="29"/>
                      <a:pt x="8" y="25"/>
                      <a:pt x="5" y="20"/>
                    </a:cubicBezTo>
                    <a:cubicBezTo>
                      <a:pt x="2" y="15"/>
                      <a:pt x="0" y="9"/>
                      <a:pt x="0" y="3"/>
                    </a:cubicBezTo>
                    <a:cubicBezTo>
                      <a:pt x="0" y="2"/>
                      <a:pt x="1" y="1"/>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7"/>
              <p:cNvSpPr/>
              <p:nvPr/>
            </p:nvSpPr>
            <p:spPr>
              <a:xfrm rot="-755217">
                <a:off x="8972009" y="2817926"/>
                <a:ext cx="25611" cy="31392"/>
              </a:xfrm>
              <a:custGeom>
                <a:rect b="b" l="l" r="r" t="t"/>
                <a:pathLst>
                  <a:path extrusionOk="0" h="38" w="31">
                    <a:moveTo>
                      <a:pt x="0" y="1"/>
                    </a:moveTo>
                    <a:cubicBezTo>
                      <a:pt x="21" y="3"/>
                      <a:pt x="22" y="23"/>
                      <a:pt x="30" y="37"/>
                    </a:cubicBezTo>
                    <a:cubicBezTo>
                      <a:pt x="16" y="28"/>
                      <a:pt x="1"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7"/>
              <p:cNvSpPr/>
              <p:nvPr/>
            </p:nvSpPr>
            <p:spPr>
              <a:xfrm rot="-755217">
                <a:off x="8157693" y="2514554"/>
                <a:ext cx="28089" cy="38827"/>
              </a:xfrm>
              <a:custGeom>
                <a:rect b="b" l="l" r="r" t="t"/>
                <a:pathLst>
                  <a:path extrusionOk="0" h="47" w="34">
                    <a:moveTo>
                      <a:pt x="0" y="0"/>
                    </a:moveTo>
                    <a:cubicBezTo>
                      <a:pt x="3" y="1"/>
                      <a:pt x="5" y="2"/>
                      <a:pt x="7" y="3"/>
                    </a:cubicBezTo>
                    <a:cubicBezTo>
                      <a:pt x="15" y="8"/>
                      <a:pt x="21" y="14"/>
                      <a:pt x="26" y="22"/>
                    </a:cubicBezTo>
                    <a:cubicBezTo>
                      <a:pt x="30" y="30"/>
                      <a:pt x="33" y="38"/>
                      <a:pt x="33" y="46"/>
                    </a:cubicBezTo>
                    <a:cubicBezTo>
                      <a:pt x="30" y="45"/>
                      <a:pt x="27" y="44"/>
                      <a:pt x="24" y="42"/>
                    </a:cubicBezTo>
                    <a:cubicBezTo>
                      <a:pt x="17" y="38"/>
                      <a:pt x="11" y="32"/>
                      <a:pt x="7" y="25"/>
                    </a:cubicBezTo>
                    <a:cubicBezTo>
                      <a:pt x="3" y="18"/>
                      <a:pt x="1"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7"/>
              <p:cNvSpPr/>
              <p:nvPr/>
            </p:nvSpPr>
            <p:spPr>
              <a:xfrm rot="-755217">
                <a:off x="8982195" y="2786893"/>
                <a:ext cx="25611" cy="33044"/>
              </a:xfrm>
              <a:custGeom>
                <a:rect b="b" l="l" r="r" t="t"/>
                <a:pathLst>
                  <a:path extrusionOk="0" h="40" w="31">
                    <a:moveTo>
                      <a:pt x="0" y="1"/>
                    </a:moveTo>
                    <a:cubicBezTo>
                      <a:pt x="21" y="5"/>
                      <a:pt x="27" y="22"/>
                      <a:pt x="30" y="39"/>
                    </a:cubicBezTo>
                    <a:cubicBezTo>
                      <a:pt x="17" y="29"/>
                      <a:pt x="0" y="2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7"/>
              <p:cNvSpPr/>
              <p:nvPr/>
            </p:nvSpPr>
            <p:spPr>
              <a:xfrm rot="-755217">
                <a:off x="8993223" y="3632479"/>
                <a:ext cx="26437" cy="33044"/>
              </a:xfrm>
              <a:custGeom>
                <a:rect b="b" l="l" r="r" t="t"/>
                <a:pathLst>
                  <a:path extrusionOk="0" h="40" w="32">
                    <a:moveTo>
                      <a:pt x="1" y="1"/>
                    </a:moveTo>
                    <a:cubicBezTo>
                      <a:pt x="4" y="2"/>
                      <a:pt x="6" y="3"/>
                      <a:pt x="8" y="5"/>
                    </a:cubicBezTo>
                    <a:cubicBezTo>
                      <a:pt x="15" y="9"/>
                      <a:pt x="21" y="14"/>
                      <a:pt x="25" y="21"/>
                    </a:cubicBezTo>
                    <a:cubicBezTo>
                      <a:pt x="28" y="27"/>
                      <a:pt x="30" y="33"/>
                      <a:pt x="31" y="39"/>
                    </a:cubicBezTo>
                    <a:cubicBezTo>
                      <a:pt x="18" y="29"/>
                      <a:pt x="0" y="21"/>
                      <a:pt x="4"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7"/>
              <p:cNvSpPr/>
              <p:nvPr/>
            </p:nvSpPr>
            <p:spPr>
              <a:xfrm rot="-755217">
                <a:off x="9084238" y="3612972"/>
                <a:ext cx="27263" cy="38001"/>
              </a:xfrm>
              <a:custGeom>
                <a:rect b="b" l="l" r="r" t="t"/>
                <a:pathLst>
                  <a:path extrusionOk="0" h="46" w="33">
                    <a:moveTo>
                      <a:pt x="0" y="0"/>
                    </a:moveTo>
                    <a:cubicBezTo>
                      <a:pt x="2" y="1"/>
                      <a:pt x="5" y="3"/>
                      <a:pt x="7" y="4"/>
                    </a:cubicBezTo>
                    <a:cubicBezTo>
                      <a:pt x="15" y="8"/>
                      <a:pt x="21" y="15"/>
                      <a:pt x="26" y="22"/>
                    </a:cubicBezTo>
                    <a:cubicBezTo>
                      <a:pt x="30" y="29"/>
                      <a:pt x="32" y="37"/>
                      <a:pt x="32" y="45"/>
                    </a:cubicBezTo>
                    <a:cubicBezTo>
                      <a:pt x="29" y="44"/>
                      <a:pt x="26" y="42"/>
                      <a:pt x="24" y="41"/>
                    </a:cubicBezTo>
                    <a:cubicBezTo>
                      <a:pt x="16" y="36"/>
                      <a:pt x="10" y="31"/>
                      <a:pt x="6" y="24"/>
                    </a:cubicBezTo>
                    <a:cubicBezTo>
                      <a:pt x="2" y="17"/>
                      <a:pt x="0" y="9"/>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7"/>
              <p:cNvSpPr/>
              <p:nvPr/>
            </p:nvSpPr>
            <p:spPr>
              <a:xfrm rot="-755217">
                <a:off x="9424382" y="3554448"/>
                <a:ext cx="30567" cy="39653"/>
              </a:xfrm>
              <a:custGeom>
                <a:rect b="b" l="l" r="r" t="t"/>
                <a:pathLst>
                  <a:path extrusionOk="0" h="48" w="37">
                    <a:moveTo>
                      <a:pt x="33" y="47"/>
                    </a:moveTo>
                    <a:cubicBezTo>
                      <a:pt x="32" y="46"/>
                      <a:pt x="32" y="46"/>
                      <a:pt x="31" y="45"/>
                    </a:cubicBezTo>
                    <a:cubicBezTo>
                      <a:pt x="21" y="40"/>
                      <a:pt x="13" y="32"/>
                      <a:pt x="7" y="22"/>
                    </a:cubicBezTo>
                    <a:cubicBezTo>
                      <a:pt x="4" y="16"/>
                      <a:pt x="2" y="9"/>
                      <a:pt x="0" y="3"/>
                    </a:cubicBezTo>
                    <a:lnTo>
                      <a:pt x="3" y="0"/>
                    </a:lnTo>
                    <a:cubicBezTo>
                      <a:pt x="3" y="0"/>
                      <a:pt x="4" y="0"/>
                      <a:pt x="4" y="1"/>
                    </a:cubicBezTo>
                    <a:cubicBezTo>
                      <a:pt x="14" y="6"/>
                      <a:pt x="22" y="15"/>
                      <a:pt x="28" y="25"/>
                    </a:cubicBezTo>
                    <a:cubicBezTo>
                      <a:pt x="32" y="31"/>
                      <a:pt x="34" y="37"/>
                      <a:pt x="36" y="44"/>
                    </a:cubicBezTo>
                    <a:lnTo>
                      <a:pt x="33" y="4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7"/>
              <p:cNvSpPr/>
              <p:nvPr/>
            </p:nvSpPr>
            <p:spPr>
              <a:xfrm rot="-755217">
                <a:off x="9530052" y="3529570"/>
                <a:ext cx="26437" cy="35522"/>
              </a:xfrm>
              <a:custGeom>
                <a:rect b="b" l="l" r="r" t="t"/>
                <a:pathLst>
                  <a:path extrusionOk="0" h="43" w="32">
                    <a:moveTo>
                      <a:pt x="0" y="0"/>
                    </a:moveTo>
                    <a:cubicBezTo>
                      <a:pt x="10" y="6"/>
                      <a:pt x="18" y="14"/>
                      <a:pt x="24" y="24"/>
                    </a:cubicBezTo>
                    <a:cubicBezTo>
                      <a:pt x="27" y="30"/>
                      <a:pt x="30" y="36"/>
                      <a:pt x="31" y="42"/>
                    </a:cubicBezTo>
                    <a:cubicBezTo>
                      <a:pt x="15" y="36"/>
                      <a:pt x="9" y="2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7"/>
              <p:cNvSpPr/>
              <p:nvPr/>
            </p:nvSpPr>
            <p:spPr>
              <a:xfrm rot="-755217">
                <a:off x="8937355" y="2788133"/>
                <a:ext cx="28915" cy="38001"/>
              </a:xfrm>
              <a:custGeom>
                <a:rect b="b" l="l" r="r" t="t"/>
                <a:pathLst>
                  <a:path extrusionOk="0" h="46" w="35">
                    <a:moveTo>
                      <a:pt x="0" y="0"/>
                    </a:moveTo>
                    <a:cubicBezTo>
                      <a:pt x="3" y="1"/>
                      <a:pt x="5" y="2"/>
                      <a:pt x="8" y="4"/>
                    </a:cubicBezTo>
                    <a:cubicBezTo>
                      <a:pt x="16" y="8"/>
                      <a:pt x="22" y="15"/>
                      <a:pt x="27" y="22"/>
                    </a:cubicBezTo>
                    <a:cubicBezTo>
                      <a:pt x="31" y="29"/>
                      <a:pt x="33" y="37"/>
                      <a:pt x="34" y="45"/>
                    </a:cubicBezTo>
                    <a:cubicBezTo>
                      <a:pt x="31" y="44"/>
                      <a:pt x="29" y="42"/>
                      <a:pt x="27" y="41"/>
                    </a:cubicBezTo>
                    <a:cubicBezTo>
                      <a:pt x="19" y="36"/>
                      <a:pt x="13" y="30"/>
                      <a:pt x="8" y="22"/>
                    </a:cubicBezTo>
                    <a:cubicBezTo>
                      <a:pt x="4" y="15"/>
                      <a:pt x="2" y="8"/>
                      <a:pt x="1"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7"/>
              <p:cNvSpPr/>
              <p:nvPr/>
            </p:nvSpPr>
            <p:spPr>
              <a:xfrm rot="-755217">
                <a:off x="9491195" y="3552729"/>
                <a:ext cx="25611" cy="35522"/>
              </a:xfrm>
              <a:custGeom>
                <a:rect b="b" l="l" r="r" t="t"/>
                <a:pathLst>
                  <a:path extrusionOk="0" h="43" w="31">
                    <a:moveTo>
                      <a:pt x="30" y="42"/>
                    </a:moveTo>
                    <a:cubicBezTo>
                      <a:pt x="19" y="34"/>
                      <a:pt x="10" y="23"/>
                      <a:pt x="3" y="12"/>
                    </a:cubicBezTo>
                    <a:cubicBezTo>
                      <a:pt x="2" y="10"/>
                      <a:pt x="1" y="8"/>
                      <a:pt x="0" y="6"/>
                    </a:cubicBezTo>
                    <a:cubicBezTo>
                      <a:pt x="2" y="4"/>
                      <a:pt x="3" y="2"/>
                      <a:pt x="5" y="0"/>
                    </a:cubicBezTo>
                    <a:cubicBezTo>
                      <a:pt x="12" y="5"/>
                      <a:pt x="18" y="12"/>
                      <a:pt x="22" y="20"/>
                    </a:cubicBezTo>
                    <a:cubicBezTo>
                      <a:pt x="26" y="27"/>
                      <a:pt x="29" y="34"/>
                      <a:pt x="30"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7"/>
              <p:cNvSpPr/>
              <p:nvPr/>
            </p:nvSpPr>
            <p:spPr>
              <a:xfrm rot="-755217">
                <a:off x="8173341" y="2712813"/>
                <a:ext cx="23958" cy="25609"/>
              </a:xfrm>
              <a:custGeom>
                <a:rect b="b" l="l" r="r" t="t"/>
                <a:pathLst>
                  <a:path extrusionOk="0" h="31" w="29">
                    <a:moveTo>
                      <a:pt x="28" y="30"/>
                    </a:moveTo>
                    <a:cubicBezTo>
                      <a:pt x="13" y="27"/>
                      <a:pt x="6" y="15"/>
                      <a:pt x="0" y="0"/>
                    </a:cubicBezTo>
                    <a:cubicBezTo>
                      <a:pt x="21" y="1"/>
                      <a:pt x="22" y="20"/>
                      <a:pt x="28"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7"/>
              <p:cNvSpPr/>
              <p:nvPr/>
            </p:nvSpPr>
            <p:spPr>
              <a:xfrm rot="-755217">
                <a:off x="8732056" y="3747604"/>
                <a:ext cx="17349" cy="27261"/>
              </a:xfrm>
              <a:custGeom>
                <a:rect b="b" l="l" r="r" t="t"/>
                <a:pathLst>
                  <a:path extrusionOk="0" h="33" w="21">
                    <a:moveTo>
                      <a:pt x="20" y="21"/>
                    </a:moveTo>
                    <a:cubicBezTo>
                      <a:pt x="20" y="25"/>
                      <a:pt x="19" y="32"/>
                      <a:pt x="15" y="32"/>
                    </a:cubicBezTo>
                    <a:cubicBezTo>
                      <a:pt x="5" y="32"/>
                      <a:pt x="1" y="23"/>
                      <a:pt x="0" y="14"/>
                    </a:cubicBezTo>
                    <a:cubicBezTo>
                      <a:pt x="0" y="13"/>
                      <a:pt x="0" y="13"/>
                      <a:pt x="0" y="12"/>
                    </a:cubicBezTo>
                    <a:cubicBezTo>
                      <a:pt x="0" y="11"/>
                      <a:pt x="0" y="9"/>
                      <a:pt x="1" y="7"/>
                    </a:cubicBezTo>
                    <a:cubicBezTo>
                      <a:pt x="2" y="6"/>
                      <a:pt x="3" y="4"/>
                      <a:pt x="5" y="3"/>
                    </a:cubicBezTo>
                    <a:cubicBezTo>
                      <a:pt x="6" y="3"/>
                      <a:pt x="6" y="3"/>
                      <a:pt x="7" y="2"/>
                    </a:cubicBezTo>
                    <a:cubicBezTo>
                      <a:pt x="20" y="0"/>
                      <a:pt x="19" y="11"/>
                      <a:pt x="2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7"/>
              <p:cNvSpPr/>
              <p:nvPr/>
            </p:nvSpPr>
            <p:spPr>
              <a:xfrm rot="-755217">
                <a:off x="8949880" y="2757485"/>
                <a:ext cx="28089" cy="37175"/>
              </a:xfrm>
              <a:custGeom>
                <a:rect b="b" l="l" r="r" t="t"/>
                <a:pathLst>
                  <a:path extrusionOk="0" h="45" w="34">
                    <a:moveTo>
                      <a:pt x="33" y="43"/>
                    </a:moveTo>
                    <a:cubicBezTo>
                      <a:pt x="30" y="42"/>
                      <a:pt x="27" y="41"/>
                      <a:pt x="24" y="39"/>
                    </a:cubicBezTo>
                    <a:cubicBezTo>
                      <a:pt x="17" y="35"/>
                      <a:pt x="10" y="29"/>
                      <a:pt x="6" y="21"/>
                    </a:cubicBezTo>
                    <a:cubicBezTo>
                      <a:pt x="2" y="15"/>
                      <a:pt x="0" y="7"/>
                      <a:pt x="0" y="0"/>
                    </a:cubicBezTo>
                    <a:cubicBezTo>
                      <a:pt x="3" y="1"/>
                      <a:pt x="6" y="3"/>
                      <a:pt x="8" y="4"/>
                    </a:cubicBezTo>
                    <a:cubicBezTo>
                      <a:pt x="16" y="9"/>
                      <a:pt x="22" y="14"/>
                      <a:pt x="26" y="22"/>
                    </a:cubicBezTo>
                    <a:cubicBezTo>
                      <a:pt x="30" y="28"/>
                      <a:pt x="32" y="36"/>
                      <a:pt x="33" y="44"/>
                    </a:cubicBezTo>
                    <a:lnTo>
                      <a:pt x="33" y="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7"/>
              <p:cNvSpPr/>
              <p:nvPr/>
            </p:nvSpPr>
            <p:spPr>
              <a:xfrm rot="-755217">
                <a:off x="9458830" y="3584082"/>
                <a:ext cx="29741" cy="38827"/>
              </a:xfrm>
              <a:custGeom>
                <a:rect b="b" l="l" r="r" t="t"/>
                <a:pathLst>
                  <a:path extrusionOk="0" h="47" w="36">
                    <a:moveTo>
                      <a:pt x="35" y="45"/>
                    </a:moveTo>
                    <a:cubicBezTo>
                      <a:pt x="32" y="44"/>
                      <a:pt x="30" y="43"/>
                      <a:pt x="27" y="41"/>
                    </a:cubicBezTo>
                    <a:cubicBezTo>
                      <a:pt x="19" y="37"/>
                      <a:pt x="12" y="30"/>
                      <a:pt x="7" y="21"/>
                    </a:cubicBezTo>
                    <a:cubicBezTo>
                      <a:pt x="4" y="15"/>
                      <a:pt x="1" y="9"/>
                      <a:pt x="0" y="3"/>
                    </a:cubicBezTo>
                    <a:lnTo>
                      <a:pt x="3" y="0"/>
                    </a:lnTo>
                    <a:cubicBezTo>
                      <a:pt x="4" y="1"/>
                      <a:pt x="6" y="2"/>
                      <a:pt x="8" y="3"/>
                    </a:cubicBezTo>
                    <a:cubicBezTo>
                      <a:pt x="16" y="8"/>
                      <a:pt x="22" y="14"/>
                      <a:pt x="27" y="22"/>
                    </a:cubicBezTo>
                    <a:cubicBezTo>
                      <a:pt x="31" y="30"/>
                      <a:pt x="34" y="38"/>
                      <a:pt x="34" y="46"/>
                    </a:cubicBezTo>
                    <a:lnTo>
                      <a:pt x="35"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7"/>
              <p:cNvSpPr/>
              <p:nvPr/>
            </p:nvSpPr>
            <p:spPr>
              <a:xfrm rot="-755217">
                <a:off x="9037824" y="2727480"/>
                <a:ext cx="22306" cy="36349"/>
              </a:xfrm>
              <a:custGeom>
                <a:rect b="b" l="l" r="r" t="t"/>
                <a:pathLst>
                  <a:path extrusionOk="0" h="44" w="27">
                    <a:moveTo>
                      <a:pt x="0" y="0"/>
                    </a:moveTo>
                    <a:cubicBezTo>
                      <a:pt x="13" y="15"/>
                      <a:pt x="26" y="23"/>
                      <a:pt x="26" y="43"/>
                    </a:cubicBezTo>
                    <a:cubicBezTo>
                      <a:pt x="18" y="38"/>
                      <a:pt x="11" y="32"/>
                      <a:pt x="7" y="24"/>
                    </a:cubicBezTo>
                    <a:cubicBezTo>
                      <a:pt x="3" y="17"/>
                      <a:pt x="0"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7"/>
              <p:cNvSpPr/>
              <p:nvPr/>
            </p:nvSpPr>
            <p:spPr>
              <a:xfrm rot="-755217">
                <a:off x="8998186" y="2736778"/>
                <a:ext cx="25611" cy="33870"/>
              </a:xfrm>
              <a:custGeom>
                <a:rect b="b" l="l" r="r" t="t"/>
                <a:pathLst>
                  <a:path extrusionOk="0" h="41" w="31">
                    <a:moveTo>
                      <a:pt x="2" y="1"/>
                    </a:moveTo>
                    <a:cubicBezTo>
                      <a:pt x="4" y="2"/>
                      <a:pt x="6" y="3"/>
                      <a:pt x="8" y="4"/>
                    </a:cubicBezTo>
                    <a:cubicBezTo>
                      <a:pt x="15" y="8"/>
                      <a:pt x="20" y="13"/>
                      <a:pt x="24" y="20"/>
                    </a:cubicBezTo>
                    <a:cubicBezTo>
                      <a:pt x="27" y="26"/>
                      <a:pt x="30" y="33"/>
                      <a:pt x="30" y="40"/>
                    </a:cubicBezTo>
                    <a:cubicBezTo>
                      <a:pt x="16" y="30"/>
                      <a:pt x="0" y="21"/>
                      <a:pt x="4"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7"/>
              <p:cNvSpPr/>
              <p:nvPr/>
            </p:nvSpPr>
            <p:spPr>
              <a:xfrm rot="-755217">
                <a:off x="10060806" y="3451556"/>
                <a:ext cx="26437" cy="24783"/>
              </a:xfrm>
              <a:custGeom>
                <a:rect b="b" l="l" r="r" t="t"/>
                <a:pathLst>
                  <a:path extrusionOk="0" h="30" w="32">
                    <a:moveTo>
                      <a:pt x="31" y="29"/>
                    </a:moveTo>
                    <a:cubicBezTo>
                      <a:pt x="26" y="28"/>
                      <a:pt x="21" y="27"/>
                      <a:pt x="17" y="24"/>
                    </a:cubicBezTo>
                    <a:cubicBezTo>
                      <a:pt x="12" y="21"/>
                      <a:pt x="7" y="17"/>
                      <a:pt x="4" y="11"/>
                    </a:cubicBezTo>
                    <a:cubicBezTo>
                      <a:pt x="2" y="8"/>
                      <a:pt x="1" y="4"/>
                      <a:pt x="0" y="0"/>
                    </a:cubicBezTo>
                    <a:cubicBezTo>
                      <a:pt x="5" y="1"/>
                      <a:pt x="10" y="2"/>
                      <a:pt x="14" y="5"/>
                    </a:cubicBezTo>
                    <a:cubicBezTo>
                      <a:pt x="19" y="8"/>
                      <a:pt x="24" y="13"/>
                      <a:pt x="27" y="18"/>
                    </a:cubicBezTo>
                    <a:cubicBezTo>
                      <a:pt x="29" y="22"/>
                      <a:pt x="31" y="25"/>
                      <a:pt x="3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7"/>
              <p:cNvSpPr/>
              <p:nvPr/>
            </p:nvSpPr>
            <p:spPr>
              <a:xfrm rot="-755217">
                <a:off x="8230235" y="3464358"/>
                <a:ext cx="26437" cy="40479"/>
              </a:xfrm>
              <a:custGeom>
                <a:rect b="b" l="l" r="r" t="t"/>
                <a:pathLst>
                  <a:path extrusionOk="0" h="49" w="32">
                    <a:moveTo>
                      <a:pt x="0" y="0"/>
                    </a:moveTo>
                    <a:cubicBezTo>
                      <a:pt x="19" y="18"/>
                      <a:pt x="30" y="26"/>
                      <a:pt x="31" y="48"/>
                    </a:cubicBezTo>
                    <a:cubicBezTo>
                      <a:pt x="22" y="41"/>
                      <a:pt x="15" y="33"/>
                      <a:pt x="9" y="23"/>
                    </a:cubicBezTo>
                    <a:cubicBezTo>
                      <a:pt x="5" y="16"/>
                      <a:pt x="2"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7"/>
              <p:cNvSpPr/>
              <p:nvPr/>
            </p:nvSpPr>
            <p:spPr>
              <a:xfrm rot="-755217">
                <a:off x="9409309" y="3088692"/>
                <a:ext cx="23958" cy="33044"/>
              </a:xfrm>
              <a:custGeom>
                <a:rect b="b" l="l" r="r" t="t"/>
                <a:pathLst>
                  <a:path extrusionOk="0" h="40" w="29">
                    <a:moveTo>
                      <a:pt x="28" y="38"/>
                    </a:moveTo>
                    <a:cubicBezTo>
                      <a:pt x="9" y="33"/>
                      <a:pt x="4" y="17"/>
                      <a:pt x="0" y="0"/>
                    </a:cubicBezTo>
                    <a:cubicBezTo>
                      <a:pt x="13" y="10"/>
                      <a:pt x="28" y="19"/>
                      <a:pt x="26" y="39"/>
                    </a:cubicBezTo>
                    <a:lnTo>
                      <a:pt x="28"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7"/>
              <p:cNvSpPr/>
              <p:nvPr/>
            </p:nvSpPr>
            <p:spPr>
              <a:xfrm rot="-755217">
                <a:off x="9069412" y="3698839"/>
                <a:ext cx="22306" cy="29740"/>
              </a:xfrm>
              <a:custGeom>
                <a:rect b="b" l="l" r="r" t="t"/>
                <a:pathLst>
                  <a:path extrusionOk="0" h="36" w="27">
                    <a:moveTo>
                      <a:pt x="1" y="0"/>
                    </a:moveTo>
                    <a:cubicBezTo>
                      <a:pt x="3" y="1"/>
                      <a:pt x="4" y="2"/>
                      <a:pt x="5" y="2"/>
                    </a:cubicBezTo>
                    <a:cubicBezTo>
                      <a:pt x="12" y="6"/>
                      <a:pt x="18" y="12"/>
                      <a:pt x="21" y="18"/>
                    </a:cubicBezTo>
                    <a:cubicBezTo>
                      <a:pt x="23" y="22"/>
                      <a:pt x="25" y="26"/>
                      <a:pt x="26" y="30"/>
                    </a:cubicBezTo>
                    <a:cubicBezTo>
                      <a:pt x="14" y="35"/>
                      <a:pt x="11" y="25"/>
                      <a:pt x="6" y="19"/>
                    </a:cubicBezTo>
                    <a:cubicBezTo>
                      <a:pt x="5" y="18"/>
                      <a:pt x="3" y="16"/>
                      <a:pt x="2" y="15"/>
                    </a:cubicBezTo>
                    <a:cubicBezTo>
                      <a:pt x="1" y="12"/>
                      <a:pt x="0" y="9"/>
                      <a:pt x="0" y="6"/>
                    </a:cubicBezTo>
                    <a:cubicBezTo>
                      <a:pt x="0" y="4"/>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7"/>
              <p:cNvSpPr/>
              <p:nvPr/>
            </p:nvSpPr>
            <p:spPr>
              <a:xfrm rot="-755217">
                <a:off x="8912723" y="2726589"/>
                <a:ext cx="30567" cy="38827"/>
              </a:xfrm>
              <a:custGeom>
                <a:rect b="b" l="l" r="r" t="t"/>
                <a:pathLst>
                  <a:path extrusionOk="0" h="47" w="37">
                    <a:moveTo>
                      <a:pt x="36" y="46"/>
                    </a:moveTo>
                    <a:cubicBezTo>
                      <a:pt x="14" y="40"/>
                      <a:pt x="7" y="22"/>
                      <a:pt x="0" y="4"/>
                    </a:cubicBezTo>
                    <a:lnTo>
                      <a:pt x="4" y="0"/>
                    </a:lnTo>
                    <a:cubicBezTo>
                      <a:pt x="4" y="0"/>
                      <a:pt x="5" y="0"/>
                      <a:pt x="5" y="1"/>
                    </a:cubicBezTo>
                    <a:cubicBezTo>
                      <a:pt x="14" y="6"/>
                      <a:pt x="22" y="13"/>
                      <a:pt x="27" y="22"/>
                    </a:cubicBezTo>
                    <a:cubicBezTo>
                      <a:pt x="32" y="30"/>
                      <a:pt x="33" y="38"/>
                      <a:pt x="34" y="46"/>
                    </a:cubicBezTo>
                    <a:lnTo>
                      <a:pt x="36" y="4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7"/>
              <p:cNvSpPr/>
              <p:nvPr/>
            </p:nvSpPr>
            <p:spPr>
              <a:xfrm rot="-755217">
                <a:off x="9984564" y="3513048"/>
                <a:ext cx="38003" cy="28914"/>
              </a:xfrm>
              <a:custGeom>
                <a:rect b="b" l="l" r="r" t="t"/>
                <a:pathLst>
                  <a:path extrusionOk="0" h="35" w="46">
                    <a:moveTo>
                      <a:pt x="45" y="33"/>
                    </a:moveTo>
                    <a:cubicBezTo>
                      <a:pt x="37" y="32"/>
                      <a:pt x="29" y="30"/>
                      <a:pt x="22" y="26"/>
                    </a:cubicBezTo>
                    <a:cubicBezTo>
                      <a:pt x="14" y="22"/>
                      <a:pt x="8" y="16"/>
                      <a:pt x="4" y="9"/>
                    </a:cubicBezTo>
                    <a:cubicBezTo>
                      <a:pt x="3" y="6"/>
                      <a:pt x="1" y="3"/>
                      <a:pt x="0" y="0"/>
                    </a:cubicBezTo>
                    <a:cubicBezTo>
                      <a:pt x="8" y="0"/>
                      <a:pt x="15" y="2"/>
                      <a:pt x="22" y="6"/>
                    </a:cubicBezTo>
                    <a:cubicBezTo>
                      <a:pt x="30" y="10"/>
                      <a:pt x="36" y="17"/>
                      <a:pt x="41" y="25"/>
                    </a:cubicBezTo>
                    <a:cubicBezTo>
                      <a:pt x="43" y="28"/>
                      <a:pt x="44" y="31"/>
                      <a:pt x="45" y="34"/>
                    </a:cubicBezTo>
                    <a:lnTo>
                      <a:pt x="45"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7"/>
              <p:cNvSpPr/>
              <p:nvPr/>
            </p:nvSpPr>
            <p:spPr>
              <a:xfrm rot="-755217">
                <a:off x="8965591" y="2706484"/>
                <a:ext cx="28915" cy="37175"/>
              </a:xfrm>
              <a:custGeom>
                <a:rect b="b" l="l" r="r" t="t"/>
                <a:pathLst>
                  <a:path extrusionOk="0" h="45" w="35">
                    <a:moveTo>
                      <a:pt x="34" y="44"/>
                    </a:moveTo>
                    <a:cubicBezTo>
                      <a:pt x="30" y="43"/>
                      <a:pt x="27" y="42"/>
                      <a:pt x="24" y="40"/>
                    </a:cubicBezTo>
                    <a:cubicBezTo>
                      <a:pt x="17" y="36"/>
                      <a:pt x="11" y="30"/>
                      <a:pt x="7" y="23"/>
                    </a:cubicBezTo>
                    <a:cubicBezTo>
                      <a:pt x="3" y="16"/>
                      <a:pt x="1" y="8"/>
                      <a:pt x="0" y="0"/>
                    </a:cubicBezTo>
                    <a:cubicBezTo>
                      <a:pt x="3" y="1"/>
                      <a:pt x="5" y="3"/>
                      <a:pt x="7" y="4"/>
                    </a:cubicBezTo>
                    <a:cubicBezTo>
                      <a:pt x="15" y="9"/>
                      <a:pt x="22" y="15"/>
                      <a:pt x="27" y="23"/>
                    </a:cubicBezTo>
                    <a:cubicBezTo>
                      <a:pt x="30" y="29"/>
                      <a:pt x="33" y="37"/>
                      <a:pt x="3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7"/>
              <p:cNvSpPr/>
              <p:nvPr/>
            </p:nvSpPr>
            <p:spPr>
              <a:xfrm rot="-755217">
                <a:off x="8149058" y="2191453"/>
                <a:ext cx="33872" cy="23131"/>
              </a:xfrm>
              <a:custGeom>
                <a:rect b="b" l="l" r="r" t="t"/>
                <a:pathLst>
                  <a:path extrusionOk="0" h="28" w="41">
                    <a:moveTo>
                      <a:pt x="40" y="27"/>
                    </a:moveTo>
                    <a:cubicBezTo>
                      <a:pt x="33" y="26"/>
                      <a:pt x="26" y="23"/>
                      <a:pt x="20" y="20"/>
                    </a:cubicBezTo>
                    <a:cubicBezTo>
                      <a:pt x="12" y="15"/>
                      <a:pt x="5" y="8"/>
                      <a:pt x="0" y="0"/>
                    </a:cubicBezTo>
                    <a:cubicBezTo>
                      <a:pt x="8" y="0"/>
                      <a:pt x="15" y="2"/>
                      <a:pt x="22" y="6"/>
                    </a:cubicBezTo>
                    <a:cubicBezTo>
                      <a:pt x="28" y="10"/>
                      <a:pt x="34" y="16"/>
                      <a:pt x="38" y="23"/>
                    </a:cubicBezTo>
                    <a:cubicBezTo>
                      <a:pt x="39" y="24"/>
                      <a:pt x="40" y="25"/>
                      <a:pt x="4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7"/>
              <p:cNvSpPr/>
              <p:nvPr/>
            </p:nvSpPr>
            <p:spPr>
              <a:xfrm rot="-755217">
                <a:off x="8707087" y="2764605"/>
                <a:ext cx="24784" cy="32218"/>
              </a:xfrm>
              <a:custGeom>
                <a:rect b="b" l="l" r="r" t="t"/>
                <a:pathLst>
                  <a:path extrusionOk="0" h="39" w="30">
                    <a:moveTo>
                      <a:pt x="0" y="1"/>
                    </a:moveTo>
                    <a:cubicBezTo>
                      <a:pt x="21" y="5"/>
                      <a:pt x="24" y="22"/>
                      <a:pt x="29" y="38"/>
                    </a:cubicBezTo>
                    <a:cubicBezTo>
                      <a:pt x="16" y="29"/>
                      <a:pt x="3" y="19"/>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7"/>
              <p:cNvSpPr/>
              <p:nvPr/>
            </p:nvSpPr>
            <p:spPr>
              <a:xfrm rot="-755217">
                <a:off x="8979452" y="2678811"/>
                <a:ext cx="28915" cy="34696"/>
              </a:xfrm>
              <a:custGeom>
                <a:rect b="b" l="l" r="r" t="t"/>
                <a:pathLst>
                  <a:path extrusionOk="0" h="42" w="35">
                    <a:moveTo>
                      <a:pt x="34" y="41"/>
                    </a:moveTo>
                    <a:cubicBezTo>
                      <a:pt x="32" y="40"/>
                      <a:pt x="30" y="40"/>
                      <a:pt x="28" y="38"/>
                    </a:cubicBezTo>
                    <a:cubicBezTo>
                      <a:pt x="19" y="33"/>
                      <a:pt x="12" y="26"/>
                      <a:pt x="7" y="17"/>
                    </a:cubicBezTo>
                    <a:cubicBezTo>
                      <a:pt x="4" y="12"/>
                      <a:pt x="2" y="6"/>
                      <a:pt x="0" y="0"/>
                    </a:cubicBezTo>
                    <a:cubicBezTo>
                      <a:pt x="19" y="7"/>
                      <a:pt x="24" y="21"/>
                      <a:pt x="3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7"/>
              <p:cNvSpPr/>
              <p:nvPr/>
            </p:nvSpPr>
            <p:spPr>
              <a:xfrm rot="-755217">
                <a:off x="8673866" y="2734471"/>
                <a:ext cx="28089" cy="37175"/>
              </a:xfrm>
              <a:custGeom>
                <a:rect b="b" l="l" r="r" t="t"/>
                <a:pathLst>
                  <a:path extrusionOk="0" h="45" w="34">
                    <a:moveTo>
                      <a:pt x="33" y="44"/>
                    </a:moveTo>
                    <a:cubicBezTo>
                      <a:pt x="31" y="44"/>
                      <a:pt x="29" y="43"/>
                      <a:pt x="28" y="42"/>
                    </a:cubicBezTo>
                    <a:cubicBezTo>
                      <a:pt x="19" y="37"/>
                      <a:pt x="12" y="30"/>
                      <a:pt x="7" y="21"/>
                    </a:cubicBezTo>
                    <a:cubicBezTo>
                      <a:pt x="3" y="15"/>
                      <a:pt x="1" y="7"/>
                      <a:pt x="0" y="0"/>
                    </a:cubicBezTo>
                    <a:cubicBezTo>
                      <a:pt x="3" y="1"/>
                      <a:pt x="6" y="2"/>
                      <a:pt x="9" y="4"/>
                    </a:cubicBezTo>
                    <a:cubicBezTo>
                      <a:pt x="16" y="8"/>
                      <a:pt x="22" y="14"/>
                      <a:pt x="26" y="21"/>
                    </a:cubicBezTo>
                    <a:cubicBezTo>
                      <a:pt x="30" y="28"/>
                      <a:pt x="32" y="36"/>
                      <a:pt x="33"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7"/>
              <p:cNvSpPr/>
              <p:nvPr/>
            </p:nvSpPr>
            <p:spPr>
              <a:xfrm rot="-755217">
                <a:off x="10021897" y="3582467"/>
                <a:ext cx="31394" cy="28088"/>
              </a:xfrm>
              <a:custGeom>
                <a:rect b="b" l="l" r="r" t="t"/>
                <a:pathLst>
                  <a:path extrusionOk="0" h="34" w="38">
                    <a:moveTo>
                      <a:pt x="37" y="33"/>
                    </a:moveTo>
                    <a:cubicBezTo>
                      <a:pt x="17" y="21"/>
                      <a:pt x="7" y="15"/>
                      <a:pt x="0" y="0"/>
                    </a:cubicBezTo>
                    <a:cubicBezTo>
                      <a:pt x="17" y="3"/>
                      <a:pt x="26" y="12"/>
                      <a:pt x="37"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7"/>
              <p:cNvSpPr/>
              <p:nvPr/>
            </p:nvSpPr>
            <p:spPr>
              <a:xfrm rot="-755217">
                <a:off x="7951926" y="2885256"/>
                <a:ext cx="15697" cy="41305"/>
              </a:xfrm>
              <a:custGeom>
                <a:rect b="b" l="l" r="r" t="t"/>
                <a:pathLst>
                  <a:path extrusionOk="0" h="50" w="19">
                    <a:moveTo>
                      <a:pt x="3" y="1"/>
                    </a:moveTo>
                    <a:lnTo>
                      <a:pt x="18" y="49"/>
                    </a:lnTo>
                    <a:cubicBezTo>
                      <a:pt x="18" y="48"/>
                      <a:pt x="18" y="48"/>
                      <a:pt x="17" y="48"/>
                    </a:cubicBezTo>
                    <a:cubicBezTo>
                      <a:pt x="12" y="45"/>
                      <a:pt x="7" y="40"/>
                      <a:pt x="4" y="35"/>
                    </a:cubicBezTo>
                    <a:cubicBezTo>
                      <a:pt x="1" y="30"/>
                      <a:pt x="0" y="24"/>
                      <a:pt x="0" y="17"/>
                    </a:cubicBezTo>
                    <a:cubicBezTo>
                      <a:pt x="0" y="11"/>
                      <a:pt x="1" y="5"/>
                      <a:pt x="4"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7"/>
              <p:cNvSpPr/>
              <p:nvPr/>
            </p:nvSpPr>
            <p:spPr>
              <a:xfrm rot="-755217">
                <a:off x="8280923" y="3509835"/>
                <a:ext cx="24784" cy="32218"/>
              </a:xfrm>
              <a:custGeom>
                <a:rect b="b" l="l" r="r" t="t"/>
                <a:pathLst>
                  <a:path extrusionOk="0" h="39" w="30">
                    <a:moveTo>
                      <a:pt x="29" y="37"/>
                    </a:moveTo>
                    <a:cubicBezTo>
                      <a:pt x="27" y="36"/>
                      <a:pt x="25" y="36"/>
                      <a:pt x="24" y="35"/>
                    </a:cubicBezTo>
                    <a:cubicBezTo>
                      <a:pt x="17" y="30"/>
                      <a:pt x="10" y="24"/>
                      <a:pt x="6" y="17"/>
                    </a:cubicBezTo>
                    <a:cubicBezTo>
                      <a:pt x="3" y="12"/>
                      <a:pt x="1" y="6"/>
                      <a:pt x="0" y="0"/>
                    </a:cubicBezTo>
                    <a:cubicBezTo>
                      <a:pt x="13" y="10"/>
                      <a:pt x="29" y="18"/>
                      <a:pt x="27" y="38"/>
                    </a:cubicBezTo>
                    <a:lnTo>
                      <a:pt x="29"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7"/>
              <p:cNvSpPr/>
              <p:nvPr/>
            </p:nvSpPr>
            <p:spPr>
              <a:xfrm rot="-755217">
                <a:off x="8968907" y="3351563"/>
                <a:ext cx="28915" cy="35522"/>
              </a:xfrm>
              <a:custGeom>
                <a:rect b="b" l="l" r="r" t="t"/>
                <a:pathLst>
                  <a:path extrusionOk="0" h="43" w="35">
                    <a:moveTo>
                      <a:pt x="34" y="41"/>
                    </a:moveTo>
                    <a:cubicBezTo>
                      <a:pt x="15" y="36"/>
                      <a:pt x="8" y="21"/>
                      <a:pt x="0" y="0"/>
                    </a:cubicBezTo>
                    <a:cubicBezTo>
                      <a:pt x="22" y="9"/>
                      <a:pt x="34" y="21"/>
                      <a:pt x="33" y="42"/>
                    </a:cubicBezTo>
                    <a:lnTo>
                      <a:pt x="34"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7"/>
              <p:cNvSpPr/>
              <p:nvPr/>
            </p:nvSpPr>
            <p:spPr>
              <a:xfrm rot="-755217">
                <a:off x="8183616" y="2626433"/>
                <a:ext cx="27263" cy="32218"/>
              </a:xfrm>
              <a:custGeom>
                <a:rect b="b" l="l" r="r" t="t"/>
                <a:pathLst>
                  <a:path extrusionOk="0" h="39" w="33">
                    <a:moveTo>
                      <a:pt x="32" y="37"/>
                    </a:moveTo>
                    <a:cubicBezTo>
                      <a:pt x="12" y="33"/>
                      <a:pt x="10" y="13"/>
                      <a:pt x="0" y="0"/>
                    </a:cubicBezTo>
                    <a:cubicBezTo>
                      <a:pt x="5" y="1"/>
                      <a:pt x="9" y="2"/>
                      <a:pt x="12" y="4"/>
                    </a:cubicBezTo>
                    <a:cubicBezTo>
                      <a:pt x="18" y="8"/>
                      <a:pt x="23" y="12"/>
                      <a:pt x="26" y="18"/>
                    </a:cubicBezTo>
                    <a:cubicBezTo>
                      <a:pt x="29" y="24"/>
                      <a:pt x="31" y="30"/>
                      <a:pt x="31" y="37"/>
                    </a:cubicBezTo>
                    <a:lnTo>
                      <a:pt x="31" y="38"/>
                    </a:lnTo>
                    <a:lnTo>
                      <a:pt x="32" y="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7"/>
              <p:cNvSpPr/>
              <p:nvPr/>
            </p:nvSpPr>
            <p:spPr>
              <a:xfrm rot="-755217">
                <a:off x="10164488" y="3571254"/>
                <a:ext cx="20654" cy="24783"/>
              </a:xfrm>
              <a:custGeom>
                <a:rect b="b" l="l" r="r" t="t"/>
                <a:pathLst>
                  <a:path extrusionOk="0" h="30" w="25">
                    <a:moveTo>
                      <a:pt x="24" y="29"/>
                    </a:moveTo>
                    <a:cubicBezTo>
                      <a:pt x="9" y="19"/>
                      <a:pt x="0" y="14"/>
                      <a:pt x="2" y="0"/>
                    </a:cubicBezTo>
                    <a:cubicBezTo>
                      <a:pt x="15" y="1"/>
                      <a:pt x="18" y="11"/>
                      <a:pt x="2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7"/>
              <p:cNvSpPr/>
              <p:nvPr/>
            </p:nvSpPr>
            <p:spPr>
              <a:xfrm rot="-755217">
                <a:off x="7987008" y="2895462"/>
                <a:ext cx="19828" cy="31392"/>
              </a:xfrm>
              <a:custGeom>
                <a:rect b="b" l="l" r="r" t="t"/>
                <a:pathLst>
                  <a:path extrusionOk="0" h="38" w="24">
                    <a:moveTo>
                      <a:pt x="7" y="1"/>
                    </a:moveTo>
                    <a:lnTo>
                      <a:pt x="23" y="37"/>
                    </a:lnTo>
                    <a:cubicBezTo>
                      <a:pt x="4" y="29"/>
                      <a:pt x="0" y="16"/>
                      <a:pt x="9" y="0"/>
                    </a:cubicBezTo>
                    <a:lnTo>
                      <a:pt x="7"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7"/>
              <p:cNvSpPr/>
              <p:nvPr/>
            </p:nvSpPr>
            <p:spPr>
              <a:xfrm rot="-755217">
                <a:off x="9596121" y="3115870"/>
                <a:ext cx="19828" cy="22305"/>
              </a:xfrm>
              <a:custGeom>
                <a:rect b="b" l="l" r="r" t="t"/>
                <a:pathLst>
                  <a:path extrusionOk="0" h="27" w="24">
                    <a:moveTo>
                      <a:pt x="1" y="2"/>
                    </a:moveTo>
                    <a:cubicBezTo>
                      <a:pt x="16" y="2"/>
                      <a:pt x="20" y="14"/>
                      <a:pt x="23" y="26"/>
                    </a:cubicBezTo>
                    <a:cubicBezTo>
                      <a:pt x="7" y="25"/>
                      <a:pt x="0" y="17"/>
                      <a:pt x="2" y="0"/>
                    </a:cubicBez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7"/>
              <p:cNvSpPr/>
              <p:nvPr/>
            </p:nvSpPr>
            <p:spPr>
              <a:xfrm rot="-755217">
                <a:off x="9827584" y="3409445"/>
                <a:ext cx="20654" cy="22305"/>
              </a:xfrm>
              <a:custGeom>
                <a:rect b="b" l="l" r="r" t="t"/>
                <a:pathLst>
                  <a:path extrusionOk="0" h="27" w="25">
                    <a:moveTo>
                      <a:pt x="2" y="1"/>
                    </a:moveTo>
                    <a:cubicBezTo>
                      <a:pt x="17" y="3"/>
                      <a:pt x="21" y="14"/>
                      <a:pt x="24" y="26"/>
                    </a:cubicBezTo>
                    <a:cubicBezTo>
                      <a:pt x="8" y="25"/>
                      <a:pt x="0" y="17"/>
                      <a:pt x="3"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7"/>
              <p:cNvSpPr/>
              <p:nvPr/>
            </p:nvSpPr>
            <p:spPr>
              <a:xfrm rot="-755217">
                <a:off x="8594762" y="2383832"/>
                <a:ext cx="19828" cy="23131"/>
              </a:xfrm>
              <a:custGeom>
                <a:rect b="b" l="l" r="r" t="t"/>
                <a:pathLst>
                  <a:path extrusionOk="0" h="28" w="24">
                    <a:moveTo>
                      <a:pt x="23" y="27"/>
                    </a:moveTo>
                    <a:cubicBezTo>
                      <a:pt x="9" y="18"/>
                      <a:pt x="0" y="13"/>
                      <a:pt x="1" y="1"/>
                    </a:cubicBezTo>
                    <a:cubicBezTo>
                      <a:pt x="14" y="0"/>
                      <a:pt x="18" y="9"/>
                      <a:pt x="23"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7"/>
              <p:cNvSpPr/>
              <p:nvPr/>
            </p:nvSpPr>
            <p:spPr>
              <a:xfrm rot="-755217">
                <a:off x="8869734" y="3228519"/>
                <a:ext cx="23958" cy="23131"/>
              </a:xfrm>
              <a:custGeom>
                <a:rect b="b" l="l" r="r" t="t"/>
                <a:pathLst>
                  <a:path extrusionOk="0" h="28" w="29">
                    <a:moveTo>
                      <a:pt x="28" y="21"/>
                    </a:moveTo>
                    <a:cubicBezTo>
                      <a:pt x="15" y="27"/>
                      <a:pt x="8" y="18"/>
                      <a:pt x="0" y="12"/>
                    </a:cubicBezTo>
                    <a:cubicBezTo>
                      <a:pt x="15" y="0"/>
                      <a:pt x="19" y="21"/>
                      <a:pt x="2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7"/>
              <p:cNvSpPr/>
              <p:nvPr/>
            </p:nvSpPr>
            <p:spPr>
              <a:xfrm rot="-755217">
                <a:off x="9633132" y="2940851"/>
                <a:ext cx="28089" cy="28088"/>
              </a:xfrm>
              <a:custGeom>
                <a:rect b="b" l="l" r="r" t="t"/>
                <a:pathLst>
                  <a:path extrusionOk="0" h="34" w="34">
                    <a:moveTo>
                      <a:pt x="31" y="33"/>
                    </a:moveTo>
                    <a:cubicBezTo>
                      <a:pt x="15" y="30"/>
                      <a:pt x="11" y="16"/>
                      <a:pt x="0" y="0"/>
                    </a:cubicBezTo>
                    <a:cubicBezTo>
                      <a:pt x="1" y="0"/>
                      <a:pt x="1" y="0"/>
                      <a:pt x="2" y="0"/>
                    </a:cubicBezTo>
                    <a:cubicBezTo>
                      <a:pt x="7" y="0"/>
                      <a:pt x="12" y="1"/>
                      <a:pt x="17" y="4"/>
                    </a:cubicBezTo>
                    <a:cubicBezTo>
                      <a:pt x="22" y="7"/>
                      <a:pt x="26" y="11"/>
                      <a:pt x="29" y="16"/>
                    </a:cubicBezTo>
                    <a:cubicBezTo>
                      <a:pt x="31" y="21"/>
                      <a:pt x="33" y="26"/>
                      <a:pt x="33" y="31"/>
                    </a:cubicBezTo>
                    <a:lnTo>
                      <a:pt x="33" y="32"/>
                    </a:lnTo>
                    <a:lnTo>
                      <a:pt x="31"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7"/>
              <p:cNvSpPr/>
              <p:nvPr/>
            </p:nvSpPr>
            <p:spPr>
              <a:xfrm rot="-755217">
                <a:off x="8820992" y="3326546"/>
                <a:ext cx="23958" cy="19826"/>
              </a:xfrm>
              <a:custGeom>
                <a:rect b="b" l="l" r="r" t="t"/>
                <a:pathLst>
                  <a:path extrusionOk="0" h="24" w="29">
                    <a:moveTo>
                      <a:pt x="0" y="0"/>
                    </a:moveTo>
                    <a:cubicBezTo>
                      <a:pt x="18" y="5"/>
                      <a:pt x="27" y="8"/>
                      <a:pt x="28" y="21"/>
                    </a:cubicBezTo>
                    <a:cubicBezTo>
                      <a:pt x="15" y="23"/>
                      <a:pt x="9" y="1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7"/>
              <p:cNvSpPr/>
              <p:nvPr/>
            </p:nvSpPr>
            <p:spPr>
              <a:xfrm rot="-755217">
                <a:off x="8701668" y="3432108"/>
                <a:ext cx="14871" cy="22305"/>
              </a:xfrm>
              <a:custGeom>
                <a:rect b="b" l="l" r="r" t="t"/>
                <a:pathLst>
                  <a:path extrusionOk="0" h="27" w="18">
                    <a:moveTo>
                      <a:pt x="15" y="26"/>
                    </a:moveTo>
                    <a:cubicBezTo>
                      <a:pt x="4" y="20"/>
                      <a:pt x="4" y="10"/>
                      <a:pt x="0" y="2"/>
                    </a:cubicBezTo>
                    <a:cubicBezTo>
                      <a:pt x="4" y="2"/>
                      <a:pt x="8" y="0"/>
                      <a:pt x="10" y="2"/>
                    </a:cubicBezTo>
                    <a:cubicBezTo>
                      <a:pt x="11" y="3"/>
                      <a:pt x="12" y="5"/>
                      <a:pt x="13" y="6"/>
                    </a:cubicBezTo>
                    <a:cubicBezTo>
                      <a:pt x="15" y="10"/>
                      <a:pt x="17" y="14"/>
                      <a:pt x="17" y="18"/>
                    </a:cubicBezTo>
                    <a:cubicBezTo>
                      <a:pt x="17" y="21"/>
                      <a:pt x="16" y="24"/>
                      <a:pt x="1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rot="-755217">
                <a:off x="9293293" y="3250435"/>
                <a:ext cx="27263" cy="27261"/>
              </a:xfrm>
              <a:custGeom>
                <a:rect b="b" l="l" r="r" t="t"/>
                <a:pathLst>
                  <a:path extrusionOk="0" h="33" w="33">
                    <a:moveTo>
                      <a:pt x="31" y="31"/>
                    </a:moveTo>
                    <a:cubicBezTo>
                      <a:pt x="15" y="31"/>
                      <a:pt x="9" y="18"/>
                      <a:pt x="0" y="0"/>
                    </a:cubicBezTo>
                    <a:cubicBezTo>
                      <a:pt x="19" y="7"/>
                      <a:pt x="32" y="13"/>
                      <a:pt x="30" y="32"/>
                    </a:cubicBezTo>
                    <a:lnTo>
                      <a:pt x="31"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rot="-755217">
                <a:off x="9644980" y="3789736"/>
                <a:ext cx="20654" cy="29740"/>
              </a:xfrm>
              <a:custGeom>
                <a:rect b="b" l="l" r="r" t="t"/>
                <a:pathLst>
                  <a:path extrusionOk="0" h="36" w="25">
                    <a:moveTo>
                      <a:pt x="5" y="0"/>
                    </a:moveTo>
                    <a:cubicBezTo>
                      <a:pt x="16" y="11"/>
                      <a:pt x="24" y="20"/>
                      <a:pt x="16" y="35"/>
                    </a:cubicBezTo>
                    <a:cubicBezTo>
                      <a:pt x="9" y="25"/>
                      <a:pt x="0" y="17"/>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7"/>
              <p:cNvSpPr/>
              <p:nvPr/>
            </p:nvSpPr>
            <p:spPr>
              <a:xfrm rot="-755217">
                <a:off x="8665529" y="2534853"/>
                <a:ext cx="19001" cy="21479"/>
              </a:xfrm>
              <a:custGeom>
                <a:rect b="b" l="l" r="r" t="t"/>
                <a:pathLst>
                  <a:path extrusionOk="0" h="26" w="23">
                    <a:moveTo>
                      <a:pt x="6" y="0"/>
                    </a:moveTo>
                    <a:cubicBezTo>
                      <a:pt x="13" y="5"/>
                      <a:pt x="22" y="9"/>
                      <a:pt x="20" y="20"/>
                    </a:cubicBezTo>
                    <a:cubicBezTo>
                      <a:pt x="20" y="24"/>
                      <a:pt x="15" y="25"/>
                      <a:pt x="12" y="22"/>
                    </a:cubicBezTo>
                    <a:cubicBezTo>
                      <a:pt x="8" y="16"/>
                      <a:pt x="4" y="11"/>
                      <a:pt x="0" y="5"/>
                    </a:cubicBezTo>
                    <a:cubicBezTo>
                      <a:pt x="2" y="3"/>
                      <a:pt x="4" y="1"/>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7"/>
              <p:cNvSpPr/>
              <p:nvPr/>
            </p:nvSpPr>
            <p:spPr>
              <a:xfrm rot="-755217">
                <a:off x="8039877" y="2839384"/>
                <a:ext cx="23132" cy="40479"/>
              </a:xfrm>
              <a:custGeom>
                <a:rect b="b" l="l" r="r" t="t"/>
                <a:pathLst>
                  <a:path extrusionOk="0" h="49" w="28">
                    <a:moveTo>
                      <a:pt x="4" y="0"/>
                    </a:moveTo>
                    <a:cubicBezTo>
                      <a:pt x="18" y="9"/>
                      <a:pt x="23" y="23"/>
                      <a:pt x="27" y="48"/>
                    </a:cubicBezTo>
                    <a:cubicBezTo>
                      <a:pt x="8" y="29"/>
                      <a:pt x="0" y="17"/>
                      <a:pt x="5" y="0"/>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7"/>
              <p:cNvSpPr/>
              <p:nvPr/>
            </p:nvSpPr>
            <p:spPr>
              <a:xfrm rot="-755217">
                <a:off x="7514989" y="2504148"/>
                <a:ext cx="44612" cy="199917"/>
              </a:xfrm>
              <a:custGeom>
                <a:rect b="b" l="l" r="r" t="t"/>
                <a:pathLst>
                  <a:path extrusionOk="0" h="242" w="54">
                    <a:moveTo>
                      <a:pt x="19" y="217"/>
                    </a:moveTo>
                    <a:cubicBezTo>
                      <a:pt x="53" y="184"/>
                      <a:pt x="38" y="149"/>
                      <a:pt x="40" y="119"/>
                    </a:cubicBezTo>
                    <a:cubicBezTo>
                      <a:pt x="42" y="88"/>
                      <a:pt x="34" y="55"/>
                      <a:pt x="52" y="26"/>
                    </a:cubicBezTo>
                    <a:cubicBezTo>
                      <a:pt x="52" y="90"/>
                      <a:pt x="47" y="155"/>
                      <a:pt x="52" y="219"/>
                    </a:cubicBezTo>
                    <a:cubicBezTo>
                      <a:pt x="52" y="236"/>
                      <a:pt x="43" y="230"/>
                      <a:pt x="33" y="234"/>
                    </a:cubicBezTo>
                    <a:cubicBezTo>
                      <a:pt x="15" y="241"/>
                      <a:pt x="10" y="237"/>
                      <a:pt x="7" y="221"/>
                    </a:cubicBezTo>
                    <a:cubicBezTo>
                      <a:pt x="3" y="199"/>
                      <a:pt x="1" y="178"/>
                      <a:pt x="0" y="156"/>
                    </a:cubicBezTo>
                    <a:cubicBezTo>
                      <a:pt x="0" y="153"/>
                      <a:pt x="0" y="149"/>
                      <a:pt x="0" y="146"/>
                    </a:cubicBezTo>
                    <a:cubicBezTo>
                      <a:pt x="0" y="97"/>
                      <a:pt x="6" y="48"/>
                      <a:pt x="17" y="0"/>
                    </a:cubicBezTo>
                    <a:cubicBezTo>
                      <a:pt x="16" y="69"/>
                      <a:pt x="14" y="140"/>
                      <a:pt x="19"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rot="-755217">
                <a:off x="7509754" y="2275401"/>
                <a:ext cx="63613" cy="123089"/>
              </a:xfrm>
              <a:custGeom>
                <a:rect b="b" l="l" r="r" t="t"/>
                <a:pathLst>
                  <a:path extrusionOk="0" h="149" w="77">
                    <a:moveTo>
                      <a:pt x="49" y="148"/>
                    </a:moveTo>
                    <a:cubicBezTo>
                      <a:pt x="61" y="125"/>
                      <a:pt x="51" y="108"/>
                      <a:pt x="35" y="90"/>
                    </a:cubicBezTo>
                    <a:cubicBezTo>
                      <a:pt x="27" y="82"/>
                      <a:pt x="21" y="74"/>
                      <a:pt x="15" y="65"/>
                    </a:cubicBezTo>
                    <a:cubicBezTo>
                      <a:pt x="5" y="47"/>
                      <a:pt x="0" y="27"/>
                      <a:pt x="0" y="6"/>
                    </a:cubicBezTo>
                    <a:cubicBezTo>
                      <a:pt x="0" y="5"/>
                      <a:pt x="0" y="4"/>
                      <a:pt x="0" y="2"/>
                    </a:cubicBezTo>
                    <a:cubicBezTo>
                      <a:pt x="20" y="0"/>
                      <a:pt x="16" y="14"/>
                      <a:pt x="19" y="23"/>
                    </a:cubicBezTo>
                    <a:cubicBezTo>
                      <a:pt x="25" y="41"/>
                      <a:pt x="23" y="62"/>
                      <a:pt x="52" y="65"/>
                    </a:cubicBezTo>
                    <a:cubicBezTo>
                      <a:pt x="70" y="67"/>
                      <a:pt x="63" y="89"/>
                      <a:pt x="63" y="102"/>
                    </a:cubicBezTo>
                    <a:cubicBezTo>
                      <a:pt x="62" y="115"/>
                      <a:pt x="76" y="140"/>
                      <a:pt x="48" y="146"/>
                    </a:cubicBezTo>
                    <a:lnTo>
                      <a:pt x="49" y="14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rot="-755217">
                <a:off x="7750467" y="2358192"/>
                <a:ext cx="90050" cy="109046"/>
              </a:xfrm>
              <a:custGeom>
                <a:rect b="b" l="l" r="r" t="t"/>
                <a:pathLst>
                  <a:path extrusionOk="0" h="132" w="109">
                    <a:moveTo>
                      <a:pt x="0" y="4"/>
                    </a:moveTo>
                    <a:cubicBezTo>
                      <a:pt x="4" y="2"/>
                      <a:pt x="6" y="0"/>
                      <a:pt x="8" y="0"/>
                    </a:cubicBezTo>
                    <a:cubicBezTo>
                      <a:pt x="23" y="0"/>
                      <a:pt x="37" y="4"/>
                      <a:pt x="50" y="12"/>
                    </a:cubicBezTo>
                    <a:cubicBezTo>
                      <a:pt x="63" y="19"/>
                      <a:pt x="73" y="29"/>
                      <a:pt x="81" y="42"/>
                    </a:cubicBezTo>
                    <a:cubicBezTo>
                      <a:pt x="89" y="55"/>
                      <a:pt x="92" y="70"/>
                      <a:pt x="92" y="85"/>
                    </a:cubicBezTo>
                    <a:cubicBezTo>
                      <a:pt x="94" y="98"/>
                      <a:pt x="108" y="108"/>
                      <a:pt x="106" y="124"/>
                    </a:cubicBezTo>
                    <a:cubicBezTo>
                      <a:pt x="92" y="131"/>
                      <a:pt x="90" y="121"/>
                      <a:pt x="87" y="113"/>
                    </a:cubicBezTo>
                    <a:cubicBezTo>
                      <a:pt x="80" y="94"/>
                      <a:pt x="73" y="75"/>
                      <a:pt x="67" y="56"/>
                    </a:cubicBezTo>
                    <a:cubicBezTo>
                      <a:pt x="61" y="37"/>
                      <a:pt x="56" y="19"/>
                      <a:pt x="27" y="30"/>
                    </a:cubicBezTo>
                    <a:cubicBezTo>
                      <a:pt x="15" y="34"/>
                      <a:pt x="4" y="21"/>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7"/>
              <p:cNvSpPr/>
              <p:nvPr/>
            </p:nvSpPr>
            <p:spPr>
              <a:xfrm rot="-755217">
                <a:off x="7593185" y="2511104"/>
                <a:ext cx="44612" cy="120611"/>
              </a:xfrm>
              <a:custGeom>
                <a:rect b="b" l="l" r="r" t="t"/>
                <a:pathLst>
                  <a:path extrusionOk="0" h="146" w="54">
                    <a:moveTo>
                      <a:pt x="50" y="129"/>
                    </a:moveTo>
                    <a:cubicBezTo>
                      <a:pt x="30" y="115"/>
                      <a:pt x="42" y="84"/>
                      <a:pt x="16" y="68"/>
                    </a:cubicBezTo>
                    <a:lnTo>
                      <a:pt x="16" y="145"/>
                    </a:lnTo>
                    <a:cubicBezTo>
                      <a:pt x="0" y="81"/>
                      <a:pt x="3" y="57"/>
                      <a:pt x="36" y="0"/>
                    </a:cubicBezTo>
                    <a:cubicBezTo>
                      <a:pt x="36" y="50"/>
                      <a:pt x="53" y="88"/>
                      <a:pt x="49" y="130"/>
                    </a:cubicBezTo>
                    <a:lnTo>
                      <a:pt x="50"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7"/>
              <p:cNvSpPr/>
              <p:nvPr/>
            </p:nvSpPr>
            <p:spPr>
              <a:xfrm rot="-755217">
                <a:off x="7480020" y="2488779"/>
                <a:ext cx="21480" cy="170177"/>
              </a:xfrm>
              <a:custGeom>
                <a:rect b="b" l="l" r="r" t="t"/>
                <a:pathLst>
                  <a:path extrusionOk="0" h="206" w="26">
                    <a:moveTo>
                      <a:pt x="3" y="205"/>
                    </a:moveTo>
                    <a:cubicBezTo>
                      <a:pt x="1" y="187"/>
                      <a:pt x="0" y="168"/>
                      <a:pt x="0" y="149"/>
                    </a:cubicBezTo>
                    <a:cubicBezTo>
                      <a:pt x="0" y="98"/>
                      <a:pt x="8" y="48"/>
                      <a:pt x="25" y="0"/>
                    </a:cubicBezTo>
                    <a:cubicBezTo>
                      <a:pt x="22" y="68"/>
                      <a:pt x="4" y="135"/>
                      <a:pt x="3" y="2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7"/>
              <p:cNvSpPr/>
              <p:nvPr/>
            </p:nvSpPr>
            <p:spPr>
              <a:xfrm rot="-755217">
                <a:off x="7631353" y="2328067"/>
                <a:ext cx="52047" cy="107393"/>
              </a:xfrm>
              <a:custGeom>
                <a:rect b="b" l="l" r="r" t="t"/>
                <a:pathLst>
                  <a:path extrusionOk="0" h="130" w="63">
                    <a:moveTo>
                      <a:pt x="0" y="0"/>
                    </a:moveTo>
                    <a:cubicBezTo>
                      <a:pt x="19" y="21"/>
                      <a:pt x="27" y="48"/>
                      <a:pt x="51" y="64"/>
                    </a:cubicBezTo>
                    <a:cubicBezTo>
                      <a:pt x="29" y="90"/>
                      <a:pt x="52" y="108"/>
                      <a:pt x="62" y="129"/>
                    </a:cubicBezTo>
                    <a:cubicBezTo>
                      <a:pt x="14" y="98"/>
                      <a:pt x="19"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rot="-755217">
                <a:off x="7592185" y="2343448"/>
                <a:ext cx="39655" cy="121437"/>
              </a:xfrm>
              <a:custGeom>
                <a:rect b="b" l="l" r="r" t="t"/>
                <a:pathLst>
                  <a:path extrusionOk="0" h="147" w="48">
                    <a:moveTo>
                      <a:pt x="0" y="0"/>
                    </a:moveTo>
                    <a:cubicBezTo>
                      <a:pt x="16" y="48"/>
                      <a:pt x="47" y="91"/>
                      <a:pt x="31" y="146"/>
                    </a:cubicBezTo>
                    <a:cubicBezTo>
                      <a:pt x="1" y="101"/>
                      <a:pt x="9" y="4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rot="-755217">
                <a:off x="7673207" y="2455635"/>
                <a:ext cx="47090" cy="114002"/>
              </a:xfrm>
              <a:custGeom>
                <a:rect b="b" l="l" r="r" t="t"/>
                <a:pathLst>
                  <a:path extrusionOk="0" h="138" w="57">
                    <a:moveTo>
                      <a:pt x="5" y="0"/>
                    </a:moveTo>
                    <a:cubicBezTo>
                      <a:pt x="19" y="48"/>
                      <a:pt x="25" y="96"/>
                      <a:pt x="56" y="137"/>
                    </a:cubicBezTo>
                    <a:cubicBezTo>
                      <a:pt x="40" y="126"/>
                      <a:pt x="26" y="112"/>
                      <a:pt x="16" y="95"/>
                    </a:cubicBezTo>
                    <a:cubicBezTo>
                      <a:pt x="5" y="77"/>
                      <a:pt x="0" y="56"/>
                      <a:pt x="0" y="35"/>
                    </a:cubicBezTo>
                    <a:cubicBezTo>
                      <a:pt x="0" y="23"/>
                      <a:pt x="2" y="11"/>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7"/>
              <p:cNvSpPr/>
              <p:nvPr/>
            </p:nvSpPr>
            <p:spPr>
              <a:xfrm rot="-755217">
                <a:off x="7572900" y="2538264"/>
                <a:ext cx="21480" cy="167699"/>
              </a:xfrm>
              <a:custGeom>
                <a:rect b="b" l="l" r="r" t="t"/>
                <a:pathLst>
                  <a:path extrusionOk="0" h="203" w="26">
                    <a:moveTo>
                      <a:pt x="14" y="0"/>
                    </a:moveTo>
                    <a:cubicBezTo>
                      <a:pt x="21" y="67"/>
                      <a:pt x="12" y="135"/>
                      <a:pt x="25" y="202"/>
                    </a:cubicBezTo>
                    <a:cubicBezTo>
                      <a:pt x="0" y="136"/>
                      <a:pt x="12" y="69"/>
                      <a:pt x="1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7"/>
              <p:cNvSpPr/>
              <p:nvPr/>
            </p:nvSpPr>
            <p:spPr>
              <a:xfrm rot="-755217">
                <a:off x="7644155" y="2475324"/>
                <a:ext cx="35524" cy="118959"/>
              </a:xfrm>
              <a:custGeom>
                <a:rect b="b" l="l" r="r" t="t"/>
                <a:pathLst>
                  <a:path extrusionOk="0" h="144" w="43">
                    <a:moveTo>
                      <a:pt x="42" y="143"/>
                    </a:moveTo>
                    <a:cubicBezTo>
                      <a:pt x="33" y="134"/>
                      <a:pt x="25" y="124"/>
                      <a:pt x="19" y="113"/>
                    </a:cubicBezTo>
                    <a:cubicBezTo>
                      <a:pt x="6" y="92"/>
                      <a:pt x="0" y="67"/>
                      <a:pt x="0" y="43"/>
                    </a:cubicBezTo>
                    <a:cubicBezTo>
                      <a:pt x="0" y="28"/>
                      <a:pt x="2" y="14"/>
                      <a:pt x="6" y="0"/>
                    </a:cubicBezTo>
                    <a:cubicBezTo>
                      <a:pt x="11" y="49"/>
                      <a:pt x="23" y="97"/>
                      <a:pt x="42" y="1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7"/>
              <p:cNvSpPr/>
              <p:nvPr/>
            </p:nvSpPr>
            <p:spPr>
              <a:xfrm rot="-755217">
                <a:off x="7485598" y="2338134"/>
                <a:ext cx="35524" cy="125568"/>
              </a:xfrm>
              <a:custGeom>
                <a:rect b="b" l="l" r="r" t="t"/>
                <a:pathLst>
                  <a:path extrusionOk="0" h="152" w="43">
                    <a:moveTo>
                      <a:pt x="20" y="151"/>
                    </a:moveTo>
                    <a:cubicBezTo>
                      <a:pt x="0" y="87"/>
                      <a:pt x="7" y="40"/>
                      <a:pt x="42" y="0"/>
                    </a:cubicBezTo>
                    <a:cubicBezTo>
                      <a:pt x="36" y="54"/>
                      <a:pt x="15" y="100"/>
                      <a:pt x="2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rot="-755217">
                <a:off x="7530886" y="2381898"/>
                <a:ext cx="19828" cy="96654"/>
              </a:xfrm>
              <a:custGeom>
                <a:rect b="b" l="l" r="r" t="t"/>
                <a:pathLst>
                  <a:path extrusionOk="0" h="117" w="24">
                    <a:moveTo>
                      <a:pt x="11" y="0"/>
                    </a:moveTo>
                    <a:cubicBezTo>
                      <a:pt x="21" y="38"/>
                      <a:pt x="11" y="79"/>
                      <a:pt x="23" y="116"/>
                    </a:cubicBezTo>
                    <a:cubicBezTo>
                      <a:pt x="20" y="113"/>
                      <a:pt x="18" y="109"/>
                      <a:pt x="16" y="106"/>
                    </a:cubicBezTo>
                    <a:cubicBezTo>
                      <a:pt x="6" y="88"/>
                      <a:pt x="0" y="68"/>
                      <a:pt x="0" y="47"/>
                    </a:cubicBezTo>
                    <a:cubicBezTo>
                      <a:pt x="0" y="31"/>
                      <a:pt x="4" y="15"/>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7"/>
              <p:cNvSpPr/>
              <p:nvPr/>
            </p:nvSpPr>
            <p:spPr>
              <a:xfrm rot="-755217">
                <a:off x="7705235" y="2457909"/>
                <a:ext cx="42960" cy="85915"/>
              </a:xfrm>
              <a:custGeom>
                <a:rect b="b" l="l" r="r" t="t"/>
                <a:pathLst>
                  <a:path extrusionOk="0" h="104" w="52">
                    <a:moveTo>
                      <a:pt x="51" y="103"/>
                    </a:moveTo>
                    <a:cubicBezTo>
                      <a:pt x="23" y="74"/>
                      <a:pt x="0" y="43"/>
                      <a:pt x="5" y="0"/>
                    </a:cubicBezTo>
                    <a:cubicBezTo>
                      <a:pt x="25" y="32"/>
                      <a:pt x="31" y="72"/>
                      <a:pt x="51" y="1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7"/>
              <p:cNvSpPr/>
              <p:nvPr/>
            </p:nvSpPr>
            <p:spPr>
              <a:xfrm rot="-755217">
                <a:off x="7562583" y="2391371"/>
                <a:ext cx="22306" cy="88393"/>
              </a:xfrm>
              <a:custGeom>
                <a:rect b="b" l="l" r="r" t="t"/>
                <a:pathLst>
                  <a:path extrusionOk="0" h="107" w="27">
                    <a:moveTo>
                      <a:pt x="11" y="0"/>
                    </a:moveTo>
                    <a:cubicBezTo>
                      <a:pt x="20" y="35"/>
                      <a:pt x="11" y="72"/>
                      <a:pt x="26" y="106"/>
                    </a:cubicBezTo>
                    <a:cubicBezTo>
                      <a:pt x="20" y="101"/>
                      <a:pt x="15" y="94"/>
                      <a:pt x="11" y="87"/>
                    </a:cubicBezTo>
                    <a:cubicBezTo>
                      <a:pt x="4" y="75"/>
                      <a:pt x="0" y="60"/>
                      <a:pt x="0" y="45"/>
                    </a:cubicBezTo>
                    <a:cubicBezTo>
                      <a:pt x="0" y="30"/>
                      <a:pt x="4" y="15"/>
                      <a:pt x="11" y="3"/>
                    </a:cubicBezTo>
                    <a:cubicBezTo>
                      <a:pt x="12" y="2"/>
                      <a:pt x="12" y="1"/>
                      <a:pt x="13"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rot="-755217">
                <a:off x="7741144" y="2321104"/>
                <a:ext cx="54526" cy="42957"/>
              </a:xfrm>
              <a:custGeom>
                <a:rect b="b" l="l" r="r" t="t"/>
                <a:pathLst>
                  <a:path extrusionOk="0" h="52" w="66">
                    <a:moveTo>
                      <a:pt x="65" y="44"/>
                    </a:moveTo>
                    <a:cubicBezTo>
                      <a:pt x="35" y="51"/>
                      <a:pt x="24" y="26"/>
                      <a:pt x="0" y="9"/>
                    </a:cubicBezTo>
                    <a:cubicBezTo>
                      <a:pt x="40" y="0"/>
                      <a:pt x="45" y="35"/>
                      <a:pt x="65"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rot="-755217">
                <a:off x="7747665" y="2445449"/>
                <a:ext cx="22306" cy="68567"/>
              </a:xfrm>
              <a:custGeom>
                <a:rect b="b" l="l" r="r" t="t"/>
                <a:pathLst>
                  <a:path extrusionOk="0" h="83" w="27">
                    <a:moveTo>
                      <a:pt x="26" y="82"/>
                    </a:moveTo>
                    <a:cubicBezTo>
                      <a:pt x="23" y="77"/>
                      <a:pt x="20" y="73"/>
                      <a:pt x="17" y="68"/>
                    </a:cubicBezTo>
                    <a:cubicBezTo>
                      <a:pt x="6" y="48"/>
                      <a:pt x="0" y="26"/>
                      <a:pt x="0" y="4"/>
                    </a:cubicBezTo>
                    <a:cubicBezTo>
                      <a:pt x="0" y="3"/>
                      <a:pt x="0" y="1"/>
                      <a:pt x="0" y="0"/>
                    </a:cubicBezTo>
                    <a:cubicBezTo>
                      <a:pt x="23" y="30"/>
                      <a:pt x="18" y="58"/>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rot="-755217">
                <a:off x="7696911" y="2282429"/>
                <a:ext cx="33046" cy="29740"/>
              </a:xfrm>
              <a:custGeom>
                <a:rect b="b" l="l" r="r" t="t"/>
                <a:pathLst>
                  <a:path extrusionOk="0" h="36" w="40">
                    <a:moveTo>
                      <a:pt x="0" y="4"/>
                    </a:moveTo>
                    <a:cubicBezTo>
                      <a:pt x="3" y="2"/>
                      <a:pt x="5" y="0"/>
                      <a:pt x="6" y="0"/>
                    </a:cubicBezTo>
                    <a:cubicBezTo>
                      <a:pt x="17" y="6"/>
                      <a:pt x="28" y="13"/>
                      <a:pt x="39" y="20"/>
                    </a:cubicBezTo>
                    <a:cubicBezTo>
                      <a:pt x="39" y="20"/>
                      <a:pt x="36" y="27"/>
                      <a:pt x="34" y="28"/>
                    </a:cubicBezTo>
                    <a:cubicBezTo>
                      <a:pt x="11" y="35"/>
                      <a:pt x="9" y="16"/>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7"/>
              <p:cNvSpPr/>
              <p:nvPr/>
            </p:nvSpPr>
            <p:spPr>
              <a:xfrm rot="-755217">
                <a:off x="7766947" y="2427650"/>
                <a:ext cx="25611" cy="33870"/>
              </a:xfrm>
              <a:custGeom>
                <a:rect b="b" l="l" r="r" t="t"/>
                <a:pathLst>
                  <a:path extrusionOk="0" h="41" w="31">
                    <a:moveTo>
                      <a:pt x="0" y="0"/>
                    </a:moveTo>
                    <a:cubicBezTo>
                      <a:pt x="1" y="1"/>
                      <a:pt x="3" y="1"/>
                      <a:pt x="4" y="2"/>
                    </a:cubicBezTo>
                    <a:cubicBezTo>
                      <a:pt x="14" y="8"/>
                      <a:pt x="21" y="16"/>
                      <a:pt x="27" y="25"/>
                    </a:cubicBezTo>
                    <a:cubicBezTo>
                      <a:pt x="28" y="27"/>
                      <a:pt x="29" y="30"/>
                      <a:pt x="30" y="32"/>
                    </a:cubicBezTo>
                    <a:cubicBezTo>
                      <a:pt x="28" y="38"/>
                      <a:pt x="24" y="40"/>
                      <a:pt x="19" y="36"/>
                    </a:cubicBezTo>
                    <a:cubicBezTo>
                      <a:pt x="14" y="32"/>
                      <a:pt x="10" y="27"/>
                      <a:pt x="6" y="21"/>
                    </a:cubicBezTo>
                    <a:cubicBezTo>
                      <a:pt x="3" y="15"/>
                      <a:pt x="0" y="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7"/>
              <p:cNvSpPr/>
              <p:nvPr/>
            </p:nvSpPr>
            <p:spPr>
              <a:xfrm rot="-755217">
                <a:off x="7709230" y="2375775"/>
                <a:ext cx="14871" cy="38827"/>
              </a:xfrm>
              <a:custGeom>
                <a:rect b="b" l="l" r="r" t="t"/>
                <a:pathLst>
                  <a:path extrusionOk="0" h="47" w="18">
                    <a:moveTo>
                      <a:pt x="17" y="46"/>
                    </a:moveTo>
                    <a:cubicBezTo>
                      <a:pt x="14" y="42"/>
                      <a:pt x="12" y="37"/>
                      <a:pt x="9" y="33"/>
                    </a:cubicBezTo>
                    <a:cubicBezTo>
                      <a:pt x="7" y="29"/>
                      <a:pt x="4" y="24"/>
                      <a:pt x="2" y="20"/>
                    </a:cubicBezTo>
                    <a:cubicBezTo>
                      <a:pt x="1" y="17"/>
                      <a:pt x="0" y="14"/>
                      <a:pt x="0" y="11"/>
                    </a:cubicBezTo>
                    <a:cubicBezTo>
                      <a:pt x="0" y="8"/>
                      <a:pt x="1" y="5"/>
                      <a:pt x="2" y="2"/>
                    </a:cubicBezTo>
                    <a:cubicBezTo>
                      <a:pt x="3" y="1"/>
                      <a:pt x="3" y="0"/>
                      <a:pt x="4" y="0"/>
                    </a:cubicBezTo>
                    <a:cubicBezTo>
                      <a:pt x="5" y="1"/>
                      <a:pt x="6" y="2"/>
                      <a:pt x="7" y="4"/>
                    </a:cubicBezTo>
                    <a:cubicBezTo>
                      <a:pt x="14" y="16"/>
                      <a:pt x="17" y="30"/>
                      <a:pt x="17" y="44"/>
                    </a:cubicBezTo>
                    <a:cubicBezTo>
                      <a:pt x="17" y="45"/>
                      <a:pt x="17" y="46"/>
                      <a:pt x="17"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rot="-755217">
                <a:off x="7646471" y="2609882"/>
                <a:ext cx="21480" cy="31392"/>
              </a:xfrm>
              <a:custGeom>
                <a:rect b="b" l="l" r="r" t="t"/>
                <a:pathLst>
                  <a:path extrusionOk="0" h="38" w="26">
                    <a:moveTo>
                      <a:pt x="0" y="1"/>
                    </a:moveTo>
                    <a:cubicBezTo>
                      <a:pt x="16" y="4"/>
                      <a:pt x="12" y="21"/>
                      <a:pt x="25" y="37"/>
                    </a:cubicBezTo>
                    <a:cubicBezTo>
                      <a:pt x="1" y="27"/>
                      <a:pt x="0" y="14"/>
                      <a:pt x="1"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7"/>
              <p:cNvSpPr/>
              <p:nvPr/>
            </p:nvSpPr>
            <p:spPr>
              <a:xfrm rot="-755217">
                <a:off x="9656314" y="4081620"/>
                <a:ext cx="28089" cy="85089"/>
              </a:xfrm>
              <a:custGeom>
                <a:rect b="b" l="l" r="r" t="t"/>
                <a:pathLst>
                  <a:path extrusionOk="0" h="103" w="34">
                    <a:moveTo>
                      <a:pt x="7" y="102"/>
                    </a:moveTo>
                    <a:cubicBezTo>
                      <a:pt x="0" y="64"/>
                      <a:pt x="22" y="33"/>
                      <a:pt x="33" y="0"/>
                    </a:cubicBezTo>
                    <a:cubicBezTo>
                      <a:pt x="33" y="35"/>
                      <a:pt x="24" y="70"/>
                      <a:pt x="7" y="101"/>
                    </a:cubicBezTo>
                    <a:lnTo>
                      <a:pt x="7" y="1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7"/>
              <p:cNvSpPr/>
              <p:nvPr/>
            </p:nvSpPr>
            <p:spPr>
              <a:xfrm rot="-755217">
                <a:off x="9671593" y="3996984"/>
                <a:ext cx="23132" cy="42957"/>
              </a:xfrm>
              <a:custGeom>
                <a:rect b="b" l="l" r="r" t="t"/>
                <a:pathLst>
                  <a:path extrusionOk="0" h="52" w="28">
                    <a:moveTo>
                      <a:pt x="20" y="0"/>
                    </a:moveTo>
                    <a:cubicBezTo>
                      <a:pt x="27" y="23"/>
                      <a:pt x="16" y="34"/>
                      <a:pt x="7" y="51"/>
                    </a:cubicBezTo>
                    <a:cubicBezTo>
                      <a:pt x="0" y="28"/>
                      <a:pt x="12" y="17"/>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7"/>
              <p:cNvSpPr/>
              <p:nvPr/>
            </p:nvSpPr>
            <p:spPr>
              <a:xfrm rot="-755217">
                <a:off x="10712035" y="3968271"/>
                <a:ext cx="42960" cy="53697"/>
              </a:xfrm>
              <a:custGeom>
                <a:rect b="b" l="l" r="r" t="t"/>
                <a:pathLst>
                  <a:path extrusionOk="0" h="65" w="52">
                    <a:moveTo>
                      <a:pt x="0" y="62"/>
                    </a:moveTo>
                    <a:cubicBezTo>
                      <a:pt x="23" y="9"/>
                      <a:pt x="23" y="9"/>
                      <a:pt x="51" y="0"/>
                    </a:cubicBezTo>
                    <a:cubicBezTo>
                      <a:pt x="48" y="7"/>
                      <a:pt x="45" y="14"/>
                      <a:pt x="41" y="20"/>
                    </a:cubicBezTo>
                    <a:cubicBezTo>
                      <a:pt x="31" y="38"/>
                      <a:pt x="18" y="52"/>
                      <a:pt x="2" y="64"/>
                    </a:cubicBezTo>
                    <a:lnTo>
                      <a:pt x="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7"/>
              <p:cNvSpPr/>
              <p:nvPr/>
            </p:nvSpPr>
            <p:spPr>
              <a:xfrm rot="-755217">
                <a:off x="10491631" y="3939081"/>
                <a:ext cx="56178" cy="130524"/>
              </a:xfrm>
              <a:custGeom>
                <a:rect b="b" l="l" r="r" t="t"/>
                <a:pathLst>
                  <a:path extrusionOk="0" h="158" w="68">
                    <a:moveTo>
                      <a:pt x="0" y="157"/>
                    </a:moveTo>
                    <a:cubicBezTo>
                      <a:pt x="10" y="112"/>
                      <a:pt x="26" y="69"/>
                      <a:pt x="49" y="29"/>
                    </a:cubicBezTo>
                    <a:cubicBezTo>
                      <a:pt x="55" y="19"/>
                      <a:pt x="61" y="10"/>
                      <a:pt x="67" y="0"/>
                    </a:cubicBezTo>
                    <a:cubicBezTo>
                      <a:pt x="56" y="48"/>
                      <a:pt x="37" y="93"/>
                      <a:pt x="13" y="135"/>
                    </a:cubicBezTo>
                    <a:cubicBezTo>
                      <a:pt x="9" y="143"/>
                      <a:pt x="4" y="150"/>
                      <a:pt x="0" y="1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rot="-755217">
                <a:off x="10582569" y="3742364"/>
                <a:ext cx="47090" cy="88393"/>
              </a:xfrm>
              <a:custGeom>
                <a:rect b="b" l="l" r="r" t="t"/>
                <a:pathLst>
                  <a:path extrusionOk="0" h="107" w="57">
                    <a:moveTo>
                      <a:pt x="56" y="0"/>
                    </a:moveTo>
                    <a:cubicBezTo>
                      <a:pt x="50" y="22"/>
                      <a:pt x="41" y="44"/>
                      <a:pt x="30" y="64"/>
                    </a:cubicBezTo>
                    <a:cubicBezTo>
                      <a:pt x="21" y="79"/>
                      <a:pt x="11" y="93"/>
                      <a:pt x="0" y="106"/>
                    </a:cubicBezTo>
                    <a:cubicBezTo>
                      <a:pt x="4" y="83"/>
                      <a:pt x="12" y="62"/>
                      <a:pt x="23" y="43"/>
                    </a:cubicBezTo>
                    <a:cubicBezTo>
                      <a:pt x="32" y="27"/>
                      <a:pt x="43" y="12"/>
                      <a:pt x="5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7"/>
              <p:cNvSpPr/>
              <p:nvPr/>
            </p:nvSpPr>
            <p:spPr>
              <a:xfrm rot="-755217">
                <a:off x="10524384" y="3868852"/>
                <a:ext cx="28915" cy="66914"/>
              </a:xfrm>
              <a:custGeom>
                <a:rect b="b" l="l" r="r" t="t"/>
                <a:pathLst>
                  <a:path extrusionOk="0" h="81" w="35">
                    <a:moveTo>
                      <a:pt x="0" y="80"/>
                    </a:moveTo>
                    <a:cubicBezTo>
                      <a:pt x="1" y="60"/>
                      <a:pt x="7" y="41"/>
                      <a:pt x="17" y="24"/>
                    </a:cubicBezTo>
                    <a:cubicBezTo>
                      <a:pt x="21" y="16"/>
                      <a:pt x="27" y="8"/>
                      <a:pt x="34" y="0"/>
                    </a:cubicBezTo>
                    <a:cubicBezTo>
                      <a:pt x="33" y="20"/>
                      <a:pt x="27" y="39"/>
                      <a:pt x="17" y="56"/>
                    </a:cubicBezTo>
                    <a:cubicBezTo>
                      <a:pt x="12" y="65"/>
                      <a:pt x="6" y="73"/>
                      <a:pt x="0"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7"/>
              <p:cNvSpPr/>
              <p:nvPr/>
            </p:nvSpPr>
            <p:spPr>
              <a:xfrm rot="-755217">
                <a:off x="9586944" y="4001837"/>
                <a:ext cx="14045" cy="57001"/>
              </a:xfrm>
              <a:custGeom>
                <a:rect b="b" l="l" r="r" t="t"/>
                <a:pathLst>
                  <a:path extrusionOk="0" h="69" w="17">
                    <a:moveTo>
                      <a:pt x="0" y="68"/>
                    </a:moveTo>
                    <a:cubicBezTo>
                      <a:pt x="0" y="64"/>
                      <a:pt x="0" y="60"/>
                      <a:pt x="0" y="56"/>
                    </a:cubicBezTo>
                    <a:cubicBezTo>
                      <a:pt x="0" y="36"/>
                      <a:pt x="4" y="17"/>
                      <a:pt x="14" y="0"/>
                    </a:cubicBezTo>
                    <a:cubicBezTo>
                      <a:pt x="15" y="5"/>
                      <a:pt x="16" y="11"/>
                      <a:pt x="16" y="16"/>
                    </a:cubicBezTo>
                    <a:lnTo>
                      <a:pt x="16" y="17"/>
                    </a:lnTo>
                    <a:cubicBezTo>
                      <a:pt x="12" y="32"/>
                      <a:pt x="7" y="47"/>
                      <a:pt x="0"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7"/>
              <p:cNvSpPr/>
              <p:nvPr/>
            </p:nvSpPr>
            <p:spPr>
              <a:xfrm rot="-755217">
                <a:off x="9834562" y="4056143"/>
                <a:ext cx="33872" cy="132177"/>
              </a:xfrm>
              <a:custGeom>
                <a:rect b="b" l="l" r="r" t="t"/>
                <a:pathLst>
                  <a:path extrusionOk="0" h="160" w="41">
                    <a:moveTo>
                      <a:pt x="2" y="159"/>
                    </a:moveTo>
                    <a:cubicBezTo>
                      <a:pt x="7" y="105"/>
                      <a:pt x="19" y="51"/>
                      <a:pt x="40" y="0"/>
                    </a:cubicBezTo>
                    <a:cubicBezTo>
                      <a:pt x="39" y="55"/>
                      <a:pt x="25" y="108"/>
                      <a:pt x="0" y="157"/>
                    </a:cubicBezTo>
                    <a:lnTo>
                      <a:pt x="2" y="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rot="-755217">
                <a:off x="9848173" y="4189182"/>
                <a:ext cx="12392" cy="58653"/>
              </a:xfrm>
              <a:custGeom>
                <a:rect b="b" l="l" r="r" t="t"/>
                <a:pathLst>
                  <a:path extrusionOk="0" h="71" w="15">
                    <a:moveTo>
                      <a:pt x="4" y="70"/>
                    </a:moveTo>
                    <a:cubicBezTo>
                      <a:pt x="1" y="62"/>
                      <a:pt x="0" y="53"/>
                      <a:pt x="0" y="43"/>
                    </a:cubicBezTo>
                    <a:cubicBezTo>
                      <a:pt x="0" y="28"/>
                      <a:pt x="4" y="13"/>
                      <a:pt x="11" y="0"/>
                    </a:cubicBezTo>
                    <a:cubicBezTo>
                      <a:pt x="13" y="9"/>
                      <a:pt x="14" y="18"/>
                      <a:pt x="14" y="26"/>
                    </a:cubicBezTo>
                    <a:cubicBezTo>
                      <a:pt x="14" y="42"/>
                      <a:pt x="11" y="57"/>
                      <a:pt x="4"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7"/>
              <p:cNvSpPr/>
              <p:nvPr/>
            </p:nvSpPr>
            <p:spPr>
              <a:xfrm rot="-755217">
                <a:off x="10127471" y="2969600"/>
                <a:ext cx="17349" cy="24783"/>
              </a:xfrm>
              <a:custGeom>
                <a:rect b="b" l="l" r="r" t="t"/>
                <a:pathLst>
                  <a:path extrusionOk="0" h="30" w="21">
                    <a:moveTo>
                      <a:pt x="2" y="29"/>
                    </a:moveTo>
                    <a:cubicBezTo>
                      <a:pt x="1" y="26"/>
                      <a:pt x="0" y="23"/>
                      <a:pt x="0" y="19"/>
                    </a:cubicBezTo>
                    <a:cubicBezTo>
                      <a:pt x="0" y="11"/>
                      <a:pt x="0" y="0"/>
                      <a:pt x="13" y="5"/>
                    </a:cubicBezTo>
                    <a:cubicBezTo>
                      <a:pt x="20" y="7"/>
                      <a:pt x="17" y="18"/>
                      <a:pt x="13" y="23"/>
                    </a:cubicBezTo>
                    <a:cubicBezTo>
                      <a:pt x="9" y="29"/>
                      <a:pt x="4" y="27"/>
                      <a:pt x="0" y="29"/>
                    </a:cubicBezTo>
                    <a:lnTo>
                      <a:pt x="2" y="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7"/>
              <p:cNvSpPr/>
              <p:nvPr/>
            </p:nvSpPr>
            <p:spPr>
              <a:xfrm rot="-755217">
                <a:off x="10132169" y="2993488"/>
                <a:ext cx="9914" cy="57827"/>
              </a:xfrm>
              <a:custGeom>
                <a:rect b="b" l="l" r="r" t="t"/>
                <a:pathLst>
                  <a:path extrusionOk="0" h="70" w="12">
                    <a:moveTo>
                      <a:pt x="6" y="0"/>
                    </a:moveTo>
                    <a:cubicBezTo>
                      <a:pt x="9" y="11"/>
                      <a:pt x="11" y="22"/>
                      <a:pt x="11" y="34"/>
                    </a:cubicBezTo>
                    <a:cubicBezTo>
                      <a:pt x="11" y="45"/>
                      <a:pt x="9" y="56"/>
                      <a:pt x="6" y="67"/>
                    </a:cubicBezTo>
                    <a:lnTo>
                      <a:pt x="6" y="69"/>
                    </a:lnTo>
                    <a:cubicBezTo>
                      <a:pt x="2" y="58"/>
                      <a:pt x="0" y="46"/>
                      <a:pt x="0" y="35"/>
                    </a:cubicBezTo>
                    <a:cubicBezTo>
                      <a:pt x="0" y="23"/>
                      <a:pt x="2" y="1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7"/>
              <p:cNvSpPr/>
              <p:nvPr/>
            </p:nvSpPr>
            <p:spPr>
              <a:xfrm rot="-755217">
                <a:off x="10216457" y="3006297"/>
                <a:ext cx="20654" cy="42957"/>
              </a:xfrm>
              <a:custGeom>
                <a:rect b="b" l="l" r="r" t="t"/>
                <a:pathLst>
                  <a:path extrusionOk="0" h="52" w="25">
                    <a:moveTo>
                      <a:pt x="1" y="51"/>
                    </a:moveTo>
                    <a:cubicBezTo>
                      <a:pt x="0" y="48"/>
                      <a:pt x="0" y="45"/>
                      <a:pt x="0" y="42"/>
                    </a:cubicBezTo>
                    <a:cubicBezTo>
                      <a:pt x="0" y="33"/>
                      <a:pt x="2" y="25"/>
                      <a:pt x="7" y="17"/>
                    </a:cubicBezTo>
                    <a:cubicBezTo>
                      <a:pt x="11" y="10"/>
                      <a:pt x="17" y="4"/>
                      <a:pt x="24" y="0"/>
                    </a:cubicBezTo>
                    <a:cubicBezTo>
                      <a:pt x="15" y="16"/>
                      <a:pt x="16" y="37"/>
                      <a:pt x="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rot="-755217">
                <a:off x="7450174" y="1888830"/>
                <a:ext cx="20654" cy="48740"/>
              </a:xfrm>
              <a:custGeom>
                <a:rect b="b" l="l" r="r" t="t"/>
                <a:pathLst>
                  <a:path extrusionOk="0" h="59" w="25">
                    <a:moveTo>
                      <a:pt x="0" y="58"/>
                    </a:moveTo>
                    <a:cubicBezTo>
                      <a:pt x="0" y="55"/>
                      <a:pt x="0" y="53"/>
                      <a:pt x="0" y="51"/>
                    </a:cubicBezTo>
                    <a:cubicBezTo>
                      <a:pt x="0" y="39"/>
                      <a:pt x="4" y="28"/>
                      <a:pt x="9" y="18"/>
                    </a:cubicBezTo>
                    <a:cubicBezTo>
                      <a:pt x="13" y="11"/>
                      <a:pt x="18" y="5"/>
                      <a:pt x="24" y="0"/>
                    </a:cubicBezTo>
                    <a:cubicBezTo>
                      <a:pt x="24" y="1"/>
                      <a:pt x="24" y="2"/>
                      <a:pt x="24" y="3"/>
                    </a:cubicBezTo>
                    <a:cubicBezTo>
                      <a:pt x="24" y="16"/>
                      <a:pt x="20" y="29"/>
                      <a:pt x="14" y="40"/>
                    </a:cubicBezTo>
                    <a:cubicBezTo>
                      <a:pt x="10" y="47"/>
                      <a:pt x="5"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47"/>
            <p:cNvGrpSpPr/>
            <p:nvPr/>
          </p:nvGrpSpPr>
          <p:grpSpPr>
            <a:xfrm>
              <a:off x="6414942" y="3379140"/>
              <a:ext cx="1542123" cy="2021747"/>
              <a:chOff x="6089760" y="2388960"/>
              <a:chExt cx="1000080" cy="1311120"/>
            </a:xfrm>
          </p:grpSpPr>
          <p:sp>
            <p:nvSpPr>
              <p:cNvPr id="5566" name="Google Shape;5566;p47"/>
              <p:cNvSpPr/>
              <p:nvPr/>
            </p:nvSpPr>
            <p:spPr>
              <a:xfrm>
                <a:off x="6567120" y="2880000"/>
                <a:ext cx="424800" cy="54000"/>
              </a:xfrm>
              <a:custGeom>
                <a:rect b="b" l="l" r="r" t="t"/>
                <a:pathLst>
                  <a:path extrusionOk="0" h="150" w="1180">
                    <a:moveTo>
                      <a:pt x="5" y="131"/>
                    </a:moveTo>
                    <a:cubicBezTo>
                      <a:pt x="193" y="149"/>
                      <a:pt x="392" y="125"/>
                      <a:pt x="580" y="107"/>
                    </a:cubicBezTo>
                    <a:cubicBezTo>
                      <a:pt x="776" y="88"/>
                      <a:pt x="978" y="68"/>
                      <a:pt x="1170" y="21"/>
                    </a:cubicBezTo>
                    <a:cubicBezTo>
                      <a:pt x="1171" y="21"/>
                      <a:pt x="1173" y="21"/>
                      <a:pt x="1174" y="20"/>
                    </a:cubicBezTo>
                    <a:cubicBezTo>
                      <a:pt x="1176" y="19"/>
                      <a:pt x="1177" y="18"/>
                      <a:pt x="1178" y="16"/>
                    </a:cubicBezTo>
                    <a:cubicBezTo>
                      <a:pt x="1179" y="14"/>
                      <a:pt x="1179" y="11"/>
                      <a:pt x="1179" y="10"/>
                    </a:cubicBezTo>
                    <a:cubicBezTo>
                      <a:pt x="1179" y="8"/>
                      <a:pt x="1179" y="7"/>
                      <a:pt x="1178" y="5"/>
                    </a:cubicBezTo>
                    <a:cubicBezTo>
                      <a:pt x="1177" y="3"/>
                      <a:pt x="1176" y="2"/>
                      <a:pt x="1174" y="1"/>
                    </a:cubicBezTo>
                    <a:cubicBezTo>
                      <a:pt x="1172" y="0"/>
                      <a:pt x="1170" y="0"/>
                      <a:pt x="1168" y="0"/>
                    </a:cubicBezTo>
                    <a:lnTo>
                      <a:pt x="1167" y="0"/>
                    </a:lnTo>
                    <a:cubicBezTo>
                      <a:pt x="973" y="25"/>
                      <a:pt x="782" y="61"/>
                      <a:pt x="588" y="80"/>
                    </a:cubicBezTo>
                    <a:cubicBezTo>
                      <a:pt x="493" y="90"/>
                      <a:pt x="397" y="98"/>
                      <a:pt x="301" y="103"/>
                    </a:cubicBezTo>
                    <a:cubicBezTo>
                      <a:pt x="203" y="109"/>
                      <a:pt x="103" y="108"/>
                      <a:pt x="5" y="121"/>
                    </a:cubicBezTo>
                    <a:cubicBezTo>
                      <a:pt x="4" y="121"/>
                      <a:pt x="3" y="121"/>
                      <a:pt x="2" y="122"/>
                    </a:cubicBezTo>
                    <a:cubicBezTo>
                      <a:pt x="1" y="123"/>
                      <a:pt x="1" y="122"/>
                      <a:pt x="0" y="123"/>
                    </a:cubicBezTo>
                    <a:cubicBezTo>
                      <a:pt x="0" y="124"/>
                      <a:pt x="0" y="125"/>
                      <a:pt x="0" y="126"/>
                    </a:cubicBezTo>
                    <a:cubicBezTo>
                      <a:pt x="0" y="127"/>
                      <a:pt x="0" y="128"/>
                      <a:pt x="0" y="128"/>
                    </a:cubicBezTo>
                    <a:cubicBezTo>
                      <a:pt x="1" y="129"/>
                      <a:pt x="1" y="130"/>
                      <a:pt x="2" y="130"/>
                    </a:cubicBezTo>
                    <a:cubicBezTo>
                      <a:pt x="4" y="131"/>
                      <a:pt x="4" y="131"/>
                      <a:pt x="5"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7"/>
              <p:cNvSpPr/>
              <p:nvPr/>
            </p:nvSpPr>
            <p:spPr>
              <a:xfrm>
                <a:off x="6089760" y="2388960"/>
                <a:ext cx="1000080" cy="1311120"/>
              </a:xfrm>
              <a:custGeom>
                <a:rect b="b" l="l" r="r" t="t"/>
                <a:pathLst>
                  <a:path extrusionOk="0" h="3642" w="2778">
                    <a:moveTo>
                      <a:pt x="2768" y="2093"/>
                    </a:moveTo>
                    <a:cubicBezTo>
                      <a:pt x="2767" y="2066"/>
                      <a:pt x="2765" y="2038"/>
                      <a:pt x="2763" y="2011"/>
                    </a:cubicBezTo>
                    <a:cubicBezTo>
                      <a:pt x="2750" y="1807"/>
                      <a:pt x="2760" y="1603"/>
                      <a:pt x="2753" y="1399"/>
                    </a:cubicBezTo>
                    <a:cubicBezTo>
                      <a:pt x="2747" y="1250"/>
                      <a:pt x="2690" y="1123"/>
                      <a:pt x="2644" y="986"/>
                    </a:cubicBezTo>
                    <a:cubicBezTo>
                      <a:pt x="2595" y="843"/>
                      <a:pt x="2583" y="691"/>
                      <a:pt x="2553" y="544"/>
                    </a:cubicBezTo>
                    <a:cubicBezTo>
                      <a:pt x="2539" y="469"/>
                      <a:pt x="2514" y="397"/>
                      <a:pt x="2478" y="330"/>
                    </a:cubicBezTo>
                    <a:cubicBezTo>
                      <a:pt x="2434" y="255"/>
                      <a:pt x="2377" y="224"/>
                      <a:pt x="2311" y="175"/>
                    </a:cubicBezTo>
                    <a:cubicBezTo>
                      <a:pt x="2302" y="169"/>
                      <a:pt x="2292" y="163"/>
                      <a:pt x="2283" y="158"/>
                    </a:cubicBezTo>
                    <a:cubicBezTo>
                      <a:pt x="2238" y="132"/>
                      <a:pt x="2189" y="114"/>
                      <a:pt x="2139" y="104"/>
                    </a:cubicBezTo>
                    <a:cubicBezTo>
                      <a:pt x="2078" y="90"/>
                      <a:pt x="2016" y="76"/>
                      <a:pt x="1956" y="61"/>
                    </a:cubicBezTo>
                    <a:cubicBezTo>
                      <a:pt x="1841" y="32"/>
                      <a:pt x="1727" y="4"/>
                      <a:pt x="1608" y="2"/>
                    </a:cubicBezTo>
                    <a:cubicBezTo>
                      <a:pt x="1570" y="1"/>
                      <a:pt x="1532" y="0"/>
                      <a:pt x="1495" y="0"/>
                    </a:cubicBezTo>
                    <a:cubicBezTo>
                      <a:pt x="1342" y="0"/>
                      <a:pt x="1189" y="10"/>
                      <a:pt x="1038" y="31"/>
                    </a:cubicBezTo>
                    <a:cubicBezTo>
                      <a:pt x="904" y="51"/>
                      <a:pt x="770" y="70"/>
                      <a:pt x="640" y="112"/>
                    </a:cubicBezTo>
                    <a:cubicBezTo>
                      <a:pt x="588" y="130"/>
                      <a:pt x="537" y="153"/>
                      <a:pt x="489" y="181"/>
                    </a:cubicBezTo>
                    <a:cubicBezTo>
                      <a:pt x="487" y="182"/>
                      <a:pt x="485" y="183"/>
                      <a:pt x="484" y="184"/>
                    </a:cubicBezTo>
                    <a:cubicBezTo>
                      <a:pt x="456" y="201"/>
                      <a:pt x="431" y="222"/>
                      <a:pt x="410" y="247"/>
                    </a:cubicBezTo>
                    <a:cubicBezTo>
                      <a:pt x="406" y="250"/>
                      <a:pt x="403" y="254"/>
                      <a:pt x="400" y="258"/>
                    </a:cubicBezTo>
                    <a:cubicBezTo>
                      <a:pt x="396" y="266"/>
                      <a:pt x="394" y="274"/>
                      <a:pt x="394" y="283"/>
                    </a:cubicBezTo>
                    <a:cubicBezTo>
                      <a:pt x="394" y="291"/>
                      <a:pt x="396" y="300"/>
                      <a:pt x="400" y="307"/>
                    </a:cubicBezTo>
                    <a:cubicBezTo>
                      <a:pt x="402" y="309"/>
                      <a:pt x="403" y="312"/>
                      <a:pt x="405" y="314"/>
                    </a:cubicBezTo>
                    <a:cubicBezTo>
                      <a:pt x="403" y="313"/>
                      <a:pt x="401" y="313"/>
                      <a:pt x="399" y="313"/>
                    </a:cubicBezTo>
                    <a:cubicBezTo>
                      <a:pt x="389" y="313"/>
                      <a:pt x="380" y="316"/>
                      <a:pt x="372" y="321"/>
                    </a:cubicBezTo>
                    <a:cubicBezTo>
                      <a:pt x="364" y="325"/>
                      <a:pt x="357" y="332"/>
                      <a:pt x="352" y="340"/>
                    </a:cubicBezTo>
                    <a:cubicBezTo>
                      <a:pt x="350" y="343"/>
                      <a:pt x="349" y="347"/>
                      <a:pt x="348" y="350"/>
                    </a:cubicBezTo>
                    <a:cubicBezTo>
                      <a:pt x="330" y="405"/>
                      <a:pt x="301" y="455"/>
                      <a:pt x="278" y="508"/>
                    </a:cubicBezTo>
                    <a:cubicBezTo>
                      <a:pt x="267" y="535"/>
                      <a:pt x="261" y="565"/>
                      <a:pt x="248" y="593"/>
                    </a:cubicBezTo>
                    <a:cubicBezTo>
                      <a:pt x="245" y="598"/>
                      <a:pt x="244" y="605"/>
                      <a:pt x="244" y="611"/>
                    </a:cubicBezTo>
                    <a:cubicBezTo>
                      <a:pt x="244" y="615"/>
                      <a:pt x="244" y="618"/>
                      <a:pt x="245" y="621"/>
                    </a:cubicBezTo>
                    <a:cubicBezTo>
                      <a:pt x="246" y="629"/>
                      <a:pt x="247" y="637"/>
                      <a:pt x="247" y="645"/>
                    </a:cubicBezTo>
                    <a:cubicBezTo>
                      <a:pt x="247" y="662"/>
                      <a:pt x="244" y="679"/>
                      <a:pt x="237" y="695"/>
                    </a:cubicBezTo>
                    <a:cubicBezTo>
                      <a:pt x="217" y="767"/>
                      <a:pt x="201" y="841"/>
                      <a:pt x="190" y="916"/>
                    </a:cubicBezTo>
                    <a:cubicBezTo>
                      <a:pt x="186" y="949"/>
                      <a:pt x="179" y="981"/>
                      <a:pt x="168" y="1013"/>
                    </a:cubicBezTo>
                    <a:cubicBezTo>
                      <a:pt x="159" y="1037"/>
                      <a:pt x="138" y="1055"/>
                      <a:pt x="126" y="1078"/>
                    </a:cubicBezTo>
                    <a:cubicBezTo>
                      <a:pt x="117" y="1099"/>
                      <a:pt x="112" y="1122"/>
                      <a:pt x="112" y="1145"/>
                    </a:cubicBezTo>
                    <a:cubicBezTo>
                      <a:pt x="112" y="1151"/>
                      <a:pt x="112" y="1157"/>
                      <a:pt x="113" y="1163"/>
                    </a:cubicBezTo>
                    <a:cubicBezTo>
                      <a:pt x="111" y="1212"/>
                      <a:pt x="106" y="1260"/>
                      <a:pt x="97" y="1307"/>
                    </a:cubicBezTo>
                    <a:cubicBezTo>
                      <a:pt x="90" y="1361"/>
                      <a:pt x="83" y="1415"/>
                      <a:pt x="72" y="1468"/>
                    </a:cubicBezTo>
                    <a:cubicBezTo>
                      <a:pt x="66" y="1491"/>
                      <a:pt x="63" y="1516"/>
                      <a:pt x="63" y="1540"/>
                    </a:cubicBezTo>
                    <a:cubicBezTo>
                      <a:pt x="63" y="1556"/>
                      <a:pt x="64" y="1571"/>
                      <a:pt x="66" y="1586"/>
                    </a:cubicBezTo>
                    <a:cubicBezTo>
                      <a:pt x="82" y="1657"/>
                      <a:pt x="64" y="1724"/>
                      <a:pt x="59" y="1794"/>
                    </a:cubicBezTo>
                    <a:cubicBezTo>
                      <a:pt x="56" y="1842"/>
                      <a:pt x="52" y="1891"/>
                      <a:pt x="49" y="1939"/>
                    </a:cubicBezTo>
                    <a:cubicBezTo>
                      <a:pt x="47" y="1973"/>
                      <a:pt x="56" y="2013"/>
                      <a:pt x="35" y="2042"/>
                    </a:cubicBezTo>
                    <a:cubicBezTo>
                      <a:pt x="17" y="2066"/>
                      <a:pt x="0" y="2075"/>
                      <a:pt x="3" y="2107"/>
                    </a:cubicBezTo>
                    <a:cubicBezTo>
                      <a:pt x="12" y="2229"/>
                      <a:pt x="28" y="2349"/>
                      <a:pt x="50" y="2469"/>
                    </a:cubicBezTo>
                    <a:cubicBezTo>
                      <a:pt x="53" y="2489"/>
                      <a:pt x="59" y="2509"/>
                      <a:pt x="66" y="2529"/>
                    </a:cubicBezTo>
                    <a:cubicBezTo>
                      <a:pt x="92" y="2596"/>
                      <a:pt x="131" y="2659"/>
                      <a:pt x="158" y="2726"/>
                    </a:cubicBezTo>
                    <a:cubicBezTo>
                      <a:pt x="188" y="2799"/>
                      <a:pt x="216" y="2873"/>
                      <a:pt x="243" y="2947"/>
                    </a:cubicBezTo>
                    <a:cubicBezTo>
                      <a:pt x="263" y="2994"/>
                      <a:pt x="275" y="3043"/>
                      <a:pt x="279" y="3093"/>
                    </a:cubicBezTo>
                    <a:cubicBezTo>
                      <a:pt x="278" y="3103"/>
                      <a:pt x="278" y="3112"/>
                      <a:pt x="278" y="3122"/>
                    </a:cubicBezTo>
                    <a:cubicBezTo>
                      <a:pt x="278" y="3135"/>
                      <a:pt x="279" y="3148"/>
                      <a:pt x="280" y="3161"/>
                    </a:cubicBezTo>
                    <a:cubicBezTo>
                      <a:pt x="289" y="3185"/>
                      <a:pt x="300" y="3208"/>
                      <a:pt x="312" y="3230"/>
                    </a:cubicBezTo>
                    <a:cubicBezTo>
                      <a:pt x="329" y="3273"/>
                      <a:pt x="344" y="3317"/>
                      <a:pt x="355" y="3362"/>
                    </a:cubicBezTo>
                    <a:cubicBezTo>
                      <a:pt x="358" y="3374"/>
                      <a:pt x="363" y="3386"/>
                      <a:pt x="369" y="3397"/>
                    </a:cubicBezTo>
                    <a:cubicBezTo>
                      <a:pt x="380" y="3416"/>
                      <a:pt x="396" y="3432"/>
                      <a:pt x="416" y="3444"/>
                    </a:cubicBezTo>
                    <a:cubicBezTo>
                      <a:pt x="422" y="3447"/>
                      <a:pt x="429" y="3450"/>
                      <a:pt x="435" y="3453"/>
                    </a:cubicBezTo>
                    <a:cubicBezTo>
                      <a:pt x="471" y="3465"/>
                      <a:pt x="506" y="3480"/>
                      <a:pt x="539" y="3496"/>
                    </a:cubicBezTo>
                    <a:cubicBezTo>
                      <a:pt x="692" y="3578"/>
                      <a:pt x="858" y="3600"/>
                      <a:pt x="1023" y="3627"/>
                    </a:cubicBezTo>
                    <a:cubicBezTo>
                      <a:pt x="1083" y="3637"/>
                      <a:pt x="1144" y="3627"/>
                      <a:pt x="1203" y="3632"/>
                    </a:cubicBezTo>
                    <a:cubicBezTo>
                      <a:pt x="1258" y="3636"/>
                      <a:pt x="1313" y="3641"/>
                      <a:pt x="1368" y="3641"/>
                    </a:cubicBezTo>
                    <a:cubicBezTo>
                      <a:pt x="1369" y="3641"/>
                      <a:pt x="1370" y="3641"/>
                      <a:pt x="1371" y="3641"/>
                    </a:cubicBezTo>
                    <a:cubicBezTo>
                      <a:pt x="1452" y="3641"/>
                      <a:pt x="1534" y="3635"/>
                      <a:pt x="1615" y="3622"/>
                    </a:cubicBezTo>
                    <a:cubicBezTo>
                      <a:pt x="1694" y="3610"/>
                      <a:pt x="1774" y="3607"/>
                      <a:pt x="1854" y="3593"/>
                    </a:cubicBezTo>
                    <a:cubicBezTo>
                      <a:pt x="1952" y="3574"/>
                      <a:pt x="2049" y="3549"/>
                      <a:pt x="2144" y="3517"/>
                    </a:cubicBezTo>
                    <a:cubicBezTo>
                      <a:pt x="2179" y="3503"/>
                      <a:pt x="2216" y="3492"/>
                      <a:pt x="2253" y="3485"/>
                    </a:cubicBezTo>
                    <a:cubicBezTo>
                      <a:pt x="2263" y="3484"/>
                      <a:pt x="2273" y="3481"/>
                      <a:pt x="2282" y="3476"/>
                    </a:cubicBezTo>
                    <a:cubicBezTo>
                      <a:pt x="2286" y="3474"/>
                      <a:pt x="2290" y="3471"/>
                      <a:pt x="2294" y="3467"/>
                    </a:cubicBezTo>
                    <a:cubicBezTo>
                      <a:pt x="2350" y="3410"/>
                      <a:pt x="2398" y="3346"/>
                      <a:pt x="2438" y="3276"/>
                    </a:cubicBezTo>
                    <a:cubicBezTo>
                      <a:pt x="2469" y="3221"/>
                      <a:pt x="2492" y="3163"/>
                      <a:pt x="2519" y="3106"/>
                    </a:cubicBezTo>
                    <a:cubicBezTo>
                      <a:pt x="2523" y="3097"/>
                      <a:pt x="2527" y="3088"/>
                      <a:pt x="2530" y="3078"/>
                    </a:cubicBezTo>
                    <a:cubicBezTo>
                      <a:pt x="2531" y="3075"/>
                      <a:pt x="2531" y="3071"/>
                      <a:pt x="2531" y="3068"/>
                    </a:cubicBezTo>
                    <a:cubicBezTo>
                      <a:pt x="2531" y="3063"/>
                      <a:pt x="2530" y="3057"/>
                      <a:pt x="2528" y="3052"/>
                    </a:cubicBezTo>
                    <a:cubicBezTo>
                      <a:pt x="2539" y="3028"/>
                      <a:pt x="2554" y="2989"/>
                      <a:pt x="2568" y="2953"/>
                    </a:cubicBezTo>
                    <a:cubicBezTo>
                      <a:pt x="2645" y="2747"/>
                      <a:pt x="2673" y="2640"/>
                      <a:pt x="2703" y="2580"/>
                    </a:cubicBezTo>
                    <a:cubicBezTo>
                      <a:pt x="2775" y="2427"/>
                      <a:pt x="2777" y="2259"/>
                      <a:pt x="2768" y="2093"/>
                    </a:cubicBezTo>
                    <a:moveTo>
                      <a:pt x="2521" y="733"/>
                    </a:moveTo>
                    <a:cubicBezTo>
                      <a:pt x="2529" y="749"/>
                      <a:pt x="2536" y="765"/>
                      <a:pt x="2540" y="782"/>
                    </a:cubicBezTo>
                    <a:cubicBezTo>
                      <a:pt x="2551" y="863"/>
                      <a:pt x="2583" y="936"/>
                      <a:pt x="2605" y="1014"/>
                    </a:cubicBezTo>
                    <a:cubicBezTo>
                      <a:pt x="2631" y="1108"/>
                      <a:pt x="2632" y="1108"/>
                      <a:pt x="2540" y="1129"/>
                    </a:cubicBezTo>
                    <a:cubicBezTo>
                      <a:pt x="2486" y="1140"/>
                      <a:pt x="2432" y="1153"/>
                      <a:pt x="2379" y="1170"/>
                    </a:cubicBezTo>
                    <a:cubicBezTo>
                      <a:pt x="2355" y="1178"/>
                      <a:pt x="2343" y="1171"/>
                      <a:pt x="2329" y="1150"/>
                    </a:cubicBezTo>
                    <a:cubicBezTo>
                      <a:pt x="2315" y="1126"/>
                      <a:pt x="2305" y="1100"/>
                      <a:pt x="2299" y="1073"/>
                    </a:cubicBezTo>
                    <a:cubicBezTo>
                      <a:pt x="2282" y="1015"/>
                      <a:pt x="2266" y="957"/>
                      <a:pt x="2249" y="899"/>
                    </a:cubicBezTo>
                    <a:cubicBezTo>
                      <a:pt x="2246" y="885"/>
                      <a:pt x="2244" y="870"/>
                      <a:pt x="2242" y="856"/>
                    </a:cubicBezTo>
                    <a:cubicBezTo>
                      <a:pt x="2243" y="846"/>
                      <a:pt x="2244" y="839"/>
                      <a:pt x="2246" y="831"/>
                    </a:cubicBezTo>
                    <a:cubicBezTo>
                      <a:pt x="2253" y="773"/>
                      <a:pt x="2254" y="774"/>
                      <a:pt x="2311" y="761"/>
                    </a:cubicBezTo>
                    <a:cubicBezTo>
                      <a:pt x="2369" y="748"/>
                      <a:pt x="2428" y="732"/>
                      <a:pt x="2485" y="716"/>
                    </a:cubicBezTo>
                    <a:cubicBezTo>
                      <a:pt x="2488" y="714"/>
                      <a:pt x="2492" y="714"/>
                      <a:pt x="2495" y="714"/>
                    </a:cubicBezTo>
                    <a:cubicBezTo>
                      <a:pt x="2500" y="714"/>
                      <a:pt x="2504" y="714"/>
                      <a:pt x="2508" y="717"/>
                    </a:cubicBezTo>
                    <a:cubicBezTo>
                      <a:pt x="2512" y="719"/>
                      <a:pt x="2516" y="723"/>
                      <a:pt x="2518" y="727"/>
                    </a:cubicBezTo>
                    <a:cubicBezTo>
                      <a:pt x="2519" y="729"/>
                      <a:pt x="2520" y="731"/>
                      <a:pt x="2521" y="733"/>
                    </a:cubicBezTo>
                    <a:moveTo>
                      <a:pt x="530" y="1079"/>
                    </a:moveTo>
                    <a:cubicBezTo>
                      <a:pt x="521" y="986"/>
                      <a:pt x="538" y="900"/>
                      <a:pt x="603" y="828"/>
                    </a:cubicBezTo>
                    <a:cubicBezTo>
                      <a:pt x="606" y="823"/>
                      <a:pt x="611" y="819"/>
                      <a:pt x="616" y="816"/>
                    </a:cubicBezTo>
                    <a:cubicBezTo>
                      <a:pt x="622" y="812"/>
                      <a:pt x="629" y="811"/>
                      <a:pt x="636" y="811"/>
                    </a:cubicBezTo>
                    <a:cubicBezTo>
                      <a:pt x="640" y="811"/>
                      <a:pt x="645" y="811"/>
                      <a:pt x="649" y="813"/>
                    </a:cubicBezTo>
                    <a:cubicBezTo>
                      <a:pt x="754" y="850"/>
                      <a:pt x="866" y="850"/>
                      <a:pt x="973" y="868"/>
                    </a:cubicBezTo>
                    <a:cubicBezTo>
                      <a:pt x="1008" y="874"/>
                      <a:pt x="1043" y="874"/>
                      <a:pt x="1078" y="877"/>
                    </a:cubicBezTo>
                    <a:cubicBezTo>
                      <a:pt x="1097" y="879"/>
                      <a:pt x="1106" y="890"/>
                      <a:pt x="1101" y="908"/>
                    </a:cubicBezTo>
                    <a:cubicBezTo>
                      <a:pt x="1072" y="1010"/>
                      <a:pt x="1066" y="1115"/>
                      <a:pt x="1049" y="1218"/>
                    </a:cubicBezTo>
                    <a:cubicBezTo>
                      <a:pt x="1038" y="1280"/>
                      <a:pt x="1036" y="1282"/>
                      <a:pt x="969" y="1280"/>
                    </a:cubicBezTo>
                    <a:cubicBezTo>
                      <a:pt x="925" y="1284"/>
                      <a:pt x="882" y="1268"/>
                      <a:pt x="838" y="1262"/>
                    </a:cubicBezTo>
                    <a:cubicBezTo>
                      <a:pt x="746" y="1251"/>
                      <a:pt x="655" y="1232"/>
                      <a:pt x="566" y="1206"/>
                    </a:cubicBezTo>
                    <a:cubicBezTo>
                      <a:pt x="530" y="1195"/>
                      <a:pt x="525" y="1188"/>
                      <a:pt x="532" y="1152"/>
                    </a:cubicBezTo>
                    <a:cubicBezTo>
                      <a:pt x="533" y="1142"/>
                      <a:pt x="534" y="1132"/>
                      <a:pt x="534" y="1122"/>
                    </a:cubicBezTo>
                    <a:cubicBezTo>
                      <a:pt x="534" y="1108"/>
                      <a:pt x="532" y="1093"/>
                      <a:pt x="530" y="1079"/>
                    </a:cubicBezTo>
                    <a:moveTo>
                      <a:pt x="1086" y="1188"/>
                    </a:moveTo>
                    <a:cubicBezTo>
                      <a:pt x="1086" y="1185"/>
                      <a:pt x="1086" y="1183"/>
                      <a:pt x="1087" y="1170"/>
                    </a:cubicBezTo>
                    <a:cubicBezTo>
                      <a:pt x="1086" y="1088"/>
                      <a:pt x="1112" y="1003"/>
                      <a:pt x="1148" y="920"/>
                    </a:cubicBezTo>
                    <a:cubicBezTo>
                      <a:pt x="1149" y="915"/>
                      <a:pt x="1151" y="911"/>
                      <a:pt x="1153" y="907"/>
                    </a:cubicBezTo>
                    <a:cubicBezTo>
                      <a:pt x="1158" y="900"/>
                      <a:pt x="1164" y="893"/>
                      <a:pt x="1172" y="889"/>
                    </a:cubicBezTo>
                    <a:cubicBezTo>
                      <a:pt x="1180" y="884"/>
                      <a:pt x="1188" y="882"/>
                      <a:pt x="1198" y="882"/>
                    </a:cubicBezTo>
                    <a:cubicBezTo>
                      <a:pt x="1200" y="882"/>
                      <a:pt x="1202" y="882"/>
                      <a:pt x="1205" y="882"/>
                    </a:cubicBezTo>
                    <a:cubicBezTo>
                      <a:pt x="1238" y="884"/>
                      <a:pt x="1271" y="885"/>
                      <a:pt x="1305" y="885"/>
                    </a:cubicBezTo>
                    <a:cubicBezTo>
                      <a:pt x="1349" y="885"/>
                      <a:pt x="1393" y="883"/>
                      <a:pt x="1437" y="880"/>
                    </a:cubicBezTo>
                    <a:cubicBezTo>
                      <a:pt x="1481" y="879"/>
                      <a:pt x="1522" y="875"/>
                      <a:pt x="1564" y="874"/>
                    </a:cubicBezTo>
                    <a:cubicBezTo>
                      <a:pt x="1596" y="874"/>
                      <a:pt x="1601" y="877"/>
                      <a:pt x="1607" y="905"/>
                    </a:cubicBezTo>
                    <a:cubicBezTo>
                      <a:pt x="1634" y="1021"/>
                      <a:pt x="1655" y="1139"/>
                      <a:pt x="1668" y="1259"/>
                    </a:cubicBezTo>
                    <a:cubicBezTo>
                      <a:pt x="1671" y="1288"/>
                      <a:pt x="1662" y="1300"/>
                      <a:pt x="1633" y="1304"/>
                    </a:cubicBezTo>
                    <a:cubicBezTo>
                      <a:pt x="1632" y="1304"/>
                      <a:pt x="1630" y="1304"/>
                      <a:pt x="1629" y="1304"/>
                    </a:cubicBezTo>
                    <a:cubicBezTo>
                      <a:pt x="1628" y="1304"/>
                      <a:pt x="1627" y="1304"/>
                      <a:pt x="1625" y="1304"/>
                    </a:cubicBezTo>
                    <a:cubicBezTo>
                      <a:pt x="1531" y="1290"/>
                      <a:pt x="1436" y="1317"/>
                      <a:pt x="1341" y="1304"/>
                    </a:cubicBezTo>
                    <a:cubicBezTo>
                      <a:pt x="1298" y="1300"/>
                      <a:pt x="1255" y="1298"/>
                      <a:pt x="1212" y="1298"/>
                    </a:cubicBezTo>
                    <a:cubicBezTo>
                      <a:pt x="1202" y="1298"/>
                      <a:pt x="1193" y="1298"/>
                      <a:pt x="1184" y="1299"/>
                    </a:cubicBezTo>
                    <a:cubicBezTo>
                      <a:pt x="1088" y="1297"/>
                      <a:pt x="1078" y="1286"/>
                      <a:pt x="1086" y="1188"/>
                    </a:cubicBezTo>
                    <a:moveTo>
                      <a:pt x="1651" y="918"/>
                    </a:moveTo>
                    <a:cubicBezTo>
                      <a:pt x="1648" y="866"/>
                      <a:pt x="1648" y="864"/>
                      <a:pt x="1693" y="856"/>
                    </a:cubicBezTo>
                    <a:cubicBezTo>
                      <a:pt x="1839" y="833"/>
                      <a:pt x="1985" y="811"/>
                      <a:pt x="2131" y="788"/>
                    </a:cubicBezTo>
                    <a:cubicBezTo>
                      <a:pt x="2170" y="782"/>
                      <a:pt x="2187" y="793"/>
                      <a:pt x="2194" y="835"/>
                    </a:cubicBezTo>
                    <a:cubicBezTo>
                      <a:pt x="2211" y="943"/>
                      <a:pt x="2250" y="1047"/>
                      <a:pt x="2283" y="1152"/>
                    </a:cubicBezTo>
                    <a:cubicBezTo>
                      <a:pt x="2292" y="1182"/>
                      <a:pt x="2286" y="1196"/>
                      <a:pt x="2256" y="1202"/>
                    </a:cubicBezTo>
                    <a:cubicBezTo>
                      <a:pt x="2129" y="1230"/>
                      <a:pt x="2002" y="1260"/>
                      <a:pt x="1873" y="1279"/>
                    </a:cubicBezTo>
                    <a:cubicBezTo>
                      <a:pt x="1844" y="1283"/>
                      <a:pt x="1814" y="1289"/>
                      <a:pt x="1785" y="1294"/>
                    </a:cubicBezTo>
                    <a:cubicBezTo>
                      <a:pt x="1738" y="1301"/>
                      <a:pt x="1713" y="1283"/>
                      <a:pt x="1704" y="1238"/>
                    </a:cubicBezTo>
                    <a:cubicBezTo>
                      <a:pt x="1702" y="1229"/>
                      <a:pt x="1702" y="1220"/>
                      <a:pt x="1702" y="1211"/>
                    </a:cubicBezTo>
                    <a:cubicBezTo>
                      <a:pt x="1702" y="1210"/>
                      <a:pt x="1702" y="1209"/>
                      <a:pt x="1702" y="1208"/>
                    </a:cubicBezTo>
                    <a:cubicBezTo>
                      <a:pt x="1699" y="1155"/>
                      <a:pt x="1690" y="1103"/>
                      <a:pt x="1673" y="1053"/>
                    </a:cubicBezTo>
                    <a:cubicBezTo>
                      <a:pt x="1659" y="1014"/>
                      <a:pt x="1651" y="974"/>
                      <a:pt x="1651" y="932"/>
                    </a:cubicBezTo>
                    <a:cubicBezTo>
                      <a:pt x="1651" y="927"/>
                      <a:pt x="1652" y="923"/>
                      <a:pt x="1652" y="918"/>
                    </a:cubicBezTo>
                    <a:lnTo>
                      <a:pt x="1651" y="918"/>
                    </a:lnTo>
                    <a:moveTo>
                      <a:pt x="490" y="244"/>
                    </a:moveTo>
                    <a:cubicBezTo>
                      <a:pt x="615" y="138"/>
                      <a:pt x="796" y="111"/>
                      <a:pt x="952" y="82"/>
                    </a:cubicBezTo>
                    <a:cubicBezTo>
                      <a:pt x="1008" y="72"/>
                      <a:pt x="1063" y="63"/>
                      <a:pt x="1119" y="58"/>
                    </a:cubicBezTo>
                    <a:cubicBezTo>
                      <a:pt x="1164" y="53"/>
                      <a:pt x="1210" y="51"/>
                      <a:pt x="1255" y="49"/>
                    </a:cubicBezTo>
                    <a:cubicBezTo>
                      <a:pt x="1357" y="44"/>
                      <a:pt x="1459" y="33"/>
                      <a:pt x="1560" y="36"/>
                    </a:cubicBezTo>
                    <a:cubicBezTo>
                      <a:pt x="1666" y="41"/>
                      <a:pt x="1771" y="57"/>
                      <a:pt x="1874" y="83"/>
                    </a:cubicBezTo>
                    <a:cubicBezTo>
                      <a:pt x="1953" y="101"/>
                      <a:pt x="2033" y="117"/>
                      <a:pt x="2110" y="142"/>
                    </a:cubicBezTo>
                    <a:cubicBezTo>
                      <a:pt x="2181" y="163"/>
                      <a:pt x="2255" y="189"/>
                      <a:pt x="2311" y="240"/>
                    </a:cubicBezTo>
                    <a:cubicBezTo>
                      <a:pt x="2314" y="242"/>
                      <a:pt x="2317" y="245"/>
                      <a:pt x="2318" y="248"/>
                    </a:cubicBezTo>
                    <a:cubicBezTo>
                      <a:pt x="2319" y="249"/>
                      <a:pt x="2320" y="251"/>
                      <a:pt x="2321" y="253"/>
                    </a:cubicBezTo>
                    <a:cubicBezTo>
                      <a:pt x="2323" y="269"/>
                      <a:pt x="2292" y="287"/>
                      <a:pt x="2264" y="301"/>
                    </a:cubicBezTo>
                    <a:cubicBezTo>
                      <a:pt x="2263" y="299"/>
                      <a:pt x="2262" y="298"/>
                      <a:pt x="2261" y="298"/>
                    </a:cubicBezTo>
                    <a:cubicBezTo>
                      <a:pt x="2235" y="279"/>
                      <a:pt x="2209" y="262"/>
                      <a:pt x="2181" y="246"/>
                    </a:cubicBezTo>
                    <a:cubicBezTo>
                      <a:pt x="2122" y="212"/>
                      <a:pt x="2059" y="184"/>
                      <a:pt x="1994" y="165"/>
                    </a:cubicBezTo>
                    <a:cubicBezTo>
                      <a:pt x="1910" y="139"/>
                      <a:pt x="1804" y="112"/>
                      <a:pt x="1717" y="133"/>
                    </a:cubicBezTo>
                    <a:cubicBezTo>
                      <a:pt x="1716" y="133"/>
                      <a:pt x="1716" y="133"/>
                      <a:pt x="1716" y="134"/>
                    </a:cubicBezTo>
                    <a:cubicBezTo>
                      <a:pt x="1716" y="135"/>
                      <a:pt x="1716" y="135"/>
                      <a:pt x="1716" y="135"/>
                    </a:cubicBezTo>
                    <a:lnTo>
                      <a:pt x="1717" y="136"/>
                    </a:lnTo>
                    <a:cubicBezTo>
                      <a:pt x="1759" y="145"/>
                      <a:pt x="1802" y="144"/>
                      <a:pt x="1845" y="150"/>
                    </a:cubicBezTo>
                    <a:cubicBezTo>
                      <a:pt x="1896" y="158"/>
                      <a:pt x="1947" y="170"/>
                      <a:pt x="1996" y="186"/>
                    </a:cubicBezTo>
                    <a:cubicBezTo>
                      <a:pt x="2051" y="205"/>
                      <a:pt x="2104" y="229"/>
                      <a:pt x="2154" y="258"/>
                    </a:cubicBezTo>
                    <a:cubicBezTo>
                      <a:pt x="2183" y="274"/>
                      <a:pt x="2210" y="293"/>
                      <a:pt x="2237" y="312"/>
                    </a:cubicBezTo>
                    <a:cubicBezTo>
                      <a:pt x="2231" y="315"/>
                      <a:pt x="2225" y="318"/>
                      <a:pt x="2222" y="319"/>
                    </a:cubicBezTo>
                    <a:cubicBezTo>
                      <a:pt x="2179" y="343"/>
                      <a:pt x="2135" y="327"/>
                      <a:pt x="2089" y="317"/>
                    </a:cubicBezTo>
                    <a:cubicBezTo>
                      <a:pt x="2037" y="307"/>
                      <a:pt x="1985" y="297"/>
                      <a:pt x="1933" y="288"/>
                    </a:cubicBezTo>
                    <a:cubicBezTo>
                      <a:pt x="1805" y="266"/>
                      <a:pt x="1676" y="251"/>
                      <a:pt x="1546" y="245"/>
                    </a:cubicBezTo>
                    <a:cubicBezTo>
                      <a:pt x="1443" y="240"/>
                      <a:pt x="1341" y="239"/>
                      <a:pt x="1238" y="239"/>
                    </a:cubicBezTo>
                    <a:cubicBezTo>
                      <a:pt x="1139" y="239"/>
                      <a:pt x="1039" y="258"/>
                      <a:pt x="941" y="267"/>
                    </a:cubicBezTo>
                    <a:cubicBezTo>
                      <a:pt x="872" y="272"/>
                      <a:pt x="803" y="281"/>
                      <a:pt x="735" y="294"/>
                    </a:cubicBezTo>
                    <a:cubicBezTo>
                      <a:pt x="702" y="299"/>
                      <a:pt x="669" y="308"/>
                      <a:pt x="639" y="322"/>
                    </a:cubicBezTo>
                    <a:cubicBezTo>
                      <a:pt x="609" y="337"/>
                      <a:pt x="587" y="348"/>
                      <a:pt x="555" y="333"/>
                    </a:cubicBezTo>
                    <a:cubicBezTo>
                      <a:pt x="534" y="323"/>
                      <a:pt x="514" y="314"/>
                      <a:pt x="495" y="302"/>
                    </a:cubicBezTo>
                    <a:lnTo>
                      <a:pt x="490" y="298"/>
                    </a:lnTo>
                    <a:cubicBezTo>
                      <a:pt x="566" y="264"/>
                      <a:pt x="645" y="235"/>
                      <a:pt x="725" y="211"/>
                    </a:cubicBezTo>
                    <a:cubicBezTo>
                      <a:pt x="813" y="186"/>
                      <a:pt x="904" y="173"/>
                      <a:pt x="993" y="153"/>
                    </a:cubicBezTo>
                    <a:cubicBezTo>
                      <a:pt x="995" y="153"/>
                      <a:pt x="995" y="150"/>
                      <a:pt x="993" y="150"/>
                    </a:cubicBezTo>
                    <a:cubicBezTo>
                      <a:pt x="818" y="147"/>
                      <a:pt x="634" y="206"/>
                      <a:pt x="475" y="276"/>
                    </a:cubicBezTo>
                    <a:cubicBezTo>
                      <a:pt x="474" y="277"/>
                      <a:pt x="473" y="277"/>
                      <a:pt x="472" y="278"/>
                    </a:cubicBezTo>
                    <a:cubicBezTo>
                      <a:pt x="470" y="269"/>
                      <a:pt x="476" y="257"/>
                      <a:pt x="492" y="245"/>
                    </a:cubicBezTo>
                    <a:lnTo>
                      <a:pt x="490" y="244"/>
                    </a:lnTo>
                    <a:moveTo>
                      <a:pt x="2015" y="381"/>
                    </a:moveTo>
                    <a:cubicBezTo>
                      <a:pt x="2015" y="383"/>
                      <a:pt x="2012" y="385"/>
                      <a:pt x="2010" y="386"/>
                    </a:cubicBezTo>
                    <a:cubicBezTo>
                      <a:pt x="2010" y="387"/>
                      <a:pt x="2009" y="387"/>
                      <a:pt x="2008" y="388"/>
                    </a:cubicBezTo>
                    <a:cubicBezTo>
                      <a:pt x="2007" y="389"/>
                      <a:pt x="2005" y="389"/>
                      <a:pt x="2004" y="389"/>
                    </a:cubicBezTo>
                    <a:cubicBezTo>
                      <a:pt x="1918" y="392"/>
                      <a:pt x="1836" y="418"/>
                      <a:pt x="1750" y="420"/>
                    </a:cubicBezTo>
                    <a:cubicBezTo>
                      <a:pt x="1690" y="422"/>
                      <a:pt x="1630" y="428"/>
                      <a:pt x="1571" y="438"/>
                    </a:cubicBezTo>
                    <a:cubicBezTo>
                      <a:pt x="1479" y="453"/>
                      <a:pt x="1386" y="447"/>
                      <a:pt x="1294" y="446"/>
                    </a:cubicBezTo>
                    <a:cubicBezTo>
                      <a:pt x="1284" y="446"/>
                      <a:pt x="1274" y="446"/>
                      <a:pt x="1264" y="445"/>
                    </a:cubicBezTo>
                    <a:cubicBezTo>
                      <a:pt x="1194" y="442"/>
                      <a:pt x="1123" y="442"/>
                      <a:pt x="1053" y="437"/>
                    </a:cubicBezTo>
                    <a:cubicBezTo>
                      <a:pt x="1008" y="433"/>
                      <a:pt x="964" y="427"/>
                      <a:pt x="920" y="418"/>
                    </a:cubicBezTo>
                    <a:cubicBezTo>
                      <a:pt x="853" y="406"/>
                      <a:pt x="787" y="392"/>
                      <a:pt x="721" y="378"/>
                    </a:cubicBezTo>
                    <a:cubicBezTo>
                      <a:pt x="714" y="377"/>
                      <a:pt x="706" y="373"/>
                      <a:pt x="709" y="364"/>
                    </a:cubicBezTo>
                    <a:cubicBezTo>
                      <a:pt x="710" y="364"/>
                      <a:pt x="710" y="363"/>
                      <a:pt x="710" y="363"/>
                    </a:cubicBezTo>
                    <a:cubicBezTo>
                      <a:pt x="712" y="360"/>
                      <a:pt x="714" y="358"/>
                      <a:pt x="716" y="357"/>
                    </a:cubicBezTo>
                    <a:cubicBezTo>
                      <a:pt x="718" y="356"/>
                      <a:pt x="719" y="355"/>
                      <a:pt x="720" y="355"/>
                    </a:cubicBezTo>
                    <a:cubicBezTo>
                      <a:pt x="788" y="338"/>
                      <a:pt x="857" y="325"/>
                      <a:pt x="927" y="316"/>
                    </a:cubicBezTo>
                    <a:cubicBezTo>
                      <a:pt x="1106" y="296"/>
                      <a:pt x="1286" y="285"/>
                      <a:pt x="1467" y="284"/>
                    </a:cubicBezTo>
                    <a:cubicBezTo>
                      <a:pt x="1478" y="284"/>
                      <a:pt x="1489" y="284"/>
                      <a:pt x="1500" y="284"/>
                    </a:cubicBezTo>
                    <a:cubicBezTo>
                      <a:pt x="1584" y="284"/>
                      <a:pt x="1668" y="290"/>
                      <a:pt x="1750" y="304"/>
                    </a:cubicBezTo>
                    <a:cubicBezTo>
                      <a:pt x="1822" y="317"/>
                      <a:pt x="1893" y="333"/>
                      <a:pt x="1964" y="348"/>
                    </a:cubicBezTo>
                    <a:cubicBezTo>
                      <a:pt x="1977" y="349"/>
                      <a:pt x="1989" y="353"/>
                      <a:pt x="2000" y="359"/>
                    </a:cubicBezTo>
                    <a:cubicBezTo>
                      <a:pt x="2005" y="362"/>
                      <a:pt x="2008" y="364"/>
                      <a:pt x="2012" y="367"/>
                    </a:cubicBezTo>
                    <a:cubicBezTo>
                      <a:pt x="2016" y="372"/>
                      <a:pt x="2016" y="378"/>
                      <a:pt x="2016" y="383"/>
                    </a:cubicBezTo>
                    <a:lnTo>
                      <a:pt x="2015" y="381"/>
                    </a:lnTo>
                    <a:moveTo>
                      <a:pt x="305" y="548"/>
                    </a:moveTo>
                    <a:cubicBezTo>
                      <a:pt x="354" y="597"/>
                      <a:pt x="437" y="625"/>
                      <a:pt x="501" y="647"/>
                    </a:cubicBezTo>
                    <a:cubicBezTo>
                      <a:pt x="570" y="675"/>
                      <a:pt x="644" y="690"/>
                      <a:pt x="718" y="691"/>
                    </a:cubicBezTo>
                    <a:cubicBezTo>
                      <a:pt x="724" y="691"/>
                      <a:pt x="725" y="682"/>
                      <a:pt x="719" y="680"/>
                    </a:cubicBezTo>
                    <a:cubicBezTo>
                      <a:pt x="651" y="658"/>
                      <a:pt x="580" y="646"/>
                      <a:pt x="512" y="621"/>
                    </a:cubicBezTo>
                    <a:cubicBezTo>
                      <a:pt x="444" y="596"/>
                      <a:pt x="383" y="550"/>
                      <a:pt x="316" y="529"/>
                    </a:cubicBezTo>
                    <a:cubicBezTo>
                      <a:pt x="315" y="529"/>
                      <a:pt x="314" y="529"/>
                      <a:pt x="313" y="529"/>
                    </a:cubicBezTo>
                    <a:cubicBezTo>
                      <a:pt x="312" y="529"/>
                      <a:pt x="312" y="529"/>
                      <a:pt x="311" y="529"/>
                    </a:cubicBezTo>
                    <a:cubicBezTo>
                      <a:pt x="325" y="482"/>
                      <a:pt x="345" y="437"/>
                      <a:pt x="369" y="394"/>
                    </a:cubicBezTo>
                    <a:cubicBezTo>
                      <a:pt x="373" y="388"/>
                      <a:pt x="377" y="382"/>
                      <a:pt x="380" y="376"/>
                    </a:cubicBezTo>
                    <a:cubicBezTo>
                      <a:pt x="392" y="357"/>
                      <a:pt x="400" y="336"/>
                      <a:pt x="407" y="315"/>
                    </a:cubicBezTo>
                    <a:cubicBezTo>
                      <a:pt x="440" y="332"/>
                      <a:pt x="473" y="350"/>
                      <a:pt x="507" y="366"/>
                    </a:cubicBezTo>
                    <a:cubicBezTo>
                      <a:pt x="552" y="388"/>
                      <a:pt x="600" y="403"/>
                      <a:pt x="650" y="411"/>
                    </a:cubicBezTo>
                    <a:cubicBezTo>
                      <a:pt x="751" y="428"/>
                      <a:pt x="853" y="444"/>
                      <a:pt x="954" y="465"/>
                    </a:cubicBezTo>
                    <a:cubicBezTo>
                      <a:pt x="1014" y="474"/>
                      <a:pt x="1075" y="479"/>
                      <a:pt x="1136" y="479"/>
                    </a:cubicBezTo>
                    <a:cubicBezTo>
                      <a:pt x="1140" y="479"/>
                      <a:pt x="1145" y="479"/>
                      <a:pt x="1150" y="479"/>
                    </a:cubicBezTo>
                    <a:cubicBezTo>
                      <a:pt x="1235" y="482"/>
                      <a:pt x="1320" y="486"/>
                      <a:pt x="1406" y="485"/>
                    </a:cubicBezTo>
                    <a:cubicBezTo>
                      <a:pt x="1406" y="485"/>
                      <a:pt x="1407" y="485"/>
                      <a:pt x="1408" y="485"/>
                    </a:cubicBezTo>
                    <a:cubicBezTo>
                      <a:pt x="1515" y="485"/>
                      <a:pt x="1622" y="478"/>
                      <a:pt x="1728" y="465"/>
                    </a:cubicBezTo>
                    <a:cubicBezTo>
                      <a:pt x="1805" y="455"/>
                      <a:pt x="1882" y="446"/>
                      <a:pt x="1960" y="439"/>
                    </a:cubicBezTo>
                    <a:cubicBezTo>
                      <a:pt x="2079" y="428"/>
                      <a:pt x="2189" y="386"/>
                      <a:pt x="2296" y="336"/>
                    </a:cubicBezTo>
                    <a:cubicBezTo>
                      <a:pt x="2310" y="330"/>
                      <a:pt x="2322" y="322"/>
                      <a:pt x="2336" y="316"/>
                    </a:cubicBezTo>
                    <a:cubicBezTo>
                      <a:pt x="2373" y="302"/>
                      <a:pt x="2397" y="322"/>
                      <a:pt x="2413" y="351"/>
                    </a:cubicBezTo>
                    <a:cubicBezTo>
                      <a:pt x="2316" y="380"/>
                      <a:pt x="2223" y="421"/>
                      <a:pt x="2125" y="447"/>
                    </a:cubicBezTo>
                    <a:cubicBezTo>
                      <a:pt x="2018" y="474"/>
                      <a:pt x="1908" y="490"/>
                      <a:pt x="1799" y="514"/>
                    </a:cubicBezTo>
                    <a:lnTo>
                      <a:pt x="1798" y="514"/>
                    </a:lnTo>
                    <a:cubicBezTo>
                      <a:pt x="1798" y="514"/>
                      <a:pt x="1797" y="514"/>
                      <a:pt x="1797" y="515"/>
                    </a:cubicBezTo>
                    <a:lnTo>
                      <a:pt x="1797" y="516"/>
                    </a:lnTo>
                    <a:lnTo>
                      <a:pt x="1797" y="517"/>
                    </a:lnTo>
                    <a:cubicBezTo>
                      <a:pt x="1797" y="517"/>
                      <a:pt x="1798" y="517"/>
                      <a:pt x="1798" y="518"/>
                    </a:cubicBezTo>
                    <a:lnTo>
                      <a:pt x="1799" y="518"/>
                    </a:lnTo>
                    <a:cubicBezTo>
                      <a:pt x="1913" y="512"/>
                      <a:pt x="2027" y="494"/>
                      <a:pt x="2137" y="464"/>
                    </a:cubicBezTo>
                    <a:cubicBezTo>
                      <a:pt x="2231" y="440"/>
                      <a:pt x="2334" y="418"/>
                      <a:pt x="2423" y="375"/>
                    </a:cubicBezTo>
                    <a:cubicBezTo>
                      <a:pt x="2437" y="423"/>
                      <a:pt x="2457" y="469"/>
                      <a:pt x="2482" y="513"/>
                    </a:cubicBezTo>
                    <a:cubicBezTo>
                      <a:pt x="2482" y="514"/>
                      <a:pt x="2483" y="514"/>
                      <a:pt x="2483" y="515"/>
                    </a:cubicBezTo>
                    <a:cubicBezTo>
                      <a:pt x="2506" y="549"/>
                      <a:pt x="2519" y="583"/>
                      <a:pt x="2502" y="623"/>
                    </a:cubicBezTo>
                    <a:cubicBezTo>
                      <a:pt x="2500" y="628"/>
                      <a:pt x="2497" y="633"/>
                      <a:pt x="2494" y="638"/>
                    </a:cubicBezTo>
                    <a:cubicBezTo>
                      <a:pt x="2484" y="656"/>
                      <a:pt x="2469" y="671"/>
                      <a:pt x="2452" y="681"/>
                    </a:cubicBezTo>
                    <a:cubicBezTo>
                      <a:pt x="2440" y="688"/>
                      <a:pt x="2427" y="692"/>
                      <a:pt x="2413" y="695"/>
                    </a:cubicBezTo>
                    <a:cubicBezTo>
                      <a:pt x="2381" y="698"/>
                      <a:pt x="2349" y="707"/>
                      <a:pt x="2317" y="712"/>
                    </a:cubicBezTo>
                    <a:cubicBezTo>
                      <a:pt x="2228" y="727"/>
                      <a:pt x="2139" y="741"/>
                      <a:pt x="2050" y="756"/>
                    </a:cubicBezTo>
                    <a:cubicBezTo>
                      <a:pt x="1976" y="768"/>
                      <a:pt x="1902" y="778"/>
                      <a:pt x="1828" y="793"/>
                    </a:cubicBezTo>
                    <a:cubicBezTo>
                      <a:pt x="1745" y="811"/>
                      <a:pt x="1659" y="815"/>
                      <a:pt x="1574" y="826"/>
                    </a:cubicBezTo>
                    <a:cubicBezTo>
                      <a:pt x="1427" y="847"/>
                      <a:pt x="1280" y="841"/>
                      <a:pt x="1131" y="837"/>
                    </a:cubicBezTo>
                    <a:cubicBezTo>
                      <a:pt x="1017" y="831"/>
                      <a:pt x="902" y="819"/>
                      <a:pt x="788" y="801"/>
                    </a:cubicBezTo>
                    <a:cubicBezTo>
                      <a:pt x="761" y="798"/>
                      <a:pt x="734" y="792"/>
                      <a:pt x="708" y="783"/>
                    </a:cubicBezTo>
                    <a:cubicBezTo>
                      <a:pt x="599" y="743"/>
                      <a:pt x="486" y="719"/>
                      <a:pt x="380" y="675"/>
                    </a:cubicBezTo>
                    <a:cubicBezTo>
                      <a:pt x="372" y="673"/>
                      <a:pt x="364" y="669"/>
                      <a:pt x="357" y="665"/>
                    </a:cubicBezTo>
                    <a:cubicBezTo>
                      <a:pt x="340" y="656"/>
                      <a:pt x="327" y="641"/>
                      <a:pt x="317" y="625"/>
                    </a:cubicBezTo>
                    <a:cubicBezTo>
                      <a:pt x="308" y="608"/>
                      <a:pt x="303" y="590"/>
                      <a:pt x="303" y="571"/>
                    </a:cubicBezTo>
                    <a:cubicBezTo>
                      <a:pt x="303" y="563"/>
                      <a:pt x="303" y="556"/>
                      <a:pt x="305" y="548"/>
                    </a:cubicBezTo>
                    <a:moveTo>
                      <a:pt x="204" y="1063"/>
                    </a:moveTo>
                    <a:cubicBezTo>
                      <a:pt x="207" y="1040"/>
                      <a:pt x="207" y="1022"/>
                      <a:pt x="211" y="1005"/>
                    </a:cubicBezTo>
                    <a:cubicBezTo>
                      <a:pt x="223" y="938"/>
                      <a:pt x="236" y="872"/>
                      <a:pt x="251" y="806"/>
                    </a:cubicBezTo>
                    <a:cubicBezTo>
                      <a:pt x="258" y="776"/>
                      <a:pt x="267" y="747"/>
                      <a:pt x="278" y="719"/>
                    </a:cubicBezTo>
                    <a:cubicBezTo>
                      <a:pt x="287" y="694"/>
                      <a:pt x="299" y="689"/>
                      <a:pt x="325" y="701"/>
                    </a:cubicBezTo>
                    <a:cubicBezTo>
                      <a:pt x="392" y="730"/>
                      <a:pt x="461" y="754"/>
                      <a:pt x="531" y="773"/>
                    </a:cubicBezTo>
                    <a:cubicBezTo>
                      <a:pt x="534" y="774"/>
                      <a:pt x="538" y="775"/>
                      <a:pt x="541" y="777"/>
                    </a:cubicBezTo>
                    <a:cubicBezTo>
                      <a:pt x="546" y="780"/>
                      <a:pt x="551" y="784"/>
                      <a:pt x="553" y="789"/>
                    </a:cubicBezTo>
                    <a:cubicBezTo>
                      <a:pt x="556" y="793"/>
                      <a:pt x="557" y="798"/>
                      <a:pt x="557" y="804"/>
                    </a:cubicBezTo>
                    <a:cubicBezTo>
                      <a:pt x="557" y="809"/>
                      <a:pt x="555" y="816"/>
                      <a:pt x="553" y="820"/>
                    </a:cubicBezTo>
                    <a:cubicBezTo>
                      <a:pt x="553" y="820"/>
                      <a:pt x="553" y="821"/>
                      <a:pt x="552" y="821"/>
                    </a:cubicBezTo>
                    <a:cubicBezTo>
                      <a:pt x="534" y="859"/>
                      <a:pt x="521" y="900"/>
                      <a:pt x="512" y="942"/>
                    </a:cubicBezTo>
                    <a:cubicBezTo>
                      <a:pt x="505" y="981"/>
                      <a:pt x="499" y="1021"/>
                      <a:pt x="494" y="1061"/>
                    </a:cubicBezTo>
                    <a:cubicBezTo>
                      <a:pt x="492" y="1073"/>
                      <a:pt x="494" y="1086"/>
                      <a:pt x="490" y="1098"/>
                    </a:cubicBezTo>
                    <a:cubicBezTo>
                      <a:pt x="471" y="1184"/>
                      <a:pt x="463" y="1182"/>
                      <a:pt x="390" y="1158"/>
                    </a:cubicBezTo>
                    <a:cubicBezTo>
                      <a:pt x="336" y="1140"/>
                      <a:pt x="282" y="1117"/>
                      <a:pt x="229" y="1097"/>
                    </a:cubicBezTo>
                    <a:cubicBezTo>
                      <a:pt x="210" y="1091"/>
                      <a:pt x="200" y="1078"/>
                      <a:pt x="204" y="1063"/>
                    </a:cubicBezTo>
                    <a:moveTo>
                      <a:pt x="113" y="1505"/>
                    </a:moveTo>
                    <a:cubicBezTo>
                      <a:pt x="115" y="1469"/>
                      <a:pt x="121" y="1434"/>
                      <a:pt x="125" y="1398"/>
                    </a:cubicBezTo>
                    <a:cubicBezTo>
                      <a:pt x="345" y="1476"/>
                      <a:pt x="587" y="1518"/>
                      <a:pt x="819" y="1488"/>
                    </a:cubicBezTo>
                    <a:cubicBezTo>
                      <a:pt x="825" y="1488"/>
                      <a:pt x="825" y="1478"/>
                      <a:pt x="819" y="1478"/>
                    </a:cubicBezTo>
                    <a:cubicBezTo>
                      <a:pt x="582" y="1474"/>
                      <a:pt x="354" y="1448"/>
                      <a:pt x="130" y="1368"/>
                    </a:cubicBezTo>
                    <a:cubicBezTo>
                      <a:pt x="135" y="1326"/>
                      <a:pt x="141" y="1283"/>
                      <a:pt x="147" y="1241"/>
                    </a:cubicBezTo>
                    <a:cubicBezTo>
                      <a:pt x="212" y="1281"/>
                      <a:pt x="302" y="1301"/>
                      <a:pt x="375" y="1319"/>
                    </a:cubicBezTo>
                    <a:cubicBezTo>
                      <a:pt x="469" y="1342"/>
                      <a:pt x="565" y="1354"/>
                      <a:pt x="662" y="1354"/>
                    </a:cubicBezTo>
                    <a:cubicBezTo>
                      <a:pt x="663" y="1354"/>
                      <a:pt x="664" y="1354"/>
                      <a:pt x="666" y="1354"/>
                    </a:cubicBezTo>
                    <a:cubicBezTo>
                      <a:pt x="672" y="1354"/>
                      <a:pt x="673" y="1346"/>
                      <a:pt x="667" y="1345"/>
                    </a:cubicBezTo>
                    <a:cubicBezTo>
                      <a:pt x="571" y="1333"/>
                      <a:pt x="476" y="1315"/>
                      <a:pt x="382" y="1292"/>
                    </a:cubicBezTo>
                    <a:cubicBezTo>
                      <a:pt x="304" y="1271"/>
                      <a:pt x="228" y="1232"/>
                      <a:pt x="150" y="1213"/>
                    </a:cubicBezTo>
                    <a:cubicBezTo>
                      <a:pt x="152" y="1199"/>
                      <a:pt x="154" y="1184"/>
                      <a:pt x="157" y="1170"/>
                    </a:cubicBezTo>
                    <a:cubicBezTo>
                      <a:pt x="165" y="1137"/>
                      <a:pt x="178" y="1128"/>
                      <a:pt x="212" y="1143"/>
                    </a:cubicBezTo>
                    <a:cubicBezTo>
                      <a:pt x="284" y="1177"/>
                      <a:pt x="361" y="1203"/>
                      <a:pt x="439" y="1220"/>
                    </a:cubicBezTo>
                    <a:cubicBezTo>
                      <a:pt x="532" y="1241"/>
                      <a:pt x="624" y="1265"/>
                      <a:pt x="717" y="1285"/>
                    </a:cubicBezTo>
                    <a:cubicBezTo>
                      <a:pt x="810" y="1304"/>
                      <a:pt x="905" y="1310"/>
                      <a:pt x="995" y="1334"/>
                    </a:cubicBezTo>
                    <a:cubicBezTo>
                      <a:pt x="1045" y="1347"/>
                      <a:pt x="1088" y="1341"/>
                      <a:pt x="1139" y="1339"/>
                    </a:cubicBezTo>
                    <a:cubicBezTo>
                      <a:pt x="1198" y="1337"/>
                      <a:pt x="1258" y="1342"/>
                      <a:pt x="1317" y="1344"/>
                    </a:cubicBezTo>
                    <a:cubicBezTo>
                      <a:pt x="1402" y="1346"/>
                      <a:pt x="1488" y="1347"/>
                      <a:pt x="1573" y="1342"/>
                    </a:cubicBezTo>
                    <a:cubicBezTo>
                      <a:pt x="1581" y="1342"/>
                      <a:pt x="1589" y="1342"/>
                      <a:pt x="1598" y="1342"/>
                    </a:cubicBezTo>
                    <a:cubicBezTo>
                      <a:pt x="1629" y="1342"/>
                      <a:pt x="1661" y="1344"/>
                      <a:pt x="1693" y="1348"/>
                    </a:cubicBezTo>
                    <a:cubicBezTo>
                      <a:pt x="1699" y="1349"/>
                      <a:pt x="1706" y="1349"/>
                      <a:pt x="1713" y="1349"/>
                    </a:cubicBezTo>
                    <a:cubicBezTo>
                      <a:pt x="1729" y="1349"/>
                      <a:pt x="1744" y="1347"/>
                      <a:pt x="1760" y="1344"/>
                    </a:cubicBezTo>
                    <a:cubicBezTo>
                      <a:pt x="1813" y="1332"/>
                      <a:pt x="1867" y="1320"/>
                      <a:pt x="1922" y="1313"/>
                    </a:cubicBezTo>
                    <a:cubicBezTo>
                      <a:pt x="2001" y="1303"/>
                      <a:pt x="2078" y="1281"/>
                      <a:pt x="2158" y="1270"/>
                    </a:cubicBezTo>
                    <a:cubicBezTo>
                      <a:pt x="2247" y="1258"/>
                      <a:pt x="2333" y="1226"/>
                      <a:pt x="2420" y="1204"/>
                    </a:cubicBezTo>
                    <a:cubicBezTo>
                      <a:pt x="2464" y="1193"/>
                      <a:pt x="2507" y="1180"/>
                      <a:pt x="2551" y="1170"/>
                    </a:cubicBezTo>
                    <a:cubicBezTo>
                      <a:pt x="2576" y="1166"/>
                      <a:pt x="2600" y="1164"/>
                      <a:pt x="2625" y="1164"/>
                    </a:cubicBezTo>
                    <a:cubicBezTo>
                      <a:pt x="2647" y="1162"/>
                      <a:pt x="2656" y="1173"/>
                      <a:pt x="2664" y="1191"/>
                    </a:cubicBezTo>
                    <a:cubicBezTo>
                      <a:pt x="2668" y="1201"/>
                      <a:pt x="2672" y="1211"/>
                      <a:pt x="2675" y="1222"/>
                    </a:cubicBezTo>
                    <a:cubicBezTo>
                      <a:pt x="2604" y="1238"/>
                      <a:pt x="2533" y="1257"/>
                      <a:pt x="2461" y="1272"/>
                    </a:cubicBezTo>
                    <a:cubicBezTo>
                      <a:pt x="2393" y="1285"/>
                      <a:pt x="2319" y="1289"/>
                      <a:pt x="2254" y="1315"/>
                    </a:cubicBezTo>
                    <a:lnTo>
                      <a:pt x="2253" y="1315"/>
                    </a:lnTo>
                    <a:lnTo>
                      <a:pt x="2253" y="1316"/>
                    </a:lnTo>
                    <a:lnTo>
                      <a:pt x="2253" y="1317"/>
                    </a:lnTo>
                    <a:cubicBezTo>
                      <a:pt x="2254" y="1317"/>
                      <a:pt x="2254" y="1317"/>
                      <a:pt x="2254" y="1317"/>
                    </a:cubicBezTo>
                    <a:cubicBezTo>
                      <a:pt x="2326" y="1326"/>
                      <a:pt x="2404" y="1304"/>
                      <a:pt x="2474" y="1290"/>
                    </a:cubicBezTo>
                    <a:cubicBezTo>
                      <a:pt x="2545" y="1276"/>
                      <a:pt x="2613" y="1263"/>
                      <a:pt x="2680" y="1244"/>
                    </a:cubicBezTo>
                    <a:cubicBezTo>
                      <a:pt x="2697" y="1320"/>
                      <a:pt x="2708" y="1397"/>
                      <a:pt x="2713" y="1474"/>
                    </a:cubicBezTo>
                    <a:cubicBezTo>
                      <a:pt x="2719" y="1552"/>
                      <a:pt x="2713" y="1485"/>
                      <a:pt x="2713" y="1496"/>
                    </a:cubicBezTo>
                    <a:cubicBezTo>
                      <a:pt x="2714" y="1497"/>
                      <a:pt x="2714" y="1497"/>
                      <a:pt x="2714" y="1498"/>
                    </a:cubicBezTo>
                    <a:cubicBezTo>
                      <a:pt x="2714" y="1505"/>
                      <a:pt x="2712" y="1512"/>
                      <a:pt x="2708" y="1518"/>
                    </a:cubicBezTo>
                    <a:cubicBezTo>
                      <a:pt x="2705" y="1524"/>
                      <a:pt x="2700" y="1529"/>
                      <a:pt x="2694" y="1532"/>
                    </a:cubicBezTo>
                    <a:cubicBezTo>
                      <a:pt x="2691" y="1534"/>
                      <a:pt x="2689" y="1535"/>
                      <a:pt x="2686" y="1536"/>
                    </a:cubicBezTo>
                    <a:cubicBezTo>
                      <a:pt x="2599" y="1578"/>
                      <a:pt x="2508" y="1602"/>
                      <a:pt x="2418" y="1632"/>
                    </a:cubicBezTo>
                    <a:cubicBezTo>
                      <a:pt x="2379" y="1644"/>
                      <a:pt x="2340" y="1651"/>
                      <a:pt x="2300" y="1654"/>
                    </a:cubicBezTo>
                    <a:cubicBezTo>
                      <a:pt x="2260" y="1659"/>
                      <a:pt x="2221" y="1669"/>
                      <a:pt x="2184" y="1684"/>
                    </a:cubicBezTo>
                    <a:cubicBezTo>
                      <a:pt x="2112" y="1714"/>
                      <a:pt x="2035" y="1731"/>
                      <a:pt x="1957" y="1735"/>
                    </a:cubicBezTo>
                    <a:cubicBezTo>
                      <a:pt x="1940" y="1736"/>
                      <a:pt x="1923" y="1739"/>
                      <a:pt x="1906" y="1744"/>
                    </a:cubicBezTo>
                    <a:cubicBezTo>
                      <a:pt x="1855" y="1757"/>
                      <a:pt x="1803" y="1765"/>
                      <a:pt x="1750" y="1766"/>
                    </a:cubicBezTo>
                    <a:cubicBezTo>
                      <a:pt x="1693" y="1769"/>
                      <a:pt x="1636" y="1776"/>
                      <a:pt x="1579" y="1784"/>
                    </a:cubicBezTo>
                    <a:cubicBezTo>
                      <a:pt x="1522" y="1792"/>
                      <a:pt x="1464" y="1795"/>
                      <a:pt x="1407" y="1801"/>
                    </a:cubicBezTo>
                    <a:cubicBezTo>
                      <a:pt x="1396" y="1802"/>
                      <a:pt x="1386" y="1803"/>
                      <a:pt x="1375" y="1803"/>
                    </a:cubicBezTo>
                    <a:cubicBezTo>
                      <a:pt x="1371" y="1803"/>
                      <a:pt x="1366" y="1803"/>
                      <a:pt x="1362" y="1803"/>
                    </a:cubicBezTo>
                    <a:cubicBezTo>
                      <a:pt x="1247" y="1789"/>
                      <a:pt x="1132" y="1783"/>
                      <a:pt x="1018" y="1772"/>
                    </a:cubicBezTo>
                    <a:cubicBezTo>
                      <a:pt x="916" y="1759"/>
                      <a:pt x="815" y="1740"/>
                      <a:pt x="716" y="1716"/>
                    </a:cubicBezTo>
                    <a:cubicBezTo>
                      <a:pt x="686" y="1709"/>
                      <a:pt x="657" y="1703"/>
                      <a:pt x="627" y="1697"/>
                    </a:cubicBezTo>
                    <a:cubicBezTo>
                      <a:pt x="562" y="1683"/>
                      <a:pt x="494" y="1672"/>
                      <a:pt x="429" y="1654"/>
                    </a:cubicBezTo>
                    <a:cubicBezTo>
                      <a:pt x="340" y="1630"/>
                      <a:pt x="248" y="1614"/>
                      <a:pt x="161" y="1578"/>
                    </a:cubicBezTo>
                    <a:cubicBezTo>
                      <a:pt x="120" y="1561"/>
                      <a:pt x="109" y="1548"/>
                      <a:pt x="113" y="1505"/>
                    </a:cubicBezTo>
                    <a:moveTo>
                      <a:pt x="2381" y="1817"/>
                    </a:moveTo>
                    <a:cubicBezTo>
                      <a:pt x="2380" y="1799"/>
                      <a:pt x="2380" y="1781"/>
                      <a:pt x="2380" y="1764"/>
                    </a:cubicBezTo>
                    <a:cubicBezTo>
                      <a:pt x="2380" y="1746"/>
                      <a:pt x="2380" y="1729"/>
                      <a:pt x="2381" y="1712"/>
                    </a:cubicBezTo>
                    <a:cubicBezTo>
                      <a:pt x="2381" y="1684"/>
                      <a:pt x="2389" y="1675"/>
                      <a:pt x="2414" y="1668"/>
                    </a:cubicBezTo>
                    <a:cubicBezTo>
                      <a:pt x="2443" y="1661"/>
                      <a:pt x="2472" y="1654"/>
                      <a:pt x="2501" y="1646"/>
                    </a:cubicBezTo>
                    <a:cubicBezTo>
                      <a:pt x="2552" y="1632"/>
                      <a:pt x="2601" y="1615"/>
                      <a:pt x="2650" y="1595"/>
                    </a:cubicBezTo>
                    <a:cubicBezTo>
                      <a:pt x="2668" y="1587"/>
                      <a:pt x="2678" y="1593"/>
                      <a:pt x="2685" y="1612"/>
                    </a:cubicBezTo>
                    <a:cubicBezTo>
                      <a:pt x="2699" y="1645"/>
                      <a:pt x="2706" y="1681"/>
                      <a:pt x="2706" y="1717"/>
                    </a:cubicBezTo>
                    <a:cubicBezTo>
                      <a:pt x="2706" y="1719"/>
                      <a:pt x="2706" y="1720"/>
                      <a:pt x="2706" y="1722"/>
                    </a:cubicBezTo>
                    <a:cubicBezTo>
                      <a:pt x="2706" y="1769"/>
                      <a:pt x="2706" y="1817"/>
                      <a:pt x="2706" y="1865"/>
                    </a:cubicBezTo>
                    <a:lnTo>
                      <a:pt x="2711" y="1865"/>
                    </a:lnTo>
                    <a:cubicBezTo>
                      <a:pt x="2711" y="1920"/>
                      <a:pt x="2711" y="1975"/>
                      <a:pt x="2711" y="2030"/>
                    </a:cubicBezTo>
                    <a:cubicBezTo>
                      <a:pt x="2711" y="2031"/>
                      <a:pt x="2711" y="2032"/>
                      <a:pt x="2711" y="2033"/>
                    </a:cubicBezTo>
                    <a:cubicBezTo>
                      <a:pt x="2711" y="2043"/>
                      <a:pt x="2709" y="2052"/>
                      <a:pt x="2704" y="2060"/>
                    </a:cubicBezTo>
                    <a:cubicBezTo>
                      <a:pt x="2700" y="2068"/>
                      <a:pt x="2693" y="2075"/>
                      <a:pt x="2685" y="2079"/>
                    </a:cubicBezTo>
                    <a:cubicBezTo>
                      <a:pt x="2682" y="2081"/>
                      <a:pt x="2679" y="2082"/>
                      <a:pt x="2676" y="2083"/>
                    </a:cubicBezTo>
                    <a:cubicBezTo>
                      <a:pt x="2609" y="2116"/>
                      <a:pt x="2538" y="2141"/>
                      <a:pt x="2465" y="2160"/>
                    </a:cubicBezTo>
                    <a:cubicBezTo>
                      <a:pt x="2438" y="2166"/>
                      <a:pt x="2412" y="2175"/>
                      <a:pt x="2386" y="2182"/>
                    </a:cubicBezTo>
                    <a:cubicBezTo>
                      <a:pt x="2384" y="2182"/>
                      <a:pt x="2382" y="2183"/>
                      <a:pt x="2380" y="2183"/>
                    </a:cubicBezTo>
                    <a:cubicBezTo>
                      <a:pt x="2376" y="2183"/>
                      <a:pt x="2373" y="2182"/>
                      <a:pt x="2370" y="2180"/>
                    </a:cubicBezTo>
                    <a:cubicBezTo>
                      <a:pt x="2367" y="2178"/>
                      <a:pt x="2365" y="2176"/>
                      <a:pt x="2363" y="2173"/>
                    </a:cubicBezTo>
                    <a:cubicBezTo>
                      <a:pt x="2362" y="2170"/>
                      <a:pt x="2361" y="2167"/>
                      <a:pt x="2361" y="2164"/>
                    </a:cubicBezTo>
                    <a:cubicBezTo>
                      <a:pt x="2361" y="2163"/>
                      <a:pt x="2361" y="2162"/>
                      <a:pt x="2361" y="2161"/>
                    </a:cubicBezTo>
                    <a:cubicBezTo>
                      <a:pt x="2364" y="2114"/>
                      <a:pt x="2365" y="2066"/>
                      <a:pt x="2372" y="2019"/>
                    </a:cubicBezTo>
                    <a:cubicBezTo>
                      <a:pt x="2379" y="1971"/>
                      <a:pt x="2383" y="1924"/>
                      <a:pt x="2383" y="1876"/>
                    </a:cubicBezTo>
                    <a:cubicBezTo>
                      <a:pt x="2383" y="1856"/>
                      <a:pt x="2383" y="1836"/>
                      <a:pt x="2381" y="1817"/>
                    </a:cubicBezTo>
                    <a:moveTo>
                      <a:pt x="1792" y="2163"/>
                    </a:moveTo>
                    <a:cubicBezTo>
                      <a:pt x="1792" y="2155"/>
                      <a:pt x="1792" y="2148"/>
                      <a:pt x="1792" y="2140"/>
                    </a:cubicBezTo>
                    <a:cubicBezTo>
                      <a:pt x="1792" y="2080"/>
                      <a:pt x="1788" y="2020"/>
                      <a:pt x="1779" y="1961"/>
                    </a:cubicBezTo>
                    <a:cubicBezTo>
                      <a:pt x="1777" y="1936"/>
                      <a:pt x="1776" y="1912"/>
                      <a:pt x="1776" y="1887"/>
                    </a:cubicBezTo>
                    <a:cubicBezTo>
                      <a:pt x="1776" y="1872"/>
                      <a:pt x="1777" y="1856"/>
                      <a:pt x="1777" y="1841"/>
                    </a:cubicBezTo>
                    <a:cubicBezTo>
                      <a:pt x="1777" y="1840"/>
                      <a:pt x="1777" y="1839"/>
                      <a:pt x="1777" y="1838"/>
                    </a:cubicBezTo>
                    <a:cubicBezTo>
                      <a:pt x="1777" y="1833"/>
                      <a:pt x="1779" y="1826"/>
                      <a:pt x="1781" y="1822"/>
                    </a:cubicBezTo>
                    <a:cubicBezTo>
                      <a:pt x="1784" y="1817"/>
                      <a:pt x="1788" y="1814"/>
                      <a:pt x="1793" y="1811"/>
                    </a:cubicBezTo>
                    <a:cubicBezTo>
                      <a:pt x="1796" y="1809"/>
                      <a:pt x="1799" y="1808"/>
                      <a:pt x="1802" y="1808"/>
                    </a:cubicBezTo>
                    <a:cubicBezTo>
                      <a:pt x="1818" y="1802"/>
                      <a:pt x="1835" y="1798"/>
                      <a:pt x="1853" y="1796"/>
                    </a:cubicBezTo>
                    <a:cubicBezTo>
                      <a:pt x="1937" y="1790"/>
                      <a:pt x="2021" y="1777"/>
                      <a:pt x="2104" y="1757"/>
                    </a:cubicBezTo>
                    <a:cubicBezTo>
                      <a:pt x="2152" y="1743"/>
                      <a:pt x="2199" y="1727"/>
                      <a:pt x="2246" y="1709"/>
                    </a:cubicBezTo>
                    <a:cubicBezTo>
                      <a:pt x="2335" y="1678"/>
                      <a:pt x="2342" y="1682"/>
                      <a:pt x="2342" y="1779"/>
                    </a:cubicBezTo>
                    <a:cubicBezTo>
                      <a:pt x="2342" y="1801"/>
                      <a:pt x="2344" y="1824"/>
                      <a:pt x="2345" y="1846"/>
                    </a:cubicBezTo>
                    <a:cubicBezTo>
                      <a:pt x="2346" y="1863"/>
                      <a:pt x="2347" y="1879"/>
                      <a:pt x="2347" y="1896"/>
                    </a:cubicBezTo>
                    <a:cubicBezTo>
                      <a:pt x="2347" y="1929"/>
                      <a:pt x="2344" y="1963"/>
                      <a:pt x="2339" y="1996"/>
                    </a:cubicBezTo>
                    <a:cubicBezTo>
                      <a:pt x="2331" y="2048"/>
                      <a:pt x="2327" y="2100"/>
                      <a:pt x="2320" y="2152"/>
                    </a:cubicBezTo>
                    <a:cubicBezTo>
                      <a:pt x="2313" y="2204"/>
                      <a:pt x="2307" y="2209"/>
                      <a:pt x="2257" y="2221"/>
                    </a:cubicBezTo>
                    <a:cubicBezTo>
                      <a:pt x="2128" y="2250"/>
                      <a:pt x="1999" y="2280"/>
                      <a:pt x="1870" y="2311"/>
                    </a:cubicBezTo>
                    <a:cubicBezTo>
                      <a:pt x="1782" y="2333"/>
                      <a:pt x="1790" y="2309"/>
                      <a:pt x="1792" y="2246"/>
                    </a:cubicBezTo>
                    <a:cubicBezTo>
                      <a:pt x="1793" y="2218"/>
                      <a:pt x="1792" y="2190"/>
                      <a:pt x="1792" y="2163"/>
                    </a:cubicBezTo>
                    <a:moveTo>
                      <a:pt x="1013" y="2158"/>
                    </a:moveTo>
                    <a:cubicBezTo>
                      <a:pt x="1009" y="2139"/>
                      <a:pt x="1008" y="2120"/>
                      <a:pt x="1008" y="2101"/>
                    </a:cubicBezTo>
                    <a:cubicBezTo>
                      <a:pt x="1008" y="2098"/>
                      <a:pt x="1008" y="2094"/>
                      <a:pt x="1008" y="2091"/>
                    </a:cubicBezTo>
                    <a:cubicBezTo>
                      <a:pt x="1008" y="2036"/>
                      <a:pt x="1008" y="1981"/>
                      <a:pt x="1010" y="1926"/>
                    </a:cubicBezTo>
                    <a:cubicBezTo>
                      <a:pt x="1012" y="1904"/>
                      <a:pt x="1016" y="1882"/>
                      <a:pt x="1022" y="1861"/>
                    </a:cubicBezTo>
                    <a:cubicBezTo>
                      <a:pt x="1030" y="1829"/>
                      <a:pt x="1036" y="1823"/>
                      <a:pt x="1068" y="1823"/>
                    </a:cubicBezTo>
                    <a:cubicBezTo>
                      <a:pt x="1076" y="1823"/>
                      <a:pt x="1083" y="1822"/>
                      <a:pt x="1091" y="1822"/>
                    </a:cubicBezTo>
                    <a:cubicBezTo>
                      <a:pt x="1121" y="1822"/>
                      <a:pt x="1151" y="1824"/>
                      <a:pt x="1181" y="1827"/>
                    </a:cubicBezTo>
                    <a:cubicBezTo>
                      <a:pt x="1256" y="1836"/>
                      <a:pt x="1332" y="1840"/>
                      <a:pt x="1407" y="1840"/>
                    </a:cubicBezTo>
                    <a:cubicBezTo>
                      <a:pt x="1454" y="1840"/>
                      <a:pt x="1501" y="1838"/>
                      <a:pt x="1548" y="1835"/>
                    </a:cubicBezTo>
                    <a:cubicBezTo>
                      <a:pt x="1590" y="1831"/>
                      <a:pt x="1633" y="1825"/>
                      <a:pt x="1675" y="1823"/>
                    </a:cubicBezTo>
                    <a:cubicBezTo>
                      <a:pt x="1711" y="1821"/>
                      <a:pt x="1716" y="1827"/>
                      <a:pt x="1729" y="1861"/>
                    </a:cubicBezTo>
                    <a:cubicBezTo>
                      <a:pt x="1738" y="1887"/>
                      <a:pt x="1742" y="1914"/>
                      <a:pt x="1742" y="1941"/>
                    </a:cubicBezTo>
                    <a:cubicBezTo>
                      <a:pt x="1742" y="1946"/>
                      <a:pt x="1742" y="1952"/>
                      <a:pt x="1742" y="1958"/>
                    </a:cubicBezTo>
                    <a:cubicBezTo>
                      <a:pt x="1741" y="1962"/>
                      <a:pt x="1741" y="1967"/>
                      <a:pt x="1741" y="1972"/>
                    </a:cubicBezTo>
                    <a:cubicBezTo>
                      <a:pt x="1741" y="2012"/>
                      <a:pt x="1745" y="2052"/>
                      <a:pt x="1752" y="2092"/>
                    </a:cubicBezTo>
                    <a:cubicBezTo>
                      <a:pt x="1757" y="2125"/>
                      <a:pt x="1759" y="2158"/>
                      <a:pt x="1759" y="2192"/>
                    </a:cubicBezTo>
                    <a:cubicBezTo>
                      <a:pt x="1759" y="2218"/>
                      <a:pt x="1758" y="2245"/>
                      <a:pt x="1755" y="2272"/>
                    </a:cubicBezTo>
                    <a:cubicBezTo>
                      <a:pt x="1751" y="2326"/>
                      <a:pt x="1743" y="2333"/>
                      <a:pt x="1686" y="2340"/>
                    </a:cubicBezTo>
                    <a:cubicBezTo>
                      <a:pt x="1651" y="2345"/>
                      <a:pt x="1616" y="2346"/>
                      <a:pt x="1581" y="2348"/>
                    </a:cubicBezTo>
                    <a:cubicBezTo>
                      <a:pt x="1546" y="2349"/>
                      <a:pt x="1511" y="2348"/>
                      <a:pt x="1476" y="2348"/>
                    </a:cubicBezTo>
                    <a:cubicBezTo>
                      <a:pt x="1391" y="2357"/>
                      <a:pt x="1306" y="2343"/>
                      <a:pt x="1221" y="2343"/>
                    </a:cubicBezTo>
                    <a:cubicBezTo>
                      <a:pt x="1166" y="2341"/>
                      <a:pt x="1111" y="2336"/>
                      <a:pt x="1056" y="2328"/>
                    </a:cubicBezTo>
                    <a:cubicBezTo>
                      <a:pt x="1033" y="2325"/>
                      <a:pt x="1023" y="2313"/>
                      <a:pt x="1025" y="2285"/>
                    </a:cubicBezTo>
                    <a:cubicBezTo>
                      <a:pt x="1025" y="2280"/>
                      <a:pt x="1025" y="2275"/>
                      <a:pt x="1025" y="2270"/>
                    </a:cubicBezTo>
                    <a:cubicBezTo>
                      <a:pt x="1025" y="2232"/>
                      <a:pt x="1021" y="2195"/>
                      <a:pt x="1013" y="2158"/>
                    </a:cubicBezTo>
                    <a:moveTo>
                      <a:pt x="968" y="2148"/>
                    </a:moveTo>
                    <a:cubicBezTo>
                      <a:pt x="968" y="2152"/>
                      <a:pt x="968" y="2156"/>
                      <a:pt x="968" y="2160"/>
                    </a:cubicBezTo>
                    <a:cubicBezTo>
                      <a:pt x="968" y="2197"/>
                      <a:pt x="973" y="2232"/>
                      <a:pt x="983" y="2267"/>
                    </a:cubicBezTo>
                    <a:cubicBezTo>
                      <a:pt x="995" y="2311"/>
                      <a:pt x="971" y="2321"/>
                      <a:pt x="935" y="2315"/>
                    </a:cubicBezTo>
                    <a:cubicBezTo>
                      <a:pt x="918" y="2312"/>
                      <a:pt x="901" y="2310"/>
                      <a:pt x="883" y="2307"/>
                    </a:cubicBezTo>
                    <a:cubicBezTo>
                      <a:pt x="753" y="2284"/>
                      <a:pt x="622" y="2263"/>
                      <a:pt x="492" y="2230"/>
                    </a:cubicBezTo>
                    <a:cubicBezTo>
                      <a:pt x="456" y="2220"/>
                      <a:pt x="434" y="2204"/>
                      <a:pt x="430" y="2166"/>
                    </a:cubicBezTo>
                    <a:cubicBezTo>
                      <a:pt x="429" y="2154"/>
                      <a:pt x="424" y="2141"/>
                      <a:pt x="423" y="2129"/>
                    </a:cubicBezTo>
                    <a:cubicBezTo>
                      <a:pt x="422" y="2001"/>
                      <a:pt x="427" y="1874"/>
                      <a:pt x="469" y="1751"/>
                    </a:cubicBezTo>
                    <a:cubicBezTo>
                      <a:pt x="479" y="1723"/>
                      <a:pt x="488" y="1715"/>
                      <a:pt x="520" y="1721"/>
                    </a:cubicBezTo>
                    <a:cubicBezTo>
                      <a:pt x="594" y="1730"/>
                      <a:pt x="668" y="1744"/>
                      <a:pt x="742" y="1761"/>
                    </a:cubicBezTo>
                    <a:cubicBezTo>
                      <a:pt x="804" y="1779"/>
                      <a:pt x="868" y="1792"/>
                      <a:pt x="931" y="1807"/>
                    </a:cubicBezTo>
                    <a:cubicBezTo>
                      <a:pt x="970" y="1816"/>
                      <a:pt x="976" y="1824"/>
                      <a:pt x="975" y="1851"/>
                    </a:cubicBezTo>
                    <a:cubicBezTo>
                      <a:pt x="963" y="1958"/>
                      <a:pt x="973" y="2053"/>
                      <a:pt x="968" y="2148"/>
                    </a:cubicBezTo>
                    <a:moveTo>
                      <a:pt x="98" y="1996"/>
                    </a:moveTo>
                    <a:cubicBezTo>
                      <a:pt x="98" y="1953"/>
                      <a:pt x="98" y="1910"/>
                      <a:pt x="103" y="1868"/>
                    </a:cubicBezTo>
                    <a:cubicBezTo>
                      <a:pt x="109" y="1796"/>
                      <a:pt x="120" y="1724"/>
                      <a:pt x="132" y="1652"/>
                    </a:cubicBezTo>
                    <a:cubicBezTo>
                      <a:pt x="137" y="1626"/>
                      <a:pt x="147" y="1619"/>
                      <a:pt x="167" y="1628"/>
                    </a:cubicBezTo>
                    <a:cubicBezTo>
                      <a:pt x="224" y="1654"/>
                      <a:pt x="286" y="1663"/>
                      <a:pt x="346" y="1680"/>
                    </a:cubicBezTo>
                    <a:cubicBezTo>
                      <a:pt x="361" y="1684"/>
                      <a:pt x="375" y="1689"/>
                      <a:pt x="390" y="1693"/>
                    </a:cubicBezTo>
                    <a:cubicBezTo>
                      <a:pt x="421" y="1704"/>
                      <a:pt x="423" y="1737"/>
                      <a:pt x="418" y="1766"/>
                    </a:cubicBezTo>
                    <a:cubicBezTo>
                      <a:pt x="405" y="1830"/>
                      <a:pt x="388" y="1886"/>
                      <a:pt x="387" y="1953"/>
                    </a:cubicBezTo>
                    <a:cubicBezTo>
                      <a:pt x="387" y="2019"/>
                      <a:pt x="387" y="2088"/>
                      <a:pt x="386" y="2155"/>
                    </a:cubicBezTo>
                    <a:cubicBezTo>
                      <a:pt x="386" y="2188"/>
                      <a:pt x="376" y="2195"/>
                      <a:pt x="345" y="2192"/>
                    </a:cubicBezTo>
                    <a:cubicBezTo>
                      <a:pt x="272" y="2187"/>
                      <a:pt x="213" y="2136"/>
                      <a:pt x="149" y="2107"/>
                    </a:cubicBezTo>
                    <a:cubicBezTo>
                      <a:pt x="143" y="2105"/>
                      <a:pt x="138" y="2102"/>
                      <a:pt x="132" y="2099"/>
                    </a:cubicBezTo>
                    <a:cubicBezTo>
                      <a:pt x="128" y="2097"/>
                      <a:pt x="124" y="2094"/>
                      <a:pt x="121" y="2091"/>
                    </a:cubicBezTo>
                    <a:cubicBezTo>
                      <a:pt x="93" y="2068"/>
                      <a:pt x="100" y="2026"/>
                      <a:pt x="99" y="1995"/>
                    </a:cubicBezTo>
                    <a:lnTo>
                      <a:pt x="98" y="1996"/>
                    </a:lnTo>
                    <a:moveTo>
                      <a:pt x="203" y="2710"/>
                    </a:moveTo>
                    <a:cubicBezTo>
                      <a:pt x="200" y="2700"/>
                      <a:pt x="196" y="2691"/>
                      <a:pt x="194" y="2681"/>
                    </a:cubicBezTo>
                    <a:cubicBezTo>
                      <a:pt x="189" y="2659"/>
                      <a:pt x="199" y="2648"/>
                      <a:pt x="236" y="2652"/>
                    </a:cubicBezTo>
                    <a:cubicBezTo>
                      <a:pt x="283" y="2664"/>
                      <a:pt x="345" y="2680"/>
                      <a:pt x="405" y="2695"/>
                    </a:cubicBezTo>
                    <a:cubicBezTo>
                      <a:pt x="410" y="2696"/>
                      <a:pt x="414" y="2698"/>
                      <a:pt x="418" y="2700"/>
                    </a:cubicBezTo>
                    <a:cubicBezTo>
                      <a:pt x="425" y="2704"/>
                      <a:pt x="431" y="2710"/>
                      <a:pt x="436" y="2718"/>
                    </a:cubicBezTo>
                    <a:cubicBezTo>
                      <a:pt x="438" y="2721"/>
                      <a:pt x="440" y="2726"/>
                      <a:pt x="441" y="2730"/>
                    </a:cubicBezTo>
                    <a:cubicBezTo>
                      <a:pt x="447" y="2746"/>
                      <a:pt x="453" y="2762"/>
                      <a:pt x="457" y="2779"/>
                    </a:cubicBezTo>
                    <a:cubicBezTo>
                      <a:pt x="475" y="2883"/>
                      <a:pt x="512" y="2982"/>
                      <a:pt x="544" y="3082"/>
                    </a:cubicBezTo>
                    <a:cubicBezTo>
                      <a:pt x="547" y="3089"/>
                      <a:pt x="549" y="3096"/>
                      <a:pt x="550" y="3103"/>
                    </a:cubicBezTo>
                    <a:cubicBezTo>
                      <a:pt x="551" y="3105"/>
                      <a:pt x="551" y="3106"/>
                      <a:pt x="551" y="3107"/>
                    </a:cubicBezTo>
                    <a:cubicBezTo>
                      <a:pt x="551" y="3111"/>
                      <a:pt x="550" y="3113"/>
                      <a:pt x="548" y="3116"/>
                    </a:cubicBezTo>
                    <a:cubicBezTo>
                      <a:pt x="547" y="3118"/>
                      <a:pt x="545" y="3121"/>
                      <a:pt x="542" y="3123"/>
                    </a:cubicBezTo>
                    <a:cubicBezTo>
                      <a:pt x="539" y="3124"/>
                      <a:pt x="536" y="3126"/>
                      <a:pt x="533" y="3126"/>
                    </a:cubicBezTo>
                    <a:cubicBezTo>
                      <a:pt x="531" y="3126"/>
                      <a:pt x="530" y="3125"/>
                      <a:pt x="529" y="3125"/>
                    </a:cubicBezTo>
                    <a:cubicBezTo>
                      <a:pt x="504" y="3120"/>
                      <a:pt x="480" y="3114"/>
                      <a:pt x="455" y="3108"/>
                    </a:cubicBezTo>
                    <a:cubicBezTo>
                      <a:pt x="438" y="3104"/>
                      <a:pt x="422" y="3097"/>
                      <a:pt x="405" y="3094"/>
                    </a:cubicBezTo>
                    <a:cubicBezTo>
                      <a:pt x="393" y="3091"/>
                      <a:pt x="382" y="3087"/>
                      <a:pt x="372" y="3082"/>
                    </a:cubicBezTo>
                    <a:cubicBezTo>
                      <a:pt x="356" y="3073"/>
                      <a:pt x="343" y="3059"/>
                      <a:pt x="334" y="3044"/>
                    </a:cubicBezTo>
                    <a:cubicBezTo>
                      <a:pt x="332" y="3039"/>
                      <a:pt x="330" y="3035"/>
                      <a:pt x="328" y="3030"/>
                    </a:cubicBezTo>
                    <a:cubicBezTo>
                      <a:pt x="278" y="2927"/>
                      <a:pt x="236" y="2819"/>
                      <a:pt x="204" y="2709"/>
                    </a:cubicBezTo>
                    <a:lnTo>
                      <a:pt x="203" y="2710"/>
                    </a:lnTo>
                    <a:moveTo>
                      <a:pt x="1705" y="2875"/>
                    </a:moveTo>
                    <a:cubicBezTo>
                      <a:pt x="1700" y="2930"/>
                      <a:pt x="1692" y="2985"/>
                      <a:pt x="1679" y="3038"/>
                    </a:cubicBezTo>
                    <a:cubicBezTo>
                      <a:pt x="1669" y="3077"/>
                      <a:pt x="1663" y="3117"/>
                      <a:pt x="1657" y="3156"/>
                    </a:cubicBezTo>
                    <a:cubicBezTo>
                      <a:pt x="1650" y="3200"/>
                      <a:pt x="1645" y="3206"/>
                      <a:pt x="1599" y="3207"/>
                    </a:cubicBezTo>
                    <a:cubicBezTo>
                      <a:pt x="1534" y="3208"/>
                      <a:pt x="1469" y="3207"/>
                      <a:pt x="1404" y="3207"/>
                    </a:cubicBezTo>
                    <a:cubicBezTo>
                      <a:pt x="1338" y="3207"/>
                      <a:pt x="1273" y="3207"/>
                      <a:pt x="1208" y="3207"/>
                    </a:cubicBezTo>
                    <a:cubicBezTo>
                      <a:pt x="1206" y="3207"/>
                      <a:pt x="1203" y="3208"/>
                      <a:pt x="1201" y="3208"/>
                    </a:cubicBezTo>
                    <a:cubicBezTo>
                      <a:pt x="1192" y="3208"/>
                      <a:pt x="1184" y="3205"/>
                      <a:pt x="1176" y="3201"/>
                    </a:cubicBezTo>
                    <a:cubicBezTo>
                      <a:pt x="1169" y="3197"/>
                      <a:pt x="1162" y="3190"/>
                      <a:pt x="1158" y="3183"/>
                    </a:cubicBezTo>
                    <a:cubicBezTo>
                      <a:pt x="1156" y="3179"/>
                      <a:pt x="1154" y="3175"/>
                      <a:pt x="1153" y="3170"/>
                    </a:cubicBezTo>
                    <a:cubicBezTo>
                      <a:pt x="1147" y="3157"/>
                      <a:pt x="1141" y="3142"/>
                      <a:pt x="1138" y="3128"/>
                    </a:cubicBezTo>
                    <a:cubicBezTo>
                      <a:pt x="1132" y="3065"/>
                      <a:pt x="1106" y="3007"/>
                      <a:pt x="1091" y="2947"/>
                    </a:cubicBezTo>
                    <a:cubicBezTo>
                      <a:pt x="1057" y="2816"/>
                      <a:pt x="1073" y="2797"/>
                      <a:pt x="1205" y="2808"/>
                    </a:cubicBezTo>
                    <a:cubicBezTo>
                      <a:pt x="1266" y="2814"/>
                      <a:pt x="1329" y="2818"/>
                      <a:pt x="1391" y="2818"/>
                    </a:cubicBezTo>
                    <a:cubicBezTo>
                      <a:pt x="1449" y="2818"/>
                      <a:pt x="1507" y="2815"/>
                      <a:pt x="1564" y="2809"/>
                    </a:cubicBezTo>
                    <a:cubicBezTo>
                      <a:pt x="1583" y="2808"/>
                      <a:pt x="1602" y="2808"/>
                      <a:pt x="1620" y="2808"/>
                    </a:cubicBezTo>
                    <a:cubicBezTo>
                      <a:pt x="1639" y="2808"/>
                      <a:pt x="1658" y="2808"/>
                      <a:pt x="1676" y="2809"/>
                    </a:cubicBezTo>
                    <a:cubicBezTo>
                      <a:pt x="1677" y="2809"/>
                      <a:pt x="1677" y="2809"/>
                      <a:pt x="1677" y="2809"/>
                    </a:cubicBezTo>
                    <a:cubicBezTo>
                      <a:pt x="1682" y="2809"/>
                      <a:pt x="1687" y="2810"/>
                      <a:pt x="1691" y="2813"/>
                    </a:cubicBezTo>
                    <a:cubicBezTo>
                      <a:pt x="1696" y="2815"/>
                      <a:pt x="1699" y="2819"/>
                      <a:pt x="1702" y="2824"/>
                    </a:cubicBezTo>
                    <a:cubicBezTo>
                      <a:pt x="1704" y="2828"/>
                      <a:pt x="1706" y="2832"/>
                      <a:pt x="1706" y="2837"/>
                    </a:cubicBezTo>
                    <a:cubicBezTo>
                      <a:pt x="1707" y="2843"/>
                      <a:pt x="1707" y="2849"/>
                      <a:pt x="1707" y="2855"/>
                    </a:cubicBezTo>
                    <a:cubicBezTo>
                      <a:pt x="1707" y="2861"/>
                      <a:pt x="1707" y="2868"/>
                      <a:pt x="1706" y="2874"/>
                    </a:cubicBezTo>
                    <a:lnTo>
                      <a:pt x="1705" y="2875"/>
                    </a:lnTo>
                    <a:moveTo>
                      <a:pt x="1732" y="2930"/>
                    </a:moveTo>
                    <a:cubicBezTo>
                      <a:pt x="1739" y="2898"/>
                      <a:pt x="1748" y="2867"/>
                      <a:pt x="1754" y="2835"/>
                    </a:cubicBezTo>
                    <a:cubicBezTo>
                      <a:pt x="1761" y="2803"/>
                      <a:pt x="1769" y="2793"/>
                      <a:pt x="1803" y="2788"/>
                    </a:cubicBezTo>
                    <a:cubicBezTo>
                      <a:pt x="1840" y="2784"/>
                      <a:pt x="1878" y="2780"/>
                      <a:pt x="1915" y="2778"/>
                    </a:cubicBezTo>
                    <a:cubicBezTo>
                      <a:pt x="1965" y="2774"/>
                      <a:pt x="2015" y="2765"/>
                      <a:pt x="2062" y="2750"/>
                    </a:cubicBezTo>
                    <a:cubicBezTo>
                      <a:pt x="2096" y="2740"/>
                      <a:pt x="2130" y="2734"/>
                      <a:pt x="2165" y="2731"/>
                    </a:cubicBezTo>
                    <a:cubicBezTo>
                      <a:pt x="2175" y="2731"/>
                      <a:pt x="2185" y="2729"/>
                      <a:pt x="2195" y="2729"/>
                    </a:cubicBezTo>
                    <a:cubicBezTo>
                      <a:pt x="2196" y="2729"/>
                      <a:pt x="2196" y="2729"/>
                      <a:pt x="2197" y="2729"/>
                    </a:cubicBezTo>
                    <a:cubicBezTo>
                      <a:pt x="2201" y="2729"/>
                      <a:pt x="2206" y="2731"/>
                      <a:pt x="2209" y="2733"/>
                    </a:cubicBezTo>
                    <a:cubicBezTo>
                      <a:pt x="2213" y="2735"/>
                      <a:pt x="2217" y="2737"/>
                      <a:pt x="2219" y="2742"/>
                    </a:cubicBezTo>
                    <a:cubicBezTo>
                      <a:pt x="2221" y="2745"/>
                      <a:pt x="2221" y="2748"/>
                      <a:pt x="2222" y="2751"/>
                    </a:cubicBezTo>
                    <a:cubicBezTo>
                      <a:pt x="2225" y="2765"/>
                      <a:pt x="2227" y="2780"/>
                      <a:pt x="2227" y="2795"/>
                    </a:cubicBezTo>
                    <a:cubicBezTo>
                      <a:pt x="2227" y="2805"/>
                      <a:pt x="2226" y="2815"/>
                      <a:pt x="2224" y="2826"/>
                    </a:cubicBezTo>
                    <a:cubicBezTo>
                      <a:pt x="2218" y="2873"/>
                      <a:pt x="2208" y="2919"/>
                      <a:pt x="2192" y="2964"/>
                    </a:cubicBezTo>
                    <a:cubicBezTo>
                      <a:pt x="2175" y="3006"/>
                      <a:pt x="2164" y="3050"/>
                      <a:pt x="2148" y="3092"/>
                    </a:cubicBezTo>
                    <a:cubicBezTo>
                      <a:pt x="2147" y="3097"/>
                      <a:pt x="2145" y="3101"/>
                      <a:pt x="2142" y="3106"/>
                    </a:cubicBezTo>
                    <a:cubicBezTo>
                      <a:pt x="2137" y="3116"/>
                      <a:pt x="2129" y="3123"/>
                      <a:pt x="2119" y="3129"/>
                    </a:cubicBezTo>
                    <a:cubicBezTo>
                      <a:pt x="2112" y="3133"/>
                      <a:pt x="2103" y="3136"/>
                      <a:pt x="2094" y="3137"/>
                    </a:cubicBezTo>
                    <a:cubicBezTo>
                      <a:pt x="2005" y="3151"/>
                      <a:pt x="1916" y="3166"/>
                      <a:pt x="1827" y="3181"/>
                    </a:cubicBezTo>
                    <a:cubicBezTo>
                      <a:pt x="1795" y="3186"/>
                      <a:pt x="1762" y="3191"/>
                      <a:pt x="1730" y="3194"/>
                    </a:cubicBezTo>
                    <a:cubicBezTo>
                      <a:pt x="1712" y="3196"/>
                      <a:pt x="1706" y="3187"/>
                      <a:pt x="1703" y="3167"/>
                    </a:cubicBezTo>
                    <a:cubicBezTo>
                      <a:pt x="1691" y="3083"/>
                      <a:pt x="1716" y="3007"/>
                      <a:pt x="1733" y="2929"/>
                    </a:cubicBezTo>
                    <a:lnTo>
                      <a:pt x="1732" y="2930"/>
                    </a:lnTo>
                    <a:moveTo>
                      <a:pt x="1084" y="3060"/>
                    </a:moveTo>
                    <a:cubicBezTo>
                      <a:pt x="1090" y="3077"/>
                      <a:pt x="1093" y="3094"/>
                      <a:pt x="1095" y="3111"/>
                    </a:cubicBezTo>
                    <a:cubicBezTo>
                      <a:pt x="1104" y="3216"/>
                      <a:pt x="1104" y="3205"/>
                      <a:pt x="1014" y="3198"/>
                    </a:cubicBezTo>
                    <a:cubicBezTo>
                      <a:pt x="999" y="3197"/>
                      <a:pt x="984" y="3196"/>
                      <a:pt x="963" y="3195"/>
                    </a:cubicBezTo>
                    <a:cubicBezTo>
                      <a:pt x="873" y="3199"/>
                      <a:pt x="780" y="3175"/>
                      <a:pt x="686" y="3160"/>
                    </a:cubicBezTo>
                    <a:cubicBezTo>
                      <a:pt x="670" y="3158"/>
                      <a:pt x="654" y="3152"/>
                      <a:pt x="640" y="3144"/>
                    </a:cubicBezTo>
                    <a:cubicBezTo>
                      <a:pt x="620" y="3132"/>
                      <a:pt x="604" y="3116"/>
                      <a:pt x="592" y="3096"/>
                    </a:cubicBezTo>
                    <a:cubicBezTo>
                      <a:pt x="586" y="3085"/>
                      <a:pt x="580" y="3072"/>
                      <a:pt x="577" y="3059"/>
                    </a:cubicBezTo>
                    <a:cubicBezTo>
                      <a:pt x="565" y="3016"/>
                      <a:pt x="550" y="2974"/>
                      <a:pt x="536" y="2931"/>
                    </a:cubicBezTo>
                    <a:cubicBezTo>
                      <a:pt x="529" y="2909"/>
                      <a:pt x="523" y="2888"/>
                      <a:pt x="518" y="2866"/>
                    </a:cubicBezTo>
                    <a:cubicBezTo>
                      <a:pt x="511" y="2829"/>
                      <a:pt x="506" y="2792"/>
                      <a:pt x="500" y="2754"/>
                    </a:cubicBezTo>
                    <a:cubicBezTo>
                      <a:pt x="496" y="2728"/>
                      <a:pt x="506" y="2717"/>
                      <a:pt x="534" y="2720"/>
                    </a:cubicBezTo>
                    <a:cubicBezTo>
                      <a:pt x="548" y="2721"/>
                      <a:pt x="563" y="2724"/>
                      <a:pt x="577" y="2728"/>
                    </a:cubicBezTo>
                    <a:cubicBezTo>
                      <a:pt x="708" y="2763"/>
                      <a:pt x="842" y="2787"/>
                      <a:pt x="977" y="2801"/>
                    </a:cubicBezTo>
                    <a:cubicBezTo>
                      <a:pt x="1019" y="2805"/>
                      <a:pt x="1028" y="2811"/>
                      <a:pt x="1034" y="2855"/>
                    </a:cubicBezTo>
                    <a:cubicBezTo>
                      <a:pt x="1044" y="2925"/>
                      <a:pt x="1061" y="2993"/>
                      <a:pt x="1084" y="3060"/>
                    </a:cubicBezTo>
                    <a:moveTo>
                      <a:pt x="2445" y="3132"/>
                    </a:moveTo>
                    <a:cubicBezTo>
                      <a:pt x="2415" y="3195"/>
                      <a:pt x="2405" y="3267"/>
                      <a:pt x="2351" y="3317"/>
                    </a:cubicBezTo>
                    <a:cubicBezTo>
                      <a:pt x="2347" y="3323"/>
                      <a:pt x="2343" y="3329"/>
                      <a:pt x="2340" y="3334"/>
                    </a:cubicBezTo>
                    <a:cubicBezTo>
                      <a:pt x="2178" y="3384"/>
                      <a:pt x="2023" y="3439"/>
                      <a:pt x="1855" y="3467"/>
                    </a:cubicBezTo>
                    <a:cubicBezTo>
                      <a:pt x="1717" y="3488"/>
                      <a:pt x="1578" y="3498"/>
                      <a:pt x="1438" y="3498"/>
                    </a:cubicBezTo>
                    <a:cubicBezTo>
                      <a:pt x="1409" y="3498"/>
                      <a:pt x="1379" y="3497"/>
                      <a:pt x="1349" y="3496"/>
                    </a:cubicBezTo>
                    <a:cubicBezTo>
                      <a:pt x="1345" y="3496"/>
                      <a:pt x="1345" y="3501"/>
                      <a:pt x="1349" y="3502"/>
                    </a:cubicBezTo>
                    <a:cubicBezTo>
                      <a:pt x="1413" y="3508"/>
                      <a:pt x="1478" y="3511"/>
                      <a:pt x="1542" y="3511"/>
                    </a:cubicBezTo>
                    <a:cubicBezTo>
                      <a:pt x="1649" y="3511"/>
                      <a:pt x="1755" y="3502"/>
                      <a:pt x="1860" y="3486"/>
                    </a:cubicBezTo>
                    <a:cubicBezTo>
                      <a:pt x="2010" y="3464"/>
                      <a:pt x="2173" y="3432"/>
                      <a:pt x="2315" y="3372"/>
                    </a:cubicBezTo>
                    <a:cubicBezTo>
                      <a:pt x="2291" y="3399"/>
                      <a:pt x="2264" y="3422"/>
                      <a:pt x="2233" y="3440"/>
                    </a:cubicBezTo>
                    <a:cubicBezTo>
                      <a:pt x="2203" y="3457"/>
                      <a:pt x="2170" y="3470"/>
                      <a:pt x="2136" y="3477"/>
                    </a:cubicBezTo>
                    <a:cubicBezTo>
                      <a:pt x="2097" y="3485"/>
                      <a:pt x="2060" y="3500"/>
                      <a:pt x="2021" y="3510"/>
                    </a:cubicBezTo>
                    <a:cubicBezTo>
                      <a:pt x="1965" y="3523"/>
                      <a:pt x="1908" y="3533"/>
                      <a:pt x="1852" y="3547"/>
                    </a:cubicBezTo>
                    <a:cubicBezTo>
                      <a:pt x="1756" y="3567"/>
                      <a:pt x="1659" y="3579"/>
                      <a:pt x="1562" y="3582"/>
                    </a:cubicBezTo>
                    <a:cubicBezTo>
                      <a:pt x="1496" y="3586"/>
                      <a:pt x="1432" y="3600"/>
                      <a:pt x="1366" y="3599"/>
                    </a:cubicBezTo>
                    <a:cubicBezTo>
                      <a:pt x="1214" y="3585"/>
                      <a:pt x="1060" y="3597"/>
                      <a:pt x="909" y="3567"/>
                    </a:cubicBezTo>
                    <a:cubicBezTo>
                      <a:pt x="819" y="3548"/>
                      <a:pt x="726" y="3534"/>
                      <a:pt x="640" y="3498"/>
                    </a:cubicBezTo>
                    <a:cubicBezTo>
                      <a:pt x="575" y="3471"/>
                      <a:pt x="513" y="3438"/>
                      <a:pt x="451" y="3407"/>
                    </a:cubicBezTo>
                    <a:cubicBezTo>
                      <a:pt x="446" y="3405"/>
                      <a:pt x="442" y="3403"/>
                      <a:pt x="438" y="3401"/>
                    </a:cubicBezTo>
                    <a:cubicBezTo>
                      <a:pt x="418" y="3389"/>
                      <a:pt x="402" y="3372"/>
                      <a:pt x="390" y="3352"/>
                    </a:cubicBezTo>
                    <a:cubicBezTo>
                      <a:pt x="383" y="3340"/>
                      <a:pt x="378" y="3326"/>
                      <a:pt x="375" y="3311"/>
                    </a:cubicBezTo>
                    <a:cubicBezTo>
                      <a:pt x="373" y="3305"/>
                      <a:pt x="372" y="3299"/>
                      <a:pt x="371" y="3293"/>
                    </a:cubicBezTo>
                    <a:cubicBezTo>
                      <a:pt x="479" y="3326"/>
                      <a:pt x="590" y="3352"/>
                      <a:pt x="701" y="3372"/>
                    </a:cubicBezTo>
                    <a:cubicBezTo>
                      <a:pt x="812" y="3391"/>
                      <a:pt x="931" y="3415"/>
                      <a:pt x="1044" y="3402"/>
                    </a:cubicBezTo>
                    <a:cubicBezTo>
                      <a:pt x="1049" y="3402"/>
                      <a:pt x="1049" y="3394"/>
                      <a:pt x="1044" y="3393"/>
                    </a:cubicBezTo>
                    <a:cubicBezTo>
                      <a:pt x="936" y="3369"/>
                      <a:pt x="824" y="3366"/>
                      <a:pt x="715" y="3346"/>
                    </a:cubicBezTo>
                    <a:cubicBezTo>
                      <a:pt x="600" y="3326"/>
                      <a:pt x="487" y="3298"/>
                      <a:pt x="376" y="3263"/>
                    </a:cubicBezTo>
                    <a:cubicBezTo>
                      <a:pt x="374" y="3263"/>
                      <a:pt x="373" y="3263"/>
                      <a:pt x="371" y="3263"/>
                    </a:cubicBezTo>
                    <a:cubicBezTo>
                      <a:pt x="369" y="3263"/>
                      <a:pt x="366" y="3263"/>
                      <a:pt x="364" y="3265"/>
                    </a:cubicBezTo>
                    <a:cubicBezTo>
                      <a:pt x="358" y="3240"/>
                      <a:pt x="351" y="3216"/>
                      <a:pt x="345" y="3191"/>
                    </a:cubicBezTo>
                    <a:cubicBezTo>
                      <a:pt x="382" y="3204"/>
                      <a:pt x="422" y="3212"/>
                      <a:pt x="460" y="3222"/>
                    </a:cubicBezTo>
                    <a:cubicBezTo>
                      <a:pt x="504" y="3236"/>
                      <a:pt x="549" y="3246"/>
                      <a:pt x="595" y="3252"/>
                    </a:cubicBezTo>
                    <a:cubicBezTo>
                      <a:pt x="596" y="3252"/>
                      <a:pt x="596" y="3251"/>
                      <a:pt x="597" y="3251"/>
                    </a:cubicBezTo>
                    <a:cubicBezTo>
                      <a:pt x="598" y="3250"/>
                      <a:pt x="599" y="3251"/>
                      <a:pt x="599" y="3250"/>
                    </a:cubicBezTo>
                    <a:cubicBezTo>
                      <a:pt x="600" y="3249"/>
                      <a:pt x="599" y="3248"/>
                      <a:pt x="599" y="3248"/>
                    </a:cubicBezTo>
                    <a:cubicBezTo>
                      <a:pt x="599" y="3247"/>
                      <a:pt x="599" y="3246"/>
                      <a:pt x="599" y="3246"/>
                    </a:cubicBezTo>
                    <a:cubicBezTo>
                      <a:pt x="598" y="3245"/>
                      <a:pt x="598" y="3244"/>
                      <a:pt x="597" y="3244"/>
                    </a:cubicBezTo>
                    <a:cubicBezTo>
                      <a:pt x="549" y="3223"/>
                      <a:pt x="499" y="3206"/>
                      <a:pt x="448" y="3194"/>
                    </a:cubicBezTo>
                    <a:cubicBezTo>
                      <a:pt x="412" y="3184"/>
                      <a:pt x="376" y="3170"/>
                      <a:pt x="340" y="3163"/>
                    </a:cubicBezTo>
                    <a:cubicBezTo>
                      <a:pt x="338" y="3142"/>
                      <a:pt x="352" y="3132"/>
                      <a:pt x="372" y="3139"/>
                    </a:cubicBezTo>
                    <a:cubicBezTo>
                      <a:pt x="419" y="3156"/>
                      <a:pt x="466" y="3170"/>
                      <a:pt x="515" y="3179"/>
                    </a:cubicBezTo>
                    <a:cubicBezTo>
                      <a:pt x="560" y="3188"/>
                      <a:pt x="600" y="3204"/>
                      <a:pt x="647" y="3210"/>
                    </a:cubicBezTo>
                    <a:cubicBezTo>
                      <a:pt x="722" y="3219"/>
                      <a:pt x="798" y="3226"/>
                      <a:pt x="873" y="3235"/>
                    </a:cubicBezTo>
                    <a:cubicBezTo>
                      <a:pt x="945" y="3246"/>
                      <a:pt x="1018" y="3253"/>
                      <a:pt x="1091" y="3257"/>
                    </a:cubicBezTo>
                    <a:cubicBezTo>
                      <a:pt x="1278" y="3257"/>
                      <a:pt x="1466" y="3261"/>
                      <a:pt x="1653" y="3256"/>
                    </a:cubicBezTo>
                    <a:cubicBezTo>
                      <a:pt x="1742" y="3253"/>
                      <a:pt x="1836" y="3228"/>
                      <a:pt x="1925" y="3214"/>
                    </a:cubicBezTo>
                    <a:cubicBezTo>
                      <a:pt x="1996" y="3214"/>
                      <a:pt x="2074" y="3190"/>
                      <a:pt x="2144" y="3178"/>
                    </a:cubicBezTo>
                    <a:cubicBezTo>
                      <a:pt x="2218" y="3166"/>
                      <a:pt x="2291" y="3144"/>
                      <a:pt x="2363" y="3126"/>
                    </a:cubicBezTo>
                    <a:cubicBezTo>
                      <a:pt x="2385" y="3120"/>
                      <a:pt x="2407" y="3116"/>
                      <a:pt x="2429" y="3112"/>
                    </a:cubicBezTo>
                    <a:cubicBezTo>
                      <a:pt x="2439" y="3110"/>
                      <a:pt x="2450" y="3122"/>
                      <a:pt x="2446" y="3131"/>
                    </a:cubicBezTo>
                    <a:lnTo>
                      <a:pt x="2445" y="3132"/>
                    </a:lnTo>
                    <a:moveTo>
                      <a:pt x="2589" y="2709"/>
                    </a:moveTo>
                    <a:cubicBezTo>
                      <a:pt x="2584" y="2722"/>
                      <a:pt x="2566" y="2801"/>
                      <a:pt x="2528" y="2958"/>
                    </a:cubicBezTo>
                    <a:cubicBezTo>
                      <a:pt x="2523" y="2980"/>
                      <a:pt x="2516" y="3012"/>
                      <a:pt x="2513" y="3036"/>
                    </a:cubicBezTo>
                    <a:cubicBezTo>
                      <a:pt x="2511" y="3034"/>
                      <a:pt x="2509" y="3033"/>
                      <a:pt x="2507" y="3032"/>
                    </a:cubicBezTo>
                    <a:cubicBezTo>
                      <a:pt x="2501" y="3028"/>
                      <a:pt x="2493" y="3026"/>
                      <a:pt x="2486" y="3026"/>
                    </a:cubicBezTo>
                    <a:cubicBezTo>
                      <a:pt x="2484" y="3026"/>
                      <a:pt x="2482" y="3027"/>
                      <a:pt x="2480" y="3027"/>
                    </a:cubicBezTo>
                    <a:cubicBezTo>
                      <a:pt x="2465" y="3028"/>
                      <a:pt x="2451" y="3033"/>
                      <a:pt x="2437" y="3039"/>
                    </a:cubicBezTo>
                    <a:cubicBezTo>
                      <a:pt x="2386" y="3067"/>
                      <a:pt x="2328" y="3078"/>
                      <a:pt x="2274" y="3095"/>
                    </a:cubicBezTo>
                    <a:cubicBezTo>
                      <a:pt x="2203" y="3117"/>
                      <a:pt x="2187" y="3089"/>
                      <a:pt x="2208" y="3024"/>
                    </a:cubicBezTo>
                    <a:cubicBezTo>
                      <a:pt x="2241" y="2932"/>
                      <a:pt x="2265" y="2837"/>
                      <a:pt x="2280" y="2741"/>
                    </a:cubicBezTo>
                    <a:cubicBezTo>
                      <a:pt x="2283" y="2713"/>
                      <a:pt x="2294" y="2703"/>
                      <a:pt x="2326" y="2702"/>
                    </a:cubicBezTo>
                    <a:cubicBezTo>
                      <a:pt x="2376" y="2698"/>
                      <a:pt x="2426" y="2687"/>
                      <a:pt x="2472" y="2669"/>
                    </a:cubicBezTo>
                    <a:cubicBezTo>
                      <a:pt x="2494" y="2662"/>
                      <a:pt x="2515" y="2656"/>
                      <a:pt x="2538" y="2653"/>
                    </a:cubicBezTo>
                    <a:cubicBezTo>
                      <a:pt x="2564" y="2648"/>
                      <a:pt x="2581" y="2650"/>
                      <a:pt x="2589" y="2659"/>
                    </a:cubicBezTo>
                    <a:cubicBezTo>
                      <a:pt x="2602" y="2672"/>
                      <a:pt x="2593" y="2697"/>
                      <a:pt x="2590" y="2708"/>
                    </a:cubicBezTo>
                    <a:lnTo>
                      <a:pt x="2589" y="2709"/>
                    </a:lnTo>
                    <a:moveTo>
                      <a:pt x="2726" y="2215"/>
                    </a:moveTo>
                    <a:cubicBezTo>
                      <a:pt x="2725" y="2215"/>
                      <a:pt x="2723" y="2215"/>
                      <a:pt x="2722" y="2215"/>
                    </a:cubicBezTo>
                    <a:cubicBezTo>
                      <a:pt x="2721" y="2215"/>
                      <a:pt x="2719" y="2215"/>
                      <a:pt x="2718" y="2215"/>
                    </a:cubicBezTo>
                    <a:cubicBezTo>
                      <a:pt x="2556" y="2277"/>
                      <a:pt x="2391" y="2329"/>
                      <a:pt x="2224" y="2373"/>
                    </a:cubicBezTo>
                    <a:cubicBezTo>
                      <a:pt x="2145" y="2393"/>
                      <a:pt x="2064" y="2410"/>
                      <a:pt x="1985" y="2425"/>
                    </a:cubicBezTo>
                    <a:cubicBezTo>
                      <a:pt x="1908" y="2439"/>
                      <a:pt x="1827" y="2444"/>
                      <a:pt x="1752" y="2466"/>
                    </a:cubicBezTo>
                    <a:cubicBezTo>
                      <a:pt x="1751" y="2466"/>
                      <a:pt x="1751" y="2467"/>
                      <a:pt x="1751" y="2467"/>
                    </a:cubicBezTo>
                    <a:cubicBezTo>
                      <a:pt x="1750" y="2468"/>
                      <a:pt x="1750" y="2468"/>
                      <a:pt x="1750" y="2469"/>
                    </a:cubicBezTo>
                    <a:cubicBezTo>
                      <a:pt x="1750" y="2469"/>
                      <a:pt x="1750" y="2470"/>
                      <a:pt x="1751" y="2470"/>
                    </a:cubicBezTo>
                    <a:cubicBezTo>
                      <a:pt x="1751" y="2470"/>
                      <a:pt x="1751" y="2471"/>
                      <a:pt x="1752" y="2471"/>
                    </a:cubicBezTo>
                    <a:cubicBezTo>
                      <a:pt x="1833" y="2475"/>
                      <a:pt x="1917" y="2455"/>
                      <a:pt x="1997" y="2441"/>
                    </a:cubicBezTo>
                    <a:cubicBezTo>
                      <a:pt x="2081" y="2426"/>
                      <a:pt x="2164" y="2408"/>
                      <a:pt x="2247" y="2389"/>
                    </a:cubicBezTo>
                    <a:cubicBezTo>
                      <a:pt x="2410" y="2352"/>
                      <a:pt x="2569" y="2303"/>
                      <a:pt x="2725" y="2243"/>
                    </a:cubicBezTo>
                    <a:cubicBezTo>
                      <a:pt x="2724" y="2274"/>
                      <a:pt x="2720" y="2305"/>
                      <a:pt x="2714" y="2335"/>
                    </a:cubicBezTo>
                    <a:cubicBezTo>
                      <a:pt x="2708" y="2367"/>
                      <a:pt x="2700" y="2398"/>
                      <a:pt x="2693" y="2430"/>
                    </a:cubicBezTo>
                    <a:cubicBezTo>
                      <a:pt x="2686" y="2461"/>
                      <a:pt x="2691" y="2500"/>
                      <a:pt x="2671" y="2527"/>
                    </a:cubicBezTo>
                    <a:cubicBezTo>
                      <a:pt x="2645" y="2561"/>
                      <a:pt x="2588" y="2602"/>
                      <a:pt x="2546" y="2608"/>
                    </a:cubicBezTo>
                    <a:cubicBezTo>
                      <a:pt x="2449" y="2622"/>
                      <a:pt x="2358" y="2657"/>
                      <a:pt x="2259" y="2667"/>
                    </a:cubicBezTo>
                    <a:cubicBezTo>
                      <a:pt x="2161" y="2676"/>
                      <a:pt x="2062" y="2702"/>
                      <a:pt x="1963" y="2720"/>
                    </a:cubicBezTo>
                    <a:cubicBezTo>
                      <a:pt x="1916" y="2729"/>
                      <a:pt x="1870" y="2738"/>
                      <a:pt x="1822" y="2742"/>
                    </a:cubicBezTo>
                    <a:cubicBezTo>
                      <a:pt x="1716" y="2754"/>
                      <a:pt x="1607" y="2767"/>
                      <a:pt x="1498" y="2772"/>
                    </a:cubicBezTo>
                    <a:cubicBezTo>
                      <a:pt x="1390" y="2777"/>
                      <a:pt x="1279" y="2769"/>
                      <a:pt x="1169" y="2767"/>
                    </a:cubicBezTo>
                    <a:cubicBezTo>
                      <a:pt x="1074" y="2765"/>
                      <a:pt x="980" y="2753"/>
                      <a:pt x="885" y="2744"/>
                    </a:cubicBezTo>
                    <a:cubicBezTo>
                      <a:pt x="793" y="2733"/>
                      <a:pt x="703" y="2712"/>
                      <a:pt x="615" y="2683"/>
                    </a:cubicBezTo>
                    <a:cubicBezTo>
                      <a:pt x="559" y="2668"/>
                      <a:pt x="503" y="2656"/>
                      <a:pt x="446" y="2649"/>
                    </a:cubicBezTo>
                    <a:cubicBezTo>
                      <a:pt x="376" y="2639"/>
                      <a:pt x="308" y="2620"/>
                      <a:pt x="240" y="2604"/>
                    </a:cubicBezTo>
                    <a:cubicBezTo>
                      <a:pt x="223" y="2600"/>
                      <a:pt x="207" y="2593"/>
                      <a:pt x="193" y="2585"/>
                    </a:cubicBezTo>
                    <a:cubicBezTo>
                      <a:pt x="166" y="2569"/>
                      <a:pt x="143" y="2547"/>
                      <a:pt x="128" y="2520"/>
                    </a:cubicBezTo>
                    <a:cubicBezTo>
                      <a:pt x="122" y="2509"/>
                      <a:pt x="117" y="2499"/>
                      <a:pt x="113" y="2487"/>
                    </a:cubicBezTo>
                    <a:cubicBezTo>
                      <a:pt x="191" y="2514"/>
                      <a:pt x="271" y="2535"/>
                      <a:pt x="352" y="2553"/>
                    </a:cubicBezTo>
                    <a:cubicBezTo>
                      <a:pt x="451" y="2575"/>
                      <a:pt x="555" y="2602"/>
                      <a:pt x="657" y="2596"/>
                    </a:cubicBezTo>
                    <a:cubicBezTo>
                      <a:pt x="658" y="2596"/>
                      <a:pt x="658" y="2595"/>
                      <a:pt x="658" y="2595"/>
                    </a:cubicBezTo>
                    <a:cubicBezTo>
                      <a:pt x="658" y="2594"/>
                      <a:pt x="659" y="2594"/>
                      <a:pt x="659" y="2593"/>
                    </a:cubicBezTo>
                    <a:lnTo>
                      <a:pt x="658" y="2592"/>
                    </a:lnTo>
                    <a:cubicBezTo>
                      <a:pt x="658" y="2592"/>
                      <a:pt x="658" y="2591"/>
                      <a:pt x="657" y="2591"/>
                    </a:cubicBezTo>
                    <a:cubicBezTo>
                      <a:pt x="565" y="2562"/>
                      <a:pt x="468" y="2550"/>
                      <a:pt x="374" y="2529"/>
                    </a:cubicBezTo>
                    <a:cubicBezTo>
                      <a:pt x="280" y="2507"/>
                      <a:pt x="189" y="2476"/>
                      <a:pt x="96" y="2450"/>
                    </a:cubicBezTo>
                    <a:cubicBezTo>
                      <a:pt x="81" y="2408"/>
                      <a:pt x="72" y="2365"/>
                      <a:pt x="70" y="2320"/>
                    </a:cubicBezTo>
                    <a:cubicBezTo>
                      <a:pt x="68" y="2293"/>
                      <a:pt x="63" y="2266"/>
                      <a:pt x="61" y="2238"/>
                    </a:cubicBezTo>
                    <a:cubicBezTo>
                      <a:pt x="60" y="2223"/>
                      <a:pt x="59" y="2209"/>
                      <a:pt x="59" y="2194"/>
                    </a:cubicBezTo>
                    <a:cubicBezTo>
                      <a:pt x="59" y="2186"/>
                      <a:pt x="59" y="2178"/>
                      <a:pt x="60" y="2171"/>
                    </a:cubicBezTo>
                    <a:lnTo>
                      <a:pt x="60" y="2170"/>
                    </a:lnTo>
                    <a:cubicBezTo>
                      <a:pt x="60" y="2164"/>
                      <a:pt x="61" y="2158"/>
                      <a:pt x="64" y="2153"/>
                    </a:cubicBezTo>
                    <a:cubicBezTo>
                      <a:pt x="67" y="2147"/>
                      <a:pt x="72" y="2143"/>
                      <a:pt x="77" y="2140"/>
                    </a:cubicBezTo>
                    <a:cubicBezTo>
                      <a:pt x="82" y="2137"/>
                      <a:pt x="88" y="2135"/>
                      <a:pt x="95" y="2135"/>
                    </a:cubicBezTo>
                    <a:cubicBezTo>
                      <a:pt x="99" y="2135"/>
                      <a:pt x="103" y="2136"/>
                      <a:pt x="107" y="2137"/>
                    </a:cubicBezTo>
                    <a:cubicBezTo>
                      <a:pt x="117" y="2140"/>
                      <a:pt x="129" y="2144"/>
                      <a:pt x="137" y="2149"/>
                    </a:cubicBezTo>
                    <a:cubicBezTo>
                      <a:pt x="144" y="2153"/>
                      <a:pt x="148" y="2156"/>
                      <a:pt x="153" y="2161"/>
                    </a:cubicBezTo>
                    <a:cubicBezTo>
                      <a:pt x="164" y="2169"/>
                      <a:pt x="176" y="2176"/>
                      <a:pt x="188" y="2183"/>
                    </a:cubicBezTo>
                    <a:cubicBezTo>
                      <a:pt x="219" y="2201"/>
                      <a:pt x="253" y="2215"/>
                      <a:pt x="288" y="2223"/>
                    </a:cubicBezTo>
                    <a:cubicBezTo>
                      <a:pt x="496" y="2280"/>
                      <a:pt x="708" y="2324"/>
                      <a:pt x="921" y="2353"/>
                    </a:cubicBezTo>
                    <a:cubicBezTo>
                      <a:pt x="1038" y="2372"/>
                      <a:pt x="1155" y="2382"/>
                      <a:pt x="1273" y="2382"/>
                    </a:cubicBezTo>
                    <a:cubicBezTo>
                      <a:pt x="1311" y="2382"/>
                      <a:pt x="1348" y="2390"/>
                      <a:pt x="1386" y="2389"/>
                    </a:cubicBezTo>
                    <a:cubicBezTo>
                      <a:pt x="1460" y="2389"/>
                      <a:pt x="1535" y="2386"/>
                      <a:pt x="1609" y="2384"/>
                    </a:cubicBezTo>
                    <a:cubicBezTo>
                      <a:pt x="1683" y="2382"/>
                      <a:pt x="1751" y="2386"/>
                      <a:pt x="1821" y="2368"/>
                    </a:cubicBezTo>
                    <a:cubicBezTo>
                      <a:pt x="1973" y="2329"/>
                      <a:pt x="2128" y="2294"/>
                      <a:pt x="2283" y="2259"/>
                    </a:cubicBezTo>
                    <a:cubicBezTo>
                      <a:pt x="2305" y="2257"/>
                      <a:pt x="2327" y="2250"/>
                      <a:pt x="2347" y="2239"/>
                    </a:cubicBezTo>
                    <a:cubicBezTo>
                      <a:pt x="2350" y="2237"/>
                      <a:pt x="2354" y="2235"/>
                      <a:pt x="2357" y="2233"/>
                    </a:cubicBezTo>
                    <a:cubicBezTo>
                      <a:pt x="2384" y="2217"/>
                      <a:pt x="2414" y="2208"/>
                      <a:pt x="2445" y="2204"/>
                    </a:cubicBezTo>
                    <a:cubicBezTo>
                      <a:pt x="2506" y="2197"/>
                      <a:pt x="2560" y="2169"/>
                      <a:pt x="2619" y="2154"/>
                    </a:cubicBezTo>
                    <a:cubicBezTo>
                      <a:pt x="2645" y="2145"/>
                      <a:pt x="2670" y="2133"/>
                      <a:pt x="2694" y="2120"/>
                    </a:cubicBezTo>
                    <a:cubicBezTo>
                      <a:pt x="2697" y="2118"/>
                      <a:pt x="2700" y="2117"/>
                      <a:pt x="2703" y="2117"/>
                    </a:cubicBezTo>
                    <a:cubicBezTo>
                      <a:pt x="2707" y="2117"/>
                      <a:pt x="2711" y="2118"/>
                      <a:pt x="2714" y="2120"/>
                    </a:cubicBezTo>
                    <a:cubicBezTo>
                      <a:pt x="2718" y="2122"/>
                      <a:pt x="2720" y="2124"/>
                      <a:pt x="2722" y="2128"/>
                    </a:cubicBezTo>
                    <a:cubicBezTo>
                      <a:pt x="2724" y="2131"/>
                      <a:pt x="2725" y="2135"/>
                      <a:pt x="2725" y="2139"/>
                    </a:cubicBezTo>
                    <a:cubicBezTo>
                      <a:pt x="2727" y="2165"/>
                      <a:pt x="2728" y="2190"/>
                      <a:pt x="2727" y="2215"/>
                    </a:cubicBezTo>
                    <a:lnTo>
                      <a:pt x="2726" y="22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7"/>
              <p:cNvSpPr/>
              <p:nvPr/>
            </p:nvSpPr>
            <p:spPr>
              <a:xfrm>
                <a:off x="6503400" y="3567960"/>
                <a:ext cx="306360" cy="28440"/>
              </a:xfrm>
              <a:custGeom>
                <a:rect b="b" l="l" r="r" t="t"/>
                <a:pathLst>
                  <a:path extrusionOk="0" h="79" w="851">
                    <a:moveTo>
                      <a:pt x="839" y="0"/>
                    </a:moveTo>
                    <a:cubicBezTo>
                      <a:pt x="700" y="10"/>
                      <a:pt x="563" y="37"/>
                      <a:pt x="424" y="48"/>
                    </a:cubicBezTo>
                    <a:cubicBezTo>
                      <a:pt x="285" y="59"/>
                      <a:pt x="146" y="55"/>
                      <a:pt x="7" y="60"/>
                    </a:cubicBezTo>
                    <a:cubicBezTo>
                      <a:pt x="0" y="60"/>
                      <a:pt x="0" y="72"/>
                      <a:pt x="7" y="72"/>
                    </a:cubicBezTo>
                    <a:cubicBezTo>
                      <a:pt x="65" y="76"/>
                      <a:pt x="122" y="78"/>
                      <a:pt x="180" y="78"/>
                    </a:cubicBezTo>
                    <a:cubicBezTo>
                      <a:pt x="262" y="78"/>
                      <a:pt x="344" y="74"/>
                      <a:pt x="426" y="67"/>
                    </a:cubicBezTo>
                    <a:cubicBezTo>
                      <a:pt x="564" y="57"/>
                      <a:pt x="709" y="49"/>
                      <a:pt x="842" y="13"/>
                    </a:cubicBezTo>
                    <a:cubicBezTo>
                      <a:pt x="850" y="11"/>
                      <a:pt x="846" y="0"/>
                      <a:pt x="83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6313320" y="2591280"/>
                <a:ext cx="453240" cy="45360"/>
              </a:xfrm>
              <a:custGeom>
                <a:rect b="b" l="l" r="r" t="t"/>
                <a:pathLst>
                  <a:path extrusionOk="0" h="126" w="1259">
                    <a:moveTo>
                      <a:pt x="1246" y="61"/>
                    </a:moveTo>
                    <a:cubicBezTo>
                      <a:pt x="1086" y="84"/>
                      <a:pt x="925" y="96"/>
                      <a:pt x="764" y="96"/>
                    </a:cubicBezTo>
                    <a:cubicBezTo>
                      <a:pt x="713" y="96"/>
                      <a:pt x="663" y="95"/>
                      <a:pt x="613" y="92"/>
                    </a:cubicBezTo>
                    <a:cubicBezTo>
                      <a:pt x="512" y="87"/>
                      <a:pt x="411" y="76"/>
                      <a:pt x="311" y="60"/>
                    </a:cubicBezTo>
                    <a:cubicBezTo>
                      <a:pt x="207" y="44"/>
                      <a:pt x="106" y="14"/>
                      <a:pt x="3" y="0"/>
                    </a:cubicBezTo>
                    <a:cubicBezTo>
                      <a:pt x="2" y="0"/>
                      <a:pt x="2" y="0"/>
                      <a:pt x="1" y="0"/>
                    </a:cubicBezTo>
                    <a:cubicBezTo>
                      <a:pt x="1" y="0"/>
                      <a:pt x="1" y="1"/>
                      <a:pt x="0" y="1"/>
                    </a:cubicBezTo>
                    <a:lnTo>
                      <a:pt x="0" y="2"/>
                    </a:lnTo>
                    <a:cubicBezTo>
                      <a:pt x="0" y="3"/>
                      <a:pt x="0" y="3"/>
                      <a:pt x="0" y="4"/>
                    </a:cubicBezTo>
                    <a:cubicBezTo>
                      <a:pt x="1" y="5"/>
                      <a:pt x="1" y="5"/>
                      <a:pt x="1" y="5"/>
                    </a:cubicBezTo>
                    <a:lnTo>
                      <a:pt x="2" y="5"/>
                    </a:lnTo>
                    <a:cubicBezTo>
                      <a:pt x="95" y="44"/>
                      <a:pt x="199" y="62"/>
                      <a:pt x="298" y="80"/>
                    </a:cubicBezTo>
                    <a:cubicBezTo>
                      <a:pt x="404" y="99"/>
                      <a:pt x="511" y="112"/>
                      <a:pt x="619" y="119"/>
                    </a:cubicBezTo>
                    <a:cubicBezTo>
                      <a:pt x="679" y="123"/>
                      <a:pt x="739" y="125"/>
                      <a:pt x="799" y="125"/>
                    </a:cubicBezTo>
                    <a:cubicBezTo>
                      <a:pt x="950" y="125"/>
                      <a:pt x="1101" y="112"/>
                      <a:pt x="1249" y="86"/>
                    </a:cubicBezTo>
                    <a:cubicBezTo>
                      <a:pt x="1250" y="86"/>
                      <a:pt x="1251" y="85"/>
                      <a:pt x="1251" y="85"/>
                    </a:cubicBezTo>
                    <a:cubicBezTo>
                      <a:pt x="1253" y="84"/>
                      <a:pt x="1255" y="82"/>
                      <a:pt x="1256" y="80"/>
                    </a:cubicBezTo>
                    <a:cubicBezTo>
                      <a:pt x="1257" y="78"/>
                      <a:pt x="1258" y="76"/>
                      <a:pt x="1258" y="74"/>
                    </a:cubicBezTo>
                    <a:cubicBezTo>
                      <a:pt x="1258" y="72"/>
                      <a:pt x="1257" y="69"/>
                      <a:pt x="1256" y="67"/>
                    </a:cubicBezTo>
                    <a:cubicBezTo>
                      <a:pt x="1255" y="65"/>
                      <a:pt x="1253" y="64"/>
                      <a:pt x="1251" y="63"/>
                    </a:cubicBezTo>
                    <a:cubicBezTo>
                      <a:pt x="1250" y="62"/>
                      <a:pt x="1248" y="61"/>
                      <a:pt x="1246"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6414480" y="2441880"/>
                <a:ext cx="222120" cy="22680"/>
              </a:xfrm>
              <a:custGeom>
                <a:rect b="b" l="l" r="r" t="t"/>
                <a:pathLst>
                  <a:path extrusionOk="0" h="63" w="617">
                    <a:moveTo>
                      <a:pt x="615" y="29"/>
                    </a:moveTo>
                    <a:cubicBezTo>
                      <a:pt x="529" y="10"/>
                      <a:pt x="442" y="0"/>
                      <a:pt x="354" y="0"/>
                    </a:cubicBezTo>
                    <a:cubicBezTo>
                      <a:pt x="338" y="0"/>
                      <a:pt x="322" y="0"/>
                      <a:pt x="306" y="1"/>
                    </a:cubicBezTo>
                    <a:cubicBezTo>
                      <a:pt x="207" y="5"/>
                      <a:pt x="94" y="12"/>
                      <a:pt x="2" y="54"/>
                    </a:cubicBezTo>
                    <a:cubicBezTo>
                      <a:pt x="1" y="55"/>
                      <a:pt x="1" y="55"/>
                      <a:pt x="0" y="56"/>
                    </a:cubicBezTo>
                    <a:cubicBezTo>
                      <a:pt x="0" y="56"/>
                      <a:pt x="0" y="57"/>
                      <a:pt x="0" y="58"/>
                    </a:cubicBezTo>
                    <a:cubicBezTo>
                      <a:pt x="0" y="58"/>
                      <a:pt x="0" y="59"/>
                      <a:pt x="0" y="60"/>
                    </a:cubicBezTo>
                    <a:cubicBezTo>
                      <a:pt x="1" y="61"/>
                      <a:pt x="1" y="61"/>
                      <a:pt x="2" y="61"/>
                    </a:cubicBezTo>
                    <a:cubicBezTo>
                      <a:pt x="2" y="61"/>
                      <a:pt x="3" y="62"/>
                      <a:pt x="4" y="62"/>
                    </a:cubicBezTo>
                    <a:cubicBezTo>
                      <a:pt x="103" y="54"/>
                      <a:pt x="200" y="28"/>
                      <a:pt x="298" y="23"/>
                    </a:cubicBezTo>
                    <a:cubicBezTo>
                      <a:pt x="327" y="21"/>
                      <a:pt x="355" y="21"/>
                      <a:pt x="384" y="21"/>
                    </a:cubicBezTo>
                    <a:cubicBezTo>
                      <a:pt x="460" y="21"/>
                      <a:pt x="537" y="25"/>
                      <a:pt x="613" y="35"/>
                    </a:cubicBezTo>
                    <a:cubicBezTo>
                      <a:pt x="614" y="35"/>
                      <a:pt x="614" y="35"/>
                      <a:pt x="615" y="34"/>
                    </a:cubicBezTo>
                    <a:cubicBezTo>
                      <a:pt x="615" y="34"/>
                      <a:pt x="616" y="34"/>
                      <a:pt x="616" y="33"/>
                    </a:cubicBezTo>
                    <a:lnTo>
                      <a:pt x="616" y="32"/>
                    </a:lnTo>
                    <a:cubicBezTo>
                      <a:pt x="616" y="31"/>
                      <a:pt x="616" y="30"/>
                      <a:pt x="616" y="30"/>
                    </a:cubicBezTo>
                    <a:cubicBezTo>
                      <a:pt x="616" y="29"/>
                      <a:pt x="615" y="29"/>
                      <a:pt x="615"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6134040" y="3212640"/>
                <a:ext cx="345600" cy="72000"/>
              </a:xfrm>
              <a:custGeom>
                <a:rect b="b" l="l" r="r" t="t"/>
                <a:pathLst>
                  <a:path extrusionOk="0" h="200" w="960">
                    <a:moveTo>
                      <a:pt x="953" y="162"/>
                    </a:moveTo>
                    <a:cubicBezTo>
                      <a:pt x="794" y="153"/>
                      <a:pt x="639" y="160"/>
                      <a:pt x="482" y="134"/>
                    </a:cubicBezTo>
                    <a:cubicBezTo>
                      <a:pt x="398" y="120"/>
                      <a:pt x="315" y="101"/>
                      <a:pt x="234" y="77"/>
                    </a:cubicBezTo>
                    <a:cubicBezTo>
                      <a:pt x="159" y="55"/>
                      <a:pt x="85" y="21"/>
                      <a:pt x="9" y="2"/>
                    </a:cubicBezTo>
                    <a:cubicBezTo>
                      <a:pt x="5" y="0"/>
                      <a:pt x="0" y="7"/>
                      <a:pt x="5" y="10"/>
                    </a:cubicBezTo>
                    <a:cubicBezTo>
                      <a:pt x="72" y="51"/>
                      <a:pt x="152" y="74"/>
                      <a:pt x="227" y="96"/>
                    </a:cubicBezTo>
                    <a:cubicBezTo>
                      <a:pt x="303" y="119"/>
                      <a:pt x="381" y="137"/>
                      <a:pt x="460" y="150"/>
                    </a:cubicBezTo>
                    <a:cubicBezTo>
                      <a:pt x="617" y="178"/>
                      <a:pt x="794" y="199"/>
                      <a:pt x="953" y="170"/>
                    </a:cubicBezTo>
                    <a:cubicBezTo>
                      <a:pt x="958" y="170"/>
                      <a:pt x="959" y="162"/>
                      <a:pt x="953" y="1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7"/>
              <p:cNvSpPr/>
              <p:nvPr/>
            </p:nvSpPr>
            <p:spPr>
              <a:xfrm>
                <a:off x="6369120" y="3288600"/>
                <a:ext cx="530280" cy="41040"/>
              </a:xfrm>
              <a:custGeom>
                <a:rect b="b" l="l" r="r" t="t"/>
                <a:pathLst>
                  <a:path extrusionOk="0" h="114" w="1473">
                    <a:moveTo>
                      <a:pt x="1459" y="1"/>
                    </a:moveTo>
                    <a:cubicBezTo>
                      <a:pt x="1340" y="17"/>
                      <a:pt x="1223" y="45"/>
                      <a:pt x="1104" y="61"/>
                    </a:cubicBezTo>
                    <a:cubicBezTo>
                      <a:pt x="984" y="76"/>
                      <a:pt x="864" y="86"/>
                      <a:pt x="744" y="89"/>
                    </a:cubicBezTo>
                    <a:cubicBezTo>
                      <a:pt x="714" y="90"/>
                      <a:pt x="684" y="90"/>
                      <a:pt x="654" y="90"/>
                    </a:cubicBezTo>
                    <a:cubicBezTo>
                      <a:pt x="561" y="90"/>
                      <a:pt x="468" y="86"/>
                      <a:pt x="376" y="79"/>
                    </a:cubicBezTo>
                    <a:cubicBezTo>
                      <a:pt x="252" y="68"/>
                      <a:pt x="131" y="45"/>
                      <a:pt x="8" y="31"/>
                    </a:cubicBezTo>
                    <a:cubicBezTo>
                      <a:pt x="2" y="31"/>
                      <a:pt x="0" y="39"/>
                      <a:pt x="5" y="41"/>
                    </a:cubicBezTo>
                    <a:cubicBezTo>
                      <a:pt x="235" y="104"/>
                      <a:pt x="489" y="113"/>
                      <a:pt x="726" y="110"/>
                    </a:cubicBezTo>
                    <a:cubicBezTo>
                      <a:pt x="850" y="109"/>
                      <a:pt x="973" y="101"/>
                      <a:pt x="1096" y="86"/>
                    </a:cubicBezTo>
                    <a:cubicBezTo>
                      <a:pt x="1218" y="71"/>
                      <a:pt x="1345" y="55"/>
                      <a:pt x="1463" y="16"/>
                    </a:cubicBezTo>
                    <a:cubicBezTo>
                      <a:pt x="1472" y="13"/>
                      <a:pt x="1468" y="0"/>
                      <a:pt x="145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6" name="Shape 5576"/>
        <p:cNvGrpSpPr/>
        <p:nvPr/>
      </p:nvGrpSpPr>
      <p:grpSpPr>
        <a:xfrm>
          <a:off x="0" y="0"/>
          <a:ext cx="0" cy="0"/>
          <a:chOff x="0" y="0"/>
          <a:chExt cx="0" cy="0"/>
        </a:xfrm>
      </p:grpSpPr>
      <p:sp>
        <p:nvSpPr>
          <p:cNvPr id="5577" name="Google Shape;5577;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5578" name="Google Shape;5578;p48"/>
          <p:cNvSpPr txBox="1"/>
          <p:nvPr>
            <p:ph idx="1" type="body"/>
          </p:nvPr>
        </p:nvSpPr>
        <p:spPr>
          <a:xfrm>
            <a:off x="720000" y="1215750"/>
            <a:ext cx="3952200" cy="163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lnSpc>
                <a:spcPct val="115000"/>
              </a:lnSpc>
              <a:spcBef>
                <a:spcPts val="1000"/>
              </a:spcBef>
              <a:spcAft>
                <a:spcPts val="0"/>
              </a:spcAft>
              <a:buNone/>
            </a:pPr>
            <a:r>
              <a:rPr lang="en" sz="1800"/>
              <a:t>Vectors:</a:t>
            </a:r>
            <a:endParaRPr sz="1800"/>
          </a:p>
          <a:p>
            <a:pPr indent="-213360" lvl="0" marL="274320" rtl="0" algn="l">
              <a:spcBef>
                <a:spcPts val="300"/>
              </a:spcBef>
              <a:spcAft>
                <a:spcPts val="0"/>
              </a:spcAft>
              <a:buClr>
                <a:schemeClr val="dk1"/>
              </a:buClr>
              <a:buSzPts val="1200"/>
              <a:buFont typeface="Outfit"/>
              <a:buChar char="●"/>
            </a:pPr>
            <a:r>
              <a:rPr lang="en" u="sng">
                <a:hlinkClick r:id="rId3"/>
              </a:rPr>
              <a:t>Farm animals collection in hand drawn style I</a:t>
            </a:r>
            <a:endParaRPr/>
          </a:p>
          <a:p>
            <a:pPr indent="-213360" lvl="0" marL="274320" rtl="0" algn="l">
              <a:spcBef>
                <a:spcPts val="0"/>
              </a:spcBef>
              <a:spcAft>
                <a:spcPts val="0"/>
              </a:spcAft>
              <a:buClr>
                <a:schemeClr val="dk1"/>
              </a:buClr>
              <a:buSzPts val="1200"/>
              <a:buFont typeface="Outfit"/>
              <a:buChar char="●"/>
            </a:pPr>
            <a:r>
              <a:rPr lang="en" u="sng">
                <a:hlinkClick r:id="rId4"/>
              </a:rPr>
              <a:t>Farm animals collection in hand drawn style II</a:t>
            </a:r>
            <a:endParaRPr/>
          </a:p>
          <a:p>
            <a:pPr indent="-213360" lvl="0" marL="274320" rtl="0" algn="l">
              <a:spcBef>
                <a:spcPts val="0"/>
              </a:spcBef>
              <a:spcAft>
                <a:spcPts val="0"/>
              </a:spcAft>
              <a:buClr>
                <a:schemeClr val="dk1"/>
              </a:buClr>
              <a:buSzPts val="1200"/>
              <a:buChar char="●"/>
            </a:pPr>
            <a:r>
              <a:rPr lang="en" u="sng">
                <a:hlinkClick r:id="rId5"/>
              </a:rPr>
              <a:t>Sketches farm accessories and animals</a:t>
            </a:r>
            <a:endParaRPr/>
          </a:p>
        </p:txBody>
      </p:sp>
      <p:grpSp>
        <p:nvGrpSpPr>
          <p:cNvPr id="5579" name="Google Shape;5579;p48"/>
          <p:cNvGrpSpPr/>
          <p:nvPr/>
        </p:nvGrpSpPr>
        <p:grpSpPr>
          <a:xfrm>
            <a:off x="1024382" y="3148757"/>
            <a:ext cx="1246724" cy="1454216"/>
            <a:chOff x="10309144" y="-165604"/>
            <a:chExt cx="8367278" cy="9759841"/>
          </a:xfrm>
        </p:grpSpPr>
        <p:sp>
          <p:nvSpPr>
            <p:cNvPr id="5580" name="Google Shape;5580;p48"/>
            <p:cNvSpPr/>
            <p:nvPr/>
          </p:nvSpPr>
          <p:spPr>
            <a:xfrm>
              <a:off x="10309144" y="-165604"/>
              <a:ext cx="8367278" cy="9759841"/>
            </a:xfrm>
            <a:custGeom>
              <a:rect b="b" l="l" r="r" t="t"/>
              <a:pathLst>
                <a:path extrusionOk="0" h="4920" w="4218">
                  <a:moveTo>
                    <a:pt x="2962" y="2254"/>
                  </a:moveTo>
                  <a:cubicBezTo>
                    <a:pt x="3009" y="2316"/>
                    <a:pt x="3038" y="2390"/>
                    <a:pt x="3113" y="2434"/>
                  </a:cubicBezTo>
                  <a:cubicBezTo>
                    <a:pt x="3149" y="2456"/>
                    <a:pt x="3179" y="2504"/>
                    <a:pt x="3199" y="2556"/>
                  </a:cubicBezTo>
                  <a:cubicBezTo>
                    <a:pt x="3163" y="2566"/>
                    <a:pt x="3157" y="2523"/>
                    <a:pt x="3132" y="2522"/>
                  </a:cubicBezTo>
                  <a:cubicBezTo>
                    <a:pt x="3124" y="2522"/>
                    <a:pt x="3119" y="2526"/>
                    <a:pt x="3120" y="2533"/>
                  </a:cubicBezTo>
                  <a:cubicBezTo>
                    <a:pt x="3122" y="2567"/>
                    <a:pt x="3124" y="2600"/>
                    <a:pt x="3126" y="2634"/>
                  </a:cubicBezTo>
                  <a:cubicBezTo>
                    <a:pt x="3126" y="2638"/>
                    <a:pt x="3126" y="2642"/>
                    <a:pt x="3126" y="2647"/>
                  </a:cubicBezTo>
                  <a:cubicBezTo>
                    <a:pt x="3126" y="2667"/>
                    <a:pt x="3121" y="2687"/>
                    <a:pt x="3110" y="2705"/>
                  </a:cubicBezTo>
                  <a:cubicBezTo>
                    <a:pt x="3100" y="2723"/>
                    <a:pt x="3085" y="2738"/>
                    <a:pt x="3067" y="2748"/>
                  </a:cubicBezTo>
                  <a:lnTo>
                    <a:pt x="3067" y="2749"/>
                  </a:lnTo>
                  <a:cubicBezTo>
                    <a:pt x="3027" y="2720"/>
                    <a:pt x="3042" y="2673"/>
                    <a:pt x="3024" y="2639"/>
                  </a:cubicBezTo>
                  <a:cubicBezTo>
                    <a:pt x="3003" y="2658"/>
                    <a:pt x="3015" y="2680"/>
                    <a:pt x="3016" y="2702"/>
                  </a:cubicBezTo>
                  <a:cubicBezTo>
                    <a:pt x="3018" y="2736"/>
                    <a:pt x="3018" y="2736"/>
                    <a:pt x="2995" y="2744"/>
                  </a:cubicBezTo>
                  <a:cubicBezTo>
                    <a:pt x="2985" y="2747"/>
                    <a:pt x="2986" y="2747"/>
                    <a:pt x="2984" y="2792"/>
                  </a:cubicBezTo>
                  <a:cubicBezTo>
                    <a:pt x="2984" y="2816"/>
                    <a:pt x="2994" y="2841"/>
                    <a:pt x="2970" y="2868"/>
                  </a:cubicBezTo>
                  <a:cubicBezTo>
                    <a:pt x="2947" y="2718"/>
                    <a:pt x="2946" y="2570"/>
                    <a:pt x="2911" y="2426"/>
                  </a:cubicBezTo>
                  <a:cubicBezTo>
                    <a:pt x="2910" y="2424"/>
                    <a:pt x="2909" y="2422"/>
                    <a:pt x="2908" y="2420"/>
                  </a:cubicBezTo>
                  <a:cubicBezTo>
                    <a:pt x="2906" y="2416"/>
                    <a:pt x="2903" y="2413"/>
                    <a:pt x="2898" y="2411"/>
                  </a:cubicBezTo>
                  <a:cubicBezTo>
                    <a:pt x="2894" y="2408"/>
                    <a:pt x="2890" y="2407"/>
                    <a:pt x="2885" y="2407"/>
                  </a:cubicBezTo>
                  <a:lnTo>
                    <a:pt x="2884" y="2407"/>
                  </a:lnTo>
                  <a:cubicBezTo>
                    <a:pt x="2912" y="2521"/>
                    <a:pt x="2926" y="2637"/>
                    <a:pt x="2926" y="2754"/>
                  </a:cubicBezTo>
                  <a:cubicBezTo>
                    <a:pt x="2926" y="2789"/>
                    <a:pt x="2925" y="2824"/>
                    <a:pt x="2923" y="2860"/>
                  </a:cubicBezTo>
                  <a:cubicBezTo>
                    <a:pt x="2896" y="2802"/>
                    <a:pt x="2913" y="2738"/>
                    <a:pt x="2890" y="2679"/>
                  </a:cubicBezTo>
                  <a:cubicBezTo>
                    <a:pt x="2892" y="2726"/>
                    <a:pt x="2895" y="2773"/>
                    <a:pt x="2895" y="2820"/>
                  </a:cubicBezTo>
                  <a:cubicBezTo>
                    <a:pt x="2895" y="2843"/>
                    <a:pt x="2906" y="2870"/>
                    <a:pt x="2877" y="2886"/>
                  </a:cubicBezTo>
                  <a:cubicBezTo>
                    <a:pt x="2873" y="2848"/>
                    <a:pt x="2868" y="2810"/>
                    <a:pt x="2864" y="2772"/>
                  </a:cubicBezTo>
                  <a:cubicBezTo>
                    <a:pt x="2859" y="2800"/>
                    <a:pt x="2856" y="2828"/>
                    <a:pt x="2856" y="2856"/>
                  </a:cubicBezTo>
                  <a:cubicBezTo>
                    <a:pt x="2856" y="2863"/>
                    <a:pt x="2856" y="2871"/>
                    <a:pt x="2856" y="2878"/>
                  </a:cubicBezTo>
                  <a:cubicBezTo>
                    <a:pt x="2856" y="2880"/>
                    <a:pt x="2871" y="2881"/>
                    <a:pt x="2879" y="2883"/>
                  </a:cubicBezTo>
                  <a:cubicBezTo>
                    <a:pt x="2822" y="3064"/>
                    <a:pt x="2724" y="3221"/>
                    <a:pt x="2618" y="3375"/>
                  </a:cubicBezTo>
                  <a:cubicBezTo>
                    <a:pt x="2599" y="3401"/>
                    <a:pt x="2571" y="3402"/>
                    <a:pt x="2548" y="3414"/>
                  </a:cubicBezTo>
                  <a:cubicBezTo>
                    <a:pt x="2485" y="3444"/>
                    <a:pt x="2435" y="3499"/>
                    <a:pt x="2363" y="3517"/>
                  </a:cubicBezTo>
                  <a:cubicBezTo>
                    <a:pt x="2359" y="3519"/>
                    <a:pt x="2354" y="3520"/>
                    <a:pt x="2350" y="3523"/>
                  </a:cubicBezTo>
                  <a:cubicBezTo>
                    <a:pt x="2337" y="3530"/>
                    <a:pt x="2328" y="3541"/>
                    <a:pt x="2320" y="3554"/>
                  </a:cubicBezTo>
                  <a:cubicBezTo>
                    <a:pt x="2318" y="3558"/>
                    <a:pt x="2315" y="3563"/>
                    <a:pt x="2313" y="3567"/>
                  </a:cubicBezTo>
                  <a:cubicBezTo>
                    <a:pt x="2308" y="3577"/>
                    <a:pt x="2304" y="3586"/>
                    <a:pt x="2298" y="3596"/>
                  </a:cubicBezTo>
                  <a:cubicBezTo>
                    <a:pt x="2250" y="3680"/>
                    <a:pt x="2189" y="3756"/>
                    <a:pt x="2119" y="3823"/>
                  </a:cubicBezTo>
                  <a:cubicBezTo>
                    <a:pt x="2108" y="3833"/>
                    <a:pt x="2099" y="3845"/>
                    <a:pt x="2092" y="3857"/>
                  </a:cubicBezTo>
                  <a:cubicBezTo>
                    <a:pt x="2083" y="3873"/>
                    <a:pt x="2076" y="3891"/>
                    <a:pt x="2073" y="3910"/>
                  </a:cubicBezTo>
                  <a:cubicBezTo>
                    <a:pt x="2052" y="4018"/>
                    <a:pt x="2029" y="4126"/>
                    <a:pt x="2007" y="4234"/>
                  </a:cubicBezTo>
                  <a:cubicBezTo>
                    <a:pt x="2003" y="4248"/>
                    <a:pt x="2001" y="4263"/>
                    <a:pt x="2001" y="4278"/>
                  </a:cubicBezTo>
                  <a:cubicBezTo>
                    <a:pt x="2001" y="4305"/>
                    <a:pt x="2009" y="4331"/>
                    <a:pt x="2022" y="4355"/>
                  </a:cubicBezTo>
                  <a:cubicBezTo>
                    <a:pt x="2026" y="4360"/>
                    <a:pt x="2029" y="4367"/>
                    <a:pt x="2034" y="4373"/>
                  </a:cubicBezTo>
                  <a:cubicBezTo>
                    <a:pt x="2036" y="4377"/>
                    <a:pt x="2039" y="4381"/>
                    <a:pt x="2042" y="4386"/>
                  </a:cubicBezTo>
                  <a:cubicBezTo>
                    <a:pt x="2050" y="4400"/>
                    <a:pt x="2056" y="4415"/>
                    <a:pt x="2060" y="4432"/>
                  </a:cubicBezTo>
                  <a:cubicBezTo>
                    <a:pt x="2062" y="4436"/>
                    <a:pt x="2063" y="4440"/>
                    <a:pt x="2063" y="4444"/>
                  </a:cubicBezTo>
                  <a:cubicBezTo>
                    <a:pt x="2063" y="4450"/>
                    <a:pt x="2061" y="4454"/>
                    <a:pt x="2058" y="4460"/>
                  </a:cubicBezTo>
                  <a:cubicBezTo>
                    <a:pt x="2057" y="4461"/>
                    <a:pt x="2056" y="4464"/>
                    <a:pt x="2054" y="4466"/>
                  </a:cubicBezTo>
                  <a:cubicBezTo>
                    <a:pt x="1969" y="4555"/>
                    <a:pt x="1963" y="4577"/>
                    <a:pt x="2004" y="4684"/>
                  </a:cubicBezTo>
                  <a:cubicBezTo>
                    <a:pt x="2029" y="4738"/>
                    <a:pt x="2042" y="4796"/>
                    <a:pt x="2042" y="4856"/>
                  </a:cubicBezTo>
                  <a:cubicBezTo>
                    <a:pt x="2042" y="4861"/>
                    <a:pt x="2042" y="4865"/>
                    <a:pt x="2042" y="4870"/>
                  </a:cubicBezTo>
                  <a:cubicBezTo>
                    <a:pt x="2042" y="4872"/>
                    <a:pt x="2042" y="4873"/>
                    <a:pt x="2042" y="4875"/>
                  </a:cubicBezTo>
                  <a:cubicBezTo>
                    <a:pt x="2042" y="4884"/>
                    <a:pt x="2039" y="4894"/>
                    <a:pt x="2034" y="4902"/>
                  </a:cubicBezTo>
                  <a:cubicBezTo>
                    <a:pt x="2031" y="4909"/>
                    <a:pt x="2025" y="4915"/>
                    <a:pt x="2019" y="4919"/>
                  </a:cubicBezTo>
                  <a:cubicBezTo>
                    <a:pt x="1991" y="4903"/>
                    <a:pt x="1991" y="4875"/>
                    <a:pt x="1986" y="4849"/>
                  </a:cubicBezTo>
                  <a:cubicBezTo>
                    <a:pt x="1973" y="4786"/>
                    <a:pt x="1954" y="4725"/>
                    <a:pt x="1929" y="4665"/>
                  </a:cubicBezTo>
                  <a:cubicBezTo>
                    <a:pt x="1906" y="4612"/>
                    <a:pt x="1885" y="4607"/>
                    <a:pt x="1837" y="4639"/>
                  </a:cubicBezTo>
                  <a:cubicBezTo>
                    <a:pt x="1743" y="4700"/>
                    <a:pt x="1639" y="4746"/>
                    <a:pt x="1557" y="4836"/>
                  </a:cubicBezTo>
                  <a:cubicBezTo>
                    <a:pt x="1557" y="4688"/>
                    <a:pt x="1614" y="4609"/>
                    <a:pt x="1755" y="4555"/>
                  </a:cubicBezTo>
                  <a:cubicBezTo>
                    <a:pt x="1651" y="4537"/>
                    <a:pt x="1576" y="4593"/>
                    <a:pt x="1486" y="4634"/>
                  </a:cubicBezTo>
                  <a:cubicBezTo>
                    <a:pt x="1488" y="4624"/>
                    <a:pt x="1492" y="4615"/>
                    <a:pt x="1496" y="4607"/>
                  </a:cubicBezTo>
                  <a:cubicBezTo>
                    <a:pt x="1505" y="4593"/>
                    <a:pt x="1517" y="4581"/>
                    <a:pt x="1530" y="4573"/>
                  </a:cubicBezTo>
                  <a:cubicBezTo>
                    <a:pt x="1532" y="4572"/>
                    <a:pt x="1532" y="4572"/>
                    <a:pt x="1533" y="4571"/>
                  </a:cubicBezTo>
                  <a:cubicBezTo>
                    <a:pt x="1626" y="4513"/>
                    <a:pt x="1725" y="4475"/>
                    <a:pt x="1838" y="4503"/>
                  </a:cubicBezTo>
                  <a:cubicBezTo>
                    <a:pt x="1876" y="4512"/>
                    <a:pt x="1890" y="4498"/>
                    <a:pt x="1890" y="4464"/>
                  </a:cubicBezTo>
                  <a:cubicBezTo>
                    <a:pt x="1881" y="4297"/>
                    <a:pt x="1915" y="4133"/>
                    <a:pt x="1917" y="3968"/>
                  </a:cubicBezTo>
                  <a:cubicBezTo>
                    <a:pt x="1917" y="3964"/>
                    <a:pt x="1917" y="3960"/>
                    <a:pt x="1917" y="3956"/>
                  </a:cubicBezTo>
                  <a:cubicBezTo>
                    <a:pt x="1917" y="3927"/>
                    <a:pt x="1910" y="3899"/>
                    <a:pt x="1896" y="3875"/>
                  </a:cubicBezTo>
                  <a:cubicBezTo>
                    <a:pt x="1886" y="3858"/>
                    <a:pt x="1874" y="3844"/>
                    <a:pt x="1859" y="3832"/>
                  </a:cubicBezTo>
                  <a:cubicBezTo>
                    <a:pt x="1806" y="3785"/>
                    <a:pt x="1756" y="3735"/>
                    <a:pt x="1705" y="3687"/>
                  </a:cubicBezTo>
                  <a:cubicBezTo>
                    <a:pt x="1684" y="3671"/>
                    <a:pt x="1667" y="3651"/>
                    <a:pt x="1654" y="3629"/>
                  </a:cubicBezTo>
                  <a:cubicBezTo>
                    <a:pt x="1653" y="3627"/>
                    <a:pt x="1653" y="3626"/>
                    <a:pt x="1652" y="3624"/>
                  </a:cubicBezTo>
                  <a:cubicBezTo>
                    <a:pt x="1625" y="3556"/>
                    <a:pt x="1569" y="3531"/>
                    <a:pt x="1503" y="3505"/>
                  </a:cubicBezTo>
                  <a:cubicBezTo>
                    <a:pt x="1496" y="3519"/>
                    <a:pt x="1492" y="3534"/>
                    <a:pt x="1492" y="3550"/>
                  </a:cubicBezTo>
                  <a:cubicBezTo>
                    <a:pt x="1492" y="3568"/>
                    <a:pt x="1497" y="3585"/>
                    <a:pt x="1506" y="3601"/>
                  </a:cubicBezTo>
                  <a:cubicBezTo>
                    <a:pt x="1507" y="3603"/>
                    <a:pt x="1509" y="3606"/>
                    <a:pt x="1511" y="3608"/>
                  </a:cubicBezTo>
                  <a:cubicBezTo>
                    <a:pt x="1572" y="3701"/>
                    <a:pt x="1561" y="3789"/>
                    <a:pt x="1509" y="3884"/>
                  </a:cubicBezTo>
                  <a:cubicBezTo>
                    <a:pt x="1451" y="3988"/>
                    <a:pt x="1406" y="4098"/>
                    <a:pt x="1357" y="4207"/>
                  </a:cubicBezTo>
                  <a:cubicBezTo>
                    <a:pt x="1344" y="4233"/>
                    <a:pt x="1328" y="4266"/>
                    <a:pt x="1361" y="4290"/>
                  </a:cubicBezTo>
                  <a:cubicBezTo>
                    <a:pt x="1404" y="4322"/>
                    <a:pt x="1400" y="4363"/>
                    <a:pt x="1388" y="4406"/>
                  </a:cubicBezTo>
                  <a:cubicBezTo>
                    <a:pt x="1368" y="4415"/>
                    <a:pt x="1363" y="4399"/>
                    <a:pt x="1353" y="4388"/>
                  </a:cubicBezTo>
                  <a:cubicBezTo>
                    <a:pt x="1323" y="4354"/>
                    <a:pt x="1309" y="4356"/>
                    <a:pt x="1302" y="4397"/>
                  </a:cubicBezTo>
                  <a:cubicBezTo>
                    <a:pt x="1301" y="4416"/>
                    <a:pt x="1296" y="4435"/>
                    <a:pt x="1286" y="4453"/>
                  </a:cubicBezTo>
                  <a:cubicBezTo>
                    <a:pt x="1275" y="4472"/>
                    <a:pt x="1258" y="4487"/>
                    <a:pt x="1239" y="4499"/>
                  </a:cubicBezTo>
                  <a:cubicBezTo>
                    <a:pt x="1231" y="4503"/>
                    <a:pt x="1222" y="4508"/>
                    <a:pt x="1213" y="4511"/>
                  </a:cubicBezTo>
                  <a:cubicBezTo>
                    <a:pt x="1208" y="4513"/>
                    <a:pt x="1204" y="4515"/>
                    <a:pt x="1200" y="4517"/>
                  </a:cubicBezTo>
                  <a:cubicBezTo>
                    <a:pt x="1175" y="4532"/>
                    <a:pt x="1155" y="4551"/>
                    <a:pt x="1140" y="4577"/>
                  </a:cubicBezTo>
                  <a:cubicBezTo>
                    <a:pt x="1137" y="4582"/>
                    <a:pt x="1134" y="4589"/>
                    <a:pt x="1131" y="4595"/>
                  </a:cubicBezTo>
                  <a:cubicBezTo>
                    <a:pt x="1115" y="4625"/>
                    <a:pt x="1100" y="4656"/>
                    <a:pt x="1083" y="4684"/>
                  </a:cubicBezTo>
                  <a:cubicBezTo>
                    <a:pt x="1075" y="4698"/>
                    <a:pt x="1068" y="4723"/>
                    <a:pt x="1044" y="4711"/>
                  </a:cubicBezTo>
                  <a:cubicBezTo>
                    <a:pt x="1043" y="4710"/>
                    <a:pt x="1043" y="4709"/>
                    <a:pt x="1041" y="4709"/>
                  </a:cubicBezTo>
                  <a:cubicBezTo>
                    <a:pt x="1036" y="4705"/>
                    <a:pt x="1031" y="4701"/>
                    <a:pt x="1027" y="4695"/>
                  </a:cubicBezTo>
                  <a:cubicBezTo>
                    <a:pt x="1024" y="4688"/>
                    <a:pt x="1021" y="4682"/>
                    <a:pt x="1021" y="4674"/>
                  </a:cubicBezTo>
                  <a:cubicBezTo>
                    <a:pt x="1021" y="4671"/>
                    <a:pt x="1022" y="4667"/>
                    <a:pt x="1023" y="4663"/>
                  </a:cubicBezTo>
                  <a:cubicBezTo>
                    <a:pt x="1035" y="4613"/>
                    <a:pt x="1050" y="4563"/>
                    <a:pt x="1066" y="4507"/>
                  </a:cubicBezTo>
                  <a:cubicBezTo>
                    <a:pt x="931" y="4507"/>
                    <a:pt x="822" y="4572"/>
                    <a:pt x="702" y="4651"/>
                  </a:cubicBezTo>
                  <a:cubicBezTo>
                    <a:pt x="739" y="4516"/>
                    <a:pt x="820" y="4452"/>
                    <a:pt x="952" y="4421"/>
                  </a:cubicBezTo>
                  <a:cubicBezTo>
                    <a:pt x="834" y="4392"/>
                    <a:pt x="758" y="4463"/>
                    <a:pt x="664" y="4493"/>
                  </a:cubicBezTo>
                  <a:cubicBezTo>
                    <a:pt x="664" y="4490"/>
                    <a:pt x="664" y="4487"/>
                    <a:pt x="664" y="4483"/>
                  </a:cubicBezTo>
                  <a:cubicBezTo>
                    <a:pt x="664" y="4463"/>
                    <a:pt x="669" y="4443"/>
                    <a:pt x="679" y="4426"/>
                  </a:cubicBezTo>
                  <a:cubicBezTo>
                    <a:pt x="689" y="4408"/>
                    <a:pt x="704" y="4393"/>
                    <a:pt x="721" y="4384"/>
                  </a:cubicBezTo>
                  <a:cubicBezTo>
                    <a:pt x="726" y="4381"/>
                    <a:pt x="730" y="4379"/>
                    <a:pt x="734" y="4378"/>
                  </a:cubicBezTo>
                  <a:cubicBezTo>
                    <a:pt x="776" y="4356"/>
                    <a:pt x="823" y="4345"/>
                    <a:pt x="870" y="4345"/>
                  </a:cubicBezTo>
                  <a:cubicBezTo>
                    <a:pt x="891" y="4345"/>
                    <a:pt x="911" y="4347"/>
                    <a:pt x="931" y="4351"/>
                  </a:cubicBezTo>
                  <a:cubicBezTo>
                    <a:pt x="1021" y="4369"/>
                    <a:pt x="1075" y="4335"/>
                    <a:pt x="1116" y="4256"/>
                  </a:cubicBezTo>
                  <a:cubicBezTo>
                    <a:pt x="1171" y="4150"/>
                    <a:pt x="1235" y="4048"/>
                    <a:pt x="1292" y="3943"/>
                  </a:cubicBezTo>
                  <a:cubicBezTo>
                    <a:pt x="1311" y="3908"/>
                    <a:pt x="1322" y="3869"/>
                    <a:pt x="1339" y="3833"/>
                  </a:cubicBezTo>
                  <a:cubicBezTo>
                    <a:pt x="1384" y="3742"/>
                    <a:pt x="1324" y="3663"/>
                    <a:pt x="1247" y="3636"/>
                  </a:cubicBezTo>
                  <a:cubicBezTo>
                    <a:pt x="1096" y="3583"/>
                    <a:pt x="972" y="3489"/>
                    <a:pt x="855" y="3384"/>
                  </a:cubicBezTo>
                  <a:cubicBezTo>
                    <a:pt x="826" y="3357"/>
                    <a:pt x="792" y="3334"/>
                    <a:pt x="788" y="3289"/>
                  </a:cubicBezTo>
                  <a:cubicBezTo>
                    <a:pt x="786" y="3269"/>
                    <a:pt x="768" y="3259"/>
                    <a:pt x="753" y="3249"/>
                  </a:cubicBezTo>
                  <a:cubicBezTo>
                    <a:pt x="723" y="3226"/>
                    <a:pt x="692" y="3206"/>
                    <a:pt x="660" y="3187"/>
                  </a:cubicBezTo>
                  <a:cubicBezTo>
                    <a:pt x="439" y="3073"/>
                    <a:pt x="288" y="2887"/>
                    <a:pt x="168" y="2678"/>
                  </a:cubicBezTo>
                  <a:cubicBezTo>
                    <a:pt x="97" y="2555"/>
                    <a:pt x="57" y="2417"/>
                    <a:pt x="51" y="2275"/>
                  </a:cubicBezTo>
                  <a:cubicBezTo>
                    <a:pt x="50" y="2202"/>
                    <a:pt x="43" y="2129"/>
                    <a:pt x="29" y="2057"/>
                  </a:cubicBezTo>
                  <a:cubicBezTo>
                    <a:pt x="9" y="1964"/>
                    <a:pt x="29" y="1868"/>
                    <a:pt x="41" y="1773"/>
                  </a:cubicBezTo>
                  <a:cubicBezTo>
                    <a:pt x="44" y="1759"/>
                    <a:pt x="46" y="1745"/>
                    <a:pt x="46" y="1730"/>
                  </a:cubicBezTo>
                  <a:cubicBezTo>
                    <a:pt x="46" y="1727"/>
                    <a:pt x="46" y="1724"/>
                    <a:pt x="46" y="1721"/>
                  </a:cubicBezTo>
                  <a:cubicBezTo>
                    <a:pt x="0" y="1529"/>
                    <a:pt x="35" y="1343"/>
                    <a:pt x="78" y="1157"/>
                  </a:cubicBezTo>
                  <a:cubicBezTo>
                    <a:pt x="92" y="1099"/>
                    <a:pt x="99" y="1049"/>
                    <a:pt x="64" y="993"/>
                  </a:cubicBezTo>
                  <a:cubicBezTo>
                    <a:pt x="30" y="936"/>
                    <a:pt x="21" y="870"/>
                    <a:pt x="74" y="813"/>
                  </a:cubicBezTo>
                  <a:cubicBezTo>
                    <a:pt x="78" y="808"/>
                    <a:pt x="82" y="803"/>
                    <a:pt x="84" y="798"/>
                  </a:cubicBezTo>
                  <a:cubicBezTo>
                    <a:pt x="94" y="782"/>
                    <a:pt x="98" y="764"/>
                    <a:pt x="99" y="745"/>
                  </a:cubicBezTo>
                  <a:cubicBezTo>
                    <a:pt x="103" y="675"/>
                    <a:pt x="154" y="619"/>
                    <a:pt x="161" y="555"/>
                  </a:cubicBezTo>
                  <a:cubicBezTo>
                    <a:pt x="168" y="491"/>
                    <a:pt x="135" y="428"/>
                    <a:pt x="154" y="366"/>
                  </a:cubicBezTo>
                  <a:cubicBezTo>
                    <a:pt x="182" y="268"/>
                    <a:pt x="186" y="168"/>
                    <a:pt x="199" y="69"/>
                  </a:cubicBezTo>
                  <a:cubicBezTo>
                    <a:pt x="201" y="52"/>
                    <a:pt x="207" y="30"/>
                    <a:pt x="231" y="33"/>
                  </a:cubicBezTo>
                  <a:cubicBezTo>
                    <a:pt x="251" y="34"/>
                    <a:pt x="249" y="54"/>
                    <a:pt x="252" y="68"/>
                  </a:cubicBezTo>
                  <a:cubicBezTo>
                    <a:pt x="257" y="91"/>
                    <a:pt x="248" y="119"/>
                    <a:pt x="278" y="137"/>
                  </a:cubicBezTo>
                  <a:cubicBezTo>
                    <a:pt x="288" y="105"/>
                    <a:pt x="296" y="73"/>
                    <a:pt x="308" y="44"/>
                  </a:cubicBezTo>
                  <a:cubicBezTo>
                    <a:pt x="315" y="25"/>
                    <a:pt x="325" y="0"/>
                    <a:pt x="353" y="9"/>
                  </a:cubicBezTo>
                  <a:cubicBezTo>
                    <a:pt x="374" y="15"/>
                    <a:pt x="375" y="37"/>
                    <a:pt x="371" y="55"/>
                  </a:cubicBezTo>
                  <a:cubicBezTo>
                    <a:pt x="367" y="67"/>
                    <a:pt x="365" y="79"/>
                    <a:pt x="365" y="92"/>
                  </a:cubicBezTo>
                  <a:cubicBezTo>
                    <a:pt x="365" y="104"/>
                    <a:pt x="367" y="117"/>
                    <a:pt x="371" y="128"/>
                  </a:cubicBezTo>
                  <a:cubicBezTo>
                    <a:pt x="405" y="126"/>
                    <a:pt x="419" y="91"/>
                    <a:pt x="446" y="80"/>
                  </a:cubicBezTo>
                  <a:cubicBezTo>
                    <a:pt x="462" y="74"/>
                    <a:pt x="478" y="56"/>
                    <a:pt x="496" y="73"/>
                  </a:cubicBezTo>
                  <a:cubicBezTo>
                    <a:pt x="511" y="86"/>
                    <a:pt x="501" y="100"/>
                    <a:pt x="496" y="115"/>
                  </a:cubicBezTo>
                  <a:cubicBezTo>
                    <a:pt x="492" y="129"/>
                    <a:pt x="488" y="144"/>
                    <a:pt x="484" y="159"/>
                  </a:cubicBezTo>
                  <a:cubicBezTo>
                    <a:pt x="511" y="180"/>
                    <a:pt x="531" y="127"/>
                    <a:pt x="557" y="154"/>
                  </a:cubicBezTo>
                  <a:cubicBezTo>
                    <a:pt x="576" y="174"/>
                    <a:pt x="569" y="200"/>
                    <a:pt x="572" y="224"/>
                  </a:cubicBezTo>
                  <a:cubicBezTo>
                    <a:pt x="572" y="227"/>
                    <a:pt x="572" y="230"/>
                    <a:pt x="572" y="233"/>
                  </a:cubicBezTo>
                  <a:cubicBezTo>
                    <a:pt x="576" y="286"/>
                    <a:pt x="531" y="336"/>
                    <a:pt x="544" y="384"/>
                  </a:cubicBezTo>
                  <a:cubicBezTo>
                    <a:pt x="557" y="431"/>
                    <a:pt x="602" y="464"/>
                    <a:pt x="617" y="517"/>
                  </a:cubicBezTo>
                  <a:cubicBezTo>
                    <a:pt x="633" y="564"/>
                    <a:pt x="645" y="611"/>
                    <a:pt x="654" y="660"/>
                  </a:cubicBezTo>
                  <a:cubicBezTo>
                    <a:pt x="673" y="768"/>
                    <a:pt x="711" y="872"/>
                    <a:pt x="766" y="967"/>
                  </a:cubicBezTo>
                  <a:cubicBezTo>
                    <a:pt x="875" y="1173"/>
                    <a:pt x="1030" y="1342"/>
                    <a:pt x="1180" y="1516"/>
                  </a:cubicBezTo>
                  <a:cubicBezTo>
                    <a:pt x="1365" y="1730"/>
                    <a:pt x="1599" y="1834"/>
                    <a:pt x="1872" y="1877"/>
                  </a:cubicBezTo>
                  <a:cubicBezTo>
                    <a:pt x="1978" y="1894"/>
                    <a:pt x="2085" y="1889"/>
                    <a:pt x="2189" y="1913"/>
                  </a:cubicBezTo>
                  <a:cubicBezTo>
                    <a:pt x="2194" y="1915"/>
                    <a:pt x="2199" y="1916"/>
                    <a:pt x="2204" y="1916"/>
                  </a:cubicBezTo>
                  <a:cubicBezTo>
                    <a:pt x="2212" y="1916"/>
                    <a:pt x="2219" y="1913"/>
                    <a:pt x="2225" y="1910"/>
                  </a:cubicBezTo>
                  <a:cubicBezTo>
                    <a:pt x="2231" y="1906"/>
                    <a:pt x="2236" y="1902"/>
                    <a:pt x="2240" y="1895"/>
                  </a:cubicBezTo>
                  <a:cubicBezTo>
                    <a:pt x="2241" y="1893"/>
                    <a:pt x="2242" y="1892"/>
                    <a:pt x="2242" y="1890"/>
                  </a:cubicBezTo>
                  <a:cubicBezTo>
                    <a:pt x="2245" y="1884"/>
                    <a:pt x="2248" y="1879"/>
                    <a:pt x="2251" y="1874"/>
                  </a:cubicBezTo>
                  <a:cubicBezTo>
                    <a:pt x="2282" y="1820"/>
                    <a:pt x="2327" y="1774"/>
                    <a:pt x="2382" y="1743"/>
                  </a:cubicBezTo>
                  <a:cubicBezTo>
                    <a:pt x="2400" y="1732"/>
                    <a:pt x="2419" y="1724"/>
                    <a:pt x="2438" y="1717"/>
                  </a:cubicBezTo>
                  <a:cubicBezTo>
                    <a:pt x="2445" y="1715"/>
                    <a:pt x="2451" y="1712"/>
                    <a:pt x="2457" y="1709"/>
                  </a:cubicBezTo>
                  <a:cubicBezTo>
                    <a:pt x="2468" y="1702"/>
                    <a:pt x="2478" y="1693"/>
                    <a:pt x="2484" y="1682"/>
                  </a:cubicBezTo>
                  <a:cubicBezTo>
                    <a:pt x="2491" y="1671"/>
                    <a:pt x="2494" y="1658"/>
                    <a:pt x="2494" y="1645"/>
                  </a:cubicBezTo>
                  <a:cubicBezTo>
                    <a:pt x="2494" y="1642"/>
                    <a:pt x="2493" y="1638"/>
                    <a:pt x="2493" y="1635"/>
                  </a:cubicBezTo>
                  <a:cubicBezTo>
                    <a:pt x="2493" y="1597"/>
                    <a:pt x="2503" y="1561"/>
                    <a:pt x="2521" y="1529"/>
                  </a:cubicBezTo>
                  <a:cubicBezTo>
                    <a:pt x="2649" y="1241"/>
                    <a:pt x="2880" y="1076"/>
                    <a:pt x="3176" y="996"/>
                  </a:cubicBezTo>
                  <a:cubicBezTo>
                    <a:pt x="3364" y="946"/>
                    <a:pt x="3553" y="960"/>
                    <a:pt x="3740" y="1012"/>
                  </a:cubicBezTo>
                  <a:cubicBezTo>
                    <a:pt x="3772" y="1021"/>
                    <a:pt x="3803" y="1033"/>
                    <a:pt x="3831" y="1050"/>
                  </a:cubicBezTo>
                  <a:cubicBezTo>
                    <a:pt x="3877" y="1076"/>
                    <a:pt x="3917" y="1113"/>
                    <a:pt x="3948" y="1156"/>
                  </a:cubicBezTo>
                  <a:cubicBezTo>
                    <a:pt x="4104" y="1382"/>
                    <a:pt x="4212" y="1626"/>
                    <a:pt x="4217" y="1906"/>
                  </a:cubicBezTo>
                  <a:cubicBezTo>
                    <a:pt x="4217" y="1914"/>
                    <a:pt x="4217" y="1923"/>
                    <a:pt x="4217" y="1931"/>
                  </a:cubicBezTo>
                  <a:cubicBezTo>
                    <a:pt x="4217" y="2064"/>
                    <a:pt x="4201" y="2196"/>
                    <a:pt x="4169" y="2325"/>
                  </a:cubicBezTo>
                  <a:cubicBezTo>
                    <a:pt x="4164" y="2344"/>
                    <a:pt x="4167" y="2370"/>
                    <a:pt x="4135" y="2382"/>
                  </a:cubicBezTo>
                  <a:cubicBezTo>
                    <a:pt x="4132" y="2324"/>
                    <a:pt x="4162" y="2271"/>
                    <a:pt x="4155" y="2216"/>
                  </a:cubicBezTo>
                  <a:cubicBezTo>
                    <a:pt x="4149" y="2160"/>
                    <a:pt x="4150" y="2102"/>
                    <a:pt x="4147" y="2029"/>
                  </a:cubicBezTo>
                  <a:cubicBezTo>
                    <a:pt x="4099" y="2085"/>
                    <a:pt x="4128" y="2149"/>
                    <a:pt x="4085" y="2203"/>
                  </a:cubicBezTo>
                  <a:cubicBezTo>
                    <a:pt x="4093" y="2139"/>
                    <a:pt x="4103" y="2085"/>
                    <a:pt x="4107" y="2032"/>
                  </a:cubicBezTo>
                  <a:cubicBezTo>
                    <a:pt x="4116" y="1897"/>
                    <a:pt x="4124" y="1762"/>
                    <a:pt x="4077" y="1631"/>
                  </a:cubicBezTo>
                  <a:cubicBezTo>
                    <a:pt x="4070" y="1610"/>
                    <a:pt x="4069" y="1582"/>
                    <a:pt x="4041" y="1571"/>
                  </a:cubicBezTo>
                  <a:lnTo>
                    <a:pt x="4044" y="1574"/>
                  </a:lnTo>
                  <a:cubicBezTo>
                    <a:pt x="4032" y="1520"/>
                    <a:pt x="4011" y="1467"/>
                    <a:pt x="3983" y="1419"/>
                  </a:cubicBezTo>
                  <a:cubicBezTo>
                    <a:pt x="3934" y="1333"/>
                    <a:pt x="3863" y="1262"/>
                    <a:pt x="3777" y="1213"/>
                  </a:cubicBezTo>
                  <a:cubicBezTo>
                    <a:pt x="3720" y="1180"/>
                    <a:pt x="3658" y="1157"/>
                    <a:pt x="3593" y="1146"/>
                  </a:cubicBezTo>
                  <a:cubicBezTo>
                    <a:pt x="3540" y="1137"/>
                    <a:pt x="3487" y="1133"/>
                    <a:pt x="3433" y="1133"/>
                  </a:cubicBezTo>
                  <a:cubicBezTo>
                    <a:pt x="3309" y="1133"/>
                    <a:pt x="3185" y="1156"/>
                    <a:pt x="3069" y="1203"/>
                  </a:cubicBezTo>
                  <a:cubicBezTo>
                    <a:pt x="3033" y="1217"/>
                    <a:pt x="2997" y="1234"/>
                    <a:pt x="2963" y="1254"/>
                  </a:cubicBezTo>
                  <a:cubicBezTo>
                    <a:pt x="2879" y="1302"/>
                    <a:pt x="2804" y="1367"/>
                    <a:pt x="2744" y="1443"/>
                  </a:cubicBezTo>
                  <a:cubicBezTo>
                    <a:pt x="2893" y="1353"/>
                    <a:pt x="3037" y="1251"/>
                    <a:pt x="3218" y="1219"/>
                  </a:cubicBezTo>
                  <a:cubicBezTo>
                    <a:pt x="3216" y="1230"/>
                    <a:pt x="3218" y="1233"/>
                    <a:pt x="3215" y="1235"/>
                  </a:cubicBezTo>
                  <a:cubicBezTo>
                    <a:pt x="3212" y="1239"/>
                    <a:pt x="3209" y="1242"/>
                    <a:pt x="3204" y="1245"/>
                  </a:cubicBezTo>
                  <a:cubicBezTo>
                    <a:pt x="3203" y="1245"/>
                    <a:pt x="3202" y="1246"/>
                    <a:pt x="3202" y="1246"/>
                  </a:cubicBezTo>
                  <a:cubicBezTo>
                    <a:pt x="2964" y="1324"/>
                    <a:pt x="2752" y="1441"/>
                    <a:pt x="2608" y="1654"/>
                  </a:cubicBezTo>
                  <a:cubicBezTo>
                    <a:pt x="2603" y="1661"/>
                    <a:pt x="2597" y="1666"/>
                    <a:pt x="2590" y="1671"/>
                  </a:cubicBezTo>
                  <a:cubicBezTo>
                    <a:pt x="2589" y="1672"/>
                    <a:pt x="2589" y="1672"/>
                    <a:pt x="2588" y="1672"/>
                  </a:cubicBezTo>
                  <a:cubicBezTo>
                    <a:pt x="2577" y="1678"/>
                    <a:pt x="2562" y="1677"/>
                    <a:pt x="2560" y="1661"/>
                  </a:cubicBezTo>
                  <a:cubicBezTo>
                    <a:pt x="2560" y="1649"/>
                    <a:pt x="2562" y="1637"/>
                    <a:pt x="2565" y="1626"/>
                  </a:cubicBezTo>
                  <a:cubicBezTo>
                    <a:pt x="2567" y="1613"/>
                    <a:pt x="2569" y="1599"/>
                    <a:pt x="2551" y="1602"/>
                  </a:cubicBezTo>
                  <a:cubicBezTo>
                    <a:pt x="2539" y="1602"/>
                    <a:pt x="2524" y="1602"/>
                    <a:pt x="2520" y="1615"/>
                  </a:cubicBezTo>
                  <a:cubicBezTo>
                    <a:pt x="2513" y="1635"/>
                    <a:pt x="2505" y="1661"/>
                    <a:pt x="2520" y="1677"/>
                  </a:cubicBezTo>
                  <a:cubicBezTo>
                    <a:pt x="2548" y="1706"/>
                    <a:pt x="2579" y="1736"/>
                    <a:pt x="2625" y="1737"/>
                  </a:cubicBezTo>
                  <a:cubicBezTo>
                    <a:pt x="2649" y="1737"/>
                    <a:pt x="2675" y="1719"/>
                    <a:pt x="2699" y="1741"/>
                  </a:cubicBezTo>
                  <a:cubicBezTo>
                    <a:pt x="2666" y="1764"/>
                    <a:pt x="2623" y="1756"/>
                    <a:pt x="2585" y="1795"/>
                  </a:cubicBezTo>
                  <a:cubicBezTo>
                    <a:pt x="2671" y="1784"/>
                    <a:pt x="2743" y="1783"/>
                    <a:pt x="2811" y="1814"/>
                  </a:cubicBezTo>
                  <a:cubicBezTo>
                    <a:pt x="2822" y="1818"/>
                    <a:pt x="2861" y="1801"/>
                    <a:pt x="2834" y="1844"/>
                  </a:cubicBezTo>
                  <a:cubicBezTo>
                    <a:pt x="2824" y="1860"/>
                    <a:pt x="2861" y="1851"/>
                    <a:pt x="2873" y="1859"/>
                  </a:cubicBezTo>
                  <a:cubicBezTo>
                    <a:pt x="2890" y="1870"/>
                    <a:pt x="2917" y="1859"/>
                    <a:pt x="2929" y="1890"/>
                  </a:cubicBezTo>
                  <a:cubicBezTo>
                    <a:pt x="2861" y="1899"/>
                    <a:pt x="2796" y="1879"/>
                    <a:pt x="2730" y="1875"/>
                  </a:cubicBezTo>
                  <a:cubicBezTo>
                    <a:pt x="2673" y="1872"/>
                    <a:pt x="2563" y="1852"/>
                    <a:pt x="2521" y="1861"/>
                  </a:cubicBezTo>
                  <a:cubicBezTo>
                    <a:pt x="2489" y="1866"/>
                    <a:pt x="2459" y="1877"/>
                    <a:pt x="2432" y="1893"/>
                  </a:cubicBezTo>
                  <a:cubicBezTo>
                    <a:pt x="2404" y="1909"/>
                    <a:pt x="2380" y="1929"/>
                    <a:pt x="2360" y="1954"/>
                  </a:cubicBezTo>
                  <a:cubicBezTo>
                    <a:pt x="2362" y="1958"/>
                    <a:pt x="2364" y="1962"/>
                    <a:pt x="2366" y="1966"/>
                  </a:cubicBezTo>
                  <a:cubicBezTo>
                    <a:pt x="2391" y="2009"/>
                    <a:pt x="2426" y="2044"/>
                    <a:pt x="2469" y="2069"/>
                  </a:cubicBezTo>
                  <a:cubicBezTo>
                    <a:pt x="2470" y="2070"/>
                    <a:pt x="2471" y="2070"/>
                    <a:pt x="2472" y="2071"/>
                  </a:cubicBezTo>
                  <a:cubicBezTo>
                    <a:pt x="2474" y="2072"/>
                    <a:pt x="2476" y="2073"/>
                    <a:pt x="2477" y="2074"/>
                  </a:cubicBezTo>
                  <a:cubicBezTo>
                    <a:pt x="2513" y="2094"/>
                    <a:pt x="2544" y="2120"/>
                    <a:pt x="2571" y="2150"/>
                  </a:cubicBezTo>
                  <a:cubicBezTo>
                    <a:pt x="2578" y="2193"/>
                    <a:pt x="2618" y="2212"/>
                    <a:pt x="2638" y="2246"/>
                  </a:cubicBezTo>
                  <a:cubicBezTo>
                    <a:pt x="2642" y="2253"/>
                    <a:pt x="2651" y="2261"/>
                    <a:pt x="2651" y="2269"/>
                  </a:cubicBezTo>
                  <a:cubicBezTo>
                    <a:pt x="2651" y="2290"/>
                    <a:pt x="2637" y="2281"/>
                    <a:pt x="2628" y="2275"/>
                  </a:cubicBezTo>
                  <a:cubicBezTo>
                    <a:pt x="2578" y="2235"/>
                    <a:pt x="2533" y="2189"/>
                    <a:pt x="2468" y="2175"/>
                  </a:cubicBezTo>
                  <a:cubicBezTo>
                    <a:pt x="2462" y="2143"/>
                    <a:pt x="2500" y="2153"/>
                    <a:pt x="2508" y="2132"/>
                  </a:cubicBezTo>
                  <a:cubicBezTo>
                    <a:pt x="2471" y="2091"/>
                    <a:pt x="2402" y="2082"/>
                    <a:pt x="2377" y="2039"/>
                  </a:cubicBezTo>
                  <a:cubicBezTo>
                    <a:pt x="2340" y="1975"/>
                    <a:pt x="2285" y="1974"/>
                    <a:pt x="2228" y="1960"/>
                  </a:cubicBezTo>
                  <a:cubicBezTo>
                    <a:pt x="2288" y="2013"/>
                    <a:pt x="2351" y="2059"/>
                    <a:pt x="2414" y="2108"/>
                  </a:cubicBezTo>
                  <a:cubicBezTo>
                    <a:pt x="2437" y="2126"/>
                    <a:pt x="2466" y="2139"/>
                    <a:pt x="2469" y="2176"/>
                  </a:cubicBezTo>
                  <a:cubicBezTo>
                    <a:pt x="2442" y="2166"/>
                    <a:pt x="2414" y="2143"/>
                    <a:pt x="2391" y="2181"/>
                  </a:cubicBezTo>
                  <a:cubicBezTo>
                    <a:pt x="2566" y="2425"/>
                    <a:pt x="2614" y="2572"/>
                    <a:pt x="2575" y="2761"/>
                  </a:cubicBezTo>
                  <a:lnTo>
                    <a:pt x="2529" y="2621"/>
                  </a:lnTo>
                  <a:cubicBezTo>
                    <a:pt x="2530" y="2621"/>
                    <a:pt x="2531" y="2621"/>
                    <a:pt x="2531" y="2620"/>
                  </a:cubicBezTo>
                  <a:cubicBezTo>
                    <a:pt x="2539" y="2616"/>
                    <a:pt x="2546" y="2609"/>
                    <a:pt x="2550" y="2601"/>
                  </a:cubicBezTo>
                  <a:cubicBezTo>
                    <a:pt x="2555" y="2593"/>
                    <a:pt x="2558" y="2584"/>
                    <a:pt x="2558" y="2574"/>
                  </a:cubicBezTo>
                  <a:cubicBezTo>
                    <a:pt x="2558" y="2567"/>
                    <a:pt x="2556" y="2560"/>
                    <a:pt x="2553" y="2553"/>
                  </a:cubicBezTo>
                  <a:cubicBezTo>
                    <a:pt x="2534" y="2478"/>
                    <a:pt x="2505" y="2407"/>
                    <a:pt x="2467" y="2341"/>
                  </a:cubicBezTo>
                  <a:cubicBezTo>
                    <a:pt x="2436" y="2288"/>
                    <a:pt x="2400" y="2239"/>
                    <a:pt x="2359" y="2194"/>
                  </a:cubicBezTo>
                  <a:cubicBezTo>
                    <a:pt x="2345" y="2179"/>
                    <a:pt x="2317" y="2162"/>
                    <a:pt x="2319" y="2148"/>
                  </a:cubicBezTo>
                  <a:cubicBezTo>
                    <a:pt x="2322" y="2103"/>
                    <a:pt x="2286" y="2097"/>
                    <a:pt x="2264" y="2076"/>
                  </a:cubicBezTo>
                  <a:cubicBezTo>
                    <a:pt x="2221" y="2036"/>
                    <a:pt x="2158" y="2054"/>
                    <a:pt x="2114" y="2022"/>
                  </a:cubicBezTo>
                  <a:cubicBezTo>
                    <a:pt x="2112" y="2017"/>
                    <a:pt x="2111" y="2012"/>
                    <a:pt x="2111" y="2007"/>
                  </a:cubicBezTo>
                  <a:cubicBezTo>
                    <a:pt x="2111" y="2001"/>
                    <a:pt x="2112" y="1995"/>
                    <a:pt x="2115" y="1990"/>
                  </a:cubicBezTo>
                  <a:cubicBezTo>
                    <a:pt x="2118" y="1985"/>
                    <a:pt x="2123" y="1981"/>
                    <a:pt x="2128" y="1978"/>
                  </a:cubicBezTo>
                  <a:cubicBezTo>
                    <a:pt x="2131" y="1976"/>
                    <a:pt x="2134" y="1975"/>
                    <a:pt x="2138" y="1974"/>
                  </a:cubicBezTo>
                  <a:cubicBezTo>
                    <a:pt x="2161" y="1966"/>
                    <a:pt x="2153" y="1950"/>
                    <a:pt x="2143" y="1941"/>
                  </a:cubicBezTo>
                  <a:cubicBezTo>
                    <a:pt x="2134" y="1932"/>
                    <a:pt x="2119" y="1933"/>
                    <a:pt x="2106" y="1946"/>
                  </a:cubicBezTo>
                  <a:cubicBezTo>
                    <a:pt x="2073" y="1977"/>
                    <a:pt x="2111" y="1997"/>
                    <a:pt x="2114" y="2022"/>
                  </a:cubicBezTo>
                  <a:cubicBezTo>
                    <a:pt x="2088" y="2015"/>
                    <a:pt x="2062" y="2011"/>
                    <a:pt x="2036" y="2011"/>
                  </a:cubicBezTo>
                  <a:cubicBezTo>
                    <a:pt x="2028" y="2011"/>
                    <a:pt x="2020" y="2011"/>
                    <a:pt x="2012" y="2012"/>
                  </a:cubicBezTo>
                  <a:cubicBezTo>
                    <a:pt x="1983" y="1996"/>
                    <a:pt x="1950" y="1987"/>
                    <a:pt x="1916" y="1986"/>
                  </a:cubicBezTo>
                  <a:lnTo>
                    <a:pt x="1863" y="1947"/>
                  </a:lnTo>
                  <a:cubicBezTo>
                    <a:pt x="1938" y="1936"/>
                    <a:pt x="1992" y="1991"/>
                    <a:pt x="2056" y="1968"/>
                  </a:cubicBezTo>
                  <a:cubicBezTo>
                    <a:pt x="1897" y="1919"/>
                    <a:pt x="1730" y="1907"/>
                    <a:pt x="1575" y="1848"/>
                  </a:cubicBezTo>
                  <a:cubicBezTo>
                    <a:pt x="1552" y="1855"/>
                    <a:pt x="1540" y="1835"/>
                    <a:pt x="1522" y="1825"/>
                  </a:cubicBezTo>
                  <a:cubicBezTo>
                    <a:pt x="1484" y="1799"/>
                    <a:pt x="1450" y="1765"/>
                    <a:pt x="1408" y="1749"/>
                  </a:cubicBezTo>
                  <a:cubicBezTo>
                    <a:pt x="1299" y="1708"/>
                    <a:pt x="1230" y="1623"/>
                    <a:pt x="1160" y="1537"/>
                  </a:cubicBezTo>
                  <a:cubicBezTo>
                    <a:pt x="1091" y="1455"/>
                    <a:pt x="1018" y="1377"/>
                    <a:pt x="940" y="1304"/>
                  </a:cubicBezTo>
                  <a:cubicBezTo>
                    <a:pt x="920" y="1285"/>
                    <a:pt x="903" y="1257"/>
                    <a:pt x="875" y="1255"/>
                  </a:cubicBezTo>
                  <a:cubicBezTo>
                    <a:pt x="861" y="1255"/>
                    <a:pt x="838" y="1278"/>
                    <a:pt x="843" y="1245"/>
                  </a:cubicBezTo>
                  <a:cubicBezTo>
                    <a:pt x="854" y="1167"/>
                    <a:pt x="799" y="1130"/>
                    <a:pt x="756" y="1085"/>
                  </a:cubicBezTo>
                  <a:cubicBezTo>
                    <a:pt x="768" y="1081"/>
                    <a:pt x="780" y="1074"/>
                    <a:pt x="773" y="1061"/>
                  </a:cubicBezTo>
                  <a:cubicBezTo>
                    <a:pt x="752" y="1017"/>
                    <a:pt x="740" y="968"/>
                    <a:pt x="701" y="934"/>
                  </a:cubicBezTo>
                  <a:cubicBezTo>
                    <a:pt x="658" y="814"/>
                    <a:pt x="623" y="692"/>
                    <a:pt x="598" y="567"/>
                  </a:cubicBezTo>
                  <a:cubicBezTo>
                    <a:pt x="592" y="535"/>
                    <a:pt x="587" y="494"/>
                    <a:pt x="561" y="477"/>
                  </a:cubicBezTo>
                  <a:cubicBezTo>
                    <a:pt x="535" y="460"/>
                    <a:pt x="502" y="475"/>
                    <a:pt x="473" y="490"/>
                  </a:cubicBezTo>
                  <a:cubicBezTo>
                    <a:pt x="469" y="492"/>
                    <a:pt x="459" y="482"/>
                    <a:pt x="451" y="477"/>
                  </a:cubicBezTo>
                  <a:cubicBezTo>
                    <a:pt x="429" y="433"/>
                    <a:pt x="383" y="424"/>
                    <a:pt x="345" y="401"/>
                  </a:cubicBezTo>
                  <a:cubicBezTo>
                    <a:pt x="344" y="403"/>
                    <a:pt x="344" y="405"/>
                    <a:pt x="342" y="407"/>
                  </a:cubicBezTo>
                  <a:cubicBezTo>
                    <a:pt x="336" y="419"/>
                    <a:pt x="331" y="433"/>
                    <a:pt x="331" y="447"/>
                  </a:cubicBezTo>
                  <a:cubicBezTo>
                    <a:pt x="331" y="460"/>
                    <a:pt x="335" y="474"/>
                    <a:pt x="341" y="486"/>
                  </a:cubicBezTo>
                  <a:cubicBezTo>
                    <a:pt x="375" y="472"/>
                    <a:pt x="409" y="460"/>
                    <a:pt x="443" y="486"/>
                  </a:cubicBezTo>
                  <a:cubicBezTo>
                    <a:pt x="450" y="515"/>
                    <a:pt x="472" y="541"/>
                    <a:pt x="464" y="573"/>
                  </a:cubicBezTo>
                  <a:cubicBezTo>
                    <a:pt x="458" y="597"/>
                    <a:pt x="460" y="612"/>
                    <a:pt x="491" y="611"/>
                  </a:cubicBezTo>
                  <a:cubicBezTo>
                    <a:pt x="523" y="610"/>
                    <a:pt x="533" y="634"/>
                    <a:pt x="538" y="658"/>
                  </a:cubicBezTo>
                  <a:cubicBezTo>
                    <a:pt x="549" y="702"/>
                    <a:pt x="560" y="748"/>
                    <a:pt x="535" y="790"/>
                  </a:cubicBezTo>
                  <a:cubicBezTo>
                    <a:pt x="533" y="793"/>
                    <a:pt x="532" y="795"/>
                    <a:pt x="530" y="798"/>
                  </a:cubicBezTo>
                  <a:cubicBezTo>
                    <a:pt x="515" y="824"/>
                    <a:pt x="506" y="854"/>
                    <a:pt x="505" y="884"/>
                  </a:cubicBezTo>
                  <a:cubicBezTo>
                    <a:pt x="501" y="944"/>
                    <a:pt x="485" y="1003"/>
                    <a:pt x="458" y="1057"/>
                  </a:cubicBezTo>
                  <a:cubicBezTo>
                    <a:pt x="455" y="1058"/>
                    <a:pt x="453" y="1060"/>
                    <a:pt x="450" y="1061"/>
                  </a:cubicBezTo>
                  <a:cubicBezTo>
                    <a:pt x="421" y="1078"/>
                    <a:pt x="396" y="1103"/>
                    <a:pt x="379" y="1132"/>
                  </a:cubicBezTo>
                  <a:cubicBezTo>
                    <a:pt x="368" y="1151"/>
                    <a:pt x="361" y="1171"/>
                    <a:pt x="357" y="1193"/>
                  </a:cubicBezTo>
                  <a:cubicBezTo>
                    <a:pt x="336" y="1281"/>
                    <a:pt x="245" y="1210"/>
                    <a:pt x="210" y="1264"/>
                  </a:cubicBezTo>
                  <a:cubicBezTo>
                    <a:pt x="205" y="1267"/>
                    <a:pt x="199" y="1269"/>
                    <a:pt x="193" y="1269"/>
                  </a:cubicBezTo>
                  <a:cubicBezTo>
                    <a:pt x="186" y="1269"/>
                    <a:pt x="179" y="1266"/>
                    <a:pt x="173" y="1263"/>
                  </a:cubicBezTo>
                  <a:cubicBezTo>
                    <a:pt x="168" y="1259"/>
                    <a:pt x="164" y="1255"/>
                    <a:pt x="159" y="1249"/>
                  </a:cubicBezTo>
                  <a:cubicBezTo>
                    <a:pt x="159" y="1248"/>
                    <a:pt x="158" y="1247"/>
                    <a:pt x="157" y="1245"/>
                  </a:cubicBezTo>
                  <a:cubicBezTo>
                    <a:pt x="151" y="1233"/>
                    <a:pt x="145" y="1236"/>
                    <a:pt x="140" y="1252"/>
                  </a:cubicBezTo>
                  <a:cubicBezTo>
                    <a:pt x="137" y="1262"/>
                    <a:pt x="146" y="1277"/>
                    <a:pt x="128" y="1283"/>
                  </a:cubicBezTo>
                  <a:cubicBezTo>
                    <a:pt x="128" y="1250"/>
                    <a:pt x="124" y="1217"/>
                    <a:pt x="126" y="1185"/>
                  </a:cubicBezTo>
                  <a:cubicBezTo>
                    <a:pt x="126" y="1177"/>
                    <a:pt x="133" y="1158"/>
                    <a:pt x="149" y="1170"/>
                  </a:cubicBezTo>
                  <a:cubicBezTo>
                    <a:pt x="160" y="1178"/>
                    <a:pt x="165" y="1200"/>
                    <a:pt x="183" y="1182"/>
                  </a:cubicBezTo>
                  <a:cubicBezTo>
                    <a:pt x="195" y="1169"/>
                    <a:pt x="187" y="1153"/>
                    <a:pt x="178" y="1140"/>
                  </a:cubicBezTo>
                  <a:cubicBezTo>
                    <a:pt x="165" y="1120"/>
                    <a:pt x="157" y="1095"/>
                    <a:pt x="122" y="1090"/>
                  </a:cubicBezTo>
                  <a:cubicBezTo>
                    <a:pt x="101" y="1158"/>
                    <a:pt x="84" y="1229"/>
                    <a:pt x="72" y="1300"/>
                  </a:cubicBezTo>
                  <a:cubicBezTo>
                    <a:pt x="72" y="1303"/>
                    <a:pt x="71" y="1306"/>
                    <a:pt x="71" y="1310"/>
                  </a:cubicBezTo>
                  <a:cubicBezTo>
                    <a:pt x="71" y="1315"/>
                    <a:pt x="72" y="1321"/>
                    <a:pt x="73" y="1326"/>
                  </a:cubicBezTo>
                  <a:cubicBezTo>
                    <a:pt x="144" y="1331"/>
                    <a:pt x="87" y="1383"/>
                    <a:pt x="104" y="1407"/>
                  </a:cubicBezTo>
                  <a:lnTo>
                    <a:pt x="106" y="1404"/>
                  </a:lnTo>
                  <a:cubicBezTo>
                    <a:pt x="89" y="1417"/>
                    <a:pt x="95" y="1437"/>
                    <a:pt x="92" y="1454"/>
                  </a:cubicBezTo>
                  <a:cubicBezTo>
                    <a:pt x="67" y="1574"/>
                    <a:pt x="99" y="1697"/>
                    <a:pt x="60" y="1817"/>
                  </a:cubicBezTo>
                  <a:cubicBezTo>
                    <a:pt x="53" y="1842"/>
                    <a:pt x="49" y="1869"/>
                    <a:pt x="49" y="1896"/>
                  </a:cubicBezTo>
                  <a:cubicBezTo>
                    <a:pt x="49" y="1918"/>
                    <a:pt x="51" y="1939"/>
                    <a:pt x="56" y="1960"/>
                  </a:cubicBezTo>
                  <a:cubicBezTo>
                    <a:pt x="80" y="2054"/>
                    <a:pt x="73" y="2149"/>
                    <a:pt x="76" y="2243"/>
                  </a:cubicBezTo>
                  <a:cubicBezTo>
                    <a:pt x="80" y="2375"/>
                    <a:pt x="101" y="2504"/>
                    <a:pt x="172" y="2619"/>
                  </a:cubicBezTo>
                  <a:cubicBezTo>
                    <a:pt x="174" y="2631"/>
                    <a:pt x="179" y="2643"/>
                    <a:pt x="185" y="2655"/>
                  </a:cubicBezTo>
                  <a:cubicBezTo>
                    <a:pt x="192" y="2666"/>
                    <a:pt x="200" y="2676"/>
                    <a:pt x="210" y="2685"/>
                  </a:cubicBezTo>
                  <a:cubicBezTo>
                    <a:pt x="215" y="2700"/>
                    <a:pt x="220" y="2713"/>
                    <a:pt x="227" y="2727"/>
                  </a:cubicBezTo>
                  <a:cubicBezTo>
                    <a:pt x="305" y="2841"/>
                    <a:pt x="399" y="2943"/>
                    <a:pt x="506" y="3031"/>
                  </a:cubicBezTo>
                  <a:cubicBezTo>
                    <a:pt x="561" y="3076"/>
                    <a:pt x="615" y="3129"/>
                    <a:pt x="689" y="3148"/>
                  </a:cubicBezTo>
                  <a:cubicBezTo>
                    <a:pt x="701" y="3177"/>
                    <a:pt x="725" y="3186"/>
                    <a:pt x="768" y="3201"/>
                  </a:cubicBezTo>
                  <a:cubicBezTo>
                    <a:pt x="735" y="3168"/>
                    <a:pt x="717" y="3148"/>
                    <a:pt x="687" y="3148"/>
                  </a:cubicBezTo>
                  <a:cubicBezTo>
                    <a:pt x="691" y="3121"/>
                    <a:pt x="666" y="3113"/>
                    <a:pt x="651" y="3101"/>
                  </a:cubicBezTo>
                  <a:cubicBezTo>
                    <a:pt x="581" y="3041"/>
                    <a:pt x="518" y="2974"/>
                    <a:pt x="464" y="2900"/>
                  </a:cubicBezTo>
                  <a:cubicBezTo>
                    <a:pt x="453" y="2885"/>
                    <a:pt x="430" y="2870"/>
                    <a:pt x="450" y="2843"/>
                  </a:cubicBezTo>
                  <a:cubicBezTo>
                    <a:pt x="539" y="2944"/>
                    <a:pt x="622" y="3051"/>
                    <a:pt x="748" y="3137"/>
                  </a:cubicBezTo>
                  <a:cubicBezTo>
                    <a:pt x="726" y="3078"/>
                    <a:pt x="672" y="3061"/>
                    <a:pt x="671" y="3009"/>
                  </a:cubicBezTo>
                  <a:cubicBezTo>
                    <a:pt x="763" y="3046"/>
                    <a:pt x="817" y="3120"/>
                    <a:pt x="882" y="3183"/>
                  </a:cubicBezTo>
                  <a:cubicBezTo>
                    <a:pt x="921" y="3219"/>
                    <a:pt x="950" y="3269"/>
                    <a:pt x="1008" y="3281"/>
                  </a:cubicBezTo>
                  <a:cubicBezTo>
                    <a:pt x="1008" y="3296"/>
                    <a:pt x="1008" y="3310"/>
                    <a:pt x="1011" y="3324"/>
                  </a:cubicBezTo>
                  <a:cubicBezTo>
                    <a:pt x="1011" y="3327"/>
                    <a:pt x="1012" y="3331"/>
                    <a:pt x="1014" y="3335"/>
                  </a:cubicBezTo>
                  <a:cubicBezTo>
                    <a:pt x="1016" y="3338"/>
                    <a:pt x="1019" y="3341"/>
                    <a:pt x="1022" y="3343"/>
                  </a:cubicBezTo>
                  <a:cubicBezTo>
                    <a:pt x="1026" y="3345"/>
                    <a:pt x="1030" y="3346"/>
                    <a:pt x="1034" y="3346"/>
                  </a:cubicBezTo>
                  <a:cubicBezTo>
                    <a:pt x="1035" y="3346"/>
                    <a:pt x="1037" y="3346"/>
                    <a:pt x="1039" y="3346"/>
                  </a:cubicBezTo>
                  <a:cubicBezTo>
                    <a:pt x="1052" y="3342"/>
                    <a:pt x="1050" y="3327"/>
                    <a:pt x="1053" y="3317"/>
                  </a:cubicBezTo>
                  <a:cubicBezTo>
                    <a:pt x="1055" y="3319"/>
                    <a:pt x="1057" y="3321"/>
                    <a:pt x="1060" y="3323"/>
                  </a:cubicBezTo>
                  <a:cubicBezTo>
                    <a:pt x="1063" y="3325"/>
                    <a:pt x="1068" y="3326"/>
                    <a:pt x="1071" y="3326"/>
                  </a:cubicBezTo>
                  <a:cubicBezTo>
                    <a:pt x="1075" y="3326"/>
                    <a:pt x="1079" y="3325"/>
                    <a:pt x="1082" y="3323"/>
                  </a:cubicBezTo>
                  <a:cubicBezTo>
                    <a:pt x="1083" y="3322"/>
                    <a:pt x="1083" y="3322"/>
                    <a:pt x="1083" y="3322"/>
                  </a:cubicBezTo>
                  <a:cubicBezTo>
                    <a:pt x="1097" y="3312"/>
                    <a:pt x="1090" y="3302"/>
                    <a:pt x="1082" y="3295"/>
                  </a:cubicBezTo>
                  <a:cubicBezTo>
                    <a:pt x="1074" y="3287"/>
                    <a:pt x="1063" y="3265"/>
                    <a:pt x="1043" y="3266"/>
                  </a:cubicBezTo>
                  <a:lnTo>
                    <a:pt x="1040" y="3230"/>
                  </a:lnTo>
                  <a:lnTo>
                    <a:pt x="1044" y="3227"/>
                  </a:lnTo>
                  <a:cubicBezTo>
                    <a:pt x="1088" y="3250"/>
                    <a:pt x="1108" y="3297"/>
                    <a:pt x="1142" y="3330"/>
                  </a:cubicBezTo>
                  <a:cubicBezTo>
                    <a:pt x="1150" y="3339"/>
                    <a:pt x="1160" y="3346"/>
                    <a:pt x="1170" y="3353"/>
                  </a:cubicBezTo>
                  <a:cubicBezTo>
                    <a:pt x="1186" y="3361"/>
                    <a:pt x="1203" y="3367"/>
                    <a:pt x="1221" y="3367"/>
                  </a:cubicBezTo>
                  <a:cubicBezTo>
                    <a:pt x="1228" y="3367"/>
                    <a:pt x="1236" y="3366"/>
                    <a:pt x="1243" y="3364"/>
                  </a:cubicBezTo>
                  <a:lnTo>
                    <a:pt x="1226" y="3317"/>
                  </a:lnTo>
                  <a:lnTo>
                    <a:pt x="1231" y="3313"/>
                  </a:lnTo>
                  <a:cubicBezTo>
                    <a:pt x="1235" y="3315"/>
                    <a:pt x="1241" y="3316"/>
                    <a:pt x="1245" y="3319"/>
                  </a:cubicBezTo>
                  <a:cubicBezTo>
                    <a:pt x="1258" y="3326"/>
                    <a:pt x="1267" y="3337"/>
                    <a:pt x="1275" y="3350"/>
                  </a:cubicBezTo>
                  <a:cubicBezTo>
                    <a:pt x="1276" y="3351"/>
                    <a:pt x="1276" y="3353"/>
                    <a:pt x="1277" y="3354"/>
                  </a:cubicBezTo>
                  <a:cubicBezTo>
                    <a:pt x="1317" y="3411"/>
                    <a:pt x="1372" y="3430"/>
                    <a:pt x="1446" y="3434"/>
                  </a:cubicBezTo>
                  <a:cubicBezTo>
                    <a:pt x="1424" y="3407"/>
                    <a:pt x="1407" y="3390"/>
                    <a:pt x="1393" y="3371"/>
                  </a:cubicBezTo>
                  <a:cubicBezTo>
                    <a:pt x="1287" y="3239"/>
                    <a:pt x="1217" y="3093"/>
                    <a:pt x="1217" y="2920"/>
                  </a:cubicBezTo>
                  <a:cubicBezTo>
                    <a:pt x="1217" y="2901"/>
                    <a:pt x="1209" y="2875"/>
                    <a:pt x="1246" y="2869"/>
                  </a:cubicBezTo>
                  <a:cubicBezTo>
                    <a:pt x="1246" y="2871"/>
                    <a:pt x="1246" y="2874"/>
                    <a:pt x="1246" y="2876"/>
                  </a:cubicBezTo>
                  <a:cubicBezTo>
                    <a:pt x="1246" y="3003"/>
                    <a:pt x="1279" y="3127"/>
                    <a:pt x="1340" y="3237"/>
                  </a:cubicBezTo>
                  <a:cubicBezTo>
                    <a:pt x="1356" y="3266"/>
                    <a:pt x="1367" y="3301"/>
                    <a:pt x="1402" y="3313"/>
                  </a:cubicBezTo>
                  <a:lnTo>
                    <a:pt x="1485" y="3416"/>
                  </a:lnTo>
                  <a:cubicBezTo>
                    <a:pt x="1504" y="3462"/>
                    <a:pt x="1543" y="3469"/>
                    <a:pt x="1586" y="3469"/>
                  </a:cubicBezTo>
                  <a:lnTo>
                    <a:pt x="1584" y="3467"/>
                  </a:lnTo>
                  <a:cubicBezTo>
                    <a:pt x="1584" y="3469"/>
                    <a:pt x="1584" y="3472"/>
                    <a:pt x="1584" y="3475"/>
                  </a:cubicBezTo>
                  <a:cubicBezTo>
                    <a:pt x="1584" y="3482"/>
                    <a:pt x="1586" y="3489"/>
                    <a:pt x="1589" y="3496"/>
                  </a:cubicBezTo>
                  <a:cubicBezTo>
                    <a:pt x="1593" y="3502"/>
                    <a:pt x="1599" y="3507"/>
                    <a:pt x="1605" y="3511"/>
                  </a:cubicBezTo>
                  <a:cubicBezTo>
                    <a:pt x="1608" y="3512"/>
                    <a:pt x="1610" y="3514"/>
                    <a:pt x="1612" y="3515"/>
                  </a:cubicBezTo>
                  <a:cubicBezTo>
                    <a:pt x="1674" y="3537"/>
                    <a:pt x="1730" y="3575"/>
                    <a:pt x="1799" y="3571"/>
                  </a:cubicBezTo>
                  <a:cubicBezTo>
                    <a:pt x="1823" y="3569"/>
                    <a:pt x="1849" y="3563"/>
                    <a:pt x="1865" y="3588"/>
                  </a:cubicBezTo>
                  <a:cubicBezTo>
                    <a:pt x="1857" y="3587"/>
                    <a:pt x="1849" y="3587"/>
                    <a:pt x="1840" y="3587"/>
                  </a:cubicBezTo>
                  <a:cubicBezTo>
                    <a:pt x="1818" y="3587"/>
                    <a:pt x="1796" y="3590"/>
                    <a:pt x="1775" y="3597"/>
                  </a:cubicBezTo>
                  <a:cubicBezTo>
                    <a:pt x="1804" y="3648"/>
                    <a:pt x="1833" y="3686"/>
                    <a:pt x="1894" y="3683"/>
                  </a:cubicBezTo>
                  <a:lnTo>
                    <a:pt x="1895" y="3683"/>
                  </a:lnTo>
                  <a:cubicBezTo>
                    <a:pt x="1901" y="3683"/>
                    <a:pt x="1908" y="3681"/>
                    <a:pt x="1913" y="3678"/>
                  </a:cubicBezTo>
                  <a:cubicBezTo>
                    <a:pt x="1919" y="3674"/>
                    <a:pt x="1925" y="3670"/>
                    <a:pt x="1927" y="3665"/>
                  </a:cubicBezTo>
                  <a:cubicBezTo>
                    <a:pt x="1930" y="3661"/>
                    <a:pt x="1931" y="3657"/>
                    <a:pt x="1932" y="3652"/>
                  </a:cubicBezTo>
                  <a:cubicBezTo>
                    <a:pt x="1939" y="3629"/>
                    <a:pt x="1927" y="3619"/>
                    <a:pt x="1907" y="3614"/>
                  </a:cubicBezTo>
                  <a:cubicBezTo>
                    <a:pt x="1899" y="3613"/>
                    <a:pt x="1892" y="3610"/>
                    <a:pt x="1885" y="3606"/>
                  </a:cubicBezTo>
                  <a:cubicBezTo>
                    <a:pt x="1877" y="3601"/>
                    <a:pt x="1869" y="3594"/>
                    <a:pt x="1864" y="3586"/>
                  </a:cubicBezTo>
                  <a:cubicBezTo>
                    <a:pt x="2077" y="3615"/>
                    <a:pt x="2255" y="3503"/>
                    <a:pt x="2436" y="3424"/>
                  </a:cubicBezTo>
                  <a:cubicBezTo>
                    <a:pt x="2575" y="3364"/>
                    <a:pt x="2680" y="3246"/>
                    <a:pt x="2759" y="3113"/>
                  </a:cubicBezTo>
                  <a:cubicBezTo>
                    <a:pt x="2761" y="3109"/>
                    <a:pt x="2764" y="3105"/>
                    <a:pt x="2766" y="3101"/>
                  </a:cubicBezTo>
                  <a:cubicBezTo>
                    <a:pt x="2784" y="3070"/>
                    <a:pt x="2793" y="3035"/>
                    <a:pt x="2793" y="2999"/>
                  </a:cubicBezTo>
                  <a:cubicBezTo>
                    <a:pt x="2793" y="2986"/>
                    <a:pt x="2792" y="2974"/>
                    <a:pt x="2790" y="2961"/>
                  </a:cubicBezTo>
                  <a:cubicBezTo>
                    <a:pt x="2757" y="2981"/>
                    <a:pt x="2771" y="3020"/>
                    <a:pt x="2743" y="3033"/>
                  </a:cubicBezTo>
                  <a:cubicBezTo>
                    <a:pt x="2744" y="3020"/>
                    <a:pt x="2745" y="3007"/>
                    <a:pt x="2745" y="2995"/>
                  </a:cubicBezTo>
                  <a:cubicBezTo>
                    <a:pt x="2745" y="2930"/>
                    <a:pt x="2734" y="2867"/>
                    <a:pt x="2713" y="2806"/>
                  </a:cubicBezTo>
                  <a:cubicBezTo>
                    <a:pt x="2687" y="2880"/>
                    <a:pt x="2715" y="2956"/>
                    <a:pt x="2743" y="3032"/>
                  </a:cubicBezTo>
                  <a:cubicBezTo>
                    <a:pt x="2714" y="3057"/>
                    <a:pt x="2738" y="3105"/>
                    <a:pt x="2702" y="3126"/>
                  </a:cubicBezTo>
                  <a:cubicBezTo>
                    <a:pt x="2683" y="3140"/>
                    <a:pt x="2666" y="3155"/>
                    <a:pt x="2652" y="3173"/>
                  </a:cubicBezTo>
                  <a:cubicBezTo>
                    <a:pt x="2648" y="3166"/>
                    <a:pt x="2646" y="3158"/>
                    <a:pt x="2646" y="3151"/>
                  </a:cubicBezTo>
                  <a:cubicBezTo>
                    <a:pt x="2646" y="3143"/>
                    <a:pt x="2648" y="3136"/>
                    <a:pt x="2652" y="3129"/>
                  </a:cubicBezTo>
                  <a:cubicBezTo>
                    <a:pt x="2657" y="3115"/>
                    <a:pt x="2663" y="3101"/>
                    <a:pt x="2648" y="3088"/>
                  </a:cubicBezTo>
                  <a:cubicBezTo>
                    <a:pt x="2614" y="3176"/>
                    <a:pt x="2616" y="3285"/>
                    <a:pt x="2503" y="3336"/>
                  </a:cubicBezTo>
                  <a:cubicBezTo>
                    <a:pt x="2521" y="3272"/>
                    <a:pt x="2514" y="3210"/>
                    <a:pt x="2524" y="3151"/>
                  </a:cubicBezTo>
                  <a:cubicBezTo>
                    <a:pt x="2534" y="3091"/>
                    <a:pt x="2514" y="3030"/>
                    <a:pt x="2524" y="2971"/>
                  </a:cubicBezTo>
                  <a:cubicBezTo>
                    <a:pt x="2560" y="3031"/>
                    <a:pt x="2542" y="3100"/>
                    <a:pt x="2565" y="3163"/>
                  </a:cubicBezTo>
                  <a:lnTo>
                    <a:pt x="2592" y="2942"/>
                  </a:lnTo>
                  <a:cubicBezTo>
                    <a:pt x="2607" y="2939"/>
                    <a:pt x="2616" y="2945"/>
                    <a:pt x="2614" y="2954"/>
                  </a:cubicBezTo>
                  <a:cubicBezTo>
                    <a:pt x="2604" y="3000"/>
                    <a:pt x="2671" y="2957"/>
                    <a:pt x="2663" y="2998"/>
                  </a:cubicBezTo>
                  <a:cubicBezTo>
                    <a:pt x="2681" y="2989"/>
                    <a:pt x="2674" y="2971"/>
                    <a:pt x="2678" y="2956"/>
                  </a:cubicBezTo>
                  <a:cubicBezTo>
                    <a:pt x="2681" y="2951"/>
                    <a:pt x="2682" y="2945"/>
                    <a:pt x="2682" y="2939"/>
                  </a:cubicBezTo>
                  <a:cubicBezTo>
                    <a:pt x="2682" y="2932"/>
                    <a:pt x="2680" y="2926"/>
                    <a:pt x="2677" y="2920"/>
                  </a:cubicBezTo>
                  <a:cubicBezTo>
                    <a:pt x="2674" y="2914"/>
                    <a:pt x="2670" y="2908"/>
                    <a:pt x="2663" y="2905"/>
                  </a:cubicBezTo>
                  <a:cubicBezTo>
                    <a:pt x="2661" y="2904"/>
                    <a:pt x="2660" y="2904"/>
                    <a:pt x="2659" y="2903"/>
                  </a:cubicBezTo>
                  <a:cubicBezTo>
                    <a:pt x="2627" y="2884"/>
                    <a:pt x="2629" y="2851"/>
                    <a:pt x="2637" y="2807"/>
                  </a:cubicBezTo>
                  <a:cubicBezTo>
                    <a:pt x="2650" y="2828"/>
                    <a:pt x="2658" y="2849"/>
                    <a:pt x="2666" y="2850"/>
                  </a:cubicBezTo>
                  <a:cubicBezTo>
                    <a:pt x="2685" y="2850"/>
                    <a:pt x="2686" y="2831"/>
                    <a:pt x="2684" y="2816"/>
                  </a:cubicBezTo>
                  <a:cubicBezTo>
                    <a:pt x="2682" y="2804"/>
                    <a:pt x="2679" y="2792"/>
                    <a:pt x="2675" y="2780"/>
                  </a:cubicBezTo>
                  <a:cubicBezTo>
                    <a:pt x="2671" y="2765"/>
                    <a:pt x="2669" y="2749"/>
                    <a:pt x="2669" y="2733"/>
                  </a:cubicBezTo>
                  <a:cubicBezTo>
                    <a:pt x="2669" y="2699"/>
                    <a:pt x="2678" y="2666"/>
                    <a:pt x="2695" y="2636"/>
                  </a:cubicBezTo>
                  <a:cubicBezTo>
                    <a:pt x="2695" y="2636"/>
                    <a:pt x="2696" y="2635"/>
                    <a:pt x="2696" y="2634"/>
                  </a:cubicBezTo>
                  <a:cubicBezTo>
                    <a:pt x="2746" y="2678"/>
                    <a:pt x="2723" y="2744"/>
                    <a:pt x="2757" y="2790"/>
                  </a:cubicBezTo>
                  <a:cubicBezTo>
                    <a:pt x="2786" y="2771"/>
                    <a:pt x="2777" y="2748"/>
                    <a:pt x="2773" y="2729"/>
                  </a:cubicBezTo>
                  <a:cubicBezTo>
                    <a:pt x="2761" y="2682"/>
                    <a:pt x="2749" y="2634"/>
                    <a:pt x="2733" y="2588"/>
                  </a:cubicBezTo>
                  <a:cubicBezTo>
                    <a:pt x="2727" y="2568"/>
                    <a:pt x="2719" y="2548"/>
                    <a:pt x="2708" y="2530"/>
                  </a:cubicBezTo>
                  <a:cubicBezTo>
                    <a:pt x="2697" y="2510"/>
                    <a:pt x="2682" y="2491"/>
                    <a:pt x="2666" y="2474"/>
                  </a:cubicBezTo>
                  <a:cubicBezTo>
                    <a:pt x="2605" y="2415"/>
                    <a:pt x="2565" y="2334"/>
                    <a:pt x="2516" y="2263"/>
                  </a:cubicBezTo>
                  <a:cubicBezTo>
                    <a:pt x="2618" y="2344"/>
                    <a:pt x="2721" y="2421"/>
                    <a:pt x="2781" y="2543"/>
                  </a:cubicBezTo>
                  <a:cubicBezTo>
                    <a:pt x="2789" y="2508"/>
                    <a:pt x="2830" y="2492"/>
                    <a:pt x="2818" y="2452"/>
                  </a:cubicBezTo>
                  <a:cubicBezTo>
                    <a:pt x="2814" y="2438"/>
                    <a:pt x="2809" y="2419"/>
                    <a:pt x="2792" y="2422"/>
                  </a:cubicBezTo>
                  <a:cubicBezTo>
                    <a:pt x="2775" y="2424"/>
                    <a:pt x="2792" y="2452"/>
                    <a:pt x="2770" y="2459"/>
                  </a:cubicBezTo>
                  <a:cubicBezTo>
                    <a:pt x="2744" y="2411"/>
                    <a:pt x="2703" y="2370"/>
                    <a:pt x="2685" y="2309"/>
                  </a:cubicBezTo>
                  <a:lnTo>
                    <a:pt x="2780" y="2318"/>
                  </a:lnTo>
                  <a:cubicBezTo>
                    <a:pt x="2778" y="2355"/>
                    <a:pt x="2806" y="2375"/>
                    <a:pt x="2827" y="2406"/>
                  </a:cubicBezTo>
                  <a:cubicBezTo>
                    <a:pt x="2838" y="2380"/>
                    <a:pt x="2803" y="2361"/>
                    <a:pt x="2829" y="2338"/>
                  </a:cubicBezTo>
                  <a:cubicBezTo>
                    <a:pt x="2833" y="2342"/>
                    <a:pt x="2838" y="2346"/>
                    <a:pt x="2843" y="2349"/>
                  </a:cubicBezTo>
                  <a:cubicBezTo>
                    <a:pt x="2855" y="2356"/>
                    <a:pt x="2868" y="2359"/>
                    <a:pt x="2881" y="2359"/>
                  </a:cubicBezTo>
                  <a:cubicBezTo>
                    <a:pt x="2891" y="2359"/>
                    <a:pt x="2901" y="2357"/>
                    <a:pt x="2910" y="2353"/>
                  </a:cubicBezTo>
                  <a:cubicBezTo>
                    <a:pt x="2915" y="2351"/>
                    <a:pt x="2921" y="2350"/>
                    <a:pt x="2926" y="2350"/>
                  </a:cubicBezTo>
                  <a:cubicBezTo>
                    <a:pt x="2935" y="2350"/>
                    <a:pt x="2943" y="2353"/>
                    <a:pt x="2950" y="2357"/>
                  </a:cubicBezTo>
                  <a:cubicBezTo>
                    <a:pt x="2957" y="2361"/>
                    <a:pt x="2963" y="2367"/>
                    <a:pt x="2967" y="2374"/>
                  </a:cubicBezTo>
                  <a:cubicBezTo>
                    <a:pt x="2968" y="2376"/>
                    <a:pt x="2969" y="2378"/>
                    <a:pt x="2970" y="2380"/>
                  </a:cubicBezTo>
                  <a:cubicBezTo>
                    <a:pt x="2985" y="2408"/>
                    <a:pt x="3008" y="2433"/>
                    <a:pt x="3009" y="2470"/>
                  </a:cubicBezTo>
                  <a:cubicBezTo>
                    <a:pt x="2979" y="2473"/>
                    <a:pt x="2980" y="2436"/>
                    <a:pt x="2956" y="2438"/>
                  </a:cubicBezTo>
                  <a:cubicBezTo>
                    <a:pt x="2954" y="2456"/>
                    <a:pt x="2949" y="2479"/>
                    <a:pt x="2962" y="2491"/>
                  </a:cubicBezTo>
                  <a:cubicBezTo>
                    <a:pt x="2980" y="2506"/>
                    <a:pt x="2982" y="2550"/>
                    <a:pt x="3022" y="2530"/>
                  </a:cubicBezTo>
                  <a:cubicBezTo>
                    <a:pt x="3023" y="2529"/>
                    <a:pt x="3024" y="2528"/>
                    <a:pt x="3025" y="2528"/>
                  </a:cubicBezTo>
                  <a:cubicBezTo>
                    <a:pt x="3035" y="2521"/>
                    <a:pt x="3043" y="2514"/>
                    <a:pt x="3048" y="2505"/>
                  </a:cubicBezTo>
                  <a:cubicBezTo>
                    <a:pt x="3053" y="2495"/>
                    <a:pt x="3056" y="2484"/>
                    <a:pt x="3056" y="2474"/>
                  </a:cubicBezTo>
                  <a:cubicBezTo>
                    <a:pt x="3056" y="2463"/>
                    <a:pt x="3053" y="2453"/>
                    <a:pt x="3048" y="2444"/>
                  </a:cubicBezTo>
                  <a:cubicBezTo>
                    <a:pt x="3047" y="2442"/>
                    <a:pt x="3047" y="2441"/>
                    <a:pt x="3046" y="2440"/>
                  </a:cubicBezTo>
                  <a:cubicBezTo>
                    <a:pt x="2996" y="2361"/>
                    <a:pt x="2950" y="2277"/>
                    <a:pt x="2870" y="2221"/>
                  </a:cubicBezTo>
                  <a:cubicBezTo>
                    <a:pt x="2870" y="2210"/>
                    <a:pt x="2868" y="2194"/>
                    <a:pt x="2874" y="2189"/>
                  </a:cubicBezTo>
                  <a:cubicBezTo>
                    <a:pt x="2881" y="2183"/>
                    <a:pt x="2895" y="2189"/>
                    <a:pt x="2903" y="2198"/>
                  </a:cubicBezTo>
                  <a:cubicBezTo>
                    <a:pt x="2911" y="2207"/>
                    <a:pt x="2926" y="2225"/>
                    <a:pt x="2938" y="2236"/>
                  </a:cubicBezTo>
                  <a:lnTo>
                    <a:pt x="2962" y="2254"/>
                  </a:lnTo>
                  <a:moveTo>
                    <a:pt x="131" y="1013"/>
                  </a:moveTo>
                  <a:cubicBezTo>
                    <a:pt x="131" y="1022"/>
                    <a:pt x="134" y="1031"/>
                    <a:pt x="138" y="1038"/>
                  </a:cubicBezTo>
                  <a:cubicBezTo>
                    <a:pt x="144" y="1046"/>
                    <a:pt x="149" y="1053"/>
                    <a:pt x="157" y="1058"/>
                  </a:cubicBezTo>
                  <a:cubicBezTo>
                    <a:pt x="162" y="1061"/>
                    <a:pt x="168" y="1063"/>
                    <a:pt x="174" y="1064"/>
                  </a:cubicBezTo>
                  <a:cubicBezTo>
                    <a:pt x="192" y="1099"/>
                    <a:pt x="212" y="1133"/>
                    <a:pt x="230" y="1170"/>
                  </a:cubicBezTo>
                  <a:cubicBezTo>
                    <a:pt x="231" y="1172"/>
                    <a:pt x="232" y="1175"/>
                    <a:pt x="233" y="1178"/>
                  </a:cubicBezTo>
                  <a:cubicBezTo>
                    <a:pt x="239" y="1188"/>
                    <a:pt x="248" y="1196"/>
                    <a:pt x="258" y="1202"/>
                  </a:cubicBezTo>
                  <a:cubicBezTo>
                    <a:pt x="269" y="1208"/>
                    <a:pt x="280" y="1212"/>
                    <a:pt x="292" y="1212"/>
                  </a:cubicBezTo>
                  <a:cubicBezTo>
                    <a:pt x="293" y="1212"/>
                    <a:pt x="294" y="1212"/>
                    <a:pt x="295" y="1212"/>
                  </a:cubicBezTo>
                  <a:cubicBezTo>
                    <a:pt x="323" y="1212"/>
                    <a:pt x="322" y="1182"/>
                    <a:pt x="331" y="1164"/>
                  </a:cubicBezTo>
                  <a:cubicBezTo>
                    <a:pt x="346" y="1138"/>
                    <a:pt x="355" y="1104"/>
                    <a:pt x="377" y="1085"/>
                  </a:cubicBezTo>
                  <a:cubicBezTo>
                    <a:pt x="453" y="1020"/>
                    <a:pt x="471" y="935"/>
                    <a:pt x="483" y="841"/>
                  </a:cubicBezTo>
                  <a:cubicBezTo>
                    <a:pt x="491" y="786"/>
                    <a:pt x="449" y="751"/>
                    <a:pt x="453" y="702"/>
                  </a:cubicBezTo>
                  <a:cubicBezTo>
                    <a:pt x="483" y="713"/>
                    <a:pt x="482" y="750"/>
                    <a:pt x="504" y="768"/>
                  </a:cubicBezTo>
                  <a:cubicBezTo>
                    <a:pt x="528" y="745"/>
                    <a:pt x="522" y="721"/>
                    <a:pt x="517" y="697"/>
                  </a:cubicBezTo>
                  <a:cubicBezTo>
                    <a:pt x="505" y="640"/>
                    <a:pt x="501" y="636"/>
                    <a:pt x="446" y="657"/>
                  </a:cubicBezTo>
                  <a:cubicBezTo>
                    <a:pt x="424" y="666"/>
                    <a:pt x="400" y="671"/>
                    <a:pt x="376" y="671"/>
                  </a:cubicBezTo>
                  <a:cubicBezTo>
                    <a:pt x="330" y="640"/>
                    <a:pt x="294" y="607"/>
                    <a:pt x="312" y="541"/>
                  </a:cubicBezTo>
                  <a:cubicBezTo>
                    <a:pt x="321" y="512"/>
                    <a:pt x="305" y="481"/>
                    <a:pt x="259" y="467"/>
                  </a:cubicBezTo>
                  <a:cubicBezTo>
                    <a:pt x="274" y="516"/>
                    <a:pt x="236" y="563"/>
                    <a:pt x="269" y="608"/>
                  </a:cubicBezTo>
                  <a:cubicBezTo>
                    <a:pt x="251" y="608"/>
                    <a:pt x="229" y="603"/>
                    <a:pt x="237" y="635"/>
                  </a:cubicBezTo>
                  <a:cubicBezTo>
                    <a:pt x="246" y="674"/>
                    <a:pt x="284" y="699"/>
                    <a:pt x="287" y="741"/>
                  </a:cubicBezTo>
                  <a:cubicBezTo>
                    <a:pt x="287" y="745"/>
                    <a:pt x="284" y="750"/>
                    <a:pt x="282" y="754"/>
                  </a:cubicBezTo>
                  <a:cubicBezTo>
                    <a:pt x="261" y="750"/>
                    <a:pt x="265" y="714"/>
                    <a:pt x="237" y="720"/>
                  </a:cubicBezTo>
                  <a:lnTo>
                    <a:pt x="199" y="843"/>
                  </a:lnTo>
                  <a:lnTo>
                    <a:pt x="202" y="841"/>
                  </a:lnTo>
                  <a:cubicBezTo>
                    <a:pt x="154" y="857"/>
                    <a:pt x="159" y="801"/>
                    <a:pt x="131" y="790"/>
                  </a:cubicBezTo>
                  <a:cubicBezTo>
                    <a:pt x="81" y="844"/>
                    <a:pt x="33" y="899"/>
                    <a:pt x="95" y="975"/>
                  </a:cubicBezTo>
                  <a:cubicBezTo>
                    <a:pt x="94" y="999"/>
                    <a:pt x="106" y="1012"/>
                    <a:pt x="131" y="1013"/>
                  </a:cubicBezTo>
                  <a:moveTo>
                    <a:pt x="1311" y="4264"/>
                  </a:moveTo>
                  <a:cubicBezTo>
                    <a:pt x="1301" y="4262"/>
                    <a:pt x="1291" y="4262"/>
                    <a:pt x="1281" y="4262"/>
                  </a:cubicBezTo>
                  <a:cubicBezTo>
                    <a:pt x="1252" y="4262"/>
                    <a:pt x="1224" y="4267"/>
                    <a:pt x="1197" y="4277"/>
                  </a:cubicBezTo>
                  <a:cubicBezTo>
                    <a:pt x="1211" y="4285"/>
                    <a:pt x="1228" y="4289"/>
                    <a:pt x="1244" y="4289"/>
                  </a:cubicBezTo>
                  <a:cubicBezTo>
                    <a:pt x="1262" y="4289"/>
                    <a:pt x="1280" y="4285"/>
                    <a:pt x="1294" y="4276"/>
                  </a:cubicBezTo>
                  <a:cubicBezTo>
                    <a:pt x="1301" y="4272"/>
                    <a:pt x="1306" y="4268"/>
                    <a:pt x="1311" y="4263"/>
                  </a:cubicBezTo>
                  <a:cubicBezTo>
                    <a:pt x="1311" y="4254"/>
                    <a:pt x="1311" y="4246"/>
                    <a:pt x="1310" y="4237"/>
                  </a:cubicBezTo>
                  <a:cubicBezTo>
                    <a:pt x="1310" y="4228"/>
                    <a:pt x="1320" y="4212"/>
                    <a:pt x="1301" y="4210"/>
                  </a:cubicBezTo>
                  <a:cubicBezTo>
                    <a:pt x="1297" y="4210"/>
                    <a:pt x="1293" y="4211"/>
                    <a:pt x="1290" y="4213"/>
                  </a:cubicBezTo>
                  <a:cubicBezTo>
                    <a:pt x="1288" y="4214"/>
                    <a:pt x="1286" y="4216"/>
                    <a:pt x="1285" y="4217"/>
                  </a:cubicBezTo>
                  <a:cubicBezTo>
                    <a:pt x="1271" y="4234"/>
                    <a:pt x="1290" y="4235"/>
                    <a:pt x="1297" y="4242"/>
                  </a:cubicBezTo>
                  <a:cubicBezTo>
                    <a:pt x="1302" y="4249"/>
                    <a:pt x="1306" y="4255"/>
                    <a:pt x="1311" y="4263"/>
                  </a:cubicBezTo>
                  <a:lnTo>
                    <a:pt x="1311" y="4264"/>
                  </a:lnTo>
                  <a:moveTo>
                    <a:pt x="1027" y="3425"/>
                  </a:moveTo>
                  <a:cubicBezTo>
                    <a:pt x="994" y="3372"/>
                    <a:pt x="936" y="3367"/>
                    <a:pt x="885" y="3350"/>
                  </a:cubicBezTo>
                  <a:cubicBezTo>
                    <a:pt x="915" y="3389"/>
                    <a:pt x="953" y="3421"/>
                    <a:pt x="996" y="3447"/>
                  </a:cubicBezTo>
                  <a:cubicBezTo>
                    <a:pt x="1006" y="3452"/>
                    <a:pt x="1015" y="3458"/>
                    <a:pt x="1025" y="3462"/>
                  </a:cubicBezTo>
                  <a:lnTo>
                    <a:pt x="1027" y="3421"/>
                  </a:lnTo>
                  <a:cubicBezTo>
                    <a:pt x="1070" y="3439"/>
                    <a:pt x="1096" y="3479"/>
                    <a:pt x="1133" y="3505"/>
                  </a:cubicBezTo>
                  <a:cubicBezTo>
                    <a:pt x="1139" y="3511"/>
                    <a:pt x="1146" y="3516"/>
                    <a:pt x="1153" y="3521"/>
                  </a:cubicBezTo>
                  <a:cubicBezTo>
                    <a:pt x="1171" y="3531"/>
                    <a:pt x="1192" y="3536"/>
                    <a:pt x="1213" y="3536"/>
                  </a:cubicBezTo>
                  <a:cubicBezTo>
                    <a:pt x="1219" y="3536"/>
                    <a:pt x="1225" y="3536"/>
                    <a:pt x="1231" y="3535"/>
                  </a:cubicBezTo>
                  <a:cubicBezTo>
                    <a:pt x="1158" y="3422"/>
                    <a:pt x="1123" y="3404"/>
                    <a:pt x="1027" y="3425"/>
                  </a:cubicBezTo>
                  <a:moveTo>
                    <a:pt x="1456" y="3700"/>
                  </a:moveTo>
                  <a:cubicBezTo>
                    <a:pt x="1494" y="3720"/>
                    <a:pt x="1484" y="3757"/>
                    <a:pt x="1486" y="3789"/>
                  </a:cubicBezTo>
                  <a:cubicBezTo>
                    <a:pt x="1488" y="3826"/>
                    <a:pt x="1459" y="3821"/>
                    <a:pt x="1435" y="3822"/>
                  </a:cubicBezTo>
                  <a:cubicBezTo>
                    <a:pt x="1432" y="3822"/>
                    <a:pt x="1424" y="3832"/>
                    <a:pt x="1425" y="3834"/>
                  </a:cubicBezTo>
                  <a:cubicBezTo>
                    <a:pt x="1455" y="3898"/>
                    <a:pt x="1381" y="3907"/>
                    <a:pt x="1362" y="3946"/>
                  </a:cubicBezTo>
                  <a:cubicBezTo>
                    <a:pt x="1444" y="3954"/>
                    <a:pt x="1469" y="3895"/>
                    <a:pt x="1492" y="3840"/>
                  </a:cubicBezTo>
                  <a:cubicBezTo>
                    <a:pt x="1516" y="3785"/>
                    <a:pt x="1533" y="3721"/>
                    <a:pt x="1492" y="3662"/>
                  </a:cubicBezTo>
                  <a:cubicBezTo>
                    <a:pt x="1469" y="3667"/>
                    <a:pt x="1473" y="3693"/>
                    <a:pt x="1457" y="3701"/>
                  </a:cubicBezTo>
                  <a:cubicBezTo>
                    <a:pt x="1459" y="3728"/>
                    <a:pt x="1420" y="3748"/>
                    <a:pt x="1443" y="3781"/>
                  </a:cubicBezTo>
                  <a:cubicBezTo>
                    <a:pt x="1482" y="3756"/>
                    <a:pt x="1456" y="3726"/>
                    <a:pt x="1456" y="3700"/>
                  </a:cubicBezTo>
                  <a:moveTo>
                    <a:pt x="255" y="346"/>
                  </a:moveTo>
                  <a:cubicBezTo>
                    <a:pt x="294" y="328"/>
                    <a:pt x="296" y="291"/>
                    <a:pt x="299" y="248"/>
                  </a:cubicBezTo>
                  <a:cubicBezTo>
                    <a:pt x="331" y="302"/>
                    <a:pt x="295" y="348"/>
                    <a:pt x="296" y="397"/>
                  </a:cubicBezTo>
                  <a:cubicBezTo>
                    <a:pt x="329" y="389"/>
                    <a:pt x="343" y="372"/>
                    <a:pt x="334" y="344"/>
                  </a:cubicBezTo>
                  <a:cubicBezTo>
                    <a:pt x="314" y="287"/>
                    <a:pt x="353" y="264"/>
                    <a:pt x="387" y="225"/>
                  </a:cubicBezTo>
                  <a:cubicBezTo>
                    <a:pt x="392" y="292"/>
                    <a:pt x="366" y="352"/>
                    <a:pt x="414" y="400"/>
                  </a:cubicBezTo>
                  <a:lnTo>
                    <a:pt x="414" y="398"/>
                  </a:lnTo>
                  <a:cubicBezTo>
                    <a:pt x="485" y="406"/>
                    <a:pt x="508" y="390"/>
                    <a:pt x="490" y="334"/>
                  </a:cubicBezTo>
                  <a:cubicBezTo>
                    <a:pt x="474" y="285"/>
                    <a:pt x="478" y="255"/>
                    <a:pt x="529" y="233"/>
                  </a:cubicBezTo>
                  <a:cubicBezTo>
                    <a:pt x="532" y="230"/>
                    <a:pt x="536" y="227"/>
                    <a:pt x="537" y="224"/>
                  </a:cubicBezTo>
                  <a:cubicBezTo>
                    <a:pt x="540" y="220"/>
                    <a:pt x="541" y="215"/>
                    <a:pt x="541" y="211"/>
                  </a:cubicBezTo>
                  <a:cubicBezTo>
                    <a:pt x="541" y="206"/>
                    <a:pt x="539" y="202"/>
                    <a:pt x="537" y="198"/>
                  </a:cubicBezTo>
                  <a:cubicBezTo>
                    <a:pt x="535" y="194"/>
                    <a:pt x="531" y="190"/>
                    <a:pt x="527" y="188"/>
                  </a:cubicBezTo>
                  <a:cubicBezTo>
                    <a:pt x="502" y="188"/>
                    <a:pt x="492" y="228"/>
                    <a:pt x="464" y="214"/>
                  </a:cubicBezTo>
                  <a:cubicBezTo>
                    <a:pt x="430" y="197"/>
                    <a:pt x="453" y="166"/>
                    <a:pt x="452" y="140"/>
                  </a:cubicBezTo>
                  <a:cubicBezTo>
                    <a:pt x="451" y="132"/>
                    <a:pt x="449" y="124"/>
                    <a:pt x="446" y="116"/>
                  </a:cubicBezTo>
                  <a:cubicBezTo>
                    <a:pt x="408" y="123"/>
                    <a:pt x="396" y="187"/>
                    <a:pt x="357" y="167"/>
                  </a:cubicBezTo>
                  <a:cubicBezTo>
                    <a:pt x="321" y="149"/>
                    <a:pt x="351" y="99"/>
                    <a:pt x="335" y="65"/>
                  </a:cubicBezTo>
                  <a:cubicBezTo>
                    <a:pt x="304" y="91"/>
                    <a:pt x="314" y="133"/>
                    <a:pt x="299" y="165"/>
                  </a:cubicBezTo>
                  <a:cubicBezTo>
                    <a:pt x="285" y="197"/>
                    <a:pt x="267" y="201"/>
                    <a:pt x="246" y="169"/>
                  </a:cubicBezTo>
                  <a:cubicBezTo>
                    <a:pt x="240" y="161"/>
                    <a:pt x="235" y="147"/>
                    <a:pt x="219" y="157"/>
                  </a:cubicBezTo>
                  <a:cubicBezTo>
                    <a:pt x="209" y="214"/>
                    <a:pt x="212" y="270"/>
                    <a:pt x="195" y="328"/>
                  </a:cubicBezTo>
                  <a:cubicBezTo>
                    <a:pt x="176" y="395"/>
                    <a:pt x="159" y="479"/>
                    <a:pt x="222" y="558"/>
                  </a:cubicBezTo>
                  <a:cubicBezTo>
                    <a:pt x="223" y="550"/>
                    <a:pt x="223" y="543"/>
                    <a:pt x="223" y="535"/>
                  </a:cubicBezTo>
                  <a:cubicBezTo>
                    <a:pt x="223" y="509"/>
                    <a:pt x="219" y="483"/>
                    <a:pt x="210" y="458"/>
                  </a:cubicBezTo>
                  <a:cubicBezTo>
                    <a:pt x="207" y="444"/>
                    <a:pt x="204" y="423"/>
                    <a:pt x="223" y="420"/>
                  </a:cubicBezTo>
                  <a:cubicBezTo>
                    <a:pt x="279" y="412"/>
                    <a:pt x="257" y="374"/>
                    <a:pt x="256" y="343"/>
                  </a:cubicBezTo>
                  <a:lnTo>
                    <a:pt x="255" y="346"/>
                  </a:lnTo>
                  <a:moveTo>
                    <a:pt x="2741" y="1377"/>
                  </a:moveTo>
                  <a:cubicBezTo>
                    <a:pt x="2957" y="1163"/>
                    <a:pt x="3224" y="1085"/>
                    <a:pt x="3524" y="1089"/>
                  </a:cubicBezTo>
                  <a:cubicBezTo>
                    <a:pt x="3457" y="1067"/>
                    <a:pt x="3388" y="1053"/>
                    <a:pt x="3318" y="1046"/>
                  </a:cubicBezTo>
                  <a:cubicBezTo>
                    <a:pt x="3247" y="1041"/>
                    <a:pt x="3181" y="1080"/>
                    <a:pt x="3112" y="1093"/>
                  </a:cubicBezTo>
                  <a:cubicBezTo>
                    <a:pt x="3175" y="1048"/>
                    <a:pt x="3249" y="1033"/>
                    <a:pt x="3343" y="1018"/>
                  </a:cubicBezTo>
                  <a:cubicBezTo>
                    <a:pt x="3052" y="994"/>
                    <a:pt x="2615" y="1281"/>
                    <a:pt x="2575" y="1506"/>
                  </a:cubicBezTo>
                  <a:lnTo>
                    <a:pt x="2618" y="1470"/>
                  </a:lnTo>
                  <a:cubicBezTo>
                    <a:pt x="2680" y="1468"/>
                    <a:pt x="2694" y="1401"/>
                    <a:pt x="2741" y="1377"/>
                  </a:cubicBezTo>
                  <a:moveTo>
                    <a:pt x="4030" y="1434"/>
                  </a:moveTo>
                  <a:cubicBezTo>
                    <a:pt x="3999" y="1160"/>
                    <a:pt x="3775" y="998"/>
                    <a:pt x="3474" y="1030"/>
                  </a:cubicBezTo>
                  <a:cubicBezTo>
                    <a:pt x="3585" y="1072"/>
                    <a:pt x="3706" y="1067"/>
                    <a:pt x="3813" y="1132"/>
                  </a:cubicBezTo>
                  <a:cubicBezTo>
                    <a:pt x="3770" y="1150"/>
                    <a:pt x="3741" y="1105"/>
                    <a:pt x="3705" y="1137"/>
                  </a:cubicBezTo>
                  <a:cubicBezTo>
                    <a:pt x="3732" y="1148"/>
                    <a:pt x="3759" y="1161"/>
                    <a:pt x="3785" y="1176"/>
                  </a:cubicBezTo>
                  <a:cubicBezTo>
                    <a:pt x="3880" y="1231"/>
                    <a:pt x="3959" y="1310"/>
                    <a:pt x="4014" y="1405"/>
                  </a:cubicBezTo>
                  <a:cubicBezTo>
                    <a:pt x="4020" y="1414"/>
                    <a:pt x="4025" y="1424"/>
                    <a:pt x="4030" y="1434"/>
                  </a:cubicBezTo>
                  <a:moveTo>
                    <a:pt x="2172" y="3569"/>
                  </a:moveTo>
                  <a:cubicBezTo>
                    <a:pt x="2110" y="3589"/>
                    <a:pt x="2047" y="3610"/>
                    <a:pt x="1985" y="3631"/>
                  </a:cubicBezTo>
                  <a:cubicBezTo>
                    <a:pt x="1981" y="3631"/>
                    <a:pt x="1978" y="3632"/>
                    <a:pt x="1975" y="3634"/>
                  </a:cubicBezTo>
                  <a:cubicBezTo>
                    <a:pt x="1971" y="3636"/>
                    <a:pt x="1967" y="3640"/>
                    <a:pt x="1965" y="3644"/>
                  </a:cubicBezTo>
                  <a:cubicBezTo>
                    <a:pt x="1963" y="3648"/>
                    <a:pt x="1961" y="3652"/>
                    <a:pt x="1961" y="3657"/>
                  </a:cubicBezTo>
                  <a:cubicBezTo>
                    <a:pt x="1961" y="3659"/>
                    <a:pt x="1962" y="3662"/>
                    <a:pt x="1962" y="3664"/>
                  </a:cubicBezTo>
                  <a:cubicBezTo>
                    <a:pt x="1966" y="3693"/>
                    <a:pt x="1962" y="3723"/>
                    <a:pt x="1992" y="3743"/>
                  </a:cubicBezTo>
                  <a:cubicBezTo>
                    <a:pt x="2015" y="3719"/>
                    <a:pt x="1985" y="3675"/>
                    <a:pt x="2026" y="3658"/>
                  </a:cubicBezTo>
                  <a:cubicBezTo>
                    <a:pt x="2043" y="3680"/>
                    <a:pt x="2020" y="3709"/>
                    <a:pt x="2044" y="3725"/>
                  </a:cubicBezTo>
                  <a:cubicBezTo>
                    <a:pt x="2067" y="3714"/>
                    <a:pt x="2044" y="3674"/>
                    <a:pt x="2071" y="3674"/>
                  </a:cubicBezTo>
                  <a:cubicBezTo>
                    <a:pt x="2135" y="3672"/>
                    <a:pt x="2148" y="3617"/>
                    <a:pt x="2172" y="3569"/>
                  </a:cubicBezTo>
                  <a:moveTo>
                    <a:pt x="2471" y="1782"/>
                  </a:moveTo>
                  <a:cubicBezTo>
                    <a:pt x="2411" y="1787"/>
                    <a:pt x="2386" y="1859"/>
                    <a:pt x="2317" y="1848"/>
                  </a:cubicBezTo>
                  <a:cubicBezTo>
                    <a:pt x="2291" y="1843"/>
                    <a:pt x="2256" y="1918"/>
                    <a:pt x="2271" y="1931"/>
                  </a:cubicBezTo>
                  <a:cubicBezTo>
                    <a:pt x="2307" y="1966"/>
                    <a:pt x="2324" y="1921"/>
                    <a:pt x="2346" y="1909"/>
                  </a:cubicBezTo>
                  <a:cubicBezTo>
                    <a:pt x="2358" y="1901"/>
                    <a:pt x="2370" y="1893"/>
                    <a:pt x="2382" y="1886"/>
                  </a:cubicBezTo>
                  <a:cubicBezTo>
                    <a:pt x="2386" y="1884"/>
                    <a:pt x="2389" y="1882"/>
                    <a:pt x="2393" y="1880"/>
                  </a:cubicBezTo>
                  <a:cubicBezTo>
                    <a:pt x="2400" y="1878"/>
                    <a:pt x="2407" y="1874"/>
                    <a:pt x="2413" y="1871"/>
                  </a:cubicBezTo>
                  <a:cubicBezTo>
                    <a:pt x="2431" y="1860"/>
                    <a:pt x="2446" y="1845"/>
                    <a:pt x="2456" y="1828"/>
                  </a:cubicBezTo>
                  <a:cubicBezTo>
                    <a:pt x="2465" y="1813"/>
                    <a:pt x="2470" y="1798"/>
                    <a:pt x="2471" y="1782"/>
                  </a:cubicBezTo>
                  <a:moveTo>
                    <a:pt x="798" y="4539"/>
                  </a:moveTo>
                  <a:cubicBezTo>
                    <a:pt x="873" y="4506"/>
                    <a:pt x="952" y="4482"/>
                    <a:pt x="1032" y="4467"/>
                  </a:cubicBezTo>
                  <a:cubicBezTo>
                    <a:pt x="1053" y="4464"/>
                    <a:pt x="1073" y="4457"/>
                    <a:pt x="1091" y="4447"/>
                  </a:cubicBezTo>
                  <a:cubicBezTo>
                    <a:pt x="1106" y="4438"/>
                    <a:pt x="1120" y="4427"/>
                    <a:pt x="1131" y="4414"/>
                  </a:cubicBezTo>
                  <a:cubicBezTo>
                    <a:pt x="1072" y="4379"/>
                    <a:pt x="1071" y="4379"/>
                    <a:pt x="1020" y="4427"/>
                  </a:cubicBezTo>
                  <a:cubicBezTo>
                    <a:pt x="1015" y="4432"/>
                    <a:pt x="1009" y="4435"/>
                    <a:pt x="1003" y="4439"/>
                  </a:cubicBezTo>
                  <a:cubicBezTo>
                    <a:pt x="983" y="4450"/>
                    <a:pt x="960" y="4458"/>
                    <a:pt x="937" y="4459"/>
                  </a:cubicBezTo>
                  <a:cubicBezTo>
                    <a:pt x="882" y="4471"/>
                    <a:pt x="831" y="4489"/>
                    <a:pt x="798" y="4539"/>
                  </a:cubicBezTo>
                  <a:moveTo>
                    <a:pt x="4179" y="1992"/>
                  </a:moveTo>
                  <a:cubicBezTo>
                    <a:pt x="4185" y="1816"/>
                    <a:pt x="4163" y="1670"/>
                    <a:pt x="4119" y="1581"/>
                  </a:cubicBezTo>
                  <a:cubicBezTo>
                    <a:pt x="4144" y="1717"/>
                    <a:pt x="4141" y="1858"/>
                    <a:pt x="4179" y="1992"/>
                  </a:cubicBezTo>
                  <a:moveTo>
                    <a:pt x="1107" y="4546"/>
                  </a:moveTo>
                  <a:cubicBezTo>
                    <a:pt x="1131" y="4528"/>
                    <a:pt x="1156" y="4510"/>
                    <a:pt x="1181" y="4496"/>
                  </a:cubicBezTo>
                  <a:cubicBezTo>
                    <a:pt x="1197" y="4486"/>
                    <a:pt x="1212" y="4479"/>
                    <a:pt x="1228" y="4472"/>
                  </a:cubicBezTo>
                  <a:cubicBezTo>
                    <a:pt x="1264" y="4456"/>
                    <a:pt x="1270" y="4419"/>
                    <a:pt x="1234" y="4371"/>
                  </a:cubicBezTo>
                  <a:cubicBezTo>
                    <a:pt x="1233" y="4463"/>
                    <a:pt x="1127" y="4451"/>
                    <a:pt x="1107" y="4546"/>
                  </a:cubicBezTo>
                  <a:moveTo>
                    <a:pt x="1926" y="3817"/>
                  </a:moveTo>
                  <a:cubicBezTo>
                    <a:pt x="1902" y="3752"/>
                    <a:pt x="1843" y="3737"/>
                    <a:pt x="1791" y="3712"/>
                  </a:cubicBezTo>
                  <a:cubicBezTo>
                    <a:pt x="1831" y="3753"/>
                    <a:pt x="1867" y="3800"/>
                    <a:pt x="1926" y="3817"/>
                  </a:cubicBezTo>
                  <a:moveTo>
                    <a:pt x="1798" y="4625"/>
                  </a:moveTo>
                  <a:cubicBezTo>
                    <a:pt x="1699" y="4623"/>
                    <a:pt x="1661" y="4647"/>
                    <a:pt x="1635" y="4725"/>
                  </a:cubicBezTo>
                  <a:lnTo>
                    <a:pt x="1798" y="4625"/>
                  </a:lnTo>
                  <a:moveTo>
                    <a:pt x="1285" y="3440"/>
                  </a:moveTo>
                  <a:cubicBezTo>
                    <a:pt x="1232" y="3398"/>
                    <a:pt x="1223" y="3395"/>
                    <a:pt x="1150" y="3393"/>
                  </a:cubicBezTo>
                  <a:cubicBezTo>
                    <a:pt x="1192" y="3412"/>
                    <a:pt x="1222" y="3458"/>
                    <a:pt x="1285" y="3440"/>
                  </a:cubicBezTo>
                  <a:moveTo>
                    <a:pt x="1340" y="3569"/>
                  </a:moveTo>
                  <a:cubicBezTo>
                    <a:pt x="1316" y="3473"/>
                    <a:pt x="1316" y="3473"/>
                    <a:pt x="1228" y="3472"/>
                  </a:cubicBezTo>
                  <a:cubicBezTo>
                    <a:pt x="1245" y="3494"/>
                    <a:pt x="1244" y="3521"/>
                    <a:pt x="1287" y="3510"/>
                  </a:cubicBezTo>
                  <a:cubicBezTo>
                    <a:pt x="1330" y="3498"/>
                    <a:pt x="1299" y="3563"/>
                    <a:pt x="1340" y="3569"/>
                  </a:cubicBezTo>
                  <a:moveTo>
                    <a:pt x="1374" y="3687"/>
                  </a:moveTo>
                  <a:cubicBezTo>
                    <a:pt x="1382" y="3729"/>
                    <a:pt x="1390" y="3756"/>
                    <a:pt x="1381" y="3784"/>
                  </a:cubicBezTo>
                  <a:cubicBezTo>
                    <a:pt x="1373" y="3812"/>
                    <a:pt x="1358" y="3837"/>
                    <a:pt x="1373" y="3871"/>
                  </a:cubicBezTo>
                  <a:cubicBezTo>
                    <a:pt x="1422" y="3769"/>
                    <a:pt x="1423" y="3744"/>
                    <a:pt x="1374" y="3687"/>
                  </a:cubicBezTo>
                  <a:moveTo>
                    <a:pt x="184" y="774"/>
                  </a:moveTo>
                  <a:cubicBezTo>
                    <a:pt x="203" y="722"/>
                    <a:pt x="204" y="688"/>
                    <a:pt x="178" y="645"/>
                  </a:cubicBezTo>
                  <a:cubicBezTo>
                    <a:pt x="145" y="691"/>
                    <a:pt x="161" y="725"/>
                    <a:pt x="186" y="774"/>
                  </a:cubicBezTo>
                  <a:lnTo>
                    <a:pt x="184" y="774"/>
                  </a:lnTo>
                  <a:moveTo>
                    <a:pt x="1409" y="3495"/>
                  </a:moveTo>
                  <a:cubicBezTo>
                    <a:pt x="1399" y="3548"/>
                    <a:pt x="1398" y="3581"/>
                    <a:pt x="1413" y="3614"/>
                  </a:cubicBezTo>
                  <a:cubicBezTo>
                    <a:pt x="1415" y="3616"/>
                    <a:pt x="1418" y="3618"/>
                    <a:pt x="1421" y="3620"/>
                  </a:cubicBezTo>
                  <a:cubicBezTo>
                    <a:pt x="1425" y="3622"/>
                    <a:pt x="1429" y="3624"/>
                    <a:pt x="1434" y="3624"/>
                  </a:cubicBezTo>
                  <a:lnTo>
                    <a:pt x="1435" y="3624"/>
                  </a:lnTo>
                  <a:cubicBezTo>
                    <a:pt x="1445" y="3624"/>
                    <a:pt x="1447" y="3612"/>
                    <a:pt x="1444" y="3603"/>
                  </a:cubicBezTo>
                  <a:cubicBezTo>
                    <a:pt x="1435" y="3573"/>
                    <a:pt x="1425" y="3543"/>
                    <a:pt x="1409" y="3495"/>
                  </a:cubicBezTo>
                  <a:moveTo>
                    <a:pt x="2071" y="3770"/>
                  </a:moveTo>
                  <a:cubicBezTo>
                    <a:pt x="2044" y="3785"/>
                    <a:pt x="2036" y="3811"/>
                    <a:pt x="2012" y="3820"/>
                  </a:cubicBezTo>
                  <a:cubicBezTo>
                    <a:pt x="1989" y="3829"/>
                    <a:pt x="1998" y="3845"/>
                    <a:pt x="2009" y="3855"/>
                  </a:cubicBezTo>
                  <a:cubicBezTo>
                    <a:pt x="2020" y="3865"/>
                    <a:pt x="2030" y="3860"/>
                    <a:pt x="2039" y="3848"/>
                  </a:cubicBezTo>
                  <a:cubicBezTo>
                    <a:pt x="2044" y="3842"/>
                    <a:pt x="2048" y="3835"/>
                    <a:pt x="2052" y="3829"/>
                  </a:cubicBezTo>
                  <a:cubicBezTo>
                    <a:pt x="2063" y="3810"/>
                    <a:pt x="2069" y="3791"/>
                    <a:pt x="2070" y="3770"/>
                  </a:cubicBezTo>
                  <a:lnTo>
                    <a:pt x="2071" y="3770"/>
                  </a:lnTo>
                  <a:moveTo>
                    <a:pt x="1972" y="4344"/>
                  </a:moveTo>
                  <a:cubicBezTo>
                    <a:pt x="1976" y="4378"/>
                    <a:pt x="1945" y="4411"/>
                    <a:pt x="1961" y="4460"/>
                  </a:cubicBezTo>
                  <a:cubicBezTo>
                    <a:pt x="1965" y="4456"/>
                    <a:pt x="1968" y="4450"/>
                    <a:pt x="1970" y="4447"/>
                  </a:cubicBezTo>
                  <a:cubicBezTo>
                    <a:pt x="1979" y="4430"/>
                    <a:pt x="1984" y="4413"/>
                    <a:pt x="1984" y="4395"/>
                  </a:cubicBezTo>
                  <a:cubicBezTo>
                    <a:pt x="1984" y="4377"/>
                    <a:pt x="1980" y="4359"/>
                    <a:pt x="1971" y="4344"/>
                  </a:cubicBezTo>
                  <a:lnTo>
                    <a:pt x="1972" y="4344"/>
                  </a:lnTo>
                  <a:moveTo>
                    <a:pt x="1998" y="3897"/>
                  </a:moveTo>
                  <a:cubicBezTo>
                    <a:pt x="1998" y="3897"/>
                    <a:pt x="1997" y="3897"/>
                    <a:pt x="1997" y="3898"/>
                  </a:cubicBezTo>
                  <a:cubicBezTo>
                    <a:pt x="1990" y="3902"/>
                    <a:pt x="1985" y="3907"/>
                    <a:pt x="1981" y="3914"/>
                  </a:cubicBezTo>
                  <a:cubicBezTo>
                    <a:pt x="1977" y="3920"/>
                    <a:pt x="1975" y="3928"/>
                    <a:pt x="1975" y="3935"/>
                  </a:cubicBezTo>
                  <a:cubicBezTo>
                    <a:pt x="1975" y="3939"/>
                    <a:pt x="1976" y="3943"/>
                    <a:pt x="1977" y="3947"/>
                  </a:cubicBezTo>
                  <a:cubicBezTo>
                    <a:pt x="1981" y="3966"/>
                    <a:pt x="1984" y="3947"/>
                    <a:pt x="1986" y="3943"/>
                  </a:cubicBezTo>
                  <a:cubicBezTo>
                    <a:pt x="1996" y="3929"/>
                    <a:pt x="2035" y="3947"/>
                    <a:pt x="2024" y="3910"/>
                  </a:cubicBezTo>
                  <a:cubicBezTo>
                    <a:pt x="2022" y="3899"/>
                    <a:pt x="2014" y="3896"/>
                    <a:pt x="1998" y="3897"/>
                  </a:cubicBezTo>
                  <a:moveTo>
                    <a:pt x="1312" y="4060"/>
                  </a:moveTo>
                  <a:cubicBezTo>
                    <a:pt x="1344" y="4053"/>
                    <a:pt x="1339" y="4102"/>
                    <a:pt x="1371" y="4096"/>
                  </a:cubicBezTo>
                  <a:cubicBezTo>
                    <a:pt x="1380" y="4071"/>
                    <a:pt x="1401" y="4052"/>
                    <a:pt x="1394" y="4012"/>
                  </a:cubicBezTo>
                  <a:cubicBezTo>
                    <a:pt x="1381" y="4022"/>
                    <a:pt x="1367" y="4030"/>
                    <a:pt x="1353" y="4039"/>
                  </a:cubicBezTo>
                  <a:cubicBezTo>
                    <a:pt x="1340" y="4046"/>
                    <a:pt x="1326" y="4054"/>
                    <a:pt x="1312" y="4060"/>
                  </a:cubicBezTo>
                  <a:moveTo>
                    <a:pt x="1210" y="4195"/>
                  </a:moveTo>
                  <a:lnTo>
                    <a:pt x="1257" y="4098"/>
                  </a:lnTo>
                  <a:cubicBezTo>
                    <a:pt x="1243" y="4107"/>
                    <a:pt x="1233" y="4120"/>
                    <a:pt x="1224" y="4134"/>
                  </a:cubicBezTo>
                  <a:cubicBezTo>
                    <a:pt x="1215" y="4150"/>
                    <a:pt x="1209" y="4168"/>
                    <a:pt x="1209" y="4187"/>
                  </a:cubicBezTo>
                  <a:cubicBezTo>
                    <a:pt x="1209" y="4189"/>
                    <a:pt x="1210" y="4192"/>
                    <a:pt x="1210" y="4195"/>
                  </a:cubicBezTo>
                  <a:moveTo>
                    <a:pt x="1369" y="3457"/>
                  </a:moveTo>
                  <a:cubicBezTo>
                    <a:pt x="1359" y="3465"/>
                    <a:pt x="1356" y="3466"/>
                    <a:pt x="1355" y="3469"/>
                  </a:cubicBezTo>
                  <a:cubicBezTo>
                    <a:pt x="1352" y="3475"/>
                    <a:pt x="1350" y="3481"/>
                    <a:pt x="1350" y="3487"/>
                  </a:cubicBezTo>
                  <a:cubicBezTo>
                    <a:pt x="1350" y="3494"/>
                    <a:pt x="1352" y="3500"/>
                    <a:pt x="1355" y="3506"/>
                  </a:cubicBezTo>
                  <a:cubicBezTo>
                    <a:pt x="1356" y="3508"/>
                    <a:pt x="1357" y="3510"/>
                    <a:pt x="1359" y="3512"/>
                  </a:cubicBezTo>
                  <a:cubicBezTo>
                    <a:pt x="1363" y="3516"/>
                    <a:pt x="1368" y="3520"/>
                    <a:pt x="1373" y="3524"/>
                  </a:cubicBezTo>
                  <a:cubicBezTo>
                    <a:pt x="1374" y="3508"/>
                    <a:pt x="1376" y="3493"/>
                    <a:pt x="1376" y="3478"/>
                  </a:cubicBezTo>
                  <a:cubicBezTo>
                    <a:pt x="1378" y="3474"/>
                    <a:pt x="1374" y="3468"/>
                    <a:pt x="1370" y="3457"/>
                  </a:cubicBezTo>
                  <a:lnTo>
                    <a:pt x="1369" y="3457"/>
                  </a:lnTo>
                  <a:moveTo>
                    <a:pt x="2788" y="2845"/>
                  </a:moveTo>
                  <a:cubicBezTo>
                    <a:pt x="2780" y="2862"/>
                    <a:pt x="2776" y="2881"/>
                    <a:pt x="2776" y="2899"/>
                  </a:cubicBezTo>
                  <a:cubicBezTo>
                    <a:pt x="2776" y="2915"/>
                    <a:pt x="2779" y="2930"/>
                    <a:pt x="2784" y="2944"/>
                  </a:cubicBezTo>
                  <a:cubicBezTo>
                    <a:pt x="2808" y="2901"/>
                    <a:pt x="2811" y="2874"/>
                    <a:pt x="2788" y="2845"/>
                  </a:cubicBezTo>
                  <a:moveTo>
                    <a:pt x="1927" y="4493"/>
                  </a:moveTo>
                  <a:cubicBezTo>
                    <a:pt x="1906" y="4500"/>
                    <a:pt x="1904" y="4518"/>
                    <a:pt x="1904" y="4535"/>
                  </a:cubicBezTo>
                  <a:cubicBezTo>
                    <a:pt x="1904" y="4536"/>
                    <a:pt x="1904" y="4536"/>
                    <a:pt x="1904" y="4536"/>
                  </a:cubicBezTo>
                  <a:cubicBezTo>
                    <a:pt x="1904" y="4539"/>
                    <a:pt x="1905" y="4541"/>
                    <a:pt x="1906" y="4544"/>
                  </a:cubicBezTo>
                  <a:cubicBezTo>
                    <a:pt x="1908" y="4546"/>
                    <a:pt x="1910" y="4549"/>
                    <a:pt x="1912" y="4551"/>
                  </a:cubicBezTo>
                  <a:cubicBezTo>
                    <a:pt x="1915" y="4552"/>
                    <a:pt x="1917" y="4553"/>
                    <a:pt x="1920" y="4553"/>
                  </a:cubicBezTo>
                  <a:cubicBezTo>
                    <a:pt x="1933" y="4554"/>
                    <a:pt x="1931" y="4542"/>
                    <a:pt x="1932" y="4535"/>
                  </a:cubicBezTo>
                  <a:cubicBezTo>
                    <a:pt x="1934" y="4530"/>
                    <a:pt x="1935" y="4525"/>
                    <a:pt x="1935" y="4519"/>
                  </a:cubicBezTo>
                  <a:cubicBezTo>
                    <a:pt x="1935" y="4511"/>
                    <a:pt x="1934" y="4502"/>
                    <a:pt x="1929" y="4496"/>
                  </a:cubicBezTo>
                  <a:cubicBezTo>
                    <a:pt x="1929" y="4494"/>
                    <a:pt x="1928" y="4494"/>
                    <a:pt x="1927" y="4493"/>
                  </a:cubicBezTo>
                  <a:moveTo>
                    <a:pt x="2873" y="2560"/>
                  </a:moveTo>
                  <a:cubicBezTo>
                    <a:pt x="2870" y="2566"/>
                    <a:pt x="2869" y="2573"/>
                    <a:pt x="2869" y="2579"/>
                  </a:cubicBezTo>
                  <a:cubicBezTo>
                    <a:pt x="2869" y="2588"/>
                    <a:pt x="2871" y="2596"/>
                    <a:pt x="2875" y="2603"/>
                  </a:cubicBezTo>
                  <a:cubicBezTo>
                    <a:pt x="2876" y="2604"/>
                    <a:pt x="2876" y="2605"/>
                    <a:pt x="2877" y="2606"/>
                  </a:cubicBezTo>
                  <a:lnTo>
                    <a:pt x="2873" y="2560"/>
                  </a:lnTo>
                  <a:moveTo>
                    <a:pt x="1344" y="3600"/>
                  </a:moveTo>
                  <a:cubicBezTo>
                    <a:pt x="1334" y="3602"/>
                    <a:pt x="1318" y="3602"/>
                    <a:pt x="1318" y="3615"/>
                  </a:cubicBezTo>
                  <a:cubicBezTo>
                    <a:pt x="1318" y="3634"/>
                    <a:pt x="1334" y="3639"/>
                    <a:pt x="1350" y="3636"/>
                  </a:cubicBezTo>
                  <a:cubicBezTo>
                    <a:pt x="1361" y="3634"/>
                    <a:pt x="1374" y="3626"/>
                    <a:pt x="1372" y="3613"/>
                  </a:cubicBezTo>
                  <a:cubicBezTo>
                    <a:pt x="1371" y="3599"/>
                    <a:pt x="1356" y="3599"/>
                    <a:pt x="1344" y="3600"/>
                  </a:cubicBezTo>
                  <a:moveTo>
                    <a:pt x="868" y="3274"/>
                  </a:moveTo>
                  <a:cubicBezTo>
                    <a:pt x="856" y="3257"/>
                    <a:pt x="841" y="3243"/>
                    <a:pt x="823" y="3233"/>
                  </a:cubicBezTo>
                  <a:cubicBezTo>
                    <a:pt x="812" y="3226"/>
                    <a:pt x="798" y="3221"/>
                    <a:pt x="785" y="3218"/>
                  </a:cubicBezTo>
                  <a:cubicBezTo>
                    <a:pt x="804" y="3250"/>
                    <a:pt x="825" y="3261"/>
                    <a:pt x="868" y="3274"/>
                  </a:cubicBezTo>
                  <a:moveTo>
                    <a:pt x="2842" y="2664"/>
                  </a:moveTo>
                  <a:lnTo>
                    <a:pt x="2836" y="2652"/>
                  </a:lnTo>
                  <a:cubicBezTo>
                    <a:pt x="2834" y="2657"/>
                    <a:pt x="2834" y="2662"/>
                    <a:pt x="2834" y="2667"/>
                  </a:cubicBezTo>
                  <a:lnTo>
                    <a:pt x="2834" y="2668"/>
                  </a:lnTo>
                  <a:cubicBezTo>
                    <a:pt x="2835" y="2671"/>
                    <a:pt x="2836" y="2674"/>
                    <a:pt x="2837" y="2676"/>
                  </a:cubicBezTo>
                  <a:cubicBezTo>
                    <a:pt x="2838" y="2677"/>
                    <a:pt x="2839" y="2679"/>
                    <a:pt x="2840" y="2680"/>
                  </a:cubicBezTo>
                  <a:lnTo>
                    <a:pt x="2842" y="2664"/>
                  </a:lnTo>
                  <a:moveTo>
                    <a:pt x="1969" y="4027"/>
                  </a:moveTo>
                  <a:lnTo>
                    <a:pt x="1958" y="4027"/>
                  </a:lnTo>
                  <a:cubicBezTo>
                    <a:pt x="1958" y="4035"/>
                    <a:pt x="1958" y="4042"/>
                    <a:pt x="1958" y="4049"/>
                  </a:cubicBezTo>
                  <a:cubicBezTo>
                    <a:pt x="1958" y="4056"/>
                    <a:pt x="1958" y="4064"/>
                    <a:pt x="1958" y="4071"/>
                  </a:cubicBezTo>
                  <a:cubicBezTo>
                    <a:pt x="1958" y="4081"/>
                    <a:pt x="1966" y="4081"/>
                    <a:pt x="1968" y="4071"/>
                  </a:cubicBezTo>
                  <a:cubicBezTo>
                    <a:pt x="1969" y="4059"/>
                    <a:pt x="1970" y="4047"/>
                    <a:pt x="1970" y="4035"/>
                  </a:cubicBezTo>
                  <a:cubicBezTo>
                    <a:pt x="1970" y="4032"/>
                    <a:pt x="1970" y="4030"/>
                    <a:pt x="1970" y="4027"/>
                  </a:cubicBezTo>
                  <a:lnTo>
                    <a:pt x="1969" y="40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8"/>
            <p:cNvSpPr/>
            <p:nvPr/>
          </p:nvSpPr>
          <p:spPr>
            <a:xfrm>
              <a:off x="15161294" y="2391395"/>
              <a:ext cx="3221541" cy="3056893"/>
            </a:xfrm>
            <a:custGeom>
              <a:rect b="b" l="l" r="r" t="t"/>
              <a:pathLst>
                <a:path extrusionOk="0" h="1541" w="1624">
                  <a:moveTo>
                    <a:pt x="516" y="964"/>
                  </a:moveTo>
                  <a:lnTo>
                    <a:pt x="493" y="947"/>
                  </a:lnTo>
                  <a:cubicBezTo>
                    <a:pt x="479" y="921"/>
                    <a:pt x="531" y="911"/>
                    <a:pt x="509" y="888"/>
                  </a:cubicBezTo>
                  <a:cubicBezTo>
                    <a:pt x="488" y="865"/>
                    <a:pt x="453" y="833"/>
                    <a:pt x="416" y="835"/>
                  </a:cubicBezTo>
                  <a:cubicBezTo>
                    <a:pt x="319" y="839"/>
                    <a:pt x="266" y="762"/>
                    <a:pt x="189" y="725"/>
                  </a:cubicBezTo>
                  <a:cubicBezTo>
                    <a:pt x="236" y="744"/>
                    <a:pt x="287" y="725"/>
                    <a:pt x="330" y="751"/>
                  </a:cubicBezTo>
                  <a:cubicBezTo>
                    <a:pt x="353" y="765"/>
                    <a:pt x="370" y="761"/>
                    <a:pt x="378" y="733"/>
                  </a:cubicBezTo>
                  <a:cubicBezTo>
                    <a:pt x="387" y="706"/>
                    <a:pt x="374" y="690"/>
                    <a:pt x="349" y="688"/>
                  </a:cubicBezTo>
                  <a:cubicBezTo>
                    <a:pt x="243" y="682"/>
                    <a:pt x="140" y="618"/>
                    <a:pt x="30" y="667"/>
                  </a:cubicBezTo>
                  <a:cubicBezTo>
                    <a:pt x="27" y="668"/>
                    <a:pt x="25" y="669"/>
                    <a:pt x="22" y="669"/>
                  </a:cubicBezTo>
                  <a:cubicBezTo>
                    <a:pt x="19" y="669"/>
                    <a:pt x="16" y="669"/>
                    <a:pt x="13" y="667"/>
                  </a:cubicBezTo>
                  <a:cubicBezTo>
                    <a:pt x="9" y="666"/>
                    <a:pt x="7" y="663"/>
                    <a:pt x="6" y="660"/>
                  </a:cubicBezTo>
                  <a:cubicBezTo>
                    <a:pt x="5" y="658"/>
                    <a:pt x="4" y="655"/>
                    <a:pt x="3" y="653"/>
                  </a:cubicBezTo>
                  <a:cubicBezTo>
                    <a:pt x="0" y="640"/>
                    <a:pt x="11" y="637"/>
                    <a:pt x="18" y="635"/>
                  </a:cubicBezTo>
                  <a:cubicBezTo>
                    <a:pt x="53" y="623"/>
                    <a:pt x="89" y="616"/>
                    <a:pt x="125" y="614"/>
                  </a:cubicBezTo>
                  <a:cubicBezTo>
                    <a:pt x="162" y="614"/>
                    <a:pt x="199" y="611"/>
                    <a:pt x="235" y="605"/>
                  </a:cubicBezTo>
                  <a:cubicBezTo>
                    <a:pt x="269" y="599"/>
                    <a:pt x="274" y="627"/>
                    <a:pt x="291" y="641"/>
                  </a:cubicBezTo>
                  <a:cubicBezTo>
                    <a:pt x="313" y="659"/>
                    <a:pt x="344" y="658"/>
                    <a:pt x="369" y="667"/>
                  </a:cubicBezTo>
                  <a:cubicBezTo>
                    <a:pt x="398" y="678"/>
                    <a:pt x="426" y="691"/>
                    <a:pt x="452" y="706"/>
                  </a:cubicBezTo>
                  <a:cubicBezTo>
                    <a:pt x="485" y="725"/>
                    <a:pt x="516" y="747"/>
                    <a:pt x="544" y="773"/>
                  </a:cubicBezTo>
                  <a:cubicBezTo>
                    <a:pt x="503" y="787"/>
                    <a:pt x="481" y="735"/>
                    <a:pt x="438" y="764"/>
                  </a:cubicBezTo>
                  <a:cubicBezTo>
                    <a:pt x="448" y="770"/>
                    <a:pt x="458" y="775"/>
                    <a:pt x="468" y="781"/>
                  </a:cubicBezTo>
                  <a:cubicBezTo>
                    <a:pt x="564" y="836"/>
                    <a:pt x="644" y="917"/>
                    <a:pt x="700" y="1013"/>
                  </a:cubicBezTo>
                  <a:cubicBezTo>
                    <a:pt x="707" y="1025"/>
                    <a:pt x="714" y="1037"/>
                    <a:pt x="720" y="1050"/>
                  </a:cubicBezTo>
                  <a:cubicBezTo>
                    <a:pt x="725" y="1061"/>
                    <a:pt x="731" y="1072"/>
                    <a:pt x="746" y="1067"/>
                  </a:cubicBezTo>
                  <a:cubicBezTo>
                    <a:pt x="737" y="1139"/>
                    <a:pt x="795" y="1170"/>
                    <a:pt x="835" y="1213"/>
                  </a:cubicBezTo>
                  <a:cubicBezTo>
                    <a:pt x="829" y="1176"/>
                    <a:pt x="813" y="1143"/>
                    <a:pt x="808" y="1109"/>
                  </a:cubicBezTo>
                  <a:cubicBezTo>
                    <a:pt x="801" y="1066"/>
                    <a:pt x="766" y="1082"/>
                    <a:pt x="744" y="1069"/>
                  </a:cubicBezTo>
                  <a:cubicBezTo>
                    <a:pt x="741" y="1038"/>
                    <a:pt x="731" y="1009"/>
                    <a:pt x="715" y="981"/>
                  </a:cubicBezTo>
                  <a:cubicBezTo>
                    <a:pt x="713" y="976"/>
                    <a:pt x="710" y="972"/>
                    <a:pt x="706" y="967"/>
                  </a:cubicBezTo>
                  <a:cubicBezTo>
                    <a:pt x="658" y="881"/>
                    <a:pt x="596" y="804"/>
                    <a:pt x="550" y="716"/>
                  </a:cubicBezTo>
                  <a:cubicBezTo>
                    <a:pt x="549" y="713"/>
                    <a:pt x="548" y="711"/>
                    <a:pt x="546" y="708"/>
                  </a:cubicBezTo>
                  <a:cubicBezTo>
                    <a:pt x="537" y="692"/>
                    <a:pt x="523" y="680"/>
                    <a:pt x="507" y="670"/>
                  </a:cubicBezTo>
                  <a:cubicBezTo>
                    <a:pt x="491" y="661"/>
                    <a:pt x="473" y="655"/>
                    <a:pt x="454" y="655"/>
                  </a:cubicBezTo>
                  <a:cubicBezTo>
                    <a:pt x="449" y="655"/>
                    <a:pt x="444" y="656"/>
                    <a:pt x="438" y="657"/>
                  </a:cubicBezTo>
                  <a:cubicBezTo>
                    <a:pt x="423" y="660"/>
                    <a:pt x="400" y="668"/>
                    <a:pt x="397" y="638"/>
                  </a:cubicBezTo>
                  <a:cubicBezTo>
                    <a:pt x="399" y="635"/>
                    <a:pt x="400" y="632"/>
                    <a:pt x="402" y="631"/>
                  </a:cubicBezTo>
                  <a:cubicBezTo>
                    <a:pt x="420" y="623"/>
                    <a:pt x="439" y="620"/>
                    <a:pt x="458" y="620"/>
                  </a:cubicBezTo>
                  <a:cubicBezTo>
                    <a:pt x="484" y="620"/>
                    <a:pt x="510" y="627"/>
                    <a:pt x="531" y="639"/>
                  </a:cubicBezTo>
                  <a:cubicBezTo>
                    <a:pt x="536" y="642"/>
                    <a:pt x="539" y="644"/>
                    <a:pt x="542" y="646"/>
                  </a:cubicBezTo>
                  <a:cubicBezTo>
                    <a:pt x="587" y="675"/>
                    <a:pt x="628" y="708"/>
                    <a:pt x="667" y="744"/>
                  </a:cubicBezTo>
                  <a:cubicBezTo>
                    <a:pt x="682" y="758"/>
                    <a:pt x="655" y="757"/>
                    <a:pt x="649" y="764"/>
                  </a:cubicBezTo>
                  <a:cubicBezTo>
                    <a:pt x="688" y="782"/>
                    <a:pt x="647" y="839"/>
                    <a:pt x="704" y="859"/>
                  </a:cubicBezTo>
                  <a:cubicBezTo>
                    <a:pt x="717" y="863"/>
                    <a:pt x="730" y="869"/>
                    <a:pt x="742" y="876"/>
                  </a:cubicBezTo>
                  <a:cubicBezTo>
                    <a:pt x="771" y="892"/>
                    <a:pt x="794" y="916"/>
                    <a:pt x="811" y="945"/>
                  </a:cubicBezTo>
                  <a:cubicBezTo>
                    <a:pt x="819" y="958"/>
                    <a:pt x="825" y="973"/>
                    <a:pt x="829" y="989"/>
                  </a:cubicBezTo>
                  <a:cubicBezTo>
                    <a:pt x="847" y="1057"/>
                    <a:pt x="873" y="1121"/>
                    <a:pt x="895" y="1189"/>
                  </a:cubicBezTo>
                  <a:cubicBezTo>
                    <a:pt x="905" y="1221"/>
                    <a:pt x="913" y="1254"/>
                    <a:pt x="943" y="1274"/>
                  </a:cubicBezTo>
                  <a:cubicBezTo>
                    <a:pt x="946" y="1268"/>
                    <a:pt x="947" y="1261"/>
                    <a:pt x="947" y="1254"/>
                  </a:cubicBezTo>
                  <a:cubicBezTo>
                    <a:pt x="947" y="1246"/>
                    <a:pt x="945" y="1237"/>
                    <a:pt x="941" y="1230"/>
                  </a:cubicBezTo>
                  <a:cubicBezTo>
                    <a:pt x="910" y="1144"/>
                    <a:pt x="883" y="1056"/>
                    <a:pt x="850" y="971"/>
                  </a:cubicBezTo>
                  <a:cubicBezTo>
                    <a:pt x="830" y="922"/>
                    <a:pt x="853" y="921"/>
                    <a:pt x="893" y="931"/>
                  </a:cubicBezTo>
                  <a:lnTo>
                    <a:pt x="860" y="885"/>
                  </a:lnTo>
                  <a:lnTo>
                    <a:pt x="867" y="877"/>
                  </a:lnTo>
                  <a:cubicBezTo>
                    <a:pt x="900" y="884"/>
                    <a:pt x="913" y="924"/>
                    <a:pt x="955" y="933"/>
                  </a:cubicBezTo>
                  <a:cubicBezTo>
                    <a:pt x="950" y="922"/>
                    <a:pt x="946" y="912"/>
                    <a:pt x="939" y="901"/>
                  </a:cubicBezTo>
                  <a:cubicBezTo>
                    <a:pt x="910" y="849"/>
                    <a:pt x="865" y="806"/>
                    <a:pt x="813" y="776"/>
                  </a:cubicBezTo>
                  <a:cubicBezTo>
                    <a:pt x="787" y="761"/>
                    <a:pt x="759" y="749"/>
                    <a:pt x="730" y="742"/>
                  </a:cubicBezTo>
                  <a:cubicBezTo>
                    <a:pt x="856" y="773"/>
                    <a:pt x="984" y="798"/>
                    <a:pt x="1045" y="939"/>
                  </a:cubicBezTo>
                  <a:cubicBezTo>
                    <a:pt x="1039" y="889"/>
                    <a:pt x="1023" y="840"/>
                    <a:pt x="998" y="796"/>
                  </a:cubicBezTo>
                  <a:cubicBezTo>
                    <a:pt x="996" y="792"/>
                    <a:pt x="993" y="788"/>
                    <a:pt x="990" y="784"/>
                  </a:cubicBezTo>
                  <a:cubicBezTo>
                    <a:pt x="962" y="738"/>
                    <a:pt x="914" y="711"/>
                    <a:pt x="863" y="660"/>
                  </a:cubicBezTo>
                  <a:cubicBezTo>
                    <a:pt x="969" y="702"/>
                    <a:pt x="969" y="702"/>
                    <a:pt x="1105" y="906"/>
                  </a:cubicBezTo>
                  <a:cubicBezTo>
                    <a:pt x="1092" y="853"/>
                    <a:pt x="1072" y="801"/>
                    <a:pt x="1044" y="753"/>
                  </a:cubicBezTo>
                  <a:cubicBezTo>
                    <a:pt x="1038" y="741"/>
                    <a:pt x="1029" y="730"/>
                    <a:pt x="1022" y="718"/>
                  </a:cubicBezTo>
                  <a:cubicBezTo>
                    <a:pt x="986" y="665"/>
                    <a:pt x="931" y="636"/>
                    <a:pt x="878" y="605"/>
                  </a:cubicBezTo>
                  <a:cubicBezTo>
                    <a:pt x="1048" y="629"/>
                    <a:pt x="1116" y="755"/>
                    <a:pt x="1167" y="899"/>
                  </a:cubicBezTo>
                  <a:cubicBezTo>
                    <a:pt x="1156" y="760"/>
                    <a:pt x="1108" y="642"/>
                    <a:pt x="989" y="562"/>
                  </a:cubicBezTo>
                  <a:cubicBezTo>
                    <a:pt x="978" y="552"/>
                    <a:pt x="968" y="540"/>
                    <a:pt x="960" y="527"/>
                  </a:cubicBezTo>
                  <a:cubicBezTo>
                    <a:pt x="1057" y="557"/>
                    <a:pt x="1119" y="628"/>
                    <a:pt x="1161" y="715"/>
                  </a:cubicBezTo>
                  <a:cubicBezTo>
                    <a:pt x="1194" y="776"/>
                    <a:pt x="1221" y="840"/>
                    <a:pt x="1243" y="906"/>
                  </a:cubicBezTo>
                  <a:cubicBezTo>
                    <a:pt x="1246" y="892"/>
                    <a:pt x="1247" y="877"/>
                    <a:pt x="1247" y="863"/>
                  </a:cubicBezTo>
                  <a:cubicBezTo>
                    <a:pt x="1247" y="843"/>
                    <a:pt x="1245" y="823"/>
                    <a:pt x="1239" y="804"/>
                  </a:cubicBezTo>
                  <a:cubicBezTo>
                    <a:pt x="1226" y="738"/>
                    <a:pt x="1202" y="675"/>
                    <a:pt x="1168" y="617"/>
                  </a:cubicBezTo>
                  <a:cubicBezTo>
                    <a:pt x="1141" y="569"/>
                    <a:pt x="1107" y="526"/>
                    <a:pt x="1068" y="487"/>
                  </a:cubicBezTo>
                  <a:cubicBezTo>
                    <a:pt x="1169" y="500"/>
                    <a:pt x="1214" y="585"/>
                    <a:pt x="1276" y="649"/>
                  </a:cubicBezTo>
                  <a:cubicBezTo>
                    <a:pt x="1241" y="549"/>
                    <a:pt x="1205" y="450"/>
                    <a:pt x="1085" y="418"/>
                  </a:cubicBezTo>
                  <a:cubicBezTo>
                    <a:pt x="838" y="350"/>
                    <a:pt x="592" y="332"/>
                    <a:pt x="344" y="418"/>
                  </a:cubicBezTo>
                  <a:cubicBezTo>
                    <a:pt x="333" y="421"/>
                    <a:pt x="321" y="427"/>
                    <a:pt x="309" y="416"/>
                  </a:cubicBezTo>
                  <a:cubicBezTo>
                    <a:pt x="316" y="386"/>
                    <a:pt x="343" y="386"/>
                    <a:pt x="365" y="378"/>
                  </a:cubicBezTo>
                  <a:cubicBezTo>
                    <a:pt x="464" y="346"/>
                    <a:pt x="567" y="329"/>
                    <a:pt x="672" y="329"/>
                  </a:cubicBezTo>
                  <a:cubicBezTo>
                    <a:pt x="678" y="329"/>
                    <a:pt x="684" y="329"/>
                    <a:pt x="690" y="329"/>
                  </a:cubicBezTo>
                  <a:cubicBezTo>
                    <a:pt x="827" y="332"/>
                    <a:pt x="964" y="355"/>
                    <a:pt x="1095" y="397"/>
                  </a:cubicBezTo>
                  <a:cubicBezTo>
                    <a:pt x="1116" y="404"/>
                    <a:pt x="1139" y="426"/>
                    <a:pt x="1157" y="392"/>
                  </a:cubicBezTo>
                  <a:cubicBezTo>
                    <a:pt x="1162" y="377"/>
                    <a:pt x="1196" y="405"/>
                    <a:pt x="1185" y="378"/>
                  </a:cubicBezTo>
                  <a:cubicBezTo>
                    <a:pt x="1172" y="348"/>
                    <a:pt x="1160" y="310"/>
                    <a:pt x="1118" y="302"/>
                  </a:cubicBezTo>
                  <a:cubicBezTo>
                    <a:pt x="1116" y="251"/>
                    <a:pt x="1052" y="245"/>
                    <a:pt x="1038" y="189"/>
                  </a:cubicBezTo>
                  <a:cubicBezTo>
                    <a:pt x="1127" y="235"/>
                    <a:pt x="1176" y="307"/>
                    <a:pt x="1227" y="387"/>
                  </a:cubicBezTo>
                  <a:cubicBezTo>
                    <a:pt x="1241" y="340"/>
                    <a:pt x="1199" y="311"/>
                    <a:pt x="1216" y="273"/>
                  </a:cubicBezTo>
                  <a:cubicBezTo>
                    <a:pt x="1250" y="310"/>
                    <a:pt x="1247" y="363"/>
                    <a:pt x="1281" y="398"/>
                  </a:cubicBezTo>
                  <a:cubicBezTo>
                    <a:pt x="1293" y="375"/>
                    <a:pt x="1308" y="360"/>
                    <a:pt x="1295" y="330"/>
                  </a:cubicBezTo>
                  <a:cubicBezTo>
                    <a:pt x="1230" y="173"/>
                    <a:pt x="1014" y="0"/>
                    <a:pt x="807" y="63"/>
                  </a:cubicBezTo>
                  <a:cubicBezTo>
                    <a:pt x="804" y="64"/>
                    <a:pt x="801" y="65"/>
                    <a:pt x="798" y="65"/>
                  </a:cubicBezTo>
                  <a:cubicBezTo>
                    <a:pt x="795" y="65"/>
                    <a:pt x="793" y="65"/>
                    <a:pt x="790" y="63"/>
                  </a:cubicBezTo>
                  <a:cubicBezTo>
                    <a:pt x="788" y="62"/>
                    <a:pt x="785" y="59"/>
                    <a:pt x="783" y="56"/>
                  </a:cubicBezTo>
                  <a:cubicBezTo>
                    <a:pt x="783" y="56"/>
                    <a:pt x="782" y="55"/>
                    <a:pt x="782" y="54"/>
                  </a:cubicBezTo>
                  <a:cubicBezTo>
                    <a:pt x="815" y="26"/>
                    <a:pt x="856" y="29"/>
                    <a:pt x="894" y="26"/>
                  </a:cubicBezTo>
                  <a:cubicBezTo>
                    <a:pt x="1070" y="10"/>
                    <a:pt x="1217" y="81"/>
                    <a:pt x="1357" y="177"/>
                  </a:cubicBezTo>
                  <a:cubicBezTo>
                    <a:pt x="1370" y="188"/>
                    <a:pt x="1385" y="198"/>
                    <a:pt x="1399" y="208"/>
                  </a:cubicBezTo>
                  <a:cubicBezTo>
                    <a:pt x="1446" y="159"/>
                    <a:pt x="1449" y="216"/>
                    <a:pt x="1463" y="234"/>
                  </a:cubicBezTo>
                  <a:cubicBezTo>
                    <a:pt x="1467" y="240"/>
                    <a:pt x="1471" y="246"/>
                    <a:pt x="1474" y="252"/>
                  </a:cubicBezTo>
                  <a:cubicBezTo>
                    <a:pt x="1484" y="268"/>
                    <a:pt x="1492" y="285"/>
                    <a:pt x="1499" y="303"/>
                  </a:cubicBezTo>
                  <a:cubicBezTo>
                    <a:pt x="1514" y="256"/>
                    <a:pt x="1475" y="221"/>
                    <a:pt x="1499" y="162"/>
                  </a:cubicBezTo>
                  <a:cubicBezTo>
                    <a:pt x="1531" y="249"/>
                    <a:pt x="1548" y="341"/>
                    <a:pt x="1552" y="433"/>
                  </a:cubicBezTo>
                  <a:cubicBezTo>
                    <a:pt x="1560" y="520"/>
                    <a:pt x="1571" y="606"/>
                    <a:pt x="1581" y="693"/>
                  </a:cubicBezTo>
                  <a:cubicBezTo>
                    <a:pt x="1585" y="650"/>
                    <a:pt x="1588" y="606"/>
                    <a:pt x="1588" y="563"/>
                  </a:cubicBezTo>
                  <a:cubicBezTo>
                    <a:pt x="1588" y="493"/>
                    <a:pt x="1582" y="423"/>
                    <a:pt x="1570" y="354"/>
                  </a:cubicBezTo>
                  <a:cubicBezTo>
                    <a:pt x="1564" y="327"/>
                    <a:pt x="1550" y="290"/>
                    <a:pt x="1600" y="285"/>
                  </a:cubicBezTo>
                  <a:lnTo>
                    <a:pt x="1598" y="282"/>
                  </a:lnTo>
                  <a:cubicBezTo>
                    <a:pt x="1598" y="337"/>
                    <a:pt x="1612" y="391"/>
                    <a:pt x="1617" y="446"/>
                  </a:cubicBezTo>
                  <a:cubicBezTo>
                    <a:pt x="1621" y="490"/>
                    <a:pt x="1623" y="534"/>
                    <a:pt x="1623" y="578"/>
                  </a:cubicBezTo>
                  <a:cubicBezTo>
                    <a:pt x="1623" y="696"/>
                    <a:pt x="1610" y="814"/>
                    <a:pt x="1584" y="929"/>
                  </a:cubicBezTo>
                  <a:cubicBezTo>
                    <a:pt x="1582" y="938"/>
                    <a:pt x="1578" y="946"/>
                    <a:pt x="1557" y="946"/>
                  </a:cubicBezTo>
                  <a:cubicBezTo>
                    <a:pt x="1562" y="914"/>
                    <a:pt x="1567" y="882"/>
                    <a:pt x="1572" y="850"/>
                  </a:cubicBezTo>
                  <a:cubicBezTo>
                    <a:pt x="1576" y="830"/>
                    <a:pt x="1575" y="831"/>
                    <a:pt x="1546" y="771"/>
                  </a:cubicBezTo>
                  <a:cubicBezTo>
                    <a:pt x="1540" y="753"/>
                    <a:pt x="1537" y="734"/>
                    <a:pt x="1537" y="715"/>
                  </a:cubicBezTo>
                  <a:cubicBezTo>
                    <a:pt x="1537" y="713"/>
                    <a:pt x="1537" y="710"/>
                    <a:pt x="1537" y="708"/>
                  </a:cubicBezTo>
                  <a:cubicBezTo>
                    <a:pt x="1529" y="595"/>
                    <a:pt x="1512" y="483"/>
                    <a:pt x="1484" y="373"/>
                  </a:cubicBezTo>
                  <a:cubicBezTo>
                    <a:pt x="1478" y="350"/>
                    <a:pt x="1469" y="327"/>
                    <a:pt x="1457" y="307"/>
                  </a:cubicBezTo>
                  <a:cubicBezTo>
                    <a:pt x="1434" y="266"/>
                    <a:pt x="1401" y="233"/>
                    <a:pt x="1360" y="209"/>
                  </a:cubicBezTo>
                  <a:cubicBezTo>
                    <a:pt x="1340" y="197"/>
                    <a:pt x="1317" y="188"/>
                    <a:pt x="1295" y="182"/>
                  </a:cubicBezTo>
                  <a:lnTo>
                    <a:pt x="1288" y="182"/>
                  </a:lnTo>
                  <a:cubicBezTo>
                    <a:pt x="1267" y="162"/>
                    <a:pt x="1240" y="182"/>
                    <a:pt x="1218" y="175"/>
                  </a:cubicBezTo>
                  <a:cubicBezTo>
                    <a:pt x="1238" y="131"/>
                    <a:pt x="1238" y="131"/>
                    <a:pt x="1186" y="123"/>
                  </a:cubicBezTo>
                  <a:cubicBezTo>
                    <a:pt x="1191" y="144"/>
                    <a:pt x="1223" y="148"/>
                    <a:pt x="1218" y="174"/>
                  </a:cubicBezTo>
                  <a:cubicBezTo>
                    <a:pt x="1255" y="168"/>
                    <a:pt x="1253" y="220"/>
                    <a:pt x="1285" y="221"/>
                  </a:cubicBezTo>
                  <a:lnTo>
                    <a:pt x="1282" y="218"/>
                  </a:lnTo>
                  <a:cubicBezTo>
                    <a:pt x="1285" y="256"/>
                    <a:pt x="1312" y="283"/>
                    <a:pt x="1330" y="314"/>
                  </a:cubicBezTo>
                  <a:cubicBezTo>
                    <a:pt x="1382" y="410"/>
                    <a:pt x="1423" y="510"/>
                    <a:pt x="1426" y="622"/>
                  </a:cubicBezTo>
                  <a:lnTo>
                    <a:pt x="1428" y="620"/>
                  </a:lnTo>
                  <a:cubicBezTo>
                    <a:pt x="1389" y="681"/>
                    <a:pt x="1416" y="752"/>
                    <a:pt x="1399" y="816"/>
                  </a:cubicBezTo>
                  <a:cubicBezTo>
                    <a:pt x="1386" y="869"/>
                    <a:pt x="1384" y="925"/>
                    <a:pt x="1346" y="972"/>
                  </a:cubicBezTo>
                  <a:cubicBezTo>
                    <a:pt x="1320" y="958"/>
                    <a:pt x="1350" y="940"/>
                    <a:pt x="1341" y="927"/>
                  </a:cubicBezTo>
                  <a:cubicBezTo>
                    <a:pt x="1300" y="935"/>
                    <a:pt x="1294" y="964"/>
                    <a:pt x="1289" y="1000"/>
                  </a:cubicBezTo>
                  <a:cubicBezTo>
                    <a:pt x="1284" y="1074"/>
                    <a:pt x="1264" y="1146"/>
                    <a:pt x="1230" y="1212"/>
                  </a:cubicBezTo>
                  <a:cubicBezTo>
                    <a:pt x="1229" y="1140"/>
                    <a:pt x="1224" y="1068"/>
                    <a:pt x="1214" y="998"/>
                  </a:cubicBezTo>
                  <a:cubicBezTo>
                    <a:pt x="1202" y="1061"/>
                    <a:pt x="1194" y="1105"/>
                    <a:pt x="1184" y="1149"/>
                  </a:cubicBezTo>
                  <a:cubicBezTo>
                    <a:pt x="1183" y="1152"/>
                    <a:pt x="1182" y="1155"/>
                    <a:pt x="1181" y="1157"/>
                  </a:cubicBezTo>
                  <a:cubicBezTo>
                    <a:pt x="1179" y="1161"/>
                    <a:pt x="1177" y="1164"/>
                    <a:pt x="1173" y="1166"/>
                  </a:cubicBezTo>
                  <a:cubicBezTo>
                    <a:pt x="1170" y="1168"/>
                    <a:pt x="1165" y="1169"/>
                    <a:pt x="1161" y="1169"/>
                  </a:cubicBezTo>
                  <a:cubicBezTo>
                    <a:pt x="1160" y="1169"/>
                    <a:pt x="1159" y="1169"/>
                    <a:pt x="1157" y="1168"/>
                  </a:cubicBezTo>
                  <a:cubicBezTo>
                    <a:pt x="1142" y="1166"/>
                    <a:pt x="1141" y="1156"/>
                    <a:pt x="1141" y="1142"/>
                  </a:cubicBezTo>
                  <a:cubicBezTo>
                    <a:pt x="1142" y="1102"/>
                    <a:pt x="1143" y="1063"/>
                    <a:pt x="1141" y="1023"/>
                  </a:cubicBezTo>
                  <a:cubicBezTo>
                    <a:pt x="1141" y="1004"/>
                    <a:pt x="1139" y="983"/>
                    <a:pt x="1113" y="985"/>
                  </a:cubicBezTo>
                  <a:cubicBezTo>
                    <a:pt x="1093" y="987"/>
                    <a:pt x="1093" y="1005"/>
                    <a:pt x="1093" y="1020"/>
                  </a:cubicBezTo>
                  <a:cubicBezTo>
                    <a:pt x="1093" y="1047"/>
                    <a:pt x="1093" y="1076"/>
                    <a:pt x="1093" y="1103"/>
                  </a:cubicBezTo>
                  <a:cubicBezTo>
                    <a:pt x="1093" y="1150"/>
                    <a:pt x="1113" y="1201"/>
                    <a:pt x="1052" y="1232"/>
                  </a:cubicBezTo>
                  <a:cubicBezTo>
                    <a:pt x="1030" y="1244"/>
                    <a:pt x="1042" y="1278"/>
                    <a:pt x="1036" y="1301"/>
                  </a:cubicBezTo>
                  <a:cubicBezTo>
                    <a:pt x="1025" y="1342"/>
                    <a:pt x="1045" y="1388"/>
                    <a:pt x="1000" y="1426"/>
                  </a:cubicBezTo>
                  <a:cubicBezTo>
                    <a:pt x="975" y="1447"/>
                    <a:pt x="1007" y="1500"/>
                    <a:pt x="990" y="1540"/>
                  </a:cubicBezTo>
                  <a:cubicBezTo>
                    <a:pt x="903" y="1431"/>
                    <a:pt x="828" y="1316"/>
                    <a:pt x="752" y="1202"/>
                  </a:cubicBezTo>
                  <a:cubicBezTo>
                    <a:pt x="687" y="1109"/>
                    <a:pt x="617" y="1019"/>
                    <a:pt x="516" y="964"/>
                  </a:cubicBezTo>
                  <a:moveTo>
                    <a:pt x="1365" y="786"/>
                  </a:moveTo>
                  <a:cubicBezTo>
                    <a:pt x="1377" y="677"/>
                    <a:pt x="1386" y="569"/>
                    <a:pt x="1332" y="468"/>
                  </a:cubicBezTo>
                  <a:lnTo>
                    <a:pt x="1365" y="786"/>
                  </a:lnTo>
                  <a:moveTo>
                    <a:pt x="1265" y="729"/>
                  </a:moveTo>
                  <a:lnTo>
                    <a:pt x="1296" y="909"/>
                  </a:lnTo>
                  <a:cubicBezTo>
                    <a:pt x="1332" y="838"/>
                    <a:pt x="1309" y="790"/>
                    <a:pt x="1264" y="729"/>
                  </a:cubicBezTo>
                  <a:lnTo>
                    <a:pt x="1265" y="729"/>
                  </a:lnTo>
                  <a:moveTo>
                    <a:pt x="907" y="1024"/>
                  </a:moveTo>
                  <a:lnTo>
                    <a:pt x="938" y="1111"/>
                  </a:lnTo>
                  <a:cubicBezTo>
                    <a:pt x="941" y="1103"/>
                    <a:pt x="942" y="1095"/>
                    <a:pt x="942" y="1087"/>
                  </a:cubicBezTo>
                  <a:cubicBezTo>
                    <a:pt x="942" y="1074"/>
                    <a:pt x="939" y="1062"/>
                    <a:pt x="932" y="1051"/>
                  </a:cubicBezTo>
                  <a:cubicBezTo>
                    <a:pt x="926" y="1040"/>
                    <a:pt x="917" y="1031"/>
                    <a:pt x="906" y="1025"/>
                  </a:cubicBezTo>
                  <a:lnTo>
                    <a:pt x="906" y="1024"/>
                  </a:lnTo>
                  <a:lnTo>
                    <a:pt x="907" y="1024"/>
                  </a:lnTo>
                  <a:moveTo>
                    <a:pt x="1017" y="1067"/>
                  </a:moveTo>
                  <a:cubicBezTo>
                    <a:pt x="1013" y="1055"/>
                    <a:pt x="1008" y="1043"/>
                    <a:pt x="993" y="1045"/>
                  </a:cubicBezTo>
                  <a:cubicBezTo>
                    <a:pt x="991" y="1045"/>
                    <a:pt x="988" y="1046"/>
                    <a:pt x="986" y="1047"/>
                  </a:cubicBezTo>
                  <a:cubicBezTo>
                    <a:pt x="984" y="1048"/>
                    <a:pt x="983" y="1050"/>
                    <a:pt x="981" y="1052"/>
                  </a:cubicBezTo>
                  <a:cubicBezTo>
                    <a:pt x="980" y="1054"/>
                    <a:pt x="979" y="1057"/>
                    <a:pt x="979" y="1059"/>
                  </a:cubicBezTo>
                  <a:cubicBezTo>
                    <a:pt x="979" y="1061"/>
                    <a:pt x="979" y="1062"/>
                    <a:pt x="979" y="1063"/>
                  </a:cubicBezTo>
                  <a:cubicBezTo>
                    <a:pt x="981" y="1074"/>
                    <a:pt x="981" y="1090"/>
                    <a:pt x="995" y="1090"/>
                  </a:cubicBezTo>
                  <a:cubicBezTo>
                    <a:pt x="1010" y="1090"/>
                    <a:pt x="1013" y="1079"/>
                    <a:pt x="1015" y="1067"/>
                  </a:cubicBezTo>
                  <a:lnTo>
                    <a:pt x="1017" y="10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8"/>
            <p:cNvSpPr/>
            <p:nvPr/>
          </p:nvSpPr>
          <p:spPr>
            <a:xfrm>
              <a:off x="17704408" y="2756398"/>
              <a:ext cx="432448" cy="1309247"/>
            </a:xfrm>
            <a:custGeom>
              <a:rect b="b" l="l" r="r" t="t"/>
              <a:pathLst>
                <a:path extrusionOk="0" h="660" w="218">
                  <a:moveTo>
                    <a:pt x="6" y="0"/>
                  </a:moveTo>
                  <a:lnTo>
                    <a:pt x="13" y="0"/>
                  </a:lnTo>
                  <a:cubicBezTo>
                    <a:pt x="93" y="73"/>
                    <a:pt x="135" y="167"/>
                    <a:pt x="162" y="269"/>
                  </a:cubicBezTo>
                  <a:cubicBezTo>
                    <a:pt x="195" y="397"/>
                    <a:pt x="217" y="526"/>
                    <a:pt x="186" y="659"/>
                  </a:cubicBezTo>
                  <a:cubicBezTo>
                    <a:pt x="165" y="656"/>
                    <a:pt x="173" y="642"/>
                    <a:pt x="173" y="633"/>
                  </a:cubicBezTo>
                  <a:cubicBezTo>
                    <a:pt x="172" y="629"/>
                    <a:pt x="172" y="625"/>
                    <a:pt x="172" y="621"/>
                  </a:cubicBezTo>
                  <a:cubicBezTo>
                    <a:pt x="172" y="613"/>
                    <a:pt x="173" y="604"/>
                    <a:pt x="175" y="596"/>
                  </a:cubicBezTo>
                  <a:cubicBezTo>
                    <a:pt x="181" y="579"/>
                    <a:pt x="184" y="561"/>
                    <a:pt x="184" y="542"/>
                  </a:cubicBezTo>
                  <a:cubicBezTo>
                    <a:pt x="184" y="513"/>
                    <a:pt x="176" y="485"/>
                    <a:pt x="162" y="460"/>
                  </a:cubicBezTo>
                  <a:cubicBezTo>
                    <a:pt x="157" y="452"/>
                    <a:pt x="152" y="444"/>
                    <a:pt x="146" y="437"/>
                  </a:cubicBezTo>
                  <a:lnTo>
                    <a:pt x="144" y="439"/>
                  </a:lnTo>
                  <a:cubicBezTo>
                    <a:pt x="148" y="435"/>
                    <a:pt x="151" y="431"/>
                    <a:pt x="154" y="426"/>
                  </a:cubicBezTo>
                  <a:cubicBezTo>
                    <a:pt x="159" y="416"/>
                    <a:pt x="163" y="405"/>
                    <a:pt x="163" y="393"/>
                  </a:cubicBezTo>
                  <a:cubicBezTo>
                    <a:pt x="163" y="386"/>
                    <a:pt x="162" y="378"/>
                    <a:pt x="159" y="371"/>
                  </a:cubicBezTo>
                  <a:cubicBezTo>
                    <a:pt x="139" y="262"/>
                    <a:pt x="109" y="157"/>
                    <a:pt x="41" y="66"/>
                  </a:cubicBezTo>
                  <a:cubicBezTo>
                    <a:pt x="31" y="52"/>
                    <a:pt x="23" y="34"/>
                    <a:pt x="0" y="36"/>
                  </a:cubicBezTo>
                  <a:lnTo>
                    <a:pt x="3" y="39"/>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8"/>
            <p:cNvSpPr/>
            <p:nvPr/>
          </p:nvSpPr>
          <p:spPr>
            <a:xfrm>
              <a:off x="13078401" y="6003728"/>
              <a:ext cx="882750" cy="866880"/>
            </a:xfrm>
            <a:custGeom>
              <a:rect b="b" l="l" r="r" t="t"/>
              <a:pathLst>
                <a:path extrusionOk="0" h="437" w="445">
                  <a:moveTo>
                    <a:pt x="261" y="317"/>
                  </a:moveTo>
                  <a:cubicBezTo>
                    <a:pt x="231" y="253"/>
                    <a:pt x="174" y="211"/>
                    <a:pt x="135" y="152"/>
                  </a:cubicBezTo>
                  <a:cubicBezTo>
                    <a:pt x="118" y="130"/>
                    <a:pt x="102" y="107"/>
                    <a:pt x="88" y="82"/>
                  </a:cubicBezTo>
                  <a:cubicBezTo>
                    <a:pt x="75" y="60"/>
                    <a:pt x="64" y="37"/>
                    <a:pt x="54" y="14"/>
                  </a:cubicBezTo>
                  <a:cubicBezTo>
                    <a:pt x="89" y="0"/>
                    <a:pt x="87" y="29"/>
                    <a:pt x="95" y="40"/>
                  </a:cubicBezTo>
                  <a:cubicBezTo>
                    <a:pt x="162" y="150"/>
                    <a:pt x="243" y="250"/>
                    <a:pt x="337" y="337"/>
                  </a:cubicBezTo>
                  <a:cubicBezTo>
                    <a:pt x="364" y="360"/>
                    <a:pt x="393" y="379"/>
                    <a:pt x="424" y="398"/>
                  </a:cubicBezTo>
                  <a:cubicBezTo>
                    <a:pt x="430" y="401"/>
                    <a:pt x="437" y="406"/>
                    <a:pt x="444" y="409"/>
                  </a:cubicBezTo>
                  <a:cubicBezTo>
                    <a:pt x="439" y="417"/>
                    <a:pt x="432" y="422"/>
                    <a:pt x="424" y="427"/>
                  </a:cubicBezTo>
                  <a:cubicBezTo>
                    <a:pt x="414" y="432"/>
                    <a:pt x="403" y="436"/>
                    <a:pt x="392" y="436"/>
                  </a:cubicBezTo>
                  <a:cubicBezTo>
                    <a:pt x="382" y="436"/>
                    <a:pt x="373" y="434"/>
                    <a:pt x="365" y="430"/>
                  </a:cubicBezTo>
                  <a:cubicBezTo>
                    <a:pt x="304" y="409"/>
                    <a:pt x="245" y="383"/>
                    <a:pt x="189" y="352"/>
                  </a:cubicBezTo>
                  <a:lnTo>
                    <a:pt x="191" y="355"/>
                  </a:lnTo>
                  <a:cubicBezTo>
                    <a:pt x="158" y="335"/>
                    <a:pt x="132" y="303"/>
                    <a:pt x="90" y="302"/>
                  </a:cubicBezTo>
                  <a:lnTo>
                    <a:pt x="6" y="200"/>
                  </a:lnTo>
                  <a:cubicBezTo>
                    <a:pt x="2" y="191"/>
                    <a:pt x="0" y="181"/>
                    <a:pt x="0" y="171"/>
                  </a:cubicBezTo>
                  <a:cubicBezTo>
                    <a:pt x="0" y="164"/>
                    <a:pt x="1" y="157"/>
                    <a:pt x="3" y="150"/>
                  </a:cubicBezTo>
                  <a:cubicBezTo>
                    <a:pt x="76" y="229"/>
                    <a:pt x="132" y="333"/>
                    <a:pt x="262" y="315"/>
                  </a:cubicBezTo>
                  <a:cubicBezTo>
                    <a:pt x="253" y="359"/>
                    <a:pt x="272" y="381"/>
                    <a:pt x="322" y="382"/>
                  </a:cubicBezTo>
                  <a:cubicBezTo>
                    <a:pt x="311" y="347"/>
                    <a:pt x="300" y="320"/>
                    <a:pt x="261" y="3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8"/>
            <p:cNvSpPr/>
            <p:nvPr/>
          </p:nvSpPr>
          <p:spPr>
            <a:xfrm>
              <a:off x="10541238" y="4200537"/>
              <a:ext cx="339214" cy="1009707"/>
            </a:xfrm>
            <a:custGeom>
              <a:rect b="b" l="l" r="r" t="t"/>
              <a:pathLst>
                <a:path extrusionOk="0" h="509" w="171">
                  <a:moveTo>
                    <a:pt x="59" y="417"/>
                  </a:moveTo>
                  <a:cubicBezTo>
                    <a:pt x="37" y="300"/>
                    <a:pt x="0" y="186"/>
                    <a:pt x="4" y="65"/>
                  </a:cubicBezTo>
                  <a:cubicBezTo>
                    <a:pt x="4" y="51"/>
                    <a:pt x="6" y="37"/>
                    <a:pt x="8" y="0"/>
                  </a:cubicBezTo>
                  <a:cubicBezTo>
                    <a:pt x="97" y="174"/>
                    <a:pt x="103" y="351"/>
                    <a:pt x="170" y="508"/>
                  </a:cubicBezTo>
                  <a:cubicBezTo>
                    <a:pt x="112" y="429"/>
                    <a:pt x="101" y="329"/>
                    <a:pt x="52" y="230"/>
                  </a:cubicBezTo>
                  <a:cubicBezTo>
                    <a:pt x="49" y="314"/>
                    <a:pt x="79" y="375"/>
                    <a:pt x="97" y="438"/>
                  </a:cubicBezTo>
                  <a:cubicBezTo>
                    <a:pt x="102" y="454"/>
                    <a:pt x="122" y="469"/>
                    <a:pt x="95" y="483"/>
                  </a:cubicBezTo>
                  <a:cubicBezTo>
                    <a:pt x="86" y="475"/>
                    <a:pt x="79" y="465"/>
                    <a:pt x="73" y="455"/>
                  </a:cubicBezTo>
                  <a:cubicBezTo>
                    <a:pt x="66" y="443"/>
                    <a:pt x="61" y="430"/>
                    <a:pt x="59" y="4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8"/>
            <p:cNvSpPr/>
            <p:nvPr/>
          </p:nvSpPr>
          <p:spPr>
            <a:xfrm>
              <a:off x="13086336" y="3426891"/>
              <a:ext cx="442367" cy="249947"/>
            </a:xfrm>
            <a:custGeom>
              <a:rect b="b" l="l" r="r" t="t"/>
              <a:pathLst>
                <a:path extrusionOk="0" h="126" w="223">
                  <a:moveTo>
                    <a:pt x="176" y="37"/>
                  </a:moveTo>
                  <a:cubicBezTo>
                    <a:pt x="173" y="70"/>
                    <a:pt x="217" y="70"/>
                    <a:pt x="222" y="101"/>
                  </a:cubicBezTo>
                  <a:cubicBezTo>
                    <a:pt x="131" y="125"/>
                    <a:pt x="70" y="69"/>
                    <a:pt x="0" y="27"/>
                  </a:cubicBezTo>
                  <a:cubicBezTo>
                    <a:pt x="17" y="0"/>
                    <a:pt x="31" y="18"/>
                    <a:pt x="38" y="25"/>
                  </a:cubicBezTo>
                  <a:cubicBezTo>
                    <a:pt x="72" y="60"/>
                    <a:pt x="98" y="36"/>
                    <a:pt x="124" y="14"/>
                  </a:cubicBezTo>
                  <a:cubicBezTo>
                    <a:pt x="140" y="24"/>
                    <a:pt x="152" y="44"/>
                    <a:pt x="176"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8"/>
            <p:cNvSpPr/>
            <p:nvPr/>
          </p:nvSpPr>
          <p:spPr>
            <a:xfrm>
              <a:off x="15504476" y="2317998"/>
              <a:ext cx="406660" cy="432448"/>
            </a:xfrm>
            <a:custGeom>
              <a:rect b="b" l="l" r="r" t="t"/>
              <a:pathLst>
                <a:path extrusionOk="0" h="218" w="205">
                  <a:moveTo>
                    <a:pt x="0" y="217"/>
                  </a:moveTo>
                  <a:cubicBezTo>
                    <a:pt x="50" y="128"/>
                    <a:pt x="127" y="65"/>
                    <a:pt x="204" y="0"/>
                  </a:cubicBezTo>
                  <a:cubicBezTo>
                    <a:pt x="179" y="43"/>
                    <a:pt x="139" y="76"/>
                    <a:pt x="124" y="123"/>
                  </a:cubicBezTo>
                  <a:cubicBezTo>
                    <a:pt x="76" y="148"/>
                    <a:pt x="62" y="215"/>
                    <a:pt x="0" y="2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8"/>
            <p:cNvSpPr/>
            <p:nvPr/>
          </p:nvSpPr>
          <p:spPr>
            <a:xfrm>
              <a:off x="14036532" y="3770072"/>
              <a:ext cx="495927" cy="236061"/>
            </a:xfrm>
            <a:custGeom>
              <a:rect b="b" l="l" r="r" t="t"/>
              <a:pathLst>
                <a:path extrusionOk="0" h="119" w="250">
                  <a:moveTo>
                    <a:pt x="134" y="29"/>
                  </a:moveTo>
                  <a:cubicBezTo>
                    <a:pt x="167" y="66"/>
                    <a:pt x="227" y="67"/>
                    <a:pt x="249" y="118"/>
                  </a:cubicBezTo>
                  <a:cubicBezTo>
                    <a:pt x="168" y="98"/>
                    <a:pt x="102" y="41"/>
                    <a:pt x="19" y="20"/>
                  </a:cubicBezTo>
                  <a:cubicBezTo>
                    <a:pt x="0" y="15"/>
                    <a:pt x="22" y="0"/>
                    <a:pt x="37" y="1"/>
                  </a:cubicBezTo>
                  <a:cubicBezTo>
                    <a:pt x="71" y="3"/>
                    <a:pt x="104" y="13"/>
                    <a:pt x="13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8"/>
            <p:cNvSpPr/>
            <p:nvPr/>
          </p:nvSpPr>
          <p:spPr>
            <a:xfrm>
              <a:off x="15415209" y="4099368"/>
              <a:ext cx="194403" cy="190436"/>
            </a:xfrm>
            <a:custGeom>
              <a:rect b="b" l="l" r="r" t="t"/>
              <a:pathLst>
                <a:path extrusionOk="0" h="96" w="98">
                  <a:moveTo>
                    <a:pt x="0" y="0"/>
                  </a:moveTo>
                  <a:cubicBezTo>
                    <a:pt x="5" y="2"/>
                    <a:pt x="9" y="5"/>
                    <a:pt x="14" y="7"/>
                  </a:cubicBezTo>
                  <a:cubicBezTo>
                    <a:pt x="37" y="21"/>
                    <a:pt x="58" y="38"/>
                    <a:pt x="77" y="57"/>
                  </a:cubicBezTo>
                  <a:cubicBezTo>
                    <a:pt x="97" y="77"/>
                    <a:pt x="82" y="86"/>
                    <a:pt x="66" y="95"/>
                  </a:cubicBezTo>
                  <a:cubicBezTo>
                    <a:pt x="47" y="62"/>
                    <a:pt x="7" y="4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8"/>
            <p:cNvSpPr/>
            <p:nvPr/>
          </p:nvSpPr>
          <p:spPr>
            <a:xfrm>
              <a:off x="12491223" y="4476272"/>
              <a:ext cx="2142404" cy="2209850"/>
            </a:xfrm>
            <a:custGeom>
              <a:rect b="b" l="l" r="r" t="t"/>
              <a:pathLst>
                <a:path extrusionOk="0" h="1114" w="1080">
                  <a:moveTo>
                    <a:pt x="140" y="178"/>
                  </a:moveTo>
                  <a:cubicBezTo>
                    <a:pt x="134" y="191"/>
                    <a:pt x="98" y="158"/>
                    <a:pt x="109" y="198"/>
                  </a:cubicBezTo>
                  <a:cubicBezTo>
                    <a:pt x="136" y="286"/>
                    <a:pt x="157" y="376"/>
                    <a:pt x="189" y="462"/>
                  </a:cubicBezTo>
                  <a:cubicBezTo>
                    <a:pt x="244" y="619"/>
                    <a:pt x="358" y="709"/>
                    <a:pt x="532" y="745"/>
                  </a:cubicBezTo>
                  <a:cubicBezTo>
                    <a:pt x="243" y="502"/>
                    <a:pt x="222" y="478"/>
                    <a:pt x="196" y="361"/>
                  </a:cubicBezTo>
                  <a:cubicBezTo>
                    <a:pt x="197" y="361"/>
                    <a:pt x="199" y="361"/>
                    <a:pt x="201" y="361"/>
                  </a:cubicBezTo>
                  <a:cubicBezTo>
                    <a:pt x="204" y="361"/>
                    <a:pt x="206" y="361"/>
                    <a:pt x="209" y="363"/>
                  </a:cubicBezTo>
                  <a:cubicBezTo>
                    <a:pt x="211" y="364"/>
                    <a:pt x="214" y="366"/>
                    <a:pt x="215" y="369"/>
                  </a:cubicBezTo>
                  <a:cubicBezTo>
                    <a:pt x="216" y="370"/>
                    <a:pt x="216" y="371"/>
                    <a:pt x="217" y="373"/>
                  </a:cubicBezTo>
                  <a:cubicBezTo>
                    <a:pt x="299" y="548"/>
                    <a:pt x="446" y="656"/>
                    <a:pt x="608" y="748"/>
                  </a:cubicBezTo>
                  <a:cubicBezTo>
                    <a:pt x="641" y="764"/>
                    <a:pt x="676" y="776"/>
                    <a:pt x="712" y="784"/>
                  </a:cubicBezTo>
                  <a:cubicBezTo>
                    <a:pt x="728" y="788"/>
                    <a:pt x="752" y="792"/>
                    <a:pt x="760" y="772"/>
                  </a:cubicBezTo>
                  <a:cubicBezTo>
                    <a:pt x="767" y="751"/>
                    <a:pt x="752" y="738"/>
                    <a:pt x="732" y="733"/>
                  </a:cubicBezTo>
                  <a:cubicBezTo>
                    <a:pt x="654" y="709"/>
                    <a:pt x="595" y="653"/>
                    <a:pt x="527" y="613"/>
                  </a:cubicBezTo>
                  <a:cubicBezTo>
                    <a:pt x="468" y="579"/>
                    <a:pt x="417" y="532"/>
                    <a:pt x="379" y="476"/>
                  </a:cubicBezTo>
                  <a:cubicBezTo>
                    <a:pt x="361" y="450"/>
                    <a:pt x="337" y="422"/>
                    <a:pt x="354" y="384"/>
                  </a:cubicBezTo>
                  <a:cubicBezTo>
                    <a:pt x="525" y="645"/>
                    <a:pt x="780" y="750"/>
                    <a:pt x="1079" y="784"/>
                  </a:cubicBezTo>
                  <a:cubicBezTo>
                    <a:pt x="1052" y="808"/>
                    <a:pt x="1021" y="804"/>
                    <a:pt x="989" y="803"/>
                  </a:cubicBezTo>
                  <a:cubicBezTo>
                    <a:pt x="957" y="802"/>
                    <a:pt x="921" y="798"/>
                    <a:pt x="888" y="799"/>
                  </a:cubicBezTo>
                  <a:cubicBezTo>
                    <a:pt x="831" y="801"/>
                    <a:pt x="831" y="803"/>
                    <a:pt x="833" y="869"/>
                  </a:cubicBezTo>
                  <a:cubicBezTo>
                    <a:pt x="798" y="863"/>
                    <a:pt x="799" y="784"/>
                    <a:pt x="743" y="826"/>
                  </a:cubicBezTo>
                  <a:cubicBezTo>
                    <a:pt x="738" y="857"/>
                    <a:pt x="773" y="871"/>
                    <a:pt x="774" y="908"/>
                  </a:cubicBezTo>
                  <a:cubicBezTo>
                    <a:pt x="743" y="890"/>
                    <a:pt x="712" y="873"/>
                    <a:pt x="709" y="846"/>
                  </a:cubicBezTo>
                  <a:cubicBezTo>
                    <a:pt x="703" y="784"/>
                    <a:pt x="665" y="815"/>
                    <a:pt x="625" y="805"/>
                  </a:cubicBezTo>
                  <a:cubicBezTo>
                    <a:pt x="693" y="923"/>
                    <a:pt x="775" y="1013"/>
                    <a:pt x="865" y="1113"/>
                  </a:cubicBezTo>
                  <a:cubicBezTo>
                    <a:pt x="864" y="1113"/>
                    <a:pt x="864" y="1113"/>
                    <a:pt x="863" y="1113"/>
                  </a:cubicBezTo>
                  <a:cubicBezTo>
                    <a:pt x="850" y="1113"/>
                    <a:pt x="836" y="1109"/>
                    <a:pt x="824" y="1102"/>
                  </a:cubicBezTo>
                  <a:cubicBezTo>
                    <a:pt x="814" y="1097"/>
                    <a:pt x="806" y="1090"/>
                    <a:pt x="800" y="1081"/>
                  </a:cubicBezTo>
                  <a:cubicBezTo>
                    <a:pt x="737" y="1023"/>
                    <a:pt x="682" y="956"/>
                    <a:pt x="635" y="884"/>
                  </a:cubicBezTo>
                  <a:cubicBezTo>
                    <a:pt x="635" y="883"/>
                    <a:pt x="635" y="882"/>
                    <a:pt x="634" y="882"/>
                  </a:cubicBezTo>
                  <a:cubicBezTo>
                    <a:pt x="612" y="844"/>
                    <a:pt x="580" y="812"/>
                    <a:pt x="542" y="790"/>
                  </a:cubicBezTo>
                  <a:cubicBezTo>
                    <a:pt x="519" y="777"/>
                    <a:pt x="494" y="767"/>
                    <a:pt x="468" y="762"/>
                  </a:cubicBezTo>
                  <a:cubicBezTo>
                    <a:pt x="288" y="715"/>
                    <a:pt x="181" y="594"/>
                    <a:pt x="135" y="418"/>
                  </a:cubicBezTo>
                  <a:cubicBezTo>
                    <a:pt x="132" y="400"/>
                    <a:pt x="126" y="383"/>
                    <a:pt x="117" y="368"/>
                  </a:cubicBezTo>
                  <a:cubicBezTo>
                    <a:pt x="104" y="347"/>
                    <a:pt x="87" y="328"/>
                    <a:pt x="66" y="315"/>
                  </a:cubicBezTo>
                  <a:cubicBezTo>
                    <a:pt x="64" y="314"/>
                    <a:pt x="61" y="313"/>
                    <a:pt x="59" y="312"/>
                  </a:cubicBezTo>
                  <a:cubicBezTo>
                    <a:pt x="45" y="304"/>
                    <a:pt x="34" y="292"/>
                    <a:pt x="26" y="278"/>
                  </a:cubicBezTo>
                  <a:cubicBezTo>
                    <a:pt x="20" y="268"/>
                    <a:pt x="16" y="257"/>
                    <a:pt x="14" y="245"/>
                  </a:cubicBezTo>
                  <a:cubicBezTo>
                    <a:pt x="59" y="235"/>
                    <a:pt x="47" y="300"/>
                    <a:pt x="94" y="288"/>
                  </a:cubicBezTo>
                  <a:cubicBezTo>
                    <a:pt x="92" y="219"/>
                    <a:pt x="60" y="158"/>
                    <a:pt x="35" y="95"/>
                  </a:cubicBezTo>
                  <a:cubicBezTo>
                    <a:pt x="23" y="64"/>
                    <a:pt x="0" y="36"/>
                    <a:pt x="5" y="0"/>
                  </a:cubicBezTo>
                  <a:lnTo>
                    <a:pt x="4" y="2"/>
                  </a:lnTo>
                  <a:cubicBezTo>
                    <a:pt x="54" y="53"/>
                    <a:pt x="98" y="110"/>
                    <a:pt x="134" y="172"/>
                  </a:cubicBezTo>
                  <a:cubicBezTo>
                    <a:pt x="136" y="175"/>
                    <a:pt x="137" y="178"/>
                    <a:pt x="139" y="181"/>
                  </a:cubicBezTo>
                  <a:lnTo>
                    <a:pt x="140" y="1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8"/>
            <p:cNvSpPr/>
            <p:nvPr/>
          </p:nvSpPr>
          <p:spPr>
            <a:xfrm>
              <a:off x="12977232" y="3637164"/>
              <a:ext cx="2362596" cy="1850799"/>
            </a:xfrm>
            <a:custGeom>
              <a:rect b="b" l="l" r="r" t="t"/>
              <a:pathLst>
                <a:path extrusionOk="0" h="933" w="1191">
                  <a:moveTo>
                    <a:pt x="781" y="183"/>
                  </a:moveTo>
                  <a:cubicBezTo>
                    <a:pt x="880" y="218"/>
                    <a:pt x="952" y="292"/>
                    <a:pt x="1016" y="366"/>
                  </a:cubicBezTo>
                  <a:cubicBezTo>
                    <a:pt x="1048" y="405"/>
                    <a:pt x="1078" y="446"/>
                    <a:pt x="1103" y="490"/>
                  </a:cubicBezTo>
                  <a:cubicBezTo>
                    <a:pt x="1142" y="557"/>
                    <a:pt x="1171" y="630"/>
                    <a:pt x="1189" y="706"/>
                  </a:cubicBezTo>
                  <a:lnTo>
                    <a:pt x="1153" y="689"/>
                  </a:lnTo>
                  <a:cubicBezTo>
                    <a:pt x="1173" y="771"/>
                    <a:pt x="1190" y="851"/>
                    <a:pt x="1153" y="932"/>
                  </a:cubicBezTo>
                  <a:cubicBezTo>
                    <a:pt x="1100" y="800"/>
                    <a:pt x="1067" y="659"/>
                    <a:pt x="971" y="534"/>
                  </a:cubicBezTo>
                  <a:cubicBezTo>
                    <a:pt x="1035" y="560"/>
                    <a:pt x="1035" y="560"/>
                    <a:pt x="1143" y="827"/>
                  </a:cubicBezTo>
                  <a:cubicBezTo>
                    <a:pt x="1156" y="718"/>
                    <a:pt x="1082" y="526"/>
                    <a:pt x="989" y="430"/>
                  </a:cubicBezTo>
                  <a:cubicBezTo>
                    <a:pt x="963" y="400"/>
                    <a:pt x="932" y="374"/>
                    <a:pt x="897" y="354"/>
                  </a:cubicBezTo>
                  <a:cubicBezTo>
                    <a:pt x="889" y="350"/>
                    <a:pt x="881" y="345"/>
                    <a:pt x="872" y="341"/>
                  </a:cubicBezTo>
                  <a:cubicBezTo>
                    <a:pt x="716" y="278"/>
                    <a:pt x="566" y="189"/>
                    <a:pt x="388" y="197"/>
                  </a:cubicBezTo>
                  <a:cubicBezTo>
                    <a:pt x="380" y="197"/>
                    <a:pt x="369" y="194"/>
                    <a:pt x="370" y="175"/>
                  </a:cubicBezTo>
                  <a:cubicBezTo>
                    <a:pt x="413" y="148"/>
                    <a:pt x="461" y="190"/>
                    <a:pt x="515" y="167"/>
                  </a:cubicBezTo>
                  <a:cubicBezTo>
                    <a:pt x="355" y="83"/>
                    <a:pt x="180" y="34"/>
                    <a:pt x="0" y="23"/>
                  </a:cubicBezTo>
                  <a:cubicBezTo>
                    <a:pt x="0" y="22"/>
                    <a:pt x="1" y="21"/>
                    <a:pt x="1" y="20"/>
                  </a:cubicBezTo>
                  <a:cubicBezTo>
                    <a:pt x="5" y="14"/>
                    <a:pt x="10" y="9"/>
                    <a:pt x="16" y="5"/>
                  </a:cubicBezTo>
                  <a:cubicBezTo>
                    <a:pt x="22" y="1"/>
                    <a:pt x="29" y="0"/>
                    <a:pt x="37" y="0"/>
                  </a:cubicBezTo>
                  <a:cubicBezTo>
                    <a:pt x="40" y="0"/>
                    <a:pt x="43" y="0"/>
                    <a:pt x="47" y="1"/>
                  </a:cubicBezTo>
                  <a:cubicBezTo>
                    <a:pt x="114" y="2"/>
                    <a:pt x="181" y="12"/>
                    <a:pt x="246" y="30"/>
                  </a:cubicBezTo>
                  <a:cubicBezTo>
                    <a:pt x="280" y="42"/>
                    <a:pt x="316" y="49"/>
                    <a:pt x="352" y="52"/>
                  </a:cubicBezTo>
                  <a:cubicBezTo>
                    <a:pt x="380" y="54"/>
                    <a:pt x="407" y="62"/>
                    <a:pt x="431" y="76"/>
                  </a:cubicBezTo>
                  <a:cubicBezTo>
                    <a:pt x="446" y="84"/>
                    <a:pt x="459" y="95"/>
                    <a:pt x="471" y="107"/>
                  </a:cubicBezTo>
                  <a:cubicBezTo>
                    <a:pt x="487" y="123"/>
                    <a:pt x="506" y="137"/>
                    <a:pt x="525" y="148"/>
                  </a:cubicBezTo>
                  <a:cubicBezTo>
                    <a:pt x="561" y="169"/>
                    <a:pt x="602" y="182"/>
                    <a:pt x="644" y="185"/>
                  </a:cubicBezTo>
                  <a:cubicBezTo>
                    <a:pt x="695" y="190"/>
                    <a:pt x="745" y="203"/>
                    <a:pt x="793" y="223"/>
                  </a:cubicBezTo>
                  <a:lnTo>
                    <a:pt x="781" y="183"/>
                  </a:lnTo>
                  <a:moveTo>
                    <a:pt x="947" y="336"/>
                  </a:moveTo>
                  <a:cubicBezTo>
                    <a:pt x="947" y="334"/>
                    <a:pt x="947" y="331"/>
                    <a:pt x="945" y="330"/>
                  </a:cubicBezTo>
                  <a:cubicBezTo>
                    <a:pt x="934" y="320"/>
                    <a:pt x="922" y="311"/>
                    <a:pt x="911" y="303"/>
                  </a:cubicBezTo>
                  <a:cubicBezTo>
                    <a:pt x="911" y="303"/>
                    <a:pt x="901" y="309"/>
                    <a:pt x="901" y="312"/>
                  </a:cubicBezTo>
                  <a:cubicBezTo>
                    <a:pt x="901" y="332"/>
                    <a:pt x="920" y="332"/>
                    <a:pt x="931" y="340"/>
                  </a:cubicBezTo>
                  <a:cubicBezTo>
                    <a:pt x="931" y="341"/>
                    <a:pt x="931" y="341"/>
                    <a:pt x="932" y="341"/>
                  </a:cubicBezTo>
                  <a:cubicBezTo>
                    <a:pt x="933" y="342"/>
                    <a:pt x="935" y="343"/>
                    <a:pt x="937" y="343"/>
                  </a:cubicBezTo>
                  <a:cubicBezTo>
                    <a:pt x="939" y="343"/>
                    <a:pt x="940" y="342"/>
                    <a:pt x="942" y="341"/>
                  </a:cubicBezTo>
                  <a:cubicBezTo>
                    <a:pt x="943" y="340"/>
                    <a:pt x="945" y="339"/>
                    <a:pt x="946" y="337"/>
                  </a:cubicBezTo>
                  <a:lnTo>
                    <a:pt x="947" y="3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8"/>
            <p:cNvSpPr/>
            <p:nvPr/>
          </p:nvSpPr>
          <p:spPr>
            <a:xfrm>
              <a:off x="13816340" y="5515735"/>
              <a:ext cx="1271557" cy="1164436"/>
            </a:xfrm>
            <a:custGeom>
              <a:rect b="b" l="l" r="r" t="t"/>
              <a:pathLst>
                <a:path extrusionOk="0" h="587" w="641">
                  <a:moveTo>
                    <a:pt x="463" y="511"/>
                  </a:moveTo>
                  <a:cubicBezTo>
                    <a:pt x="463" y="462"/>
                    <a:pt x="437" y="418"/>
                    <a:pt x="432" y="352"/>
                  </a:cubicBezTo>
                  <a:cubicBezTo>
                    <a:pt x="486" y="411"/>
                    <a:pt x="475" y="477"/>
                    <a:pt x="509" y="536"/>
                  </a:cubicBezTo>
                  <a:cubicBezTo>
                    <a:pt x="531" y="434"/>
                    <a:pt x="488" y="349"/>
                    <a:pt x="476" y="259"/>
                  </a:cubicBezTo>
                  <a:cubicBezTo>
                    <a:pt x="521" y="296"/>
                    <a:pt x="524" y="352"/>
                    <a:pt x="540" y="423"/>
                  </a:cubicBezTo>
                  <a:cubicBezTo>
                    <a:pt x="544" y="400"/>
                    <a:pt x="546" y="377"/>
                    <a:pt x="546" y="354"/>
                  </a:cubicBezTo>
                  <a:cubicBezTo>
                    <a:pt x="546" y="315"/>
                    <a:pt x="540" y="277"/>
                    <a:pt x="529" y="240"/>
                  </a:cubicBezTo>
                  <a:cubicBezTo>
                    <a:pt x="529" y="232"/>
                    <a:pt x="526" y="224"/>
                    <a:pt x="522" y="217"/>
                  </a:cubicBezTo>
                  <a:cubicBezTo>
                    <a:pt x="518" y="210"/>
                    <a:pt x="511" y="203"/>
                    <a:pt x="504" y="199"/>
                  </a:cubicBezTo>
                  <a:cubicBezTo>
                    <a:pt x="496" y="194"/>
                    <a:pt x="487" y="192"/>
                    <a:pt x="478" y="192"/>
                  </a:cubicBezTo>
                  <a:cubicBezTo>
                    <a:pt x="474" y="192"/>
                    <a:pt x="470" y="193"/>
                    <a:pt x="466" y="194"/>
                  </a:cubicBezTo>
                  <a:cubicBezTo>
                    <a:pt x="434" y="198"/>
                    <a:pt x="403" y="200"/>
                    <a:pt x="371" y="200"/>
                  </a:cubicBezTo>
                  <a:cubicBezTo>
                    <a:pt x="311" y="200"/>
                    <a:pt x="251" y="193"/>
                    <a:pt x="192" y="178"/>
                  </a:cubicBezTo>
                  <a:cubicBezTo>
                    <a:pt x="174" y="173"/>
                    <a:pt x="109" y="186"/>
                    <a:pt x="148" y="121"/>
                  </a:cubicBezTo>
                  <a:cubicBezTo>
                    <a:pt x="156" y="109"/>
                    <a:pt x="114" y="95"/>
                    <a:pt x="95" y="85"/>
                  </a:cubicBezTo>
                  <a:cubicBezTo>
                    <a:pt x="62" y="67"/>
                    <a:pt x="16" y="68"/>
                    <a:pt x="2" y="22"/>
                  </a:cubicBezTo>
                  <a:lnTo>
                    <a:pt x="0" y="24"/>
                  </a:lnTo>
                  <a:cubicBezTo>
                    <a:pt x="21" y="11"/>
                    <a:pt x="39" y="0"/>
                    <a:pt x="65" y="21"/>
                  </a:cubicBezTo>
                  <a:cubicBezTo>
                    <a:pt x="181" y="116"/>
                    <a:pt x="322" y="143"/>
                    <a:pt x="465" y="162"/>
                  </a:cubicBezTo>
                  <a:cubicBezTo>
                    <a:pt x="473" y="164"/>
                    <a:pt x="481" y="164"/>
                    <a:pt x="489" y="164"/>
                  </a:cubicBezTo>
                  <a:cubicBezTo>
                    <a:pt x="518" y="164"/>
                    <a:pt x="548" y="156"/>
                    <a:pt x="573" y="141"/>
                  </a:cubicBezTo>
                  <a:cubicBezTo>
                    <a:pt x="575" y="140"/>
                    <a:pt x="577" y="139"/>
                    <a:pt x="579" y="138"/>
                  </a:cubicBezTo>
                  <a:cubicBezTo>
                    <a:pt x="497" y="130"/>
                    <a:pt x="422" y="136"/>
                    <a:pt x="359" y="88"/>
                  </a:cubicBezTo>
                  <a:cubicBezTo>
                    <a:pt x="436" y="102"/>
                    <a:pt x="515" y="109"/>
                    <a:pt x="593" y="109"/>
                  </a:cubicBezTo>
                  <a:cubicBezTo>
                    <a:pt x="603" y="109"/>
                    <a:pt x="614" y="109"/>
                    <a:pt x="624" y="109"/>
                  </a:cubicBezTo>
                  <a:cubicBezTo>
                    <a:pt x="607" y="185"/>
                    <a:pt x="640" y="256"/>
                    <a:pt x="635" y="330"/>
                  </a:cubicBezTo>
                  <a:cubicBezTo>
                    <a:pt x="629" y="404"/>
                    <a:pt x="632" y="478"/>
                    <a:pt x="609" y="554"/>
                  </a:cubicBezTo>
                  <a:cubicBezTo>
                    <a:pt x="583" y="535"/>
                    <a:pt x="594" y="520"/>
                    <a:pt x="594" y="506"/>
                  </a:cubicBezTo>
                  <a:cubicBezTo>
                    <a:pt x="616" y="406"/>
                    <a:pt x="602" y="306"/>
                    <a:pt x="592" y="206"/>
                  </a:cubicBezTo>
                  <a:lnTo>
                    <a:pt x="592" y="205"/>
                  </a:lnTo>
                  <a:cubicBezTo>
                    <a:pt x="592" y="202"/>
                    <a:pt x="591" y="198"/>
                    <a:pt x="590" y="196"/>
                  </a:cubicBezTo>
                  <a:cubicBezTo>
                    <a:pt x="588" y="193"/>
                    <a:pt x="586" y="191"/>
                    <a:pt x="583" y="190"/>
                  </a:cubicBezTo>
                  <a:cubicBezTo>
                    <a:pt x="580" y="188"/>
                    <a:pt x="577" y="187"/>
                    <a:pt x="574" y="187"/>
                  </a:cubicBezTo>
                  <a:cubicBezTo>
                    <a:pt x="572" y="187"/>
                    <a:pt x="570" y="188"/>
                    <a:pt x="567" y="189"/>
                  </a:cubicBezTo>
                  <a:cubicBezTo>
                    <a:pt x="566" y="189"/>
                    <a:pt x="565" y="189"/>
                    <a:pt x="564" y="190"/>
                  </a:cubicBezTo>
                  <a:cubicBezTo>
                    <a:pt x="561" y="191"/>
                    <a:pt x="559" y="193"/>
                    <a:pt x="558" y="196"/>
                  </a:cubicBezTo>
                  <a:cubicBezTo>
                    <a:pt x="556" y="198"/>
                    <a:pt x="556" y="202"/>
                    <a:pt x="556" y="204"/>
                  </a:cubicBezTo>
                  <a:cubicBezTo>
                    <a:pt x="556" y="206"/>
                    <a:pt x="556" y="208"/>
                    <a:pt x="557" y="210"/>
                  </a:cubicBezTo>
                  <a:cubicBezTo>
                    <a:pt x="588" y="307"/>
                    <a:pt x="576" y="410"/>
                    <a:pt x="596" y="508"/>
                  </a:cubicBezTo>
                  <a:cubicBezTo>
                    <a:pt x="565" y="536"/>
                    <a:pt x="541" y="571"/>
                    <a:pt x="499" y="586"/>
                  </a:cubicBezTo>
                  <a:cubicBezTo>
                    <a:pt x="468" y="569"/>
                    <a:pt x="489" y="527"/>
                    <a:pt x="461" y="508"/>
                  </a:cubicBezTo>
                  <a:lnTo>
                    <a:pt x="463" y="5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8"/>
            <p:cNvSpPr/>
            <p:nvPr/>
          </p:nvSpPr>
          <p:spPr>
            <a:xfrm>
              <a:off x="15659205" y="2692919"/>
              <a:ext cx="1410416" cy="426497"/>
            </a:xfrm>
            <a:custGeom>
              <a:rect b="b" l="l" r="r" t="t"/>
              <a:pathLst>
                <a:path extrusionOk="0" h="215" w="711">
                  <a:moveTo>
                    <a:pt x="57" y="142"/>
                  </a:moveTo>
                  <a:cubicBezTo>
                    <a:pt x="213" y="47"/>
                    <a:pt x="388" y="21"/>
                    <a:pt x="565" y="5"/>
                  </a:cubicBezTo>
                  <a:cubicBezTo>
                    <a:pt x="625" y="0"/>
                    <a:pt x="625" y="0"/>
                    <a:pt x="710" y="60"/>
                  </a:cubicBezTo>
                  <a:cubicBezTo>
                    <a:pt x="583" y="70"/>
                    <a:pt x="460" y="60"/>
                    <a:pt x="343" y="106"/>
                  </a:cubicBezTo>
                  <a:cubicBezTo>
                    <a:pt x="460" y="107"/>
                    <a:pt x="578" y="98"/>
                    <a:pt x="703" y="103"/>
                  </a:cubicBezTo>
                  <a:cubicBezTo>
                    <a:pt x="688" y="132"/>
                    <a:pt x="668" y="120"/>
                    <a:pt x="654" y="120"/>
                  </a:cubicBezTo>
                  <a:cubicBezTo>
                    <a:pt x="529" y="120"/>
                    <a:pt x="404" y="130"/>
                    <a:pt x="280" y="151"/>
                  </a:cubicBezTo>
                  <a:cubicBezTo>
                    <a:pt x="253" y="155"/>
                    <a:pt x="218" y="172"/>
                    <a:pt x="203" y="128"/>
                  </a:cubicBezTo>
                  <a:cubicBezTo>
                    <a:pt x="194" y="100"/>
                    <a:pt x="173" y="113"/>
                    <a:pt x="158" y="120"/>
                  </a:cubicBezTo>
                  <a:cubicBezTo>
                    <a:pt x="143" y="127"/>
                    <a:pt x="127" y="134"/>
                    <a:pt x="112" y="143"/>
                  </a:cubicBezTo>
                  <a:cubicBezTo>
                    <a:pt x="85" y="159"/>
                    <a:pt x="59" y="178"/>
                    <a:pt x="36" y="199"/>
                  </a:cubicBezTo>
                  <a:cubicBezTo>
                    <a:pt x="22" y="214"/>
                    <a:pt x="10" y="211"/>
                    <a:pt x="0" y="195"/>
                  </a:cubicBezTo>
                  <a:cubicBezTo>
                    <a:pt x="3" y="193"/>
                    <a:pt x="5" y="192"/>
                    <a:pt x="8" y="190"/>
                  </a:cubicBezTo>
                  <a:cubicBezTo>
                    <a:pt x="29" y="178"/>
                    <a:pt x="46" y="161"/>
                    <a:pt x="58" y="140"/>
                  </a:cubicBezTo>
                  <a:cubicBezTo>
                    <a:pt x="59" y="139"/>
                    <a:pt x="59" y="138"/>
                    <a:pt x="60" y="137"/>
                  </a:cubicBezTo>
                  <a:lnTo>
                    <a:pt x="57" y="1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8"/>
            <p:cNvSpPr/>
            <p:nvPr/>
          </p:nvSpPr>
          <p:spPr>
            <a:xfrm>
              <a:off x="16091653" y="3161074"/>
              <a:ext cx="1150550" cy="281686"/>
            </a:xfrm>
            <a:custGeom>
              <a:rect b="b" l="l" r="r" t="t"/>
              <a:pathLst>
                <a:path extrusionOk="0" h="142" w="580">
                  <a:moveTo>
                    <a:pt x="579" y="80"/>
                  </a:moveTo>
                  <a:cubicBezTo>
                    <a:pt x="447" y="47"/>
                    <a:pt x="314" y="27"/>
                    <a:pt x="176" y="47"/>
                  </a:cubicBezTo>
                  <a:cubicBezTo>
                    <a:pt x="262" y="62"/>
                    <a:pt x="347" y="74"/>
                    <a:pt x="432" y="92"/>
                  </a:cubicBezTo>
                  <a:cubicBezTo>
                    <a:pt x="458" y="97"/>
                    <a:pt x="498" y="94"/>
                    <a:pt x="494" y="141"/>
                  </a:cubicBezTo>
                  <a:cubicBezTo>
                    <a:pt x="366" y="91"/>
                    <a:pt x="232" y="85"/>
                    <a:pt x="97" y="80"/>
                  </a:cubicBezTo>
                  <a:cubicBezTo>
                    <a:pt x="68" y="80"/>
                    <a:pt x="39" y="82"/>
                    <a:pt x="0" y="84"/>
                  </a:cubicBezTo>
                  <a:cubicBezTo>
                    <a:pt x="18" y="64"/>
                    <a:pt x="38" y="47"/>
                    <a:pt x="61" y="34"/>
                  </a:cubicBezTo>
                  <a:cubicBezTo>
                    <a:pt x="100" y="12"/>
                    <a:pt x="144" y="0"/>
                    <a:pt x="188" y="0"/>
                  </a:cubicBezTo>
                  <a:cubicBezTo>
                    <a:pt x="199" y="0"/>
                    <a:pt x="210" y="1"/>
                    <a:pt x="222" y="2"/>
                  </a:cubicBezTo>
                  <a:cubicBezTo>
                    <a:pt x="322" y="9"/>
                    <a:pt x="423" y="22"/>
                    <a:pt x="522" y="41"/>
                  </a:cubicBezTo>
                  <a:cubicBezTo>
                    <a:pt x="548" y="47"/>
                    <a:pt x="570" y="52"/>
                    <a:pt x="579"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8"/>
            <p:cNvSpPr/>
            <p:nvPr/>
          </p:nvSpPr>
          <p:spPr>
            <a:xfrm>
              <a:off x="14476915" y="4466354"/>
              <a:ext cx="716118" cy="1085088"/>
            </a:xfrm>
            <a:custGeom>
              <a:rect b="b" l="l" r="r" t="t"/>
              <a:pathLst>
                <a:path extrusionOk="0" h="547" w="361">
                  <a:moveTo>
                    <a:pt x="278" y="491"/>
                  </a:moveTo>
                  <a:cubicBezTo>
                    <a:pt x="294" y="491"/>
                    <a:pt x="309" y="521"/>
                    <a:pt x="324" y="501"/>
                  </a:cubicBezTo>
                  <a:cubicBezTo>
                    <a:pt x="335" y="487"/>
                    <a:pt x="326" y="469"/>
                    <a:pt x="307" y="457"/>
                  </a:cubicBezTo>
                  <a:cubicBezTo>
                    <a:pt x="251" y="420"/>
                    <a:pt x="196" y="380"/>
                    <a:pt x="142" y="341"/>
                  </a:cubicBezTo>
                  <a:cubicBezTo>
                    <a:pt x="132" y="334"/>
                    <a:pt x="119" y="325"/>
                    <a:pt x="125" y="312"/>
                  </a:cubicBezTo>
                  <a:cubicBezTo>
                    <a:pt x="134" y="295"/>
                    <a:pt x="151" y="297"/>
                    <a:pt x="164" y="307"/>
                  </a:cubicBezTo>
                  <a:cubicBezTo>
                    <a:pt x="205" y="337"/>
                    <a:pt x="243" y="368"/>
                    <a:pt x="301" y="410"/>
                  </a:cubicBezTo>
                  <a:cubicBezTo>
                    <a:pt x="283" y="356"/>
                    <a:pt x="260" y="303"/>
                    <a:pt x="231" y="254"/>
                  </a:cubicBezTo>
                  <a:cubicBezTo>
                    <a:pt x="173" y="153"/>
                    <a:pt x="94" y="67"/>
                    <a:pt x="0" y="0"/>
                  </a:cubicBezTo>
                  <a:cubicBezTo>
                    <a:pt x="165" y="38"/>
                    <a:pt x="360" y="353"/>
                    <a:pt x="342" y="546"/>
                  </a:cubicBezTo>
                  <a:cubicBezTo>
                    <a:pt x="308" y="544"/>
                    <a:pt x="289" y="520"/>
                    <a:pt x="270" y="498"/>
                  </a:cubicBezTo>
                  <a:lnTo>
                    <a:pt x="278" y="49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8"/>
            <p:cNvSpPr/>
            <p:nvPr/>
          </p:nvSpPr>
          <p:spPr>
            <a:xfrm>
              <a:off x="11346624" y="1512613"/>
              <a:ext cx="253915" cy="1047398"/>
            </a:xfrm>
            <a:custGeom>
              <a:rect b="b" l="l" r="r" t="t"/>
              <a:pathLst>
                <a:path extrusionOk="0" h="528" w="128">
                  <a:moveTo>
                    <a:pt x="56" y="527"/>
                  </a:moveTo>
                  <a:cubicBezTo>
                    <a:pt x="19" y="426"/>
                    <a:pt x="23" y="333"/>
                    <a:pt x="5" y="243"/>
                  </a:cubicBezTo>
                  <a:cubicBezTo>
                    <a:pt x="3" y="232"/>
                    <a:pt x="0" y="215"/>
                    <a:pt x="5" y="207"/>
                  </a:cubicBezTo>
                  <a:cubicBezTo>
                    <a:pt x="53" y="144"/>
                    <a:pt x="31" y="70"/>
                    <a:pt x="39" y="0"/>
                  </a:cubicBezTo>
                  <a:cubicBezTo>
                    <a:pt x="49" y="45"/>
                    <a:pt x="71" y="88"/>
                    <a:pt x="56" y="138"/>
                  </a:cubicBezTo>
                  <a:cubicBezTo>
                    <a:pt x="53" y="147"/>
                    <a:pt x="52" y="156"/>
                    <a:pt x="52" y="165"/>
                  </a:cubicBezTo>
                  <a:cubicBezTo>
                    <a:pt x="52" y="180"/>
                    <a:pt x="56" y="196"/>
                    <a:pt x="62" y="209"/>
                  </a:cubicBezTo>
                  <a:cubicBezTo>
                    <a:pt x="101" y="282"/>
                    <a:pt x="92" y="364"/>
                    <a:pt x="113" y="440"/>
                  </a:cubicBezTo>
                  <a:cubicBezTo>
                    <a:pt x="127" y="488"/>
                    <a:pt x="89" y="408"/>
                    <a:pt x="82" y="445"/>
                  </a:cubicBezTo>
                  <a:cubicBezTo>
                    <a:pt x="75" y="473"/>
                    <a:pt x="67" y="501"/>
                    <a:pt x="56" y="5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8"/>
            <p:cNvSpPr/>
            <p:nvPr/>
          </p:nvSpPr>
          <p:spPr>
            <a:xfrm>
              <a:off x="10680098" y="2502483"/>
              <a:ext cx="160680" cy="624868"/>
            </a:xfrm>
            <a:custGeom>
              <a:rect b="b" l="l" r="r" t="t"/>
              <a:pathLst>
                <a:path extrusionOk="0" h="315" w="81">
                  <a:moveTo>
                    <a:pt x="0" y="102"/>
                  </a:moveTo>
                  <a:cubicBezTo>
                    <a:pt x="19" y="66"/>
                    <a:pt x="15" y="13"/>
                    <a:pt x="76" y="0"/>
                  </a:cubicBezTo>
                  <a:cubicBezTo>
                    <a:pt x="76" y="106"/>
                    <a:pt x="72" y="208"/>
                    <a:pt x="80" y="314"/>
                  </a:cubicBezTo>
                  <a:cubicBezTo>
                    <a:pt x="70" y="274"/>
                    <a:pt x="8" y="289"/>
                    <a:pt x="8" y="237"/>
                  </a:cubicBezTo>
                  <a:cubicBezTo>
                    <a:pt x="8" y="191"/>
                    <a:pt x="4" y="146"/>
                    <a:pt x="1" y="100"/>
                  </a:cubicBezTo>
                  <a:lnTo>
                    <a:pt x="0" y="1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8"/>
            <p:cNvSpPr/>
            <p:nvPr/>
          </p:nvSpPr>
          <p:spPr>
            <a:xfrm>
              <a:off x="16220594" y="3357461"/>
              <a:ext cx="630819" cy="202338"/>
            </a:xfrm>
            <a:custGeom>
              <a:rect b="b" l="l" r="r" t="t"/>
              <a:pathLst>
                <a:path extrusionOk="0" h="102" w="318">
                  <a:moveTo>
                    <a:pt x="0" y="0"/>
                  </a:moveTo>
                  <a:cubicBezTo>
                    <a:pt x="107" y="1"/>
                    <a:pt x="214" y="18"/>
                    <a:pt x="317" y="50"/>
                  </a:cubicBezTo>
                  <a:cubicBezTo>
                    <a:pt x="266" y="74"/>
                    <a:pt x="230" y="33"/>
                    <a:pt x="192" y="53"/>
                  </a:cubicBezTo>
                  <a:cubicBezTo>
                    <a:pt x="188" y="75"/>
                    <a:pt x="210" y="65"/>
                    <a:pt x="218" y="72"/>
                  </a:cubicBezTo>
                  <a:cubicBezTo>
                    <a:pt x="225" y="79"/>
                    <a:pt x="248" y="79"/>
                    <a:pt x="253" y="101"/>
                  </a:cubicBezTo>
                  <a:cubicBezTo>
                    <a:pt x="185" y="92"/>
                    <a:pt x="120" y="69"/>
                    <a:pt x="53" y="67"/>
                  </a:cubicBezTo>
                  <a:cubicBezTo>
                    <a:pt x="17" y="66"/>
                    <a:pt x="5" y="4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8"/>
            <p:cNvSpPr/>
            <p:nvPr/>
          </p:nvSpPr>
          <p:spPr>
            <a:xfrm>
              <a:off x="10932029" y="2389412"/>
              <a:ext cx="226143" cy="823239"/>
            </a:xfrm>
            <a:custGeom>
              <a:rect b="b" l="l" r="r" t="t"/>
              <a:pathLst>
                <a:path extrusionOk="0" h="415" w="114">
                  <a:moveTo>
                    <a:pt x="113" y="414"/>
                  </a:moveTo>
                  <a:cubicBezTo>
                    <a:pt x="57" y="385"/>
                    <a:pt x="35" y="337"/>
                    <a:pt x="20" y="276"/>
                  </a:cubicBezTo>
                  <a:cubicBezTo>
                    <a:pt x="7" y="225"/>
                    <a:pt x="0" y="173"/>
                    <a:pt x="0" y="120"/>
                  </a:cubicBezTo>
                  <a:cubicBezTo>
                    <a:pt x="0" y="80"/>
                    <a:pt x="4" y="40"/>
                    <a:pt x="12" y="0"/>
                  </a:cubicBezTo>
                  <a:cubicBezTo>
                    <a:pt x="15" y="98"/>
                    <a:pt x="29" y="196"/>
                    <a:pt x="54" y="291"/>
                  </a:cubicBezTo>
                  <a:cubicBezTo>
                    <a:pt x="68" y="219"/>
                    <a:pt x="41" y="144"/>
                    <a:pt x="63" y="57"/>
                  </a:cubicBezTo>
                  <a:cubicBezTo>
                    <a:pt x="77" y="107"/>
                    <a:pt x="85" y="159"/>
                    <a:pt x="85" y="211"/>
                  </a:cubicBezTo>
                  <a:cubicBezTo>
                    <a:pt x="85" y="221"/>
                    <a:pt x="84" y="232"/>
                    <a:pt x="84" y="243"/>
                  </a:cubicBezTo>
                  <a:cubicBezTo>
                    <a:pt x="84" y="264"/>
                    <a:pt x="80" y="286"/>
                    <a:pt x="101" y="301"/>
                  </a:cubicBezTo>
                  <a:lnTo>
                    <a:pt x="99" y="299"/>
                  </a:lnTo>
                  <a:cubicBezTo>
                    <a:pt x="104" y="338"/>
                    <a:pt x="99" y="377"/>
                    <a:pt x="113" y="4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8"/>
            <p:cNvSpPr/>
            <p:nvPr/>
          </p:nvSpPr>
          <p:spPr>
            <a:xfrm>
              <a:off x="14431290" y="6172343"/>
              <a:ext cx="319377" cy="458236"/>
            </a:xfrm>
            <a:custGeom>
              <a:rect b="b" l="l" r="r" t="t"/>
              <a:pathLst>
                <a:path extrusionOk="0" h="231" w="161">
                  <a:moveTo>
                    <a:pt x="150" y="179"/>
                  </a:moveTo>
                  <a:cubicBezTo>
                    <a:pt x="147" y="195"/>
                    <a:pt x="160" y="219"/>
                    <a:pt x="138" y="227"/>
                  </a:cubicBezTo>
                  <a:cubicBezTo>
                    <a:pt x="134" y="229"/>
                    <a:pt x="130" y="230"/>
                    <a:pt x="126" y="230"/>
                  </a:cubicBezTo>
                  <a:cubicBezTo>
                    <a:pt x="120" y="230"/>
                    <a:pt x="114" y="228"/>
                    <a:pt x="109" y="225"/>
                  </a:cubicBezTo>
                  <a:cubicBezTo>
                    <a:pt x="103" y="222"/>
                    <a:pt x="99" y="217"/>
                    <a:pt x="96" y="212"/>
                  </a:cubicBezTo>
                  <a:cubicBezTo>
                    <a:pt x="95" y="210"/>
                    <a:pt x="94" y="208"/>
                    <a:pt x="93" y="207"/>
                  </a:cubicBezTo>
                  <a:cubicBezTo>
                    <a:pt x="67" y="158"/>
                    <a:pt x="40" y="110"/>
                    <a:pt x="17" y="61"/>
                  </a:cubicBezTo>
                  <a:cubicBezTo>
                    <a:pt x="8" y="42"/>
                    <a:pt x="0" y="23"/>
                    <a:pt x="32" y="11"/>
                  </a:cubicBezTo>
                  <a:cubicBezTo>
                    <a:pt x="64" y="0"/>
                    <a:pt x="72" y="19"/>
                    <a:pt x="81" y="38"/>
                  </a:cubicBezTo>
                  <a:cubicBezTo>
                    <a:pt x="98" y="73"/>
                    <a:pt x="112" y="110"/>
                    <a:pt x="127" y="147"/>
                  </a:cubicBezTo>
                  <a:cubicBezTo>
                    <a:pt x="133" y="161"/>
                    <a:pt x="137" y="176"/>
                    <a:pt x="153" y="182"/>
                  </a:cubicBezTo>
                  <a:lnTo>
                    <a:pt x="150" y="1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8"/>
            <p:cNvSpPr/>
            <p:nvPr/>
          </p:nvSpPr>
          <p:spPr>
            <a:xfrm>
              <a:off x="10937980" y="4131107"/>
              <a:ext cx="299540" cy="1112860"/>
            </a:xfrm>
            <a:custGeom>
              <a:rect b="b" l="l" r="r" t="t"/>
              <a:pathLst>
                <a:path extrusionOk="0" h="561" w="151">
                  <a:moveTo>
                    <a:pt x="150" y="560"/>
                  </a:moveTo>
                  <a:cubicBezTo>
                    <a:pt x="62" y="386"/>
                    <a:pt x="11" y="195"/>
                    <a:pt x="0" y="0"/>
                  </a:cubicBezTo>
                  <a:cubicBezTo>
                    <a:pt x="42" y="55"/>
                    <a:pt x="20" y="125"/>
                    <a:pt x="40" y="186"/>
                  </a:cubicBezTo>
                  <a:cubicBezTo>
                    <a:pt x="60" y="246"/>
                    <a:pt x="72" y="309"/>
                    <a:pt x="90" y="371"/>
                  </a:cubicBezTo>
                  <a:cubicBezTo>
                    <a:pt x="108" y="432"/>
                    <a:pt x="130" y="497"/>
                    <a:pt x="150" y="5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8"/>
            <p:cNvSpPr/>
            <p:nvPr/>
          </p:nvSpPr>
          <p:spPr>
            <a:xfrm>
              <a:off x="11777088" y="2621505"/>
              <a:ext cx="361035" cy="448318"/>
            </a:xfrm>
            <a:custGeom>
              <a:rect b="b" l="l" r="r" t="t"/>
              <a:pathLst>
                <a:path extrusionOk="0" h="226" w="182">
                  <a:moveTo>
                    <a:pt x="0" y="0"/>
                  </a:moveTo>
                  <a:cubicBezTo>
                    <a:pt x="50" y="39"/>
                    <a:pt x="45" y="99"/>
                    <a:pt x="88" y="125"/>
                  </a:cubicBezTo>
                  <a:cubicBezTo>
                    <a:pt x="110" y="95"/>
                    <a:pt x="62" y="69"/>
                    <a:pt x="88" y="34"/>
                  </a:cubicBezTo>
                  <a:cubicBezTo>
                    <a:pt x="124" y="95"/>
                    <a:pt x="135" y="165"/>
                    <a:pt x="181" y="225"/>
                  </a:cubicBezTo>
                  <a:cubicBezTo>
                    <a:pt x="89" y="202"/>
                    <a:pt x="38" y="13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8"/>
            <p:cNvSpPr/>
            <p:nvPr/>
          </p:nvSpPr>
          <p:spPr>
            <a:xfrm>
              <a:off x="10519417" y="2526288"/>
              <a:ext cx="200354" cy="692314"/>
            </a:xfrm>
            <a:custGeom>
              <a:rect b="b" l="l" r="r" t="t"/>
              <a:pathLst>
                <a:path extrusionOk="0" h="349" w="101">
                  <a:moveTo>
                    <a:pt x="82" y="88"/>
                  </a:moveTo>
                  <a:cubicBezTo>
                    <a:pt x="49" y="160"/>
                    <a:pt x="75" y="238"/>
                    <a:pt x="56" y="313"/>
                  </a:cubicBezTo>
                  <a:lnTo>
                    <a:pt x="37" y="110"/>
                  </a:lnTo>
                  <a:lnTo>
                    <a:pt x="35" y="110"/>
                  </a:lnTo>
                  <a:lnTo>
                    <a:pt x="29" y="348"/>
                  </a:lnTo>
                  <a:cubicBezTo>
                    <a:pt x="0" y="248"/>
                    <a:pt x="13" y="147"/>
                    <a:pt x="3" y="47"/>
                  </a:cubicBezTo>
                  <a:lnTo>
                    <a:pt x="0" y="51"/>
                  </a:lnTo>
                  <a:lnTo>
                    <a:pt x="36" y="0"/>
                  </a:lnTo>
                  <a:cubicBezTo>
                    <a:pt x="29" y="47"/>
                    <a:pt x="100" y="42"/>
                    <a:pt x="80" y="92"/>
                  </a:cubicBezTo>
                  <a:lnTo>
                    <a:pt x="82" y="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8"/>
            <p:cNvSpPr/>
            <p:nvPr/>
          </p:nvSpPr>
          <p:spPr>
            <a:xfrm>
              <a:off x="17018045" y="2248568"/>
              <a:ext cx="862913" cy="398725"/>
            </a:xfrm>
            <a:custGeom>
              <a:rect b="b" l="l" r="r" t="t"/>
              <a:pathLst>
                <a:path extrusionOk="0" h="201" w="435">
                  <a:moveTo>
                    <a:pt x="434" y="200"/>
                  </a:moveTo>
                  <a:cubicBezTo>
                    <a:pt x="418" y="190"/>
                    <a:pt x="401" y="180"/>
                    <a:pt x="385" y="170"/>
                  </a:cubicBezTo>
                  <a:cubicBezTo>
                    <a:pt x="265" y="101"/>
                    <a:pt x="135" y="50"/>
                    <a:pt x="0" y="18"/>
                  </a:cubicBezTo>
                  <a:cubicBezTo>
                    <a:pt x="112" y="0"/>
                    <a:pt x="325" y="90"/>
                    <a:pt x="434" y="2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8"/>
            <p:cNvSpPr/>
            <p:nvPr/>
          </p:nvSpPr>
          <p:spPr>
            <a:xfrm>
              <a:off x="11781056" y="5654595"/>
              <a:ext cx="605031" cy="741907"/>
            </a:xfrm>
            <a:custGeom>
              <a:rect b="b" l="l" r="r" t="t"/>
              <a:pathLst>
                <a:path extrusionOk="0" h="374" w="305">
                  <a:moveTo>
                    <a:pt x="301" y="331"/>
                  </a:moveTo>
                  <a:lnTo>
                    <a:pt x="304" y="373"/>
                  </a:lnTo>
                  <a:lnTo>
                    <a:pt x="264" y="351"/>
                  </a:lnTo>
                  <a:cubicBezTo>
                    <a:pt x="178" y="238"/>
                    <a:pt x="75" y="138"/>
                    <a:pt x="0" y="15"/>
                  </a:cubicBezTo>
                  <a:cubicBezTo>
                    <a:pt x="30" y="0"/>
                    <a:pt x="34" y="25"/>
                    <a:pt x="44" y="37"/>
                  </a:cubicBezTo>
                  <a:cubicBezTo>
                    <a:pt x="108" y="117"/>
                    <a:pt x="170" y="196"/>
                    <a:pt x="234" y="273"/>
                  </a:cubicBezTo>
                  <a:cubicBezTo>
                    <a:pt x="246" y="293"/>
                    <a:pt x="264" y="310"/>
                    <a:pt x="284" y="322"/>
                  </a:cubicBezTo>
                  <a:cubicBezTo>
                    <a:pt x="290" y="325"/>
                    <a:pt x="295" y="328"/>
                    <a:pt x="301" y="3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8"/>
            <p:cNvSpPr/>
            <p:nvPr/>
          </p:nvSpPr>
          <p:spPr>
            <a:xfrm>
              <a:off x="14133733" y="5253886"/>
              <a:ext cx="876799" cy="418562"/>
            </a:xfrm>
            <a:custGeom>
              <a:rect b="b" l="l" r="r" t="t"/>
              <a:pathLst>
                <a:path extrusionOk="0" h="211" w="442">
                  <a:moveTo>
                    <a:pt x="0" y="3"/>
                  </a:moveTo>
                  <a:cubicBezTo>
                    <a:pt x="55" y="20"/>
                    <a:pt x="100" y="56"/>
                    <a:pt x="150" y="83"/>
                  </a:cubicBezTo>
                  <a:cubicBezTo>
                    <a:pt x="154" y="85"/>
                    <a:pt x="159" y="88"/>
                    <a:pt x="163" y="90"/>
                  </a:cubicBezTo>
                  <a:cubicBezTo>
                    <a:pt x="250" y="141"/>
                    <a:pt x="344" y="178"/>
                    <a:pt x="441" y="202"/>
                  </a:cubicBezTo>
                  <a:cubicBezTo>
                    <a:pt x="316" y="210"/>
                    <a:pt x="138" y="124"/>
                    <a:pt x="1"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8"/>
            <p:cNvSpPr/>
            <p:nvPr/>
          </p:nvSpPr>
          <p:spPr>
            <a:xfrm>
              <a:off x="11991329" y="4894835"/>
              <a:ext cx="321361" cy="388807"/>
            </a:xfrm>
            <a:custGeom>
              <a:rect b="b" l="l" r="r" t="t"/>
              <a:pathLst>
                <a:path extrusionOk="0" h="196" w="162">
                  <a:moveTo>
                    <a:pt x="155" y="155"/>
                  </a:moveTo>
                  <a:cubicBezTo>
                    <a:pt x="148" y="165"/>
                    <a:pt x="161" y="195"/>
                    <a:pt x="144" y="185"/>
                  </a:cubicBezTo>
                  <a:cubicBezTo>
                    <a:pt x="99" y="161"/>
                    <a:pt x="47" y="143"/>
                    <a:pt x="33" y="83"/>
                  </a:cubicBezTo>
                  <a:cubicBezTo>
                    <a:pt x="26" y="55"/>
                    <a:pt x="0" y="33"/>
                    <a:pt x="5" y="0"/>
                  </a:cubicBezTo>
                  <a:lnTo>
                    <a:pt x="3" y="2"/>
                  </a:lnTo>
                  <a:cubicBezTo>
                    <a:pt x="69" y="13"/>
                    <a:pt x="69" y="13"/>
                    <a:pt x="100" y="71"/>
                  </a:cubicBezTo>
                  <a:lnTo>
                    <a:pt x="155" y="1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8"/>
            <p:cNvSpPr/>
            <p:nvPr/>
          </p:nvSpPr>
          <p:spPr>
            <a:xfrm>
              <a:off x="15651270" y="2456858"/>
              <a:ext cx="894652" cy="591145"/>
            </a:xfrm>
            <a:custGeom>
              <a:rect b="b" l="l" r="r" t="t"/>
              <a:pathLst>
                <a:path extrusionOk="0" h="298" w="451">
                  <a:moveTo>
                    <a:pt x="0" y="297"/>
                  </a:moveTo>
                  <a:cubicBezTo>
                    <a:pt x="5" y="285"/>
                    <a:pt x="11" y="274"/>
                    <a:pt x="17" y="263"/>
                  </a:cubicBezTo>
                  <a:cubicBezTo>
                    <a:pt x="38" y="226"/>
                    <a:pt x="68" y="196"/>
                    <a:pt x="104" y="173"/>
                  </a:cubicBezTo>
                  <a:cubicBezTo>
                    <a:pt x="139" y="147"/>
                    <a:pt x="175" y="124"/>
                    <a:pt x="213" y="102"/>
                  </a:cubicBezTo>
                  <a:cubicBezTo>
                    <a:pt x="268" y="70"/>
                    <a:pt x="325" y="43"/>
                    <a:pt x="384" y="20"/>
                  </a:cubicBezTo>
                  <a:cubicBezTo>
                    <a:pt x="404" y="13"/>
                    <a:pt x="423" y="0"/>
                    <a:pt x="450" y="17"/>
                  </a:cubicBezTo>
                  <a:cubicBezTo>
                    <a:pt x="380" y="42"/>
                    <a:pt x="312" y="73"/>
                    <a:pt x="247" y="110"/>
                  </a:cubicBezTo>
                  <a:cubicBezTo>
                    <a:pt x="211" y="132"/>
                    <a:pt x="175" y="155"/>
                    <a:pt x="141" y="180"/>
                  </a:cubicBezTo>
                  <a:cubicBezTo>
                    <a:pt x="110" y="202"/>
                    <a:pt x="69" y="216"/>
                    <a:pt x="61" y="261"/>
                  </a:cubicBezTo>
                  <a:lnTo>
                    <a:pt x="64" y="257"/>
                  </a:lnTo>
                  <a:cubicBezTo>
                    <a:pt x="53" y="260"/>
                    <a:pt x="42" y="264"/>
                    <a:pt x="32" y="270"/>
                  </a:cubicBezTo>
                  <a:cubicBezTo>
                    <a:pt x="20" y="277"/>
                    <a:pt x="9" y="286"/>
                    <a:pt x="0" y="2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8"/>
            <p:cNvSpPr/>
            <p:nvPr/>
          </p:nvSpPr>
          <p:spPr>
            <a:xfrm>
              <a:off x="13193456" y="5015841"/>
              <a:ext cx="610982" cy="646689"/>
            </a:xfrm>
            <a:custGeom>
              <a:rect b="b" l="l" r="r" t="t"/>
              <a:pathLst>
                <a:path extrusionOk="0" h="326" w="308">
                  <a:moveTo>
                    <a:pt x="307" y="325"/>
                  </a:moveTo>
                  <a:cubicBezTo>
                    <a:pt x="177" y="272"/>
                    <a:pt x="24" y="109"/>
                    <a:pt x="0" y="0"/>
                  </a:cubicBezTo>
                  <a:cubicBezTo>
                    <a:pt x="83" y="125"/>
                    <a:pt x="187" y="235"/>
                    <a:pt x="307" y="3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8"/>
            <p:cNvSpPr/>
            <p:nvPr/>
          </p:nvSpPr>
          <p:spPr>
            <a:xfrm>
              <a:off x="11352575" y="3012296"/>
              <a:ext cx="245980" cy="489976"/>
            </a:xfrm>
            <a:custGeom>
              <a:rect b="b" l="l" r="r" t="t"/>
              <a:pathLst>
                <a:path extrusionOk="0" h="247" w="124">
                  <a:moveTo>
                    <a:pt x="0" y="134"/>
                  </a:moveTo>
                  <a:cubicBezTo>
                    <a:pt x="33" y="151"/>
                    <a:pt x="43" y="130"/>
                    <a:pt x="50" y="104"/>
                  </a:cubicBezTo>
                  <a:cubicBezTo>
                    <a:pt x="59" y="73"/>
                    <a:pt x="24" y="40"/>
                    <a:pt x="63" y="0"/>
                  </a:cubicBezTo>
                  <a:cubicBezTo>
                    <a:pt x="76" y="82"/>
                    <a:pt x="87" y="155"/>
                    <a:pt x="123" y="228"/>
                  </a:cubicBezTo>
                  <a:cubicBezTo>
                    <a:pt x="92" y="228"/>
                    <a:pt x="89" y="199"/>
                    <a:pt x="70" y="193"/>
                  </a:cubicBezTo>
                  <a:cubicBezTo>
                    <a:pt x="50" y="203"/>
                    <a:pt x="59" y="225"/>
                    <a:pt x="45" y="246"/>
                  </a:cubicBezTo>
                  <a:cubicBezTo>
                    <a:pt x="38" y="238"/>
                    <a:pt x="31" y="228"/>
                    <a:pt x="25" y="218"/>
                  </a:cubicBezTo>
                  <a:cubicBezTo>
                    <a:pt x="10" y="192"/>
                    <a:pt x="2" y="163"/>
                    <a:pt x="0" y="1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8"/>
            <p:cNvSpPr/>
            <p:nvPr/>
          </p:nvSpPr>
          <p:spPr>
            <a:xfrm>
              <a:off x="10828876" y="4297739"/>
              <a:ext cx="255898" cy="858945"/>
            </a:xfrm>
            <a:custGeom>
              <a:rect b="b" l="l" r="r" t="t"/>
              <a:pathLst>
                <a:path extrusionOk="0" h="433" w="129">
                  <a:moveTo>
                    <a:pt x="0" y="0"/>
                  </a:moveTo>
                  <a:cubicBezTo>
                    <a:pt x="39" y="146"/>
                    <a:pt x="78" y="291"/>
                    <a:pt x="128" y="432"/>
                  </a:cubicBezTo>
                  <a:cubicBezTo>
                    <a:pt x="54" y="299"/>
                    <a:pt x="10" y="15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8"/>
            <p:cNvSpPr/>
            <p:nvPr/>
          </p:nvSpPr>
          <p:spPr>
            <a:xfrm>
              <a:off x="12957395" y="5912477"/>
              <a:ext cx="495927" cy="658591"/>
            </a:xfrm>
            <a:custGeom>
              <a:rect b="b" l="l" r="r" t="t"/>
              <a:pathLst>
                <a:path extrusionOk="0" h="332" w="250">
                  <a:moveTo>
                    <a:pt x="233" y="331"/>
                  </a:moveTo>
                  <a:cubicBezTo>
                    <a:pt x="141" y="234"/>
                    <a:pt x="50" y="137"/>
                    <a:pt x="0" y="0"/>
                  </a:cubicBezTo>
                  <a:cubicBezTo>
                    <a:pt x="17" y="13"/>
                    <a:pt x="2" y="2"/>
                    <a:pt x="14" y="0"/>
                  </a:cubicBezTo>
                  <a:cubicBezTo>
                    <a:pt x="17" y="0"/>
                    <a:pt x="22" y="0"/>
                    <a:pt x="23" y="1"/>
                  </a:cubicBezTo>
                  <a:cubicBezTo>
                    <a:pt x="31" y="16"/>
                    <a:pt x="39" y="31"/>
                    <a:pt x="48" y="46"/>
                  </a:cubicBezTo>
                  <a:cubicBezTo>
                    <a:pt x="74" y="92"/>
                    <a:pt x="103" y="136"/>
                    <a:pt x="135" y="179"/>
                  </a:cubicBezTo>
                  <a:cubicBezTo>
                    <a:pt x="172" y="225"/>
                    <a:pt x="211" y="272"/>
                    <a:pt x="249" y="318"/>
                  </a:cubicBezTo>
                  <a:lnTo>
                    <a:pt x="233" y="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8"/>
            <p:cNvSpPr/>
            <p:nvPr/>
          </p:nvSpPr>
          <p:spPr>
            <a:xfrm>
              <a:off x="13522751" y="6049353"/>
              <a:ext cx="527666" cy="648672"/>
            </a:xfrm>
            <a:custGeom>
              <a:rect b="b" l="l" r="r" t="t"/>
              <a:pathLst>
                <a:path extrusionOk="0" h="327" w="266">
                  <a:moveTo>
                    <a:pt x="256" y="326"/>
                  </a:moveTo>
                  <a:cubicBezTo>
                    <a:pt x="141" y="247"/>
                    <a:pt x="9" y="83"/>
                    <a:pt x="0" y="0"/>
                  </a:cubicBezTo>
                  <a:cubicBezTo>
                    <a:pt x="75" y="118"/>
                    <a:pt x="173" y="215"/>
                    <a:pt x="265" y="318"/>
                  </a:cubicBezTo>
                  <a:lnTo>
                    <a:pt x="256" y="3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8"/>
            <p:cNvSpPr/>
            <p:nvPr/>
          </p:nvSpPr>
          <p:spPr>
            <a:xfrm>
              <a:off x="12401956" y="5912477"/>
              <a:ext cx="353100" cy="497911"/>
            </a:xfrm>
            <a:custGeom>
              <a:rect b="b" l="l" r="r" t="t"/>
              <a:pathLst>
                <a:path extrusionOk="0" h="251" w="178">
                  <a:moveTo>
                    <a:pt x="155" y="202"/>
                  </a:moveTo>
                  <a:cubicBezTo>
                    <a:pt x="160" y="206"/>
                    <a:pt x="164" y="211"/>
                    <a:pt x="167" y="217"/>
                  </a:cubicBezTo>
                  <a:cubicBezTo>
                    <a:pt x="172" y="226"/>
                    <a:pt x="175" y="236"/>
                    <a:pt x="177" y="246"/>
                  </a:cubicBezTo>
                  <a:lnTo>
                    <a:pt x="172" y="250"/>
                  </a:lnTo>
                  <a:lnTo>
                    <a:pt x="135" y="230"/>
                  </a:lnTo>
                  <a:lnTo>
                    <a:pt x="96" y="196"/>
                  </a:lnTo>
                  <a:cubicBezTo>
                    <a:pt x="75" y="143"/>
                    <a:pt x="30" y="104"/>
                    <a:pt x="2" y="56"/>
                  </a:cubicBezTo>
                  <a:cubicBezTo>
                    <a:pt x="11" y="45"/>
                    <a:pt x="0" y="0"/>
                    <a:pt x="33" y="33"/>
                  </a:cubicBezTo>
                  <a:cubicBezTo>
                    <a:pt x="52" y="56"/>
                    <a:pt x="72" y="78"/>
                    <a:pt x="94" y="98"/>
                  </a:cubicBezTo>
                  <a:cubicBezTo>
                    <a:pt x="113" y="133"/>
                    <a:pt x="143" y="163"/>
                    <a:pt x="155" y="2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8"/>
            <p:cNvSpPr/>
            <p:nvPr/>
          </p:nvSpPr>
          <p:spPr>
            <a:xfrm>
              <a:off x="15149392" y="5866852"/>
              <a:ext cx="89267" cy="684379"/>
            </a:xfrm>
            <a:custGeom>
              <a:rect b="b" l="l" r="r" t="t"/>
              <a:pathLst>
                <a:path extrusionOk="0" h="345" w="45">
                  <a:moveTo>
                    <a:pt x="12" y="0"/>
                  </a:moveTo>
                  <a:cubicBezTo>
                    <a:pt x="44" y="115"/>
                    <a:pt x="29" y="229"/>
                    <a:pt x="0" y="344"/>
                  </a:cubicBezTo>
                  <a:cubicBezTo>
                    <a:pt x="6" y="227"/>
                    <a:pt x="4" y="114"/>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8"/>
            <p:cNvSpPr/>
            <p:nvPr/>
          </p:nvSpPr>
          <p:spPr>
            <a:xfrm>
              <a:off x="15337844" y="4525865"/>
              <a:ext cx="251931" cy="751825"/>
            </a:xfrm>
            <a:custGeom>
              <a:rect b="b" l="l" r="r" t="t"/>
              <a:pathLst>
                <a:path extrusionOk="0" h="379" w="127">
                  <a:moveTo>
                    <a:pt x="84" y="378"/>
                  </a:moveTo>
                  <a:cubicBezTo>
                    <a:pt x="72" y="253"/>
                    <a:pt x="72" y="125"/>
                    <a:pt x="0" y="0"/>
                  </a:cubicBezTo>
                  <a:cubicBezTo>
                    <a:pt x="84" y="67"/>
                    <a:pt x="126" y="270"/>
                    <a:pt x="84" y="3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8"/>
            <p:cNvSpPr/>
            <p:nvPr/>
          </p:nvSpPr>
          <p:spPr>
            <a:xfrm>
              <a:off x="11283145" y="2000605"/>
              <a:ext cx="111088" cy="918457"/>
            </a:xfrm>
            <a:custGeom>
              <a:rect b="b" l="l" r="r" t="t"/>
              <a:pathLst>
                <a:path extrusionOk="0" h="463" w="56">
                  <a:moveTo>
                    <a:pt x="53" y="334"/>
                  </a:moveTo>
                  <a:cubicBezTo>
                    <a:pt x="31" y="382"/>
                    <a:pt x="31" y="382"/>
                    <a:pt x="48" y="462"/>
                  </a:cubicBezTo>
                  <a:cubicBezTo>
                    <a:pt x="39" y="454"/>
                    <a:pt x="30" y="444"/>
                    <a:pt x="24" y="433"/>
                  </a:cubicBezTo>
                  <a:cubicBezTo>
                    <a:pt x="13" y="414"/>
                    <a:pt x="8" y="393"/>
                    <a:pt x="8" y="372"/>
                  </a:cubicBezTo>
                  <a:cubicBezTo>
                    <a:pt x="8" y="357"/>
                    <a:pt x="10" y="343"/>
                    <a:pt x="15" y="330"/>
                  </a:cubicBezTo>
                  <a:cubicBezTo>
                    <a:pt x="20" y="313"/>
                    <a:pt x="22" y="295"/>
                    <a:pt x="22" y="277"/>
                  </a:cubicBezTo>
                  <a:cubicBezTo>
                    <a:pt x="22" y="259"/>
                    <a:pt x="20" y="241"/>
                    <a:pt x="15" y="224"/>
                  </a:cubicBezTo>
                  <a:cubicBezTo>
                    <a:pt x="5" y="182"/>
                    <a:pt x="0" y="139"/>
                    <a:pt x="0" y="96"/>
                  </a:cubicBezTo>
                  <a:cubicBezTo>
                    <a:pt x="0" y="64"/>
                    <a:pt x="3" y="32"/>
                    <a:pt x="9" y="0"/>
                  </a:cubicBezTo>
                  <a:cubicBezTo>
                    <a:pt x="9" y="113"/>
                    <a:pt x="36" y="223"/>
                    <a:pt x="55" y="334"/>
                  </a:cubicBezTo>
                  <a:lnTo>
                    <a:pt x="53" y="3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8"/>
            <p:cNvSpPr/>
            <p:nvPr/>
          </p:nvSpPr>
          <p:spPr>
            <a:xfrm>
              <a:off x="11279178" y="4242195"/>
              <a:ext cx="255898" cy="779597"/>
            </a:xfrm>
            <a:custGeom>
              <a:rect b="b" l="l" r="r" t="t"/>
              <a:pathLst>
                <a:path extrusionOk="0" h="393" w="129">
                  <a:moveTo>
                    <a:pt x="128" y="390"/>
                  </a:moveTo>
                  <a:cubicBezTo>
                    <a:pt x="108" y="388"/>
                    <a:pt x="107" y="371"/>
                    <a:pt x="102" y="358"/>
                  </a:cubicBezTo>
                  <a:cubicBezTo>
                    <a:pt x="60" y="241"/>
                    <a:pt x="10" y="127"/>
                    <a:pt x="0" y="0"/>
                  </a:cubicBezTo>
                  <a:cubicBezTo>
                    <a:pt x="37" y="59"/>
                    <a:pt x="46" y="127"/>
                    <a:pt x="66" y="191"/>
                  </a:cubicBezTo>
                  <a:cubicBezTo>
                    <a:pt x="86" y="255"/>
                    <a:pt x="121" y="320"/>
                    <a:pt x="126" y="392"/>
                  </a:cubicBezTo>
                  <a:lnTo>
                    <a:pt x="128" y="3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8"/>
            <p:cNvSpPr/>
            <p:nvPr/>
          </p:nvSpPr>
          <p:spPr>
            <a:xfrm>
              <a:off x="13078401" y="3776024"/>
              <a:ext cx="551471" cy="196387"/>
            </a:xfrm>
            <a:custGeom>
              <a:rect b="b" l="l" r="r" t="t"/>
              <a:pathLst>
                <a:path extrusionOk="0" h="99" w="278">
                  <a:moveTo>
                    <a:pt x="0" y="21"/>
                  </a:moveTo>
                  <a:cubicBezTo>
                    <a:pt x="26" y="0"/>
                    <a:pt x="43" y="20"/>
                    <a:pt x="62" y="25"/>
                  </a:cubicBezTo>
                  <a:cubicBezTo>
                    <a:pt x="95" y="35"/>
                    <a:pt x="120" y="72"/>
                    <a:pt x="167" y="33"/>
                  </a:cubicBezTo>
                  <a:cubicBezTo>
                    <a:pt x="189" y="14"/>
                    <a:pt x="244" y="51"/>
                    <a:pt x="277" y="81"/>
                  </a:cubicBezTo>
                  <a:cubicBezTo>
                    <a:pt x="229" y="71"/>
                    <a:pt x="181" y="98"/>
                    <a:pt x="139" y="85"/>
                  </a:cubicBezTo>
                  <a:cubicBezTo>
                    <a:pt x="103" y="77"/>
                    <a:pt x="68" y="63"/>
                    <a:pt x="36" y="44"/>
                  </a:cubicBezTo>
                  <a:cubicBezTo>
                    <a:pt x="23" y="37"/>
                    <a:pt x="11" y="29"/>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8"/>
            <p:cNvSpPr/>
            <p:nvPr/>
          </p:nvSpPr>
          <p:spPr>
            <a:xfrm>
              <a:off x="14506671" y="5055515"/>
              <a:ext cx="521715" cy="402693"/>
            </a:xfrm>
            <a:custGeom>
              <a:rect b="b" l="l" r="r" t="t"/>
              <a:pathLst>
                <a:path extrusionOk="0" h="203" w="263">
                  <a:moveTo>
                    <a:pt x="255" y="202"/>
                  </a:moveTo>
                  <a:cubicBezTo>
                    <a:pt x="164" y="152"/>
                    <a:pt x="70" y="104"/>
                    <a:pt x="0" y="22"/>
                  </a:cubicBezTo>
                  <a:cubicBezTo>
                    <a:pt x="27" y="0"/>
                    <a:pt x="37" y="17"/>
                    <a:pt x="45" y="27"/>
                  </a:cubicBezTo>
                  <a:cubicBezTo>
                    <a:pt x="97" y="90"/>
                    <a:pt x="185" y="99"/>
                    <a:pt x="238" y="160"/>
                  </a:cubicBezTo>
                  <a:cubicBezTo>
                    <a:pt x="248" y="171"/>
                    <a:pt x="261" y="179"/>
                    <a:pt x="262" y="195"/>
                  </a:cubicBezTo>
                  <a:lnTo>
                    <a:pt x="255" y="20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8"/>
            <p:cNvSpPr/>
            <p:nvPr/>
          </p:nvSpPr>
          <p:spPr>
            <a:xfrm>
              <a:off x="12566604" y="6013646"/>
              <a:ext cx="372937" cy="444350"/>
            </a:xfrm>
            <a:custGeom>
              <a:rect b="b" l="l" r="r" t="t"/>
              <a:pathLst>
                <a:path extrusionOk="0" h="224" w="188">
                  <a:moveTo>
                    <a:pt x="72" y="151"/>
                  </a:moveTo>
                  <a:cubicBezTo>
                    <a:pt x="60" y="112"/>
                    <a:pt x="30" y="82"/>
                    <a:pt x="11" y="47"/>
                  </a:cubicBezTo>
                  <a:cubicBezTo>
                    <a:pt x="8" y="35"/>
                    <a:pt x="0" y="20"/>
                    <a:pt x="4" y="13"/>
                  </a:cubicBezTo>
                  <a:cubicBezTo>
                    <a:pt x="12" y="0"/>
                    <a:pt x="23" y="9"/>
                    <a:pt x="31" y="19"/>
                  </a:cubicBezTo>
                  <a:cubicBezTo>
                    <a:pt x="80" y="85"/>
                    <a:pt x="131" y="150"/>
                    <a:pt x="187" y="223"/>
                  </a:cubicBezTo>
                  <a:cubicBezTo>
                    <a:pt x="131" y="214"/>
                    <a:pt x="123" y="148"/>
                    <a:pt x="72"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8"/>
            <p:cNvSpPr/>
            <p:nvPr/>
          </p:nvSpPr>
          <p:spPr>
            <a:xfrm>
              <a:off x="17305683" y="2200959"/>
              <a:ext cx="579243" cy="297556"/>
            </a:xfrm>
            <a:custGeom>
              <a:rect b="b" l="l" r="r" t="t"/>
              <a:pathLst>
                <a:path extrusionOk="0" h="150" w="292">
                  <a:moveTo>
                    <a:pt x="291" y="131"/>
                  </a:moveTo>
                  <a:cubicBezTo>
                    <a:pt x="286" y="147"/>
                    <a:pt x="274" y="149"/>
                    <a:pt x="264" y="141"/>
                  </a:cubicBezTo>
                  <a:cubicBezTo>
                    <a:pt x="236" y="119"/>
                    <a:pt x="207" y="99"/>
                    <a:pt x="176" y="82"/>
                  </a:cubicBezTo>
                  <a:cubicBezTo>
                    <a:pt x="121" y="50"/>
                    <a:pt x="61" y="24"/>
                    <a:pt x="0" y="6"/>
                  </a:cubicBezTo>
                  <a:cubicBezTo>
                    <a:pt x="13" y="2"/>
                    <a:pt x="26" y="0"/>
                    <a:pt x="39" y="0"/>
                  </a:cubicBezTo>
                  <a:cubicBezTo>
                    <a:pt x="61" y="0"/>
                    <a:pt x="83" y="5"/>
                    <a:pt x="103" y="15"/>
                  </a:cubicBezTo>
                  <a:cubicBezTo>
                    <a:pt x="149" y="32"/>
                    <a:pt x="184" y="70"/>
                    <a:pt x="234" y="77"/>
                  </a:cubicBezTo>
                  <a:lnTo>
                    <a:pt x="291" y="1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8"/>
            <p:cNvSpPr/>
            <p:nvPr/>
          </p:nvSpPr>
          <p:spPr>
            <a:xfrm>
              <a:off x="15200968" y="3795861"/>
              <a:ext cx="573291" cy="315409"/>
            </a:xfrm>
            <a:custGeom>
              <a:rect b="b" l="l" r="r" t="t"/>
              <a:pathLst>
                <a:path extrusionOk="0" h="159" w="289">
                  <a:moveTo>
                    <a:pt x="166" y="112"/>
                  </a:moveTo>
                  <a:cubicBezTo>
                    <a:pt x="124" y="66"/>
                    <a:pt x="60" y="51"/>
                    <a:pt x="0" y="0"/>
                  </a:cubicBezTo>
                  <a:cubicBezTo>
                    <a:pt x="76" y="8"/>
                    <a:pt x="177" y="63"/>
                    <a:pt x="288" y="149"/>
                  </a:cubicBezTo>
                  <a:cubicBezTo>
                    <a:pt x="235" y="158"/>
                    <a:pt x="209" y="105"/>
                    <a:pt x="162" y="110"/>
                  </a:cubicBezTo>
                  <a:lnTo>
                    <a:pt x="166" y="1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8"/>
            <p:cNvSpPr/>
            <p:nvPr/>
          </p:nvSpPr>
          <p:spPr>
            <a:xfrm>
              <a:off x="12233341" y="5866852"/>
              <a:ext cx="363018" cy="440383"/>
            </a:xfrm>
            <a:custGeom>
              <a:rect b="b" l="l" r="r" t="t"/>
              <a:pathLst>
                <a:path extrusionOk="0" h="222" w="183">
                  <a:moveTo>
                    <a:pt x="88" y="78"/>
                  </a:moveTo>
                  <a:cubicBezTo>
                    <a:pt x="116" y="127"/>
                    <a:pt x="161" y="164"/>
                    <a:pt x="182" y="218"/>
                  </a:cubicBezTo>
                  <a:lnTo>
                    <a:pt x="161" y="221"/>
                  </a:lnTo>
                  <a:cubicBezTo>
                    <a:pt x="105" y="163"/>
                    <a:pt x="56" y="98"/>
                    <a:pt x="15" y="28"/>
                  </a:cubicBezTo>
                  <a:cubicBezTo>
                    <a:pt x="10" y="18"/>
                    <a:pt x="5" y="9"/>
                    <a:pt x="0" y="0"/>
                  </a:cubicBezTo>
                  <a:cubicBezTo>
                    <a:pt x="56" y="16"/>
                    <a:pt x="54" y="66"/>
                    <a:pt x="88"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8"/>
            <p:cNvSpPr/>
            <p:nvPr/>
          </p:nvSpPr>
          <p:spPr>
            <a:xfrm>
              <a:off x="11747333" y="4561572"/>
              <a:ext cx="247963" cy="571308"/>
            </a:xfrm>
            <a:custGeom>
              <a:rect b="b" l="l" r="r" t="t"/>
              <a:pathLst>
                <a:path extrusionOk="0" h="288" w="125">
                  <a:moveTo>
                    <a:pt x="0" y="0"/>
                  </a:moveTo>
                  <a:cubicBezTo>
                    <a:pt x="41" y="96"/>
                    <a:pt x="84" y="191"/>
                    <a:pt x="124" y="287"/>
                  </a:cubicBezTo>
                  <a:cubicBezTo>
                    <a:pt x="106" y="264"/>
                    <a:pt x="90" y="240"/>
                    <a:pt x="75" y="215"/>
                  </a:cubicBezTo>
                  <a:cubicBezTo>
                    <a:pt x="37" y="148"/>
                    <a:pt x="11" y="7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8"/>
            <p:cNvSpPr/>
            <p:nvPr/>
          </p:nvSpPr>
          <p:spPr>
            <a:xfrm>
              <a:off x="12027036" y="2603652"/>
              <a:ext cx="281686" cy="476090"/>
            </a:xfrm>
            <a:custGeom>
              <a:rect b="b" l="l" r="r" t="t"/>
              <a:pathLst>
                <a:path extrusionOk="0" h="240" w="142">
                  <a:moveTo>
                    <a:pt x="3" y="0"/>
                  </a:moveTo>
                  <a:cubicBezTo>
                    <a:pt x="22" y="42"/>
                    <a:pt x="43" y="82"/>
                    <a:pt x="65" y="122"/>
                  </a:cubicBezTo>
                  <a:cubicBezTo>
                    <a:pt x="88" y="162"/>
                    <a:pt x="114" y="201"/>
                    <a:pt x="141" y="239"/>
                  </a:cubicBezTo>
                  <a:cubicBezTo>
                    <a:pt x="60" y="181"/>
                    <a:pt x="0" y="77"/>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8"/>
            <p:cNvSpPr/>
            <p:nvPr/>
          </p:nvSpPr>
          <p:spPr>
            <a:xfrm>
              <a:off x="15460834" y="3996215"/>
              <a:ext cx="402693" cy="440383"/>
            </a:xfrm>
            <a:custGeom>
              <a:rect b="b" l="l" r="r" t="t"/>
              <a:pathLst>
                <a:path extrusionOk="0" h="222" w="203">
                  <a:moveTo>
                    <a:pt x="201" y="184"/>
                  </a:moveTo>
                  <a:cubicBezTo>
                    <a:pt x="201" y="185"/>
                    <a:pt x="202" y="186"/>
                    <a:pt x="202" y="187"/>
                  </a:cubicBezTo>
                  <a:cubicBezTo>
                    <a:pt x="202" y="194"/>
                    <a:pt x="200" y="201"/>
                    <a:pt x="196" y="207"/>
                  </a:cubicBezTo>
                  <a:cubicBezTo>
                    <a:pt x="192" y="213"/>
                    <a:pt x="188" y="218"/>
                    <a:pt x="183" y="221"/>
                  </a:cubicBezTo>
                  <a:cubicBezTo>
                    <a:pt x="154" y="159"/>
                    <a:pt x="97" y="122"/>
                    <a:pt x="53" y="73"/>
                  </a:cubicBezTo>
                  <a:cubicBezTo>
                    <a:pt x="37" y="55"/>
                    <a:pt x="11" y="40"/>
                    <a:pt x="6" y="20"/>
                  </a:cubicBezTo>
                  <a:cubicBezTo>
                    <a:pt x="0" y="0"/>
                    <a:pt x="22" y="7"/>
                    <a:pt x="34" y="12"/>
                  </a:cubicBezTo>
                  <a:lnTo>
                    <a:pt x="31" y="9"/>
                  </a:lnTo>
                  <a:cubicBezTo>
                    <a:pt x="63" y="51"/>
                    <a:pt x="101" y="88"/>
                    <a:pt x="144" y="117"/>
                  </a:cubicBezTo>
                  <a:cubicBezTo>
                    <a:pt x="152" y="148"/>
                    <a:pt x="181" y="164"/>
                    <a:pt x="201" y="1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8"/>
            <p:cNvSpPr/>
            <p:nvPr/>
          </p:nvSpPr>
          <p:spPr>
            <a:xfrm>
              <a:off x="10491646" y="3379282"/>
              <a:ext cx="111088" cy="333263"/>
            </a:xfrm>
            <a:custGeom>
              <a:rect b="b" l="l" r="r" t="t"/>
              <a:pathLst>
                <a:path extrusionOk="0" h="168" w="56">
                  <a:moveTo>
                    <a:pt x="54" y="167"/>
                  </a:moveTo>
                  <a:cubicBezTo>
                    <a:pt x="0" y="88"/>
                    <a:pt x="0" y="88"/>
                    <a:pt x="25" y="0"/>
                  </a:cubicBezTo>
                  <a:cubicBezTo>
                    <a:pt x="55" y="26"/>
                    <a:pt x="55" y="26"/>
                    <a:pt x="54" y="16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8"/>
            <p:cNvSpPr/>
            <p:nvPr/>
          </p:nvSpPr>
          <p:spPr>
            <a:xfrm>
              <a:off x="13600116" y="4484207"/>
              <a:ext cx="400709" cy="317393"/>
            </a:xfrm>
            <a:custGeom>
              <a:rect b="b" l="l" r="r" t="t"/>
              <a:pathLst>
                <a:path extrusionOk="0" h="160" w="202">
                  <a:moveTo>
                    <a:pt x="166" y="100"/>
                  </a:moveTo>
                  <a:cubicBezTo>
                    <a:pt x="166" y="124"/>
                    <a:pt x="201" y="123"/>
                    <a:pt x="199" y="159"/>
                  </a:cubicBezTo>
                  <a:cubicBezTo>
                    <a:pt x="120" y="118"/>
                    <a:pt x="50" y="73"/>
                    <a:pt x="0" y="0"/>
                  </a:cubicBezTo>
                  <a:cubicBezTo>
                    <a:pt x="67" y="17"/>
                    <a:pt x="99" y="92"/>
                    <a:pt x="169" y="102"/>
                  </a:cubicBezTo>
                  <a:lnTo>
                    <a:pt x="166" y="10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8"/>
            <p:cNvSpPr/>
            <p:nvPr/>
          </p:nvSpPr>
          <p:spPr>
            <a:xfrm>
              <a:off x="11094693" y="2629440"/>
              <a:ext cx="158697" cy="648672"/>
            </a:xfrm>
            <a:custGeom>
              <a:rect b="b" l="l" r="r" t="t"/>
              <a:pathLst>
                <a:path extrusionOk="0" h="327" w="80">
                  <a:moveTo>
                    <a:pt x="19" y="181"/>
                  </a:moveTo>
                  <a:cubicBezTo>
                    <a:pt x="10" y="121"/>
                    <a:pt x="0" y="61"/>
                    <a:pt x="19" y="0"/>
                  </a:cubicBezTo>
                  <a:cubicBezTo>
                    <a:pt x="34" y="109"/>
                    <a:pt x="56" y="218"/>
                    <a:pt x="79" y="326"/>
                  </a:cubicBezTo>
                  <a:cubicBezTo>
                    <a:pt x="50" y="326"/>
                    <a:pt x="63" y="283"/>
                    <a:pt x="32" y="293"/>
                  </a:cubicBezTo>
                  <a:cubicBezTo>
                    <a:pt x="39" y="253"/>
                    <a:pt x="45" y="213"/>
                    <a:pt x="17" y="179"/>
                  </a:cubicBezTo>
                  <a:lnTo>
                    <a:pt x="19" y="18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8"/>
            <p:cNvSpPr/>
            <p:nvPr/>
          </p:nvSpPr>
          <p:spPr>
            <a:xfrm>
              <a:off x="14191261" y="4200537"/>
              <a:ext cx="384839" cy="208289"/>
            </a:xfrm>
            <a:custGeom>
              <a:rect b="b" l="l" r="r" t="t"/>
              <a:pathLst>
                <a:path extrusionOk="0" h="105" w="194">
                  <a:moveTo>
                    <a:pt x="181" y="104"/>
                  </a:moveTo>
                  <a:cubicBezTo>
                    <a:pt x="125" y="82"/>
                    <a:pt x="69" y="60"/>
                    <a:pt x="14" y="38"/>
                  </a:cubicBezTo>
                  <a:cubicBezTo>
                    <a:pt x="12" y="37"/>
                    <a:pt x="11" y="37"/>
                    <a:pt x="9" y="36"/>
                  </a:cubicBezTo>
                  <a:cubicBezTo>
                    <a:pt x="6" y="34"/>
                    <a:pt x="4" y="32"/>
                    <a:pt x="2" y="29"/>
                  </a:cubicBezTo>
                  <a:cubicBezTo>
                    <a:pt x="0" y="26"/>
                    <a:pt x="0" y="23"/>
                    <a:pt x="0" y="20"/>
                  </a:cubicBezTo>
                  <a:cubicBezTo>
                    <a:pt x="0" y="17"/>
                    <a:pt x="1" y="14"/>
                    <a:pt x="2" y="11"/>
                  </a:cubicBezTo>
                  <a:cubicBezTo>
                    <a:pt x="3" y="10"/>
                    <a:pt x="3" y="10"/>
                    <a:pt x="4" y="9"/>
                  </a:cubicBezTo>
                  <a:cubicBezTo>
                    <a:pt x="5" y="6"/>
                    <a:pt x="8" y="4"/>
                    <a:pt x="11" y="2"/>
                  </a:cubicBezTo>
                  <a:cubicBezTo>
                    <a:pt x="14" y="0"/>
                    <a:pt x="17" y="0"/>
                    <a:pt x="20" y="0"/>
                  </a:cubicBezTo>
                  <a:cubicBezTo>
                    <a:pt x="23" y="0"/>
                    <a:pt x="25" y="0"/>
                    <a:pt x="27" y="1"/>
                  </a:cubicBezTo>
                  <a:cubicBezTo>
                    <a:pt x="68" y="18"/>
                    <a:pt x="108" y="38"/>
                    <a:pt x="146" y="60"/>
                  </a:cubicBezTo>
                  <a:cubicBezTo>
                    <a:pt x="162" y="69"/>
                    <a:pt x="178" y="79"/>
                    <a:pt x="193" y="89"/>
                  </a:cubicBezTo>
                  <a:lnTo>
                    <a:pt x="181" y="1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8"/>
            <p:cNvSpPr/>
            <p:nvPr/>
          </p:nvSpPr>
          <p:spPr>
            <a:xfrm>
              <a:off x="13346201" y="6045385"/>
              <a:ext cx="327312" cy="444350"/>
            </a:xfrm>
            <a:custGeom>
              <a:rect b="b" l="l" r="r" t="t"/>
              <a:pathLst>
                <a:path extrusionOk="0" h="224" w="165">
                  <a:moveTo>
                    <a:pt x="158" y="223"/>
                  </a:moveTo>
                  <a:cubicBezTo>
                    <a:pt x="103" y="171"/>
                    <a:pt x="55" y="111"/>
                    <a:pt x="17" y="45"/>
                  </a:cubicBezTo>
                  <a:cubicBezTo>
                    <a:pt x="11" y="35"/>
                    <a:pt x="5" y="24"/>
                    <a:pt x="0" y="13"/>
                  </a:cubicBezTo>
                  <a:lnTo>
                    <a:pt x="17" y="0"/>
                  </a:lnTo>
                  <a:lnTo>
                    <a:pt x="164" y="216"/>
                  </a:lnTo>
                  <a:lnTo>
                    <a:pt x="158" y="2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8"/>
            <p:cNvSpPr/>
            <p:nvPr/>
          </p:nvSpPr>
          <p:spPr>
            <a:xfrm>
              <a:off x="11646164" y="1951012"/>
              <a:ext cx="160680" cy="535601"/>
            </a:xfrm>
            <a:custGeom>
              <a:rect b="b" l="l" r="r" t="t"/>
              <a:pathLst>
                <a:path extrusionOk="0" h="270" w="81">
                  <a:moveTo>
                    <a:pt x="53" y="137"/>
                  </a:moveTo>
                  <a:lnTo>
                    <a:pt x="80" y="269"/>
                  </a:lnTo>
                  <a:cubicBezTo>
                    <a:pt x="39" y="184"/>
                    <a:pt x="12" y="93"/>
                    <a:pt x="0" y="0"/>
                  </a:cubicBezTo>
                  <a:cubicBezTo>
                    <a:pt x="58" y="35"/>
                    <a:pt x="25" y="100"/>
                    <a:pt x="58" y="140"/>
                  </a:cubicBezTo>
                  <a:lnTo>
                    <a:pt x="53" y="13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8"/>
            <p:cNvSpPr/>
            <p:nvPr/>
          </p:nvSpPr>
          <p:spPr>
            <a:xfrm>
              <a:off x="11521190" y="1808185"/>
              <a:ext cx="126957" cy="515764"/>
            </a:xfrm>
            <a:custGeom>
              <a:rect b="b" l="l" r="r" t="t"/>
              <a:pathLst>
                <a:path extrusionOk="0" h="260" w="64">
                  <a:moveTo>
                    <a:pt x="47" y="4"/>
                  </a:moveTo>
                  <a:cubicBezTo>
                    <a:pt x="27" y="59"/>
                    <a:pt x="42" y="113"/>
                    <a:pt x="53" y="166"/>
                  </a:cubicBezTo>
                  <a:cubicBezTo>
                    <a:pt x="60" y="187"/>
                    <a:pt x="63" y="208"/>
                    <a:pt x="63" y="230"/>
                  </a:cubicBezTo>
                  <a:cubicBezTo>
                    <a:pt x="63" y="240"/>
                    <a:pt x="63" y="250"/>
                    <a:pt x="61" y="259"/>
                  </a:cubicBezTo>
                  <a:cubicBezTo>
                    <a:pt x="29" y="191"/>
                    <a:pt x="25" y="123"/>
                    <a:pt x="8" y="58"/>
                  </a:cubicBezTo>
                  <a:cubicBezTo>
                    <a:pt x="2" y="32"/>
                    <a:pt x="0" y="0"/>
                    <a:pt x="45" y="5"/>
                  </a:cubicBezTo>
                  <a:lnTo>
                    <a:pt x="47"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8"/>
            <p:cNvSpPr/>
            <p:nvPr/>
          </p:nvSpPr>
          <p:spPr>
            <a:xfrm>
              <a:off x="12580490" y="3968443"/>
              <a:ext cx="339214" cy="251931"/>
            </a:xfrm>
            <a:custGeom>
              <a:rect b="b" l="l" r="r" t="t"/>
              <a:pathLst>
                <a:path extrusionOk="0" h="127" w="171">
                  <a:moveTo>
                    <a:pt x="170" y="126"/>
                  </a:moveTo>
                  <a:cubicBezTo>
                    <a:pt x="98" y="105"/>
                    <a:pt x="36" y="71"/>
                    <a:pt x="0" y="0"/>
                  </a:cubicBezTo>
                  <a:lnTo>
                    <a:pt x="170" y="1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8"/>
            <p:cNvSpPr/>
            <p:nvPr/>
          </p:nvSpPr>
          <p:spPr>
            <a:xfrm>
              <a:off x="12161928" y="4930542"/>
              <a:ext cx="249947" cy="341198"/>
            </a:xfrm>
            <a:custGeom>
              <a:rect b="b" l="l" r="r" t="t"/>
              <a:pathLst>
                <a:path extrusionOk="0" h="172" w="126">
                  <a:moveTo>
                    <a:pt x="68" y="137"/>
                  </a:moveTo>
                  <a:lnTo>
                    <a:pt x="13" y="53"/>
                  </a:lnTo>
                  <a:cubicBezTo>
                    <a:pt x="10" y="36"/>
                    <a:pt x="0" y="19"/>
                    <a:pt x="18" y="0"/>
                  </a:cubicBezTo>
                  <a:cubicBezTo>
                    <a:pt x="52" y="27"/>
                    <a:pt x="52" y="82"/>
                    <a:pt x="101" y="94"/>
                  </a:cubicBezTo>
                  <a:lnTo>
                    <a:pt x="120" y="122"/>
                  </a:lnTo>
                  <a:cubicBezTo>
                    <a:pt x="122" y="126"/>
                    <a:pt x="124" y="131"/>
                    <a:pt x="125" y="136"/>
                  </a:cubicBezTo>
                  <a:lnTo>
                    <a:pt x="119" y="171"/>
                  </a:lnTo>
                  <a:cubicBezTo>
                    <a:pt x="110" y="164"/>
                    <a:pt x="101" y="156"/>
                    <a:pt x="91" y="150"/>
                  </a:cubicBezTo>
                  <a:cubicBezTo>
                    <a:pt x="82" y="143"/>
                    <a:pt x="76" y="141"/>
                    <a:pt x="68" y="1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8"/>
            <p:cNvSpPr/>
            <p:nvPr/>
          </p:nvSpPr>
          <p:spPr>
            <a:xfrm>
              <a:off x="10777299" y="4446517"/>
              <a:ext cx="130925" cy="527666"/>
            </a:xfrm>
            <a:custGeom>
              <a:rect b="b" l="l" r="r" t="t"/>
              <a:pathLst>
                <a:path extrusionOk="0" h="266" w="66">
                  <a:moveTo>
                    <a:pt x="2" y="0"/>
                  </a:moveTo>
                  <a:lnTo>
                    <a:pt x="65" y="265"/>
                  </a:lnTo>
                  <a:cubicBezTo>
                    <a:pt x="63" y="261"/>
                    <a:pt x="60" y="257"/>
                    <a:pt x="58" y="253"/>
                  </a:cubicBezTo>
                  <a:cubicBezTo>
                    <a:pt x="20" y="187"/>
                    <a:pt x="0" y="113"/>
                    <a:pt x="0" y="37"/>
                  </a:cubicBezTo>
                  <a:cubicBezTo>
                    <a:pt x="0" y="25"/>
                    <a:pt x="1" y="13"/>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8"/>
            <p:cNvSpPr/>
            <p:nvPr/>
          </p:nvSpPr>
          <p:spPr>
            <a:xfrm>
              <a:off x="15746488" y="4176733"/>
              <a:ext cx="232094" cy="242012"/>
            </a:xfrm>
            <a:custGeom>
              <a:rect b="b" l="l" r="r" t="t"/>
              <a:pathLst>
                <a:path extrusionOk="0" h="122" w="117">
                  <a:moveTo>
                    <a:pt x="57" y="94"/>
                  </a:moveTo>
                  <a:cubicBezTo>
                    <a:pt x="36" y="73"/>
                    <a:pt x="8" y="58"/>
                    <a:pt x="0" y="26"/>
                  </a:cubicBezTo>
                  <a:cubicBezTo>
                    <a:pt x="2" y="7"/>
                    <a:pt x="12" y="0"/>
                    <a:pt x="29" y="7"/>
                  </a:cubicBezTo>
                  <a:cubicBezTo>
                    <a:pt x="40" y="12"/>
                    <a:pt x="51" y="16"/>
                    <a:pt x="62" y="23"/>
                  </a:cubicBezTo>
                  <a:cubicBezTo>
                    <a:pt x="64" y="24"/>
                    <a:pt x="66" y="26"/>
                    <a:pt x="68" y="27"/>
                  </a:cubicBezTo>
                  <a:lnTo>
                    <a:pt x="94" y="63"/>
                  </a:lnTo>
                  <a:cubicBezTo>
                    <a:pt x="109" y="77"/>
                    <a:pt x="116" y="103"/>
                    <a:pt x="106" y="112"/>
                  </a:cubicBezTo>
                  <a:cubicBezTo>
                    <a:pt x="95" y="121"/>
                    <a:pt x="74" y="99"/>
                    <a:pt x="57"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8"/>
            <p:cNvSpPr/>
            <p:nvPr/>
          </p:nvSpPr>
          <p:spPr>
            <a:xfrm>
              <a:off x="16262252" y="3545913"/>
              <a:ext cx="398725" cy="168615"/>
            </a:xfrm>
            <a:custGeom>
              <a:rect b="b" l="l" r="r" t="t"/>
              <a:pathLst>
                <a:path extrusionOk="0" h="85" w="201">
                  <a:moveTo>
                    <a:pt x="0" y="0"/>
                  </a:moveTo>
                  <a:cubicBezTo>
                    <a:pt x="99" y="0"/>
                    <a:pt x="146" y="19"/>
                    <a:pt x="200" y="71"/>
                  </a:cubicBezTo>
                  <a:cubicBezTo>
                    <a:pt x="185" y="84"/>
                    <a:pt x="171" y="71"/>
                    <a:pt x="159" y="66"/>
                  </a:cubicBezTo>
                  <a:cubicBezTo>
                    <a:pt x="114" y="45"/>
                    <a:pt x="61" y="4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8"/>
            <p:cNvSpPr/>
            <p:nvPr/>
          </p:nvSpPr>
          <p:spPr>
            <a:xfrm>
              <a:off x="12340461" y="2694903"/>
              <a:ext cx="285654" cy="368970"/>
            </a:xfrm>
            <a:custGeom>
              <a:rect b="b" l="l" r="r" t="t"/>
              <a:pathLst>
                <a:path extrusionOk="0" h="186" w="144">
                  <a:moveTo>
                    <a:pt x="0" y="0"/>
                  </a:moveTo>
                  <a:lnTo>
                    <a:pt x="143" y="185"/>
                  </a:lnTo>
                  <a:cubicBezTo>
                    <a:pt x="139" y="183"/>
                    <a:pt x="134" y="181"/>
                    <a:pt x="130" y="178"/>
                  </a:cubicBezTo>
                  <a:cubicBezTo>
                    <a:pt x="89" y="155"/>
                    <a:pt x="54" y="120"/>
                    <a:pt x="30" y="79"/>
                  </a:cubicBezTo>
                  <a:cubicBezTo>
                    <a:pt x="16" y="54"/>
                    <a:pt x="6" y="2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8"/>
            <p:cNvSpPr/>
            <p:nvPr/>
          </p:nvSpPr>
          <p:spPr>
            <a:xfrm>
              <a:off x="11892143" y="4462387"/>
              <a:ext cx="204322" cy="283670"/>
            </a:xfrm>
            <a:custGeom>
              <a:rect b="b" l="l" r="r" t="t"/>
              <a:pathLst>
                <a:path extrusionOk="0" h="143" w="103">
                  <a:moveTo>
                    <a:pt x="19" y="86"/>
                  </a:moveTo>
                  <a:cubicBezTo>
                    <a:pt x="24" y="60"/>
                    <a:pt x="0" y="36"/>
                    <a:pt x="19" y="0"/>
                  </a:cubicBezTo>
                  <a:cubicBezTo>
                    <a:pt x="51" y="38"/>
                    <a:pt x="93" y="63"/>
                    <a:pt x="102" y="114"/>
                  </a:cubicBezTo>
                  <a:cubicBezTo>
                    <a:pt x="60" y="142"/>
                    <a:pt x="41" y="105"/>
                    <a:pt x="18" y="84"/>
                  </a:cubicBezTo>
                  <a:lnTo>
                    <a:pt x="19" y="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8"/>
            <p:cNvSpPr/>
            <p:nvPr/>
          </p:nvSpPr>
          <p:spPr>
            <a:xfrm>
              <a:off x="14254740" y="6212017"/>
              <a:ext cx="192420" cy="281686"/>
            </a:xfrm>
            <a:custGeom>
              <a:rect b="b" l="l" r="r" t="t"/>
              <a:pathLst>
                <a:path extrusionOk="0" h="142" w="97">
                  <a:moveTo>
                    <a:pt x="0" y="0"/>
                  </a:moveTo>
                  <a:cubicBezTo>
                    <a:pt x="56" y="32"/>
                    <a:pt x="68" y="88"/>
                    <a:pt x="96" y="141"/>
                  </a:cubicBezTo>
                  <a:cubicBezTo>
                    <a:pt x="31" y="117"/>
                    <a:pt x="18" y="9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8"/>
            <p:cNvSpPr/>
            <p:nvPr/>
          </p:nvSpPr>
          <p:spPr>
            <a:xfrm>
              <a:off x="11179992" y="1931175"/>
              <a:ext cx="97202" cy="561389"/>
            </a:xfrm>
            <a:custGeom>
              <a:rect b="b" l="l" r="r" t="t"/>
              <a:pathLst>
                <a:path extrusionOk="0" h="283" w="49">
                  <a:moveTo>
                    <a:pt x="21" y="1"/>
                  </a:moveTo>
                  <a:cubicBezTo>
                    <a:pt x="48" y="93"/>
                    <a:pt x="25" y="188"/>
                    <a:pt x="32" y="282"/>
                  </a:cubicBezTo>
                  <a:cubicBezTo>
                    <a:pt x="21" y="188"/>
                    <a:pt x="0" y="96"/>
                    <a:pt x="22" y="0"/>
                  </a:cubicBezTo>
                  <a:lnTo>
                    <a:pt x="2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8"/>
            <p:cNvSpPr/>
            <p:nvPr/>
          </p:nvSpPr>
          <p:spPr>
            <a:xfrm>
              <a:off x="13473159" y="5240000"/>
              <a:ext cx="347149" cy="325328"/>
            </a:xfrm>
            <a:custGeom>
              <a:rect b="b" l="l" r="r" t="t"/>
              <a:pathLst>
                <a:path extrusionOk="0" h="164" w="175">
                  <a:moveTo>
                    <a:pt x="174" y="162"/>
                  </a:moveTo>
                  <a:cubicBezTo>
                    <a:pt x="98" y="129"/>
                    <a:pt x="46" y="69"/>
                    <a:pt x="0" y="3"/>
                  </a:cubicBezTo>
                  <a:lnTo>
                    <a:pt x="3" y="0"/>
                  </a:lnTo>
                  <a:cubicBezTo>
                    <a:pt x="65" y="48"/>
                    <a:pt x="122" y="102"/>
                    <a:pt x="172" y="163"/>
                  </a:cubicBezTo>
                  <a:lnTo>
                    <a:pt x="174" y="1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8"/>
            <p:cNvSpPr/>
            <p:nvPr/>
          </p:nvSpPr>
          <p:spPr>
            <a:xfrm>
              <a:off x="12118286" y="5852966"/>
              <a:ext cx="263833" cy="386823"/>
            </a:xfrm>
            <a:custGeom>
              <a:rect b="b" l="l" r="r" t="t"/>
              <a:pathLst>
                <a:path extrusionOk="0" h="195" w="133">
                  <a:moveTo>
                    <a:pt x="129" y="194"/>
                  </a:moveTo>
                  <a:cubicBezTo>
                    <a:pt x="92" y="162"/>
                    <a:pt x="60" y="124"/>
                    <a:pt x="36" y="82"/>
                  </a:cubicBezTo>
                  <a:cubicBezTo>
                    <a:pt x="21" y="56"/>
                    <a:pt x="9" y="29"/>
                    <a:pt x="0" y="0"/>
                  </a:cubicBezTo>
                  <a:cubicBezTo>
                    <a:pt x="47" y="62"/>
                    <a:pt x="100" y="119"/>
                    <a:pt x="132" y="190"/>
                  </a:cubicBezTo>
                  <a:lnTo>
                    <a:pt x="129" y="19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8"/>
            <p:cNvSpPr/>
            <p:nvPr/>
          </p:nvSpPr>
          <p:spPr>
            <a:xfrm>
              <a:off x="11812795" y="3230504"/>
              <a:ext cx="289621" cy="329295"/>
            </a:xfrm>
            <a:custGeom>
              <a:rect b="b" l="l" r="r" t="t"/>
              <a:pathLst>
                <a:path extrusionOk="0" h="166" w="146">
                  <a:moveTo>
                    <a:pt x="0" y="0"/>
                  </a:moveTo>
                  <a:cubicBezTo>
                    <a:pt x="1" y="3"/>
                    <a:pt x="3" y="6"/>
                    <a:pt x="4" y="8"/>
                  </a:cubicBezTo>
                  <a:cubicBezTo>
                    <a:pt x="40" y="70"/>
                    <a:pt x="88" y="123"/>
                    <a:pt x="145" y="165"/>
                  </a:cubicBezTo>
                  <a:cubicBezTo>
                    <a:pt x="50" y="127"/>
                    <a:pt x="14" y="8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8"/>
            <p:cNvSpPr/>
            <p:nvPr/>
          </p:nvSpPr>
          <p:spPr>
            <a:xfrm>
              <a:off x="17081524" y="2962703"/>
              <a:ext cx="386823" cy="210273"/>
            </a:xfrm>
            <a:custGeom>
              <a:rect b="b" l="l" r="r" t="t"/>
              <a:pathLst>
                <a:path extrusionOk="0" h="106" w="195">
                  <a:moveTo>
                    <a:pt x="116" y="31"/>
                  </a:moveTo>
                  <a:cubicBezTo>
                    <a:pt x="147" y="51"/>
                    <a:pt x="188" y="60"/>
                    <a:pt x="194" y="105"/>
                  </a:cubicBezTo>
                  <a:cubicBezTo>
                    <a:pt x="135" y="85"/>
                    <a:pt x="81" y="53"/>
                    <a:pt x="0" y="48"/>
                  </a:cubicBezTo>
                  <a:cubicBezTo>
                    <a:pt x="51" y="0"/>
                    <a:pt x="85" y="43"/>
                    <a:pt x="116"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8"/>
            <p:cNvSpPr/>
            <p:nvPr/>
          </p:nvSpPr>
          <p:spPr>
            <a:xfrm>
              <a:off x="14117864" y="4365185"/>
              <a:ext cx="325328" cy="174566"/>
            </a:xfrm>
            <a:custGeom>
              <a:rect b="b" l="l" r="r" t="t"/>
              <a:pathLst>
                <a:path extrusionOk="0" h="88" w="164">
                  <a:moveTo>
                    <a:pt x="0" y="0"/>
                  </a:moveTo>
                  <a:cubicBezTo>
                    <a:pt x="61" y="14"/>
                    <a:pt x="106" y="53"/>
                    <a:pt x="163" y="87"/>
                  </a:cubicBezTo>
                  <a:cubicBezTo>
                    <a:pt x="101" y="84"/>
                    <a:pt x="52" y="5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8"/>
            <p:cNvSpPr/>
            <p:nvPr/>
          </p:nvSpPr>
          <p:spPr>
            <a:xfrm>
              <a:off x="11227601" y="4656790"/>
              <a:ext cx="164648" cy="442367"/>
            </a:xfrm>
            <a:custGeom>
              <a:rect b="b" l="l" r="r" t="t"/>
              <a:pathLst>
                <a:path extrusionOk="0" h="223" w="83">
                  <a:moveTo>
                    <a:pt x="82" y="220"/>
                  </a:moveTo>
                  <a:cubicBezTo>
                    <a:pt x="27" y="158"/>
                    <a:pt x="18" y="80"/>
                    <a:pt x="0" y="6"/>
                  </a:cubicBezTo>
                  <a:lnTo>
                    <a:pt x="19" y="0"/>
                  </a:lnTo>
                  <a:lnTo>
                    <a:pt x="80" y="222"/>
                  </a:lnTo>
                  <a:lnTo>
                    <a:pt x="82" y="2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8"/>
            <p:cNvSpPr/>
            <p:nvPr/>
          </p:nvSpPr>
          <p:spPr>
            <a:xfrm>
              <a:off x="11723528" y="2016475"/>
              <a:ext cx="186469" cy="398725"/>
            </a:xfrm>
            <a:custGeom>
              <a:rect b="b" l="l" r="r" t="t"/>
              <a:pathLst>
                <a:path extrusionOk="0" h="201" w="94">
                  <a:moveTo>
                    <a:pt x="77" y="200"/>
                  </a:moveTo>
                  <a:cubicBezTo>
                    <a:pt x="40" y="178"/>
                    <a:pt x="54" y="123"/>
                    <a:pt x="14" y="104"/>
                  </a:cubicBezTo>
                  <a:lnTo>
                    <a:pt x="17" y="106"/>
                  </a:lnTo>
                  <a:cubicBezTo>
                    <a:pt x="24" y="75"/>
                    <a:pt x="0" y="41"/>
                    <a:pt x="31" y="0"/>
                  </a:cubicBezTo>
                  <a:cubicBezTo>
                    <a:pt x="31" y="75"/>
                    <a:pt x="78" y="122"/>
                    <a:pt x="93" y="182"/>
                  </a:cubicBezTo>
                  <a:lnTo>
                    <a:pt x="77" y="20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8"/>
            <p:cNvSpPr/>
            <p:nvPr/>
          </p:nvSpPr>
          <p:spPr>
            <a:xfrm>
              <a:off x="15869478" y="4158879"/>
              <a:ext cx="226143" cy="305491"/>
            </a:xfrm>
            <a:custGeom>
              <a:rect b="b" l="l" r="r" t="t"/>
              <a:pathLst>
                <a:path extrusionOk="0" h="154" w="114">
                  <a:moveTo>
                    <a:pt x="31" y="71"/>
                  </a:moveTo>
                  <a:lnTo>
                    <a:pt x="5" y="35"/>
                  </a:lnTo>
                  <a:cubicBezTo>
                    <a:pt x="0" y="12"/>
                    <a:pt x="6" y="0"/>
                    <a:pt x="31" y="16"/>
                  </a:cubicBezTo>
                  <a:cubicBezTo>
                    <a:pt x="42" y="25"/>
                    <a:pt x="53" y="35"/>
                    <a:pt x="62" y="46"/>
                  </a:cubicBezTo>
                  <a:cubicBezTo>
                    <a:pt x="66" y="83"/>
                    <a:pt x="104" y="104"/>
                    <a:pt x="113" y="153"/>
                  </a:cubicBezTo>
                  <a:cubicBezTo>
                    <a:pt x="81" y="131"/>
                    <a:pt x="54" y="103"/>
                    <a:pt x="31"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8"/>
            <p:cNvSpPr/>
            <p:nvPr/>
          </p:nvSpPr>
          <p:spPr>
            <a:xfrm>
              <a:off x="16534020" y="2550092"/>
              <a:ext cx="365002" cy="109104"/>
            </a:xfrm>
            <a:custGeom>
              <a:rect b="b" l="l" r="r" t="t"/>
              <a:pathLst>
                <a:path extrusionOk="0" h="55" w="184">
                  <a:moveTo>
                    <a:pt x="0" y="33"/>
                  </a:moveTo>
                  <a:cubicBezTo>
                    <a:pt x="57" y="0"/>
                    <a:pt x="120" y="15"/>
                    <a:pt x="183" y="22"/>
                  </a:cubicBezTo>
                  <a:lnTo>
                    <a:pt x="1" y="54"/>
                  </a:lnTo>
                  <a:lnTo>
                    <a:pt x="0"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8"/>
            <p:cNvSpPr/>
            <p:nvPr/>
          </p:nvSpPr>
          <p:spPr>
            <a:xfrm>
              <a:off x="12727284" y="4613148"/>
              <a:ext cx="259866" cy="281686"/>
            </a:xfrm>
            <a:custGeom>
              <a:rect b="b" l="l" r="r" t="t"/>
              <a:pathLst>
                <a:path extrusionOk="0" h="142" w="131">
                  <a:moveTo>
                    <a:pt x="130" y="141"/>
                  </a:moveTo>
                  <a:cubicBezTo>
                    <a:pt x="69" y="115"/>
                    <a:pt x="35" y="67"/>
                    <a:pt x="0" y="0"/>
                  </a:cubicBezTo>
                  <a:cubicBezTo>
                    <a:pt x="48" y="13"/>
                    <a:pt x="54" y="50"/>
                    <a:pt x="74" y="72"/>
                  </a:cubicBezTo>
                  <a:cubicBezTo>
                    <a:pt x="94" y="93"/>
                    <a:pt x="110" y="118"/>
                    <a:pt x="130" y="1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8"/>
            <p:cNvSpPr/>
            <p:nvPr/>
          </p:nvSpPr>
          <p:spPr>
            <a:xfrm>
              <a:off x="11201813" y="4835324"/>
              <a:ext cx="111088" cy="339214"/>
            </a:xfrm>
            <a:custGeom>
              <a:rect b="b" l="l" r="r" t="t"/>
              <a:pathLst>
                <a:path extrusionOk="0" h="171" w="56">
                  <a:moveTo>
                    <a:pt x="55" y="170"/>
                  </a:moveTo>
                  <a:cubicBezTo>
                    <a:pt x="45" y="159"/>
                    <a:pt x="36" y="147"/>
                    <a:pt x="29" y="134"/>
                  </a:cubicBezTo>
                  <a:cubicBezTo>
                    <a:pt x="10" y="102"/>
                    <a:pt x="0" y="65"/>
                    <a:pt x="0" y="27"/>
                  </a:cubicBezTo>
                  <a:cubicBezTo>
                    <a:pt x="0" y="18"/>
                    <a:pt x="1" y="9"/>
                    <a:pt x="2" y="0"/>
                  </a:cubicBezTo>
                  <a:lnTo>
                    <a:pt x="55" y="1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8"/>
            <p:cNvSpPr/>
            <p:nvPr/>
          </p:nvSpPr>
          <p:spPr>
            <a:xfrm>
              <a:off x="12157960" y="2665147"/>
              <a:ext cx="224159" cy="359051"/>
            </a:xfrm>
            <a:custGeom>
              <a:rect b="b" l="l" r="r" t="t"/>
              <a:pathLst>
                <a:path extrusionOk="0" h="181" w="113">
                  <a:moveTo>
                    <a:pt x="106" y="180"/>
                  </a:moveTo>
                  <a:cubicBezTo>
                    <a:pt x="79" y="155"/>
                    <a:pt x="56" y="127"/>
                    <a:pt x="38" y="95"/>
                  </a:cubicBezTo>
                  <a:cubicBezTo>
                    <a:pt x="21" y="66"/>
                    <a:pt x="8" y="34"/>
                    <a:pt x="0" y="0"/>
                  </a:cubicBezTo>
                  <a:cubicBezTo>
                    <a:pt x="31" y="36"/>
                    <a:pt x="58" y="75"/>
                    <a:pt x="82" y="115"/>
                  </a:cubicBezTo>
                  <a:cubicBezTo>
                    <a:pt x="93" y="134"/>
                    <a:pt x="103" y="154"/>
                    <a:pt x="112" y="174"/>
                  </a:cubicBezTo>
                  <a:lnTo>
                    <a:pt x="106" y="18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8"/>
            <p:cNvSpPr/>
            <p:nvPr/>
          </p:nvSpPr>
          <p:spPr>
            <a:xfrm>
              <a:off x="11227601" y="2817893"/>
              <a:ext cx="132908" cy="462204"/>
            </a:xfrm>
            <a:custGeom>
              <a:rect b="b" l="l" r="r" t="t"/>
              <a:pathLst>
                <a:path extrusionOk="0" h="233" w="67">
                  <a:moveTo>
                    <a:pt x="64" y="231"/>
                  </a:moveTo>
                  <a:cubicBezTo>
                    <a:pt x="11" y="125"/>
                    <a:pt x="0" y="80"/>
                    <a:pt x="14" y="0"/>
                  </a:cubicBezTo>
                  <a:cubicBezTo>
                    <a:pt x="24" y="79"/>
                    <a:pt x="66" y="150"/>
                    <a:pt x="63" y="232"/>
                  </a:cubicBezTo>
                  <a:lnTo>
                    <a:pt x="64" y="2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8"/>
            <p:cNvSpPr/>
            <p:nvPr/>
          </p:nvSpPr>
          <p:spPr>
            <a:xfrm>
              <a:off x="12979215" y="3875209"/>
              <a:ext cx="359051" cy="178534"/>
            </a:xfrm>
            <a:custGeom>
              <a:rect b="b" l="l" r="r" t="t"/>
              <a:pathLst>
                <a:path extrusionOk="0" h="90" w="181">
                  <a:moveTo>
                    <a:pt x="171" y="89"/>
                  </a:moveTo>
                  <a:lnTo>
                    <a:pt x="0" y="15"/>
                  </a:lnTo>
                  <a:cubicBezTo>
                    <a:pt x="72" y="0"/>
                    <a:pt x="119" y="54"/>
                    <a:pt x="180" y="68"/>
                  </a:cubicBezTo>
                  <a:lnTo>
                    <a:pt x="171" y="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8"/>
            <p:cNvSpPr/>
            <p:nvPr/>
          </p:nvSpPr>
          <p:spPr>
            <a:xfrm>
              <a:off x="11469614" y="4504044"/>
              <a:ext cx="130925" cy="339214"/>
            </a:xfrm>
            <a:custGeom>
              <a:rect b="b" l="l" r="r" t="t"/>
              <a:pathLst>
                <a:path extrusionOk="0" h="171" w="66">
                  <a:moveTo>
                    <a:pt x="15" y="0"/>
                  </a:moveTo>
                  <a:lnTo>
                    <a:pt x="65" y="170"/>
                  </a:lnTo>
                  <a:cubicBezTo>
                    <a:pt x="23" y="120"/>
                    <a:pt x="0" y="63"/>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8"/>
            <p:cNvSpPr/>
            <p:nvPr/>
          </p:nvSpPr>
          <p:spPr>
            <a:xfrm>
              <a:off x="11634261" y="4710350"/>
              <a:ext cx="158697" cy="345165"/>
            </a:xfrm>
            <a:custGeom>
              <a:rect b="b" l="l" r="r" t="t"/>
              <a:pathLst>
                <a:path extrusionOk="0" h="174" w="80">
                  <a:moveTo>
                    <a:pt x="79" y="173"/>
                  </a:moveTo>
                  <a:cubicBezTo>
                    <a:pt x="31" y="125"/>
                    <a:pt x="0" y="71"/>
                    <a:pt x="9" y="0"/>
                  </a:cubicBezTo>
                  <a:lnTo>
                    <a:pt x="79" y="1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8"/>
            <p:cNvSpPr/>
            <p:nvPr/>
          </p:nvSpPr>
          <p:spPr>
            <a:xfrm>
              <a:off x="13270820" y="4934509"/>
              <a:ext cx="212257" cy="315409"/>
            </a:xfrm>
            <a:custGeom>
              <a:rect b="b" l="l" r="r" t="t"/>
              <a:pathLst>
                <a:path extrusionOk="0" h="159" w="107">
                  <a:moveTo>
                    <a:pt x="102" y="158"/>
                  </a:moveTo>
                  <a:cubicBezTo>
                    <a:pt x="71" y="139"/>
                    <a:pt x="46" y="113"/>
                    <a:pt x="28" y="81"/>
                  </a:cubicBezTo>
                  <a:cubicBezTo>
                    <a:pt x="13" y="56"/>
                    <a:pt x="4" y="28"/>
                    <a:pt x="0" y="0"/>
                  </a:cubicBezTo>
                  <a:lnTo>
                    <a:pt x="106" y="155"/>
                  </a:lnTo>
                  <a:lnTo>
                    <a:pt x="102" y="15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8"/>
            <p:cNvSpPr/>
            <p:nvPr/>
          </p:nvSpPr>
          <p:spPr>
            <a:xfrm>
              <a:off x="12427745" y="4956330"/>
              <a:ext cx="234077" cy="327312"/>
            </a:xfrm>
            <a:custGeom>
              <a:rect b="b" l="l" r="r" t="t"/>
              <a:pathLst>
                <a:path extrusionOk="0" h="165" w="118">
                  <a:moveTo>
                    <a:pt x="61" y="136"/>
                  </a:moveTo>
                  <a:cubicBezTo>
                    <a:pt x="53" y="92"/>
                    <a:pt x="4" y="69"/>
                    <a:pt x="0" y="0"/>
                  </a:cubicBezTo>
                  <a:lnTo>
                    <a:pt x="117" y="153"/>
                  </a:lnTo>
                  <a:cubicBezTo>
                    <a:pt x="91" y="164"/>
                    <a:pt x="84" y="127"/>
                    <a:pt x="60" y="136"/>
                  </a:cubicBezTo>
                  <a:lnTo>
                    <a:pt x="61" y="1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8"/>
            <p:cNvSpPr/>
            <p:nvPr/>
          </p:nvSpPr>
          <p:spPr>
            <a:xfrm>
              <a:off x="13929411" y="4952362"/>
              <a:ext cx="249947" cy="216224"/>
            </a:xfrm>
            <a:custGeom>
              <a:rect b="b" l="l" r="r" t="t"/>
              <a:pathLst>
                <a:path extrusionOk="0" h="109" w="126">
                  <a:moveTo>
                    <a:pt x="125" y="108"/>
                  </a:moveTo>
                  <a:cubicBezTo>
                    <a:pt x="116" y="104"/>
                    <a:pt x="106" y="98"/>
                    <a:pt x="97" y="93"/>
                  </a:cubicBezTo>
                  <a:cubicBezTo>
                    <a:pt x="57" y="70"/>
                    <a:pt x="24" y="39"/>
                    <a:pt x="0" y="0"/>
                  </a:cubicBezTo>
                  <a:cubicBezTo>
                    <a:pt x="53" y="21"/>
                    <a:pt x="88" y="67"/>
                    <a:pt x="125"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8"/>
            <p:cNvSpPr/>
            <p:nvPr/>
          </p:nvSpPr>
          <p:spPr>
            <a:xfrm>
              <a:off x="17750033" y="2264438"/>
              <a:ext cx="277719" cy="269784"/>
            </a:xfrm>
            <a:custGeom>
              <a:rect b="b" l="l" r="r" t="t"/>
              <a:pathLst>
                <a:path extrusionOk="0" h="136" w="140">
                  <a:moveTo>
                    <a:pt x="67" y="100"/>
                  </a:moveTo>
                  <a:lnTo>
                    <a:pt x="9" y="47"/>
                  </a:lnTo>
                  <a:cubicBezTo>
                    <a:pt x="10" y="33"/>
                    <a:pt x="0" y="0"/>
                    <a:pt x="30" y="21"/>
                  </a:cubicBezTo>
                  <a:cubicBezTo>
                    <a:pt x="69" y="54"/>
                    <a:pt x="106" y="90"/>
                    <a:pt x="139" y="129"/>
                  </a:cubicBezTo>
                  <a:cubicBezTo>
                    <a:pt x="99" y="135"/>
                    <a:pt x="89" y="105"/>
                    <a:pt x="67"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8"/>
            <p:cNvSpPr/>
            <p:nvPr/>
          </p:nvSpPr>
          <p:spPr>
            <a:xfrm>
              <a:off x="10848713" y="2684984"/>
              <a:ext cx="99185" cy="424513"/>
            </a:xfrm>
            <a:custGeom>
              <a:rect b="b" l="l" r="r" t="t"/>
              <a:pathLst>
                <a:path extrusionOk="0" h="214" w="50">
                  <a:moveTo>
                    <a:pt x="49" y="213"/>
                  </a:moveTo>
                  <a:cubicBezTo>
                    <a:pt x="6" y="154"/>
                    <a:pt x="0" y="90"/>
                    <a:pt x="16" y="0"/>
                  </a:cubicBezTo>
                  <a:cubicBezTo>
                    <a:pt x="38" y="85"/>
                    <a:pt x="25" y="152"/>
                    <a:pt x="49" y="2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8"/>
            <p:cNvSpPr/>
            <p:nvPr/>
          </p:nvSpPr>
          <p:spPr>
            <a:xfrm>
              <a:off x="14441208" y="5156684"/>
              <a:ext cx="249947" cy="232094"/>
            </a:xfrm>
            <a:custGeom>
              <a:rect b="b" l="l" r="r" t="t"/>
              <a:pathLst>
                <a:path extrusionOk="0" h="117" w="126">
                  <a:moveTo>
                    <a:pt x="124" y="116"/>
                  </a:moveTo>
                  <a:cubicBezTo>
                    <a:pt x="113" y="112"/>
                    <a:pt x="102" y="107"/>
                    <a:pt x="92" y="101"/>
                  </a:cubicBezTo>
                  <a:cubicBezTo>
                    <a:pt x="58" y="81"/>
                    <a:pt x="29" y="53"/>
                    <a:pt x="9" y="18"/>
                  </a:cubicBezTo>
                  <a:cubicBezTo>
                    <a:pt x="6" y="12"/>
                    <a:pt x="3" y="6"/>
                    <a:pt x="0" y="0"/>
                  </a:cubicBezTo>
                  <a:cubicBezTo>
                    <a:pt x="48" y="30"/>
                    <a:pt x="91" y="69"/>
                    <a:pt x="125" y="114"/>
                  </a:cubicBezTo>
                  <a:lnTo>
                    <a:pt x="124" y="1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8"/>
            <p:cNvSpPr/>
            <p:nvPr/>
          </p:nvSpPr>
          <p:spPr>
            <a:xfrm>
              <a:off x="14252756" y="6670254"/>
              <a:ext cx="251931" cy="172583"/>
            </a:xfrm>
            <a:custGeom>
              <a:rect b="b" l="l" r="r" t="t"/>
              <a:pathLst>
                <a:path extrusionOk="0" h="87" w="127">
                  <a:moveTo>
                    <a:pt x="0" y="33"/>
                  </a:moveTo>
                  <a:cubicBezTo>
                    <a:pt x="53" y="0"/>
                    <a:pt x="81" y="43"/>
                    <a:pt x="126" y="63"/>
                  </a:cubicBezTo>
                  <a:cubicBezTo>
                    <a:pt x="69" y="86"/>
                    <a:pt x="30" y="78"/>
                    <a:pt x="0"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8"/>
            <p:cNvSpPr/>
            <p:nvPr/>
          </p:nvSpPr>
          <p:spPr>
            <a:xfrm>
              <a:off x="11848502" y="4525865"/>
              <a:ext cx="176550" cy="374921"/>
            </a:xfrm>
            <a:custGeom>
              <a:rect b="b" l="l" r="r" t="t"/>
              <a:pathLst>
                <a:path extrusionOk="0" h="189" w="89">
                  <a:moveTo>
                    <a:pt x="77" y="186"/>
                  </a:moveTo>
                  <a:cubicBezTo>
                    <a:pt x="63" y="171"/>
                    <a:pt x="51" y="154"/>
                    <a:pt x="41" y="136"/>
                  </a:cubicBezTo>
                  <a:cubicBezTo>
                    <a:pt x="17" y="94"/>
                    <a:pt x="3" y="48"/>
                    <a:pt x="0" y="0"/>
                  </a:cubicBezTo>
                  <a:cubicBezTo>
                    <a:pt x="24" y="11"/>
                    <a:pt x="27" y="39"/>
                    <a:pt x="42" y="54"/>
                  </a:cubicBezTo>
                  <a:lnTo>
                    <a:pt x="42" y="52"/>
                  </a:lnTo>
                  <a:cubicBezTo>
                    <a:pt x="35" y="102"/>
                    <a:pt x="88" y="137"/>
                    <a:pt x="77" y="188"/>
                  </a:cubicBezTo>
                  <a:lnTo>
                    <a:pt x="77" y="18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8"/>
            <p:cNvSpPr/>
            <p:nvPr/>
          </p:nvSpPr>
          <p:spPr>
            <a:xfrm>
              <a:off x="13899656" y="4492142"/>
              <a:ext cx="281686" cy="194403"/>
            </a:xfrm>
            <a:custGeom>
              <a:rect b="b" l="l" r="r" t="t"/>
              <a:pathLst>
                <a:path extrusionOk="0" h="98" w="142">
                  <a:moveTo>
                    <a:pt x="2" y="38"/>
                  </a:moveTo>
                  <a:cubicBezTo>
                    <a:pt x="2" y="2"/>
                    <a:pt x="25" y="1"/>
                    <a:pt x="51" y="4"/>
                  </a:cubicBezTo>
                  <a:lnTo>
                    <a:pt x="48" y="0"/>
                  </a:lnTo>
                  <a:cubicBezTo>
                    <a:pt x="62" y="37"/>
                    <a:pt x="101" y="44"/>
                    <a:pt x="127" y="65"/>
                  </a:cubicBezTo>
                  <a:lnTo>
                    <a:pt x="138" y="71"/>
                  </a:lnTo>
                  <a:cubicBezTo>
                    <a:pt x="141" y="97"/>
                    <a:pt x="126" y="91"/>
                    <a:pt x="112" y="85"/>
                  </a:cubicBezTo>
                  <a:cubicBezTo>
                    <a:pt x="75" y="67"/>
                    <a:pt x="46" y="34"/>
                    <a:pt x="0" y="36"/>
                  </a:cubicBezTo>
                  <a:lnTo>
                    <a:pt x="2"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8"/>
            <p:cNvSpPr/>
            <p:nvPr/>
          </p:nvSpPr>
          <p:spPr>
            <a:xfrm>
              <a:off x="11110562" y="2147399"/>
              <a:ext cx="33723" cy="355084"/>
            </a:xfrm>
            <a:custGeom>
              <a:rect b="b" l="l" r="r" t="t"/>
              <a:pathLst>
                <a:path extrusionOk="0" h="179" w="17">
                  <a:moveTo>
                    <a:pt x="6" y="178"/>
                  </a:moveTo>
                  <a:lnTo>
                    <a:pt x="0" y="0"/>
                  </a:lnTo>
                  <a:cubicBezTo>
                    <a:pt x="11" y="32"/>
                    <a:pt x="16" y="66"/>
                    <a:pt x="16" y="100"/>
                  </a:cubicBezTo>
                  <a:cubicBezTo>
                    <a:pt x="16" y="126"/>
                    <a:pt x="13" y="152"/>
                    <a:pt x="6"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8"/>
            <p:cNvSpPr/>
            <p:nvPr/>
          </p:nvSpPr>
          <p:spPr>
            <a:xfrm>
              <a:off x="17053752" y="2635391"/>
              <a:ext cx="277719" cy="99185"/>
            </a:xfrm>
            <a:custGeom>
              <a:rect b="b" l="l" r="r" t="t"/>
              <a:pathLst>
                <a:path extrusionOk="0" h="50" w="140">
                  <a:moveTo>
                    <a:pt x="139" y="49"/>
                  </a:moveTo>
                  <a:lnTo>
                    <a:pt x="0" y="8"/>
                  </a:lnTo>
                  <a:cubicBezTo>
                    <a:pt x="13" y="3"/>
                    <a:pt x="27" y="0"/>
                    <a:pt x="41" y="0"/>
                  </a:cubicBezTo>
                  <a:cubicBezTo>
                    <a:pt x="63" y="0"/>
                    <a:pt x="84" y="6"/>
                    <a:pt x="103" y="17"/>
                  </a:cubicBezTo>
                  <a:cubicBezTo>
                    <a:pt x="117" y="25"/>
                    <a:pt x="130" y="36"/>
                    <a:pt x="139"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8"/>
            <p:cNvSpPr/>
            <p:nvPr/>
          </p:nvSpPr>
          <p:spPr>
            <a:xfrm>
              <a:off x="12475354" y="4105319"/>
              <a:ext cx="192420" cy="170599"/>
            </a:xfrm>
            <a:custGeom>
              <a:rect b="b" l="l" r="r" t="t"/>
              <a:pathLst>
                <a:path extrusionOk="0" h="86" w="97">
                  <a:moveTo>
                    <a:pt x="13" y="45"/>
                  </a:moveTo>
                  <a:cubicBezTo>
                    <a:pt x="13" y="31"/>
                    <a:pt x="0" y="17"/>
                    <a:pt x="10" y="0"/>
                  </a:cubicBezTo>
                  <a:cubicBezTo>
                    <a:pt x="20" y="4"/>
                    <a:pt x="30" y="9"/>
                    <a:pt x="39" y="14"/>
                  </a:cubicBezTo>
                  <a:cubicBezTo>
                    <a:pt x="58" y="25"/>
                    <a:pt x="75" y="38"/>
                    <a:pt x="90" y="53"/>
                  </a:cubicBezTo>
                  <a:cubicBezTo>
                    <a:pt x="91" y="54"/>
                    <a:pt x="92" y="55"/>
                    <a:pt x="93" y="57"/>
                  </a:cubicBezTo>
                  <a:cubicBezTo>
                    <a:pt x="95" y="60"/>
                    <a:pt x="96" y="63"/>
                    <a:pt x="96" y="66"/>
                  </a:cubicBezTo>
                  <a:cubicBezTo>
                    <a:pt x="96" y="69"/>
                    <a:pt x="94" y="72"/>
                    <a:pt x="93" y="75"/>
                  </a:cubicBezTo>
                  <a:cubicBezTo>
                    <a:pt x="92" y="76"/>
                    <a:pt x="92" y="77"/>
                    <a:pt x="92" y="77"/>
                  </a:cubicBezTo>
                  <a:lnTo>
                    <a:pt x="92" y="78"/>
                  </a:lnTo>
                  <a:cubicBezTo>
                    <a:pt x="90" y="80"/>
                    <a:pt x="88" y="82"/>
                    <a:pt x="86" y="83"/>
                  </a:cubicBezTo>
                  <a:cubicBezTo>
                    <a:pt x="83" y="84"/>
                    <a:pt x="81" y="85"/>
                    <a:pt x="79" y="85"/>
                  </a:cubicBezTo>
                  <a:cubicBezTo>
                    <a:pt x="76" y="85"/>
                    <a:pt x="73" y="84"/>
                    <a:pt x="71" y="83"/>
                  </a:cubicBezTo>
                  <a:cubicBezTo>
                    <a:pt x="70" y="83"/>
                    <a:pt x="69" y="82"/>
                    <a:pt x="69" y="82"/>
                  </a:cubicBezTo>
                  <a:cubicBezTo>
                    <a:pt x="48" y="69"/>
                    <a:pt x="29" y="55"/>
                    <a:pt x="9" y="42"/>
                  </a:cubicBezTo>
                  <a:lnTo>
                    <a:pt x="13" y="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8"/>
            <p:cNvSpPr/>
            <p:nvPr/>
          </p:nvSpPr>
          <p:spPr>
            <a:xfrm>
              <a:off x="13984955" y="4418745"/>
              <a:ext cx="269784" cy="216224"/>
            </a:xfrm>
            <a:custGeom>
              <a:rect b="b" l="l" r="r" t="t"/>
              <a:pathLst>
                <a:path extrusionOk="0" h="109" w="136">
                  <a:moveTo>
                    <a:pt x="94" y="108"/>
                  </a:moveTo>
                  <a:lnTo>
                    <a:pt x="83" y="102"/>
                  </a:lnTo>
                  <a:cubicBezTo>
                    <a:pt x="74" y="60"/>
                    <a:pt x="40" y="47"/>
                    <a:pt x="4" y="37"/>
                  </a:cubicBezTo>
                  <a:lnTo>
                    <a:pt x="7" y="41"/>
                  </a:lnTo>
                  <a:cubicBezTo>
                    <a:pt x="12" y="30"/>
                    <a:pt x="0" y="0"/>
                    <a:pt x="23" y="10"/>
                  </a:cubicBezTo>
                  <a:cubicBezTo>
                    <a:pt x="33" y="15"/>
                    <a:pt x="42" y="19"/>
                    <a:pt x="51" y="24"/>
                  </a:cubicBezTo>
                  <a:cubicBezTo>
                    <a:pt x="84" y="43"/>
                    <a:pt x="113" y="69"/>
                    <a:pt x="135" y="101"/>
                  </a:cubicBezTo>
                  <a:lnTo>
                    <a:pt x="94" y="10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8"/>
            <p:cNvSpPr/>
            <p:nvPr/>
          </p:nvSpPr>
          <p:spPr>
            <a:xfrm>
              <a:off x="11493418" y="3744284"/>
              <a:ext cx="152745" cy="265817"/>
            </a:xfrm>
            <a:custGeom>
              <a:rect b="b" l="l" r="r" t="t"/>
              <a:pathLst>
                <a:path extrusionOk="0" h="134" w="77">
                  <a:moveTo>
                    <a:pt x="76" y="133"/>
                  </a:moveTo>
                  <a:cubicBezTo>
                    <a:pt x="33" y="100"/>
                    <a:pt x="0" y="60"/>
                    <a:pt x="11" y="0"/>
                  </a:cubicBezTo>
                  <a:lnTo>
                    <a:pt x="76" y="1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8"/>
            <p:cNvSpPr/>
            <p:nvPr/>
          </p:nvSpPr>
          <p:spPr>
            <a:xfrm>
              <a:off x="16857365" y="2151367"/>
              <a:ext cx="208289" cy="85299"/>
            </a:xfrm>
            <a:custGeom>
              <a:rect b="b" l="l" r="r" t="t"/>
              <a:pathLst>
                <a:path extrusionOk="0" h="43" w="105">
                  <a:moveTo>
                    <a:pt x="94" y="42"/>
                  </a:moveTo>
                  <a:cubicBezTo>
                    <a:pt x="67" y="42"/>
                    <a:pt x="41" y="42"/>
                    <a:pt x="14" y="40"/>
                  </a:cubicBezTo>
                  <a:cubicBezTo>
                    <a:pt x="12" y="40"/>
                    <a:pt x="10" y="39"/>
                    <a:pt x="8" y="38"/>
                  </a:cubicBezTo>
                  <a:cubicBezTo>
                    <a:pt x="6" y="37"/>
                    <a:pt x="4" y="34"/>
                    <a:pt x="2" y="32"/>
                  </a:cubicBezTo>
                  <a:cubicBezTo>
                    <a:pt x="0" y="29"/>
                    <a:pt x="0" y="27"/>
                    <a:pt x="0" y="24"/>
                  </a:cubicBezTo>
                  <a:cubicBezTo>
                    <a:pt x="0" y="23"/>
                    <a:pt x="0" y="22"/>
                    <a:pt x="0" y="21"/>
                  </a:cubicBezTo>
                  <a:cubicBezTo>
                    <a:pt x="0" y="16"/>
                    <a:pt x="6" y="9"/>
                    <a:pt x="9" y="8"/>
                  </a:cubicBezTo>
                  <a:cubicBezTo>
                    <a:pt x="44" y="2"/>
                    <a:pt x="78" y="0"/>
                    <a:pt x="104" y="25"/>
                  </a:cubicBezTo>
                  <a:lnTo>
                    <a:pt x="94" y="4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8"/>
            <p:cNvSpPr/>
            <p:nvPr/>
          </p:nvSpPr>
          <p:spPr>
            <a:xfrm>
              <a:off x="12653887" y="3204716"/>
              <a:ext cx="253915" cy="156713"/>
            </a:xfrm>
            <a:custGeom>
              <a:rect b="b" l="l" r="r" t="t"/>
              <a:pathLst>
                <a:path extrusionOk="0" h="79" w="128">
                  <a:moveTo>
                    <a:pt x="31" y="49"/>
                  </a:moveTo>
                  <a:cubicBezTo>
                    <a:pt x="31" y="33"/>
                    <a:pt x="0" y="0"/>
                    <a:pt x="45" y="9"/>
                  </a:cubicBezTo>
                  <a:cubicBezTo>
                    <a:pt x="60" y="12"/>
                    <a:pt x="75" y="17"/>
                    <a:pt x="88" y="25"/>
                  </a:cubicBezTo>
                  <a:cubicBezTo>
                    <a:pt x="103" y="34"/>
                    <a:pt x="117" y="45"/>
                    <a:pt x="127" y="59"/>
                  </a:cubicBezTo>
                  <a:cubicBezTo>
                    <a:pt x="87" y="78"/>
                    <a:pt x="60" y="47"/>
                    <a:pt x="28" y="45"/>
                  </a:cubicBezTo>
                  <a:lnTo>
                    <a:pt x="31" y="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8"/>
            <p:cNvSpPr/>
            <p:nvPr/>
          </p:nvSpPr>
          <p:spPr>
            <a:xfrm>
              <a:off x="12231357" y="3272162"/>
              <a:ext cx="228126" cy="182501"/>
            </a:xfrm>
            <a:custGeom>
              <a:rect b="b" l="l" r="r" t="t"/>
              <a:pathLst>
                <a:path extrusionOk="0" h="92" w="115">
                  <a:moveTo>
                    <a:pt x="0" y="0"/>
                  </a:moveTo>
                  <a:lnTo>
                    <a:pt x="114" y="91"/>
                  </a:lnTo>
                  <a:cubicBezTo>
                    <a:pt x="43" y="76"/>
                    <a:pt x="43" y="76"/>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8"/>
            <p:cNvSpPr/>
            <p:nvPr/>
          </p:nvSpPr>
          <p:spPr>
            <a:xfrm>
              <a:off x="11420021" y="3774040"/>
              <a:ext cx="91251" cy="214240"/>
            </a:xfrm>
            <a:custGeom>
              <a:rect b="b" l="l" r="r" t="t"/>
              <a:pathLst>
                <a:path extrusionOk="0" h="108" w="46">
                  <a:moveTo>
                    <a:pt x="2" y="0"/>
                  </a:moveTo>
                  <a:lnTo>
                    <a:pt x="45" y="107"/>
                  </a:lnTo>
                  <a:cubicBezTo>
                    <a:pt x="0" y="71"/>
                    <a:pt x="0" y="7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8"/>
            <p:cNvSpPr/>
            <p:nvPr/>
          </p:nvSpPr>
          <p:spPr>
            <a:xfrm>
              <a:off x="12860193" y="3920834"/>
              <a:ext cx="273752" cy="146794"/>
            </a:xfrm>
            <a:custGeom>
              <a:rect b="b" l="l" r="r" t="t"/>
              <a:pathLst>
                <a:path extrusionOk="0" h="74" w="138">
                  <a:moveTo>
                    <a:pt x="14" y="0"/>
                  </a:moveTo>
                  <a:lnTo>
                    <a:pt x="137" y="70"/>
                  </a:lnTo>
                  <a:cubicBezTo>
                    <a:pt x="82" y="73"/>
                    <a:pt x="44" y="40"/>
                    <a:pt x="0" y="22"/>
                  </a:cubicBezTo>
                  <a:lnTo>
                    <a:pt x="1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8"/>
            <p:cNvSpPr/>
            <p:nvPr/>
          </p:nvSpPr>
          <p:spPr>
            <a:xfrm>
              <a:off x="13439436" y="4563556"/>
              <a:ext cx="222175" cy="184485"/>
            </a:xfrm>
            <a:custGeom>
              <a:rect b="b" l="l" r="r" t="t"/>
              <a:pathLst>
                <a:path extrusionOk="0" h="93" w="112">
                  <a:moveTo>
                    <a:pt x="111" y="92"/>
                  </a:moveTo>
                  <a:cubicBezTo>
                    <a:pt x="98" y="88"/>
                    <a:pt x="85" y="83"/>
                    <a:pt x="73" y="76"/>
                  </a:cubicBezTo>
                  <a:cubicBezTo>
                    <a:pt x="44" y="59"/>
                    <a:pt x="20" y="35"/>
                    <a:pt x="3" y="6"/>
                  </a:cubicBezTo>
                  <a:cubicBezTo>
                    <a:pt x="2" y="4"/>
                    <a:pt x="1" y="2"/>
                    <a:pt x="0" y="0"/>
                  </a:cubicBezTo>
                  <a:cubicBezTo>
                    <a:pt x="50" y="15"/>
                    <a:pt x="77" y="59"/>
                    <a:pt x="111"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8"/>
            <p:cNvSpPr/>
            <p:nvPr/>
          </p:nvSpPr>
          <p:spPr>
            <a:xfrm>
              <a:off x="13274788" y="4539751"/>
              <a:ext cx="259866" cy="238045"/>
            </a:xfrm>
            <a:custGeom>
              <a:rect b="b" l="l" r="r" t="t"/>
              <a:pathLst>
                <a:path extrusionOk="0" h="120" w="131">
                  <a:moveTo>
                    <a:pt x="0" y="0"/>
                  </a:moveTo>
                  <a:lnTo>
                    <a:pt x="130" y="119"/>
                  </a:lnTo>
                  <a:cubicBezTo>
                    <a:pt x="121" y="115"/>
                    <a:pt x="112" y="110"/>
                    <a:pt x="103" y="105"/>
                  </a:cubicBezTo>
                  <a:cubicBezTo>
                    <a:pt x="61" y="81"/>
                    <a:pt x="27" y="47"/>
                    <a:pt x="3" y="5"/>
                  </a:cubicBezTo>
                  <a:cubicBezTo>
                    <a:pt x="2" y="4"/>
                    <a:pt x="1"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8"/>
            <p:cNvSpPr/>
            <p:nvPr/>
          </p:nvSpPr>
          <p:spPr>
            <a:xfrm>
              <a:off x="16591548" y="3990264"/>
              <a:ext cx="293589" cy="158697"/>
            </a:xfrm>
            <a:custGeom>
              <a:rect b="b" l="l" r="r" t="t"/>
              <a:pathLst>
                <a:path extrusionOk="0" h="80" w="148">
                  <a:moveTo>
                    <a:pt x="140" y="79"/>
                  </a:moveTo>
                  <a:cubicBezTo>
                    <a:pt x="90" y="58"/>
                    <a:pt x="50" y="21"/>
                    <a:pt x="0" y="0"/>
                  </a:cubicBezTo>
                  <a:cubicBezTo>
                    <a:pt x="2" y="0"/>
                    <a:pt x="4" y="0"/>
                    <a:pt x="6" y="0"/>
                  </a:cubicBezTo>
                  <a:cubicBezTo>
                    <a:pt x="37" y="0"/>
                    <a:pt x="67" y="8"/>
                    <a:pt x="94" y="23"/>
                  </a:cubicBezTo>
                  <a:cubicBezTo>
                    <a:pt x="114" y="35"/>
                    <a:pt x="133" y="52"/>
                    <a:pt x="147" y="71"/>
                  </a:cubicBezTo>
                  <a:lnTo>
                    <a:pt x="140" y="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8"/>
            <p:cNvSpPr/>
            <p:nvPr/>
          </p:nvSpPr>
          <p:spPr>
            <a:xfrm>
              <a:off x="10864583" y="3510207"/>
              <a:ext cx="71413" cy="287638"/>
            </a:xfrm>
            <a:custGeom>
              <a:rect b="b" l="l" r="r" t="t"/>
              <a:pathLst>
                <a:path extrusionOk="0" h="145" w="36">
                  <a:moveTo>
                    <a:pt x="30" y="0"/>
                  </a:moveTo>
                  <a:lnTo>
                    <a:pt x="35" y="144"/>
                  </a:lnTo>
                  <a:cubicBezTo>
                    <a:pt x="8" y="86"/>
                    <a:pt x="0" y="45"/>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8"/>
            <p:cNvSpPr/>
            <p:nvPr/>
          </p:nvSpPr>
          <p:spPr>
            <a:xfrm>
              <a:off x="11142302" y="3702626"/>
              <a:ext cx="83316" cy="234077"/>
            </a:xfrm>
            <a:custGeom>
              <a:rect b="b" l="l" r="r" t="t"/>
              <a:pathLst>
                <a:path extrusionOk="0" h="118" w="42">
                  <a:moveTo>
                    <a:pt x="41" y="117"/>
                  </a:moveTo>
                  <a:cubicBezTo>
                    <a:pt x="4" y="87"/>
                    <a:pt x="3" y="43"/>
                    <a:pt x="0" y="0"/>
                  </a:cubicBezTo>
                  <a:cubicBezTo>
                    <a:pt x="34" y="31"/>
                    <a:pt x="22" y="78"/>
                    <a:pt x="41" y="1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8"/>
            <p:cNvSpPr/>
            <p:nvPr/>
          </p:nvSpPr>
          <p:spPr>
            <a:xfrm>
              <a:off x="12699513" y="3952574"/>
              <a:ext cx="287638" cy="172583"/>
            </a:xfrm>
            <a:custGeom>
              <a:rect b="b" l="l" r="r" t="t"/>
              <a:pathLst>
                <a:path extrusionOk="0" h="87" w="145">
                  <a:moveTo>
                    <a:pt x="10" y="0"/>
                  </a:moveTo>
                  <a:lnTo>
                    <a:pt x="144" y="86"/>
                  </a:lnTo>
                  <a:cubicBezTo>
                    <a:pt x="72" y="81"/>
                    <a:pt x="38" y="44"/>
                    <a:pt x="0" y="18"/>
                  </a:cubicBez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8"/>
            <p:cNvSpPr/>
            <p:nvPr/>
          </p:nvSpPr>
          <p:spPr>
            <a:xfrm>
              <a:off x="13772699" y="4952362"/>
              <a:ext cx="220192" cy="208289"/>
            </a:xfrm>
            <a:custGeom>
              <a:rect b="b" l="l" r="r" t="t"/>
              <a:pathLst>
                <a:path extrusionOk="0" h="105" w="111">
                  <a:moveTo>
                    <a:pt x="106" y="104"/>
                  </a:moveTo>
                  <a:cubicBezTo>
                    <a:pt x="56" y="85"/>
                    <a:pt x="26" y="44"/>
                    <a:pt x="0" y="0"/>
                  </a:cubicBezTo>
                  <a:cubicBezTo>
                    <a:pt x="7" y="4"/>
                    <a:pt x="13" y="7"/>
                    <a:pt x="20" y="11"/>
                  </a:cubicBezTo>
                  <a:cubicBezTo>
                    <a:pt x="57" y="32"/>
                    <a:pt x="88" y="62"/>
                    <a:pt x="110" y="99"/>
                  </a:cubicBezTo>
                  <a:lnTo>
                    <a:pt x="106" y="1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8"/>
            <p:cNvSpPr/>
            <p:nvPr/>
          </p:nvSpPr>
          <p:spPr>
            <a:xfrm>
              <a:off x="13181554" y="4581409"/>
              <a:ext cx="158697" cy="150762"/>
            </a:xfrm>
            <a:custGeom>
              <a:rect b="b" l="l" r="r" t="t"/>
              <a:pathLst>
                <a:path extrusionOk="0" h="76" w="80">
                  <a:moveTo>
                    <a:pt x="79" y="75"/>
                  </a:moveTo>
                  <a:cubicBezTo>
                    <a:pt x="69" y="72"/>
                    <a:pt x="60" y="69"/>
                    <a:pt x="51" y="64"/>
                  </a:cubicBezTo>
                  <a:cubicBezTo>
                    <a:pt x="34" y="53"/>
                    <a:pt x="19" y="39"/>
                    <a:pt x="9" y="21"/>
                  </a:cubicBezTo>
                  <a:cubicBezTo>
                    <a:pt x="5" y="14"/>
                    <a:pt x="2" y="7"/>
                    <a:pt x="0" y="0"/>
                  </a:cubicBezTo>
                  <a:cubicBezTo>
                    <a:pt x="6" y="3"/>
                    <a:pt x="13" y="6"/>
                    <a:pt x="19" y="10"/>
                  </a:cubicBezTo>
                  <a:cubicBezTo>
                    <a:pt x="41" y="22"/>
                    <a:pt x="60" y="41"/>
                    <a:pt x="73" y="63"/>
                  </a:cubicBezTo>
                  <a:cubicBezTo>
                    <a:pt x="75" y="67"/>
                    <a:pt x="77" y="71"/>
                    <a:pt x="79" y="7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8"/>
            <p:cNvSpPr/>
            <p:nvPr/>
          </p:nvSpPr>
          <p:spPr>
            <a:xfrm>
              <a:off x="12229374" y="4093417"/>
              <a:ext cx="111088" cy="182501"/>
            </a:xfrm>
            <a:custGeom>
              <a:rect b="b" l="l" r="r" t="t"/>
              <a:pathLst>
                <a:path extrusionOk="0" h="92" w="56">
                  <a:moveTo>
                    <a:pt x="10" y="36"/>
                  </a:moveTo>
                  <a:cubicBezTo>
                    <a:pt x="8" y="31"/>
                    <a:pt x="6" y="26"/>
                    <a:pt x="6" y="20"/>
                  </a:cubicBezTo>
                  <a:cubicBezTo>
                    <a:pt x="6" y="14"/>
                    <a:pt x="8" y="8"/>
                    <a:pt x="11" y="3"/>
                  </a:cubicBezTo>
                  <a:cubicBezTo>
                    <a:pt x="12" y="2"/>
                    <a:pt x="12" y="1"/>
                    <a:pt x="13" y="0"/>
                  </a:cubicBezTo>
                  <a:cubicBezTo>
                    <a:pt x="44" y="24"/>
                    <a:pt x="42" y="60"/>
                    <a:pt x="55" y="91"/>
                  </a:cubicBezTo>
                  <a:cubicBezTo>
                    <a:pt x="36" y="81"/>
                    <a:pt x="13" y="87"/>
                    <a:pt x="0" y="70"/>
                  </a:cubicBezTo>
                  <a:lnTo>
                    <a:pt x="10" y="3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8"/>
            <p:cNvSpPr/>
            <p:nvPr/>
          </p:nvSpPr>
          <p:spPr>
            <a:xfrm>
              <a:off x="13659627" y="6473866"/>
              <a:ext cx="184485" cy="198371"/>
            </a:xfrm>
            <a:custGeom>
              <a:rect b="b" l="l" r="r" t="t"/>
              <a:pathLst>
                <a:path extrusionOk="0" h="100" w="93">
                  <a:moveTo>
                    <a:pt x="6" y="0"/>
                  </a:moveTo>
                  <a:cubicBezTo>
                    <a:pt x="48" y="22"/>
                    <a:pt x="65" y="64"/>
                    <a:pt x="92" y="99"/>
                  </a:cubicBezTo>
                  <a:cubicBezTo>
                    <a:pt x="87" y="96"/>
                    <a:pt x="81" y="93"/>
                    <a:pt x="75" y="90"/>
                  </a:cubicBezTo>
                  <a:cubicBezTo>
                    <a:pt x="48" y="74"/>
                    <a:pt x="25" y="51"/>
                    <a:pt x="9" y="24"/>
                  </a:cubicBezTo>
                  <a:cubicBezTo>
                    <a:pt x="6" y="18"/>
                    <a:pt x="3" y="12"/>
                    <a:pt x="0" y="7"/>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8"/>
            <p:cNvSpPr/>
            <p:nvPr/>
          </p:nvSpPr>
          <p:spPr>
            <a:xfrm>
              <a:off x="14030581" y="6684139"/>
              <a:ext cx="259866" cy="166631"/>
            </a:xfrm>
            <a:custGeom>
              <a:rect b="b" l="l" r="r" t="t"/>
              <a:pathLst>
                <a:path extrusionOk="0" h="84" w="131">
                  <a:moveTo>
                    <a:pt x="8" y="0"/>
                  </a:moveTo>
                  <a:cubicBezTo>
                    <a:pt x="25" y="25"/>
                    <a:pt x="48" y="46"/>
                    <a:pt x="74" y="61"/>
                  </a:cubicBezTo>
                  <a:cubicBezTo>
                    <a:pt x="91" y="71"/>
                    <a:pt x="110" y="79"/>
                    <a:pt x="130" y="83"/>
                  </a:cubicBezTo>
                  <a:cubicBezTo>
                    <a:pt x="36" y="83"/>
                    <a:pt x="21" y="73"/>
                    <a:pt x="0" y="7"/>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8"/>
            <p:cNvSpPr/>
            <p:nvPr/>
          </p:nvSpPr>
          <p:spPr>
            <a:xfrm>
              <a:off x="10628521" y="3464581"/>
              <a:ext cx="81332" cy="238045"/>
            </a:xfrm>
            <a:custGeom>
              <a:rect b="b" l="l" r="r" t="t"/>
              <a:pathLst>
                <a:path extrusionOk="0" h="120" w="41">
                  <a:moveTo>
                    <a:pt x="36" y="0"/>
                  </a:moveTo>
                  <a:lnTo>
                    <a:pt x="40" y="119"/>
                  </a:lnTo>
                  <a:cubicBezTo>
                    <a:pt x="24" y="81"/>
                    <a:pt x="0" y="42"/>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8"/>
            <p:cNvSpPr/>
            <p:nvPr/>
          </p:nvSpPr>
          <p:spPr>
            <a:xfrm>
              <a:off x="14094059" y="4952362"/>
              <a:ext cx="158697" cy="138860"/>
            </a:xfrm>
            <a:custGeom>
              <a:rect b="b" l="l" r="r" t="t"/>
              <a:pathLst>
                <a:path extrusionOk="0" h="70" w="80">
                  <a:moveTo>
                    <a:pt x="0" y="0"/>
                  </a:moveTo>
                  <a:cubicBezTo>
                    <a:pt x="37" y="11"/>
                    <a:pt x="57" y="42"/>
                    <a:pt x="79" y="69"/>
                  </a:cubicBezTo>
                  <a:cubicBezTo>
                    <a:pt x="70" y="66"/>
                    <a:pt x="61" y="63"/>
                    <a:pt x="53" y="58"/>
                  </a:cubicBezTo>
                  <a:cubicBezTo>
                    <a:pt x="33" y="46"/>
                    <a:pt x="15" y="29"/>
                    <a:pt x="4" y="9"/>
                  </a:cubicBezTo>
                  <a:cubicBezTo>
                    <a:pt x="2" y="6"/>
                    <a:pt x="1" y="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8"/>
            <p:cNvSpPr/>
            <p:nvPr/>
          </p:nvSpPr>
          <p:spPr>
            <a:xfrm>
              <a:off x="12294836" y="4942444"/>
              <a:ext cx="122990" cy="234077"/>
            </a:xfrm>
            <a:custGeom>
              <a:rect b="b" l="l" r="r" t="t"/>
              <a:pathLst>
                <a:path extrusionOk="0" h="118" w="62">
                  <a:moveTo>
                    <a:pt x="54" y="117"/>
                  </a:moveTo>
                  <a:lnTo>
                    <a:pt x="35" y="89"/>
                  </a:lnTo>
                  <a:cubicBezTo>
                    <a:pt x="23" y="62"/>
                    <a:pt x="0" y="38"/>
                    <a:pt x="8" y="0"/>
                  </a:cubicBezTo>
                  <a:cubicBezTo>
                    <a:pt x="47" y="22"/>
                    <a:pt x="48" y="60"/>
                    <a:pt x="61" y="92"/>
                  </a:cubicBezTo>
                  <a:lnTo>
                    <a:pt x="54" y="1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8"/>
            <p:cNvSpPr/>
            <p:nvPr/>
          </p:nvSpPr>
          <p:spPr>
            <a:xfrm>
              <a:off x="14439224" y="4775812"/>
              <a:ext cx="188452" cy="99185"/>
            </a:xfrm>
            <a:custGeom>
              <a:rect b="b" l="l" r="r" t="t"/>
              <a:pathLst>
                <a:path extrusionOk="0" h="50" w="95">
                  <a:moveTo>
                    <a:pt x="0" y="0"/>
                  </a:moveTo>
                  <a:cubicBezTo>
                    <a:pt x="47" y="0"/>
                    <a:pt x="69" y="26"/>
                    <a:pt x="94" y="46"/>
                  </a:cubicBezTo>
                  <a:cubicBezTo>
                    <a:pt x="88" y="48"/>
                    <a:pt x="80" y="49"/>
                    <a:pt x="73" y="49"/>
                  </a:cubicBezTo>
                  <a:cubicBezTo>
                    <a:pt x="59" y="49"/>
                    <a:pt x="46" y="45"/>
                    <a:pt x="34" y="38"/>
                  </a:cubicBezTo>
                  <a:cubicBezTo>
                    <a:pt x="22" y="31"/>
                    <a:pt x="12" y="21"/>
                    <a:pt x="5" y="9"/>
                  </a:cubicBezTo>
                  <a:cubicBezTo>
                    <a:pt x="3" y="6"/>
                    <a:pt x="1" y="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8"/>
            <p:cNvSpPr/>
            <p:nvPr/>
          </p:nvSpPr>
          <p:spPr>
            <a:xfrm>
              <a:off x="11618392" y="1669326"/>
              <a:ext cx="146794" cy="243996"/>
            </a:xfrm>
            <a:custGeom>
              <a:rect b="b" l="l" r="r" t="t"/>
              <a:pathLst>
                <a:path extrusionOk="0" h="123" w="74">
                  <a:moveTo>
                    <a:pt x="44" y="9"/>
                  </a:moveTo>
                  <a:cubicBezTo>
                    <a:pt x="32" y="50"/>
                    <a:pt x="73" y="81"/>
                    <a:pt x="66" y="122"/>
                  </a:cubicBezTo>
                  <a:cubicBezTo>
                    <a:pt x="35" y="101"/>
                    <a:pt x="37" y="60"/>
                    <a:pt x="13" y="34"/>
                  </a:cubicBezTo>
                  <a:lnTo>
                    <a:pt x="15" y="36"/>
                  </a:lnTo>
                  <a:cubicBezTo>
                    <a:pt x="0" y="0"/>
                    <a:pt x="18" y="1"/>
                    <a:pt x="4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8"/>
            <p:cNvSpPr/>
            <p:nvPr/>
          </p:nvSpPr>
          <p:spPr>
            <a:xfrm>
              <a:off x="14687188" y="5382827"/>
              <a:ext cx="208289" cy="130925"/>
            </a:xfrm>
            <a:custGeom>
              <a:rect b="b" l="l" r="r" t="t"/>
              <a:pathLst>
                <a:path extrusionOk="0" h="66" w="105">
                  <a:moveTo>
                    <a:pt x="1" y="0"/>
                  </a:moveTo>
                  <a:cubicBezTo>
                    <a:pt x="44" y="9"/>
                    <a:pt x="72" y="41"/>
                    <a:pt x="104" y="65"/>
                  </a:cubicBezTo>
                  <a:cubicBezTo>
                    <a:pt x="84" y="63"/>
                    <a:pt x="65" y="57"/>
                    <a:pt x="47" y="47"/>
                  </a:cubicBezTo>
                  <a:cubicBezTo>
                    <a:pt x="28" y="36"/>
                    <a:pt x="12" y="21"/>
                    <a:pt x="0" y="2"/>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8"/>
            <p:cNvSpPr/>
            <p:nvPr/>
          </p:nvSpPr>
          <p:spPr>
            <a:xfrm>
              <a:off x="13844112" y="5214212"/>
              <a:ext cx="184485" cy="134892"/>
            </a:xfrm>
            <a:custGeom>
              <a:rect b="b" l="l" r="r" t="t"/>
              <a:pathLst>
                <a:path extrusionOk="0" h="68" w="93">
                  <a:moveTo>
                    <a:pt x="12" y="0"/>
                  </a:moveTo>
                  <a:lnTo>
                    <a:pt x="92" y="67"/>
                  </a:lnTo>
                  <a:cubicBezTo>
                    <a:pt x="73" y="64"/>
                    <a:pt x="56" y="58"/>
                    <a:pt x="40" y="49"/>
                  </a:cubicBezTo>
                  <a:cubicBezTo>
                    <a:pt x="25" y="40"/>
                    <a:pt x="11" y="29"/>
                    <a:pt x="0" y="16"/>
                  </a:cubicBezTo>
                  <a:lnTo>
                    <a:pt x="1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8"/>
            <p:cNvSpPr/>
            <p:nvPr/>
          </p:nvSpPr>
          <p:spPr>
            <a:xfrm>
              <a:off x="11517223" y="5015841"/>
              <a:ext cx="115055" cy="236061"/>
            </a:xfrm>
            <a:custGeom>
              <a:rect b="b" l="l" r="r" t="t"/>
              <a:pathLst>
                <a:path extrusionOk="0" h="119" w="58">
                  <a:moveTo>
                    <a:pt x="7" y="2"/>
                  </a:moveTo>
                  <a:cubicBezTo>
                    <a:pt x="40" y="34"/>
                    <a:pt x="45" y="78"/>
                    <a:pt x="57" y="118"/>
                  </a:cubicBezTo>
                  <a:cubicBezTo>
                    <a:pt x="29" y="84"/>
                    <a:pt x="0" y="49"/>
                    <a:pt x="8" y="0"/>
                  </a:cubicBezTo>
                  <a:lnTo>
                    <a:pt x="7"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8"/>
            <p:cNvSpPr/>
            <p:nvPr/>
          </p:nvSpPr>
          <p:spPr>
            <a:xfrm>
              <a:off x="16680814" y="3762138"/>
              <a:ext cx="251931" cy="124974"/>
            </a:xfrm>
            <a:custGeom>
              <a:rect b="b" l="l" r="r" t="t"/>
              <a:pathLst>
                <a:path extrusionOk="0" h="63" w="127">
                  <a:moveTo>
                    <a:pt x="116" y="62"/>
                  </a:moveTo>
                  <a:lnTo>
                    <a:pt x="0" y="14"/>
                  </a:lnTo>
                  <a:cubicBezTo>
                    <a:pt x="63" y="0"/>
                    <a:pt x="91" y="32"/>
                    <a:pt x="126" y="46"/>
                  </a:cubicBezTo>
                  <a:lnTo>
                    <a:pt x="116"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8"/>
            <p:cNvSpPr/>
            <p:nvPr/>
          </p:nvSpPr>
          <p:spPr>
            <a:xfrm>
              <a:off x="11654098" y="3742301"/>
              <a:ext cx="85299" cy="182501"/>
            </a:xfrm>
            <a:custGeom>
              <a:rect b="b" l="l" r="r" t="t"/>
              <a:pathLst>
                <a:path extrusionOk="0" h="92" w="43">
                  <a:moveTo>
                    <a:pt x="42" y="91"/>
                  </a:moveTo>
                  <a:cubicBezTo>
                    <a:pt x="31" y="83"/>
                    <a:pt x="21" y="72"/>
                    <a:pt x="14" y="59"/>
                  </a:cubicBezTo>
                  <a:cubicBezTo>
                    <a:pt x="5" y="43"/>
                    <a:pt x="0" y="25"/>
                    <a:pt x="0" y="6"/>
                  </a:cubicBezTo>
                  <a:cubicBezTo>
                    <a:pt x="0" y="4"/>
                    <a:pt x="0" y="2"/>
                    <a:pt x="0" y="0"/>
                  </a:cubicBezTo>
                  <a:cubicBezTo>
                    <a:pt x="33" y="28"/>
                    <a:pt x="36" y="60"/>
                    <a:pt x="42" y="9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8"/>
            <p:cNvSpPr/>
            <p:nvPr/>
          </p:nvSpPr>
          <p:spPr>
            <a:xfrm>
              <a:off x="14191261" y="4855161"/>
              <a:ext cx="180517" cy="152745"/>
            </a:xfrm>
            <a:custGeom>
              <a:rect b="b" l="l" r="r" t="t"/>
              <a:pathLst>
                <a:path extrusionOk="0" h="77" w="91">
                  <a:moveTo>
                    <a:pt x="0" y="0"/>
                  </a:moveTo>
                  <a:lnTo>
                    <a:pt x="90" y="76"/>
                  </a:lnTo>
                  <a:cubicBezTo>
                    <a:pt x="37" y="64"/>
                    <a:pt x="37" y="6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8"/>
            <p:cNvSpPr/>
            <p:nvPr/>
          </p:nvSpPr>
          <p:spPr>
            <a:xfrm>
              <a:off x="13794519" y="4511979"/>
              <a:ext cx="243996" cy="178534"/>
            </a:xfrm>
            <a:custGeom>
              <a:rect b="b" l="l" r="r" t="t"/>
              <a:pathLst>
                <a:path extrusionOk="0" h="90" w="123">
                  <a:moveTo>
                    <a:pt x="55" y="28"/>
                  </a:moveTo>
                  <a:lnTo>
                    <a:pt x="53" y="26"/>
                  </a:lnTo>
                  <a:lnTo>
                    <a:pt x="84" y="56"/>
                  </a:lnTo>
                  <a:cubicBezTo>
                    <a:pt x="122" y="89"/>
                    <a:pt x="81" y="80"/>
                    <a:pt x="68" y="86"/>
                  </a:cubicBezTo>
                  <a:lnTo>
                    <a:pt x="71" y="89"/>
                  </a:lnTo>
                  <a:cubicBezTo>
                    <a:pt x="67" y="66"/>
                    <a:pt x="44" y="59"/>
                    <a:pt x="31" y="44"/>
                  </a:cubicBezTo>
                  <a:cubicBezTo>
                    <a:pt x="22" y="34"/>
                    <a:pt x="0" y="25"/>
                    <a:pt x="19" y="10"/>
                  </a:cubicBezTo>
                  <a:cubicBezTo>
                    <a:pt x="31" y="0"/>
                    <a:pt x="45" y="17"/>
                    <a:pt x="55"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8"/>
            <p:cNvSpPr/>
            <p:nvPr/>
          </p:nvSpPr>
          <p:spPr>
            <a:xfrm>
              <a:off x="11025263" y="3716512"/>
              <a:ext cx="87283" cy="188452"/>
            </a:xfrm>
            <a:custGeom>
              <a:rect b="b" l="l" r="r" t="t"/>
              <a:pathLst>
                <a:path extrusionOk="0" h="95" w="44">
                  <a:moveTo>
                    <a:pt x="43" y="94"/>
                  </a:moveTo>
                  <a:cubicBezTo>
                    <a:pt x="0" y="72"/>
                    <a:pt x="20" y="30"/>
                    <a:pt x="4" y="0"/>
                  </a:cubicBezTo>
                  <a:cubicBezTo>
                    <a:pt x="39" y="24"/>
                    <a:pt x="18" y="66"/>
                    <a:pt x="43"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8"/>
            <p:cNvSpPr/>
            <p:nvPr/>
          </p:nvSpPr>
          <p:spPr>
            <a:xfrm>
              <a:off x="17192611" y="2893273"/>
              <a:ext cx="194403" cy="140843"/>
            </a:xfrm>
            <a:custGeom>
              <a:rect b="b" l="l" r="r" t="t"/>
              <a:pathLst>
                <a:path extrusionOk="0" h="71" w="98">
                  <a:moveTo>
                    <a:pt x="97" y="48"/>
                  </a:moveTo>
                  <a:cubicBezTo>
                    <a:pt x="97" y="49"/>
                    <a:pt x="96" y="51"/>
                    <a:pt x="95" y="52"/>
                  </a:cubicBezTo>
                  <a:cubicBezTo>
                    <a:pt x="92" y="57"/>
                    <a:pt x="87" y="62"/>
                    <a:pt x="82" y="65"/>
                  </a:cubicBezTo>
                  <a:cubicBezTo>
                    <a:pt x="76" y="68"/>
                    <a:pt x="71" y="70"/>
                    <a:pt x="64" y="70"/>
                  </a:cubicBezTo>
                  <a:cubicBezTo>
                    <a:pt x="63" y="70"/>
                    <a:pt x="61" y="70"/>
                    <a:pt x="59" y="70"/>
                  </a:cubicBezTo>
                  <a:cubicBezTo>
                    <a:pt x="51" y="38"/>
                    <a:pt x="6" y="46"/>
                    <a:pt x="0" y="7"/>
                  </a:cubicBezTo>
                  <a:cubicBezTo>
                    <a:pt x="41" y="0"/>
                    <a:pt x="61" y="46"/>
                    <a:pt x="97"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8"/>
            <p:cNvSpPr/>
            <p:nvPr/>
          </p:nvSpPr>
          <p:spPr>
            <a:xfrm>
              <a:off x="11552929" y="3097595"/>
              <a:ext cx="59511" cy="198371"/>
            </a:xfrm>
            <a:custGeom>
              <a:rect b="b" l="l" r="r" t="t"/>
              <a:pathLst>
                <a:path extrusionOk="0" h="100" w="30">
                  <a:moveTo>
                    <a:pt x="17" y="99"/>
                  </a:moveTo>
                  <a:lnTo>
                    <a:pt x="0" y="0"/>
                  </a:lnTo>
                  <a:cubicBezTo>
                    <a:pt x="29" y="38"/>
                    <a:pt x="29" y="38"/>
                    <a:pt x="17" y="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8"/>
            <p:cNvSpPr/>
            <p:nvPr/>
          </p:nvSpPr>
          <p:spPr>
            <a:xfrm>
              <a:off x="11544994" y="2645310"/>
              <a:ext cx="101169" cy="220192"/>
            </a:xfrm>
            <a:custGeom>
              <a:rect b="b" l="l" r="r" t="t"/>
              <a:pathLst>
                <a:path extrusionOk="0" h="111" w="51">
                  <a:moveTo>
                    <a:pt x="50" y="110"/>
                  </a:moveTo>
                  <a:cubicBezTo>
                    <a:pt x="39" y="100"/>
                    <a:pt x="30" y="88"/>
                    <a:pt x="23" y="75"/>
                  </a:cubicBezTo>
                  <a:cubicBezTo>
                    <a:pt x="10" y="52"/>
                    <a:pt x="2" y="27"/>
                    <a:pt x="0" y="0"/>
                  </a:cubicBezTo>
                  <a:cubicBezTo>
                    <a:pt x="27" y="25"/>
                    <a:pt x="38" y="57"/>
                    <a:pt x="50" y="1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8"/>
            <p:cNvSpPr/>
            <p:nvPr/>
          </p:nvSpPr>
          <p:spPr>
            <a:xfrm>
              <a:off x="11741382" y="2857567"/>
              <a:ext cx="103153" cy="186469"/>
            </a:xfrm>
            <a:custGeom>
              <a:rect b="b" l="l" r="r" t="t"/>
              <a:pathLst>
                <a:path extrusionOk="0" h="94" w="52">
                  <a:moveTo>
                    <a:pt x="0" y="2"/>
                  </a:moveTo>
                  <a:cubicBezTo>
                    <a:pt x="38" y="21"/>
                    <a:pt x="36" y="62"/>
                    <a:pt x="51" y="93"/>
                  </a:cubicBezTo>
                  <a:cubicBezTo>
                    <a:pt x="38" y="84"/>
                    <a:pt x="26" y="71"/>
                    <a:pt x="18" y="56"/>
                  </a:cubicBezTo>
                  <a:cubicBezTo>
                    <a:pt x="8" y="39"/>
                    <a:pt x="2" y="20"/>
                    <a:pt x="2"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8"/>
            <p:cNvSpPr/>
            <p:nvPr/>
          </p:nvSpPr>
          <p:spPr>
            <a:xfrm>
              <a:off x="11640212" y="3143221"/>
              <a:ext cx="87283" cy="269784"/>
            </a:xfrm>
            <a:custGeom>
              <a:rect b="b" l="l" r="r" t="t"/>
              <a:pathLst>
                <a:path extrusionOk="0" h="136" w="44">
                  <a:moveTo>
                    <a:pt x="43" y="135"/>
                  </a:moveTo>
                  <a:cubicBezTo>
                    <a:pt x="16" y="85"/>
                    <a:pt x="0" y="54"/>
                    <a:pt x="9" y="0"/>
                  </a:cubicBezTo>
                  <a:cubicBezTo>
                    <a:pt x="31" y="41"/>
                    <a:pt x="43" y="86"/>
                    <a:pt x="43" y="132"/>
                  </a:cubicBezTo>
                  <a:cubicBezTo>
                    <a:pt x="43" y="133"/>
                    <a:pt x="43" y="134"/>
                    <a:pt x="43"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8"/>
            <p:cNvSpPr/>
            <p:nvPr/>
          </p:nvSpPr>
          <p:spPr>
            <a:xfrm>
              <a:off x="12564620" y="3224553"/>
              <a:ext cx="166631" cy="162664"/>
            </a:xfrm>
            <a:custGeom>
              <a:rect b="b" l="l" r="r" t="t"/>
              <a:pathLst>
                <a:path extrusionOk="0" h="82" w="84">
                  <a:moveTo>
                    <a:pt x="74" y="35"/>
                  </a:moveTo>
                  <a:cubicBezTo>
                    <a:pt x="77" y="43"/>
                    <a:pt x="80" y="51"/>
                    <a:pt x="81" y="59"/>
                  </a:cubicBezTo>
                  <a:cubicBezTo>
                    <a:pt x="83" y="81"/>
                    <a:pt x="66" y="72"/>
                    <a:pt x="60" y="68"/>
                  </a:cubicBezTo>
                  <a:cubicBezTo>
                    <a:pt x="38" y="55"/>
                    <a:pt x="11" y="45"/>
                    <a:pt x="0" y="11"/>
                  </a:cubicBezTo>
                  <a:cubicBezTo>
                    <a:pt x="35" y="0"/>
                    <a:pt x="47" y="49"/>
                    <a:pt x="78" y="37"/>
                  </a:cubicBezTo>
                  <a:lnTo>
                    <a:pt x="74" y="3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8"/>
            <p:cNvSpPr/>
            <p:nvPr/>
          </p:nvSpPr>
          <p:spPr>
            <a:xfrm>
              <a:off x="12066710" y="3873225"/>
              <a:ext cx="109104" cy="198371"/>
            </a:xfrm>
            <a:custGeom>
              <a:rect b="b" l="l" r="r" t="t"/>
              <a:pathLst>
                <a:path extrusionOk="0" h="100" w="55">
                  <a:moveTo>
                    <a:pt x="54" y="97"/>
                  </a:moveTo>
                  <a:cubicBezTo>
                    <a:pt x="0" y="88"/>
                    <a:pt x="16" y="44"/>
                    <a:pt x="5" y="0"/>
                  </a:cubicBezTo>
                  <a:cubicBezTo>
                    <a:pt x="38" y="34"/>
                    <a:pt x="37" y="70"/>
                    <a:pt x="53" y="99"/>
                  </a:cubicBezTo>
                  <a:lnTo>
                    <a:pt x="54" y="9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8"/>
            <p:cNvSpPr/>
            <p:nvPr/>
          </p:nvSpPr>
          <p:spPr>
            <a:xfrm>
              <a:off x="13806422" y="5339185"/>
              <a:ext cx="178534" cy="138860"/>
            </a:xfrm>
            <a:custGeom>
              <a:rect b="b" l="l" r="r" t="t"/>
              <a:pathLst>
                <a:path extrusionOk="0" h="70" w="90">
                  <a:moveTo>
                    <a:pt x="81" y="69"/>
                  </a:moveTo>
                  <a:cubicBezTo>
                    <a:pt x="78" y="68"/>
                    <a:pt x="76" y="67"/>
                    <a:pt x="74" y="66"/>
                  </a:cubicBezTo>
                  <a:cubicBezTo>
                    <a:pt x="45" y="49"/>
                    <a:pt x="20" y="27"/>
                    <a:pt x="0" y="0"/>
                  </a:cubicBezTo>
                  <a:cubicBezTo>
                    <a:pt x="13" y="5"/>
                    <a:pt x="26" y="10"/>
                    <a:pt x="39" y="17"/>
                  </a:cubicBezTo>
                  <a:cubicBezTo>
                    <a:pt x="57" y="28"/>
                    <a:pt x="73" y="41"/>
                    <a:pt x="87" y="57"/>
                  </a:cubicBezTo>
                  <a:lnTo>
                    <a:pt x="88" y="58"/>
                  </a:lnTo>
                  <a:cubicBezTo>
                    <a:pt x="89" y="59"/>
                    <a:pt x="88" y="60"/>
                    <a:pt x="88" y="62"/>
                  </a:cubicBezTo>
                  <a:lnTo>
                    <a:pt x="88" y="63"/>
                  </a:lnTo>
                  <a:cubicBezTo>
                    <a:pt x="86" y="65"/>
                    <a:pt x="83" y="68"/>
                    <a:pt x="81"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8"/>
            <p:cNvSpPr/>
            <p:nvPr/>
          </p:nvSpPr>
          <p:spPr>
            <a:xfrm>
              <a:off x="11376379" y="5093206"/>
              <a:ext cx="109104" cy="198371"/>
            </a:xfrm>
            <a:custGeom>
              <a:rect b="b" l="l" r="r" t="t"/>
              <a:pathLst>
                <a:path extrusionOk="0" h="100" w="55">
                  <a:moveTo>
                    <a:pt x="5" y="2"/>
                  </a:moveTo>
                  <a:cubicBezTo>
                    <a:pt x="35" y="28"/>
                    <a:pt x="41" y="65"/>
                    <a:pt x="54" y="99"/>
                  </a:cubicBezTo>
                  <a:cubicBezTo>
                    <a:pt x="28" y="73"/>
                    <a:pt x="0" y="44"/>
                    <a:pt x="7" y="0"/>
                  </a:cubicBezTo>
                  <a:lnTo>
                    <a:pt x="5"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8"/>
            <p:cNvSpPr/>
            <p:nvPr/>
          </p:nvSpPr>
          <p:spPr>
            <a:xfrm>
              <a:off x="12552718" y="6299300"/>
              <a:ext cx="121006" cy="150762"/>
            </a:xfrm>
            <a:custGeom>
              <a:rect b="b" l="l" r="r" t="t"/>
              <a:pathLst>
                <a:path extrusionOk="0" h="76" w="61">
                  <a:moveTo>
                    <a:pt x="0" y="3"/>
                  </a:moveTo>
                  <a:lnTo>
                    <a:pt x="21" y="0"/>
                  </a:lnTo>
                  <a:lnTo>
                    <a:pt x="59" y="35"/>
                  </a:lnTo>
                  <a:cubicBezTo>
                    <a:pt x="60" y="40"/>
                    <a:pt x="60" y="43"/>
                    <a:pt x="60" y="48"/>
                  </a:cubicBezTo>
                  <a:cubicBezTo>
                    <a:pt x="60" y="52"/>
                    <a:pt x="60" y="57"/>
                    <a:pt x="59" y="62"/>
                  </a:cubicBezTo>
                  <a:cubicBezTo>
                    <a:pt x="54" y="75"/>
                    <a:pt x="45" y="66"/>
                    <a:pt x="40" y="62"/>
                  </a:cubicBezTo>
                  <a:cubicBezTo>
                    <a:pt x="28" y="51"/>
                    <a:pt x="18" y="38"/>
                    <a:pt x="11" y="25"/>
                  </a:cubicBezTo>
                  <a:cubicBezTo>
                    <a:pt x="7" y="18"/>
                    <a:pt x="3" y="10"/>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8"/>
            <p:cNvSpPr/>
            <p:nvPr/>
          </p:nvSpPr>
          <p:spPr>
            <a:xfrm>
              <a:off x="11245455" y="3724447"/>
              <a:ext cx="63479" cy="162664"/>
            </a:xfrm>
            <a:custGeom>
              <a:rect b="b" l="l" r="r" t="t"/>
              <a:pathLst>
                <a:path extrusionOk="0" h="82" w="32">
                  <a:moveTo>
                    <a:pt x="2" y="0"/>
                  </a:moveTo>
                  <a:cubicBezTo>
                    <a:pt x="31" y="25"/>
                    <a:pt x="30" y="49"/>
                    <a:pt x="28" y="81"/>
                  </a:cubicBezTo>
                  <a:cubicBezTo>
                    <a:pt x="21" y="75"/>
                    <a:pt x="15" y="68"/>
                    <a:pt x="10" y="60"/>
                  </a:cubicBezTo>
                  <a:cubicBezTo>
                    <a:pt x="3" y="48"/>
                    <a:pt x="0" y="34"/>
                    <a:pt x="0" y="19"/>
                  </a:cubicBezTo>
                  <a:cubicBezTo>
                    <a:pt x="0" y="13"/>
                    <a:pt x="0" y="7"/>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8"/>
            <p:cNvSpPr/>
            <p:nvPr/>
          </p:nvSpPr>
          <p:spPr>
            <a:xfrm>
              <a:off x="10731674" y="3488386"/>
              <a:ext cx="71413" cy="247963"/>
            </a:xfrm>
            <a:custGeom>
              <a:rect b="b" l="l" r="r" t="t"/>
              <a:pathLst>
                <a:path extrusionOk="0" h="125" w="36">
                  <a:moveTo>
                    <a:pt x="9" y="0"/>
                  </a:moveTo>
                  <a:cubicBezTo>
                    <a:pt x="35" y="42"/>
                    <a:pt x="29" y="74"/>
                    <a:pt x="26" y="124"/>
                  </a:cubicBezTo>
                  <a:cubicBezTo>
                    <a:pt x="0" y="76"/>
                    <a:pt x="6" y="44"/>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8"/>
            <p:cNvSpPr/>
            <p:nvPr/>
          </p:nvSpPr>
          <p:spPr>
            <a:xfrm>
              <a:off x="12025052" y="3377298"/>
              <a:ext cx="144811" cy="122990"/>
            </a:xfrm>
            <a:custGeom>
              <a:rect b="b" l="l" r="r" t="t"/>
              <a:pathLst>
                <a:path extrusionOk="0" h="62" w="73">
                  <a:moveTo>
                    <a:pt x="72" y="61"/>
                  </a:moveTo>
                  <a:cubicBezTo>
                    <a:pt x="30" y="45"/>
                    <a:pt x="10" y="27"/>
                    <a:pt x="0" y="0"/>
                  </a:cubicBezTo>
                  <a:lnTo>
                    <a:pt x="72" y="6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8"/>
            <p:cNvSpPr/>
            <p:nvPr/>
          </p:nvSpPr>
          <p:spPr>
            <a:xfrm>
              <a:off x="12394022" y="4349315"/>
              <a:ext cx="107120" cy="128941"/>
            </a:xfrm>
            <a:custGeom>
              <a:rect b="b" l="l" r="r" t="t"/>
              <a:pathLst>
                <a:path extrusionOk="0" h="65" w="54">
                  <a:moveTo>
                    <a:pt x="53" y="63"/>
                  </a:moveTo>
                  <a:cubicBezTo>
                    <a:pt x="50" y="63"/>
                    <a:pt x="46" y="63"/>
                    <a:pt x="44" y="63"/>
                  </a:cubicBezTo>
                  <a:cubicBezTo>
                    <a:pt x="30" y="46"/>
                    <a:pt x="0" y="43"/>
                    <a:pt x="0" y="14"/>
                  </a:cubicBezTo>
                  <a:cubicBezTo>
                    <a:pt x="0" y="12"/>
                    <a:pt x="1" y="10"/>
                    <a:pt x="2" y="8"/>
                  </a:cubicBezTo>
                  <a:cubicBezTo>
                    <a:pt x="3" y="6"/>
                    <a:pt x="5" y="4"/>
                    <a:pt x="8" y="2"/>
                  </a:cubicBezTo>
                  <a:cubicBezTo>
                    <a:pt x="11" y="0"/>
                    <a:pt x="13" y="0"/>
                    <a:pt x="16" y="0"/>
                  </a:cubicBezTo>
                  <a:cubicBezTo>
                    <a:pt x="17" y="0"/>
                    <a:pt x="18" y="0"/>
                    <a:pt x="20" y="0"/>
                  </a:cubicBezTo>
                  <a:cubicBezTo>
                    <a:pt x="53" y="9"/>
                    <a:pt x="52" y="37"/>
                    <a:pt x="52" y="64"/>
                  </a:cubicBezTo>
                  <a:lnTo>
                    <a:pt x="53"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8"/>
            <p:cNvSpPr/>
            <p:nvPr/>
          </p:nvSpPr>
          <p:spPr>
            <a:xfrm>
              <a:off x="11382330" y="2663163"/>
              <a:ext cx="71413" cy="208289"/>
            </a:xfrm>
            <a:custGeom>
              <a:rect b="b" l="l" r="r" t="t"/>
              <a:pathLst>
                <a:path extrusionOk="0" h="105" w="36">
                  <a:moveTo>
                    <a:pt x="4" y="0"/>
                  </a:moveTo>
                  <a:cubicBezTo>
                    <a:pt x="4" y="1"/>
                    <a:pt x="4" y="1"/>
                    <a:pt x="4" y="2"/>
                  </a:cubicBezTo>
                  <a:cubicBezTo>
                    <a:pt x="4" y="9"/>
                    <a:pt x="5" y="16"/>
                    <a:pt x="9" y="23"/>
                  </a:cubicBezTo>
                  <a:cubicBezTo>
                    <a:pt x="13" y="30"/>
                    <a:pt x="19" y="36"/>
                    <a:pt x="26" y="40"/>
                  </a:cubicBezTo>
                  <a:cubicBezTo>
                    <a:pt x="27" y="41"/>
                    <a:pt x="30" y="42"/>
                    <a:pt x="32" y="42"/>
                  </a:cubicBezTo>
                  <a:lnTo>
                    <a:pt x="29" y="40"/>
                  </a:lnTo>
                  <a:lnTo>
                    <a:pt x="35" y="104"/>
                  </a:lnTo>
                  <a:cubicBezTo>
                    <a:pt x="27" y="96"/>
                    <a:pt x="19" y="87"/>
                    <a:pt x="13" y="77"/>
                  </a:cubicBezTo>
                  <a:cubicBezTo>
                    <a:pt x="4" y="62"/>
                    <a:pt x="0" y="44"/>
                    <a:pt x="0" y="26"/>
                  </a:cubicBezTo>
                  <a:cubicBezTo>
                    <a:pt x="0" y="17"/>
                    <a:pt x="1" y="8"/>
                    <a:pt x="3" y="0"/>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8"/>
            <p:cNvSpPr/>
            <p:nvPr/>
          </p:nvSpPr>
          <p:spPr>
            <a:xfrm>
              <a:off x="12372201" y="4097384"/>
              <a:ext cx="130925" cy="164648"/>
            </a:xfrm>
            <a:custGeom>
              <a:rect b="b" l="l" r="r" t="t"/>
              <a:pathLst>
                <a:path extrusionOk="0" h="83" w="66">
                  <a:moveTo>
                    <a:pt x="57" y="82"/>
                  </a:moveTo>
                  <a:cubicBezTo>
                    <a:pt x="57" y="82"/>
                    <a:pt x="56" y="82"/>
                    <a:pt x="55" y="81"/>
                  </a:cubicBezTo>
                  <a:cubicBezTo>
                    <a:pt x="38" y="71"/>
                    <a:pt x="24" y="57"/>
                    <a:pt x="14" y="40"/>
                  </a:cubicBezTo>
                  <a:cubicBezTo>
                    <a:pt x="7" y="28"/>
                    <a:pt x="2" y="14"/>
                    <a:pt x="0" y="0"/>
                  </a:cubicBezTo>
                  <a:cubicBezTo>
                    <a:pt x="34" y="9"/>
                    <a:pt x="37" y="46"/>
                    <a:pt x="65" y="49"/>
                  </a:cubicBezTo>
                  <a:lnTo>
                    <a:pt x="62" y="47"/>
                  </a:lnTo>
                  <a:cubicBezTo>
                    <a:pt x="62" y="57"/>
                    <a:pt x="62" y="67"/>
                    <a:pt x="62" y="78"/>
                  </a:cubicBezTo>
                  <a:lnTo>
                    <a:pt x="57" y="8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8"/>
            <p:cNvSpPr/>
            <p:nvPr/>
          </p:nvSpPr>
          <p:spPr>
            <a:xfrm>
              <a:off x="12130188" y="4065645"/>
              <a:ext cx="121006" cy="168615"/>
            </a:xfrm>
            <a:custGeom>
              <a:rect b="b" l="l" r="r" t="t"/>
              <a:pathLst>
                <a:path extrusionOk="0" h="85" w="61">
                  <a:moveTo>
                    <a:pt x="60" y="50"/>
                  </a:moveTo>
                  <a:lnTo>
                    <a:pt x="50" y="84"/>
                  </a:lnTo>
                  <a:cubicBezTo>
                    <a:pt x="21" y="62"/>
                    <a:pt x="0" y="39"/>
                    <a:pt x="21" y="0"/>
                  </a:cubicBezTo>
                  <a:cubicBezTo>
                    <a:pt x="28" y="24"/>
                    <a:pt x="36" y="44"/>
                    <a:pt x="60"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8"/>
            <p:cNvSpPr/>
            <p:nvPr/>
          </p:nvSpPr>
          <p:spPr>
            <a:xfrm>
              <a:off x="11439858" y="2690935"/>
              <a:ext cx="83316" cy="146794"/>
            </a:xfrm>
            <a:custGeom>
              <a:rect b="b" l="l" r="r" t="t"/>
              <a:pathLst>
                <a:path extrusionOk="0" h="74" w="42">
                  <a:moveTo>
                    <a:pt x="2" y="30"/>
                  </a:moveTo>
                  <a:cubicBezTo>
                    <a:pt x="7" y="22"/>
                    <a:pt x="5" y="0"/>
                    <a:pt x="19" y="10"/>
                  </a:cubicBezTo>
                  <a:cubicBezTo>
                    <a:pt x="26" y="14"/>
                    <a:pt x="31" y="20"/>
                    <a:pt x="35" y="27"/>
                  </a:cubicBezTo>
                  <a:cubicBezTo>
                    <a:pt x="39" y="34"/>
                    <a:pt x="41" y="43"/>
                    <a:pt x="41" y="52"/>
                  </a:cubicBezTo>
                  <a:cubicBezTo>
                    <a:pt x="41" y="59"/>
                    <a:pt x="40" y="66"/>
                    <a:pt x="36" y="73"/>
                  </a:cubicBezTo>
                  <a:cubicBezTo>
                    <a:pt x="21" y="59"/>
                    <a:pt x="22" y="34"/>
                    <a:pt x="0" y="27"/>
                  </a:cubicBezTo>
                  <a:lnTo>
                    <a:pt x="2"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8"/>
            <p:cNvSpPr/>
            <p:nvPr/>
          </p:nvSpPr>
          <p:spPr>
            <a:xfrm>
              <a:off x="16722472" y="2335852"/>
              <a:ext cx="158697" cy="53560"/>
            </a:xfrm>
            <a:custGeom>
              <a:rect b="b" l="l" r="r" t="t"/>
              <a:pathLst>
                <a:path extrusionOk="0" h="27" w="80">
                  <a:moveTo>
                    <a:pt x="0" y="18"/>
                  </a:moveTo>
                  <a:cubicBezTo>
                    <a:pt x="3" y="14"/>
                    <a:pt x="8" y="11"/>
                    <a:pt x="12" y="9"/>
                  </a:cubicBezTo>
                  <a:cubicBezTo>
                    <a:pt x="22" y="3"/>
                    <a:pt x="33" y="0"/>
                    <a:pt x="45" y="0"/>
                  </a:cubicBezTo>
                  <a:cubicBezTo>
                    <a:pt x="56" y="0"/>
                    <a:pt x="67" y="3"/>
                    <a:pt x="77" y="9"/>
                  </a:cubicBezTo>
                  <a:cubicBezTo>
                    <a:pt x="78" y="9"/>
                    <a:pt x="78" y="9"/>
                    <a:pt x="79" y="10"/>
                  </a:cubicBezTo>
                  <a:cubicBezTo>
                    <a:pt x="76" y="12"/>
                    <a:pt x="73" y="14"/>
                    <a:pt x="69" y="16"/>
                  </a:cubicBezTo>
                  <a:cubicBezTo>
                    <a:pt x="58" y="23"/>
                    <a:pt x="46" y="26"/>
                    <a:pt x="33" y="26"/>
                  </a:cubicBezTo>
                  <a:cubicBezTo>
                    <a:pt x="21" y="26"/>
                    <a:pt x="10" y="24"/>
                    <a:pt x="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8"/>
            <p:cNvSpPr/>
            <p:nvPr/>
          </p:nvSpPr>
          <p:spPr>
            <a:xfrm>
              <a:off x="14530475" y="6596856"/>
              <a:ext cx="101169" cy="111088"/>
            </a:xfrm>
            <a:custGeom>
              <a:rect b="b" l="l" r="r" t="t"/>
              <a:pathLst>
                <a:path extrusionOk="0" h="56" w="51">
                  <a:moveTo>
                    <a:pt x="0" y="0"/>
                  </a:moveTo>
                  <a:lnTo>
                    <a:pt x="50" y="55"/>
                  </a:lnTo>
                  <a:cubicBezTo>
                    <a:pt x="12" y="48"/>
                    <a:pt x="0" y="3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8"/>
            <p:cNvSpPr/>
            <p:nvPr/>
          </p:nvSpPr>
          <p:spPr>
            <a:xfrm>
              <a:off x="11876274" y="2375526"/>
              <a:ext cx="73397" cy="170599"/>
            </a:xfrm>
            <a:custGeom>
              <a:rect b="b" l="l" r="r" t="t"/>
              <a:pathLst>
                <a:path extrusionOk="0" h="86" w="37">
                  <a:moveTo>
                    <a:pt x="0" y="19"/>
                  </a:moveTo>
                  <a:lnTo>
                    <a:pt x="16" y="0"/>
                  </a:lnTo>
                  <a:lnTo>
                    <a:pt x="36" y="85"/>
                  </a:lnTo>
                  <a:cubicBezTo>
                    <a:pt x="25" y="79"/>
                    <a:pt x="16" y="70"/>
                    <a:pt x="10" y="59"/>
                  </a:cubicBezTo>
                  <a:cubicBezTo>
                    <a:pt x="4" y="48"/>
                    <a:pt x="0" y="36"/>
                    <a:pt x="0" y="23"/>
                  </a:cubicBezTo>
                  <a:cubicBezTo>
                    <a:pt x="0" y="22"/>
                    <a:pt x="0" y="20"/>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8"/>
            <p:cNvSpPr/>
            <p:nvPr/>
          </p:nvSpPr>
          <p:spPr>
            <a:xfrm>
              <a:off x="13979004" y="5148749"/>
              <a:ext cx="160680" cy="119022"/>
            </a:xfrm>
            <a:custGeom>
              <a:rect b="b" l="l" r="r" t="t"/>
              <a:pathLst>
                <a:path extrusionOk="0" h="60" w="81">
                  <a:moveTo>
                    <a:pt x="6" y="0"/>
                  </a:moveTo>
                  <a:cubicBezTo>
                    <a:pt x="15" y="3"/>
                    <a:pt x="24" y="7"/>
                    <a:pt x="33" y="12"/>
                  </a:cubicBezTo>
                  <a:cubicBezTo>
                    <a:pt x="52" y="22"/>
                    <a:pt x="67" y="38"/>
                    <a:pt x="78" y="56"/>
                  </a:cubicBezTo>
                  <a:lnTo>
                    <a:pt x="80" y="54"/>
                  </a:lnTo>
                  <a:cubicBezTo>
                    <a:pt x="40" y="59"/>
                    <a:pt x="20" y="32"/>
                    <a:pt x="0" y="5"/>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8"/>
            <p:cNvSpPr/>
            <p:nvPr/>
          </p:nvSpPr>
          <p:spPr>
            <a:xfrm>
              <a:off x="13542588" y="5063450"/>
              <a:ext cx="109104" cy="140843"/>
            </a:xfrm>
            <a:custGeom>
              <a:rect b="b" l="l" r="r" t="t"/>
              <a:pathLst>
                <a:path extrusionOk="0" h="71" w="55">
                  <a:moveTo>
                    <a:pt x="54" y="70"/>
                  </a:moveTo>
                  <a:cubicBezTo>
                    <a:pt x="25" y="51"/>
                    <a:pt x="8" y="36"/>
                    <a:pt x="1" y="13"/>
                  </a:cubicBezTo>
                  <a:cubicBezTo>
                    <a:pt x="11" y="1"/>
                    <a:pt x="0" y="0"/>
                    <a:pt x="8" y="4"/>
                  </a:cubicBezTo>
                  <a:cubicBezTo>
                    <a:pt x="9" y="5"/>
                    <a:pt x="10" y="5"/>
                    <a:pt x="11" y="6"/>
                  </a:cubicBezTo>
                  <a:cubicBezTo>
                    <a:pt x="24" y="14"/>
                    <a:pt x="36" y="25"/>
                    <a:pt x="43" y="38"/>
                  </a:cubicBezTo>
                  <a:cubicBezTo>
                    <a:pt x="49" y="48"/>
                    <a:pt x="53" y="59"/>
                    <a:pt x="54"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8"/>
            <p:cNvSpPr/>
            <p:nvPr/>
          </p:nvSpPr>
          <p:spPr>
            <a:xfrm>
              <a:off x="11638229" y="5013857"/>
              <a:ext cx="89267" cy="136876"/>
            </a:xfrm>
            <a:custGeom>
              <a:rect b="b" l="l" r="r" t="t"/>
              <a:pathLst>
                <a:path extrusionOk="0" h="69" w="45">
                  <a:moveTo>
                    <a:pt x="44" y="68"/>
                  </a:moveTo>
                  <a:cubicBezTo>
                    <a:pt x="31" y="59"/>
                    <a:pt x="20" y="48"/>
                    <a:pt x="12" y="34"/>
                  </a:cubicBezTo>
                  <a:cubicBezTo>
                    <a:pt x="6" y="24"/>
                    <a:pt x="2" y="12"/>
                    <a:pt x="0" y="0"/>
                  </a:cubicBezTo>
                  <a:cubicBezTo>
                    <a:pt x="36" y="10"/>
                    <a:pt x="30" y="36"/>
                    <a:pt x="44"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8"/>
            <p:cNvSpPr/>
            <p:nvPr/>
          </p:nvSpPr>
          <p:spPr>
            <a:xfrm>
              <a:off x="12764975" y="4829372"/>
              <a:ext cx="107120" cy="121006"/>
            </a:xfrm>
            <a:custGeom>
              <a:rect b="b" l="l" r="r" t="t"/>
              <a:pathLst>
                <a:path extrusionOk="0" h="61" w="54">
                  <a:moveTo>
                    <a:pt x="0" y="2"/>
                  </a:moveTo>
                  <a:cubicBezTo>
                    <a:pt x="29" y="10"/>
                    <a:pt x="41" y="34"/>
                    <a:pt x="53" y="60"/>
                  </a:cubicBezTo>
                  <a:cubicBezTo>
                    <a:pt x="46" y="59"/>
                    <a:pt x="38" y="57"/>
                    <a:pt x="32" y="53"/>
                  </a:cubicBezTo>
                  <a:cubicBezTo>
                    <a:pt x="22" y="47"/>
                    <a:pt x="14" y="39"/>
                    <a:pt x="9" y="30"/>
                  </a:cubicBezTo>
                  <a:cubicBezTo>
                    <a:pt x="3" y="21"/>
                    <a:pt x="1" y="11"/>
                    <a:pt x="0"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8"/>
            <p:cNvSpPr/>
            <p:nvPr/>
          </p:nvSpPr>
          <p:spPr>
            <a:xfrm>
              <a:off x="12985166" y="4585376"/>
              <a:ext cx="124974" cy="132908"/>
            </a:xfrm>
            <a:custGeom>
              <a:rect b="b" l="l" r="r" t="t"/>
              <a:pathLst>
                <a:path extrusionOk="0" h="67" w="63">
                  <a:moveTo>
                    <a:pt x="62" y="66"/>
                  </a:moveTo>
                  <a:cubicBezTo>
                    <a:pt x="22" y="53"/>
                    <a:pt x="14" y="32"/>
                    <a:pt x="0" y="0"/>
                  </a:cubicBezTo>
                  <a:cubicBezTo>
                    <a:pt x="40" y="12"/>
                    <a:pt x="42" y="38"/>
                    <a:pt x="62" y="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8"/>
            <p:cNvSpPr/>
            <p:nvPr/>
          </p:nvSpPr>
          <p:spPr>
            <a:xfrm>
              <a:off x="12390054" y="3299934"/>
              <a:ext cx="99185" cy="89267"/>
            </a:xfrm>
            <a:custGeom>
              <a:rect b="b" l="l" r="r" t="t"/>
              <a:pathLst>
                <a:path extrusionOk="0" h="45" w="50">
                  <a:moveTo>
                    <a:pt x="49" y="34"/>
                  </a:moveTo>
                  <a:cubicBezTo>
                    <a:pt x="27" y="44"/>
                    <a:pt x="16" y="28"/>
                    <a:pt x="4" y="15"/>
                  </a:cubicBezTo>
                  <a:cubicBezTo>
                    <a:pt x="0" y="10"/>
                    <a:pt x="4" y="0"/>
                    <a:pt x="10" y="1"/>
                  </a:cubicBezTo>
                  <a:cubicBezTo>
                    <a:pt x="16" y="2"/>
                    <a:pt x="22" y="4"/>
                    <a:pt x="27" y="7"/>
                  </a:cubicBezTo>
                  <a:cubicBezTo>
                    <a:pt x="35" y="12"/>
                    <a:pt x="40" y="18"/>
                    <a:pt x="45" y="25"/>
                  </a:cubicBezTo>
                  <a:cubicBezTo>
                    <a:pt x="46" y="28"/>
                    <a:pt x="48" y="31"/>
                    <a:pt x="4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8"/>
            <p:cNvSpPr/>
            <p:nvPr/>
          </p:nvSpPr>
          <p:spPr>
            <a:xfrm>
              <a:off x="12370217" y="3010312"/>
              <a:ext cx="105136" cy="107120"/>
            </a:xfrm>
            <a:custGeom>
              <a:rect b="b" l="l" r="r" t="t"/>
              <a:pathLst>
                <a:path extrusionOk="0" h="54" w="53">
                  <a:moveTo>
                    <a:pt x="5" y="0"/>
                  </a:moveTo>
                  <a:cubicBezTo>
                    <a:pt x="6" y="0"/>
                    <a:pt x="6" y="1"/>
                    <a:pt x="7" y="1"/>
                  </a:cubicBezTo>
                  <a:cubicBezTo>
                    <a:pt x="23" y="10"/>
                    <a:pt x="37" y="24"/>
                    <a:pt x="46" y="40"/>
                  </a:cubicBezTo>
                  <a:cubicBezTo>
                    <a:pt x="49" y="44"/>
                    <a:pt x="51" y="49"/>
                    <a:pt x="52" y="53"/>
                  </a:cubicBezTo>
                  <a:cubicBezTo>
                    <a:pt x="44" y="52"/>
                    <a:pt x="35" y="50"/>
                    <a:pt x="28" y="45"/>
                  </a:cubicBezTo>
                  <a:cubicBezTo>
                    <a:pt x="19" y="40"/>
                    <a:pt x="11" y="33"/>
                    <a:pt x="6" y="24"/>
                  </a:cubicBezTo>
                  <a:cubicBezTo>
                    <a:pt x="3" y="18"/>
                    <a:pt x="1" y="12"/>
                    <a:pt x="0" y="6"/>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8"/>
            <p:cNvSpPr/>
            <p:nvPr/>
          </p:nvSpPr>
          <p:spPr>
            <a:xfrm>
              <a:off x="13768731" y="3664936"/>
              <a:ext cx="121006" cy="61495"/>
            </a:xfrm>
            <a:custGeom>
              <a:rect b="b" l="l" r="r" t="t"/>
              <a:pathLst>
                <a:path extrusionOk="0" h="31" w="61">
                  <a:moveTo>
                    <a:pt x="0" y="8"/>
                  </a:moveTo>
                  <a:cubicBezTo>
                    <a:pt x="32" y="0"/>
                    <a:pt x="42" y="18"/>
                    <a:pt x="60" y="21"/>
                  </a:cubicBezTo>
                  <a:cubicBezTo>
                    <a:pt x="32" y="30"/>
                    <a:pt x="32" y="30"/>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8"/>
            <p:cNvSpPr/>
            <p:nvPr/>
          </p:nvSpPr>
          <p:spPr>
            <a:xfrm>
              <a:off x="11669968" y="2732593"/>
              <a:ext cx="97202" cy="130925"/>
            </a:xfrm>
            <a:custGeom>
              <a:rect b="b" l="l" r="r" t="t"/>
              <a:pathLst>
                <a:path extrusionOk="0" h="66" w="49">
                  <a:moveTo>
                    <a:pt x="38" y="63"/>
                  </a:moveTo>
                  <a:cubicBezTo>
                    <a:pt x="11" y="52"/>
                    <a:pt x="19" y="25"/>
                    <a:pt x="0" y="0"/>
                  </a:cubicBezTo>
                  <a:cubicBezTo>
                    <a:pt x="48" y="13"/>
                    <a:pt x="38" y="41"/>
                    <a:pt x="36" y="65"/>
                  </a:cubicBezTo>
                  <a:lnTo>
                    <a:pt x="38" y="6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8"/>
            <p:cNvSpPr/>
            <p:nvPr/>
          </p:nvSpPr>
          <p:spPr>
            <a:xfrm>
              <a:off x="14324169" y="6543296"/>
              <a:ext cx="107120" cy="83316"/>
            </a:xfrm>
            <a:custGeom>
              <a:rect b="b" l="l" r="r" t="t"/>
              <a:pathLst>
                <a:path extrusionOk="0" h="42" w="54">
                  <a:moveTo>
                    <a:pt x="0" y="0"/>
                  </a:moveTo>
                  <a:cubicBezTo>
                    <a:pt x="8" y="2"/>
                    <a:pt x="14" y="5"/>
                    <a:pt x="21" y="9"/>
                  </a:cubicBezTo>
                  <a:cubicBezTo>
                    <a:pt x="34" y="17"/>
                    <a:pt x="45" y="28"/>
                    <a:pt x="53" y="41"/>
                  </a:cubicBezTo>
                  <a:cubicBezTo>
                    <a:pt x="25" y="41"/>
                    <a:pt x="15" y="27"/>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8"/>
            <p:cNvSpPr/>
            <p:nvPr/>
          </p:nvSpPr>
          <p:spPr>
            <a:xfrm>
              <a:off x="12401956" y="5124945"/>
              <a:ext cx="146794" cy="113071"/>
            </a:xfrm>
            <a:custGeom>
              <a:rect b="b" l="l" r="r" t="t"/>
              <a:pathLst>
                <a:path extrusionOk="0" h="57" w="74">
                  <a:moveTo>
                    <a:pt x="0" y="25"/>
                  </a:moveTo>
                  <a:lnTo>
                    <a:pt x="7" y="0"/>
                  </a:lnTo>
                  <a:cubicBezTo>
                    <a:pt x="31" y="14"/>
                    <a:pt x="42" y="46"/>
                    <a:pt x="73" y="51"/>
                  </a:cubicBezTo>
                  <a:cubicBezTo>
                    <a:pt x="66" y="54"/>
                    <a:pt x="57" y="56"/>
                    <a:pt x="48" y="56"/>
                  </a:cubicBezTo>
                  <a:cubicBezTo>
                    <a:pt x="37" y="56"/>
                    <a:pt x="26" y="53"/>
                    <a:pt x="17" y="48"/>
                  </a:cubicBezTo>
                  <a:cubicBezTo>
                    <a:pt x="12" y="45"/>
                    <a:pt x="8" y="42"/>
                    <a:pt x="4" y="38"/>
                  </a:cubicBezTo>
                  <a:cubicBezTo>
                    <a:pt x="3" y="33"/>
                    <a:pt x="2" y="29"/>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8"/>
            <p:cNvSpPr/>
            <p:nvPr/>
          </p:nvSpPr>
          <p:spPr>
            <a:xfrm>
              <a:off x="11552929" y="1689163"/>
              <a:ext cx="101169" cy="128941"/>
            </a:xfrm>
            <a:custGeom>
              <a:rect b="b" l="l" r="r" t="t"/>
              <a:pathLst>
                <a:path extrusionOk="0" h="65" w="51">
                  <a:moveTo>
                    <a:pt x="47" y="23"/>
                  </a:moveTo>
                  <a:cubicBezTo>
                    <a:pt x="35" y="34"/>
                    <a:pt x="20" y="44"/>
                    <a:pt x="31" y="64"/>
                  </a:cubicBezTo>
                  <a:cubicBezTo>
                    <a:pt x="40" y="38"/>
                    <a:pt x="0" y="28"/>
                    <a:pt x="10" y="0"/>
                  </a:cubicBezTo>
                  <a:cubicBezTo>
                    <a:pt x="28" y="0"/>
                    <a:pt x="29" y="27"/>
                    <a:pt x="50" y="24"/>
                  </a:cubicBezTo>
                  <a:lnTo>
                    <a:pt x="47"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8"/>
            <p:cNvSpPr/>
            <p:nvPr/>
          </p:nvSpPr>
          <p:spPr>
            <a:xfrm>
              <a:off x="12487256" y="4252113"/>
              <a:ext cx="107120" cy="101169"/>
            </a:xfrm>
            <a:custGeom>
              <a:rect b="b" l="l" r="r" t="t"/>
              <a:pathLst>
                <a:path extrusionOk="0" h="51" w="54">
                  <a:moveTo>
                    <a:pt x="4" y="0"/>
                  </a:moveTo>
                  <a:cubicBezTo>
                    <a:pt x="28" y="6"/>
                    <a:pt x="36" y="26"/>
                    <a:pt x="53" y="50"/>
                  </a:cubicBezTo>
                  <a:cubicBezTo>
                    <a:pt x="20" y="42"/>
                    <a:pt x="5" y="29"/>
                    <a:pt x="0" y="4"/>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8"/>
            <p:cNvSpPr/>
            <p:nvPr/>
          </p:nvSpPr>
          <p:spPr>
            <a:xfrm>
              <a:off x="10646375" y="1635603"/>
              <a:ext cx="261849" cy="480057"/>
            </a:xfrm>
            <a:custGeom>
              <a:rect b="b" l="l" r="r" t="t"/>
              <a:pathLst>
                <a:path extrusionOk="0" h="242" w="132">
                  <a:moveTo>
                    <a:pt x="122" y="41"/>
                  </a:moveTo>
                  <a:cubicBezTo>
                    <a:pt x="124" y="50"/>
                    <a:pt x="125" y="58"/>
                    <a:pt x="126" y="67"/>
                  </a:cubicBezTo>
                  <a:cubicBezTo>
                    <a:pt x="128" y="113"/>
                    <a:pt x="129" y="158"/>
                    <a:pt x="131" y="204"/>
                  </a:cubicBezTo>
                  <a:cubicBezTo>
                    <a:pt x="116" y="202"/>
                    <a:pt x="118" y="190"/>
                    <a:pt x="113" y="186"/>
                  </a:cubicBezTo>
                  <a:cubicBezTo>
                    <a:pt x="93" y="167"/>
                    <a:pt x="100" y="190"/>
                    <a:pt x="99" y="196"/>
                  </a:cubicBezTo>
                  <a:cubicBezTo>
                    <a:pt x="96" y="210"/>
                    <a:pt x="104" y="227"/>
                    <a:pt x="88" y="241"/>
                  </a:cubicBezTo>
                  <a:cubicBezTo>
                    <a:pt x="83" y="167"/>
                    <a:pt x="0" y="114"/>
                    <a:pt x="47" y="25"/>
                  </a:cubicBezTo>
                  <a:cubicBezTo>
                    <a:pt x="73" y="0"/>
                    <a:pt x="90" y="78"/>
                    <a:pt x="123" y="43"/>
                  </a:cubicBezTo>
                  <a:lnTo>
                    <a:pt x="122"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8"/>
            <p:cNvSpPr/>
            <p:nvPr/>
          </p:nvSpPr>
          <p:spPr>
            <a:xfrm>
              <a:off x="10531320" y="1552287"/>
              <a:ext cx="190436" cy="398725"/>
            </a:xfrm>
            <a:custGeom>
              <a:rect b="b" l="l" r="r" t="t"/>
              <a:pathLst>
                <a:path extrusionOk="0" h="201" w="96">
                  <a:moveTo>
                    <a:pt x="61" y="200"/>
                  </a:moveTo>
                  <a:cubicBezTo>
                    <a:pt x="59" y="174"/>
                    <a:pt x="73" y="140"/>
                    <a:pt x="26" y="140"/>
                  </a:cubicBezTo>
                  <a:cubicBezTo>
                    <a:pt x="19" y="114"/>
                    <a:pt x="31" y="81"/>
                    <a:pt x="0" y="63"/>
                  </a:cubicBezTo>
                  <a:cubicBezTo>
                    <a:pt x="0" y="59"/>
                    <a:pt x="0" y="55"/>
                    <a:pt x="0" y="51"/>
                  </a:cubicBezTo>
                  <a:cubicBezTo>
                    <a:pt x="0" y="40"/>
                    <a:pt x="0" y="29"/>
                    <a:pt x="2" y="18"/>
                  </a:cubicBezTo>
                  <a:cubicBezTo>
                    <a:pt x="5" y="4"/>
                    <a:pt x="16" y="0"/>
                    <a:pt x="28" y="9"/>
                  </a:cubicBezTo>
                  <a:cubicBezTo>
                    <a:pt x="80" y="42"/>
                    <a:pt x="95" y="131"/>
                    <a:pt x="61" y="2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8"/>
            <p:cNvSpPr/>
            <p:nvPr/>
          </p:nvSpPr>
          <p:spPr>
            <a:xfrm>
              <a:off x="10943931" y="1157529"/>
              <a:ext cx="275735" cy="184485"/>
            </a:xfrm>
            <a:custGeom>
              <a:rect b="b" l="l" r="r" t="t"/>
              <a:pathLst>
                <a:path extrusionOk="0" h="93" w="139">
                  <a:moveTo>
                    <a:pt x="62" y="0"/>
                  </a:moveTo>
                  <a:lnTo>
                    <a:pt x="138" y="37"/>
                  </a:lnTo>
                  <a:cubicBezTo>
                    <a:pt x="118" y="31"/>
                    <a:pt x="86" y="21"/>
                    <a:pt x="89" y="49"/>
                  </a:cubicBezTo>
                  <a:cubicBezTo>
                    <a:pt x="93" y="92"/>
                    <a:pt x="68" y="85"/>
                    <a:pt x="46" y="84"/>
                  </a:cubicBezTo>
                  <a:cubicBezTo>
                    <a:pt x="16" y="84"/>
                    <a:pt x="20" y="62"/>
                    <a:pt x="21" y="40"/>
                  </a:cubicBezTo>
                  <a:cubicBezTo>
                    <a:pt x="21" y="28"/>
                    <a:pt x="7" y="14"/>
                    <a:pt x="0" y="2"/>
                  </a:cubicBezTo>
                  <a:lnTo>
                    <a:pt x="6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8"/>
            <p:cNvSpPr/>
            <p:nvPr/>
          </p:nvSpPr>
          <p:spPr>
            <a:xfrm>
              <a:off x="11041133" y="1391607"/>
              <a:ext cx="144811" cy="259866"/>
            </a:xfrm>
            <a:custGeom>
              <a:rect b="b" l="l" r="r" t="t"/>
              <a:pathLst>
                <a:path extrusionOk="0" h="131" w="73">
                  <a:moveTo>
                    <a:pt x="41" y="130"/>
                  </a:moveTo>
                  <a:cubicBezTo>
                    <a:pt x="34" y="123"/>
                    <a:pt x="29" y="115"/>
                    <a:pt x="24" y="106"/>
                  </a:cubicBezTo>
                  <a:cubicBezTo>
                    <a:pt x="8" y="79"/>
                    <a:pt x="0" y="49"/>
                    <a:pt x="0" y="17"/>
                  </a:cubicBezTo>
                  <a:cubicBezTo>
                    <a:pt x="0" y="12"/>
                    <a:pt x="0" y="6"/>
                    <a:pt x="1" y="0"/>
                  </a:cubicBezTo>
                  <a:cubicBezTo>
                    <a:pt x="13" y="0"/>
                    <a:pt x="25" y="4"/>
                    <a:pt x="35" y="10"/>
                  </a:cubicBezTo>
                  <a:cubicBezTo>
                    <a:pt x="46" y="16"/>
                    <a:pt x="55" y="24"/>
                    <a:pt x="61" y="35"/>
                  </a:cubicBezTo>
                  <a:cubicBezTo>
                    <a:pt x="65" y="42"/>
                    <a:pt x="68" y="51"/>
                    <a:pt x="69" y="59"/>
                  </a:cubicBezTo>
                  <a:cubicBezTo>
                    <a:pt x="72" y="83"/>
                    <a:pt x="8" y="84"/>
                    <a:pt x="41" y="1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8"/>
            <p:cNvSpPr/>
            <p:nvPr/>
          </p:nvSpPr>
          <p:spPr>
            <a:xfrm>
              <a:off x="10709853" y="1463020"/>
              <a:ext cx="188452" cy="166631"/>
            </a:xfrm>
            <a:custGeom>
              <a:rect b="b" l="l" r="r" t="t"/>
              <a:pathLst>
                <a:path extrusionOk="0" h="84" w="95">
                  <a:moveTo>
                    <a:pt x="1" y="20"/>
                  </a:moveTo>
                  <a:cubicBezTo>
                    <a:pt x="10" y="19"/>
                    <a:pt x="19" y="16"/>
                    <a:pt x="27" y="12"/>
                  </a:cubicBezTo>
                  <a:cubicBezTo>
                    <a:pt x="30" y="9"/>
                    <a:pt x="33" y="7"/>
                    <a:pt x="36" y="5"/>
                  </a:cubicBezTo>
                  <a:cubicBezTo>
                    <a:pt x="42" y="2"/>
                    <a:pt x="48" y="0"/>
                    <a:pt x="54" y="0"/>
                  </a:cubicBezTo>
                  <a:cubicBezTo>
                    <a:pt x="60" y="0"/>
                    <a:pt x="66" y="2"/>
                    <a:pt x="72" y="5"/>
                  </a:cubicBezTo>
                  <a:cubicBezTo>
                    <a:pt x="77" y="8"/>
                    <a:pt x="82" y="12"/>
                    <a:pt x="85" y="18"/>
                  </a:cubicBezTo>
                  <a:cubicBezTo>
                    <a:pt x="86" y="19"/>
                    <a:pt x="87" y="21"/>
                    <a:pt x="87" y="22"/>
                  </a:cubicBezTo>
                  <a:cubicBezTo>
                    <a:pt x="94" y="33"/>
                    <a:pt x="92" y="39"/>
                    <a:pt x="82" y="51"/>
                  </a:cubicBezTo>
                  <a:cubicBezTo>
                    <a:pt x="58" y="83"/>
                    <a:pt x="29" y="47"/>
                    <a:pt x="5" y="62"/>
                  </a:cubicBezTo>
                  <a:cubicBezTo>
                    <a:pt x="2" y="54"/>
                    <a:pt x="0" y="45"/>
                    <a:pt x="0" y="37"/>
                  </a:cubicBezTo>
                  <a:cubicBezTo>
                    <a:pt x="0" y="30"/>
                    <a:pt x="1" y="24"/>
                    <a:pt x="3" y="18"/>
                  </a:cubicBezTo>
                  <a:lnTo>
                    <a:pt x="1"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8"/>
            <p:cNvSpPr/>
            <p:nvPr/>
          </p:nvSpPr>
          <p:spPr>
            <a:xfrm>
              <a:off x="10888387" y="1643537"/>
              <a:ext cx="85299" cy="232094"/>
            </a:xfrm>
            <a:custGeom>
              <a:rect b="b" l="l" r="r" t="t"/>
              <a:pathLst>
                <a:path extrusionOk="0" h="117" w="43">
                  <a:moveTo>
                    <a:pt x="0" y="39"/>
                  </a:moveTo>
                  <a:cubicBezTo>
                    <a:pt x="17" y="30"/>
                    <a:pt x="3" y="11"/>
                    <a:pt x="13" y="0"/>
                  </a:cubicBezTo>
                  <a:cubicBezTo>
                    <a:pt x="41" y="50"/>
                    <a:pt x="41" y="50"/>
                    <a:pt x="42" y="116"/>
                  </a:cubicBezTo>
                  <a:lnTo>
                    <a:pt x="0" y="37"/>
                  </a:lnTo>
                  <a:lnTo>
                    <a:pt x="0" y="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8"/>
            <p:cNvSpPr/>
            <p:nvPr/>
          </p:nvSpPr>
          <p:spPr>
            <a:xfrm>
              <a:off x="10945915" y="1558238"/>
              <a:ext cx="95218" cy="196387"/>
            </a:xfrm>
            <a:custGeom>
              <a:rect b="b" l="l" r="r" t="t"/>
              <a:pathLst>
                <a:path extrusionOk="0" h="99" w="48">
                  <a:moveTo>
                    <a:pt x="20" y="0"/>
                  </a:moveTo>
                  <a:cubicBezTo>
                    <a:pt x="25" y="6"/>
                    <a:pt x="30" y="12"/>
                    <a:pt x="33" y="18"/>
                  </a:cubicBezTo>
                  <a:cubicBezTo>
                    <a:pt x="42" y="34"/>
                    <a:pt x="47" y="52"/>
                    <a:pt x="47" y="71"/>
                  </a:cubicBezTo>
                  <a:cubicBezTo>
                    <a:pt x="47" y="80"/>
                    <a:pt x="46" y="89"/>
                    <a:pt x="43" y="98"/>
                  </a:cubicBezTo>
                  <a:cubicBezTo>
                    <a:pt x="36" y="66"/>
                    <a:pt x="0" y="41"/>
                    <a:pt x="2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8"/>
            <p:cNvSpPr/>
            <p:nvPr/>
          </p:nvSpPr>
          <p:spPr>
            <a:xfrm>
              <a:off x="11116514" y="320404"/>
              <a:ext cx="61495" cy="309458"/>
            </a:xfrm>
            <a:custGeom>
              <a:rect b="b" l="l" r="r" t="t"/>
              <a:pathLst>
                <a:path extrusionOk="0" h="156" w="31">
                  <a:moveTo>
                    <a:pt x="9" y="155"/>
                  </a:moveTo>
                  <a:cubicBezTo>
                    <a:pt x="3" y="137"/>
                    <a:pt x="0" y="118"/>
                    <a:pt x="0" y="99"/>
                  </a:cubicBezTo>
                  <a:cubicBezTo>
                    <a:pt x="0" y="67"/>
                    <a:pt x="8" y="37"/>
                    <a:pt x="24" y="9"/>
                  </a:cubicBezTo>
                  <a:cubicBezTo>
                    <a:pt x="26" y="6"/>
                    <a:pt x="28" y="3"/>
                    <a:pt x="30" y="0"/>
                  </a:cubicBezTo>
                  <a:cubicBezTo>
                    <a:pt x="21" y="60"/>
                    <a:pt x="14" y="106"/>
                    <a:pt x="7" y="152"/>
                  </a:cubicBezTo>
                  <a:lnTo>
                    <a:pt x="9" y="15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8"/>
            <p:cNvSpPr/>
            <p:nvPr/>
          </p:nvSpPr>
          <p:spPr>
            <a:xfrm>
              <a:off x="10759446" y="326355"/>
              <a:ext cx="65462" cy="194403"/>
            </a:xfrm>
            <a:custGeom>
              <a:rect b="b" l="l" r="r" t="t"/>
              <a:pathLst>
                <a:path extrusionOk="0" h="98" w="33">
                  <a:moveTo>
                    <a:pt x="32" y="95"/>
                  </a:moveTo>
                  <a:cubicBezTo>
                    <a:pt x="0" y="66"/>
                    <a:pt x="16" y="33"/>
                    <a:pt x="26" y="0"/>
                  </a:cubicBezTo>
                  <a:cubicBezTo>
                    <a:pt x="27" y="32"/>
                    <a:pt x="28" y="65"/>
                    <a:pt x="29" y="97"/>
                  </a:cubicBezTo>
                  <a:lnTo>
                    <a:pt x="32"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8"/>
            <p:cNvSpPr/>
            <p:nvPr/>
          </p:nvSpPr>
          <p:spPr>
            <a:xfrm>
              <a:off x="11011377" y="867908"/>
              <a:ext cx="150762" cy="148778"/>
            </a:xfrm>
            <a:custGeom>
              <a:rect b="b" l="l" r="r" t="t"/>
              <a:pathLst>
                <a:path extrusionOk="0" h="75" w="76">
                  <a:moveTo>
                    <a:pt x="75" y="37"/>
                  </a:moveTo>
                  <a:cubicBezTo>
                    <a:pt x="75" y="44"/>
                    <a:pt x="73" y="50"/>
                    <a:pt x="70" y="56"/>
                  </a:cubicBezTo>
                  <a:cubicBezTo>
                    <a:pt x="67" y="61"/>
                    <a:pt x="62" y="65"/>
                    <a:pt x="56" y="69"/>
                  </a:cubicBezTo>
                  <a:cubicBezTo>
                    <a:pt x="50" y="73"/>
                    <a:pt x="44" y="74"/>
                    <a:pt x="38" y="74"/>
                  </a:cubicBezTo>
                  <a:cubicBezTo>
                    <a:pt x="31" y="74"/>
                    <a:pt x="25" y="73"/>
                    <a:pt x="19" y="69"/>
                  </a:cubicBezTo>
                  <a:cubicBezTo>
                    <a:pt x="13" y="65"/>
                    <a:pt x="9" y="62"/>
                    <a:pt x="5" y="56"/>
                  </a:cubicBezTo>
                  <a:cubicBezTo>
                    <a:pt x="1" y="50"/>
                    <a:pt x="0" y="44"/>
                    <a:pt x="0" y="37"/>
                  </a:cubicBezTo>
                  <a:cubicBezTo>
                    <a:pt x="0" y="31"/>
                    <a:pt x="2" y="24"/>
                    <a:pt x="5" y="18"/>
                  </a:cubicBezTo>
                  <a:cubicBezTo>
                    <a:pt x="9" y="13"/>
                    <a:pt x="13" y="9"/>
                    <a:pt x="19" y="5"/>
                  </a:cubicBezTo>
                  <a:cubicBezTo>
                    <a:pt x="25" y="1"/>
                    <a:pt x="31" y="0"/>
                    <a:pt x="38" y="0"/>
                  </a:cubicBezTo>
                  <a:cubicBezTo>
                    <a:pt x="44" y="0"/>
                    <a:pt x="50" y="1"/>
                    <a:pt x="56" y="5"/>
                  </a:cubicBezTo>
                  <a:cubicBezTo>
                    <a:pt x="62" y="9"/>
                    <a:pt x="67" y="13"/>
                    <a:pt x="70" y="18"/>
                  </a:cubicBezTo>
                  <a:cubicBezTo>
                    <a:pt x="73" y="24"/>
                    <a:pt x="75" y="31"/>
                    <a:pt x="75"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8"/>
            <p:cNvSpPr/>
            <p:nvPr/>
          </p:nvSpPr>
          <p:spPr>
            <a:xfrm>
              <a:off x="11049067" y="903614"/>
              <a:ext cx="75381" cy="77365"/>
            </a:xfrm>
            <a:custGeom>
              <a:rect b="b" l="l" r="r" t="t"/>
              <a:pathLst>
                <a:path extrusionOk="0" h="39" w="38">
                  <a:moveTo>
                    <a:pt x="37" y="19"/>
                  </a:moveTo>
                  <a:cubicBezTo>
                    <a:pt x="37" y="22"/>
                    <a:pt x="37" y="25"/>
                    <a:pt x="35" y="28"/>
                  </a:cubicBezTo>
                  <a:cubicBezTo>
                    <a:pt x="33" y="31"/>
                    <a:pt x="31" y="33"/>
                    <a:pt x="28" y="35"/>
                  </a:cubicBezTo>
                  <a:cubicBezTo>
                    <a:pt x="25" y="37"/>
                    <a:pt x="22" y="38"/>
                    <a:pt x="19" y="38"/>
                  </a:cubicBezTo>
                  <a:cubicBezTo>
                    <a:pt x="15" y="38"/>
                    <a:pt x="12" y="37"/>
                    <a:pt x="9" y="35"/>
                  </a:cubicBezTo>
                  <a:cubicBezTo>
                    <a:pt x="6" y="33"/>
                    <a:pt x="4" y="31"/>
                    <a:pt x="2" y="28"/>
                  </a:cubicBezTo>
                  <a:cubicBezTo>
                    <a:pt x="0" y="25"/>
                    <a:pt x="0" y="22"/>
                    <a:pt x="0" y="19"/>
                  </a:cubicBezTo>
                  <a:cubicBezTo>
                    <a:pt x="0" y="16"/>
                    <a:pt x="1" y="13"/>
                    <a:pt x="2" y="10"/>
                  </a:cubicBezTo>
                  <a:cubicBezTo>
                    <a:pt x="4" y="7"/>
                    <a:pt x="6" y="5"/>
                    <a:pt x="9" y="3"/>
                  </a:cubicBezTo>
                  <a:cubicBezTo>
                    <a:pt x="12" y="1"/>
                    <a:pt x="15" y="0"/>
                    <a:pt x="19" y="0"/>
                  </a:cubicBezTo>
                  <a:cubicBezTo>
                    <a:pt x="22" y="0"/>
                    <a:pt x="25" y="1"/>
                    <a:pt x="28" y="3"/>
                  </a:cubicBezTo>
                  <a:cubicBezTo>
                    <a:pt x="31" y="5"/>
                    <a:pt x="33" y="7"/>
                    <a:pt x="35" y="10"/>
                  </a:cubicBezTo>
                  <a:cubicBezTo>
                    <a:pt x="37" y="13"/>
                    <a:pt x="37" y="16"/>
                    <a:pt x="37"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48"/>
          <p:cNvGrpSpPr/>
          <p:nvPr/>
        </p:nvGrpSpPr>
        <p:grpSpPr>
          <a:xfrm>
            <a:off x="2545254" y="3149321"/>
            <a:ext cx="1156615" cy="1454669"/>
            <a:chOff x="7398360" y="996480"/>
            <a:chExt cx="1508760" cy="1897560"/>
          </a:xfrm>
        </p:grpSpPr>
        <p:sp>
          <p:nvSpPr>
            <p:cNvPr id="5748" name="Google Shape;5748;p48"/>
            <p:cNvSpPr/>
            <p:nvPr/>
          </p:nvSpPr>
          <p:spPr>
            <a:xfrm>
              <a:off x="7398360" y="996480"/>
              <a:ext cx="1508760" cy="898200"/>
            </a:xfrm>
            <a:custGeom>
              <a:rect b="b" l="l" r="r" t="t"/>
              <a:pathLst>
                <a:path extrusionOk="0" h="2495" w="4191">
                  <a:moveTo>
                    <a:pt x="3559" y="1841"/>
                  </a:moveTo>
                  <a:cubicBezTo>
                    <a:pt x="3539" y="1852"/>
                    <a:pt x="3519" y="1862"/>
                    <a:pt x="3500" y="1873"/>
                  </a:cubicBezTo>
                  <a:cubicBezTo>
                    <a:pt x="3480" y="1884"/>
                    <a:pt x="3464" y="1895"/>
                    <a:pt x="3447" y="1905"/>
                  </a:cubicBezTo>
                  <a:cubicBezTo>
                    <a:pt x="3429" y="1915"/>
                    <a:pt x="3413" y="1934"/>
                    <a:pt x="3387" y="1939"/>
                  </a:cubicBezTo>
                  <a:cubicBezTo>
                    <a:pt x="3388" y="1933"/>
                    <a:pt x="3390" y="1928"/>
                    <a:pt x="3393" y="1923"/>
                  </a:cubicBezTo>
                  <a:cubicBezTo>
                    <a:pt x="3398" y="1915"/>
                    <a:pt x="3405" y="1908"/>
                    <a:pt x="3413" y="1903"/>
                  </a:cubicBezTo>
                  <a:cubicBezTo>
                    <a:pt x="3437" y="1885"/>
                    <a:pt x="3461" y="1869"/>
                    <a:pt x="3486" y="1853"/>
                  </a:cubicBezTo>
                  <a:cubicBezTo>
                    <a:pt x="3596" y="1787"/>
                    <a:pt x="3708" y="1721"/>
                    <a:pt x="3819" y="1656"/>
                  </a:cubicBezTo>
                  <a:cubicBezTo>
                    <a:pt x="3826" y="1652"/>
                    <a:pt x="3833" y="1645"/>
                    <a:pt x="3840" y="1645"/>
                  </a:cubicBezTo>
                  <a:cubicBezTo>
                    <a:pt x="3875" y="1647"/>
                    <a:pt x="3904" y="1627"/>
                    <a:pt x="3937" y="1620"/>
                  </a:cubicBezTo>
                  <a:cubicBezTo>
                    <a:pt x="3970" y="1613"/>
                    <a:pt x="4010" y="1605"/>
                    <a:pt x="4046" y="1598"/>
                  </a:cubicBezTo>
                  <a:cubicBezTo>
                    <a:pt x="4055" y="1597"/>
                    <a:pt x="4063" y="1594"/>
                    <a:pt x="4072" y="1589"/>
                  </a:cubicBezTo>
                  <a:cubicBezTo>
                    <a:pt x="4075" y="1587"/>
                    <a:pt x="4080" y="1584"/>
                    <a:pt x="4084" y="1580"/>
                  </a:cubicBezTo>
                  <a:cubicBezTo>
                    <a:pt x="4091" y="1575"/>
                    <a:pt x="4098" y="1571"/>
                    <a:pt x="4105" y="1567"/>
                  </a:cubicBezTo>
                  <a:cubicBezTo>
                    <a:pt x="4112" y="1563"/>
                    <a:pt x="4119" y="1559"/>
                    <a:pt x="4126" y="1556"/>
                  </a:cubicBezTo>
                  <a:cubicBezTo>
                    <a:pt x="4125" y="1553"/>
                    <a:pt x="4123" y="1550"/>
                    <a:pt x="4122" y="1548"/>
                  </a:cubicBezTo>
                  <a:cubicBezTo>
                    <a:pt x="4113" y="1534"/>
                    <a:pt x="4103" y="1523"/>
                    <a:pt x="4090" y="1515"/>
                  </a:cubicBezTo>
                  <a:cubicBezTo>
                    <a:pt x="4084" y="1512"/>
                    <a:pt x="4077" y="1509"/>
                    <a:pt x="4070" y="1507"/>
                  </a:cubicBezTo>
                  <a:cubicBezTo>
                    <a:pt x="4068" y="1510"/>
                    <a:pt x="4064" y="1512"/>
                    <a:pt x="4061" y="1514"/>
                  </a:cubicBezTo>
                  <a:cubicBezTo>
                    <a:pt x="4053" y="1519"/>
                    <a:pt x="4044" y="1521"/>
                    <a:pt x="4034" y="1521"/>
                  </a:cubicBezTo>
                  <a:cubicBezTo>
                    <a:pt x="4033" y="1521"/>
                    <a:pt x="4033" y="1521"/>
                    <a:pt x="4032" y="1521"/>
                  </a:cubicBezTo>
                  <a:cubicBezTo>
                    <a:pt x="3976" y="1525"/>
                    <a:pt x="3919" y="1529"/>
                    <a:pt x="3863" y="1536"/>
                  </a:cubicBezTo>
                  <a:cubicBezTo>
                    <a:pt x="3788" y="1544"/>
                    <a:pt x="3716" y="1568"/>
                    <a:pt x="3650" y="1606"/>
                  </a:cubicBezTo>
                  <a:cubicBezTo>
                    <a:pt x="3636" y="1614"/>
                    <a:pt x="3622" y="1623"/>
                    <a:pt x="3608" y="1633"/>
                  </a:cubicBezTo>
                  <a:cubicBezTo>
                    <a:pt x="3516" y="1692"/>
                    <a:pt x="3430" y="1761"/>
                    <a:pt x="3352" y="1838"/>
                  </a:cubicBezTo>
                  <a:lnTo>
                    <a:pt x="3306" y="1886"/>
                  </a:lnTo>
                  <a:lnTo>
                    <a:pt x="3311" y="1916"/>
                  </a:lnTo>
                  <a:cubicBezTo>
                    <a:pt x="3243" y="1896"/>
                    <a:pt x="3220" y="1853"/>
                    <a:pt x="3235" y="1772"/>
                  </a:cubicBezTo>
                  <a:cubicBezTo>
                    <a:pt x="3224" y="1761"/>
                    <a:pt x="3208" y="1765"/>
                    <a:pt x="3195" y="1762"/>
                  </a:cubicBezTo>
                  <a:cubicBezTo>
                    <a:pt x="3169" y="1755"/>
                    <a:pt x="3167" y="1754"/>
                    <a:pt x="3164" y="1723"/>
                  </a:cubicBezTo>
                  <a:cubicBezTo>
                    <a:pt x="3164" y="1719"/>
                    <a:pt x="3162" y="1716"/>
                    <a:pt x="3160" y="1713"/>
                  </a:cubicBezTo>
                  <a:cubicBezTo>
                    <a:pt x="3142" y="1710"/>
                    <a:pt x="3123" y="1706"/>
                    <a:pt x="3105" y="1701"/>
                  </a:cubicBezTo>
                  <a:cubicBezTo>
                    <a:pt x="3092" y="1695"/>
                    <a:pt x="3080" y="1689"/>
                    <a:pt x="3068" y="1682"/>
                  </a:cubicBezTo>
                  <a:cubicBezTo>
                    <a:pt x="3065" y="1680"/>
                    <a:pt x="3062" y="1678"/>
                    <a:pt x="3059" y="1677"/>
                  </a:cubicBezTo>
                  <a:cubicBezTo>
                    <a:pt x="3014" y="1703"/>
                    <a:pt x="3014" y="1703"/>
                    <a:pt x="2972" y="1677"/>
                  </a:cubicBezTo>
                  <a:cubicBezTo>
                    <a:pt x="2916" y="1701"/>
                    <a:pt x="2855" y="1713"/>
                    <a:pt x="2794" y="1713"/>
                  </a:cubicBezTo>
                  <a:cubicBezTo>
                    <a:pt x="2778" y="1713"/>
                    <a:pt x="2761" y="1712"/>
                    <a:pt x="2745" y="1711"/>
                  </a:cubicBezTo>
                  <a:cubicBezTo>
                    <a:pt x="2744" y="1711"/>
                    <a:pt x="2742" y="1711"/>
                    <a:pt x="2741" y="1711"/>
                  </a:cubicBezTo>
                  <a:cubicBezTo>
                    <a:pt x="2734" y="1711"/>
                    <a:pt x="2727" y="1710"/>
                    <a:pt x="2721" y="1708"/>
                  </a:cubicBezTo>
                  <a:cubicBezTo>
                    <a:pt x="2708" y="1703"/>
                    <a:pt x="2695" y="1700"/>
                    <a:pt x="2681" y="1700"/>
                  </a:cubicBezTo>
                  <a:cubicBezTo>
                    <a:pt x="2669" y="1700"/>
                    <a:pt x="2657" y="1702"/>
                    <a:pt x="2645" y="1706"/>
                  </a:cubicBezTo>
                  <a:cubicBezTo>
                    <a:pt x="2603" y="1714"/>
                    <a:pt x="2560" y="1718"/>
                    <a:pt x="2518" y="1718"/>
                  </a:cubicBezTo>
                  <a:cubicBezTo>
                    <a:pt x="2431" y="1718"/>
                    <a:pt x="2345" y="1702"/>
                    <a:pt x="2265" y="1669"/>
                  </a:cubicBezTo>
                  <a:cubicBezTo>
                    <a:pt x="2241" y="1660"/>
                    <a:pt x="2216" y="1655"/>
                    <a:pt x="2190" y="1654"/>
                  </a:cubicBezTo>
                  <a:cubicBezTo>
                    <a:pt x="2108" y="1653"/>
                    <a:pt x="2026" y="1646"/>
                    <a:pt x="1945" y="1632"/>
                  </a:cubicBezTo>
                  <a:cubicBezTo>
                    <a:pt x="1894" y="1624"/>
                    <a:pt x="1844" y="1608"/>
                    <a:pt x="1798" y="1585"/>
                  </a:cubicBezTo>
                  <a:cubicBezTo>
                    <a:pt x="1784" y="1577"/>
                    <a:pt x="1768" y="1573"/>
                    <a:pt x="1754" y="1566"/>
                  </a:cubicBezTo>
                  <a:cubicBezTo>
                    <a:pt x="1713" y="1547"/>
                    <a:pt x="1673" y="1526"/>
                    <a:pt x="1632" y="1507"/>
                  </a:cubicBezTo>
                  <a:cubicBezTo>
                    <a:pt x="1617" y="1500"/>
                    <a:pt x="1601" y="1492"/>
                    <a:pt x="1586" y="1483"/>
                  </a:cubicBezTo>
                  <a:cubicBezTo>
                    <a:pt x="1585" y="1482"/>
                    <a:pt x="1583" y="1481"/>
                    <a:pt x="1581" y="1480"/>
                  </a:cubicBezTo>
                  <a:cubicBezTo>
                    <a:pt x="1565" y="1470"/>
                    <a:pt x="1550" y="1458"/>
                    <a:pt x="1537" y="1444"/>
                  </a:cubicBezTo>
                  <a:cubicBezTo>
                    <a:pt x="1506" y="1408"/>
                    <a:pt x="1477" y="1371"/>
                    <a:pt x="1447" y="1335"/>
                  </a:cubicBezTo>
                  <a:cubicBezTo>
                    <a:pt x="1441" y="1329"/>
                    <a:pt x="1434" y="1323"/>
                    <a:pt x="1426" y="1318"/>
                  </a:cubicBezTo>
                  <a:cubicBezTo>
                    <a:pt x="1426" y="1314"/>
                    <a:pt x="1429" y="1308"/>
                    <a:pt x="1421" y="1311"/>
                  </a:cubicBezTo>
                  <a:lnTo>
                    <a:pt x="1427" y="1317"/>
                  </a:lnTo>
                  <a:cubicBezTo>
                    <a:pt x="1435" y="1334"/>
                    <a:pt x="1444" y="1352"/>
                    <a:pt x="1450" y="1370"/>
                  </a:cubicBezTo>
                  <a:cubicBezTo>
                    <a:pt x="1453" y="1381"/>
                    <a:pt x="1454" y="1393"/>
                    <a:pt x="1454" y="1405"/>
                  </a:cubicBezTo>
                  <a:cubicBezTo>
                    <a:pt x="1454" y="1405"/>
                    <a:pt x="1454" y="1406"/>
                    <a:pt x="1454" y="1407"/>
                  </a:cubicBezTo>
                  <a:cubicBezTo>
                    <a:pt x="1454" y="1410"/>
                    <a:pt x="1448" y="1415"/>
                    <a:pt x="1444" y="1416"/>
                  </a:cubicBezTo>
                  <a:cubicBezTo>
                    <a:pt x="1444" y="1416"/>
                    <a:pt x="1443" y="1416"/>
                    <a:pt x="1442" y="1416"/>
                  </a:cubicBezTo>
                  <a:cubicBezTo>
                    <a:pt x="1439" y="1416"/>
                    <a:pt x="1436" y="1415"/>
                    <a:pt x="1434" y="1414"/>
                  </a:cubicBezTo>
                  <a:cubicBezTo>
                    <a:pt x="1433" y="1413"/>
                    <a:pt x="1432" y="1413"/>
                    <a:pt x="1431" y="1412"/>
                  </a:cubicBezTo>
                  <a:cubicBezTo>
                    <a:pt x="1429" y="1409"/>
                    <a:pt x="1426" y="1406"/>
                    <a:pt x="1424" y="1402"/>
                  </a:cubicBezTo>
                  <a:cubicBezTo>
                    <a:pt x="1418" y="1392"/>
                    <a:pt x="1415" y="1380"/>
                    <a:pt x="1414" y="1368"/>
                  </a:cubicBezTo>
                  <a:cubicBezTo>
                    <a:pt x="1411" y="1349"/>
                    <a:pt x="1407" y="1330"/>
                    <a:pt x="1402" y="1312"/>
                  </a:cubicBezTo>
                  <a:cubicBezTo>
                    <a:pt x="1401" y="1307"/>
                    <a:pt x="1399" y="1302"/>
                    <a:pt x="1396" y="1298"/>
                  </a:cubicBezTo>
                  <a:cubicBezTo>
                    <a:pt x="1392" y="1291"/>
                    <a:pt x="1386" y="1284"/>
                    <a:pt x="1378" y="1280"/>
                  </a:cubicBezTo>
                  <a:cubicBezTo>
                    <a:pt x="1377" y="1279"/>
                    <a:pt x="1376" y="1279"/>
                    <a:pt x="1375" y="1279"/>
                  </a:cubicBezTo>
                  <a:cubicBezTo>
                    <a:pt x="1358" y="1271"/>
                    <a:pt x="1353" y="1252"/>
                    <a:pt x="1346" y="1235"/>
                  </a:cubicBezTo>
                  <a:cubicBezTo>
                    <a:pt x="1330" y="1190"/>
                    <a:pt x="1314" y="1144"/>
                    <a:pt x="1297" y="1099"/>
                  </a:cubicBezTo>
                  <a:cubicBezTo>
                    <a:pt x="1279" y="1049"/>
                    <a:pt x="1260" y="999"/>
                    <a:pt x="1242" y="949"/>
                  </a:cubicBezTo>
                  <a:cubicBezTo>
                    <a:pt x="1224" y="956"/>
                    <a:pt x="1210" y="956"/>
                    <a:pt x="1203" y="939"/>
                  </a:cubicBezTo>
                  <a:cubicBezTo>
                    <a:pt x="1193" y="920"/>
                    <a:pt x="1185" y="901"/>
                    <a:pt x="1178" y="881"/>
                  </a:cubicBezTo>
                  <a:cubicBezTo>
                    <a:pt x="1156" y="815"/>
                    <a:pt x="1135" y="749"/>
                    <a:pt x="1114" y="683"/>
                  </a:cubicBezTo>
                  <a:cubicBezTo>
                    <a:pt x="1112" y="675"/>
                    <a:pt x="1108" y="667"/>
                    <a:pt x="1104" y="659"/>
                  </a:cubicBezTo>
                  <a:cubicBezTo>
                    <a:pt x="1104" y="659"/>
                    <a:pt x="1103" y="658"/>
                    <a:pt x="1103" y="657"/>
                  </a:cubicBezTo>
                  <a:cubicBezTo>
                    <a:pt x="1077" y="619"/>
                    <a:pt x="1053" y="582"/>
                    <a:pt x="1026" y="545"/>
                  </a:cubicBezTo>
                  <a:cubicBezTo>
                    <a:pt x="1007" y="517"/>
                    <a:pt x="982" y="493"/>
                    <a:pt x="954" y="475"/>
                  </a:cubicBezTo>
                  <a:cubicBezTo>
                    <a:pt x="930" y="459"/>
                    <a:pt x="909" y="439"/>
                    <a:pt x="885" y="422"/>
                  </a:cubicBezTo>
                  <a:cubicBezTo>
                    <a:pt x="881" y="418"/>
                    <a:pt x="876" y="414"/>
                    <a:pt x="871" y="411"/>
                  </a:cubicBezTo>
                  <a:cubicBezTo>
                    <a:pt x="865" y="408"/>
                    <a:pt x="859" y="405"/>
                    <a:pt x="852" y="404"/>
                  </a:cubicBezTo>
                  <a:cubicBezTo>
                    <a:pt x="833" y="400"/>
                    <a:pt x="814" y="394"/>
                    <a:pt x="798" y="384"/>
                  </a:cubicBezTo>
                  <a:cubicBezTo>
                    <a:pt x="787" y="378"/>
                    <a:pt x="776" y="370"/>
                    <a:pt x="767" y="361"/>
                  </a:cubicBezTo>
                  <a:cubicBezTo>
                    <a:pt x="761" y="357"/>
                    <a:pt x="756" y="350"/>
                    <a:pt x="749" y="345"/>
                  </a:cubicBezTo>
                  <a:cubicBezTo>
                    <a:pt x="747" y="344"/>
                    <a:pt x="745" y="343"/>
                    <a:pt x="742" y="341"/>
                  </a:cubicBezTo>
                  <a:cubicBezTo>
                    <a:pt x="736" y="337"/>
                    <a:pt x="730" y="336"/>
                    <a:pt x="723" y="336"/>
                  </a:cubicBezTo>
                  <a:cubicBezTo>
                    <a:pt x="716" y="336"/>
                    <a:pt x="709" y="337"/>
                    <a:pt x="703" y="341"/>
                  </a:cubicBezTo>
                  <a:cubicBezTo>
                    <a:pt x="702" y="341"/>
                    <a:pt x="701" y="342"/>
                    <a:pt x="700" y="343"/>
                  </a:cubicBezTo>
                  <a:cubicBezTo>
                    <a:pt x="694" y="345"/>
                    <a:pt x="689" y="347"/>
                    <a:pt x="683" y="348"/>
                  </a:cubicBezTo>
                  <a:lnTo>
                    <a:pt x="673" y="323"/>
                  </a:lnTo>
                  <a:cubicBezTo>
                    <a:pt x="662" y="325"/>
                    <a:pt x="652" y="328"/>
                    <a:pt x="643" y="332"/>
                  </a:cubicBezTo>
                  <a:cubicBezTo>
                    <a:pt x="614" y="348"/>
                    <a:pt x="582" y="360"/>
                    <a:pt x="550" y="367"/>
                  </a:cubicBezTo>
                  <a:lnTo>
                    <a:pt x="499" y="336"/>
                  </a:lnTo>
                  <a:cubicBezTo>
                    <a:pt x="502" y="298"/>
                    <a:pt x="535" y="279"/>
                    <a:pt x="550" y="249"/>
                  </a:cubicBezTo>
                  <a:lnTo>
                    <a:pt x="539" y="230"/>
                  </a:lnTo>
                  <a:cubicBezTo>
                    <a:pt x="545" y="206"/>
                    <a:pt x="555" y="184"/>
                    <a:pt x="567" y="162"/>
                  </a:cubicBezTo>
                  <a:cubicBezTo>
                    <a:pt x="579" y="141"/>
                    <a:pt x="594" y="122"/>
                    <a:pt x="611" y="104"/>
                  </a:cubicBezTo>
                  <a:cubicBezTo>
                    <a:pt x="612" y="107"/>
                    <a:pt x="612" y="110"/>
                    <a:pt x="612" y="114"/>
                  </a:cubicBezTo>
                  <a:cubicBezTo>
                    <a:pt x="612" y="117"/>
                    <a:pt x="612" y="120"/>
                    <a:pt x="611" y="123"/>
                  </a:cubicBezTo>
                  <a:cubicBezTo>
                    <a:pt x="603" y="144"/>
                    <a:pt x="593" y="165"/>
                    <a:pt x="585" y="185"/>
                  </a:cubicBezTo>
                  <a:cubicBezTo>
                    <a:pt x="582" y="190"/>
                    <a:pt x="582" y="196"/>
                    <a:pt x="578" y="209"/>
                  </a:cubicBezTo>
                  <a:cubicBezTo>
                    <a:pt x="596" y="198"/>
                    <a:pt x="611" y="182"/>
                    <a:pt x="622" y="164"/>
                  </a:cubicBezTo>
                  <a:cubicBezTo>
                    <a:pt x="627" y="154"/>
                    <a:pt x="632" y="144"/>
                    <a:pt x="635" y="133"/>
                  </a:cubicBezTo>
                  <a:cubicBezTo>
                    <a:pt x="644" y="106"/>
                    <a:pt x="627" y="88"/>
                    <a:pt x="615" y="66"/>
                  </a:cubicBezTo>
                  <a:cubicBezTo>
                    <a:pt x="602" y="78"/>
                    <a:pt x="597" y="97"/>
                    <a:pt x="579" y="103"/>
                  </a:cubicBezTo>
                  <a:cubicBezTo>
                    <a:pt x="572" y="106"/>
                    <a:pt x="568" y="118"/>
                    <a:pt x="563" y="127"/>
                  </a:cubicBezTo>
                  <a:cubicBezTo>
                    <a:pt x="549" y="153"/>
                    <a:pt x="535" y="177"/>
                    <a:pt x="522" y="204"/>
                  </a:cubicBezTo>
                  <a:cubicBezTo>
                    <a:pt x="517" y="213"/>
                    <a:pt x="514" y="224"/>
                    <a:pt x="513" y="235"/>
                  </a:cubicBezTo>
                  <a:cubicBezTo>
                    <a:pt x="512" y="245"/>
                    <a:pt x="509" y="255"/>
                    <a:pt x="504" y="264"/>
                  </a:cubicBezTo>
                  <a:cubicBezTo>
                    <a:pt x="500" y="272"/>
                    <a:pt x="494" y="279"/>
                    <a:pt x="486" y="284"/>
                  </a:cubicBezTo>
                  <a:cubicBezTo>
                    <a:pt x="486" y="285"/>
                    <a:pt x="485" y="285"/>
                    <a:pt x="484" y="286"/>
                  </a:cubicBezTo>
                  <a:cubicBezTo>
                    <a:pt x="482" y="287"/>
                    <a:pt x="479" y="288"/>
                    <a:pt x="477" y="288"/>
                  </a:cubicBezTo>
                  <a:cubicBezTo>
                    <a:pt x="474" y="288"/>
                    <a:pt x="471" y="287"/>
                    <a:pt x="469" y="286"/>
                  </a:cubicBezTo>
                  <a:cubicBezTo>
                    <a:pt x="467" y="284"/>
                    <a:pt x="465" y="282"/>
                    <a:pt x="463" y="280"/>
                  </a:cubicBezTo>
                  <a:cubicBezTo>
                    <a:pt x="462" y="279"/>
                    <a:pt x="463" y="278"/>
                    <a:pt x="462" y="278"/>
                  </a:cubicBezTo>
                  <a:cubicBezTo>
                    <a:pt x="458" y="267"/>
                    <a:pt x="455" y="256"/>
                    <a:pt x="453" y="245"/>
                  </a:cubicBezTo>
                  <a:cubicBezTo>
                    <a:pt x="450" y="221"/>
                    <a:pt x="447" y="197"/>
                    <a:pt x="446" y="173"/>
                  </a:cubicBezTo>
                  <a:cubicBezTo>
                    <a:pt x="445" y="168"/>
                    <a:pt x="444" y="163"/>
                    <a:pt x="444" y="158"/>
                  </a:cubicBezTo>
                  <a:cubicBezTo>
                    <a:pt x="444" y="143"/>
                    <a:pt x="449" y="127"/>
                    <a:pt x="457" y="113"/>
                  </a:cubicBezTo>
                  <a:lnTo>
                    <a:pt x="457" y="112"/>
                  </a:lnTo>
                  <a:cubicBezTo>
                    <a:pt x="460" y="104"/>
                    <a:pt x="461" y="96"/>
                    <a:pt x="461" y="87"/>
                  </a:cubicBezTo>
                  <a:lnTo>
                    <a:pt x="461" y="86"/>
                  </a:lnTo>
                  <a:cubicBezTo>
                    <a:pt x="453" y="91"/>
                    <a:pt x="448" y="93"/>
                    <a:pt x="446" y="96"/>
                  </a:cubicBezTo>
                  <a:cubicBezTo>
                    <a:pt x="445" y="98"/>
                    <a:pt x="444" y="100"/>
                    <a:pt x="443" y="102"/>
                  </a:cubicBezTo>
                  <a:cubicBezTo>
                    <a:pt x="424" y="135"/>
                    <a:pt x="413" y="172"/>
                    <a:pt x="411" y="210"/>
                  </a:cubicBezTo>
                  <a:cubicBezTo>
                    <a:pt x="409" y="258"/>
                    <a:pt x="401" y="306"/>
                    <a:pt x="395" y="354"/>
                  </a:cubicBezTo>
                  <a:cubicBezTo>
                    <a:pt x="395" y="357"/>
                    <a:pt x="392" y="359"/>
                    <a:pt x="389" y="364"/>
                  </a:cubicBezTo>
                  <a:cubicBezTo>
                    <a:pt x="366" y="357"/>
                    <a:pt x="371" y="339"/>
                    <a:pt x="373" y="322"/>
                  </a:cubicBezTo>
                  <a:cubicBezTo>
                    <a:pt x="373" y="317"/>
                    <a:pt x="373" y="311"/>
                    <a:pt x="372" y="306"/>
                  </a:cubicBezTo>
                  <a:lnTo>
                    <a:pt x="370" y="306"/>
                  </a:lnTo>
                  <a:lnTo>
                    <a:pt x="373" y="323"/>
                  </a:lnTo>
                  <a:cubicBezTo>
                    <a:pt x="373" y="324"/>
                    <a:pt x="372" y="325"/>
                    <a:pt x="371" y="326"/>
                  </a:cubicBezTo>
                  <a:cubicBezTo>
                    <a:pt x="362" y="342"/>
                    <a:pt x="357" y="360"/>
                    <a:pt x="357" y="379"/>
                  </a:cubicBezTo>
                  <a:cubicBezTo>
                    <a:pt x="357" y="384"/>
                    <a:pt x="358" y="390"/>
                    <a:pt x="358" y="395"/>
                  </a:cubicBezTo>
                  <a:lnTo>
                    <a:pt x="378" y="399"/>
                  </a:lnTo>
                  <a:cubicBezTo>
                    <a:pt x="378" y="402"/>
                    <a:pt x="378" y="406"/>
                    <a:pt x="378" y="408"/>
                  </a:cubicBezTo>
                  <a:cubicBezTo>
                    <a:pt x="365" y="426"/>
                    <a:pt x="342" y="434"/>
                    <a:pt x="332" y="456"/>
                  </a:cubicBezTo>
                  <a:cubicBezTo>
                    <a:pt x="331" y="461"/>
                    <a:pt x="322" y="462"/>
                    <a:pt x="316" y="464"/>
                  </a:cubicBezTo>
                  <a:cubicBezTo>
                    <a:pt x="258" y="481"/>
                    <a:pt x="232" y="526"/>
                    <a:pt x="216" y="579"/>
                  </a:cubicBezTo>
                  <a:cubicBezTo>
                    <a:pt x="215" y="583"/>
                    <a:pt x="215" y="587"/>
                    <a:pt x="215" y="591"/>
                  </a:cubicBezTo>
                  <a:cubicBezTo>
                    <a:pt x="215" y="600"/>
                    <a:pt x="217" y="608"/>
                    <a:pt x="220" y="616"/>
                  </a:cubicBezTo>
                  <a:cubicBezTo>
                    <a:pt x="229" y="639"/>
                    <a:pt x="240" y="660"/>
                    <a:pt x="251" y="682"/>
                  </a:cubicBezTo>
                  <a:lnTo>
                    <a:pt x="264" y="662"/>
                  </a:lnTo>
                  <a:lnTo>
                    <a:pt x="317" y="688"/>
                  </a:lnTo>
                  <a:lnTo>
                    <a:pt x="330" y="706"/>
                  </a:lnTo>
                  <a:cubicBezTo>
                    <a:pt x="330" y="713"/>
                    <a:pt x="324" y="724"/>
                    <a:pt x="327" y="728"/>
                  </a:cubicBezTo>
                  <a:cubicBezTo>
                    <a:pt x="338" y="746"/>
                    <a:pt x="353" y="762"/>
                    <a:pt x="371" y="772"/>
                  </a:cubicBezTo>
                  <a:cubicBezTo>
                    <a:pt x="374" y="774"/>
                    <a:pt x="377" y="775"/>
                    <a:pt x="380" y="777"/>
                  </a:cubicBezTo>
                  <a:cubicBezTo>
                    <a:pt x="382" y="762"/>
                    <a:pt x="391" y="752"/>
                    <a:pt x="384" y="735"/>
                  </a:cubicBezTo>
                  <a:lnTo>
                    <a:pt x="328" y="706"/>
                  </a:lnTo>
                  <a:cubicBezTo>
                    <a:pt x="328" y="698"/>
                    <a:pt x="327" y="690"/>
                    <a:pt x="316" y="688"/>
                  </a:cubicBezTo>
                  <a:lnTo>
                    <a:pt x="319" y="651"/>
                  </a:lnTo>
                  <a:lnTo>
                    <a:pt x="351" y="677"/>
                  </a:lnTo>
                  <a:cubicBezTo>
                    <a:pt x="359" y="685"/>
                    <a:pt x="368" y="692"/>
                    <a:pt x="376" y="699"/>
                  </a:cubicBezTo>
                  <a:cubicBezTo>
                    <a:pt x="384" y="705"/>
                    <a:pt x="391" y="710"/>
                    <a:pt x="399" y="714"/>
                  </a:cubicBezTo>
                  <a:cubicBezTo>
                    <a:pt x="400" y="715"/>
                    <a:pt x="402" y="715"/>
                    <a:pt x="403" y="716"/>
                  </a:cubicBezTo>
                  <a:cubicBezTo>
                    <a:pt x="409" y="735"/>
                    <a:pt x="395" y="754"/>
                    <a:pt x="418" y="758"/>
                  </a:cubicBezTo>
                  <a:cubicBezTo>
                    <a:pt x="418" y="757"/>
                    <a:pt x="422" y="755"/>
                    <a:pt x="423" y="753"/>
                  </a:cubicBezTo>
                  <a:cubicBezTo>
                    <a:pt x="423" y="751"/>
                    <a:pt x="423" y="739"/>
                    <a:pt x="426" y="735"/>
                  </a:cubicBezTo>
                  <a:cubicBezTo>
                    <a:pt x="429" y="730"/>
                    <a:pt x="438" y="727"/>
                    <a:pt x="441" y="729"/>
                  </a:cubicBezTo>
                  <a:cubicBezTo>
                    <a:pt x="452" y="735"/>
                    <a:pt x="462" y="743"/>
                    <a:pt x="472" y="751"/>
                  </a:cubicBezTo>
                  <a:lnTo>
                    <a:pt x="470" y="751"/>
                  </a:lnTo>
                  <a:lnTo>
                    <a:pt x="500" y="808"/>
                  </a:lnTo>
                  <a:cubicBezTo>
                    <a:pt x="473" y="815"/>
                    <a:pt x="462" y="795"/>
                    <a:pt x="449" y="781"/>
                  </a:cubicBezTo>
                  <a:cubicBezTo>
                    <a:pt x="435" y="783"/>
                    <a:pt x="442" y="794"/>
                    <a:pt x="438" y="800"/>
                  </a:cubicBezTo>
                  <a:cubicBezTo>
                    <a:pt x="434" y="806"/>
                    <a:pt x="429" y="812"/>
                    <a:pt x="423" y="819"/>
                  </a:cubicBezTo>
                  <a:lnTo>
                    <a:pt x="439" y="864"/>
                  </a:lnTo>
                  <a:cubicBezTo>
                    <a:pt x="426" y="896"/>
                    <a:pt x="446" y="924"/>
                    <a:pt x="451" y="953"/>
                  </a:cubicBezTo>
                  <a:cubicBezTo>
                    <a:pt x="456" y="982"/>
                    <a:pt x="464" y="1006"/>
                    <a:pt x="441" y="1030"/>
                  </a:cubicBezTo>
                  <a:cubicBezTo>
                    <a:pt x="437" y="1034"/>
                    <a:pt x="438" y="1043"/>
                    <a:pt x="438" y="1049"/>
                  </a:cubicBezTo>
                  <a:cubicBezTo>
                    <a:pt x="438" y="1062"/>
                    <a:pt x="438" y="1075"/>
                    <a:pt x="436" y="1088"/>
                  </a:cubicBezTo>
                  <a:cubicBezTo>
                    <a:pt x="435" y="1092"/>
                    <a:pt x="434" y="1096"/>
                    <a:pt x="432" y="1099"/>
                  </a:cubicBezTo>
                  <a:cubicBezTo>
                    <a:pt x="430" y="1102"/>
                    <a:pt x="428" y="1105"/>
                    <a:pt x="425" y="1107"/>
                  </a:cubicBezTo>
                  <a:cubicBezTo>
                    <a:pt x="418" y="1113"/>
                    <a:pt x="409" y="1107"/>
                    <a:pt x="404" y="1101"/>
                  </a:cubicBezTo>
                  <a:cubicBezTo>
                    <a:pt x="395" y="1090"/>
                    <a:pt x="384" y="1081"/>
                    <a:pt x="371" y="1073"/>
                  </a:cubicBezTo>
                  <a:cubicBezTo>
                    <a:pt x="363" y="1068"/>
                    <a:pt x="354" y="1065"/>
                    <a:pt x="344" y="1062"/>
                  </a:cubicBezTo>
                  <a:cubicBezTo>
                    <a:pt x="341" y="1060"/>
                    <a:pt x="338" y="1058"/>
                    <a:pt x="334" y="1056"/>
                  </a:cubicBezTo>
                  <a:cubicBezTo>
                    <a:pt x="317" y="1047"/>
                    <a:pt x="302" y="1033"/>
                    <a:pt x="293" y="1016"/>
                  </a:cubicBezTo>
                  <a:cubicBezTo>
                    <a:pt x="286" y="1004"/>
                    <a:pt x="282" y="991"/>
                    <a:pt x="280" y="977"/>
                  </a:cubicBezTo>
                  <a:cubicBezTo>
                    <a:pt x="277" y="966"/>
                    <a:pt x="276" y="955"/>
                    <a:pt x="274" y="944"/>
                  </a:cubicBezTo>
                  <a:cubicBezTo>
                    <a:pt x="274" y="943"/>
                    <a:pt x="274" y="943"/>
                    <a:pt x="274" y="942"/>
                  </a:cubicBezTo>
                  <a:cubicBezTo>
                    <a:pt x="274" y="930"/>
                    <a:pt x="270" y="918"/>
                    <a:pt x="265" y="908"/>
                  </a:cubicBezTo>
                  <a:cubicBezTo>
                    <a:pt x="262" y="903"/>
                    <a:pt x="260" y="899"/>
                    <a:pt x="256" y="895"/>
                  </a:cubicBezTo>
                  <a:cubicBezTo>
                    <a:pt x="243" y="883"/>
                    <a:pt x="245" y="863"/>
                    <a:pt x="243" y="845"/>
                  </a:cubicBezTo>
                  <a:cubicBezTo>
                    <a:pt x="243" y="821"/>
                    <a:pt x="241" y="796"/>
                    <a:pt x="236" y="772"/>
                  </a:cubicBezTo>
                  <a:cubicBezTo>
                    <a:pt x="235" y="772"/>
                    <a:pt x="233" y="772"/>
                    <a:pt x="231" y="772"/>
                  </a:cubicBezTo>
                  <a:cubicBezTo>
                    <a:pt x="219" y="772"/>
                    <a:pt x="208" y="775"/>
                    <a:pt x="197" y="781"/>
                  </a:cubicBezTo>
                  <a:cubicBezTo>
                    <a:pt x="191" y="785"/>
                    <a:pt x="185" y="790"/>
                    <a:pt x="180" y="796"/>
                  </a:cubicBezTo>
                  <a:cubicBezTo>
                    <a:pt x="175" y="801"/>
                    <a:pt x="169" y="806"/>
                    <a:pt x="163" y="810"/>
                  </a:cubicBezTo>
                  <a:cubicBezTo>
                    <a:pt x="155" y="814"/>
                    <a:pt x="147" y="817"/>
                    <a:pt x="139" y="818"/>
                  </a:cubicBezTo>
                  <a:cubicBezTo>
                    <a:pt x="122" y="821"/>
                    <a:pt x="104" y="822"/>
                    <a:pt x="86" y="825"/>
                  </a:cubicBezTo>
                  <a:cubicBezTo>
                    <a:pt x="68" y="827"/>
                    <a:pt x="51" y="829"/>
                    <a:pt x="33" y="832"/>
                  </a:cubicBezTo>
                  <a:cubicBezTo>
                    <a:pt x="30" y="833"/>
                    <a:pt x="27" y="834"/>
                    <a:pt x="24" y="834"/>
                  </a:cubicBezTo>
                  <a:cubicBezTo>
                    <a:pt x="19" y="834"/>
                    <a:pt x="15" y="832"/>
                    <a:pt x="11" y="830"/>
                  </a:cubicBezTo>
                  <a:cubicBezTo>
                    <a:pt x="8" y="828"/>
                    <a:pt x="5" y="826"/>
                    <a:pt x="3" y="823"/>
                  </a:cubicBezTo>
                  <a:cubicBezTo>
                    <a:pt x="1" y="820"/>
                    <a:pt x="0" y="816"/>
                    <a:pt x="0" y="812"/>
                  </a:cubicBezTo>
                  <a:cubicBezTo>
                    <a:pt x="0" y="808"/>
                    <a:pt x="1" y="805"/>
                    <a:pt x="3" y="801"/>
                  </a:cubicBezTo>
                  <a:cubicBezTo>
                    <a:pt x="4" y="800"/>
                    <a:pt x="5" y="798"/>
                    <a:pt x="6" y="797"/>
                  </a:cubicBezTo>
                  <a:cubicBezTo>
                    <a:pt x="31" y="763"/>
                    <a:pt x="50" y="725"/>
                    <a:pt x="91" y="706"/>
                  </a:cubicBezTo>
                  <a:cubicBezTo>
                    <a:pt x="98" y="702"/>
                    <a:pt x="103" y="696"/>
                    <a:pt x="108" y="690"/>
                  </a:cubicBezTo>
                  <a:cubicBezTo>
                    <a:pt x="123" y="671"/>
                    <a:pt x="139" y="652"/>
                    <a:pt x="154" y="634"/>
                  </a:cubicBezTo>
                  <a:cubicBezTo>
                    <a:pt x="160" y="628"/>
                    <a:pt x="166" y="621"/>
                    <a:pt x="170" y="614"/>
                  </a:cubicBezTo>
                  <a:cubicBezTo>
                    <a:pt x="177" y="602"/>
                    <a:pt x="180" y="589"/>
                    <a:pt x="180" y="575"/>
                  </a:cubicBezTo>
                  <a:lnTo>
                    <a:pt x="180" y="574"/>
                  </a:lnTo>
                  <a:cubicBezTo>
                    <a:pt x="180" y="573"/>
                    <a:pt x="180" y="573"/>
                    <a:pt x="180" y="572"/>
                  </a:cubicBezTo>
                  <a:cubicBezTo>
                    <a:pt x="180" y="569"/>
                    <a:pt x="181" y="565"/>
                    <a:pt x="183" y="563"/>
                  </a:cubicBezTo>
                  <a:cubicBezTo>
                    <a:pt x="184" y="562"/>
                    <a:pt x="184" y="561"/>
                    <a:pt x="185" y="560"/>
                  </a:cubicBezTo>
                  <a:cubicBezTo>
                    <a:pt x="205" y="536"/>
                    <a:pt x="199" y="507"/>
                    <a:pt x="194" y="481"/>
                  </a:cubicBezTo>
                  <a:cubicBezTo>
                    <a:pt x="190" y="467"/>
                    <a:pt x="188" y="453"/>
                    <a:pt x="188" y="439"/>
                  </a:cubicBezTo>
                  <a:cubicBezTo>
                    <a:pt x="188" y="421"/>
                    <a:pt x="191" y="403"/>
                    <a:pt x="197" y="386"/>
                  </a:cubicBezTo>
                  <a:cubicBezTo>
                    <a:pt x="199" y="375"/>
                    <a:pt x="200" y="364"/>
                    <a:pt x="201" y="352"/>
                  </a:cubicBezTo>
                  <a:cubicBezTo>
                    <a:pt x="205" y="332"/>
                    <a:pt x="211" y="312"/>
                    <a:pt x="219" y="293"/>
                  </a:cubicBezTo>
                  <a:cubicBezTo>
                    <a:pt x="231" y="266"/>
                    <a:pt x="247" y="263"/>
                    <a:pt x="274" y="277"/>
                  </a:cubicBezTo>
                  <a:cubicBezTo>
                    <a:pt x="280" y="280"/>
                    <a:pt x="284" y="283"/>
                    <a:pt x="293" y="289"/>
                  </a:cubicBezTo>
                  <a:cubicBezTo>
                    <a:pt x="299" y="270"/>
                    <a:pt x="303" y="254"/>
                    <a:pt x="307" y="240"/>
                  </a:cubicBezTo>
                  <a:cubicBezTo>
                    <a:pt x="310" y="227"/>
                    <a:pt x="315" y="215"/>
                    <a:pt x="322" y="203"/>
                  </a:cubicBezTo>
                  <a:cubicBezTo>
                    <a:pt x="331" y="188"/>
                    <a:pt x="343" y="174"/>
                    <a:pt x="357" y="163"/>
                  </a:cubicBezTo>
                  <a:cubicBezTo>
                    <a:pt x="381" y="140"/>
                    <a:pt x="403" y="115"/>
                    <a:pt x="423" y="87"/>
                  </a:cubicBezTo>
                  <a:cubicBezTo>
                    <a:pt x="432" y="76"/>
                    <a:pt x="442" y="66"/>
                    <a:pt x="453" y="56"/>
                  </a:cubicBezTo>
                  <a:cubicBezTo>
                    <a:pt x="454" y="55"/>
                    <a:pt x="455" y="54"/>
                    <a:pt x="457" y="53"/>
                  </a:cubicBezTo>
                  <a:cubicBezTo>
                    <a:pt x="460" y="52"/>
                    <a:pt x="463" y="51"/>
                    <a:pt x="467" y="51"/>
                  </a:cubicBezTo>
                  <a:cubicBezTo>
                    <a:pt x="470" y="51"/>
                    <a:pt x="473" y="51"/>
                    <a:pt x="476" y="53"/>
                  </a:cubicBezTo>
                  <a:cubicBezTo>
                    <a:pt x="479" y="55"/>
                    <a:pt x="482" y="58"/>
                    <a:pt x="484" y="61"/>
                  </a:cubicBezTo>
                  <a:cubicBezTo>
                    <a:pt x="484" y="62"/>
                    <a:pt x="485" y="63"/>
                    <a:pt x="485" y="64"/>
                  </a:cubicBezTo>
                  <a:cubicBezTo>
                    <a:pt x="489" y="71"/>
                    <a:pt x="489" y="80"/>
                    <a:pt x="493" y="86"/>
                  </a:cubicBezTo>
                  <a:cubicBezTo>
                    <a:pt x="498" y="93"/>
                    <a:pt x="503" y="100"/>
                    <a:pt x="508" y="106"/>
                  </a:cubicBezTo>
                  <a:cubicBezTo>
                    <a:pt x="497" y="134"/>
                    <a:pt x="482" y="162"/>
                    <a:pt x="500" y="193"/>
                  </a:cubicBezTo>
                  <a:cubicBezTo>
                    <a:pt x="513" y="193"/>
                    <a:pt x="514" y="181"/>
                    <a:pt x="518" y="173"/>
                  </a:cubicBezTo>
                  <a:cubicBezTo>
                    <a:pt x="542" y="129"/>
                    <a:pt x="566" y="85"/>
                    <a:pt x="591" y="42"/>
                  </a:cubicBezTo>
                  <a:cubicBezTo>
                    <a:pt x="599" y="28"/>
                    <a:pt x="610" y="15"/>
                    <a:pt x="623" y="4"/>
                  </a:cubicBezTo>
                  <a:cubicBezTo>
                    <a:pt x="624" y="4"/>
                    <a:pt x="624" y="3"/>
                    <a:pt x="625" y="2"/>
                  </a:cubicBezTo>
                  <a:cubicBezTo>
                    <a:pt x="628" y="1"/>
                    <a:pt x="632" y="0"/>
                    <a:pt x="635" y="0"/>
                  </a:cubicBezTo>
                  <a:cubicBezTo>
                    <a:pt x="638" y="0"/>
                    <a:pt x="641" y="0"/>
                    <a:pt x="644" y="2"/>
                  </a:cubicBezTo>
                  <a:cubicBezTo>
                    <a:pt x="647" y="4"/>
                    <a:pt x="649" y="6"/>
                    <a:pt x="651" y="9"/>
                  </a:cubicBezTo>
                  <a:cubicBezTo>
                    <a:pt x="652" y="11"/>
                    <a:pt x="653" y="13"/>
                    <a:pt x="653" y="15"/>
                  </a:cubicBezTo>
                  <a:cubicBezTo>
                    <a:pt x="658" y="42"/>
                    <a:pt x="662" y="68"/>
                    <a:pt x="666" y="97"/>
                  </a:cubicBezTo>
                  <a:cubicBezTo>
                    <a:pt x="697" y="84"/>
                    <a:pt x="702" y="52"/>
                    <a:pt x="722" y="32"/>
                  </a:cubicBezTo>
                  <a:cubicBezTo>
                    <a:pt x="731" y="29"/>
                    <a:pt x="730" y="39"/>
                    <a:pt x="738" y="45"/>
                  </a:cubicBezTo>
                  <a:lnTo>
                    <a:pt x="752" y="43"/>
                  </a:lnTo>
                  <a:cubicBezTo>
                    <a:pt x="777" y="41"/>
                    <a:pt x="786" y="46"/>
                    <a:pt x="789" y="68"/>
                  </a:cubicBezTo>
                  <a:cubicBezTo>
                    <a:pt x="792" y="89"/>
                    <a:pt x="794" y="118"/>
                    <a:pt x="797" y="144"/>
                  </a:cubicBezTo>
                  <a:lnTo>
                    <a:pt x="813" y="160"/>
                  </a:lnTo>
                  <a:cubicBezTo>
                    <a:pt x="817" y="183"/>
                    <a:pt x="795" y="229"/>
                    <a:pt x="745" y="305"/>
                  </a:cubicBezTo>
                  <a:cubicBezTo>
                    <a:pt x="749" y="308"/>
                    <a:pt x="753" y="311"/>
                    <a:pt x="757" y="313"/>
                  </a:cubicBezTo>
                  <a:cubicBezTo>
                    <a:pt x="768" y="319"/>
                    <a:pt x="779" y="324"/>
                    <a:pt x="790" y="327"/>
                  </a:cubicBezTo>
                  <a:cubicBezTo>
                    <a:pt x="803" y="333"/>
                    <a:pt x="817" y="338"/>
                    <a:pt x="822" y="354"/>
                  </a:cubicBezTo>
                  <a:cubicBezTo>
                    <a:pt x="823" y="356"/>
                    <a:pt x="826" y="359"/>
                    <a:pt x="828" y="360"/>
                  </a:cubicBezTo>
                  <a:cubicBezTo>
                    <a:pt x="831" y="362"/>
                    <a:pt x="834" y="363"/>
                    <a:pt x="836" y="363"/>
                  </a:cubicBezTo>
                  <a:cubicBezTo>
                    <a:pt x="850" y="365"/>
                    <a:pt x="863" y="369"/>
                    <a:pt x="875" y="376"/>
                  </a:cubicBezTo>
                  <a:cubicBezTo>
                    <a:pt x="881" y="379"/>
                    <a:pt x="887" y="385"/>
                    <a:pt x="893" y="389"/>
                  </a:cubicBezTo>
                  <a:cubicBezTo>
                    <a:pt x="919" y="407"/>
                    <a:pt x="946" y="426"/>
                    <a:pt x="972" y="445"/>
                  </a:cubicBezTo>
                  <a:cubicBezTo>
                    <a:pt x="1009" y="472"/>
                    <a:pt x="1040" y="505"/>
                    <a:pt x="1066" y="543"/>
                  </a:cubicBezTo>
                  <a:cubicBezTo>
                    <a:pt x="1089" y="577"/>
                    <a:pt x="1111" y="613"/>
                    <a:pt x="1131" y="650"/>
                  </a:cubicBezTo>
                  <a:cubicBezTo>
                    <a:pt x="1140" y="669"/>
                    <a:pt x="1147" y="688"/>
                    <a:pt x="1153" y="708"/>
                  </a:cubicBezTo>
                  <a:cubicBezTo>
                    <a:pt x="1177" y="777"/>
                    <a:pt x="1201" y="845"/>
                    <a:pt x="1224" y="913"/>
                  </a:cubicBezTo>
                  <a:cubicBezTo>
                    <a:pt x="1234" y="918"/>
                    <a:pt x="1247" y="909"/>
                    <a:pt x="1254" y="924"/>
                  </a:cubicBezTo>
                  <a:cubicBezTo>
                    <a:pt x="1260" y="939"/>
                    <a:pt x="1271" y="959"/>
                    <a:pt x="1279" y="977"/>
                  </a:cubicBezTo>
                  <a:cubicBezTo>
                    <a:pt x="1296" y="1020"/>
                    <a:pt x="1313" y="1064"/>
                    <a:pt x="1332" y="1107"/>
                  </a:cubicBezTo>
                  <a:cubicBezTo>
                    <a:pt x="1344" y="1135"/>
                    <a:pt x="1358" y="1162"/>
                    <a:pt x="1372" y="1190"/>
                  </a:cubicBezTo>
                  <a:cubicBezTo>
                    <a:pt x="1373" y="1192"/>
                    <a:pt x="1373" y="1194"/>
                    <a:pt x="1375" y="1196"/>
                  </a:cubicBezTo>
                  <a:cubicBezTo>
                    <a:pt x="1377" y="1199"/>
                    <a:pt x="1379" y="1203"/>
                    <a:pt x="1383" y="1205"/>
                  </a:cubicBezTo>
                  <a:cubicBezTo>
                    <a:pt x="1405" y="1222"/>
                    <a:pt x="1424" y="1244"/>
                    <a:pt x="1438" y="1268"/>
                  </a:cubicBezTo>
                  <a:cubicBezTo>
                    <a:pt x="1438" y="1269"/>
                    <a:pt x="1439" y="1270"/>
                    <a:pt x="1439" y="1271"/>
                  </a:cubicBezTo>
                  <a:cubicBezTo>
                    <a:pt x="1455" y="1291"/>
                    <a:pt x="1470" y="1312"/>
                    <a:pt x="1485" y="1333"/>
                  </a:cubicBezTo>
                  <a:cubicBezTo>
                    <a:pt x="1547" y="1427"/>
                    <a:pt x="1637" y="1484"/>
                    <a:pt x="1737" y="1529"/>
                  </a:cubicBezTo>
                  <a:cubicBezTo>
                    <a:pt x="1768" y="1542"/>
                    <a:pt x="1801" y="1551"/>
                    <a:pt x="1832" y="1564"/>
                  </a:cubicBezTo>
                  <a:cubicBezTo>
                    <a:pt x="1908" y="1593"/>
                    <a:pt x="1987" y="1610"/>
                    <a:pt x="2067" y="1615"/>
                  </a:cubicBezTo>
                  <a:cubicBezTo>
                    <a:pt x="2115" y="1620"/>
                    <a:pt x="2163" y="1630"/>
                    <a:pt x="2210" y="1638"/>
                  </a:cubicBezTo>
                  <a:cubicBezTo>
                    <a:pt x="2216" y="1640"/>
                    <a:pt x="2221" y="1641"/>
                    <a:pt x="2226" y="1641"/>
                  </a:cubicBezTo>
                  <a:cubicBezTo>
                    <a:pt x="2227" y="1641"/>
                    <a:pt x="2228" y="1641"/>
                    <a:pt x="2229" y="1640"/>
                  </a:cubicBezTo>
                  <a:cubicBezTo>
                    <a:pt x="2237" y="1639"/>
                    <a:pt x="2246" y="1638"/>
                    <a:pt x="2254" y="1638"/>
                  </a:cubicBezTo>
                  <a:cubicBezTo>
                    <a:pt x="2275" y="1638"/>
                    <a:pt x="2295" y="1643"/>
                    <a:pt x="2314" y="1652"/>
                  </a:cubicBezTo>
                  <a:cubicBezTo>
                    <a:pt x="2389" y="1673"/>
                    <a:pt x="2467" y="1684"/>
                    <a:pt x="2545" y="1684"/>
                  </a:cubicBezTo>
                  <a:cubicBezTo>
                    <a:pt x="2569" y="1684"/>
                    <a:pt x="2592" y="1683"/>
                    <a:pt x="2616" y="1681"/>
                  </a:cubicBezTo>
                  <a:cubicBezTo>
                    <a:pt x="2672" y="1676"/>
                    <a:pt x="2728" y="1676"/>
                    <a:pt x="2785" y="1676"/>
                  </a:cubicBezTo>
                  <a:cubicBezTo>
                    <a:pt x="2856" y="1676"/>
                    <a:pt x="2927" y="1666"/>
                    <a:pt x="2996" y="1648"/>
                  </a:cubicBezTo>
                  <a:lnTo>
                    <a:pt x="3045" y="1635"/>
                  </a:lnTo>
                  <a:cubicBezTo>
                    <a:pt x="3051" y="1626"/>
                    <a:pt x="3056" y="1617"/>
                    <a:pt x="3062" y="1607"/>
                  </a:cubicBezTo>
                  <a:cubicBezTo>
                    <a:pt x="3073" y="1587"/>
                    <a:pt x="3085" y="1565"/>
                    <a:pt x="3094" y="1543"/>
                  </a:cubicBezTo>
                  <a:cubicBezTo>
                    <a:pt x="3104" y="1523"/>
                    <a:pt x="3113" y="1502"/>
                    <a:pt x="3120" y="1481"/>
                  </a:cubicBezTo>
                  <a:cubicBezTo>
                    <a:pt x="3127" y="1467"/>
                    <a:pt x="3134" y="1452"/>
                    <a:pt x="3142" y="1439"/>
                  </a:cubicBezTo>
                  <a:cubicBezTo>
                    <a:pt x="3157" y="1413"/>
                    <a:pt x="3174" y="1390"/>
                    <a:pt x="3194" y="1368"/>
                  </a:cubicBezTo>
                  <a:cubicBezTo>
                    <a:pt x="3213" y="1346"/>
                    <a:pt x="3231" y="1323"/>
                    <a:pt x="3249" y="1301"/>
                  </a:cubicBezTo>
                  <a:cubicBezTo>
                    <a:pt x="3267" y="1278"/>
                    <a:pt x="3281" y="1260"/>
                    <a:pt x="3297" y="1240"/>
                  </a:cubicBezTo>
                  <a:cubicBezTo>
                    <a:pt x="3406" y="1112"/>
                    <a:pt x="3549" y="1055"/>
                    <a:pt x="3712" y="1040"/>
                  </a:cubicBezTo>
                  <a:cubicBezTo>
                    <a:pt x="3719" y="1040"/>
                    <a:pt x="3726" y="1039"/>
                    <a:pt x="3734" y="1039"/>
                  </a:cubicBezTo>
                  <a:cubicBezTo>
                    <a:pt x="3764" y="1039"/>
                    <a:pt x="3793" y="1046"/>
                    <a:pt x="3820" y="1059"/>
                  </a:cubicBezTo>
                  <a:cubicBezTo>
                    <a:pt x="3828" y="1064"/>
                    <a:pt x="3835" y="1069"/>
                    <a:pt x="3842" y="1075"/>
                  </a:cubicBezTo>
                  <a:cubicBezTo>
                    <a:pt x="3836" y="1081"/>
                    <a:pt x="3830" y="1086"/>
                    <a:pt x="3823" y="1091"/>
                  </a:cubicBezTo>
                  <a:cubicBezTo>
                    <a:pt x="3807" y="1098"/>
                    <a:pt x="3791" y="1103"/>
                    <a:pt x="3772" y="1110"/>
                  </a:cubicBezTo>
                  <a:cubicBezTo>
                    <a:pt x="3775" y="1113"/>
                    <a:pt x="3778" y="1116"/>
                    <a:pt x="3784" y="1119"/>
                  </a:cubicBezTo>
                  <a:cubicBezTo>
                    <a:pt x="3785" y="1119"/>
                    <a:pt x="3786" y="1120"/>
                    <a:pt x="3787" y="1120"/>
                  </a:cubicBezTo>
                  <a:cubicBezTo>
                    <a:pt x="3843" y="1139"/>
                    <a:pt x="3900" y="1158"/>
                    <a:pt x="3956" y="1178"/>
                  </a:cubicBezTo>
                  <a:cubicBezTo>
                    <a:pt x="3973" y="1184"/>
                    <a:pt x="3989" y="1191"/>
                    <a:pt x="4005" y="1200"/>
                  </a:cubicBezTo>
                  <a:cubicBezTo>
                    <a:pt x="4018" y="1208"/>
                    <a:pt x="4032" y="1217"/>
                    <a:pt x="4044" y="1227"/>
                  </a:cubicBezTo>
                  <a:cubicBezTo>
                    <a:pt x="4051" y="1233"/>
                    <a:pt x="4056" y="1239"/>
                    <a:pt x="4061" y="1247"/>
                  </a:cubicBezTo>
                  <a:cubicBezTo>
                    <a:pt x="4066" y="1257"/>
                    <a:pt x="4070" y="1269"/>
                    <a:pt x="4070" y="1281"/>
                  </a:cubicBezTo>
                  <a:cubicBezTo>
                    <a:pt x="4070" y="1289"/>
                    <a:pt x="4068" y="1297"/>
                    <a:pt x="4065" y="1305"/>
                  </a:cubicBezTo>
                  <a:cubicBezTo>
                    <a:pt x="4065" y="1307"/>
                    <a:pt x="4063" y="1309"/>
                    <a:pt x="4062" y="1312"/>
                  </a:cubicBezTo>
                  <a:cubicBezTo>
                    <a:pt x="4059" y="1317"/>
                    <a:pt x="4056" y="1321"/>
                    <a:pt x="4051" y="1324"/>
                  </a:cubicBezTo>
                  <a:cubicBezTo>
                    <a:pt x="4048" y="1325"/>
                    <a:pt x="4044" y="1327"/>
                    <a:pt x="4041" y="1327"/>
                  </a:cubicBezTo>
                  <a:cubicBezTo>
                    <a:pt x="4024" y="1331"/>
                    <a:pt x="4006" y="1333"/>
                    <a:pt x="3988" y="1335"/>
                  </a:cubicBezTo>
                  <a:cubicBezTo>
                    <a:pt x="3976" y="1336"/>
                    <a:pt x="3962" y="1335"/>
                    <a:pt x="3950" y="1338"/>
                  </a:cubicBezTo>
                  <a:cubicBezTo>
                    <a:pt x="3946" y="1340"/>
                    <a:pt x="3941" y="1342"/>
                    <a:pt x="3938" y="1344"/>
                  </a:cubicBezTo>
                  <a:cubicBezTo>
                    <a:pt x="3933" y="1347"/>
                    <a:pt x="3930" y="1349"/>
                    <a:pt x="3926" y="1352"/>
                  </a:cubicBezTo>
                  <a:cubicBezTo>
                    <a:pt x="3955" y="1361"/>
                    <a:pt x="3979" y="1367"/>
                    <a:pt x="4000" y="1376"/>
                  </a:cubicBezTo>
                  <a:cubicBezTo>
                    <a:pt x="4036" y="1390"/>
                    <a:pt x="4072" y="1406"/>
                    <a:pt x="4106" y="1422"/>
                  </a:cubicBezTo>
                  <a:cubicBezTo>
                    <a:pt x="4108" y="1423"/>
                    <a:pt x="4110" y="1424"/>
                    <a:pt x="4112" y="1425"/>
                  </a:cubicBezTo>
                  <a:cubicBezTo>
                    <a:pt x="4121" y="1431"/>
                    <a:pt x="4130" y="1437"/>
                    <a:pt x="4138" y="1444"/>
                  </a:cubicBezTo>
                  <a:cubicBezTo>
                    <a:pt x="4167" y="1469"/>
                    <a:pt x="4168" y="1477"/>
                    <a:pt x="4151" y="1516"/>
                  </a:cubicBezTo>
                  <a:cubicBezTo>
                    <a:pt x="4156" y="1521"/>
                    <a:pt x="4162" y="1526"/>
                    <a:pt x="4168" y="1531"/>
                  </a:cubicBezTo>
                  <a:cubicBezTo>
                    <a:pt x="4190" y="1556"/>
                    <a:pt x="4187" y="1570"/>
                    <a:pt x="4157" y="1580"/>
                  </a:cubicBezTo>
                  <a:cubicBezTo>
                    <a:pt x="4148" y="1584"/>
                    <a:pt x="4138" y="1585"/>
                    <a:pt x="4131" y="1589"/>
                  </a:cubicBezTo>
                  <a:cubicBezTo>
                    <a:pt x="4125" y="1592"/>
                    <a:pt x="4119" y="1595"/>
                    <a:pt x="4113" y="1598"/>
                  </a:cubicBezTo>
                  <a:cubicBezTo>
                    <a:pt x="4112" y="1599"/>
                    <a:pt x="4110" y="1600"/>
                    <a:pt x="4108" y="1601"/>
                  </a:cubicBezTo>
                  <a:cubicBezTo>
                    <a:pt x="4111" y="1610"/>
                    <a:pt x="4115" y="1619"/>
                    <a:pt x="4119" y="1628"/>
                  </a:cubicBezTo>
                  <a:cubicBezTo>
                    <a:pt x="4126" y="1637"/>
                    <a:pt x="4133" y="1646"/>
                    <a:pt x="4142" y="1654"/>
                  </a:cubicBezTo>
                  <a:cubicBezTo>
                    <a:pt x="4173" y="1686"/>
                    <a:pt x="4162" y="1713"/>
                    <a:pt x="4126" y="1730"/>
                  </a:cubicBezTo>
                  <a:cubicBezTo>
                    <a:pt x="4115" y="1734"/>
                    <a:pt x="4105" y="1738"/>
                    <a:pt x="4095" y="1743"/>
                  </a:cubicBezTo>
                  <a:cubicBezTo>
                    <a:pt x="4071" y="1756"/>
                    <a:pt x="4068" y="1766"/>
                    <a:pt x="4083" y="1790"/>
                  </a:cubicBezTo>
                  <a:lnTo>
                    <a:pt x="4085" y="1794"/>
                  </a:lnTo>
                  <a:cubicBezTo>
                    <a:pt x="4114" y="1845"/>
                    <a:pt x="4110" y="1863"/>
                    <a:pt x="4059" y="1890"/>
                  </a:cubicBezTo>
                  <a:cubicBezTo>
                    <a:pt x="4039" y="1901"/>
                    <a:pt x="4017" y="1909"/>
                    <a:pt x="3998" y="1920"/>
                  </a:cubicBezTo>
                  <a:cubicBezTo>
                    <a:pt x="3969" y="1935"/>
                    <a:pt x="3942" y="1952"/>
                    <a:pt x="3915" y="1969"/>
                  </a:cubicBezTo>
                  <a:cubicBezTo>
                    <a:pt x="3902" y="1977"/>
                    <a:pt x="3891" y="1988"/>
                    <a:pt x="3883" y="2002"/>
                  </a:cubicBezTo>
                  <a:cubicBezTo>
                    <a:pt x="3880" y="2007"/>
                    <a:pt x="3877" y="2014"/>
                    <a:pt x="3875" y="2020"/>
                  </a:cubicBezTo>
                  <a:cubicBezTo>
                    <a:pt x="3881" y="2020"/>
                    <a:pt x="3886" y="2021"/>
                    <a:pt x="3891" y="2021"/>
                  </a:cubicBezTo>
                  <a:cubicBezTo>
                    <a:pt x="3902" y="2021"/>
                    <a:pt x="3914" y="2019"/>
                    <a:pt x="3925" y="2017"/>
                  </a:cubicBezTo>
                  <a:cubicBezTo>
                    <a:pt x="3929" y="2016"/>
                    <a:pt x="3933" y="2016"/>
                    <a:pt x="3937" y="2016"/>
                  </a:cubicBezTo>
                  <a:cubicBezTo>
                    <a:pt x="3954" y="2016"/>
                    <a:pt x="3970" y="2020"/>
                    <a:pt x="3985" y="2029"/>
                  </a:cubicBezTo>
                  <a:cubicBezTo>
                    <a:pt x="3995" y="2035"/>
                    <a:pt x="4004" y="2042"/>
                    <a:pt x="4001" y="2056"/>
                  </a:cubicBezTo>
                  <a:cubicBezTo>
                    <a:pt x="3998" y="2056"/>
                    <a:pt x="3994" y="2060"/>
                    <a:pt x="3993" y="2059"/>
                  </a:cubicBezTo>
                  <a:cubicBezTo>
                    <a:pt x="3976" y="2050"/>
                    <a:pt x="3958" y="2045"/>
                    <a:pt x="3939" y="2045"/>
                  </a:cubicBezTo>
                  <a:cubicBezTo>
                    <a:pt x="3927" y="2045"/>
                    <a:pt x="3915" y="2047"/>
                    <a:pt x="3904" y="2051"/>
                  </a:cubicBezTo>
                  <a:cubicBezTo>
                    <a:pt x="3883" y="2053"/>
                    <a:pt x="3863" y="2060"/>
                    <a:pt x="3845" y="2071"/>
                  </a:cubicBezTo>
                  <a:cubicBezTo>
                    <a:pt x="3830" y="2079"/>
                    <a:pt x="3816" y="2091"/>
                    <a:pt x="3805" y="2104"/>
                  </a:cubicBezTo>
                  <a:cubicBezTo>
                    <a:pt x="3792" y="2118"/>
                    <a:pt x="3777" y="2131"/>
                    <a:pt x="3761" y="2142"/>
                  </a:cubicBezTo>
                  <a:cubicBezTo>
                    <a:pt x="3701" y="2191"/>
                    <a:pt x="3637" y="2235"/>
                    <a:pt x="3570" y="2274"/>
                  </a:cubicBezTo>
                  <a:cubicBezTo>
                    <a:pt x="3569" y="2275"/>
                    <a:pt x="3568" y="2275"/>
                    <a:pt x="3566" y="2276"/>
                  </a:cubicBezTo>
                  <a:cubicBezTo>
                    <a:pt x="3552" y="2284"/>
                    <a:pt x="3540" y="2293"/>
                    <a:pt x="3524" y="2303"/>
                  </a:cubicBezTo>
                  <a:cubicBezTo>
                    <a:pt x="3530" y="2335"/>
                    <a:pt x="3536" y="2366"/>
                    <a:pt x="3542" y="2398"/>
                  </a:cubicBezTo>
                  <a:cubicBezTo>
                    <a:pt x="3546" y="2417"/>
                    <a:pt x="3549" y="2437"/>
                    <a:pt x="3549" y="2457"/>
                  </a:cubicBezTo>
                  <a:cubicBezTo>
                    <a:pt x="3549" y="2469"/>
                    <a:pt x="3548" y="2482"/>
                    <a:pt x="3546" y="2494"/>
                  </a:cubicBezTo>
                  <a:cubicBezTo>
                    <a:pt x="3543" y="2490"/>
                    <a:pt x="3537" y="2486"/>
                    <a:pt x="3536" y="2481"/>
                  </a:cubicBezTo>
                  <a:cubicBezTo>
                    <a:pt x="3531" y="2451"/>
                    <a:pt x="3526" y="2421"/>
                    <a:pt x="3520" y="2391"/>
                  </a:cubicBezTo>
                  <a:cubicBezTo>
                    <a:pt x="3516" y="2354"/>
                    <a:pt x="3506" y="2318"/>
                    <a:pt x="3491" y="2285"/>
                  </a:cubicBezTo>
                  <a:cubicBezTo>
                    <a:pt x="3473" y="2249"/>
                    <a:pt x="3462" y="2209"/>
                    <a:pt x="3445" y="2173"/>
                  </a:cubicBezTo>
                  <a:cubicBezTo>
                    <a:pt x="3442" y="2167"/>
                    <a:pt x="3439" y="2161"/>
                    <a:pt x="3435" y="2155"/>
                  </a:cubicBezTo>
                  <a:cubicBezTo>
                    <a:pt x="3426" y="2139"/>
                    <a:pt x="3416" y="2123"/>
                    <a:pt x="3404" y="2108"/>
                  </a:cubicBezTo>
                  <a:cubicBezTo>
                    <a:pt x="3401" y="2103"/>
                    <a:pt x="3395" y="2101"/>
                    <a:pt x="3390" y="2098"/>
                  </a:cubicBezTo>
                  <a:cubicBezTo>
                    <a:pt x="3378" y="2111"/>
                    <a:pt x="3386" y="2121"/>
                    <a:pt x="3388" y="2132"/>
                  </a:cubicBezTo>
                  <a:cubicBezTo>
                    <a:pt x="3396" y="2152"/>
                    <a:pt x="3401" y="2174"/>
                    <a:pt x="3401" y="2196"/>
                  </a:cubicBezTo>
                  <a:cubicBezTo>
                    <a:pt x="3401" y="2198"/>
                    <a:pt x="3401" y="2200"/>
                    <a:pt x="3401" y="2202"/>
                  </a:cubicBezTo>
                  <a:cubicBezTo>
                    <a:pt x="3401" y="2208"/>
                    <a:pt x="3406" y="2216"/>
                    <a:pt x="3410" y="2223"/>
                  </a:cubicBezTo>
                  <a:cubicBezTo>
                    <a:pt x="3421" y="2241"/>
                    <a:pt x="3433" y="2258"/>
                    <a:pt x="3443" y="2276"/>
                  </a:cubicBezTo>
                  <a:cubicBezTo>
                    <a:pt x="3443" y="2277"/>
                    <a:pt x="3443" y="2277"/>
                    <a:pt x="3444" y="2277"/>
                  </a:cubicBezTo>
                  <a:cubicBezTo>
                    <a:pt x="3448" y="2285"/>
                    <a:pt x="3451" y="2295"/>
                    <a:pt x="3451" y="2304"/>
                  </a:cubicBezTo>
                  <a:cubicBezTo>
                    <a:pt x="3451" y="2305"/>
                    <a:pt x="3451" y="2307"/>
                    <a:pt x="3451" y="2308"/>
                  </a:cubicBezTo>
                  <a:cubicBezTo>
                    <a:pt x="3450" y="2314"/>
                    <a:pt x="3449" y="2319"/>
                    <a:pt x="3449" y="2324"/>
                  </a:cubicBezTo>
                  <a:cubicBezTo>
                    <a:pt x="3449" y="2343"/>
                    <a:pt x="3454" y="2362"/>
                    <a:pt x="3464" y="2378"/>
                  </a:cubicBezTo>
                  <a:cubicBezTo>
                    <a:pt x="3467" y="2384"/>
                    <a:pt x="3471" y="2389"/>
                    <a:pt x="3475" y="2394"/>
                  </a:cubicBezTo>
                  <a:cubicBezTo>
                    <a:pt x="3482" y="2404"/>
                    <a:pt x="3490" y="2415"/>
                    <a:pt x="3496" y="2426"/>
                  </a:cubicBezTo>
                  <a:cubicBezTo>
                    <a:pt x="3499" y="2431"/>
                    <a:pt x="3502" y="2437"/>
                    <a:pt x="3503" y="2444"/>
                  </a:cubicBezTo>
                  <a:cubicBezTo>
                    <a:pt x="3506" y="2453"/>
                    <a:pt x="3499" y="2468"/>
                    <a:pt x="3492" y="2467"/>
                  </a:cubicBezTo>
                  <a:cubicBezTo>
                    <a:pt x="3486" y="2465"/>
                    <a:pt x="3481" y="2463"/>
                    <a:pt x="3475" y="2460"/>
                  </a:cubicBezTo>
                  <a:cubicBezTo>
                    <a:pt x="3474" y="2459"/>
                    <a:pt x="3473" y="2459"/>
                    <a:pt x="3471" y="2458"/>
                  </a:cubicBezTo>
                  <a:cubicBezTo>
                    <a:pt x="3471" y="2457"/>
                    <a:pt x="3470" y="2457"/>
                    <a:pt x="3470" y="2456"/>
                  </a:cubicBezTo>
                  <a:cubicBezTo>
                    <a:pt x="3469" y="2455"/>
                    <a:pt x="3469" y="2454"/>
                    <a:pt x="3469" y="2454"/>
                  </a:cubicBezTo>
                  <a:cubicBezTo>
                    <a:pt x="3462" y="2412"/>
                    <a:pt x="3430" y="2388"/>
                    <a:pt x="3401" y="2363"/>
                  </a:cubicBezTo>
                  <a:cubicBezTo>
                    <a:pt x="3386" y="2349"/>
                    <a:pt x="3369" y="2336"/>
                    <a:pt x="3354" y="2325"/>
                  </a:cubicBezTo>
                  <a:cubicBezTo>
                    <a:pt x="3354" y="2312"/>
                    <a:pt x="3358" y="2308"/>
                    <a:pt x="3368" y="2310"/>
                  </a:cubicBezTo>
                  <a:cubicBezTo>
                    <a:pt x="3378" y="2312"/>
                    <a:pt x="3386" y="2315"/>
                    <a:pt x="3401" y="2318"/>
                  </a:cubicBezTo>
                  <a:cubicBezTo>
                    <a:pt x="3395" y="2302"/>
                    <a:pt x="3391" y="2290"/>
                    <a:pt x="3386" y="2279"/>
                  </a:cubicBezTo>
                  <a:cubicBezTo>
                    <a:pt x="3374" y="2253"/>
                    <a:pt x="3361" y="2227"/>
                    <a:pt x="3347" y="2203"/>
                  </a:cubicBezTo>
                  <a:cubicBezTo>
                    <a:pt x="3296" y="2114"/>
                    <a:pt x="3230" y="2035"/>
                    <a:pt x="3151" y="1969"/>
                  </a:cubicBezTo>
                  <a:cubicBezTo>
                    <a:pt x="3119" y="1943"/>
                    <a:pt x="3087" y="1916"/>
                    <a:pt x="3055" y="1888"/>
                  </a:cubicBezTo>
                  <a:cubicBezTo>
                    <a:pt x="3047" y="1881"/>
                    <a:pt x="3035" y="1876"/>
                    <a:pt x="3039" y="1861"/>
                  </a:cubicBezTo>
                  <a:cubicBezTo>
                    <a:pt x="3044" y="1853"/>
                    <a:pt x="3051" y="1857"/>
                    <a:pt x="3056" y="1861"/>
                  </a:cubicBezTo>
                  <a:cubicBezTo>
                    <a:pt x="3072" y="1871"/>
                    <a:pt x="3088" y="1882"/>
                    <a:pt x="3103" y="1894"/>
                  </a:cubicBezTo>
                  <a:cubicBezTo>
                    <a:pt x="3147" y="1932"/>
                    <a:pt x="3191" y="1971"/>
                    <a:pt x="3236" y="2009"/>
                  </a:cubicBezTo>
                  <a:lnTo>
                    <a:pt x="3262" y="2032"/>
                  </a:lnTo>
                  <a:cubicBezTo>
                    <a:pt x="3277" y="1999"/>
                    <a:pt x="3278" y="1999"/>
                    <a:pt x="3272" y="1988"/>
                  </a:cubicBezTo>
                  <a:cubicBezTo>
                    <a:pt x="3271" y="1984"/>
                    <a:pt x="3268" y="1981"/>
                    <a:pt x="3267" y="1978"/>
                  </a:cubicBezTo>
                  <a:cubicBezTo>
                    <a:pt x="3261" y="1968"/>
                    <a:pt x="3254" y="1960"/>
                    <a:pt x="3244" y="1954"/>
                  </a:cubicBezTo>
                  <a:cubicBezTo>
                    <a:pt x="3240" y="1952"/>
                    <a:pt x="3236" y="1950"/>
                    <a:pt x="3232" y="1949"/>
                  </a:cubicBezTo>
                  <a:cubicBezTo>
                    <a:pt x="3215" y="1944"/>
                    <a:pt x="3198" y="1938"/>
                    <a:pt x="3182" y="1931"/>
                  </a:cubicBezTo>
                  <a:cubicBezTo>
                    <a:pt x="3181" y="1930"/>
                    <a:pt x="3179" y="1929"/>
                    <a:pt x="3179" y="1927"/>
                  </a:cubicBezTo>
                  <a:cubicBezTo>
                    <a:pt x="3178" y="1925"/>
                    <a:pt x="3177" y="1924"/>
                    <a:pt x="3177" y="1922"/>
                  </a:cubicBezTo>
                  <a:cubicBezTo>
                    <a:pt x="3177" y="1920"/>
                    <a:pt x="3178" y="1917"/>
                    <a:pt x="3179" y="1916"/>
                  </a:cubicBezTo>
                  <a:cubicBezTo>
                    <a:pt x="3180" y="1914"/>
                    <a:pt x="3181" y="1913"/>
                    <a:pt x="3183" y="1912"/>
                  </a:cubicBezTo>
                  <a:cubicBezTo>
                    <a:pt x="3184" y="1911"/>
                    <a:pt x="3186" y="1911"/>
                    <a:pt x="3187" y="1911"/>
                  </a:cubicBezTo>
                  <a:cubicBezTo>
                    <a:pt x="3188" y="1911"/>
                    <a:pt x="3190" y="1911"/>
                    <a:pt x="3191" y="1911"/>
                  </a:cubicBezTo>
                  <a:cubicBezTo>
                    <a:pt x="3227" y="1911"/>
                    <a:pt x="3262" y="1920"/>
                    <a:pt x="3293" y="1938"/>
                  </a:cubicBezTo>
                  <a:cubicBezTo>
                    <a:pt x="3299" y="1941"/>
                    <a:pt x="3304" y="1945"/>
                    <a:pt x="3309" y="1949"/>
                  </a:cubicBezTo>
                  <a:cubicBezTo>
                    <a:pt x="3314" y="1952"/>
                    <a:pt x="3318" y="1956"/>
                    <a:pt x="3321" y="1961"/>
                  </a:cubicBezTo>
                  <a:cubicBezTo>
                    <a:pt x="3324" y="1966"/>
                    <a:pt x="3326" y="1972"/>
                    <a:pt x="3326" y="1978"/>
                  </a:cubicBezTo>
                  <a:cubicBezTo>
                    <a:pt x="3326" y="1981"/>
                    <a:pt x="3326" y="1984"/>
                    <a:pt x="3325" y="1986"/>
                  </a:cubicBezTo>
                  <a:cubicBezTo>
                    <a:pt x="3324" y="1990"/>
                    <a:pt x="3324" y="1993"/>
                    <a:pt x="3324" y="1996"/>
                  </a:cubicBezTo>
                  <a:cubicBezTo>
                    <a:pt x="3324" y="2005"/>
                    <a:pt x="3326" y="2014"/>
                    <a:pt x="3331" y="2022"/>
                  </a:cubicBezTo>
                  <a:cubicBezTo>
                    <a:pt x="3332" y="2024"/>
                    <a:pt x="3333" y="2025"/>
                    <a:pt x="3335" y="2027"/>
                  </a:cubicBezTo>
                  <a:cubicBezTo>
                    <a:pt x="3346" y="2047"/>
                    <a:pt x="3358" y="2066"/>
                    <a:pt x="3369" y="2087"/>
                  </a:cubicBezTo>
                  <a:cubicBezTo>
                    <a:pt x="3377" y="2085"/>
                    <a:pt x="3385" y="2084"/>
                    <a:pt x="3393" y="2084"/>
                  </a:cubicBezTo>
                  <a:cubicBezTo>
                    <a:pt x="3397" y="2084"/>
                    <a:pt x="3400" y="2084"/>
                    <a:pt x="3404" y="2084"/>
                  </a:cubicBezTo>
                  <a:cubicBezTo>
                    <a:pt x="3407" y="2085"/>
                    <a:pt x="3409" y="2086"/>
                    <a:pt x="3412" y="2088"/>
                  </a:cubicBezTo>
                  <a:cubicBezTo>
                    <a:pt x="3419" y="2091"/>
                    <a:pt x="3426" y="2098"/>
                    <a:pt x="3430" y="2105"/>
                  </a:cubicBezTo>
                  <a:cubicBezTo>
                    <a:pt x="3443" y="2120"/>
                    <a:pt x="3454" y="2136"/>
                    <a:pt x="3464" y="2154"/>
                  </a:cubicBezTo>
                  <a:cubicBezTo>
                    <a:pt x="3465" y="2156"/>
                    <a:pt x="3467" y="2158"/>
                    <a:pt x="3468" y="2161"/>
                  </a:cubicBezTo>
                  <a:cubicBezTo>
                    <a:pt x="3487" y="2198"/>
                    <a:pt x="3503" y="2237"/>
                    <a:pt x="3521" y="2278"/>
                  </a:cubicBezTo>
                  <a:cubicBezTo>
                    <a:pt x="3525" y="2276"/>
                    <a:pt x="3528" y="2274"/>
                    <a:pt x="3532" y="2272"/>
                  </a:cubicBezTo>
                  <a:cubicBezTo>
                    <a:pt x="3536" y="2270"/>
                    <a:pt x="3540" y="2267"/>
                    <a:pt x="3544" y="2265"/>
                  </a:cubicBezTo>
                  <a:cubicBezTo>
                    <a:pt x="3569" y="2244"/>
                    <a:pt x="3594" y="2225"/>
                    <a:pt x="3621" y="2207"/>
                  </a:cubicBezTo>
                  <a:cubicBezTo>
                    <a:pt x="3683" y="2168"/>
                    <a:pt x="3736" y="2117"/>
                    <a:pt x="3777" y="2057"/>
                  </a:cubicBezTo>
                  <a:cubicBezTo>
                    <a:pt x="3784" y="2046"/>
                    <a:pt x="3792" y="2037"/>
                    <a:pt x="3800" y="2027"/>
                  </a:cubicBezTo>
                  <a:lnTo>
                    <a:pt x="3821" y="2039"/>
                  </a:lnTo>
                  <a:cubicBezTo>
                    <a:pt x="3824" y="2034"/>
                    <a:pt x="3826" y="2027"/>
                    <a:pt x="3829" y="2022"/>
                  </a:cubicBezTo>
                  <a:cubicBezTo>
                    <a:pt x="3861" y="1971"/>
                    <a:pt x="3905" y="1929"/>
                    <a:pt x="3957" y="1899"/>
                  </a:cubicBezTo>
                  <a:cubicBezTo>
                    <a:pt x="3972" y="1890"/>
                    <a:pt x="3988" y="1882"/>
                    <a:pt x="4004" y="1876"/>
                  </a:cubicBezTo>
                  <a:cubicBezTo>
                    <a:pt x="4019" y="1869"/>
                    <a:pt x="4033" y="1862"/>
                    <a:pt x="4047" y="1854"/>
                  </a:cubicBezTo>
                  <a:cubicBezTo>
                    <a:pt x="4055" y="1849"/>
                    <a:pt x="4061" y="1844"/>
                    <a:pt x="4068" y="1838"/>
                  </a:cubicBezTo>
                  <a:cubicBezTo>
                    <a:pt x="4062" y="1827"/>
                    <a:pt x="4057" y="1817"/>
                    <a:pt x="4052" y="1807"/>
                  </a:cubicBezTo>
                  <a:cubicBezTo>
                    <a:pt x="4030" y="1762"/>
                    <a:pt x="4038" y="1734"/>
                    <a:pt x="4082" y="1712"/>
                  </a:cubicBezTo>
                  <a:cubicBezTo>
                    <a:pt x="4096" y="1704"/>
                    <a:pt x="4113" y="1703"/>
                    <a:pt x="4124" y="1687"/>
                  </a:cubicBezTo>
                  <a:lnTo>
                    <a:pt x="4111" y="1671"/>
                  </a:lnTo>
                  <a:cubicBezTo>
                    <a:pt x="4069" y="1686"/>
                    <a:pt x="4030" y="1699"/>
                    <a:pt x="3991" y="1714"/>
                  </a:cubicBezTo>
                  <a:cubicBezTo>
                    <a:pt x="3982" y="1718"/>
                    <a:pt x="3974" y="1722"/>
                    <a:pt x="3966" y="1727"/>
                  </a:cubicBezTo>
                  <a:cubicBezTo>
                    <a:pt x="3959" y="1731"/>
                    <a:pt x="3951" y="1736"/>
                    <a:pt x="3945" y="1740"/>
                  </a:cubicBezTo>
                  <a:lnTo>
                    <a:pt x="3544" y="1989"/>
                  </a:lnTo>
                  <a:cubicBezTo>
                    <a:pt x="3538" y="1991"/>
                    <a:pt x="3532" y="1992"/>
                    <a:pt x="3526" y="1992"/>
                  </a:cubicBezTo>
                  <a:cubicBezTo>
                    <a:pt x="3529" y="1984"/>
                    <a:pt x="3529" y="1977"/>
                    <a:pt x="3532" y="1974"/>
                  </a:cubicBezTo>
                  <a:cubicBezTo>
                    <a:pt x="3551" y="1956"/>
                    <a:pt x="3571" y="1940"/>
                    <a:pt x="3591" y="1926"/>
                  </a:cubicBezTo>
                  <a:cubicBezTo>
                    <a:pt x="3664" y="1877"/>
                    <a:pt x="3737" y="1831"/>
                    <a:pt x="3810" y="1783"/>
                  </a:cubicBezTo>
                  <a:cubicBezTo>
                    <a:pt x="3820" y="1777"/>
                    <a:pt x="3828" y="1770"/>
                    <a:pt x="3837" y="1763"/>
                  </a:cubicBezTo>
                  <a:cubicBezTo>
                    <a:pt x="3833" y="1732"/>
                    <a:pt x="3860" y="1731"/>
                    <a:pt x="3878" y="1724"/>
                  </a:cubicBezTo>
                  <a:cubicBezTo>
                    <a:pt x="3909" y="1711"/>
                    <a:pt x="3940" y="1697"/>
                    <a:pt x="3969" y="1680"/>
                  </a:cubicBezTo>
                  <a:cubicBezTo>
                    <a:pt x="3980" y="1673"/>
                    <a:pt x="3991" y="1666"/>
                    <a:pt x="4002" y="1659"/>
                  </a:cubicBezTo>
                  <a:cubicBezTo>
                    <a:pt x="4005" y="1658"/>
                    <a:pt x="4008" y="1656"/>
                    <a:pt x="4011" y="1654"/>
                  </a:cubicBezTo>
                  <a:cubicBezTo>
                    <a:pt x="4021" y="1649"/>
                    <a:pt x="4031" y="1643"/>
                    <a:pt x="4041" y="1638"/>
                  </a:cubicBezTo>
                  <a:cubicBezTo>
                    <a:pt x="4056" y="1638"/>
                    <a:pt x="4064" y="1656"/>
                    <a:pt x="4075" y="1644"/>
                  </a:cubicBezTo>
                  <a:cubicBezTo>
                    <a:pt x="4079" y="1640"/>
                    <a:pt x="4075" y="1630"/>
                    <a:pt x="4075" y="1624"/>
                  </a:cubicBezTo>
                  <a:cubicBezTo>
                    <a:pt x="4071" y="1622"/>
                    <a:pt x="4067" y="1622"/>
                    <a:pt x="4063" y="1622"/>
                  </a:cubicBezTo>
                  <a:cubicBezTo>
                    <a:pt x="3977" y="1645"/>
                    <a:pt x="3891" y="1665"/>
                    <a:pt x="3813" y="1709"/>
                  </a:cubicBezTo>
                  <a:cubicBezTo>
                    <a:pt x="3811" y="1711"/>
                    <a:pt x="3809" y="1712"/>
                    <a:pt x="3807" y="1713"/>
                  </a:cubicBezTo>
                  <a:cubicBezTo>
                    <a:pt x="3785" y="1725"/>
                    <a:pt x="3765" y="1741"/>
                    <a:pt x="3748" y="1758"/>
                  </a:cubicBezTo>
                  <a:cubicBezTo>
                    <a:pt x="3724" y="1783"/>
                    <a:pt x="3697" y="1803"/>
                    <a:pt x="3668" y="1821"/>
                  </a:cubicBezTo>
                  <a:cubicBezTo>
                    <a:pt x="3603" y="1859"/>
                    <a:pt x="3536" y="1895"/>
                    <a:pt x="3470" y="1932"/>
                  </a:cubicBezTo>
                  <a:cubicBezTo>
                    <a:pt x="3460" y="1937"/>
                    <a:pt x="3449" y="1941"/>
                    <a:pt x="3438" y="1944"/>
                  </a:cubicBezTo>
                  <a:cubicBezTo>
                    <a:pt x="3443" y="1936"/>
                    <a:pt x="3449" y="1929"/>
                    <a:pt x="3455" y="1922"/>
                  </a:cubicBezTo>
                  <a:cubicBezTo>
                    <a:pt x="3484" y="1902"/>
                    <a:pt x="3514" y="1882"/>
                    <a:pt x="3542" y="1861"/>
                  </a:cubicBezTo>
                  <a:cubicBezTo>
                    <a:pt x="3549" y="1856"/>
                    <a:pt x="3561" y="1853"/>
                    <a:pt x="3559" y="1840"/>
                  </a:cubicBezTo>
                  <a:cubicBezTo>
                    <a:pt x="3562" y="1841"/>
                    <a:pt x="3564" y="1842"/>
                    <a:pt x="3567" y="1842"/>
                  </a:cubicBezTo>
                  <a:cubicBezTo>
                    <a:pt x="3571" y="1842"/>
                    <a:pt x="3575" y="1840"/>
                    <a:pt x="3579" y="1838"/>
                  </a:cubicBezTo>
                  <a:cubicBezTo>
                    <a:pt x="3583" y="1835"/>
                    <a:pt x="3586" y="1833"/>
                    <a:pt x="3588" y="1829"/>
                  </a:cubicBezTo>
                  <a:lnTo>
                    <a:pt x="3589" y="1829"/>
                  </a:lnTo>
                  <a:cubicBezTo>
                    <a:pt x="3597" y="1827"/>
                    <a:pt x="3606" y="1827"/>
                    <a:pt x="3607" y="1816"/>
                  </a:cubicBezTo>
                  <a:cubicBezTo>
                    <a:pt x="3617" y="1814"/>
                    <a:pt x="3628" y="1813"/>
                    <a:pt x="3633" y="1802"/>
                  </a:cubicBezTo>
                  <a:cubicBezTo>
                    <a:pt x="3641" y="1801"/>
                    <a:pt x="3647" y="1797"/>
                    <a:pt x="3647" y="1788"/>
                  </a:cubicBezTo>
                  <a:cubicBezTo>
                    <a:pt x="3649" y="1788"/>
                    <a:pt x="3650" y="1787"/>
                    <a:pt x="3651" y="1787"/>
                  </a:cubicBezTo>
                  <a:cubicBezTo>
                    <a:pt x="3652" y="1787"/>
                    <a:pt x="3653" y="1787"/>
                    <a:pt x="3653" y="1787"/>
                  </a:cubicBezTo>
                  <a:cubicBezTo>
                    <a:pt x="3654" y="1787"/>
                    <a:pt x="3654" y="1787"/>
                    <a:pt x="3655" y="1787"/>
                  </a:cubicBezTo>
                  <a:lnTo>
                    <a:pt x="3648" y="1787"/>
                  </a:lnTo>
                  <a:lnTo>
                    <a:pt x="3635" y="1802"/>
                  </a:lnTo>
                  <a:lnTo>
                    <a:pt x="3608" y="1816"/>
                  </a:lnTo>
                  <a:cubicBezTo>
                    <a:pt x="3601" y="1818"/>
                    <a:pt x="3592" y="1818"/>
                    <a:pt x="3590" y="1829"/>
                  </a:cubicBezTo>
                  <a:lnTo>
                    <a:pt x="3559" y="1841"/>
                  </a:lnTo>
                  <a:moveTo>
                    <a:pt x="345" y="216"/>
                  </a:moveTo>
                  <a:cubicBezTo>
                    <a:pt x="332" y="224"/>
                    <a:pt x="336" y="239"/>
                    <a:pt x="333" y="251"/>
                  </a:cubicBezTo>
                  <a:cubicBezTo>
                    <a:pt x="330" y="270"/>
                    <a:pt x="329" y="289"/>
                    <a:pt x="326" y="308"/>
                  </a:cubicBezTo>
                  <a:cubicBezTo>
                    <a:pt x="322" y="327"/>
                    <a:pt x="314" y="342"/>
                    <a:pt x="291" y="340"/>
                  </a:cubicBezTo>
                  <a:cubicBezTo>
                    <a:pt x="288" y="340"/>
                    <a:pt x="285" y="343"/>
                    <a:pt x="281" y="345"/>
                  </a:cubicBezTo>
                  <a:cubicBezTo>
                    <a:pt x="278" y="357"/>
                    <a:pt x="277" y="370"/>
                    <a:pt x="277" y="382"/>
                  </a:cubicBezTo>
                  <a:cubicBezTo>
                    <a:pt x="277" y="400"/>
                    <a:pt x="280" y="417"/>
                    <a:pt x="284" y="434"/>
                  </a:cubicBezTo>
                  <a:cubicBezTo>
                    <a:pt x="286" y="439"/>
                    <a:pt x="293" y="442"/>
                    <a:pt x="298" y="446"/>
                  </a:cubicBezTo>
                  <a:cubicBezTo>
                    <a:pt x="299" y="445"/>
                    <a:pt x="301" y="444"/>
                    <a:pt x="302" y="444"/>
                  </a:cubicBezTo>
                  <a:cubicBezTo>
                    <a:pt x="313" y="437"/>
                    <a:pt x="322" y="428"/>
                    <a:pt x="328" y="418"/>
                  </a:cubicBezTo>
                  <a:cubicBezTo>
                    <a:pt x="334" y="407"/>
                    <a:pt x="337" y="395"/>
                    <a:pt x="337" y="383"/>
                  </a:cubicBezTo>
                  <a:cubicBezTo>
                    <a:pt x="339" y="355"/>
                    <a:pt x="342" y="328"/>
                    <a:pt x="347" y="301"/>
                  </a:cubicBezTo>
                  <a:cubicBezTo>
                    <a:pt x="349" y="289"/>
                    <a:pt x="350" y="277"/>
                    <a:pt x="350" y="265"/>
                  </a:cubicBezTo>
                  <a:cubicBezTo>
                    <a:pt x="350" y="248"/>
                    <a:pt x="348" y="231"/>
                    <a:pt x="344" y="215"/>
                  </a:cubicBezTo>
                  <a:cubicBezTo>
                    <a:pt x="344" y="215"/>
                    <a:pt x="344" y="214"/>
                    <a:pt x="345" y="214"/>
                  </a:cubicBezTo>
                  <a:cubicBezTo>
                    <a:pt x="347" y="211"/>
                    <a:pt x="348" y="207"/>
                    <a:pt x="350" y="203"/>
                  </a:cubicBezTo>
                  <a:cubicBezTo>
                    <a:pt x="351" y="199"/>
                    <a:pt x="346" y="200"/>
                    <a:pt x="344" y="198"/>
                  </a:cubicBezTo>
                  <a:cubicBezTo>
                    <a:pt x="342" y="196"/>
                    <a:pt x="342" y="200"/>
                    <a:pt x="342" y="202"/>
                  </a:cubicBezTo>
                  <a:cubicBezTo>
                    <a:pt x="342" y="203"/>
                    <a:pt x="344" y="211"/>
                    <a:pt x="345" y="216"/>
                  </a:cubicBezTo>
                  <a:moveTo>
                    <a:pt x="653" y="190"/>
                  </a:moveTo>
                  <a:lnTo>
                    <a:pt x="676" y="178"/>
                  </a:lnTo>
                  <a:cubicBezTo>
                    <a:pt x="676" y="179"/>
                    <a:pt x="676" y="179"/>
                    <a:pt x="676" y="179"/>
                  </a:cubicBezTo>
                  <a:cubicBezTo>
                    <a:pt x="676" y="200"/>
                    <a:pt x="670" y="220"/>
                    <a:pt x="660" y="238"/>
                  </a:cubicBezTo>
                  <a:cubicBezTo>
                    <a:pt x="659" y="240"/>
                    <a:pt x="658" y="241"/>
                    <a:pt x="657" y="243"/>
                  </a:cubicBezTo>
                  <a:cubicBezTo>
                    <a:pt x="647" y="262"/>
                    <a:pt x="638" y="282"/>
                    <a:pt x="631" y="303"/>
                  </a:cubicBezTo>
                  <a:cubicBezTo>
                    <a:pt x="635" y="303"/>
                    <a:pt x="637" y="303"/>
                    <a:pt x="638" y="303"/>
                  </a:cubicBezTo>
                  <a:cubicBezTo>
                    <a:pt x="642" y="299"/>
                    <a:pt x="647" y="295"/>
                    <a:pt x="651" y="290"/>
                  </a:cubicBezTo>
                  <a:cubicBezTo>
                    <a:pt x="674" y="260"/>
                    <a:pt x="695" y="229"/>
                    <a:pt x="713" y="196"/>
                  </a:cubicBezTo>
                  <a:cubicBezTo>
                    <a:pt x="719" y="187"/>
                    <a:pt x="724" y="178"/>
                    <a:pt x="729" y="168"/>
                  </a:cubicBezTo>
                  <a:cubicBezTo>
                    <a:pt x="731" y="165"/>
                    <a:pt x="733" y="162"/>
                    <a:pt x="735" y="159"/>
                  </a:cubicBezTo>
                  <a:cubicBezTo>
                    <a:pt x="747" y="137"/>
                    <a:pt x="755" y="114"/>
                    <a:pt x="759" y="89"/>
                  </a:cubicBezTo>
                  <a:cubicBezTo>
                    <a:pt x="759" y="86"/>
                    <a:pt x="757" y="81"/>
                    <a:pt x="754" y="72"/>
                  </a:cubicBezTo>
                  <a:cubicBezTo>
                    <a:pt x="745" y="88"/>
                    <a:pt x="738" y="100"/>
                    <a:pt x="731" y="112"/>
                  </a:cubicBezTo>
                  <a:cubicBezTo>
                    <a:pt x="719" y="128"/>
                    <a:pt x="700" y="114"/>
                    <a:pt x="683" y="124"/>
                  </a:cubicBezTo>
                  <a:cubicBezTo>
                    <a:pt x="676" y="146"/>
                    <a:pt x="652" y="162"/>
                    <a:pt x="654" y="191"/>
                  </a:cubicBezTo>
                  <a:cubicBezTo>
                    <a:pt x="646" y="197"/>
                    <a:pt x="640" y="203"/>
                    <a:pt x="633" y="211"/>
                  </a:cubicBezTo>
                  <a:lnTo>
                    <a:pt x="633" y="212"/>
                  </a:lnTo>
                  <a:cubicBezTo>
                    <a:pt x="628" y="220"/>
                    <a:pt x="624" y="228"/>
                    <a:pt x="621" y="237"/>
                  </a:cubicBezTo>
                  <a:cubicBezTo>
                    <a:pt x="617" y="245"/>
                    <a:pt x="613" y="254"/>
                    <a:pt x="610" y="263"/>
                  </a:cubicBezTo>
                  <a:cubicBezTo>
                    <a:pt x="609" y="271"/>
                    <a:pt x="597" y="279"/>
                    <a:pt x="608" y="290"/>
                  </a:cubicBezTo>
                  <a:cubicBezTo>
                    <a:pt x="615" y="281"/>
                    <a:pt x="621" y="272"/>
                    <a:pt x="626" y="262"/>
                  </a:cubicBezTo>
                  <a:cubicBezTo>
                    <a:pt x="634" y="248"/>
                    <a:pt x="641" y="234"/>
                    <a:pt x="647" y="218"/>
                  </a:cubicBezTo>
                  <a:cubicBezTo>
                    <a:pt x="650" y="209"/>
                    <a:pt x="652" y="198"/>
                    <a:pt x="653" y="188"/>
                  </a:cubicBezTo>
                  <a:lnTo>
                    <a:pt x="653" y="190"/>
                  </a:lnTo>
                  <a:moveTo>
                    <a:pt x="3656" y="1393"/>
                  </a:moveTo>
                  <a:cubicBezTo>
                    <a:pt x="3651" y="1399"/>
                    <a:pt x="3644" y="1404"/>
                    <a:pt x="3638" y="1409"/>
                  </a:cubicBezTo>
                  <a:cubicBezTo>
                    <a:pt x="3533" y="1473"/>
                    <a:pt x="3437" y="1549"/>
                    <a:pt x="3350" y="1635"/>
                  </a:cubicBezTo>
                  <a:cubicBezTo>
                    <a:pt x="3316" y="1667"/>
                    <a:pt x="3284" y="1702"/>
                    <a:pt x="3256" y="1739"/>
                  </a:cubicBezTo>
                  <a:cubicBezTo>
                    <a:pt x="3257" y="1740"/>
                    <a:pt x="3258" y="1742"/>
                    <a:pt x="3259" y="1743"/>
                  </a:cubicBezTo>
                  <a:cubicBezTo>
                    <a:pt x="3263" y="1751"/>
                    <a:pt x="3266" y="1760"/>
                    <a:pt x="3266" y="1770"/>
                  </a:cubicBezTo>
                  <a:cubicBezTo>
                    <a:pt x="3266" y="1775"/>
                    <a:pt x="3265" y="1780"/>
                    <a:pt x="3264" y="1785"/>
                  </a:cubicBezTo>
                  <a:cubicBezTo>
                    <a:pt x="3261" y="1794"/>
                    <a:pt x="3259" y="1804"/>
                    <a:pt x="3259" y="1813"/>
                  </a:cubicBezTo>
                  <a:cubicBezTo>
                    <a:pt x="3259" y="1815"/>
                    <a:pt x="3259" y="1817"/>
                    <a:pt x="3259" y="1819"/>
                  </a:cubicBezTo>
                  <a:cubicBezTo>
                    <a:pt x="3259" y="1830"/>
                    <a:pt x="3261" y="1839"/>
                    <a:pt x="3267" y="1848"/>
                  </a:cubicBezTo>
                  <a:cubicBezTo>
                    <a:pt x="3271" y="1855"/>
                    <a:pt x="3278" y="1863"/>
                    <a:pt x="3286" y="1868"/>
                  </a:cubicBezTo>
                  <a:cubicBezTo>
                    <a:pt x="3294" y="1859"/>
                    <a:pt x="3302" y="1852"/>
                    <a:pt x="3309" y="1844"/>
                  </a:cubicBezTo>
                  <a:cubicBezTo>
                    <a:pt x="3353" y="1792"/>
                    <a:pt x="3402" y="1745"/>
                    <a:pt x="3456" y="1704"/>
                  </a:cubicBezTo>
                  <a:cubicBezTo>
                    <a:pt x="3482" y="1683"/>
                    <a:pt x="3509" y="1662"/>
                    <a:pt x="3535" y="1642"/>
                  </a:cubicBezTo>
                  <a:cubicBezTo>
                    <a:pt x="3561" y="1621"/>
                    <a:pt x="3588" y="1601"/>
                    <a:pt x="3617" y="1585"/>
                  </a:cubicBezTo>
                  <a:cubicBezTo>
                    <a:pt x="3642" y="1570"/>
                    <a:pt x="3670" y="1558"/>
                    <a:pt x="3697" y="1546"/>
                  </a:cubicBezTo>
                  <a:cubicBezTo>
                    <a:pt x="3786" y="1512"/>
                    <a:pt x="3880" y="1494"/>
                    <a:pt x="3976" y="1494"/>
                  </a:cubicBezTo>
                  <a:cubicBezTo>
                    <a:pt x="3993" y="1494"/>
                    <a:pt x="4011" y="1495"/>
                    <a:pt x="4028" y="1496"/>
                  </a:cubicBezTo>
                  <a:cubicBezTo>
                    <a:pt x="4034" y="1495"/>
                    <a:pt x="4039" y="1494"/>
                    <a:pt x="4044" y="1492"/>
                  </a:cubicBezTo>
                  <a:cubicBezTo>
                    <a:pt x="4029" y="1477"/>
                    <a:pt x="4014" y="1465"/>
                    <a:pt x="3997" y="1455"/>
                  </a:cubicBezTo>
                  <a:cubicBezTo>
                    <a:pt x="3954" y="1459"/>
                    <a:pt x="3917" y="1464"/>
                    <a:pt x="3881" y="1465"/>
                  </a:cubicBezTo>
                  <a:cubicBezTo>
                    <a:pt x="3831" y="1465"/>
                    <a:pt x="3781" y="1465"/>
                    <a:pt x="3732" y="1461"/>
                  </a:cubicBezTo>
                  <a:cubicBezTo>
                    <a:pt x="3727" y="1460"/>
                    <a:pt x="3722" y="1459"/>
                    <a:pt x="3717" y="1459"/>
                  </a:cubicBezTo>
                  <a:cubicBezTo>
                    <a:pt x="3698" y="1459"/>
                    <a:pt x="3680" y="1465"/>
                    <a:pt x="3664" y="1474"/>
                  </a:cubicBezTo>
                  <a:cubicBezTo>
                    <a:pt x="3652" y="1481"/>
                    <a:pt x="3642" y="1489"/>
                    <a:pt x="3634" y="1499"/>
                  </a:cubicBezTo>
                  <a:cubicBezTo>
                    <a:pt x="3604" y="1533"/>
                    <a:pt x="3572" y="1565"/>
                    <a:pt x="3538" y="1595"/>
                  </a:cubicBezTo>
                  <a:cubicBezTo>
                    <a:pt x="3531" y="1603"/>
                    <a:pt x="3522" y="1610"/>
                    <a:pt x="3512" y="1616"/>
                  </a:cubicBezTo>
                  <a:cubicBezTo>
                    <a:pt x="3508" y="1618"/>
                    <a:pt x="3505" y="1620"/>
                    <a:pt x="3501" y="1622"/>
                  </a:cubicBezTo>
                  <a:cubicBezTo>
                    <a:pt x="3501" y="1617"/>
                    <a:pt x="3499" y="1615"/>
                    <a:pt x="3499" y="1614"/>
                  </a:cubicBezTo>
                  <a:lnTo>
                    <a:pt x="3601" y="1486"/>
                  </a:lnTo>
                  <a:lnTo>
                    <a:pt x="3586" y="1467"/>
                  </a:lnTo>
                  <a:cubicBezTo>
                    <a:pt x="3606" y="1450"/>
                    <a:pt x="3625" y="1434"/>
                    <a:pt x="3645" y="1417"/>
                  </a:cubicBezTo>
                  <a:cubicBezTo>
                    <a:pt x="3652" y="1411"/>
                    <a:pt x="3660" y="1405"/>
                    <a:pt x="3656" y="1393"/>
                  </a:cubicBezTo>
                  <a:lnTo>
                    <a:pt x="3666" y="1393"/>
                  </a:lnTo>
                  <a:lnTo>
                    <a:pt x="3656" y="1393"/>
                  </a:lnTo>
                  <a:moveTo>
                    <a:pt x="3308" y="1518"/>
                  </a:moveTo>
                  <a:cubicBezTo>
                    <a:pt x="3301" y="1526"/>
                    <a:pt x="3295" y="1534"/>
                    <a:pt x="3290" y="1543"/>
                  </a:cubicBezTo>
                  <a:cubicBezTo>
                    <a:pt x="3290" y="1544"/>
                    <a:pt x="3290" y="1544"/>
                    <a:pt x="3289" y="1545"/>
                  </a:cubicBezTo>
                  <a:cubicBezTo>
                    <a:pt x="3268" y="1593"/>
                    <a:pt x="3247" y="1642"/>
                    <a:pt x="3227" y="1691"/>
                  </a:cubicBezTo>
                  <a:cubicBezTo>
                    <a:pt x="3223" y="1702"/>
                    <a:pt x="3219" y="1713"/>
                    <a:pt x="3217" y="1724"/>
                  </a:cubicBezTo>
                  <a:cubicBezTo>
                    <a:pt x="3217" y="1728"/>
                    <a:pt x="3217" y="1732"/>
                    <a:pt x="3217" y="1736"/>
                  </a:cubicBezTo>
                  <a:cubicBezTo>
                    <a:pt x="3217" y="1740"/>
                    <a:pt x="3217" y="1744"/>
                    <a:pt x="3217" y="1748"/>
                  </a:cubicBezTo>
                  <a:lnTo>
                    <a:pt x="3237" y="1725"/>
                  </a:lnTo>
                  <a:cubicBezTo>
                    <a:pt x="3282" y="1676"/>
                    <a:pt x="3326" y="1627"/>
                    <a:pt x="3370" y="1579"/>
                  </a:cubicBezTo>
                  <a:cubicBezTo>
                    <a:pt x="3391" y="1556"/>
                    <a:pt x="3419" y="1538"/>
                    <a:pt x="3429" y="1505"/>
                  </a:cubicBezTo>
                  <a:cubicBezTo>
                    <a:pt x="3430" y="1504"/>
                    <a:pt x="3430" y="1503"/>
                    <a:pt x="3430" y="1503"/>
                  </a:cubicBezTo>
                  <a:cubicBezTo>
                    <a:pt x="3433" y="1498"/>
                    <a:pt x="3437" y="1494"/>
                    <a:pt x="3441" y="1490"/>
                  </a:cubicBezTo>
                  <a:cubicBezTo>
                    <a:pt x="3466" y="1463"/>
                    <a:pt x="3489" y="1434"/>
                    <a:pt x="3515" y="1407"/>
                  </a:cubicBezTo>
                  <a:cubicBezTo>
                    <a:pt x="3557" y="1362"/>
                    <a:pt x="3606" y="1324"/>
                    <a:pt x="3659" y="1293"/>
                  </a:cubicBezTo>
                  <a:cubicBezTo>
                    <a:pt x="3685" y="1278"/>
                    <a:pt x="3713" y="1265"/>
                    <a:pt x="3741" y="1253"/>
                  </a:cubicBezTo>
                  <a:cubicBezTo>
                    <a:pt x="3763" y="1247"/>
                    <a:pt x="3785" y="1241"/>
                    <a:pt x="3807" y="1238"/>
                  </a:cubicBezTo>
                  <a:cubicBezTo>
                    <a:pt x="3813" y="1236"/>
                    <a:pt x="3820" y="1238"/>
                    <a:pt x="3820" y="1249"/>
                  </a:cubicBezTo>
                  <a:cubicBezTo>
                    <a:pt x="3812" y="1253"/>
                    <a:pt x="3803" y="1256"/>
                    <a:pt x="3795" y="1259"/>
                  </a:cubicBezTo>
                  <a:cubicBezTo>
                    <a:pt x="3752" y="1273"/>
                    <a:pt x="3711" y="1291"/>
                    <a:pt x="3671" y="1314"/>
                  </a:cubicBezTo>
                  <a:cubicBezTo>
                    <a:pt x="3614" y="1347"/>
                    <a:pt x="3562" y="1389"/>
                    <a:pt x="3518" y="1437"/>
                  </a:cubicBezTo>
                  <a:cubicBezTo>
                    <a:pt x="3511" y="1444"/>
                    <a:pt x="3503" y="1451"/>
                    <a:pt x="3507" y="1462"/>
                  </a:cubicBezTo>
                  <a:lnTo>
                    <a:pt x="3499" y="1465"/>
                  </a:lnTo>
                  <a:lnTo>
                    <a:pt x="3506" y="1461"/>
                  </a:lnTo>
                  <a:cubicBezTo>
                    <a:pt x="3523" y="1449"/>
                    <a:pt x="3540" y="1436"/>
                    <a:pt x="3558" y="1425"/>
                  </a:cubicBezTo>
                  <a:cubicBezTo>
                    <a:pt x="3589" y="1403"/>
                    <a:pt x="3620" y="1382"/>
                    <a:pt x="3654" y="1363"/>
                  </a:cubicBezTo>
                  <a:cubicBezTo>
                    <a:pt x="3694" y="1339"/>
                    <a:pt x="3737" y="1318"/>
                    <a:pt x="3780" y="1299"/>
                  </a:cubicBezTo>
                  <a:cubicBezTo>
                    <a:pt x="3799" y="1291"/>
                    <a:pt x="3819" y="1285"/>
                    <a:pt x="3840" y="1282"/>
                  </a:cubicBezTo>
                  <a:cubicBezTo>
                    <a:pt x="3866" y="1281"/>
                    <a:pt x="3891" y="1279"/>
                    <a:pt x="3916" y="1275"/>
                  </a:cubicBezTo>
                  <a:cubicBezTo>
                    <a:pt x="3921" y="1275"/>
                    <a:pt x="3928" y="1277"/>
                    <a:pt x="3933" y="1279"/>
                  </a:cubicBezTo>
                  <a:cubicBezTo>
                    <a:pt x="3929" y="1296"/>
                    <a:pt x="3908" y="1293"/>
                    <a:pt x="3904" y="1309"/>
                  </a:cubicBezTo>
                  <a:cubicBezTo>
                    <a:pt x="3925" y="1306"/>
                    <a:pt x="3944" y="1304"/>
                    <a:pt x="3963" y="1300"/>
                  </a:cubicBezTo>
                  <a:cubicBezTo>
                    <a:pt x="3982" y="1296"/>
                    <a:pt x="4005" y="1306"/>
                    <a:pt x="4024" y="1285"/>
                  </a:cubicBezTo>
                  <a:lnTo>
                    <a:pt x="3962" y="1248"/>
                  </a:lnTo>
                  <a:lnTo>
                    <a:pt x="3977" y="1225"/>
                  </a:lnTo>
                  <a:lnTo>
                    <a:pt x="3899" y="1213"/>
                  </a:lnTo>
                  <a:cubicBezTo>
                    <a:pt x="3901" y="1204"/>
                    <a:pt x="3905" y="1195"/>
                    <a:pt x="3895" y="1192"/>
                  </a:cubicBezTo>
                  <a:cubicBezTo>
                    <a:pt x="3842" y="1172"/>
                    <a:pt x="3790" y="1148"/>
                    <a:pt x="3732" y="1151"/>
                  </a:cubicBezTo>
                  <a:lnTo>
                    <a:pt x="3731" y="1151"/>
                  </a:lnTo>
                  <a:cubicBezTo>
                    <a:pt x="3725" y="1151"/>
                    <a:pt x="3719" y="1150"/>
                    <a:pt x="3713" y="1149"/>
                  </a:cubicBezTo>
                  <a:cubicBezTo>
                    <a:pt x="3704" y="1149"/>
                    <a:pt x="3695" y="1145"/>
                    <a:pt x="3696" y="1136"/>
                  </a:cubicBezTo>
                  <a:cubicBezTo>
                    <a:pt x="3696" y="1132"/>
                    <a:pt x="3697" y="1129"/>
                    <a:pt x="3699" y="1126"/>
                  </a:cubicBezTo>
                  <a:cubicBezTo>
                    <a:pt x="3701" y="1123"/>
                    <a:pt x="3704" y="1119"/>
                    <a:pt x="3708" y="1117"/>
                  </a:cubicBezTo>
                  <a:cubicBezTo>
                    <a:pt x="3710" y="1115"/>
                    <a:pt x="3713" y="1113"/>
                    <a:pt x="3716" y="1112"/>
                  </a:cubicBezTo>
                  <a:cubicBezTo>
                    <a:pt x="3723" y="1108"/>
                    <a:pt x="3730" y="1104"/>
                    <a:pt x="3737" y="1101"/>
                  </a:cubicBezTo>
                  <a:lnTo>
                    <a:pt x="3774" y="1083"/>
                  </a:lnTo>
                  <a:cubicBezTo>
                    <a:pt x="3774" y="1083"/>
                    <a:pt x="3773" y="1082"/>
                    <a:pt x="3772" y="1082"/>
                  </a:cubicBezTo>
                  <a:cubicBezTo>
                    <a:pt x="3760" y="1075"/>
                    <a:pt x="3746" y="1071"/>
                    <a:pt x="3732" y="1071"/>
                  </a:cubicBezTo>
                  <a:cubicBezTo>
                    <a:pt x="3725" y="1071"/>
                    <a:pt x="3718" y="1072"/>
                    <a:pt x="3711" y="1074"/>
                  </a:cubicBezTo>
                  <a:cubicBezTo>
                    <a:pt x="3655" y="1080"/>
                    <a:pt x="3600" y="1093"/>
                    <a:pt x="3546" y="1111"/>
                  </a:cubicBezTo>
                  <a:cubicBezTo>
                    <a:pt x="3500" y="1127"/>
                    <a:pt x="3456" y="1146"/>
                    <a:pt x="3428" y="1190"/>
                  </a:cubicBezTo>
                  <a:lnTo>
                    <a:pt x="3363" y="1196"/>
                  </a:lnTo>
                  <a:cubicBezTo>
                    <a:pt x="3360" y="1201"/>
                    <a:pt x="3354" y="1207"/>
                    <a:pt x="3350" y="1213"/>
                  </a:cubicBezTo>
                  <a:cubicBezTo>
                    <a:pt x="3297" y="1280"/>
                    <a:pt x="3244" y="1345"/>
                    <a:pt x="3191" y="1415"/>
                  </a:cubicBezTo>
                  <a:cubicBezTo>
                    <a:pt x="3181" y="1428"/>
                    <a:pt x="3172" y="1442"/>
                    <a:pt x="3164" y="1456"/>
                  </a:cubicBezTo>
                  <a:cubicBezTo>
                    <a:pt x="3155" y="1470"/>
                    <a:pt x="3149" y="1485"/>
                    <a:pt x="3142" y="1500"/>
                  </a:cubicBezTo>
                  <a:cubicBezTo>
                    <a:pt x="3120" y="1547"/>
                    <a:pt x="3101" y="1595"/>
                    <a:pt x="3081" y="1642"/>
                  </a:cubicBezTo>
                  <a:cubicBezTo>
                    <a:pt x="3090" y="1652"/>
                    <a:pt x="3100" y="1661"/>
                    <a:pt x="3112" y="1668"/>
                  </a:cubicBezTo>
                  <a:cubicBezTo>
                    <a:pt x="3125" y="1675"/>
                    <a:pt x="3139" y="1680"/>
                    <a:pt x="3153" y="1683"/>
                  </a:cubicBezTo>
                  <a:cubicBezTo>
                    <a:pt x="3161" y="1684"/>
                    <a:pt x="3169" y="1686"/>
                    <a:pt x="3176" y="1690"/>
                  </a:cubicBezTo>
                  <a:cubicBezTo>
                    <a:pt x="3178" y="1690"/>
                    <a:pt x="3179" y="1690"/>
                    <a:pt x="3180" y="1691"/>
                  </a:cubicBezTo>
                  <a:cubicBezTo>
                    <a:pt x="3184" y="1693"/>
                    <a:pt x="3186" y="1695"/>
                    <a:pt x="3188" y="1699"/>
                  </a:cubicBezTo>
                  <a:cubicBezTo>
                    <a:pt x="3190" y="1702"/>
                    <a:pt x="3191" y="1706"/>
                    <a:pt x="3191" y="1710"/>
                  </a:cubicBezTo>
                  <a:cubicBezTo>
                    <a:pt x="3191" y="1712"/>
                    <a:pt x="3191" y="1714"/>
                    <a:pt x="3190" y="1716"/>
                  </a:cubicBezTo>
                  <a:cubicBezTo>
                    <a:pt x="3188" y="1722"/>
                    <a:pt x="3180" y="1730"/>
                    <a:pt x="3196" y="1736"/>
                  </a:cubicBezTo>
                  <a:cubicBezTo>
                    <a:pt x="3196" y="1731"/>
                    <a:pt x="3195" y="1726"/>
                    <a:pt x="3195" y="1722"/>
                  </a:cubicBezTo>
                  <a:cubicBezTo>
                    <a:pt x="3195" y="1717"/>
                    <a:pt x="3196" y="1712"/>
                    <a:pt x="3196" y="1708"/>
                  </a:cubicBezTo>
                  <a:cubicBezTo>
                    <a:pt x="3198" y="1699"/>
                    <a:pt x="3201" y="1690"/>
                    <a:pt x="3205" y="1681"/>
                  </a:cubicBezTo>
                  <a:cubicBezTo>
                    <a:pt x="3236" y="1583"/>
                    <a:pt x="3277" y="1488"/>
                    <a:pt x="3327" y="1397"/>
                  </a:cubicBezTo>
                  <a:cubicBezTo>
                    <a:pt x="3329" y="1393"/>
                    <a:pt x="3331" y="1388"/>
                    <a:pt x="3334" y="1384"/>
                  </a:cubicBezTo>
                  <a:cubicBezTo>
                    <a:pt x="3358" y="1341"/>
                    <a:pt x="3391" y="1302"/>
                    <a:pt x="3429" y="1270"/>
                  </a:cubicBezTo>
                  <a:cubicBezTo>
                    <a:pt x="3440" y="1261"/>
                    <a:pt x="3451" y="1251"/>
                    <a:pt x="3465" y="1245"/>
                  </a:cubicBezTo>
                  <a:cubicBezTo>
                    <a:pt x="3466" y="1244"/>
                    <a:pt x="3467" y="1244"/>
                    <a:pt x="3469" y="1243"/>
                  </a:cubicBezTo>
                  <a:cubicBezTo>
                    <a:pt x="3471" y="1242"/>
                    <a:pt x="3476" y="1245"/>
                    <a:pt x="3480" y="1246"/>
                  </a:cubicBezTo>
                  <a:cubicBezTo>
                    <a:pt x="3480" y="1259"/>
                    <a:pt x="3470" y="1263"/>
                    <a:pt x="3463" y="1270"/>
                  </a:cubicBezTo>
                  <a:cubicBezTo>
                    <a:pt x="3419" y="1314"/>
                    <a:pt x="3380" y="1364"/>
                    <a:pt x="3350" y="1418"/>
                  </a:cubicBezTo>
                  <a:cubicBezTo>
                    <a:pt x="3337" y="1440"/>
                    <a:pt x="3326" y="1461"/>
                    <a:pt x="3316" y="1484"/>
                  </a:cubicBezTo>
                  <a:cubicBezTo>
                    <a:pt x="3312" y="1496"/>
                    <a:pt x="3308" y="1508"/>
                    <a:pt x="3306" y="1520"/>
                  </a:cubicBezTo>
                  <a:lnTo>
                    <a:pt x="3308" y="1518"/>
                  </a:lnTo>
                  <a:moveTo>
                    <a:pt x="398" y="1057"/>
                  </a:moveTo>
                  <a:lnTo>
                    <a:pt x="385" y="994"/>
                  </a:lnTo>
                  <a:lnTo>
                    <a:pt x="348" y="1010"/>
                  </a:lnTo>
                  <a:cubicBezTo>
                    <a:pt x="344" y="1006"/>
                    <a:pt x="340" y="1002"/>
                    <a:pt x="337" y="997"/>
                  </a:cubicBezTo>
                  <a:cubicBezTo>
                    <a:pt x="333" y="990"/>
                    <a:pt x="331" y="982"/>
                    <a:pt x="331" y="974"/>
                  </a:cubicBezTo>
                  <a:cubicBezTo>
                    <a:pt x="331" y="971"/>
                    <a:pt x="332" y="967"/>
                    <a:pt x="332" y="964"/>
                  </a:cubicBezTo>
                  <a:cubicBezTo>
                    <a:pt x="332" y="945"/>
                    <a:pt x="328" y="927"/>
                    <a:pt x="320" y="909"/>
                  </a:cubicBezTo>
                  <a:cubicBezTo>
                    <a:pt x="310" y="874"/>
                    <a:pt x="302" y="838"/>
                    <a:pt x="296" y="802"/>
                  </a:cubicBezTo>
                  <a:cubicBezTo>
                    <a:pt x="291" y="766"/>
                    <a:pt x="298" y="800"/>
                    <a:pt x="301" y="797"/>
                  </a:cubicBezTo>
                  <a:cubicBezTo>
                    <a:pt x="306" y="801"/>
                    <a:pt x="310" y="805"/>
                    <a:pt x="313" y="809"/>
                  </a:cubicBezTo>
                  <a:cubicBezTo>
                    <a:pt x="319" y="823"/>
                    <a:pt x="323" y="836"/>
                    <a:pt x="330" y="849"/>
                  </a:cubicBezTo>
                  <a:cubicBezTo>
                    <a:pt x="333" y="855"/>
                    <a:pt x="340" y="858"/>
                    <a:pt x="349" y="866"/>
                  </a:cubicBezTo>
                  <a:cubicBezTo>
                    <a:pt x="349" y="835"/>
                    <a:pt x="351" y="809"/>
                    <a:pt x="351" y="784"/>
                  </a:cubicBezTo>
                  <a:cubicBezTo>
                    <a:pt x="336" y="769"/>
                    <a:pt x="319" y="756"/>
                    <a:pt x="301" y="745"/>
                  </a:cubicBezTo>
                  <a:cubicBezTo>
                    <a:pt x="293" y="754"/>
                    <a:pt x="286" y="763"/>
                    <a:pt x="279" y="771"/>
                  </a:cubicBezTo>
                  <a:cubicBezTo>
                    <a:pt x="276" y="776"/>
                    <a:pt x="270" y="782"/>
                    <a:pt x="270" y="787"/>
                  </a:cubicBezTo>
                  <a:cubicBezTo>
                    <a:pt x="270" y="793"/>
                    <a:pt x="269" y="798"/>
                    <a:pt x="269" y="804"/>
                  </a:cubicBezTo>
                  <a:cubicBezTo>
                    <a:pt x="269" y="827"/>
                    <a:pt x="273" y="850"/>
                    <a:pt x="279" y="872"/>
                  </a:cubicBezTo>
                  <a:cubicBezTo>
                    <a:pt x="291" y="902"/>
                    <a:pt x="300" y="933"/>
                    <a:pt x="307" y="964"/>
                  </a:cubicBezTo>
                  <a:cubicBezTo>
                    <a:pt x="309" y="976"/>
                    <a:pt x="312" y="987"/>
                    <a:pt x="318" y="998"/>
                  </a:cubicBezTo>
                  <a:cubicBezTo>
                    <a:pt x="326" y="1011"/>
                    <a:pt x="337" y="1022"/>
                    <a:pt x="351" y="1030"/>
                  </a:cubicBezTo>
                  <a:cubicBezTo>
                    <a:pt x="355" y="1032"/>
                    <a:pt x="359" y="1035"/>
                    <a:pt x="364" y="1036"/>
                  </a:cubicBezTo>
                  <a:cubicBezTo>
                    <a:pt x="367" y="1038"/>
                    <a:pt x="371" y="1040"/>
                    <a:pt x="374" y="1042"/>
                  </a:cubicBezTo>
                  <a:cubicBezTo>
                    <a:pt x="382" y="1047"/>
                    <a:pt x="390" y="1052"/>
                    <a:pt x="397" y="1057"/>
                  </a:cubicBezTo>
                  <a:lnTo>
                    <a:pt x="398" y="1057"/>
                  </a:lnTo>
                  <a:moveTo>
                    <a:pt x="4126" y="1485"/>
                  </a:moveTo>
                  <a:cubicBezTo>
                    <a:pt x="4117" y="1470"/>
                    <a:pt x="4104" y="1459"/>
                    <a:pt x="4090" y="1450"/>
                  </a:cubicBezTo>
                  <a:cubicBezTo>
                    <a:pt x="4086" y="1448"/>
                    <a:pt x="4083" y="1447"/>
                    <a:pt x="4079" y="1445"/>
                  </a:cubicBezTo>
                  <a:cubicBezTo>
                    <a:pt x="4037" y="1422"/>
                    <a:pt x="3991" y="1405"/>
                    <a:pt x="3945" y="1394"/>
                  </a:cubicBezTo>
                  <a:cubicBezTo>
                    <a:pt x="3859" y="1371"/>
                    <a:pt x="3846" y="1373"/>
                    <a:pt x="3771" y="1413"/>
                  </a:cubicBezTo>
                  <a:cubicBezTo>
                    <a:pt x="3765" y="1418"/>
                    <a:pt x="3759" y="1422"/>
                    <a:pt x="3753" y="1427"/>
                  </a:cubicBezTo>
                  <a:cubicBezTo>
                    <a:pt x="3792" y="1432"/>
                    <a:pt x="3830" y="1435"/>
                    <a:pt x="3869" y="1435"/>
                  </a:cubicBezTo>
                  <a:cubicBezTo>
                    <a:pt x="3901" y="1435"/>
                    <a:pt x="3933" y="1433"/>
                    <a:pt x="3965" y="1430"/>
                  </a:cubicBezTo>
                  <a:cubicBezTo>
                    <a:pt x="3970" y="1428"/>
                    <a:pt x="3976" y="1428"/>
                    <a:pt x="3982" y="1428"/>
                  </a:cubicBezTo>
                  <a:cubicBezTo>
                    <a:pt x="3997" y="1428"/>
                    <a:pt x="4011" y="1432"/>
                    <a:pt x="4024" y="1439"/>
                  </a:cubicBezTo>
                  <a:cubicBezTo>
                    <a:pt x="4027" y="1441"/>
                    <a:pt x="4030" y="1443"/>
                    <a:pt x="4032" y="1445"/>
                  </a:cubicBezTo>
                  <a:cubicBezTo>
                    <a:pt x="4051" y="1458"/>
                    <a:pt x="4070" y="1470"/>
                    <a:pt x="4089" y="1482"/>
                  </a:cubicBezTo>
                  <a:cubicBezTo>
                    <a:pt x="4092" y="1483"/>
                    <a:pt x="4094" y="1485"/>
                    <a:pt x="4097" y="1486"/>
                  </a:cubicBezTo>
                  <a:cubicBezTo>
                    <a:pt x="4103" y="1488"/>
                    <a:pt x="4113" y="1486"/>
                    <a:pt x="4126" y="1485"/>
                  </a:cubicBezTo>
                  <a:moveTo>
                    <a:pt x="220" y="706"/>
                  </a:moveTo>
                  <a:cubicBezTo>
                    <a:pt x="219" y="697"/>
                    <a:pt x="218" y="689"/>
                    <a:pt x="216" y="681"/>
                  </a:cubicBezTo>
                  <a:cubicBezTo>
                    <a:pt x="210" y="663"/>
                    <a:pt x="203" y="646"/>
                    <a:pt x="195" y="625"/>
                  </a:cubicBezTo>
                  <a:cubicBezTo>
                    <a:pt x="187" y="633"/>
                    <a:pt x="182" y="637"/>
                    <a:pt x="179" y="641"/>
                  </a:cubicBezTo>
                  <a:lnTo>
                    <a:pt x="104" y="730"/>
                  </a:lnTo>
                  <a:cubicBezTo>
                    <a:pt x="99" y="738"/>
                    <a:pt x="91" y="746"/>
                    <a:pt x="82" y="751"/>
                  </a:cubicBezTo>
                  <a:cubicBezTo>
                    <a:pt x="78" y="753"/>
                    <a:pt x="75" y="755"/>
                    <a:pt x="71" y="756"/>
                  </a:cubicBezTo>
                  <a:cubicBezTo>
                    <a:pt x="68" y="757"/>
                    <a:pt x="66" y="758"/>
                    <a:pt x="64" y="759"/>
                  </a:cubicBezTo>
                  <a:cubicBezTo>
                    <a:pt x="59" y="762"/>
                    <a:pt x="54" y="766"/>
                    <a:pt x="51" y="772"/>
                  </a:cubicBezTo>
                  <a:cubicBezTo>
                    <a:pt x="48" y="777"/>
                    <a:pt x="47" y="783"/>
                    <a:pt x="47" y="789"/>
                  </a:cubicBezTo>
                  <a:cubicBezTo>
                    <a:pt x="47" y="790"/>
                    <a:pt x="47" y="791"/>
                    <a:pt x="47" y="792"/>
                  </a:cubicBezTo>
                  <a:cubicBezTo>
                    <a:pt x="49" y="792"/>
                    <a:pt x="51" y="792"/>
                    <a:pt x="53" y="792"/>
                  </a:cubicBezTo>
                  <a:cubicBezTo>
                    <a:pt x="55" y="792"/>
                    <a:pt x="57" y="792"/>
                    <a:pt x="59" y="792"/>
                  </a:cubicBezTo>
                  <a:cubicBezTo>
                    <a:pt x="118" y="774"/>
                    <a:pt x="164" y="731"/>
                    <a:pt x="220" y="706"/>
                  </a:cubicBezTo>
                  <a:moveTo>
                    <a:pt x="255" y="295"/>
                  </a:moveTo>
                  <a:cubicBezTo>
                    <a:pt x="249" y="303"/>
                    <a:pt x="244" y="310"/>
                    <a:pt x="239" y="318"/>
                  </a:cubicBezTo>
                  <a:cubicBezTo>
                    <a:pt x="229" y="342"/>
                    <a:pt x="227" y="368"/>
                    <a:pt x="218" y="392"/>
                  </a:cubicBezTo>
                  <a:cubicBezTo>
                    <a:pt x="216" y="399"/>
                    <a:pt x="214" y="407"/>
                    <a:pt x="214" y="415"/>
                  </a:cubicBezTo>
                  <a:cubicBezTo>
                    <a:pt x="214" y="426"/>
                    <a:pt x="217" y="438"/>
                    <a:pt x="223" y="448"/>
                  </a:cubicBezTo>
                  <a:cubicBezTo>
                    <a:pt x="225" y="451"/>
                    <a:pt x="227" y="453"/>
                    <a:pt x="229" y="456"/>
                  </a:cubicBezTo>
                  <a:lnTo>
                    <a:pt x="255" y="450"/>
                  </a:lnTo>
                  <a:cubicBezTo>
                    <a:pt x="255" y="424"/>
                    <a:pt x="252" y="401"/>
                    <a:pt x="252" y="377"/>
                  </a:cubicBezTo>
                  <a:cubicBezTo>
                    <a:pt x="251" y="353"/>
                    <a:pt x="254" y="329"/>
                    <a:pt x="255" y="295"/>
                  </a:cubicBezTo>
                  <a:moveTo>
                    <a:pt x="373" y="920"/>
                  </a:moveTo>
                  <a:cubicBezTo>
                    <a:pt x="374" y="921"/>
                    <a:pt x="374" y="921"/>
                    <a:pt x="374" y="921"/>
                  </a:cubicBezTo>
                  <a:cubicBezTo>
                    <a:pt x="383" y="926"/>
                    <a:pt x="392" y="932"/>
                    <a:pt x="400" y="939"/>
                  </a:cubicBezTo>
                  <a:cubicBezTo>
                    <a:pt x="407" y="946"/>
                    <a:pt x="401" y="960"/>
                    <a:pt x="414" y="965"/>
                  </a:cubicBezTo>
                  <a:cubicBezTo>
                    <a:pt x="417" y="962"/>
                    <a:pt x="421" y="959"/>
                    <a:pt x="421" y="957"/>
                  </a:cubicBezTo>
                  <a:cubicBezTo>
                    <a:pt x="418" y="940"/>
                    <a:pt x="414" y="923"/>
                    <a:pt x="409" y="906"/>
                  </a:cubicBezTo>
                  <a:cubicBezTo>
                    <a:pt x="404" y="889"/>
                    <a:pt x="397" y="872"/>
                    <a:pt x="388" y="857"/>
                  </a:cubicBezTo>
                  <a:cubicBezTo>
                    <a:pt x="382" y="847"/>
                    <a:pt x="377" y="838"/>
                    <a:pt x="370" y="830"/>
                  </a:cubicBezTo>
                  <a:cubicBezTo>
                    <a:pt x="370" y="865"/>
                    <a:pt x="371" y="892"/>
                    <a:pt x="373" y="919"/>
                  </a:cubicBezTo>
                  <a:lnTo>
                    <a:pt x="373" y="920"/>
                  </a:lnTo>
                  <a:moveTo>
                    <a:pt x="538" y="316"/>
                  </a:moveTo>
                  <a:cubicBezTo>
                    <a:pt x="554" y="318"/>
                    <a:pt x="569" y="320"/>
                    <a:pt x="585" y="320"/>
                  </a:cubicBezTo>
                  <a:cubicBezTo>
                    <a:pt x="587" y="320"/>
                    <a:pt x="589" y="320"/>
                    <a:pt x="591" y="320"/>
                  </a:cubicBezTo>
                  <a:cubicBezTo>
                    <a:pt x="570" y="302"/>
                    <a:pt x="570" y="302"/>
                    <a:pt x="570" y="273"/>
                  </a:cubicBezTo>
                  <a:cubicBezTo>
                    <a:pt x="560" y="280"/>
                    <a:pt x="551" y="289"/>
                    <a:pt x="545" y="300"/>
                  </a:cubicBezTo>
                  <a:cubicBezTo>
                    <a:pt x="542" y="305"/>
                    <a:pt x="540" y="310"/>
                    <a:pt x="538" y="315"/>
                  </a:cubicBezTo>
                  <a:lnTo>
                    <a:pt x="538" y="316"/>
                  </a:lnTo>
                  <a:moveTo>
                    <a:pt x="190" y="752"/>
                  </a:moveTo>
                  <a:cubicBezTo>
                    <a:pt x="217" y="745"/>
                    <a:pt x="234" y="741"/>
                    <a:pt x="252" y="736"/>
                  </a:cubicBezTo>
                  <a:cubicBezTo>
                    <a:pt x="258" y="735"/>
                    <a:pt x="264" y="733"/>
                    <a:pt x="263" y="724"/>
                  </a:cubicBezTo>
                  <a:cubicBezTo>
                    <a:pt x="232" y="717"/>
                    <a:pt x="232" y="717"/>
                    <a:pt x="190" y="752"/>
                  </a:cubicBezTo>
                  <a:moveTo>
                    <a:pt x="3365" y="2160"/>
                  </a:moveTo>
                  <a:cubicBezTo>
                    <a:pt x="3362" y="2146"/>
                    <a:pt x="3361" y="2131"/>
                    <a:pt x="3343" y="2122"/>
                  </a:cubicBezTo>
                  <a:cubicBezTo>
                    <a:pt x="3340" y="2141"/>
                    <a:pt x="3353" y="2150"/>
                    <a:pt x="3363" y="2161"/>
                  </a:cubicBezTo>
                  <a:lnTo>
                    <a:pt x="3365" y="2160"/>
                  </a:lnTo>
                  <a:moveTo>
                    <a:pt x="3318" y="2098"/>
                  </a:moveTo>
                  <a:cubicBezTo>
                    <a:pt x="3314" y="2077"/>
                    <a:pt x="3314" y="2077"/>
                    <a:pt x="3292" y="2066"/>
                  </a:cubicBezTo>
                  <a:lnTo>
                    <a:pt x="3318" y="2098"/>
                  </a:lnTo>
                  <a:moveTo>
                    <a:pt x="3841" y="1347"/>
                  </a:moveTo>
                  <a:lnTo>
                    <a:pt x="3847" y="1335"/>
                  </a:lnTo>
                  <a:cubicBezTo>
                    <a:pt x="3845" y="1335"/>
                    <a:pt x="3842" y="1332"/>
                    <a:pt x="3840" y="1332"/>
                  </a:cubicBezTo>
                  <a:cubicBezTo>
                    <a:pt x="3839" y="1333"/>
                    <a:pt x="3838" y="1333"/>
                    <a:pt x="3836" y="1334"/>
                  </a:cubicBezTo>
                  <a:cubicBezTo>
                    <a:pt x="3834" y="1335"/>
                    <a:pt x="3832" y="1337"/>
                    <a:pt x="3830" y="1339"/>
                  </a:cubicBezTo>
                  <a:lnTo>
                    <a:pt x="3841" y="1347"/>
                  </a:lnTo>
                  <a:moveTo>
                    <a:pt x="382" y="209"/>
                  </a:moveTo>
                  <a:lnTo>
                    <a:pt x="377" y="209"/>
                  </a:lnTo>
                  <a:lnTo>
                    <a:pt x="379" y="226"/>
                  </a:lnTo>
                  <a:lnTo>
                    <a:pt x="383" y="226"/>
                  </a:lnTo>
                  <a:cubicBezTo>
                    <a:pt x="381" y="221"/>
                    <a:pt x="381" y="216"/>
                    <a:pt x="381" y="210"/>
                  </a:cubicBezTo>
                  <a:lnTo>
                    <a:pt x="382" y="209"/>
                  </a:lnTo>
                  <a:moveTo>
                    <a:pt x="376" y="267"/>
                  </a:moveTo>
                  <a:lnTo>
                    <a:pt x="378" y="260"/>
                  </a:lnTo>
                  <a:lnTo>
                    <a:pt x="375" y="260"/>
                  </a:lnTo>
                  <a:cubicBezTo>
                    <a:pt x="375" y="262"/>
                    <a:pt x="375" y="265"/>
                    <a:pt x="375" y="267"/>
                  </a:cubicBezTo>
                  <a:lnTo>
                    <a:pt x="375" y="268"/>
                  </a:lnTo>
                  <a:lnTo>
                    <a:pt x="376" y="267"/>
                  </a:lnTo>
                  <a:moveTo>
                    <a:pt x="364" y="972"/>
                  </a:moveTo>
                  <a:lnTo>
                    <a:pt x="362" y="969"/>
                  </a:lnTo>
                  <a:cubicBezTo>
                    <a:pt x="362" y="969"/>
                    <a:pt x="360" y="971"/>
                    <a:pt x="360" y="972"/>
                  </a:cubicBezTo>
                  <a:cubicBezTo>
                    <a:pt x="360" y="973"/>
                    <a:pt x="360" y="975"/>
                    <a:pt x="362" y="976"/>
                  </a:cubicBezTo>
                  <a:lnTo>
                    <a:pt x="364" y="97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8"/>
            <p:cNvSpPr/>
            <p:nvPr/>
          </p:nvSpPr>
          <p:spPr>
            <a:xfrm>
              <a:off x="7890840" y="1765800"/>
              <a:ext cx="930600" cy="1128240"/>
            </a:xfrm>
            <a:custGeom>
              <a:rect b="b" l="l" r="r" t="t"/>
              <a:pathLst>
                <a:path extrusionOk="0" h="3134" w="2585">
                  <a:moveTo>
                    <a:pt x="987" y="1667"/>
                  </a:moveTo>
                  <a:cubicBezTo>
                    <a:pt x="1003" y="1642"/>
                    <a:pt x="1025" y="1621"/>
                    <a:pt x="1050" y="1606"/>
                  </a:cubicBezTo>
                  <a:cubicBezTo>
                    <a:pt x="1052" y="1605"/>
                    <a:pt x="1054" y="1604"/>
                    <a:pt x="1056" y="1603"/>
                  </a:cubicBezTo>
                  <a:cubicBezTo>
                    <a:pt x="1057" y="1602"/>
                    <a:pt x="1059" y="1602"/>
                    <a:pt x="1061" y="1602"/>
                  </a:cubicBezTo>
                  <a:cubicBezTo>
                    <a:pt x="1063" y="1602"/>
                    <a:pt x="1065" y="1603"/>
                    <a:pt x="1067" y="1604"/>
                  </a:cubicBezTo>
                  <a:cubicBezTo>
                    <a:pt x="1069" y="1605"/>
                    <a:pt x="1071" y="1607"/>
                    <a:pt x="1072" y="1609"/>
                  </a:cubicBezTo>
                  <a:cubicBezTo>
                    <a:pt x="1073" y="1610"/>
                    <a:pt x="1074" y="1613"/>
                    <a:pt x="1074" y="1615"/>
                  </a:cubicBezTo>
                  <a:cubicBezTo>
                    <a:pt x="1074" y="1616"/>
                    <a:pt x="1074" y="1616"/>
                    <a:pt x="1073" y="1617"/>
                  </a:cubicBezTo>
                  <a:cubicBezTo>
                    <a:pt x="1070" y="1624"/>
                    <a:pt x="1067" y="1630"/>
                    <a:pt x="1063" y="1637"/>
                  </a:cubicBezTo>
                  <a:cubicBezTo>
                    <a:pt x="1060" y="1643"/>
                    <a:pt x="1056" y="1649"/>
                    <a:pt x="1052" y="1655"/>
                  </a:cubicBezTo>
                  <a:cubicBezTo>
                    <a:pt x="1018" y="1700"/>
                    <a:pt x="984" y="1744"/>
                    <a:pt x="950" y="1789"/>
                  </a:cubicBezTo>
                  <a:cubicBezTo>
                    <a:pt x="944" y="1797"/>
                    <a:pt x="940" y="1804"/>
                    <a:pt x="931" y="1817"/>
                  </a:cubicBezTo>
                  <a:cubicBezTo>
                    <a:pt x="936" y="1816"/>
                    <a:pt x="942" y="1813"/>
                    <a:pt x="947" y="1810"/>
                  </a:cubicBezTo>
                  <a:cubicBezTo>
                    <a:pt x="954" y="1806"/>
                    <a:pt x="961" y="1801"/>
                    <a:pt x="966" y="1794"/>
                  </a:cubicBezTo>
                  <a:cubicBezTo>
                    <a:pt x="975" y="1787"/>
                    <a:pt x="982" y="1778"/>
                    <a:pt x="991" y="1771"/>
                  </a:cubicBezTo>
                  <a:cubicBezTo>
                    <a:pt x="999" y="1763"/>
                    <a:pt x="1011" y="1755"/>
                    <a:pt x="1021" y="1747"/>
                  </a:cubicBezTo>
                  <a:cubicBezTo>
                    <a:pt x="1031" y="1739"/>
                    <a:pt x="1038" y="1734"/>
                    <a:pt x="1047" y="1726"/>
                  </a:cubicBezTo>
                  <a:cubicBezTo>
                    <a:pt x="1055" y="1718"/>
                    <a:pt x="1065" y="1708"/>
                    <a:pt x="1073" y="1699"/>
                  </a:cubicBezTo>
                  <a:cubicBezTo>
                    <a:pt x="1087" y="1699"/>
                    <a:pt x="1084" y="1711"/>
                    <a:pt x="1088" y="1716"/>
                  </a:cubicBezTo>
                  <a:cubicBezTo>
                    <a:pt x="1090" y="1716"/>
                    <a:pt x="1092" y="1716"/>
                    <a:pt x="1093" y="1716"/>
                  </a:cubicBezTo>
                  <a:lnTo>
                    <a:pt x="1146" y="1661"/>
                  </a:lnTo>
                  <a:cubicBezTo>
                    <a:pt x="1149" y="1665"/>
                    <a:pt x="1152" y="1669"/>
                    <a:pt x="1154" y="1673"/>
                  </a:cubicBezTo>
                  <a:cubicBezTo>
                    <a:pt x="1162" y="1687"/>
                    <a:pt x="1166" y="1703"/>
                    <a:pt x="1166" y="1719"/>
                  </a:cubicBezTo>
                  <a:cubicBezTo>
                    <a:pt x="1166" y="1720"/>
                    <a:pt x="1166" y="1721"/>
                    <a:pt x="1166" y="1722"/>
                  </a:cubicBezTo>
                  <a:cubicBezTo>
                    <a:pt x="1167" y="1748"/>
                    <a:pt x="1170" y="1774"/>
                    <a:pt x="1175" y="1799"/>
                  </a:cubicBezTo>
                  <a:cubicBezTo>
                    <a:pt x="1177" y="1805"/>
                    <a:pt x="1180" y="1811"/>
                    <a:pt x="1183" y="1816"/>
                  </a:cubicBezTo>
                  <a:cubicBezTo>
                    <a:pt x="1184" y="1818"/>
                    <a:pt x="1185" y="1820"/>
                    <a:pt x="1186" y="1822"/>
                  </a:cubicBezTo>
                  <a:cubicBezTo>
                    <a:pt x="1200" y="1793"/>
                    <a:pt x="1211" y="1764"/>
                    <a:pt x="1220" y="1734"/>
                  </a:cubicBezTo>
                  <a:cubicBezTo>
                    <a:pt x="1226" y="1706"/>
                    <a:pt x="1221" y="1676"/>
                    <a:pt x="1234" y="1650"/>
                  </a:cubicBezTo>
                  <a:cubicBezTo>
                    <a:pt x="1247" y="1647"/>
                    <a:pt x="1260" y="1645"/>
                    <a:pt x="1264" y="1630"/>
                  </a:cubicBezTo>
                  <a:cubicBezTo>
                    <a:pt x="1266" y="1623"/>
                    <a:pt x="1268" y="1616"/>
                    <a:pt x="1271" y="1610"/>
                  </a:cubicBezTo>
                  <a:cubicBezTo>
                    <a:pt x="1275" y="1604"/>
                    <a:pt x="1280" y="1598"/>
                    <a:pt x="1285" y="1594"/>
                  </a:cubicBezTo>
                  <a:cubicBezTo>
                    <a:pt x="1297" y="1605"/>
                    <a:pt x="1292" y="1616"/>
                    <a:pt x="1289" y="1626"/>
                  </a:cubicBezTo>
                  <a:cubicBezTo>
                    <a:pt x="1279" y="1657"/>
                    <a:pt x="1269" y="1688"/>
                    <a:pt x="1257" y="1717"/>
                  </a:cubicBezTo>
                  <a:cubicBezTo>
                    <a:pt x="1244" y="1752"/>
                    <a:pt x="1237" y="1789"/>
                    <a:pt x="1237" y="1826"/>
                  </a:cubicBezTo>
                  <a:cubicBezTo>
                    <a:pt x="1237" y="1833"/>
                    <a:pt x="1238" y="1839"/>
                    <a:pt x="1238" y="1846"/>
                  </a:cubicBezTo>
                  <a:cubicBezTo>
                    <a:pt x="1238" y="1854"/>
                    <a:pt x="1239" y="1862"/>
                    <a:pt x="1242" y="1869"/>
                  </a:cubicBezTo>
                  <a:cubicBezTo>
                    <a:pt x="1242" y="1871"/>
                    <a:pt x="1250" y="1872"/>
                    <a:pt x="1254" y="1873"/>
                  </a:cubicBezTo>
                  <a:lnTo>
                    <a:pt x="1245" y="1911"/>
                  </a:lnTo>
                  <a:cubicBezTo>
                    <a:pt x="1261" y="1930"/>
                    <a:pt x="1281" y="1947"/>
                    <a:pt x="1302" y="1960"/>
                  </a:cubicBezTo>
                  <a:cubicBezTo>
                    <a:pt x="1317" y="1949"/>
                    <a:pt x="1325" y="1935"/>
                    <a:pt x="1320" y="1921"/>
                  </a:cubicBezTo>
                  <a:cubicBezTo>
                    <a:pt x="1304" y="1878"/>
                    <a:pt x="1316" y="1836"/>
                    <a:pt x="1322" y="1793"/>
                  </a:cubicBezTo>
                  <a:cubicBezTo>
                    <a:pt x="1325" y="1783"/>
                    <a:pt x="1327" y="1772"/>
                    <a:pt x="1327" y="1761"/>
                  </a:cubicBezTo>
                  <a:cubicBezTo>
                    <a:pt x="1327" y="1756"/>
                    <a:pt x="1326" y="1751"/>
                    <a:pt x="1326" y="1745"/>
                  </a:cubicBezTo>
                  <a:cubicBezTo>
                    <a:pt x="1319" y="1757"/>
                    <a:pt x="1315" y="1764"/>
                    <a:pt x="1312" y="1772"/>
                  </a:cubicBezTo>
                  <a:cubicBezTo>
                    <a:pt x="1302" y="1798"/>
                    <a:pt x="1291" y="1822"/>
                    <a:pt x="1282" y="1848"/>
                  </a:cubicBezTo>
                  <a:cubicBezTo>
                    <a:pt x="1282" y="1852"/>
                    <a:pt x="1280" y="1855"/>
                    <a:pt x="1278" y="1858"/>
                  </a:cubicBezTo>
                  <a:cubicBezTo>
                    <a:pt x="1275" y="1864"/>
                    <a:pt x="1270" y="1868"/>
                    <a:pt x="1265" y="1872"/>
                  </a:cubicBezTo>
                  <a:cubicBezTo>
                    <a:pt x="1261" y="1874"/>
                    <a:pt x="1257" y="1875"/>
                    <a:pt x="1253" y="1876"/>
                  </a:cubicBezTo>
                  <a:cubicBezTo>
                    <a:pt x="1257" y="1839"/>
                    <a:pt x="1267" y="1804"/>
                    <a:pt x="1283" y="1770"/>
                  </a:cubicBezTo>
                  <a:cubicBezTo>
                    <a:pt x="1294" y="1745"/>
                    <a:pt x="1304" y="1720"/>
                    <a:pt x="1315" y="1695"/>
                  </a:cubicBezTo>
                  <a:cubicBezTo>
                    <a:pt x="1324" y="1675"/>
                    <a:pt x="1333" y="1654"/>
                    <a:pt x="1343" y="1634"/>
                  </a:cubicBezTo>
                  <a:cubicBezTo>
                    <a:pt x="1352" y="1613"/>
                    <a:pt x="1363" y="1592"/>
                    <a:pt x="1374" y="1571"/>
                  </a:cubicBezTo>
                  <a:lnTo>
                    <a:pt x="1314" y="1523"/>
                  </a:lnTo>
                  <a:lnTo>
                    <a:pt x="1289" y="1533"/>
                  </a:lnTo>
                  <a:cubicBezTo>
                    <a:pt x="1290" y="1526"/>
                    <a:pt x="1292" y="1518"/>
                    <a:pt x="1295" y="1511"/>
                  </a:cubicBezTo>
                  <a:cubicBezTo>
                    <a:pt x="1306" y="1487"/>
                    <a:pt x="1319" y="1484"/>
                    <a:pt x="1341" y="1500"/>
                  </a:cubicBezTo>
                  <a:cubicBezTo>
                    <a:pt x="1355" y="1510"/>
                    <a:pt x="1367" y="1521"/>
                    <a:pt x="1383" y="1532"/>
                  </a:cubicBezTo>
                  <a:cubicBezTo>
                    <a:pt x="1395" y="1525"/>
                    <a:pt x="1405" y="1520"/>
                    <a:pt x="1414" y="1514"/>
                  </a:cubicBezTo>
                  <a:cubicBezTo>
                    <a:pt x="1416" y="1512"/>
                    <a:pt x="1418" y="1510"/>
                    <a:pt x="1421" y="1509"/>
                  </a:cubicBezTo>
                  <a:cubicBezTo>
                    <a:pt x="1433" y="1502"/>
                    <a:pt x="1446" y="1499"/>
                    <a:pt x="1459" y="1499"/>
                  </a:cubicBezTo>
                  <a:cubicBezTo>
                    <a:pt x="1467" y="1499"/>
                    <a:pt x="1475" y="1500"/>
                    <a:pt x="1483" y="1502"/>
                  </a:cubicBezTo>
                  <a:cubicBezTo>
                    <a:pt x="1494" y="1506"/>
                    <a:pt x="1505" y="1507"/>
                    <a:pt x="1516" y="1507"/>
                  </a:cubicBezTo>
                  <a:cubicBezTo>
                    <a:pt x="1535" y="1507"/>
                    <a:pt x="1554" y="1501"/>
                    <a:pt x="1571" y="1492"/>
                  </a:cubicBezTo>
                  <a:cubicBezTo>
                    <a:pt x="1576" y="1489"/>
                    <a:pt x="1580" y="1487"/>
                    <a:pt x="1583" y="1484"/>
                  </a:cubicBezTo>
                  <a:cubicBezTo>
                    <a:pt x="1594" y="1477"/>
                    <a:pt x="1606" y="1470"/>
                    <a:pt x="1617" y="1464"/>
                  </a:cubicBezTo>
                  <a:cubicBezTo>
                    <a:pt x="1663" y="1437"/>
                    <a:pt x="1711" y="1415"/>
                    <a:pt x="1761" y="1398"/>
                  </a:cubicBezTo>
                  <a:cubicBezTo>
                    <a:pt x="1772" y="1395"/>
                    <a:pt x="1783" y="1393"/>
                    <a:pt x="1799" y="1389"/>
                  </a:cubicBezTo>
                  <a:cubicBezTo>
                    <a:pt x="1785" y="1414"/>
                    <a:pt x="1764" y="1419"/>
                    <a:pt x="1746" y="1429"/>
                  </a:cubicBezTo>
                  <a:cubicBezTo>
                    <a:pt x="1727" y="1438"/>
                    <a:pt x="1708" y="1447"/>
                    <a:pt x="1690" y="1458"/>
                  </a:cubicBezTo>
                  <a:cubicBezTo>
                    <a:pt x="1686" y="1460"/>
                    <a:pt x="1683" y="1462"/>
                    <a:pt x="1679" y="1464"/>
                  </a:cubicBezTo>
                  <a:cubicBezTo>
                    <a:pt x="1665" y="1472"/>
                    <a:pt x="1653" y="1481"/>
                    <a:pt x="1641" y="1492"/>
                  </a:cubicBezTo>
                  <a:cubicBezTo>
                    <a:pt x="1646" y="1531"/>
                    <a:pt x="1682" y="1538"/>
                    <a:pt x="1702" y="1558"/>
                  </a:cubicBezTo>
                  <a:cubicBezTo>
                    <a:pt x="1706" y="1562"/>
                    <a:pt x="1721" y="1560"/>
                    <a:pt x="1729" y="1556"/>
                  </a:cubicBezTo>
                  <a:cubicBezTo>
                    <a:pt x="1738" y="1551"/>
                    <a:pt x="1747" y="1544"/>
                    <a:pt x="1755" y="1537"/>
                  </a:cubicBezTo>
                  <a:cubicBezTo>
                    <a:pt x="1779" y="1521"/>
                    <a:pt x="1803" y="1505"/>
                    <a:pt x="1827" y="1489"/>
                  </a:cubicBezTo>
                  <a:cubicBezTo>
                    <a:pt x="1838" y="1483"/>
                    <a:pt x="1848" y="1479"/>
                    <a:pt x="1859" y="1475"/>
                  </a:cubicBezTo>
                  <a:lnTo>
                    <a:pt x="1827" y="1524"/>
                  </a:lnTo>
                  <a:cubicBezTo>
                    <a:pt x="1836" y="1523"/>
                    <a:pt x="1844" y="1522"/>
                    <a:pt x="1853" y="1520"/>
                  </a:cubicBezTo>
                  <a:cubicBezTo>
                    <a:pt x="1859" y="1517"/>
                    <a:pt x="1864" y="1514"/>
                    <a:pt x="1870" y="1511"/>
                  </a:cubicBezTo>
                  <a:cubicBezTo>
                    <a:pt x="1888" y="1501"/>
                    <a:pt x="1904" y="1486"/>
                    <a:pt x="1917" y="1470"/>
                  </a:cubicBezTo>
                  <a:cubicBezTo>
                    <a:pt x="1970" y="1396"/>
                    <a:pt x="2022" y="1323"/>
                    <a:pt x="2074" y="1249"/>
                  </a:cubicBezTo>
                  <a:cubicBezTo>
                    <a:pt x="2076" y="1247"/>
                    <a:pt x="2077" y="1245"/>
                    <a:pt x="2078" y="1243"/>
                  </a:cubicBezTo>
                  <a:cubicBezTo>
                    <a:pt x="2081" y="1238"/>
                    <a:pt x="2083" y="1233"/>
                    <a:pt x="2085" y="1228"/>
                  </a:cubicBezTo>
                  <a:cubicBezTo>
                    <a:pt x="2090" y="1196"/>
                    <a:pt x="2094" y="1165"/>
                    <a:pt x="2096" y="1133"/>
                  </a:cubicBezTo>
                  <a:cubicBezTo>
                    <a:pt x="2072" y="1180"/>
                    <a:pt x="2058" y="1231"/>
                    <a:pt x="2033" y="1276"/>
                  </a:cubicBezTo>
                  <a:cubicBezTo>
                    <a:pt x="2019" y="1276"/>
                    <a:pt x="2013" y="1271"/>
                    <a:pt x="2017" y="1261"/>
                  </a:cubicBezTo>
                  <a:cubicBezTo>
                    <a:pt x="2024" y="1237"/>
                    <a:pt x="2034" y="1213"/>
                    <a:pt x="2043" y="1189"/>
                  </a:cubicBezTo>
                  <a:cubicBezTo>
                    <a:pt x="2052" y="1165"/>
                    <a:pt x="2050" y="1162"/>
                    <a:pt x="2035" y="1136"/>
                  </a:cubicBezTo>
                  <a:cubicBezTo>
                    <a:pt x="2033" y="1145"/>
                    <a:pt x="2029" y="1151"/>
                    <a:pt x="2031" y="1155"/>
                  </a:cubicBezTo>
                  <a:cubicBezTo>
                    <a:pt x="2035" y="1167"/>
                    <a:pt x="2039" y="1179"/>
                    <a:pt x="2044" y="1191"/>
                  </a:cubicBezTo>
                  <a:cubicBezTo>
                    <a:pt x="2026" y="1198"/>
                    <a:pt x="2015" y="1182"/>
                    <a:pt x="2000" y="1176"/>
                  </a:cubicBezTo>
                  <a:cubicBezTo>
                    <a:pt x="1989" y="1196"/>
                    <a:pt x="1982" y="1218"/>
                    <a:pt x="1978" y="1240"/>
                  </a:cubicBezTo>
                  <a:cubicBezTo>
                    <a:pt x="1974" y="1260"/>
                    <a:pt x="1969" y="1281"/>
                    <a:pt x="1963" y="1301"/>
                  </a:cubicBezTo>
                  <a:cubicBezTo>
                    <a:pt x="1963" y="1304"/>
                    <a:pt x="1954" y="1309"/>
                    <a:pt x="1953" y="1308"/>
                  </a:cubicBezTo>
                  <a:cubicBezTo>
                    <a:pt x="1952" y="1307"/>
                    <a:pt x="1942" y="1299"/>
                    <a:pt x="1942" y="1296"/>
                  </a:cubicBezTo>
                  <a:cubicBezTo>
                    <a:pt x="1945" y="1273"/>
                    <a:pt x="1949" y="1251"/>
                    <a:pt x="1954" y="1229"/>
                  </a:cubicBezTo>
                  <a:cubicBezTo>
                    <a:pt x="1958" y="1214"/>
                    <a:pt x="1963" y="1198"/>
                    <a:pt x="1967" y="1182"/>
                  </a:cubicBezTo>
                  <a:lnTo>
                    <a:pt x="1966" y="1181"/>
                  </a:lnTo>
                  <a:cubicBezTo>
                    <a:pt x="1954" y="1160"/>
                    <a:pt x="1937" y="1142"/>
                    <a:pt x="1917" y="1129"/>
                  </a:cubicBezTo>
                  <a:cubicBezTo>
                    <a:pt x="1916" y="1130"/>
                    <a:pt x="1916" y="1130"/>
                    <a:pt x="1916" y="1130"/>
                  </a:cubicBezTo>
                  <a:cubicBezTo>
                    <a:pt x="1907" y="1145"/>
                    <a:pt x="1903" y="1162"/>
                    <a:pt x="1903" y="1179"/>
                  </a:cubicBezTo>
                  <a:cubicBezTo>
                    <a:pt x="1903" y="1185"/>
                    <a:pt x="1903" y="1191"/>
                    <a:pt x="1904" y="1197"/>
                  </a:cubicBezTo>
                  <a:cubicBezTo>
                    <a:pt x="1904" y="1202"/>
                    <a:pt x="1908" y="1212"/>
                    <a:pt x="1904" y="1215"/>
                  </a:cubicBezTo>
                  <a:cubicBezTo>
                    <a:pt x="1885" y="1233"/>
                    <a:pt x="1896" y="1245"/>
                    <a:pt x="1910" y="1258"/>
                  </a:cubicBezTo>
                  <a:cubicBezTo>
                    <a:pt x="1914" y="1262"/>
                    <a:pt x="1906" y="1273"/>
                    <a:pt x="1901" y="1272"/>
                  </a:cubicBezTo>
                  <a:cubicBezTo>
                    <a:pt x="1891" y="1271"/>
                    <a:pt x="1883" y="1268"/>
                    <a:pt x="1874" y="1264"/>
                  </a:cubicBezTo>
                  <a:cubicBezTo>
                    <a:pt x="1873" y="1264"/>
                    <a:pt x="1873" y="1263"/>
                    <a:pt x="1872" y="1263"/>
                  </a:cubicBezTo>
                  <a:cubicBezTo>
                    <a:pt x="1821" y="1234"/>
                    <a:pt x="1774" y="1197"/>
                    <a:pt x="1734" y="1154"/>
                  </a:cubicBezTo>
                  <a:cubicBezTo>
                    <a:pt x="1731" y="1150"/>
                    <a:pt x="1729" y="1145"/>
                    <a:pt x="1728" y="1139"/>
                  </a:cubicBezTo>
                  <a:cubicBezTo>
                    <a:pt x="1750" y="1139"/>
                    <a:pt x="1761" y="1153"/>
                    <a:pt x="1776" y="1162"/>
                  </a:cubicBezTo>
                  <a:cubicBezTo>
                    <a:pt x="1790" y="1171"/>
                    <a:pt x="1804" y="1183"/>
                    <a:pt x="1819" y="1193"/>
                  </a:cubicBezTo>
                  <a:cubicBezTo>
                    <a:pt x="1833" y="1203"/>
                    <a:pt x="1848" y="1213"/>
                    <a:pt x="1864" y="1224"/>
                  </a:cubicBezTo>
                  <a:cubicBezTo>
                    <a:pt x="1873" y="1208"/>
                    <a:pt x="1876" y="1198"/>
                    <a:pt x="1864" y="1183"/>
                  </a:cubicBezTo>
                  <a:cubicBezTo>
                    <a:pt x="1856" y="1174"/>
                    <a:pt x="1842" y="1170"/>
                    <a:pt x="1843" y="1150"/>
                  </a:cubicBezTo>
                  <a:lnTo>
                    <a:pt x="1881" y="1166"/>
                  </a:lnTo>
                  <a:lnTo>
                    <a:pt x="1900" y="1108"/>
                  </a:lnTo>
                  <a:cubicBezTo>
                    <a:pt x="1892" y="1099"/>
                    <a:pt x="1886" y="1090"/>
                    <a:pt x="1879" y="1082"/>
                  </a:cubicBezTo>
                  <a:cubicBezTo>
                    <a:pt x="1872" y="1074"/>
                    <a:pt x="1864" y="1069"/>
                    <a:pt x="1859" y="1061"/>
                  </a:cubicBezTo>
                  <a:cubicBezTo>
                    <a:pt x="1842" y="1027"/>
                    <a:pt x="1811" y="1012"/>
                    <a:pt x="1780" y="994"/>
                  </a:cubicBezTo>
                  <a:cubicBezTo>
                    <a:pt x="1757" y="980"/>
                    <a:pt x="1734" y="964"/>
                    <a:pt x="1713" y="948"/>
                  </a:cubicBezTo>
                  <a:cubicBezTo>
                    <a:pt x="1707" y="942"/>
                    <a:pt x="1702" y="935"/>
                    <a:pt x="1698" y="928"/>
                  </a:cubicBezTo>
                  <a:lnTo>
                    <a:pt x="1698" y="927"/>
                  </a:lnTo>
                  <a:cubicBezTo>
                    <a:pt x="1712" y="932"/>
                    <a:pt x="1726" y="938"/>
                    <a:pt x="1739" y="945"/>
                  </a:cubicBezTo>
                  <a:cubicBezTo>
                    <a:pt x="1747" y="950"/>
                    <a:pt x="1755" y="956"/>
                    <a:pt x="1763" y="962"/>
                  </a:cubicBezTo>
                  <a:cubicBezTo>
                    <a:pt x="1781" y="972"/>
                    <a:pt x="1799" y="983"/>
                    <a:pt x="1816" y="994"/>
                  </a:cubicBezTo>
                  <a:cubicBezTo>
                    <a:pt x="1833" y="1005"/>
                    <a:pt x="1855" y="1016"/>
                    <a:pt x="1877" y="1027"/>
                  </a:cubicBezTo>
                  <a:lnTo>
                    <a:pt x="1868" y="1046"/>
                  </a:lnTo>
                  <a:lnTo>
                    <a:pt x="1898" y="1072"/>
                  </a:lnTo>
                  <a:cubicBezTo>
                    <a:pt x="1913" y="1070"/>
                    <a:pt x="1912" y="1058"/>
                    <a:pt x="1915" y="1050"/>
                  </a:cubicBezTo>
                  <a:cubicBezTo>
                    <a:pt x="1924" y="1026"/>
                    <a:pt x="1932" y="1001"/>
                    <a:pt x="1942" y="977"/>
                  </a:cubicBezTo>
                  <a:cubicBezTo>
                    <a:pt x="1943" y="974"/>
                    <a:pt x="1945" y="971"/>
                    <a:pt x="1946" y="969"/>
                  </a:cubicBezTo>
                  <a:cubicBezTo>
                    <a:pt x="1949" y="964"/>
                    <a:pt x="1952" y="959"/>
                    <a:pt x="1955" y="955"/>
                  </a:cubicBezTo>
                  <a:cubicBezTo>
                    <a:pt x="1964" y="976"/>
                    <a:pt x="1953" y="990"/>
                    <a:pt x="1950" y="1005"/>
                  </a:cubicBezTo>
                  <a:cubicBezTo>
                    <a:pt x="1946" y="1020"/>
                    <a:pt x="1942" y="1031"/>
                    <a:pt x="1937" y="1047"/>
                  </a:cubicBezTo>
                  <a:cubicBezTo>
                    <a:pt x="1948" y="1053"/>
                    <a:pt x="1959" y="1060"/>
                    <a:pt x="1969" y="1068"/>
                  </a:cubicBezTo>
                  <a:cubicBezTo>
                    <a:pt x="1979" y="1076"/>
                    <a:pt x="1987" y="1085"/>
                    <a:pt x="1996" y="1094"/>
                  </a:cubicBezTo>
                  <a:cubicBezTo>
                    <a:pt x="2001" y="1082"/>
                    <a:pt x="2006" y="1073"/>
                    <a:pt x="2010" y="1063"/>
                  </a:cubicBezTo>
                  <a:cubicBezTo>
                    <a:pt x="2026" y="1017"/>
                    <a:pt x="2042" y="971"/>
                    <a:pt x="2058" y="926"/>
                  </a:cubicBezTo>
                  <a:cubicBezTo>
                    <a:pt x="2061" y="919"/>
                    <a:pt x="2063" y="910"/>
                    <a:pt x="2078" y="914"/>
                  </a:cubicBezTo>
                  <a:cubicBezTo>
                    <a:pt x="2078" y="916"/>
                    <a:pt x="2078" y="919"/>
                    <a:pt x="2078" y="922"/>
                  </a:cubicBezTo>
                  <a:cubicBezTo>
                    <a:pt x="2078" y="925"/>
                    <a:pt x="2078" y="927"/>
                    <a:pt x="2078" y="930"/>
                  </a:cubicBezTo>
                  <a:cubicBezTo>
                    <a:pt x="2071" y="953"/>
                    <a:pt x="2064" y="976"/>
                    <a:pt x="2055" y="999"/>
                  </a:cubicBezTo>
                  <a:cubicBezTo>
                    <a:pt x="2052" y="1007"/>
                    <a:pt x="2050" y="1016"/>
                    <a:pt x="2050" y="1024"/>
                  </a:cubicBezTo>
                  <a:cubicBezTo>
                    <a:pt x="2050" y="1036"/>
                    <a:pt x="2053" y="1047"/>
                    <a:pt x="2059" y="1057"/>
                  </a:cubicBezTo>
                  <a:cubicBezTo>
                    <a:pt x="2060" y="1059"/>
                    <a:pt x="2061" y="1060"/>
                    <a:pt x="2062" y="1062"/>
                  </a:cubicBezTo>
                  <a:lnTo>
                    <a:pt x="2109" y="1029"/>
                  </a:lnTo>
                  <a:lnTo>
                    <a:pt x="2114" y="997"/>
                  </a:lnTo>
                  <a:cubicBezTo>
                    <a:pt x="2134" y="1007"/>
                    <a:pt x="2134" y="1007"/>
                    <a:pt x="2138" y="1088"/>
                  </a:cubicBezTo>
                  <a:lnTo>
                    <a:pt x="2173" y="1109"/>
                  </a:lnTo>
                  <a:cubicBezTo>
                    <a:pt x="2173" y="1109"/>
                    <a:pt x="2178" y="1106"/>
                    <a:pt x="2179" y="1103"/>
                  </a:cubicBezTo>
                  <a:cubicBezTo>
                    <a:pt x="2183" y="1089"/>
                    <a:pt x="2188" y="1077"/>
                    <a:pt x="2191" y="1062"/>
                  </a:cubicBezTo>
                  <a:cubicBezTo>
                    <a:pt x="2192" y="1058"/>
                    <a:pt x="2193" y="1054"/>
                    <a:pt x="2193" y="1050"/>
                  </a:cubicBezTo>
                  <a:cubicBezTo>
                    <a:pt x="2193" y="1043"/>
                    <a:pt x="2191" y="1036"/>
                    <a:pt x="2187" y="1029"/>
                  </a:cubicBezTo>
                  <a:cubicBezTo>
                    <a:pt x="2181" y="1018"/>
                    <a:pt x="2176" y="1006"/>
                    <a:pt x="2174" y="993"/>
                  </a:cubicBezTo>
                  <a:cubicBezTo>
                    <a:pt x="2165" y="950"/>
                    <a:pt x="2151" y="909"/>
                    <a:pt x="2133" y="869"/>
                  </a:cubicBezTo>
                  <a:cubicBezTo>
                    <a:pt x="2132" y="869"/>
                    <a:pt x="2132" y="868"/>
                    <a:pt x="2132" y="868"/>
                  </a:cubicBezTo>
                  <a:cubicBezTo>
                    <a:pt x="2130" y="865"/>
                    <a:pt x="2129" y="863"/>
                    <a:pt x="2129" y="860"/>
                  </a:cubicBezTo>
                  <a:cubicBezTo>
                    <a:pt x="2129" y="823"/>
                    <a:pt x="2109" y="794"/>
                    <a:pt x="2097" y="761"/>
                  </a:cubicBezTo>
                  <a:cubicBezTo>
                    <a:pt x="2096" y="757"/>
                    <a:pt x="2096" y="753"/>
                    <a:pt x="2096" y="750"/>
                  </a:cubicBezTo>
                  <a:cubicBezTo>
                    <a:pt x="2096" y="746"/>
                    <a:pt x="2096" y="742"/>
                    <a:pt x="2097" y="738"/>
                  </a:cubicBezTo>
                  <a:cubicBezTo>
                    <a:pt x="2106" y="744"/>
                    <a:pt x="2112" y="746"/>
                    <a:pt x="2115" y="751"/>
                  </a:cubicBezTo>
                  <a:cubicBezTo>
                    <a:pt x="2126" y="767"/>
                    <a:pt x="2134" y="784"/>
                    <a:pt x="2146" y="800"/>
                  </a:cubicBezTo>
                  <a:cubicBezTo>
                    <a:pt x="2157" y="816"/>
                    <a:pt x="2164" y="826"/>
                    <a:pt x="2154" y="844"/>
                  </a:cubicBezTo>
                  <a:cubicBezTo>
                    <a:pt x="2153" y="846"/>
                    <a:pt x="2152" y="848"/>
                    <a:pt x="2152" y="851"/>
                  </a:cubicBezTo>
                  <a:cubicBezTo>
                    <a:pt x="2152" y="853"/>
                    <a:pt x="2153" y="855"/>
                    <a:pt x="2154" y="857"/>
                  </a:cubicBezTo>
                  <a:cubicBezTo>
                    <a:pt x="2167" y="887"/>
                    <a:pt x="2180" y="915"/>
                    <a:pt x="2196" y="947"/>
                  </a:cubicBezTo>
                  <a:cubicBezTo>
                    <a:pt x="2202" y="942"/>
                    <a:pt x="2208" y="937"/>
                    <a:pt x="2213" y="930"/>
                  </a:cubicBezTo>
                  <a:cubicBezTo>
                    <a:pt x="2228" y="906"/>
                    <a:pt x="2243" y="882"/>
                    <a:pt x="2257" y="858"/>
                  </a:cubicBezTo>
                  <a:cubicBezTo>
                    <a:pt x="2296" y="790"/>
                    <a:pt x="2331" y="720"/>
                    <a:pt x="2361" y="648"/>
                  </a:cubicBezTo>
                  <a:cubicBezTo>
                    <a:pt x="2385" y="595"/>
                    <a:pt x="2398" y="537"/>
                    <a:pt x="2398" y="478"/>
                  </a:cubicBezTo>
                  <a:cubicBezTo>
                    <a:pt x="2398" y="469"/>
                    <a:pt x="2398" y="459"/>
                    <a:pt x="2397" y="450"/>
                  </a:cubicBezTo>
                  <a:cubicBezTo>
                    <a:pt x="2395" y="431"/>
                    <a:pt x="2395" y="411"/>
                    <a:pt x="2393" y="392"/>
                  </a:cubicBezTo>
                  <a:cubicBezTo>
                    <a:pt x="2392" y="381"/>
                    <a:pt x="2391" y="369"/>
                    <a:pt x="2391" y="358"/>
                  </a:cubicBezTo>
                  <a:cubicBezTo>
                    <a:pt x="2391" y="307"/>
                    <a:pt x="2405" y="257"/>
                    <a:pt x="2430" y="213"/>
                  </a:cubicBezTo>
                  <a:cubicBezTo>
                    <a:pt x="2431" y="211"/>
                    <a:pt x="2432" y="209"/>
                    <a:pt x="2434" y="207"/>
                  </a:cubicBezTo>
                  <a:cubicBezTo>
                    <a:pt x="2438" y="200"/>
                    <a:pt x="2442" y="193"/>
                    <a:pt x="2446" y="184"/>
                  </a:cubicBezTo>
                  <a:cubicBezTo>
                    <a:pt x="2443" y="183"/>
                    <a:pt x="2440" y="181"/>
                    <a:pt x="2437" y="179"/>
                  </a:cubicBezTo>
                  <a:cubicBezTo>
                    <a:pt x="2433" y="177"/>
                    <a:pt x="2429" y="175"/>
                    <a:pt x="2426" y="172"/>
                  </a:cubicBezTo>
                  <a:cubicBezTo>
                    <a:pt x="2425" y="171"/>
                    <a:pt x="2425" y="170"/>
                    <a:pt x="2424" y="168"/>
                  </a:cubicBezTo>
                  <a:cubicBezTo>
                    <a:pt x="2421" y="164"/>
                    <a:pt x="2420" y="159"/>
                    <a:pt x="2420" y="153"/>
                  </a:cubicBezTo>
                  <a:cubicBezTo>
                    <a:pt x="2420" y="153"/>
                    <a:pt x="2420" y="152"/>
                    <a:pt x="2420" y="151"/>
                  </a:cubicBezTo>
                  <a:cubicBezTo>
                    <a:pt x="2421" y="147"/>
                    <a:pt x="2423" y="143"/>
                    <a:pt x="2425" y="139"/>
                  </a:cubicBezTo>
                  <a:cubicBezTo>
                    <a:pt x="2427" y="136"/>
                    <a:pt x="2429" y="133"/>
                    <a:pt x="2432" y="130"/>
                  </a:cubicBezTo>
                  <a:cubicBezTo>
                    <a:pt x="2471" y="83"/>
                    <a:pt x="2515" y="41"/>
                    <a:pt x="2564" y="3"/>
                  </a:cubicBezTo>
                  <a:cubicBezTo>
                    <a:pt x="2568" y="1"/>
                    <a:pt x="2575" y="2"/>
                    <a:pt x="2584" y="0"/>
                  </a:cubicBezTo>
                  <a:cubicBezTo>
                    <a:pt x="2582" y="7"/>
                    <a:pt x="2579" y="13"/>
                    <a:pt x="2575" y="19"/>
                  </a:cubicBezTo>
                  <a:cubicBezTo>
                    <a:pt x="2568" y="31"/>
                    <a:pt x="2560" y="41"/>
                    <a:pt x="2549" y="49"/>
                  </a:cubicBezTo>
                  <a:cubicBezTo>
                    <a:pt x="2535" y="65"/>
                    <a:pt x="2519" y="79"/>
                    <a:pt x="2505" y="94"/>
                  </a:cubicBezTo>
                  <a:cubicBezTo>
                    <a:pt x="2490" y="108"/>
                    <a:pt x="2478" y="121"/>
                    <a:pt x="2464" y="137"/>
                  </a:cubicBezTo>
                  <a:cubicBezTo>
                    <a:pt x="2470" y="145"/>
                    <a:pt x="2480" y="151"/>
                    <a:pt x="2481" y="158"/>
                  </a:cubicBezTo>
                  <a:cubicBezTo>
                    <a:pt x="2481" y="160"/>
                    <a:pt x="2481" y="161"/>
                    <a:pt x="2481" y="162"/>
                  </a:cubicBezTo>
                  <a:cubicBezTo>
                    <a:pt x="2481" y="170"/>
                    <a:pt x="2479" y="178"/>
                    <a:pt x="2476" y="185"/>
                  </a:cubicBezTo>
                  <a:cubicBezTo>
                    <a:pt x="2466" y="205"/>
                    <a:pt x="2455" y="225"/>
                    <a:pt x="2445" y="245"/>
                  </a:cubicBezTo>
                  <a:cubicBezTo>
                    <a:pt x="2429" y="278"/>
                    <a:pt x="2420" y="314"/>
                    <a:pt x="2420" y="351"/>
                  </a:cubicBezTo>
                  <a:cubicBezTo>
                    <a:pt x="2420" y="356"/>
                    <a:pt x="2420" y="362"/>
                    <a:pt x="2421" y="367"/>
                  </a:cubicBezTo>
                  <a:cubicBezTo>
                    <a:pt x="2423" y="391"/>
                    <a:pt x="2422" y="416"/>
                    <a:pt x="2425" y="440"/>
                  </a:cubicBezTo>
                  <a:cubicBezTo>
                    <a:pt x="2426" y="452"/>
                    <a:pt x="2426" y="465"/>
                    <a:pt x="2426" y="477"/>
                  </a:cubicBezTo>
                  <a:cubicBezTo>
                    <a:pt x="2426" y="537"/>
                    <a:pt x="2414" y="596"/>
                    <a:pt x="2390" y="651"/>
                  </a:cubicBezTo>
                  <a:cubicBezTo>
                    <a:pt x="2359" y="728"/>
                    <a:pt x="2322" y="802"/>
                    <a:pt x="2281" y="874"/>
                  </a:cubicBezTo>
                  <a:cubicBezTo>
                    <a:pt x="2267" y="897"/>
                    <a:pt x="2253" y="920"/>
                    <a:pt x="2239" y="942"/>
                  </a:cubicBezTo>
                  <a:cubicBezTo>
                    <a:pt x="2234" y="951"/>
                    <a:pt x="2229" y="959"/>
                    <a:pt x="2224" y="967"/>
                  </a:cubicBezTo>
                  <a:cubicBezTo>
                    <a:pt x="2222" y="968"/>
                    <a:pt x="2221" y="970"/>
                    <a:pt x="2220" y="972"/>
                  </a:cubicBezTo>
                  <a:cubicBezTo>
                    <a:pt x="2216" y="979"/>
                    <a:pt x="2214" y="987"/>
                    <a:pt x="2214" y="996"/>
                  </a:cubicBezTo>
                  <a:cubicBezTo>
                    <a:pt x="2214" y="1000"/>
                    <a:pt x="2214" y="1004"/>
                    <a:pt x="2215" y="1008"/>
                  </a:cubicBezTo>
                  <a:cubicBezTo>
                    <a:pt x="2217" y="1019"/>
                    <a:pt x="2218" y="1031"/>
                    <a:pt x="2218" y="1043"/>
                  </a:cubicBezTo>
                  <a:cubicBezTo>
                    <a:pt x="2218" y="1063"/>
                    <a:pt x="2215" y="1084"/>
                    <a:pt x="2209" y="1103"/>
                  </a:cubicBezTo>
                  <a:cubicBezTo>
                    <a:pt x="2197" y="1149"/>
                    <a:pt x="2179" y="1193"/>
                    <a:pt x="2155" y="1234"/>
                  </a:cubicBezTo>
                  <a:cubicBezTo>
                    <a:pt x="2153" y="1237"/>
                    <a:pt x="2151" y="1241"/>
                    <a:pt x="2148" y="1245"/>
                  </a:cubicBezTo>
                  <a:cubicBezTo>
                    <a:pt x="2102" y="1319"/>
                    <a:pt x="2055" y="1392"/>
                    <a:pt x="2009" y="1466"/>
                  </a:cubicBezTo>
                  <a:cubicBezTo>
                    <a:pt x="2000" y="1480"/>
                    <a:pt x="1988" y="1491"/>
                    <a:pt x="1974" y="1499"/>
                  </a:cubicBezTo>
                  <a:cubicBezTo>
                    <a:pt x="1967" y="1503"/>
                    <a:pt x="1960" y="1506"/>
                    <a:pt x="1952" y="1508"/>
                  </a:cubicBezTo>
                  <a:cubicBezTo>
                    <a:pt x="1945" y="1511"/>
                    <a:pt x="1937" y="1514"/>
                    <a:pt x="1931" y="1518"/>
                  </a:cubicBezTo>
                  <a:cubicBezTo>
                    <a:pt x="1925" y="1521"/>
                    <a:pt x="1920" y="1525"/>
                    <a:pt x="1915" y="1529"/>
                  </a:cubicBezTo>
                  <a:cubicBezTo>
                    <a:pt x="1904" y="1540"/>
                    <a:pt x="1892" y="1549"/>
                    <a:pt x="1879" y="1556"/>
                  </a:cubicBezTo>
                  <a:cubicBezTo>
                    <a:pt x="1865" y="1564"/>
                    <a:pt x="1851" y="1570"/>
                    <a:pt x="1836" y="1575"/>
                  </a:cubicBezTo>
                  <a:cubicBezTo>
                    <a:pt x="1828" y="1577"/>
                    <a:pt x="1821" y="1580"/>
                    <a:pt x="1815" y="1584"/>
                  </a:cubicBezTo>
                  <a:cubicBezTo>
                    <a:pt x="1807" y="1588"/>
                    <a:pt x="1800" y="1593"/>
                    <a:pt x="1794" y="1599"/>
                  </a:cubicBezTo>
                  <a:cubicBezTo>
                    <a:pt x="1758" y="1625"/>
                    <a:pt x="1723" y="1654"/>
                    <a:pt x="1685" y="1678"/>
                  </a:cubicBezTo>
                  <a:cubicBezTo>
                    <a:pt x="1650" y="1699"/>
                    <a:pt x="1621" y="1727"/>
                    <a:pt x="1600" y="1761"/>
                  </a:cubicBezTo>
                  <a:cubicBezTo>
                    <a:pt x="1589" y="1781"/>
                    <a:pt x="1574" y="1798"/>
                    <a:pt x="1556" y="1812"/>
                  </a:cubicBezTo>
                  <a:cubicBezTo>
                    <a:pt x="1517" y="1844"/>
                    <a:pt x="1491" y="1888"/>
                    <a:pt x="1457" y="1925"/>
                  </a:cubicBezTo>
                  <a:cubicBezTo>
                    <a:pt x="1456" y="1926"/>
                    <a:pt x="1455" y="1928"/>
                    <a:pt x="1454" y="1930"/>
                  </a:cubicBezTo>
                  <a:cubicBezTo>
                    <a:pt x="1450" y="1936"/>
                    <a:pt x="1448" y="1944"/>
                    <a:pt x="1448" y="1951"/>
                  </a:cubicBezTo>
                  <a:cubicBezTo>
                    <a:pt x="1444" y="2065"/>
                    <a:pt x="1427" y="2179"/>
                    <a:pt x="1433" y="2295"/>
                  </a:cubicBezTo>
                  <a:cubicBezTo>
                    <a:pt x="1435" y="2321"/>
                    <a:pt x="1433" y="2350"/>
                    <a:pt x="1433" y="2377"/>
                  </a:cubicBezTo>
                  <a:cubicBezTo>
                    <a:pt x="1433" y="2378"/>
                    <a:pt x="1433" y="2379"/>
                    <a:pt x="1433" y="2379"/>
                  </a:cubicBezTo>
                  <a:cubicBezTo>
                    <a:pt x="1433" y="2403"/>
                    <a:pt x="1439" y="2425"/>
                    <a:pt x="1451" y="2446"/>
                  </a:cubicBezTo>
                  <a:cubicBezTo>
                    <a:pt x="1451" y="2447"/>
                    <a:pt x="1452" y="2449"/>
                    <a:pt x="1453" y="2450"/>
                  </a:cubicBezTo>
                  <a:cubicBezTo>
                    <a:pt x="1480" y="2498"/>
                    <a:pt x="1503" y="2547"/>
                    <a:pt x="1526" y="2597"/>
                  </a:cubicBezTo>
                  <a:cubicBezTo>
                    <a:pt x="1527" y="2604"/>
                    <a:pt x="1528" y="2611"/>
                    <a:pt x="1528" y="2619"/>
                  </a:cubicBezTo>
                  <a:cubicBezTo>
                    <a:pt x="1528" y="2626"/>
                    <a:pt x="1527" y="2633"/>
                    <a:pt x="1526" y="2640"/>
                  </a:cubicBezTo>
                  <a:cubicBezTo>
                    <a:pt x="1525" y="2641"/>
                    <a:pt x="1525" y="2643"/>
                    <a:pt x="1524" y="2644"/>
                  </a:cubicBezTo>
                  <a:cubicBezTo>
                    <a:pt x="1523" y="2646"/>
                    <a:pt x="1521" y="2648"/>
                    <a:pt x="1519" y="2650"/>
                  </a:cubicBezTo>
                  <a:cubicBezTo>
                    <a:pt x="1516" y="2651"/>
                    <a:pt x="1514" y="2652"/>
                    <a:pt x="1511" y="2652"/>
                  </a:cubicBezTo>
                  <a:cubicBezTo>
                    <a:pt x="1508" y="2652"/>
                    <a:pt x="1506" y="2651"/>
                    <a:pt x="1504" y="2650"/>
                  </a:cubicBezTo>
                  <a:cubicBezTo>
                    <a:pt x="1503" y="2649"/>
                    <a:pt x="1503" y="2649"/>
                    <a:pt x="1503" y="2649"/>
                  </a:cubicBezTo>
                  <a:cubicBezTo>
                    <a:pt x="1495" y="2644"/>
                    <a:pt x="1488" y="2638"/>
                    <a:pt x="1481" y="2630"/>
                  </a:cubicBezTo>
                  <a:cubicBezTo>
                    <a:pt x="1455" y="2601"/>
                    <a:pt x="1428" y="2573"/>
                    <a:pt x="1407" y="2542"/>
                  </a:cubicBezTo>
                  <a:cubicBezTo>
                    <a:pt x="1399" y="2530"/>
                    <a:pt x="1390" y="2521"/>
                    <a:pt x="1378" y="2514"/>
                  </a:cubicBezTo>
                  <a:cubicBezTo>
                    <a:pt x="1365" y="2507"/>
                    <a:pt x="1350" y="2503"/>
                    <a:pt x="1335" y="2503"/>
                  </a:cubicBezTo>
                  <a:cubicBezTo>
                    <a:pt x="1327" y="2503"/>
                    <a:pt x="1318" y="2504"/>
                    <a:pt x="1310" y="2507"/>
                  </a:cubicBezTo>
                  <a:cubicBezTo>
                    <a:pt x="1259" y="2516"/>
                    <a:pt x="1210" y="2532"/>
                    <a:pt x="1164" y="2556"/>
                  </a:cubicBezTo>
                  <a:cubicBezTo>
                    <a:pt x="1133" y="2573"/>
                    <a:pt x="1100" y="2586"/>
                    <a:pt x="1068" y="2602"/>
                  </a:cubicBezTo>
                  <a:cubicBezTo>
                    <a:pt x="1025" y="2623"/>
                    <a:pt x="982" y="2645"/>
                    <a:pt x="938" y="2666"/>
                  </a:cubicBezTo>
                  <a:cubicBezTo>
                    <a:pt x="923" y="2674"/>
                    <a:pt x="906" y="2680"/>
                    <a:pt x="889" y="2684"/>
                  </a:cubicBezTo>
                  <a:cubicBezTo>
                    <a:pt x="888" y="2684"/>
                    <a:pt x="886" y="2685"/>
                    <a:pt x="885" y="2685"/>
                  </a:cubicBezTo>
                  <a:cubicBezTo>
                    <a:pt x="882" y="2685"/>
                    <a:pt x="878" y="2684"/>
                    <a:pt x="875" y="2682"/>
                  </a:cubicBezTo>
                  <a:cubicBezTo>
                    <a:pt x="872" y="2680"/>
                    <a:pt x="870" y="2678"/>
                    <a:pt x="868" y="2675"/>
                  </a:cubicBezTo>
                  <a:cubicBezTo>
                    <a:pt x="866" y="2672"/>
                    <a:pt x="865" y="2668"/>
                    <a:pt x="865" y="2665"/>
                  </a:cubicBezTo>
                  <a:cubicBezTo>
                    <a:pt x="865" y="2662"/>
                    <a:pt x="866" y="2659"/>
                    <a:pt x="867" y="2656"/>
                  </a:cubicBezTo>
                  <a:cubicBezTo>
                    <a:pt x="869" y="2652"/>
                    <a:pt x="871" y="2648"/>
                    <a:pt x="873" y="2644"/>
                  </a:cubicBezTo>
                  <a:cubicBezTo>
                    <a:pt x="874" y="2642"/>
                    <a:pt x="875" y="2640"/>
                    <a:pt x="876" y="2639"/>
                  </a:cubicBezTo>
                  <a:cubicBezTo>
                    <a:pt x="905" y="2594"/>
                    <a:pt x="943" y="2556"/>
                    <a:pt x="987" y="2526"/>
                  </a:cubicBezTo>
                  <a:cubicBezTo>
                    <a:pt x="998" y="2519"/>
                    <a:pt x="1009" y="2512"/>
                    <a:pt x="1019" y="2504"/>
                  </a:cubicBezTo>
                  <a:cubicBezTo>
                    <a:pt x="1041" y="2506"/>
                    <a:pt x="1064" y="2512"/>
                    <a:pt x="1082" y="2494"/>
                  </a:cubicBezTo>
                  <a:cubicBezTo>
                    <a:pt x="1079" y="2483"/>
                    <a:pt x="1072" y="2485"/>
                    <a:pt x="1066" y="2484"/>
                  </a:cubicBezTo>
                  <a:cubicBezTo>
                    <a:pt x="1042" y="2481"/>
                    <a:pt x="1018" y="2479"/>
                    <a:pt x="994" y="2479"/>
                  </a:cubicBezTo>
                  <a:cubicBezTo>
                    <a:pt x="970" y="2479"/>
                    <a:pt x="945" y="2481"/>
                    <a:pt x="922" y="2484"/>
                  </a:cubicBezTo>
                  <a:cubicBezTo>
                    <a:pt x="920" y="2485"/>
                    <a:pt x="918" y="2485"/>
                    <a:pt x="916" y="2485"/>
                  </a:cubicBezTo>
                  <a:cubicBezTo>
                    <a:pt x="911" y="2485"/>
                    <a:pt x="906" y="2483"/>
                    <a:pt x="902" y="2481"/>
                  </a:cubicBezTo>
                  <a:cubicBezTo>
                    <a:pt x="899" y="2479"/>
                    <a:pt x="897" y="2478"/>
                    <a:pt x="895" y="2476"/>
                  </a:cubicBezTo>
                  <a:cubicBezTo>
                    <a:pt x="889" y="2471"/>
                    <a:pt x="887" y="2459"/>
                    <a:pt x="893" y="2455"/>
                  </a:cubicBezTo>
                  <a:cubicBezTo>
                    <a:pt x="912" y="2436"/>
                    <a:pt x="934" y="2420"/>
                    <a:pt x="957" y="2407"/>
                  </a:cubicBezTo>
                  <a:cubicBezTo>
                    <a:pt x="969" y="2400"/>
                    <a:pt x="981" y="2394"/>
                    <a:pt x="994" y="2389"/>
                  </a:cubicBezTo>
                  <a:cubicBezTo>
                    <a:pt x="1008" y="2383"/>
                    <a:pt x="1024" y="2380"/>
                    <a:pt x="1039" y="2380"/>
                  </a:cubicBezTo>
                  <a:cubicBezTo>
                    <a:pt x="1050" y="2380"/>
                    <a:pt x="1060" y="2381"/>
                    <a:pt x="1070" y="2384"/>
                  </a:cubicBezTo>
                  <a:cubicBezTo>
                    <a:pt x="1100" y="2392"/>
                    <a:pt x="1131" y="2396"/>
                    <a:pt x="1162" y="2396"/>
                  </a:cubicBezTo>
                  <a:cubicBezTo>
                    <a:pt x="1165" y="2396"/>
                    <a:pt x="1168" y="2396"/>
                    <a:pt x="1170" y="2396"/>
                  </a:cubicBezTo>
                  <a:cubicBezTo>
                    <a:pt x="1175" y="2384"/>
                    <a:pt x="1164" y="2383"/>
                    <a:pt x="1159" y="2379"/>
                  </a:cubicBezTo>
                  <a:cubicBezTo>
                    <a:pt x="1144" y="2369"/>
                    <a:pt x="1128" y="2360"/>
                    <a:pt x="1115" y="2349"/>
                  </a:cubicBezTo>
                  <a:cubicBezTo>
                    <a:pt x="1109" y="2345"/>
                    <a:pt x="1108" y="2336"/>
                    <a:pt x="1105" y="2330"/>
                  </a:cubicBezTo>
                  <a:cubicBezTo>
                    <a:pt x="1107" y="2328"/>
                    <a:pt x="1108" y="2326"/>
                    <a:pt x="1111" y="2325"/>
                  </a:cubicBezTo>
                  <a:cubicBezTo>
                    <a:pt x="1118" y="2321"/>
                    <a:pt x="1125" y="2320"/>
                    <a:pt x="1133" y="2320"/>
                  </a:cubicBezTo>
                  <a:cubicBezTo>
                    <a:pt x="1138" y="2320"/>
                    <a:pt x="1143" y="2321"/>
                    <a:pt x="1148" y="2323"/>
                  </a:cubicBezTo>
                  <a:cubicBezTo>
                    <a:pt x="1172" y="2328"/>
                    <a:pt x="1195" y="2335"/>
                    <a:pt x="1218" y="2342"/>
                  </a:cubicBezTo>
                  <a:cubicBezTo>
                    <a:pt x="1241" y="2348"/>
                    <a:pt x="1265" y="2355"/>
                    <a:pt x="1288" y="2360"/>
                  </a:cubicBezTo>
                  <a:cubicBezTo>
                    <a:pt x="1297" y="2361"/>
                    <a:pt x="1307" y="2361"/>
                    <a:pt x="1316" y="2361"/>
                  </a:cubicBezTo>
                  <a:cubicBezTo>
                    <a:pt x="1319" y="2361"/>
                    <a:pt x="1322" y="2361"/>
                    <a:pt x="1325" y="2361"/>
                  </a:cubicBezTo>
                  <a:cubicBezTo>
                    <a:pt x="1335" y="2316"/>
                    <a:pt x="1325" y="2078"/>
                    <a:pt x="1310" y="1993"/>
                  </a:cubicBezTo>
                  <a:cubicBezTo>
                    <a:pt x="1275" y="1969"/>
                    <a:pt x="1239" y="1944"/>
                    <a:pt x="1203" y="1921"/>
                  </a:cubicBezTo>
                  <a:cubicBezTo>
                    <a:pt x="1190" y="1912"/>
                    <a:pt x="1179" y="1900"/>
                    <a:pt x="1171" y="1886"/>
                  </a:cubicBezTo>
                  <a:cubicBezTo>
                    <a:pt x="1169" y="1883"/>
                    <a:pt x="1168" y="1880"/>
                    <a:pt x="1167" y="1877"/>
                  </a:cubicBezTo>
                  <a:cubicBezTo>
                    <a:pt x="1152" y="1847"/>
                    <a:pt x="1143" y="1815"/>
                    <a:pt x="1139" y="1783"/>
                  </a:cubicBezTo>
                  <a:cubicBezTo>
                    <a:pt x="1136" y="1764"/>
                    <a:pt x="1133" y="1746"/>
                    <a:pt x="1131" y="1728"/>
                  </a:cubicBezTo>
                  <a:cubicBezTo>
                    <a:pt x="1117" y="1728"/>
                    <a:pt x="1116" y="1736"/>
                    <a:pt x="1111" y="1742"/>
                  </a:cubicBezTo>
                  <a:cubicBezTo>
                    <a:pt x="1073" y="1799"/>
                    <a:pt x="1034" y="1857"/>
                    <a:pt x="995" y="1915"/>
                  </a:cubicBezTo>
                  <a:cubicBezTo>
                    <a:pt x="984" y="1930"/>
                    <a:pt x="970" y="1944"/>
                    <a:pt x="958" y="1959"/>
                  </a:cubicBezTo>
                  <a:cubicBezTo>
                    <a:pt x="946" y="1974"/>
                    <a:pt x="936" y="1968"/>
                    <a:pt x="923" y="1962"/>
                  </a:cubicBezTo>
                  <a:cubicBezTo>
                    <a:pt x="919" y="1964"/>
                    <a:pt x="916" y="1967"/>
                    <a:pt x="913" y="1970"/>
                  </a:cubicBezTo>
                  <a:cubicBezTo>
                    <a:pt x="903" y="1987"/>
                    <a:pt x="889" y="2000"/>
                    <a:pt x="872" y="2010"/>
                  </a:cubicBezTo>
                  <a:cubicBezTo>
                    <a:pt x="861" y="2017"/>
                    <a:pt x="849" y="2021"/>
                    <a:pt x="836" y="2023"/>
                  </a:cubicBezTo>
                  <a:cubicBezTo>
                    <a:pt x="829" y="2025"/>
                    <a:pt x="823" y="2027"/>
                    <a:pt x="817" y="2030"/>
                  </a:cubicBezTo>
                  <a:cubicBezTo>
                    <a:pt x="807" y="2036"/>
                    <a:pt x="800" y="2043"/>
                    <a:pt x="795" y="2052"/>
                  </a:cubicBezTo>
                  <a:cubicBezTo>
                    <a:pt x="792" y="2057"/>
                    <a:pt x="790" y="2061"/>
                    <a:pt x="789" y="2066"/>
                  </a:cubicBezTo>
                  <a:cubicBezTo>
                    <a:pt x="751" y="2161"/>
                    <a:pt x="720" y="2257"/>
                    <a:pt x="691" y="2355"/>
                  </a:cubicBezTo>
                  <a:cubicBezTo>
                    <a:pt x="691" y="2356"/>
                    <a:pt x="691" y="2358"/>
                    <a:pt x="691" y="2360"/>
                  </a:cubicBezTo>
                  <a:cubicBezTo>
                    <a:pt x="689" y="2391"/>
                    <a:pt x="681" y="2422"/>
                    <a:pt x="668" y="2451"/>
                  </a:cubicBezTo>
                  <a:cubicBezTo>
                    <a:pt x="654" y="2480"/>
                    <a:pt x="643" y="2511"/>
                    <a:pt x="634" y="2542"/>
                  </a:cubicBezTo>
                  <a:cubicBezTo>
                    <a:pt x="620" y="2583"/>
                    <a:pt x="604" y="2624"/>
                    <a:pt x="594" y="2666"/>
                  </a:cubicBezTo>
                  <a:cubicBezTo>
                    <a:pt x="587" y="2703"/>
                    <a:pt x="582" y="2741"/>
                    <a:pt x="579" y="2778"/>
                  </a:cubicBezTo>
                  <a:cubicBezTo>
                    <a:pt x="589" y="2783"/>
                    <a:pt x="599" y="2786"/>
                    <a:pt x="610" y="2790"/>
                  </a:cubicBezTo>
                  <a:cubicBezTo>
                    <a:pt x="630" y="2795"/>
                    <a:pt x="651" y="2798"/>
                    <a:pt x="671" y="2803"/>
                  </a:cubicBezTo>
                  <a:cubicBezTo>
                    <a:pt x="680" y="2806"/>
                    <a:pt x="688" y="2809"/>
                    <a:pt x="696" y="2814"/>
                  </a:cubicBezTo>
                  <a:cubicBezTo>
                    <a:pt x="696" y="2814"/>
                    <a:pt x="697" y="2814"/>
                    <a:pt x="698" y="2815"/>
                  </a:cubicBezTo>
                  <a:cubicBezTo>
                    <a:pt x="702" y="2818"/>
                    <a:pt x="706" y="2822"/>
                    <a:pt x="709" y="2826"/>
                  </a:cubicBezTo>
                  <a:cubicBezTo>
                    <a:pt x="712" y="2831"/>
                    <a:pt x="713" y="2837"/>
                    <a:pt x="713" y="2842"/>
                  </a:cubicBezTo>
                  <a:cubicBezTo>
                    <a:pt x="713" y="2844"/>
                    <a:pt x="713" y="2846"/>
                    <a:pt x="713" y="2848"/>
                  </a:cubicBezTo>
                  <a:cubicBezTo>
                    <a:pt x="711" y="2862"/>
                    <a:pt x="700" y="2866"/>
                    <a:pt x="688" y="2868"/>
                  </a:cubicBezTo>
                  <a:cubicBezTo>
                    <a:pt x="668" y="2872"/>
                    <a:pt x="647" y="2876"/>
                    <a:pt x="627" y="2879"/>
                  </a:cubicBezTo>
                  <a:cubicBezTo>
                    <a:pt x="606" y="2881"/>
                    <a:pt x="587" y="2888"/>
                    <a:pt x="569" y="2898"/>
                  </a:cubicBezTo>
                  <a:cubicBezTo>
                    <a:pt x="568" y="2898"/>
                    <a:pt x="568" y="2898"/>
                    <a:pt x="568" y="2899"/>
                  </a:cubicBezTo>
                  <a:cubicBezTo>
                    <a:pt x="552" y="2907"/>
                    <a:pt x="536" y="2914"/>
                    <a:pt x="519" y="2919"/>
                  </a:cubicBezTo>
                  <a:cubicBezTo>
                    <a:pt x="513" y="2921"/>
                    <a:pt x="508" y="2923"/>
                    <a:pt x="503" y="2926"/>
                  </a:cubicBezTo>
                  <a:cubicBezTo>
                    <a:pt x="494" y="2930"/>
                    <a:pt x="487" y="2938"/>
                    <a:pt x="480" y="2946"/>
                  </a:cubicBezTo>
                  <a:cubicBezTo>
                    <a:pt x="444" y="2987"/>
                    <a:pt x="409" y="3029"/>
                    <a:pt x="371" y="3069"/>
                  </a:cubicBezTo>
                  <a:cubicBezTo>
                    <a:pt x="352" y="3088"/>
                    <a:pt x="331" y="3106"/>
                    <a:pt x="309" y="3122"/>
                  </a:cubicBezTo>
                  <a:cubicBezTo>
                    <a:pt x="307" y="3123"/>
                    <a:pt x="305" y="3125"/>
                    <a:pt x="303" y="3126"/>
                  </a:cubicBezTo>
                  <a:cubicBezTo>
                    <a:pt x="295" y="3130"/>
                    <a:pt x="286" y="3133"/>
                    <a:pt x="277" y="3133"/>
                  </a:cubicBezTo>
                  <a:cubicBezTo>
                    <a:pt x="269" y="3133"/>
                    <a:pt x="261" y="3131"/>
                    <a:pt x="254" y="3128"/>
                  </a:cubicBezTo>
                  <a:cubicBezTo>
                    <a:pt x="234" y="3119"/>
                    <a:pt x="228" y="3104"/>
                    <a:pt x="239" y="3086"/>
                  </a:cubicBezTo>
                  <a:cubicBezTo>
                    <a:pt x="255" y="3062"/>
                    <a:pt x="273" y="3039"/>
                    <a:pt x="292" y="3017"/>
                  </a:cubicBezTo>
                  <a:cubicBezTo>
                    <a:pt x="320" y="2986"/>
                    <a:pt x="349" y="2956"/>
                    <a:pt x="378" y="2926"/>
                  </a:cubicBezTo>
                  <a:cubicBezTo>
                    <a:pt x="382" y="2921"/>
                    <a:pt x="385" y="2916"/>
                    <a:pt x="388" y="2911"/>
                  </a:cubicBezTo>
                  <a:cubicBezTo>
                    <a:pt x="388" y="2910"/>
                    <a:pt x="389" y="2909"/>
                    <a:pt x="390" y="2908"/>
                  </a:cubicBezTo>
                  <a:cubicBezTo>
                    <a:pt x="386" y="2904"/>
                    <a:pt x="385" y="2902"/>
                    <a:pt x="384" y="2902"/>
                  </a:cubicBezTo>
                  <a:cubicBezTo>
                    <a:pt x="320" y="2904"/>
                    <a:pt x="256" y="2914"/>
                    <a:pt x="194" y="2933"/>
                  </a:cubicBezTo>
                  <a:cubicBezTo>
                    <a:pt x="157" y="2943"/>
                    <a:pt x="120" y="2955"/>
                    <a:pt x="84" y="2970"/>
                  </a:cubicBezTo>
                  <a:cubicBezTo>
                    <a:pt x="63" y="2976"/>
                    <a:pt x="40" y="2980"/>
                    <a:pt x="18" y="2980"/>
                  </a:cubicBezTo>
                  <a:lnTo>
                    <a:pt x="17" y="2980"/>
                  </a:lnTo>
                  <a:cubicBezTo>
                    <a:pt x="14" y="2980"/>
                    <a:pt x="11" y="2979"/>
                    <a:pt x="8" y="2978"/>
                  </a:cubicBezTo>
                  <a:cubicBezTo>
                    <a:pt x="5" y="2976"/>
                    <a:pt x="4" y="2974"/>
                    <a:pt x="2" y="2972"/>
                  </a:cubicBezTo>
                  <a:cubicBezTo>
                    <a:pt x="0" y="2969"/>
                    <a:pt x="0" y="2966"/>
                    <a:pt x="0" y="2963"/>
                  </a:cubicBezTo>
                  <a:cubicBezTo>
                    <a:pt x="0" y="2961"/>
                    <a:pt x="0" y="2959"/>
                    <a:pt x="1" y="2957"/>
                  </a:cubicBezTo>
                  <a:cubicBezTo>
                    <a:pt x="5" y="2946"/>
                    <a:pt x="10" y="2935"/>
                    <a:pt x="16" y="2925"/>
                  </a:cubicBezTo>
                  <a:cubicBezTo>
                    <a:pt x="26" y="2907"/>
                    <a:pt x="39" y="2891"/>
                    <a:pt x="54" y="2878"/>
                  </a:cubicBezTo>
                  <a:cubicBezTo>
                    <a:pt x="62" y="2870"/>
                    <a:pt x="72" y="2864"/>
                    <a:pt x="81" y="2859"/>
                  </a:cubicBezTo>
                  <a:cubicBezTo>
                    <a:pt x="102" y="2846"/>
                    <a:pt x="125" y="2838"/>
                    <a:pt x="149" y="2834"/>
                  </a:cubicBezTo>
                  <a:cubicBezTo>
                    <a:pt x="170" y="2831"/>
                    <a:pt x="190" y="2824"/>
                    <a:pt x="210" y="2820"/>
                  </a:cubicBezTo>
                  <a:cubicBezTo>
                    <a:pt x="237" y="2815"/>
                    <a:pt x="263" y="2811"/>
                    <a:pt x="291" y="2808"/>
                  </a:cubicBezTo>
                  <a:cubicBezTo>
                    <a:pt x="314" y="2806"/>
                    <a:pt x="338" y="2803"/>
                    <a:pt x="360" y="2798"/>
                  </a:cubicBezTo>
                  <a:cubicBezTo>
                    <a:pt x="360" y="2784"/>
                    <a:pt x="351" y="2787"/>
                    <a:pt x="346" y="2785"/>
                  </a:cubicBezTo>
                  <a:cubicBezTo>
                    <a:pt x="311" y="2778"/>
                    <a:pt x="277" y="2771"/>
                    <a:pt x="242" y="2764"/>
                  </a:cubicBezTo>
                  <a:cubicBezTo>
                    <a:pt x="210" y="2756"/>
                    <a:pt x="177" y="2752"/>
                    <a:pt x="144" y="2752"/>
                  </a:cubicBezTo>
                  <a:cubicBezTo>
                    <a:pt x="114" y="2752"/>
                    <a:pt x="84" y="2755"/>
                    <a:pt x="54" y="2762"/>
                  </a:cubicBezTo>
                  <a:cubicBezTo>
                    <a:pt x="52" y="2763"/>
                    <a:pt x="49" y="2763"/>
                    <a:pt x="47" y="2763"/>
                  </a:cubicBezTo>
                  <a:cubicBezTo>
                    <a:pt x="45" y="2763"/>
                    <a:pt x="42" y="2763"/>
                    <a:pt x="40" y="2762"/>
                  </a:cubicBezTo>
                  <a:cubicBezTo>
                    <a:pt x="36" y="2758"/>
                    <a:pt x="29" y="2751"/>
                    <a:pt x="30" y="2748"/>
                  </a:cubicBezTo>
                  <a:cubicBezTo>
                    <a:pt x="36" y="2734"/>
                    <a:pt x="42" y="2721"/>
                    <a:pt x="49" y="2708"/>
                  </a:cubicBezTo>
                  <a:cubicBezTo>
                    <a:pt x="52" y="2704"/>
                    <a:pt x="54" y="2700"/>
                    <a:pt x="57" y="2696"/>
                  </a:cubicBezTo>
                  <a:cubicBezTo>
                    <a:pt x="60" y="2693"/>
                    <a:pt x="64" y="2689"/>
                    <a:pt x="68" y="2687"/>
                  </a:cubicBezTo>
                  <a:cubicBezTo>
                    <a:pt x="72" y="2684"/>
                    <a:pt x="76" y="2683"/>
                    <a:pt x="81" y="2682"/>
                  </a:cubicBezTo>
                  <a:cubicBezTo>
                    <a:pt x="114" y="2670"/>
                    <a:pt x="149" y="2664"/>
                    <a:pt x="185" y="2664"/>
                  </a:cubicBezTo>
                  <a:cubicBezTo>
                    <a:pt x="207" y="2664"/>
                    <a:pt x="230" y="2666"/>
                    <a:pt x="252" y="2671"/>
                  </a:cubicBezTo>
                  <a:cubicBezTo>
                    <a:pt x="266" y="2675"/>
                    <a:pt x="281" y="2677"/>
                    <a:pt x="295" y="2678"/>
                  </a:cubicBezTo>
                  <a:cubicBezTo>
                    <a:pt x="332" y="2683"/>
                    <a:pt x="367" y="2693"/>
                    <a:pt x="401" y="2708"/>
                  </a:cubicBezTo>
                  <a:cubicBezTo>
                    <a:pt x="415" y="2714"/>
                    <a:pt x="431" y="2719"/>
                    <a:pt x="446" y="2725"/>
                  </a:cubicBezTo>
                  <a:cubicBezTo>
                    <a:pt x="455" y="2717"/>
                    <a:pt x="463" y="2708"/>
                    <a:pt x="469" y="2697"/>
                  </a:cubicBezTo>
                  <a:cubicBezTo>
                    <a:pt x="477" y="2683"/>
                    <a:pt x="482" y="2668"/>
                    <a:pt x="482" y="2652"/>
                  </a:cubicBezTo>
                  <a:cubicBezTo>
                    <a:pt x="489" y="2591"/>
                    <a:pt x="502" y="2531"/>
                    <a:pt x="522" y="2473"/>
                  </a:cubicBezTo>
                  <a:cubicBezTo>
                    <a:pt x="537" y="2422"/>
                    <a:pt x="552" y="2371"/>
                    <a:pt x="563" y="2319"/>
                  </a:cubicBezTo>
                  <a:cubicBezTo>
                    <a:pt x="573" y="2273"/>
                    <a:pt x="577" y="2226"/>
                    <a:pt x="583" y="2180"/>
                  </a:cubicBezTo>
                  <a:cubicBezTo>
                    <a:pt x="588" y="2148"/>
                    <a:pt x="592" y="2117"/>
                    <a:pt x="596" y="2083"/>
                  </a:cubicBezTo>
                  <a:cubicBezTo>
                    <a:pt x="512" y="2061"/>
                    <a:pt x="476" y="1993"/>
                    <a:pt x="433" y="1929"/>
                  </a:cubicBezTo>
                  <a:cubicBezTo>
                    <a:pt x="422" y="1929"/>
                    <a:pt x="411" y="1929"/>
                    <a:pt x="400" y="1929"/>
                  </a:cubicBezTo>
                  <a:cubicBezTo>
                    <a:pt x="399" y="1929"/>
                    <a:pt x="398" y="1929"/>
                    <a:pt x="397" y="1929"/>
                  </a:cubicBezTo>
                  <a:cubicBezTo>
                    <a:pt x="388" y="1929"/>
                    <a:pt x="379" y="1927"/>
                    <a:pt x="371" y="1922"/>
                  </a:cubicBezTo>
                  <a:cubicBezTo>
                    <a:pt x="363" y="1917"/>
                    <a:pt x="356" y="1911"/>
                    <a:pt x="351" y="1903"/>
                  </a:cubicBezTo>
                  <a:cubicBezTo>
                    <a:pt x="349" y="1899"/>
                    <a:pt x="348" y="1896"/>
                    <a:pt x="347" y="1892"/>
                  </a:cubicBezTo>
                  <a:cubicBezTo>
                    <a:pt x="323" y="1820"/>
                    <a:pt x="279" y="1757"/>
                    <a:pt x="256" y="1684"/>
                  </a:cubicBezTo>
                  <a:cubicBezTo>
                    <a:pt x="245" y="1650"/>
                    <a:pt x="232" y="1617"/>
                    <a:pt x="224" y="1583"/>
                  </a:cubicBezTo>
                  <a:cubicBezTo>
                    <a:pt x="219" y="1562"/>
                    <a:pt x="212" y="1542"/>
                    <a:pt x="201" y="1524"/>
                  </a:cubicBezTo>
                  <a:cubicBezTo>
                    <a:pt x="199" y="1520"/>
                    <a:pt x="196" y="1516"/>
                    <a:pt x="194" y="1512"/>
                  </a:cubicBezTo>
                  <a:cubicBezTo>
                    <a:pt x="159" y="1464"/>
                    <a:pt x="123" y="1416"/>
                    <a:pt x="88" y="1369"/>
                  </a:cubicBezTo>
                  <a:cubicBezTo>
                    <a:pt x="80" y="1358"/>
                    <a:pt x="73" y="1348"/>
                    <a:pt x="66" y="1337"/>
                  </a:cubicBezTo>
                  <a:cubicBezTo>
                    <a:pt x="66" y="1336"/>
                    <a:pt x="66" y="1331"/>
                    <a:pt x="69" y="1329"/>
                  </a:cubicBezTo>
                  <a:cubicBezTo>
                    <a:pt x="70" y="1328"/>
                    <a:pt x="70" y="1327"/>
                    <a:pt x="71" y="1327"/>
                  </a:cubicBezTo>
                  <a:cubicBezTo>
                    <a:pt x="73" y="1326"/>
                    <a:pt x="74" y="1326"/>
                    <a:pt x="76" y="1326"/>
                  </a:cubicBezTo>
                  <a:cubicBezTo>
                    <a:pt x="77" y="1326"/>
                    <a:pt x="77" y="1326"/>
                    <a:pt x="78" y="1326"/>
                  </a:cubicBezTo>
                  <a:cubicBezTo>
                    <a:pt x="81" y="1327"/>
                    <a:pt x="84" y="1329"/>
                    <a:pt x="87" y="1331"/>
                  </a:cubicBezTo>
                  <a:cubicBezTo>
                    <a:pt x="91" y="1333"/>
                    <a:pt x="95" y="1336"/>
                    <a:pt x="98" y="1339"/>
                  </a:cubicBezTo>
                  <a:cubicBezTo>
                    <a:pt x="147" y="1386"/>
                    <a:pt x="190" y="1441"/>
                    <a:pt x="224" y="1500"/>
                  </a:cubicBezTo>
                  <a:cubicBezTo>
                    <a:pt x="238" y="1525"/>
                    <a:pt x="251" y="1551"/>
                    <a:pt x="262" y="1577"/>
                  </a:cubicBezTo>
                  <a:cubicBezTo>
                    <a:pt x="270" y="1600"/>
                    <a:pt x="277" y="1623"/>
                    <a:pt x="282" y="1647"/>
                  </a:cubicBezTo>
                  <a:cubicBezTo>
                    <a:pt x="285" y="1663"/>
                    <a:pt x="291" y="1678"/>
                    <a:pt x="299" y="1693"/>
                  </a:cubicBezTo>
                  <a:cubicBezTo>
                    <a:pt x="304" y="1702"/>
                    <a:pt x="311" y="1711"/>
                    <a:pt x="318" y="1719"/>
                  </a:cubicBezTo>
                  <a:cubicBezTo>
                    <a:pt x="324" y="1726"/>
                    <a:pt x="329" y="1733"/>
                    <a:pt x="333" y="1740"/>
                  </a:cubicBezTo>
                  <a:cubicBezTo>
                    <a:pt x="342" y="1755"/>
                    <a:pt x="348" y="1771"/>
                    <a:pt x="350" y="1788"/>
                  </a:cubicBezTo>
                  <a:cubicBezTo>
                    <a:pt x="354" y="1809"/>
                    <a:pt x="359" y="1829"/>
                    <a:pt x="366" y="1849"/>
                  </a:cubicBezTo>
                  <a:cubicBezTo>
                    <a:pt x="372" y="1862"/>
                    <a:pt x="379" y="1875"/>
                    <a:pt x="386" y="1888"/>
                  </a:cubicBezTo>
                  <a:cubicBezTo>
                    <a:pt x="388" y="1891"/>
                    <a:pt x="390" y="1895"/>
                    <a:pt x="392" y="1899"/>
                  </a:cubicBezTo>
                  <a:cubicBezTo>
                    <a:pt x="398" y="1901"/>
                    <a:pt x="401" y="1903"/>
                    <a:pt x="404" y="1902"/>
                  </a:cubicBezTo>
                  <a:cubicBezTo>
                    <a:pt x="408" y="1902"/>
                    <a:pt x="412" y="1901"/>
                    <a:pt x="415" y="1901"/>
                  </a:cubicBezTo>
                  <a:cubicBezTo>
                    <a:pt x="430" y="1901"/>
                    <a:pt x="443" y="1905"/>
                    <a:pt x="456" y="1912"/>
                  </a:cubicBezTo>
                  <a:cubicBezTo>
                    <a:pt x="468" y="1919"/>
                    <a:pt x="479" y="1930"/>
                    <a:pt x="486" y="1942"/>
                  </a:cubicBezTo>
                  <a:cubicBezTo>
                    <a:pt x="487" y="1944"/>
                    <a:pt x="488" y="1945"/>
                    <a:pt x="488" y="1946"/>
                  </a:cubicBezTo>
                  <a:cubicBezTo>
                    <a:pt x="495" y="1956"/>
                    <a:pt x="501" y="1965"/>
                    <a:pt x="507" y="1974"/>
                  </a:cubicBezTo>
                  <a:cubicBezTo>
                    <a:pt x="508" y="1977"/>
                    <a:pt x="509" y="1978"/>
                    <a:pt x="511" y="1981"/>
                  </a:cubicBezTo>
                  <a:cubicBezTo>
                    <a:pt x="518" y="1993"/>
                    <a:pt x="528" y="2003"/>
                    <a:pt x="540" y="2010"/>
                  </a:cubicBezTo>
                  <a:cubicBezTo>
                    <a:pt x="552" y="2017"/>
                    <a:pt x="565" y="2021"/>
                    <a:pt x="579" y="2021"/>
                  </a:cubicBezTo>
                  <a:cubicBezTo>
                    <a:pt x="581" y="2021"/>
                    <a:pt x="582" y="2021"/>
                    <a:pt x="583" y="2021"/>
                  </a:cubicBezTo>
                  <a:lnTo>
                    <a:pt x="595" y="2044"/>
                  </a:lnTo>
                  <a:cubicBezTo>
                    <a:pt x="632" y="2047"/>
                    <a:pt x="669" y="2049"/>
                    <a:pt x="706" y="2051"/>
                  </a:cubicBezTo>
                  <a:cubicBezTo>
                    <a:pt x="706" y="2051"/>
                    <a:pt x="707" y="2051"/>
                    <a:pt x="708" y="2051"/>
                  </a:cubicBezTo>
                  <a:cubicBezTo>
                    <a:pt x="716" y="2051"/>
                    <a:pt x="725" y="2049"/>
                    <a:pt x="733" y="2045"/>
                  </a:cubicBezTo>
                  <a:cubicBezTo>
                    <a:pt x="740" y="2040"/>
                    <a:pt x="746" y="2034"/>
                    <a:pt x="751" y="2027"/>
                  </a:cubicBezTo>
                  <a:cubicBezTo>
                    <a:pt x="760" y="2014"/>
                    <a:pt x="767" y="2001"/>
                    <a:pt x="775" y="1988"/>
                  </a:cubicBezTo>
                  <a:cubicBezTo>
                    <a:pt x="783" y="1973"/>
                    <a:pt x="792" y="1959"/>
                    <a:pt x="799" y="1943"/>
                  </a:cubicBezTo>
                  <a:cubicBezTo>
                    <a:pt x="804" y="1932"/>
                    <a:pt x="809" y="1921"/>
                    <a:pt x="815" y="1910"/>
                  </a:cubicBezTo>
                  <a:cubicBezTo>
                    <a:pt x="821" y="1900"/>
                    <a:pt x="827" y="1890"/>
                    <a:pt x="834" y="1881"/>
                  </a:cubicBezTo>
                  <a:cubicBezTo>
                    <a:pt x="855" y="1850"/>
                    <a:pt x="875" y="1819"/>
                    <a:pt x="894" y="1787"/>
                  </a:cubicBezTo>
                  <a:cubicBezTo>
                    <a:pt x="901" y="1774"/>
                    <a:pt x="905" y="1760"/>
                    <a:pt x="908" y="1746"/>
                  </a:cubicBezTo>
                  <a:cubicBezTo>
                    <a:pt x="909" y="1742"/>
                    <a:pt x="911" y="1737"/>
                    <a:pt x="913" y="1733"/>
                  </a:cubicBezTo>
                  <a:cubicBezTo>
                    <a:pt x="917" y="1727"/>
                    <a:pt x="922" y="1721"/>
                    <a:pt x="929" y="1717"/>
                  </a:cubicBezTo>
                  <a:cubicBezTo>
                    <a:pt x="931" y="1716"/>
                    <a:pt x="933" y="1715"/>
                    <a:pt x="935" y="1715"/>
                  </a:cubicBezTo>
                  <a:lnTo>
                    <a:pt x="950" y="1737"/>
                  </a:lnTo>
                  <a:cubicBezTo>
                    <a:pt x="987" y="1703"/>
                    <a:pt x="990" y="1699"/>
                    <a:pt x="1000" y="1670"/>
                  </a:cubicBezTo>
                  <a:lnTo>
                    <a:pt x="987" y="1667"/>
                  </a:lnTo>
                  <a:moveTo>
                    <a:pt x="1527" y="1767"/>
                  </a:moveTo>
                  <a:cubicBezTo>
                    <a:pt x="1527" y="1774"/>
                    <a:pt x="1527" y="1781"/>
                    <a:pt x="1526" y="1796"/>
                  </a:cubicBezTo>
                  <a:cubicBezTo>
                    <a:pt x="1544" y="1781"/>
                    <a:pt x="1560" y="1762"/>
                    <a:pt x="1572" y="1741"/>
                  </a:cubicBezTo>
                  <a:cubicBezTo>
                    <a:pt x="1578" y="1730"/>
                    <a:pt x="1583" y="1719"/>
                    <a:pt x="1587" y="1708"/>
                  </a:cubicBezTo>
                  <a:cubicBezTo>
                    <a:pt x="1587" y="1706"/>
                    <a:pt x="1584" y="1703"/>
                    <a:pt x="1582" y="1700"/>
                  </a:cubicBezTo>
                  <a:lnTo>
                    <a:pt x="1529" y="1762"/>
                  </a:lnTo>
                  <a:cubicBezTo>
                    <a:pt x="1549" y="1727"/>
                    <a:pt x="1568" y="1692"/>
                    <a:pt x="1588" y="1656"/>
                  </a:cubicBezTo>
                  <a:cubicBezTo>
                    <a:pt x="1602" y="1634"/>
                    <a:pt x="1602" y="1634"/>
                    <a:pt x="1635" y="1624"/>
                  </a:cubicBezTo>
                  <a:lnTo>
                    <a:pt x="1652" y="1576"/>
                  </a:lnTo>
                  <a:cubicBezTo>
                    <a:pt x="1652" y="1575"/>
                    <a:pt x="1652" y="1575"/>
                    <a:pt x="1652" y="1575"/>
                  </a:cubicBezTo>
                  <a:cubicBezTo>
                    <a:pt x="1639" y="1552"/>
                    <a:pt x="1623" y="1532"/>
                    <a:pt x="1604" y="1514"/>
                  </a:cubicBezTo>
                  <a:lnTo>
                    <a:pt x="1569" y="1532"/>
                  </a:lnTo>
                  <a:cubicBezTo>
                    <a:pt x="1568" y="1533"/>
                    <a:pt x="1568" y="1533"/>
                    <a:pt x="1567" y="1534"/>
                  </a:cubicBezTo>
                  <a:cubicBezTo>
                    <a:pt x="1554" y="1542"/>
                    <a:pt x="1540" y="1544"/>
                    <a:pt x="1526" y="1544"/>
                  </a:cubicBezTo>
                  <a:cubicBezTo>
                    <a:pt x="1518" y="1544"/>
                    <a:pt x="1511" y="1543"/>
                    <a:pt x="1504" y="1541"/>
                  </a:cubicBezTo>
                  <a:cubicBezTo>
                    <a:pt x="1493" y="1537"/>
                    <a:pt x="1481" y="1534"/>
                    <a:pt x="1469" y="1534"/>
                  </a:cubicBezTo>
                  <a:cubicBezTo>
                    <a:pt x="1453" y="1534"/>
                    <a:pt x="1438" y="1539"/>
                    <a:pt x="1424" y="1546"/>
                  </a:cubicBezTo>
                  <a:cubicBezTo>
                    <a:pt x="1417" y="1550"/>
                    <a:pt x="1411" y="1555"/>
                    <a:pt x="1405" y="1561"/>
                  </a:cubicBezTo>
                  <a:cubicBezTo>
                    <a:pt x="1404" y="1562"/>
                    <a:pt x="1402" y="1564"/>
                    <a:pt x="1400" y="1565"/>
                  </a:cubicBezTo>
                  <a:cubicBezTo>
                    <a:pt x="1398" y="1566"/>
                    <a:pt x="1396" y="1567"/>
                    <a:pt x="1394" y="1567"/>
                  </a:cubicBezTo>
                  <a:cubicBezTo>
                    <a:pt x="1384" y="1594"/>
                    <a:pt x="1376" y="1617"/>
                    <a:pt x="1367" y="1639"/>
                  </a:cubicBezTo>
                  <a:cubicBezTo>
                    <a:pt x="1359" y="1655"/>
                    <a:pt x="1355" y="1671"/>
                    <a:pt x="1355" y="1689"/>
                  </a:cubicBezTo>
                  <a:cubicBezTo>
                    <a:pt x="1355" y="1694"/>
                    <a:pt x="1356" y="1699"/>
                    <a:pt x="1356" y="1705"/>
                  </a:cubicBezTo>
                  <a:cubicBezTo>
                    <a:pt x="1357" y="1713"/>
                    <a:pt x="1358" y="1721"/>
                    <a:pt x="1358" y="1729"/>
                  </a:cubicBezTo>
                  <a:cubicBezTo>
                    <a:pt x="1358" y="1737"/>
                    <a:pt x="1357" y="1745"/>
                    <a:pt x="1356" y="1753"/>
                  </a:cubicBezTo>
                  <a:cubicBezTo>
                    <a:pt x="1356" y="1759"/>
                    <a:pt x="1356" y="1766"/>
                    <a:pt x="1358" y="1779"/>
                  </a:cubicBezTo>
                  <a:cubicBezTo>
                    <a:pt x="1363" y="1772"/>
                    <a:pt x="1368" y="1765"/>
                    <a:pt x="1373" y="1757"/>
                  </a:cubicBezTo>
                  <a:cubicBezTo>
                    <a:pt x="1379" y="1746"/>
                    <a:pt x="1385" y="1734"/>
                    <a:pt x="1389" y="1723"/>
                  </a:cubicBezTo>
                  <a:cubicBezTo>
                    <a:pt x="1407" y="1686"/>
                    <a:pt x="1425" y="1650"/>
                    <a:pt x="1442" y="1614"/>
                  </a:cubicBezTo>
                  <a:cubicBezTo>
                    <a:pt x="1446" y="1607"/>
                    <a:pt x="1451" y="1600"/>
                    <a:pt x="1464" y="1608"/>
                  </a:cubicBezTo>
                  <a:cubicBezTo>
                    <a:pt x="1460" y="1620"/>
                    <a:pt x="1456" y="1631"/>
                    <a:pt x="1451" y="1643"/>
                  </a:cubicBezTo>
                  <a:cubicBezTo>
                    <a:pt x="1430" y="1688"/>
                    <a:pt x="1409" y="1733"/>
                    <a:pt x="1388" y="1779"/>
                  </a:cubicBezTo>
                  <a:cubicBezTo>
                    <a:pt x="1381" y="1793"/>
                    <a:pt x="1375" y="1808"/>
                    <a:pt x="1370" y="1824"/>
                  </a:cubicBezTo>
                  <a:cubicBezTo>
                    <a:pt x="1370" y="1828"/>
                    <a:pt x="1369" y="1832"/>
                    <a:pt x="1369" y="1836"/>
                  </a:cubicBezTo>
                  <a:cubicBezTo>
                    <a:pt x="1369" y="1840"/>
                    <a:pt x="1370" y="1844"/>
                    <a:pt x="1370" y="1848"/>
                  </a:cubicBezTo>
                  <a:cubicBezTo>
                    <a:pt x="1378" y="1840"/>
                    <a:pt x="1386" y="1831"/>
                    <a:pt x="1393" y="1822"/>
                  </a:cubicBezTo>
                  <a:cubicBezTo>
                    <a:pt x="1413" y="1789"/>
                    <a:pt x="1433" y="1756"/>
                    <a:pt x="1452" y="1722"/>
                  </a:cubicBezTo>
                  <a:cubicBezTo>
                    <a:pt x="1468" y="1692"/>
                    <a:pt x="1481" y="1661"/>
                    <a:pt x="1495" y="1630"/>
                  </a:cubicBezTo>
                  <a:cubicBezTo>
                    <a:pt x="1498" y="1623"/>
                    <a:pt x="1501" y="1615"/>
                    <a:pt x="1511" y="1617"/>
                  </a:cubicBezTo>
                  <a:cubicBezTo>
                    <a:pt x="1513" y="1643"/>
                    <a:pt x="1513" y="1643"/>
                    <a:pt x="1496" y="1684"/>
                  </a:cubicBezTo>
                  <a:cubicBezTo>
                    <a:pt x="1483" y="1708"/>
                    <a:pt x="1474" y="1732"/>
                    <a:pt x="1467" y="1758"/>
                  </a:cubicBezTo>
                  <a:cubicBezTo>
                    <a:pt x="1483" y="1745"/>
                    <a:pt x="1496" y="1730"/>
                    <a:pt x="1506" y="1713"/>
                  </a:cubicBezTo>
                  <a:cubicBezTo>
                    <a:pt x="1507" y="1712"/>
                    <a:pt x="1508" y="1710"/>
                    <a:pt x="1508" y="1709"/>
                  </a:cubicBezTo>
                  <a:cubicBezTo>
                    <a:pt x="1520" y="1692"/>
                    <a:pt x="1530" y="1673"/>
                    <a:pt x="1541" y="1656"/>
                  </a:cubicBezTo>
                  <a:cubicBezTo>
                    <a:pt x="1543" y="1653"/>
                    <a:pt x="1544" y="1650"/>
                    <a:pt x="1546" y="1647"/>
                  </a:cubicBezTo>
                  <a:cubicBezTo>
                    <a:pt x="1555" y="1631"/>
                    <a:pt x="1568" y="1617"/>
                    <a:pt x="1583" y="1605"/>
                  </a:cubicBezTo>
                  <a:cubicBezTo>
                    <a:pt x="1573" y="1629"/>
                    <a:pt x="1569" y="1643"/>
                    <a:pt x="1563" y="1655"/>
                  </a:cubicBezTo>
                  <a:cubicBezTo>
                    <a:pt x="1556" y="1669"/>
                    <a:pt x="1548" y="1682"/>
                    <a:pt x="1541" y="1695"/>
                  </a:cubicBezTo>
                  <a:cubicBezTo>
                    <a:pt x="1524" y="1725"/>
                    <a:pt x="1504" y="1754"/>
                    <a:pt x="1483" y="1781"/>
                  </a:cubicBezTo>
                  <a:cubicBezTo>
                    <a:pt x="1479" y="1787"/>
                    <a:pt x="1475" y="1793"/>
                    <a:pt x="1471" y="1799"/>
                  </a:cubicBezTo>
                  <a:cubicBezTo>
                    <a:pt x="1469" y="1803"/>
                    <a:pt x="1467" y="1806"/>
                    <a:pt x="1465" y="1810"/>
                  </a:cubicBezTo>
                  <a:cubicBezTo>
                    <a:pt x="1463" y="1816"/>
                    <a:pt x="1458" y="1825"/>
                    <a:pt x="1469" y="1830"/>
                  </a:cubicBezTo>
                  <a:lnTo>
                    <a:pt x="1527" y="1767"/>
                  </a:lnTo>
                  <a:moveTo>
                    <a:pt x="496" y="2709"/>
                  </a:moveTo>
                  <a:cubicBezTo>
                    <a:pt x="492" y="2714"/>
                    <a:pt x="485" y="2718"/>
                    <a:pt x="484" y="2724"/>
                  </a:cubicBezTo>
                  <a:lnTo>
                    <a:pt x="484" y="2725"/>
                  </a:lnTo>
                  <a:cubicBezTo>
                    <a:pt x="484" y="2731"/>
                    <a:pt x="482" y="2736"/>
                    <a:pt x="479" y="2742"/>
                  </a:cubicBezTo>
                  <a:cubicBezTo>
                    <a:pt x="476" y="2747"/>
                    <a:pt x="471" y="2752"/>
                    <a:pt x="466" y="2755"/>
                  </a:cubicBezTo>
                  <a:cubicBezTo>
                    <a:pt x="460" y="2758"/>
                    <a:pt x="455" y="2760"/>
                    <a:pt x="449" y="2760"/>
                  </a:cubicBezTo>
                  <a:cubicBezTo>
                    <a:pt x="444" y="2760"/>
                    <a:pt x="439" y="2759"/>
                    <a:pt x="434" y="2757"/>
                  </a:cubicBezTo>
                  <a:cubicBezTo>
                    <a:pt x="367" y="2718"/>
                    <a:pt x="290" y="2711"/>
                    <a:pt x="216" y="2696"/>
                  </a:cubicBezTo>
                  <a:cubicBezTo>
                    <a:pt x="208" y="2694"/>
                    <a:pt x="200" y="2694"/>
                    <a:pt x="192" y="2694"/>
                  </a:cubicBezTo>
                  <a:cubicBezTo>
                    <a:pt x="184" y="2694"/>
                    <a:pt x="176" y="2694"/>
                    <a:pt x="168" y="2696"/>
                  </a:cubicBezTo>
                  <a:cubicBezTo>
                    <a:pt x="143" y="2699"/>
                    <a:pt x="119" y="2706"/>
                    <a:pt x="94" y="2711"/>
                  </a:cubicBezTo>
                  <a:cubicBezTo>
                    <a:pt x="96" y="2713"/>
                    <a:pt x="98" y="2714"/>
                    <a:pt x="100" y="2715"/>
                  </a:cubicBezTo>
                  <a:cubicBezTo>
                    <a:pt x="105" y="2718"/>
                    <a:pt x="111" y="2720"/>
                    <a:pt x="116" y="2720"/>
                  </a:cubicBezTo>
                  <a:cubicBezTo>
                    <a:pt x="117" y="2720"/>
                    <a:pt x="117" y="2720"/>
                    <a:pt x="117" y="2720"/>
                  </a:cubicBezTo>
                  <a:cubicBezTo>
                    <a:pt x="118" y="2720"/>
                    <a:pt x="118" y="2720"/>
                    <a:pt x="119" y="2720"/>
                  </a:cubicBezTo>
                  <a:cubicBezTo>
                    <a:pt x="185" y="2720"/>
                    <a:pt x="250" y="2732"/>
                    <a:pt x="311" y="2756"/>
                  </a:cubicBezTo>
                  <a:cubicBezTo>
                    <a:pt x="332" y="2763"/>
                    <a:pt x="354" y="2768"/>
                    <a:pt x="376" y="2771"/>
                  </a:cubicBezTo>
                  <a:cubicBezTo>
                    <a:pt x="389" y="2774"/>
                    <a:pt x="403" y="2776"/>
                    <a:pt x="414" y="2780"/>
                  </a:cubicBezTo>
                  <a:cubicBezTo>
                    <a:pt x="425" y="2783"/>
                    <a:pt x="433" y="2790"/>
                    <a:pt x="430" y="2801"/>
                  </a:cubicBezTo>
                  <a:cubicBezTo>
                    <a:pt x="430" y="2802"/>
                    <a:pt x="429" y="2802"/>
                    <a:pt x="429" y="2803"/>
                  </a:cubicBezTo>
                  <a:cubicBezTo>
                    <a:pt x="426" y="2807"/>
                    <a:pt x="423" y="2811"/>
                    <a:pt x="419" y="2813"/>
                  </a:cubicBezTo>
                  <a:cubicBezTo>
                    <a:pt x="417" y="2814"/>
                    <a:pt x="415" y="2815"/>
                    <a:pt x="414" y="2815"/>
                  </a:cubicBezTo>
                  <a:cubicBezTo>
                    <a:pt x="375" y="2827"/>
                    <a:pt x="336" y="2836"/>
                    <a:pt x="296" y="2842"/>
                  </a:cubicBezTo>
                  <a:cubicBezTo>
                    <a:pt x="239" y="2846"/>
                    <a:pt x="186" y="2868"/>
                    <a:pt x="129" y="2874"/>
                  </a:cubicBezTo>
                  <a:cubicBezTo>
                    <a:pt x="109" y="2876"/>
                    <a:pt x="98" y="2892"/>
                    <a:pt x="93" y="2915"/>
                  </a:cubicBezTo>
                  <a:cubicBezTo>
                    <a:pt x="111" y="2914"/>
                    <a:pt x="125" y="2913"/>
                    <a:pt x="139" y="2911"/>
                  </a:cubicBezTo>
                  <a:cubicBezTo>
                    <a:pt x="195" y="2901"/>
                    <a:pt x="251" y="2894"/>
                    <a:pt x="306" y="2880"/>
                  </a:cubicBezTo>
                  <a:cubicBezTo>
                    <a:pt x="354" y="2867"/>
                    <a:pt x="403" y="2861"/>
                    <a:pt x="453" y="2861"/>
                  </a:cubicBezTo>
                  <a:lnTo>
                    <a:pt x="454" y="2861"/>
                  </a:lnTo>
                  <a:cubicBezTo>
                    <a:pt x="459" y="2862"/>
                    <a:pt x="463" y="2864"/>
                    <a:pt x="467" y="2866"/>
                  </a:cubicBezTo>
                  <a:cubicBezTo>
                    <a:pt x="468" y="2867"/>
                    <a:pt x="468" y="2867"/>
                    <a:pt x="468" y="2867"/>
                  </a:cubicBezTo>
                  <a:lnTo>
                    <a:pt x="425" y="2920"/>
                  </a:lnTo>
                  <a:cubicBezTo>
                    <a:pt x="392" y="2963"/>
                    <a:pt x="355" y="3004"/>
                    <a:pt x="315" y="3042"/>
                  </a:cubicBezTo>
                  <a:cubicBezTo>
                    <a:pt x="302" y="3055"/>
                    <a:pt x="289" y="3070"/>
                    <a:pt x="278" y="3086"/>
                  </a:cubicBezTo>
                  <a:cubicBezTo>
                    <a:pt x="275" y="3091"/>
                    <a:pt x="273" y="3097"/>
                    <a:pt x="272" y="3103"/>
                  </a:cubicBezTo>
                  <a:cubicBezTo>
                    <a:pt x="274" y="3103"/>
                    <a:pt x="276" y="3103"/>
                    <a:pt x="278" y="3103"/>
                  </a:cubicBezTo>
                  <a:cubicBezTo>
                    <a:pt x="286" y="3103"/>
                    <a:pt x="294" y="3100"/>
                    <a:pt x="300" y="3097"/>
                  </a:cubicBezTo>
                  <a:cubicBezTo>
                    <a:pt x="305" y="3094"/>
                    <a:pt x="310" y="3091"/>
                    <a:pt x="313" y="3086"/>
                  </a:cubicBezTo>
                  <a:cubicBezTo>
                    <a:pt x="365" y="3041"/>
                    <a:pt x="413" y="2990"/>
                    <a:pt x="455" y="2935"/>
                  </a:cubicBezTo>
                  <a:cubicBezTo>
                    <a:pt x="466" y="2918"/>
                    <a:pt x="482" y="2903"/>
                    <a:pt x="499" y="2893"/>
                  </a:cubicBezTo>
                  <a:cubicBezTo>
                    <a:pt x="509" y="2887"/>
                    <a:pt x="520" y="2883"/>
                    <a:pt x="532" y="2880"/>
                  </a:cubicBezTo>
                  <a:cubicBezTo>
                    <a:pt x="541" y="2878"/>
                    <a:pt x="549" y="2872"/>
                    <a:pt x="558" y="2869"/>
                  </a:cubicBezTo>
                  <a:cubicBezTo>
                    <a:pt x="576" y="2863"/>
                    <a:pt x="595" y="2857"/>
                    <a:pt x="613" y="2852"/>
                  </a:cubicBezTo>
                  <a:cubicBezTo>
                    <a:pt x="627" y="2849"/>
                    <a:pt x="642" y="2848"/>
                    <a:pt x="656" y="2846"/>
                  </a:cubicBezTo>
                  <a:cubicBezTo>
                    <a:pt x="662" y="2846"/>
                    <a:pt x="669" y="2843"/>
                    <a:pt x="667" y="2832"/>
                  </a:cubicBezTo>
                  <a:cubicBezTo>
                    <a:pt x="661" y="2830"/>
                    <a:pt x="655" y="2828"/>
                    <a:pt x="649" y="2826"/>
                  </a:cubicBezTo>
                  <a:cubicBezTo>
                    <a:pt x="611" y="2816"/>
                    <a:pt x="570" y="2818"/>
                    <a:pt x="535" y="2793"/>
                  </a:cubicBezTo>
                  <a:cubicBezTo>
                    <a:pt x="535" y="2793"/>
                    <a:pt x="532" y="2793"/>
                    <a:pt x="530" y="2793"/>
                  </a:cubicBezTo>
                  <a:cubicBezTo>
                    <a:pt x="521" y="2793"/>
                    <a:pt x="509" y="2793"/>
                    <a:pt x="510" y="2780"/>
                  </a:cubicBezTo>
                  <a:cubicBezTo>
                    <a:pt x="510" y="2775"/>
                    <a:pt x="521" y="2771"/>
                    <a:pt x="528" y="2767"/>
                  </a:cubicBezTo>
                  <a:cubicBezTo>
                    <a:pt x="533" y="2764"/>
                    <a:pt x="538" y="2762"/>
                    <a:pt x="543" y="2760"/>
                  </a:cubicBezTo>
                  <a:cubicBezTo>
                    <a:pt x="542" y="2759"/>
                    <a:pt x="541" y="2758"/>
                    <a:pt x="540" y="2757"/>
                  </a:cubicBezTo>
                  <a:cubicBezTo>
                    <a:pt x="535" y="2754"/>
                    <a:pt x="529" y="2753"/>
                    <a:pt x="523" y="2753"/>
                  </a:cubicBezTo>
                  <a:cubicBezTo>
                    <a:pt x="522" y="2753"/>
                    <a:pt x="521" y="2753"/>
                    <a:pt x="520" y="2753"/>
                  </a:cubicBezTo>
                  <a:cubicBezTo>
                    <a:pt x="496" y="2751"/>
                    <a:pt x="494" y="2747"/>
                    <a:pt x="494" y="2719"/>
                  </a:cubicBezTo>
                  <a:cubicBezTo>
                    <a:pt x="494" y="2716"/>
                    <a:pt x="494" y="2712"/>
                    <a:pt x="494" y="2709"/>
                  </a:cubicBezTo>
                  <a:cubicBezTo>
                    <a:pt x="498" y="2708"/>
                    <a:pt x="502" y="2707"/>
                    <a:pt x="506" y="2705"/>
                  </a:cubicBezTo>
                  <a:cubicBezTo>
                    <a:pt x="513" y="2701"/>
                    <a:pt x="517" y="2695"/>
                    <a:pt x="521" y="2689"/>
                  </a:cubicBezTo>
                  <a:cubicBezTo>
                    <a:pt x="521" y="2688"/>
                    <a:pt x="522" y="2688"/>
                    <a:pt x="523" y="2687"/>
                  </a:cubicBezTo>
                  <a:cubicBezTo>
                    <a:pt x="529" y="2676"/>
                    <a:pt x="524" y="2669"/>
                    <a:pt x="510" y="2666"/>
                  </a:cubicBezTo>
                  <a:lnTo>
                    <a:pt x="496" y="2709"/>
                  </a:lnTo>
                  <a:moveTo>
                    <a:pt x="746" y="2074"/>
                  </a:moveTo>
                  <a:cubicBezTo>
                    <a:pt x="744" y="2075"/>
                    <a:pt x="742" y="2077"/>
                    <a:pt x="740" y="2078"/>
                  </a:cubicBezTo>
                  <a:cubicBezTo>
                    <a:pt x="733" y="2082"/>
                    <a:pt x="725" y="2084"/>
                    <a:pt x="717" y="2084"/>
                  </a:cubicBezTo>
                  <a:cubicBezTo>
                    <a:pt x="710" y="2084"/>
                    <a:pt x="703" y="2082"/>
                    <a:pt x="697" y="2079"/>
                  </a:cubicBezTo>
                  <a:cubicBezTo>
                    <a:pt x="690" y="2077"/>
                    <a:pt x="683" y="2075"/>
                    <a:pt x="676" y="2075"/>
                  </a:cubicBezTo>
                  <a:cubicBezTo>
                    <a:pt x="667" y="2075"/>
                    <a:pt x="656" y="2078"/>
                    <a:pt x="648" y="2083"/>
                  </a:cubicBezTo>
                  <a:cubicBezTo>
                    <a:pt x="639" y="2088"/>
                    <a:pt x="633" y="2095"/>
                    <a:pt x="628" y="2103"/>
                  </a:cubicBezTo>
                  <a:cubicBezTo>
                    <a:pt x="623" y="2111"/>
                    <a:pt x="621" y="2119"/>
                    <a:pt x="620" y="2128"/>
                  </a:cubicBezTo>
                  <a:cubicBezTo>
                    <a:pt x="616" y="2169"/>
                    <a:pt x="609" y="2211"/>
                    <a:pt x="600" y="2252"/>
                  </a:cubicBezTo>
                  <a:cubicBezTo>
                    <a:pt x="591" y="2284"/>
                    <a:pt x="584" y="2317"/>
                    <a:pt x="579" y="2350"/>
                  </a:cubicBezTo>
                  <a:cubicBezTo>
                    <a:pt x="575" y="2373"/>
                    <a:pt x="570" y="2395"/>
                    <a:pt x="565" y="2417"/>
                  </a:cubicBezTo>
                  <a:cubicBezTo>
                    <a:pt x="553" y="2467"/>
                    <a:pt x="541" y="2517"/>
                    <a:pt x="529" y="2567"/>
                  </a:cubicBezTo>
                  <a:cubicBezTo>
                    <a:pt x="523" y="2587"/>
                    <a:pt x="520" y="2608"/>
                    <a:pt x="520" y="2628"/>
                  </a:cubicBezTo>
                  <a:cubicBezTo>
                    <a:pt x="520" y="2633"/>
                    <a:pt x="520" y="2637"/>
                    <a:pt x="520" y="2642"/>
                  </a:cubicBezTo>
                  <a:cubicBezTo>
                    <a:pt x="535" y="2639"/>
                    <a:pt x="547" y="2637"/>
                    <a:pt x="560" y="2635"/>
                  </a:cubicBezTo>
                  <a:cubicBezTo>
                    <a:pt x="573" y="2632"/>
                    <a:pt x="574" y="2624"/>
                    <a:pt x="574" y="2614"/>
                  </a:cubicBezTo>
                  <a:cubicBezTo>
                    <a:pt x="565" y="2608"/>
                    <a:pt x="556" y="2602"/>
                    <a:pt x="548" y="2595"/>
                  </a:cubicBezTo>
                  <a:lnTo>
                    <a:pt x="547" y="2595"/>
                  </a:lnTo>
                  <a:cubicBezTo>
                    <a:pt x="546" y="2592"/>
                    <a:pt x="545" y="2590"/>
                    <a:pt x="545" y="2587"/>
                  </a:cubicBezTo>
                  <a:cubicBezTo>
                    <a:pt x="545" y="2585"/>
                    <a:pt x="546" y="2584"/>
                    <a:pt x="546" y="2582"/>
                  </a:cubicBezTo>
                  <a:lnTo>
                    <a:pt x="547" y="2581"/>
                  </a:lnTo>
                  <a:cubicBezTo>
                    <a:pt x="548" y="2578"/>
                    <a:pt x="550" y="2576"/>
                    <a:pt x="552" y="2575"/>
                  </a:cubicBezTo>
                  <a:cubicBezTo>
                    <a:pt x="554" y="2574"/>
                    <a:pt x="555" y="2574"/>
                    <a:pt x="556" y="2574"/>
                  </a:cubicBezTo>
                  <a:cubicBezTo>
                    <a:pt x="557" y="2574"/>
                    <a:pt x="558" y="2574"/>
                    <a:pt x="558" y="2574"/>
                  </a:cubicBezTo>
                  <a:cubicBezTo>
                    <a:pt x="569" y="2574"/>
                    <a:pt x="579" y="2574"/>
                    <a:pt x="589" y="2575"/>
                  </a:cubicBezTo>
                  <a:cubicBezTo>
                    <a:pt x="594" y="2570"/>
                    <a:pt x="598" y="2564"/>
                    <a:pt x="601" y="2558"/>
                  </a:cubicBezTo>
                  <a:cubicBezTo>
                    <a:pt x="607" y="2548"/>
                    <a:pt x="611" y="2536"/>
                    <a:pt x="613" y="2524"/>
                  </a:cubicBezTo>
                  <a:lnTo>
                    <a:pt x="587" y="2509"/>
                  </a:lnTo>
                  <a:cubicBezTo>
                    <a:pt x="593" y="2481"/>
                    <a:pt x="620" y="2500"/>
                    <a:pt x="634" y="2481"/>
                  </a:cubicBezTo>
                  <a:lnTo>
                    <a:pt x="642" y="2448"/>
                  </a:lnTo>
                  <a:cubicBezTo>
                    <a:pt x="630" y="2451"/>
                    <a:pt x="618" y="2454"/>
                    <a:pt x="605" y="2455"/>
                  </a:cubicBezTo>
                  <a:cubicBezTo>
                    <a:pt x="601" y="2454"/>
                    <a:pt x="597" y="2453"/>
                    <a:pt x="593" y="2451"/>
                  </a:cubicBezTo>
                  <a:cubicBezTo>
                    <a:pt x="590" y="2449"/>
                    <a:pt x="587" y="2447"/>
                    <a:pt x="585" y="2445"/>
                  </a:cubicBezTo>
                  <a:cubicBezTo>
                    <a:pt x="583" y="2442"/>
                    <a:pt x="585" y="2432"/>
                    <a:pt x="588" y="2427"/>
                  </a:cubicBezTo>
                  <a:cubicBezTo>
                    <a:pt x="597" y="2411"/>
                    <a:pt x="610" y="2398"/>
                    <a:pt x="625" y="2387"/>
                  </a:cubicBezTo>
                  <a:lnTo>
                    <a:pt x="631" y="2411"/>
                  </a:lnTo>
                  <a:cubicBezTo>
                    <a:pt x="633" y="2412"/>
                    <a:pt x="635" y="2412"/>
                    <a:pt x="637" y="2412"/>
                  </a:cubicBezTo>
                  <a:cubicBezTo>
                    <a:pt x="641" y="2412"/>
                    <a:pt x="645" y="2411"/>
                    <a:pt x="649" y="2409"/>
                  </a:cubicBezTo>
                  <a:cubicBezTo>
                    <a:pt x="653" y="2407"/>
                    <a:pt x="656" y="2404"/>
                    <a:pt x="658" y="2400"/>
                  </a:cubicBezTo>
                  <a:cubicBezTo>
                    <a:pt x="659" y="2398"/>
                    <a:pt x="660" y="2395"/>
                    <a:pt x="660" y="2393"/>
                  </a:cubicBezTo>
                  <a:cubicBezTo>
                    <a:pt x="666" y="2364"/>
                    <a:pt x="669" y="2335"/>
                    <a:pt x="672" y="2307"/>
                  </a:cubicBezTo>
                  <a:cubicBezTo>
                    <a:pt x="672" y="2304"/>
                    <a:pt x="670" y="2301"/>
                    <a:pt x="669" y="2299"/>
                  </a:cubicBezTo>
                  <a:cubicBezTo>
                    <a:pt x="667" y="2296"/>
                    <a:pt x="665" y="2299"/>
                    <a:pt x="664" y="2300"/>
                  </a:cubicBezTo>
                  <a:cubicBezTo>
                    <a:pt x="661" y="2305"/>
                    <a:pt x="657" y="2310"/>
                    <a:pt x="654" y="2315"/>
                  </a:cubicBezTo>
                  <a:cubicBezTo>
                    <a:pt x="653" y="2318"/>
                    <a:pt x="651" y="2321"/>
                    <a:pt x="650" y="2324"/>
                  </a:cubicBezTo>
                  <a:cubicBezTo>
                    <a:pt x="649" y="2324"/>
                    <a:pt x="649" y="2325"/>
                    <a:pt x="649" y="2325"/>
                  </a:cubicBezTo>
                  <a:cubicBezTo>
                    <a:pt x="647" y="2329"/>
                    <a:pt x="643" y="2333"/>
                    <a:pt x="639" y="2335"/>
                  </a:cubicBezTo>
                  <a:cubicBezTo>
                    <a:pt x="635" y="2337"/>
                    <a:pt x="631" y="2338"/>
                    <a:pt x="626" y="2338"/>
                  </a:cubicBezTo>
                  <a:cubicBezTo>
                    <a:pt x="625" y="2338"/>
                    <a:pt x="623" y="2338"/>
                    <a:pt x="622" y="2338"/>
                  </a:cubicBezTo>
                  <a:cubicBezTo>
                    <a:pt x="620" y="2338"/>
                    <a:pt x="617" y="2338"/>
                    <a:pt x="616" y="2337"/>
                  </a:cubicBezTo>
                  <a:cubicBezTo>
                    <a:pt x="614" y="2336"/>
                    <a:pt x="614" y="2334"/>
                    <a:pt x="613" y="2333"/>
                  </a:cubicBezTo>
                  <a:cubicBezTo>
                    <a:pt x="612" y="2331"/>
                    <a:pt x="611" y="2329"/>
                    <a:pt x="611" y="2328"/>
                  </a:cubicBezTo>
                  <a:cubicBezTo>
                    <a:pt x="611" y="2327"/>
                    <a:pt x="611" y="2326"/>
                    <a:pt x="611" y="2325"/>
                  </a:cubicBezTo>
                  <a:cubicBezTo>
                    <a:pt x="612" y="2321"/>
                    <a:pt x="613" y="2318"/>
                    <a:pt x="615" y="2314"/>
                  </a:cubicBezTo>
                  <a:cubicBezTo>
                    <a:pt x="615" y="2313"/>
                    <a:pt x="616" y="2313"/>
                    <a:pt x="617" y="2312"/>
                  </a:cubicBezTo>
                  <a:cubicBezTo>
                    <a:pt x="635" y="2290"/>
                    <a:pt x="656" y="2269"/>
                    <a:pt x="678" y="2251"/>
                  </a:cubicBezTo>
                  <a:cubicBezTo>
                    <a:pt x="685" y="2247"/>
                    <a:pt x="689" y="2241"/>
                    <a:pt x="693" y="2235"/>
                  </a:cubicBezTo>
                  <a:cubicBezTo>
                    <a:pt x="697" y="2227"/>
                    <a:pt x="700" y="2219"/>
                    <a:pt x="700" y="2211"/>
                  </a:cubicBezTo>
                  <a:cubicBezTo>
                    <a:pt x="700" y="2210"/>
                    <a:pt x="700" y="2209"/>
                    <a:pt x="700" y="2208"/>
                  </a:cubicBezTo>
                  <a:cubicBezTo>
                    <a:pt x="699" y="2208"/>
                    <a:pt x="698" y="2208"/>
                    <a:pt x="697" y="2209"/>
                  </a:cubicBezTo>
                  <a:cubicBezTo>
                    <a:pt x="690" y="2212"/>
                    <a:pt x="684" y="2219"/>
                    <a:pt x="679" y="2225"/>
                  </a:cubicBezTo>
                  <a:cubicBezTo>
                    <a:pt x="664" y="2241"/>
                    <a:pt x="649" y="2258"/>
                    <a:pt x="634" y="2275"/>
                  </a:cubicBezTo>
                  <a:cubicBezTo>
                    <a:pt x="628" y="2281"/>
                    <a:pt x="620" y="2282"/>
                    <a:pt x="611" y="2272"/>
                  </a:cubicBezTo>
                  <a:cubicBezTo>
                    <a:pt x="612" y="2269"/>
                    <a:pt x="613" y="2267"/>
                    <a:pt x="615" y="2264"/>
                  </a:cubicBezTo>
                  <a:cubicBezTo>
                    <a:pt x="618" y="2257"/>
                    <a:pt x="623" y="2251"/>
                    <a:pt x="627" y="2246"/>
                  </a:cubicBezTo>
                  <a:cubicBezTo>
                    <a:pt x="648" y="2221"/>
                    <a:pt x="669" y="2197"/>
                    <a:pt x="691" y="2173"/>
                  </a:cubicBezTo>
                  <a:cubicBezTo>
                    <a:pt x="703" y="2162"/>
                    <a:pt x="714" y="2150"/>
                    <a:pt x="724" y="2138"/>
                  </a:cubicBezTo>
                  <a:cubicBezTo>
                    <a:pt x="732" y="2123"/>
                    <a:pt x="739" y="2107"/>
                    <a:pt x="744" y="2090"/>
                  </a:cubicBezTo>
                  <a:cubicBezTo>
                    <a:pt x="744" y="2085"/>
                    <a:pt x="745" y="2079"/>
                    <a:pt x="745" y="2074"/>
                  </a:cubicBezTo>
                  <a:lnTo>
                    <a:pt x="746" y="2074"/>
                  </a:lnTo>
                  <a:moveTo>
                    <a:pt x="1377" y="2395"/>
                  </a:moveTo>
                  <a:cubicBezTo>
                    <a:pt x="1354" y="2411"/>
                    <a:pt x="1324" y="2406"/>
                    <a:pt x="1309" y="2430"/>
                  </a:cubicBezTo>
                  <a:lnTo>
                    <a:pt x="1194" y="2444"/>
                  </a:lnTo>
                  <a:cubicBezTo>
                    <a:pt x="1165" y="2432"/>
                    <a:pt x="1135" y="2426"/>
                    <a:pt x="1104" y="2426"/>
                  </a:cubicBezTo>
                  <a:cubicBezTo>
                    <a:pt x="1090" y="2426"/>
                    <a:pt x="1076" y="2427"/>
                    <a:pt x="1062" y="2430"/>
                  </a:cubicBezTo>
                  <a:cubicBezTo>
                    <a:pt x="1058" y="2430"/>
                    <a:pt x="1054" y="2430"/>
                    <a:pt x="1050" y="2430"/>
                  </a:cubicBezTo>
                  <a:cubicBezTo>
                    <a:pt x="1038" y="2430"/>
                    <a:pt x="1026" y="2428"/>
                    <a:pt x="1015" y="2424"/>
                  </a:cubicBezTo>
                  <a:cubicBezTo>
                    <a:pt x="993" y="2415"/>
                    <a:pt x="981" y="2422"/>
                    <a:pt x="968" y="2446"/>
                  </a:cubicBezTo>
                  <a:cubicBezTo>
                    <a:pt x="970" y="2447"/>
                    <a:pt x="973" y="2448"/>
                    <a:pt x="976" y="2449"/>
                  </a:cubicBezTo>
                  <a:lnTo>
                    <a:pt x="1208" y="2463"/>
                  </a:lnTo>
                  <a:cubicBezTo>
                    <a:pt x="1216" y="2463"/>
                    <a:pt x="1224" y="2464"/>
                    <a:pt x="1232" y="2466"/>
                  </a:cubicBezTo>
                  <a:cubicBezTo>
                    <a:pt x="1236" y="2467"/>
                    <a:pt x="1240" y="2473"/>
                    <a:pt x="1245" y="2478"/>
                  </a:cubicBezTo>
                  <a:cubicBezTo>
                    <a:pt x="1211" y="2487"/>
                    <a:pt x="1182" y="2494"/>
                    <a:pt x="1153" y="2503"/>
                  </a:cubicBezTo>
                  <a:cubicBezTo>
                    <a:pt x="1124" y="2512"/>
                    <a:pt x="1095" y="2523"/>
                    <a:pt x="1066" y="2534"/>
                  </a:cubicBezTo>
                  <a:cubicBezTo>
                    <a:pt x="1062" y="2535"/>
                    <a:pt x="1057" y="2537"/>
                    <a:pt x="1052" y="2537"/>
                  </a:cubicBezTo>
                  <a:cubicBezTo>
                    <a:pt x="1034" y="2538"/>
                    <a:pt x="1017" y="2544"/>
                    <a:pt x="1001" y="2553"/>
                  </a:cubicBezTo>
                  <a:cubicBezTo>
                    <a:pt x="991" y="2558"/>
                    <a:pt x="983" y="2565"/>
                    <a:pt x="975" y="2573"/>
                  </a:cubicBezTo>
                  <a:cubicBezTo>
                    <a:pt x="953" y="2591"/>
                    <a:pt x="934" y="2613"/>
                    <a:pt x="919" y="2638"/>
                  </a:cubicBezTo>
                  <a:lnTo>
                    <a:pt x="919" y="2639"/>
                  </a:lnTo>
                  <a:cubicBezTo>
                    <a:pt x="925" y="2639"/>
                    <a:pt x="928" y="2639"/>
                    <a:pt x="931" y="2639"/>
                  </a:cubicBezTo>
                  <a:lnTo>
                    <a:pt x="1170" y="2524"/>
                  </a:lnTo>
                  <a:cubicBezTo>
                    <a:pt x="1226" y="2498"/>
                    <a:pt x="1286" y="2482"/>
                    <a:pt x="1347" y="2476"/>
                  </a:cubicBezTo>
                  <a:cubicBezTo>
                    <a:pt x="1350" y="2476"/>
                    <a:pt x="1353" y="2476"/>
                    <a:pt x="1356" y="2476"/>
                  </a:cubicBezTo>
                  <a:cubicBezTo>
                    <a:pt x="1368" y="2476"/>
                    <a:pt x="1381" y="2479"/>
                    <a:pt x="1391" y="2485"/>
                  </a:cubicBezTo>
                  <a:cubicBezTo>
                    <a:pt x="1397" y="2489"/>
                    <a:pt x="1403" y="2493"/>
                    <a:pt x="1408" y="2498"/>
                  </a:cubicBezTo>
                  <a:cubicBezTo>
                    <a:pt x="1420" y="2511"/>
                    <a:pt x="1431" y="2525"/>
                    <a:pt x="1443" y="2538"/>
                  </a:cubicBezTo>
                  <a:cubicBezTo>
                    <a:pt x="1450" y="2546"/>
                    <a:pt x="1458" y="2554"/>
                    <a:pt x="1473" y="2570"/>
                  </a:cubicBezTo>
                  <a:cubicBezTo>
                    <a:pt x="1459" y="2534"/>
                    <a:pt x="1442" y="2498"/>
                    <a:pt x="1422" y="2464"/>
                  </a:cubicBezTo>
                  <a:cubicBezTo>
                    <a:pt x="1408" y="2440"/>
                    <a:pt x="1393" y="2417"/>
                    <a:pt x="1377" y="2395"/>
                  </a:cubicBezTo>
                  <a:moveTo>
                    <a:pt x="812" y="1994"/>
                  </a:moveTo>
                  <a:cubicBezTo>
                    <a:pt x="814" y="1995"/>
                    <a:pt x="817" y="1995"/>
                    <a:pt x="820" y="1995"/>
                  </a:cubicBezTo>
                  <a:cubicBezTo>
                    <a:pt x="834" y="1995"/>
                    <a:pt x="847" y="1991"/>
                    <a:pt x="860" y="1984"/>
                  </a:cubicBezTo>
                  <a:cubicBezTo>
                    <a:pt x="872" y="1977"/>
                    <a:pt x="882" y="1967"/>
                    <a:pt x="889" y="1955"/>
                  </a:cubicBezTo>
                  <a:cubicBezTo>
                    <a:pt x="891" y="1952"/>
                    <a:pt x="892" y="1948"/>
                    <a:pt x="894" y="1944"/>
                  </a:cubicBezTo>
                  <a:cubicBezTo>
                    <a:pt x="896" y="1941"/>
                    <a:pt x="898" y="1937"/>
                    <a:pt x="900" y="1933"/>
                  </a:cubicBezTo>
                  <a:cubicBezTo>
                    <a:pt x="921" y="1897"/>
                    <a:pt x="945" y="1861"/>
                    <a:pt x="972" y="1828"/>
                  </a:cubicBezTo>
                  <a:cubicBezTo>
                    <a:pt x="975" y="1824"/>
                    <a:pt x="977" y="1819"/>
                    <a:pt x="982" y="1810"/>
                  </a:cubicBezTo>
                  <a:cubicBezTo>
                    <a:pt x="974" y="1813"/>
                    <a:pt x="971" y="1814"/>
                    <a:pt x="969" y="1815"/>
                  </a:cubicBezTo>
                  <a:cubicBezTo>
                    <a:pt x="924" y="1860"/>
                    <a:pt x="879" y="1903"/>
                    <a:pt x="837" y="1948"/>
                  </a:cubicBezTo>
                  <a:cubicBezTo>
                    <a:pt x="830" y="1953"/>
                    <a:pt x="825" y="1959"/>
                    <a:pt x="821" y="1966"/>
                  </a:cubicBezTo>
                  <a:cubicBezTo>
                    <a:pt x="816" y="1975"/>
                    <a:pt x="813" y="1985"/>
                    <a:pt x="812" y="1994"/>
                  </a:cubicBezTo>
                  <a:moveTo>
                    <a:pt x="1359" y="2180"/>
                  </a:moveTo>
                  <a:cubicBezTo>
                    <a:pt x="1364" y="2174"/>
                    <a:pt x="1369" y="2171"/>
                    <a:pt x="1370" y="2167"/>
                  </a:cubicBezTo>
                  <a:cubicBezTo>
                    <a:pt x="1383" y="2126"/>
                    <a:pt x="1396" y="2085"/>
                    <a:pt x="1407" y="2043"/>
                  </a:cubicBezTo>
                  <a:cubicBezTo>
                    <a:pt x="1411" y="2022"/>
                    <a:pt x="1413" y="2000"/>
                    <a:pt x="1413" y="1978"/>
                  </a:cubicBezTo>
                  <a:cubicBezTo>
                    <a:pt x="1413" y="1976"/>
                    <a:pt x="1413" y="1973"/>
                    <a:pt x="1413" y="1971"/>
                  </a:cubicBezTo>
                  <a:cubicBezTo>
                    <a:pt x="1413" y="1970"/>
                    <a:pt x="1414" y="1968"/>
                    <a:pt x="1414" y="1967"/>
                  </a:cubicBezTo>
                  <a:cubicBezTo>
                    <a:pt x="1414" y="1962"/>
                    <a:pt x="1412" y="1956"/>
                    <a:pt x="1409" y="1951"/>
                  </a:cubicBezTo>
                  <a:cubicBezTo>
                    <a:pt x="1406" y="1946"/>
                    <a:pt x="1402" y="1942"/>
                    <a:pt x="1397" y="1939"/>
                  </a:cubicBezTo>
                  <a:cubicBezTo>
                    <a:pt x="1393" y="1937"/>
                    <a:pt x="1389" y="1935"/>
                    <a:pt x="1384" y="1935"/>
                  </a:cubicBezTo>
                  <a:cubicBezTo>
                    <a:pt x="1366" y="1970"/>
                    <a:pt x="1355" y="2009"/>
                    <a:pt x="1353" y="2049"/>
                  </a:cubicBezTo>
                  <a:cubicBezTo>
                    <a:pt x="1371" y="2029"/>
                    <a:pt x="1366" y="1996"/>
                    <a:pt x="1397" y="1977"/>
                  </a:cubicBezTo>
                  <a:cubicBezTo>
                    <a:pt x="1395" y="1991"/>
                    <a:pt x="1395" y="1998"/>
                    <a:pt x="1394" y="2006"/>
                  </a:cubicBezTo>
                  <a:cubicBezTo>
                    <a:pt x="1386" y="2037"/>
                    <a:pt x="1379" y="2068"/>
                    <a:pt x="1372" y="2099"/>
                  </a:cubicBezTo>
                  <a:cubicBezTo>
                    <a:pt x="1371" y="2105"/>
                    <a:pt x="1369" y="2111"/>
                    <a:pt x="1366" y="2116"/>
                  </a:cubicBezTo>
                  <a:cubicBezTo>
                    <a:pt x="1365" y="2117"/>
                    <a:pt x="1365" y="2117"/>
                    <a:pt x="1365" y="2117"/>
                  </a:cubicBezTo>
                  <a:cubicBezTo>
                    <a:pt x="1365" y="2117"/>
                    <a:pt x="1365" y="2118"/>
                    <a:pt x="1364" y="2118"/>
                  </a:cubicBezTo>
                  <a:cubicBezTo>
                    <a:pt x="1358" y="2129"/>
                    <a:pt x="1355" y="2142"/>
                    <a:pt x="1355" y="2155"/>
                  </a:cubicBezTo>
                  <a:cubicBezTo>
                    <a:pt x="1355" y="2163"/>
                    <a:pt x="1356" y="2172"/>
                    <a:pt x="1359" y="2180"/>
                  </a:cubicBezTo>
                  <a:moveTo>
                    <a:pt x="1927" y="1073"/>
                  </a:moveTo>
                  <a:cubicBezTo>
                    <a:pt x="1927" y="1084"/>
                    <a:pt x="1922" y="1096"/>
                    <a:pt x="1927" y="1101"/>
                  </a:cubicBezTo>
                  <a:cubicBezTo>
                    <a:pt x="1940" y="1121"/>
                    <a:pt x="1957" y="1137"/>
                    <a:pt x="1977" y="1149"/>
                  </a:cubicBezTo>
                  <a:cubicBezTo>
                    <a:pt x="1979" y="1141"/>
                    <a:pt x="1984" y="1134"/>
                    <a:pt x="1982" y="1130"/>
                  </a:cubicBezTo>
                  <a:cubicBezTo>
                    <a:pt x="1981" y="1123"/>
                    <a:pt x="1978" y="1116"/>
                    <a:pt x="1974" y="1109"/>
                  </a:cubicBezTo>
                  <a:cubicBezTo>
                    <a:pt x="1967" y="1097"/>
                    <a:pt x="1957" y="1087"/>
                    <a:pt x="1945" y="1080"/>
                  </a:cubicBezTo>
                  <a:cubicBezTo>
                    <a:pt x="1939" y="1077"/>
                    <a:pt x="1933" y="1074"/>
                    <a:pt x="1927" y="1072"/>
                  </a:cubicBezTo>
                  <a:lnTo>
                    <a:pt x="1927" y="1073"/>
                  </a:lnTo>
                  <a:moveTo>
                    <a:pt x="1368" y="1905"/>
                  </a:moveTo>
                  <a:cubicBezTo>
                    <a:pt x="1348" y="1923"/>
                    <a:pt x="1326" y="1942"/>
                    <a:pt x="1342" y="1977"/>
                  </a:cubicBezTo>
                  <a:cubicBezTo>
                    <a:pt x="1358" y="1953"/>
                    <a:pt x="1358" y="1926"/>
                    <a:pt x="1368" y="1904"/>
                  </a:cubicBezTo>
                  <a:lnTo>
                    <a:pt x="1368" y="1905"/>
                  </a:lnTo>
                  <a:moveTo>
                    <a:pt x="523" y="2721"/>
                  </a:moveTo>
                  <a:cubicBezTo>
                    <a:pt x="535" y="2719"/>
                    <a:pt x="543" y="2720"/>
                    <a:pt x="545" y="2716"/>
                  </a:cubicBezTo>
                  <a:cubicBezTo>
                    <a:pt x="545" y="2716"/>
                    <a:pt x="545" y="2715"/>
                    <a:pt x="546" y="2714"/>
                  </a:cubicBezTo>
                  <a:cubicBezTo>
                    <a:pt x="551" y="2706"/>
                    <a:pt x="553" y="2698"/>
                    <a:pt x="553" y="2689"/>
                  </a:cubicBezTo>
                  <a:cubicBezTo>
                    <a:pt x="553" y="2684"/>
                    <a:pt x="552" y="2679"/>
                    <a:pt x="551" y="2674"/>
                  </a:cubicBezTo>
                  <a:cubicBezTo>
                    <a:pt x="546" y="2674"/>
                    <a:pt x="544" y="2674"/>
                    <a:pt x="544" y="2674"/>
                  </a:cubicBezTo>
                  <a:cubicBezTo>
                    <a:pt x="537" y="2688"/>
                    <a:pt x="530" y="2701"/>
                    <a:pt x="523" y="2720"/>
                  </a:cubicBezTo>
                  <a:lnTo>
                    <a:pt x="523" y="2721"/>
                  </a:lnTo>
                  <a:moveTo>
                    <a:pt x="2016" y="1136"/>
                  </a:moveTo>
                  <a:cubicBezTo>
                    <a:pt x="2040" y="1102"/>
                    <a:pt x="2040" y="1102"/>
                    <a:pt x="2028" y="1083"/>
                  </a:cubicBezTo>
                  <a:cubicBezTo>
                    <a:pt x="2027" y="1084"/>
                    <a:pt x="2027" y="1085"/>
                    <a:pt x="2026" y="1086"/>
                  </a:cubicBezTo>
                  <a:cubicBezTo>
                    <a:pt x="2019" y="1098"/>
                    <a:pt x="2015" y="1113"/>
                    <a:pt x="2015" y="1128"/>
                  </a:cubicBezTo>
                  <a:cubicBezTo>
                    <a:pt x="2015" y="1130"/>
                    <a:pt x="2015" y="1133"/>
                    <a:pt x="2015" y="1135"/>
                  </a:cubicBezTo>
                  <a:lnTo>
                    <a:pt x="2016" y="1136"/>
                  </a:lnTo>
                  <a:moveTo>
                    <a:pt x="2073" y="1113"/>
                  </a:moveTo>
                  <a:cubicBezTo>
                    <a:pt x="2074" y="1112"/>
                    <a:pt x="2074" y="1112"/>
                    <a:pt x="2074" y="1112"/>
                  </a:cubicBezTo>
                  <a:cubicBezTo>
                    <a:pt x="2076" y="1107"/>
                    <a:pt x="2079" y="1103"/>
                    <a:pt x="2081" y="1098"/>
                  </a:cubicBezTo>
                  <a:cubicBezTo>
                    <a:pt x="2082" y="1091"/>
                    <a:pt x="2083" y="1085"/>
                    <a:pt x="2083" y="1078"/>
                  </a:cubicBezTo>
                  <a:cubicBezTo>
                    <a:pt x="2067" y="1092"/>
                    <a:pt x="2067" y="1092"/>
                    <a:pt x="2073" y="1112"/>
                  </a:cubicBezTo>
                  <a:lnTo>
                    <a:pt x="2073" y="1113"/>
                  </a:lnTo>
                  <a:moveTo>
                    <a:pt x="1211" y="1882"/>
                  </a:moveTo>
                  <a:lnTo>
                    <a:pt x="1208" y="1858"/>
                  </a:lnTo>
                  <a:cubicBezTo>
                    <a:pt x="1197" y="1868"/>
                    <a:pt x="1201" y="1874"/>
                    <a:pt x="1211" y="1881"/>
                  </a:cubicBezTo>
                  <a:lnTo>
                    <a:pt x="1211" y="1882"/>
                  </a:lnTo>
                  <a:moveTo>
                    <a:pt x="1271" y="2393"/>
                  </a:moveTo>
                  <a:cubicBezTo>
                    <a:pt x="1269" y="2392"/>
                    <a:pt x="1266" y="2392"/>
                    <a:pt x="1264" y="2391"/>
                  </a:cubicBezTo>
                  <a:cubicBezTo>
                    <a:pt x="1261" y="2391"/>
                    <a:pt x="1262" y="2393"/>
                    <a:pt x="1261" y="2394"/>
                  </a:cubicBezTo>
                  <a:cubicBezTo>
                    <a:pt x="1260" y="2394"/>
                    <a:pt x="1263" y="2396"/>
                    <a:pt x="1264" y="2396"/>
                  </a:cubicBezTo>
                  <a:cubicBezTo>
                    <a:pt x="1266" y="2395"/>
                    <a:pt x="1269" y="2394"/>
                    <a:pt x="1271" y="2393"/>
                  </a:cubicBezTo>
                  <a:moveTo>
                    <a:pt x="1370" y="2306"/>
                  </a:moveTo>
                  <a:cubicBezTo>
                    <a:pt x="1370" y="2305"/>
                    <a:pt x="1370" y="2305"/>
                    <a:pt x="1370" y="2304"/>
                  </a:cubicBezTo>
                  <a:cubicBezTo>
                    <a:pt x="1370" y="2303"/>
                    <a:pt x="1370" y="2303"/>
                    <a:pt x="1370" y="2302"/>
                  </a:cubicBezTo>
                  <a:cubicBezTo>
                    <a:pt x="1370" y="2301"/>
                    <a:pt x="1368" y="2302"/>
                    <a:pt x="1367" y="2302"/>
                  </a:cubicBezTo>
                  <a:cubicBezTo>
                    <a:pt x="1367" y="2303"/>
                    <a:pt x="1367" y="2303"/>
                    <a:pt x="1367" y="2304"/>
                  </a:cubicBezTo>
                  <a:cubicBezTo>
                    <a:pt x="1367" y="2305"/>
                    <a:pt x="1367" y="2305"/>
                    <a:pt x="1367" y="2306"/>
                  </a:cubicBezTo>
                  <a:cubicBezTo>
                    <a:pt x="1367" y="2307"/>
                    <a:pt x="1370" y="2306"/>
                    <a:pt x="1371" y="2306"/>
                  </a:cubicBezTo>
                  <a:lnTo>
                    <a:pt x="1370" y="230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8"/>
            <p:cNvSpPr/>
            <p:nvPr/>
          </p:nvSpPr>
          <p:spPr>
            <a:xfrm>
              <a:off x="7786800" y="1867320"/>
              <a:ext cx="768600" cy="362520"/>
            </a:xfrm>
            <a:custGeom>
              <a:rect b="b" l="l" r="r" t="t"/>
              <a:pathLst>
                <a:path extrusionOk="0" h="1007" w="2135">
                  <a:moveTo>
                    <a:pt x="1478" y="628"/>
                  </a:moveTo>
                  <a:cubicBezTo>
                    <a:pt x="1481" y="632"/>
                    <a:pt x="1483" y="637"/>
                    <a:pt x="1486" y="638"/>
                  </a:cubicBezTo>
                  <a:cubicBezTo>
                    <a:pt x="1574" y="687"/>
                    <a:pt x="1665" y="728"/>
                    <a:pt x="1758" y="764"/>
                  </a:cubicBezTo>
                  <a:cubicBezTo>
                    <a:pt x="1789" y="774"/>
                    <a:pt x="1820" y="782"/>
                    <a:pt x="1852" y="792"/>
                  </a:cubicBezTo>
                  <a:cubicBezTo>
                    <a:pt x="1850" y="795"/>
                    <a:pt x="1849" y="800"/>
                    <a:pt x="1849" y="804"/>
                  </a:cubicBezTo>
                  <a:cubicBezTo>
                    <a:pt x="1849" y="809"/>
                    <a:pt x="1850" y="813"/>
                    <a:pt x="1852" y="817"/>
                  </a:cubicBezTo>
                  <a:cubicBezTo>
                    <a:pt x="1854" y="821"/>
                    <a:pt x="1858" y="825"/>
                    <a:pt x="1862" y="827"/>
                  </a:cubicBezTo>
                  <a:cubicBezTo>
                    <a:pt x="1862" y="827"/>
                    <a:pt x="1863" y="828"/>
                    <a:pt x="1864" y="828"/>
                  </a:cubicBezTo>
                  <a:cubicBezTo>
                    <a:pt x="1884" y="841"/>
                    <a:pt x="1904" y="855"/>
                    <a:pt x="1925" y="867"/>
                  </a:cubicBezTo>
                  <a:cubicBezTo>
                    <a:pt x="1977" y="898"/>
                    <a:pt x="2030" y="929"/>
                    <a:pt x="2083" y="959"/>
                  </a:cubicBezTo>
                  <a:cubicBezTo>
                    <a:pt x="2087" y="961"/>
                    <a:pt x="2092" y="963"/>
                    <a:pt x="2096" y="965"/>
                  </a:cubicBezTo>
                  <a:cubicBezTo>
                    <a:pt x="2109" y="973"/>
                    <a:pt x="2122" y="983"/>
                    <a:pt x="2134" y="993"/>
                  </a:cubicBezTo>
                  <a:cubicBezTo>
                    <a:pt x="2130" y="1006"/>
                    <a:pt x="2121" y="1004"/>
                    <a:pt x="2115" y="1002"/>
                  </a:cubicBezTo>
                  <a:cubicBezTo>
                    <a:pt x="2094" y="996"/>
                    <a:pt x="2075" y="988"/>
                    <a:pt x="2056" y="979"/>
                  </a:cubicBezTo>
                  <a:cubicBezTo>
                    <a:pt x="2029" y="964"/>
                    <a:pt x="2002" y="950"/>
                    <a:pt x="1975" y="934"/>
                  </a:cubicBezTo>
                  <a:cubicBezTo>
                    <a:pt x="1924" y="904"/>
                    <a:pt x="1874" y="873"/>
                    <a:pt x="1825" y="839"/>
                  </a:cubicBezTo>
                  <a:cubicBezTo>
                    <a:pt x="1818" y="834"/>
                    <a:pt x="1810" y="829"/>
                    <a:pt x="1803" y="825"/>
                  </a:cubicBezTo>
                  <a:cubicBezTo>
                    <a:pt x="1795" y="820"/>
                    <a:pt x="1787" y="817"/>
                    <a:pt x="1779" y="813"/>
                  </a:cubicBezTo>
                  <a:cubicBezTo>
                    <a:pt x="1667" y="766"/>
                    <a:pt x="1558" y="714"/>
                    <a:pt x="1451" y="657"/>
                  </a:cubicBezTo>
                  <a:cubicBezTo>
                    <a:pt x="1450" y="657"/>
                    <a:pt x="1449" y="656"/>
                    <a:pt x="1448" y="655"/>
                  </a:cubicBezTo>
                  <a:cubicBezTo>
                    <a:pt x="1433" y="647"/>
                    <a:pt x="1416" y="642"/>
                    <a:pt x="1399" y="642"/>
                  </a:cubicBezTo>
                  <a:cubicBezTo>
                    <a:pt x="1394" y="642"/>
                    <a:pt x="1388" y="643"/>
                    <a:pt x="1383" y="644"/>
                  </a:cubicBezTo>
                  <a:cubicBezTo>
                    <a:pt x="1372" y="645"/>
                    <a:pt x="1360" y="646"/>
                    <a:pt x="1349" y="646"/>
                  </a:cubicBezTo>
                  <a:cubicBezTo>
                    <a:pt x="1317" y="646"/>
                    <a:pt x="1285" y="640"/>
                    <a:pt x="1254" y="630"/>
                  </a:cubicBezTo>
                  <a:cubicBezTo>
                    <a:pt x="1238" y="627"/>
                    <a:pt x="1223" y="622"/>
                    <a:pt x="1206" y="616"/>
                  </a:cubicBezTo>
                  <a:cubicBezTo>
                    <a:pt x="1202" y="620"/>
                    <a:pt x="1198" y="622"/>
                    <a:pt x="1193" y="625"/>
                  </a:cubicBezTo>
                  <a:cubicBezTo>
                    <a:pt x="1181" y="631"/>
                    <a:pt x="1168" y="636"/>
                    <a:pt x="1154" y="636"/>
                  </a:cubicBezTo>
                  <a:cubicBezTo>
                    <a:pt x="1147" y="636"/>
                    <a:pt x="1140" y="635"/>
                    <a:pt x="1134" y="633"/>
                  </a:cubicBezTo>
                  <a:cubicBezTo>
                    <a:pt x="1079" y="628"/>
                    <a:pt x="1026" y="615"/>
                    <a:pt x="975" y="595"/>
                  </a:cubicBezTo>
                  <a:cubicBezTo>
                    <a:pt x="963" y="590"/>
                    <a:pt x="952" y="586"/>
                    <a:pt x="940" y="599"/>
                  </a:cubicBezTo>
                  <a:cubicBezTo>
                    <a:pt x="936" y="604"/>
                    <a:pt x="922" y="604"/>
                    <a:pt x="914" y="602"/>
                  </a:cubicBezTo>
                  <a:cubicBezTo>
                    <a:pt x="890" y="598"/>
                    <a:pt x="867" y="591"/>
                    <a:pt x="844" y="584"/>
                  </a:cubicBezTo>
                  <a:cubicBezTo>
                    <a:pt x="795" y="567"/>
                    <a:pt x="747" y="548"/>
                    <a:pt x="697" y="529"/>
                  </a:cubicBezTo>
                  <a:cubicBezTo>
                    <a:pt x="686" y="539"/>
                    <a:pt x="675" y="549"/>
                    <a:pt x="657" y="540"/>
                  </a:cubicBezTo>
                  <a:cubicBezTo>
                    <a:pt x="626" y="525"/>
                    <a:pt x="594" y="514"/>
                    <a:pt x="566" y="496"/>
                  </a:cubicBezTo>
                  <a:cubicBezTo>
                    <a:pt x="502" y="455"/>
                    <a:pt x="440" y="411"/>
                    <a:pt x="377" y="369"/>
                  </a:cubicBezTo>
                  <a:cubicBezTo>
                    <a:pt x="365" y="361"/>
                    <a:pt x="353" y="354"/>
                    <a:pt x="340" y="346"/>
                  </a:cubicBezTo>
                  <a:cubicBezTo>
                    <a:pt x="340" y="345"/>
                    <a:pt x="339" y="343"/>
                    <a:pt x="338" y="342"/>
                  </a:cubicBezTo>
                  <a:cubicBezTo>
                    <a:pt x="337" y="340"/>
                    <a:pt x="334" y="337"/>
                    <a:pt x="332" y="336"/>
                  </a:cubicBezTo>
                  <a:cubicBezTo>
                    <a:pt x="329" y="335"/>
                    <a:pt x="327" y="334"/>
                    <a:pt x="324" y="334"/>
                  </a:cubicBezTo>
                  <a:cubicBezTo>
                    <a:pt x="322" y="334"/>
                    <a:pt x="320" y="334"/>
                    <a:pt x="318" y="335"/>
                  </a:cubicBezTo>
                  <a:lnTo>
                    <a:pt x="337" y="350"/>
                  </a:lnTo>
                  <a:lnTo>
                    <a:pt x="374" y="401"/>
                  </a:lnTo>
                  <a:cubicBezTo>
                    <a:pt x="347" y="396"/>
                    <a:pt x="347" y="396"/>
                    <a:pt x="321" y="370"/>
                  </a:cubicBezTo>
                  <a:cubicBezTo>
                    <a:pt x="307" y="357"/>
                    <a:pt x="294" y="344"/>
                    <a:pt x="279" y="328"/>
                  </a:cubicBezTo>
                  <a:lnTo>
                    <a:pt x="267" y="359"/>
                  </a:lnTo>
                  <a:cubicBezTo>
                    <a:pt x="258" y="359"/>
                    <a:pt x="249" y="357"/>
                    <a:pt x="240" y="354"/>
                  </a:cubicBezTo>
                  <a:cubicBezTo>
                    <a:pt x="225" y="344"/>
                    <a:pt x="212" y="332"/>
                    <a:pt x="201" y="319"/>
                  </a:cubicBezTo>
                  <a:cubicBezTo>
                    <a:pt x="138" y="239"/>
                    <a:pt x="79" y="156"/>
                    <a:pt x="26" y="70"/>
                  </a:cubicBezTo>
                  <a:cubicBezTo>
                    <a:pt x="16" y="55"/>
                    <a:pt x="9" y="38"/>
                    <a:pt x="2" y="22"/>
                  </a:cubicBezTo>
                  <a:cubicBezTo>
                    <a:pt x="0" y="18"/>
                    <a:pt x="0" y="18"/>
                    <a:pt x="12" y="0"/>
                  </a:cubicBezTo>
                  <a:cubicBezTo>
                    <a:pt x="38" y="32"/>
                    <a:pt x="62" y="66"/>
                    <a:pt x="83" y="102"/>
                  </a:cubicBezTo>
                  <a:cubicBezTo>
                    <a:pt x="109" y="138"/>
                    <a:pt x="132" y="174"/>
                    <a:pt x="158" y="208"/>
                  </a:cubicBezTo>
                  <a:cubicBezTo>
                    <a:pt x="183" y="246"/>
                    <a:pt x="211" y="281"/>
                    <a:pt x="242" y="314"/>
                  </a:cubicBezTo>
                  <a:cubicBezTo>
                    <a:pt x="241" y="305"/>
                    <a:pt x="239" y="296"/>
                    <a:pt x="236" y="288"/>
                  </a:cubicBezTo>
                  <a:cubicBezTo>
                    <a:pt x="224" y="265"/>
                    <a:pt x="212" y="243"/>
                    <a:pt x="199" y="219"/>
                  </a:cubicBezTo>
                  <a:cubicBezTo>
                    <a:pt x="202" y="219"/>
                    <a:pt x="204" y="219"/>
                    <a:pt x="207" y="219"/>
                  </a:cubicBezTo>
                  <a:cubicBezTo>
                    <a:pt x="223" y="219"/>
                    <a:pt x="238" y="223"/>
                    <a:pt x="252" y="231"/>
                  </a:cubicBezTo>
                  <a:cubicBezTo>
                    <a:pt x="254" y="232"/>
                    <a:pt x="255" y="233"/>
                    <a:pt x="257" y="234"/>
                  </a:cubicBezTo>
                  <a:cubicBezTo>
                    <a:pt x="362" y="322"/>
                    <a:pt x="474" y="403"/>
                    <a:pt x="592" y="475"/>
                  </a:cubicBezTo>
                  <a:cubicBezTo>
                    <a:pt x="593" y="474"/>
                    <a:pt x="595" y="473"/>
                    <a:pt x="596" y="472"/>
                  </a:cubicBezTo>
                  <a:cubicBezTo>
                    <a:pt x="604" y="468"/>
                    <a:pt x="613" y="465"/>
                    <a:pt x="621" y="465"/>
                  </a:cubicBezTo>
                  <a:cubicBezTo>
                    <a:pt x="628" y="465"/>
                    <a:pt x="635" y="467"/>
                    <a:pt x="641" y="470"/>
                  </a:cubicBezTo>
                  <a:cubicBezTo>
                    <a:pt x="666" y="482"/>
                    <a:pt x="692" y="492"/>
                    <a:pt x="717" y="502"/>
                  </a:cubicBezTo>
                  <a:cubicBezTo>
                    <a:pt x="757" y="520"/>
                    <a:pt x="796" y="536"/>
                    <a:pt x="837" y="549"/>
                  </a:cubicBezTo>
                  <a:cubicBezTo>
                    <a:pt x="861" y="522"/>
                    <a:pt x="861" y="522"/>
                    <a:pt x="886" y="529"/>
                  </a:cubicBezTo>
                  <a:cubicBezTo>
                    <a:pt x="920" y="540"/>
                    <a:pt x="954" y="552"/>
                    <a:pt x="987" y="564"/>
                  </a:cubicBezTo>
                  <a:cubicBezTo>
                    <a:pt x="1038" y="582"/>
                    <a:pt x="1090" y="594"/>
                    <a:pt x="1144" y="599"/>
                  </a:cubicBezTo>
                  <a:cubicBezTo>
                    <a:pt x="1144" y="588"/>
                    <a:pt x="1136" y="587"/>
                    <a:pt x="1130" y="584"/>
                  </a:cubicBezTo>
                  <a:lnTo>
                    <a:pt x="1112" y="572"/>
                  </a:lnTo>
                  <a:lnTo>
                    <a:pt x="1121" y="550"/>
                  </a:lnTo>
                  <a:cubicBezTo>
                    <a:pt x="1042" y="509"/>
                    <a:pt x="960" y="470"/>
                    <a:pt x="882" y="425"/>
                  </a:cubicBezTo>
                  <a:cubicBezTo>
                    <a:pt x="803" y="379"/>
                    <a:pt x="731" y="332"/>
                    <a:pt x="656" y="285"/>
                  </a:cubicBezTo>
                  <a:lnTo>
                    <a:pt x="644" y="315"/>
                  </a:lnTo>
                  <a:cubicBezTo>
                    <a:pt x="635" y="314"/>
                    <a:pt x="626" y="311"/>
                    <a:pt x="618" y="307"/>
                  </a:cubicBezTo>
                  <a:cubicBezTo>
                    <a:pt x="601" y="296"/>
                    <a:pt x="585" y="281"/>
                    <a:pt x="565" y="266"/>
                  </a:cubicBezTo>
                  <a:cubicBezTo>
                    <a:pt x="565" y="270"/>
                    <a:pt x="564" y="274"/>
                    <a:pt x="564" y="277"/>
                  </a:cubicBezTo>
                  <a:cubicBezTo>
                    <a:pt x="564" y="290"/>
                    <a:pt x="567" y="303"/>
                    <a:pt x="574" y="315"/>
                  </a:cubicBezTo>
                  <a:cubicBezTo>
                    <a:pt x="578" y="333"/>
                    <a:pt x="575" y="348"/>
                    <a:pt x="567" y="349"/>
                  </a:cubicBezTo>
                  <a:cubicBezTo>
                    <a:pt x="566" y="349"/>
                    <a:pt x="566" y="349"/>
                    <a:pt x="565" y="349"/>
                  </a:cubicBezTo>
                  <a:cubicBezTo>
                    <a:pt x="560" y="349"/>
                    <a:pt x="554" y="347"/>
                    <a:pt x="550" y="345"/>
                  </a:cubicBezTo>
                  <a:cubicBezTo>
                    <a:pt x="545" y="342"/>
                    <a:pt x="542" y="339"/>
                    <a:pt x="540" y="334"/>
                  </a:cubicBezTo>
                  <a:cubicBezTo>
                    <a:pt x="539" y="334"/>
                    <a:pt x="539" y="334"/>
                    <a:pt x="539" y="333"/>
                  </a:cubicBezTo>
                  <a:cubicBezTo>
                    <a:pt x="535" y="328"/>
                    <a:pt x="531" y="323"/>
                    <a:pt x="528" y="317"/>
                  </a:cubicBezTo>
                  <a:cubicBezTo>
                    <a:pt x="484" y="240"/>
                    <a:pt x="439" y="164"/>
                    <a:pt x="396" y="87"/>
                  </a:cubicBezTo>
                  <a:cubicBezTo>
                    <a:pt x="394" y="84"/>
                    <a:pt x="392" y="82"/>
                    <a:pt x="391" y="79"/>
                  </a:cubicBezTo>
                  <a:cubicBezTo>
                    <a:pt x="386" y="71"/>
                    <a:pt x="384" y="62"/>
                    <a:pt x="384" y="53"/>
                  </a:cubicBezTo>
                  <a:cubicBezTo>
                    <a:pt x="384" y="51"/>
                    <a:pt x="384" y="49"/>
                    <a:pt x="384" y="47"/>
                  </a:cubicBezTo>
                  <a:cubicBezTo>
                    <a:pt x="397" y="52"/>
                    <a:pt x="400" y="64"/>
                    <a:pt x="406" y="74"/>
                  </a:cubicBezTo>
                  <a:cubicBezTo>
                    <a:pt x="441" y="132"/>
                    <a:pt x="476" y="189"/>
                    <a:pt x="511" y="247"/>
                  </a:cubicBezTo>
                  <a:cubicBezTo>
                    <a:pt x="517" y="256"/>
                    <a:pt x="520" y="269"/>
                    <a:pt x="534" y="270"/>
                  </a:cubicBezTo>
                  <a:lnTo>
                    <a:pt x="535" y="278"/>
                  </a:lnTo>
                  <a:lnTo>
                    <a:pt x="539" y="275"/>
                  </a:lnTo>
                  <a:lnTo>
                    <a:pt x="533" y="271"/>
                  </a:lnTo>
                  <a:cubicBezTo>
                    <a:pt x="530" y="255"/>
                    <a:pt x="527" y="240"/>
                    <a:pt x="525" y="224"/>
                  </a:cubicBezTo>
                  <a:cubicBezTo>
                    <a:pt x="525" y="218"/>
                    <a:pt x="534" y="212"/>
                    <a:pt x="539" y="215"/>
                  </a:cubicBezTo>
                  <a:cubicBezTo>
                    <a:pt x="549" y="221"/>
                    <a:pt x="560" y="229"/>
                    <a:pt x="570" y="237"/>
                  </a:cubicBezTo>
                  <a:cubicBezTo>
                    <a:pt x="584" y="251"/>
                    <a:pt x="601" y="264"/>
                    <a:pt x="618" y="274"/>
                  </a:cubicBezTo>
                  <a:cubicBezTo>
                    <a:pt x="618" y="265"/>
                    <a:pt x="618" y="258"/>
                    <a:pt x="617" y="253"/>
                  </a:cubicBezTo>
                  <a:cubicBezTo>
                    <a:pt x="611" y="244"/>
                    <a:pt x="602" y="236"/>
                    <a:pt x="596" y="227"/>
                  </a:cubicBezTo>
                  <a:cubicBezTo>
                    <a:pt x="594" y="224"/>
                    <a:pt x="596" y="218"/>
                    <a:pt x="598" y="214"/>
                  </a:cubicBezTo>
                  <a:cubicBezTo>
                    <a:pt x="615" y="210"/>
                    <a:pt x="623" y="222"/>
                    <a:pt x="633" y="229"/>
                  </a:cubicBezTo>
                  <a:cubicBezTo>
                    <a:pt x="688" y="265"/>
                    <a:pt x="742" y="304"/>
                    <a:pt x="798" y="339"/>
                  </a:cubicBezTo>
                  <a:cubicBezTo>
                    <a:pt x="827" y="357"/>
                    <a:pt x="856" y="375"/>
                    <a:pt x="886" y="393"/>
                  </a:cubicBezTo>
                  <a:cubicBezTo>
                    <a:pt x="1010" y="464"/>
                    <a:pt x="1140" y="523"/>
                    <a:pt x="1276" y="570"/>
                  </a:cubicBezTo>
                  <a:cubicBezTo>
                    <a:pt x="1281" y="572"/>
                    <a:pt x="1285" y="574"/>
                    <a:pt x="1290" y="577"/>
                  </a:cubicBezTo>
                  <a:cubicBezTo>
                    <a:pt x="1291" y="577"/>
                    <a:pt x="1292" y="578"/>
                    <a:pt x="1293" y="578"/>
                  </a:cubicBezTo>
                  <a:cubicBezTo>
                    <a:pt x="1294" y="579"/>
                    <a:pt x="1294" y="581"/>
                    <a:pt x="1297" y="585"/>
                  </a:cubicBezTo>
                  <a:cubicBezTo>
                    <a:pt x="1291" y="588"/>
                    <a:pt x="1286" y="590"/>
                    <a:pt x="1281" y="592"/>
                  </a:cubicBezTo>
                  <a:cubicBezTo>
                    <a:pt x="1276" y="594"/>
                    <a:pt x="1272" y="595"/>
                    <a:pt x="1267" y="596"/>
                  </a:cubicBezTo>
                  <a:cubicBezTo>
                    <a:pt x="1269" y="599"/>
                    <a:pt x="1271" y="602"/>
                    <a:pt x="1273" y="603"/>
                  </a:cubicBezTo>
                  <a:lnTo>
                    <a:pt x="1372" y="624"/>
                  </a:lnTo>
                  <a:cubicBezTo>
                    <a:pt x="1377" y="610"/>
                    <a:pt x="1366" y="608"/>
                    <a:pt x="1361" y="605"/>
                  </a:cubicBezTo>
                  <a:cubicBezTo>
                    <a:pt x="1336" y="588"/>
                    <a:pt x="1310" y="572"/>
                    <a:pt x="1284" y="557"/>
                  </a:cubicBezTo>
                  <a:cubicBezTo>
                    <a:pt x="1250" y="537"/>
                    <a:pt x="1215" y="519"/>
                    <a:pt x="1180" y="503"/>
                  </a:cubicBezTo>
                  <a:cubicBezTo>
                    <a:pt x="1141" y="487"/>
                    <a:pt x="1105" y="465"/>
                    <a:pt x="1068" y="445"/>
                  </a:cubicBezTo>
                  <a:cubicBezTo>
                    <a:pt x="1057" y="438"/>
                    <a:pt x="1046" y="431"/>
                    <a:pt x="1036" y="423"/>
                  </a:cubicBezTo>
                  <a:cubicBezTo>
                    <a:pt x="1071" y="415"/>
                    <a:pt x="1089" y="444"/>
                    <a:pt x="1115" y="444"/>
                  </a:cubicBezTo>
                  <a:cubicBezTo>
                    <a:pt x="1121" y="435"/>
                    <a:pt x="1113" y="432"/>
                    <a:pt x="1108" y="429"/>
                  </a:cubicBezTo>
                  <a:cubicBezTo>
                    <a:pt x="1082" y="413"/>
                    <a:pt x="1056" y="398"/>
                    <a:pt x="1029" y="381"/>
                  </a:cubicBezTo>
                  <a:cubicBezTo>
                    <a:pt x="1012" y="370"/>
                    <a:pt x="995" y="357"/>
                    <a:pt x="978" y="344"/>
                  </a:cubicBezTo>
                  <a:cubicBezTo>
                    <a:pt x="976" y="343"/>
                    <a:pt x="974" y="341"/>
                    <a:pt x="973" y="339"/>
                  </a:cubicBezTo>
                  <a:cubicBezTo>
                    <a:pt x="971" y="336"/>
                    <a:pt x="971" y="334"/>
                    <a:pt x="971" y="331"/>
                  </a:cubicBezTo>
                  <a:cubicBezTo>
                    <a:pt x="971" y="328"/>
                    <a:pt x="971" y="326"/>
                    <a:pt x="973" y="323"/>
                  </a:cubicBezTo>
                  <a:lnTo>
                    <a:pt x="973" y="322"/>
                  </a:lnTo>
                  <a:cubicBezTo>
                    <a:pt x="974" y="322"/>
                    <a:pt x="974" y="322"/>
                    <a:pt x="974" y="322"/>
                  </a:cubicBezTo>
                  <a:cubicBezTo>
                    <a:pt x="978" y="322"/>
                    <a:pt x="982" y="323"/>
                    <a:pt x="985" y="324"/>
                  </a:cubicBezTo>
                  <a:cubicBezTo>
                    <a:pt x="1016" y="344"/>
                    <a:pt x="1046" y="363"/>
                    <a:pt x="1077" y="381"/>
                  </a:cubicBezTo>
                  <a:cubicBezTo>
                    <a:pt x="1220" y="463"/>
                    <a:pt x="1372" y="528"/>
                    <a:pt x="1530" y="575"/>
                  </a:cubicBezTo>
                  <a:cubicBezTo>
                    <a:pt x="1561" y="585"/>
                    <a:pt x="1592" y="592"/>
                    <a:pt x="1623" y="601"/>
                  </a:cubicBezTo>
                  <a:cubicBezTo>
                    <a:pt x="1629" y="604"/>
                    <a:pt x="1636" y="605"/>
                    <a:pt x="1643" y="605"/>
                  </a:cubicBezTo>
                  <a:cubicBezTo>
                    <a:pt x="1652" y="605"/>
                    <a:pt x="1661" y="603"/>
                    <a:pt x="1669" y="598"/>
                  </a:cubicBezTo>
                  <a:cubicBezTo>
                    <a:pt x="1670" y="598"/>
                    <a:pt x="1671" y="597"/>
                    <a:pt x="1671" y="597"/>
                  </a:cubicBezTo>
                  <a:cubicBezTo>
                    <a:pt x="1665" y="589"/>
                    <a:pt x="1658" y="581"/>
                    <a:pt x="1651" y="574"/>
                  </a:cubicBezTo>
                  <a:cubicBezTo>
                    <a:pt x="1631" y="556"/>
                    <a:pt x="1608" y="540"/>
                    <a:pt x="1584" y="526"/>
                  </a:cubicBezTo>
                  <a:cubicBezTo>
                    <a:pt x="1573" y="520"/>
                    <a:pt x="1562" y="514"/>
                    <a:pt x="1550" y="509"/>
                  </a:cubicBezTo>
                  <a:cubicBezTo>
                    <a:pt x="1524" y="497"/>
                    <a:pt x="1497" y="482"/>
                    <a:pt x="1472" y="470"/>
                  </a:cubicBezTo>
                  <a:cubicBezTo>
                    <a:pt x="1469" y="468"/>
                    <a:pt x="1465" y="467"/>
                    <a:pt x="1462" y="465"/>
                  </a:cubicBezTo>
                  <a:cubicBezTo>
                    <a:pt x="1457" y="462"/>
                    <a:pt x="1452" y="458"/>
                    <a:pt x="1448" y="455"/>
                  </a:cubicBezTo>
                  <a:cubicBezTo>
                    <a:pt x="1409" y="417"/>
                    <a:pt x="1359" y="397"/>
                    <a:pt x="1314" y="369"/>
                  </a:cubicBezTo>
                  <a:cubicBezTo>
                    <a:pt x="1254" y="332"/>
                    <a:pt x="1193" y="296"/>
                    <a:pt x="1133" y="258"/>
                  </a:cubicBezTo>
                  <a:cubicBezTo>
                    <a:pt x="1132" y="257"/>
                    <a:pt x="1130" y="256"/>
                    <a:pt x="1129" y="256"/>
                  </a:cubicBezTo>
                  <a:cubicBezTo>
                    <a:pt x="1108" y="244"/>
                    <a:pt x="1090" y="228"/>
                    <a:pt x="1075" y="209"/>
                  </a:cubicBezTo>
                  <a:cubicBezTo>
                    <a:pt x="1079" y="200"/>
                    <a:pt x="1085" y="200"/>
                    <a:pt x="1091" y="203"/>
                  </a:cubicBezTo>
                  <a:cubicBezTo>
                    <a:pt x="1104" y="212"/>
                    <a:pt x="1117" y="221"/>
                    <a:pt x="1131" y="230"/>
                  </a:cubicBezTo>
                  <a:lnTo>
                    <a:pt x="1459" y="415"/>
                  </a:lnTo>
                  <a:cubicBezTo>
                    <a:pt x="1464" y="418"/>
                    <a:pt x="1469" y="419"/>
                    <a:pt x="1474" y="419"/>
                  </a:cubicBezTo>
                  <a:cubicBezTo>
                    <a:pt x="1475" y="419"/>
                    <a:pt x="1476" y="419"/>
                    <a:pt x="1477" y="419"/>
                  </a:cubicBezTo>
                  <a:cubicBezTo>
                    <a:pt x="1457" y="393"/>
                    <a:pt x="1432" y="372"/>
                    <a:pt x="1404" y="356"/>
                  </a:cubicBezTo>
                  <a:cubicBezTo>
                    <a:pt x="1397" y="352"/>
                    <a:pt x="1389" y="348"/>
                    <a:pt x="1382" y="344"/>
                  </a:cubicBezTo>
                  <a:cubicBezTo>
                    <a:pt x="1362" y="336"/>
                    <a:pt x="1342" y="326"/>
                    <a:pt x="1323" y="315"/>
                  </a:cubicBezTo>
                  <a:cubicBezTo>
                    <a:pt x="1285" y="293"/>
                    <a:pt x="1249" y="266"/>
                    <a:pt x="1218" y="235"/>
                  </a:cubicBezTo>
                  <a:cubicBezTo>
                    <a:pt x="1218" y="234"/>
                    <a:pt x="1218" y="234"/>
                    <a:pt x="1218" y="234"/>
                  </a:cubicBezTo>
                  <a:cubicBezTo>
                    <a:pt x="1216" y="231"/>
                    <a:pt x="1215" y="228"/>
                    <a:pt x="1215" y="224"/>
                  </a:cubicBezTo>
                  <a:cubicBezTo>
                    <a:pt x="1215" y="222"/>
                    <a:pt x="1216" y="220"/>
                    <a:pt x="1216" y="218"/>
                  </a:cubicBezTo>
                  <a:cubicBezTo>
                    <a:pt x="1219" y="211"/>
                    <a:pt x="1227" y="212"/>
                    <a:pt x="1233" y="215"/>
                  </a:cubicBezTo>
                  <a:cubicBezTo>
                    <a:pt x="1235" y="216"/>
                    <a:pt x="1237" y="217"/>
                    <a:pt x="1239" y="218"/>
                  </a:cubicBezTo>
                  <a:cubicBezTo>
                    <a:pt x="1244" y="221"/>
                    <a:pt x="1249" y="224"/>
                    <a:pt x="1253" y="228"/>
                  </a:cubicBezTo>
                  <a:cubicBezTo>
                    <a:pt x="1265" y="236"/>
                    <a:pt x="1276" y="245"/>
                    <a:pt x="1288" y="254"/>
                  </a:cubicBezTo>
                  <a:cubicBezTo>
                    <a:pt x="1305" y="265"/>
                    <a:pt x="1319" y="282"/>
                    <a:pt x="1344" y="276"/>
                  </a:cubicBezTo>
                  <a:cubicBezTo>
                    <a:pt x="1350" y="275"/>
                    <a:pt x="1359" y="282"/>
                    <a:pt x="1365" y="287"/>
                  </a:cubicBezTo>
                  <a:cubicBezTo>
                    <a:pt x="1439" y="346"/>
                    <a:pt x="1514" y="405"/>
                    <a:pt x="1588" y="465"/>
                  </a:cubicBezTo>
                  <a:cubicBezTo>
                    <a:pt x="1595" y="471"/>
                    <a:pt x="1605" y="477"/>
                    <a:pt x="1608" y="485"/>
                  </a:cubicBezTo>
                  <a:cubicBezTo>
                    <a:pt x="1620" y="515"/>
                    <a:pt x="1647" y="527"/>
                    <a:pt x="1668" y="547"/>
                  </a:cubicBezTo>
                  <a:cubicBezTo>
                    <a:pt x="1689" y="566"/>
                    <a:pt x="1706" y="582"/>
                    <a:pt x="1723" y="601"/>
                  </a:cubicBezTo>
                  <a:cubicBezTo>
                    <a:pt x="1727" y="605"/>
                    <a:pt x="1730" y="610"/>
                    <a:pt x="1733" y="614"/>
                  </a:cubicBezTo>
                  <a:cubicBezTo>
                    <a:pt x="1735" y="618"/>
                    <a:pt x="1737" y="622"/>
                    <a:pt x="1738" y="625"/>
                  </a:cubicBezTo>
                  <a:cubicBezTo>
                    <a:pt x="1740" y="629"/>
                    <a:pt x="1740" y="632"/>
                    <a:pt x="1740" y="636"/>
                  </a:cubicBezTo>
                  <a:cubicBezTo>
                    <a:pt x="1740" y="641"/>
                    <a:pt x="1739" y="645"/>
                    <a:pt x="1737" y="650"/>
                  </a:cubicBezTo>
                  <a:cubicBezTo>
                    <a:pt x="1734" y="654"/>
                    <a:pt x="1731" y="658"/>
                    <a:pt x="1726" y="661"/>
                  </a:cubicBezTo>
                  <a:cubicBezTo>
                    <a:pt x="1724" y="662"/>
                    <a:pt x="1722" y="663"/>
                    <a:pt x="1719" y="664"/>
                  </a:cubicBezTo>
                  <a:cubicBezTo>
                    <a:pt x="1712" y="665"/>
                    <a:pt x="1706" y="666"/>
                    <a:pt x="1699" y="666"/>
                  </a:cubicBezTo>
                  <a:cubicBezTo>
                    <a:pt x="1686" y="666"/>
                    <a:pt x="1674" y="663"/>
                    <a:pt x="1662" y="658"/>
                  </a:cubicBezTo>
                  <a:cubicBezTo>
                    <a:pt x="1632" y="645"/>
                    <a:pt x="1600" y="638"/>
                    <a:pt x="1567" y="638"/>
                  </a:cubicBezTo>
                  <a:cubicBezTo>
                    <a:pt x="1563" y="638"/>
                    <a:pt x="1558" y="638"/>
                    <a:pt x="1554" y="639"/>
                  </a:cubicBezTo>
                  <a:cubicBezTo>
                    <a:pt x="1528" y="638"/>
                    <a:pt x="1503" y="636"/>
                    <a:pt x="1477" y="632"/>
                  </a:cubicBezTo>
                  <a:cubicBezTo>
                    <a:pt x="1475" y="629"/>
                    <a:pt x="1474" y="622"/>
                    <a:pt x="1470" y="630"/>
                  </a:cubicBezTo>
                  <a:lnTo>
                    <a:pt x="1478" y="628"/>
                  </a:lnTo>
                  <a:moveTo>
                    <a:pt x="1685" y="634"/>
                  </a:moveTo>
                  <a:lnTo>
                    <a:pt x="1695" y="627"/>
                  </a:lnTo>
                  <a:cubicBezTo>
                    <a:pt x="1692" y="624"/>
                    <a:pt x="1689" y="619"/>
                    <a:pt x="1686" y="619"/>
                  </a:cubicBezTo>
                  <a:cubicBezTo>
                    <a:pt x="1682" y="618"/>
                    <a:pt x="1680" y="623"/>
                    <a:pt x="1676" y="625"/>
                  </a:cubicBezTo>
                  <a:lnTo>
                    <a:pt x="1685" y="634"/>
                  </a:lnTo>
                  <a:moveTo>
                    <a:pt x="1240" y="592"/>
                  </a:moveTo>
                  <a:lnTo>
                    <a:pt x="1240" y="589"/>
                  </a:lnTo>
                  <a:lnTo>
                    <a:pt x="1237" y="591"/>
                  </a:lnTo>
                  <a:lnTo>
                    <a:pt x="1240" y="59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8"/>
            <p:cNvSpPr/>
            <p:nvPr/>
          </p:nvSpPr>
          <p:spPr>
            <a:xfrm>
              <a:off x="8211240" y="1629000"/>
              <a:ext cx="337680" cy="366480"/>
            </a:xfrm>
            <a:custGeom>
              <a:rect b="b" l="l" r="r" t="t"/>
              <a:pathLst>
                <a:path extrusionOk="0" h="1018" w="938">
                  <a:moveTo>
                    <a:pt x="29" y="46"/>
                  </a:moveTo>
                  <a:cubicBezTo>
                    <a:pt x="28" y="46"/>
                    <a:pt x="26" y="46"/>
                    <a:pt x="25" y="46"/>
                  </a:cubicBezTo>
                  <a:cubicBezTo>
                    <a:pt x="12" y="38"/>
                    <a:pt x="0" y="29"/>
                    <a:pt x="6" y="12"/>
                  </a:cubicBezTo>
                  <a:cubicBezTo>
                    <a:pt x="10" y="1"/>
                    <a:pt x="25" y="0"/>
                    <a:pt x="45" y="12"/>
                  </a:cubicBezTo>
                  <a:cubicBezTo>
                    <a:pt x="54" y="17"/>
                    <a:pt x="63" y="21"/>
                    <a:pt x="73" y="27"/>
                  </a:cubicBezTo>
                  <a:cubicBezTo>
                    <a:pt x="99" y="42"/>
                    <a:pt x="125" y="61"/>
                    <a:pt x="148" y="82"/>
                  </a:cubicBezTo>
                  <a:cubicBezTo>
                    <a:pt x="198" y="133"/>
                    <a:pt x="251" y="180"/>
                    <a:pt x="303" y="229"/>
                  </a:cubicBezTo>
                  <a:cubicBezTo>
                    <a:pt x="315" y="240"/>
                    <a:pt x="327" y="250"/>
                    <a:pt x="338" y="260"/>
                  </a:cubicBezTo>
                  <a:cubicBezTo>
                    <a:pt x="349" y="254"/>
                    <a:pt x="343" y="248"/>
                    <a:pt x="341" y="243"/>
                  </a:cubicBezTo>
                  <a:cubicBezTo>
                    <a:pt x="327" y="209"/>
                    <a:pt x="312" y="175"/>
                    <a:pt x="298" y="141"/>
                  </a:cubicBezTo>
                  <a:cubicBezTo>
                    <a:pt x="295" y="133"/>
                    <a:pt x="294" y="126"/>
                    <a:pt x="290" y="114"/>
                  </a:cubicBezTo>
                  <a:cubicBezTo>
                    <a:pt x="299" y="116"/>
                    <a:pt x="305" y="116"/>
                    <a:pt x="307" y="118"/>
                  </a:cubicBezTo>
                  <a:cubicBezTo>
                    <a:pt x="312" y="124"/>
                    <a:pt x="316" y="131"/>
                    <a:pt x="320" y="137"/>
                  </a:cubicBezTo>
                  <a:cubicBezTo>
                    <a:pt x="322" y="140"/>
                    <a:pt x="323" y="144"/>
                    <a:pt x="325" y="147"/>
                  </a:cubicBezTo>
                  <a:cubicBezTo>
                    <a:pt x="355" y="213"/>
                    <a:pt x="385" y="279"/>
                    <a:pt x="413" y="346"/>
                  </a:cubicBezTo>
                  <a:cubicBezTo>
                    <a:pt x="433" y="394"/>
                    <a:pt x="448" y="443"/>
                    <a:pt x="466" y="491"/>
                  </a:cubicBezTo>
                  <a:cubicBezTo>
                    <a:pt x="469" y="502"/>
                    <a:pt x="474" y="513"/>
                    <a:pt x="480" y="523"/>
                  </a:cubicBezTo>
                  <a:cubicBezTo>
                    <a:pt x="488" y="537"/>
                    <a:pt x="498" y="549"/>
                    <a:pt x="509" y="560"/>
                  </a:cubicBezTo>
                  <a:cubicBezTo>
                    <a:pt x="536" y="587"/>
                    <a:pt x="562" y="613"/>
                    <a:pt x="589" y="640"/>
                  </a:cubicBezTo>
                  <a:cubicBezTo>
                    <a:pt x="595" y="646"/>
                    <a:pt x="603" y="652"/>
                    <a:pt x="619" y="666"/>
                  </a:cubicBezTo>
                  <a:cubicBezTo>
                    <a:pt x="595" y="598"/>
                    <a:pt x="574" y="542"/>
                    <a:pt x="556" y="484"/>
                  </a:cubicBezTo>
                  <a:cubicBezTo>
                    <a:pt x="536" y="429"/>
                    <a:pt x="522" y="371"/>
                    <a:pt x="515" y="313"/>
                  </a:cubicBezTo>
                  <a:cubicBezTo>
                    <a:pt x="529" y="314"/>
                    <a:pt x="528" y="322"/>
                    <a:pt x="530" y="328"/>
                  </a:cubicBezTo>
                  <a:cubicBezTo>
                    <a:pt x="566" y="448"/>
                    <a:pt x="607" y="567"/>
                    <a:pt x="652" y="685"/>
                  </a:cubicBezTo>
                  <a:cubicBezTo>
                    <a:pt x="655" y="692"/>
                    <a:pt x="657" y="700"/>
                    <a:pt x="662" y="707"/>
                  </a:cubicBezTo>
                  <a:cubicBezTo>
                    <a:pt x="664" y="712"/>
                    <a:pt x="669" y="717"/>
                    <a:pt x="673" y="722"/>
                  </a:cubicBezTo>
                  <a:cubicBezTo>
                    <a:pt x="699" y="754"/>
                    <a:pt x="730" y="783"/>
                    <a:pt x="758" y="813"/>
                  </a:cubicBezTo>
                  <a:cubicBezTo>
                    <a:pt x="770" y="809"/>
                    <a:pt x="765" y="802"/>
                    <a:pt x="763" y="797"/>
                  </a:cubicBezTo>
                  <a:cubicBezTo>
                    <a:pt x="752" y="765"/>
                    <a:pt x="740" y="734"/>
                    <a:pt x="729" y="702"/>
                  </a:cubicBezTo>
                  <a:cubicBezTo>
                    <a:pt x="729" y="699"/>
                    <a:pt x="725" y="696"/>
                    <a:pt x="724" y="694"/>
                  </a:cubicBezTo>
                  <a:cubicBezTo>
                    <a:pt x="710" y="636"/>
                    <a:pt x="695" y="578"/>
                    <a:pt x="685" y="519"/>
                  </a:cubicBezTo>
                  <a:cubicBezTo>
                    <a:pt x="688" y="523"/>
                    <a:pt x="691" y="528"/>
                    <a:pt x="694" y="533"/>
                  </a:cubicBezTo>
                  <a:cubicBezTo>
                    <a:pt x="696" y="536"/>
                    <a:pt x="697" y="538"/>
                    <a:pt x="699" y="541"/>
                  </a:cubicBezTo>
                  <a:cubicBezTo>
                    <a:pt x="716" y="588"/>
                    <a:pt x="733" y="635"/>
                    <a:pt x="749" y="683"/>
                  </a:cubicBezTo>
                  <a:cubicBezTo>
                    <a:pt x="751" y="692"/>
                    <a:pt x="754" y="699"/>
                    <a:pt x="759" y="708"/>
                  </a:cubicBezTo>
                  <a:cubicBezTo>
                    <a:pt x="767" y="721"/>
                    <a:pt x="777" y="733"/>
                    <a:pt x="791" y="741"/>
                  </a:cubicBezTo>
                  <a:cubicBezTo>
                    <a:pt x="791" y="741"/>
                    <a:pt x="793" y="742"/>
                    <a:pt x="794" y="742"/>
                  </a:cubicBezTo>
                  <a:cubicBezTo>
                    <a:pt x="798" y="744"/>
                    <a:pt x="800" y="745"/>
                    <a:pt x="804" y="747"/>
                  </a:cubicBezTo>
                  <a:cubicBezTo>
                    <a:pt x="813" y="753"/>
                    <a:pt x="823" y="761"/>
                    <a:pt x="829" y="772"/>
                  </a:cubicBezTo>
                  <a:cubicBezTo>
                    <a:pt x="831" y="775"/>
                    <a:pt x="833" y="780"/>
                    <a:pt x="834" y="785"/>
                  </a:cubicBezTo>
                  <a:cubicBezTo>
                    <a:pt x="838" y="792"/>
                    <a:pt x="841" y="798"/>
                    <a:pt x="845" y="805"/>
                  </a:cubicBezTo>
                  <a:cubicBezTo>
                    <a:pt x="851" y="815"/>
                    <a:pt x="857" y="825"/>
                    <a:pt x="864" y="834"/>
                  </a:cubicBezTo>
                  <a:cubicBezTo>
                    <a:pt x="885" y="863"/>
                    <a:pt x="907" y="891"/>
                    <a:pt x="927" y="920"/>
                  </a:cubicBezTo>
                  <a:cubicBezTo>
                    <a:pt x="932" y="930"/>
                    <a:pt x="935" y="940"/>
                    <a:pt x="937" y="950"/>
                  </a:cubicBezTo>
                  <a:cubicBezTo>
                    <a:pt x="904" y="941"/>
                    <a:pt x="899" y="907"/>
                    <a:pt x="870" y="894"/>
                  </a:cubicBezTo>
                  <a:cubicBezTo>
                    <a:pt x="873" y="919"/>
                    <a:pt x="879" y="944"/>
                    <a:pt x="893" y="967"/>
                  </a:cubicBezTo>
                  <a:cubicBezTo>
                    <a:pt x="899" y="978"/>
                    <a:pt x="908" y="990"/>
                    <a:pt x="918" y="1000"/>
                  </a:cubicBezTo>
                  <a:cubicBezTo>
                    <a:pt x="916" y="1014"/>
                    <a:pt x="908" y="1017"/>
                    <a:pt x="897" y="1014"/>
                  </a:cubicBezTo>
                  <a:cubicBezTo>
                    <a:pt x="893" y="1013"/>
                    <a:pt x="889" y="1011"/>
                    <a:pt x="885" y="1009"/>
                  </a:cubicBezTo>
                  <a:cubicBezTo>
                    <a:pt x="877" y="1004"/>
                    <a:pt x="870" y="998"/>
                    <a:pt x="866" y="991"/>
                  </a:cubicBezTo>
                  <a:cubicBezTo>
                    <a:pt x="863" y="987"/>
                    <a:pt x="862" y="983"/>
                    <a:pt x="861" y="978"/>
                  </a:cubicBezTo>
                  <a:cubicBezTo>
                    <a:pt x="857" y="965"/>
                    <a:pt x="853" y="952"/>
                    <a:pt x="848" y="934"/>
                  </a:cubicBezTo>
                  <a:lnTo>
                    <a:pt x="820" y="944"/>
                  </a:lnTo>
                  <a:cubicBezTo>
                    <a:pt x="781" y="902"/>
                    <a:pt x="753" y="849"/>
                    <a:pt x="702" y="815"/>
                  </a:cubicBezTo>
                  <a:lnTo>
                    <a:pt x="729" y="869"/>
                  </a:lnTo>
                  <a:cubicBezTo>
                    <a:pt x="722" y="881"/>
                    <a:pt x="714" y="878"/>
                    <a:pt x="709" y="871"/>
                  </a:cubicBezTo>
                  <a:cubicBezTo>
                    <a:pt x="703" y="864"/>
                    <a:pt x="698" y="856"/>
                    <a:pt x="694" y="849"/>
                  </a:cubicBezTo>
                  <a:cubicBezTo>
                    <a:pt x="689" y="841"/>
                    <a:pt x="686" y="834"/>
                    <a:pt x="683" y="826"/>
                  </a:cubicBezTo>
                  <a:cubicBezTo>
                    <a:pt x="676" y="804"/>
                    <a:pt x="666" y="782"/>
                    <a:pt x="655" y="762"/>
                  </a:cubicBezTo>
                  <a:cubicBezTo>
                    <a:pt x="635" y="729"/>
                    <a:pt x="611" y="700"/>
                    <a:pt x="581" y="677"/>
                  </a:cubicBezTo>
                  <a:cubicBezTo>
                    <a:pt x="566" y="660"/>
                    <a:pt x="550" y="645"/>
                    <a:pt x="532" y="631"/>
                  </a:cubicBezTo>
                  <a:cubicBezTo>
                    <a:pt x="525" y="652"/>
                    <a:pt x="551" y="663"/>
                    <a:pt x="543" y="684"/>
                  </a:cubicBezTo>
                  <a:cubicBezTo>
                    <a:pt x="526" y="686"/>
                    <a:pt x="522" y="666"/>
                    <a:pt x="506" y="661"/>
                  </a:cubicBezTo>
                  <a:cubicBezTo>
                    <a:pt x="519" y="698"/>
                    <a:pt x="534" y="735"/>
                    <a:pt x="551" y="770"/>
                  </a:cubicBezTo>
                  <a:cubicBezTo>
                    <a:pt x="562" y="774"/>
                    <a:pt x="572" y="779"/>
                    <a:pt x="583" y="785"/>
                  </a:cubicBezTo>
                  <a:cubicBezTo>
                    <a:pt x="586" y="787"/>
                    <a:pt x="590" y="790"/>
                    <a:pt x="593" y="792"/>
                  </a:cubicBezTo>
                  <a:cubicBezTo>
                    <a:pt x="603" y="801"/>
                    <a:pt x="612" y="811"/>
                    <a:pt x="619" y="823"/>
                  </a:cubicBezTo>
                  <a:cubicBezTo>
                    <a:pt x="619" y="824"/>
                    <a:pt x="619" y="824"/>
                    <a:pt x="620" y="825"/>
                  </a:cubicBezTo>
                  <a:cubicBezTo>
                    <a:pt x="642" y="861"/>
                    <a:pt x="663" y="897"/>
                    <a:pt x="684" y="933"/>
                  </a:cubicBezTo>
                  <a:cubicBezTo>
                    <a:pt x="688" y="942"/>
                    <a:pt x="691" y="951"/>
                    <a:pt x="693" y="960"/>
                  </a:cubicBezTo>
                  <a:cubicBezTo>
                    <a:pt x="677" y="964"/>
                    <a:pt x="675" y="952"/>
                    <a:pt x="671" y="945"/>
                  </a:cubicBezTo>
                  <a:cubicBezTo>
                    <a:pt x="646" y="905"/>
                    <a:pt x="623" y="866"/>
                    <a:pt x="598" y="825"/>
                  </a:cubicBezTo>
                  <a:cubicBezTo>
                    <a:pt x="592" y="817"/>
                    <a:pt x="588" y="804"/>
                    <a:pt x="574" y="805"/>
                  </a:cubicBezTo>
                  <a:cubicBezTo>
                    <a:pt x="567" y="826"/>
                    <a:pt x="586" y="845"/>
                    <a:pt x="576" y="869"/>
                  </a:cubicBezTo>
                  <a:cubicBezTo>
                    <a:pt x="570" y="865"/>
                    <a:pt x="563" y="863"/>
                    <a:pt x="560" y="859"/>
                  </a:cubicBezTo>
                  <a:cubicBezTo>
                    <a:pt x="553" y="846"/>
                    <a:pt x="547" y="833"/>
                    <a:pt x="541" y="820"/>
                  </a:cubicBezTo>
                  <a:cubicBezTo>
                    <a:pt x="509" y="747"/>
                    <a:pt x="478" y="675"/>
                    <a:pt x="445" y="603"/>
                  </a:cubicBezTo>
                  <a:cubicBezTo>
                    <a:pt x="443" y="598"/>
                    <a:pt x="440" y="593"/>
                    <a:pt x="438" y="588"/>
                  </a:cubicBezTo>
                  <a:cubicBezTo>
                    <a:pt x="432" y="578"/>
                    <a:pt x="425" y="570"/>
                    <a:pt x="416" y="563"/>
                  </a:cubicBezTo>
                  <a:cubicBezTo>
                    <a:pt x="412" y="565"/>
                    <a:pt x="409" y="569"/>
                    <a:pt x="407" y="573"/>
                  </a:cubicBezTo>
                  <a:cubicBezTo>
                    <a:pt x="404" y="577"/>
                    <a:pt x="403" y="581"/>
                    <a:pt x="403" y="586"/>
                  </a:cubicBezTo>
                  <a:cubicBezTo>
                    <a:pt x="403" y="589"/>
                    <a:pt x="404" y="593"/>
                    <a:pt x="405" y="596"/>
                  </a:cubicBezTo>
                  <a:cubicBezTo>
                    <a:pt x="413" y="623"/>
                    <a:pt x="423" y="651"/>
                    <a:pt x="431" y="679"/>
                  </a:cubicBezTo>
                  <a:cubicBezTo>
                    <a:pt x="433" y="684"/>
                    <a:pt x="433" y="690"/>
                    <a:pt x="433" y="695"/>
                  </a:cubicBezTo>
                  <a:cubicBezTo>
                    <a:pt x="433" y="697"/>
                    <a:pt x="433" y="700"/>
                    <a:pt x="433" y="702"/>
                  </a:cubicBezTo>
                  <a:cubicBezTo>
                    <a:pt x="433" y="704"/>
                    <a:pt x="429" y="707"/>
                    <a:pt x="426" y="708"/>
                  </a:cubicBezTo>
                  <a:cubicBezTo>
                    <a:pt x="425" y="709"/>
                    <a:pt x="423" y="709"/>
                    <a:pt x="422" y="709"/>
                  </a:cubicBezTo>
                  <a:cubicBezTo>
                    <a:pt x="420" y="709"/>
                    <a:pt x="419" y="709"/>
                    <a:pt x="418" y="708"/>
                  </a:cubicBezTo>
                  <a:cubicBezTo>
                    <a:pt x="415" y="705"/>
                    <a:pt x="413" y="701"/>
                    <a:pt x="411" y="698"/>
                  </a:cubicBezTo>
                  <a:cubicBezTo>
                    <a:pt x="409" y="695"/>
                    <a:pt x="408" y="691"/>
                    <a:pt x="406" y="688"/>
                  </a:cubicBezTo>
                  <a:cubicBezTo>
                    <a:pt x="389" y="639"/>
                    <a:pt x="373" y="590"/>
                    <a:pt x="356" y="541"/>
                  </a:cubicBezTo>
                  <a:cubicBezTo>
                    <a:pt x="343" y="507"/>
                    <a:pt x="328" y="473"/>
                    <a:pt x="314" y="438"/>
                  </a:cubicBezTo>
                  <a:cubicBezTo>
                    <a:pt x="311" y="431"/>
                    <a:pt x="303" y="422"/>
                    <a:pt x="305" y="417"/>
                  </a:cubicBezTo>
                  <a:cubicBezTo>
                    <a:pt x="313" y="390"/>
                    <a:pt x="295" y="379"/>
                    <a:pt x="282" y="364"/>
                  </a:cubicBezTo>
                  <a:cubicBezTo>
                    <a:pt x="275" y="357"/>
                    <a:pt x="269" y="349"/>
                    <a:pt x="263" y="342"/>
                  </a:cubicBezTo>
                  <a:cubicBezTo>
                    <a:pt x="245" y="318"/>
                    <a:pt x="223" y="298"/>
                    <a:pt x="198" y="284"/>
                  </a:cubicBezTo>
                  <a:cubicBezTo>
                    <a:pt x="191" y="279"/>
                    <a:pt x="184" y="277"/>
                    <a:pt x="177" y="274"/>
                  </a:cubicBezTo>
                  <a:cubicBezTo>
                    <a:pt x="169" y="282"/>
                    <a:pt x="177" y="288"/>
                    <a:pt x="180" y="294"/>
                  </a:cubicBezTo>
                  <a:cubicBezTo>
                    <a:pt x="204" y="332"/>
                    <a:pt x="228" y="370"/>
                    <a:pt x="253" y="408"/>
                  </a:cubicBezTo>
                  <a:cubicBezTo>
                    <a:pt x="269" y="432"/>
                    <a:pt x="285" y="457"/>
                    <a:pt x="300" y="482"/>
                  </a:cubicBezTo>
                  <a:cubicBezTo>
                    <a:pt x="315" y="510"/>
                    <a:pt x="330" y="538"/>
                    <a:pt x="344" y="567"/>
                  </a:cubicBezTo>
                  <a:cubicBezTo>
                    <a:pt x="348" y="574"/>
                    <a:pt x="351" y="581"/>
                    <a:pt x="353" y="589"/>
                  </a:cubicBezTo>
                  <a:cubicBezTo>
                    <a:pt x="353" y="593"/>
                    <a:pt x="350" y="601"/>
                    <a:pt x="349" y="601"/>
                  </a:cubicBezTo>
                  <a:cubicBezTo>
                    <a:pt x="348" y="601"/>
                    <a:pt x="347" y="601"/>
                    <a:pt x="346" y="601"/>
                  </a:cubicBezTo>
                  <a:cubicBezTo>
                    <a:pt x="342" y="601"/>
                    <a:pt x="338" y="599"/>
                    <a:pt x="335" y="598"/>
                  </a:cubicBezTo>
                  <a:cubicBezTo>
                    <a:pt x="334" y="597"/>
                    <a:pt x="333" y="597"/>
                    <a:pt x="332" y="597"/>
                  </a:cubicBezTo>
                  <a:cubicBezTo>
                    <a:pt x="328" y="592"/>
                    <a:pt x="325" y="586"/>
                    <a:pt x="322" y="581"/>
                  </a:cubicBezTo>
                  <a:cubicBezTo>
                    <a:pt x="319" y="577"/>
                    <a:pt x="317" y="572"/>
                    <a:pt x="315" y="568"/>
                  </a:cubicBezTo>
                  <a:lnTo>
                    <a:pt x="257" y="462"/>
                  </a:lnTo>
                  <a:cubicBezTo>
                    <a:pt x="256" y="459"/>
                    <a:pt x="254" y="456"/>
                    <a:pt x="253" y="454"/>
                  </a:cubicBezTo>
                  <a:cubicBezTo>
                    <a:pt x="245" y="440"/>
                    <a:pt x="236" y="430"/>
                    <a:pt x="225" y="421"/>
                  </a:cubicBezTo>
                  <a:cubicBezTo>
                    <a:pt x="218" y="415"/>
                    <a:pt x="213" y="408"/>
                    <a:pt x="208" y="400"/>
                  </a:cubicBezTo>
                  <a:cubicBezTo>
                    <a:pt x="206" y="397"/>
                    <a:pt x="205" y="393"/>
                    <a:pt x="203" y="390"/>
                  </a:cubicBezTo>
                  <a:cubicBezTo>
                    <a:pt x="183" y="347"/>
                    <a:pt x="163" y="305"/>
                    <a:pt x="145" y="262"/>
                  </a:cubicBezTo>
                  <a:cubicBezTo>
                    <a:pt x="143" y="257"/>
                    <a:pt x="141" y="252"/>
                    <a:pt x="138" y="247"/>
                  </a:cubicBezTo>
                  <a:cubicBezTo>
                    <a:pt x="130" y="234"/>
                    <a:pt x="120" y="222"/>
                    <a:pt x="107" y="214"/>
                  </a:cubicBezTo>
                  <a:cubicBezTo>
                    <a:pt x="85" y="200"/>
                    <a:pt x="64" y="185"/>
                    <a:pt x="43" y="170"/>
                  </a:cubicBezTo>
                  <a:cubicBezTo>
                    <a:pt x="41" y="158"/>
                    <a:pt x="49" y="153"/>
                    <a:pt x="60" y="156"/>
                  </a:cubicBezTo>
                  <a:cubicBezTo>
                    <a:pt x="69" y="159"/>
                    <a:pt x="78" y="162"/>
                    <a:pt x="86" y="167"/>
                  </a:cubicBezTo>
                  <a:cubicBezTo>
                    <a:pt x="89" y="168"/>
                    <a:pt x="92" y="171"/>
                    <a:pt x="95" y="173"/>
                  </a:cubicBezTo>
                  <a:cubicBezTo>
                    <a:pt x="124" y="194"/>
                    <a:pt x="152" y="215"/>
                    <a:pt x="180" y="237"/>
                  </a:cubicBezTo>
                  <a:cubicBezTo>
                    <a:pt x="195" y="251"/>
                    <a:pt x="212" y="263"/>
                    <a:pt x="230" y="274"/>
                  </a:cubicBezTo>
                  <a:cubicBezTo>
                    <a:pt x="242" y="282"/>
                    <a:pt x="253" y="292"/>
                    <a:pt x="261" y="303"/>
                  </a:cubicBezTo>
                  <a:lnTo>
                    <a:pt x="411" y="455"/>
                  </a:lnTo>
                  <a:cubicBezTo>
                    <a:pt x="413" y="456"/>
                    <a:pt x="415" y="456"/>
                    <a:pt x="417" y="458"/>
                  </a:cubicBezTo>
                  <a:cubicBezTo>
                    <a:pt x="420" y="459"/>
                    <a:pt x="424" y="462"/>
                    <a:pt x="428" y="464"/>
                  </a:cubicBezTo>
                  <a:cubicBezTo>
                    <a:pt x="416" y="422"/>
                    <a:pt x="401" y="381"/>
                    <a:pt x="383" y="341"/>
                  </a:cubicBezTo>
                  <a:cubicBezTo>
                    <a:pt x="378" y="333"/>
                    <a:pt x="372" y="325"/>
                    <a:pt x="364" y="319"/>
                  </a:cubicBezTo>
                  <a:lnTo>
                    <a:pt x="158" y="122"/>
                  </a:lnTo>
                  <a:cubicBezTo>
                    <a:pt x="154" y="116"/>
                    <a:pt x="148" y="109"/>
                    <a:pt x="141" y="106"/>
                  </a:cubicBezTo>
                  <a:cubicBezTo>
                    <a:pt x="135" y="102"/>
                    <a:pt x="129" y="101"/>
                    <a:pt x="122" y="100"/>
                  </a:cubicBezTo>
                  <a:cubicBezTo>
                    <a:pt x="115" y="100"/>
                    <a:pt x="107" y="89"/>
                    <a:pt x="100" y="83"/>
                  </a:cubicBezTo>
                  <a:cubicBezTo>
                    <a:pt x="80" y="68"/>
                    <a:pt x="61" y="51"/>
                    <a:pt x="39" y="37"/>
                  </a:cubicBezTo>
                  <a:cubicBezTo>
                    <a:pt x="31" y="32"/>
                    <a:pt x="30" y="41"/>
                    <a:pt x="32" y="48"/>
                  </a:cubicBezTo>
                  <a:lnTo>
                    <a:pt x="29" y="46"/>
                  </a:lnTo>
                  <a:moveTo>
                    <a:pt x="479" y="604"/>
                  </a:moveTo>
                  <a:cubicBezTo>
                    <a:pt x="477" y="588"/>
                    <a:pt x="470" y="573"/>
                    <a:pt x="463" y="560"/>
                  </a:cubicBezTo>
                  <a:cubicBezTo>
                    <a:pt x="457" y="550"/>
                    <a:pt x="451" y="542"/>
                    <a:pt x="444" y="534"/>
                  </a:cubicBezTo>
                  <a:cubicBezTo>
                    <a:pt x="413" y="501"/>
                    <a:pt x="382" y="468"/>
                    <a:pt x="351" y="436"/>
                  </a:cubicBezTo>
                  <a:cubicBezTo>
                    <a:pt x="344" y="431"/>
                    <a:pt x="338" y="426"/>
                    <a:pt x="331" y="421"/>
                  </a:cubicBezTo>
                  <a:lnTo>
                    <a:pt x="391" y="555"/>
                  </a:lnTo>
                  <a:lnTo>
                    <a:pt x="418" y="542"/>
                  </a:lnTo>
                  <a:cubicBezTo>
                    <a:pt x="448" y="549"/>
                    <a:pt x="453" y="581"/>
                    <a:pt x="478" y="604"/>
                  </a:cubicBezTo>
                  <a:lnTo>
                    <a:pt x="479" y="604"/>
                  </a:lnTo>
                  <a:moveTo>
                    <a:pt x="826" y="890"/>
                  </a:moveTo>
                  <a:cubicBezTo>
                    <a:pt x="837" y="844"/>
                    <a:pt x="824" y="811"/>
                    <a:pt x="779" y="777"/>
                  </a:cubicBezTo>
                  <a:cubicBezTo>
                    <a:pt x="798" y="818"/>
                    <a:pt x="799" y="858"/>
                    <a:pt x="825" y="891"/>
                  </a:cubicBezTo>
                  <a:lnTo>
                    <a:pt x="826" y="8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8"/>
            <p:cNvSpPr/>
            <p:nvPr/>
          </p:nvSpPr>
          <p:spPr>
            <a:xfrm>
              <a:off x="7975800" y="2171880"/>
              <a:ext cx="342000" cy="314280"/>
            </a:xfrm>
            <a:custGeom>
              <a:rect b="b" l="l" r="r" t="t"/>
              <a:pathLst>
                <a:path extrusionOk="0" h="873" w="950">
                  <a:moveTo>
                    <a:pt x="479" y="861"/>
                  </a:moveTo>
                  <a:cubicBezTo>
                    <a:pt x="467" y="847"/>
                    <a:pt x="474" y="835"/>
                    <a:pt x="478" y="824"/>
                  </a:cubicBezTo>
                  <a:cubicBezTo>
                    <a:pt x="482" y="812"/>
                    <a:pt x="492" y="794"/>
                    <a:pt x="478" y="779"/>
                  </a:cubicBezTo>
                  <a:cubicBezTo>
                    <a:pt x="474" y="775"/>
                    <a:pt x="478" y="762"/>
                    <a:pt x="480" y="756"/>
                  </a:cubicBezTo>
                  <a:cubicBezTo>
                    <a:pt x="490" y="740"/>
                    <a:pt x="501" y="724"/>
                    <a:pt x="514" y="709"/>
                  </a:cubicBezTo>
                  <a:cubicBezTo>
                    <a:pt x="551" y="666"/>
                    <a:pt x="588" y="624"/>
                    <a:pt x="625" y="582"/>
                  </a:cubicBezTo>
                  <a:cubicBezTo>
                    <a:pt x="673" y="527"/>
                    <a:pt x="720" y="472"/>
                    <a:pt x="770" y="414"/>
                  </a:cubicBezTo>
                  <a:lnTo>
                    <a:pt x="730" y="396"/>
                  </a:lnTo>
                  <a:cubicBezTo>
                    <a:pt x="722" y="405"/>
                    <a:pt x="713" y="412"/>
                    <a:pt x="703" y="418"/>
                  </a:cubicBezTo>
                  <a:cubicBezTo>
                    <a:pt x="695" y="420"/>
                    <a:pt x="686" y="421"/>
                    <a:pt x="677" y="421"/>
                  </a:cubicBezTo>
                  <a:cubicBezTo>
                    <a:pt x="675" y="421"/>
                    <a:pt x="673" y="421"/>
                    <a:pt x="670" y="421"/>
                  </a:cubicBezTo>
                  <a:cubicBezTo>
                    <a:pt x="667" y="428"/>
                    <a:pt x="662" y="436"/>
                    <a:pt x="657" y="444"/>
                  </a:cubicBezTo>
                  <a:cubicBezTo>
                    <a:pt x="602" y="525"/>
                    <a:pt x="541" y="603"/>
                    <a:pt x="477" y="678"/>
                  </a:cubicBezTo>
                  <a:cubicBezTo>
                    <a:pt x="468" y="689"/>
                    <a:pt x="459" y="700"/>
                    <a:pt x="449" y="711"/>
                  </a:cubicBezTo>
                  <a:cubicBezTo>
                    <a:pt x="446" y="715"/>
                    <a:pt x="442" y="720"/>
                    <a:pt x="440" y="724"/>
                  </a:cubicBezTo>
                  <a:cubicBezTo>
                    <a:pt x="434" y="735"/>
                    <a:pt x="430" y="747"/>
                    <a:pt x="429" y="759"/>
                  </a:cubicBezTo>
                  <a:cubicBezTo>
                    <a:pt x="425" y="790"/>
                    <a:pt x="420" y="820"/>
                    <a:pt x="415" y="850"/>
                  </a:cubicBezTo>
                  <a:cubicBezTo>
                    <a:pt x="413" y="858"/>
                    <a:pt x="411" y="865"/>
                    <a:pt x="408" y="872"/>
                  </a:cubicBezTo>
                  <a:cubicBezTo>
                    <a:pt x="392" y="872"/>
                    <a:pt x="387" y="849"/>
                    <a:pt x="368" y="856"/>
                  </a:cubicBezTo>
                  <a:cubicBezTo>
                    <a:pt x="363" y="859"/>
                    <a:pt x="350" y="850"/>
                    <a:pt x="345" y="843"/>
                  </a:cubicBezTo>
                  <a:cubicBezTo>
                    <a:pt x="345" y="842"/>
                    <a:pt x="344" y="841"/>
                    <a:pt x="344" y="840"/>
                  </a:cubicBezTo>
                  <a:cubicBezTo>
                    <a:pt x="337" y="829"/>
                    <a:pt x="332" y="816"/>
                    <a:pt x="330" y="803"/>
                  </a:cubicBezTo>
                  <a:cubicBezTo>
                    <a:pt x="327" y="779"/>
                    <a:pt x="326" y="755"/>
                    <a:pt x="324" y="731"/>
                  </a:cubicBezTo>
                  <a:cubicBezTo>
                    <a:pt x="324" y="721"/>
                    <a:pt x="322" y="712"/>
                    <a:pt x="320" y="702"/>
                  </a:cubicBezTo>
                  <a:cubicBezTo>
                    <a:pt x="303" y="710"/>
                    <a:pt x="295" y="722"/>
                    <a:pt x="299" y="738"/>
                  </a:cubicBezTo>
                  <a:cubicBezTo>
                    <a:pt x="304" y="758"/>
                    <a:pt x="311" y="778"/>
                    <a:pt x="317" y="798"/>
                  </a:cubicBezTo>
                  <a:cubicBezTo>
                    <a:pt x="319" y="805"/>
                    <a:pt x="320" y="812"/>
                    <a:pt x="325" y="830"/>
                  </a:cubicBezTo>
                  <a:cubicBezTo>
                    <a:pt x="310" y="818"/>
                    <a:pt x="300" y="813"/>
                    <a:pt x="299" y="806"/>
                  </a:cubicBezTo>
                  <a:cubicBezTo>
                    <a:pt x="290" y="786"/>
                    <a:pt x="283" y="764"/>
                    <a:pt x="277" y="742"/>
                  </a:cubicBezTo>
                  <a:cubicBezTo>
                    <a:pt x="270" y="716"/>
                    <a:pt x="266" y="689"/>
                    <a:pt x="260" y="660"/>
                  </a:cubicBezTo>
                  <a:cubicBezTo>
                    <a:pt x="281" y="657"/>
                    <a:pt x="279" y="677"/>
                    <a:pt x="288" y="683"/>
                  </a:cubicBezTo>
                  <a:cubicBezTo>
                    <a:pt x="310" y="662"/>
                    <a:pt x="486" y="427"/>
                    <a:pt x="519" y="374"/>
                  </a:cubicBezTo>
                  <a:cubicBezTo>
                    <a:pt x="517" y="372"/>
                    <a:pt x="515" y="368"/>
                    <a:pt x="513" y="368"/>
                  </a:cubicBezTo>
                  <a:cubicBezTo>
                    <a:pt x="464" y="353"/>
                    <a:pt x="418" y="333"/>
                    <a:pt x="374" y="308"/>
                  </a:cubicBezTo>
                  <a:cubicBezTo>
                    <a:pt x="363" y="302"/>
                    <a:pt x="353" y="295"/>
                    <a:pt x="342" y="288"/>
                  </a:cubicBezTo>
                  <a:cubicBezTo>
                    <a:pt x="233" y="222"/>
                    <a:pt x="130" y="145"/>
                    <a:pt x="36" y="59"/>
                  </a:cubicBezTo>
                  <a:cubicBezTo>
                    <a:pt x="23" y="47"/>
                    <a:pt x="12" y="34"/>
                    <a:pt x="1" y="19"/>
                  </a:cubicBezTo>
                  <a:cubicBezTo>
                    <a:pt x="1" y="17"/>
                    <a:pt x="0" y="15"/>
                    <a:pt x="0" y="13"/>
                  </a:cubicBezTo>
                  <a:cubicBezTo>
                    <a:pt x="0" y="9"/>
                    <a:pt x="1" y="6"/>
                    <a:pt x="2" y="4"/>
                  </a:cubicBezTo>
                  <a:cubicBezTo>
                    <a:pt x="3" y="3"/>
                    <a:pt x="3" y="3"/>
                    <a:pt x="4" y="2"/>
                  </a:cubicBezTo>
                  <a:cubicBezTo>
                    <a:pt x="6" y="1"/>
                    <a:pt x="9" y="0"/>
                    <a:pt x="12" y="0"/>
                  </a:cubicBezTo>
                  <a:cubicBezTo>
                    <a:pt x="14" y="0"/>
                    <a:pt x="17" y="1"/>
                    <a:pt x="20" y="2"/>
                  </a:cubicBezTo>
                  <a:cubicBezTo>
                    <a:pt x="31" y="11"/>
                    <a:pt x="39" y="24"/>
                    <a:pt x="50" y="33"/>
                  </a:cubicBezTo>
                  <a:cubicBezTo>
                    <a:pt x="145" y="114"/>
                    <a:pt x="245" y="188"/>
                    <a:pt x="351" y="253"/>
                  </a:cubicBezTo>
                  <a:cubicBezTo>
                    <a:pt x="357" y="256"/>
                    <a:pt x="363" y="260"/>
                    <a:pt x="369" y="263"/>
                  </a:cubicBezTo>
                  <a:cubicBezTo>
                    <a:pt x="407" y="285"/>
                    <a:pt x="446" y="305"/>
                    <a:pt x="486" y="323"/>
                  </a:cubicBezTo>
                  <a:cubicBezTo>
                    <a:pt x="471" y="294"/>
                    <a:pt x="440" y="289"/>
                    <a:pt x="430" y="261"/>
                  </a:cubicBezTo>
                  <a:cubicBezTo>
                    <a:pt x="438" y="261"/>
                    <a:pt x="445" y="259"/>
                    <a:pt x="449" y="261"/>
                  </a:cubicBezTo>
                  <a:cubicBezTo>
                    <a:pt x="466" y="270"/>
                    <a:pt x="483" y="280"/>
                    <a:pt x="499" y="290"/>
                  </a:cubicBezTo>
                  <a:cubicBezTo>
                    <a:pt x="510" y="297"/>
                    <a:pt x="520" y="303"/>
                    <a:pt x="531" y="309"/>
                  </a:cubicBezTo>
                  <a:cubicBezTo>
                    <a:pt x="567" y="330"/>
                    <a:pt x="605" y="350"/>
                    <a:pt x="644" y="367"/>
                  </a:cubicBezTo>
                  <a:cubicBezTo>
                    <a:pt x="644" y="363"/>
                    <a:pt x="643" y="360"/>
                    <a:pt x="643" y="357"/>
                  </a:cubicBezTo>
                  <a:cubicBezTo>
                    <a:pt x="643" y="353"/>
                    <a:pt x="644" y="350"/>
                    <a:pt x="644" y="346"/>
                  </a:cubicBezTo>
                  <a:cubicBezTo>
                    <a:pt x="645" y="334"/>
                    <a:pt x="653" y="328"/>
                    <a:pt x="663" y="332"/>
                  </a:cubicBezTo>
                  <a:cubicBezTo>
                    <a:pt x="673" y="335"/>
                    <a:pt x="684" y="340"/>
                    <a:pt x="694" y="344"/>
                  </a:cubicBezTo>
                  <a:lnTo>
                    <a:pt x="764" y="374"/>
                  </a:lnTo>
                  <a:cubicBezTo>
                    <a:pt x="768" y="371"/>
                    <a:pt x="773" y="369"/>
                    <a:pt x="777" y="366"/>
                  </a:cubicBezTo>
                  <a:cubicBezTo>
                    <a:pt x="786" y="361"/>
                    <a:pt x="794" y="357"/>
                    <a:pt x="802" y="352"/>
                  </a:cubicBezTo>
                  <a:cubicBezTo>
                    <a:pt x="815" y="348"/>
                    <a:pt x="827" y="344"/>
                    <a:pt x="840" y="341"/>
                  </a:cubicBezTo>
                  <a:cubicBezTo>
                    <a:pt x="847" y="347"/>
                    <a:pt x="850" y="362"/>
                    <a:pt x="866" y="361"/>
                  </a:cubicBezTo>
                  <a:cubicBezTo>
                    <a:pt x="881" y="360"/>
                    <a:pt x="893" y="361"/>
                    <a:pt x="909" y="361"/>
                  </a:cubicBezTo>
                  <a:cubicBezTo>
                    <a:pt x="909" y="350"/>
                    <a:pt x="910" y="339"/>
                    <a:pt x="906" y="333"/>
                  </a:cubicBezTo>
                  <a:cubicBezTo>
                    <a:pt x="893" y="314"/>
                    <a:pt x="878" y="298"/>
                    <a:pt x="863" y="280"/>
                  </a:cubicBezTo>
                  <a:lnTo>
                    <a:pt x="843" y="253"/>
                  </a:lnTo>
                  <a:cubicBezTo>
                    <a:pt x="849" y="251"/>
                    <a:pt x="852" y="249"/>
                    <a:pt x="855" y="250"/>
                  </a:cubicBezTo>
                  <a:cubicBezTo>
                    <a:pt x="859" y="252"/>
                    <a:pt x="864" y="254"/>
                    <a:pt x="868" y="257"/>
                  </a:cubicBezTo>
                  <a:cubicBezTo>
                    <a:pt x="892" y="271"/>
                    <a:pt x="913" y="289"/>
                    <a:pt x="929" y="311"/>
                  </a:cubicBezTo>
                  <a:cubicBezTo>
                    <a:pt x="933" y="315"/>
                    <a:pt x="935" y="319"/>
                    <a:pt x="938" y="324"/>
                  </a:cubicBezTo>
                  <a:cubicBezTo>
                    <a:pt x="939" y="326"/>
                    <a:pt x="941" y="329"/>
                    <a:pt x="942" y="331"/>
                  </a:cubicBezTo>
                  <a:cubicBezTo>
                    <a:pt x="942" y="332"/>
                    <a:pt x="943" y="332"/>
                    <a:pt x="943" y="332"/>
                  </a:cubicBezTo>
                  <a:cubicBezTo>
                    <a:pt x="947" y="339"/>
                    <a:pt x="949" y="346"/>
                    <a:pt x="949" y="354"/>
                  </a:cubicBezTo>
                  <a:cubicBezTo>
                    <a:pt x="949" y="362"/>
                    <a:pt x="947" y="369"/>
                    <a:pt x="943" y="376"/>
                  </a:cubicBezTo>
                  <a:cubicBezTo>
                    <a:pt x="939" y="382"/>
                    <a:pt x="934" y="388"/>
                    <a:pt x="927" y="392"/>
                  </a:cubicBezTo>
                  <a:cubicBezTo>
                    <a:pt x="920" y="395"/>
                    <a:pt x="913" y="397"/>
                    <a:pt x="905" y="397"/>
                  </a:cubicBezTo>
                  <a:cubicBezTo>
                    <a:pt x="899" y="398"/>
                    <a:pt x="893" y="398"/>
                    <a:pt x="888" y="398"/>
                  </a:cubicBezTo>
                  <a:cubicBezTo>
                    <a:pt x="882" y="398"/>
                    <a:pt x="877" y="398"/>
                    <a:pt x="871" y="397"/>
                  </a:cubicBezTo>
                  <a:cubicBezTo>
                    <a:pt x="855" y="396"/>
                    <a:pt x="839" y="393"/>
                    <a:pt x="821" y="391"/>
                  </a:cubicBezTo>
                  <a:cubicBezTo>
                    <a:pt x="814" y="396"/>
                    <a:pt x="807" y="403"/>
                    <a:pt x="801" y="410"/>
                  </a:cubicBezTo>
                  <a:cubicBezTo>
                    <a:pt x="742" y="482"/>
                    <a:pt x="682" y="554"/>
                    <a:pt x="624" y="627"/>
                  </a:cubicBezTo>
                  <a:cubicBezTo>
                    <a:pt x="610" y="644"/>
                    <a:pt x="591" y="659"/>
                    <a:pt x="594" y="685"/>
                  </a:cubicBezTo>
                  <a:cubicBezTo>
                    <a:pt x="594" y="690"/>
                    <a:pt x="589" y="697"/>
                    <a:pt x="584" y="701"/>
                  </a:cubicBezTo>
                  <a:cubicBezTo>
                    <a:pt x="560" y="726"/>
                    <a:pt x="539" y="754"/>
                    <a:pt x="521" y="784"/>
                  </a:cubicBezTo>
                  <a:cubicBezTo>
                    <a:pt x="510" y="804"/>
                    <a:pt x="500" y="825"/>
                    <a:pt x="492" y="847"/>
                  </a:cubicBezTo>
                  <a:cubicBezTo>
                    <a:pt x="488" y="852"/>
                    <a:pt x="484" y="857"/>
                    <a:pt x="479" y="861"/>
                  </a:cubicBezTo>
                  <a:moveTo>
                    <a:pt x="445" y="666"/>
                  </a:moveTo>
                  <a:cubicBezTo>
                    <a:pt x="523" y="589"/>
                    <a:pt x="592" y="503"/>
                    <a:pt x="649" y="409"/>
                  </a:cubicBezTo>
                  <a:cubicBezTo>
                    <a:pt x="642" y="405"/>
                    <a:pt x="635" y="401"/>
                    <a:pt x="628" y="397"/>
                  </a:cubicBezTo>
                  <a:cubicBezTo>
                    <a:pt x="608" y="385"/>
                    <a:pt x="586" y="375"/>
                    <a:pt x="564" y="366"/>
                  </a:cubicBezTo>
                  <a:cubicBezTo>
                    <a:pt x="482" y="464"/>
                    <a:pt x="406" y="567"/>
                    <a:pt x="336" y="673"/>
                  </a:cubicBezTo>
                  <a:lnTo>
                    <a:pt x="356" y="775"/>
                  </a:lnTo>
                  <a:cubicBezTo>
                    <a:pt x="359" y="790"/>
                    <a:pt x="361" y="804"/>
                    <a:pt x="365" y="818"/>
                  </a:cubicBezTo>
                  <a:cubicBezTo>
                    <a:pt x="367" y="825"/>
                    <a:pt x="370" y="834"/>
                    <a:pt x="384" y="830"/>
                  </a:cubicBezTo>
                  <a:cubicBezTo>
                    <a:pt x="386" y="823"/>
                    <a:pt x="387" y="816"/>
                    <a:pt x="388" y="809"/>
                  </a:cubicBezTo>
                  <a:cubicBezTo>
                    <a:pt x="394" y="745"/>
                    <a:pt x="405" y="681"/>
                    <a:pt x="422" y="619"/>
                  </a:cubicBezTo>
                  <a:cubicBezTo>
                    <a:pt x="426" y="605"/>
                    <a:pt x="431" y="592"/>
                    <a:pt x="438" y="579"/>
                  </a:cubicBezTo>
                  <a:cubicBezTo>
                    <a:pt x="438" y="577"/>
                    <a:pt x="443" y="577"/>
                    <a:pt x="446" y="577"/>
                  </a:cubicBezTo>
                  <a:cubicBezTo>
                    <a:pt x="448" y="577"/>
                    <a:pt x="449" y="578"/>
                    <a:pt x="450" y="578"/>
                  </a:cubicBezTo>
                  <a:cubicBezTo>
                    <a:pt x="451" y="579"/>
                    <a:pt x="452" y="580"/>
                    <a:pt x="453" y="582"/>
                  </a:cubicBezTo>
                  <a:lnTo>
                    <a:pt x="454" y="582"/>
                  </a:lnTo>
                  <a:cubicBezTo>
                    <a:pt x="455" y="587"/>
                    <a:pt x="456" y="593"/>
                    <a:pt x="456" y="598"/>
                  </a:cubicBezTo>
                  <a:cubicBezTo>
                    <a:pt x="456" y="599"/>
                    <a:pt x="456" y="600"/>
                    <a:pt x="456" y="601"/>
                  </a:cubicBezTo>
                  <a:cubicBezTo>
                    <a:pt x="453" y="619"/>
                    <a:pt x="451" y="638"/>
                    <a:pt x="446" y="666"/>
                  </a:cubicBezTo>
                  <a:lnTo>
                    <a:pt x="445" y="66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8"/>
            <p:cNvSpPr/>
            <p:nvPr/>
          </p:nvSpPr>
          <p:spPr>
            <a:xfrm>
              <a:off x="7735680" y="1887120"/>
              <a:ext cx="340560" cy="420120"/>
            </a:xfrm>
            <a:custGeom>
              <a:rect b="b" l="l" r="r" t="t"/>
              <a:pathLst>
                <a:path extrusionOk="0" h="1167" w="946">
                  <a:moveTo>
                    <a:pt x="782" y="1121"/>
                  </a:moveTo>
                  <a:cubicBezTo>
                    <a:pt x="735" y="1086"/>
                    <a:pt x="688" y="1053"/>
                    <a:pt x="643" y="1015"/>
                  </a:cubicBezTo>
                  <a:cubicBezTo>
                    <a:pt x="616" y="993"/>
                    <a:pt x="592" y="965"/>
                    <a:pt x="567" y="941"/>
                  </a:cubicBezTo>
                  <a:cubicBezTo>
                    <a:pt x="556" y="929"/>
                    <a:pt x="544" y="918"/>
                    <a:pt x="533" y="907"/>
                  </a:cubicBezTo>
                  <a:cubicBezTo>
                    <a:pt x="484" y="857"/>
                    <a:pt x="436" y="808"/>
                    <a:pt x="388" y="758"/>
                  </a:cubicBezTo>
                  <a:cubicBezTo>
                    <a:pt x="373" y="741"/>
                    <a:pt x="356" y="726"/>
                    <a:pt x="336" y="714"/>
                  </a:cubicBezTo>
                  <a:cubicBezTo>
                    <a:pt x="336" y="714"/>
                    <a:pt x="335" y="714"/>
                    <a:pt x="335" y="713"/>
                  </a:cubicBezTo>
                  <a:cubicBezTo>
                    <a:pt x="317" y="703"/>
                    <a:pt x="301" y="691"/>
                    <a:pt x="286" y="677"/>
                  </a:cubicBezTo>
                  <a:cubicBezTo>
                    <a:pt x="192" y="590"/>
                    <a:pt x="111" y="490"/>
                    <a:pt x="47" y="379"/>
                  </a:cubicBezTo>
                  <a:cubicBezTo>
                    <a:pt x="37" y="361"/>
                    <a:pt x="27" y="343"/>
                    <a:pt x="17" y="325"/>
                  </a:cubicBezTo>
                  <a:cubicBezTo>
                    <a:pt x="15" y="322"/>
                    <a:pt x="13" y="319"/>
                    <a:pt x="11" y="316"/>
                  </a:cubicBezTo>
                  <a:cubicBezTo>
                    <a:pt x="4" y="303"/>
                    <a:pt x="0" y="288"/>
                    <a:pt x="0" y="272"/>
                  </a:cubicBezTo>
                  <a:cubicBezTo>
                    <a:pt x="0" y="270"/>
                    <a:pt x="0" y="268"/>
                    <a:pt x="0" y="265"/>
                  </a:cubicBezTo>
                  <a:cubicBezTo>
                    <a:pt x="5" y="267"/>
                    <a:pt x="12" y="267"/>
                    <a:pt x="13" y="270"/>
                  </a:cubicBezTo>
                  <a:cubicBezTo>
                    <a:pt x="26" y="297"/>
                    <a:pt x="40" y="323"/>
                    <a:pt x="55" y="349"/>
                  </a:cubicBezTo>
                  <a:cubicBezTo>
                    <a:pt x="104" y="435"/>
                    <a:pt x="165" y="514"/>
                    <a:pt x="234" y="585"/>
                  </a:cubicBezTo>
                  <a:lnTo>
                    <a:pt x="261" y="613"/>
                  </a:lnTo>
                  <a:cubicBezTo>
                    <a:pt x="264" y="616"/>
                    <a:pt x="268" y="619"/>
                    <a:pt x="272" y="623"/>
                  </a:cubicBezTo>
                  <a:lnTo>
                    <a:pt x="293" y="612"/>
                  </a:lnTo>
                  <a:lnTo>
                    <a:pt x="353" y="682"/>
                  </a:lnTo>
                  <a:lnTo>
                    <a:pt x="367" y="661"/>
                  </a:lnTo>
                  <a:cubicBezTo>
                    <a:pt x="373" y="665"/>
                    <a:pt x="378" y="671"/>
                    <a:pt x="382" y="677"/>
                  </a:cubicBezTo>
                  <a:cubicBezTo>
                    <a:pt x="387" y="686"/>
                    <a:pt x="390" y="697"/>
                    <a:pt x="390" y="707"/>
                  </a:cubicBezTo>
                  <a:lnTo>
                    <a:pt x="390" y="708"/>
                  </a:lnTo>
                  <a:cubicBezTo>
                    <a:pt x="390" y="715"/>
                    <a:pt x="392" y="723"/>
                    <a:pt x="396" y="729"/>
                  </a:cubicBezTo>
                  <a:cubicBezTo>
                    <a:pt x="397" y="732"/>
                    <a:pt x="400" y="735"/>
                    <a:pt x="402" y="738"/>
                  </a:cubicBezTo>
                  <a:cubicBezTo>
                    <a:pt x="426" y="762"/>
                    <a:pt x="450" y="786"/>
                    <a:pt x="473" y="810"/>
                  </a:cubicBezTo>
                  <a:cubicBezTo>
                    <a:pt x="475" y="812"/>
                    <a:pt x="479" y="810"/>
                    <a:pt x="486" y="812"/>
                  </a:cubicBezTo>
                  <a:cubicBezTo>
                    <a:pt x="436" y="718"/>
                    <a:pt x="382" y="627"/>
                    <a:pt x="357" y="524"/>
                  </a:cubicBezTo>
                  <a:cubicBezTo>
                    <a:pt x="357" y="526"/>
                    <a:pt x="356" y="527"/>
                    <a:pt x="355" y="529"/>
                  </a:cubicBezTo>
                  <a:cubicBezTo>
                    <a:pt x="351" y="536"/>
                    <a:pt x="346" y="543"/>
                    <a:pt x="340" y="548"/>
                  </a:cubicBezTo>
                  <a:cubicBezTo>
                    <a:pt x="336" y="550"/>
                    <a:pt x="332" y="551"/>
                    <a:pt x="328" y="551"/>
                  </a:cubicBezTo>
                  <a:cubicBezTo>
                    <a:pt x="323" y="551"/>
                    <a:pt x="319" y="550"/>
                    <a:pt x="315" y="548"/>
                  </a:cubicBezTo>
                  <a:cubicBezTo>
                    <a:pt x="312" y="546"/>
                    <a:pt x="310" y="545"/>
                    <a:pt x="308" y="543"/>
                  </a:cubicBezTo>
                  <a:cubicBezTo>
                    <a:pt x="287" y="525"/>
                    <a:pt x="267" y="507"/>
                    <a:pt x="248" y="488"/>
                  </a:cubicBezTo>
                  <a:cubicBezTo>
                    <a:pt x="232" y="471"/>
                    <a:pt x="221" y="452"/>
                    <a:pt x="206" y="435"/>
                  </a:cubicBezTo>
                  <a:cubicBezTo>
                    <a:pt x="198" y="424"/>
                    <a:pt x="189" y="415"/>
                    <a:pt x="178" y="408"/>
                  </a:cubicBezTo>
                  <a:cubicBezTo>
                    <a:pt x="177" y="408"/>
                    <a:pt x="175" y="407"/>
                    <a:pt x="174" y="406"/>
                  </a:cubicBezTo>
                  <a:cubicBezTo>
                    <a:pt x="163" y="400"/>
                    <a:pt x="153" y="390"/>
                    <a:pt x="146" y="378"/>
                  </a:cubicBezTo>
                  <a:cubicBezTo>
                    <a:pt x="144" y="374"/>
                    <a:pt x="142" y="370"/>
                    <a:pt x="140" y="366"/>
                  </a:cubicBezTo>
                  <a:cubicBezTo>
                    <a:pt x="111" y="296"/>
                    <a:pt x="93" y="221"/>
                    <a:pt x="86" y="146"/>
                  </a:cubicBezTo>
                  <a:cubicBezTo>
                    <a:pt x="85" y="143"/>
                    <a:pt x="85" y="139"/>
                    <a:pt x="85" y="136"/>
                  </a:cubicBezTo>
                  <a:cubicBezTo>
                    <a:pt x="85" y="132"/>
                    <a:pt x="85" y="130"/>
                    <a:pt x="86" y="127"/>
                  </a:cubicBezTo>
                  <a:cubicBezTo>
                    <a:pt x="88" y="121"/>
                    <a:pt x="89" y="116"/>
                    <a:pt x="89" y="110"/>
                  </a:cubicBezTo>
                  <a:cubicBezTo>
                    <a:pt x="89" y="100"/>
                    <a:pt x="86" y="90"/>
                    <a:pt x="81" y="81"/>
                  </a:cubicBezTo>
                  <a:lnTo>
                    <a:pt x="81" y="80"/>
                  </a:lnTo>
                  <a:cubicBezTo>
                    <a:pt x="74" y="61"/>
                    <a:pt x="68" y="41"/>
                    <a:pt x="63" y="20"/>
                  </a:cubicBezTo>
                  <a:cubicBezTo>
                    <a:pt x="61" y="13"/>
                    <a:pt x="59" y="4"/>
                    <a:pt x="69" y="0"/>
                  </a:cubicBezTo>
                  <a:cubicBezTo>
                    <a:pt x="72" y="1"/>
                    <a:pt x="75" y="3"/>
                    <a:pt x="76" y="5"/>
                  </a:cubicBezTo>
                  <a:cubicBezTo>
                    <a:pt x="90" y="54"/>
                    <a:pt x="110" y="101"/>
                    <a:pt x="136" y="145"/>
                  </a:cubicBezTo>
                  <a:cubicBezTo>
                    <a:pt x="140" y="152"/>
                    <a:pt x="145" y="160"/>
                    <a:pt x="150" y="168"/>
                  </a:cubicBezTo>
                  <a:cubicBezTo>
                    <a:pt x="180" y="217"/>
                    <a:pt x="213" y="264"/>
                    <a:pt x="245" y="312"/>
                  </a:cubicBezTo>
                  <a:cubicBezTo>
                    <a:pt x="246" y="314"/>
                    <a:pt x="247" y="315"/>
                    <a:pt x="247" y="317"/>
                  </a:cubicBezTo>
                  <a:cubicBezTo>
                    <a:pt x="243" y="328"/>
                    <a:pt x="228" y="335"/>
                    <a:pt x="236" y="353"/>
                  </a:cubicBezTo>
                  <a:cubicBezTo>
                    <a:pt x="254" y="389"/>
                    <a:pt x="269" y="427"/>
                    <a:pt x="285" y="464"/>
                  </a:cubicBezTo>
                  <a:lnTo>
                    <a:pt x="271" y="472"/>
                  </a:lnTo>
                  <a:cubicBezTo>
                    <a:pt x="287" y="498"/>
                    <a:pt x="287" y="498"/>
                    <a:pt x="318" y="514"/>
                  </a:cubicBezTo>
                  <a:cubicBezTo>
                    <a:pt x="329" y="461"/>
                    <a:pt x="328" y="461"/>
                    <a:pt x="314" y="419"/>
                  </a:cubicBezTo>
                  <a:cubicBezTo>
                    <a:pt x="300" y="377"/>
                    <a:pt x="287" y="333"/>
                    <a:pt x="273" y="290"/>
                  </a:cubicBezTo>
                  <a:cubicBezTo>
                    <a:pt x="269" y="281"/>
                    <a:pt x="265" y="272"/>
                    <a:pt x="260" y="264"/>
                  </a:cubicBezTo>
                  <a:cubicBezTo>
                    <a:pt x="258" y="260"/>
                    <a:pt x="256" y="256"/>
                    <a:pt x="253" y="252"/>
                  </a:cubicBezTo>
                  <a:cubicBezTo>
                    <a:pt x="232" y="219"/>
                    <a:pt x="211" y="187"/>
                    <a:pt x="190" y="155"/>
                  </a:cubicBezTo>
                  <a:cubicBezTo>
                    <a:pt x="188" y="151"/>
                    <a:pt x="187" y="146"/>
                    <a:pt x="187" y="142"/>
                  </a:cubicBezTo>
                  <a:cubicBezTo>
                    <a:pt x="187" y="137"/>
                    <a:pt x="188" y="134"/>
                    <a:pt x="190" y="130"/>
                  </a:cubicBezTo>
                  <a:lnTo>
                    <a:pt x="219" y="168"/>
                  </a:lnTo>
                  <a:lnTo>
                    <a:pt x="332" y="319"/>
                  </a:lnTo>
                  <a:cubicBezTo>
                    <a:pt x="337" y="327"/>
                    <a:pt x="343" y="339"/>
                    <a:pt x="350" y="341"/>
                  </a:cubicBezTo>
                  <a:cubicBezTo>
                    <a:pt x="379" y="348"/>
                    <a:pt x="384" y="373"/>
                    <a:pt x="396" y="393"/>
                  </a:cubicBezTo>
                  <a:cubicBezTo>
                    <a:pt x="396" y="394"/>
                    <a:pt x="396" y="394"/>
                    <a:pt x="396" y="394"/>
                  </a:cubicBezTo>
                  <a:cubicBezTo>
                    <a:pt x="403" y="406"/>
                    <a:pt x="411" y="418"/>
                    <a:pt x="420" y="430"/>
                  </a:cubicBezTo>
                  <a:cubicBezTo>
                    <a:pt x="422" y="433"/>
                    <a:pt x="425" y="436"/>
                    <a:pt x="427" y="439"/>
                  </a:cubicBezTo>
                  <a:cubicBezTo>
                    <a:pt x="432" y="448"/>
                    <a:pt x="434" y="458"/>
                    <a:pt x="435" y="468"/>
                  </a:cubicBezTo>
                  <a:cubicBezTo>
                    <a:pt x="436" y="480"/>
                    <a:pt x="440" y="491"/>
                    <a:pt x="446" y="502"/>
                  </a:cubicBezTo>
                  <a:cubicBezTo>
                    <a:pt x="452" y="512"/>
                    <a:pt x="461" y="522"/>
                    <a:pt x="471" y="529"/>
                  </a:cubicBezTo>
                  <a:cubicBezTo>
                    <a:pt x="507" y="559"/>
                    <a:pt x="543" y="588"/>
                    <a:pt x="580" y="618"/>
                  </a:cubicBezTo>
                  <a:cubicBezTo>
                    <a:pt x="587" y="623"/>
                    <a:pt x="595" y="629"/>
                    <a:pt x="601" y="634"/>
                  </a:cubicBezTo>
                  <a:cubicBezTo>
                    <a:pt x="599" y="646"/>
                    <a:pt x="591" y="644"/>
                    <a:pt x="586" y="641"/>
                  </a:cubicBezTo>
                  <a:cubicBezTo>
                    <a:pt x="562" y="629"/>
                    <a:pt x="538" y="615"/>
                    <a:pt x="514" y="602"/>
                  </a:cubicBezTo>
                  <a:lnTo>
                    <a:pt x="495" y="609"/>
                  </a:lnTo>
                  <a:cubicBezTo>
                    <a:pt x="458" y="556"/>
                    <a:pt x="414" y="508"/>
                    <a:pt x="366" y="465"/>
                  </a:cubicBezTo>
                  <a:cubicBezTo>
                    <a:pt x="364" y="482"/>
                    <a:pt x="374" y="492"/>
                    <a:pt x="380" y="502"/>
                  </a:cubicBezTo>
                  <a:cubicBezTo>
                    <a:pt x="387" y="513"/>
                    <a:pt x="396" y="524"/>
                    <a:pt x="405" y="534"/>
                  </a:cubicBezTo>
                  <a:lnTo>
                    <a:pt x="389" y="560"/>
                  </a:lnTo>
                  <a:cubicBezTo>
                    <a:pt x="396" y="577"/>
                    <a:pt x="404" y="597"/>
                    <a:pt x="412" y="616"/>
                  </a:cubicBezTo>
                  <a:cubicBezTo>
                    <a:pt x="437" y="672"/>
                    <a:pt x="465" y="727"/>
                    <a:pt x="496" y="781"/>
                  </a:cubicBezTo>
                  <a:cubicBezTo>
                    <a:pt x="516" y="815"/>
                    <a:pt x="537" y="849"/>
                    <a:pt x="559" y="882"/>
                  </a:cubicBezTo>
                  <a:cubicBezTo>
                    <a:pt x="566" y="893"/>
                    <a:pt x="573" y="904"/>
                    <a:pt x="582" y="913"/>
                  </a:cubicBezTo>
                  <a:cubicBezTo>
                    <a:pt x="680" y="1008"/>
                    <a:pt x="779" y="1100"/>
                    <a:pt x="912" y="1143"/>
                  </a:cubicBezTo>
                  <a:cubicBezTo>
                    <a:pt x="924" y="1147"/>
                    <a:pt x="939" y="1148"/>
                    <a:pt x="945" y="1163"/>
                  </a:cubicBezTo>
                  <a:cubicBezTo>
                    <a:pt x="939" y="1165"/>
                    <a:pt x="932" y="1166"/>
                    <a:pt x="925" y="1166"/>
                  </a:cubicBezTo>
                  <a:cubicBezTo>
                    <a:pt x="914" y="1166"/>
                    <a:pt x="903" y="1164"/>
                    <a:pt x="892" y="1160"/>
                  </a:cubicBezTo>
                  <a:cubicBezTo>
                    <a:pt x="869" y="1155"/>
                    <a:pt x="846" y="1148"/>
                    <a:pt x="822" y="1142"/>
                  </a:cubicBezTo>
                  <a:lnTo>
                    <a:pt x="824" y="1142"/>
                  </a:lnTo>
                  <a:lnTo>
                    <a:pt x="790" y="1123"/>
                  </a:lnTo>
                  <a:lnTo>
                    <a:pt x="782" y="1121"/>
                  </a:lnTo>
                  <a:moveTo>
                    <a:pt x="310" y="339"/>
                  </a:moveTo>
                  <a:lnTo>
                    <a:pt x="305" y="334"/>
                  </a:lnTo>
                  <a:lnTo>
                    <a:pt x="311" y="339"/>
                  </a:lnTo>
                  <a:cubicBezTo>
                    <a:pt x="313" y="353"/>
                    <a:pt x="317" y="367"/>
                    <a:pt x="323" y="380"/>
                  </a:cubicBezTo>
                  <a:cubicBezTo>
                    <a:pt x="332" y="394"/>
                    <a:pt x="344" y="408"/>
                    <a:pt x="357" y="420"/>
                  </a:cubicBezTo>
                  <a:cubicBezTo>
                    <a:pt x="365" y="428"/>
                    <a:pt x="371" y="441"/>
                    <a:pt x="385" y="444"/>
                  </a:cubicBezTo>
                  <a:cubicBezTo>
                    <a:pt x="386" y="442"/>
                    <a:pt x="386" y="439"/>
                    <a:pt x="386" y="437"/>
                  </a:cubicBezTo>
                  <a:cubicBezTo>
                    <a:pt x="386" y="431"/>
                    <a:pt x="385" y="426"/>
                    <a:pt x="382" y="422"/>
                  </a:cubicBezTo>
                  <a:cubicBezTo>
                    <a:pt x="380" y="419"/>
                    <a:pt x="378" y="416"/>
                    <a:pt x="375" y="414"/>
                  </a:cubicBezTo>
                  <a:cubicBezTo>
                    <a:pt x="354" y="388"/>
                    <a:pt x="340" y="357"/>
                    <a:pt x="310" y="339"/>
                  </a:cubicBezTo>
                  <a:moveTo>
                    <a:pt x="110" y="156"/>
                  </a:moveTo>
                  <a:cubicBezTo>
                    <a:pt x="114" y="272"/>
                    <a:pt x="167" y="360"/>
                    <a:pt x="247" y="446"/>
                  </a:cubicBezTo>
                  <a:cubicBezTo>
                    <a:pt x="209" y="340"/>
                    <a:pt x="179" y="243"/>
                    <a:pt x="110" y="1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8"/>
            <p:cNvSpPr/>
            <p:nvPr/>
          </p:nvSpPr>
          <p:spPr>
            <a:xfrm>
              <a:off x="7587000" y="1543320"/>
              <a:ext cx="317160" cy="686520"/>
            </a:xfrm>
            <a:custGeom>
              <a:rect b="b" l="l" r="r" t="t"/>
              <a:pathLst>
                <a:path extrusionOk="0" h="1907" w="881">
                  <a:moveTo>
                    <a:pt x="880" y="1885"/>
                  </a:moveTo>
                  <a:cubicBezTo>
                    <a:pt x="880" y="1891"/>
                    <a:pt x="880" y="1897"/>
                    <a:pt x="880" y="1906"/>
                  </a:cubicBezTo>
                  <a:cubicBezTo>
                    <a:pt x="871" y="1902"/>
                    <a:pt x="862" y="1897"/>
                    <a:pt x="854" y="1893"/>
                  </a:cubicBezTo>
                  <a:cubicBezTo>
                    <a:pt x="837" y="1883"/>
                    <a:pt x="822" y="1872"/>
                    <a:pt x="809" y="1858"/>
                  </a:cubicBezTo>
                  <a:cubicBezTo>
                    <a:pt x="752" y="1806"/>
                    <a:pt x="699" y="1750"/>
                    <a:pt x="650" y="1689"/>
                  </a:cubicBezTo>
                  <a:cubicBezTo>
                    <a:pt x="614" y="1644"/>
                    <a:pt x="579" y="1598"/>
                    <a:pt x="543" y="1552"/>
                  </a:cubicBezTo>
                  <a:cubicBezTo>
                    <a:pt x="527" y="1530"/>
                    <a:pt x="509" y="1509"/>
                    <a:pt x="490" y="1489"/>
                  </a:cubicBezTo>
                  <a:cubicBezTo>
                    <a:pt x="422" y="1419"/>
                    <a:pt x="372" y="1336"/>
                    <a:pt x="319" y="1255"/>
                  </a:cubicBezTo>
                  <a:cubicBezTo>
                    <a:pt x="318" y="1253"/>
                    <a:pt x="317" y="1251"/>
                    <a:pt x="316" y="1249"/>
                  </a:cubicBezTo>
                  <a:cubicBezTo>
                    <a:pt x="311" y="1241"/>
                    <a:pt x="306" y="1234"/>
                    <a:pt x="300" y="1227"/>
                  </a:cubicBezTo>
                  <a:cubicBezTo>
                    <a:pt x="288" y="1214"/>
                    <a:pt x="277" y="1200"/>
                    <a:pt x="268" y="1184"/>
                  </a:cubicBezTo>
                  <a:cubicBezTo>
                    <a:pt x="261" y="1173"/>
                    <a:pt x="256" y="1162"/>
                    <a:pt x="252" y="1150"/>
                  </a:cubicBezTo>
                  <a:cubicBezTo>
                    <a:pt x="225" y="1084"/>
                    <a:pt x="199" y="1017"/>
                    <a:pt x="172" y="952"/>
                  </a:cubicBezTo>
                  <a:cubicBezTo>
                    <a:pt x="170" y="947"/>
                    <a:pt x="168" y="941"/>
                    <a:pt x="166" y="934"/>
                  </a:cubicBezTo>
                  <a:lnTo>
                    <a:pt x="140" y="956"/>
                  </a:lnTo>
                  <a:cubicBezTo>
                    <a:pt x="136" y="946"/>
                    <a:pt x="132" y="936"/>
                    <a:pt x="130" y="926"/>
                  </a:cubicBezTo>
                  <a:cubicBezTo>
                    <a:pt x="125" y="896"/>
                    <a:pt x="122" y="866"/>
                    <a:pt x="117" y="835"/>
                  </a:cubicBezTo>
                  <a:cubicBezTo>
                    <a:pt x="101" y="729"/>
                    <a:pt x="84" y="625"/>
                    <a:pt x="68" y="520"/>
                  </a:cubicBezTo>
                  <a:cubicBezTo>
                    <a:pt x="56" y="435"/>
                    <a:pt x="46" y="350"/>
                    <a:pt x="35" y="265"/>
                  </a:cubicBezTo>
                  <a:cubicBezTo>
                    <a:pt x="33" y="249"/>
                    <a:pt x="32" y="234"/>
                    <a:pt x="14" y="225"/>
                  </a:cubicBezTo>
                  <a:cubicBezTo>
                    <a:pt x="11" y="222"/>
                    <a:pt x="9" y="219"/>
                    <a:pt x="7" y="216"/>
                  </a:cubicBezTo>
                  <a:cubicBezTo>
                    <a:pt x="5" y="213"/>
                    <a:pt x="3" y="209"/>
                    <a:pt x="3" y="205"/>
                  </a:cubicBezTo>
                  <a:cubicBezTo>
                    <a:pt x="1" y="188"/>
                    <a:pt x="0" y="171"/>
                    <a:pt x="0" y="154"/>
                  </a:cubicBezTo>
                  <a:cubicBezTo>
                    <a:pt x="0" y="102"/>
                    <a:pt x="9" y="50"/>
                    <a:pt x="25" y="0"/>
                  </a:cubicBezTo>
                  <a:cubicBezTo>
                    <a:pt x="35" y="31"/>
                    <a:pt x="25" y="61"/>
                    <a:pt x="25" y="92"/>
                  </a:cubicBezTo>
                  <a:cubicBezTo>
                    <a:pt x="25" y="122"/>
                    <a:pt x="23" y="153"/>
                    <a:pt x="22" y="185"/>
                  </a:cubicBezTo>
                  <a:cubicBezTo>
                    <a:pt x="38" y="190"/>
                    <a:pt x="52" y="196"/>
                    <a:pt x="54" y="215"/>
                  </a:cubicBezTo>
                  <a:cubicBezTo>
                    <a:pt x="60" y="255"/>
                    <a:pt x="67" y="294"/>
                    <a:pt x="74" y="334"/>
                  </a:cubicBezTo>
                  <a:cubicBezTo>
                    <a:pt x="77" y="353"/>
                    <a:pt x="83" y="372"/>
                    <a:pt x="87" y="390"/>
                  </a:cubicBezTo>
                  <a:cubicBezTo>
                    <a:pt x="89" y="396"/>
                    <a:pt x="90" y="402"/>
                    <a:pt x="91" y="409"/>
                  </a:cubicBezTo>
                  <a:cubicBezTo>
                    <a:pt x="96" y="515"/>
                    <a:pt x="109" y="622"/>
                    <a:pt x="130" y="726"/>
                  </a:cubicBezTo>
                  <a:cubicBezTo>
                    <a:pt x="130" y="734"/>
                    <a:pt x="133" y="744"/>
                    <a:pt x="138" y="748"/>
                  </a:cubicBezTo>
                  <a:cubicBezTo>
                    <a:pt x="158" y="762"/>
                    <a:pt x="158" y="784"/>
                    <a:pt x="162" y="804"/>
                  </a:cubicBezTo>
                  <a:cubicBezTo>
                    <a:pt x="183" y="898"/>
                    <a:pt x="214" y="991"/>
                    <a:pt x="253" y="1079"/>
                  </a:cubicBezTo>
                  <a:cubicBezTo>
                    <a:pt x="255" y="1085"/>
                    <a:pt x="257" y="1093"/>
                    <a:pt x="262" y="1096"/>
                  </a:cubicBezTo>
                  <a:cubicBezTo>
                    <a:pt x="286" y="1107"/>
                    <a:pt x="286" y="1132"/>
                    <a:pt x="297" y="1151"/>
                  </a:cubicBezTo>
                  <a:cubicBezTo>
                    <a:pt x="319" y="1192"/>
                    <a:pt x="341" y="1233"/>
                    <a:pt x="366" y="1273"/>
                  </a:cubicBezTo>
                  <a:cubicBezTo>
                    <a:pt x="394" y="1318"/>
                    <a:pt x="424" y="1362"/>
                    <a:pt x="454" y="1405"/>
                  </a:cubicBezTo>
                  <a:cubicBezTo>
                    <a:pt x="464" y="1420"/>
                    <a:pt x="475" y="1434"/>
                    <a:pt x="487" y="1447"/>
                  </a:cubicBezTo>
                  <a:cubicBezTo>
                    <a:pt x="534" y="1502"/>
                    <a:pt x="583" y="1556"/>
                    <a:pt x="629" y="1612"/>
                  </a:cubicBezTo>
                  <a:cubicBezTo>
                    <a:pt x="707" y="1708"/>
                    <a:pt x="791" y="1800"/>
                    <a:pt x="880" y="1886"/>
                  </a:cubicBezTo>
                  <a:lnTo>
                    <a:pt x="880" y="18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8"/>
            <p:cNvSpPr/>
            <p:nvPr/>
          </p:nvSpPr>
          <p:spPr>
            <a:xfrm>
              <a:off x="8218080" y="1782720"/>
              <a:ext cx="338400" cy="252720"/>
            </a:xfrm>
            <a:custGeom>
              <a:rect b="b" l="l" r="r" t="t"/>
              <a:pathLst>
                <a:path extrusionOk="0" h="702" w="940">
                  <a:moveTo>
                    <a:pt x="936" y="678"/>
                  </a:moveTo>
                  <a:cubicBezTo>
                    <a:pt x="939" y="692"/>
                    <a:pt x="933" y="701"/>
                    <a:pt x="919" y="701"/>
                  </a:cubicBezTo>
                  <a:lnTo>
                    <a:pt x="918" y="701"/>
                  </a:lnTo>
                  <a:cubicBezTo>
                    <a:pt x="905" y="701"/>
                    <a:pt x="893" y="698"/>
                    <a:pt x="882" y="693"/>
                  </a:cubicBezTo>
                  <a:cubicBezTo>
                    <a:pt x="853" y="679"/>
                    <a:pt x="826" y="662"/>
                    <a:pt x="798" y="646"/>
                  </a:cubicBezTo>
                  <a:cubicBezTo>
                    <a:pt x="783" y="637"/>
                    <a:pt x="769" y="627"/>
                    <a:pt x="754" y="618"/>
                  </a:cubicBezTo>
                  <a:cubicBezTo>
                    <a:pt x="752" y="620"/>
                    <a:pt x="749" y="623"/>
                    <a:pt x="747" y="626"/>
                  </a:cubicBezTo>
                  <a:cubicBezTo>
                    <a:pt x="737" y="642"/>
                    <a:pt x="730" y="646"/>
                    <a:pt x="718" y="639"/>
                  </a:cubicBezTo>
                  <a:cubicBezTo>
                    <a:pt x="703" y="630"/>
                    <a:pt x="688" y="620"/>
                    <a:pt x="674" y="610"/>
                  </a:cubicBezTo>
                  <a:cubicBezTo>
                    <a:pt x="643" y="586"/>
                    <a:pt x="613" y="562"/>
                    <a:pt x="585" y="540"/>
                  </a:cubicBezTo>
                  <a:cubicBezTo>
                    <a:pt x="572" y="538"/>
                    <a:pt x="574" y="547"/>
                    <a:pt x="571" y="552"/>
                  </a:cubicBezTo>
                  <a:cubicBezTo>
                    <a:pt x="567" y="556"/>
                    <a:pt x="563" y="560"/>
                    <a:pt x="559" y="563"/>
                  </a:cubicBezTo>
                  <a:cubicBezTo>
                    <a:pt x="549" y="557"/>
                    <a:pt x="540" y="551"/>
                    <a:pt x="532" y="543"/>
                  </a:cubicBezTo>
                  <a:cubicBezTo>
                    <a:pt x="518" y="530"/>
                    <a:pt x="506" y="515"/>
                    <a:pt x="492" y="501"/>
                  </a:cubicBezTo>
                  <a:cubicBezTo>
                    <a:pt x="492" y="501"/>
                    <a:pt x="491" y="501"/>
                    <a:pt x="491" y="500"/>
                  </a:cubicBezTo>
                  <a:cubicBezTo>
                    <a:pt x="486" y="498"/>
                    <a:pt x="481" y="496"/>
                    <a:pt x="476" y="495"/>
                  </a:cubicBezTo>
                  <a:lnTo>
                    <a:pt x="473" y="486"/>
                  </a:lnTo>
                  <a:lnTo>
                    <a:pt x="472" y="488"/>
                  </a:lnTo>
                  <a:cubicBezTo>
                    <a:pt x="474" y="490"/>
                    <a:pt x="475" y="492"/>
                    <a:pt x="477" y="494"/>
                  </a:cubicBezTo>
                  <a:cubicBezTo>
                    <a:pt x="481" y="510"/>
                    <a:pt x="488" y="526"/>
                    <a:pt x="474" y="540"/>
                  </a:cubicBezTo>
                  <a:cubicBezTo>
                    <a:pt x="472" y="541"/>
                    <a:pt x="470" y="543"/>
                    <a:pt x="468" y="544"/>
                  </a:cubicBezTo>
                  <a:cubicBezTo>
                    <a:pt x="460" y="548"/>
                    <a:pt x="451" y="551"/>
                    <a:pt x="443" y="551"/>
                  </a:cubicBezTo>
                  <a:cubicBezTo>
                    <a:pt x="436" y="551"/>
                    <a:pt x="430" y="549"/>
                    <a:pt x="424" y="547"/>
                  </a:cubicBezTo>
                  <a:cubicBezTo>
                    <a:pt x="403" y="541"/>
                    <a:pt x="384" y="532"/>
                    <a:pt x="366" y="522"/>
                  </a:cubicBezTo>
                  <a:cubicBezTo>
                    <a:pt x="356" y="516"/>
                    <a:pt x="347" y="511"/>
                    <a:pt x="338" y="504"/>
                  </a:cubicBezTo>
                  <a:cubicBezTo>
                    <a:pt x="345" y="492"/>
                    <a:pt x="353" y="499"/>
                    <a:pt x="359" y="501"/>
                  </a:cubicBezTo>
                  <a:cubicBezTo>
                    <a:pt x="378" y="506"/>
                    <a:pt x="396" y="512"/>
                    <a:pt x="415" y="516"/>
                  </a:cubicBezTo>
                  <a:cubicBezTo>
                    <a:pt x="419" y="516"/>
                    <a:pt x="423" y="517"/>
                    <a:pt x="427" y="517"/>
                  </a:cubicBezTo>
                  <a:cubicBezTo>
                    <a:pt x="431" y="517"/>
                    <a:pt x="435" y="516"/>
                    <a:pt x="439" y="516"/>
                  </a:cubicBezTo>
                  <a:cubicBezTo>
                    <a:pt x="437" y="510"/>
                    <a:pt x="434" y="504"/>
                    <a:pt x="431" y="499"/>
                  </a:cubicBezTo>
                  <a:cubicBezTo>
                    <a:pt x="425" y="488"/>
                    <a:pt x="417" y="479"/>
                    <a:pt x="407" y="471"/>
                  </a:cubicBezTo>
                  <a:cubicBezTo>
                    <a:pt x="361" y="424"/>
                    <a:pt x="309" y="382"/>
                    <a:pt x="253" y="347"/>
                  </a:cubicBezTo>
                  <a:cubicBezTo>
                    <a:pt x="240" y="338"/>
                    <a:pt x="227" y="329"/>
                    <a:pt x="213" y="320"/>
                  </a:cubicBezTo>
                  <a:cubicBezTo>
                    <a:pt x="208" y="316"/>
                    <a:pt x="204" y="310"/>
                    <a:pt x="209" y="304"/>
                  </a:cubicBezTo>
                  <a:cubicBezTo>
                    <a:pt x="210" y="303"/>
                    <a:pt x="211" y="303"/>
                    <a:pt x="212" y="302"/>
                  </a:cubicBezTo>
                  <a:cubicBezTo>
                    <a:pt x="214" y="301"/>
                    <a:pt x="217" y="300"/>
                    <a:pt x="219" y="300"/>
                  </a:cubicBezTo>
                  <a:cubicBezTo>
                    <a:pt x="220" y="300"/>
                    <a:pt x="221" y="300"/>
                    <a:pt x="222" y="300"/>
                  </a:cubicBezTo>
                  <a:cubicBezTo>
                    <a:pt x="234" y="303"/>
                    <a:pt x="245" y="308"/>
                    <a:pt x="267" y="315"/>
                  </a:cubicBezTo>
                  <a:cubicBezTo>
                    <a:pt x="234" y="274"/>
                    <a:pt x="205" y="242"/>
                    <a:pt x="177" y="209"/>
                  </a:cubicBezTo>
                  <a:cubicBezTo>
                    <a:pt x="148" y="176"/>
                    <a:pt x="116" y="143"/>
                    <a:pt x="86" y="109"/>
                  </a:cubicBezTo>
                  <a:cubicBezTo>
                    <a:pt x="55" y="76"/>
                    <a:pt x="27" y="47"/>
                    <a:pt x="0" y="13"/>
                  </a:cubicBezTo>
                  <a:cubicBezTo>
                    <a:pt x="15" y="0"/>
                    <a:pt x="22" y="11"/>
                    <a:pt x="27" y="17"/>
                  </a:cubicBezTo>
                  <a:cubicBezTo>
                    <a:pt x="65" y="56"/>
                    <a:pt x="103" y="96"/>
                    <a:pt x="140" y="135"/>
                  </a:cubicBezTo>
                  <a:cubicBezTo>
                    <a:pt x="188" y="188"/>
                    <a:pt x="235" y="241"/>
                    <a:pt x="283" y="294"/>
                  </a:cubicBezTo>
                  <a:cubicBezTo>
                    <a:pt x="293" y="306"/>
                    <a:pt x="305" y="317"/>
                    <a:pt x="317" y="328"/>
                  </a:cubicBezTo>
                  <a:lnTo>
                    <a:pt x="338" y="311"/>
                  </a:lnTo>
                  <a:cubicBezTo>
                    <a:pt x="377" y="334"/>
                    <a:pt x="411" y="364"/>
                    <a:pt x="438" y="400"/>
                  </a:cubicBezTo>
                  <a:cubicBezTo>
                    <a:pt x="469" y="432"/>
                    <a:pt x="499" y="467"/>
                    <a:pt x="530" y="501"/>
                  </a:cubicBezTo>
                  <a:cubicBezTo>
                    <a:pt x="538" y="499"/>
                    <a:pt x="546" y="498"/>
                    <a:pt x="554" y="498"/>
                  </a:cubicBezTo>
                  <a:cubicBezTo>
                    <a:pt x="555" y="498"/>
                    <a:pt x="555" y="498"/>
                    <a:pt x="556" y="498"/>
                  </a:cubicBezTo>
                  <a:cubicBezTo>
                    <a:pt x="563" y="499"/>
                    <a:pt x="569" y="502"/>
                    <a:pt x="575" y="505"/>
                  </a:cubicBezTo>
                  <a:cubicBezTo>
                    <a:pt x="578" y="507"/>
                    <a:pt x="580" y="509"/>
                    <a:pt x="583" y="510"/>
                  </a:cubicBezTo>
                  <a:cubicBezTo>
                    <a:pt x="614" y="533"/>
                    <a:pt x="645" y="557"/>
                    <a:pt x="676" y="580"/>
                  </a:cubicBezTo>
                  <a:cubicBezTo>
                    <a:pt x="688" y="590"/>
                    <a:pt x="702" y="599"/>
                    <a:pt x="721" y="613"/>
                  </a:cubicBezTo>
                  <a:cubicBezTo>
                    <a:pt x="720" y="604"/>
                    <a:pt x="718" y="596"/>
                    <a:pt x="715" y="588"/>
                  </a:cubicBezTo>
                  <a:cubicBezTo>
                    <a:pt x="708" y="578"/>
                    <a:pt x="700" y="568"/>
                    <a:pt x="692" y="559"/>
                  </a:cubicBezTo>
                  <a:cubicBezTo>
                    <a:pt x="697" y="548"/>
                    <a:pt x="703" y="552"/>
                    <a:pt x="708" y="555"/>
                  </a:cubicBezTo>
                  <a:cubicBezTo>
                    <a:pt x="741" y="578"/>
                    <a:pt x="774" y="602"/>
                    <a:pt x="808" y="623"/>
                  </a:cubicBezTo>
                  <a:cubicBezTo>
                    <a:pt x="834" y="641"/>
                    <a:pt x="863" y="656"/>
                    <a:pt x="892" y="672"/>
                  </a:cubicBezTo>
                  <a:cubicBezTo>
                    <a:pt x="892" y="672"/>
                    <a:pt x="893" y="672"/>
                    <a:pt x="894" y="673"/>
                  </a:cubicBezTo>
                  <a:cubicBezTo>
                    <a:pt x="903" y="678"/>
                    <a:pt x="914" y="681"/>
                    <a:pt x="924" y="681"/>
                  </a:cubicBezTo>
                  <a:cubicBezTo>
                    <a:pt x="929" y="681"/>
                    <a:pt x="934" y="681"/>
                    <a:pt x="938" y="679"/>
                  </a:cubicBezTo>
                  <a:lnTo>
                    <a:pt x="936" y="678"/>
                  </a:lnTo>
                  <a:moveTo>
                    <a:pt x="419" y="422"/>
                  </a:moveTo>
                  <a:cubicBezTo>
                    <a:pt x="419" y="432"/>
                    <a:pt x="422" y="440"/>
                    <a:pt x="440" y="437"/>
                  </a:cubicBezTo>
                  <a:lnTo>
                    <a:pt x="419" y="423"/>
                  </a:lnTo>
                  <a:cubicBezTo>
                    <a:pt x="417" y="419"/>
                    <a:pt x="415" y="415"/>
                    <a:pt x="413" y="412"/>
                  </a:cubicBezTo>
                  <a:cubicBezTo>
                    <a:pt x="403" y="394"/>
                    <a:pt x="387" y="379"/>
                    <a:pt x="369" y="368"/>
                  </a:cubicBezTo>
                  <a:cubicBezTo>
                    <a:pt x="367" y="367"/>
                    <a:pt x="365" y="366"/>
                    <a:pt x="362" y="364"/>
                  </a:cubicBezTo>
                  <a:cubicBezTo>
                    <a:pt x="378" y="392"/>
                    <a:pt x="388" y="416"/>
                    <a:pt x="419" y="423"/>
                  </a:cubicBezTo>
                  <a:lnTo>
                    <a:pt x="419" y="4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8"/>
            <p:cNvSpPr/>
            <p:nvPr/>
          </p:nvSpPr>
          <p:spPr>
            <a:xfrm>
              <a:off x="8335080" y="1999800"/>
              <a:ext cx="217080" cy="162720"/>
            </a:xfrm>
            <a:custGeom>
              <a:rect b="b" l="l" r="r" t="t"/>
              <a:pathLst>
                <a:path extrusionOk="0" h="452" w="603">
                  <a:moveTo>
                    <a:pt x="389" y="352"/>
                  </a:moveTo>
                  <a:cubicBezTo>
                    <a:pt x="395" y="358"/>
                    <a:pt x="402" y="363"/>
                    <a:pt x="410" y="367"/>
                  </a:cubicBezTo>
                  <a:cubicBezTo>
                    <a:pt x="410" y="368"/>
                    <a:pt x="411" y="368"/>
                    <a:pt x="412" y="369"/>
                  </a:cubicBezTo>
                  <a:cubicBezTo>
                    <a:pt x="463" y="388"/>
                    <a:pt x="514" y="406"/>
                    <a:pt x="566" y="426"/>
                  </a:cubicBezTo>
                  <a:cubicBezTo>
                    <a:pt x="578" y="430"/>
                    <a:pt x="595" y="429"/>
                    <a:pt x="602" y="448"/>
                  </a:cubicBezTo>
                  <a:cubicBezTo>
                    <a:pt x="595" y="450"/>
                    <a:pt x="587" y="451"/>
                    <a:pt x="579" y="451"/>
                  </a:cubicBezTo>
                  <a:cubicBezTo>
                    <a:pt x="577" y="451"/>
                    <a:pt x="575" y="451"/>
                    <a:pt x="574" y="451"/>
                  </a:cubicBezTo>
                  <a:cubicBezTo>
                    <a:pt x="547" y="446"/>
                    <a:pt x="520" y="439"/>
                    <a:pt x="494" y="430"/>
                  </a:cubicBezTo>
                  <a:cubicBezTo>
                    <a:pt x="414" y="400"/>
                    <a:pt x="337" y="364"/>
                    <a:pt x="262" y="323"/>
                  </a:cubicBezTo>
                  <a:cubicBezTo>
                    <a:pt x="255" y="318"/>
                    <a:pt x="248" y="313"/>
                    <a:pt x="241" y="307"/>
                  </a:cubicBezTo>
                  <a:cubicBezTo>
                    <a:pt x="245" y="295"/>
                    <a:pt x="252" y="298"/>
                    <a:pt x="258" y="300"/>
                  </a:cubicBezTo>
                  <a:cubicBezTo>
                    <a:pt x="262" y="302"/>
                    <a:pt x="266" y="303"/>
                    <a:pt x="270" y="303"/>
                  </a:cubicBezTo>
                  <a:cubicBezTo>
                    <a:pt x="275" y="303"/>
                    <a:pt x="279" y="301"/>
                    <a:pt x="283" y="299"/>
                  </a:cubicBezTo>
                  <a:cubicBezTo>
                    <a:pt x="284" y="299"/>
                    <a:pt x="284" y="299"/>
                    <a:pt x="285" y="298"/>
                  </a:cubicBezTo>
                  <a:cubicBezTo>
                    <a:pt x="292" y="293"/>
                    <a:pt x="306" y="298"/>
                    <a:pt x="316" y="298"/>
                  </a:cubicBezTo>
                  <a:cubicBezTo>
                    <a:pt x="344" y="307"/>
                    <a:pt x="373" y="311"/>
                    <a:pt x="402" y="312"/>
                  </a:cubicBezTo>
                  <a:cubicBezTo>
                    <a:pt x="397" y="304"/>
                    <a:pt x="392" y="297"/>
                    <a:pt x="386" y="291"/>
                  </a:cubicBezTo>
                  <a:cubicBezTo>
                    <a:pt x="360" y="272"/>
                    <a:pt x="334" y="253"/>
                    <a:pt x="307" y="235"/>
                  </a:cubicBezTo>
                  <a:cubicBezTo>
                    <a:pt x="283" y="218"/>
                    <a:pt x="258" y="203"/>
                    <a:pt x="235" y="186"/>
                  </a:cubicBezTo>
                  <a:cubicBezTo>
                    <a:pt x="234" y="186"/>
                    <a:pt x="233" y="185"/>
                    <a:pt x="232" y="185"/>
                  </a:cubicBezTo>
                  <a:cubicBezTo>
                    <a:pt x="220" y="178"/>
                    <a:pt x="210" y="169"/>
                    <a:pt x="203" y="158"/>
                  </a:cubicBezTo>
                  <a:cubicBezTo>
                    <a:pt x="194" y="143"/>
                    <a:pt x="182" y="131"/>
                    <a:pt x="167" y="122"/>
                  </a:cubicBezTo>
                  <a:cubicBezTo>
                    <a:pt x="163" y="120"/>
                    <a:pt x="160" y="119"/>
                    <a:pt x="157" y="117"/>
                  </a:cubicBezTo>
                  <a:cubicBezTo>
                    <a:pt x="118" y="93"/>
                    <a:pt x="80" y="70"/>
                    <a:pt x="42" y="45"/>
                  </a:cubicBezTo>
                  <a:cubicBezTo>
                    <a:pt x="29" y="37"/>
                    <a:pt x="16" y="26"/>
                    <a:pt x="0" y="13"/>
                  </a:cubicBezTo>
                  <a:cubicBezTo>
                    <a:pt x="17" y="8"/>
                    <a:pt x="25" y="17"/>
                    <a:pt x="34" y="21"/>
                  </a:cubicBezTo>
                  <a:cubicBezTo>
                    <a:pt x="43" y="26"/>
                    <a:pt x="57" y="33"/>
                    <a:pt x="68" y="39"/>
                  </a:cubicBezTo>
                  <a:lnTo>
                    <a:pt x="98" y="55"/>
                  </a:lnTo>
                  <a:lnTo>
                    <a:pt x="128" y="71"/>
                  </a:lnTo>
                  <a:lnTo>
                    <a:pt x="158" y="86"/>
                  </a:lnTo>
                  <a:cubicBezTo>
                    <a:pt x="170" y="91"/>
                    <a:pt x="181" y="97"/>
                    <a:pt x="193" y="102"/>
                  </a:cubicBezTo>
                  <a:cubicBezTo>
                    <a:pt x="204" y="107"/>
                    <a:pt x="214" y="110"/>
                    <a:pt x="224" y="114"/>
                  </a:cubicBezTo>
                  <a:cubicBezTo>
                    <a:pt x="231" y="104"/>
                    <a:pt x="222" y="101"/>
                    <a:pt x="218" y="98"/>
                  </a:cubicBezTo>
                  <a:cubicBezTo>
                    <a:pt x="192" y="79"/>
                    <a:pt x="163" y="60"/>
                    <a:pt x="135" y="41"/>
                  </a:cubicBezTo>
                  <a:cubicBezTo>
                    <a:pt x="134" y="41"/>
                    <a:pt x="134" y="40"/>
                    <a:pt x="133" y="40"/>
                  </a:cubicBezTo>
                  <a:cubicBezTo>
                    <a:pt x="117" y="31"/>
                    <a:pt x="103" y="19"/>
                    <a:pt x="92" y="4"/>
                  </a:cubicBezTo>
                  <a:cubicBezTo>
                    <a:pt x="101" y="3"/>
                    <a:pt x="107" y="0"/>
                    <a:pt x="111" y="1"/>
                  </a:cubicBezTo>
                  <a:cubicBezTo>
                    <a:pt x="135" y="12"/>
                    <a:pt x="157" y="23"/>
                    <a:pt x="179" y="36"/>
                  </a:cubicBezTo>
                  <a:cubicBezTo>
                    <a:pt x="216" y="57"/>
                    <a:pt x="250" y="81"/>
                    <a:pt x="283" y="109"/>
                  </a:cubicBezTo>
                  <a:cubicBezTo>
                    <a:pt x="301" y="124"/>
                    <a:pt x="320" y="139"/>
                    <a:pt x="340" y="152"/>
                  </a:cubicBezTo>
                  <a:lnTo>
                    <a:pt x="337" y="156"/>
                  </a:lnTo>
                  <a:lnTo>
                    <a:pt x="312" y="149"/>
                  </a:lnTo>
                  <a:lnTo>
                    <a:pt x="281" y="179"/>
                  </a:lnTo>
                  <a:cubicBezTo>
                    <a:pt x="312" y="199"/>
                    <a:pt x="340" y="217"/>
                    <a:pt x="368" y="236"/>
                  </a:cubicBezTo>
                  <a:cubicBezTo>
                    <a:pt x="389" y="251"/>
                    <a:pt x="410" y="267"/>
                    <a:pt x="430" y="283"/>
                  </a:cubicBezTo>
                  <a:cubicBezTo>
                    <a:pt x="437" y="289"/>
                    <a:pt x="444" y="297"/>
                    <a:pt x="449" y="305"/>
                  </a:cubicBezTo>
                  <a:cubicBezTo>
                    <a:pt x="450" y="306"/>
                    <a:pt x="450" y="307"/>
                    <a:pt x="451" y="309"/>
                  </a:cubicBezTo>
                  <a:cubicBezTo>
                    <a:pt x="453" y="314"/>
                    <a:pt x="455" y="318"/>
                    <a:pt x="455" y="323"/>
                  </a:cubicBezTo>
                  <a:cubicBezTo>
                    <a:pt x="455" y="328"/>
                    <a:pt x="453" y="333"/>
                    <a:pt x="451" y="337"/>
                  </a:cubicBezTo>
                  <a:cubicBezTo>
                    <a:pt x="448" y="341"/>
                    <a:pt x="445" y="345"/>
                    <a:pt x="441" y="347"/>
                  </a:cubicBezTo>
                  <a:cubicBezTo>
                    <a:pt x="437" y="350"/>
                    <a:pt x="432" y="351"/>
                    <a:pt x="427" y="351"/>
                  </a:cubicBezTo>
                  <a:cubicBezTo>
                    <a:pt x="415" y="353"/>
                    <a:pt x="401" y="353"/>
                    <a:pt x="389" y="354"/>
                  </a:cubicBezTo>
                  <a:cubicBezTo>
                    <a:pt x="387" y="352"/>
                    <a:pt x="385" y="350"/>
                    <a:pt x="383" y="349"/>
                  </a:cubicBezTo>
                  <a:cubicBezTo>
                    <a:pt x="381" y="347"/>
                    <a:pt x="381" y="349"/>
                    <a:pt x="380" y="351"/>
                  </a:cubicBezTo>
                  <a:lnTo>
                    <a:pt x="389" y="3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8"/>
            <p:cNvSpPr/>
            <p:nvPr/>
          </p:nvSpPr>
          <p:spPr>
            <a:xfrm>
              <a:off x="7559640" y="1286640"/>
              <a:ext cx="63000" cy="236160"/>
            </a:xfrm>
            <a:custGeom>
              <a:rect b="b" l="l" r="r" t="t"/>
              <a:pathLst>
                <a:path extrusionOk="0" h="656" w="175">
                  <a:moveTo>
                    <a:pt x="52" y="3"/>
                  </a:moveTo>
                  <a:cubicBezTo>
                    <a:pt x="55" y="2"/>
                    <a:pt x="57" y="1"/>
                    <a:pt x="59" y="1"/>
                  </a:cubicBezTo>
                  <a:cubicBezTo>
                    <a:pt x="63" y="1"/>
                    <a:pt x="66" y="3"/>
                    <a:pt x="68" y="4"/>
                  </a:cubicBezTo>
                  <a:cubicBezTo>
                    <a:pt x="71" y="6"/>
                    <a:pt x="72" y="7"/>
                    <a:pt x="74" y="9"/>
                  </a:cubicBezTo>
                  <a:cubicBezTo>
                    <a:pt x="80" y="16"/>
                    <a:pt x="86" y="25"/>
                    <a:pt x="91" y="34"/>
                  </a:cubicBezTo>
                  <a:cubicBezTo>
                    <a:pt x="100" y="50"/>
                    <a:pt x="107" y="67"/>
                    <a:pt x="112" y="86"/>
                  </a:cubicBezTo>
                  <a:cubicBezTo>
                    <a:pt x="122" y="128"/>
                    <a:pt x="131" y="170"/>
                    <a:pt x="141" y="215"/>
                  </a:cubicBezTo>
                  <a:cubicBezTo>
                    <a:pt x="144" y="210"/>
                    <a:pt x="148" y="207"/>
                    <a:pt x="153" y="203"/>
                  </a:cubicBezTo>
                  <a:cubicBezTo>
                    <a:pt x="161" y="198"/>
                    <a:pt x="170" y="201"/>
                    <a:pt x="171" y="209"/>
                  </a:cubicBezTo>
                  <a:cubicBezTo>
                    <a:pt x="173" y="218"/>
                    <a:pt x="174" y="228"/>
                    <a:pt x="174" y="238"/>
                  </a:cubicBezTo>
                  <a:cubicBezTo>
                    <a:pt x="169" y="368"/>
                    <a:pt x="152" y="498"/>
                    <a:pt x="123" y="625"/>
                  </a:cubicBezTo>
                  <a:cubicBezTo>
                    <a:pt x="121" y="633"/>
                    <a:pt x="117" y="641"/>
                    <a:pt x="114" y="648"/>
                  </a:cubicBezTo>
                  <a:cubicBezTo>
                    <a:pt x="110" y="655"/>
                    <a:pt x="111" y="648"/>
                    <a:pt x="109" y="648"/>
                  </a:cubicBezTo>
                  <a:cubicBezTo>
                    <a:pt x="99" y="644"/>
                    <a:pt x="101" y="635"/>
                    <a:pt x="102" y="628"/>
                  </a:cubicBezTo>
                  <a:cubicBezTo>
                    <a:pt x="106" y="575"/>
                    <a:pt x="111" y="522"/>
                    <a:pt x="117" y="469"/>
                  </a:cubicBezTo>
                  <a:cubicBezTo>
                    <a:pt x="120" y="435"/>
                    <a:pt x="126" y="402"/>
                    <a:pt x="130" y="368"/>
                  </a:cubicBezTo>
                  <a:cubicBezTo>
                    <a:pt x="132" y="356"/>
                    <a:pt x="135" y="343"/>
                    <a:pt x="117" y="338"/>
                  </a:cubicBezTo>
                  <a:cubicBezTo>
                    <a:pt x="113" y="336"/>
                    <a:pt x="110" y="324"/>
                    <a:pt x="110" y="316"/>
                  </a:cubicBezTo>
                  <a:cubicBezTo>
                    <a:pt x="110" y="290"/>
                    <a:pt x="110" y="265"/>
                    <a:pt x="110" y="239"/>
                  </a:cubicBezTo>
                  <a:cubicBezTo>
                    <a:pt x="110" y="213"/>
                    <a:pt x="108" y="191"/>
                    <a:pt x="107" y="169"/>
                  </a:cubicBezTo>
                  <a:cubicBezTo>
                    <a:pt x="94" y="161"/>
                    <a:pt x="78" y="169"/>
                    <a:pt x="73" y="152"/>
                  </a:cubicBezTo>
                  <a:cubicBezTo>
                    <a:pt x="68" y="135"/>
                    <a:pt x="63" y="118"/>
                    <a:pt x="42" y="113"/>
                  </a:cubicBezTo>
                  <a:cubicBezTo>
                    <a:pt x="36" y="112"/>
                    <a:pt x="32" y="101"/>
                    <a:pt x="29" y="94"/>
                  </a:cubicBezTo>
                  <a:cubicBezTo>
                    <a:pt x="19" y="74"/>
                    <a:pt x="10" y="53"/>
                    <a:pt x="0" y="32"/>
                  </a:cubicBezTo>
                  <a:cubicBezTo>
                    <a:pt x="4" y="20"/>
                    <a:pt x="15" y="21"/>
                    <a:pt x="23" y="24"/>
                  </a:cubicBezTo>
                  <a:cubicBezTo>
                    <a:pt x="30" y="27"/>
                    <a:pt x="36" y="30"/>
                    <a:pt x="43" y="34"/>
                  </a:cubicBezTo>
                  <a:cubicBezTo>
                    <a:pt x="46" y="36"/>
                    <a:pt x="50" y="38"/>
                    <a:pt x="53" y="40"/>
                  </a:cubicBezTo>
                  <a:cubicBezTo>
                    <a:pt x="53" y="25"/>
                    <a:pt x="53" y="14"/>
                    <a:pt x="52" y="0"/>
                  </a:cubicBezTo>
                  <a:lnTo>
                    <a:pt x="52" y="3"/>
                  </a:lnTo>
                  <a:moveTo>
                    <a:pt x="95" y="118"/>
                  </a:moveTo>
                  <a:lnTo>
                    <a:pt x="93" y="116"/>
                  </a:lnTo>
                  <a:lnTo>
                    <a:pt x="93" y="120"/>
                  </a:lnTo>
                  <a:lnTo>
                    <a:pt x="95" y="1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8"/>
            <p:cNvSpPr/>
            <p:nvPr/>
          </p:nvSpPr>
          <p:spPr>
            <a:xfrm>
              <a:off x="8249040" y="2120400"/>
              <a:ext cx="266040" cy="122400"/>
            </a:xfrm>
            <a:custGeom>
              <a:rect b="b" l="l" r="r" t="t"/>
              <a:pathLst>
                <a:path extrusionOk="0" h="340" w="739">
                  <a:moveTo>
                    <a:pt x="550" y="295"/>
                  </a:moveTo>
                  <a:cubicBezTo>
                    <a:pt x="544" y="288"/>
                    <a:pt x="537" y="282"/>
                    <a:pt x="530" y="277"/>
                  </a:cubicBezTo>
                  <a:cubicBezTo>
                    <a:pt x="504" y="260"/>
                    <a:pt x="477" y="244"/>
                    <a:pt x="452" y="228"/>
                  </a:cubicBezTo>
                  <a:cubicBezTo>
                    <a:pt x="444" y="221"/>
                    <a:pt x="437" y="214"/>
                    <a:pt x="429" y="207"/>
                  </a:cubicBezTo>
                  <a:cubicBezTo>
                    <a:pt x="433" y="206"/>
                    <a:pt x="436" y="206"/>
                    <a:pt x="441" y="206"/>
                  </a:cubicBezTo>
                  <a:cubicBezTo>
                    <a:pt x="445" y="206"/>
                    <a:pt x="450" y="206"/>
                    <a:pt x="454" y="207"/>
                  </a:cubicBezTo>
                  <a:cubicBezTo>
                    <a:pt x="465" y="212"/>
                    <a:pt x="476" y="219"/>
                    <a:pt x="488" y="225"/>
                  </a:cubicBezTo>
                  <a:cubicBezTo>
                    <a:pt x="525" y="243"/>
                    <a:pt x="562" y="263"/>
                    <a:pt x="600" y="281"/>
                  </a:cubicBezTo>
                  <a:cubicBezTo>
                    <a:pt x="643" y="302"/>
                    <a:pt x="690" y="314"/>
                    <a:pt x="738" y="317"/>
                  </a:cubicBezTo>
                  <a:cubicBezTo>
                    <a:pt x="732" y="326"/>
                    <a:pt x="730" y="335"/>
                    <a:pt x="726" y="335"/>
                  </a:cubicBezTo>
                  <a:cubicBezTo>
                    <a:pt x="717" y="338"/>
                    <a:pt x="709" y="339"/>
                    <a:pt x="700" y="339"/>
                  </a:cubicBezTo>
                  <a:cubicBezTo>
                    <a:pt x="696" y="339"/>
                    <a:pt x="692" y="338"/>
                    <a:pt x="688" y="338"/>
                  </a:cubicBezTo>
                  <a:cubicBezTo>
                    <a:pt x="667" y="334"/>
                    <a:pt x="647" y="328"/>
                    <a:pt x="628" y="321"/>
                  </a:cubicBezTo>
                  <a:cubicBezTo>
                    <a:pt x="608" y="315"/>
                    <a:pt x="590" y="301"/>
                    <a:pt x="569" y="319"/>
                  </a:cubicBezTo>
                  <a:cubicBezTo>
                    <a:pt x="563" y="320"/>
                    <a:pt x="556" y="320"/>
                    <a:pt x="550" y="320"/>
                  </a:cubicBezTo>
                  <a:cubicBezTo>
                    <a:pt x="522" y="320"/>
                    <a:pt x="495" y="314"/>
                    <a:pt x="471" y="303"/>
                  </a:cubicBezTo>
                  <a:cubicBezTo>
                    <a:pt x="406" y="271"/>
                    <a:pt x="338" y="241"/>
                    <a:pt x="277" y="204"/>
                  </a:cubicBezTo>
                  <a:cubicBezTo>
                    <a:pt x="199" y="159"/>
                    <a:pt x="124" y="109"/>
                    <a:pt x="48" y="61"/>
                  </a:cubicBezTo>
                  <a:cubicBezTo>
                    <a:pt x="34" y="51"/>
                    <a:pt x="20" y="40"/>
                    <a:pt x="7" y="27"/>
                  </a:cubicBezTo>
                  <a:cubicBezTo>
                    <a:pt x="3" y="23"/>
                    <a:pt x="4" y="13"/>
                    <a:pt x="0" y="0"/>
                  </a:cubicBezTo>
                  <a:cubicBezTo>
                    <a:pt x="9" y="4"/>
                    <a:pt x="18" y="8"/>
                    <a:pt x="27" y="13"/>
                  </a:cubicBezTo>
                  <a:cubicBezTo>
                    <a:pt x="95" y="61"/>
                    <a:pt x="166" y="105"/>
                    <a:pt x="238" y="147"/>
                  </a:cubicBezTo>
                  <a:cubicBezTo>
                    <a:pt x="302" y="184"/>
                    <a:pt x="368" y="219"/>
                    <a:pt x="435" y="251"/>
                  </a:cubicBezTo>
                  <a:cubicBezTo>
                    <a:pt x="465" y="266"/>
                    <a:pt x="497" y="278"/>
                    <a:pt x="528" y="290"/>
                  </a:cubicBezTo>
                  <a:cubicBezTo>
                    <a:pt x="536" y="292"/>
                    <a:pt x="544" y="293"/>
                    <a:pt x="552" y="293"/>
                  </a:cubicBezTo>
                  <a:lnTo>
                    <a:pt x="560" y="299"/>
                  </a:lnTo>
                  <a:lnTo>
                    <a:pt x="563" y="296"/>
                  </a:lnTo>
                  <a:lnTo>
                    <a:pt x="550" y="2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8"/>
            <p:cNvSpPr/>
            <p:nvPr/>
          </p:nvSpPr>
          <p:spPr>
            <a:xfrm>
              <a:off x="7827120" y="1825560"/>
              <a:ext cx="128160" cy="156600"/>
            </a:xfrm>
            <a:custGeom>
              <a:rect b="b" l="l" r="r" t="t"/>
              <a:pathLst>
                <a:path extrusionOk="0" h="435" w="356">
                  <a:moveTo>
                    <a:pt x="144" y="0"/>
                  </a:moveTo>
                  <a:cubicBezTo>
                    <a:pt x="205" y="147"/>
                    <a:pt x="283" y="285"/>
                    <a:pt x="355" y="424"/>
                  </a:cubicBezTo>
                  <a:cubicBezTo>
                    <a:pt x="348" y="434"/>
                    <a:pt x="340" y="429"/>
                    <a:pt x="335" y="423"/>
                  </a:cubicBezTo>
                  <a:cubicBezTo>
                    <a:pt x="324" y="408"/>
                    <a:pt x="314" y="392"/>
                    <a:pt x="304" y="376"/>
                  </a:cubicBezTo>
                  <a:cubicBezTo>
                    <a:pt x="303" y="374"/>
                    <a:pt x="302" y="372"/>
                    <a:pt x="301" y="370"/>
                  </a:cubicBezTo>
                  <a:cubicBezTo>
                    <a:pt x="286" y="344"/>
                    <a:pt x="273" y="316"/>
                    <a:pt x="258" y="286"/>
                  </a:cubicBezTo>
                  <a:lnTo>
                    <a:pt x="237" y="299"/>
                  </a:lnTo>
                  <a:cubicBezTo>
                    <a:pt x="232" y="302"/>
                    <a:pt x="226" y="303"/>
                    <a:pt x="221" y="303"/>
                  </a:cubicBezTo>
                  <a:cubicBezTo>
                    <a:pt x="215" y="303"/>
                    <a:pt x="210" y="302"/>
                    <a:pt x="205" y="299"/>
                  </a:cubicBezTo>
                  <a:cubicBezTo>
                    <a:pt x="203" y="298"/>
                    <a:pt x="202" y="297"/>
                    <a:pt x="201" y="296"/>
                  </a:cubicBezTo>
                  <a:cubicBezTo>
                    <a:pt x="182" y="284"/>
                    <a:pt x="164" y="270"/>
                    <a:pt x="148" y="254"/>
                  </a:cubicBezTo>
                  <a:cubicBezTo>
                    <a:pt x="100" y="198"/>
                    <a:pt x="53" y="140"/>
                    <a:pt x="6" y="82"/>
                  </a:cubicBezTo>
                  <a:cubicBezTo>
                    <a:pt x="2" y="77"/>
                    <a:pt x="3" y="68"/>
                    <a:pt x="0" y="56"/>
                  </a:cubicBezTo>
                  <a:cubicBezTo>
                    <a:pt x="11" y="60"/>
                    <a:pt x="18" y="61"/>
                    <a:pt x="21" y="65"/>
                  </a:cubicBezTo>
                  <a:cubicBezTo>
                    <a:pt x="32" y="77"/>
                    <a:pt x="42" y="90"/>
                    <a:pt x="53" y="102"/>
                  </a:cubicBezTo>
                  <a:cubicBezTo>
                    <a:pt x="92" y="146"/>
                    <a:pt x="132" y="191"/>
                    <a:pt x="172" y="234"/>
                  </a:cubicBezTo>
                  <a:cubicBezTo>
                    <a:pt x="181" y="246"/>
                    <a:pt x="193" y="256"/>
                    <a:pt x="206" y="263"/>
                  </a:cubicBezTo>
                  <a:cubicBezTo>
                    <a:pt x="211" y="266"/>
                    <a:pt x="216" y="269"/>
                    <a:pt x="221" y="271"/>
                  </a:cubicBezTo>
                  <a:cubicBezTo>
                    <a:pt x="224" y="268"/>
                    <a:pt x="227" y="265"/>
                    <a:pt x="229" y="262"/>
                  </a:cubicBezTo>
                  <a:cubicBezTo>
                    <a:pt x="232" y="256"/>
                    <a:pt x="233" y="251"/>
                    <a:pt x="233" y="245"/>
                  </a:cubicBezTo>
                  <a:cubicBezTo>
                    <a:pt x="233" y="239"/>
                    <a:pt x="232" y="233"/>
                    <a:pt x="229" y="228"/>
                  </a:cubicBezTo>
                  <a:cubicBezTo>
                    <a:pt x="228" y="227"/>
                    <a:pt x="228" y="226"/>
                    <a:pt x="228" y="226"/>
                  </a:cubicBezTo>
                  <a:cubicBezTo>
                    <a:pt x="214" y="197"/>
                    <a:pt x="197" y="169"/>
                    <a:pt x="183" y="140"/>
                  </a:cubicBezTo>
                  <a:cubicBezTo>
                    <a:pt x="167" y="105"/>
                    <a:pt x="153" y="69"/>
                    <a:pt x="139" y="34"/>
                  </a:cubicBezTo>
                  <a:cubicBezTo>
                    <a:pt x="138" y="34"/>
                    <a:pt x="138" y="33"/>
                    <a:pt x="138" y="33"/>
                  </a:cubicBezTo>
                  <a:cubicBezTo>
                    <a:pt x="136" y="29"/>
                    <a:pt x="134" y="24"/>
                    <a:pt x="134" y="20"/>
                  </a:cubicBezTo>
                  <a:cubicBezTo>
                    <a:pt x="134" y="15"/>
                    <a:pt x="136" y="11"/>
                    <a:pt x="138" y="7"/>
                  </a:cubicBezTo>
                  <a:cubicBezTo>
                    <a:pt x="139" y="4"/>
                    <a:pt x="141" y="2"/>
                    <a:pt x="14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8"/>
            <p:cNvSpPr/>
            <p:nvPr/>
          </p:nvSpPr>
          <p:spPr>
            <a:xfrm>
              <a:off x="7903080" y="2212920"/>
              <a:ext cx="208800" cy="121680"/>
            </a:xfrm>
            <a:custGeom>
              <a:rect b="b" l="l" r="r" t="t"/>
              <a:pathLst>
                <a:path extrusionOk="0" h="338" w="580">
                  <a:moveTo>
                    <a:pt x="317" y="216"/>
                  </a:moveTo>
                  <a:lnTo>
                    <a:pt x="324" y="220"/>
                  </a:lnTo>
                  <a:cubicBezTo>
                    <a:pt x="324" y="221"/>
                    <a:pt x="324" y="221"/>
                    <a:pt x="324" y="221"/>
                  </a:cubicBezTo>
                  <a:cubicBezTo>
                    <a:pt x="328" y="227"/>
                    <a:pt x="332" y="231"/>
                    <a:pt x="338" y="234"/>
                  </a:cubicBezTo>
                  <a:cubicBezTo>
                    <a:pt x="343" y="237"/>
                    <a:pt x="349" y="239"/>
                    <a:pt x="355" y="239"/>
                  </a:cubicBezTo>
                  <a:cubicBezTo>
                    <a:pt x="356" y="239"/>
                    <a:pt x="357" y="239"/>
                    <a:pt x="358" y="239"/>
                  </a:cubicBezTo>
                  <a:lnTo>
                    <a:pt x="356" y="239"/>
                  </a:lnTo>
                  <a:cubicBezTo>
                    <a:pt x="363" y="245"/>
                    <a:pt x="371" y="251"/>
                    <a:pt x="380" y="256"/>
                  </a:cubicBezTo>
                  <a:cubicBezTo>
                    <a:pt x="381" y="256"/>
                    <a:pt x="382" y="257"/>
                    <a:pt x="383" y="257"/>
                  </a:cubicBezTo>
                  <a:cubicBezTo>
                    <a:pt x="430" y="277"/>
                    <a:pt x="478" y="295"/>
                    <a:pt x="526" y="314"/>
                  </a:cubicBezTo>
                  <a:cubicBezTo>
                    <a:pt x="541" y="318"/>
                    <a:pt x="557" y="324"/>
                    <a:pt x="571" y="333"/>
                  </a:cubicBezTo>
                  <a:cubicBezTo>
                    <a:pt x="573" y="334"/>
                    <a:pt x="576" y="336"/>
                    <a:pt x="579" y="337"/>
                  </a:cubicBezTo>
                  <a:cubicBezTo>
                    <a:pt x="557" y="337"/>
                    <a:pt x="546" y="337"/>
                    <a:pt x="536" y="336"/>
                  </a:cubicBezTo>
                  <a:cubicBezTo>
                    <a:pt x="490" y="328"/>
                    <a:pt x="446" y="315"/>
                    <a:pt x="403" y="297"/>
                  </a:cubicBezTo>
                  <a:cubicBezTo>
                    <a:pt x="383" y="288"/>
                    <a:pt x="362" y="279"/>
                    <a:pt x="342" y="270"/>
                  </a:cubicBezTo>
                  <a:cubicBezTo>
                    <a:pt x="323" y="261"/>
                    <a:pt x="305" y="251"/>
                    <a:pt x="287" y="241"/>
                  </a:cubicBezTo>
                  <a:cubicBezTo>
                    <a:pt x="195" y="187"/>
                    <a:pt x="109" y="123"/>
                    <a:pt x="32" y="49"/>
                  </a:cubicBezTo>
                  <a:cubicBezTo>
                    <a:pt x="22" y="41"/>
                    <a:pt x="12" y="33"/>
                    <a:pt x="1" y="26"/>
                  </a:cubicBezTo>
                  <a:cubicBezTo>
                    <a:pt x="1" y="19"/>
                    <a:pt x="1" y="11"/>
                    <a:pt x="0" y="0"/>
                  </a:cubicBezTo>
                  <a:cubicBezTo>
                    <a:pt x="7" y="1"/>
                    <a:pt x="13" y="3"/>
                    <a:pt x="20" y="6"/>
                  </a:cubicBezTo>
                  <a:cubicBezTo>
                    <a:pt x="41" y="24"/>
                    <a:pt x="61" y="42"/>
                    <a:pt x="82" y="59"/>
                  </a:cubicBezTo>
                  <a:cubicBezTo>
                    <a:pt x="139" y="111"/>
                    <a:pt x="201" y="157"/>
                    <a:pt x="267" y="197"/>
                  </a:cubicBezTo>
                  <a:cubicBezTo>
                    <a:pt x="285" y="205"/>
                    <a:pt x="297" y="218"/>
                    <a:pt x="317" y="2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8"/>
            <p:cNvSpPr/>
            <p:nvPr/>
          </p:nvSpPr>
          <p:spPr>
            <a:xfrm>
              <a:off x="8054280" y="1666800"/>
              <a:ext cx="108720" cy="114120"/>
            </a:xfrm>
            <a:custGeom>
              <a:rect b="b" l="l" r="r" t="t"/>
              <a:pathLst>
                <a:path extrusionOk="0" h="317" w="302">
                  <a:moveTo>
                    <a:pt x="0" y="0"/>
                  </a:moveTo>
                  <a:cubicBezTo>
                    <a:pt x="34" y="2"/>
                    <a:pt x="53" y="24"/>
                    <a:pt x="75" y="43"/>
                  </a:cubicBezTo>
                  <a:cubicBezTo>
                    <a:pt x="97" y="61"/>
                    <a:pt x="118" y="81"/>
                    <a:pt x="138" y="98"/>
                  </a:cubicBezTo>
                  <a:cubicBezTo>
                    <a:pt x="139" y="98"/>
                    <a:pt x="140" y="98"/>
                    <a:pt x="140" y="98"/>
                  </a:cubicBezTo>
                  <a:cubicBezTo>
                    <a:pt x="150" y="98"/>
                    <a:pt x="160" y="95"/>
                    <a:pt x="169" y="90"/>
                  </a:cubicBezTo>
                  <a:cubicBezTo>
                    <a:pt x="174" y="87"/>
                    <a:pt x="179" y="83"/>
                    <a:pt x="183" y="78"/>
                  </a:cubicBezTo>
                  <a:cubicBezTo>
                    <a:pt x="183" y="63"/>
                    <a:pt x="183" y="50"/>
                    <a:pt x="182" y="31"/>
                  </a:cubicBezTo>
                  <a:cubicBezTo>
                    <a:pt x="192" y="36"/>
                    <a:pt x="201" y="37"/>
                    <a:pt x="206" y="42"/>
                  </a:cubicBezTo>
                  <a:cubicBezTo>
                    <a:pt x="209" y="46"/>
                    <a:pt x="212" y="50"/>
                    <a:pt x="215" y="55"/>
                  </a:cubicBezTo>
                  <a:cubicBezTo>
                    <a:pt x="218" y="60"/>
                    <a:pt x="220" y="65"/>
                    <a:pt x="222" y="71"/>
                  </a:cubicBezTo>
                  <a:cubicBezTo>
                    <a:pt x="222" y="73"/>
                    <a:pt x="222" y="75"/>
                    <a:pt x="222" y="78"/>
                  </a:cubicBezTo>
                  <a:cubicBezTo>
                    <a:pt x="222" y="83"/>
                    <a:pt x="221" y="89"/>
                    <a:pt x="218" y="94"/>
                  </a:cubicBezTo>
                  <a:cubicBezTo>
                    <a:pt x="215" y="99"/>
                    <a:pt x="211" y="103"/>
                    <a:pt x="206" y="106"/>
                  </a:cubicBezTo>
                  <a:cubicBezTo>
                    <a:pt x="205" y="107"/>
                    <a:pt x="205" y="107"/>
                    <a:pt x="204" y="107"/>
                  </a:cubicBezTo>
                  <a:cubicBezTo>
                    <a:pt x="192" y="113"/>
                    <a:pt x="179" y="118"/>
                    <a:pt x="167" y="122"/>
                  </a:cubicBezTo>
                  <a:cubicBezTo>
                    <a:pt x="215" y="178"/>
                    <a:pt x="269" y="228"/>
                    <a:pt x="299" y="296"/>
                  </a:cubicBezTo>
                  <a:cubicBezTo>
                    <a:pt x="300" y="301"/>
                    <a:pt x="301" y="306"/>
                    <a:pt x="301" y="311"/>
                  </a:cubicBezTo>
                  <a:cubicBezTo>
                    <a:pt x="301" y="313"/>
                    <a:pt x="301" y="314"/>
                    <a:pt x="301" y="316"/>
                  </a:cubicBezTo>
                  <a:cubicBezTo>
                    <a:pt x="294" y="314"/>
                    <a:pt x="288" y="316"/>
                    <a:pt x="285" y="312"/>
                  </a:cubicBezTo>
                  <a:cubicBezTo>
                    <a:pt x="277" y="304"/>
                    <a:pt x="270" y="295"/>
                    <a:pt x="264" y="286"/>
                  </a:cubicBezTo>
                  <a:cubicBezTo>
                    <a:pt x="216" y="217"/>
                    <a:pt x="160" y="154"/>
                    <a:pt x="97" y="99"/>
                  </a:cubicBezTo>
                  <a:cubicBezTo>
                    <a:pt x="71" y="74"/>
                    <a:pt x="45" y="47"/>
                    <a:pt x="18" y="22"/>
                  </a:cubicBezTo>
                  <a:cubicBezTo>
                    <a:pt x="12" y="15"/>
                    <a:pt x="6"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8"/>
            <p:cNvSpPr/>
            <p:nvPr/>
          </p:nvSpPr>
          <p:spPr>
            <a:xfrm>
              <a:off x="8448840" y="2013840"/>
              <a:ext cx="91080" cy="68400"/>
            </a:xfrm>
            <a:custGeom>
              <a:rect b="b" l="l" r="r" t="t"/>
              <a:pathLst>
                <a:path extrusionOk="0" h="190" w="253">
                  <a:moveTo>
                    <a:pt x="25" y="115"/>
                  </a:moveTo>
                  <a:cubicBezTo>
                    <a:pt x="40" y="120"/>
                    <a:pt x="55" y="124"/>
                    <a:pt x="70" y="129"/>
                  </a:cubicBezTo>
                  <a:cubicBezTo>
                    <a:pt x="106" y="143"/>
                    <a:pt x="144" y="152"/>
                    <a:pt x="182" y="155"/>
                  </a:cubicBezTo>
                  <a:cubicBezTo>
                    <a:pt x="191" y="155"/>
                    <a:pt x="200" y="153"/>
                    <a:pt x="209" y="149"/>
                  </a:cubicBezTo>
                  <a:cubicBezTo>
                    <a:pt x="208" y="142"/>
                    <a:pt x="206" y="135"/>
                    <a:pt x="202" y="128"/>
                  </a:cubicBezTo>
                  <a:cubicBezTo>
                    <a:pt x="197" y="120"/>
                    <a:pt x="190" y="113"/>
                    <a:pt x="182" y="109"/>
                  </a:cubicBezTo>
                  <a:cubicBezTo>
                    <a:pt x="161" y="94"/>
                    <a:pt x="140" y="80"/>
                    <a:pt x="117" y="67"/>
                  </a:cubicBezTo>
                  <a:cubicBezTo>
                    <a:pt x="112" y="64"/>
                    <a:pt x="106" y="61"/>
                    <a:pt x="101" y="58"/>
                  </a:cubicBezTo>
                  <a:cubicBezTo>
                    <a:pt x="74" y="43"/>
                    <a:pt x="45" y="33"/>
                    <a:pt x="17" y="20"/>
                  </a:cubicBezTo>
                  <a:cubicBezTo>
                    <a:pt x="12" y="18"/>
                    <a:pt x="9" y="12"/>
                    <a:pt x="0" y="3"/>
                  </a:cubicBezTo>
                  <a:cubicBezTo>
                    <a:pt x="9" y="1"/>
                    <a:pt x="18" y="0"/>
                    <a:pt x="27" y="0"/>
                  </a:cubicBezTo>
                  <a:cubicBezTo>
                    <a:pt x="31" y="0"/>
                    <a:pt x="35" y="0"/>
                    <a:pt x="38" y="1"/>
                  </a:cubicBezTo>
                  <a:cubicBezTo>
                    <a:pt x="80" y="11"/>
                    <a:pt x="119" y="27"/>
                    <a:pt x="156" y="48"/>
                  </a:cubicBezTo>
                  <a:cubicBezTo>
                    <a:pt x="176" y="60"/>
                    <a:pt x="196" y="73"/>
                    <a:pt x="214" y="88"/>
                  </a:cubicBezTo>
                  <a:cubicBezTo>
                    <a:pt x="225" y="97"/>
                    <a:pt x="235" y="108"/>
                    <a:pt x="242" y="120"/>
                  </a:cubicBezTo>
                  <a:cubicBezTo>
                    <a:pt x="244" y="124"/>
                    <a:pt x="247" y="129"/>
                    <a:pt x="249" y="134"/>
                  </a:cubicBezTo>
                  <a:cubicBezTo>
                    <a:pt x="251" y="139"/>
                    <a:pt x="252" y="144"/>
                    <a:pt x="252" y="150"/>
                  </a:cubicBezTo>
                  <a:cubicBezTo>
                    <a:pt x="252" y="156"/>
                    <a:pt x="250" y="162"/>
                    <a:pt x="247" y="168"/>
                  </a:cubicBezTo>
                  <a:cubicBezTo>
                    <a:pt x="244" y="173"/>
                    <a:pt x="239" y="179"/>
                    <a:pt x="234" y="182"/>
                  </a:cubicBezTo>
                  <a:cubicBezTo>
                    <a:pt x="229" y="185"/>
                    <a:pt x="223" y="186"/>
                    <a:pt x="218" y="187"/>
                  </a:cubicBezTo>
                  <a:cubicBezTo>
                    <a:pt x="211" y="188"/>
                    <a:pt x="203" y="189"/>
                    <a:pt x="196" y="189"/>
                  </a:cubicBezTo>
                  <a:cubicBezTo>
                    <a:pt x="188" y="189"/>
                    <a:pt x="182" y="188"/>
                    <a:pt x="175" y="187"/>
                  </a:cubicBezTo>
                  <a:cubicBezTo>
                    <a:pt x="135" y="178"/>
                    <a:pt x="97" y="164"/>
                    <a:pt x="62" y="143"/>
                  </a:cubicBezTo>
                  <a:cubicBezTo>
                    <a:pt x="49" y="136"/>
                    <a:pt x="36" y="127"/>
                    <a:pt x="23" y="118"/>
                  </a:cubicBezTo>
                  <a:lnTo>
                    <a:pt x="25" y="1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8"/>
            <p:cNvSpPr/>
            <p:nvPr/>
          </p:nvSpPr>
          <p:spPr>
            <a:xfrm>
              <a:off x="8099280" y="1618200"/>
              <a:ext cx="134640" cy="52920"/>
            </a:xfrm>
            <a:custGeom>
              <a:rect b="b" l="l" r="r" t="t"/>
              <a:pathLst>
                <a:path extrusionOk="0" h="147" w="374">
                  <a:moveTo>
                    <a:pt x="339" y="76"/>
                  </a:moveTo>
                  <a:cubicBezTo>
                    <a:pt x="348" y="94"/>
                    <a:pt x="368" y="106"/>
                    <a:pt x="373" y="129"/>
                  </a:cubicBezTo>
                  <a:cubicBezTo>
                    <a:pt x="335" y="143"/>
                    <a:pt x="315" y="106"/>
                    <a:pt x="284" y="103"/>
                  </a:cubicBezTo>
                  <a:cubicBezTo>
                    <a:pt x="279" y="110"/>
                    <a:pt x="287" y="111"/>
                    <a:pt x="290" y="115"/>
                  </a:cubicBezTo>
                  <a:cubicBezTo>
                    <a:pt x="295" y="119"/>
                    <a:pt x="299" y="124"/>
                    <a:pt x="303" y="129"/>
                  </a:cubicBezTo>
                  <a:cubicBezTo>
                    <a:pt x="304" y="131"/>
                    <a:pt x="305" y="133"/>
                    <a:pt x="305" y="135"/>
                  </a:cubicBezTo>
                  <a:cubicBezTo>
                    <a:pt x="305" y="137"/>
                    <a:pt x="304" y="139"/>
                    <a:pt x="303" y="141"/>
                  </a:cubicBezTo>
                  <a:cubicBezTo>
                    <a:pt x="302" y="143"/>
                    <a:pt x="301" y="143"/>
                    <a:pt x="300" y="144"/>
                  </a:cubicBezTo>
                  <a:cubicBezTo>
                    <a:pt x="298" y="146"/>
                    <a:pt x="295" y="146"/>
                    <a:pt x="293" y="146"/>
                  </a:cubicBezTo>
                  <a:cubicBezTo>
                    <a:pt x="292" y="146"/>
                    <a:pt x="292" y="146"/>
                    <a:pt x="291" y="146"/>
                  </a:cubicBezTo>
                  <a:cubicBezTo>
                    <a:pt x="281" y="143"/>
                    <a:pt x="271" y="137"/>
                    <a:pt x="261" y="132"/>
                  </a:cubicBezTo>
                  <a:cubicBezTo>
                    <a:pt x="260" y="132"/>
                    <a:pt x="259" y="132"/>
                    <a:pt x="259" y="131"/>
                  </a:cubicBezTo>
                  <a:cubicBezTo>
                    <a:pt x="225" y="112"/>
                    <a:pt x="188" y="97"/>
                    <a:pt x="151" y="87"/>
                  </a:cubicBezTo>
                  <a:cubicBezTo>
                    <a:pt x="134" y="78"/>
                    <a:pt x="117" y="68"/>
                    <a:pt x="100" y="60"/>
                  </a:cubicBezTo>
                  <a:cubicBezTo>
                    <a:pt x="69" y="46"/>
                    <a:pt x="38" y="34"/>
                    <a:pt x="7" y="20"/>
                  </a:cubicBezTo>
                  <a:cubicBezTo>
                    <a:pt x="5" y="18"/>
                    <a:pt x="3" y="16"/>
                    <a:pt x="2" y="14"/>
                  </a:cubicBezTo>
                  <a:cubicBezTo>
                    <a:pt x="1" y="12"/>
                    <a:pt x="1" y="11"/>
                    <a:pt x="0" y="9"/>
                  </a:cubicBezTo>
                  <a:cubicBezTo>
                    <a:pt x="2" y="6"/>
                    <a:pt x="5" y="4"/>
                    <a:pt x="8" y="2"/>
                  </a:cubicBezTo>
                  <a:cubicBezTo>
                    <a:pt x="10" y="1"/>
                    <a:pt x="12" y="0"/>
                    <a:pt x="14" y="0"/>
                  </a:cubicBezTo>
                  <a:lnTo>
                    <a:pt x="15" y="0"/>
                  </a:lnTo>
                  <a:cubicBezTo>
                    <a:pt x="21" y="0"/>
                    <a:pt x="27" y="1"/>
                    <a:pt x="33" y="3"/>
                  </a:cubicBezTo>
                  <a:cubicBezTo>
                    <a:pt x="47" y="8"/>
                    <a:pt x="59" y="12"/>
                    <a:pt x="74" y="17"/>
                  </a:cubicBezTo>
                  <a:lnTo>
                    <a:pt x="200" y="68"/>
                  </a:lnTo>
                  <a:cubicBezTo>
                    <a:pt x="201" y="67"/>
                    <a:pt x="202" y="67"/>
                    <a:pt x="202" y="66"/>
                  </a:cubicBezTo>
                  <a:cubicBezTo>
                    <a:pt x="212" y="61"/>
                    <a:pt x="223" y="57"/>
                    <a:pt x="234" y="54"/>
                  </a:cubicBezTo>
                  <a:cubicBezTo>
                    <a:pt x="248" y="56"/>
                    <a:pt x="262" y="60"/>
                    <a:pt x="275" y="67"/>
                  </a:cubicBezTo>
                  <a:cubicBezTo>
                    <a:pt x="292" y="74"/>
                    <a:pt x="309" y="84"/>
                    <a:pt x="328" y="93"/>
                  </a:cubicBezTo>
                  <a:lnTo>
                    <a:pt x="338" y="76"/>
                  </a:lnTo>
                  <a:lnTo>
                    <a:pt x="339"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8"/>
            <p:cNvSpPr/>
            <p:nvPr/>
          </p:nvSpPr>
          <p:spPr>
            <a:xfrm>
              <a:off x="8451720" y="1763280"/>
              <a:ext cx="110520" cy="163080"/>
            </a:xfrm>
            <a:custGeom>
              <a:rect b="b" l="l" r="r" t="t"/>
              <a:pathLst>
                <a:path extrusionOk="0" h="453" w="307">
                  <a:moveTo>
                    <a:pt x="306" y="452"/>
                  </a:moveTo>
                  <a:cubicBezTo>
                    <a:pt x="290" y="441"/>
                    <a:pt x="277" y="427"/>
                    <a:pt x="267" y="410"/>
                  </a:cubicBezTo>
                  <a:cubicBezTo>
                    <a:pt x="264" y="405"/>
                    <a:pt x="262" y="400"/>
                    <a:pt x="260" y="395"/>
                  </a:cubicBezTo>
                  <a:cubicBezTo>
                    <a:pt x="248" y="373"/>
                    <a:pt x="236" y="351"/>
                    <a:pt x="223" y="329"/>
                  </a:cubicBezTo>
                  <a:cubicBezTo>
                    <a:pt x="178" y="250"/>
                    <a:pt x="127" y="175"/>
                    <a:pt x="72" y="103"/>
                  </a:cubicBezTo>
                  <a:cubicBezTo>
                    <a:pt x="50" y="73"/>
                    <a:pt x="25" y="45"/>
                    <a:pt x="0" y="15"/>
                  </a:cubicBezTo>
                  <a:cubicBezTo>
                    <a:pt x="0" y="6"/>
                    <a:pt x="7" y="0"/>
                    <a:pt x="18" y="7"/>
                  </a:cubicBezTo>
                  <a:cubicBezTo>
                    <a:pt x="29" y="15"/>
                    <a:pt x="38" y="24"/>
                    <a:pt x="46" y="34"/>
                  </a:cubicBezTo>
                  <a:cubicBezTo>
                    <a:pt x="81" y="76"/>
                    <a:pt x="116" y="118"/>
                    <a:pt x="148" y="163"/>
                  </a:cubicBezTo>
                  <a:cubicBezTo>
                    <a:pt x="183" y="207"/>
                    <a:pt x="215" y="255"/>
                    <a:pt x="243" y="304"/>
                  </a:cubicBezTo>
                  <a:cubicBezTo>
                    <a:pt x="250" y="316"/>
                    <a:pt x="257" y="329"/>
                    <a:pt x="264" y="341"/>
                  </a:cubicBezTo>
                  <a:cubicBezTo>
                    <a:pt x="275" y="364"/>
                    <a:pt x="287" y="387"/>
                    <a:pt x="297" y="411"/>
                  </a:cubicBezTo>
                  <a:cubicBezTo>
                    <a:pt x="301" y="425"/>
                    <a:pt x="304" y="438"/>
                    <a:pt x="306" y="4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8"/>
            <p:cNvSpPr/>
            <p:nvPr/>
          </p:nvSpPr>
          <p:spPr>
            <a:xfrm>
              <a:off x="8189280" y="2171880"/>
              <a:ext cx="141840" cy="100800"/>
            </a:xfrm>
            <a:custGeom>
              <a:rect b="b" l="l" r="r" t="t"/>
              <a:pathLst>
                <a:path extrusionOk="0" h="280" w="394">
                  <a:moveTo>
                    <a:pt x="374" y="231"/>
                  </a:moveTo>
                  <a:cubicBezTo>
                    <a:pt x="380" y="240"/>
                    <a:pt x="386" y="249"/>
                    <a:pt x="391" y="259"/>
                  </a:cubicBezTo>
                  <a:cubicBezTo>
                    <a:pt x="393" y="261"/>
                    <a:pt x="393" y="263"/>
                    <a:pt x="393" y="265"/>
                  </a:cubicBezTo>
                  <a:cubicBezTo>
                    <a:pt x="393" y="268"/>
                    <a:pt x="392" y="270"/>
                    <a:pt x="391" y="272"/>
                  </a:cubicBezTo>
                  <a:cubicBezTo>
                    <a:pt x="390" y="274"/>
                    <a:pt x="388" y="276"/>
                    <a:pt x="386" y="277"/>
                  </a:cubicBezTo>
                  <a:cubicBezTo>
                    <a:pt x="384" y="279"/>
                    <a:pt x="382" y="279"/>
                    <a:pt x="379" y="279"/>
                  </a:cubicBezTo>
                  <a:lnTo>
                    <a:pt x="378" y="279"/>
                  </a:lnTo>
                  <a:cubicBezTo>
                    <a:pt x="370" y="279"/>
                    <a:pt x="363" y="278"/>
                    <a:pt x="355" y="275"/>
                  </a:cubicBezTo>
                  <a:cubicBezTo>
                    <a:pt x="329" y="264"/>
                    <a:pt x="303" y="252"/>
                    <a:pt x="278" y="238"/>
                  </a:cubicBezTo>
                  <a:cubicBezTo>
                    <a:pt x="275" y="236"/>
                    <a:pt x="272" y="234"/>
                    <a:pt x="269" y="232"/>
                  </a:cubicBezTo>
                  <a:cubicBezTo>
                    <a:pt x="186" y="176"/>
                    <a:pt x="107" y="115"/>
                    <a:pt x="32" y="49"/>
                  </a:cubicBezTo>
                  <a:cubicBezTo>
                    <a:pt x="20" y="37"/>
                    <a:pt x="4" y="27"/>
                    <a:pt x="0" y="10"/>
                  </a:cubicBezTo>
                  <a:cubicBezTo>
                    <a:pt x="6" y="0"/>
                    <a:pt x="12" y="2"/>
                    <a:pt x="17" y="6"/>
                  </a:cubicBezTo>
                  <a:cubicBezTo>
                    <a:pt x="24" y="10"/>
                    <a:pt x="31" y="15"/>
                    <a:pt x="37" y="20"/>
                  </a:cubicBezTo>
                  <a:cubicBezTo>
                    <a:pt x="108" y="73"/>
                    <a:pt x="177" y="128"/>
                    <a:pt x="249" y="180"/>
                  </a:cubicBezTo>
                  <a:cubicBezTo>
                    <a:pt x="271" y="195"/>
                    <a:pt x="294" y="210"/>
                    <a:pt x="318" y="223"/>
                  </a:cubicBezTo>
                  <a:cubicBezTo>
                    <a:pt x="329" y="230"/>
                    <a:pt x="340" y="236"/>
                    <a:pt x="352" y="242"/>
                  </a:cubicBezTo>
                  <a:cubicBezTo>
                    <a:pt x="361" y="248"/>
                    <a:pt x="366" y="241"/>
                    <a:pt x="368" y="232"/>
                  </a:cubicBezTo>
                  <a:lnTo>
                    <a:pt x="374" y="2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8"/>
            <p:cNvSpPr/>
            <p:nvPr/>
          </p:nvSpPr>
          <p:spPr>
            <a:xfrm>
              <a:off x="7712280" y="1819080"/>
              <a:ext cx="45000" cy="148320"/>
            </a:xfrm>
            <a:custGeom>
              <a:rect b="b" l="l" r="r" t="t"/>
              <a:pathLst>
                <a:path extrusionOk="0" h="412" w="125">
                  <a:moveTo>
                    <a:pt x="10" y="0"/>
                  </a:moveTo>
                  <a:cubicBezTo>
                    <a:pt x="55" y="84"/>
                    <a:pt x="55" y="84"/>
                    <a:pt x="84" y="101"/>
                  </a:cubicBezTo>
                  <a:cubicBezTo>
                    <a:pt x="104" y="80"/>
                    <a:pt x="92" y="48"/>
                    <a:pt x="105" y="26"/>
                  </a:cubicBezTo>
                  <a:cubicBezTo>
                    <a:pt x="116" y="23"/>
                    <a:pt x="118" y="30"/>
                    <a:pt x="119" y="36"/>
                  </a:cubicBezTo>
                  <a:cubicBezTo>
                    <a:pt x="122" y="47"/>
                    <a:pt x="124" y="59"/>
                    <a:pt x="124" y="71"/>
                  </a:cubicBezTo>
                  <a:cubicBezTo>
                    <a:pt x="124" y="83"/>
                    <a:pt x="122" y="95"/>
                    <a:pt x="119" y="107"/>
                  </a:cubicBezTo>
                  <a:cubicBezTo>
                    <a:pt x="118" y="110"/>
                    <a:pt x="117" y="113"/>
                    <a:pt x="115" y="116"/>
                  </a:cubicBezTo>
                  <a:cubicBezTo>
                    <a:pt x="112" y="121"/>
                    <a:pt x="107" y="126"/>
                    <a:pt x="102" y="129"/>
                  </a:cubicBezTo>
                  <a:cubicBezTo>
                    <a:pt x="96" y="132"/>
                    <a:pt x="90" y="134"/>
                    <a:pt x="84" y="134"/>
                  </a:cubicBezTo>
                  <a:cubicBezTo>
                    <a:pt x="78" y="134"/>
                    <a:pt x="72" y="132"/>
                    <a:pt x="66" y="129"/>
                  </a:cubicBezTo>
                  <a:cubicBezTo>
                    <a:pt x="54" y="122"/>
                    <a:pt x="42" y="114"/>
                    <a:pt x="31" y="105"/>
                  </a:cubicBezTo>
                  <a:cubicBezTo>
                    <a:pt x="33" y="204"/>
                    <a:pt x="41" y="303"/>
                    <a:pt x="57" y="401"/>
                  </a:cubicBezTo>
                  <a:cubicBezTo>
                    <a:pt x="46" y="411"/>
                    <a:pt x="40" y="404"/>
                    <a:pt x="38" y="397"/>
                  </a:cubicBezTo>
                  <a:cubicBezTo>
                    <a:pt x="33" y="385"/>
                    <a:pt x="30" y="373"/>
                    <a:pt x="28" y="360"/>
                  </a:cubicBezTo>
                  <a:cubicBezTo>
                    <a:pt x="18" y="279"/>
                    <a:pt x="12" y="197"/>
                    <a:pt x="11" y="114"/>
                  </a:cubicBezTo>
                  <a:cubicBezTo>
                    <a:pt x="11" y="101"/>
                    <a:pt x="18" y="88"/>
                    <a:pt x="17" y="74"/>
                  </a:cubicBezTo>
                  <a:cubicBezTo>
                    <a:pt x="13" y="60"/>
                    <a:pt x="9" y="46"/>
                    <a:pt x="3" y="33"/>
                  </a:cubicBezTo>
                  <a:cubicBezTo>
                    <a:pt x="1" y="29"/>
                    <a:pt x="0" y="25"/>
                    <a:pt x="0" y="21"/>
                  </a:cubicBezTo>
                  <a:cubicBezTo>
                    <a:pt x="0" y="16"/>
                    <a:pt x="1" y="12"/>
                    <a:pt x="3" y="8"/>
                  </a:cubicBezTo>
                  <a:cubicBezTo>
                    <a:pt x="5" y="4"/>
                    <a:pt x="8" y="2"/>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8"/>
            <p:cNvSpPr/>
            <p:nvPr/>
          </p:nvSpPr>
          <p:spPr>
            <a:xfrm>
              <a:off x="8021160" y="2309760"/>
              <a:ext cx="46080" cy="131760"/>
            </a:xfrm>
            <a:custGeom>
              <a:rect b="b" l="l" r="r" t="t"/>
              <a:pathLst>
                <a:path extrusionOk="0" h="366" w="128">
                  <a:moveTo>
                    <a:pt x="13" y="0"/>
                  </a:moveTo>
                  <a:cubicBezTo>
                    <a:pt x="16" y="16"/>
                    <a:pt x="19" y="32"/>
                    <a:pt x="21" y="48"/>
                  </a:cubicBezTo>
                  <a:cubicBezTo>
                    <a:pt x="26" y="107"/>
                    <a:pt x="37" y="166"/>
                    <a:pt x="54" y="224"/>
                  </a:cubicBezTo>
                  <a:cubicBezTo>
                    <a:pt x="52" y="200"/>
                    <a:pt x="50" y="177"/>
                    <a:pt x="48" y="144"/>
                  </a:cubicBezTo>
                  <a:cubicBezTo>
                    <a:pt x="57" y="156"/>
                    <a:pt x="63" y="159"/>
                    <a:pt x="65" y="164"/>
                  </a:cubicBezTo>
                  <a:cubicBezTo>
                    <a:pt x="70" y="179"/>
                    <a:pt x="74" y="195"/>
                    <a:pt x="78" y="210"/>
                  </a:cubicBezTo>
                  <a:cubicBezTo>
                    <a:pt x="97" y="215"/>
                    <a:pt x="100" y="191"/>
                    <a:pt x="116" y="192"/>
                  </a:cubicBezTo>
                  <a:cubicBezTo>
                    <a:pt x="117" y="194"/>
                    <a:pt x="120" y="198"/>
                    <a:pt x="120" y="199"/>
                  </a:cubicBezTo>
                  <a:cubicBezTo>
                    <a:pt x="118" y="203"/>
                    <a:pt x="116" y="207"/>
                    <a:pt x="114" y="211"/>
                  </a:cubicBezTo>
                  <a:cubicBezTo>
                    <a:pt x="111" y="215"/>
                    <a:pt x="108" y="220"/>
                    <a:pt x="105" y="224"/>
                  </a:cubicBezTo>
                  <a:cubicBezTo>
                    <a:pt x="102" y="227"/>
                    <a:pt x="99" y="230"/>
                    <a:pt x="97" y="233"/>
                  </a:cubicBezTo>
                  <a:cubicBezTo>
                    <a:pt x="92" y="240"/>
                    <a:pt x="91" y="248"/>
                    <a:pt x="91" y="256"/>
                  </a:cubicBezTo>
                  <a:cubicBezTo>
                    <a:pt x="91" y="263"/>
                    <a:pt x="93" y="270"/>
                    <a:pt x="96" y="277"/>
                  </a:cubicBezTo>
                  <a:cubicBezTo>
                    <a:pt x="106" y="303"/>
                    <a:pt x="117" y="329"/>
                    <a:pt x="127" y="356"/>
                  </a:cubicBezTo>
                  <a:cubicBezTo>
                    <a:pt x="119" y="365"/>
                    <a:pt x="112" y="359"/>
                    <a:pt x="107" y="353"/>
                  </a:cubicBezTo>
                  <a:cubicBezTo>
                    <a:pt x="105" y="349"/>
                    <a:pt x="102" y="345"/>
                    <a:pt x="100" y="341"/>
                  </a:cubicBezTo>
                  <a:cubicBezTo>
                    <a:pt x="96" y="334"/>
                    <a:pt x="92" y="327"/>
                    <a:pt x="89" y="319"/>
                  </a:cubicBezTo>
                  <a:cubicBezTo>
                    <a:pt x="83" y="306"/>
                    <a:pt x="78" y="293"/>
                    <a:pt x="71" y="277"/>
                  </a:cubicBezTo>
                  <a:lnTo>
                    <a:pt x="41" y="300"/>
                  </a:lnTo>
                  <a:cubicBezTo>
                    <a:pt x="38" y="297"/>
                    <a:pt x="34" y="295"/>
                    <a:pt x="34" y="293"/>
                  </a:cubicBezTo>
                  <a:cubicBezTo>
                    <a:pt x="34" y="288"/>
                    <a:pt x="35" y="284"/>
                    <a:pt x="35" y="279"/>
                  </a:cubicBezTo>
                  <a:cubicBezTo>
                    <a:pt x="35" y="268"/>
                    <a:pt x="33" y="256"/>
                    <a:pt x="29" y="246"/>
                  </a:cubicBezTo>
                  <a:cubicBezTo>
                    <a:pt x="14" y="180"/>
                    <a:pt x="5" y="112"/>
                    <a:pt x="1" y="45"/>
                  </a:cubicBezTo>
                  <a:cubicBezTo>
                    <a:pt x="0" y="42"/>
                    <a:pt x="0" y="39"/>
                    <a:pt x="0" y="36"/>
                  </a:cubicBezTo>
                  <a:cubicBezTo>
                    <a:pt x="0" y="27"/>
                    <a:pt x="2" y="18"/>
                    <a:pt x="7" y="9"/>
                  </a:cubicBezTo>
                  <a:cubicBezTo>
                    <a:pt x="9" y="6"/>
                    <a:pt x="11" y="3"/>
                    <a:pt x="14" y="0"/>
                  </a:cubicBezTo>
                  <a:lnTo>
                    <a:pt x="1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8"/>
            <p:cNvSpPr/>
            <p:nvPr/>
          </p:nvSpPr>
          <p:spPr>
            <a:xfrm>
              <a:off x="8002440" y="1688400"/>
              <a:ext cx="124200" cy="114480"/>
            </a:xfrm>
            <a:custGeom>
              <a:rect b="b" l="l" r="r" t="t"/>
              <a:pathLst>
                <a:path extrusionOk="0" h="318" w="345">
                  <a:moveTo>
                    <a:pt x="0" y="0"/>
                  </a:moveTo>
                  <a:cubicBezTo>
                    <a:pt x="5" y="2"/>
                    <a:pt x="9" y="5"/>
                    <a:pt x="14" y="8"/>
                  </a:cubicBezTo>
                  <a:cubicBezTo>
                    <a:pt x="18" y="10"/>
                    <a:pt x="22" y="13"/>
                    <a:pt x="26" y="15"/>
                  </a:cubicBezTo>
                  <a:cubicBezTo>
                    <a:pt x="114" y="94"/>
                    <a:pt x="202" y="173"/>
                    <a:pt x="291" y="253"/>
                  </a:cubicBezTo>
                  <a:cubicBezTo>
                    <a:pt x="311" y="272"/>
                    <a:pt x="328" y="293"/>
                    <a:pt x="344" y="315"/>
                  </a:cubicBezTo>
                  <a:cubicBezTo>
                    <a:pt x="332" y="315"/>
                    <a:pt x="327" y="317"/>
                    <a:pt x="324" y="315"/>
                  </a:cubicBezTo>
                  <a:cubicBezTo>
                    <a:pt x="306" y="303"/>
                    <a:pt x="288" y="289"/>
                    <a:pt x="271" y="274"/>
                  </a:cubicBezTo>
                  <a:cubicBezTo>
                    <a:pt x="193" y="203"/>
                    <a:pt x="116" y="131"/>
                    <a:pt x="38" y="58"/>
                  </a:cubicBezTo>
                  <a:cubicBezTo>
                    <a:pt x="28" y="48"/>
                    <a:pt x="18" y="37"/>
                    <a:pt x="9" y="26"/>
                  </a:cubicBezTo>
                  <a:cubicBezTo>
                    <a:pt x="5" y="18"/>
                    <a:pt x="2" y="9"/>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8"/>
            <p:cNvSpPr/>
            <p:nvPr/>
          </p:nvSpPr>
          <p:spPr>
            <a:xfrm>
              <a:off x="8147160" y="1649880"/>
              <a:ext cx="114840" cy="113760"/>
            </a:xfrm>
            <a:custGeom>
              <a:rect b="b" l="l" r="r" t="t"/>
              <a:pathLst>
                <a:path extrusionOk="0" h="316" w="319">
                  <a:moveTo>
                    <a:pt x="17" y="0"/>
                  </a:moveTo>
                  <a:lnTo>
                    <a:pt x="125" y="81"/>
                  </a:lnTo>
                  <a:cubicBezTo>
                    <a:pt x="152" y="100"/>
                    <a:pt x="178" y="119"/>
                    <a:pt x="202" y="139"/>
                  </a:cubicBezTo>
                  <a:cubicBezTo>
                    <a:pt x="210" y="144"/>
                    <a:pt x="217" y="151"/>
                    <a:pt x="222" y="159"/>
                  </a:cubicBezTo>
                  <a:cubicBezTo>
                    <a:pt x="225" y="165"/>
                    <a:pt x="227" y="171"/>
                    <a:pt x="229" y="178"/>
                  </a:cubicBezTo>
                  <a:cubicBezTo>
                    <a:pt x="229" y="182"/>
                    <a:pt x="230" y="186"/>
                    <a:pt x="232" y="189"/>
                  </a:cubicBezTo>
                  <a:cubicBezTo>
                    <a:pt x="234" y="191"/>
                    <a:pt x="235" y="193"/>
                    <a:pt x="237" y="195"/>
                  </a:cubicBezTo>
                  <a:cubicBezTo>
                    <a:pt x="266" y="221"/>
                    <a:pt x="279" y="263"/>
                    <a:pt x="308" y="290"/>
                  </a:cubicBezTo>
                  <a:cubicBezTo>
                    <a:pt x="311" y="293"/>
                    <a:pt x="313" y="296"/>
                    <a:pt x="315" y="299"/>
                  </a:cubicBezTo>
                  <a:cubicBezTo>
                    <a:pt x="316" y="301"/>
                    <a:pt x="317" y="303"/>
                    <a:pt x="318" y="305"/>
                  </a:cubicBezTo>
                  <a:cubicBezTo>
                    <a:pt x="313" y="315"/>
                    <a:pt x="306" y="313"/>
                    <a:pt x="301" y="309"/>
                  </a:cubicBezTo>
                  <a:cubicBezTo>
                    <a:pt x="277" y="286"/>
                    <a:pt x="252" y="262"/>
                    <a:pt x="228" y="239"/>
                  </a:cubicBezTo>
                  <a:cubicBezTo>
                    <a:pt x="226" y="237"/>
                    <a:pt x="224" y="235"/>
                    <a:pt x="223" y="233"/>
                  </a:cubicBezTo>
                  <a:cubicBezTo>
                    <a:pt x="221" y="231"/>
                    <a:pt x="221" y="229"/>
                    <a:pt x="221" y="227"/>
                  </a:cubicBezTo>
                  <a:cubicBezTo>
                    <a:pt x="210" y="180"/>
                    <a:pt x="174" y="151"/>
                    <a:pt x="140" y="124"/>
                  </a:cubicBezTo>
                  <a:cubicBezTo>
                    <a:pt x="105" y="96"/>
                    <a:pt x="74" y="77"/>
                    <a:pt x="42" y="53"/>
                  </a:cubicBezTo>
                  <a:cubicBezTo>
                    <a:pt x="29" y="44"/>
                    <a:pt x="17" y="33"/>
                    <a:pt x="7" y="20"/>
                  </a:cubicBezTo>
                  <a:cubicBezTo>
                    <a:pt x="0" y="11"/>
                    <a:pt x="7" y="2"/>
                    <a:pt x="19" y="1"/>
                  </a:cubicBezTo>
                  <a:lnTo>
                    <a:pt x="1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8"/>
            <p:cNvSpPr/>
            <p:nvPr/>
          </p:nvSpPr>
          <p:spPr>
            <a:xfrm>
              <a:off x="8616960" y="1924200"/>
              <a:ext cx="42480" cy="93600"/>
            </a:xfrm>
            <a:custGeom>
              <a:rect b="b" l="l" r="r" t="t"/>
              <a:pathLst>
                <a:path extrusionOk="0" h="260" w="118">
                  <a:moveTo>
                    <a:pt x="24" y="158"/>
                  </a:moveTo>
                  <a:cubicBezTo>
                    <a:pt x="30" y="187"/>
                    <a:pt x="35" y="207"/>
                    <a:pt x="38" y="228"/>
                  </a:cubicBezTo>
                  <a:cubicBezTo>
                    <a:pt x="41" y="252"/>
                    <a:pt x="35" y="257"/>
                    <a:pt x="2" y="259"/>
                  </a:cubicBezTo>
                  <a:cubicBezTo>
                    <a:pt x="7" y="249"/>
                    <a:pt x="11" y="238"/>
                    <a:pt x="13" y="226"/>
                  </a:cubicBezTo>
                  <a:cubicBezTo>
                    <a:pt x="11" y="213"/>
                    <a:pt x="9" y="201"/>
                    <a:pt x="5" y="189"/>
                  </a:cubicBezTo>
                  <a:cubicBezTo>
                    <a:pt x="2" y="175"/>
                    <a:pt x="0" y="161"/>
                    <a:pt x="0" y="146"/>
                  </a:cubicBezTo>
                  <a:cubicBezTo>
                    <a:pt x="0" y="144"/>
                    <a:pt x="1" y="141"/>
                    <a:pt x="2" y="139"/>
                  </a:cubicBezTo>
                  <a:cubicBezTo>
                    <a:pt x="3" y="137"/>
                    <a:pt x="5" y="134"/>
                    <a:pt x="8" y="133"/>
                  </a:cubicBezTo>
                  <a:cubicBezTo>
                    <a:pt x="11" y="131"/>
                    <a:pt x="13" y="131"/>
                    <a:pt x="16" y="131"/>
                  </a:cubicBezTo>
                  <a:cubicBezTo>
                    <a:pt x="17" y="131"/>
                    <a:pt x="19" y="132"/>
                    <a:pt x="20" y="132"/>
                  </a:cubicBezTo>
                  <a:cubicBezTo>
                    <a:pt x="35" y="137"/>
                    <a:pt x="50" y="143"/>
                    <a:pt x="64" y="148"/>
                  </a:cubicBezTo>
                  <a:cubicBezTo>
                    <a:pt x="77" y="140"/>
                    <a:pt x="71" y="130"/>
                    <a:pt x="68" y="122"/>
                  </a:cubicBezTo>
                  <a:cubicBezTo>
                    <a:pt x="61" y="106"/>
                    <a:pt x="52" y="91"/>
                    <a:pt x="45" y="77"/>
                  </a:cubicBezTo>
                  <a:cubicBezTo>
                    <a:pt x="50" y="57"/>
                    <a:pt x="67" y="68"/>
                    <a:pt x="80" y="63"/>
                  </a:cubicBezTo>
                  <a:cubicBezTo>
                    <a:pt x="67" y="46"/>
                    <a:pt x="55" y="33"/>
                    <a:pt x="46" y="19"/>
                  </a:cubicBezTo>
                  <a:cubicBezTo>
                    <a:pt x="45" y="17"/>
                    <a:pt x="45" y="15"/>
                    <a:pt x="45" y="13"/>
                  </a:cubicBezTo>
                  <a:cubicBezTo>
                    <a:pt x="45" y="11"/>
                    <a:pt x="45" y="8"/>
                    <a:pt x="47" y="5"/>
                  </a:cubicBezTo>
                  <a:cubicBezTo>
                    <a:pt x="47" y="4"/>
                    <a:pt x="48" y="3"/>
                    <a:pt x="49" y="3"/>
                  </a:cubicBezTo>
                  <a:cubicBezTo>
                    <a:pt x="51" y="1"/>
                    <a:pt x="54" y="0"/>
                    <a:pt x="57" y="0"/>
                  </a:cubicBezTo>
                  <a:cubicBezTo>
                    <a:pt x="60" y="0"/>
                    <a:pt x="63" y="1"/>
                    <a:pt x="66" y="3"/>
                  </a:cubicBezTo>
                  <a:cubicBezTo>
                    <a:pt x="83" y="22"/>
                    <a:pt x="98" y="42"/>
                    <a:pt x="114" y="62"/>
                  </a:cubicBezTo>
                  <a:cubicBezTo>
                    <a:pt x="114" y="63"/>
                    <a:pt x="114" y="63"/>
                    <a:pt x="114" y="64"/>
                  </a:cubicBezTo>
                  <a:cubicBezTo>
                    <a:pt x="116" y="67"/>
                    <a:pt x="117" y="69"/>
                    <a:pt x="117" y="73"/>
                  </a:cubicBezTo>
                  <a:cubicBezTo>
                    <a:pt x="117" y="76"/>
                    <a:pt x="116" y="80"/>
                    <a:pt x="114" y="83"/>
                  </a:cubicBezTo>
                  <a:cubicBezTo>
                    <a:pt x="113" y="85"/>
                    <a:pt x="112" y="87"/>
                    <a:pt x="110" y="89"/>
                  </a:cubicBezTo>
                  <a:cubicBezTo>
                    <a:pt x="105" y="93"/>
                    <a:pt x="101" y="97"/>
                    <a:pt x="95" y="102"/>
                  </a:cubicBezTo>
                  <a:cubicBezTo>
                    <a:pt x="98" y="116"/>
                    <a:pt x="102" y="130"/>
                    <a:pt x="104" y="144"/>
                  </a:cubicBezTo>
                  <a:cubicBezTo>
                    <a:pt x="107" y="172"/>
                    <a:pt x="89" y="186"/>
                    <a:pt x="62" y="176"/>
                  </a:cubicBezTo>
                  <a:cubicBezTo>
                    <a:pt x="52" y="172"/>
                    <a:pt x="42" y="167"/>
                    <a:pt x="24" y="1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8"/>
            <p:cNvSpPr/>
            <p:nvPr/>
          </p:nvSpPr>
          <p:spPr>
            <a:xfrm>
              <a:off x="8663760" y="1952280"/>
              <a:ext cx="54000" cy="109440"/>
            </a:xfrm>
            <a:custGeom>
              <a:rect b="b" l="l" r="r" t="t"/>
              <a:pathLst>
                <a:path extrusionOk="0" h="304" w="150">
                  <a:moveTo>
                    <a:pt x="94" y="274"/>
                  </a:moveTo>
                  <a:cubicBezTo>
                    <a:pt x="73" y="254"/>
                    <a:pt x="84" y="229"/>
                    <a:pt x="68" y="211"/>
                  </a:cubicBezTo>
                  <a:lnTo>
                    <a:pt x="38" y="228"/>
                  </a:lnTo>
                  <a:cubicBezTo>
                    <a:pt x="38" y="234"/>
                    <a:pt x="36" y="237"/>
                    <a:pt x="38" y="240"/>
                  </a:cubicBezTo>
                  <a:cubicBezTo>
                    <a:pt x="46" y="257"/>
                    <a:pt x="54" y="274"/>
                    <a:pt x="62" y="291"/>
                  </a:cubicBezTo>
                  <a:cubicBezTo>
                    <a:pt x="57" y="303"/>
                    <a:pt x="49" y="301"/>
                    <a:pt x="44" y="294"/>
                  </a:cubicBezTo>
                  <a:cubicBezTo>
                    <a:pt x="29" y="275"/>
                    <a:pt x="17" y="256"/>
                    <a:pt x="0" y="233"/>
                  </a:cubicBezTo>
                  <a:cubicBezTo>
                    <a:pt x="4" y="228"/>
                    <a:pt x="8" y="222"/>
                    <a:pt x="12" y="217"/>
                  </a:cubicBezTo>
                  <a:cubicBezTo>
                    <a:pt x="27" y="205"/>
                    <a:pt x="40" y="191"/>
                    <a:pt x="53" y="177"/>
                  </a:cubicBezTo>
                  <a:cubicBezTo>
                    <a:pt x="62" y="164"/>
                    <a:pt x="70" y="151"/>
                    <a:pt x="78" y="137"/>
                  </a:cubicBezTo>
                  <a:cubicBezTo>
                    <a:pt x="94" y="108"/>
                    <a:pt x="109" y="77"/>
                    <a:pt x="120" y="44"/>
                  </a:cubicBezTo>
                  <a:cubicBezTo>
                    <a:pt x="123" y="35"/>
                    <a:pt x="118" y="23"/>
                    <a:pt x="120" y="12"/>
                  </a:cubicBezTo>
                  <a:cubicBezTo>
                    <a:pt x="120" y="11"/>
                    <a:pt x="121" y="10"/>
                    <a:pt x="121" y="9"/>
                  </a:cubicBezTo>
                  <a:cubicBezTo>
                    <a:pt x="123" y="6"/>
                    <a:pt x="125" y="4"/>
                    <a:pt x="128" y="2"/>
                  </a:cubicBezTo>
                  <a:cubicBezTo>
                    <a:pt x="129" y="1"/>
                    <a:pt x="131" y="1"/>
                    <a:pt x="132" y="0"/>
                  </a:cubicBezTo>
                  <a:cubicBezTo>
                    <a:pt x="137" y="0"/>
                    <a:pt x="146" y="5"/>
                    <a:pt x="147" y="9"/>
                  </a:cubicBezTo>
                  <a:cubicBezTo>
                    <a:pt x="148" y="14"/>
                    <a:pt x="149" y="19"/>
                    <a:pt x="149" y="25"/>
                  </a:cubicBezTo>
                  <a:cubicBezTo>
                    <a:pt x="149" y="30"/>
                    <a:pt x="148" y="36"/>
                    <a:pt x="147" y="42"/>
                  </a:cubicBezTo>
                  <a:cubicBezTo>
                    <a:pt x="135" y="78"/>
                    <a:pt x="121" y="114"/>
                    <a:pt x="105" y="149"/>
                  </a:cubicBezTo>
                  <a:cubicBezTo>
                    <a:pt x="97" y="163"/>
                    <a:pt x="93" y="179"/>
                    <a:pt x="93" y="195"/>
                  </a:cubicBezTo>
                  <a:cubicBezTo>
                    <a:pt x="93" y="201"/>
                    <a:pt x="93" y="208"/>
                    <a:pt x="95" y="214"/>
                  </a:cubicBezTo>
                  <a:cubicBezTo>
                    <a:pt x="97" y="223"/>
                    <a:pt x="98" y="233"/>
                    <a:pt x="98" y="243"/>
                  </a:cubicBezTo>
                  <a:cubicBezTo>
                    <a:pt x="98" y="253"/>
                    <a:pt x="97" y="264"/>
                    <a:pt x="94"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8"/>
            <p:cNvSpPr/>
            <p:nvPr/>
          </p:nvSpPr>
          <p:spPr>
            <a:xfrm>
              <a:off x="8275680" y="1950120"/>
              <a:ext cx="96120" cy="46080"/>
            </a:xfrm>
            <a:custGeom>
              <a:rect b="b" l="l" r="r" t="t"/>
              <a:pathLst>
                <a:path extrusionOk="0" h="128" w="267">
                  <a:moveTo>
                    <a:pt x="155" y="80"/>
                  </a:moveTo>
                  <a:cubicBezTo>
                    <a:pt x="155" y="91"/>
                    <a:pt x="155" y="94"/>
                    <a:pt x="155" y="97"/>
                  </a:cubicBezTo>
                  <a:cubicBezTo>
                    <a:pt x="155" y="107"/>
                    <a:pt x="151" y="113"/>
                    <a:pt x="141" y="112"/>
                  </a:cubicBezTo>
                  <a:cubicBezTo>
                    <a:pt x="135" y="112"/>
                    <a:pt x="129" y="110"/>
                    <a:pt x="124" y="107"/>
                  </a:cubicBezTo>
                  <a:cubicBezTo>
                    <a:pt x="123" y="107"/>
                    <a:pt x="123" y="107"/>
                    <a:pt x="123" y="107"/>
                  </a:cubicBezTo>
                  <a:cubicBezTo>
                    <a:pt x="85" y="77"/>
                    <a:pt x="47" y="47"/>
                    <a:pt x="9" y="17"/>
                  </a:cubicBezTo>
                  <a:cubicBezTo>
                    <a:pt x="5" y="13"/>
                    <a:pt x="4" y="7"/>
                    <a:pt x="0" y="0"/>
                  </a:cubicBezTo>
                  <a:cubicBezTo>
                    <a:pt x="23" y="0"/>
                    <a:pt x="23" y="0"/>
                    <a:pt x="84" y="39"/>
                  </a:cubicBezTo>
                  <a:cubicBezTo>
                    <a:pt x="85" y="38"/>
                    <a:pt x="86" y="37"/>
                    <a:pt x="87" y="37"/>
                  </a:cubicBezTo>
                  <a:cubicBezTo>
                    <a:pt x="94" y="33"/>
                    <a:pt x="102" y="30"/>
                    <a:pt x="111" y="30"/>
                  </a:cubicBezTo>
                  <a:cubicBezTo>
                    <a:pt x="119" y="30"/>
                    <a:pt x="127" y="33"/>
                    <a:pt x="134" y="37"/>
                  </a:cubicBezTo>
                  <a:cubicBezTo>
                    <a:pt x="135" y="37"/>
                    <a:pt x="136" y="38"/>
                    <a:pt x="137" y="39"/>
                  </a:cubicBezTo>
                  <a:lnTo>
                    <a:pt x="257" y="102"/>
                  </a:lnTo>
                  <a:cubicBezTo>
                    <a:pt x="259" y="104"/>
                    <a:pt x="262" y="106"/>
                    <a:pt x="263" y="108"/>
                  </a:cubicBezTo>
                  <a:lnTo>
                    <a:pt x="263" y="109"/>
                  </a:lnTo>
                  <a:cubicBezTo>
                    <a:pt x="265" y="112"/>
                    <a:pt x="266" y="116"/>
                    <a:pt x="265" y="118"/>
                  </a:cubicBezTo>
                  <a:cubicBezTo>
                    <a:pt x="264" y="120"/>
                    <a:pt x="258" y="127"/>
                    <a:pt x="255" y="126"/>
                  </a:cubicBezTo>
                  <a:cubicBezTo>
                    <a:pt x="241" y="122"/>
                    <a:pt x="227" y="118"/>
                    <a:pt x="214" y="112"/>
                  </a:cubicBezTo>
                  <a:cubicBezTo>
                    <a:pt x="196" y="103"/>
                    <a:pt x="178" y="93"/>
                    <a:pt x="155" y="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8"/>
            <p:cNvSpPr/>
            <p:nvPr/>
          </p:nvSpPr>
          <p:spPr>
            <a:xfrm>
              <a:off x="7981920" y="1745280"/>
              <a:ext cx="87480" cy="73800"/>
            </a:xfrm>
            <a:custGeom>
              <a:rect b="b" l="l" r="r" t="t"/>
              <a:pathLst>
                <a:path extrusionOk="0" h="205" w="243">
                  <a:moveTo>
                    <a:pt x="6" y="0"/>
                  </a:moveTo>
                  <a:cubicBezTo>
                    <a:pt x="11" y="2"/>
                    <a:pt x="17" y="2"/>
                    <a:pt x="21" y="5"/>
                  </a:cubicBezTo>
                  <a:cubicBezTo>
                    <a:pt x="42" y="26"/>
                    <a:pt x="61" y="48"/>
                    <a:pt x="82" y="68"/>
                  </a:cubicBezTo>
                  <a:cubicBezTo>
                    <a:pt x="112" y="97"/>
                    <a:pt x="144" y="124"/>
                    <a:pt x="175" y="152"/>
                  </a:cubicBezTo>
                  <a:cubicBezTo>
                    <a:pt x="182" y="157"/>
                    <a:pt x="188" y="161"/>
                    <a:pt x="195" y="165"/>
                  </a:cubicBezTo>
                  <a:cubicBezTo>
                    <a:pt x="196" y="166"/>
                    <a:pt x="198" y="166"/>
                    <a:pt x="199" y="167"/>
                  </a:cubicBezTo>
                  <a:cubicBezTo>
                    <a:pt x="199" y="131"/>
                    <a:pt x="170" y="109"/>
                    <a:pt x="165" y="77"/>
                  </a:cubicBezTo>
                  <a:cubicBezTo>
                    <a:pt x="189" y="96"/>
                    <a:pt x="210" y="119"/>
                    <a:pt x="225" y="146"/>
                  </a:cubicBezTo>
                  <a:cubicBezTo>
                    <a:pt x="229" y="153"/>
                    <a:pt x="233" y="161"/>
                    <a:pt x="237" y="169"/>
                  </a:cubicBezTo>
                  <a:cubicBezTo>
                    <a:pt x="241" y="180"/>
                    <a:pt x="242" y="193"/>
                    <a:pt x="231" y="200"/>
                  </a:cubicBezTo>
                  <a:cubicBezTo>
                    <a:pt x="226" y="202"/>
                    <a:pt x="220" y="204"/>
                    <a:pt x="214" y="204"/>
                  </a:cubicBezTo>
                  <a:cubicBezTo>
                    <a:pt x="211" y="204"/>
                    <a:pt x="208" y="203"/>
                    <a:pt x="205" y="203"/>
                  </a:cubicBezTo>
                  <a:cubicBezTo>
                    <a:pt x="198" y="201"/>
                    <a:pt x="191" y="198"/>
                    <a:pt x="185" y="194"/>
                  </a:cubicBezTo>
                  <a:cubicBezTo>
                    <a:pt x="181" y="192"/>
                    <a:pt x="178" y="190"/>
                    <a:pt x="175" y="188"/>
                  </a:cubicBezTo>
                  <a:cubicBezTo>
                    <a:pt x="109" y="136"/>
                    <a:pt x="51" y="76"/>
                    <a:pt x="0" y="9"/>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8"/>
            <p:cNvSpPr/>
            <p:nvPr/>
          </p:nvSpPr>
          <p:spPr>
            <a:xfrm>
              <a:off x="8033040" y="2142360"/>
              <a:ext cx="99000" cy="121680"/>
            </a:xfrm>
            <a:custGeom>
              <a:rect b="b" l="l" r="r" t="t"/>
              <a:pathLst>
                <a:path extrusionOk="0" h="338" w="275">
                  <a:moveTo>
                    <a:pt x="274" y="337"/>
                  </a:moveTo>
                  <a:cubicBezTo>
                    <a:pt x="258" y="335"/>
                    <a:pt x="251" y="337"/>
                    <a:pt x="248" y="334"/>
                  </a:cubicBezTo>
                  <a:cubicBezTo>
                    <a:pt x="233" y="325"/>
                    <a:pt x="218" y="314"/>
                    <a:pt x="206" y="302"/>
                  </a:cubicBezTo>
                  <a:cubicBezTo>
                    <a:pt x="133" y="222"/>
                    <a:pt x="68" y="135"/>
                    <a:pt x="11" y="43"/>
                  </a:cubicBezTo>
                  <a:cubicBezTo>
                    <a:pt x="9" y="41"/>
                    <a:pt x="7" y="38"/>
                    <a:pt x="6" y="36"/>
                  </a:cubicBezTo>
                  <a:cubicBezTo>
                    <a:pt x="1" y="28"/>
                    <a:pt x="0" y="20"/>
                    <a:pt x="0" y="12"/>
                  </a:cubicBezTo>
                  <a:cubicBezTo>
                    <a:pt x="0" y="9"/>
                    <a:pt x="0" y="6"/>
                    <a:pt x="0" y="3"/>
                  </a:cubicBezTo>
                  <a:cubicBezTo>
                    <a:pt x="13" y="0"/>
                    <a:pt x="14" y="10"/>
                    <a:pt x="18" y="16"/>
                  </a:cubicBezTo>
                  <a:cubicBezTo>
                    <a:pt x="71" y="97"/>
                    <a:pt x="130" y="174"/>
                    <a:pt x="193" y="247"/>
                  </a:cubicBezTo>
                  <a:cubicBezTo>
                    <a:pt x="215" y="275"/>
                    <a:pt x="241" y="302"/>
                    <a:pt x="274" y="3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8"/>
            <p:cNvSpPr/>
            <p:nvPr/>
          </p:nvSpPr>
          <p:spPr>
            <a:xfrm>
              <a:off x="8550360" y="2016360"/>
              <a:ext cx="91800" cy="43920"/>
            </a:xfrm>
            <a:custGeom>
              <a:rect b="b" l="l" r="r" t="t"/>
              <a:pathLst>
                <a:path extrusionOk="0" h="122" w="255">
                  <a:moveTo>
                    <a:pt x="14" y="30"/>
                  </a:moveTo>
                  <a:cubicBezTo>
                    <a:pt x="9" y="24"/>
                    <a:pt x="5" y="18"/>
                    <a:pt x="0" y="11"/>
                  </a:cubicBezTo>
                  <a:cubicBezTo>
                    <a:pt x="0" y="10"/>
                    <a:pt x="0" y="5"/>
                    <a:pt x="3" y="3"/>
                  </a:cubicBezTo>
                  <a:cubicBezTo>
                    <a:pt x="3" y="2"/>
                    <a:pt x="4" y="2"/>
                    <a:pt x="4" y="2"/>
                  </a:cubicBezTo>
                  <a:cubicBezTo>
                    <a:pt x="6" y="1"/>
                    <a:pt x="8" y="0"/>
                    <a:pt x="9" y="0"/>
                  </a:cubicBezTo>
                  <a:cubicBezTo>
                    <a:pt x="10" y="0"/>
                    <a:pt x="10" y="0"/>
                    <a:pt x="11" y="1"/>
                  </a:cubicBezTo>
                  <a:cubicBezTo>
                    <a:pt x="15" y="2"/>
                    <a:pt x="18" y="4"/>
                    <a:pt x="22" y="6"/>
                  </a:cubicBezTo>
                  <a:cubicBezTo>
                    <a:pt x="26" y="9"/>
                    <a:pt x="31" y="12"/>
                    <a:pt x="36" y="15"/>
                  </a:cubicBezTo>
                  <a:cubicBezTo>
                    <a:pt x="60" y="32"/>
                    <a:pt x="85" y="50"/>
                    <a:pt x="109" y="68"/>
                  </a:cubicBezTo>
                  <a:cubicBezTo>
                    <a:pt x="119" y="57"/>
                    <a:pt x="109" y="51"/>
                    <a:pt x="109" y="44"/>
                  </a:cubicBezTo>
                  <a:cubicBezTo>
                    <a:pt x="108" y="41"/>
                    <a:pt x="108" y="38"/>
                    <a:pt x="108" y="35"/>
                  </a:cubicBezTo>
                  <a:cubicBezTo>
                    <a:pt x="108" y="32"/>
                    <a:pt x="108" y="29"/>
                    <a:pt x="109" y="26"/>
                  </a:cubicBezTo>
                  <a:cubicBezTo>
                    <a:pt x="110" y="26"/>
                    <a:pt x="111" y="25"/>
                    <a:pt x="112" y="25"/>
                  </a:cubicBezTo>
                  <a:cubicBezTo>
                    <a:pt x="115" y="23"/>
                    <a:pt x="118" y="22"/>
                    <a:pt x="122" y="22"/>
                  </a:cubicBezTo>
                  <a:cubicBezTo>
                    <a:pt x="123" y="22"/>
                    <a:pt x="125" y="22"/>
                    <a:pt x="126" y="23"/>
                  </a:cubicBezTo>
                  <a:cubicBezTo>
                    <a:pt x="135" y="23"/>
                    <a:pt x="142" y="33"/>
                    <a:pt x="152" y="26"/>
                  </a:cubicBezTo>
                  <a:lnTo>
                    <a:pt x="152" y="32"/>
                  </a:lnTo>
                  <a:cubicBezTo>
                    <a:pt x="152" y="32"/>
                    <a:pt x="149" y="30"/>
                    <a:pt x="150" y="29"/>
                  </a:cubicBezTo>
                  <a:cubicBezTo>
                    <a:pt x="151" y="28"/>
                    <a:pt x="150" y="27"/>
                    <a:pt x="152" y="26"/>
                  </a:cubicBezTo>
                  <a:cubicBezTo>
                    <a:pt x="152" y="24"/>
                    <a:pt x="152" y="22"/>
                    <a:pt x="152" y="20"/>
                  </a:cubicBezTo>
                  <a:cubicBezTo>
                    <a:pt x="152" y="18"/>
                    <a:pt x="152" y="16"/>
                    <a:pt x="152" y="14"/>
                  </a:cubicBezTo>
                  <a:cubicBezTo>
                    <a:pt x="152" y="13"/>
                    <a:pt x="158" y="12"/>
                    <a:pt x="161" y="13"/>
                  </a:cubicBezTo>
                  <a:cubicBezTo>
                    <a:pt x="162" y="13"/>
                    <a:pt x="164" y="14"/>
                    <a:pt x="165" y="14"/>
                  </a:cubicBezTo>
                  <a:cubicBezTo>
                    <a:pt x="166" y="15"/>
                    <a:pt x="168" y="16"/>
                    <a:pt x="169" y="18"/>
                  </a:cubicBezTo>
                  <a:cubicBezTo>
                    <a:pt x="195" y="46"/>
                    <a:pt x="222" y="74"/>
                    <a:pt x="248" y="103"/>
                  </a:cubicBezTo>
                  <a:cubicBezTo>
                    <a:pt x="251" y="106"/>
                    <a:pt x="251" y="111"/>
                    <a:pt x="254" y="118"/>
                  </a:cubicBezTo>
                  <a:cubicBezTo>
                    <a:pt x="229" y="121"/>
                    <a:pt x="220" y="99"/>
                    <a:pt x="201" y="92"/>
                  </a:cubicBezTo>
                  <a:cubicBezTo>
                    <a:pt x="167" y="112"/>
                    <a:pt x="157" y="68"/>
                    <a:pt x="132" y="59"/>
                  </a:cubicBezTo>
                  <a:cubicBezTo>
                    <a:pt x="131" y="63"/>
                    <a:pt x="131" y="66"/>
                    <a:pt x="131" y="70"/>
                  </a:cubicBezTo>
                  <a:cubicBezTo>
                    <a:pt x="131" y="78"/>
                    <a:pt x="132" y="85"/>
                    <a:pt x="135" y="92"/>
                  </a:cubicBezTo>
                  <a:cubicBezTo>
                    <a:pt x="129" y="102"/>
                    <a:pt x="121" y="100"/>
                    <a:pt x="114" y="96"/>
                  </a:cubicBezTo>
                  <a:cubicBezTo>
                    <a:pt x="97" y="86"/>
                    <a:pt x="80" y="76"/>
                    <a:pt x="64" y="66"/>
                  </a:cubicBezTo>
                  <a:cubicBezTo>
                    <a:pt x="47" y="56"/>
                    <a:pt x="29" y="43"/>
                    <a:pt x="11" y="31"/>
                  </a:cubicBezTo>
                  <a:lnTo>
                    <a:pt x="14"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8"/>
            <p:cNvSpPr/>
            <p:nvPr/>
          </p:nvSpPr>
          <p:spPr>
            <a:xfrm>
              <a:off x="7991640" y="1846440"/>
              <a:ext cx="114840" cy="99000"/>
            </a:xfrm>
            <a:custGeom>
              <a:rect b="b" l="l" r="r" t="t"/>
              <a:pathLst>
                <a:path extrusionOk="0" h="275" w="319">
                  <a:moveTo>
                    <a:pt x="301" y="219"/>
                  </a:moveTo>
                  <a:cubicBezTo>
                    <a:pt x="305" y="228"/>
                    <a:pt x="309" y="236"/>
                    <a:pt x="312" y="245"/>
                  </a:cubicBezTo>
                  <a:cubicBezTo>
                    <a:pt x="318" y="262"/>
                    <a:pt x="308" y="274"/>
                    <a:pt x="289" y="272"/>
                  </a:cubicBezTo>
                  <a:cubicBezTo>
                    <a:pt x="278" y="270"/>
                    <a:pt x="268" y="267"/>
                    <a:pt x="258" y="262"/>
                  </a:cubicBezTo>
                  <a:cubicBezTo>
                    <a:pt x="253" y="259"/>
                    <a:pt x="248" y="256"/>
                    <a:pt x="243" y="254"/>
                  </a:cubicBezTo>
                  <a:cubicBezTo>
                    <a:pt x="229" y="245"/>
                    <a:pt x="214" y="236"/>
                    <a:pt x="201" y="226"/>
                  </a:cubicBezTo>
                  <a:cubicBezTo>
                    <a:pt x="139" y="179"/>
                    <a:pt x="83" y="125"/>
                    <a:pt x="33" y="67"/>
                  </a:cubicBezTo>
                  <a:cubicBezTo>
                    <a:pt x="24" y="59"/>
                    <a:pt x="17" y="50"/>
                    <a:pt x="11" y="39"/>
                  </a:cubicBezTo>
                  <a:cubicBezTo>
                    <a:pt x="7" y="31"/>
                    <a:pt x="3" y="23"/>
                    <a:pt x="0" y="14"/>
                  </a:cubicBezTo>
                  <a:cubicBezTo>
                    <a:pt x="10" y="0"/>
                    <a:pt x="17" y="9"/>
                    <a:pt x="23" y="17"/>
                  </a:cubicBezTo>
                  <a:cubicBezTo>
                    <a:pt x="77" y="84"/>
                    <a:pt x="139" y="146"/>
                    <a:pt x="208" y="199"/>
                  </a:cubicBezTo>
                  <a:cubicBezTo>
                    <a:pt x="222" y="211"/>
                    <a:pt x="237" y="222"/>
                    <a:pt x="253" y="231"/>
                  </a:cubicBezTo>
                  <a:cubicBezTo>
                    <a:pt x="264" y="238"/>
                    <a:pt x="276" y="243"/>
                    <a:pt x="287" y="248"/>
                  </a:cubicBezTo>
                  <a:lnTo>
                    <a:pt x="302" y="221"/>
                  </a:lnTo>
                  <a:lnTo>
                    <a:pt x="301" y="2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8"/>
            <p:cNvSpPr/>
            <p:nvPr/>
          </p:nvSpPr>
          <p:spPr>
            <a:xfrm>
              <a:off x="7716240" y="1238040"/>
              <a:ext cx="67320" cy="52560"/>
            </a:xfrm>
            <a:custGeom>
              <a:rect b="b" l="l" r="r" t="t"/>
              <a:pathLst>
                <a:path extrusionOk="0" h="146" w="187">
                  <a:moveTo>
                    <a:pt x="0" y="16"/>
                  </a:moveTo>
                  <a:cubicBezTo>
                    <a:pt x="43" y="16"/>
                    <a:pt x="50" y="58"/>
                    <a:pt x="80" y="80"/>
                  </a:cubicBezTo>
                  <a:cubicBezTo>
                    <a:pt x="83" y="73"/>
                    <a:pt x="88" y="68"/>
                    <a:pt x="87" y="63"/>
                  </a:cubicBezTo>
                  <a:cubicBezTo>
                    <a:pt x="86" y="49"/>
                    <a:pt x="81" y="35"/>
                    <a:pt x="81" y="20"/>
                  </a:cubicBezTo>
                  <a:cubicBezTo>
                    <a:pt x="81" y="16"/>
                    <a:pt x="82" y="13"/>
                    <a:pt x="84" y="9"/>
                  </a:cubicBezTo>
                  <a:cubicBezTo>
                    <a:pt x="86" y="6"/>
                    <a:pt x="88" y="3"/>
                    <a:pt x="91" y="1"/>
                  </a:cubicBezTo>
                  <a:cubicBezTo>
                    <a:pt x="94" y="1"/>
                    <a:pt x="96" y="0"/>
                    <a:pt x="98" y="0"/>
                  </a:cubicBezTo>
                  <a:cubicBezTo>
                    <a:pt x="103" y="0"/>
                    <a:pt x="108" y="2"/>
                    <a:pt x="112" y="4"/>
                  </a:cubicBezTo>
                  <a:cubicBezTo>
                    <a:pt x="113" y="4"/>
                    <a:pt x="113" y="5"/>
                    <a:pt x="113" y="5"/>
                  </a:cubicBezTo>
                  <a:cubicBezTo>
                    <a:pt x="120" y="9"/>
                    <a:pt x="126" y="15"/>
                    <a:pt x="131" y="22"/>
                  </a:cubicBezTo>
                  <a:cubicBezTo>
                    <a:pt x="145" y="38"/>
                    <a:pt x="155" y="59"/>
                    <a:pt x="177" y="70"/>
                  </a:cubicBezTo>
                  <a:cubicBezTo>
                    <a:pt x="183" y="73"/>
                    <a:pt x="185" y="86"/>
                    <a:pt x="186" y="96"/>
                  </a:cubicBezTo>
                  <a:cubicBezTo>
                    <a:pt x="186" y="99"/>
                    <a:pt x="186" y="102"/>
                    <a:pt x="184" y="105"/>
                  </a:cubicBezTo>
                  <a:cubicBezTo>
                    <a:pt x="182" y="108"/>
                    <a:pt x="180" y="110"/>
                    <a:pt x="178" y="112"/>
                  </a:cubicBezTo>
                  <a:cubicBezTo>
                    <a:pt x="176" y="112"/>
                    <a:pt x="175" y="112"/>
                    <a:pt x="173" y="112"/>
                  </a:cubicBezTo>
                  <a:cubicBezTo>
                    <a:pt x="170" y="112"/>
                    <a:pt x="167" y="111"/>
                    <a:pt x="164" y="110"/>
                  </a:cubicBezTo>
                  <a:cubicBezTo>
                    <a:pt x="163" y="109"/>
                    <a:pt x="162" y="109"/>
                    <a:pt x="161" y="108"/>
                  </a:cubicBezTo>
                  <a:cubicBezTo>
                    <a:pt x="153" y="98"/>
                    <a:pt x="145" y="88"/>
                    <a:pt x="138" y="77"/>
                  </a:cubicBezTo>
                  <a:cubicBezTo>
                    <a:pt x="128" y="60"/>
                    <a:pt x="115" y="43"/>
                    <a:pt x="101" y="28"/>
                  </a:cubicBezTo>
                  <a:cubicBezTo>
                    <a:pt x="97" y="36"/>
                    <a:pt x="92" y="41"/>
                    <a:pt x="92" y="46"/>
                  </a:cubicBezTo>
                  <a:cubicBezTo>
                    <a:pt x="94" y="65"/>
                    <a:pt x="97" y="84"/>
                    <a:pt x="100" y="103"/>
                  </a:cubicBezTo>
                  <a:cubicBezTo>
                    <a:pt x="101" y="114"/>
                    <a:pt x="103" y="125"/>
                    <a:pt x="103" y="136"/>
                  </a:cubicBezTo>
                  <a:cubicBezTo>
                    <a:pt x="103" y="141"/>
                    <a:pt x="92" y="145"/>
                    <a:pt x="88" y="142"/>
                  </a:cubicBezTo>
                  <a:lnTo>
                    <a:pt x="87" y="142"/>
                  </a:lnTo>
                  <a:cubicBezTo>
                    <a:pt x="85" y="140"/>
                    <a:pt x="82" y="139"/>
                    <a:pt x="80" y="136"/>
                  </a:cubicBezTo>
                  <a:lnTo>
                    <a:pt x="0"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8"/>
            <p:cNvSpPr/>
            <p:nvPr/>
          </p:nvSpPr>
          <p:spPr>
            <a:xfrm>
              <a:off x="7918200" y="1830960"/>
              <a:ext cx="79560" cy="75600"/>
            </a:xfrm>
            <a:custGeom>
              <a:rect b="b" l="l" r="r" t="t"/>
              <a:pathLst>
                <a:path extrusionOk="0" h="210" w="221">
                  <a:moveTo>
                    <a:pt x="187" y="165"/>
                  </a:moveTo>
                  <a:lnTo>
                    <a:pt x="170" y="98"/>
                  </a:lnTo>
                  <a:cubicBezTo>
                    <a:pt x="179" y="106"/>
                    <a:pt x="185" y="108"/>
                    <a:pt x="187" y="112"/>
                  </a:cubicBezTo>
                  <a:cubicBezTo>
                    <a:pt x="198" y="133"/>
                    <a:pt x="209" y="155"/>
                    <a:pt x="217" y="177"/>
                  </a:cubicBezTo>
                  <a:cubicBezTo>
                    <a:pt x="219" y="181"/>
                    <a:pt x="220" y="184"/>
                    <a:pt x="220" y="188"/>
                  </a:cubicBezTo>
                  <a:cubicBezTo>
                    <a:pt x="220" y="192"/>
                    <a:pt x="219" y="196"/>
                    <a:pt x="217" y="199"/>
                  </a:cubicBezTo>
                  <a:cubicBezTo>
                    <a:pt x="215" y="202"/>
                    <a:pt x="212" y="205"/>
                    <a:pt x="209" y="207"/>
                  </a:cubicBezTo>
                  <a:cubicBezTo>
                    <a:pt x="205" y="208"/>
                    <a:pt x="201" y="209"/>
                    <a:pt x="198" y="209"/>
                  </a:cubicBezTo>
                  <a:cubicBezTo>
                    <a:pt x="192" y="209"/>
                    <a:pt x="187" y="208"/>
                    <a:pt x="182" y="206"/>
                  </a:cubicBezTo>
                  <a:cubicBezTo>
                    <a:pt x="179" y="204"/>
                    <a:pt x="175" y="201"/>
                    <a:pt x="172" y="200"/>
                  </a:cubicBezTo>
                  <a:cubicBezTo>
                    <a:pt x="166" y="196"/>
                    <a:pt x="160" y="192"/>
                    <a:pt x="154" y="187"/>
                  </a:cubicBezTo>
                  <a:cubicBezTo>
                    <a:pt x="96" y="139"/>
                    <a:pt x="45" y="82"/>
                    <a:pt x="3" y="19"/>
                  </a:cubicBezTo>
                  <a:cubicBezTo>
                    <a:pt x="2" y="16"/>
                    <a:pt x="1" y="13"/>
                    <a:pt x="0" y="10"/>
                  </a:cubicBezTo>
                  <a:cubicBezTo>
                    <a:pt x="3" y="2"/>
                    <a:pt x="9" y="0"/>
                    <a:pt x="15" y="5"/>
                  </a:cubicBezTo>
                  <a:cubicBezTo>
                    <a:pt x="25" y="15"/>
                    <a:pt x="33" y="27"/>
                    <a:pt x="43" y="38"/>
                  </a:cubicBezTo>
                  <a:cubicBezTo>
                    <a:pt x="79" y="75"/>
                    <a:pt x="114" y="112"/>
                    <a:pt x="149" y="149"/>
                  </a:cubicBezTo>
                  <a:cubicBezTo>
                    <a:pt x="159" y="157"/>
                    <a:pt x="168" y="164"/>
                    <a:pt x="179" y="171"/>
                  </a:cubicBezTo>
                  <a:lnTo>
                    <a:pt x="187" y="16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8"/>
            <p:cNvSpPr/>
            <p:nvPr/>
          </p:nvSpPr>
          <p:spPr>
            <a:xfrm>
              <a:off x="8080920" y="1835280"/>
              <a:ext cx="114480" cy="80640"/>
            </a:xfrm>
            <a:custGeom>
              <a:rect b="b" l="l" r="r" t="t"/>
              <a:pathLst>
                <a:path extrusionOk="0" h="224" w="318">
                  <a:moveTo>
                    <a:pt x="314" y="222"/>
                  </a:moveTo>
                  <a:cubicBezTo>
                    <a:pt x="312" y="223"/>
                    <a:pt x="309" y="223"/>
                    <a:pt x="306" y="223"/>
                  </a:cubicBezTo>
                  <a:cubicBezTo>
                    <a:pt x="303" y="223"/>
                    <a:pt x="300" y="223"/>
                    <a:pt x="297" y="222"/>
                  </a:cubicBezTo>
                  <a:cubicBezTo>
                    <a:pt x="276" y="214"/>
                    <a:pt x="255" y="205"/>
                    <a:pt x="236" y="194"/>
                  </a:cubicBezTo>
                  <a:cubicBezTo>
                    <a:pt x="160" y="150"/>
                    <a:pt x="88" y="97"/>
                    <a:pt x="23" y="38"/>
                  </a:cubicBezTo>
                  <a:cubicBezTo>
                    <a:pt x="14" y="30"/>
                    <a:pt x="7" y="21"/>
                    <a:pt x="1" y="12"/>
                  </a:cubicBezTo>
                  <a:cubicBezTo>
                    <a:pt x="0" y="9"/>
                    <a:pt x="3" y="4"/>
                    <a:pt x="4" y="0"/>
                  </a:cubicBezTo>
                  <a:cubicBezTo>
                    <a:pt x="9" y="0"/>
                    <a:pt x="13" y="0"/>
                    <a:pt x="14" y="1"/>
                  </a:cubicBezTo>
                  <a:cubicBezTo>
                    <a:pt x="108" y="79"/>
                    <a:pt x="207" y="149"/>
                    <a:pt x="313" y="210"/>
                  </a:cubicBezTo>
                  <a:cubicBezTo>
                    <a:pt x="314" y="211"/>
                    <a:pt x="316" y="212"/>
                    <a:pt x="317" y="213"/>
                  </a:cubicBezTo>
                  <a:lnTo>
                    <a:pt x="314"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8"/>
            <p:cNvSpPr/>
            <p:nvPr/>
          </p:nvSpPr>
          <p:spPr>
            <a:xfrm>
              <a:off x="8077680" y="1898640"/>
              <a:ext cx="100080" cy="65520"/>
            </a:xfrm>
            <a:custGeom>
              <a:rect b="b" l="l" r="r" t="t"/>
              <a:pathLst>
                <a:path extrusionOk="0" h="182" w="278">
                  <a:moveTo>
                    <a:pt x="64" y="76"/>
                  </a:moveTo>
                  <a:cubicBezTo>
                    <a:pt x="41" y="59"/>
                    <a:pt x="22" y="38"/>
                    <a:pt x="7" y="13"/>
                  </a:cubicBezTo>
                  <a:cubicBezTo>
                    <a:pt x="5" y="9"/>
                    <a:pt x="3" y="5"/>
                    <a:pt x="0" y="0"/>
                  </a:cubicBezTo>
                  <a:cubicBezTo>
                    <a:pt x="11" y="0"/>
                    <a:pt x="18" y="0"/>
                    <a:pt x="22" y="3"/>
                  </a:cubicBezTo>
                  <a:cubicBezTo>
                    <a:pt x="35" y="12"/>
                    <a:pt x="48" y="23"/>
                    <a:pt x="59" y="33"/>
                  </a:cubicBezTo>
                  <a:cubicBezTo>
                    <a:pt x="105" y="72"/>
                    <a:pt x="155" y="107"/>
                    <a:pt x="207" y="138"/>
                  </a:cubicBezTo>
                  <a:cubicBezTo>
                    <a:pt x="208" y="138"/>
                    <a:pt x="208" y="138"/>
                    <a:pt x="209" y="138"/>
                  </a:cubicBezTo>
                  <a:cubicBezTo>
                    <a:pt x="218" y="143"/>
                    <a:pt x="227" y="147"/>
                    <a:pt x="237" y="150"/>
                  </a:cubicBezTo>
                  <a:cubicBezTo>
                    <a:pt x="250" y="142"/>
                    <a:pt x="237" y="134"/>
                    <a:pt x="242" y="127"/>
                  </a:cubicBezTo>
                  <a:cubicBezTo>
                    <a:pt x="265" y="135"/>
                    <a:pt x="277" y="153"/>
                    <a:pt x="269" y="171"/>
                  </a:cubicBezTo>
                  <a:cubicBezTo>
                    <a:pt x="267" y="174"/>
                    <a:pt x="264" y="176"/>
                    <a:pt x="261" y="178"/>
                  </a:cubicBezTo>
                  <a:cubicBezTo>
                    <a:pt x="258" y="180"/>
                    <a:pt x="254" y="181"/>
                    <a:pt x="249" y="181"/>
                  </a:cubicBezTo>
                  <a:cubicBezTo>
                    <a:pt x="232" y="178"/>
                    <a:pt x="215" y="172"/>
                    <a:pt x="200" y="164"/>
                  </a:cubicBezTo>
                  <a:cubicBezTo>
                    <a:pt x="167" y="145"/>
                    <a:pt x="136" y="122"/>
                    <a:pt x="103" y="101"/>
                  </a:cubicBezTo>
                  <a:lnTo>
                    <a:pt x="63" y="75"/>
                  </a:lnTo>
                  <a:lnTo>
                    <a:pt x="64" y="7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8"/>
            <p:cNvSpPr/>
            <p:nvPr/>
          </p:nvSpPr>
          <p:spPr>
            <a:xfrm>
              <a:off x="7916040" y="2114640"/>
              <a:ext cx="82440" cy="138240"/>
            </a:xfrm>
            <a:custGeom>
              <a:rect b="b" l="l" r="r" t="t"/>
              <a:pathLst>
                <a:path extrusionOk="0" h="384" w="229">
                  <a:moveTo>
                    <a:pt x="228" y="373"/>
                  </a:moveTo>
                  <a:cubicBezTo>
                    <a:pt x="221" y="383"/>
                    <a:pt x="212" y="383"/>
                    <a:pt x="206" y="377"/>
                  </a:cubicBezTo>
                  <a:cubicBezTo>
                    <a:pt x="191" y="363"/>
                    <a:pt x="178" y="347"/>
                    <a:pt x="166" y="330"/>
                  </a:cubicBezTo>
                  <a:cubicBezTo>
                    <a:pt x="138" y="285"/>
                    <a:pt x="110" y="239"/>
                    <a:pt x="85" y="193"/>
                  </a:cubicBezTo>
                  <a:cubicBezTo>
                    <a:pt x="82" y="189"/>
                    <a:pt x="80" y="185"/>
                    <a:pt x="78" y="181"/>
                  </a:cubicBezTo>
                  <a:cubicBezTo>
                    <a:pt x="47" y="128"/>
                    <a:pt x="21" y="72"/>
                    <a:pt x="0" y="14"/>
                  </a:cubicBezTo>
                  <a:cubicBezTo>
                    <a:pt x="0" y="11"/>
                    <a:pt x="0" y="9"/>
                    <a:pt x="0" y="7"/>
                  </a:cubicBezTo>
                  <a:cubicBezTo>
                    <a:pt x="0" y="4"/>
                    <a:pt x="0" y="2"/>
                    <a:pt x="0" y="0"/>
                  </a:cubicBezTo>
                  <a:cubicBezTo>
                    <a:pt x="5" y="4"/>
                    <a:pt x="9" y="9"/>
                    <a:pt x="13" y="15"/>
                  </a:cubicBezTo>
                  <a:cubicBezTo>
                    <a:pt x="56" y="91"/>
                    <a:pt x="96" y="168"/>
                    <a:pt x="139" y="243"/>
                  </a:cubicBezTo>
                  <a:cubicBezTo>
                    <a:pt x="144" y="253"/>
                    <a:pt x="149" y="263"/>
                    <a:pt x="155" y="272"/>
                  </a:cubicBezTo>
                  <a:cubicBezTo>
                    <a:pt x="176" y="308"/>
                    <a:pt x="200" y="342"/>
                    <a:pt x="228" y="3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8"/>
            <p:cNvSpPr/>
            <p:nvPr/>
          </p:nvSpPr>
          <p:spPr>
            <a:xfrm>
              <a:off x="8671320" y="1666080"/>
              <a:ext cx="113400" cy="97560"/>
            </a:xfrm>
            <a:custGeom>
              <a:rect b="b" l="l" r="r" t="t"/>
              <a:pathLst>
                <a:path extrusionOk="0" h="271" w="315">
                  <a:moveTo>
                    <a:pt x="143" y="109"/>
                  </a:moveTo>
                  <a:cubicBezTo>
                    <a:pt x="96" y="153"/>
                    <a:pt x="52" y="200"/>
                    <a:pt x="7" y="246"/>
                  </a:cubicBezTo>
                  <a:cubicBezTo>
                    <a:pt x="5" y="248"/>
                    <a:pt x="1" y="250"/>
                    <a:pt x="1" y="253"/>
                  </a:cubicBezTo>
                  <a:cubicBezTo>
                    <a:pt x="0" y="256"/>
                    <a:pt x="0" y="264"/>
                    <a:pt x="1" y="266"/>
                  </a:cubicBezTo>
                  <a:cubicBezTo>
                    <a:pt x="2" y="267"/>
                    <a:pt x="3" y="268"/>
                    <a:pt x="3" y="268"/>
                  </a:cubicBezTo>
                  <a:cubicBezTo>
                    <a:pt x="5" y="269"/>
                    <a:pt x="8" y="270"/>
                    <a:pt x="10" y="270"/>
                  </a:cubicBezTo>
                  <a:cubicBezTo>
                    <a:pt x="11" y="270"/>
                    <a:pt x="13" y="270"/>
                    <a:pt x="14" y="269"/>
                  </a:cubicBezTo>
                  <a:cubicBezTo>
                    <a:pt x="27" y="260"/>
                    <a:pt x="39" y="250"/>
                    <a:pt x="50" y="238"/>
                  </a:cubicBezTo>
                  <a:cubicBezTo>
                    <a:pt x="117" y="157"/>
                    <a:pt x="194" y="85"/>
                    <a:pt x="281" y="26"/>
                  </a:cubicBezTo>
                  <a:cubicBezTo>
                    <a:pt x="293" y="18"/>
                    <a:pt x="303" y="8"/>
                    <a:pt x="314" y="0"/>
                  </a:cubicBezTo>
                  <a:cubicBezTo>
                    <a:pt x="288" y="9"/>
                    <a:pt x="263" y="20"/>
                    <a:pt x="240" y="34"/>
                  </a:cubicBezTo>
                  <a:cubicBezTo>
                    <a:pt x="204" y="55"/>
                    <a:pt x="172" y="80"/>
                    <a:pt x="143" y="10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8"/>
            <p:cNvSpPr/>
            <p:nvPr/>
          </p:nvSpPr>
          <p:spPr>
            <a:xfrm>
              <a:off x="8349120" y="1631520"/>
              <a:ext cx="123480" cy="11160"/>
            </a:xfrm>
            <a:custGeom>
              <a:rect b="b" l="l" r="r" t="t"/>
              <a:pathLst>
                <a:path extrusionOk="0" h="31" w="343">
                  <a:moveTo>
                    <a:pt x="342" y="11"/>
                  </a:moveTo>
                  <a:lnTo>
                    <a:pt x="341" y="12"/>
                  </a:lnTo>
                  <a:cubicBezTo>
                    <a:pt x="337" y="17"/>
                    <a:pt x="333" y="21"/>
                    <a:pt x="328" y="25"/>
                  </a:cubicBezTo>
                  <a:cubicBezTo>
                    <a:pt x="322" y="28"/>
                    <a:pt x="316" y="30"/>
                    <a:pt x="310" y="30"/>
                  </a:cubicBezTo>
                  <a:cubicBezTo>
                    <a:pt x="308" y="30"/>
                    <a:pt x="306" y="30"/>
                    <a:pt x="304" y="30"/>
                  </a:cubicBezTo>
                  <a:cubicBezTo>
                    <a:pt x="272" y="30"/>
                    <a:pt x="240" y="30"/>
                    <a:pt x="208" y="30"/>
                  </a:cubicBezTo>
                  <a:cubicBezTo>
                    <a:pt x="152" y="28"/>
                    <a:pt x="95" y="26"/>
                    <a:pt x="39" y="23"/>
                  </a:cubicBezTo>
                  <a:cubicBezTo>
                    <a:pt x="26" y="22"/>
                    <a:pt x="13" y="19"/>
                    <a:pt x="0" y="16"/>
                  </a:cubicBezTo>
                  <a:cubicBezTo>
                    <a:pt x="4" y="10"/>
                    <a:pt x="6" y="3"/>
                    <a:pt x="9" y="3"/>
                  </a:cubicBezTo>
                  <a:cubicBezTo>
                    <a:pt x="18" y="1"/>
                    <a:pt x="26" y="0"/>
                    <a:pt x="34" y="0"/>
                  </a:cubicBezTo>
                  <a:cubicBezTo>
                    <a:pt x="35" y="0"/>
                    <a:pt x="37" y="0"/>
                    <a:pt x="38" y="0"/>
                  </a:cubicBezTo>
                  <a:lnTo>
                    <a:pt x="294" y="8"/>
                  </a:lnTo>
                  <a:cubicBezTo>
                    <a:pt x="307" y="7"/>
                    <a:pt x="322" y="9"/>
                    <a:pt x="34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8"/>
            <p:cNvSpPr/>
            <p:nvPr/>
          </p:nvSpPr>
          <p:spPr>
            <a:xfrm>
              <a:off x="8308800" y="2238840"/>
              <a:ext cx="91080" cy="52560"/>
            </a:xfrm>
            <a:custGeom>
              <a:rect b="b" l="l" r="r" t="t"/>
              <a:pathLst>
                <a:path extrusionOk="0" h="146" w="253">
                  <a:moveTo>
                    <a:pt x="42" y="46"/>
                  </a:moveTo>
                  <a:lnTo>
                    <a:pt x="37" y="46"/>
                  </a:lnTo>
                  <a:cubicBezTo>
                    <a:pt x="22" y="35"/>
                    <a:pt x="9" y="21"/>
                    <a:pt x="0" y="5"/>
                  </a:cubicBezTo>
                  <a:cubicBezTo>
                    <a:pt x="10" y="4"/>
                    <a:pt x="18" y="0"/>
                    <a:pt x="24" y="2"/>
                  </a:cubicBezTo>
                  <a:cubicBezTo>
                    <a:pt x="37" y="8"/>
                    <a:pt x="51" y="15"/>
                    <a:pt x="64" y="22"/>
                  </a:cubicBezTo>
                  <a:cubicBezTo>
                    <a:pt x="66" y="24"/>
                    <a:pt x="68" y="25"/>
                    <a:pt x="71" y="26"/>
                  </a:cubicBezTo>
                  <a:cubicBezTo>
                    <a:pt x="100" y="43"/>
                    <a:pt x="128" y="61"/>
                    <a:pt x="157" y="79"/>
                  </a:cubicBezTo>
                  <a:cubicBezTo>
                    <a:pt x="186" y="96"/>
                    <a:pt x="206" y="117"/>
                    <a:pt x="239" y="112"/>
                  </a:cubicBezTo>
                  <a:cubicBezTo>
                    <a:pt x="242" y="112"/>
                    <a:pt x="247" y="118"/>
                    <a:pt x="249" y="121"/>
                  </a:cubicBezTo>
                  <a:cubicBezTo>
                    <a:pt x="250" y="122"/>
                    <a:pt x="250" y="122"/>
                    <a:pt x="250" y="122"/>
                  </a:cubicBezTo>
                  <a:cubicBezTo>
                    <a:pt x="251" y="125"/>
                    <a:pt x="252" y="127"/>
                    <a:pt x="252" y="130"/>
                  </a:cubicBezTo>
                  <a:cubicBezTo>
                    <a:pt x="252" y="133"/>
                    <a:pt x="251" y="135"/>
                    <a:pt x="250" y="138"/>
                  </a:cubicBezTo>
                  <a:cubicBezTo>
                    <a:pt x="249" y="140"/>
                    <a:pt x="247" y="141"/>
                    <a:pt x="244" y="143"/>
                  </a:cubicBezTo>
                  <a:cubicBezTo>
                    <a:pt x="241" y="144"/>
                    <a:pt x="239" y="145"/>
                    <a:pt x="237" y="145"/>
                  </a:cubicBezTo>
                  <a:cubicBezTo>
                    <a:pt x="236" y="145"/>
                    <a:pt x="236" y="145"/>
                    <a:pt x="236" y="145"/>
                  </a:cubicBezTo>
                  <a:cubicBezTo>
                    <a:pt x="220" y="144"/>
                    <a:pt x="205" y="139"/>
                    <a:pt x="191" y="133"/>
                  </a:cubicBezTo>
                  <a:cubicBezTo>
                    <a:pt x="153" y="112"/>
                    <a:pt x="117" y="88"/>
                    <a:pt x="80" y="66"/>
                  </a:cubicBezTo>
                  <a:cubicBezTo>
                    <a:pt x="67" y="58"/>
                    <a:pt x="55" y="52"/>
                    <a:pt x="42"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8"/>
            <p:cNvSpPr/>
            <p:nvPr/>
          </p:nvSpPr>
          <p:spPr>
            <a:xfrm>
              <a:off x="8536320" y="1774440"/>
              <a:ext cx="57960" cy="116280"/>
            </a:xfrm>
            <a:custGeom>
              <a:rect b="b" l="l" r="r" t="t"/>
              <a:pathLst>
                <a:path extrusionOk="0" h="323" w="161">
                  <a:moveTo>
                    <a:pt x="160" y="322"/>
                  </a:moveTo>
                  <a:cubicBezTo>
                    <a:pt x="156" y="317"/>
                    <a:pt x="152" y="313"/>
                    <a:pt x="149" y="308"/>
                  </a:cubicBezTo>
                  <a:cubicBezTo>
                    <a:pt x="110" y="213"/>
                    <a:pt x="64" y="121"/>
                    <a:pt x="13" y="32"/>
                  </a:cubicBezTo>
                  <a:cubicBezTo>
                    <a:pt x="9" y="25"/>
                    <a:pt x="4" y="17"/>
                    <a:pt x="0" y="10"/>
                  </a:cubicBezTo>
                  <a:cubicBezTo>
                    <a:pt x="0" y="9"/>
                    <a:pt x="0" y="9"/>
                    <a:pt x="0" y="8"/>
                  </a:cubicBezTo>
                  <a:cubicBezTo>
                    <a:pt x="0" y="7"/>
                    <a:pt x="0" y="6"/>
                    <a:pt x="0" y="5"/>
                  </a:cubicBezTo>
                  <a:cubicBezTo>
                    <a:pt x="1" y="4"/>
                    <a:pt x="1" y="3"/>
                    <a:pt x="2" y="1"/>
                  </a:cubicBezTo>
                  <a:lnTo>
                    <a:pt x="3" y="0"/>
                  </a:lnTo>
                  <a:cubicBezTo>
                    <a:pt x="7" y="0"/>
                    <a:pt x="12" y="0"/>
                    <a:pt x="15" y="2"/>
                  </a:cubicBezTo>
                  <a:cubicBezTo>
                    <a:pt x="21" y="7"/>
                    <a:pt x="26" y="13"/>
                    <a:pt x="31" y="20"/>
                  </a:cubicBezTo>
                  <a:cubicBezTo>
                    <a:pt x="43" y="39"/>
                    <a:pt x="55" y="58"/>
                    <a:pt x="66" y="78"/>
                  </a:cubicBezTo>
                  <a:cubicBezTo>
                    <a:pt x="98" y="134"/>
                    <a:pt x="126" y="192"/>
                    <a:pt x="149" y="252"/>
                  </a:cubicBezTo>
                  <a:cubicBezTo>
                    <a:pt x="157" y="270"/>
                    <a:pt x="160" y="288"/>
                    <a:pt x="160" y="308"/>
                  </a:cubicBezTo>
                  <a:cubicBezTo>
                    <a:pt x="160" y="312"/>
                    <a:pt x="160" y="317"/>
                    <a:pt x="160" y="3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8"/>
            <p:cNvSpPr/>
            <p:nvPr/>
          </p:nvSpPr>
          <p:spPr>
            <a:xfrm>
              <a:off x="7623720" y="1404720"/>
              <a:ext cx="17280" cy="131040"/>
            </a:xfrm>
            <a:custGeom>
              <a:rect b="b" l="l" r="r" t="t"/>
              <a:pathLst>
                <a:path extrusionOk="0" h="364" w="48">
                  <a:moveTo>
                    <a:pt x="13" y="363"/>
                  </a:moveTo>
                  <a:cubicBezTo>
                    <a:pt x="12" y="362"/>
                    <a:pt x="12" y="362"/>
                    <a:pt x="12" y="362"/>
                  </a:cubicBezTo>
                  <a:cubicBezTo>
                    <a:pt x="4" y="349"/>
                    <a:pt x="0" y="333"/>
                    <a:pt x="0" y="318"/>
                  </a:cubicBezTo>
                  <a:cubicBezTo>
                    <a:pt x="0" y="312"/>
                    <a:pt x="1" y="305"/>
                    <a:pt x="2" y="299"/>
                  </a:cubicBezTo>
                  <a:cubicBezTo>
                    <a:pt x="9" y="216"/>
                    <a:pt x="14" y="132"/>
                    <a:pt x="20" y="49"/>
                  </a:cubicBezTo>
                  <a:cubicBezTo>
                    <a:pt x="20" y="33"/>
                    <a:pt x="23" y="18"/>
                    <a:pt x="25" y="3"/>
                  </a:cubicBezTo>
                  <a:cubicBezTo>
                    <a:pt x="37" y="0"/>
                    <a:pt x="39" y="7"/>
                    <a:pt x="39" y="13"/>
                  </a:cubicBezTo>
                  <a:cubicBezTo>
                    <a:pt x="39" y="40"/>
                    <a:pt x="36" y="64"/>
                    <a:pt x="37" y="90"/>
                  </a:cubicBezTo>
                  <a:cubicBezTo>
                    <a:pt x="38" y="115"/>
                    <a:pt x="29" y="140"/>
                    <a:pt x="43" y="167"/>
                  </a:cubicBezTo>
                  <a:cubicBezTo>
                    <a:pt x="47" y="174"/>
                    <a:pt x="43" y="186"/>
                    <a:pt x="43" y="195"/>
                  </a:cubicBezTo>
                  <a:cubicBezTo>
                    <a:pt x="37" y="248"/>
                    <a:pt x="30" y="301"/>
                    <a:pt x="23" y="354"/>
                  </a:cubicBezTo>
                  <a:cubicBezTo>
                    <a:pt x="22" y="354"/>
                    <a:pt x="18" y="356"/>
                    <a:pt x="13" y="3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8"/>
            <p:cNvSpPr/>
            <p:nvPr/>
          </p:nvSpPr>
          <p:spPr>
            <a:xfrm>
              <a:off x="7768080" y="1776240"/>
              <a:ext cx="65520" cy="52560"/>
            </a:xfrm>
            <a:custGeom>
              <a:rect b="b" l="l" r="r" t="t"/>
              <a:pathLst>
                <a:path extrusionOk="0" h="146" w="182">
                  <a:moveTo>
                    <a:pt x="150" y="111"/>
                  </a:moveTo>
                  <a:lnTo>
                    <a:pt x="162" y="64"/>
                  </a:lnTo>
                  <a:cubicBezTo>
                    <a:pt x="179" y="70"/>
                    <a:pt x="178" y="83"/>
                    <a:pt x="179" y="93"/>
                  </a:cubicBezTo>
                  <a:cubicBezTo>
                    <a:pt x="180" y="98"/>
                    <a:pt x="181" y="103"/>
                    <a:pt x="181" y="109"/>
                  </a:cubicBezTo>
                  <a:cubicBezTo>
                    <a:pt x="181" y="114"/>
                    <a:pt x="180" y="121"/>
                    <a:pt x="179" y="126"/>
                  </a:cubicBezTo>
                  <a:cubicBezTo>
                    <a:pt x="179" y="128"/>
                    <a:pt x="178" y="131"/>
                    <a:pt x="177" y="133"/>
                  </a:cubicBezTo>
                  <a:cubicBezTo>
                    <a:pt x="174" y="136"/>
                    <a:pt x="172" y="139"/>
                    <a:pt x="168" y="142"/>
                  </a:cubicBezTo>
                  <a:cubicBezTo>
                    <a:pt x="165" y="144"/>
                    <a:pt x="160" y="145"/>
                    <a:pt x="156" y="145"/>
                  </a:cubicBezTo>
                  <a:cubicBezTo>
                    <a:pt x="154" y="145"/>
                    <a:pt x="152" y="145"/>
                    <a:pt x="150" y="144"/>
                  </a:cubicBezTo>
                  <a:cubicBezTo>
                    <a:pt x="140" y="142"/>
                    <a:pt x="131" y="138"/>
                    <a:pt x="123" y="133"/>
                  </a:cubicBezTo>
                  <a:cubicBezTo>
                    <a:pt x="121" y="132"/>
                    <a:pt x="120" y="132"/>
                    <a:pt x="119" y="131"/>
                  </a:cubicBezTo>
                  <a:cubicBezTo>
                    <a:pt x="79" y="103"/>
                    <a:pt x="43" y="71"/>
                    <a:pt x="11" y="34"/>
                  </a:cubicBezTo>
                  <a:cubicBezTo>
                    <a:pt x="10" y="33"/>
                    <a:pt x="8" y="31"/>
                    <a:pt x="7" y="29"/>
                  </a:cubicBezTo>
                  <a:cubicBezTo>
                    <a:pt x="7" y="28"/>
                    <a:pt x="6" y="27"/>
                    <a:pt x="6" y="27"/>
                  </a:cubicBezTo>
                  <a:cubicBezTo>
                    <a:pt x="4" y="19"/>
                    <a:pt x="0" y="10"/>
                    <a:pt x="3" y="5"/>
                  </a:cubicBezTo>
                  <a:cubicBezTo>
                    <a:pt x="6" y="0"/>
                    <a:pt x="18" y="2"/>
                    <a:pt x="23" y="8"/>
                  </a:cubicBezTo>
                  <a:cubicBezTo>
                    <a:pt x="44" y="26"/>
                    <a:pt x="64" y="45"/>
                    <a:pt x="85" y="63"/>
                  </a:cubicBezTo>
                  <a:cubicBezTo>
                    <a:pt x="105" y="81"/>
                    <a:pt x="127" y="98"/>
                    <a:pt x="150"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8"/>
            <p:cNvSpPr/>
            <p:nvPr/>
          </p:nvSpPr>
          <p:spPr>
            <a:xfrm>
              <a:off x="8488800" y="1707840"/>
              <a:ext cx="85320" cy="92160"/>
            </a:xfrm>
            <a:custGeom>
              <a:rect b="b" l="l" r="r" t="t"/>
              <a:pathLst>
                <a:path extrusionOk="0" h="256" w="237">
                  <a:moveTo>
                    <a:pt x="236" y="255"/>
                  </a:moveTo>
                  <a:cubicBezTo>
                    <a:pt x="199" y="231"/>
                    <a:pt x="183" y="196"/>
                    <a:pt x="159" y="170"/>
                  </a:cubicBezTo>
                  <a:cubicBezTo>
                    <a:pt x="134" y="144"/>
                    <a:pt x="105" y="113"/>
                    <a:pt x="79" y="86"/>
                  </a:cubicBezTo>
                  <a:cubicBezTo>
                    <a:pt x="52" y="59"/>
                    <a:pt x="26" y="36"/>
                    <a:pt x="0" y="12"/>
                  </a:cubicBezTo>
                  <a:cubicBezTo>
                    <a:pt x="2" y="0"/>
                    <a:pt x="9" y="0"/>
                    <a:pt x="15" y="3"/>
                  </a:cubicBezTo>
                  <a:cubicBezTo>
                    <a:pt x="17" y="4"/>
                    <a:pt x="19" y="5"/>
                    <a:pt x="20" y="6"/>
                  </a:cubicBezTo>
                  <a:cubicBezTo>
                    <a:pt x="28" y="11"/>
                    <a:pt x="36" y="16"/>
                    <a:pt x="43" y="22"/>
                  </a:cubicBezTo>
                  <a:cubicBezTo>
                    <a:pt x="102" y="69"/>
                    <a:pt x="156" y="123"/>
                    <a:pt x="202" y="183"/>
                  </a:cubicBezTo>
                  <a:cubicBezTo>
                    <a:pt x="211" y="195"/>
                    <a:pt x="220" y="208"/>
                    <a:pt x="227" y="221"/>
                  </a:cubicBezTo>
                  <a:cubicBezTo>
                    <a:pt x="228" y="223"/>
                    <a:pt x="230" y="225"/>
                    <a:pt x="231" y="227"/>
                  </a:cubicBezTo>
                  <a:cubicBezTo>
                    <a:pt x="234" y="236"/>
                    <a:pt x="235" y="246"/>
                    <a:pt x="236" y="2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8"/>
            <p:cNvSpPr/>
            <p:nvPr/>
          </p:nvSpPr>
          <p:spPr>
            <a:xfrm>
              <a:off x="7920720" y="2057040"/>
              <a:ext cx="88920" cy="70920"/>
            </a:xfrm>
            <a:custGeom>
              <a:rect b="b" l="l" r="r" t="t"/>
              <a:pathLst>
                <a:path extrusionOk="0" h="197" w="247">
                  <a:moveTo>
                    <a:pt x="7" y="0"/>
                  </a:moveTo>
                  <a:cubicBezTo>
                    <a:pt x="8" y="1"/>
                    <a:pt x="10" y="1"/>
                    <a:pt x="11" y="2"/>
                  </a:cubicBezTo>
                  <a:cubicBezTo>
                    <a:pt x="17" y="6"/>
                    <a:pt x="24" y="10"/>
                    <a:pt x="30" y="14"/>
                  </a:cubicBezTo>
                  <a:cubicBezTo>
                    <a:pt x="63" y="41"/>
                    <a:pt x="96" y="70"/>
                    <a:pt x="130" y="98"/>
                  </a:cubicBezTo>
                  <a:cubicBezTo>
                    <a:pt x="152" y="119"/>
                    <a:pt x="176" y="138"/>
                    <a:pt x="203" y="153"/>
                  </a:cubicBezTo>
                  <a:cubicBezTo>
                    <a:pt x="215" y="160"/>
                    <a:pt x="228" y="167"/>
                    <a:pt x="241" y="172"/>
                  </a:cubicBezTo>
                  <a:cubicBezTo>
                    <a:pt x="242" y="174"/>
                    <a:pt x="243" y="175"/>
                    <a:pt x="244" y="176"/>
                  </a:cubicBezTo>
                  <a:cubicBezTo>
                    <a:pt x="245" y="178"/>
                    <a:pt x="246" y="181"/>
                    <a:pt x="246" y="183"/>
                  </a:cubicBezTo>
                  <a:cubicBezTo>
                    <a:pt x="246" y="184"/>
                    <a:pt x="246" y="184"/>
                    <a:pt x="246" y="184"/>
                  </a:cubicBezTo>
                  <a:cubicBezTo>
                    <a:pt x="243" y="189"/>
                    <a:pt x="236" y="196"/>
                    <a:pt x="232" y="195"/>
                  </a:cubicBezTo>
                  <a:cubicBezTo>
                    <a:pt x="219" y="191"/>
                    <a:pt x="206" y="186"/>
                    <a:pt x="193" y="179"/>
                  </a:cubicBezTo>
                  <a:cubicBezTo>
                    <a:pt x="192" y="178"/>
                    <a:pt x="190" y="177"/>
                    <a:pt x="189" y="176"/>
                  </a:cubicBezTo>
                  <a:cubicBezTo>
                    <a:pt x="150" y="148"/>
                    <a:pt x="112" y="118"/>
                    <a:pt x="75" y="87"/>
                  </a:cubicBezTo>
                  <a:cubicBezTo>
                    <a:pt x="55" y="70"/>
                    <a:pt x="37" y="52"/>
                    <a:pt x="19" y="34"/>
                  </a:cubicBezTo>
                  <a:cubicBezTo>
                    <a:pt x="12" y="26"/>
                    <a:pt x="5" y="17"/>
                    <a:pt x="0" y="7"/>
                  </a:cubicBez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8"/>
            <p:cNvSpPr/>
            <p:nvPr/>
          </p:nvSpPr>
          <p:spPr>
            <a:xfrm>
              <a:off x="8709480" y="1829520"/>
              <a:ext cx="47160" cy="63720"/>
            </a:xfrm>
            <a:custGeom>
              <a:rect b="b" l="l" r="r" t="t"/>
              <a:pathLst>
                <a:path extrusionOk="0" h="177" w="131">
                  <a:moveTo>
                    <a:pt x="10" y="176"/>
                  </a:moveTo>
                  <a:cubicBezTo>
                    <a:pt x="0" y="159"/>
                    <a:pt x="21" y="142"/>
                    <a:pt x="3" y="129"/>
                  </a:cubicBezTo>
                  <a:cubicBezTo>
                    <a:pt x="3" y="129"/>
                    <a:pt x="3" y="119"/>
                    <a:pt x="7" y="116"/>
                  </a:cubicBezTo>
                  <a:cubicBezTo>
                    <a:pt x="44" y="77"/>
                    <a:pt x="81" y="39"/>
                    <a:pt x="118" y="1"/>
                  </a:cubicBezTo>
                  <a:cubicBezTo>
                    <a:pt x="119" y="0"/>
                    <a:pt x="124" y="1"/>
                    <a:pt x="127" y="1"/>
                  </a:cubicBezTo>
                  <a:cubicBezTo>
                    <a:pt x="130" y="1"/>
                    <a:pt x="130" y="8"/>
                    <a:pt x="129" y="9"/>
                  </a:cubicBezTo>
                  <a:cubicBezTo>
                    <a:pt x="98" y="44"/>
                    <a:pt x="89" y="92"/>
                    <a:pt x="61" y="129"/>
                  </a:cubicBezTo>
                  <a:lnTo>
                    <a:pt x="66" y="147"/>
                  </a:lnTo>
                  <a:cubicBezTo>
                    <a:pt x="61" y="156"/>
                    <a:pt x="48" y="163"/>
                    <a:pt x="10"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8"/>
            <p:cNvSpPr/>
            <p:nvPr/>
          </p:nvSpPr>
          <p:spPr>
            <a:xfrm>
              <a:off x="7961760" y="2064600"/>
              <a:ext cx="98280" cy="67320"/>
            </a:xfrm>
            <a:custGeom>
              <a:rect b="b" l="l" r="r" t="t"/>
              <a:pathLst>
                <a:path extrusionOk="0" h="187" w="273">
                  <a:moveTo>
                    <a:pt x="0" y="7"/>
                  </a:moveTo>
                  <a:cubicBezTo>
                    <a:pt x="8" y="5"/>
                    <a:pt x="14" y="0"/>
                    <a:pt x="18" y="2"/>
                  </a:cubicBezTo>
                  <a:cubicBezTo>
                    <a:pt x="22" y="4"/>
                    <a:pt x="25" y="6"/>
                    <a:pt x="28" y="8"/>
                  </a:cubicBezTo>
                  <a:cubicBezTo>
                    <a:pt x="36" y="12"/>
                    <a:pt x="43" y="17"/>
                    <a:pt x="50" y="22"/>
                  </a:cubicBezTo>
                  <a:cubicBezTo>
                    <a:pt x="116" y="76"/>
                    <a:pt x="186" y="125"/>
                    <a:pt x="259" y="168"/>
                  </a:cubicBezTo>
                  <a:cubicBezTo>
                    <a:pt x="264" y="171"/>
                    <a:pt x="268" y="175"/>
                    <a:pt x="272" y="179"/>
                  </a:cubicBezTo>
                  <a:cubicBezTo>
                    <a:pt x="271" y="181"/>
                    <a:pt x="269" y="183"/>
                    <a:pt x="267" y="184"/>
                  </a:cubicBezTo>
                  <a:cubicBezTo>
                    <a:pt x="265" y="185"/>
                    <a:pt x="262" y="186"/>
                    <a:pt x="260" y="186"/>
                  </a:cubicBezTo>
                  <a:cubicBezTo>
                    <a:pt x="257" y="186"/>
                    <a:pt x="255" y="185"/>
                    <a:pt x="253" y="184"/>
                  </a:cubicBezTo>
                  <a:cubicBezTo>
                    <a:pt x="231" y="176"/>
                    <a:pt x="210" y="167"/>
                    <a:pt x="190" y="155"/>
                  </a:cubicBezTo>
                  <a:cubicBezTo>
                    <a:pt x="189" y="155"/>
                    <a:pt x="188" y="154"/>
                    <a:pt x="188" y="154"/>
                  </a:cubicBezTo>
                  <a:cubicBezTo>
                    <a:pt x="129" y="112"/>
                    <a:pt x="71" y="68"/>
                    <a:pt x="14" y="25"/>
                  </a:cubicBezTo>
                  <a:cubicBezTo>
                    <a:pt x="8" y="20"/>
                    <a:pt x="4" y="14"/>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8"/>
            <p:cNvSpPr/>
            <p:nvPr/>
          </p:nvSpPr>
          <p:spPr>
            <a:xfrm>
              <a:off x="7679880" y="1834560"/>
              <a:ext cx="25560" cy="111960"/>
            </a:xfrm>
            <a:custGeom>
              <a:rect b="b" l="l" r="r" t="t"/>
              <a:pathLst>
                <a:path extrusionOk="0" h="311" w="71">
                  <a:moveTo>
                    <a:pt x="68" y="310"/>
                  </a:moveTo>
                  <a:cubicBezTo>
                    <a:pt x="62" y="303"/>
                    <a:pt x="56" y="296"/>
                    <a:pt x="51" y="288"/>
                  </a:cubicBezTo>
                  <a:cubicBezTo>
                    <a:pt x="45" y="276"/>
                    <a:pt x="40" y="263"/>
                    <a:pt x="38" y="249"/>
                  </a:cubicBezTo>
                  <a:cubicBezTo>
                    <a:pt x="25" y="172"/>
                    <a:pt x="12" y="95"/>
                    <a:pt x="0" y="17"/>
                  </a:cubicBezTo>
                  <a:cubicBezTo>
                    <a:pt x="0" y="11"/>
                    <a:pt x="1" y="5"/>
                    <a:pt x="3" y="0"/>
                  </a:cubicBezTo>
                  <a:cubicBezTo>
                    <a:pt x="20" y="2"/>
                    <a:pt x="22" y="14"/>
                    <a:pt x="24" y="24"/>
                  </a:cubicBezTo>
                  <a:cubicBezTo>
                    <a:pt x="28" y="48"/>
                    <a:pt x="31" y="72"/>
                    <a:pt x="36" y="96"/>
                  </a:cubicBezTo>
                  <a:cubicBezTo>
                    <a:pt x="47" y="158"/>
                    <a:pt x="58" y="221"/>
                    <a:pt x="69" y="285"/>
                  </a:cubicBezTo>
                  <a:cubicBezTo>
                    <a:pt x="70" y="286"/>
                    <a:pt x="70" y="288"/>
                    <a:pt x="70" y="290"/>
                  </a:cubicBezTo>
                  <a:cubicBezTo>
                    <a:pt x="70" y="296"/>
                    <a:pt x="69" y="303"/>
                    <a:pt x="68" y="3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8"/>
            <p:cNvSpPr/>
            <p:nvPr/>
          </p:nvSpPr>
          <p:spPr>
            <a:xfrm>
              <a:off x="7856280" y="1780920"/>
              <a:ext cx="61920" cy="43560"/>
            </a:xfrm>
            <a:custGeom>
              <a:rect b="b" l="l" r="r" t="t"/>
              <a:pathLst>
                <a:path extrusionOk="0" h="121" w="172">
                  <a:moveTo>
                    <a:pt x="144" y="13"/>
                  </a:moveTo>
                  <a:cubicBezTo>
                    <a:pt x="148" y="17"/>
                    <a:pt x="152" y="23"/>
                    <a:pt x="155" y="28"/>
                  </a:cubicBezTo>
                  <a:cubicBezTo>
                    <a:pt x="165" y="46"/>
                    <a:pt x="171" y="67"/>
                    <a:pt x="171" y="88"/>
                  </a:cubicBezTo>
                  <a:cubicBezTo>
                    <a:pt x="171" y="90"/>
                    <a:pt x="171" y="92"/>
                    <a:pt x="170" y="94"/>
                  </a:cubicBezTo>
                  <a:cubicBezTo>
                    <a:pt x="170" y="99"/>
                    <a:pt x="169" y="103"/>
                    <a:pt x="167" y="107"/>
                  </a:cubicBezTo>
                  <a:cubicBezTo>
                    <a:pt x="165" y="111"/>
                    <a:pt x="161" y="114"/>
                    <a:pt x="157" y="117"/>
                  </a:cubicBezTo>
                  <a:cubicBezTo>
                    <a:pt x="153" y="119"/>
                    <a:pt x="149" y="120"/>
                    <a:pt x="144" y="120"/>
                  </a:cubicBezTo>
                  <a:cubicBezTo>
                    <a:pt x="143" y="120"/>
                    <a:pt x="142" y="120"/>
                    <a:pt x="141" y="120"/>
                  </a:cubicBezTo>
                  <a:cubicBezTo>
                    <a:pt x="130" y="119"/>
                    <a:pt x="119" y="116"/>
                    <a:pt x="109" y="111"/>
                  </a:cubicBezTo>
                  <a:cubicBezTo>
                    <a:pt x="107" y="109"/>
                    <a:pt x="104" y="108"/>
                    <a:pt x="101" y="106"/>
                  </a:cubicBezTo>
                  <a:cubicBezTo>
                    <a:pt x="63" y="84"/>
                    <a:pt x="30" y="55"/>
                    <a:pt x="4" y="20"/>
                  </a:cubicBezTo>
                  <a:cubicBezTo>
                    <a:pt x="1" y="16"/>
                    <a:pt x="0" y="11"/>
                    <a:pt x="0" y="6"/>
                  </a:cubicBezTo>
                  <a:cubicBezTo>
                    <a:pt x="0" y="6"/>
                    <a:pt x="2" y="4"/>
                    <a:pt x="4" y="0"/>
                  </a:cubicBezTo>
                  <a:cubicBezTo>
                    <a:pt x="31" y="7"/>
                    <a:pt x="46" y="31"/>
                    <a:pt x="68" y="46"/>
                  </a:cubicBezTo>
                  <a:cubicBezTo>
                    <a:pt x="89" y="60"/>
                    <a:pt x="108" y="83"/>
                    <a:pt x="137" y="87"/>
                  </a:cubicBezTo>
                  <a:cubicBezTo>
                    <a:pt x="150" y="64"/>
                    <a:pt x="135" y="41"/>
                    <a:pt x="144"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8"/>
            <p:cNvSpPr/>
            <p:nvPr/>
          </p:nvSpPr>
          <p:spPr>
            <a:xfrm>
              <a:off x="7871400" y="1738800"/>
              <a:ext cx="60840" cy="46080"/>
            </a:xfrm>
            <a:custGeom>
              <a:rect b="b" l="l" r="r" t="t"/>
              <a:pathLst>
                <a:path extrusionOk="0" h="128" w="169">
                  <a:moveTo>
                    <a:pt x="0" y="0"/>
                  </a:moveTo>
                  <a:cubicBezTo>
                    <a:pt x="51" y="30"/>
                    <a:pt x="81" y="76"/>
                    <a:pt x="136" y="90"/>
                  </a:cubicBezTo>
                  <a:cubicBezTo>
                    <a:pt x="136" y="79"/>
                    <a:pt x="136" y="71"/>
                    <a:pt x="136" y="64"/>
                  </a:cubicBezTo>
                  <a:cubicBezTo>
                    <a:pt x="136" y="56"/>
                    <a:pt x="136" y="48"/>
                    <a:pt x="134" y="37"/>
                  </a:cubicBezTo>
                  <a:cubicBezTo>
                    <a:pt x="153" y="43"/>
                    <a:pt x="157" y="57"/>
                    <a:pt x="160" y="69"/>
                  </a:cubicBezTo>
                  <a:cubicBezTo>
                    <a:pt x="165" y="78"/>
                    <a:pt x="168" y="87"/>
                    <a:pt x="168" y="97"/>
                  </a:cubicBezTo>
                  <a:cubicBezTo>
                    <a:pt x="168" y="102"/>
                    <a:pt x="167" y="106"/>
                    <a:pt x="166" y="111"/>
                  </a:cubicBezTo>
                  <a:cubicBezTo>
                    <a:pt x="165" y="113"/>
                    <a:pt x="165" y="115"/>
                    <a:pt x="164" y="116"/>
                  </a:cubicBezTo>
                  <a:cubicBezTo>
                    <a:pt x="162" y="120"/>
                    <a:pt x="159" y="122"/>
                    <a:pt x="156" y="124"/>
                  </a:cubicBezTo>
                  <a:cubicBezTo>
                    <a:pt x="153" y="126"/>
                    <a:pt x="149" y="127"/>
                    <a:pt x="145" y="127"/>
                  </a:cubicBezTo>
                  <a:lnTo>
                    <a:pt x="144" y="127"/>
                  </a:lnTo>
                  <a:cubicBezTo>
                    <a:pt x="133" y="126"/>
                    <a:pt x="122" y="124"/>
                    <a:pt x="112" y="119"/>
                  </a:cubicBezTo>
                  <a:cubicBezTo>
                    <a:pt x="108" y="117"/>
                    <a:pt x="104" y="115"/>
                    <a:pt x="100" y="113"/>
                  </a:cubicBezTo>
                  <a:cubicBezTo>
                    <a:pt x="62" y="91"/>
                    <a:pt x="29" y="60"/>
                    <a:pt x="4" y="24"/>
                  </a:cubicBezTo>
                  <a:cubicBezTo>
                    <a:pt x="2" y="20"/>
                    <a:pt x="2" y="1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8"/>
            <p:cNvSpPr/>
            <p:nvPr/>
          </p:nvSpPr>
          <p:spPr>
            <a:xfrm>
              <a:off x="8413560" y="1645920"/>
              <a:ext cx="95760" cy="15840"/>
            </a:xfrm>
            <a:custGeom>
              <a:rect b="b" l="l" r="r" t="t"/>
              <a:pathLst>
                <a:path extrusionOk="0" h="44" w="266">
                  <a:moveTo>
                    <a:pt x="265" y="28"/>
                  </a:moveTo>
                  <a:cubicBezTo>
                    <a:pt x="231" y="38"/>
                    <a:pt x="196" y="43"/>
                    <a:pt x="161" y="43"/>
                  </a:cubicBezTo>
                  <a:cubicBezTo>
                    <a:pt x="159" y="43"/>
                    <a:pt x="157" y="43"/>
                    <a:pt x="155" y="43"/>
                  </a:cubicBezTo>
                  <a:cubicBezTo>
                    <a:pt x="112" y="39"/>
                    <a:pt x="69" y="34"/>
                    <a:pt x="26" y="29"/>
                  </a:cubicBezTo>
                  <a:cubicBezTo>
                    <a:pt x="20" y="29"/>
                    <a:pt x="14" y="27"/>
                    <a:pt x="8" y="25"/>
                  </a:cubicBezTo>
                  <a:cubicBezTo>
                    <a:pt x="4" y="23"/>
                    <a:pt x="0" y="16"/>
                    <a:pt x="0" y="14"/>
                  </a:cubicBezTo>
                  <a:cubicBezTo>
                    <a:pt x="1" y="14"/>
                    <a:pt x="1" y="14"/>
                    <a:pt x="1" y="13"/>
                  </a:cubicBezTo>
                  <a:cubicBezTo>
                    <a:pt x="4" y="8"/>
                    <a:pt x="8" y="4"/>
                    <a:pt x="12" y="1"/>
                  </a:cubicBezTo>
                  <a:cubicBezTo>
                    <a:pt x="14" y="1"/>
                    <a:pt x="15" y="0"/>
                    <a:pt x="17" y="0"/>
                  </a:cubicBezTo>
                  <a:cubicBezTo>
                    <a:pt x="18" y="0"/>
                    <a:pt x="20" y="1"/>
                    <a:pt x="21" y="1"/>
                  </a:cubicBezTo>
                  <a:cubicBezTo>
                    <a:pt x="89" y="13"/>
                    <a:pt x="157" y="18"/>
                    <a:pt x="225" y="18"/>
                  </a:cubicBezTo>
                  <a:cubicBezTo>
                    <a:pt x="230" y="18"/>
                    <a:pt x="236" y="18"/>
                    <a:pt x="241" y="18"/>
                  </a:cubicBezTo>
                  <a:cubicBezTo>
                    <a:pt x="245" y="17"/>
                    <a:pt x="249" y="21"/>
                    <a:pt x="265"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8"/>
            <p:cNvSpPr/>
            <p:nvPr/>
          </p:nvSpPr>
          <p:spPr>
            <a:xfrm>
              <a:off x="7647120" y="1576800"/>
              <a:ext cx="33120" cy="49320"/>
            </a:xfrm>
            <a:custGeom>
              <a:rect b="b" l="l" r="r" t="t"/>
              <a:pathLst>
                <a:path extrusionOk="0" h="137" w="92">
                  <a:moveTo>
                    <a:pt x="21" y="0"/>
                  </a:moveTo>
                  <a:cubicBezTo>
                    <a:pt x="23" y="30"/>
                    <a:pt x="29" y="61"/>
                    <a:pt x="39" y="90"/>
                  </a:cubicBezTo>
                  <a:cubicBezTo>
                    <a:pt x="64" y="70"/>
                    <a:pt x="64" y="37"/>
                    <a:pt x="84" y="19"/>
                  </a:cubicBezTo>
                  <a:cubicBezTo>
                    <a:pt x="88" y="21"/>
                    <a:pt x="90" y="21"/>
                    <a:pt x="90" y="22"/>
                  </a:cubicBezTo>
                  <a:cubicBezTo>
                    <a:pt x="90" y="25"/>
                    <a:pt x="91" y="28"/>
                    <a:pt x="91" y="30"/>
                  </a:cubicBezTo>
                  <a:cubicBezTo>
                    <a:pt x="91" y="60"/>
                    <a:pt x="83" y="90"/>
                    <a:pt x="68" y="115"/>
                  </a:cubicBezTo>
                  <a:cubicBezTo>
                    <a:pt x="67" y="118"/>
                    <a:pt x="65" y="120"/>
                    <a:pt x="64" y="122"/>
                  </a:cubicBezTo>
                  <a:cubicBezTo>
                    <a:pt x="61" y="127"/>
                    <a:pt x="58" y="129"/>
                    <a:pt x="54" y="132"/>
                  </a:cubicBezTo>
                  <a:cubicBezTo>
                    <a:pt x="50" y="134"/>
                    <a:pt x="45" y="136"/>
                    <a:pt x="41" y="136"/>
                  </a:cubicBezTo>
                  <a:cubicBezTo>
                    <a:pt x="36" y="136"/>
                    <a:pt x="31" y="134"/>
                    <a:pt x="27" y="132"/>
                  </a:cubicBezTo>
                  <a:cubicBezTo>
                    <a:pt x="23" y="129"/>
                    <a:pt x="20" y="127"/>
                    <a:pt x="18" y="122"/>
                  </a:cubicBezTo>
                  <a:lnTo>
                    <a:pt x="17" y="122"/>
                  </a:lnTo>
                  <a:cubicBezTo>
                    <a:pt x="6" y="98"/>
                    <a:pt x="0" y="72"/>
                    <a:pt x="0" y="45"/>
                  </a:cubicBezTo>
                  <a:cubicBezTo>
                    <a:pt x="0" y="32"/>
                    <a:pt x="1" y="18"/>
                    <a:pt x="4" y="5"/>
                  </a:cubicBezTo>
                  <a:cubicBezTo>
                    <a:pt x="4" y="3"/>
                    <a:pt x="9" y="2"/>
                    <a:pt x="12" y="1"/>
                  </a:cubicBezTo>
                  <a:cubicBezTo>
                    <a:pt x="15" y="0"/>
                    <a:pt x="18" y="0"/>
                    <a:pt x="2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8"/>
            <p:cNvSpPr/>
            <p:nvPr/>
          </p:nvSpPr>
          <p:spPr>
            <a:xfrm>
              <a:off x="7741080" y="1898640"/>
              <a:ext cx="27360" cy="104400"/>
            </a:xfrm>
            <a:custGeom>
              <a:rect b="b" l="l" r="r" t="t"/>
              <a:pathLst>
                <a:path extrusionOk="0" h="290" w="76">
                  <a:moveTo>
                    <a:pt x="75" y="274"/>
                  </a:moveTo>
                  <a:cubicBezTo>
                    <a:pt x="70" y="286"/>
                    <a:pt x="63" y="289"/>
                    <a:pt x="55" y="284"/>
                  </a:cubicBezTo>
                  <a:cubicBezTo>
                    <a:pt x="51" y="281"/>
                    <a:pt x="48" y="277"/>
                    <a:pt x="46" y="273"/>
                  </a:cubicBezTo>
                  <a:cubicBezTo>
                    <a:pt x="45" y="272"/>
                    <a:pt x="44" y="270"/>
                    <a:pt x="44" y="269"/>
                  </a:cubicBezTo>
                  <a:cubicBezTo>
                    <a:pt x="36" y="251"/>
                    <a:pt x="31" y="233"/>
                    <a:pt x="27" y="214"/>
                  </a:cubicBezTo>
                  <a:cubicBezTo>
                    <a:pt x="17" y="148"/>
                    <a:pt x="9" y="82"/>
                    <a:pt x="1" y="17"/>
                  </a:cubicBezTo>
                  <a:cubicBezTo>
                    <a:pt x="1" y="17"/>
                    <a:pt x="0" y="16"/>
                    <a:pt x="0" y="15"/>
                  </a:cubicBezTo>
                  <a:cubicBezTo>
                    <a:pt x="0" y="10"/>
                    <a:pt x="1" y="5"/>
                    <a:pt x="2" y="0"/>
                  </a:cubicBezTo>
                  <a:cubicBezTo>
                    <a:pt x="18" y="5"/>
                    <a:pt x="15" y="16"/>
                    <a:pt x="17" y="25"/>
                  </a:cubicBezTo>
                  <a:cubicBezTo>
                    <a:pt x="25" y="72"/>
                    <a:pt x="33" y="120"/>
                    <a:pt x="41" y="168"/>
                  </a:cubicBezTo>
                  <a:cubicBezTo>
                    <a:pt x="43" y="203"/>
                    <a:pt x="54" y="236"/>
                    <a:pt x="71" y="266"/>
                  </a:cubicBezTo>
                  <a:cubicBezTo>
                    <a:pt x="73" y="269"/>
                    <a:pt x="74" y="272"/>
                    <a:pt x="75" y="2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8"/>
            <p:cNvSpPr/>
            <p:nvPr/>
          </p:nvSpPr>
          <p:spPr>
            <a:xfrm>
              <a:off x="7962120" y="2175120"/>
              <a:ext cx="81360" cy="100440"/>
            </a:xfrm>
            <a:custGeom>
              <a:rect b="b" l="l" r="r" t="t"/>
              <a:pathLst>
                <a:path extrusionOk="0" h="279" w="226">
                  <a:moveTo>
                    <a:pt x="222" y="278"/>
                  </a:moveTo>
                  <a:cubicBezTo>
                    <a:pt x="215" y="276"/>
                    <a:pt x="209" y="273"/>
                    <a:pt x="204" y="270"/>
                  </a:cubicBezTo>
                  <a:cubicBezTo>
                    <a:pt x="203" y="270"/>
                    <a:pt x="202" y="269"/>
                    <a:pt x="201" y="269"/>
                  </a:cubicBezTo>
                  <a:cubicBezTo>
                    <a:pt x="186" y="257"/>
                    <a:pt x="171" y="244"/>
                    <a:pt x="158" y="230"/>
                  </a:cubicBezTo>
                  <a:cubicBezTo>
                    <a:pt x="105" y="174"/>
                    <a:pt x="58" y="112"/>
                    <a:pt x="19" y="45"/>
                  </a:cubicBezTo>
                  <a:cubicBezTo>
                    <a:pt x="11" y="33"/>
                    <a:pt x="6" y="19"/>
                    <a:pt x="0" y="6"/>
                  </a:cubicBezTo>
                  <a:cubicBezTo>
                    <a:pt x="0" y="6"/>
                    <a:pt x="2" y="3"/>
                    <a:pt x="4" y="0"/>
                  </a:cubicBezTo>
                  <a:cubicBezTo>
                    <a:pt x="40" y="48"/>
                    <a:pt x="73" y="97"/>
                    <a:pt x="110" y="143"/>
                  </a:cubicBezTo>
                  <a:cubicBezTo>
                    <a:pt x="146" y="189"/>
                    <a:pt x="186" y="229"/>
                    <a:pt x="225" y="273"/>
                  </a:cubicBezTo>
                  <a:lnTo>
                    <a:pt x="222" y="2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8"/>
            <p:cNvSpPr/>
            <p:nvPr/>
          </p:nvSpPr>
          <p:spPr>
            <a:xfrm>
              <a:off x="8723520" y="1771560"/>
              <a:ext cx="65160" cy="72720"/>
            </a:xfrm>
            <a:custGeom>
              <a:rect b="b" l="l" r="r" t="t"/>
              <a:pathLst>
                <a:path extrusionOk="0" h="202" w="181">
                  <a:moveTo>
                    <a:pt x="0" y="201"/>
                  </a:moveTo>
                  <a:cubicBezTo>
                    <a:pt x="15" y="144"/>
                    <a:pt x="109" y="39"/>
                    <a:pt x="167" y="2"/>
                  </a:cubicBezTo>
                  <a:cubicBezTo>
                    <a:pt x="170" y="0"/>
                    <a:pt x="175" y="2"/>
                    <a:pt x="180" y="2"/>
                  </a:cubicBezTo>
                  <a:cubicBezTo>
                    <a:pt x="180" y="6"/>
                    <a:pt x="180" y="11"/>
                    <a:pt x="180" y="12"/>
                  </a:cubicBezTo>
                  <a:cubicBezTo>
                    <a:pt x="120" y="76"/>
                    <a:pt x="60" y="139"/>
                    <a:pt x="0" y="2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8"/>
            <p:cNvSpPr/>
            <p:nvPr/>
          </p:nvSpPr>
          <p:spPr>
            <a:xfrm>
              <a:off x="8440920" y="1690200"/>
              <a:ext cx="71280" cy="72000"/>
            </a:xfrm>
            <a:custGeom>
              <a:rect b="b" l="l" r="r" t="t"/>
              <a:pathLst>
                <a:path extrusionOk="0" h="200" w="198">
                  <a:moveTo>
                    <a:pt x="193" y="199"/>
                  </a:moveTo>
                  <a:cubicBezTo>
                    <a:pt x="175" y="197"/>
                    <a:pt x="166" y="182"/>
                    <a:pt x="155" y="172"/>
                  </a:cubicBezTo>
                  <a:cubicBezTo>
                    <a:pt x="125" y="139"/>
                    <a:pt x="96" y="105"/>
                    <a:pt x="66" y="71"/>
                  </a:cubicBezTo>
                  <a:cubicBezTo>
                    <a:pt x="48" y="52"/>
                    <a:pt x="33" y="27"/>
                    <a:pt x="4" y="20"/>
                  </a:cubicBezTo>
                  <a:cubicBezTo>
                    <a:pt x="2" y="20"/>
                    <a:pt x="0" y="11"/>
                    <a:pt x="1" y="7"/>
                  </a:cubicBezTo>
                  <a:cubicBezTo>
                    <a:pt x="3" y="5"/>
                    <a:pt x="4" y="3"/>
                    <a:pt x="7" y="2"/>
                  </a:cubicBezTo>
                  <a:cubicBezTo>
                    <a:pt x="9" y="1"/>
                    <a:pt x="10" y="1"/>
                    <a:pt x="12" y="0"/>
                  </a:cubicBezTo>
                  <a:cubicBezTo>
                    <a:pt x="13" y="0"/>
                    <a:pt x="13" y="0"/>
                    <a:pt x="14" y="0"/>
                  </a:cubicBezTo>
                  <a:cubicBezTo>
                    <a:pt x="18" y="0"/>
                    <a:pt x="22" y="1"/>
                    <a:pt x="26" y="3"/>
                  </a:cubicBezTo>
                  <a:cubicBezTo>
                    <a:pt x="27" y="4"/>
                    <a:pt x="28" y="5"/>
                    <a:pt x="30" y="5"/>
                  </a:cubicBezTo>
                  <a:cubicBezTo>
                    <a:pt x="34" y="8"/>
                    <a:pt x="38" y="11"/>
                    <a:pt x="41" y="15"/>
                  </a:cubicBezTo>
                  <a:cubicBezTo>
                    <a:pt x="92" y="69"/>
                    <a:pt x="141" y="123"/>
                    <a:pt x="191" y="178"/>
                  </a:cubicBezTo>
                  <a:cubicBezTo>
                    <a:pt x="194" y="182"/>
                    <a:pt x="194" y="190"/>
                    <a:pt x="195" y="195"/>
                  </a:cubicBezTo>
                  <a:cubicBezTo>
                    <a:pt x="197" y="195"/>
                    <a:pt x="195" y="197"/>
                    <a:pt x="193" y="19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8"/>
            <p:cNvSpPr/>
            <p:nvPr/>
          </p:nvSpPr>
          <p:spPr>
            <a:xfrm>
              <a:off x="7864920" y="1526760"/>
              <a:ext cx="56160" cy="55440"/>
            </a:xfrm>
            <a:custGeom>
              <a:rect b="b" l="l" r="r" t="t"/>
              <a:pathLst>
                <a:path extrusionOk="0" h="154" w="156">
                  <a:moveTo>
                    <a:pt x="119" y="121"/>
                  </a:moveTo>
                  <a:lnTo>
                    <a:pt x="140" y="110"/>
                  </a:lnTo>
                  <a:cubicBezTo>
                    <a:pt x="155" y="118"/>
                    <a:pt x="149" y="130"/>
                    <a:pt x="145" y="139"/>
                  </a:cubicBezTo>
                  <a:cubicBezTo>
                    <a:pt x="144" y="140"/>
                    <a:pt x="144" y="141"/>
                    <a:pt x="143" y="142"/>
                  </a:cubicBezTo>
                  <a:cubicBezTo>
                    <a:pt x="142" y="145"/>
                    <a:pt x="139" y="148"/>
                    <a:pt x="136" y="150"/>
                  </a:cubicBezTo>
                  <a:cubicBezTo>
                    <a:pt x="133" y="152"/>
                    <a:pt x="129" y="153"/>
                    <a:pt x="125" y="153"/>
                  </a:cubicBezTo>
                  <a:cubicBezTo>
                    <a:pt x="124" y="153"/>
                    <a:pt x="123" y="152"/>
                    <a:pt x="121" y="152"/>
                  </a:cubicBezTo>
                  <a:cubicBezTo>
                    <a:pt x="112" y="151"/>
                    <a:pt x="102" y="148"/>
                    <a:pt x="94" y="143"/>
                  </a:cubicBezTo>
                  <a:cubicBezTo>
                    <a:pt x="92" y="142"/>
                    <a:pt x="91" y="141"/>
                    <a:pt x="90" y="141"/>
                  </a:cubicBezTo>
                  <a:cubicBezTo>
                    <a:pt x="61" y="119"/>
                    <a:pt x="37" y="91"/>
                    <a:pt x="18" y="60"/>
                  </a:cubicBezTo>
                  <a:cubicBezTo>
                    <a:pt x="12" y="50"/>
                    <a:pt x="7" y="39"/>
                    <a:pt x="3" y="28"/>
                  </a:cubicBezTo>
                  <a:cubicBezTo>
                    <a:pt x="1" y="24"/>
                    <a:pt x="0" y="19"/>
                    <a:pt x="0" y="14"/>
                  </a:cubicBezTo>
                  <a:cubicBezTo>
                    <a:pt x="0" y="12"/>
                    <a:pt x="0" y="11"/>
                    <a:pt x="0" y="10"/>
                  </a:cubicBezTo>
                  <a:cubicBezTo>
                    <a:pt x="0" y="6"/>
                    <a:pt x="5" y="2"/>
                    <a:pt x="9" y="0"/>
                  </a:cubicBezTo>
                  <a:cubicBezTo>
                    <a:pt x="9" y="0"/>
                    <a:pt x="10" y="0"/>
                    <a:pt x="11" y="0"/>
                  </a:cubicBezTo>
                  <a:cubicBezTo>
                    <a:pt x="12" y="0"/>
                    <a:pt x="14" y="0"/>
                    <a:pt x="15" y="1"/>
                  </a:cubicBezTo>
                  <a:cubicBezTo>
                    <a:pt x="16" y="1"/>
                    <a:pt x="16" y="2"/>
                    <a:pt x="17" y="2"/>
                  </a:cubicBezTo>
                  <a:cubicBezTo>
                    <a:pt x="22" y="9"/>
                    <a:pt x="26" y="16"/>
                    <a:pt x="30" y="22"/>
                  </a:cubicBezTo>
                  <a:cubicBezTo>
                    <a:pt x="46" y="45"/>
                    <a:pt x="62" y="67"/>
                    <a:pt x="78" y="88"/>
                  </a:cubicBezTo>
                  <a:cubicBezTo>
                    <a:pt x="86" y="100"/>
                    <a:pt x="97" y="109"/>
                    <a:pt x="109" y="116"/>
                  </a:cubicBezTo>
                  <a:cubicBezTo>
                    <a:pt x="112" y="118"/>
                    <a:pt x="116" y="120"/>
                    <a:pt x="119"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8"/>
            <p:cNvSpPr/>
            <p:nvPr/>
          </p:nvSpPr>
          <p:spPr>
            <a:xfrm>
              <a:off x="7928280" y="1538640"/>
              <a:ext cx="45720" cy="45720"/>
            </a:xfrm>
            <a:custGeom>
              <a:rect b="b" l="l" r="r" t="t"/>
              <a:pathLst>
                <a:path extrusionOk="0" h="127" w="127">
                  <a:moveTo>
                    <a:pt x="46" y="96"/>
                  </a:moveTo>
                  <a:lnTo>
                    <a:pt x="81" y="92"/>
                  </a:lnTo>
                  <a:cubicBezTo>
                    <a:pt x="68" y="76"/>
                    <a:pt x="54" y="63"/>
                    <a:pt x="37" y="52"/>
                  </a:cubicBezTo>
                  <a:cubicBezTo>
                    <a:pt x="22" y="41"/>
                    <a:pt x="9" y="27"/>
                    <a:pt x="0" y="11"/>
                  </a:cubicBezTo>
                  <a:cubicBezTo>
                    <a:pt x="4" y="1"/>
                    <a:pt x="11" y="0"/>
                    <a:pt x="16" y="4"/>
                  </a:cubicBezTo>
                  <a:cubicBezTo>
                    <a:pt x="47" y="24"/>
                    <a:pt x="78" y="45"/>
                    <a:pt x="107" y="66"/>
                  </a:cubicBezTo>
                  <a:cubicBezTo>
                    <a:pt x="108" y="66"/>
                    <a:pt x="108" y="67"/>
                    <a:pt x="108" y="67"/>
                  </a:cubicBezTo>
                  <a:cubicBezTo>
                    <a:pt x="114" y="70"/>
                    <a:pt x="118" y="74"/>
                    <a:pt x="121" y="79"/>
                  </a:cubicBezTo>
                  <a:cubicBezTo>
                    <a:pt x="124" y="85"/>
                    <a:pt x="126" y="91"/>
                    <a:pt x="126" y="97"/>
                  </a:cubicBezTo>
                  <a:cubicBezTo>
                    <a:pt x="126" y="100"/>
                    <a:pt x="125" y="104"/>
                    <a:pt x="124" y="107"/>
                  </a:cubicBezTo>
                  <a:cubicBezTo>
                    <a:pt x="121" y="113"/>
                    <a:pt x="116" y="118"/>
                    <a:pt x="111" y="121"/>
                  </a:cubicBezTo>
                  <a:cubicBezTo>
                    <a:pt x="105" y="125"/>
                    <a:pt x="98" y="126"/>
                    <a:pt x="92" y="126"/>
                  </a:cubicBezTo>
                  <a:cubicBezTo>
                    <a:pt x="87" y="126"/>
                    <a:pt x="82" y="125"/>
                    <a:pt x="78" y="123"/>
                  </a:cubicBezTo>
                  <a:cubicBezTo>
                    <a:pt x="65" y="119"/>
                    <a:pt x="50" y="115"/>
                    <a:pt x="46"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8"/>
            <p:cNvSpPr/>
            <p:nvPr/>
          </p:nvSpPr>
          <p:spPr>
            <a:xfrm>
              <a:off x="7645680" y="1715040"/>
              <a:ext cx="33120" cy="70560"/>
            </a:xfrm>
            <a:custGeom>
              <a:rect b="b" l="l" r="r" t="t"/>
              <a:pathLst>
                <a:path extrusionOk="0" h="196" w="92">
                  <a:moveTo>
                    <a:pt x="65" y="165"/>
                  </a:moveTo>
                  <a:lnTo>
                    <a:pt x="85" y="144"/>
                  </a:lnTo>
                  <a:cubicBezTo>
                    <a:pt x="87" y="147"/>
                    <a:pt x="89" y="149"/>
                    <a:pt x="90" y="152"/>
                  </a:cubicBezTo>
                  <a:cubicBezTo>
                    <a:pt x="91" y="169"/>
                    <a:pt x="87" y="184"/>
                    <a:pt x="69" y="190"/>
                  </a:cubicBezTo>
                  <a:cubicBezTo>
                    <a:pt x="57" y="195"/>
                    <a:pt x="41" y="185"/>
                    <a:pt x="32" y="166"/>
                  </a:cubicBezTo>
                  <a:cubicBezTo>
                    <a:pt x="11" y="125"/>
                    <a:pt x="0" y="80"/>
                    <a:pt x="0" y="34"/>
                  </a:cubicBezTo>
                  <a:cubicBezTo>
                    <a:pt x="0" y="25"/>
                    <a:pt x="0" y="16"/>
                    <a:pt x="1" y="8"/>
                  </a:cubicBezTo>
                  <a:cubicBezTo>
                    <a:pt x="1" y="6"/>
                    <a:pt x="5" y="4"/>
                    <a:pt x="10" y="0"/>
                  </a:cubicBezTo>
                  <a:cubicBezTo>
                    <a:pt x="25" y="15"/>
                    <a:pt x="22" y="35"/>
                    <a:pt x="27" y="53"/>
                  </a:cubicBezTo>
                  <a:cubicBezTo>
                    <a:pt x="31" y="71"/>
                    <a:pt x="34" y="91"/>
                    <a:pt x="39" y="110"/>
                  </a:cubicBezTo>
                  <a:cubicBezTo>
                    <a:pt x="42" y="124"/>
                    <a:pt x="47" y="137"/>
                    <a:pt x="55" y="150"/>
                  </a:cubicBezTo>
                  <a:cubicBezTo>
                    <a:pt x="58" y="155"/>
                    <a:pt x="61" y="160"/>
                    <a:pt x="65"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8"/>
            <p:cNvSpPr/>
            <p:nvPr/>
          </p:nvSpPr>
          <p:spPr>
            <a:xfrm>
              <a:off x="7660800" y="1283040"/>
              <a:ext cx="19440" cy="84240"/>
            </a:xfrm>
            <a:custGeom>
              <a:rect b="b" l="l" r="r" t="t"/>
              <a:pathLst>
                <a:path extrusionOk="0" h="234" w="54">
                  <a:moveTo>
                    <a:pt x="41" y="233"/>
                  </a:moveTo>
                  <a:cubicBezTo>
                    <a:pt x="36" y="221"/>
                    <a:pt x="32" y="209"/>
                    <a:pt x="28" y="197"/>
                  </a:cubicBezTo>
                  <a:cubicBezTo>
                    <a:pt x="14" y="132"/>
                    <a:pt x="5" y="66"/>
                    <a:pt x="0" y="0"/>
                  </a:cubicBezTo>
                  <a:cubicBezTo>
                    <a:pt x="6" y="5"/>
                    <a:pt x="13" y="7"/>
                    <a:pt x="15" y="12"/>
                  </a:cubicBezTo>
                  <a:cubicBezTo>
                    <a:pt x="21" y="30"/>
                    <a:pt x="26" y="48"/>
                    <a:pt x="30" y="67"/>
                  </a:cubicBezTo>
                  <a:cubicBezTo>
                    <a:pt x="38" y="110"/>
                    <a:pt x="45" y="152"/>
                    <a:pt x="51" y="195"/>
                  </a:cubicBezTo>
                  <a:cubicBezTo>
                    <a:pt x="52" y="199"/>
                    <a:pt x="53" y="203"/>
                    <a:pt x="53" y="207"/>
                  </a:cubicBezTo>
                  <a:cubicBezTo>
                    <a:pt x="53" y="213"/>
                    <a:pt x="51" y="219"/>
                    <a:pt x="48" y="225"/>
                  </a:cubicBezTo>
                  <a:cubicBezTo>
                    <a:pt x="46" y="228"/>
                    <a:pt x="44" y="230"/>
                    <a:pt x="41" y="2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8"/>
            <p:cNvSpPr/>
            <p:nvPr/>
          </p:nvSpPr>
          <p:spPr>
            <a:xfrm>
              <a:off x="7749000" y="1658520"/>
              <a:ext cx="43200" cy="38520"/>
            </a:xfrm>
            <a:custGeom>
              <a:rect b="b" l="l" r="r" t="t"/>
              <a:pathLst>
                <a:path extrusionOk="0" h="107" w="120">
                  <a:moveTo>
                    <a:pt x="85" y="70"/>
                  </a:moveTo>
                  <a:lnTo>
                    <a:pt x="100" y="9"/>
                  </a:lnTo>
                  <a:cubicBezTo>
                    <a:pt x="110" y="6"/>
                    <a:pt x="113" y="11"/>
                    <a:pt x="114" y="18"/>
                  </a:cubicBezTo>
                  <a:cubicBezTo>
                    <a:pt x="117" y="29"/>
                    <a:pt x="119" y="41"/>
                    <a:pt x="119" y="52"/>
                  </a:cubicBezTo>
                  <a:cubicBezTo>
                    <a:pt x="119" y="61"/>
                    <a:pt x="118" y="71"/>
                    <a:pt x="116" y="79"/>
                  </a:cubicBezTo>
                  <a:cubicBezTo>
                    <a:pt x="115" y="83"/>
                    <a:pt x="114" y="86"/>
                    <a:pt x="112" y="90"/>
                  </a:cubicBezTo>
                  <a:cubicBezTo>
                    <a:pt x="109" y="94"/>
                    <a:pt x="105" y="98"/>
                    <a:pt x="100" y="101"/>
                  </a:cubicBezTo>
                  <a:cubicBezTo>
                    <a:pt x="95" y="103"/>
                    <a:pt x="90" y="106"/>
                    <a:pt x="84" y="106"/>
                  </a:cubicBezTo>
                  <a:cubicBezTo>
                    <a:pt x="80" y="106"/>
                    <a:pt x="75" y="105"/>
                    <a:pt x="71" y="103"/>
                  </a:cubicBezTo>
                  <a:cubicBezTo>
                    <a:pt x="67" y="102"/>
                    <a:pt x="62" y="100"/>
                    <a:pt x="59" y="98"/>
                  </a:cubicBezTo>
                  <a:cubicBezTo>
                    <a:pt x="46" y="90"/>
                    <a:pt x="36" y="80"/>
                    <a:pt x="29" y="67"/>
                  </a:cubicBezTo>
                  <a:lnTo>
                    <a:pt x="28" y="66"/>
                  </a:lnTo>
                  <a:cubicBezTo>
                    <a:pt x="17" y="48"/>
                    <a:pt x="0" y="31"/>
                    <a:pt x="7" y="6"/>
                  </a:cubicBezTo>
                  <a:cubicBezTo>
                    <a:pt x="7" y="6"/>
                    <a:pt x="9" y="4"/>
                    <a:pt x="12" y="0"/>
                  </a:cubicBezTo>
                  <a:cubicBezTo>
                    <a:pt x="42" y="16"/>
                    <a:pt x="45" y="59"/>
                    <a:pt x="85"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8"/>
            <p:cNvSpPr/>
            <p:nvPr/>
          </p:nvSpPr>
          <p:spPr>
            <a:xfrm>
              <a:off x="7901640" y="1660680"/>
              <a:ext cx="37440" cy="54360"/>
            </a:xfrm>
            <a:custGeom>
              <a:rect b="b" l="l" r="r" t="t"/>
              <a:pathLst>
                <a:path extrusionOk="0" h="151" w="104">
                  <a:moveTo>
                    <a:pt x="8" y="0"/>
                  </a:moveTo>
                  <a:cubicBezTo>
                    <a:pt x="13" y="2"/>
                    <a:pt x="19" y="4"/>
                    <a:pt x="23" y="7"/>
                  </a:cubicBezTo>
                  <a:cubicBezTo>
                    <a:pt x="24" y="8"/>
                    <a:pt x="25" y="7"/>
                    <a:pt x="26" y="8"/>
                  </a:cubicBezTo>
                  <a:cubicBezTo>
                    <a:pt x="49" y="29"/>
                    <a:pt x="69" y="53"/>
                    <a:pt x="84" y="80"/>
                  </a:cubicBezTo>
                  <a:cubicBezTo>
                    <a:pt x="89" y="88"/>
                    <a:pt x="93" y="96"/>
                    <a:pt x="97" y="104"/>
                  </a:cubicBezTo>
                  <a:cubicBezTo>
                    <a:pt x="97" y="107"/>
                    <a:pt x="99" y="110"/>
                    <a:pt x="100" y="113"/>
                  </a:cubicBezTo>
                  <a:cubicBezTo>
                    <a:pt x="102" y="117"/>
                    <a:pt x="103" y="121"/>
                    <a:pt x="103" y="125"/>
                  </a:cubicBezTo>
                  <a:cubicBezTo>
                    <a:pt x="103" y="130"/>
                    <a:pt x="102" y="134"/>
                    <a:pt x="99" y="138"/>
                  </a:cubicBezTo>
                  <a:cubicBezTo>
                    <a:pt x="98" y="140"/>
                    <a:pt x="97" y="142"/>
                    <a:pt x="95" y="144"/>
                  </a:cubicBezTo>
                  <a:cubicBezTo>
                    <a:pt x="94" y="145"/>
                    <a:pt x="92" y="146"/>
                    <a:pt x="91" y="147"/>
                  </a:cubicBezTo>
                  <a:cubicBezTo>
                    <a:pt x="88" y="149"/>
                    <a:pt x="85" y="150"/>
                    <a:pt x="81" y="150"/>
                  </a:cubicBezTo>
                  <a:cubicBezTo>
                    <a:pt x="78" y="150"/>
                    <a:pt x="74" y="149"/>
                    <a:pt x="71" y="147"/>
                  </a:cubicBezTo>
                  <a:cubicBezTo>
                    <a:pt x="70" y="146"/>
                    <a:pt x="69" y="146"/>
                    <a:pt x="69" y="145"/>
                  </a:cubicBezTo>
                  <a:cubicBezTo>
                    <a:pt x="58" y="138"/>
                    <a:pt x="46" y="130"/>
                    <a:pt x="56" y="115"/>
                  </a:cubicBezTo>
                  <a:cubicBezTo>
                    <a:pt x="62" y="104"/>
                    <a:pt x="56" y="96"/>
                    <a:pt x="50" y="88"/>
                  </a:cubicBezTo>
                  <a:cubicBezTo>
                    <a:pt x="37" y="68"/>
                    <a:pt x="23" y="49"/>
                    <a:pt x="9" y="29"/>
                  </a:cubicBezTo>
                  <a:cubicBezTo>
                    <a:pt x="8" y="28"/>
                    <a:pt x="7" y="26"/>
                    <a:pt x="6" y="25"/>
                  </a:cubicBezTo>
                  <a:cubicBezTo>
                    <a:pt x="3" y="21"/>
                    <a:pt x="2" y="17"/>
                    <a:pt x="1" y="12"/>
                  </a:cubicBezTo>
                  <a:cubicBezTo>
                    <a:pt x="0" y="9"/>
                    <a:pt x="5" y="6"/>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8"/>
            <p:cNvSpPr/>
            <p:nvPr/>
          </p:nvSpPr>
          <p:spPr>
            <a:xfrm>
              <a:off x="7863840" y="1471680"/>
              <a:ext cx="31680" cy="48240"/>
            </a:xfrm>
            <a:custGeom>
              <a:rect b="b" l="l" r="r" t="t"/>
              <a:pathLst>
                <a:path extrusionOk="0" h="134" w="88">
                  <a:moveTo>
                    <a:pt x="81" y="59"/>
                  </a:moveTo>
                  <a:cubicBezTo>
                    <a:pt x="85" y="68"/>
                    <a:pt x="87" y="78"/>
                    <a:pt x="87" y="87"/>
                  </a:cubicBezTo>
                  <a:cubicBezTo>
                    <a:pt x="87" y="97"/>
                    <a:pt x="85" y="105"/>
                    <a:pt x="81" y="114"/>
                  </a:cubicBezTo>
                  <a:cubicBezTo>
                    <a:pt x="81" y="117"/>
                    <a:pt x="80" y="119"/>
                    <a:pt x="79" y="121"/>
                  </a:cubicBezTo>
                  <a:cubicBezTo>
                    <a:pt x="77" y="125"/>
                    <a:pt x="74" y="128"/>
                    <a:pt x="70" y="130"/>
                  </a:cubicBezTo>
                  <a:cubicBezTo>
                    <a:pt x="66" y="132"/>
                    <a:pt x="62" y="133"/>
                    <a:pt x="58" y="133"/>
                  </a:cubicBezTo>
                  <a:cubicBezTo>
                    <a:pt x="54" y="133"/>
                    <a:pt x="50" y="133"/>
                    <a:pt x="46" y="130"/>
                  </a:cubicBezTo>
                  <a:cubicBezTo>
                    <a:pt x="44" y="129"/>
                    <a:pt x="42" y="127"/>
                    <a:pt x="40" y="125"/>
                  </a:cubicBezTo>
                  <a:cubicBezTo>
                    <a:pt x="37" y="122"/>
                    <a:pt x="34" y="118"/>
                    <a:pt x="32" y="115"/>
                  </a:cubicBezTo>
                  <a:cubicBezTo>
                    <a:pt x="32" y="114"/>
                    <a:pt x="32" y="114"/>
                    <a:pt x="31" y="114"/>
                  </a:cubicBezTo>
                  <a:cubicBezTo>
                    <a:pt x="13" y="80"/>
                    <a:pt x="2" y="44"/>
                    <a:pt x="0" y="6"/>
                  </a:cubicBezTo>
                  <a:cubicBezTo>
                    <a:pt x="11" y="0"/>
                    <a:pt x="17" y="6"/>
                    <a:pt x="20" y="13"/>
                  </a:cubicBezTo>
                  <a:cubicBezTo>
                    <a:pt x="31" y="36"/>
                    <a:pt x="41" y="59"/>
                    <a:pt x="51" y="81"/>
                  </a:cubicBezTo>
                  <a:cubicBezTo>
                    <a:pt x="70" y="83"/>
                    <a:pt x="65" y="58"/>
                    <a:pt x="81"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8"/>
            <p:cNvSpPr/>
            <p:nvPr/>
          </p:nvSpPr>
          <p:spPr>
            <a:xfrm>
              <a:off x="7806960" y="1736640"/>
              <a:ext cx="41400" cy="51840"/>
            </a:xfrm>
            <a:custGeom>
              <a:rect b="b" l="l" r="r" t="t"/>
              <a:pathLst>
                <a:path extrusionOk="0" h="144" w="115">
                  <a:moveTo>
                    <a:pt x="12" y="0"/>
                  </a:moveTo>
                  <a:cubicBezTo>
                    <a:pt x="28" y="27"/>
                    <a:pt x="43" y="50"/>
                    <a:pt x="59" y="74"/>
                  </a:cubicBezTo>
                  <a:lnTo>
                    <a:pt x="59" y="75"/>
                  </a:lnTo>
                  <a:cubicBezTo>
                    <a:pt x="61" y="79"/>
                    <a:pt x="64" y="82"/>
                    <a:pt x="68" y="84"/>
                  </a:cubicBezTo>
                  <a:cubicBezTo>
                    <a:pt x="72" y="86"/>
                    <a:pt x="76" y="87"/>
                    <a:pt x="81" y="87"/>
                  </a:cubicBezTo>
                  <a:lnTo>
                    <a:pt x="82" y="87"/>
                  </a:lnTo>
                  <a:cubicBezTo>
                    <a:pt x="87" y="88"/>
                    <a:pt x="92" y="89"/>
                    <a:pt x="97" y="92"/>
                  </a:cubicBezTo>
                  <a:cubicBezTo>
                    <a:pt x="102" y="95"/>
                    <a:pt x="106" y="99"/>
                    <a:pt x="109" y="104"/>
                  </a:cubicBezTo>
                  <a:cubicBezTo>
                    <a:pt x="112" y="109"/>
                    <a:pt x="114" y="115"/>
                    <a:pt x="114" y="121"/>
                  </a:cubicBezTo>
                  <a:cubicBezTo>
                    <a:pt x="114" y="124"/>
                    <a:pt x="113" y="126"/>
                    <a:pt x="113" y="129"/>
                  </a:cubicBezTo>
                  <a:cubicBezTo>
                    <a:pt x="112" y="131"/>
                    <a:pt x="112" y="132"/>
                    <a:pt x="111" y="134"/>
                  </a:cubicBezTo>
                  <a:cubicBezTo>
                    <a:pt x="109" y="137"/>
                    <a:pt x="107" y="139"/>
                    <a:pt x="104" y="141"/>
                  </a:cubicBezTo>
                  <a:cubicBezTo>
                    <a:pt x="101" y="143"/>
                    <a:pt x="98" y="143"/>
                    <a:pt x="95" y="143"/>
                  </a:cubicBezTo>
                  <a:cubicBezTo>
                    <a:pt x="93" y="143"/>
                    <a:pt x="92" y="143"/>
                    <a:pt x="91" y="143"/>
                  </a:cubicBezTo>
                  <a:cubicBezTo>
                    <a:pt x="86" y="141"/>
                    <a:pt x="82" y="139"/>
                    <a:pt x="78" y="137"/>
                  </a:cubicBezTo>
                  <a:cubicBezTo>
                    <a:pt x="72" y="133"/>
                    <a:pt x="67" y="130"/>
                    <a:pt x="62" y="125"/>
                  </a:cubicBezTo>
                  <a:cubicBezTo>
                    <a:pt x="47" y="109"/>
                    <a:pt x="34" y="92"/>
                    <a:pt x="23" y="72"/>
                  </a:cubicBezTo>
                  <a:cubicBezTo>
                    <a:pt x="15" y="58"/>
                    <a:pt x="8" y="43"/>
                    <a:pt x="2" y="28"/>
                  </a:cubicBezTo>
                  <a:cubicBezTo>
                    <a:pt x="1" y="25"/>
                    <a:pt x="0" y="21"/>
                    <a:pt x="0" y="18"/>
                  </a:cubicBezTo>
                  <a:cubicBezTo>
                    <a:pt x="0" y="14"/>
                    <a:pt x="0" y="11"/>
                    <a:pt x="2" y="8"/>
                  </a:cubicBezTo>
                  <a:cubicBezTo>
                    <a:pt x="4" y="5"/>
                    <a:pt x="7" y="3"/>
                    <a:pt x="9" y="1"/>
                  </a:cubicBezTo>
                  <a:cubicBezTo>
                    <a:pt x="10" y="0"/>
                    <a:pt x="11" y="0"/>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8"/>
            <p:cNvSpPr/>
            <p:nvPr/>
          </p:nvSpPr>
          <p:spPr>
            <a:xfrm>
              <a:off x="8114760" y="2199240"/>
              <a:ext cx="54360" cy="69120"/>
            </a:xfrm>
            <a:custGeom>
              <a:rect b="b" l="l" r="r" t="t"/>
              <a:pathLst>
                <a:path extrusionOk="0" h="192" w="151">
                  <a:moveTo>
                    <a:pt x="150" y="190"/>
                  </a:moveTo>
                  <a:cubicBezTo>
                    <a:pt x="148" y="190"/>
                    <a:pt x="145" y="191"/>
                    <a:pt x="143" y="191"/>
                  </a:cubicBezTo>
                  <a:cubicBezTo>
                    <a:pt x="136" y="191"/>
                    <a:pt x="130" y="189"/>
                    <a:pt x="124" y="186"/>
                  </a:cubicBezTo>
                  <a:cubicBezTo>
                    <a:pt x="120" y="183"/>
                    <a:pt x="115" y="179"/>
                    <a:pt x="112" y="174"/>
                  </a:cubicBezTo>
                  <a:cubicBezTo>
                    <a:pt x="97" y="158"/>
                    <a:pt x="83" y="140"/>
                    <a:pt x="70" y="121"/>
                  </a:cubicBezTo>
                  <a:cubicBezTo>
                    <a:pt x="49" y="91"/>
                    <a:pt x="30" y="60"/>
                    <a:pt x="11" y="29"/>
                  </a:cubicBezTo>
                  <a:cubicBezTo>
                    <a:pt x="6" y="20"/>
                    <a:pt x="3" y="11"/>
                    <a:pt x="0" y="2"/>
                  </a:cubicBezTo>
                  <a:cubicBezTo>
                    <a:pt x="2" y="1"/>
                    <a:pt x="5" y="0"/>
                    <a:pt x="7" y="0"/>
                  </a:cubicBezTo>
                  <a:cubicBezTo>
                    <a:pt x="9" y="0"/>
                    <a:pt x="10" y="0"/>
                    <a:pt x="11" y="1"/>
                  </a:cubicBezTo>
                  <a:cubicBezTo>
                    <a:pt x="14" y="3"/>
                    <a:pt x="16" y="6"/>
                    <a:pt x="18" y="8"/>
                  </a:cubicBezTo>
                  <a:lnTo>
                    <a:pt x="150" y="19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8"/>
            <p:cNvSpPr/>
            <p:nvPr/>
          </p:nvSpPr>
          <p:spPr>
            <a:xfrm>
              <a:off x="8386560" y="2253960"/>
              <a:ext cx="75600" cy="33480"/>
            </a:xfrm>
            <a:custGeom>
              <a:rect b="b" l="l" r="r" t="t"/>
              <a:pathLst>
                <a:path extrusionOk="0" h="93" w="210">
                  <a:moveTo>
                    <a:pt x="0" y="0"/>
                  </a:moveTo>
                  <a:cubicBezTo>
                    <a:pt x="15" y="2"/>
                    <a:pt x="30" y="7"/>
                    <a:pt x="43" y="15"/>
                  </a:cubicBezTo>
                  <a:cubicBezTo>
                    <a:pt x="44" y="15"/>
                    <a:pt x="44" y="15"/>
                    <a:pt x="45" y="15"/>
                  </a:cubicBezTo>
                  <a:cubicBezTo>
                    <a:pt x="80" y="31"/>
                    <a:pt x="115" y="47"/>
                    <a:pt x="150" y="61"/>
                  </a:cubicBezTo>
                  <a:cubicBezTo>
                    <a:pt x="175" y="70"/>
                    <a:pt x="175" y="69"/>
                    <a:pt x="205" y="62"/>
                  </a:cubicBezTo>
                  <a:cubicBezTo>
                    <a:pt x="206" y="63"/>
                    <a:pt x="207" y="64"/>
                    <a:pt x="207" y="65"/>
                  </a:cubicBezTo>
                  <a:cubicBezTo>
                    <a:pt x="209" y="68"/>
                    <a:pt x="209" y="70"/>
                    <a:pt x="209" y="73"/>
                  </a:cubicBezTo>
                  <a:cubicBezTo>
                    <a:pt x="209" y="76"/>
                    <a:pt x="209" y="79"/>
                    <a:pt x="207" y="81"/>
                  </a:cubicBezTo>
                  <a:cubicBezTo>
                    <a:pt x="205" y="83"/>
                    <a:pt x="204" y="85"/>
                    <a:pt x="202" y="87"/>
                  </a:cubicBezTo>
                  <a:cubicBezTo>
                    <a:pt x="200" y="88"/>
                    <a:pt x="198" y="88"/>
                    <a:pt x="197" y="88"/>
                  </a:cubicBezTo>
                  <a:cubicBezTo>
                    <a:pt x="190" y="91"/>
                    <a:pt x="183" y="92"/>
                    <a:pt x="176" y="92"/>
                  </a:cubicBezTo>
                  <a:cubicBezTo>
                    <a:pt x="172" y="92"/>
                    <a:pt x="168" y="92"/>
                    <a:pt x="164" y="91"/>
                  </a:cubicBezTo>
                  <a:cubicBezTo>
                    <a:pt x="125" y="81"/>
                    <a:pt x="88" y="66"/>
                    <a:pt x="54" y="46"/>
                  </a:cubicBezTo>
                  <a:cubicBezTo>
                    <a:pt x="36" y="36"/>
                    <a:pt x="19" y="24"/>
                    <a:pt x="2" y="11"/>
                  </a:cubicBezTo>
                  <a:cubicBezTo>
                    <a:pt x="1" y="9"/>
                    <a:pt x="2" y="5"/>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8"/>
            <p:cNvSpPr/>
            <p:nvPr/>
          </p:nvSpPr>
          <p:spPr>
            <a:xfrm>
              <a:off x="7563240" y="1194480"/>
              <a:ext cx="31320" cy="29520"/>
            </a:xfrm>
            <a:custGeom>
              <a:rect b="b" l="l" r="r" t="t"/>
              <a:pathLst>
                <a:path extrusionOk="0" h="82" w="87">
                  <a:moveTo>
                    <a:pt x="0" y="50"/>
                  </a:moveTo>
                  <a:cubicBezTo>
                    <a:pt x="0" y="42"/>
                    <a:pt x="3" y="35"/>
                    <a:pt x="7" y="28"/>
                  </a:cubicBezTo>
                  <a:cubicBezTo>
                    <a:pt x="12" y="20"/>
                    <a:pt x="19" y="13"/>
                    <a:pt x="28" y="8"/>
                  </a:cubicBezTo>
                  <a:cubicBezTo>
                    <a:pt x="35" y="4"/>
                    <a:pt x="42" y="1"/>
                    <a:pt x="51" y="0"/>
                  </a:cubicBezTo>
                  <a:cubicBezTo>
                    <a:pt x="52" y="0"/>
                    <a:pt x="54" y="0"/>
                    <a:pt x="55" y="0"/>
                  </a:cubicBezTo>
                  <a:cubicBezTo>
                    <a:pt x="60" y="0"/>
                    <a:pt x="65" y="1"/>
                    <a:pt x="70" y="4"/>
                  </a:cubicBezTo>
                  <a:cubicBezTo>
                    <a:pt x="74" y="7"/>
                    <a:pt x="78" y="10"/>
                    <a:pt x="81" y="15"/>
                  </a:cubicBezTo>
                  <a:cubicBezTo>
                    <a:pt x="82" y="17"/>
                    <a:pt x="83" y="19"/>
                    <a:pt x="84" y="22"/>
                  </a:cubicBezTo>
                  <a:cubicBezTo>
                    <a:pt x="86" y="27"/>
                    <a:pt x="86" y="32"/>
                    <a:pt x="86" y="37"/>
                  </a:cubicBezTo>
                  <a:cubicBezTo>
                    <a:pt x="86" y="45"/>
                    <a:pt x="84" y="53"/>
                    <a:pt x="80" y="60"/>
                  </a:cubicBezTo>
                  <a:cubicBezTo>
                    <a:pt x="78" y="64"/>
                    <a:pt x="75" y="68"/>
                    <a:pt x="72" y="71"/>
                  </a:cubicBezTo>
                  <a:cubicBezTo>
                    <a:pt x="70" y="73"/>
                    <a:pt x="67" y="76"/>
                    <a:pt x="65" y="77"/>
                  </a:cubicBezTo>
                  <a:cubicBezTo>
                    <a:pt x="60" y="80"/>
                    <a:pt x="55" y="81"/>
                    <a:pt x="50" y="81"/>
                  </a:cubicBezTo>
                  <a:cubicBezTo>
                    <a:pt x="45" y="81"/>
                    <a:pt x="41" y="79"/>
                    <a:pt x="36" y="77"/>
                  </a:cubicBezTo>
                  <a:cubicBezTo>
                    <a:pt x="24" y="70"/>
                    <a:pt x="13" y="60"/>
                    <a:pt x="0"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8"/>
            <p:cNvSpPr/>
            <p:nvPr/>
          </p:nvSpPr>
          <p:spPr>
            <a:xfrm>
              <a:off x="7944480" y="1659960"/>
              <a:ext cx="29160" cy="63000"/>
            </a:xfrm>
            <a:custGeom>
              <a:rect b="b" l="l" r="r" t="t"/>
              <a:pathLst>
                <a:path extrusionOk="0" h="175" w="81">
                  <a:moveTo>
                    <a:pt x="55" y="172"/>
                  </a:moveTo>
                  <a:cubicBezTo>
                    <a:pt x="50" y="127"/>
                    <a:pt x="36" y="83"/>
                    <a:pt x="13" y="43"/>
                  </a:cubicBezTo>
                  <a:cubicBezTo>
                    <a:pt x="11" y="39"/>
                    <a:pt x="8" y="35"/>
                    <a:pt x="6" y="32"/>
                  </a:cubicBezTo>
                  <a:cubicBezTo>
                    <a:pt x="3" y="24"/>
                    <a:pt x="1" y="17"/>
                    <a:pt x="0" y="9"/>
                  </a:cubicBezTo>
                  <a:cubicBezTo>
                    <a:pt x="0" y="7"/>
                    <a:pt x="0" y="5"/>
                    <a:pt x="1" y="4"/>
                  </a:cubicBezTo>
                  <a:cubicBezTo>
                    <a:pt x="2" y="3"/>
                    <a:pt x="3" y="2"/>
                    <a:pt x="4" y="1"/>
                  </a:cubicBezTo>
                  <a:cubicBezTo>
                    <a:pt x="5" y="0"/>
                    <a:pt x="7" y="0"/>
                    <a:pt x="9" y="0"/>
                  </a:cubicBezTo>
                  <a:cubicBezTo>
                    <a:pt x="10" y="0"/>
                    <a:pt x="12" y="0"/>
                    <a:pt x="13" y="1"/>
                  </a:cubicBezTo>
                  <a:cubicBezTo>
                    <a:pt x="14" y="1"/>
                    <a:pt x="15" y="1"/>
                    <a:pt x="16" y="2"/>
                  </a:cubicBezTo>
                  <a:cubicBezTo>
                    <a:pt x="16" y="2"/>
                    <a:pt x="17" y="2"/>
                    <a:pt x="17" y="3"/>
                  </a:cubicBezTo>
                  <a:cubicBezTo>
                    <a:pt x="29" y="16"/>
                    <a:pt x="39" y="31"/>
                    <a:pt x="48" y="46"/>
                  </a:cubicBezTo>
                  <a:cubicBezTo>
                    <a:pt x="63" y="72"/>
                    <a:pt x="74" y="102"/>
                    <a:pt x="80" y="132"/>
                  </a:cubicBezTo>
                  <a:cubicBezTo>
                    <a:pt x="80" y="135"/>
                    <a:pt x="80" y="137"/>
                    <a:pt x="80" y="140"/>
                  </a:cubicBezTo>
                  <a:cubicBezTo>
                    <a:pt x="80" y="146"/>
                    <a:pt x="80" y="151"/>
                    <a:pt x="78" y="156"/>
                  </a:cubicBezTo>
                  <a:cubicBezTo>
                    <a:pt x="77" y="157"/>
                    <a:pt x="77" y="159"/>
                    <a:pt x="76" y="160"/>
                  </a:cubicBezTo>
                  <a:cubicBezTo>
                    <a:pt x="73" y="165"/>
                    <a:pt x="69" y="170"/>
                    <a:pt x="65" y="174"/>
                  </a:cubicBezTo>
                  <a:lnTo>
                    <a:pt x="55" y="17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8"/>
            <p:cNvSpPr/>
            <p:nvPr/>
          </p:nvSpPr>
          <p:spPr>
            <a:xfrm>
              <a:off x="7908840" y="1613520"/>
              <a:ext cx="44280" cy="39600"/>
            </a:xfrm>
            <a:custGeom>
              <a:rect b="b" l="l" r="r" t="t"/>
              <a:pathLst>
                <a:path extrusionOk="0" h="110" w="123">
                  <a:moveTo>
                    <a:pt x="0" y="0"/>
                  </a:moveTo>
                  <a:cubicBezTo>
                    <a:pt x="40" y="17"/>
                    <a:pt x="55" y="53"/>
                    <a:pt x="87" y="70"/>
                  </a:cubicBezTo>
                  <a:cubicBezTo>
                    <a:pt x="104" y="61"/>
                    <a:pt x="96" y="40"/>
                    <a:pt x="110" y="29"/>
                  </a:cubicBezTo>
                  <a:cubicBezTo>
                    <a:pt x="111" y="30"/>
                    <a:pt x="111" y="30"/>
                    <a:pt x="112" y="31"/>
                  </a:cubicBezTo>
                  <a:cubicBezTo>
                    <a:pt x="118" y="43"/>
                    <a:pt x="122" y="55"/>
                    <a:pt x="122" y="68"/>
                  </a:cubicBezTo>
                  <a:cubicBezTo>
                    <a:pt x="122" y="75"/>
                    <a:pt x="121" y="82"/>
                    <a:pt x="119" y="88"/>
                  </a:cubicBezTo>
                  <a:cubicBezTo>
                    <a:pt x="118" y="91"/>
                    <a:pt x="117" y="93"/>
                    <a:pt x="116" y="95"/>
                  </a:cubicBezTo>
                  <a:cubicBezTo>
                    <a:pt x="114" y="100"/>
                    <a:pt x="110" y="103"/>
                    <a:pt x="106" y="105"/>
                  </a:cubicBezTo>
                  <a:cubicBezTo>
                    <a:pt x="102" y="107"/>
                    <a:pt x="98" y="109"/>
                    <a:pt x="93" y="109"/>
                  </a:cubicBezTo>
                  <a:cubicBezTo>
                    <a:pt x="89" y="109"/>
                    <a:pt x="85" y="108"/>
                    <a:pt x="81" y="106"/>
                  </a:cubicBezTo>
                  <a:cubicBezTo>
                    <a:pt x="79" y="105"/>
                    <a:pt x="76" y="104"/>
                    <a:pt x="74" y="102"/>
                  </a:cubicBezTo>
                  <a:cubicBezTo>
                    <a:pt x="71" y="100"/>
                    <a:pt x="68" y="98"/>
                    <a:pt x="65" y="96"/>
                  </a:cubicBezTo>
                  <a:cubicBezTo>
                    <a:pt x="41" y="76"/>
                    <a:pt x="21" y="51"/>
                    <a:pt x="5" y="24"/>
                  </a:cubicBezTo>
                  <a:lnTo>
                    <a:pt x="4" y="23"/>
                  </a:lnTo>
                  <a:cubicBezTo>
                    <a:pt x="2" y="15"/>
                    <a:pt x="0" y="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8"/>
            <p:cNvSpPr/>
            <p:nvPr/>
          </p:nvSpPr>
          <p:spPr>
            <a:xfrm>
              <a:off x="8682120" y="1840320"/>
              <a:ext cx="15840" cy="103320"/>
            </a:xfrm>
            <a:custGeom>
              <a:rect b="b" l="l" r="r" t="t"/>
              <a:pathLst>
                <a:path extrusionOk="0" h="287" w="44">
                  <a:moveTo>
                    <a:pt x="22" y="2"/>
                  </a:moveTo>
                  <a:cubicBezTo>
                    <a:pt x="43" y="91"/>
                    <a:pt x="28" y="175"/>
                    <a:pt x="19" y="259"/>
                  </a:cubicBezTo>
                  <a:cubicBezTo>
                    <a:pt x="19" y="266"/>
                    <a:pt x="13" y="272"/>
                    <a:pt x="6" y="286"/>
                  </a:cubicBezTo>
                  <a:cubicBezTo>
                    <a:pt x="3" y="273"/>
                    <a:pt x="1" y="259"/>
                    <a:pt x="0" y="246"/>
                  </a:cubicBezTo>
                  <a:cubicBezTo>
                    <a:pt x="9" y="178"/>
                    <a:pt x="13" y="110"/>
                    <a:pt x="13" y="41"/>
                  </a:cubicBezTo>
                  <a:cubicBezTo>
                    <a:pt x="13" y="31"/>
                    <a:pt x="13" y="21"/>
                    <a:pt x="13" y="10"/>
                  </a:cubicBezTo>
                  <a:cubicBezTo>
                    <a:pt x="13" y="0"/>
                    <a:pt x="15" y="8"/>
                    <a:pt x="2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8"/>
            <p:cNvSpPr/>
            <p:nvPr/>
          </p:nvSpPr>
          <p:spPr>
            <a:xfrm>
              <a:off x="7967520" y="1606320"/>
              <a:ext cx="41760" cy="31320"/>
            </a:xfrm>
            <a:custGeom>
              <a:rect b="b" l="l" r="r" t="t"/>
              <a:pathLst>
                <a:path extrusionOk="0" h="87" w="116">
                  <a:moveTo>
                    <a:pt x="0" y="0"/>
                  </a:moveTo>
                  <a:cubicBezTo>
                    <a:pt x="14" y="6"/>
                    <a:pt x="23" y="11"/>
                    <a:pt x="33" y="14"/>
                  </a:cubicBezTo>
                  <a:cubicBezTo>
                    <a:pt x="39" y="16"/>
                    <a:pt x="47" y="19"/>
                    <a:pt x="50" y="17"/>
                  </a:cubicBezTo>
                  <a:cubicBezTo>
                    <a:pt x="65" y="7"/>
                    <a:pt x="74" y="15"/>
                    <a:pt x="84" y="23"/>
                  </a:cubicBezTo>
                  <a:cubicBezTo>
                    <a:pt x="95" y="28"/>
                    <a:pt x="103" y="37"/>
                    <a:pt x="109" y="47"/>
                  </a:cubicBezTo>
                  <a:cubicBezTo>
                    <a:pt x="112" y="52"/>
                    <a:pt x="114" y="58"/>
                    <a:pt x="115" y="63"/>
                  </a:cubicBezTo>
                  <a:cubicBezTo>
                    <a:pt x="115" y="64"/>
                    <a:pt x="115" y="64"/>
                    <a:pt x="115" y="65"/>
                  </a:cubicBezTo>
                  <a:cubicBezTo>
                    <a:pt x="115" y="69"/>
                    <a:pt x="115" y="72"/>
                    <a:pt x="113" y="75"/>
                  </a:cubicBezTo>
                  <a:cubicBezTo>
                    <a:pt x="111" y="78"/>
                    <a:pt x="108" y="81"/>
                    <a:pt x="105" y="83"/>
                  </a:cubicBezTo>
                  <a:cubicBezTo>
                    <a:pt x="102" y="85"/>
                    <a:pt x="99" y="85"/>
                    <a:pt x="96" y="86"/>
                  </a:cubicBezTo>
                  <a:cubicBezTo>
                    <a:pt x="90" y="85"/>
                    <a:pt x="83" y="84"/>
                    <a:pt x="78" y="81"/>
                  </a:cubicBezTo>
                  <a:cubicBezTo>
                    <a:pt x="73" y="79"/>
                    <a:pt x="69" y="77"/>
                    <a:pt x="65" y="75"/>
                  </a:cubicBezTo>
                  <a:cubicBezTo>
                    <a:pt x="42" y="61"/>
                    <a:pt x="21" y="43"/>
                    <a:pt x="4" y="22"/>
                  </a:cubicBezTo>
                  <a:cubicBezTo>
                    <a:pt x="1" y="18"/>
                    <a:pt x="2" y="1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8"/>
            <p:cNvSpPr/>
            <p:nvPr/>
          </p:nvSpPr>
          <p:spPr>
            <a:xfrm>
              <a:off x="8303760" y="2317680"/>
              <a:ext cx="52200" cy="48240"/>
            </a:xfrm>
            <a:custGeom>
              <a:rect b="b" l="l" r="r" t="t"/>
              <a:pathLst>
                <a:path extrusionOk="0" h="134" w="145">
                  <a:moveTo>
                    <a:pt x="144" y="0"/>
                  </a:moveTo>
                  <a:cubicBezTo>
                    <a:pt x="135" y="7"/>
                    <a:pt x="127" y="14"/>
                    <a:pt x="117" y="19"/>
                  </a:cubicBezTo>
                  <a:cubicBezTo>
                    <a:pt x="114" y="21"/>
                    <a:pt x="111" y="23"/>
                    <a:pt x="107" y="25"/>
                  </a:cubicBezTo>
                  <a:cubicBezTo>
                    <a:pt x="82" y="39"/>
                    <a:pt x="61" y="61"/>
                    <a:pt x="46" y="86"/>
                  </a:cubicBezTo>
                  <a:cubicBezTo>
                    <a:pt x="42" y="94"/>
                    <a:pt x="38" y="102"/>
                    <a:pt x="35" y="110"/>
                  </a:cubicBezTo>
                  <a:cubicBezTo>
                    <a:pt x="33" y="114"/>
                    <a:pt x="32" y="119"/>
                    <a:pt x="30" y="123"/>
                  </a:cubicBezTo>
                  <a:cubicBezTo>
                    <a:pt x="27" y="127"/>
                    <a:pt x="24" y="130"/>
                    <a:pt x="21" y="133"/>
                  </a:cubicBezTo>
                  <a:lnTo>
                    <a:pt x="0" y="129"/>
                  </a:lnTo>
                  <a:cubicBezTo>
                    <a:pt x="3" y="102"/>
                    <a:pt x="11" y="76"/>
                    <a:pt x="25" y="53"/>
                  </a:cubicBezTo>
                  <a:cubicBezTo>
                    <a:pt x="25" y="51"/>
                    <a:pt x="26" y="50"/>
                    <a:pt x="27" y="49"/>
                  </a:cubicBezTo>
                  <a:cubicBezTo>
                    <a:pt x="28" y="47"/>
                    <a:pt x="28" y="45"/>
                    <a:pt x="29" y="44"/>
                  </a:cubicBezTo>
                  <a:cubicBezTo>
                    <a:pt x="34" y="37"/>
                    <a:pt x="40" y="30"/>
                    <a:pt x="47" y="26"/>
                  </a:cubicBezTo>
                  <a:cubicBezTo>
                    <a:pt x="52" y="23"/>
                    <a:pt x="57" y="22"/>
                    <a:pt x="62" y="21"/>
                  </a:cubicBezTo>
                  <a:cubicBezTo>
                    <a:pt x="89" y="15"/>
                    <a:pt x="116" y="7"/>
                    <a:pt x="14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8"/>
            <p:cNvSpPr/>
            <p:nvPr/>
          </p:nvSpPr>
          <p:spPr>
            <a:xfrm>
              <a:off x="7698600" y="1695240"/>
              <a:ext cx="34560" cy="49320"/>
            </a:xfrm>
            <a:custGeom>
              <a:rect b="b" l="l" r="r" t="t"/>
              <a:pathLst>
                <a:path extrusionOk="0" h="137" w="96">
                  <a:moveTo>
                    <a:pt x="4" y="0"/>
                  </a:moveTo>
                  <a:cubicBezTo>
                    <a:pt x="9" y="0"/>
                    <a:pt x="16" y="0"/>
                    <a:pt x="17" y="2"/>
                  </a:cubicBezTo>
                  <a:cubicBezTo>
                    <a:pt x="24" y="13"/>
                    <a:pt x="28" y="25"/>
                    <a:pt x="34" y="36"/>
                  </a:cubicBezTo>
                  <a:cubicBezTo>
                    <a:pt x="43" y="53"/>
                    <a:pt x="52" y="70"/>
                    <a:pt x="63" y="89"/>
                  </a:cubicBezTo>
                  <a:lnTo>
                    <a:pt x="89" y="79"/>
                  </a:lnTo>
                  <a:cubicBezTo>
                    <a:pt x="93" y="86"/>
                    <a:pt x="95" y="94"/>
                    <a:pt x="95" y="102"/>
                  </a:cubicBezTo>
                  <a:cubicBezTo>
                    <a:pt x="95" y="110"/>
                    <a:pt x="93" y="118"/>
                    <a:pt x="89" y="126"/>
                  </a:cubicBezTo>
                  <a:cubicBezTo>
                    <a:pt x="87" y="129"/>
                    <a:pt x="84" y="132"/>
                    <a:pt x="81" y="134"/>
                  </a:cubicBezTo>
                  <a:cubicBezTo>
                    <a:pt x="78" y="136"/>
                    <a:pt x="74" y="136"/>
                    <a:pt x="71" y="136"/>
                  </a:cubicBezTo>
                  <a:cubicBezTo>
                    <a:pt x="67" y="136"/>
                    <a:pt x="64" y="136"/>
                    <a:pt x="61" y="134"/>
                  </a:cubicBezTo>
                  <a:cubicBezTo>
                    <a:pt x="61" y="134"/>
                    <a:pt x="61" y="133"/>
                    <a:pt x="60" y="133"/>
                  </a:cubicBezTo>
                  <a:cubicBezTo>
                    <a:pt x="56" y="131"/>
                    <a:pt x="52" y="128"/>
                    <a:pt x="49" y="124"/>
                  </a:cubicBezTo>
                  <a:cubicBezTo>
                    <a:pt x="42" y="115"/>
                    <a:pt x="36" y="106"/>
                    <a:pt x="30" y="96"/>
                  </a:cubicBezTo>
                  <a:cubicBezTo>
                    <a:pt x="16" y="71"/>
                    <a:pt x="6" y="44"/>
                    <a:pt x="0" y="16"/>
                  </a:cubicBezTo>
                  <a:cubicBezTo>
                    <a:pt x="0" y="11"/>
                    <a:pt x="2" y="5"/>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8"/>
            <p:cNvSpPr/>
            <p:nvPr/>
          </p:nvSpPr>
          <p:spPr>
            <a:xfrm>
              <a:off x="7664400" y="1466640"/>
              <a:ext cx="29160" cy="50040"/>
            </a:xfrm>
            <a:custGeom>
              <a:rect b="b" l="l" r="r" t="t"/>
              <a:pathLst>
                <a:path extrusionOk="0" h="139" w="81">
                  <a:moveTo>
                    <a:pt x="0" y="52"/>
                  </a:moveTo>
                  <a:lnTo>
                    <a:pt x="20" y="45"/>
                  </a:lnTo>
                  <a:lnTo>
                    <a:pt x="39" y="76"/>
                  </a:lnTo>
                  <a:cubicBezTo>
                    <a:pt x="42" y="76"/>
                    <a:pt x="46" y="75"/>
                    <a:pt x="47" y="73"/>
                  </a:cubicBezTo>
                  <a:cubicBezTo>
                    <a:pt x="53" y="58"/>
                    <a:pt x="57" y="43"/>
                    <a:pt x="64" y="28"/>
                  </a:cubicBezTo>
                  <a:cubicBezTo>
                    <a:pt x="66" y="23"/>
                    <a:pt x="69" y="17"/>
                    <a:pt x="72" y="12"/>
                  </a:cubicBezTo>
                  <a:cubicBezTo>
                    <a:pt x="75" y="8"/>
                    <a:pt x="77" y="4"/>
                    <a:pt x="79" y="0"/>
                  </a:cubicBezTo>
                  <a:cubicBezTo>
                    <a:pt x="80" y="7"/>
                    <a:pt x="80" y="14"/>
                    <a:pt x="80" y="21"/>
                  </a:cubicBezTo>
                  <a:cubicBezTo>
                    <a:pt x="80" y="57"/>
                    <a:pt x="73" y="92"/>
                    <a:pt x="58" y="125"/>
                  </a:cubicBezTo>
                  <a:cubicBezTo>
                    <a:pt x="56" y="128"/>
                    <a:pt x="53" y="131"/>
                    <a:pt x="49" y="133"/>
                  </a:cubicBezTo>
                  <a:cubicBezTo>
                    <a:pt x="46" y="135"/>
                    <a:pt x="43" y="136"/>
                    <a:pt x="39" y="137"/>
                  </a:cubicBezTo>
                  <a:cubicBezTo>
                    <a:pt x="29" y="138"/>
                    <a:pt x="22" y="130"/>
                    <a:pt x="19" y="120"/>
                  </a:cubicBezTo>
                  <a:cubicBezTo>
                    <a:pt x="13" y="97"/>
                    <a:pt x="7" y="74"/>
                    <a:pt x="1" y="51"/>
                  </a:cubicBezTo>
                  <a:lnTo>
                    <a:pt x="0" y="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8"/>
            <p:cNvSpPr/>
            <p:nvPr/>
          </p:nvSpPr>
          <p:spPr>
            <a:xfrm>
              <a:off x="7815240" y="1700280"/>
              <a:ext cx="38880" cy="54000"/>
            </a:xfrm>
            <a:custGeom>
              <a:rect b="b" l="l" r="r" t="t"/>
              <a:pathLst>
                <a:path extrusionOk="0" h="150" w="108">
                  <a:moveTo>
                    <a:pt x="0" y="0"/>
                  </a:moveTo>
                  <a:cubicBezTo>
                    <a:pt x="11" y="2"/>
                    <a:pt x="15" y="0"/>
                    <a:pt x="17" y="3"/>
                  </a:cubicBezTo>
                  <a:cubicBezTo>
                    <a:pt x="48" y="23"/>
                    <a:pt x="73" y="49"/>
                    <a:pt x="91" y="81"/>
                  </a:cubicBezTo>
                  <a:cubicBezTo>
                    <a:pt x="95" y="87"/>
                    <a:pt x="98" y="94"/>
                    <a:pt x="101" y="100"/>
                  </a:cubicBezTo>
                  <a:cubicBezTo>
                    <a:pt x="105" y="110"/>
                    <a:pt x="107" y="121"/>
                    <a:pt x="107" y="132"/>
                  </a:cubicBezTo>
                  <a:cubicBezTo>
                    <a:pt x="107" y="133"/>
                    <a:pt x="107" y="135"/>
                    <a:pt x="107" y="137"/>
                  </a:cubicBezTo>
                  <a:cubicBezTo>
                    <a:pt x="107" y="141"/>
                    <a:pt x="98" y="146"/>
                    <a:pt x="93" y="148"/>
                  </a:cubicBezTo>
                  <a:cubicBezTo>
                    <a:pt x="88" y="149"/>
                    <a:pt x="85" y="144"/>
                    <a:pt x="81" y="142"/>
                  </a:cubicBezTo>
                  <a:cubicBezTo>
                    <a:pt x="81" y="142"/>
                    <a:pt x="81" y="141"/>
                    <a:pt x="80" y="140"/>
                  </a:cubicBezTo>
                  <a:cubicBezTo>
                    <a:pt x="79" y="139"/>
                    <a:pt x="79" y="139"/>
                    <a:pt x="79" y="138"/>
                  </a:cubicBezTo>
                  <a:cubicBezTo>
                    <a:pt x="73" y="116"/>
                    <a:pt x="65" y="95"/>
                    <a:pt x="53" y="75"/>
                  </a:cubicBezTo>
                  <a:cubicBezTo>
                    <a:pt x="42" y="56"/>
                    <a:pt x="28" y="38"/>
                    <a:pt x="13" y="22"/>
                  </a:cubicBezTo>
                  <a:cubicBezTo>
                    <a:pt x="10" y="18"/>
                    <a:pt x="7" y="13"/>
                    <a:pt x="4" y="9"/>
                  </a:cubicBezTo>
                  <a:cubicBezTo>
                    <a:pt x="3" y="6"/>
                    <a:pt x="1" y="3"/>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8"/>
            <p:cNvSpPr/>
            <p:nvPr/>
          </p:nvSpPr>
          <p:spPr>
            <a:xfrm>
              <a:off x="7698240" y="1538640"/>
              <a:ext cx="24120" cy="52200"/>
            </a:xfrm>
            <a:custGeom>
              <a:rect b="b" l="l" r="r" t="t"/>
              <a:pathLst>
                <a:path extrusionOk="0" h="145" w="67">
                  <a:moveTo>
                    <a:pt x="65" y="67"/>
                  </a:moveTo>
                  <a:cubicBezTo>
                    <a:pt x="61" y="86"/>
                    <a:pt x="58" y="104"/>
                    <a:pt x="53" y="123"/>
                  </a:cubicBezTo>
                  <a:cubicBezTo>
                    <a:pt x="52" y="126"/>
                    <a:pt x="51" y="129"/>
                    <a:pt x="50" y="131"/>
                  </a:cubicBezTo>
                  <a:cubicBezTo>
                    <a:pt x="47" y="135"/>
                    <a:pt x="44" y="139"/>
                    <a:pt x="40" y="141"/>
                  </a:cubicBezTo>
                  <a:cubicBezTo>
                    <a:pt x="37" y="143"/>
                    <a:pt x="34" y="144"/>
                    <a:pt x="30" y="144"/>
                  </a:cubicBezTo>
                  <a:cubicBezTo>
                    <a:pt x="21" y="144"/>
                    <a:pt x="11" y="136"/>
                    <a:pt x="9" y="121"/>
                  </a:cubicBezTo>
                  <a:cubicBezTo>
                    <a:pt x="6" y="95"/>
                    <a:pt x="3" y="68"/>
                    <a:pt x="2" y="40"/>
                  </a:cubicBezTo>
                  <a:cubicBezTo>
                    <a:pt x="1" y="37"/>
                    <a:pt x="0" y="33"/>
                    <a:pt x="0" y="29"/>
                  </a:cubicBezTo>
                  <a:cubicBezTo>
                    <a:pt x="0" y="20"/>
                    <a:pt x="2" y="12"/>
                    <a:pt x="7" y="4"/>
                  </a:cubicBezTo>
                  <a:cubicBezTo>
                    <a:pt x="8" y="3"/>
                    <a:pt x="9" y="1"/>
                    <a:pt x="10" y="0"/>
                  </a:cubicBezTo>
                  <a:cubicBezTo>
                    <a:pt x="20" y="0"/>
                    <a:pt x="23" y="7"/>
                    <a:pt x="24" y="15"/>
                  </a:cubicBezTo>
                  <a:cubicBezTo>
                    <a:pt x="26" y="42"/>
                    <a:pt x="29" y="68"/>
                    <a:pt x="30" y="95"/>
                  </a:cubicBezTo>
                  <a:cubicBezTo>
                    <a:pt x="44" y="99"/>
                    <a:pt x="45" y="90"/>
                    <a:pt x="50" y="84"/>
                  </a:cubicBezTo>
                  <a:cubicBezTo>
                    <a:pt x="55" y="78"/>
                    <a:pt x="61" y="73"/>
                    <a:pt x="66" y="68"/>
                  </a:cubicBezTo>
                  <a:lnTo>
                    <a:pt x="65"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8"/>
            <p:cNvSpPr/>
            <p:nvPr/>
          </p:nvSpPr>
          <p:spPr>
            <a:xfrm>
              <a:off x="8395920" y="1675080"/>
              <a:ext cx="60840" cy="63000"/>
            </a:xfrm>
            <a:custGeom>
              <a:rect b="b" l="l" r="r" t="t"/>
              <a:pathLst>
                <a:path extrusionOk="0" h="175" w="169">
                  <a:moveTo>
                    <a:pt x="168" y="174"/>
                  </a:moveTo>
                  <a:cubicBezTo>
                    <a:pt x="158" y="174"/>
                    <a:pt x="156" y="174"/>
                    <a:pt x="155" y="174"/>
                  </a:cubicBezTo>
                  <a:cubicBezTo>
                    <a:pt x="154" y="174"/>
                    <a:pt x="153" y="173"/>
                    <a:pt x="152" y="172"/>
                  </a:cubicBezTo>
                  <a:cubicBezTo>
                    <a:pt x="149" y="171"/>
                    <a:pt x="146" y="169"/>
                    <a:pt x="143" y="166"/>
                  </a:cubicBezTo>
                  <a:cubicBezTo>
                    <a:pt x="95" y="113"/>
                    <a:pt x="48" y="62"/>
                    <a:pt x="0" y="11"/>
                  </a:cubicBezTo>
                  <a:cubicBezTo>
                    <a:pt x="7" y="0"/>
                    <a:pt x="14" y="5"/>
                    <a:pt x="20" y="11"/>
                  </a:cubicBezTo>
                  <a:cubicBezTo>
                    <a:pt x="34" y="23"/>
                    <a:pt x="48" y="37"/>
                    <a:pt x="62" y="50"/>
                  </a:cubicBezTo>
                  <a:cubicBezTo>
                    <a:pt x="94" y="84"/>
                    <a:pt x="126" y="117"/>
                    <a:pt x="158" y="151"/>
                  </a:cubicBezTo>
                  <a:cubicBezTo>
                    <a:pt x="158" y="152"/>
                    <a:pt x="158" y="154"/>
                    <a:pt x="159" y="154"/>
                  </a:cubicBezTo>
                  <a:cubicBezTo>
                    <a:pt x="163" y="161"/>
                    <a:pt x="166" y="167"/>
                    <a:pt x="168" y="1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8"/>
            <p:cNvSpPr/>
            <p:nvPr/>
          </p:nvSpPr>
          <p:spPr>
            <a:xfrm>
              <a:off x="8035200" y="1594080"/>
              <a:ext cx="36360" cy="37800"/>
            </a:xfrm>
            <a:custGeom>
              <a:rect b="b" l="l" r="r" t="t"/>
              <a:pathLst>
                <a:path extrusionOk="0" h="105" w="101">
                  <a:moveTo>
                    <a:pt x="0" y="0"/>
                  </a:moveTo>
                  <a:cubicBezTo>
                    <a:pt x="14" y="5"/>
                    <a:pt x="28" y="12"/>
                    <a:pt x="40" y="19"/>
                  </a:cubicBezTo>
                  <a:cubicBezTo>
                    <a:pt x="59" y="30"/>
                    <a:pt x="75" y="42"/>
                    <a:pt x="90" y="57"/>
                  </a:cubicBezTo>
                  <a:cubicBezTo>
                    <a:pt x="93" y="59"/>
                    <a:pt x="94" y="61"/>
                    <a:pt x="96" y="64"/>
                  </a:cubicBezTo>
                  <a:cubicBezTo>
                    <a:pt x="98" y="68"/>
                    <a:pt x="100" y="73"/>
                    <a:pt x="100" y="77"/>
                  </a:cubicBezTo>
                  <a:cubicBezTo>
                    <a:pt x="100" y="81"/>
                    <a:pt x="99" y="84"/>
                    <a:pt x="98" y="87"/>
                  </a:cubicBezTo>
                  <a:cubicBezTo>
                    <a:pt x="98" y="88"/>
                    <a:pt x="98" y="89"/>
                    <a:pt x="97" y="90"/>
                  </a:cubicBezTo>
                  <a:cubicBezTo>
                    <a:pt x="94" y="94"/>
                    <a:pt x="91" y="98"/>
                    <a:pt x="87" y="100"/>
                  </a:cubicBezTo>
                  <a:cubicBezTo>
                    <a:pt x="82" y="102"/>
                    <a:pt x="78" y="104"/>
                    <a:pt x="73" y="104"/>
                  </a:cubicBezTo>
                  <a:cubicBezTo>
                    <a:pt x="70" y="104"/>
                    <a:pt x="68" y="103"/>
                    <a:pt x="66" y="103"/>
                  </a:cubicBezTo>
                  <a:cubicBezTo>
                    <a:pt x="58" y="101"/>
                    <a:pt x="49" y="98"/>
                    <a:pt x="41" y="95"/>
                  </a:cubicBezTo>
                  <a:lnTo>
                    <a:pt x="52" y="71"/>
                  </a:lnTo>
                  <a:cubicBezTo>
                    <a:pt x="42" y="47"/>
                    <a:pt x="6" y="4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8"/>
            <p:cNvSpPr/>
            <p:nvPr/>
          </p:nvSpPr>
          <p:spPr>
            <a:xfrm>
              <a:off x="7649640" y="1466640"/>
              <a:ext cx="18720" cy="67680"/>
            </a:xfrm>
            <a:custGeom>
              <a:rect b="b" l="l" r="r" t="t"/>
              <a:pathLst>
                <a:path extrusionOk="0" h="188" w="52">
                  <a:moveTo>
                    <a:pt x="42" y="51"/>
                  </a:moveTo>
                  <a:cubicBezTo>
                    <a:pt x="37" y="74"/>
                    <a:pt x="31" y="97"/>
                    <a:pt x="27" y="120"/>
                  </a:cubicBezTo>
                  <a:cubicBezTo>
                    <a:pt x="27" y="131"/>
                    <a:pt x="28" y="142"/>
                    <a:pt x="30" y="153"/>
                  </a:cubicBezTo>
                  <a:cubicBezTo>
                    <a:pt x="31" y="155"/>
                    <a:pt x="31" y="157"/>
                    <a:pt x="31" y="158"/>
                  </a:cubicBezTo>
                  <a:cubicBezTo>
                    <a:pt x="31" y="165"/>
                    <a:pt x="30" y="172"/>
                    <a:pt x="28" y="179"/>
                  </a:cubicBezTo>
                  <a:cubicBezTo>
                    <a:pt x="26" y="183"/>
                    <a:pt x="19" y="186"/>
                    <a:pt x="13" y="187"/>
                  </a:cubicBezTo>
                  <a:cubicBezTo>
                    <a:pt x="7" y="187"/>
                    <a:pt x="4" y="182"/>
                    <a:pt x="3" y="178"/>
                  </a:cubicBezTo>
                  <a:cubicBezTo>
                    <a:pt x="1" y="172"/>
                    <a:pt x="0" y="165"/>
                    <a:pt x="0" y="159"/>
                  </a:cubicBezTo>
                  <a:cubicBezTo>
                    <a:pt x="0" y="156"/>
                    <a:pt x="1" y="153"/>
                    <a:pt x="1" y="150"/>
                  </a:cubicBezTo>
                  <a:cubicBezTo>
                    <a:pt x="8" y="103"/>
                    <a:pt x="17" y="56"/>
                    <a:pt x="27" y="9"/>
                  </a:cubicBezTo>
                  <a:cubicBezTo>
                    <a:pt x="27" y="6"/>
                    <a:pt x="34" y="3"/>
                    <a:pt x="38" y="0"/>
                  </a:cubicBezTo>
                  <a:cubicBezTo>
                    <a:pt x="51" y="17"/>
                    <a:pt x="36" y="35"/>
                    <a:pt x="42" y="53"/>
                  </a:cubicBezTo>
                  <a:lnTo>
                    <a:pt x="42" y="5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8"/>
            <p:cNvSpPr/>
            <p:nvPr/>
          </p:nvSpPr>
          <p:spPr>
            <a:xfrm>
              <a:off x="7542720" y="1119960"/>
              <a:ext cx="42480" cy="21960"/>
            </a:xfrm>
            <a:custGeom>
              <a:rect b="b" l="l" r="r" t="t"/>
              <a:pathLst>
                <a:path extrusionOk="0" h="61" w="118">
                  <a:moveTo>
                    <a:pt x="0" y="43"/>
                  </a:moveTo>
                  <a:cubicBezTo>
                    <a:pt x="10" y="33"/>
                    <a:pt x="21" y="24"/>
                    <a:pt x="34" y="16"/>
                  </a:cubicBezTo>
                  <a:cubicBezTo>
                    <a:pt x="36" y="15"/>
                    <a:pt x="38" y="14"/>
                    <a:pt x="41" y="13"/>
                  </a:cubicBezTo>
                  <a:cubicBezTo>
                    <a:pt x="43" y="10"/>
                    <a:pt x="46" y="9"/>
                    <a:pt x="49" y="7"/>
                  </a:cubicBezTo>
                  <a:cubicBezTo>
                    <a:pt x="57" y="2"/>
                    <a:pt x="66" y="0"/>
                    <a:pt x="75" y="0"/>
                  </a:cubicBezTo>
                  <a:cubicBezTo>
                    <a:pt x="84" y="0"/>
                    <a:pt x="94" y="2"/>
                    <a:pt x="102" y="7"/>
                  </a:cubicBezTo>
                  <a:cubicBezTo>
                    <a:pt x="108" y="10"/>
                    <a:pt x="113" y="15"/>
                    <a:pt x="117" y="20"/>
                  </a:cubicBezTo>
                  <a:cubicBezTo>
                    <a:pt x="108" y="32"/>
                    <a:pt x="97" y="42"/>
                    <a:pt x="84" y="50"/>
                  </a:cubicBezTo>
                  <a:cubicBezTo>
                    <a:pt x="81" y="52"/>
                    <a:pt x="77" y="54"/>
                    <a:pt x="73" y="55"/>
                  </a:cubicBezTo>
                  <a:cubicBezTo>
                    <a:pt x="69" y="57"/>
                    <a:pt x="62" y="60"/>
                    <a:pt x="60" y="58"/>
                  </a:cubicBezTo>
                  <a:cubicBezTo>
                    <a:pt x="43" y="44"/>
                    <a:pt x="23" y="58"/>
                    <a:pt x="7" y="52"/>
                  </a:cubicBezTo>
                  <a:cubicBezTo>
                    <a:pt x="4" y="51"/>
                    <a:pt x="2" y="47"/>
                    <a:pt x="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8"/>
            <p:cNvSpPr/>
            <p:nvPr/>
          </p:nvSpPr>
          <p:spPr>
            <a:xfrm>
              <a:off x="7602120" y="1306080"/>
              <a:ext cx="34920" cy="60840"/>
            </a:xfrm>
            <a:custGeom>
              <a:rect b="b" l="l" r="r" t="t"/>
              <a:pathLst>
                <a:path extrusionOk="0" h="169" w="97">
                  <a:moveTo>
                    <a:pt x="7" y="0"/>
                  </a:moveTo>
                  <a:cubicBezTo>
                    <a:pt x="24" y="0"/>
                    <a:pt x="28" y="15"/>
                    <a:pt x="33" y="25"/>
                  </a:cubicBezTo>
                  <a:cubicBezTo>
                    <a:pt x="51" y="52"/>
                    <a:pt x="60" y="84"/>
                    <a:pt x="81" y="108"/>
                  </a:cubicBezTo>
                  <a:cubicBezTo>
                    <a:pt x="81" y="109"/>
                    <a:pt x="82" y="110"/>
                    <a:pt x="83" y="111"/>
                  </a:cubicBezTo>
                  <a:cubicBezTo>
                    <a:pt x="85" y="116"/>
                    <a:pt x="87" y="121"/>
                    <a:pt x="87" y="126"/>
                  </a:cubicBezTo>
                  <a:cubicBezTo>
                    <a:pt x="87" y="138"/>
                    <a:pt x="96" y="151"/>
                    <a:pt x="84" y="162"/>
                  </a:cubicBezTo>
                  <a:cubicBezTo>
                    <a:pt x="76" y="168"/>
                    <a:pt x="67" y="158"/>
                    <a:pt x="57" y="135"/>
                  </a:cubicBezTo>
                  <a:cubicBezTo>
                    <a:pt x="41" y="99"/>
                    <a:pt x="24" y="63"/>
                    <a:pt x="7" y="27"/>
                  </a:cubicBezTo>
                  <a:cubicBezTo>
                    <a:pt x="4" y="17"/>
                    <a:pt x="0" y="9"/>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8"/>
            <p:cNvSpPr/>
            <p:nvPr/>
          </p:nvSpPr>
          <p:spPr>
            <a:xfrm>
              <a:off x="8680320" y="1904040"/>
              <a:ext cx="28080" cy="84960"/>
            </a:xfrm>
            <a:custGeom>
              <a:rect b="b" l="l" r="r" t="t"/>
              <a:pathLst>
                <a:path extrusionOk="0" h="236" w="78">
                  <a:moveTo>
                    <a:pt x="12" y="235"/>
                  </a:moveTo>
                  <a:cubicBezTo>
                    <a:pt x="6" y="227"/>
                    <a:pt x="0" y="224"/>
                    <a:pt x="1" y="221"/>
                  </a:cubicBezTo>
                  <a:cubicBezTo>
                    <a:pt x="3" y="206"/>
                    <a:pt x="6" y="190"/>
                    <a:pt x="11" y="175"/>
                  </a:cubicBezTo>
                  <a:cubicBezTo>
                    <a:pt x="29" y="118"/>
                    <a:pt x="48" y="62"/>
                    <a:pt x="66" y="6"/>
                  </a:cubicBezTo>
                  <a:cubicBezTo>
                    <a:pt x="66" y="4"/>
                    <a:pt x="71" y="2"/>
                    <a:pt x="73" y="0"/>
                  </a:cubicBezTo>
                  <a:cubicBezTo>
                    <a:pt x="77" y="50"/>
                    <a:pt x="74" y="62"/>
                    <a:pt x="12" y="2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8"/>
            <p:cNvSpPr/>
            <p:nvPr/>
          </p:nvSpPr>
          <p:spPr>
            <a:xfrm>
              <a:off x="7646760" y="1134360"/>
              <a:ext cx="45360" cy="36000"/>
            </a:xfrm>
            <a:custGeom>
              <a:rect b="b" l="l" r="r" t="t"/>
              <a:pathLst>
                <a:path extrusionOk="0" h="100" w="126">
                  <a:moveTo>
                    <a:pt x="125" y="78"/>
                  </a:moveTo>
                  <a:lnTo>
                    <a:pt x="99" y="99"/>
                  </a:lnTo>
                  <a:cubicBezTo>
                    <a:pt x="95" y="99"/>
                    <a:pt x="90" y="99"/>
                    <a:pt x="89" y="97"/>
                  </a:cubicBezTo>
                  <a:cubicBezTo>
                    <a:pt x="68" y="70"/>
                    <a:pt x="43" y="47"/>
                    <a:pt x="16" y="28"/>
                  </a:cubicBezTo>
                  <a:cubicBezTo>
                    <a:pt x="12" y="23"/>
                    <a:pt x="8" y="19"/>
                    <a:pt x="4" y="12"/>
                  </a:cubicBezTo>
                  <a:cubicBezTo>
                    <a:pt x="2" y="9"/>
                    <a:pt x="1" y="6"/>
                    <a:pt x="0" y="3"/>
                  </a:cubicBezTo>
                  <a:cubicBezTo>
                    <a:pt x="9" y="3"/>
                    <a:pt x="14" y="0"/>
                    <a:pt x="17" y="1"/>
                  </a:cubicBezTo>
                  <a:cubicBezTo>
                    <a:pt x="24" y="5"/>
                    <a:pt x="31" y="9"/>
                    <a:pt x="38" y="13"/>
                  </a:cubicBezTo>
                  <a:cubicBezTo>
                    <a:pt x="70" y="31"/>
                    <a:pt x="99" y="53"/>
                    <a:pt x="125"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8"/>
            <p:cNvSpPr/>
            <p:nvPr/>
          </p:nvSpPr>
          <p:spPr>
            <a:xfrm>
              <a:off x="7627320" y="1159560"/>
              <a:ext cx="47520" cy="25560"/>
            </a:xfrm>
            <a:custGeom>
              <a:rect b="b" l="l" r="r" t="t"/>
              <a:pathLst>
                <a:path extrusionOk="0" h="71" w="132">
                  <a:moveTo>
                    <a:pt x="98" y="67"/>
                  </a:moveTo>
                  <a:lnTo>
                    <a:pt x="42" y="41"/>
                  </a:lnTo>
                  <a:cubicBezTo>
                    <a:pt x="33" y="36"/>
                    <a:pt x="23" y="32"/>
                    <a:pt x="14" y="26"/>
                  </a:cubicBezTo>
                  <a:cubicBezTo>
                    <a:pt x="12" y="25"/>
                    <a:pt x="10" y="24"/>
                    <a:pt x="8" y="23"/>
                  </a:cubicBezTo>
                  <a:cubicBezTo>
                    <a:pt x="4" y="20"/>
                    <a:pt x="3" y="13"/>
                    <a:pt x="0" y="7"/>
                  </a:cubicBezTo>
                  <a:cubicBezTo>
                    <a:pt x="0" y="7"/>
                    <a:pt x="1" y="6"/>
                    <a:pt x="2" y="6"/>
                  </a:cubicBezTo>
                  <a:cubicBezTo>
                    <a:pt x="6" y="3"/>
                    <a:pt x="11" y="1"/>
                    <a:pt x="16" y="0"/>
                  </a:cubicBezTo>
                  <a:lnTo>
                    <a:pt x="17" y="0"/>
                  </a:lnTo>
                  <a:cubicBezTo>
                    <a:pt x="21" y="0"/>
                    <a:pt x="26" y="1"/>
                    <a:pt x="30" y="3"/>
                  </a:cubicBezTo>
                  <a:cubicBezTo>
                    <a:pt x="56" y="13"/>
                    <a:pt x="83" y="24"/>
                    <a:pt x="109" y="35"/>
                  </a:cubicBezTo>
                  <a:cubicBezTo>
                    <a:pt x="111" y="36"/>
                    <a:pt x="113" y="37"/>
                    <a:pt x="115" y="38"/>
                  </a:cubicBezTo>
                  <a:cubicBezTo>
                    <a:pt x="120" y="41"/>
                    <a:pt x="124" y="44"/>
                    <a:pt x="128" y="49"/>
                  </a:cubicBezTo>
                  <a:cubicBezTo>
                    <a:pt x="129" y="49"/>
                    <a:pt x="128" y="49"/>
                    <a:pt x="129" y="50"/>
                  </a:cubicBezTo>
                  <a:cubicBezTo>
                    <a:pt x="131" y="52"/>
                    <a:pt x="131" y="54"/>
                    <a:pt x="131" y="57"/>
                  </a:cubicBezTo>
                  <a:cubicBezTo>
                    <a:pt x="131" y="59"/>
                    <a:pt x="131" y="61"/>
                    <a:pt x="129" y="63"/>
                  </a:cubicBezTo>
                  <a:cubicBezTo>
                    <a:pt x="127" y="65"/>
                    <a:pt x="127" y="67"/>
                    <a:pt x="125" y="68"/>
                  </a:cubicBezTo>
                  <a:cubicBezTo>
                    <a:pt x="123" y="69"/>
                    <a:pt x="121" y="69"/>
                    <a:pt x="120" y="70"/>
                  </a:cubicBezTo>
                  <a:cubicBezTo>
                    <a:pt x="112" y="69"/>
                    <a:pt x="104" y="68"/>
                    <a:pt x="96" y="66"/>
                  </a:cubicBezTo>
                  <a:lnTo>
                    <a:pt x="98" y="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8"/>
            <p:cNvSpPr/>
            <p:nvPr/>
          </p:nvSpPr>
          <p:spPr>
            <a:xfrm>
              <a:off x="7777080" y="1601640"/>
              <a:ext cx="30600" cy="29160"/>
            </a:xfrm>
            <a:custGeom>
              <a:rect b="b" l="l" r="r" t="t"/>
              <a:pathLst>
                <a:path extrusionOk="0" h="81" w="85">
                  <a:moveTo>
                    <a:pt x="43" y="53"/>
                  </a:moveTo>
                  <a:lnTo>
                    <a:pt x="81" y="0"/>
                  </a:lnTo>
                  <a:cubicBezTo>
                    <a:pt x="83" y="6"/>
                    <a:pt x="84" y="13"/>
                    <a:pt x="84" y="19"/>
                  </a:cubicBezTo>
                  <a:cubicBezTo>
                    <a:pt x="84" y="33"/>
                    <a:pt x="80" y="47"/>
                    <a:pt x="73" y="59"/>
                  </a:cubicBezTo>
                  <a:cubicBezTo>
                    <a:pt x="70" y="64"/>
                    <a:pt x="66" y="70"/>
                    <a:pt x="61" y="74"/>
                  </a:cubicBezTo>
                  <a:cubicBezTo>
                    <a:pt x="60" y="75"/>
                    <a:pt x="59" y="75"/>
                    <a:pt x="58" y="76"/>
                  </a:cubicBezTo>
                  <a:cubicBezTo>
                    <a:pt x="54" y="79"/>
                    <a:pt x="49" y="80"/>
                    <a:pt x="44" y="80"/>
                  </a:cubicBezTo>
                  <a:cubicBezTo>
                    <a:pt x="39" y="80"/>
                    <a:pt x="34" y="79"/>
                    <a:pt x="30" y="77"/>
                  </a:cubicBezTo>
                  <a:cubicBezTo>
                    <a:pt x="22" y="71"/>
                    <a:pt x="16" y="63"/>
                    <a:pt x="11" y="55"/>
                  </a:cubicBezTo>
                  <a:cubicBezTo>
                    <a:pt x="4" y="43"/>
                    <a:pt x="0" y="29"/>
                    <a:pt x="0" y="15"/>
                  </a:cubicBezTo>
                  <a:cubicBezTo>
                    <a:pt x="0" y="11"/>
                    <a:pt x="1" y="6"/>
                    <a:pt x="2" y="2"/>
                  </a:cubicBezTo>
                  <a:cubicBezTo>
                    <a:pt x="4" y="2"/>
                    <a:pt x="9" y="2"/>
                    <a:pt x="10" y="2"/>
                  </a:cubicBezTo>
                  <a:cubicBezTo>
                    <a:pt x="20" y="18"/>
                    <a:pt x="30" y="33"/>
                    <a:pt x="43"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8"/>
            <p:cNvSpPr/>
            <p:nvPr/>
          </p:nvSpPr>
          <p:spPr>
            <a:xfrm>
              <a:off x="7848000" y="1590120"/>
              <a:ext cx="25560" cy="31680"/>
            </a:xfrm>
            <a:custGeom>
              <a:rect b="b" l="l" r="r" t="t"/>
              <a:pathLst>
                <a:path extrusionOk="0" h="88" w="71">
                  <a:moveTo>
                    <a:pt x="67" y="0"/>
                  </a:moveTo>
                  <a:cubicBezTo>
                    <a:pt x="69" y="9"/>
                    <a:pt x="70" y="17"/>
                    <a:pt x="70" y="26"/>
                  </a:cubicBezTo>
                  <a:cubicBezTo>
                    <a:pt x="70" y="41"/>
                    <a:pt x="67" y="56"/>
                    <a:pt x="61" y="71"/>
                  </a:cubicBezTo>
                  <a:cubicBezTo>
                    <a:pt x="60" y="72"/>
                    <a:pt x="60" y="74"/>
                    <a:pt x="59" y="76"/>
                  </a:cubicBezTo>
                  <a:cubicBezTo>
                    <a:pt x="57" y="79"/>
                    <a:pt x="55" y="82"/>
                    <a:pt x="51" y="84"/>
                  </a:cubicBezTo>
                  <a:cubicBezTo>
                    <a:pt x="47" y="86"/>
                    <a:pt x="43" y="87"/>
                    <a:pt x="39" y="87"/>
                  </a:cubicBezTo>
                  <a:cubicBezTo>
                    <a:pt x="35" y="87"/>
                    <a:pt x="31" y="86"/>
                    <a:pt x="28" y="84"/>
                  </a:cubicBezTo>
                  <a:cubicBezTo>
                    <a:pt x="26" y="83"/>
                    <a:pt x="24" y="81"/>
                    <a:pt x="22" y="79"/>
                  </a:cubicBezTo>
                  <a:cubicBezTo>
                    <a:pt x="18" y="74"/>
                    <a:pt x="14" y="69"/>
                    <a:pt x="10" y="63"/>
                  </a:cubicBezTo>
                  <a:cubicBezTo>
                    <a:pt x="3" y="51"/>
                    <a:pt x="0" y="37"/>
                    <a:pt x="0" y="24"/>
                  </a:cubicBezTo>
                  <a:cubicBezTo>
                    <a:pt x="0" y="18"/>
                    <a:pt x="0" y="13"/>
                    <a:pt x="1" y="8"/>
                  </a:cubicBezTo>
                  <a:cubicBezTo>
                    <a:pt x="2" y="3"/>
                    <a:pt x="4" y="7"/>
                    <a:pt x="8" y="4"/>
                  </a:cubicBezTo>
                  <a:lnTo>
                    <a:pt x="34" y="41"/>
                  </a:lnTo>
                  <a:cubicBezTo>
                    <a:pt x="55" y="34"/>
                    <a:pt x="50" y="9"/>
                    <a:pt x="6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8"/>
            <p:cNvSpPr/>
            <p:nvPr/>
          </p:nvSpPr>
          <p:spPr>
            <a:xfrm>
              <a:off x="7823880" y="1470240"/>
              <a:ext cx="28440" cy="32400"/>
            </a:xfrm>
            <a:custGeom>
              <a:rect b="b" l="l" r="r" t="t"/>
              <a:pathLst>
                <a:path extrusionOk="0" h="90" w="79">
                  <a:moveTo>
                    <a:pt x="8" y="0"/>
                  </a:moveTo>
                  <a:lnTo>
                    <a:pt x="44" y="45"/>
                  </a:lnTo>
                  <a:cubicBezTo>
                    <a:pt x="61" y="42"/>
                    <a:pt x="53" y="20"/>
                    <a:pt x="70" y="17"/>
                  </a:cubicBezTo>
                  <a:cubicBezTo>
                    <a:pt x="71" y="18"/>
                    <a:pt x="72" y="19"/>
                    <a:pt x="73" y="21"/>
                  </a:cubicBezTo>
                  <a:cubicBezTo>
                    <a:pt x="76" y="27"/>
                    <a:pt x="78" y="34"/>
                    <a:pt x="78" y="42"/>
                  </a:cubicBezTo>
                  <a:cubicBezTo>
                    <a:pt x="78" y="45"/>
                    <a:pt x="78" y="48"/>
                    <a:pt x="77" y="51"/>
                  </a:cubicBezTo>
                  <a:cubicBezTo>
                    <a:pt x="77" y="60"/>
                    <a:pt x="74" y="69"/>
                    <a:pt x="71" y="77"/>
                  </a:cubicBezTo>
                  <a:cubicBezTo>
                    <a:pt x="71" y="78"/>
                    <a:pt x="70" y="78"/>
                    <a:pt x="70" y="78"/>
                  </a:cubicBezTo>
                  <a:cubicBezTo>
                    <a:pt x="68" y="82"/>
                    <a:pt x="66" y="84"/>
                    <a:pt x="62" y="86"/>
                  </a:cubicBezTo>
                  <a:cubicBezTo>
                    <a:pt x="58" y="88"/>
                    <a:pt x="55" y="89"/>
                    <a:pt x="52" y="89"/>
                  </a:cubicBezTo>
                  <a:cubicBezTo>
                    <a:pt x="48" y="89"/>
                    <a:pt x="44" y="88"/>
                    <a:pt x="41" y="86"/>
                  </a:cubicBezTo>
                  <a:cubicBezTo>
                    <a:pt x="40" y="86"/>
                    <a:pt x="39" y="85"/>
                    <a:pt x="38" y="84"/>
                  </a:cubicBezTo>
                  <a:cubicBezTo>
                    <a:pt x="28" y="77"/>
                    <a:pt x="19" y="67"/>
                    <a:pt x="13" y="56"/>
                  </a:cubicBezTo>
                  <a:cubicBezTo>
                    <a:pt x="5" y="42"/>
                    <a:pt x="0" y="25"/>
                    <a:pt x="0" y="9"/>
                  </a:cubicBezTo>
                  <a:cubicBezTo>
                    <a:pt x="0" y="7"/>
                    <a:pt x="0" y="6"/>
                    <a:pt x="0" y="5"/>
                  </a:cubicBezTo>
                  <a:cubicBezTo>
                    <a:pt x="0" y="4"/>
                    <a:pt x="2" y="5"/>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8"/>
            <p:cNvSpPr/>
            <p:nvPr/>
          </p:nvSpPr>
          <p:spPr>
            <a:xfrm>
              <a:off x="7772040" y="1510920"/>
              <a:ext cx="22680" cy="37080"/>
            </a:xfrm>
            <a:custGeom>
              <a:rect b="b" l="l" r="r" t="t"/>
              <a:pathLst>
                <a:path extrusionOk="0" h="103" w="63">
                  <a:moveTo>
                    <a:pt x="0" y="0"/>
                  </a:moveTo>
                  <a:lnTo>
                    <a:pt x="33" y="42"/>
                  </a:lnTo>
                  <a:lnTo>
                    <a:pt x="55" y="26"/>
                  </a:lnTo>
                  <a:cubicBezTo>
                    <a:pt x="59" y="37"/>
                    <a:pt x="62" y="47"/>
                    <a:pt x="62" y="59"/>
                  </a:cubicBezTo>
                  <a:cubicBezTo>
                    <a:pt x="62" y="70"/>
                    <a:pt x="59" y="82"/>
                    <a:pt x="55" y="92"/>
                  </a:cubicBezTo>
                  <a:cubicBezTo>
                    <a:pt x="55" y="93"/>
                    <a:pt x="55" y="93"/>
                    <a:pt x="55" y="93"/>
                  </a:cubicBezTo>
                  <a:cubicBezTo>
                    <a:pt x="53" y="96"/>
                    <a:pt x="51" y="97"/>
                    <a:pt x="49" y="99"/>
                  </a:cubicBezTo>
                  <a:cubicBezTo>
                    <a:pt x="46" y="100"/>
                    <a:pt x="43" y="102"/>
                    <a:pt x="40" y="102"/>
                  </a:cubicBezTo>
                  <a:cubicBezTo>
                    <a:pt x="37" y="102"/>
                    <a:pt x="34" y="101"/>
                    <a:pt x="32" y="99"/>
                  </a:cubicBezTo>
                  <a:cubicBezTo>
                    <a:pt x="31" y="98"/>
                    <a:pt x="30" y="98"/>
                    <a:pt x="29" y="97"/>
                  </a:cubicBezTo>
                  <a:cubicBezTo>
                    <a:pt x="28" y="96"/>
                    <a:pt x="26" y="95"/>
                    <a:pt x="25" y="94"/>
                  </a:cubicBezTo>
                  <a:cubicBezTo>
                    <a:pt x="25" y="93"/>
                    <a:pt x="24" y="91"/>
                    <a:pt x="23" y="90"/>
                  </a:cubicBezTo>
                  <a:cubicBezTo>
                    <a:pt x="8" y="64"/>
                    <a:pt x="0" y="34"/>
                    <a:pt x="0" y="4"/>
                  </a:cubicBezTo>
                  <a:cubicBezTo>
                    <a:pt x="0" y="3"/>
                    <a:pt x="0"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8"/>
            <p:cNvSpPr/>
            <p:nvPr/>
          </p:nvSpPr>
          <p:spPr>
            <a:xfrm>
              <a:off x="7617960" y="1232640"/>
              <a:ext cx="36360" cy="28800"/>
            </a:xfrm>
            <a:custGeom>
              <a:rect b="b" l="l" r="r" t="t"/>
              <a:pathLst>
                <a:path extrusionOk="0" h="80" w="101">
                  <a:moveTo>
                    <a:pt x="54" y="29"/>
                  </a:moveTo>
                  <a:cubicBezTo>
                    <a:pt x="61" y="10"/>
                    <a:pt x="61" y="10"/>
                    <a:pt x="77" y="0"/>
                  </a:cubicBezTo>
                  <a:lnTo>
                    <a:pt x="100" y="66"/>
                  </a:lnTo>
                  <a:cubicBezTo>
                    <a:pt x="88" y="79"/>
                    <a:pt x="75" y="74"/>
                    <a:pt x="63" y="70"/>
                  </a:cubicBezTo>
                  <a:cubicBezTo>
                    <a:pt x="44" y="64"/>
                    <a:pt x="25" y="53"/>
                    <a:pt x="3" y="64"/>
                  </a:cubicBezTo>
                  <a:cubicBezTo>
                    <a:pt x="0" y="46"/>
                    <a:pt x="7" y="37"/>
                    <a:pt x="22" y="34"/>
                  </a:cubicBezTo>
                  <a:cubicBezTo>
                    <a:pt x="36" y="30"/>
                    <a:pt x="44" y="31"/>
                    <a:pt x="54"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8"/>
            <p:cNvSpPr/>
            <p:nvPr/>
          </p:nvSpPr>
          <p:spPr>
            <a:xfrm>
              <a:off x="7714080" y="1588320"/>
              <a:ext cx="27000" cy="37440"/>
            </a:xfrm>
            <a:custGeom>
              <a:rect b="b" l="l" r="r" t="t"/>
              <a:pathLst>
                <a:path extrusionOk="0" h="104" w="75">
                  <a:moveTo>
                    <a:pt x="0" y="58"/>
                  </a:moveTo>
                  <a:lnTo>
                    <a:pt x="28" y="58"/>
                  </a:lnTo>
                  <a:cubicBezTo>
                    <a:pt x="45" y="41"/>
                    <a:pt x="48" y="14"/>
                    <a:pt x="71" y="0"/>
                  </a:cubicBezTo>
                  <a:cubicBezTo>
                    <a:pt x="73" y="6"/>
                    <a:pt x="74" y="12"/>
                    <a:pt x="74" y="18"/>
                  </a:cubicBezTo>
                  <a:cubicBezTo>
                    <a:pt x="74" y="28"/>
                    <a:pt x="71" y="38"/>
                    <a:pt x="67" y="47"/>
                  </a:cubicBezTo>
                  <a:cubicBezTo>
                    <a:pt x="62" y="62"/>
                    <a:pt x="56" y="77"/>
                    <a:pt x="48" y="91"/>
                  </a:cubicBezTo>
                  <a:cubicBezTo>
                    <a:pt x="46" y="95"/>
                    <a:pt x="43" y="98"/>
                    <a:pt x="39" y="100"/>
                  </a:cubicBezTo>
                  <a:cubicBezTo>
                    <a:pt x="35" y="102"/>
                    <a:pt x="31" y="103"/>
                    <a:pt x="27" y="103"/>
                  </a:cubicBezTo>
                  <a:cubicBezTo>
                    <a:pt x="22" y="103"/>
                    <a:pt x="19" y="102"/>
                    <a:pt x="15" y="100"/>
                  </a:cubicBezTo>
                  <a:cubicBezTo>
                    <a:pt x="11" y="98"/>
                    <a:pt x="9" y="95"/>
                    <a:pt x="7" y="91"/>
                  </a:cubicBezTo>
                  <a:cubicBezTo>
                    <a:pt x="5" y="89"/>
                    <a:pt x="5" y="87"/>
                    <a:pt x="4" y="85"/>
                  </a:cubicBezTo>
                  <a:cubicBezTo>
                    <a:pt x="2" y="76"/>
                    <a:pt x="1" y="67"/>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8"/>
            <p:cNvSpPr/>
            <p:nvPr/>
          </p:nvSpPr>
          <p:spPr>
            <a:xfrm>
              <a:off x="8631720" y="1895040"/>
              <a:ext cx="33480" cy="38520"/>
            </a:xfrm>
            <a:custGeom>
              <a:rect b="b" l="l" r="r" t="t"/>
              <a:pathLst>
                <a:path extrusionOk="0" h="107" w="93">
                  <a:moveTo>
                    <a:pt x="67" y="101"/>
                  </a:moveTo>
                  <a:lnTo>
                    <a:pt x="20" y="42"/>
                  </a:lnTo>
                  <a:cubicBezTo>
                    <a:pt x="14" y="35"/>
                    <a:pt x="8" y="27"/>
                    <a:pt x="2" y="19"/>
                  </a:cubicBezTo>
                  <a:cubicBezTo>
                    <a:pt x="1" y="16"/>
                    <a:pt x="0" y="14"/>
                    <a:pt x="0" y="11"/>
                  </a:cubicBezTo>
                  <a:cubicBezTo>
                    <a:pt x="0" y="8"/>
                    <a:pt x="1" y="5"/>
                    <a:pt x="2" y="2"/>
                  </a:cubicBezTo>
                  <a:cubicBezTo>
                    <a:pt x="5" y="1"/>
                    <a:pt x="8" y="0"/>
                    <a:pt x="11" y="0"/>
                  </a:cubicBezTo>
                  <a:cubicBezTo>
                    <a:pt x="14" y="0"/>
                    <a:pt x="17" y="1"/>
                    <a:pt x="19" y="2"/>
                  </a:cubicBezTo>
                  <a:cubicBezTo>
                    <a:pt x="37" y="19"/>
                    <a:pt x="53" y="36"/>
                    <a:pt x="70" y="53"/>
                  </a:cubicBezTo>
                  <a:cubicBezTo>
                    <a:pt x="75" y="59"/>
                    <a:pt x="79" y="64"/>
                    <a:pt x="83" y="71"/>
                  </a:cubicBezTo>
                  <a:cubicBezTo>
                    <a:pt x="83" y="71"/>
                    <a:pt x="84" y="72"/>
                    <a:pt x="84" y="73"/>
                  </a:cubicBezTo>
                  <a:cubicBezTo>
                    <a:pt x="89" y="81"/>
                    <a:pt x="92" y="92"/>
                    <a:pt x="84" y="99"/>
                  </a:cubicBezTo>
                  <a:cubicBezTo>
                    <a:pt x="75" y="106"/>
                    <a:pt x="70" y="101"/>
                    <a:pt x="67" y="10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8"/>
            <p:cNvSpPr/>
            <p:nvPr/>
          </p:nvSpPr>
          <p:spPr>
            <a:xfrm>
              <a:off x="8148240" y="1825560"/>
              <a:ext cx="51120" cy="47520"/>
            </a:xfrm>
            <a:custGeom>
              <a:rect b="b" l="l" r="r" t="t"/>
              <a:pathLst>
                <a:path extrusionOk="0" h="132" w="142">
                  <a:moveTo>
                    <a:pt x="0" y="0"/>
                  </a:moveTo>
                  <a:cubicBezTo>
                    <a:pt x="6" y="3"/>
                    <a:pt x="11" y="6"/>
                    <a:pt x="16" y="9"/>
                  </a:cubicBezTo>
                  <a:cubicBezTo>
                    <a:pt x="65" y="37"/>
                    <a:pt x="108" y="76"/>
                    <a:pt x="141" y="123"/>
                  </a:cubicBezTo>
                  <a:cubicBezTo>
                    <a:pt x="136" y="131"/>
                    <a:pt x="129" y="127"/>
                    <a:pt x="125" y="123"/>
                  </a:cubicBezTo>
                  <a:cubicBezTo>
                    <a:pt x="87" y="88"/>
                    <a:pt x="49" y="54"/>
                    <a:pt x="11" y="19"/>
                  </a:cubicBezTo>
                  <a:cubicBezTo>
                    <a:pt x="9" y="17"/>
                    <a:pt x="7" y="14"/>
                    <a:pt x="6" y="11"/>
                  </a:cubicBezTo>
                  <a:cubicBezTo>
                    <a:pt x="4" y="8"/>
                    <a:pt x="2" y="4"/>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8"/>
            <p:cNvSpPr/>
            <p:nvPr/>
          </p:nvSpPr>
          <p:spPr>
            <a:xfrm>
              <a:off x="7633080" y="1330560"/>
              <a:ext cx="21600" cy="54000"/>
            </a:xfrm>
            <a:custGeom>
              <a:rect b="b" l="l" r="r" t="t"/>
              <a:pathLst>
                <a:path extrusionOk="0" h="150" w="60">
                  <a:moveTo>
                    <a:pt x="50" y="149"/>
                  </a:moveTo>
                  <a:cubicBezTo>
                    <a:pt x="47" y="145"/>
                    <a:pt x="44" y="141"/>
                    <a:pt x="41" y="136"/>
                  </a:cubicBezTo>
                  <a:cubicBezTo>
                    <a:pt x="39" y="132"/>
                    <a:pt x="37" y="128"/>
                    <a:pt x="35" y="124"/>
                  </a:cubicBezTo>
                  <a:cubicBezTo>
                    <a:pt x="31" y="107"/>
                    <a:pt x="30" y="90"/>
                    <a:pt x="26" y="71"/>
                  </a:cubicBezTo>
                  <a:cubicBezTo>
                    <a:pt x="26" y="58"/>
                    <a:pt x="22" y="45"/>
                    <a:pt x="16" y="33"/>
                  </a:cubicBezTo>
                  <a:cubicBezTo>
                    <a:pt x="12" y="27"/>
                    <a:pt x="7" y="21"/>
                    <a:pt x="2" y="16"/>
                  </a:cubicBezTo>
                  <a:cubicBezTo>
                    <a:pt x="0" y="15"/>
                    <a:pt x="2" y="3"/>
                    <a:pt x="6" y="1"/>
                  </a:cubicBezTo>
                  <a:cubicBezTo>
                    <a:pt x="8" y="0"/>
                    <a:pt x="9" y="0"/>
                    <a:pt x="11" y="0"/>
                  </a:cubicBezTo>
                  <a:cubicBezTo>
                    <a:pt x="15" y="0"/>
                    <a:pt x="18" y="1"/>
                    <a:pt x="21" y="2"/>
                  </a:cubicBezTo>
                  <a:lnTo>
                    <a:pt x="22" y="3"/>
                  </a:lnTo>
                  <a:cubicBezTo>
                    <a:pt x="25" y="6"/>
                    <a:pt x="27" y="8"/>
                    <a:pt x="29" y="11"/>
                  </a:cubicBezTo>
                  <a:cubicBezTo>
                    <a:pt x="30" y="14"/>
                    <a:pt x="32" y="16"/>
                    <a:pt x="32" y="19"/>
                  </a:cubicBezTo>
                  <a:cubicBezTo>
                    <a:pt x="41" y="53"/>
                    <a:pt x="50" y="87"/>
                    <a:pt x="59" y="121"/>
                  </a:cubicBezTo>
                  <a:cubicBezTo>
                    <a:pt x="59" y="128"/>
                    <a:pt x="54" y="135"/>
                    <a:pt x="50" y="1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8"/>
            <p:cNvSpPr/>
            <p:nvPr/>
          </p:nvSpPr>
          <p:spPr>
            <a:xfrm>
              <a:off x="8178840" y="1811160"/>
              <a:ext cx="38520" cy="37800"/>
            </a:xfrm>
            <a:custGeom>
              <a:rect b="b" l="l" r="r" t="t"/>
              <a:pathLst>
                <a:path extrusionOk="0" h="105" w="107">
                  <a:moveTo>
                    <a:pt x="106" y="104"/>
                  </a:moveTo>
                  <a:cubicBezTo>
                    <a:pt x="104" y="103"/>
                    <a:pt x="103" y="103"/>
                    <a:pt x="101" y="102"/>
                  </a:cubicBezTo>
                  <a:cubicBezTo>
                    <a:pt x="96" y="99"/>
                    <a:pt x="90" y="95"/>
                    <a:pt x="86" y="90"/>
                  </a:cubicBezTo>
                  <a:cubicBezTo>
                    <a:pt x="60" y="58"/>
                    <a:pt x="26" y="35"/>
                    <a:pt x="0" y="0"/>
                  </a:cubicBezTo>
                  <a:cubicBezTo>
                    <a:pt x="29" y="0"/>
                    <a:pt x="34" y="3"/>
                    <a:pt x="66" y="35"/>
                  </a:cubicBezTo>
                  <a:cubicBezTo>
                    <a:pt x="97" y="66"/>
                    <a:pt x="104" y="75"/>
                    <a:pt x="106"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8"/>
            <p:cNvSpPr/>
            <p:nvPr/>
          </p:nvSpPr>
          <p:spPr>
            <a:xfrm>
              <a:off x="7566480" y="1253880"/>
              <a:ext cx="33840" cy="32040"/>
            </a:xfrm>
            <a:custGeom>
              <a:rect b="b" l="l" r="r" t="t"/>
              <a:pathLst>
                <a:path extrusionOk="0" h="89" w="94">
                  <a:moveTo>
                    <a:pt x="5" y="38"/>
                  </a:moveTo>
                  <a:lnTo>
                    <a:pt x="0" y="0"/>
                  </a:lnTo>
                  <a:cubicBezTo>
                    <a:pt x="9" y="0"/>
                    <a:pt x="14" y="0"/>
                    <a:pt x="17" y="2"/>
                  </a:cubicBezTo>
                  <a:cubicBezTo>
                    <a:pt x="23" y="7"/>
                    <a:pt x="29" y="13"/>
                    <a:pt x="33" y="20"/>
                  </a:cubicBezTo>
                  <a:cubicBezTo>
                    <a:pt x="45" y="36"/>
                    <a:pt x="60" y="50"/>
                    <a:pt x="77" y="60"/>
                  </a:cubicBezTo>
                  <a:cubicBezTo>
                    <a:pt x="81" y="62"/>
                    <a:pt x="84" y="64"/>
                    <a:pt x="88" y="65"/>
                  </a:cubicBezTo>
                  <a:cubicBezTo>
                    <a:pt x="91" y="65"/>
                    <a:pt x="93" y="74"/>
                    <a:pt x="91" y="78"/>
                  </a:cubicBezTo>
                  <a:cubicBezTo>
                    <a:pt x="91" y="79"/>
                    <a:pt x="91" y="79"/>
                    <a:pt x="90" y="80"/>
                  </a:cubicBezTo>
                  <a:cubicBezTo>
                    <a:pt x="88" y="83"/>
                    <a:pt x="87" y="84"/>
                    <a:pt x="85" y="86"/>
                  </a:cubicBezTo>
                  <a:cubicBezTo>
                    <a:pt x="84" y="87"/>
                    <a:pt x="83" y="87"/>
                    <a:pt x="82" y="87"/>
                  </a:cubicBezTo>
                  <a:cubicBezTo>
                    <a:pt x="80" y="88"/>
                    <a:pt x="77" y="88"/>
                    <a:pt x="75" y="88"/>
                  </a:cubicBezTo>
                  <a:cubicBezTo>
                    <a:pt x="71" y="88"/>
                    <a:pt x="67" y="87"/>
                    <a:pt x="63" y="85"/>
                  </a:cubicBezTo>
                  <a:cubicBezTo>
                    <a:pt x="52" y="78"/>
                    <a:pt x="42" y="71"/>
                    <a:pt x="32" y="62"/>
                  </a:cubicBezTo>
                  <a:cubicBezTo>
                    <a:pt x="22" y="54"/>
                    <a:pt x="13" y="46"/>
                    <a:pt x="4" y="37"/>
                  </a:cubicBezTo>
                  <a:lnTo>
                    <a:pt x="5" y="3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8"/>
            <p:cNvSpPr/>
            <p:nvPr/>
          </p:nvSpPr>
          <p:spPr>
            <a:xfrm>
              <a:off x="7673400" y="1411920"/>
              <a:ext cx="22680" cy="29520"/>
            </a:xfrm>
            <a:custGeom>
              <a:rect b="b" l="l" r="r" t="t"/>
              <a:pathLst>
                <a:path extrusionOk="0" h="82" w="63">
                  <a:moveTo>
                    <a:pt x="16" y="0"/>
                  </a:moveTo>
                  <a:lnTo>
                    <a:pt x="29" y="48"/>
                  </a:lnTo>
                  <a:lnTo>
                    <a:pt x="61" y="30"/>
                  </a:lnTo>
                  <a:cubicBezTo>
                    <a:pt x="62" y="32"/>
                    <a:pt x="62" y="34"/>
                    <a:pt x="62" y="36"/>
                  </a:cubicBezTo>
                  <a:cubicBezTo>
                    <a:pt x="62" y="44"/>
                    <a:pt x="59" y="52"/>
                    <a:pt x="55" y="60"/>
                  </a:cubicBezTo>
                  <a:cubicBezTo>
                    <a:pt x="51" y="67"/>
                    <a:pt x="45" y="74"/>
                    <a:pt x="37" y="78"/>
                  </a:cubicBezTo>
                  <a:cubicBezTo>
                    <a:pt x="36" y="79"/>
                    <a:pt x="36" y="79"/>
                    <a:pt x="35" y="80"/>
                  </a:cubicBezTo>
                  <a:cubicBezTo>
                    <a:pt x="32" y="81"/>
                    <a:pt x="29" y="81"/>
                    <a:pt x="26" y="81"/>
                  </a:cubicBezTo>
                  <a:cubicBezTo>
                    <a:pt x="22" y="81"/>
                    <a:pt x="18" y="80"/>
                    <a:pt x="14" y="78"/>
                  </a:cubicBezTo>
                  <a:cubicBezTo>
                    <a:pt x="10" y="76"/>
                    <a:pt x="8" y="73"/>
                    <a:pt x="6" y="70"/>
                  </a:cubicBezTo>
                  <a:cubicBezTo>
                    <a:pt x="5" y="68"/>
                    <a:pt x="4" y="67"/>
                    <a:pt x="4" y="65"/>
                  </a:cubicBezTo>
                  <a:cubicBezTo>
                    <a:pt x="1" y="58"/>
                    <a:pt x="0" y="51"/>
                    <a:pt x="0" y="43"/>
                  </a:cubicBezTo>
                  <a:cubicBezTo>
                    <a:pt x="0" y="32"/>
                    <a:pt x="3" y="20"/>
                    <a:pt x="9" y="10"/>
                  </a:cubicBezTo>
                  <a:cubicBezTo>
                    <a:pt x="11" y="7"/>
                    <a:pt x="13" y="3"/>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8"/>
            <p:cNvSpPr/>
            <p:nvPr/>
          </p:nvSpPr>
          <p:spPr>
            <a:xfrm>
              <a:off x="7739640" y="1419120"/>
              <a:ext cx="20880" cy="30240"/>
            </a:xfrm>
            <a:custGeom>
              <a:rect b="b" l="l" r="r" t="t"/>
              <a:pathLst>
                <a:path extrusionOk="0" h="84" w="58">
                  <a:moveTo>
                    <a:pt x="6" y="0"/>
                  </a:moveTo>
                  <a:lnTo>
                    <a:pt x="24" y="33"/>
                  </a:lnTo>
                  <a:cubicBezTo>
                    <a:pt x="43" y="29"/>
                    <a:pt x="36" y="4"/>
                    <a:pt x="57" y="0"/>
                  </a:cubicBezTo>
                  <a:cubicBezTo>
                    <a:pt x="57" y="3"/>
                    <a:pt x="57" y="6"/>
                    <a:pt x="57" y="9"/>
                  </a:cubicBezTo>
                  <a:cubicBezTo>
                    <a:pt x="57" y="32"/>
                    <a:pt x="52" y="54"/>
                    <a:pt x="41" y="74"/>
                  </a:cubicBezTo>
                  <a:cubicBezTo>
                    <a:pt x="39" y="76"/>
                    <a:pt x="37" y="77"/>
                    <a:pt x="34" y="79"/>
                  </a:cubicBezTo>
                  <a:cubicBezTo>
                    <a:pt x="30" y="81"/>
                    <a:pt x="26" y="83"/>
                    <a:pt x="21" y="83"/>
                  </a:cubicBezTo>
                  <a:cubicBezTo>
                    <a:pt x="19" y="82"/>
                    <a:pt x="17" y="82"/>
                    <a:pt x="16" y="81"/>
                  </a:cubicBezTo>
                  <a:cubicBezTo>
                    <a:pt x="13" y="79"/>
                    <a:pt x="10" y="77"/>
                    <a:pt x="9" y="74"/>
                  </a:cubicBezTo>
                  <a:cubicBezTo>
                    <a:pt x="8" y="73"/>
                    <a:pt x="8" y="72"/>
                    <a:pt x="8" y="72"/>
                  </a:cubicBezTo>
                  <a:cubicBezTo>
                    <a:pt x="3" y="60"/>
                    <a:pt x="0" y="47"/>
                    <a:pt x="0" y="34"/>
                  </a:cubicBezTo>
                  <a:cubicBezTo>
                    <a:pt x="0" y="23"/>
                    <a:pt x="2" y="11"/>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8"/>
            <p:cNvSpPr/>
            <p:nvPr/>
          </p:nvSpPr>
          <p:spPr>
            <a:xfrm>
              <a:off x="8130600" y="1843200"/>
              <a:ext cx="59040" cy="49680"/>
            </a:xfrm>
            <a:custGeom>
              <a:rect b="b" l="l" r="r" t="t"/>
              <a:pathLst>
                <a:path extrusionOk="0" h="138" w="164">
                  <a:moveTo>
                    <a:pt x="32" y="33"/>
                  </a:moveTo>
                  <a:cubicBezTo>
                    <a:pt x="32" y="33"/>
                    <a:pt x="35" y="31"/>
                    <a:pt x="35" y="32"/>
                  </a:cubicBezTo>
                  <a:cubicBezTo>
                    <a:pt x="40" y="33"/>
                    <a:pt x="44" y="35"/>
                    <a:pt x="49" y="38"/>
                  </a:cubicBezTo>
                  <a:cubicBezTo>
                    <a:pt x="50" y="38"/>
                    <a:pt x="51" y="39"/>
                    <a:pt x="52" y="40"/>
                  </a:cubicBezTo>
                  <a:cubicBezTo>
                    <a:pt x="88" y="69"/>
                    <a:pt x="124" y="99"/>
                    <a:pt x="163" y="130"/>
                  </a:cubicBezTo>
                  <a:cubicBezTo>
                    <a:pt x="155" y="133"/>
                    <a:pt x="150" y="137"/>
                    <a:pt x="148" y="135"/>
                  </a:cubicBezTo>
                  <a:cubicBezTo>
                    <a:pt x="145" y="134"/>
                    <a:pt x="143" y="132"/>
                    <a:pt x="140" y="131"/>
                  </a:cubicBezTo>
                  <a:cubicBezTo>
                    <a:pt x="98" y="107"/>
                    <a:pt x="61" y="75"/>
                    <a:pt x="31" y="38"/>
                  </a:cubicBezTo>
                  <a:cubicBezTo>
                    <a:pt x="0" y="0"/>
                    <a:pt x="31" y="35"/>
                    <a:pt x="32"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8"/>
            <p:cNvSpPr/>
            <p:nvPr/>
          </p:nvSpPr>
          <p:spPr>
            <a:xfrm>
              <a:off x="7765200" y="1401120"/>
              <a:ext cx="23400" cy="26280"/>
            </a:xfrm>
            <a:custGeom>
              <a:rect b="b" l="l" r="r" t="t"/>
              <a:pathLst>
                <a:path extrusionOk="0" h="73" w="65">
                  <a:moveTo>
                    <a:pt x="64" y="0"/>
                  </a:moveTo>
                  <a:cubicBezTo>
                    <a:pt x="64" y="4"/>
                    <a:pt x="64" y="8"/>
                    <a:pt x="64" y="12"/>
                  </a:cubicBezTo>
                  <a:cubicBezTo>
                    <a:pt x="64" y="28"/>
                    <a:pt x="60" y="45"/>
                    <a:pt x="52" y="59"/>
                  </a:cubicBezTo>
                  <a:lnTo>
                    <a:pt x="51" y="60"/>
                  </a:lnTo>
                  <a:cubicBezTo>
                    <a:pt x="49" y="64"/>
                    <a:pt x="46" y="67"/>
                    <a:pt x="42" y="69"/>
                  </a:cubicBezTo>
                  <a:cubicBezTo>
                    <a:pt x="38" y="71"/>
                    <a:pt x="34" y="72"/>
                    <a:pt x="30" y="72"/>
                  </a:cubicBezTo>
                  <a:cubicBezTo>
                    <a:pt x="26" y="72"/>
                    <a:pt x="22" y="71"/>
                    <a:pt x="18" y="69"/>
                  </a:cubicBezTo>
                  <a:cubicBezTo>
                    <a:pt x="14" y="67"/>
                    <a:pt x="11" y="64"/>
                    <a:pt x="9" y="60"/>
                  </a:cubicBezTo>
                  <a:lnTo>
                    <a:pt x="9" y="59"/>
                  </a:lnTo>
                  <a:cubicBezTo>
                    <a:pt x="8" y="58"/>
                    <a:pt x="8" y="58"/>
                    <a:pt x="7" y="57"/>
                  </a:cubicBezTo>
                  <a:cubicBezTo>
                    <a:pt x="3" y="49"/>
                    <a:pt x="0" y="40"/>
                    <a:pt x="0" y="30"/>
                  </a:cubicBezTo>
                  <a:cubicBezTo>
                    <a:pt x="0" y="24"/>
                    <a:pt x="1" y="18"/>
                    <a:pt x="3" y="13"/>
                  </a:cubicBezTo>
                  <a:cubicBezTo>
                    <a:pt x="3" y="11"/>
                    <a:pt x="9" y="10"/>
                    <a:pt x="14" y="8"/>
                  </a:cubicBezTo>
                  <a:cubicBezTo>
                    <a:pt x="17" y="13"/>
                    <a:pt x="20" y="18"/>
                    <a:pt x="23" y="23"/>
                  </a:cubicBezTo>
                  <a:cubicBezTo>
                    <a:pt x="26" y="28"/>
                    <a:pt x="28" y="30"/>
                    <a:pt x="33" y="35"/>
                  </a:cubicBezTo>
                  <a:lnTo>
                    <a:pt x="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8"/>
            <p:cNvSpPr/>
            <p:nvPr/>
          </p:nvSpPr>
          <p:spPr>
            <a:xfrm>
              <a:off x="7713360" y="1325520"/>
              <a:ext cx="29520" cy="40680"/>
            </a:xfrm>
            <a:custGeom>
              <a:rect b="b" l="l" r="r" t="t"/>
              <a:pathLst>
                <a:path extrusionOk="0" h="113" w="82">
                  <a:moveTo>
                    <a:pt x="8" y="0"/>
                  </a:moveTo>
                  <a:cubicBezTo>
                    <a:pt x="28" y="22"/>
                    <a:pt x="47" y="46"/>
                    <a:pt x="61" y="71"/>
                  </a:cubicBezTo>
                  <a:cubicBezTo>
                    <a:pt x="69" y="85"/>
                    <a:pt x="75" y="98"/>
                    <a:pt x="81" y="112"/>
                  </a:cubicBezTo>
                  <a:cubicBezTo>
                    <a:pt x="69" y="111"/>
                    <a:pt x="63" y="112"/>
                    <a:pt x="61" y="109"/>
                  </a:cubicBezTo>
                  <a:cubicBezTo>
                    <a:pt x="41" y="77"/>
                    <a:pt x="21" y="45"/>
                    <a:pt x="1" y="13"/>
                  </a:cubicBezTo>
                  <a:cubicBezTo>
                    <a:pt x="0" y="12"/>
                    <a:pt x="3" y="8"/>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8"/>
            <p:cNvSpPr/>
            <p:nvPr/>
          </p:nvSpPr>
          <p:spPr>
            <a:xfrm>
              <a:off x="7647840" y="1182600"/>
              <a:ext cx="30240" cy="26280"/>
            </a:xfrm>
            <a:custGeom>
              <a:rect b="b" l="l" r="r" t="t"/>
              <a:pathLst>
                <a:path extrusionOk="0" h="73" w="84">
                  <a:moveTo>
                    <a:pt x="39" y="2"/>
                  </a:moveTo>
                  <a:lnTo>
                    <a:pt x="33" y="16"/>
                  </a:lnTo>
                  <a:cubicBezTo>
                    <a:pt x="43" y="39"/>
                    <a:pt x="80" y="37"/>
                    <a:pt x="83" y="68"/>
                  </a:cubicBezTo>
                  <a:cubicBezTo>
                    <a:pt x="83" y="68"/>
                    <a:pt x="81" y="70"/>
                    <a:pt x="80" y="72"/>
                  </a:cubicBezTo>
                  <a:cubicBezTo>
                    <a:pt x="66" y="67"/>
                    <a:pt x="52" y="62"/>
                    <a:pt x="39" y="54"/>
                  </a:cubicBezTo>
                  <a:cubicBezTo>
                    <a:pt x="30" y="48"/>
                    <a:pt x="21" y="42"/>
                    <a:pt x="12" y="35"/>
                  </a:cubicBezTo>
                  <a:cubicBezTo>
                    <a:pt x="8" y="30"/>
                    <a:pt x="4" y="25"/>
                    <a:pt x="1" y="20"/>
                  </a:cubicBezTo>
                  <a:cubicBezTo>
                    <a:pt x="1" y="19"/>
                    <a:pt x="0" y="18"/>
                    <a:pt x="0" y="18"/>
                  </a:cubicBezTo>
                  <a:cubicBezTo>
                    <a:pt x="11" y="0"/>
                    <a:pt x="28" y="9"/>
                    <a:pt x="40" y="3"/>
                  </a:cubicBezTo>
                  <a:lnTo>
                    <a:pt x="39"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8"/>
            <p:cNvSpPr/>
            <p:nvPr/>
          </p:nvSpPr>
          <p:spPr>
            <a:xfrm>
              <a:off x="7721640" y="1551600"/>
              <a:ext cx="27360" cy="24480"/>
            </a:xfrm>
            <a:custGeom>
              <a:rect b="b" l="l" r="r" t="t"/>
              <a:pathLst>
                <a:path extrusionOk="0" h="68" w="76">
                  <a:moveTo>
                    <a:pt x="1" y="32"/>
                  </a:moveTo>
                  <a:cubicBezTo>
                    <a:pt x="1" y="31"/>
                    <a:pt x="1" y="29"/>
                    <a:pt x="1" y="28"/>
                  </a:cubicBezTo>
                  <a:cubicBezTo>
                    <a:pt x="1" y="22"/>
                    <a:pt x="2" y="17"/>
                    <a:pt x="5" y="12"/>
                  </a:cubicBezTo>
                  <a:cubicBezTo>
                    <a:pt x="8" y="7"/>
                    <a:pt x="12" y="3"/>
                    <a:pt x="17" y="1"/>
                  </a:cubicBezTo>
                  <a:lnTo>
                    <a:pt x="17" y="0"/>
                  </a:lnTo>
                  <a:cubicBezTo>
                    <a:pt x="18" y="0"/>
                    <a:pt x="19" y="0"/>
                    <a:pt x="19" y="0"/>
                  </a:cubicBezTo>
                  <a:cubicBezTo>
                    <a:pt x="24" y="0"/>
                    <a:pt x="28" y="1"/>
                    <a:pt x="33" y="4"/>
                  </a:cubicBezTo>
                  <a:cubicBezTo>
                    <a:pt x="37" y="7"/>
                    <a:pt x="40" y="9"/>
                    <a:pt x="42" y="13"/>
                  </a:cubicBezTo>
                  <a:cubicBezTo>
                    <a:pt x="43" y="14"/>
                    <a:pt x="43" y="15"/>
                    <a:pt x="44" y="16"/>
                  </a:cubicBezTo>
                  <a:cubicBezTo>
                    <a:pt x="51" y="29"/>
                    <a:pt x="62" y="25"/>
                    <a:pt x="74" y="30"/>
                  </a:cubicBezTo>
                  <a:cubicBezTo>
                    <a:pt x="75" y="33"/>
                    <a:pt x="75" y="35"/>
                    <a:pt x="75" y="38"/>
                  </a:cubicBezTo>
                  <a:cubicBezTo>
                    <a:pt x="75" y="41"/>
                    <a:pt x="75" y="44"/>
                    <a:pt x="74" y="47"/>
                  </a:cubicBezTo>
                  <a:cubicBezTo>
                    <a:pt x="67" y="64"/>
                    <a:pt x="52" y="67"/>
                    <a:pt x="42" y="53"/>
                  </a:cubicBezTo>
                  <a:cubicBezTo>
                    <a:pt x="32" y="39"/>
                    <a:pt x="29" y="31"/>
                    <a:pt x="23" y="20"/>
                  </a:cubicBezTo>
                  <a:cubicBezTo>
                    <a:pt x="11" y="14"/>
                    <a:pt x="7" y="26"/>
                    <a:pt x="0" y="31"/>
                  </a:cubicBezTo>
                  <a:lnTo>
                    <a:pt x="1"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8"/>
            <p:cNvSpPr/>
            <p:nvPr/>
          </p:nvSpPr>
          <p:spPr>
            <a:xfrm>
              <a:off x="7591320" y="1253520"/>
              <a:ext cx="27720" cy="20880"/>
            </a:xfrm>
            <a:custGeom>
              <a:rect b="b" l="l" r="r" t="t"/>
              <a:pathLst>
                <a:path extrusionOk="0" h="58" w="77">
                  <a:moveTo>
                    <a:pt x="16" y="0"/>
                  </a:moveTo>
                  <a:cubicBezTo>
                    <a:pt x="17" y="0"/>
                    <a:pt x="17" y="0"/>
                    <a:pt x="17" y="0"/>
                  </a:cubicBezTo>
                  <a:cubicBezTo>
                    <a:pt x="20" y="0"/>
                    <a:pt x="24" y="1"/>
                    <a:pt x="28" y="3"/>
                  </a:cubicBezTo>
                  <a:cubicBezTo>
                    <a:pt x="43" y="13"/>
                    <a:pt x="59" y="24"/>
                    <a:pt x="74" y="36"/>
                  </a:cubicBezTo>
                  <a:cubicBezTo>
                    <a:pt x="74" y="37"/>
                    <a:pt x="74" y="37"/>
                    <a:pt x="74" y="37"/>
                  </a:cubicBezTo>
                  <a:cubicBezTo>
                    <a:pt x="75" y="39"/>
                    <a:pt x="76" y="42"/>
                    <a:pt x="76" y="44"/>
                  </a:cubicBezTo>
                  <a:cubicBezTo>
                    <a:pt x="76" y="46"/>
                    <a:pt x="76" y="48"/>
                    <a:pt x="75" y="49"/>
                  </a:cubicBezTo>
                  <a:cubicBezTo>
                    <a:pt x="73" y="53"/>
                    <a:pt x="67" y="57"/>
                    <a:pt x="64" y="56"/>
                  </a:cubicBezTo>
                  <a:cubicBezTo>
                    <a:pt x="54" y="53"/>
                    <a:pt x="44" y="49"/>
                    <a:pt x="36" y="44"/>
                  </a:cubicBezTo>
                  <a:cubicBezTo>
                    <a:pt x="24" y="37"/>
                    <a:pt x="14" y="29"/>
                    <a:pt x="5" y="19"/>
                  </a:cubicBezTo>
                  <a:cubicBezTo>
                    <a:pt x="0" y="14"/>
                    <a:pt x="7" y="1"/>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8"/>
            <p:cNvSpPr/>
            <p:nvPr/>
          </p:nvSpPr>
          <p:spPr>
            <a:xfrm>
              <a:off x="7713360" y="1441080"/>
              <a:ext cx="16560" cy="21600"/>
            </a:xfrm>
            <a:custGeom>
              <a:rect b="b" l="l" r="r" t="t"/>
              <a:pathLst>
                <a:path extrusionOk="0" h="60" w="46">
                  <a:moveTo>
                    <a:pt x="3" y="0"/>
                  </a:moveTo>
                  <a:lnTo>
                    <a:pt x="41" y="11"/>
                  </a:lnTo>
                  <a:cubicBezTo>
                    <a:pt x="43" y="16"/>
                    <a:pt x="45" y="21"/>
                    <a:pt x="45" y="27"/>
                  </a:cubicBezTo>
                  <a:cubicBezTo>
                    <a:pt x="45" y="34"/>
                    <a:pt x="43" y="40"/>
                    <a:pt x="40" y="46"/>
                  </a:cubicBezTo>
                  <a:cubicBezTo>
                    <a:pt x="39" y="47"/>
                    <a:pt x="39" y="47"/>
                    <a:pt x="38" y="48"/>
                  </a:cubicBezTo>
                  <a:cubicBezTo>
                    <a:pt x="36" y="52"/>
                    <a:pt x="33" y="54"/>
                    <a:pt x="30" y="56"/>
                  </a:cubicBezTo>
                  <a:cubicBezTo>
                    <a:pt x="28" y="57"/>
                    <a:pt x="26" y="58"/>
                    <a:pt x="24" y="59"/>
                  </a:cubicBezTo>
                  <a:cubicBezTo>
                    <a:pt x="21" y="58"/>
                    <a:pt x="18" y="57"/>
                    <a:pt x="15" y="56"/>
                  </a:cubicBezTo>
                  <a:cubicBezTo>
                    <a:pt x="12" y="54"/>
                    <a:pt x="10" y="52"/>
                    <a:pt x="8" y="50"/>
                  </a:cubicBezTo>
                  <a:cubicBezTo>
                    <a:pt x="8" y="49"/>
                    <a:pt x="8" y="49"/>
                    <a:pt x="7" y="48"/>
                  </a:cubicBezTo>
                  <a:cubicBezTo>
                    <a:pt x="2" y="40"/>
                    <a:pt x="0" y="30"/>
                    <a:pt x="0" y="20"/>
                  </a:cubicBezTo>
                  <a:cubicBezTo>
                    <a:pt x="0" y="13"/>
                    <a:pt x="1" y="6"/>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8"/>
            <p:cNvSpPr/>
            <p:nvPr/>
          </p:nvSpPr>
          <p:spPr>
            <a:xfrm>
              <a:off x="7674840" y="1731600"/>
              <a:ext cx="18360" cy="23760"/>
            </a:xfrm>
            <a:custGeom>
              <a:rect b="b" l="l" r="r" t="t"/>
              <a:pathLst>
                <a:path extrusionOk="0" h="66" w="51">
                  <a:moveTo>
                    <a:pt x="11" y="0"/>
                  </a:moveTo>
                  <a:cubicBezTo>
                    <a:pt x="23" y="9"/>
                    <a:pt x="35" y="19"/>
                    <a:pt x="46" y="30"/>
                  </a:cubicBezTo>
                  <a:cubicBezTo>
                    <a:pt x="46" y="31"/>
                    <a:pt x="46" y="31"/>
                    <a:pt x="46" y="31"/>
                  </a:cubicBezTo>
                  <a:cubicBezTo>
                    <a:pt x="49" y="36"/>
                    <a:pt x="50" y="42"/>
                    <a:pt x="50" y="47"/>
                  </a:cubicBezTo>
                  <a:cubicBezTo>
                    <a:pt x="50" y="49"/>
                    <a:pt x="50" y="51"/>
                    <a:pt x="50" y="52"/>
                  </a:cubicBezTo>
                  <a:cubicBezTo>
                    <a:pt x="50" y="54"/>
                    <a:pt x="49" y="56"/>
                    <a:pt x="48" y="57"/>
                  </a:cubicBezTo>
                  <a:cubicBezTo>
                    <a:pt x="47" y="60"/>
                    <a:pt x="44" y="62"/>
                    <a:pt x="42" y="63"/>
                  </a:cubicBezTo>
                  <a:cubicBezTo>
                    <a:pt x="39" y="64"/>
                    <a:pt x="37" y="65"/>
                    <a:pt x="34" y="65"/>
                  </a:cubicBezTo>
                  <a:cubicBezTo>
                    <a:pt x="32" y="65"/>
                    <a:pt x="30" y="65"/>
                    <a:pt x="28" y="64"/>
                  </a:cubicBezTo>
                  <a:cubicBezTo>
                    <a:pt x="8" y="54"/>
                    <a:pt x="0" y="29"/>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8"/>
            <p:cNvSpPr/>
            <p:nvPr/>
          </p:nvSpPr>
          <p:spPr>
            <a:xfrm>
              <a:off x="8208360" y="1752840"/>
              <a:ext cx="29880" cy="23400"/>
            </a:xfrm>
            <a:custGeom>
              <a:rect b="b" l="l" r="r" t="t"/>
              <a:pathLst>
                <a:path extrusionOk="0" h="65" w="83">
                  <a:moveTo>
                    <a:pt x="82" y="64"/>
                  </a:moveTo>
                  <a:cubicBezTo>
                    <a:pt x="69" y="61"/>
                    <a:pt x="56" y="56"/>
                    <a:pt x="44" y="49"/>
                  </a:cubicBezTo>
                  <a:cubicBezTo>
                    <a:pt x="27" y="39"/>
                    <a:pt x="11" y="25"/>
                    <a:pt x="0" y="8"/>
                  </a:cubicBezTo>
                  <a:cubicBezTo>
                    <a:pt x="24" y="0"/>
                    <a:pt x="41" y="12"/>
                    <a:pt x="82"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8"/>
            <p:cNvSpPr/>
            <p:nvPr/>
          </p:nvSpPr>
          <p:spPr>
            <a:xfrm>
              <a:off x="7582320" y="1144440"/>
              <a:ext cx="33480" cy="10800"/>
            </a:xfrm>
            <a:custGeom>
              <a:rect b="b" l="l" r="r" t="t"/>
              <a:pathLst>
                <a:path extrusionOk="0" h="30" w="93">
                  <a:moveTo>
                    <a:pt x="0" y="17"/>
                  </a:moveTo>
                  <a:cubicBezTo>
                    <a:pt x="30" y="7"/>
                    <a:pt x="61" y="2"/>
                    <a:pt x="92" y="0"/>
                  </a:cubicBezTo>
                  <a:cubicBezTo>
                    <a:pt x="84" y="9"/>
                    <a:pt x="80" y="15"/>
                    <a:pt x="76" y="16"/>
                  </a:cubicBezTo>
                  <a:cubicBezTo>
                    <a:pt x="55" y="21"/>
                    <a:pt x="33" y="25"/>
                    <a:pt x="11" y="28"/>
                  </a:cubicBezTo>
                  <a:cubicBezTo>
                    <a:pt x="8" y="29"/>
                    <a:pt x="5" y="23"/>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8"/>
            <p:cNvSpPr/>
            <p:nvPr/>
          </p:nvSpPr>
          <p:spPr>
            <a:xfrm>
              <a:off x="7577640" y="1175040"/>
              <a:ext cx="27000" cy="14040"/>
            </a:xfrm>
            <a:custGeom>
              <a:rect b="b" l="l" r="r" t="t"/>
              <a:pathLst>
                <a:path extrusionOk="0" h="39" w="75">
                  <a:moveTo>
                    <a:pt x="74" y="15"/>
                  </a:moveTo>
                  <a:cubicBezTo>
                    <a:pt x="38" y="37"/>
                    <a:pt x="24" y="38"/>
                    <a:pt x="4" y="20"/>
                  </a:cubicBezTo>
                  <a:cubicBezTo>
                    <a:pt x="3" y="19"/>
                    <a:pt x="3" y="18"/>
                    <a:pt x="2" y="17"/>
                  </a:cubicBezTo>
                  <a:cubicBezTo>
                    <a:pt x="1" y="15"/>
                    <a:pt x="0" y="13"/>
                    <a:pt x="0" y="10"/>
                  </a:cubicBezTo>
                  <a:cubicBezTo>
                    <a:pt x="0" y="9"/>
                    <a:pt x="1" y="8"/>
                    <a:pt x="1" y="7"/>
                  </a:cubicBezTo>
                  <a:lnTo>
                    <a:pt x="1" y="6"/>
                  </a:lnTo>
                  <a:cubicBezTo>
                    <a:pt x="2" y="4"/>
                    <a:pt x="4" y="3"/>
                    <a:pt x="6" y="2"/>
                  </a:cubicBezTo>
                  <a:cubicBezTo>
                    <a:pt x="8" y="1"/>
                    <a:pt x="9" y="0"/>
                    <a:pt x="11" y="0"/>
                  </a:cubicBezTo>
                  <a:cubicBezTo>
                    <a:pt x="21" y="2"/>
                    <a:pt x="30" y="6"/>
                    <a:pt x="38" y="8"/>
                  </a:cubicBezTo>
                  <a:cubicBezTo>
                    <a:pt x="46" y="10"/>
                    <a:pt x="57" y="11"/>
                    <a:pt x="7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8"/>
            <p:cNvSpPr/>
            <p:nvPr/>
          </p:nvSpPr>
          <p:spPr>
            <a:xfrm>
              <a:off x="7499520" y="1171080"/>
              <a:ext cx="16920" cy="29880"/>
            </a:xfrm>
            <a:custGeom>
              <a:rect b="b" l="l" r="r" t="t"/>
              <a:pathLst>
                <a:path extrusionOk="0" h="83" w="47">
                  <a:moveTo>
                    <a:pt x="46" y="18"/>
                  </a:moveTo>
                  <a:cubicBezTo>
                    <a:pt x="30" y="26"/>
                    <a:pt x="29" y="45"/>
                    <a:pt x="20" y="57"/>
                  </a:cubicBezTo>
                  <a:cubicBezTo>
                    <a:pt x="15" y="64"/>
                    <a:pt x="10" y="72"/>
                    <a:pt x="2" y="82"/>
                  </a:cubicBezTo>
                  <a:cubicBezTo>
                    <a:pt x="0" y="49"/>
                    <a:pt x="10" y="29"/>
                    <a:pt x="41" y="0"/>
                  </a:cubicBezTo>
                  <a:lnTo>
                    <a:pt x="45" y="20"/>
                  </a:lnTo>
                  <a:lnTo>
                    <a:pt x="46"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8"/>
            <p:cNvSpPr/>
            <p:nvPr/>
          </p:nvSpPr>
          <p:spPr>
            <a:xfrm>
              <a:off x="7549920" y="1149480"/>
              <a:ext cx="22320" cy="14040"/>
            </a:xfrm>
            <a:custGeom>
              <a:rect b="b" l="l" r="r" t="t"/>
              <a:pathLst>
                <a:path extrusionOk="0" h="39" w="62">
                  <a:moveTo>
                    <a:pt x="61" y="0"/>
                  </a:moveTo>
                  <a:lnTo>
                    <a:pt x="17" y="38"/>
                  </a:lnTo>
                  <a:cubicBezTo>
                    <a:pt x="4" y="37"/>
                    <a:pt x="0" y="30"/>
                    <a:pt x="4" y="22"/>
                  </a:cubicBezTo>
                  <a:cubicBezTo>
                    <a:pt x="12" y="3"/>
                    <a:pt x="15" y="3"/>
                    <a:pt x="6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8"/>
            <p:cNvSpPr/>
            <p:nvPr/>
          </p:nvSpPr>
          <p:spPr>
            <a:xfrm>
              <a:off x="7516080" y="1159200"/>
              <a:ext cx="14760" cy="29520"/>
            </a:xfrm>
            <a:custGeom>
              <a:rect b="b" l="l" r="r" t="t"/>
              <a:pathLst>
                <a:path extrusionOk="0" h="82" w="41">
                  <a:moveTo>
                    <a:pt x="0" y="53"/>
                  </a:moveTo>
                  <a:cubicBezTo>
                    <a:pt x="2" y="48"/>
                    <a:pt x="4" y="43"/>
                    <a:pt x="7" y="39"/>
                  </a:cubicBezTo>
                  <a:cubicBezTo>
                    <a:pt x="15" y="25"/>
                    <a:pt x="24" y="12"/>
                    <a:pt x="35" y="0"/>
                  </a:cubicBezTo>
                  <a:cubicBezTo>
                    <a:pt x="37" y="8"/>
                    <a:pt x="40" y="11"/>
                    <a:pt x="39" y="13"/>
                  </a:cubicBezTo>
                  <a:cubicBezTo>
                    <a:pt x="31" y="33"/>
                    <a:pt x="22" y="54"/>
                    <a:pt x="10" y="81"/>
                  </a:cubicBezTo>
                  <a:lnTo>
                    <a:pt x="0" y="50"/>
                  </a:lnTo>
                  <a:lnTo>
                    <a:pt x="0" y="5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8"/>
            <p:cNvSpPr/>
            <p:nvPr/>
          </p:nvSpPr>
          <p:spPr>
            <a:xfrm>
              <a:off x="7592400" y="1211400"/>
              <a:ext cx="15120" cy="21600"/>
            </a:xfrm>
            <a:custGeom>
              <a:rect b="b" l="l" r="r" t="t"/>
              <a:pathLst>
                <a:path extrusionOk="0" h="60" w="42">
                  <a:moveTo>
                    <a:pt x="32" y="0"/>
                  </a:moveTo>
                  <a:cubicBezTo>
                    <a:pt x="41" y="24"/>
                    <a:pt x="30" y="41"/>
                    <a:pt x="11" y="59"/>
                  </a:cubicBezTo>
                  <a:cubicBezTo>
                    <a:pt x="0" y="30"/>
                    <a:pt x="19" y="16"/>
                    <a:pt x="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8"/>
            <p:cNvSpPr/>
            <p:nvPr/>
          </p:nvSpPr>
          <p:spPr>
            <a:xfrm>
              <a:off x="7649640" y="1217160"/>
              <a:ext cx="10440" cy="18000"/>
            </a:xfrm>
            <a:custGeom>
              <a:rect b="b" l="l" r="r" t="t"/>
              <a:pathLst>
                <a:path extrusionOk="0" h="50" w="29">
                  <a:moveTo>
                    <a:pt x="2" y="0"/>
                  </a:moveTo>
                  <a:cubicBezTo>
                    <a:pt x="4" y="1"/>
                    <a:pt x="6" y="2"/>
                    <a:pt x="8" y="3"/>
                  </a:cubicBezTo>
                  <a:cubicBezTo>
                    <a:pt x="14" y="6"/>
                    <a:pt x="19" y="11"/>
                    <a:pt x="23" y="18"/>
                  </a:cubicBezTo>
                  <a:cubicBezTo>
                    <a:pt x="26" y="25"/>
                    <a:pt x="28" y="31"/>
                    <a:pt x="28" y="38"/>
                  </a:cubicBezTo>
                  <a:cubicBezTo>
                    <a:pt x="28" y="41"/>
                    <a:pt x="24" y="46"/>
                    <a:pt x="20" y="48"/>
                  </a:cubicBezTo>
                  <a:cubicBezTo>
                    <a:pt x="19" y="48"/>
                    <a:pt x="18" y="49"/>
                    <a:pt x="17" y="49"/>
                  </a:cubicBezTo>
                  <a:cubicBezTo>
                    <a:pt x="15" y="49"/>
                    <a:pt x="14" y="48"/>
                    <a:pt x="12" y="47"/>
                  </a:cubicBezTo>
                  <a:lnTo>
                    <a:pt x="11" y="47"/>
                  </a:lnTo>
                  <a:cubicBezTo>
                    <a:pt x="10" y="45"/>
                    <a:pt x="7" y="42"/>
                    <a:pt x="6" y="40"/>
                  </a:cubicBezTo>
                  <a:cubicBezTo>
                    <a:pt x="1" y="32"/>
                    <a:pt x="0" y="23"/>
                    <a:pt x="0" y="14"/>
                  </a:cubicBezTo>
                  <a:cubicBezTo>
                    <a:pt x="0" y="9"/>
                    <a:pt x="0" y="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8"/>
            <p:cNvSpPr/>
            <p:nvPr/>
          </p:nvSpPr>
          <p:spPr>
            <a:xfrm>
              <a:off x="7797240" y="1355760"/>
              <a:ext cx="15480" cy="13320"/>
            </a:xfrm>
            <a:custGeom>
              <a:rect b="b" l="l" r="r" t="t"/>
              <a:pathLst>
                <a:path extrusionOk="0" h="37" w="43">
                  <a:moveTo>
                    <a:pt x="2" y="0"/>
                  </a:moveTo>
                  <a:lnTo>
                    <a:pt x="42" y="16"/>
                  </a:lnTo>
                  <a:cubicBezTo>
                    <a:pt x="33" y="33"/>
                    <a:pt x="27" y="36"/>
                    <a:pt x="15" y="32"/>
                  </a:cubicBezTo>
                  <a:cubicBezTo>
                    <a:pt x="14" y="31"/>
                    <a:pt x="13" y="31"/>
                    <a:pt x="12" y="30"/>
                  </a:cubicBezTo>
                  <a:cubicBezTo>
                    <a:pt x="9" y="28"/>
                    <a:pt x="6" y="26"/>
                    <a:pt x="4" y="24"/>
                  </a:cubicBezTo>
                  <a:cubicBezTo>
                    <a:pt x="3" y="23"/>
                    <a:pt x="3" y="22"/>
                    <a:pt x="2" y="21"/>
                  </a:cubicBezTo>
                  <a:cubicBezTo>
                    <a:pt x="1" y="20"/>
                    <a:pt x="0" y="18"/>
                    <a:pt x="0" y="15"/>
                  </a:cubicBezTo>
                  <a:cubicBezTo>
                    <a:pt x="1" y="10"/>
                    <a:pt x="1" y="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8"/>
            <p:cNvSpPr/>
            <p:nvPr/>
          </p:nvSpPr>
          <p:spPr>
            <a:xfrm>
              <a:off x="7550640" y="1184760"/>
              <a:ext cx="12240" cy="10080"/>
            </a:xfrm>
            <a:custGeom>
              <a:rect b="b" l="l" r="r" t="t"/>
              <a:pathLst>
                <a:path extrusionOk="0" h="28" w="34">
                  <a:moveTo>
                    <a:pt x="33" y="9"/>
                  </a:moveTo>
                  <a:cubicBezTo>
                    <a:pt x="28" y="15"/>
                    <a:pt x="23" y="20"/>
                    <a:pt x="18" y="25"/>
                  </a:cubicBezTo>
                  <a:cubicBezTo>
                    <a:pt x="16" y="26"/>
                    <a:pt x="14" y="27"/>
                    <a:pt x="12" y="27"/>
                  </a:cubicBezTo>
                  <a:cubicBezTo>
                    <a:pt x="10" y="27"/>
                    <a:pt x="8" y="26"/>
                    <a:pt x="6" y="25"/>
                  </a:cubicBezTo>
                  <a:cubicBezTo>
                    <a:pt x="0" y="20"/>
                    <a:pt x="4" y="13"/>
                    <a:pt x="10" y="10"/>
                  </a:cubicBezTo>
                  <a:cubicBezTo>
                    <a:pt x="15" y="6"/>
                    <a:pt x="21" y="0"/>
                    <a:pt x="33"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8"/>
            <p:cNvSpPr/>
            <p:nvPr/>
          </p:nvSpPr>
          <p:spPr>
            <a:xfrm>
              <a:off x="7545600" y="1204920"/>
              <a:ext cx="7560" cy="9000"/>
            </a:xfrm>
            <a:custGeom>
              <a:rect b="b" l="l" r="r" t="t"/>
              <a:pathLst>
                <a:path extrusionOk="0" h="25" w="21">
                  <a:moveTo>
                    <a:pt x="13" y="0"/>
                  </a:moveTo>
                  <a:cubicBezTo>
                    <a:pt x="15" y="2"/>
                    <a:pt x="18" y="4"/>
                    <a:pt x="19" y="6"/>
                  </a:cubicBezTo>
                  <a:cubicBezTo>
                    <a:pt x="20" y="8"/>
                    <a:pt x="20" y="10"/>
                    <a:pt x="20" y="12"/>
                  </a:cubicBezTo>
                  <a:cubicBezTo>
                    <a:pt x="20" y="14"/>
                    <a:pt x="19" y="16"/>
                    <a:pt x="18" y="18"/>
                  </a:cubicBezTo>
                  <a:cubicBezTo>
                    <a:pt x="17" y="20"/>
                    <a:pt x="16" y="21"/>
                    <a:pt x="14" y="22"/>
                  </a:cubicBezTo>
                  <a:cubicBezTo>
                    <a:pt x="13" y="23"/>
                    <a:pt x="11" y="24"/>
                    <a:pt x="10" y="24"/>
                  </a:cubicBezTo>
                  <a:cubicBezTo>
                    <a:pt x="9" y="24"/>
                    <a:pt x="9" y="24"/>
                    <a:pt x="8" y="24"/>
                  </a:cubicBezTo>
                  <a:cubicBezTo>
                    <a:pt x="7" y="24"/>
                    <a:pt x="6" y="24"/>
                    <a:pt x="4" y="23"/>
                  </a:cubicBezTo>
                  <a:cubicBezTo>
                    <a:pt x="3" y="22"/>
                    <a:pt x="3" y="22"/>
                    <a:pt x="2" y="21"/>
                  </a:cubicBezTo>
                  <a:cubicBezTo>
                    <a:pt x="1" y="19"/>
                    <a:pt x="0" y="17"/>
                    <a:pt x="0" y="15"/>
                  </a:cubicBezTo>
                  <a:cubicBezTo>
                    <a:pt x="0" y="12"/>
                    <a:pt x="0" y="10"/>
                    <a:pt x="2" y="7"/>
                  </a:cubicBezTo>
                  <a:cubicBezTo>
                    <a:pt x="4" y="4"/>
                    <a:pt x="5" y="3"/>
                    <a:pt x="8" y="2"/>
                  </a:cubicBezTo>
                  <a:lnTo>
                    <a:pt x="9" y="2"/>
                  </a:lnTo>
                  <a:lnTo>
                    <a:pt x="1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8"/>
            <p:cNvSpPr/>
            <p:nvPr/>
          </p:nvSpPr>
          <p:spPr>
            <a:xfrm>
              <a:off x="7608240" y="1189080"/>
              <a:ext cx="3600" cy="2160"/>
            </a:xfrm>
            <a:custGeom>
              <a:rect b="b" l="l" r="r" t="t"/>
              <a:pathLst>
                <a:path extrusionOk="0" h="6" w="10">
                  <a:moveTo>
                    <a:pt x="8" y="5"/>
                  </a:moveTo>
                  <a:lnTo>
                    <a:pt x="0" y="0"/>
                  </a:lnTo>
                  <a:cubicBezTo>
                    <a:pt x="1" y="0"/>
                    <a:pt x="2" y="0"/>
                    <a:pt x="3" y="0"/>
                  </a:cubicBezTo>
                  <a:cubicBezTo>
                    <a:pt x="3" y="0"/>
                    <a:pt x="4" y="0"/>
                    <a:pt x="5" y="0"/>
                  </a:cubicBezTo>
                  <a:cubicBezTo>
                    <a:pt x="5" y="0"/>
                    <a:pt x="6" y="0"/>
                    <a:pt x="7" y="1"/>
                  </a:cubicBezTo>
                  <a:lnTo>
                    <a:pt x="8" y="2"/>
                  </a:lnTo>
                  <a:cubicBezTo>
                    <a:pt x="9" y="3"/>
                    <a:pt x="8" y="4"/>
                    <a:pt x="8"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8"/>
            <p:cNvSpPr/>
            <p:nvPr/>
          </p:nvSpPr>
          <p:spPr>
            <a:xfrm>
              <a:off x="8236800" y="2365920"/>
              <a:ext cx="10080" cy="8640"/>
            </a:xfrm>
            <a:custGeom>
              <a:rect b="b" l="l" r="r" t="t"/>
              <a:pathLst>
                <a:path extrusionOk="0" h="24" w="28">
                  <a:moveTo>
                    <a:pt x="0" y="23"/>
                  </a:moveTo>
                  <a:cubicBezTo>
                    <a:pt x="1" y="20"/>
                    <a:pt x="2" y="17"/>
                    <a:pt x="4" y="14"/>
                  </a:cubicBezTo>
                  <a:cubicBezTo>
                    <a:pt x="6" y="9"/>
                    <a:pt x="10" y="6"/>
                    <a:pt x="14" y="3"/>
                  </a:cubicBezTo>
                  <a:cubicBezTo>
                    <a:pt x="18" y="1"/>
                    <a:pt x="22" y="0"/>
                    <a:pt x="27" y="0"/>
                  </a:cubicBezTo>
                  <a:cubicBezTo>
                    <a:pt x="24" y="14"/>
                    <a:pt x="13" y="20"/>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8"/>
            <p:cNvSpPr/>
            <p:nvPr/>
          </p:nvSpPr>
          <p:spPr>
            <a:xfrm>
              <a:off x="8227440" y="2374200"/>
              <a:ext cx="9720" cy="9000"/>
            </a:xfrm>
            <a:custGeom>
              <a:rect b="b" l="l" r="r" t="t"/>
              <a:pathLst>
                <a:path extrusionOk="0" h="25" w="27">
                  <a:moveTo>
                    <a:pt x="0" y="24"/>
                  </a:moveTo>
                  <a:cubicBezTo>
                    <a:pt x="1" y="22"/>
                    <a:pt x="1" y="20"/>
                    <a:pt x="2" y="18"/>
                  </a:cubicBezTo>
                  <a:cubicBezTo>
                    <a:pt x="6" y="13"/>
                    <a:pt x="11" y="8"/>
                    <a:pt x="17" y="4"/>
                  </a:cubicBezTo>
                  <a:cubicBezTo>
                    <a:pt x="20" y="2"/>
                    <a:pt x="23" y="1"/>
                    <a:pt x="26" y="0"/>
                  </a:cubicBezTo>
                  <a:lnTo>
                    <a:pt x="0"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8"/>
            <p:cNvSpPr/>
            <p:nvPr/>
          </p:nvSpPr>
          <p:spPr>
            <a:xfrm>
              <a:off x="8588880" y="1420200"/>
              <a:ext cx="128520" cy="135720"/>
            </a:xfrm>
            <a:custGeom>
              <a:rect b="b" l="l" r="r" t="t"/>
              <a:pathLst>
                <a:path extrusionOk="0" h="377" w="357">
                  <a:moveTo>
                    <a:pt x="0" y="343"/>
                  </a:moveTo>
                  <a:cubicBezTo>
                    <a:pt x="10" y="330"/>
                    <a:pt x="19" y="316"/>
                    <a:pt x="27" y="304"/>
                  </a:cubicBezTo>
                  <a:cubicBezTo>
                    <a:pt x="83" y="213"/>
                    <a:pt x="153" y="132"/>
                    <a:pt x="235" y="64"/>
                  </a:cubicBezTo>
                  <a:cubicBezTo>
                    <a:pt x="264" y="42"/>
                    <a:pt x="295" y="21"/>
                    <a:pt x="327" y="3"/>
                  </a:cubicBezTo>
                  <a:cubicBezTo>
                    <a:pt x="331" y="1"/>
                    <a:pt x="336" y="0"/>
                    <a:pt x="341" y="0"/>
                  </a:cubicBezTo>
                  <a:cubicBezTo>
                    <a:pt x="346" y="0"/>
                    <a:pt x="351" y="1"/>
                    <a:pt x="356" y="3"/>
                  </a:cubicBezTo>
                  <a:cubicBezTo>
                    <a:pt x="333" y="20"/>
                    <a:pt x="310" y="37"/>
                    <a:pt x="288" y="56"/>
                  </a:cubicBezTo>
                  <a:cubicBezTo>
                    <a:pt x="266" y="74"/>
                    <a:pt x="246" y="90"/>
                    <a:pt x="226" y="108"/>
                  </a:cubicBezTo>
                  <a:cubicBezTo>
                    <a:pt x="206" y="126"/>
                    <a:pt x="184" y="148"/>
                    <a:pt x="164" y="170"/>
                  </a:cubicBezTo>
                  <a:cubicBezTo>
                    <a:pt x="144" y="191"/>
                    <a:pt x="125" y="213"/>
                    <a:pt x="107" y="236"/>
                  </a:cubicBezTo>
                  <a:cubicBezTo>
                    <a:pt x="89" y="258"/>
                    <a:pt x="75" y="280"/>
                    <a:pt x="59" y="302"/>
                  </a:cubicBezTo>
                  <a:cubicBezTo>
                    <a:pt x="43" y="324"/>
                    <a:pt x="34" y="353"/>
                    <a:pt x="6" y="376"/>
                  </a:cubicBezTo>
                  <a:lnTo>
                    <a:pt x="1" y="342"/>
                  </a:lnTo>
                  <a:lnTo>
                    <a:pt x="0" y="34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8"/>
            <p:cNvSpPr/>
            <p:nvPr/>
          </p:nvSpPr>
          <p:spPr>
            <a:xfrm>
              <a:off x="8067240" y="2780280"/>
              <a:ext cx="3960" cy="4680"/>
            </a:xfrm>
            <a:custGeom>
              <a:rect b="b" l="l" r="r" t="t"/>
              <a:pathLst>
                <a:path extrusionOk="0" h="13" w="11">
                  <a:moveTo>
                    <a:pt x="10" y="7"/>
                  </a:moveTo>
                  <a:lnTo>
                    <a:pt x="4" y="12"/>
                  </a:lnTo>
                  <a:cubicBezTo>
                    <a:pt x="4" y="9"/>
                    <a:pt x="0" y="7"/>
                    <a:pt x="0" y="5"/>
                  </a:cubicBezTo>
                  <a:cubicBezTo>
                    <a:pt x="1" y="3"/>
                    <a:pt x="4" y="2"/>
                    <a:pt x="7" y="0"/>
                  </a:cubicBezTo>
                  <a:lnTo>
                    <a:pt x="1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8"/>
            <p:cNvSpPr/>
            <p:nvPr/>
          </p:nvSpPr>
          <p:spPr>
            <a:xfrm>
              <a:off x="8118720" y="2535480"/>
              <a:ext cx="15120" cy="24840"/>
            </a:xfrm>
            <a:custGeom>
              <a:rect b="b" l="l" r="r" t="t"/>
              <a:pathLst>
                <a:path extrusionOk="0" h="69" w="42">
                  <a:moveTo>
                    <a:pt x="41" y="0"/>
                  </a:moveTo>
                  <a:cubicBezTo>
                    <a:pt x="38" y="12"/>
                    <a:pt x="33" y="24"/>
                    <a:pt x="26" y="35"/>
                  </a:cubicBezTo>
                  <a:cubicBezTo>
                    <a:pt x="19" y="47"/>
                    <a:pt x="10" y="59"/>
                    <a:pt x="0" y="68"/>
                  </a:cubicBezTo>
                  <a:cubicBezTo>
                    <a:pt x="7" y="37"/>
                    <a:pt x="7" y="37"/>
                    <a:pt x="4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48"/>
          <p:cNvGrpSpPr/>
          <p:nvPr/>
        </p:nvGrpSpPr>
        <p:grpSpPr>
          <a:xfrm>
            <a:off x="6850925" y="3699866"/>
            <a:ext cx="1473062" cy="904140"/>
            <a:chOff x="7068595" y="4014345"/>
            <a:chExt cx="2230560" cy="1369080"/>
          </a:xfrm>
        </p:grpSpPr>
        <p:sp>
          <p:nvSpPr>
            <p:cNvPr id="5868" name="Google Shape;5868;p48"/>
            <p:cNvSpPr/>
            <p:nvPr/>
          </p:nvSpPr>
          <p:spPr>
            <a:xfrm>
              <a:off x="7943035" y="4406745"/>
              <a:ext cx="1080" cy="720"/>
            </a:xfrm>
            <a:custGeom>
              <a:rect b="b" l="l" r="r" t="t"/>
              <a:pathLst>
                <a:path extrusionOk="0" h="2" w="3">
                  <a:moveTo>
                    <a:pt x="2" y="0"/>
                  </a:moveTo>
                  <a:lnTo>
                    <a:pt x="0" y="1"/>
                  </a:lnTo>
                  <a:lnTo>
                    <a:pt x="2" y="1"/>
                  </a:lnTo>
                  <a:lnTo>
                    <a:pt x="2" y="0"/>
                  </a:lnTo>
                </a:path>
              </a:pathLst>
            </a:custGeom>
            <a:solidFill>
              <a:schemeClr val="dk1"/>
            </a:solidFill>
            <a:ln>
              <a:noFill/>
            </a:ln>
          </p:spPr>
        </p:sp>
        <p:sp>
          <p:nvSpPr>
            <p:cNvPr id="5869" name="Google Shape;5869;p48"/>
            <p:cNvSpPr/>
            <p:nvPr/>
          </p:nvSpPr>
          <p:spPr>
            <a:xfrm>
              <a:off x="9163435" y="4546785"/>
              <a:ext cx="1440" cy="1080"/>
            </a:xfrm>
            <a:custGeom>
              <a:rect b="b" l="l" r="r" t="t"/>
              <a:pathLst>
                <a:path extrusionOk="0" h="3" w="4">
                  <a:moveTo>
                    <a:pt x="2" y="2"/>
                  </a:moveTo>
                  <a:lnTo>
                    <a:pt x="3" y="0"/>
                  </a:lnTo>
                  <a:lnTo>
                    <a:pt x="0" y="0"/>
                  </a:lnTo>
                  <a:lnTo>
                    <a:pt x="2" y="2"/>
                  </a:lnTo>
                </a:path>
              </a:pathLst>
            </a:custGeom>
            <a:solidFill>
              <a:schemeClr val="dk1"/>
            </a:solidFill>
            <a:ln>
              <a:noFill/>
            </a:ln>
          </p:spPr>
        </p:sp>
        <p:sp>
          <p:nvSpPr>
            <p:cNvPr id="5870" name="Google Shape;5870;p48"/>
            <p:cNvSpPr/>
            <p:nvPr/>
          </p:nvSpPr>
          <p:spPr>
            <a:xfrm>
              <a:off x="8084515" y="4427625"/>
              <a:ext cx="1440" cy="1080"/>
            </a:xfrm>
            <a:custGeom>
              <a:rect b="b" l="l" r="r" t="t"/>
              <a:pathLst>
                <a:path extrusionOk="0" h="3" w="4">
                  <a:moveTo>
                    <a:pt x="1" y="2"/>
                  </a:moveTo>
                  <a:lnTo>
                    <a:pt x="3" y="0"/>
                  </a:lnTo>
                  <a:lnTo>
                    <a:pt x="0" y="0"/>
                  </a:lnTo>
                  <a:lnTo>
                    <a:pt x="1" y="2"/>
                  </a:lnTo>
                </a:path>
              </a:pathLst>
            </a:custGeom>
            <a:solidFill>
              <a:schemeClr val="dk1"/>
            </a:solidFill>
            <a:ln>
              <a:noFill/>
            </a:ln>
          </p:spPr>
        </p:sp>
        <p:sp>
          <p:nvSpPr>
            <p:cNvPr id="5871" name="Google Shape;5871;p48"/>
            <p:cNvSpPr/>
            <p:nvPr/>
          </p:nvSpPr>
          <p:spPr>
            <a:xfrm>
              <a:off x="7068595" y="4014345"/>
              <a:ext cx="2230560" cy="1369080"/>
            </a:xfrm>
            <a:custGeom>
              <a:rect b="b" l="l" r="r" t="t"/>
              <a:pathLst>
                <a:path extrusionOk="0" h="3803" w="6196">
                  <a:moveTo>
                    <a:pt x="6170" y="1050"/>
                  </a:moveTo>
                  <a:cubicBezTo>
                    <a:pt x="6104" y="997"/>
                    <a:pt x="6034" y="948"/>
                    <a:pt x="5961" y="904"/>
                  </a:cubicBezTo>
                  <a:cubicBezTo>
                    <a:pt x="5933" y="886"/>
                    <a:pt x="5905" y="869"/>
                    <a:pt x="5877" y="853"/>
                  </a:cubicBezTo>
                  <a:cubicBezTo>
                    <a:pt x="5847" y="835"/>
                    <a:pt x="5816" y="819"/>
                    <a:pt x="5785" y="803"/>
                  </a:cubicBezTo>
                  <a:cubicBezTo>
                    <a:pt x="5705" y="762"/>
                    <a:pt x="5622" y="725"/>
                    <a:pt x="5542" y="684"/>
                  </a:cubicBezTo>
                  <a:cubicBezTo>
                    <a:pt x="5478" y="652"/>
                    <a:pt x="5411" y="624"/>
                    <a:pt x="5342" y="600"/>
                  </a:cubicBezTo>
                  <a:cubicBezTo>
                    <a:pt x="5284" y="580"/>
                    <a:pt x="5226" y="555"/>
                    <a:pt x="5190" y="497"/>
                  </a:cubicBezTo>
                  <a:cubicBezTo>
                    <a:pt x="5179" y="482"/>
                    <a:pt x="5164" y="468"/>
                    <a:pt x="5148" y="459"/>
                  </a:cubicBezTo>
                  <a:cubicBezTo>
                    <a:pt x="5145" y="457"/>
                    <a:pt x="5141" y="456"/>
                    <a:pt x="5138" y="455"/>
                  </a:cubicBezTo>
                  <a:cubicBezTo>
                    <a:pt x="5069" y="414"/>
                    <a:pt x="5000" y="374"/>
                    <a:pt x="4930" y="335"/>
                  </a:cubicBezTo>
                  <a:cubicBezTo>
                    <a:pt x="4924" y="331"/>
                    <a:pt x="4919" y="328"/>
                    <a:pt x="4914" y="325"/>
                  </a:cubicBezTo>
                  <a:cubicBezTo>
                    <a:pt x="4889" y="311"/>
                    <a:pt x="4863" y="299"/>
                    <a:pt x="4835" y="291"/>
                  </a:cubicBezTo>
                  <a:cubicBezTo>
                    <a:pt x="4788" y="279"/>
                    <a:pt x="4743" y="261"/>
                    <a:pt x="4701" y="237"/>
                  </a:cubicBezTo>
                  <a:cubicBezTo>
                    <a:pt x="4676" y="222"/>
                    <a:pt x="4652" y="205"/>
                    <a:pt x="4629" y="187"/>
                  </a:cubicBezTo>
                  <a:cubicBezTo>
                    <a:pt x="4620" y="180"/>
                    <a:pt x="4611" y="174"/>
                    <a:pt x="4601" y="168"/>
                  </a:cubicBezTo>
                  <a:cubicBezTo>
                    <a:pt x="4583" y="158"/>
                    <a:pt x="4563" y="149"/>
                    <a:pt x="4542" y="143"/>
                  </a:cubicBezTo>
                  <a:cubicBezTo>
                    <a:pt x="4507" y="136"/>
                    <a:pt x="4474" y="123"/>
                    <a:pt x="4443" y="105"/>
                  </a:cubicBezTo>
                  <a:cubicBezTo>
                    <a:pt x="4430" y="98"/>
                    <a:pt x="4418" y="90"/>
                    <a:pt x="4406" y="81"/>
                  </a:cubicBezTo>
                  <a:cubicBezTo>
                    <a:pt x="4403" y="79"/>
                    <a:pt x="4400" y="77"/>
                    <a:pt x="4397" y="75"/>
                  </a:cubicBezTo>
                  <a:cubicBezTo>
                    <a:pt x="4388" y="69"/>
                    <a:pt x="4377" y="65"/>
                    <a:pt x="4366" y="62"/>
                  </a:cubicBezTo>
                  <a:cubicBezTo>
                    <a:pt x="4328" y="49"/>
                    <a:pt x="4290" y="36"/>
                    <a:pt x="4251" y="25"/>
                  </a:cubicBezTo>
                  <a:cubicBezTo>
                    <a:pt x="4174" y="3"/>
                    <a:pt x="4099" y="0"/>
                    <a:pt x="4029" y="51"/>
                  </a:cubicBezTo>
                  <a:cubicBezTo>
                    <a:pt x="3999" y="72"/>
                    <a:pt x="3966" y="91"/>
                    <a:pt x="3934" y="110"/>
                  </a:cubicBezTo>
                  <a:cubicBezTo>
                    <a:pt x="3928" y="114"/>
                    <a:pt x="3923" y="118"/>
                    <a:pt x="3917" y="121"/>
                  </a:cubicBezTo>
                  <a:cubicBezTo>
                    <a:pt x="3907" y="127"/>
                    <a:pt x="3898" y="131"/>
                    <a:pt x="3887" y="135"/>
                  </a:cubicBezTo>
                  <a:cubicBezTo>
                    <a:pt x="3870" y="139"/>
                    <a:pt x="3854" y="146"/>
                    <a:pt x="3839" y="155"/>
                  </a:cubicBezTo>
                  <a:cubicBezTo>
                    <a:pt x="3826" y="163"/>
                    <a:pt x="3814" y="171"/>
                    <a:pt x="3803" y="182"/>
                  </a:cubicBezTo>
                  <a:cubicBezTo>
                    <a:pt x="3745" y="226"/>
                    <a:pt x="3688" y="272"/>
                    <a:pt x="3631" y="317"/>
                  </a:cubicBezTo>
                  <a:cubicBezTo>
                    <a:pt x="3560" y="373"/>
                    <a:pt x="3493" y="433"/>
                    <a:pt x="3452" y="517"/>
                  </a:cubicBezTo>
                  <a:cubicBezTo>
                    <a:pt x="3451" y="519"/>
                    <a:pt x="3449" y="522"/>
                    <a:pt x="3448" y="525"/>
                  </a:cubicBezTo>
                  <a:cubicBezTo>
                    <a:pt x="3436" y="546"/>
                    <a:pt x="3418" y="563"/>
                    <a:pt x="3398" y="575"/>
                  </a:cubicBezTo>
                  <a:cubicBezTo>
                    <a:pt x="3389" y="580"/>
                    <a:pt x="3379" y="584"/>
                    <a:pt x="3369" y="587"/>
                  </a:cubicBezTo>
                  <a:cubicBezTo>
                    <a:pt x="3291" y="614"/>
                    <a:pt x="3213" y="644"/>
                    <a:pt x="3136" y="674"/>
                  </a:cubicBezTo>
                  <a:cubicBezTo>
                    <a:pt x="3022" y="719"/>
                    <a:pt x="2905" y="758"/>
                    <a:pt x="2794" y="811"/>
                  </a:cubicBezTo>
                  <a:cubicBezTo>
                    <a:pt x="2758" y="828"/>
                    <a:pt x="2717" y="836"/>
                    <a:pt x="2682" y="854"/>
                  </a:cubicBezTo>
                  <a:cubicBezTo>
                    <a:pt x="2645" y="874"/>
                    <a:pt x="2604" y="888"/>
                    <a:pt x="2563" y="897"/>
                  </a:cubicBezTo>
                  <a:cubicBezTo>
                    <a:pt x="2538" y="902"/>
                    <a:pt x="2514" y="909"/>
                    <a:pt x="2490" y="917"/>
                  </a:cubicBezTo>
                  <a:cubicBezTo>
                    <a:pt x="2401" y="954"/>
                    <a:pt x="2308" y="988"/>
                    <a:pt x="2216" y="1022"/>
                  </a:cubicBezTo>
                  <a:cubicBezTo>
                    <a:pt x="2170" y="1039"/>
                    <a:pt x="2123" y="1056"/>
                    <a:pt x="2077" y="1075"/>
                  </a:cubicBezTo>
                  <a:cubicBezTo>
                    <a:pt x="2039" y="1095"/>
                    <a:pt x="1998" y="1110"/>
                    <a:pt x="1956" y="1121"/>
                  </a:cubicBezTo>
                  <a:cubicBezTo>
                    <a:pt x="1896" y="1131"/>
                    <a:pt x="1832" y="1124"/>
                    <a:pt x="1773" y="1138"/>
                  </a:cubicBezTo>
                  <a:cubicBezTo>
                    <a:pt x="1751" y="1144"/>
                    <a:pt x="1729" y="1153"/>
                    <a:pt x="1709" y="1164"/>
                  </a:cubicBezTo>
                  <a:cubicBezTo>
                    <a:pt x="1699" y="1170"/>
                    <a:pt x="1688" y="1177"/>
                    <a:pt x="1679" y="1185"/>
                  </a:cubicBezTo>
                  <a:cubicBezTo>
                    <a:pt x="1619" y="1228"/>
                    <a:pt x="1619" y="1228"/>
                    <a:pt x="1673" y="1274"/>
                  </a:cubicBezTo>
                  <a:cubicBezTo>
                    <a:pt x="1677" y="1277"/>
                    <a:pt x="1681" y="1281"/>
                    <a:pt x="1685" y="1284"/>
                  </a:cubicBezTo>
                  <a:cubicBezTo>
                    <a:pt x="1690" y="1288"/>
                    <a:pt x="1695" y="1293"/>
                    <a:pt x="1698" y="1298"/>
                  </a:cubicBezTo>
                  <a:cubicBezTo>
                    <a:pt x="1702" y="1305"/>
                    <a:pt x="1704" y="1313"/>
                    <a:pt x="1704" y="1321"/>
                  </a:cubicBezTo>
                  <a:cubicBezTo>
                    <a:pt x="1704" y="1327"/>
                    <a:pt x="1703" y="1332"/>
                    <a:pt x="1702" y="1336"/>
                  </a:cubicBezTo>
                  <a:cubicBezTo>
                    <a:pt x="1692" y="1376"/>
                    <a:pt x="1687" y="1416"/>
                    <a:pt x="1687" y="1456"/>
                  </a:cubicBezTo>
                  <a:cubicBezTo>
                    <a:pt x="1687" y="1496"/>
                    <a:pt x="1692" y="1537"/>
                    <a:pt x="1702" y="1576"/>
                  </a:cubicBezTo>
                  <a:cubicBezTo>
                    <a:pt x="1716" y="1632"/>
                    <a:pt x="1729" y="1688"/>
                    <a:pt x="1743" y="1744"/>
                  </a:cubicBezTo>
                  <a:cubicBezTo>
                    <a:pt x="1754" y="1787"/>
                    <a:pt x="1766" y="1831"/>
                    <a:pt x="1778" y="1874"/>
                  </a:cubicBezTo>
                  <a:cubicBezTo>
                    <a:pt x="1780" y="1880"/>
                    <a:pt x="1781" y="1887"/>
                    <a:pt x="1781" y="1894"/>
                  </a:cubicBezTo>
                  <a:cubicBezTo>
                    <a:pt x="1781" y="1904"/>
                    <a:pt x="1778" y="1914"/>
                    <a:pt x="1773" y="1923"/>
                  </a:cubicBezTo>
                  <a:cubicBezTo>
                    <a:pt x="1767" y="1932"/>
                    <a:pt x="1761" y="1939"/>
                    <a:pt x="1752" y="1944"/>
                  </a:cubicBezTo>
                  <a:lnTo>
                    <a:pt x="1751" y="1945"/>
                  </a:lnTo>
                  <a:cubicBezTo>
                    <a:pt x="1707" y="1973"/>
                    <a:pt x="1664" y="2004"/>
                    <a:pt x="1620" y="2035"/>
                  </a:cubicBezTo>
                  <a:cubicBezTo>
                    <a:pt x="1527" y="2103"/>
                    <a:pt x="1430" y="2166"/>
                    <a:pt x="1331" y="2224"/>
                  </a:cubicBezTo>
                  <a:cubicBezTo>
                    <a:pt x="1257" y="2268"/>
                    <a:pt x="1184" y="2311"/>
                    <a:pt x="1115" y="2361"/>
                  </a:cubicBezTo>
                  <a:cubicBezTo>
                    <a:pt x="994" y="2447"/>
                    <a:pt x="869" y="2525"/>
                    <a:pt x="741" y="2600"/>
                  </a:cubicBezTo>
                  <a:cubicBezTo>
                    <a:pt x="738" y="2602"/>
                    <a:pt x="736" y="2603"/>
                    <a:pt x="733" y="2605"/>
                  </a:cubicBezTo>
                  <a:cubicBezTo>
                    <a:pt x="723" y="2611"/>
                    <a:pt x="713" y="2618"/>
                    <a:pt x="704" y="2625"/>
                  </a:cubicBezTo>
                  <a:cubicBezTo>
                    <a:pt x="663" y="2661"/>
                    <a:pt x="619" y="2692"/>
                    <a:pt x="573" y="2719"/>
                  </a:cubicBezTo>
                  <a:cubicBezTo>
                    <a:pt x="559" y="2727"/>
                    <a:pt x="544" y="2735"/>
                    <a:pt x="530" y="2742"/>
                  </a:cubicBezTo>
                  <a:cubicBezTo>
                    <a:pt x="503" y="2756"/>
                    <a:pt x="477" y="2772"/>
                    <a:pt x="452" y="2788"/>
                  </a:cubicBezTo>
                  <a:cubicBezTo>
                    <a:pt x="344" y="2856"/>
                    <a:pt x="240" y="2932"/>
                    <a:pt x="142" y="3014"/>
                  </a:cubicBezTo>
                  <a:cubicBezTo>
                    <a:pt x="106" y="3044"/>
                    <a:pt x="66" y="3070"/>
                    <a:pt x="27" y="3099"/>
                  </a:cubicBezTo>
                  <a:cubicBezTo>
                    <a:pt x="19" y="3104"/>
                    <a:pt x="11" y="3112"/>
                    <a:pt x="6" y="3120"/>
                  </a:cubicBezTo>
                  <a:cubicBezTo>
                    <a:pt x="5" y="3121"/>
                    <a:pt x="5" y="3121"/>
                    <a:pt x="5" y="3122"/>
                  </a:cubicBezTo>
                  <a:cubicBezTo>
                    <a:pt x="2" y="3127"/>
                    <a:pt x="0" y="3132"/>
                    <a:pt x="0" y="3138"/>
                  </a:cubicBezTo>
                  <a:cubicBezTo>
                    <a:pt x="0" y="3144"/>
                    <a:pt x="2" y="3149"/>
                    <a:pt x="5" y="3154"/>
                  </a:cubicBezTo>
                  <a:cubicBezTo>
                    <a:pt x="5" y="3155"/>
                    <a:pt x="5" y="3155"/>
                    <a:pt x="6" y="3156"/>
                  </a:cubicBezTo>
                  <a:cubicBezTo>
                    <a:pt x="8" y="3160"/>
                    <a:pt x="12" y="3163"/>
                    <a:pt x="16" y="3166"/>
                  </a:cubicBezTo>
                  <a:cubicBezTo>
                    <a:pt x="21" y="3169"/>
                    <a:pt x="26" y="3170"/>
                    <a:pt x="32" y="3170"/>
                  </a:cubicBezTo>
                  <a:cubicBezTo>
                    <a:pt x="34" y="3170"/>
                    <a:pt x="36" y="3170"/>
                    <a:pt x="38" y="3169"/>
                  </a:cubicBezTo>
                  <a:cubicBezTo>
                    <a:pt x="45" y="3169"/>
                    <a:pt x="52" y="3167"/>
                    <a:pt x="58" y="3163"/>
                  </a:cubicBezTo>
                  <a:cubicBezTo>
                    <a:pt x="60" y="3162"/>
                    <a:pt x="63" y="3160"/>
                    <a:pt x="65" y="3158"/>
                  </a:cubicBezTo>
                  <a:cubicBezTo>
                    <a:pt x="115" y="3096"/>
                    <a:pt x="184" y="3058"/>
                    <a:pt x="248" y="3015"/>
                  </a:cubicBezTo>
                  <a:cubicBezTo>
                    <a:pt x="354" y="2944"/>
                    <a:pt x="462" y="2875"/>
                    <a:pt x="569" y="2805"/>
                  </a:cubicBezTo>
                  <a:cubicBezTo>
                    <a:pt x="624" y="2770"/>
                    <a:pt x="678" y="2735"/>
                    <a:pt x="735" y="2701"/>
                  </a:cubicBezTo>
                  <a:cubicBezTo>
                    <a:pt x="806" y="2658"/>
                    <a:pt x="880" y="2621"/>
                    <a:pt x="949" y="2575"/>
                  </a:cubicBezTo>
                  <a:cubicBezTo>
                    <a:pt x="1030" y="2520"/>
                    <a:pt x="1114" y="2471"/>
                    <a:pt x="1198" y="2420"/>
                  </a:cubicBezTo>
                  <a:cubicBezTo>
                    <a:pt x="1219" y="2407"/>
                    <a:pt x="1241" y="2394"/>
                    <a:pt x="1261" y="2380"/>
                  </a:cubicBezTo>
                  <a:lnTo>
                    <a:pt x="1766" y="2038"/>
                  </a:lnTo>
                  <a:cubicBezTo>
                    <a:pt x="1770" y="2035"/>
                    <a:pt x="1775" y="2033"/>
                    <a:pt x="1779" y="2030"/>
                  </a:cubicBezTo>
                  <a:cubicBezTo>
                    <a:pt x="1783" y="2028"/>
                    <a:pt x="1788" y="2025"/>
                    <a:pt x="1792" y="2023"/>
                  </a:cubicBezTo>
                  <a:cubicBezTo>
                    <a:pt x="1795" y="2022"/>
                    <a:pt x="1798" y="2021"/>
                    <a:pt x="1801" y="2021"/>
                  </a:cubicBezTo>
                  <a:cubicBezTo>
                    <a:pt x="1804" y="2021"/>
                    <a:pt x="1808" y="2022"/>
                    <a:pt x="1811" y="2024"/>
                  </a:cubicBezTo>
                  <a:cubicBezTo>
                    <a:pt x="1814" y="2026"/>
                    <a:pt x="1816" y="2028"/>
                    <a:pt x="1818" y="2031"/>
                  </a:cubicBezTo>
                  <a:cubicBezTo>
                    <a:pt x="1819" y="2034"/>
                    <a:pt x="1820" y="2036"/>
                    <a:pt x="1821" y="2038"/>
                  </a:cubicBezTo>
                  <a:cubicBezTo>
                    <a:pt x="1821" y="2043"/>
                    <a:pt x="1821" y="2048"/>
                    <a:pt x="1821" y="2053"/>
                  </a:cubicBezTo>
                  <a:cubicBezTo>
                    <a:pt x="1821" y="2058"/>
                    <a:pt x="1821" y="2063"/>
                    <a:pt x="1821" y="2068"/>
                  </a:cubicBezTo>
                  <a:cubicBezTo>
                    <a:pt x="1818" y="2075"/>
                    <a:pt x="1817" y="2082"/>
                    <a:pt x="1817" y="2090"/>
                  </a:cubicBezTo>
                  <a:cubicBezTo>
                    <a:pt x="1817" y="2097"/>
                    <a:pt x="1818" y="2104"/>
                    <a:pt x="1821" y="2111"/>
                  </a:cubicBezTo>
                  <a:cubicBezTo>
                    <a:pt x="1829" y="2129"/>
                    <a:pt x="1847" y="2119"/>
                    <a:pt x="1860" y="2123"/>
                  </a:cubicBezTo>
                  <a:cubicBezTo>
                    <a:pt x="1872" y="2128"/>
                    <a:pt x="1883" y="2133"/>
                    <a:pt x="1893" y="2139"/>
                  </a:cubicBezTo>
                  <a:cubicBezTo>
                    <a:pt x="1898" y="2142"/>
                    <a:pt x="1902" y="2144"/>
                    <a:pt x="1906" y="2147"/>
                  </a:cubicBezTo>
                  <a:cubicBezTo>
                    <a:pt x="1908" y="2148"/>
                    <a:pt x="1910" y="2149"/>
                    <a:pt x="1912" y="2150"/>
                  </a:cubicBezTo>
                  <a:cubicBezTo>
                    <a:pt x="1918" y="2154"/>
                    <a:pt x="1924" y="2159"/>
                    <a:pt x="1928" y="2166"/>
                  </a:cubicBezTo>
                  <a:cubicBezTo>
                    <a:pt x="1932" y="2173"/>
                    <a:pt x="1934" y="2180"/>
                    <a:pt x="1934" y="2188"/>
                  </a:cubicBezTo>
                  <a:cubicBezTo>
                    <a:pt x="1934" y="2190"/>
                    <a:pt x="1933" y="2193"/>
                    <a:pt x="1933" y="2196"/>
                  </a:cubicBezTo>
                  <a:cubicBezTo>
                    <a:pt x="1921" y="2286"/>
                    <a:pt x="1964" y="2362"/>
                    <a:pt x="2004" y="2437"/>
                  </a:cubicBezTo>
                  <a:cubicBezTo>
                    <a:pt x="2005" y="2439"/>
                    <a:pt x="2006" y="2441"/>
                    <a:pt x="2007" y="2443"/>
                  </a:cubicBezTo>
                  <a:cubicBezTo>
                    <a:pt x="2013" y="2454"/>
                    <a:pt x="2022" y="2463"/>
                    <a:pt x="2033" y="2471"/>
                  </a:cubicBezTo>
                  <a:cubicBezTo>
                    <a:pt x="2040" y="2476"/>
                    <a:pt x="2048" y="2480"/>
                    <a:pt x="2056" y="2485"/>
                  </a:cubicBezTo>
                  <a:cubicBezTo>
                    <a:pt x="2085" y="2502"/>
                    <a:pt x="2115" y="2516"/>
                    <a:pt x="2146" y="2528"/>
                  </a:cubicBezTo>
                  <a:cubicBezTo>
                    <a:pt x="2206" y="2548"/>
                    <a:pt x="2268" y="2567"/>
                    <a:pt x="2326" y="2521"/>
                  </a:cubicBezTo>
                  <a:cubicBezTo>
                    <a:pt x="2326" y="2520"/>
                    <a:pt x="2327" y="2520"/>
                    <a:pt x="2328" y="2519"/>
                  </a:cubicBezTo>
                  <a:cubicBezTo>
                    <a:pt x="2332" y="2517"/>
                    <a:pt x="2335" y="2516"/>
                    <a:pt x="2340" y="2516"/>
                  </a:cubicBezTo>
                  <a:cubicBezTo>
                    <a:pt x="2344" y="2516"/>
                    <a:pt x="2349" y="2516"/>
                    <a:pt x="2353" y="2519"/>
                  </a:cubicBezTo>
                  <a:cubicBezTo>
                    <a:pt x="2355" y="2520"/>
                    <a:pt x="2358" y="2523"/>
                    <a:pt x="2360" y="2525"/>
                  </a:cubicBezTo>
                  <a:cubicBezTo>
                    <a:pt x="2375" y="2538"/>
                    <a:pt x="2390" y="2552"/>
                    <a:pt x="2403" y="2566"/>
                  </a:cubicBezTo>
                  <a:cubicBezTo>
                    <a:pt x="2405" y="2568"/>
                    <a:pt x="2408" y="2570"/>
                    <a:pt x="2409" y="2573"/>
                  </a:cubicBezTo>
                  <a:cubicBezTo>
                    <a:pt x="2411" y="2577"/>
                    <a:pt x="2412" y="2581"/>
                    <a:pt x="2412" y="2585"/>
                  </a:cubicBezTo>
                  <a:cubicBezTo>
                    <a:pt x="2412" y="2589"/>
                    <a:pt x="2411" y="2593"/>
                    <a:pt x="2409" y="2597"/>
                  </a:cubicBezTo>
                  <a:cubicBezTo>
                    <a:pt x="2407" y="2600"/>
                    <a:pt x="2404" y="2603"/>
                    <a:pt x="2401" y="2605"/>
                  </a:cubicBezTo>
                  <a:cubicBezTo>
                    <a:pt x="2386" y="2618"/>
                    <a:pt x="2363" y="2621"/>
                    <a:pt x="2357" y="2643"/>
                  </a:cubicBezTo>
                  <a:cubicBezTo>
                    <a:pt x="2364" y="2648"/>
                    <a:pt x="2367" y="2654"/>
                    <a:pt x="2356" y="2659"/>
                  </a:cubicBezTo>
                  <a:lnTo>
                    <a:pt x="2357" y="2657"/>
                  </a:lnTo>
                  <a:lnTo>
                    <a:pt x="2341" y="2674"/>
                  </a:lnTo>
                  <a:lnTo>
                    <a:pt x="2342" y="2673"/>
                  </a:lnTo>
                  <a:cubicBezTo>
                    <a:pt x="2321" y="2708"/>
                    <a:pt x="2283" y="2726"/>
                    <a:pt x="2251" y="2749"/>
                  </a:cubicBezTo>
                  <a:cubicBezTo>
                    <a:pt x="2150" y="2824"/>
                    <a:pt x="2038" y="2880"/>
                    <a:pt x="1929" y="2942"/>
                  </a:cubicBezTo>
                  <a:cubicBezTo>
                    <a:pt x="1844" y="2990"/>
                    <a:pt x="1759" y="3039"/>
                    <a:pt x="1677" y="3092"/>
                  </a:cubicBezTo>
                  <a:cubicBezTo>
                    <a:pt x="1626" y="3126"/>
                    <a:pt x="1573" y="3159"/>
                    <a:pt x="1520" y="3190"/>
                  </a:cubicBezTo>
                  <a:cubicBezTo>
                    <a:pt x="1465" y="3222"/>
                    <a:pt x="1408" y="3252"/>
                    <a:pt x="1351" y="3280"/>
                  </a:cubicBezTo>
                  <a:cubicBezTo>
                    <a:pt x="1233" y="3335"/>
                    <a:pt x="1121" y="3403"/>
                    <a:pt x="1008" y="3467"/>
                  </a:cubicBezTo>
                  <a:cubicBezTo>
                    <a:pt x="1004" y="3470"/>
                    <a:pt x="1000" y="3472"/>
                    <a:pt x="996" y="3475"/>
                  </a:cubicBezTo>
                  <a:cubicBezTo>
                    <a:pt x="976" y="3486"/>
                    <a:pt x="956" y="3496"/>
                    <a:pt x="935" y="3504"/>
                  </a:cubicBezTo>
                  <a:cubicBezTo>
                    <a:pt x="924" y="3508"/>
                    <a:pt x="913" y="3514"/>
                    <a:pt x="902" y="3520"/>
                  </a:cubicBezTo>
                  <a:cubicBezTo>
                    <a:pt x="895" y="3524"/>
                    <a:pt x="889" y="3528"/>
                    <a:pt x="882" y="3533"/>
                  </a:cubicBezTo>
                  <a:cubicBezTo>
                    <a:pt x="830" y="3568"/>
                    <a:pt x="778" y="3602"/>
                    <a:pt x="727" y="3639"/>
                  </a:cubicBezTo>
                  <a:cubicBezTo>
                    <a:pt x="666" y="3684"/>
                    <a:pt x="595" y="3711"/>
                    <a:pt x="532" y="3752"/>
                  </a:cubicBezTo>
                  <a:cubicBezTo>
                    <a:pt x="531" y="3752"/>
                    <a:pt x="531" y="3753"/>
                    <a:pt x="530" y="3753"/>
                  </a:cubicBezTo>
                  <a:cubicBezTo>
                    <a:pt x="528" y="3754"/>
                    <a:pt x="525" y="3755"/>
                    <a:pt x="523" y="3755"/>
                  </a:cubicBezTo>
                  <a:cubicBezTo>
                    <a:pt x="520" y="3755"/>
                    <a:pt x="519" y="3754"/>
                    <a:pt x="517" y="3753"/>
                  </a:cubicBezTo>
                  <a:cubicBezTo>
                    <a:pt x="515" y="3752"/>
                    <a:pt x="513" y="3750"/>
                    <a:pt x="512" y="3748"/>
                  </a:cubicBezTo>
                  <a:cubicBezTo>
                    <a:pt x="511" y="3746"/>
                    <a:pt x="511" y="3744"/>
                    <a:pt x="511" y="3742"/>
                  </a:cubicBezTo>
                  <a:cubicBezTo>
                    <a:pt x="511" y="3739"/>
                    <a:pt x="511" y="3737"/>
                    <a:pt x="513" y="3734"/>
                  </a:cubicBezTo>
                  <a:cubicBezTo>
                    <a:pt x="514" y="3732"/>
                    <a:pt x="516" y="3730"/>
                    <a:pt x="518" y="3729"/>
                  </a:cubicBezTo>
                  <a:cubicBezTo>
                    <a:pt x="572" y="3685"/>
                    <a:pt x="624" y="3637"/>
                    <a:pt x="690" y="3610"/>
                  </a:cubicBezTo>
                  <a:cubicBezTo>
                    <a:pt x="703" y="3605"/>
                    <a:pt x="716" y="3599"/>
                    <a:pt x="728" y="3592"/>
                  </a:cubicBezTo>
                  <a:cubicBezTo>
                    <a:pt x="733" y="3589"/>
                    <a:pt x="738" y="3586"/>
                    <a:pt x="743" y="3582"/>
                  </a:cubicBezTo>
                  <a:cubicBezTo>
                    <a:pt x="767" y="3564"/>
                    <a:pt x="791" y="3548"/>
                    <a:pt x="817" y="3533"/>
                  </a:cubicBezTo>
                  <a:cubicBezTo>
                    <a:pt x="848" y="3515"/>
                    <a:pt x="880" y="3500"/>
                    <a:pt x="913" y="3487"/>
                  </a:cubicBezTo>
                  <a:cubicBezTo>
                    <a:pt x="985" y="3457"/>
                    <a:pt x="1046" y="3408"/>
                    <a:pt x="1116" y="3374"/>
                  </a:cubicBezTo>
                  <a:cubicBezTo>
                    <a:pt x="1141" y="3362"/>
                    <a:pt x="1163" y="3345"/>
                    <a:pt x="1188" y="3333"/>
                  </a:cubicBezTo>
                  <a:cubicBezTo>
                    <a:pt x="1208" y="3324"/>
                    <a:pt x="1227" y="3314"/>
                    <a:pt x="1247" y="3303"/>
                  </a:cubicBezTo>
                  <a:cubicBezTo>
                    <a:pt x="1277" y="3285"/>
                    <a:pt x="1307" y="3265"/>
                    <a:pt x="1335" y="3243"/>
                  </a:cubicBezTo>
                  <a:cubicBezTo>
                    <a:pt x="1347" y="3232"/>
                    <a:pt x="1361" y="3223"/>
                    <a:pt x="1376" y="3214"/>
                  </a:cubicBezTo>
                  <a:cubicBezTo>
                    <a:pt x="1385" y="3209"/>
                    <a:pt x="1395" y="3204"/>
                    <a:pt x="1405" y="3199"/>
                  </a:cubicBezTo>
                  <a:cubicBezTo>
                    <a:pt x="1424" y="3190"/>
                    <a:pt x="1441" y="3181"/>
                    <a:pt x="1459" y="3171"/>
                  </a:cubicBezTo>
                  <a:cubicBezTo>
                    <a:pt x="1485" y="3156"/>
                    <a:pt x="1510" y="3140"/>
                    <a:pt x="1534" y="3122"/>
                  </a:cubicBezTo>
                  <a:cubicBezTo>
                    <a:pt x="1541" y="3118"/>
                    <a:pt x="1547" y="3111"/>
                    <a:pt x="1552" y="3104"/>
                  </a:cubicBezTo>
                  <a:cubicBezTo>
                    <a:pt x="1554" y="3101"/>
                    <a:pt x="1555" y="3098"/>
                    <a:pt x="1556" y="3095"/>
                  </a:cubicBezTo>
                  <a:cubicBezTo>
                    <a:pt x="1546" y="3096"/>
                    <a:pt x="1537" y="3098"/>
                    <a:pt x="1529" y="3102"/>
                  </a:cubicBezTo>
                  <a:cubicBezTo>
                    <a:pt x="1432" y="3156"/>
                    <a:pt x="1334" y="3207"/>
                    <a:pt x="1242" y="3267"/>
                  </a:cubicBezTo>
                  <a:cubicBezTo>
                    <a:pt x="1191" y="3299"/>
                    <a:pt x="1141" y="3330"/>
                    <a:pt x="1089" y="3360"/>
                  </a:cubicBezTo>
                  <a:cubicBezTo>
                    <a:pt x="1021" y="3399"/>
                    <a:pt x="953" y="3436"/>
                    <a:pt x="883" y="3471"/>
                  </a:cubicBezTo>
                  <a:cubicBezTo>
                    <a:pt x="834" y="3496"/>
                    <a:pt x="784" y="3520"/>
                    <a:pt x="737" y="3549"/>
                  </a:cubicBezTo>
                  <a:cubicBezTo>
                    <a:pt x="644" y="3608"/>
                    <a:pt x="548" y="3663"/>
                    <a:pt x="450" y="3713"/>
                  </a:cubicBezTo>
                  <a:cubicBezTo>
                    <a:pt x="432" y="3722"/>
                    <a:pt x="404" y="3727"/>
                    <a:pt x="405" y="3748"/>
                  </a:cubicBezTo>
                  <a:cubicBezTo>
                    <a:pt x="405" y="3778"/>
                    <a:pt x="439" y="3780"/>
                    <a:pt x="461" y="3788"/>
                  </a:cubicBezTo>
                  <a:cubicBezTo>
                    <a:pt x="474" y="3793"/>
                    <a:pt x="491" y="3793"/>
                    <a:pt x="504" y="3798"/>
                  </a:cubicBezTo>
                  <a:cubicBezTo>
                    <a:pt x="513" y="3801"/>
                    <a:pt x="522" y="3802"/>
                    <a:pt x="532" y="3802"/>
                  </a:cubicBezTo>
                  <a:cubicBezTo>
                    <a:pt x="547" y="3802"/>
                    <a:pt x="561" y="3798"/>
                    <a:pt x="574" y="3791"/>
                  </a:cubicBezTo>
                  <a:cubicBezTo>
                    <a:pt x="577" y="3789"/>
                    <a:pt x="580" y="3787"/>
                    <a:pt x="583" y="3785"/>
                  </a:cubicBezTo>
                  <a:cubicBezTo>
                    <a:pt x="648" y="3742"/>
                    <a:pt x="718" y="3708"/>
                    <a:pt x="778" y="3659"/>
                  </a:cubicBezTo>
                  <a:cubicBezTo>
                    <a:pt x="817" y="3627"/>
                    <a:pt x="858" y="3599"/>
                    <a:pt x="901" y="3574"/>
                  </a:cubicBezTo>
                  <a:cubicBezTo>
                    <a:pt x="919" y="3564"/>
                    <a:pt x="937" y="3554"/>
                    <a:pt x="955" y="3545"/>
                  </a:cubicBezTo>
                  <a:cubicBezTo>
                    <a:pt x="1005" y="3521"/>
                    <a:pt x="1050" y="3489"/>
                    <a:pt x="1097" y="3460"/>
                  </a:cubicBezTo>
                  <a:cubicBezTo>
                    <a:pt x="1152" y="3426"/>
                    <a:pt x="1212" y="3400"/>
                    <a:pt x="1265" y="3361"/>
                  </a:cubicBezTo>
                  <a:cubicBezTo>
                    <a:pt x="1266" y="3360"/>
                    <a:pt x="1267" y="3359"/>
                    <a:pt x="1269" y="3358"/>
                  </a:cubicBezTo>
                  <a:cubicBezTo>
                    <a:pt x="1272" y="3357"/>
                    <a:pt x="1275" y="3355"/>
                    <a:pt x="1278" y="3355"/>
                  </a:cubicBezTo>
                  <a:cubicBezTo>
                    <a:pt x="1337" y="3344"/>
                    <a:pt x="1383" y="3308"/>
                    <a:pt x="1432" y="3278"/>
                  </a:cubicBezTo>
                  <a:cubicBezTo>
                    <a:pt x="1492" y="3242"/>
                    <a:pt x="1555" y="3211"/>
                    <a:pt x="1613" y="3170"/>
                  </a:cubicBezTo>
                  <a:cubicBezTo>
                    <a:pt x="1692" y="3116"/>
                    <a:pt x="1774" y="3066"/>
                    <a:pt x="1857" y="3018"/>
                  </a:cubicBezTo>
                  <a:cubicBezTo>
                    <a:pt x="1926" y="2978"/>
                    <a:pt x="1996" y="2940"/>
                    <a:pt x="2067" y="2904"/>
                  </a:cubicBezTo>
                  <a:cubicBezTo>
                    <a:pt x="2080" y="2897"/>
                    <a:pt x="2094" y="2889"/>
                    <a:pt x="2107" y="2882"/>
                  </a:cubicBezTo>
                  <a:cubicBezTo>
                    <a:pt x="2154" y="2854"/>
                    <a:pt x="2201" y="2824"/>
                    <a:pt x="2245" y="2792"/>
                  </a:cubicBezTo>
                  <a:cubicBezTo>
                    <a:pt x="2297" y="2757"/>
                    <a:pt x="2348" y="2720"/>
                    <a:pt x="2400" y="2686"/>
                  </a:cubicBezTo>
                  <a:cubicBezTo>
                    <a:pt x="2422" y="2672"/>
                    <a:pt x="2445" y="2664"/>
                    <a:pt x="2467" y="2653"/>
                  </a:cubicBezTo>
                  <a:cubicBezTo>
                    <a:pt x="2468" y="2652"/>
                    <a:pt x="2469" y="2652"/>
                    <a:pt x="2469" y="2652"/>
                  </a:cubicBezTo>
                  <a:cubicBezTo>
                    <a:pt x="2478" y="2647"/>
                    <a:pt x="2488" y="2644"/>
                    <a:pt x="2498" y="2644"/>
                  </a:cubicBezTo>
                  <a:cubicBezTo>
                    <a:pt x="2508" y="2644"/>
                    <a:pt x="2518" y="2647"/>
                    <a:pt x="2526" y="2652"/>
                  </a:cubicBezTo>
                  <a:cubicBezTo>
                    <a:pt x="2530" y="2654"/>
                    <a:pt x="2534" y="2656"/>
                    <a:pt x="2537" y="2659"/>
                  </a:cubicBezTo>
                  <a:cubicBezTo>
                    <a:pt x="2610" y="2718"/>
                    <a:pt x="2695" y="2756"/>
                    <a:pt x="2776" y="2802"/>
                  </a:cubicBezTo>
                  <a:cubicBezTo>
                    <a:pt x="2785" y="2807"/>
                    <a:pt x="2795" y="2812"/>
                    <a:pt x="2804" y="2818"/>
                  </a:cubicBezTo>
                  <a:cubicBezTo>
                    <a:pt x="2830" y="2832"/>
                    <a:pt x="2854" y="2848"/>
                    <a:pt x="2879" y="2865"/>
                  </a:cubicBezTo>
                  <a:cubicBezTo>
                    <a:pt x="2889" y="2873"/>
                    <a:pt x="2899" y="2880"/>
                    <a:pt x="2911" y="2887"/>
                  </a:cubicBezTo>
                  <a:cubicBezTo>
                    <a:pt x="2947" y="2908"/>
                    <a:pt x="2988" y="2919"/>
                    <a:pt x="3029" y="2919"/>
                  </a:cubicBezTo>
                  <a:cubicBezTo>
                    <a:pt x="3032" y="2919"/>
                    <a:pt x="3035" y="2919"/>
                    <a:pt x="3039" y="2919"/>
                  </a:cubicBezTo>
                  <a:cubicBezTo>
                    <a:pt x="3043" y="2918"/>
                    <a:pt x="3048" y="2918"/>
                    <a:pt x="3052" y="2918"/>
                  </a:cubicBezTo>
                  <a:cubicBezTo>
                    <a:pt x="3083" y="2918"/>
                    <a:pt x="3113" y="2923"/>
                    <a:pt x="3143" y="2933"/>
                  </a:cubicBezTo>
                  <a:cubicBezTo>
                    <a:pt x="3147" y="2934"/>
                    <a:pt x="3151" y="2935"/>
                    <a:pt x="3154" y="2937"/>
                  </a:cubicBezTo>
                  <a:cubicBezTo>
                    <a:pt x="3161" y="2941"/>
                    <a:pt x="3165" y="2946"/>
                    <a:pt x="3169" y="2953"/>
                  </a:cubicBezTo>
                  <a:cubicBezTo>
                    <a:pt x="3172" y="2959"/>
                    <a:pt x="3175" y="2966"/>
                    <a:pt x="3175" y="2973"/>
                  </a:cubicBezTo>
                  <a:cubicBezTo>
                    <a:pt x="3175" y="2975"/>
                    <a:pt x="3175" y="2976"/>
                    <a:pt x="3175" y="2978"/>
                  </a:cubicBezTo>
                  <a:cubicBezTo>
                    <a:pt x="3174" y="2990"/>
                    <a:pt x="3173" y="3003"/>
                    <a:pt x="3171" y="3015"/>
                  </a:cubicBezTo>
                  <a:cubicBezTo>
                    <a:pt x="3169" y="3037"/>
                    <a:pt x="3167" y="3059"/>
                    <a:pt x="3167" y="3081"/>
                  </a:cubicBezTo>
                  <a:cubicBezTo>
                    <a:pt x="3167" y="3129"/>
                    <a:pt x="3174" y="3177"/>
                    <a:pt x="3188" y="3224"/>
                  </a:cubicBezTo>
                  <a:cubicBezTo>
                    <a:pt x="3194" y="3243"/>
                    <a:pt x="3195" y="3263"/>
                    <a:pt x="3200" y="3283"/>
                  </a:cubicBezTo>
                  <a:cubicBezTo>
                    <a:pt x="3220" y="3367"/>
                    <a:pt x="3253" y="3447"/>
                    <a:pt x="3316" y="3507"/>
                  </a:cubicBezTo>
                  <a:cubicBezTo>
                    <a:pt x="3348" y="3537"/>
                    <a:pt x="3383" y="3563"/>
                    <a:pt x="3421" y="3585"/>
                  </a:cubicBezTo>
                  <a:cubicBezTo>
                    <a:pt x="3477" y="3618"/>
                    <a:pt x="3538" y="3640"/>
                    <a:pt x="3601" y="3650"/>
                  </a:cubicBezTo>
                  <a:cubicBezTo>
                    <a:pt x="3626" y="3656"/>
                    <a:pt x="3651" y="3659"/>
                    <a:pt x="3677" y="3659"/>
                  </a:cubicBezTo>
                  <a:cubicBezTo>
                    <a:pt x="3704" y="3659"/>
                    <a:pt x="3731" y="3655"/>
                    <a:pt x="3757" y="3649"/>
                  </a:cubicBezTo>
                  <a:cubicBezTo>
                    <a:pt x="3858" y="3621"/>
                    <a:pt x="3932" y="3554"/>
                    <a:pt x="4002" y="3480"/>
                  </a:cubicBezTo>
                  <a:cubicBezTo>
                    <a:pt x="4004" y="3477"/>
                    <a:pt x="4007" y="3474"/>
                    <a:pt x="4009" y="3470"/>
                  </a:cubicBezTo>
                  <a:cubicBezTo>
                    <a:pt x="4010" y="3467"/>
                    <a:pt x="4012" y="3464"/>
                    <a:pt x="4013" y="3461"/>
                  </a:cubicBezTo>
                  <a:cubicBezTo>
                    <a:pt x="4070" y="3363"/>
                    <a:pt x="4111" y="3257"/>
                    <a:pt x="4137" y="3147"/>
                  </a:cubicBezTo>
                  <a:cubicBezTo>
                    <a:pt x="4146" y="3110"/>
                    <a:pt x="4149" y="3084"/>
                    <a:pt x="4156" y="3036"/>
                  </a:cubicBezTo>
                  <a:cubicBezTo>
                    <a:pt x="4170" y="2933"/>
                    <a:pt x="4177" y="2876"/>
                    <a:pt x="4165" y="2817"/>
                  </a:cubicBezTo>
                  <a:cubicBezTo>
                    <a:pt x="4161" y="2795"/>
                    <a:pt x="4159" y="2773"/>
                    <a:pt x="4154" y="2752"/>
                  </a:cubicBezTo>
                  <a:cubicBezTo>
                    <a:pt x="4144" y="2711"/>
                    <a:pt x="4135" y="2693"/>
                    <a:pt x="4146" y="2680"/>
                  </a:cubicBezTo>
                  <a:cubicBezTo>
                    <a:pt x="4151" y="2673"/>
                    <a:pt x="4157" y="2675"/>
                    <a:pt x="4183" y="2660"/>
                  </a:cubicBezTo>
                  <a:cubicBezTo>
                    <a:pt x="4193" y="2654"/>
                    <a:pt x="4199" y="2649"/>
                    <a:pt x="4201" y="2649"/>
                  </a:cubicBezTo>
                  <a:cubicBezTo>
                    <a:pt x="4279" y="2620"/>
                    <a:pt x="4357" y="2592"/>
                    <a:pt x="4435" y="2564"/>
                  </a:cubicBezTo>
                  <a:cubicBezTo>
                    <a:pt x="4536" y="2529"/>
                    <a:pt x="4640" y="2499"/>
                    <a:pt x="4733" y="2442"/>
                  </a:cubicBezTo>
                  <a:cubicBezTo>
                    <a:pt x="4737" y="2440"/>
                    <a:pt x="4740" y="2438"/>
                    <a:pt x="4743" y="2436"/>
                  </a:cubicBezTo>
                  <a:cubicBezTo>
                    <a:pt x="4762" y="2425"/>
                    <a:pt x="4782" y="2418"/>
                    <a:pt x="4803" y="2416"/>
                  </a:cubicBezTo>
                  <a:cubicBezTo>
                    <a:pt x="4843" y="2412"/>
                    <a:pt x="4882" y="2402"/>
                    <a:pt x="4919" y="2386"/>
                  </a:cubicBezTo>
                  <a:cubicBezTo>
                    <a:pt x="4936" y="2378"/>
                    <a:pt x="4949" y="2388"/>
                    <a:pt x="4948" y="2408"/>
                  </a:cubicBezTo>
                  <a:cubicBezTo>
                    <a:pt x="4949" y="2410"/>
                    <a:pt x="4949" y="2413"/>
                    <a:pt x="4949" y="2415"/>
                  </a:cubicBezTo>
                  <a:cubicBezTo>
                    <a:pt x="4949" y="2438"/>
                    <a:pt x="4947" y="2460"/>
                    <a:pt x="4943" y="2483"/>
                  </a:cubicBezTo>
                  <a:cubicBezTo>
                    <a:pt x="4940" y="2507"/>
                    <a:pt x="4938" y="2531"/>
                    <a:pt x="4938" y="2555"/>
                  </a:cubicBezTo>
                  <a:cubicBezTo>
                    <a:pt x="4938" y="2591"/>
                    <a:pt x="4942" y="2627"/>
                    <a:pt x="4950" y="2662"/>
                  </a:cubicBezTo>
                  <a:cubicBezTo>
                    <a:pt x="4961" y="2736"/>
                    <a:pt x="4986" y="2808"/>
                    <a:pt x="5024" y="2873"/>
                  </a:cubicBezTo>
                  <a:cubicBezTo>
                    <a:pt x="5050" y="2919"/>
                    <a:pt x="5083" y="2961"/>
                    <a:pt x="5120" y="2999"/>
                  </a:cubicBezTo>
                  <a:cubicBezTo>
                    <a:pt x="5133" y="3013"/>
                    <a:pt x="5148" y="3025"/>
                    <a:pt x="5164" y="3035"/>
                  </a:cubicBezTo>
                  <a:cubicBezTo>
                    <a:pt x="5171" y="3039"/>
                    <a:pt x="5179" y="3043"/>
                    <a:pt x="5187" y="3046"/>
                  </a:cubicBezTo>
                  <a:cubicBezTo>
                    <a:pt x="5222" y="3059"/>
                    <a:pt x="5259" y="3065"/>
                    <a:pt x="5296" y="3065"/>
                  </a:cubicBezTo>
                  <a:cubicBezTo>
                    <a:pt x="5351" y="3065"/>
                    <a:pt x="5404" y="3050"/>
                    <a:pt x="5452" y="3023"/>
                  </a:cubicBezTo>
                  <a:cubicBezTo>
                    <a:pt x="5464" y="3015"/>
                    <a:pt x="5476" y="3008"/>
                    <a:pt x="5487" y="3000"/>
                  </a:cubicBezTo>
                  <a:cubicBezTo>
                    <a:pt x="5606" y="2913"/>
                    <a:pt x="5701" y="2802"/>
                    <a:pt x="5735" y="2652"/>
                  </a:cubicBezTo>
                  <a:cubicBezTo>
                    <a:pt x="5739" y="2637"/>
                    <a:pt x="5744" y="2623"/>
                    <a:pt x="5751" y="2610"/>
                  </a:cubicBezTo>
                  <a:cubicBezTo>
                    <a:pt x="5795" y="2510"/>
                    <a:pt x="5807" y="2403"/>
                    <a:pt x="5818" y="2295"/>
                  </a:cubicBezTo>
                  <a:cubicBezTo>
                    <a:pt x="5821" y="2268"/>
                    <a:pt x="5823" y="2241"/>
                    <a:pt x="5823" y="2213"/>
                  </a:cubicBezTo>
                  <a:cubicBezTo>
                    <a:pt x="5823" y="2170"/>
                    <a:pt x="5819" y="2128"/>
                    <a:pt x="5811" y="2086"/>
                  </a:cubicBezTo>
                  <a:cubicBezTo>
                    <a:pt x="5810" y="2082"/>
                    <a:pt x="5809" y="2078"/>
                    <a:pt x="5809" y="2074"/>
                  </a:cubicBezTo>
                  <a:cubicBezTo>
                    <a:pt x="5809" y="2067"/>
                    <a:pt x="5811" y="2059"/>
                    <a:pt x="5815" y="2053"/>
                  </a:cubicBezTo>
                  <a:cubicBezTo>
                    <a:pt x="5819" y="2046"/>
                    <a:pt x="5824" y="2042"/>
                    <a:pt x="5830" y="2038"/>
                  </a:cubicBezTo>
                  <a:cubicBezTo>
                    <a:pt x="5832" y="2037"/>
                    <a:pt x="5833" y="2036"/>
                    <a:pt x="5834" y="2036"/>
                  </a:cubicBezTo>
                  <a:cubicBezTo>
                    <a:pt x="5839" y="2033"/>
                    <a:pt x="5844" y="2030"/>
                    <a:pt x="5849" y="2027"/>
                  </a:cubicBezTo>
                  <a:cubicBezTo>
                    <a:pt x="5853" y="2025"/>
                    <a:pt x="5856" y="2022"/>
                    <a:pt x="5860" y="2021"/>
                  </a:cubicBezTo>
                  <a:cubicBezTo>
                    <a:pt x="5904" y="2004"/>
                    <a:pt x="5926" y="1968"/>
                    <a:pt x="5937" y="1925"/>
                  </a:cubicBezTo>
                  <a:cubicBezTo>
                    <a:pt x="5947" y="1886"/>
                    <a:pt x="5960" y="1848"/>
                    <a:pt x="5975" y="1811"/>
                  </a:cubicBezTo>
                  <a:cubicBezTo>
                    <a:pt x="6017" y="1706"/>
                    <a:pt x="6049" y="1597"/>
                    <a:pt x="6069" y="1486"/>
                  </a:cubicBezTo>
                  <a:cubicBezTo>
                    <a:pt x="6091" y="1372"/>
                    <a:pt x="6126" y="1262"/>
                    <a:pt x="6174" y="1157"/>
                  </a:cubicBezTo>
                  <a:cubicBezTo>
                    <a:pt x="6182" y="1142"/>
                    <a:pt x="6189" y="1126"/>
                    <a:pt x="6193" y="1109"/>
                  </a:cubicBezTo>
                  <a:cubicBezTo>
                    <a:pt x="6194" y="1104"/>
                    <a:pt x="6195" y="1100"/>
                    <a:pt x="6195" y="1095"/>
                  </a:cubicBezTo>
                  <a:cubicBezTo>
                    <a:pt x="6195" y="1086"/>
                    <a:pt x="6192" y="1076"/>
                    <a:pt x="6188" y="1068"/>
                  </a:cubicBezTo>
                  <a:cubicBezTo>
                    <a:pt x="6183" y="1061"/>
                    <a:pt x="6178" y="1055"/>
                    <a:pt x="6170" y="1050"/>
                  </a:cubicBezTo>
                  <a:moveTo>
                    <a:pt x="356" y="2898"/>
                  </a:moveTo>
                  <a:cubicBezTo>
                    <a:pt x="357" y="2896"/>
                    <a:pt x="358" y="2893"/>
                    <a:pt x="359" y="2891"/>
                  </a:cubicBezTo>
                  <a:cubicBezTo>
                    <a:pt x="363" y="2884"/>
                    <a:pt x="369" y="2878"/>
                    <a:pt x="376" y="2874"/>
                  </a:cubicBezTo>
                  <a:cubicBezTo>
                    <a:pt x="382" y="2871"/>
                    <a:pt x="389" y="2869"/>
                    <a:pt x="396" y="2869"/>
                  </a:cubicBezTo>
                  <a:cubicBezTo>
                    <a:pt x="389" y="2878"/>
                    <a:pt x="380" y="2885"/>
                    <a:pt x="370" y="2891"/>
                  </a:cubicBezTo>
                  <a:cubicBezTo>
                    <a:pt x="366" y="2893"/>
                    <a:pt x="361" y="2896"/>
                    <a:pt x="356" y="2897"/>
                  </a:cubicBezTo>
                  <a:lnTo>
                    <a:pt x="356" y="2898"/>
                  </a:lnTo>
                  <a:moveTo>
                    <a:pt x="399" y="2866"/>
                  </a:moveTo>
                  <a:cubicBezTo>
                    <a:pt x="419" y="2843"/>
                    <a:pt x="443" y="2823"/>
                    <a:pt x="469" y="2808"/>
                  </a:cubicBezTo>
                  <a:cubicBezTo>
                    <a:pt x="492" y="2795"/>
                    <a:pt x="517" y="2785"/>
                    <a:pt x="543" y="2779"/>
                  </a:cubicBezTo>
                  <a:cubicBezTo>
                    <a:pt x="520" y="2799"/>
                    <a:pt x="495" y="2817"/>
                    <a:pt x="469" y="2832"/>
                  </a:cubicBezTo>
                  <a:cubicBezTo>
                    <a:pt x="447" y="2845"/>
                    <a:pt x="424" y="2856"/>
                    <a:pt x="400" y="2865"/>
                  </a:cubicBezTo>
                  <a:lnTo>
                    <a:pt x="399" y="2866"/>
                  </a:lnTo>
                  <a:moveTo>
                    <a:pt x="851" y="2581"/>
                  </a:moveTo>
                  <a:cubicBezTo>
                    <a:pt x="893" y="2538"/>
                    <a:pt x="895" y="2536"/>
                    <a:pt x="950" y="2522"/>
                  </a:cubicBezTo>
                  <a:cubicBezTo>
                    <a:pt x="916" y="2558"/>
                    <a:pt x="915" y="2559"/>
                    <a:pt x="852" y="2581"/>
                  </a:cubicBezTo>
                  <a:lnTo>
                    <a:pt x="851" y="2581"/>
                  </a:lnTo>
                  <a:moveTo>
                    <a:pt x="954" y="2520"/>
                  </a:moveTo>
                  <a:cubicBezTo>
                    <a:pt x="959" y="2511"/>
                    <a:pt x="967" y="2503"/>
                    <a:pt x="976" y="2498"/>
                  </a:cubicBezTo>
                  <a:cubicBezTo>
                    <a:pt x="982" y="2495"/>
                    <a:pt x="989" y="2492"/>
                    <a:pt x="996" y="2491"/>
                  </a:cubicBezTo>
                  <a:cubicBezTo>
                    <a:pt x="995" y="2492"/>
                    <a:pt x="995" y="2493"/>
                    <a:pt x="994" y="2494"/>
                  </a:cubicBezTo>
                  <a:cubicBezTo>
                    <a:pt x="990" y="2502"/>
                    <a:pt x="984" y="2507"/>
                    <a:pt x="976" y="2512"/>
                  </a:cubicBezTo>
                  <a:cubicBezTo>
                    <a:pt x="970" y="2515"/>
                    <a:pt x="962" y="2518"/>
                    <a:pt x="954" y="2519"/>
                  </a:cubicBezTo>
                  <a:lnTo>
                    <a:pt x="954" y="2520"/>
                  </a:lnTo>
                  <a:moveTo>
                    <a:pt x="999" y="2489"/>
                  </a:moveTo>
                  <a:cubicBezTo>
                    <a:pt x="1001" y="2486"/>
                    <a:pt x="1004" y="2483"/>
                    <a:pt x="1008" y="2481"/>
                  </a:cubicBezTo>
                  <a:cubicBezTo>
                    <a:pt x="1013" y="2478"/>
                    <a:pt x="1019" y="2477"/>
                    <a:pt x="1024" y="2477"/>
                  </a:cubicBezTo>
                  <a:cubicBezTo>
                    <a:pt x="1026" y="2477"/>
                    <a:pt x="1027" y="2477"/>
                    <a:pt x="1028" y="2477"/>
                  </a:cubicBezTo>
                  <a:cubicBezTo>
                    <a:pt x="1026" y="2480"/>
                    <a:pt x="1023" y="2482"/>
                    <a:pt x="1020" y="2484"/>
                  </a:cubicBezTo>
                  <a:cubicBezTo>
                    <a:pt x="1015" y="2487"/>
                    <a:pt x="1009" y="2489"/>
                    <a:pt x="1003" y="2489"/>
                  </a:cubicBezTo>
                  <a:cubicBezTo>
                    <a:pt x="1001" y="2489"/>
                    <a:pt x="1000" y="2489"/>
                    <a:pt x="999" y="2488"/>
                  </a:cubicBezTo>
                  <a:lnTo>
                    <a:pt x="999" y="2489"/>
                  </a:lnTo>
                  <a:moveTo>
                    <a:pt x="1360" y="2266"/>
                  </a:moveTo>
                  <a:cubicBezTo>
                    <a:pt x="1263" y="2329"/>
                    <a:pt x="1172" y="2401"/>
                    <a:pt x="1070" y="2458"/>
                  </a:cubicBezTo>
                  <a:cubicBezTo>
                    <a:pt x="1057" y="2465"/>
                    <a:pt x="1044" y="2470"/>
                    <a:pt x="1031" y="2476"/>
                  </a:cubicBezTo>
                  <a:cubicBezTo>
                    <a:pt x="1038" y="2454"/>
                    <a:pt x="1058" y="2443"/>
                    <a:pt x="1075" y="2430"/>
                  </a:cubicBezTo>
                  <a:cubicBezTo>
                    <a:pt x="1146" y="2377"/>
                    <a:pt x="1220" y="2327"/>
                    <a:pt x="1298" y="2283"/>
                  </a:cubicBezTo>
                  <a:cubicBezTo>
                    <a:pt x="1327" y="2266"/>
                    <a:pt x="1356" y="2250"/>
                    <a:pt x="1386" y="2234"/>
                  </a:cubicBezTo>
                  <a:cubicBezTo>
                    <a:pt x="1384" y="2238"/>
                    <a:pt x="1383" y="2242"/>
                    <a:pt x="1381" y="2245"/>
                  </a:cubicBezTo>
                  <a:cubicBezTo>
                    <a:pt x="1376" y="2254"/>
                    <a:pt x="1369" y="2261"/>
                    <a:pt x="1361" y="2266"/>
                  </a:cubicBezTo>
                  <a:lnTo>
                    <a:pt x="1360" y="2266"/>
                  </a:lnTo>
                  <a:moveTo>
                    <a:pt x="1556" y="2127"/>
                  </a:moveTo>
                  <a:cubicBezTo>
                    <a:pt x="1562" y="2119"/>
                    <a:pt x="1570" y="2112"/>
                    <a:pt x="1578" y="2107"/>
                  </a:cubicBezTo>
                  <a:cubicBezTo>
                    <a:pt x="1584" y="2104"/>
                    <a:pt x="1590" y="2101"/>
                    <a:pt x="1597" y="2100"/>
                  </a:cubicBezTo>
                  <a:cubicBezTo>
                    <a:pt x="1596" y="2100"/>
                    <a:pt x="1596" y="2100"/>
                    <a:pt x="1596" y="2101"/>
                  </a:cubicBezTo>
                  <a:cubicBezTo>
                    <a:pt x="1592" y="2108"/>
                    <a:pt x="1585" y="2115"/>
                    <a:pt x="1578" y="2119"/>
                  </a:cubicBezTo>
                  <a:cubicBezTo>
                    <a:pt x="1572" y="2122"/>
                    <a:pt x="1565" y="2125"/>
                    <a:pt x="1558" y="2125"/>
                  </a:cubicBezTo>
                  <a:lnTo>
                    <a:pt x="1556" y="2127"/>
                  </a:lnTo>
                  <a:moveTo>
                    <a:pt x="1600" y="2097"/>
                  </a:moveTo>
                  <a:cubicBezTo>
                    <a:pt x="1605" y="2090"/>
                    <a:pt x="1611" y="2084"/>
                    <a:pt x="1619" y="2080"/>
                  </a:cubicBezTo>
                  <a:cubicBezTo>
                    <a:pt x="1627" y="2075"/>
                    <a:pt x="1636" y="2072"/>
                    <a:pt x="1645" y="2072"/>
                  </a:cubicBezTo>
                  <a:cubicBezTo>
                    <a:pt x="1639" y="2077"/>
                    <a:pt x="1632" y="2083"/>
                    <a:pt x="1625" y="2087"/>
                  </a:cubicBezTo>
                  <a:cubicBezTo>
                    <a:pt x="1618" y="2091"/>
                    <a:pt x="1610" y="2094"/>
                    <a:pt x="1602" y="2096"/>
                  </a:cubicBezTo>
                  <a:lnTo>
                    <a:pt x="1600" y="2097"/>
                  </a:lnTo>
                  <a:moveTo>
                    <a:pt x="1748" y="2007"/>
                  </a:moveTo>
                  <a:cubicBezTo>
                    <a:pt x="1729" y="2023"/>
                    <a:pt x="1708" y="2037"/>
                    <a:pt x="1686" y="2049"/>
                  </a:cubicBezTo>
                  <a:cubicBezTo>
                    <a:pt x="1674" y="2056"/>
                    <a:pt x="1662" y="2063"/>
                    <a:pt x="1649" y="2069"/>
                  </a:cubicBezTo>
                  <a:cubicBezTo>
                    <a:pt x="1674" y="2027"/>
                    <a:pt x="1715" y="2008"/>
                    <a:pt x="1756" y="1985"/>
                  </a:cubicBezTo>
                  <a:cubicBezTo>
                    <a:pt x="1757" y="1988"/>
                    <a:pt x="1758" y="1990"/>
                    <a:pt x="1758" y="1993"/>
                  </a:cubicBezTo>
                  <a:cubicBezTo>
                    <a:pt x="1758" y="1996"/>
                    <a:pt x="1757" y="1999"/>
                    <a:pt x="1755" y="2002"/>
                  </a:cubicBezTo>
                  <a:cubicBezTo>
                    <a:pt x="1754" y="2004"/>
                    <a:pt x="1753" y="2005"/>
                    <a:pt x="1751" y="2007"/>
                  </a:cubicBezTo>
                  <a:lnTo>
                    <a:pt x="1748" y="2007"/>
                  </a:lnTo>
                  <a:moveTo>
                    <a:pt x="5565" y="743"/>
                  </a:moveTo>
                  <a:cubicBezTo>
                    <a:pt x="5575" y="749"/>
                    <a:pt x="5586" y="755"/>
                    <a:pt x="5596" y="761"/>
                  </a:cubicBezTo>
                  <a:cubicBezTo>
                    <a:pt x="5659" y="797"/>
                    <a:pt x="5724" y="831"/>
                    <a:pt x="5791" y="862"/>
                  </a:cubicBezTo>
                  <a:cubicBezTo>
                    <a:pt x="5829" y="878"/>
                    <a:pt x="5867" y="897"/>
                    <a:pt x="5903" y="918"/>
                  </a:cubicBezTo>
                  <a:cubicBezTo>
                    <a:pt x="5955" y="948"/>
                    <a:pt x="6005" y="983"/>
                    <a:pt x="6051" y="1022"/>
                  </a:cubicBezTo>
                  <a:cubicBezTo>
                    <a:pt x="6059" y="1028"/>
                    <a:pt x="6067" y="1036"/>
                    <a:pt x="6073" y="1044"/>
                  </a:cubicBezTo>
                  <a:cubicBezTo>
                    <a:pt x="6080" y="1053"/>
                    <a:pt x="6080" y="1065"/>
                    <a:pt x="6069" y="1069"/>
                  </a:cubicBezTo>
                  <a:cubicBezTo>
                    <a:pt x="6020" y="1089"/>
                    <a:pt x="5971" y="1107"/>
                    <a:pt x="5922" y="1126"/>
                  </a:cubicBezTo>
                  <a:cubicBezTo>
                    <a:pt x="5917" y="1127"/>
                    <a:pt x="5912" y="1127"/>
                    <a:pt x="5907" y="1127"/>
                  </a:cubicBezTo>
                  <a:cubicBezTo>
                    <a:pt x="5897" y="1127"/>
                    <a:pt x="5887" y="1125"/>
                    <a:pt x="5878" y="1120"/>
                  </a:cubicBezTo>
                  <a:cubicBezTo>
                    <a:pt x="5851" y="1110"/>
                    <a:pt x="5823" y="1101"/>
                    <a:pt x="5783" y="1088"/>
                  </a:cubicBezTo>
                  <a:cubicBezTo>
                    <a:pt x="5793" y="1104"/>
                    <a:pt x="5794" y="1106"/>
                    <a:pt x="5795" y="1108"/>
                  </a:cubicBezTo>
                  <a:cubicBezTo>
                    <a:pt x="5805" y="1122"/>
                    <a:pt x="5831" y="1128"/>
                    <a:pt x="5826" y="1147"/>
                  </a:cubicBezTo>
                  <a:cubicBezTo>
                    <a:pt x="5821" y="1173"/>
                    <a:pt x="5794" y="1175"/>
                    <a:pt x="5772" y="1179"/>
                  </a:cubicBezTo>
                  <a:cubicBezTo>
                    <a:pt x="5770" y="1180"/>
                    <a:pt x="5768" y="1180"/>
                    <a:pt x="5766" y="1180"/>
                  </a:cubicBezTo>
                  <a:cubicBezTo>
                    <a:pt x="5761" y="1180"/>
                    <a:pt x="5755" y="1179"/>
                    <a:pt x="5751" y="1176"/>
                  </a:cubicBezTo>
                  <a:cubicBezTo>
                    <a:pt x="5746" y="1173"/>
                    <a:pt x="5743" y="1170"/>
                    <a:pt x="5741" y="1166"/>
                  </a:cubicBezTo>
                  <a:cubicBezTo>
                    <a:pt x="5739" y="1163"/>
                    <a:pt x="5738" y="1161"/>
                    <a:pt x="5738" y="1158"/>
                  </a:cubicBezTo>
                  <a:cubicBezTo>
                    <a:pt x="5718" y="1109"/>
                    <a:pt x="5694" y="1063"/>
                    <a:pt x="5670" y="1016"/>
                  </a:cubicBezTo>
                  <a:cubicBezTo>
                    <a:pt x="5660" y="995"/>
                    <a:pt x="5649" y="975"/>
                    <a:pt x="5638" y="956"/>
                  </a:cubicBezTo>
                  <a:cubicBezTo>
                    <a:pt x="5627" y="936"/>
                    <a:pt x="5615" y="917"/>
                    <a:pt x="5602" y="899"/>
                  </a:cubicBezTo>
                  <a:cubicBezTo>
                    <a:pt x="5561" y="840"/>
                    <a:pt x="5539" y="769"/>
                    <a:pt x="5489" y="714"/>
                  </a:cubicBezTo>
                  <a:cubicBezTo>
                    <a:pt x="5512" y="715"/>
                    <a:pt x="5535" y="722"/>
                    <a:pt x="5555" y="734"/>
                  </a:cubicBezTo>
                  <a:cubicBezTo>
                    <a:pt x="5559" y="737"/>
                    <a:pt x="5563" y="739"/>
                    <a:pt x="5567" y="742"/>
                  </a:cubicBezTo>
                  <a:lnTo>
                    <a:pt x="5565" y="743"/>
                  </a:lnTo>
                  <a:moveTo>
                    <a:pt x="3407" y="619"/>
                  </a:moveTo>
                  <a:cubicBezTo>
                    <a:pt x="3430" y="590"/>
                    <a:pt x="3456" y="562"/>
                    <a:pt x="3484" y="537"/>
                  </a:cubicBezTo>
                  <a:cubicBezTo>
                    <a:pt x="3510" y="511"/>
                    <a:pt x="3518" y="471"/>
                    <a:pt x="3545" y="443"/>
                  </a:cubicBezTo>
                  <a:cubicBezTo>
                    <a:pt x="3575" y="409"/>
                    <a:pt x="3607" y="378"/>
                    <a:pt x="3642" y="349"/>
                  </a:cubicBezTo>
                  <a:cubicBezTo>
                    <a:pt x="3688" y="314"/>
                    <a:pt x="3732" y="277"/>
                    <a:pt x="3778" y="240"/>
                  </a:cubicBezTo>
                  <a:cubicBezTo>
                    <a:pt x="3795" y="227"/>
                    <a:pt x="3814" y="215"/>
                    <a:pt x="3833" y="204"/>
                  </a:cubicBezTo>
                  <a:cubicBezTo>
                    <a:pt x="3846" y="196"/>
                    <a:pt x="3860" y="189"/>
                    <a:pt x="3874" y="182"/>
                  </a:cubicBezTo>
                  <a:cubicBezTo>
                    <a:pt x="3894" y="173"/>
                    <a:pt x="3913" y="162"/>
                    <a:pt x="3932" y="151"/>
                  </a:cubicBezTo>
                  <a:cubicBezTo>
                    <a:pt x="3956" y="137"/>
                    <a:pt x="3980" y="122"/>
                    <a:pt x="4003" y="106"/>
                  </a:cubicBezTo>
                  <a:cubicBezTo>
                    <a:pt x="4008" y="103"/>
                    <a:pt x="4014" y="99"/>
                    <a:pt x="4020" y="95"/>
                  </a:cubicBezTo>
                  <a:cubicBezTo>
                    <a:pt x="4055" y="75"/>
                    <a:pt x="4095" y="64"/>
                    <a:pt x="4136" y="64"/>
                  </a:cubicBezTo>
                  <a:cubicBezTo>
                    <a:pt x="4162" y="64"/>
                    <a:pt x="4187" y="68"/>
                    <a:pt x="4211" y="76"/>
                  </a:cubicBezTo>
                  <a:cubicBezTo>
                    <a:pt x="4249" y="88"/>
                    <a:pt x="4288" y="96"/>
                    <a:pt x="4327" y="107"/>
                  </a:cubicBezTo>
                  <a:cubicBezTo>
                    <a:pt x="4339" y="109"/>
                    <a:pt x="4351" y="113"/>
                    <a:pt x="4362" y="119"/>
                  </a:cubicBezTo>
                  <a:cubicBezTo>
                    <a:pt x="4427" y="153"/>
                    <a:pt x="4493" y="182"/>
                    <a:pt x="4561" y="206"/>
                  </a:cubicBezTo>
                  <a:cubicBezTo>
                    <a:pt x="4609" y="223"/>
                    <a:pt x="4651" y="260"/>
                    <a:pt x="4692" y="293"/>
                  </a:cubicBezTo>
                  <a:cubicBezTo>
                    <a:pt x="4698" y="298"/>
                    <a:pt x="4704" y="303"/>
                    <a:pt x="4711" y="307"/>
                  </a:cubicBezTo>
                  <a:cubicBezTo>
                    <a:pt x="4723" y="314"/>
                    <a:pt x="4737" y="319"/>
                    <a:pt x="4751" y="321"/>
                  </a:cubicBezTo>
                  <a:cubicBezTo>
                    <a:pt x="4802" y="328"/>
                    <a:pt x="4852" y="345"/>
                    <a:pt x="4897" y="371"/>
                  </a:cubicBezTo>
                  <a:cubicBezTo>
                    <a:pt x="4902" y="374"/>
                    <a:pt x="4907" y="377"/>
                    <a:pt x="4912" y="380"/>
                  </a:cubicBezTo>
                  <a:cubicBezTo>
                    <a:pt x="4968" y="414"/>
                    <a:pt x="5025" y="445"/>
                    <a:pt x="5082" y="477"/>
                  </a:cubicBezTo>
                  <a:cubicBezTo>
                    <a:pt x="5087" y="480"/>
                    <a:pt x="5091" y="482"/>
                    <a:pt x="5096" y="485"/>
                  </a:cubicBezTo>
                  <a:cubicBezTo>
                    <a:pt x="5131" y="505"/>
                    <a:pt x="5161" y="532"/>
                    <a:pt x="5184" y="564"/>
                  </a:cubicBezTo>
                  <a:cubicBezTo>
                    <a:pt x="5196" y="580"/>
                    <a:pt x="5211" y="594"/>
                    <a:pt x="5229" y="604"/>
                  </a:cubicBezTo>
                  <a:cubicBezTo>
                    <a:pt x="5237" y="608"/>
                    <a:pt x="5246" y="613"/>
                    <a:pt x="5256" y="616"/>
                  </a:cubicBezTo>
                  <a:cubicBezTo>
                    <a:pt x="5283" y="626"/>
                    <a:pt x="5309" y="638"/>
                    <a:pt x="5335" y="653"/>
                  </a:cubicBezTo>
                  <a:cubicBezTo>
                    <a:pt x="5383" y="681"/>
                    <a:pt x="5427" y="717"/>
                    <a:pt x="5464" y="759"/>
                  </a:cubicBezTo>
                  <a:cubicBezTo>
                    <a:pt x="5483" y="779"/>
                    <a:pt x="5499" y="801"/>
                    <a:pt x="5514" y="824"/>
                  </a:cubicBezTo>
                  <a:cubicBezTo>
                    <a:pt x="5526" y="850"/>
                    <a:pt x="5540" y="875"/>
                    <a:pt x="5554" y="899"/>
                  </a:cubicBezTo>
                  <a:cubicBezTo>
                    <a:pt x="5571" y="929"/>
                    <a:pt x="5590" y="958"/>
                    <a:pt x="5609" y="987"/>
                  </a:cubicBezTo>
                  <a:cubicBezTo>
                    <a:pt x="5610" y="988"/>
                    <a:pt x="5611" y="989"/>
                    <a:pt x="5611" y="991"/>
                  </a:cubicBezTo>
                  <a:cubicBezTo>
                    <a:pt x="5624" y="1013"/>
                    <a:pt x="5631" y="1038"/>
                    <a:pt x="5631" y="1064"/>
                  </a:cubicBezTo>
                  <a:cubicBezTo>
                    <a:pt x="5631" y="1068"/>
                    <a:pt x="5631" y="1072"/>
                    <a:pt x="5631" y="1076"/>
                  </a:cubicBezTo>
                  <a:cubicBezTo>
                    <a:pt x="5616" y="1101"/>
                    <a:pt x="5629" y="1119"/>
                    <a:pt x="5650" y="1138"/>
                  </a:cubicBezTo>
                  <a:cubicBezTo>
                    <a:pt x="5664" y="1150"/>
                    <a:pt x="5659" y="1166"/>
                    <a:pt x="5645" y="1176"/>
                  </a:cubicBezTo>
                  <a:cubicBezTo>
                    <a:pt x="5630" y="1186"/>
                    <a:pt x="5617" y="1195"/>
                    <a:pt x="5618" y="1216"/>
                  </a:cubicBezTo>
                  <a:cubicBezTo>
                    <a:pt x="5618" y="1231"/>
                    <a:pt x="5604" y="1236"/>
                    <a:pt x="5592" y="1240"/>
                  </a:cubicBezTo>
                  <a:lnTo>
                    <a:pt x="5351" y="1325"/>
                  </a:lnTo>
                  <a:cubicBezTo>
                    <a:pt x="5299" y="1343"/>
                    <a:pt x="5246" y="1360"/>
                    <a:pt x="5195" y="1380"/>
                  </a:cubicBezTo>
                  <a:cubicBezTo>
                    <a:pt x="5062" y="1431"/>
                    <a:pt x="4929" y="1485"/>
                    <a:pt x="4795" y="1535"/>
                  </a:cubicBezTo>
                  <a:cubicBezTo>
                    <a:pt x="4720" y="1564"/>
                    <a:pt x="4643" y="1588"/>
                    <a:pt x="4568" y="1614"/>
                  </a:cubicBezTo>
                  <a:cubicBezTo>
                    <a:pt x="4334" y="1697"/>
                    <a:pt x="4099" y="1779"/>
                    <a:pt x="3865" y="1863"/>
                  </a:cubicBezTo>
                  <a:cubicBezTo>
                    <a:pt x="3705" y="1921"/>
                    <a:pt x="3539" y="1965"/>
                    <a:pt x="3378" y="2016"/>
                  </a:cubicBezTo>
                  <a:cubicBezTo>
                    <a:pt x="3349" y="2025"/>
                    <a:pt x="3321" y="2037"/>
                    <a:pt x="3293" y="2046"/>
                  </a:cubicBezTo>
                  <a:cubicBezTo>
                    <a:pt x="3264" y="2056"/>
                    <a:pt x="3235" y="2065"/>
                    <a:pt x="3206" y="2071"/>
                  </a:cubicBezTo>
                  <a:cubicBezTo>
                    <a:pt x="3196" y="2074"/>
                    <a:pt x="3187" y="2075"/>
                    <a:pt x="3177" y="2075"/>
                  </a:cubicBezTo>
                  <a:cubicBezTo>
                    <a:pt x="3158" y="2075"/>
                    <a:pt x="3139" y="2070"/>
                    <a:pt x="3122" y="2060"/>
                  </a:cubicBezTo>
                  <a:cubicBezTo>
                    <a:pt x="3113" y="2055"/>
                    <a:pt x="3104" y="2048"/>
                    <a:pt x="3097" y="2041"/>
                  </a:cubicBezTo>
                  <a:cubicBezTo>
                    <a:pt x="3039" y="1989"/>
                    <a:pt x="2977" y="1942"/>
                    <a:pt x="2911" y="1900"/>
                  </a:cubicBezTo>
                  <a:cubicBezTo>
                    <a:pt x="2885" y="1882"/>
                    <a:pt x="2870" y="1868"/>
                    <a:pt x="2884" y="1835"/>
                  </a:cubicBezTo>
                  <a:cubicBezTo>
                    <a:pt x="2889" y="1818"/>
                    <a:pt x="2891" y="1800"/>
                    <a:pt x="2891" y="1783"/>
                  </a:cubicBezTo>
                  <a:cubicBezTo>
                    <a:pt x="2891" y="1778"/>
                    <a:pt x="2891" y="1773"/>
                    <a:pt x="2891" y="1768"/>
                  </a:cubicBezTo>
                  <a:cubicBezTo>
                    <a:pt x="2891" y="1767"/>
                    <a:pt x="2891" y="1766"/>
                    <a:pt x="2891" y="1766"/>
                  </a:cubicBezTo>
                  <a:cubicBezTo>
                    <a:pt x="2891" y="1696"/>
                    <a:pt x="2906" y="1627"/>
                    <a:pt x="2934" y="1564"/>
                  </a:cubicBezTo>
                  <a:cubicBezTo>
                    <a:pt x="2968" y="1488"/>
                    <a:pt x="3002" y="1411"/>
                    <a:pt x="3038" y="1338"/>
                  </a:cubicBezTo>
                  <a:lnTo>
                    <a:pt x="3038" y="1337"/>
                  </a:lnTo>
                  <a:cubicBezTo>
                    <a:pt x="3046" y="1324"/>
                    <a:pt x="3050" y="1308"/>
                    <a:pt x="3050" y="1293"/>
                  </a:cubicBezTo>
                  <a:cubicBezTo>
                    <a:pt x="3050" y="1289"/>
                    <a:pt x="3050" y="1285"/>
                    <a:pt x="3049" y="1281"/>
                  </a:cubicBezTo>
                  <a:cubicBezTo>
                    <a:pt x="3048" y="1274"/>
                    <a:pt x="3048" y="1268"/>
                    <a:pt x="3048" y="1261"/>
                  </a:cubicBezTo>
                  <a:cubicBezTo>
                    <a:pt x="3048" y="1235"/>
                    <a:pt x="3055" y="1209"/>
                    <a:pt x="3067" y="1186"/>
                  </a:cubicBezTo>
                  <a:cubicBezTo>
                    <a:pt x="3085" y="1147"/>
                    <a:pt x="3104" y="1109"/>
                    <a:pt x="3125" y="1072"/>
                  </a:cubicBezTo>
                  <a:cubicBezTo>
                    <a:pt x="3128" y="1068"/>
                    <a:pt x="3130" y="1064"/>
                    <a:pt x="3133" y="1059"/>
                  </a:cubicBezTo>
                  <a:cubicBezTo>
                    <a:pt x="3140" y="1048"/>
                    <a:pt x="3147" y="1036"/>
                    <a:pt x="3154" y="1024"/>
                  </a:cubicBezTo>
                  <a:cubicBezTo>
                    <a:pt x="3168" y="999"/>
                    <a:pt x="3182" y="973"/>
                    <a:pt x="3194" y="947"/>
                  </a:cubicBezTo>
                  <a:cubicBezTo>
                    <a:pt x="3203" y="931"/>
                    <a:pt x="3212" y="915"/>
                    <a:pt x="3222" y="899"/>
                  </a:cubicBezTo>
                  <a:cubicBezTo>
                    <a:pt x="3253" y="844"/>
                    <a:pt x="3287" y="791"/>
                    <a:pt x="3322" y="739"/>
                  </a:cubicBezTo>
                  <a:lnTo>
                    <a:pt x="3327" y="738"/>
                  </a:lnTo>
                  <a:cubicBezTo>
                    <a:pt x="3328" y="738"/>
                    <a:pt x="3328" y="737"/>
                    <a:pt x="3329" y="737"/>
                  </a:cubicBezTo>
                  <a:cubicBezTo>
                    <a:pt x="3331" y="736"/>
                    <a:pt x="3333" y="735"/>
                    <a:pt x="3334" y="733"/>
                  </a:cubicBezTo>
                  <a:cubicBezTo>
                    <a:pt x="3335" y="732"/>
                    <a:pt x="3335" y="729"/>
                    <a:pt x="3335" y="727"/>
                  </a:cubicBezTo>
                  <a:cubicBezTo>
                    <a:pt x="3335" y="725"/>
                    <a:pt x="3335" y="724"/>
                    <a:pt x="3334" y="722"/>
                  </a:cubicBezTo>
                  <a:cubicBezTo>
                    <a:pt x="3360" y="688"/>
                    <a:pt x="3384" y="654"/>
                    <a:pt x="3407" y="619"/>
                  </a:cubicBezTo>
                  <a:moveTo>
                    <a:pt x="2851" y="1730"/>
                  </a:moveTo>
                  <a:cubicBezTo>
                    <a:pt x="2851" y="1740"/>
                    <a:pt x="2850" y="1750"/>
                    <a:pt x="2849" y="1760"/>
                  </a:cubicBezTo>
                  <a:cubicBezTo>
                    <a:pt x="2838" y="1842"/>
                    <a:pt x="2832" y="1841"/>
                    <a:pt x="2772" y="1798"/>
                  </a:cubicBezTo>
                  <a:cubicBezTo>
                    <a:pt x="2700" y="1745"/>
                    <a:pt x="2627" y="1692"/>
                    <a:pt x="2555" y="1639"/>
                  </a:cubicBezTo>
                  <a:cubicBezTo>
                    <a:pt x="2547" y="1633"/>
                    <a:pt x="2540" y="1626"/>
                    <a:pt x="2533" y="1619"/>
                  </a:cubicBezTo>
                  <a:cubicBezTo>
                    <a:pt x="2532" y="1618"/>
                    <a:pt x="2531" y="1616"/>
                    <a:pt x="2530" y="1615"/>
                  </a:cubicBezTo>
                  <a:cubicBezTo>
                    <a:pt x="2528" y="1612"/>
                    <a:pt x="2527" y="1609"/>
                    <a:pt x="2527" y="1606"/>
                  </a:cubicBezTo>
                  <a:cubicBezTo>
                    <a:pt x="2527" y="1603"/>
                    <a:pt x="2528" y="1600"/>
                    <a:pt x="2530" y="1597"/>
                  </a:cubicBezTo>
                  <a:cubicBezTo>
                    <a:pt x="2531" y="1594"/>
                    <a:pt x="2534" y="1592"/>
                    <a:pt x="2536" y="1591"/>
                  </a:cubicBezTo>
                  <a:cubicBezTo>
                    <a:pt x="2537" y="1590"/>
                    <a:pt x="2539" y="1589"/>
                    <a:pt x="2540" y="1589"/>
                  </a:cubicBezTo>
                  <a:cubicBezTo>
                    <a:pt x="2660" y="1539"/>
                    <a:pt x="2780" y="1490"/>
                    <a:pt x="2901" y="1441"/>
                  </a:cubicBezTo>
                  <a:cubicBezTo>
                    <a:pt x="2919" y="1436"/>
                    <a:pt x="2939" y="1433"/>
                    <a:pt x="2958" y="1432"/>
                  </a:cubicBezTo>
                  <a:cubicBezTo>
                    <a:pt x="2936" y="1475"/>
                    <a:pt x="2923" y="1507"/>
                    <a:pt x="2907" y="1537"/>
                  </a:cubicBezTo>
                  <a:cubicBezTo>
                    <a:pt x="2873" y="1596"/>
                    <a:pt x="2854" y="1662"/>
                    <a:pt x="2851" y="1730"/>
                  </a:cubicBezTo>
                  <a:moveTo>
                    <a:pt x="2019" y="1155"/>
                  </a:moveTo>
                  <a:cubicBezTo>
                    <a:pt x="2057" y="1136"/>
                    <a:pt x="2096" y="1119"/>
                    <a:pt x="2136" y="1105"/>
                  </a:cubicBezTo>
                  <a:cubicBezTo>
                    <a:pt x="2219" y="1078"/>
                    <a:pt x="2303" y="1054"/>
                    <a:pt x="2387" y="1028"/>
                  </a:cubicBezTo>
                  <a:cubicBezTo>
                    <a:pt x="2399" y="1025"/>
                    <a:pt x="2411" y="1021"/>
                    <a:pt x="2422" y="1016"/>
                  </a:cubicBezTo>
                  <a:cubicBezTo>
                    <a:pt x="2520" y="972"/>
                    <a:pt x="2617" y="924"/>
                    <a:pt x="2716" y="882"/>
                  </a:cubicBezTo>
                  <a:cubicBezTo>
                    <a:pt x="2829" y="835"/>
                    <a:pt x="2936" y="774"/>
                    <a:pt x="3056" y="743"/>
                  </a:cubicBezTo>
                  <a:cubicBezTo>
                    <a:pt x="3109" y="729"/>
                    <a:pt x="3158" y="702"/>
                    <a:pt x="3210" y="684"/>
                  </a:cubicBezTo>
                  <a:cubicBezTo>
                    <a:pt x="3253" y="668"/>
                    <a:pt x="3298" y="655"/>
                    <a:pt x="3342" y="642"/>
                  </a:cubicBezTo>
                  <a:cubicBezTo>
                    <a:pt x="3349" y="657"/>
                    <a:pt x="3342" y="664"/>
                    <a:pt x="3336" y="672"/>
                  </a:cubicBezTo>
                  <a:cubicBezTo>
                    <a:pt x="3325" y="687"/>
                    <a:pt x="3314" y="703"/>
                    <a:pt x="3304" y="718"/>
                  </a:cubicBezTo>
                  <a:cubicBezTo>
                    <a:pt x="3097" y="788"/>
                    <a:pt x="2918" y="920"/>
                    <a:pt x="2702" y="971"/>
                  </a:cubicBezTo>
                  <a:cubicBezTo>
                    <a:pt x="2699" y="971"/>
                    <a:pt x="2699" y="976"/>
                    <a:pt x="2702" y="976"/>
                  </a:cubicBezTo>
                  <a:cubicBezTo>
                    <a:pt x="2905" y="942"/>
                    <a:pt x="3085" y="827"/>
                    <a:pt x="3277" y="756"/>
                  </a:cubicBezTo>
                  <a:cubicBezTo>
                    <a:pt x="3245" y="802"/>
                    <a:pt x="3215" y="850"/>
                    <a:pt x="3187" y="899"/>
                  </a:cubicBezTo>
                  <a:cubicBezTo>
                    <a:pt x="3171" y="927"/>
                    <a:pt x="3156" y="955"/>
                    <a:pt x="3141" y="984"/>
                  </a:cubicBezTo>
                  <a:cubicBezTo>
                    <a:pt x="3127" y="1010"/>
                    <a:pt x="3110" y="1029"/>
                    <a:pt x="3077" y="1027"/>
                  </a:cubicBezTo>
                  <a:cubicBezTo>
                    <a:pt x="3070" y="1027"/>
                    <a:pt x="3063" y="1029"/>
                    <a:pt x="3057" y="1033"/>
                  </a:cubicBezTo>
                  <a:cubicBezTo>
                    <a:pt x="3057" y="1033"/>
                    <a:pt x="3056" y="1033"/>
                    <a:pt x="3056" y="1034"/>
                  </a:cubicBezTo>
                  <a:cubicBezTo>
                    <a:pt x="2987" y="1075"/>
                    <a:pt x="2910" y="1099"/>
                    <a:pt x="2838" y="1136"/>
                  </a:cubicBezTo>
                  <a:cubicBezTo>
                    <a:pt x="2833" y="1139"/>
                    <a:pt x="2828" y="1143"/>
                    <a:pt x="2824" y="1148"/>
                  </a:cubicBezTo>
                  <a:cubicBezTo>
                    <a:pt x="2872" y="1139"/>
                    <a:pt x="2918" y="1124"/>
                    <a:pt x="2962" y="1103"/>
                  </a:cubicBezTo>
                  <a:cubicBezTo>
                    <a:pt x="2989" y="1089"/>
                    <a:pt x="3018" y="1080"/>
                    <a:pt x="3048" y="1076"/>
                  </a:cubicBezTo>
                  <a:cubicBezTo>
                    <a:pt x="3049" y="1076"/>
                    <a:pt x="3049" y="1076"/>
                    <a:pt x="3050" y="1076"/>
                  </a:cubicBezTo>
                  <a:cubicBezTo>
                    <a:pt x="3053" y="1076"/>
                    <a:pt x="3055" y="1077"/>
                    <a:pt x="3058" y="1078"/>
                  </a:cubicBezTo>
                  <a:cubicBezTo>
                    <a:pt x="3060" y="1079"/>
                    <a:pt x="3061" y="1081"/>
                    <a:pt x="3063" y="1084"/>
                  </a:cubicBezTo>
                  <a:cubicBezTo>
                    <a:pt x="3064" y="1087"/>
                    <a:pt x="3065" y="1088"/>
                    <a:pt x="3065" y="1091"/>
                  </a:cubicBezTo>
                  <a:cubicBezTo>
                    <a:pt x="3065" y="1092"/>
                    <a:pt x="3065" y="1094"/>
                    <a:pt x="3065" y="1095"/>
                  </a:cubicBezTo>
                  <a:cubicBezTo>
                    <a:pt x="3061" y="1110"/>
                    <a:pt x="3056" y="1124"/>
                    <a:pt x="3049" y="1137"/>
                  </a:cubicBezTo>
                  <a:cubicBezTo>
                    <a:pt x="3043" y="1150"/>
                    <a:pt x="3036" y="1164"/>
                    <a:pt x="3030" y="1177"/>
                  </a:cubicBezTo>
                  <a:cubicBezTo>
                    <a:pt x="3029" y="1177"/>
                    <a:pt x="3029" y="1177"/>
                    <a:pt x="3028" y="1177"/>
                  </a:cubicBezTo>
                  <a:cubicBezTo>
                    <a:pt x="3027" y="1177"/>
                    <a:pt x="3026" y="1177"/>
                    <a:pt x="3025" y="1177"/>
                  </a:cubicBezTo>
                  <a:cubicBezTo>
                    <a:pt x="2938" y="1210"/>
                    <a:pt x="2850" y="1245"/>
                    <a:pt x="2764" y="1283"/>
                  </a:cubicBezTo>
                  <a:cubicBezTo>
                    <a:pt x="2686" y="1318"/>
                    <a:pt x="2599" y="1344"/>
                    <a:pt x="2525" y="1388"/>
                  </a:cubicBezTo>
                  <a:cubicBezTo>
                    <a:pt x="2522" y="1390"/>
                    <a:pt x="2525" y="1395"/>
                    <a:pt x="2527" y="1394"/>
                  </a:cubicBezTo>
                  <a:cubicBezTo>
                    <a:pt x="2611" y="1375"/>
                    <a:pt x="2692" y="1335"/>
                    <a:pt x="2773" y="1306"/>
                  </a:cubicBezTo>
                  <a:cubicBezTo>
                    <a:pt x="2854" y="1277"/>
                    <a:pt x="2935" y="1245"/>
                    <a:pt x="3015" y="1211"/>
                  </a:cubicBezTo>
                  <a:cubicBezTo>
                    <a:pt x="3002" y="1246"/>
                    <a:pt x="2996" y="1283"/>
                    <a:pt x="2996" y="1320"/>
                  </a:cubicBezTo>
                  <a:cubicBezTo>
                    <a:pt x="2996" y="1321"/>
                    <a:pt x="2996" y="1321"/>
                    <a:pt x="2996" y="1321"/>
                  </a:cubicBezTo>
                  <a:cubicBezTo>
                    <a:pt x="2996" y="1322"/>
                    <a:pt x="2996" y="1322"/>
                    <a:pt x="2996" y="1322"/>
                  </a:cubicBezTo>
                  <a:cubicBezTo>
                    <a:pt x="2996" y="1330"/>
                    <a:pt x="2993" y="1339"/>
                    <a:pt x="2989" y="1346"/>
                  </a:cubicBezTo>
                  <a:cubicBezTo>
                    <a:pt x="2985" y="1353"/>
                    <a:pt x="2979" y="1359"/>
                    <a:pt x="2972" y="1363"/>
                  </a:cubicBezTo>
                  <a:cubicBezTo>
                    <a:pt x="2969" y="1365"/>
                    <a:pt x="2966" y="1366"/>
                    <a:pt x="2963" y="1367"/>
                  </a:cubicBezTo>
                  <a:cubicBezTo>
                    <a:pt x="2908" y="1391"/>
                    <a:pt x="2854" y="1415"/>
                    <a:pt x="2798" y="1438"/>
                  </a:cubicBezTo>
                  <a:cubicBezTo>
                    <a:pt x="2729" y="1467"/>
                    <a:pt x="2659" y="1495"/>
                    <a:pt x="2589" y="1522"/>
                  </a:cubicBezTo>
                  <a:cubicBezTo>
                    <a:pt x="2554" y="1536"/>
                    <a:pt x="2518" y="1544"/>
                    <a:pt x="2482" y="1558"/>
                  </a:cubicBezTo>
                  <a:cubicBezTo>
                    <a:pt x="2476" y="1561"/>
                    <a:pt x="2468" y="1562"/>
                    <a:pt x="2461" y="1562"/>
                  </a:cubicBezTo>
                  <a:cubicBezTo>
                    <a:pt x="2452" y="1562"/>
                    <a:pt x="2443" y="1560"/>
                    <a:pt x="2435" y="1555"/>
                  </a:cubicBezTo>
                  <a:cubicBezTo>
                    <a:pt x="2430" y="1552"/>
                    <a:pt x="2425" y="1549"/>
                    <a:pt x="2421" y="1544"/>
                  </a:cubicBezTo>
                  <a:cubicBezTo>
                    <a:pt x="2400" y="1522"/>
                    <a:pt x="2376" y="1505"/>
                    <a:pt x="2354" y="1485"/>
                  </a:cubicBezTo>
                  <a:cubicBezTo>
                    <a:pt x="2340" y="1472"/>
                    <a:pt x="2340" y="1463"/>
                    <a:pt x="2357" y="1448"/>
                  </a:cubicBezTo>
                  <a:cubicBezTo>
                    <a:pt x="2364" y="1442"/>
                    <a:pt x="2375" y="1440"/>
                    <a:pt x="2377" y="1428"/>
                  </a:cubicBezTo>
                  <a:cubicBezTo>
                    <a:pt x="2373" y="1426"/>
                    <a:pt x="2368" y="1422"/>
                    <a:pt x="2366" y="1423"/>
                  </a:cubicBezTo>
                  <a:cubicBezTo>
                    <a:pt x="2320" y="1443"/>
                    <a:pt x="2286" y="1428"/>
                    <a:pt x="2253" y="1394"/>
                  </a:cubicBezTo>
                  <a:cubicBezTo>
                    <a:pt x="2245" y="1386"/>
                    <a:pt x="2237" y="1378"/>
                    <a:pt x="2229" y="1371"/>
                  </a:cubicBezTo>
                  <a:cubicBezTo>
                    <a:pt x="2295" y="1352"/>
                    <a:pt x="2361" y="1327"/>
                    <a:pt x="2426" y="1304"/>
                  </a:cubicBezTo>
                  <a:cubicBezTo>
                    <a:pt x="2498" y="1278"/>
                    <a:pt x="2580" y="1256"/>
                    <a:pt x="2646" y="1217"/>
                  </a:cubicBezTo>
                  <a:cubicBezTo>
                    <a:pt x="2649" y="1215"/>
                    <a:pt x="2646" y="1211"/>
                    <a:pt x="2644" y="1211"/>
                  </a:cubicBezTo>
                  <a:cubicBezTo>
                    <a:pt x="2570" y="1221"/>
                    <a:pt x="2496" y="1255"/>
                    <a:pt x="2426" y="1278"/>
                  </a:cubicBezTo>
                  <a:cubicBezTo>
                    <a:pt x="2356" y="1301"/>
                    <a:pt x="2281" y="1325"/>
                    <a:pt x="2212" y="1356"/>
                  </a:cubicBezTo>
                  <a:cubicBezTo>
                    <a:pt x="2183" y="1330"/>
                    <a:pt x="2153" y="1305"/>
                    <a:pt x="2125" y="1280"/>
                  </a:cubicBezTo>
                  <a:cubicBezTo>
                    <a:pt x="2123" y="1278"/>
                    <a:pt x="2121" y="1277"/>
                    <a:pt x="2120" y="1275"/>
                  </a:cubicBezTo>
                  <a:cubicBezTo>
                    <a:pt x="2119" y="1272"/>
                    <a:pt x="2118" y="1269"/>
                    <a:pt x="2118" y="1267"/>
                  </a:cubicBezTo>
                  <a:cubicBezTo>
                    <a:pt x="2118" y="1264"/>
                    <a:pt x="2119" y="1261"/>
                    <a:pt x="2120" y="1259"/>
                  </a:cubicBezTo>
                  <a:cubicBezTo>
                    <a:pt x="2121" y="1257"/>
                    <a:pt x="2123" y="1255"/>
                    <a:pt x="2125" y="1254"/>
                  </a:cubicBezTo>
                  <a:cubicBezTo>
                    <a:pt x="2131" y="1249"/>
                    <a:pt x="2137" y="1245"/>
                    <a:pt x="2144" y="1241"/>
                  </a:cubicBezTo>
                  <a:cubicBezTo>
                    <a:pt x="2146" y="1240"/>
                    <a:pt x="2148" y="1238"/>
                    <a:pt x="2150" y="1237"/>
                  </a:cubicBezTo>
                  <a:cubicBezTo>
                    <a:pt x="2232" y="1195"/>
                    <a:pt x="2310" y="1144"/>
                    <a:pt x="2396" y="1109"/>
                  </a:cubicBezTo>
                  <a:cubicBezTo>
                    <a:pt x="2400" y="1107"/>
                    <a:pt x="2404" y="1105"/>
                    <a:pt x="2408" y="1103"/>
                  </a:cubicBezTo>
                  <a:cubicBezTo>
                    <a:pt x="2414" y="1099"/>
                    <a:pt x="2420" y="1095"/>
                    <a:pt x="2426" y="1091"/>
                  </a:cubicBezTo>
                  <a:cubicBezTo>
                    <a:pt x="2423" y="1091"/>
                    <a:pt x="2419" y="1090"/>
                    <a:pt x="2416" y="1090"/>
                  </a:cubicBezTo>
                  <a:cubicBezTo>
                    <a:pt x="2395" y="1090"/>
                    <a:pt x="2374" y="1096"/>
                    <a:pt x="2355" y="1106"/>
                  </a:cubicBezTo>
                  <a:cubicBezTo>
                    <a:pt x="2299" y="1128"/>
                    <a:pt x="2244" y="1153"/>
                    <a:pt x="2192" y="1183"/>
                  </a:cubicBezTo>
                  <a:cubicBezTo>
                    <a:pt x="2170" y="1194"/>
                    <a:pt x="2147" y="1204"/>
                    <a:pt x="2124" y="1214"/>
                  </a:cubicBezTo>
                  <a:cubicBezTo>
                    <a:pt x="2120" y="1216"/>
                    <a:pt x="2115" y="1217"/>
                    <a:pt x="2111" y="1217"/>
                  </a:cubicBezTo>
                  <a:cubicBezTo>
                    <a:pt x="2106" y="1217"/>
                    <a:pt x="2102" y="1215"/>
                    <a:pt x="2098" y="1213"/>
                  </a:cubicBezTo>
                  <a:cubicBezTo>
                    <a:pt x="2095" y="1211"/>
                    <a:pt x="2092" y="1209"/>
                    <a:pt x="2090" y="1207"/>
                  </a:cubicBezTo>
                  <a:cubicBezTo>
                    <a:pt x="2078" y="1193"/>
                    <a:pt x="2066" y="1196"/>
                    <a:pt x="2051" y="1204"/>
                  </a:cubicBezTo>
                  <a:cubicBezTo>
                    <a:pt x="2035" y="1212"/>
                    <a:pt x="2004" y="1188"/>
                    <a:pt x="2004" y="1171"/>
                  </a:cubicBezTo>
                  <a:cubicBezTo>
                    <a:pt x="2005" y="1169"/>
                    <a:pt x="2006" y="1167"/>
                    <a:pt x="2007" y="1165"/>
                  </a:cubicBezTo>
                  <a:cubicBezTo>
                    <a:pt x="2009" y="1161"/>
                    <a:pt x="2012" y="1157"/>
                    <a:pt x="2015" y="1156"/>
                  </a:cubicBezTo>
                  <a:cubicBezTo>
                    <a:pt x="2017" y="1155"/>
                    <a:pt x="2018" y="1155"/>
                    <a:pt x="2019" y="1155"/>
                  </a:cubicBezTo>
                  <a:moveTo>
                    <a:pt x="1725" y="1263"/>
                  </a:moveTo>
                  <a:cubicBezTo>
                    <a:pt x="1717" y="1258"/>
                    <a:pt x="1711" y="1251"/>
                    <a:pt x="1706" y="1243"/>
                  </a:cubicBezTo>
                  <a:lnTo>
                    <a:pt x="1706" y="1242"/>
                  </a:lnTo>
                  <a:cubicBezTo>
                    <a:pt x="1705" y="1239"/>
                    <a:pt x="1704" y="1237"/>
                    <a:pt x="1704" y="1234"/>
                  </a:cubicBezTo>
                  <a:cubicBezTo>
                    <a:pt x="1704" y="1231"/>
                    <a:pt x="1705" y="1227"/>
                    <a:pt x="1707" y="1224"/>
                  </a:cubicBezTo>
                  <a:cubicBezTo>
                    <a:pt x="1708" y="1223"/>
                    <a:pt x="1708" y="1222"/>
                    <a:pt x="1708" y="1222"/>
                  </a:cubicBezTo>
                  <a:cubicBezTo>
                    <a:pt x="1717" y="1214"/>
                    <a:pt x="1726" y="1208"/>
                    <a:pt x="1736" y="1202"/>
                  </a:cubicBezTo>
                  <a:cubicBezTo>
                    <a:pt x="1761" y="1187"/>
                    <a:pt x="1790" y="1179"/>
                    <a:pt x="1820" y="1178"/>
                  </a:cubicBezTo>
                  <a:cubicBezTo>
                    <a:pt x="1829" y="1179"/>
                    <a:pt x="1838" y="1180"/>
                    <a:pt x="1847" y="1183"/>
                  </a:cubicBezTo>
                  <a:cubicBezTo>
                    <a:pt x="1874" y="1191"/>
                    <a:pt x="1916" y="1194"/>
                    <a:pt x="1950" y="1208"/>
                  </a:cubicBezTo>
                  <a:cubicBezTo>
                    <a:pt x="1952" y="1209"/>
                    <a:pt x="1954" y="1210"/>
                    <a:pt x="1956" y="1211"/>
                  </a:cubicBezTo>
                  <a:cubicBezTo>
                    <a:pt x="1994" y="1233"/>
                    <a:pt x="2032" y="1258"/>
                    <a:pt x="2067" y="1285"/>
                  </a:cubicBezTo>
                  <a:lnTo>
                    <a:pt x="2114" y="1319"/>
                  </a:lnTo>
                  <a:cubicBezTo>
                    <a:pt x="2155" y="1349"/>
                    <a:pt x="2193" y="1388"/>
                    <a:pt x="2230" y="1420"/>
                  </a:cubicBezTo>
                  <a:cubicBezTo>
                    <a:pt x="2233" y="1423"/>
                    <a:pt x="2239" y="1431"/>
                    <a:pt x="2248" y="1442"/>
                  </a:cubicBezTo>
                  <a:cubicBezTo>
                    <a:pt x="2260" y="1456"/>
                    <a:pt x="2273" y="1469"/>
                    <a:pt x="2286" y="1481"/>
                  </a:cubicBezTo>
                  <a:cubicBezTo>
                    <a:pt x="2299" y="1492"/>
                    <a:pt x="2312" y="1501"/>
                    <a:pt x="2327" y="1510"/>
                  </a:cubicBezTo>
                  <a:cubicBezTo>
                    <a:pt x="2357" y="1532"/>
                    <a:pt x="2386" y="1557"/>
                    <a:pt x="2413" y="1583"/>
                  </a:cubicBezTo>
                  <a:cubicBezTo>
                    <a:pt x="2588" y="1717"/>
                    <a:pt x="2761" y="1854"/>
                    <a:pt x="2944" y="1978"/>
                  </a:cubicBezTo>
                  <a:cubicBezTo>
                    <a:pt x="2989" y="2009"/>
                    <a:pt x="3032" y="2043"/>
                    <a:pt x="3074" y="2079"/>
                  </a:cubicBezTo>
                  <a:cubicBezTo>
                    <a:pt x="3075" y="2079"/>
                    <a:pt x="3075" y="2079"/>
                    <a:pt x="3075" y="2079"/>
                  </a:cubicBezTo>
                  <a:cubicBezTo>
                    <a:pt x="3080" y="2082"/>
                    <a:pt x="3083" y="2085"/>
                    <a:pt x="3086" y="2090"/>
                  </a:cubicBezTo>
                  <a:cubicBezTo>
                    <a:pt x="3089" y="2094"/>
                    <a:pt x="3090" y="2099"/>
                    <a:pt x="3090" y="2104"/>
                  </a:cubicBezTo>
                  <a:cubicBezTo>
                    <a:pt x="3090" y="2109"/>
                    <a:pt x="3089" y="2114"/>
                    <a:pt x="3086" y="2119"/>
                  </a:cubicBezTo>
                  <a:cubicBezTo>
                    <a:pt x="3084" y="2123"/>
                    <a:pt x="3080" y="2126"/>
                    <a:pt x="3076" y="2129"/>
                  </a:cubicBezTo>
                  <a:cubicBezTo>
                    <a:pt x="3067" y="2137"/>
                    <a:pt x="3057" y="2144"/>
                    <a:pt x="3046" y="2150"/>
                  </a:cubicBezTo>
                  <a:cubicBezTo>
                    <a:pt x="3024" y="2163"/>
                    <a:pt x="3000" y="2171"/>
                    <a:pt x="2975" y="2176"/>
                  </a:cubicBezTo>
                  <a:cubicBezTo>
                    <a:pt x="2971" y="2177"/>
                    <a:pt x="2966" y="2177"/>
                    <a:pt x="2962" y="2177"/>
                  </a:cubicBezTo>
                  <a:cubicBezTo>
                    <a:pt x="2949" y="2177"/>
                    <a:pt x="2937" y="2173"/>
                    <a:pt x="2926" y="2167"/>
                  </a:cubicBezTo>
                  <a:cubicBezTo>
                    <a:pt x="2923" y="2165"/>
                    <a:pt x="2920" y="2164"/>
                    <a:pt x="2918" y="2162"/>
                  </a:cubicBezTo>
                  <a:cubicBezTo>
                    <a:pt x="2886" y="2143"/>
                    <a:pt x="2855" y="2121"/>
                    <a:pt x="2827" y="2097"/>
                  </a:cubicBezTo>
                  <a:cubicBezTo>
                    <a:pt x="2797" y="2070"/>
                    <a:pt x="2766" y="2045"/>
                    <a:pt x="2733" y="2022"/>
                  </a:cubicBezTo>
                  <a:cubicBezTo>
                    <a:pt x="2653" y="1962"/>
                    <a:pt x="2567" y="1909"/>
                    <a:pt x="2497" y="1837"/>
                  </a:cubicBezTo>
                  <a:cubicBezTo>
                    <a:pt x="2492" y="1831"/>
                    <a:pt x="2486" y="1827"/>
                    <a:pt x="2479" y="1823"/>
                  </a:cubicBezTo>
                  <a:cubicBezTo>
                    <a:pt x="2384" y="1766"/>
                    <a:pt x="2302" y="1692"/>
                    <a:pt x="2213" y="1627"/>
                  </a:cubicBezTo>
                  <a:cubicBezTo>
                    <a:pt x="2147" y="1578"/>
                    <a:pt x="2083" y="1524"/>
                    <a:pt x="2018" y="1473"/>
                  </a:cubicBezTo>
                  <a:cubicBezTo>
                    <a:pt x="1989" y="1449"/>
                    <a:pt x="1958" y="1427"/>
                    <a:pt x="1926" y="1408"/>
                  </a:cubicBezTo>
                  <a:cubicBezTo>
                    <a:pt x="1854" y="1368"/>
                    <a:pt x="1794" y="1311"/>
                    <a:pt x="1726" y="1264"/>
                  </a:cubicBezTo>
                  <a:lnTo>
                    <a:pt x="1725" y="1263"/>
                  </a:lnTo>
                  <a:moveTo>
                    <a:pt x="1814" y="1847"/>
                  </a:moveTo>
                  <a:cubicBezTo>
                    <a:pt x="1795" y="1787"/>
                    <a:pt x="1780" y="1726"/>
                    <a:pt x="1771" y="1664"/>
                  </a:cubicBezTo>
                  <a:cubicBezTo>
                    <a:pt x="1771" y="1650"/>
                    <a:pt x="1773" y="1643"/>
                    <a:pt x="1781" y="1643"/>
                  </a:cubicBezTo>
                  <a:cubicBezTo>
                    <a:pt x="1783" y="1642"/>
                    <a:pt x="1784" y="1642"/>
                    <a:pt x="1785" y="1642"/>
                  </a:cubicBezTo>
                  <a:cubicBezTo>
                    <a:pt x="1789" y="1642"/>
                    <a:pt x="1792" y="1643"/>
                    <a:pt x="1796" y="1644"/>
                  </a:cubicBezTo>
                  <a:cubicBezTo>
                    <a:pt x="1797" y="1644"/>
                    <a:pt x="1798" y="1645"/>
                    <a:pt x="1799" y="1646"/>
                  </a:cubicBezTo>
                  <a:cubicBezTo>
                    <a:pt x="1800" y="1646"/>
                    <a:pt x="1801" y="1647"/>
                    <a:pt x="1802" y="1648"/>
                  </a:cubicBezTo>
                  <a:cubicBezTo>
                    <a:pt x="1849" y="1695"/>
                    <a:pt x="1901" y="1735"/>
                    <a:pt x="1958" y="1768"/>
                  </a:cubicBezTo>
                  <a:cubicBezTo>
                    <a:pt x="1961" y="1770"/>
                    <a:pt x="1964" y="1771"/>
                    <a:pt x="1968" y="1773"/>
                  </a:cubicBezTo>
                  <a:cubicBezTo>
                    <a:pt x="1977" y="1778"/>
                    <a:pt x="1977" y="1795"/>
                    <a:pt x="1968" y="1797"/>
                  </a:cubicBezTo>
                  <a:cubicBezTo>
                    <a:pt x="1926" y="1809"/>
                    <a:pt x="1895" y="1839"/>
                    <a:pt x="1859" y="1862"/>
                  </a:cubicBezTo>
                  <a:cubicBezTo>
                    <a:pt x="1836" y="1876"/>
                    <a:pt x="1824" y="1872"/>
                    <a:pt x="1814" y="1847"/>
                  </a:cubicBezTo>
                  <a:moveTo>
                    <a:pt x="1860" y="1923"/>
                  </a:moveTo>
                  <a:cubicBezTo>
                    <a:pt x="1859" y="1921"/>
                    <a:pt x="1858" y="1918"/>
                    <a:pt x="1858" y="1916"/>
                  </a:cubicBezTo>
                  <a:cubicBezTo>
                    <a:pt x="1858" y="1913"/>
                    <a:pt x="1859" y="1912"/>
                    <a:pt x="1860" y="1910"/>
                  </a:cubicBezTo>
                  <a:cubicBezTo>
                    <a:pt x="1884" y="1877"/>
                    <a:pt x="1919" y="1863"/>
                    <a:pt x="1963" y="1845"/>
                  </a:cubicBezTo>
                  <a:cubicBezTo>
                    <a:pt x="1956" y="1860"/>
                    <a:pt x="1956" y="1865"/>
                    <a:pt x="1953" y="1867"/>
                  </a:cubicBezTo>
                  <a:cubicBezTo>
                    <a:pt x="1927" y="1886"/>
                    <a:pt x="1900" y="1904"/>
                    <a:pt x="1874" y="1922"/>
                  </a:cubicBezTo>
                  <a:cubicBezTo>
                    <a:pt x="1874" y="1923"/>
                    <a:pt x="1873" y="1923"/>
                    <a:pt x="1873" y="1923"/>
                  </a:cubicBezTo>
                  <a:cubicBezTo>
                    <a:pt x="1871" y="1924"/>
                    <a:pt x="1869" y="1925"/>
                    <a:pt x="1866" y="1925"/>
                  </a:cubicBezTo>
                  <a:cubicBezTo>
                    <a:pt x="1864" y="1925"/>
                    <a:pt x="1862" y="1924"/>
                    <a:pt x="1860" y="1923"/>
                  </a:cubicBezTo>
                  <a:moveTo>
                    <a:pt x="1999" y="2318"/>
                  </a:moveTo>
                  <a:cubicBezTo>
                    <a:pt x="1985" y="2291"/>
                    <a:pt x="1978" y="2262"/>
                    <a:pt x="1978" y="2232"/>
                  </a:cubicBezTo>
                  <a:lnTo>
                    <a:pt x="1978" y="2231"/>
                  </a:lnTo>
                  <a:cubicBezTo>
                    <a:pt x="1978" y="2228"/>
                    <a:pt x="1979" y="2223"/>
                    <a:pt x="1981" y="2218"/>
                  </a:cubicBezTo>
                  <a:cubicBezTo>
                    <a:pt x="1983" y="2208"/>
                    <a:pt x="1997" y="2201"/>
                    <a:pt x="2004" y="2208"/>
                  </a:cubicBezTo>
                  <a:cubicBezTo>
                    <a:pt x="2039" y="2239"/>
                    <a:pt x="2075" y="2270"/>
                    <a:pt x="2109" y="2302"/>
                  </a:cubicBezTo>
                  <a:cubicBezTo>
                    <a:pt x="2111" y="2304"/>
                    <a:pt x="2113" y="2306"/>
                    <a:pt x="2114" y="2308"/>
                  </a:cubicBezTo>
                  <a:cubicBezTo>
                    <a:pt x="2116" y="2312"/>
                    <a:pt x="2117" y="2316"/>
                    <a:pt x="2117" y="2321"/>
                  </a:cubicBezTo>
                  <a:cubicBezTo>
                    <a:pt x="2117" y="2325"/>
                    <a:pt x="2116" y="2330"/>
                    <a:pt x="2114" y="2334"/>
                  </a:cubicBezTo>
                  <a:cubicBezTo>
                    <a:pt x="2112" y="2337"/>
                    <a:pt x="2110" y="2339"/>
                    <a:pt x="2107" y="2341"/>
                  </a:cubicBezTo>
                  <a:lnTo>
                    <a:pt x="2101" y="2346"/>
                  </a:lnTo>
                  <a:cubicBezTo>
                    <a:pt x="2039" y="2396"/>
                    <a:pt x="2027" y="2394"/>
                    <a:pt x="1999" y="2318"/>
                  </a:cubicBezTo>
                  <a:moveTo>
                    <a:pt x="2267" y="2486"/>
                  </a:moveTo>
                  <a:cubicBezTo>
                    <a:pt x="2265" y="2487"/>
                    <a:pt x="2262" y="2488"/>
                    <a:pt x="2260" y="2488"/>
                  </a:cubicBezTo>
                  <a:lnTo>
                    <a:pt x="2238" y="2488"/>
                  </a:lnTo>
                  <a:cubicBezTo>
                    <a:pt x="2191" y="2485"/>
                    <a:pt x="2144" y="2471"/>
                    <a:pt x="2103" y="2448"/>
                  </a:cubicBezTo>
                  <a:cubicBezTo>
                    <a:pt x="2102" y="2447"/>
                    <a:pt x="2100" y="2447"/>
                    <a:pt x="2099" y="2446"/>
                  </a:cubicBezTo>
                  <a:cubicBezTo>
                    <a:pt x="2096" y="2444"/>
                    <a:pt x="2093" y="2441"/>
                    <a:pt x="2091" y="2438"/>
                  </a:cubicBezTo>
                  <a:cubicBezTo>
                    <a:pt x="2089" y="2435"/>
                    <a:pt x="2088" y="2431"/>
                    <a:pt x="2088" y="2427"/>
                  </a:cubicBezTo>
                  <a:cubicBezTo>
                    <a:pt x="2088" y="2423"/>
                    <a:pt x="2089" y="2420"/>
                    <a:pt x="2091" y="2416"/>
                  </a:cubicBezTo>
                  <a:cubicBezTo>
                    <a:pt x="2092" y="2414"/>
                    <a:pt x="2094" y="2412"/>
                    <a:pt x="2096" y="2411"/>
                  </a:cubicBezTo>
                  <a:cubicBezTo>
                    <a:pt x="2107" y="2398"/>
                    <a:pt x="2120" y="2386"/>
                    <a:pt x="2133" y="2374"/>
                  </a:cubicBezTo>
                  <a:cubicBezTo>
                    <a:pt x="2161" y="2353"/>
                    <a:pt x="2169" y="2352"/>
                    <a:pt x="2199" y="2376"/>
                  </a:cubicBezTo>
                  <a:cubicBezTo>
                    <a:pt x="2228" y="2399"/>
                    <a:pt x="2254" y="2426"/>
                    <a:pt x="2280" y="2453"/>
                  </a:cubicBezTo>
                  <a:cubicBezTo>
                    <a:pt x="2282" y="2454"/>
                    <a:pt x="2283" y="2456"/>
                    <a:pt x="2284" y="2458"/>
                  </a:cubicBezTo>
                  <a:cubicBezTo>
                    <a:pt x="2286" y="2461"/>
                    <a:pt x="2287" y="2463"/>
                    <a:pt x="2287" y="2467"/>
                  </a:cubicBezTo>
                  <a:cubicBezTo>
                    <a:pt x="2287" y="2470"/>
                    <a:pt x="2285" y="2474"/>
                    <a:pt x="2284" y="2477"/>
                  </a:cubicBezTo>
                  <a:cubicBezTo>
                    <a:pt x="2282" y="2480"/>
                    <a:pt x="2280" y="2482"/>
                    <a:pt x="2277" y="2484"/>
                  </a:cubicBezTo>
                  <a:cubicBezTo>
                    <a:pt x="2274" y="2486"/>
                    <a:pt x="2271" y="2487"/>
                    <a:pt x="2268" y="2487"/>
                  </a:cubicBezTo>
                  <a:lnTo>
                    <a:pt x="2267" y="2486"/>
                  </a:lnTo>
                  <a:moveTo>
                    <a:pt x="3168" y="2841"/>
                  </a:moveTo>
                  <a:cubicBezTo>
                    <a:pt x="3167" y="2842"/>
                    <a:pt x="3167" y="2843"/>
                    <a:pt x="3166" y="2844"/>
                  </a:cubicBezTo>
                  <a:cubicBezTo>
                    <a:pt x="3161" y="2853"/>
                    <a:pt x="3153" y="2861"/>
                    <a:pt x="3144" y="2867"/>
                  </a:cubicBezTo>
                  <a:cubicBezTo>
                    <a:pt x="3134" y="2872"/>
                    <a:pt x="3124" y="2875"/>
                    <a:pt x="3113" y="2875"/>
                  </a:cubicBezTo>
                  <a:cubicBezTo>
                    <a:pt x="3111" y="2875"/>
                    <a:pt x="3108" y="2875"/>
                    <a:pt x="3106" y="2874"/>
                  </a:cubicBezTo>
                  <a:cubicBezTo>
                    <a:pt x="3093" y="2872"/>
                    <a:pt x="3081" y="2872"/>
                    <a:pt x="3061" y="2871"/>
                  </a:cubicBezTo>
                  <a:cubicBezTo>
                    <a:pt x="2993" y="2879"/>
                    <a:pt x="2933" y="2838"/>
                    <a:pt x="2873" y="2803"/>
                  </a:cubicBezTo>
                  <a:cubicBezTo>
                    <a:pt x="2808" y="2765"/>
                    <a:pt x="2743" y="2727"/>
                    <a:pt x="2678" y="2693"/>
                  </a:cubicBezTo>
                  <a:cubicBezTo>
                    <a:pt x="2667" y="2688"/>
                    <a:pt x="2657" y="2682"/>
                    <a:pt x="2647" y="2676"/>
                  </a:cubicBezTo>
                  <a:cubicBezTo>
                    <a:pt x="2620" y="2661"/>
                    <a:pt x="2594" y="2644"/>
                    <a:pt x="2570" y="2624"/>
                  </a:cubicBezTo>
                  <a:lnTo>
                    <a:pt x="2569" y="2624"/>
                  </a:lnTo>
                  <a:cubicBezTo>
                    <a:pt x="2567" y="2622"/>
                    <a:pt x="2563" y="2620"/>
                    <a:pt x="2562" y="2617"/>
                  </a:cubicBezTo>
                  <a:cubicBezTo>
                    <a:pt x="2560" y="2614"/>
                    <a:pt x="2560" y="2610"/>
                    <a:pt x="2560" y="2607"/>
                  </a:cubicBezTo>
                  <a:cubicBezTo>
                    <a:pt x="2560" y="2603"/>
                    <a:pt x="2560" y="2599"/>
                    <a:pt x="2562" y="2597"/>
                  </a:cubicBezTo>
                  <a:cubicBezTo>
                    <a:pt x="2563" y="2594"/>
                    <a:pt x="2566" y="2591"/>
                    <a:pt x="2569" y="2590"/>
                  </a:cubicBezTo>
                  <a:cubicBezTo>
                    <a:pt x="2571" y="2589"/>
                    <a:pt x="2572" y="2589"/>
                    <a:pt x="2573" y="2589"/>
                  </a:cubicBezTo>
                  <a:cubicBezTo>
                    <a:pt x="2587" y="2581"/>
                    <a:pt x="2601" y="2576"/>
                    <a:pt x="2614" y="2570"/>
                  </a:cubicBezTo>
                  <a:lnTo>
                    <a:pt x="2807" y="2486"/>
                  </a:lnTo>
                  <a:cubicBezTo>
                    <a:pt x="2814" y="2483"/>
                    <a:pt x="2822" y="2480"/>
                    <a:pt x="2829" y="2476"/>
                  </a:cubicBezTo>
                  <a:cubicBezTo>
                    <a:pt x="2833" y="2473"/>
                    <a:pt x="2836" y="2471"/>
                    <a:pt x="2840" y="2469"/>
                  </a:cubicBezTo>
                  <a:cubicBezTo>
                    <a:pt x="2843" y="2466"/>
                    <a:pt x="2845" y="2463"/>
                    <a:pt x="2847" y="2460"/>
                  </a:cubicBezTo>
                  <a:cubicBezTo>
                    <a:pt x="2850" y="2455"/>
                    <a:pt x="2852" y="2449"/>
                    <a:pt x="2852" y="2443"/>
                  </a:cubicBezTo>
                  <a:cubicBezTo>
                    <a:pt x="2852" y="2440"/>
                    <a:pt x="2851" y="2437"/>
                    <a:pt x="2851" y="2435"/>
                  </a:cubicBezTo>
                  <a:cubicBezTo>
                    <a:pt x="2846" y="2415"/>
                    <a:pt x="2794" y="2378"/>
                    <a:pt x="2775" y="2381"/>
                  </a:cubicBezTo>
                  <a:cubicBezTo>
                    <a:pt x="2772" y="2382"/>
                    <a:pt x="2769" y="2383"/>
                    <a:pt x="2766" y="2384"/>
                  </a:cubicBezTo>
                  <a:cubicBezTo>
                    <a:pt x="2764" y="2385"/>
                    <a:pt x="2763" y="2386"/>
                    <a:pt x="2762" y="2387"/>
                  </a:cubicBezTo>
                  <a:cubicBezTo>
                    <a:pt x="2716" y="2448"/>
                    <a:pt x="2646" y="2474"/>
                    <a:pt x="2583" y="2510"/>
                  </a:cubicBezTo>
                  <a:cubicBezTo>
                    <a:pt x="2562" y="2522"/>
                    <a:pt x="2540" y="2534"/>
                    <a:pt x="2518" y="2545"/>
                  </a:cubicBezTo>
                  <a:cubicBezTo>
                    <a:pt x="2518" y="2546"/>
                    <a:pt x="2517" y="2546"/>
                    <a:pt x="2516" y="2547"/>
                  </a:cubicBezTo>
                  <a:cubicBezTo>
                    <a:pt x="2509" y="2551"/>
                    <a:pt x="2500" y="2553"/>
                    <a:pt x="2492" y="2553"/>
                  </a:cubicBezTo>
                  <a:cubicBezTo>
                    <a:pt x="2483" y="2553"/>
                    <a:pt x="2475" y="2551"/>
                    <a:pt x="2468" y="2547"/>
                  </a:cubicBezTo>
                  <a:cubicBezTo>
                    <a:pt x="2465" y="2545"/>
                    <a:pt x="2464" y="2544"/>
                    <a:pt x="2462" y="2543"/>
                  </a:cubicBezTo>
                  <a:cubicBezTo>
                    <a:pt x="2445" y="2532"/>
                    <a:pt x="2429" y="2520"/>
                    <a:pt x="2414" y="2508"/>
                  </a:cubicBezTo>
                  <a:cubicBezTo>
                    <a:pt x="2345" y="2446"/>
                    <a:pt x="2278" y="2382"/>
                    <a:pt x="2205" y="2325"/>
                  </a:cubicBezTo>
                  <a:cubicBezTo>
                    <a:pt x="2148" y="2280"/>
                    <a:pt x="2098" y="2227"/>
                    <a:pt x="2045" y="2177"/>
                  </a:cubicBezTo>
                  <a:lnTo>
                    <a:pt x="1979" y="2116"/>
                  </a:lnTo>
                  <a:cubicBezTo>
                    <a:pt x="1948" y="2087"/>
                    <a:pt x="1914" y="2060"/>
                    <a:pt x="1906" y="2015"/>
                  </a:cubicBezTo>
                  <a:cubicBezTo>
                    <a:pt x="1906" y="2011"/>
                    <a:pt x="1898" y="2004"/>
                    <a:pt x="1896" y="2005"/>
                  </a:cubicBezTo>
                  <a:cubicBezTo>
                    <a:pt x="1880" y="2011"/>
                    <a:pt x="1872" y="2004"/>
                    <a:pt x="1870" y="1989"/>
                  </a:cubicBezTo>
                  <a:lnTo>
                    <a:pt x="1870" y="1988"/>
                  </a:lnTo>
                  <a:cubicBezTo>
                    <a:pt x="1870" y="1982"/>
                    <a:pt x="1871" y="1976"/>
                    <a:pt x="1874" y="1972"/>
                  </a:cubicBezTo>
                  <a:cubicBezTo>
                    <a:pt x="1876" y="1967"/>
                    <a:pt x="1881" y="1964"/>
                    <a:pt x="1886" y="1961"/>
                  </a:cubicBezTo>
                  <a:cubicBezTo>
                    <a:pt x="1887" y="1960"/>
                    <a:pt x="1888" y="1960"/>
                    <a:pt x="1889" y="1959"/>
                  </a:cubicBezTo>
                  <a:cubicBezTo>
                    <a:pt x="1923" y="1938"/>
                    <a:pt x="1958" y="1918"/>
                    <a:pt x="1993" y="1898"/>
                  </a:cubicBezTo>
                  <a:cubicBezTo>
                    <a:pt x="2038" y="1871"/>
                    <a:pt x="2044" y="1856"/>
                    <a:pt x="2036" y="1805"/>
                  </a:cubicBezTo>
                  <a:cubicBezTo>
                    <a:pt x="2035" y="1799"/>
                    <a:pt x="2033" y="1793"/>
                    <a:pt x="2030" y="1787"/>
                  </a:cubicBezTo>
                  <a:cubicBezTo>
                    <a:pt x="2025" y="1779"/>
                    <a:pt x="2018" y="1772"/>
                    <a:pt x="2010" y="1768"/>
                  </a:cubicBezTo>
                  <a:cubicBezTo>
                    <a:pt x="2008" y="1767"/>
                    <a:pt x="2007" y="1766"/>
                    <a:pt x="2006" y="1765"/>
                  </a:cubicBezTo>
                  <a:cubicBezTo>
                    <a:pt x="1975" y="1748"/>
                    <a:pt x="1947" y="1727"/>
                    <a:pt x="1921" y="1704"/>
                  </a:cubicBezTo>
                  <a:cubicBezTo>
                    <a:pt x="1875" y="1665"/>
                    <a:pt x="1833" y="1621"/>
                    <a:pt x="1797" y="1573"/>
                  </a:cubicBezTo>
                  <a:cubicBezTo>
                    <a:pt x="1749" y="1512"/>
                    <a:pt x="1757" y="1447"/>
                    <a:pt x="1767" y="1380"/>
                  </a:cubicBezTo>
                  <a:cubicBezTo>
                    <a:pt x="1768" y="1378"/>
                    <a:pt x="1769" y="1375"/>
                    <a:pt x="1770" y="1373"/>
                  </a:cubicBezTo>
                  <a:cubicBezTo>
                    <a:pt x="1771" y="1371"/>
                    <a:pt x="1774" y="1369"/>
                    <a:pt x="1777" y="1367"/>
                  </a:cubicBezTo>
                  <a:cubicBezTo>
                    <a:pt x="1779" y="1365"/>
                    <a:pt x="1783" y="1364"/>
                    <a:pt x="1786" y="1364"/>
                  </a:cubicBezTo>
                  <a:cubicBezTo>
                    <a:pt x="1789" y="1364"/>
                    <a:pt x="1792" y="1365"/>
                    <a:pt x="1795" y="1367"/>
                  </a:cubicBezTo>
                  <a:lnTo>
                    <a:pt x="1796" y="1367"/>
                  </a:lnTo>
                  <a:cubicBezTo>
                    <a:pt x="1934" y="1467"/>
                    <a:pt x="2079" y="1556"/>
                    <a:pt x="2209" y="1669"/>
                  </a:cubicBezTo>
                  <a:cubicBezTo>
                    <a:pt x="2266" y="1718"/>
                    <a:pt x="2327" y="1762"/>
                    <a:pt x="2388" y="1807"/>
                  </a:cubicBezTo>
                  <a:cubicBezTo>
                    <a:pt x="2440" y="1845"/>
                    <a:pt x="2491" y="1887"/>
                    <a:pt x="2542" y="1927"/>
                  </a:cubicBezTo>
                  <a:cubicBezTo>
                    <a:pt x="2617" y="1986"/>
                    <a:pt x="2692" y="2044"/>
                    <a:pt x="2766" y="2103"/>
                  </a:cubicBezTo>
                  <a:cubicBezTo>
                    <a:pt x="2817" y="2147"/>
                    <a:pt x="2872" y="2187"/>
                    <a:pt x="2930" y="2222"/>
                  </a:cubicBezTo>
                  <a:cubicBezTo>
                    <a:pt x="2959" y="2238"/>
                    <a:pt x="2982" y="2249"/>
                    <a:pt x="3011" y="2224"/>
                  </a:cubicBezTo>
                  <a:cubicBezTo>
                    <a:pt x="3013" y="2223"/>
                    <a:pt x="3015" y="2222"/>
                    <a:pt x="3017" y="2220"/>
                  </a:cubicBezTo>
                  <a:cubicBezTo>
                    <a:pt x="3023" y="2217"/>
                    <a:pt x="3030" y="2214"/>
                    <a:pt x="3037" y="2212"/>
                  </a:cubicBezTo>
                  <a:cubicBezTo>
                    <a:pt x="3039" y="2211"/>
                    <a:pt x="3041" y="2211"/>
                    <a:pt x="3043" y="2211"/>
                  </a:cubicBezTo>
                  <a:cubicBezTo>
                    <a:pt x="3047" y="2211"/>
                    <a:pt x="3050" y="2212"/>
                    <a:pt x="3054" y="2214"/>
                  </a:cubicBezTo>
                  <a:cubicBezTo>
                    <a:pt x="3057" y="2216"/>
                    <a:pt x="3060" y="2219"/>
                    <a:pt x="3062" y="2222"/>
                  </a:cubicBezTo>
                  <a:cubicBezTo>
                    <a:pt x="3064" y="2224"/>
                    <a:pt x="3064" y="2227"/>
                    <a:pt x="3065" y="2230"/>
                  </a:cubicBezTo>
                  <a:cubicBezTo>
                    <a:pt x="3076" y="2304"/>
                    <a:pt x="3087" y="2378"/>
                    <a:pt x="3096" y="2453"/>
                  </a:cubicBezTo>
                  <a:cubicBezTo>
                    <a:pt x="3098" y="2475"/>
                    <a:pt x="3107" y="2505"/>
                    <a:pt x="3068" y="2510"/>
                  </a:cubicBezTo>
                  <a:cubicBezTo>
                    <a:pt x="3061" y="2510"/>
                    <a:pt x="3063" y="2525"/>
                    <a:pt x="3068" y="2529"/>
                  </a:cubicBezTo>
                  <a:cubicBezTo>
                    <a:pt x="3114" y="2558"/>
                    <a:pt x="3118" y="2607"/>
                    <a:pt x="3130" y="2653"/>
                  </a:cubicBezTo>
                  <a:cubicBezTo>
                    <a:pt x="3138" y="2682"/>
                    <a:pt x="3147" y="2710"/>
                    <a:pt x="3156" y="2740"/>
                  </a:cubicBezTo>
                  <a:cubicBezTo>
                    <a:pt x="3158" y="2749"/>
                    <a:pt x="3161" y="2761"/>
                    <a:pt x="3151" y="2767"/>
                  </a:cubicBezTo>
                  <a:cubicBezTo>
                    <a:pt x="3141" y="2772"/>
                    <a:pt x="3132" y="2767"/>
                    <a:pt x="3123" y="2762"/>
                  </a:cubicBezTo>
                  <a:cubicBezTo>
                    <a:pt x="3051" y="2721"/>
                    <a:pt x="2976" y="2687"/>
                    <a:pt x="2909" y="2637"/>
                  </a:cubicBezTo>
                  <a:cubicBezTo>
                    <a:pt x="2890" y="2623"/>
                    <a:pt x="2864" y="2623"/>
                    <a:pt x="2863" y="2634"/>
                  </a:cubicBezTo>
                  <a:lnTo>
                    <a:pt x="2863" y="2635"/>
                  </a:lnTo>
                  <a:cubicBezTo>
                    <a:pt x="2863" y="2641"/>
                    <a:pt x="2865" y="2647"/>
                    <a:pt x="2868" y="2653"/>
                  </a:cubicBezTo>
                  <a:cubicBezTo>
                    <a:pt x="2871" y="2658"/>
                    <a:pt x="2876" y="2664"/>
                    <a:pt x="2882" y="2667"/>
                  </a:cubicBezTo>
                  <a:cubicBezTo>
                    <a:pt x="2883" y="2668"/>
                    <a:pt x="2885" y="2669"/>
                    <a:pt x="2887" y="2670"/>
                  </a:cubicBezTo>
                  <a:cubicBezTo>
                    <a:pt x="2955" y="2706"/>
                    <a:pt x="3024" y="2742"/>
                    <a:pt x="3093" y="2778"/>
                  </a:cubicBezTo>
                  <a:cubicBezTo>
                    <a:pt x="3117" y="2791"/>
                    <a:pt x="3143" y="2802"/>
                    <a:pt x="3166" y="2815"/>
                  </a:cubicBezTo>
                  <a:cubicBezTo>
                    <a:pt x="3168" y="2817"/>
                    <a:pt x="3170" y="2818"/>
                    <a:pt x="3171" y="2820"/>
                  </a:cubicBezTo>
                  <a:cubicBezTo>
                    <a:pt x="3172" y="2823"/>
                    <a:pt x="3173" y="2826"/>
                    <a:pt x="3173" y="2829"/>
                  </a:cubicBezTo>
                  <a:cubicBezTo>
                    <a:pt x="3173" y="2832"/>
                    <a:pt x="3172" y="2835"/>
                    <a:pt x="3171" y="2837"/>
                  </a:cubicBezTo>
                  <a:cubicBezTo>
                    <a:pt x="3170" y="2839"/>
                    <a:pt x="3169" y="2840"/>
                    <a:pt x="3168" y="2841"/>
                  </a:cubicBezTo>
                  <a:moveTo>
                    <a:pt x="3301" y="3359"/>
                  </a:moveTo>
                  <a:cubicBezTo>
                    <a:pt x="3279" y="3343"/>
                    <a:pt x="3278" y="3313"/>
                    <a:pt x="3274" y="3289"/>
                  </a:cubicBezTo>
                  <a:cubicBezTo>
                    <a:pt x="3264" y="3237"/>
                    <a:pt x="3259" y="3185"/>
                    <a:pt x="3259" y="3132"/>
                  </a:cubicBezTo>
                  <a:cubicBezTo>
                    <a:pt x="3259" y="3124"/>
                    <a:pt x="3259" y="3117"/>
                    <a:pt x="3260" y="3109"/>
                  </a:cubicBezTo>
                  <a:cubicBezTo>
                    <a:pt x="3260" y="3106"/>
                    <a:pt x="3260" y="3102"/>
                    <a:pt x="3260" y="3098"/>
                  </a:cubicBezTo>
                  <a:cubicBezTo>
                    <a:pt x="3260" y="3057"/>
                    <a:pt x="3266" y="3016"/>
                    <a:pt x="3277" y="2977"/>
                  </a:cubicBezTo>
                  <a:cubicBezTo>
                    <a:pt x="3284" y="2958"/>
                    <a:pt x="3265" y="2929"/>
                    <a:pt x="3290" y="2916"/>
                  </a:cubicBezTo>
                  <a:cubicBezTo>
                    <a:pt x="3309" y="2909"/>
                    <a:pt x="3328" y="2905"/>
                    <a:pt x="3348" y="2904"/>
                  </a:cubicBezTo>
                  <a:cubicBezTo>
                    <a:pt x="3385" y="2897"/>
                    <a:pt x="3421" y="2889"/>
                    <a:pt x="3457" y="2881"/>
                  </a:cubicBezTo>
                  <a:cubicBezTo>
                    <a:pt x="3467" y="2878"/>
                    <a:pt x="3477" y="2876"/>
                    <a:pt x="3487" y="2876"/>
                  </a:cubicBezTo>
                  <a:cubicBezTo>
                    <a:pt x="3502" y="2876"/>
                    <a:pt x="3516" y="2879"/>
                    <a:pt x="3530" y="2886"/>
                  </a:cubicBezTo>
                  <a:cubicBezTo>
                    <a:pt x="3551" y="2899"/>
                    <a:pt x="3578" y="2913"/>
                    <a:pt x="3584" y="2940"/>
                  </a:cubicBezTo>
                  <a:cubicBezTo>
                    <a:pt x="3593" y="2975"/>
                    <a:pt x="3570" y="2985"/>
                    <a:pt x="3581" y="3027"/>
                  </a:cubicBezTo>
                  <a:cubicBezTo>
                    <a:pt x="3588" y="3043"/>
                    <a:pt x="3592" y="3061"/>
                    <a:pt x="3594" y="3079"/>
                  </a:cubicBezTo>
                  <a:cubicBezTo>
                    <a:pt x="3593" y="3089"/>
                    <a:pt x="3592" y="3099"/>
                    <a:pt x="3590" y="3108"/>
                  </a:cubicBezTo>
                  <a:cubicBezTo>
                    <a:pt x="3579" y="3147"/>
                    <a:pt x="3538" y="3160"/>
                    <a:pt x="3501" y="3199"/>
                  </a:cubicBezTo>
                  <a:cubicBezTo>
                    <a:pt x="3478" y="3222"/>
                    <a:pt x="3457" y="3247"/>
                    <a:pt x="3437" y="3272"/>
                  </a:cubicBezTo>
                  <a:cubicBezTo>
                    <a:pt x="3390" y="3336"/>
                    <a:pt x="3375" y="3363"/>
                    <a:pt x="3342" y="3368"/>
                  </a:cubicBezTo>
                  <a:cubicBezTo>
                    <a:pt x="3340" y="3368"/>
                    <a:pt x="3337" y="3368"/>
                    <a:pt x="3334" y="3368"/>
                  </a:cubicBezTo>
                  <a:cubicBezTo>
                    <a:pt x="3324" y="3368"/>
                    <a:pt x="3313" y="3366"/>
                    <a:pt x="3303" y="3360"/>
                  </a:cubicBezTo>
                  <a:cubicBezTo>
                    <a:pt x="3303" y="3360"/>
                    <a:pt x="3302" y="3359"/>
                    <a:pt x="3301" y="3359"/>
                  </a:cubicBezTo>
                  <a:moveTo>
                    <a:pt x="3676" y="2780"/>
                  </a:moveTo>
                  <a:cubicBezTo>
                    <a:pt x="3696" y="2822"/>
                    <a:pt x="3695" y="2823"/>
                    <a:pt x="3661" y="2842"/>
                  </a:cubicBezTo>
                  <a:cubicBezTo>
                    <a:pt x="3653" y="2847"/>
                    <a:pt x="3643" y="2850"/>
                    <a:pt x="3635" y="2856"/>
                  </a:cubicBezTo>
                  <a:cubicBezTo>
                    <a:pt x="3633" y="2857"/>
                    <a:pt x="3632" y="2858"/>
                    <a:pt x="3630" y="2859"/>
                  </a:cubicBezTo>
                  <a:cubicBezTo>
                    <a:pt x="3624" y="2863"/>
                    <a:pt x="3618" y="2864"/>
                    <a:pt x="3611" y="2864"/>
                  </a:cubicBezTo>
                  <a:cubicBezTo>
                    <a:pt x="3604" y="2864"/>
                    <a:pt x="3597" y="2863"/>
                    <a:pt x="3591" y="2859"/>
                  </a:cubicBezTo>
                  <a:cubicBezTo>
                    <a:pt x="3587" y="2857"/>
                    <a:pt x="3584" y="2854"/>
                    <a:pt x="3581" y="2851"/>
                  </a:cubicBezTo>
                  <a:cubicBezTo>
                    <a:pt x="3512" y="2789"/>
                    <a:pt x="3449" y="2722"/>
                    <a:pt x="3392" y="2648"/>
                  </a:cubicBezTo>
                  <a:cubicBezTo>
                    <a:pt x="3390" y="2646"/>
                    <a:pt x="3388" y="2643"/>
                    <a:pt x="3386" y="2640"/>
                  </a:cubicBezTo>
                  <a:cubicBezTo>
                    <a:pt x="3382" y="2633"/>
                    <a:pt x="3380" y="2625"/>
                    <a:pt x="3380" y="2617"/>
                  </a:cubicBezTo>
                  <a:cubicBezTo>
                    <a:pt x="3380" y="2609"/>
                    <a:pt x="3382" y="2601"/>
                    <a:pt x="3386" y="2594"/>
                  </a:cubicBezTo>
                  <a:lnTo>
                    <a:pt x="3386" y="2593"/>
                  </a:lnTo>
                  <a:cubicBezTo>
                    <a:pt x="3443" y="2496"/>
                    <a:pt x="3531" y="2445"/>
                    <a:pt x="3636" y="2418"/>
                  </a:cubicBezTo>
                  <a:cubicBezTo>
                    <a:pt x="3653" y="2414"/>
                    <a:pt x="3663" y="2424"/>
                    <a:pt x="3664" y="2444"/>
                  </a:cubicBezTo>
                  <a:cubicBezTo>
                    <a:pt x="3664" y="2494"/>
                    <a:pt x="3664" y="2544"/>
                    <a:pt x="3664" y="2594"/>
                  </a:cubicBezTo>
                  <a:lnTo>
                    <a:pt x="3668" y="2594"/>
                  </a:lnTo>
                  <a:cubicBezTo>
                    <a:pt x="3668" y="2639"/>
                    <a:pt x="3668" y="2684"/>
                    <a:pt x="3668" y="2729"/>
                  </a:cubicBezTo>
                  <a:cubicBezTo>
                    <a:pt x="3668" y="2732"/>
                    <a:pt x="3668" y="2735"/>
                    <a:pt x="3668" y="2737"/>
                  </a:cubicBezTo>
                  <a:cubicBezTo>
                    <a:pt x="3668" y="2752"/>
                    <a:pt x="3671" y="2766"/>
                    <a:pt x="3676" y="2780"/>
                  </a:cubicBezTo>
                  <a:moveTo>
                    <a:pt x="3753" y="2761"/>
                  </a:moveTo>
                  <a:cubicBezTo>
                    <a:pt x="3754" y="2762"/>
                    <a:pt x="3755" y="2762"/>
                    <a:pt x="3756" y="2763"/>
                  </a:cubicBezTo>
                  <a:cubicBezTo>
                    <a:pt x="3759" y="2765"/>
                    <a:pt x="3763" y="2766"/>
                    <a:pt x="3767" y="2766"/>
                  </a:cubicBezTo>
                  <a:cubicBezTo>
                    <a:pt x="3770" y="2766"/>
                    <a:pt x="3772" y="2765"/>
                    <a:pt x="3775" y="2764"/>
                  </a:cubicBezTo>
                  <a:cubicBezTo>
                    <a:pt x="3805" y="2759"/>
                    <a:pt x="3834" y="2753"/>
                    <a:pt x="3864" y="2748"/>
                  </a:cubicBezTo>
                  <a:cubicBezTo>
                    <a:pt x="3864" y="2748"/>
                    <a:pt x="3865" y="2748"/>
                    <a:pt x="3866" y="2748"/>
                  </a:cubicBezTo>
                  <a:cubicBezTo>
                    <a:pt x="3869" y="2748"/>
                    <a:pt x="3871" y="2749"/>
                    <a:pt x="3873" y="2750"/>
                  </a:cubicBezTo>
                  <a:cubicBezTo>
                    <a:pt x="3875" y="2751"/>
                    <a:pt x="3876" y="2753"/>
                    <a:pt x="3878" y="2755"/>
                  </a:cubicBezTo>
                  <a:cubicBezTo>
                    <a:pt x="3879" y="2757"/>
                    <a:pt x="3880" y="2760"/>
                    <a:pt x="3880" y="2762"/>
                  </a:cubicBezTo>
                  <a:cubicBezTo>
                    <a:pt x="3880" y="2764"/>
                    <a:pt x="3880" y="2765"/>
                    <a:pt x="3879" y="2767"/>
                  </a:cubicBezTo>
                  <a:cubicBezTo>
                    <a:pt x="3874" y="2779"/>
                    <a:pt x="3867" y="2792"/>
                    <a:pt x="3861" y="2804"/>
                  </a:cubicBezTo>
                  <a:cubicBezTo>
                    <a:pt x="3857" y="2809"/>
                    <a:pt x="3854" y="2814"/>
                    <a:pt x="3851" y="2820"/>
                  </a:cubicBezTo>
                  <a:lnTo>
                    <a:pt x="3850" y="2821"/>
                  </a:lnTo>
                  <a:cubicBezTo>
                    <a:pt x="3849" y="2823"/>
                    <a:pt x="3846" y="2825"/>
                    <a:pt x="3844" y="2827"/>
                  </a:cubicBezTo>
                  <a:cubicBezTo>
                    <a:pt x="3841" y="2828"/>
                    <a:pt x="3837" y="2830"/>
                    <a:pt x="3834" y="2830"/>
                  </a:cubicBezTo>
                  <a:cubicBezTo>
                    <a:pt x="3830" y="2830"/>
                    <a:pt x="3828" y="2829"/>
                    <a:pt x="3825" y="2827"/>
                  </a:cubicBezTo>
                  <a:cubicBezTo>
                    <a:pt x="3823" y="2826"/>
                    <a:pt x="3821" y="2824"/>
                    <a:pt x="3819" y="2822"/>
                  </a:cubicBezTo>
                  <a:cubicBezTo>
                    <a:pt x="3812" y="2814"/>
                    <a:pt x="3804" y="2806"/>
                    <a:pt x="3795" y="2801"/>
                  </a:cubicBezTo>
                  <a:cubicBezTo>
                    <a:pt x="3782" y="2793"/>
                    <a:pt x="3768" y="2790"/>
                    <a:pt x="3754" y="2789"/>
                  </a:cubicBezTo>
                  <a:cubicBezTo>
                    <a:pt x="3750" y="2788"/>
                    <a:pt x="3745" y="2786"/>
                    <a:pt x="3741" y="2784"/>
                  </a:cubicBezTo>
                  <a:cubicBezTo>
                    <a:pt x="3736" y="2781"/>
                    <a:pt x="3732" y="2777"/>
                    <a:pt x="3729" y="2772"/>
                  </a:cubicBezTo>
                  <a:cubicBezTo>
                    <a:pt x="3727" y="2768"/>
                    <a:pt x="3725" y="2764"/>
                    <a:pt x="3725" y="2759"/>
                  </a:cubicBezTo>
                  <a:cubicBezTo>
                    <a:pt x="3720" y="2734"/>
                    <a:pt x="3716" y="2710"/>
                    <a:pt x="3715" y="2685"/>
                  </a:cubicBezTo>
                  <a:cubicBezTo>
                    <a:pt x="3713" y="2641"/>
                    <a:pt x="3715" y="2599"/>
                    <a:pt x="3715" y="2557"/>
                  </a:cubicBezTo>
                  <a:lnTo>
                    <a:pt x="3709" y="2557"/>
                  </a:lnTo>
                  <a:cubicBezTo>
                    <a:pt x="3709" y="2512"/>
                    <a:pt x="3709" y="2466"/>
                    <a:pt x="3709" y="2421"/>
                  </a:cubicBezTo>
                  <a:cubicBezTo>
                    <a:pt x="3709" y="2420"/>
                    <a:pt x="3709" y="2418"/>
                    <a:pt x="3709" y="2417"/>
                  </a:cubicBezTo>
                  <a:cubicBezTo>
                    <a:pt x="3709" y="2411"/>
                    <a:pt x="3709" y="2404"/>
                    <a:pt x="3713" y="2399"/>
                  </a:cubicBezTo>
                  <a:cubicBezTo>
                    <a:pt x="3716" y="2393"/>
                    <a:pt x="3721" y="2390"/>
                    <a:pt x="3726" y="2387"/>
                  </a:cubicBezTo>
                  <a:cubicBezTo>
                    <a:pt x="3730" y="2385"/>
                    <a:pt x="3733" y="2383"/>
                    <a:pt x="3737" y="2383"/>
                  </a:cubicBezTo>
                  <a:cubicBezTo>
                    <a:pt x="3753" y="2378"/>
                    <a:pt x="3770" y="2375"/>
                    <a:pt x="3786" y="2375"/>
                  </a:cubicBezTo>
                  <a:cubicBezTo>
                    <a:pt x="3817" y="2375"/>
                    <a:pt x="3846" y="2384"/>
                    <a:pt x="3873" y="2399"/>
                  </a:cubicBezTo>
                  <a:cubicBezTo>
                    <a:pt x="3899" y="2415"/>
                    <a:pt x="3922" y="2436"/>
                    <a:pt x="3937" y="2462"/>
                  </a:cubicBezTo>
                  <a:cubicBezTo>
                    <a:pt x="3947" y="2480"/>
                    <a:pt x="3956" y="2497"/>
                    <a:pt x="3964" y="2516"/>
                  </a:cubicBezTo>
                  <a:cubicBezTo>
                    <a:pt x="3970" y="2528"/>
                    <a:pt x="3973" y="2541"/>
                    <a:pt x="3973" y="2554"/>
                  </a:cubicBezTo>
                  <a:cubicBezTo>
                    <a:pt x="3973" y="2569"/>
                    <a:pt x="3969" y="2583"/>
                    <a:pt x="3962" y="2596"/>
                  </a:cubicBezTo>
                  <a:cubicBezTo>
                    <a:pt x="3959" y="2602"/>
                    <a:pt x="3956" y="2609"/>
                    <a:pt x="3953" y="2616"/>
                  </a:cubicBezTo>
                  <a:cubicBezTo>
                    <a:pt x="3913" y="2705"/>
                    <a:pt x="3913" y="2705"/>
                    <a:pt x="3819" y="2726"/>
                  </a:cubicBezTo>
                  <a:cubicBezTo>
                    <a:pt x="3802" y="2730"/>
                    <a:pt x="3785" y="2734"/>
                    <a:pt x="3768" y="2739"/>
                  </a:cubicBezTo>
                  <a:cubicBezTo>
                    <a:pt x="3757" y="2742"/>
                    <a:pt x="3748" y="2756"/>
                    <a:pt x="3753" y="2761"/>
                  </a:cubicBezTo>
                  <a:moveTo>
                    <a:pt x="3724" y="2877"/>
                  </a:moveTo>
                  <a:cubicBezTo>
                    <a:pt x="3770" y="2864"/>
                    <a:pt x="3786" y="2856"/>
                    <a:pt x="3789" y="2920"/>
                  </a:cubicBezTo>
                  <a:cubicBezTo>
                    <a:pt x="3789" y="2931"/>
                    <a:pt x="3789" y="2940"/>
                    <a:pt x="3789" y="2941"/>
                  </a:cubicBezTo>
                  <a:cubicBezTo>
                    <a:pt x="3784" y="3012"/>
                    <a:pt x="3782" y="3048"/>
                    <a:pt x="3767" y="3070"/>
                  </a:cubicBezTo>
                  <a:lnTo>
                    <a:pt x="3767" y="3071"/>
                  </a:lnTo>
                  <a:cubicBezTo>
                    <a:pt x="3760" y="3083"/>
                    <a:pt x="3750" y="3093"/>
                    <a:pt x="3738" y="3100"/>
                  </a:cubicBezTo>
                  <a:cubicBezTo>
                    <a:pt x="3735" y="3102"/>
                    <a:pt x="3732" y="3103"/>
                    <a:pt x="3729" y="3104"/>
                  </a:cubicBezTo>
                  <a:cubicBezTo>
                    <a:pt x="3726" y="3106"/>
                    <a:pt x="3701" y="3120"/>
                    <a:pt x="3691" y="3107"/>
                  </a:cubicBezTo>
                  <a:cubicBezTo>
                    <a:pt x="3689" y="3104"/>
                    <a:pt x="3687" y="3101"/>
                    <a:pt x="3685" y="3098"/>
                  </a:cubicBezTo>
                  <a:cubicBezTo>
                    <a:pt x="3669" y="3069"/>
                    <a:pt x="3660" y="3035"/>
                    <a:pt x="3660" y="3002"/>
                  </a:cubicBezTo>
                  <a:cubicBezTo>
                    <a:pt x="3660" y="2971"/>
                    <a:pt x="3667" y="2942"/>
                    <a:pt x="3680" y="2915"/>
                  </a:cubicBezTo>
                  <a:cubicBezTo>
                    <a:pt x="3681" y="2914"/>
                    <a:pt x="3681" y="2913"/>
                    <a:pt x="3681" y="2913"/>
                  </a:cubicBezTo>
                  <a:cubicBezTo>
                    <a:pt x="3688" y="2901"/>
                    <a:pt x="3698" y="2891"/>
                    <a:pt x="3710" y="2884"/>
                  </a:cubicBezTo>
                  <a:cubicBezTo>
                    <a:pt x="3715" y="2881"/>
                    <a:pt x="3719" y="2879"/>
                    <a:pt x="3724" y="2877"/>
                  </a:cubicBezTo>
                  <a:moveTo>
                    <a:pt x="3470" y="2839"/>
                  </a:moveTo>
                  <a:cubicBezTo>
                    <a:pt x="3471" y="2840"/>
                    <a:pt x="3471" y="2841"/>
                    <a:pt x="3472" y="2842"/>
                  </a:cubicBezTo>
                  <a:cubicBezTo>
                    <a:pt x="3474" y="2845"/>
                    <a:pt x="3474" y="2848"/>
                    <a:pt x="3474" y="2851"/>
                  </a:cubicBezTo>
                  <a:cubicBezTo>
                    <a:pt x="3474" y="2854"/>
                    <a:pt x="3473" y="2856"/>
                    <a:pt x="3472" y="2859"/>
                  </a:cubicBezTo>
                  <a:cubicBezTo>
                    <a:pt x="3470" y="2861"/>
                    <a:pt x="3468" y="2864"/>
                    <a:pt x="3466" y="2865"/>
                  </a:cubicBezTo>
                  <a:cubicBezTo>
                    <a:pt x="3464" y="2867"/>
                    <a:pt x="3462" y="2867"/>
                    <a:pt x="3460" y="2868"/>
                  </a:cubicBezTo>
                  <a:cubicBezTo>
                    <a:pt x="3425" y="2873"/>
                    <a:pt x="3391" y="2878"/>
                    <a:pt x="3371" y="2880"/>
                  </a:cubicBezTo>
                  <a:cubicBezTo>
                    <a:pt x="3285" y="2879"/>
                    <a:pt x="3277" y="2869"/>
                    <a:pt x="3292" y="2801"/>
                  </a:cubicBezTo>
                  <a:cubicBezTo>
                    <a:pt x="3298" y="2779"/>
                    <a:pt x="3304" y="2758"/>
                    <a:pt x="3311" y="2736"/>
                  </a:cubicBezTo>
                  <a:cubicBezTo>
                    <a:pt x="3323" y="2697"/>
                    <a:pt x="3342" y="2692"/>
                    <a:pt x="3368" y="2720"/>
                  </a:cubicBezTo>
                  <a:cubicBezTo>
                    <a:pt x="3403" y="2759"/>
                    <a:pt x="3437" y="2799"/>
                    <a:pt x="3470" y="2839"/>
                  </a:cubicBezTo>
                  <a:moveTo>
                    <a:pt x="3640" y="3594"/>
                  </a:moveTo>
                  <a:cubicBezTo>
                    <a:pt x="3601" y="3585"/>
                    <a:pt x="3562" y="3576"/>
                    <a:pt x="3522" y="3568"/>
                  </a:cubicBezTo>
                  <a:cubicBezTo>
                    <a:pt x="3493" y="3562"/>
                    <a:pt x="3465" y="3552"/>
                    <a:pt x="3439" y="3537"/>
                  </a:cubicBezTo>
                  <a:cubicBezTo>
                    <a:pt x="3410" y="3520"/>
                    <a:pt x="3385" y="3499"/>
                    <a:pt x="3364" y="3473"/>
                  </a:cubicBezTo>
                  <a:cubicBezTo>
                    <a:pt x="3349" y="3457"/>
                    <a:pt x="3348" y="3446"/>
                    <a:pt x="3364" y="3428"/>
                  </a:cubicBezTo>
                  <a:cubicBezTo>
                    <a:pt x="3416" y="3370"/>
                    <a:pt x="3468" y="3313"/>
                    <a:pt x="3522" y="3257"/>
                  </a:cubicBezTo>
                  <a:cubicBezTo>
                    <a:pt x="3551" y="3226"/>
                    <a:pt x="3581" y="3195"/>
                    <a:pt x="3611" y="3165"/>
                  </a:cubicBezTo>
                  <a:cubicBezTo>
                    <a:pt x="3626" y="3151"/>
                    <a:pt x="3641" y="3155"/>
                    <a:pt x="3643" y="3174"/>
                  </a:cubicBezTo>
                  <a:cubicBezTo>
                    <a:pt x="3649" y="3216"/>
                    <a:pt x="3654" y="3259"/>
                    <a:pt x="3657" y="3301"/>
                  </a:cubicBezTo>
                  <a:cubicBezTo>
                    <a:pt x="3659" y="3329"/>
                    <a:pt x="3657" y="3356"/>
                    <a:pt x="3657" y="3374"/>
                  </a:cubicBezTo>
                  <a:cubicBezTo>
                    <a:pt x="3654" y="3396"/>
                    <a:pt x="3652" y="3419"/>
                    <a:pt x="3652" y="3442"/>
                  </a:cubicBezTo>
                  <a:cubicBezTo>
                    <a:pt x="3652" y="3468"/>
                    <a:pt x="3655" y="3493"/>
                    <a:pt x="3659" y="3519"/>
                  </a:cubicBezTo>
                  <a:cubicBezTo>
                    <a:pt x="3662" y="3530"/>
                    <a:pt x="3666" y="3529"/>
                    <a:pt x="3675" y="3546"/>
                  </a:cubicBezTo>
                  <a:cubicBezTo>
                    <a:pt x="3683" y="3563"/>
                    <a:pt x="3691" y="3581"/>
                    <a:pt x="3696" y="3600"/>
                  </a:cubicBezTo>
                  <a:cubicBezTo>
                    <a:pt x="3677" y="3600"/>
                    <a:pt x="3658" y="3598"/>
                    <a:pt x="3640" y="3594"/>
                  </a:cubicBezTo>
                  <a:moveTo>
                    <a:pt x="3855" y="3538"/>
                  </a:moveTo>
                  <a:cubicBezTo>
                    <a:pt x="3842" y="3551"/>
                    <a:pt x="3828" y="3562"/>
                    <a:pt x="3812" y="3571"/>
                  </a:cubicBezTo>
                  <a:cubicBezTo>
                    <a:pt x="3781" y="3589"/>
                    <a:pt x="3746" y="3599"/>
                    <a:pt x="3710" y="3601"/>
                  </a:cubicBezTo>
                  <a:cubicBezTo>
                    <a:pt x="3714" y="3586"/>
                    <a:pt x="3717" y="3561"/>
                    <a:pt x="3720" y="3534"/>
                  </a:cubicBezTo>
                  <a:cubicBezTo>
                    <a:pt x="3721" y="3528"/>
                    <a:pt x="3722" y="3521"/>
                    <a:pt x="3722" y="3515"/>
                  </a:cubicBezTo>
                  <a:cubicBezTo>
                    <a:pt x="3722" y="3514"/>
                    <a:pt x="3722" y="3513"/>
                    <a:pt x="3722" y="3512"/>
                  </a:cubicBezTo>
                  <a:cubicBezTo>
                    <a:pt x="3710" y="3453"/>
                    <a:pt x="3712" y="3392"/>
                    <a:pt x="3704" y="3333"/>
                  </a:cubicBezTo>
                  <a:cubicBezTo>
                    <a:pt x="3703" y="3323"/>
                    <a:pt x="3701" y="3313"/>
                    <a:pt x="3700" y="3303"/>
                  </a:cubicBezTo>
                  <a:cubicBezTo>
                    <a:pt x="3693" y="3221"/>
                    <a:pt x="3703" y="3203"/>
                    <a:pt x="3776" y="3167"/>
                  </a:cubicBezTo>
                  <a:cubicBezTo>
                    <a:pt x="3782" y="3164"/>
                    <a:pt x="3789" y="3162"/>
                    <a:pt x="3796" y="3162"/>
                  </a:cubicBezTo>
                  <a:cubicBezTo>
                    <a:pt x="3803" y="3162"/>
                    <a:pt x="3810" y="3164"/>
                    <a:pt x="3816" y="3168"/>
                  </a:cubicBezTo>
                  <a:cubicBezTo>
                    <a:pt x="3817" y="3168"/>
                    <a:pt x="3818" y="3169"/>
                    <a:pt x="3819" y="3169"/>
                  </a:cubicBezTo>
                  <a:cubicBezTo>
                    <a:pt x="3832" y="3177"/>
                    <a:pt x="3844" y="3186"/>
                    <a:pt x="3854" y="3197"/>
                  </a:cubicBezTo>
                  <a:cubicBezTo>
                    <a:pt x="3903" y="3256"/>
                    <a:pt x="3935" y="3267"/>
                    <a:pt x="3953" y="3320"/>
                  </a:cubicBezTo>
                  <a:cubicBezTo>
                    <a:pt x="3959" y="3337"/>
                    <a:pt x="3962" y="3355"/>
                    <a:pt x="3962" y="3373"/>
                  </a:cubicBezTo>
                  <a:cubicBezTo>
                    <a:pt x="3962" y="3374"/>
                    <a:pt x="3962" y="3375"/>
                    <a:pt x="3962" y="3376"/>
                  </a:cubicBezTo>
                  <a:cubicBezTo>
                    <a:pt x="3959" y="3453"/>
                    <a:pt x="3893" y="3504"/>
                    <a:pt x="3856" y="3539"/>
                  </a:cubicBezTo>
                  <a:lnTo>
                    <a:pt x="3855" y="3538"/>
                  </a:lnTo>
                  <a:moveTo>
                    <a:pt x="4044" y="3222"/>
                  </a:moveTo>
                  <a:cubicBezTo>
                    <a:pt x="4042" y="3231"/>
                    <a:pt x="4038" y="3239"/>
                    <a:pt x="4034" y="3247"/>
                  </a:cubicBezTo>
                  <a:cubicBezTo>
                    <a:pt x="4029" y="3255"/>
                    <a:pt x="4023" y="3262"/>
                    <a:pt x="4017" y="3269"/>
                  </a:cubicBezTo>
                  <a:cubicBezTo>
                    <a:pt x="4009" y="3266"/>
                    <a:pt x="4001" y="3262"/>
                    <a:pt x="3994" y="3258"/>
                  </a:cubicBezTo>
                  <a:cubicBezTo>
                    <a:pt x="3976" y="3248"/>
                    <a:pt x="3960" y="3234"/>
                    <a:pt x="3947" y="3217"/>
                  </a:cubicBezTo>
                  <a:cubicBezTo>
                    <a:pt x="3909" y="3178"/>
                    <a:pt x="3883" y="3128"/>
                    <a:pt x="3835" y="3098"/>
                  </a:cubicBezTo>
                  <a:cubicBezTo>
                    <a:pt x="3831" y="3095"/>
                    <a:pt x="3828" y="3092"/>
                    <a:pt x="3826" y="3088"/>
                  </a:cubicBezTo>
                  <a:cubicBezTo>
                    <a:pt x="3822" y="3082"/>
                    <a:pt x="3820" y="3075"/>
                    <a:pt x="3820" y="3068"/>
                  </a:cubicBezTo>
                  <a:cubicBezTo>
                    <a:pt x="3820" y="3065"/>
                    <a:pt x="3821" y="3061"/>
                    <a:pt x="3822" y="3057"/>
                  </a:cubicBezTo>
                  <a:cubicBezTo>
                    <a:pt x="3828" y="3018"/>
                    <a:pt x="3832" y="2978"/>
                    <a:pt x="3840" y="2939"/>
                  </a:cubicBezTo>
                  <a:cubicBezTo>
                    <a:pt x="3843" y="2924"/>
                    <a:pt x="3849" y="2909"/>
                    <a:pt x="3857" y="2896"/>
                  </a:cubicBezTo>
                  <a:cubicBezTo>
                    <a:pt x="3858" y="2894"/>
                    <a:pt x="3859" y="2893"/>
                    <a:pt x="3860" y="2891"/>
                  </a:cubicBezTo>
                  <a:cubicBezTo>
                    <a:pt x="3891" y="2840"/>
                    <a:pt x="3924" y="2790"/>
                    <a:pt x="3956" y="2739"/>
                  </a:cubicBezTo>
                  <a:cubicBezTo>
                    <a:pt x="3963" y="2729"/>
                    <a:pt x="3972" y="2719"/>
                    <a:pt x="3981" y="2712"/>
                  </a:cubicBezTo>
                  <a:cubicBezTo>
                    <a:pt x="4005" y="2691"/>
                    <a:pt x="4031" y="2697"/>
                    <a:pt x="4039" y="2728"/>
                  </a:cubicBezTo>
                  <a:cubicBezTo>
                    <a:pt x="4081" y="2893"/>
                    <a:pt x="4106" y="3057"/>
                    <a:pt x="4044" y="3222"/>
                  </a:cubicBezTo>
                  <a:moveTo>
                    <a:pt x="3989" y="2444"/>
                  </a:moveTo>
                  <a:cubicBezTo>
                    <a:pt x="3990" y="2444"/>
                    <a:pt x="3991" y="2444"/>
                    <a:pt x="3992" y="2445"/>
                  </a:cubicBezTo>
                  <a:cubicBezTo>
                    <a:pt x="4007" y="2453"/>
                    <a:pt x="4019" y="2466"/>
                    <a:pt x="4027" y="2480"/>
                  </a:cubicBezTo>
                  <a:cubicBezTo>
                    <a:pt x="4029" y="2484"/>
                    <a:pt x="4031" y="2488"/>
                    <a:pt x="4033" y="2492"/>
                  </a:cubicBezTo>
                  <a:cubicBezTo>
                    <a:pt x="4034" y="2495"/>
                    <a:pt x="4030" y="2500"/>
                    <a:pt x="4029" y="2505"/>
                  </a:cubicBezTo>
                  <a:cubicBezTo>
                    <a:pt x="4025" y="2503"/>
                    <a:pt x="4019" y="2502"/>
                    <a:pt x="4017" y="2499"/>
                  </a:cubicBezTo>
                  <a:cubicBezTo>
                    <a:pt x="4015" y="2497"/>
                    <a:pt x="4014" y="2494"/>
                    <a:pt x="4012" y="2491"/>
                  </a:cubicBezTo>
                  <a:cubicBezTo>
                    <a:pt x="4003" y="2476"/>
                    <a:pt x="3996" y="2460"/>
                    <a:pt x="3990" y="2443"/>
                  </a:cubicBezTo>
                  <a:lnTo>
                    <a:pt x="3989" y="2444"/>
                  </a:lnTo>
                  <a:moveTo>
                    <a:pt x="4062" y="2647"/>
                  </a:moveTo>
                  <a:cubicBezTo>
                    <a:pt x="4062" y="2645"/>
                    <a:pt x="4066" y="2638"/>
                    <a:pt x="4069" y="2637"/>
                  </a:cubicBezTo>
                  <a:cubicBezTo>
                    <a:pt x="4072" y="2636"/>
                    <a:pt x="4077" y="2640"/>
                    <a:pt x="4080" y="2643"/>
                  </a:cubicBezTo>
                  <a:cubicBezTo>
                    <a:pt x="4081" y="2643"/>
                    <a:pt x="4081" y="2644"/>
                    <a:pt x="4082" y="2645"/>
                  </a:cubicBezTo>
                  <a:cubicBezTo>
                    <a:pt x="4083" y="2646"/>
                    <a:pt x="4083" y="2648"/>
                    <a:pt x="4083" y="2649"/>
                  </a:cubicBezTo>
                  <a:cubicBezTo>
                    <a:pt x="4085" y="2671"/>
                    <a:pt x="4086" y="2691"/>
                    <a:pt x="4088" y="2712"/>
                  </a:cubicBezTo>
                  <a:cubicBezTo>
                    <a:pt x="4070" y="2694"/>
                    <a:pt x="4073" y="2668"/>
                    <a:pt x="4062" y="2647"/>
                  </a:cubicBezTo>
                  <a:moveTo>
                    <a:pt x="4089" y="2717"/>
                  </a:moveTo>
                  <a:lnTo>
                    <a:pt x="4103" y="2771"/>
                  </a:lnTo>
                  <a:cubicBezTo>
                    <a:pt x="4100" y="2768"/>
                    <a:pt x="4098" y="2764"/>
                    <a:pt x="4096" y="2761"/>
                  </a:cubicBezTo>
                  <a:cubicBezTo>
                    <a:pt x="4090" y="2751"/>
                    <a:pt x="4087" y="2741"/>
                    <a:pt x="4087" y="2730"/>
                  </a:cubicBezTo>
                  <a:cubicBezTo>
                    <a:pt x="4087" y="2725"/>
                    <a:pt x="4088" y="2721"/>
                    <a:pt x="4089" y="2717"/>
                  </a:cubicBezTo>
                  <a:moveTo>
                    <a:pt x="5004" y="2619"/>
                  </a:moveTo>
                  <a:cubicBezTo>
                    <a:pt x="4995" y="2611"/>
                    <a:pt x="4990" y="2609"/>
                    <a:pt x="4989" y="2605"/>
                  </a:cubicBezTo>
                  <a:cubicBezTo>
                    <a:pt x="4985" y="2583"/>
                    <a:pt x="4983" y="2560"/>
                    <a:pt x="4983" y="2537"/>
                  </a:cubicBezTo>
                  <a:cubicBezTo>
                    <a:pt x="4983" y="2506"/>
                    <a:pt x="4987" y="2475"/>
                    <a:pt x="4994" y="2444"/>
                  </a:cubicBezTo>
                  <a:cubicBezTo>
                    <a:pt x="4995" y="2438"/>
                    <a:pt x="5000" y="2435"/>
                    <a:pt x="5005" y="2438"/>
                  </a:cubicBezTo>
                  <a:cubicBezTo>
                    <a:pt x="5010" y="2440"/>
                    <a:pt x="5013" y="2445"/>
                    <a:pt x="5013" y="2448"/>
                  </a:cubicBezTo>
                  <a:cubicBezTo>
                    <a:pt x="5011" y="2503"/>
                    <a:pt x="5007" y="2559"/>
                    <a:pt x="5004" y="2618"/>
                  </a:cubicBezTo>
                  <a:lnTo>
                    <a:pt x="5004" y="2619"/>
                  </a:lnTo>
                  <a:moveTo>
                    <a:pt x="5067" y="2631"/>
                  </a:moveTo>
                  <a:cubicBezTo>
                    <a:pt x="5063" y="2596"/>
                    <a:pt x="5061" y="2561"/>
                    <a:pt x="5061" y="2526"/>
                  </a:cubicBezTo>
                  <a:cubicBezTo>
                    <a:pt x="5061" y="2491"/>
                    <a:pt x="5063" y="2456"/>
                    <a:pt x="5067" y="2422"/>
                  </a:cubicBezTo>
                  <a:cubicBezTo>
                    <a:pt x="5068" y="2409"/>
                    <a:pt x="5069" y="2397"/>
                    <a:pt x="5069" y="2384"/>
                  </a:cubicBezTo>
                  <a:cubicBezTo>
                    <a:pt x="5070" y="2360"/>
                    <a:pt x="5064" y="2332"/>
                    <a:pt x="5086" y="2314"/>
                  </a:cubicBezTo>
                  <a:cubicBezTo>
                    <a:pt x="5093" y="2308"/>
                    <a:pt x="5102" y="2302"/>
                    <a:pt x="5110" y="2298"/>
                  </a:cubicBezTo>
                  <a:cubicBezTo>
                    <a:pt x="5129" y="2286"/>
                    <a:pt x="5151" y="2279"/>
                    <a:pt x="5173" y="2275"/>
                  </a:cubicBezTo>
                  <a:lnTo>
                    <a:pt x="5174" y="2275"/>
                  </a:lnTo>
                  <a:cubicBezTo>
                    <a:pt x="5181" y="2275"/>
                    <a:pt x="5188" y="2277"/>
                    <a:pt x="5195" y="2280"/>
                  </a:cubicBezTo>
                  <a:cubicBezTo>
                    <a:pt x="5196" y="2281"/>
                    <a:pt x="5198" y="2282"/>
                    <a:pt x="5200" y="2284"/>
                  </a:cubicBezTo>
                  <a:cubicBezTo>
                    <a:pt x="5209" y="2292"/>
                    <a:pt x="5218" y="2301"/>
                    <a:pt x="5226" y="2310"/>
                  </a:cubicBezTo>
                  <a:cubicBezTo>
                    <a:pt x="5245" y="2330"/>
                    <a:pt x="5272" y="2347"/>
                    <a:pt x="5280" y="2371"/>
                  </a:cubicBezTo>
                  <a:cubicBezTo>
                    <a:pt x="5289" y="2400"/>
                    <a:pt x="5282" y="2434"/>
                    <a:pt x="5280" y="2466"/>
                  </a:cubicBezTo>
                  <a:cubicBezTo>
                    <a:pt x="5279" y="2476"/>
                    <a:pt x="5276" y="2486"/>
                    <a:pt x="5271" y="2494"/>
                  </a:cubicBezTo>
                  <a:cubicBezTo>
                    <a:pt x="5267" y="2501"/>
                    <a:pt x="5262" y="2507"/>
                    <a:pt x="5256" y="2512"/>
                  </a:cubicBezTo>
                  <a:cubicBezTo>
                    <a:pt x="5223" y="2552"/>
                    <a:pt x="5185" y="2588"/>
                    <a:pt x="5142" y="2619"/>
                  </a:cubicBezTo>
                  <a:cubicBezTo>
                    <a:pt x="5120" y="2633"/>
                    <a:pt x="5101" y="2651"/>
                    <a:pt x="5085" y="2673"/>
                  </a:cubicBezTo>
                  <a:cubicBezTo>
                    <a:pt x="5066" y="2661"/>
                    <a:pt x="5068" y="2645"/>
                    <a:pt x="5067" y="2631"/>
                  </a:cubicBezTo>
                  <a:moveTo>
                    <a:pt x="5517" y="2114"/>
                  </a:moveTo>
                  <a:cubicBezTo>
                    <a:pt x="5499" y="2120"/>
                    <a:pt x="5489" y="2112"/>
                    <a:pt x="5487" y="2092"/>
                  </a:cubicBezTo>
                  <a:cubicBezTo>
                    <a:pt x="5484" y="2072"/>
                    <a:pt x="5484" y="2057"/>
                    <a:pt x="5482" y="2035"/>
                  </a:cubicBezTo>
                  <a:cubicBezTo>
                    <a:pt x="5487" y="1984"/>
                    <a:pt x="5490" y="1933"/>
                    <a:pt x="5490" y="1882"/>
                  </a:cubicBezTo>
                  <a:cubicBezTo>
                    <a:pt x="5490" y="1880"/>
                    <a:pt x="5490" y="1877"/>
                    <a:pt x="5490" y="1875"/>
                  </a:cubicBezTo>
                  <a:cubicBezTo>
                    <a:pt x="5492" y="1829"/>
                    <a:pt x="5503" y="1823"/>
                    <a:pt x="5546" y="1836"/>
                  </a:cubicBezTo>
                  <a:cubicBezTo>
                    <a:pt x="5558" y="1839"/>
                    <a:pt x="5570" y="1843"/>
                    <a:pt x="5582" y="1847"/>
                  </a:cubicBezTo>
                  <a:cubicBezTo>
                    <a:pt x="5589" y="1850"/>
                    <a:pt x="5596" y="1853"/>
                    <a:pt x="5603" y="1857"/>
                  </a:cubicBezTo>
                  <a:cubicBezTo>
                    <a:pt x="5621" y="1867"/>
                    <a:pt x="5637" y="1883"/>
                    <a:pt x="5647" y="1901"/>
                  </a:cubicBezTo>
                  <a:cubicBezTo>
                    <a:pt x="5650" y="1906"/>
                    <a:pt x="5653" y="1912"/>
                    <a:pt x="5655" y="1918"/>
                  </a:cubicBezTo>
                  <a:cubicBezTo>
                    <a:pt x="5664" y="1941"/>
                    <a:pt x="5674" y="1964"/>
                    <a:pt x="5684" y="1987"/>
                  </a:cubicBezTo>
                  <a:cubicBezTo>
                    <a:pt x="5705" y="2036"/>
                    <a:pt x="5703" y="2044"/>
                    <a:pt x="5652" y="2066"/>
                  </a:cubicBezTo>
                  <a:cubicBezTo>
                    <a:pt x="5608" y="2084"/>
                    <a:pt x="5562" y="2099"/>
                    <a:pt x="5517" y="2114"/>
                  </a:cubicBezTo>
                  <a:moveTo>
                    <a:pt x="5614" y="2129"/>
                  </a:moveTo>
                  <a:cubicBezTo>
                    <a:pt x="5612" y="2134"/>
                    <a:pt x="5614" y="2140"/>
                    <a:pt x="5610" y="2143"/>
                  </a:cubicBezTo>
                  <a:cubicBezTo>
                    <a:pt x="5588" y="2168"/>
                    <a:pt x="5568" y="2192"/>
                    <a:pt x="5546" y="2216"/>
                  </a:cubicBezTo>
                  <a:cubicBezTo>
                    <a:pt x="5538" y="2225"/>
                    <a:pt x="5527" y="2234"/>
                    <a:pt x="5514" y="2224"/>
                  </a:cubicBezTo>
                  <a:cubicBezTo>
                    <a:pt x="5492" y="2205"/>
                    <a:pt x="5489" y="2177"/>
                    <a:pt x="5506" y="2166"/>
                  </a:cubicBezTo>
                  <a:cubicBezTo>
                    <a:pt x="5513" y="2161"/>
                    <a:pt x="5520" y="2156"/>
                    <a:pt x="5528" y="2152"/>
                  </a:cubicBezTo>
                  <a:cubicBezTo>
                    <a:pt x="5551" y="2139"/>
                    <a:pt x="5575" y="2129"/>
                    <a:pt x="5601" y="2124"/>
                  </a:cubicBezTo>
                  <a:cubicBezTo>
                    <a:pt x="5605" y="2123"/>
                    <a:pt x="5609" y="2127"/>
                    <a:pt x="5614" y="2129"/>
                  </a:cubicBezTo>
                  <a:moveTo>
                    <a:pt x="5487" y="2369"/>
                  </a:moveTo>
                  <a:cubicBezTo>
                    <a:pt x="5487" y="2376"/>
                    <a:pt x="5487" y="2384"/>
                    <a:pt x="5487" y="2397"/>
                  </a:cubicBezTo>
                  <a:cubicBezTo>
                    <a:pt x="5486" y="2417"/>
                    <a:pt x="5482" y="2438"/>
                    <a:pt x="5478" y="2458"/>
                  </a:cubicBezTo>
                  <a:cubicBezTo>
                    <a:pt x="5475" y="2467"/>
                    <a:pt x="5472" y="2475"/>
                    <a:pt x="5467" y="2484"/>
                  </a:cubicBezTo>
                  <a:cubicBezTo>
                    <a:pt x="5464" y="2488"/>
                    <a:pt x="5461" y="2493"/>
                    <a:pt x="5458" y="2497"/>
                  </a:cubicBezTo>
                  <a:cubicBezTo>
                    <a:pt x="5454" y="2502"/>
                    <a:pt x="5450" y="2505"/>
                    <a:pt x="5445" y="2508"/>
                  </a:cubicBezTo>
                  <a:cubicBezTo>
                    <a:pt x="5438" y="2512"/>
                    <a:pt x="5431" y="2514"/>
                    <a:pt x="5423" y="2514"/>
                  </a:cubicBezTo>
                  <a:cubicBezTo>
                    <a:pt x="5419" y="2514"/>
                    <a:pt x="5415" y="2513"/>
                    <a:pt x="5411" y="2512"/>
                  </a:cubicBezTo>
                  <a:cubicBezTo>
                    <a:pt x="5405" y="2508"/>
                    <a:pt x="5399" y="2502"/>
                    <a:pt x="5396" y="2496"/>
                  </a:cubicBezTo>
                  <a:cubicBezTo>
                    <a:pt x="5391" y="2489"/>
                    <a:pt x="5390" y="2482"/>
                    <a:pt x="5389" y="2474"/>
                  </a:cubicBezTo>
                  <a:cubicBezTo>
                    <a:pt x="5388" y="2470"/>
                    <a:pt x="5386" y="2463"/>
                    <a:pt x="5389" y="2460"/>
                  </a:cubicBezTo>
                  <a:cubicBezTo>
                    <a:pt x="5413" y="2428"/>
                    <a:pt x="5388" y="2391"/>
                    <a:pt x="5399" y="2358"/>
                  </a:cubicBezTo>
                  <a:cubicBezTo>
                    <a:pt x="5409" y="2324"/>
                    <a:pt x="5436" y="2299"/>
                    <a:pt x="5454" y="2306"/>
                  </a:cubicBezTo>
                  <a:cubicBezTo>
                    <a:pt x="5481" y="2318"/>
                    <a:pt x="5486" y="2343"/>
                    <a:pt x="5487" y="2369"/>
                  </a:cubicBezTo>
                  <a:moveTo>
                    <a:pt x="5433" y="2108"/>
                  </a:moveTo>
                  <a:cubicBezTo>
                    <a:pt x="5433" y="2109"/>
                    <a:pt x="5433" y="2110"/>
                    <a:pt x="5433" y="2112"/>
                  </a:cubicBezTo>
                  <a:cubicBezTo>
                    <a:pt x="5433" y="2121"/>
                    <a:pt x="5430" y="2130"/>
                    <a:pt x="5426" y="2139"/>
                  </a:cubicBezTo>
                  <a:cubicBezTo>
                    <a:pt x="5421" y="2147"/>
                    <a:pt x="5414" y="2153"/>
                    <a:pt x="5406" y="2158"/>
                  </a:cubicBezTo>
                  <a:cubicBezTo>
                    <a:pt x="5402" y="2160"/>
                    <a:pt x="5398" y="2162"/>
                    <a:pt x="5394" y="2163"/>
                  </a:cubicBezTo>
                  <a:cubicBezTo>
                    <a:pt x="5343" y="2185"/>
                    <a:pt x="5293" y="2207"/>
                    <a:pt x="5236" y="2207"/>
                  </a:cubicBezTo>
                  <a:cubicBezTo>
                    <a:pt x="5235" y="2207"/>
                    <a:pt x="5234" y="2207"/>
                    <a:pt x="5232" y="2207"/>
                  </a:cubicBezTo>
                  <a:cubicBezTo>
                    <a:pt x="5224" y="2207"/>
                    <a:pt x="5215" y="2205"/>
                    <a:pt x="5207" y="2200"/>
                  </a:cubicBezTo>
                  <a:cubicBezTo>
                    <a:pt x="5203" y="2198"/>
                    <a:pt x="5200" y="2195"/>
                    <a:pt x="5197" y="2192"/>
                  </a:cubicBezTo>
                  <a:cubicBezTo>
                    <a:pt x="5176" y="2170"/>
                    <a:pt x="5157" y="2146"/>
                    <a:pt x="5114" y="2153"/>
                  </a:cubicBezTo>
                  <a:cubicBezTo>
                    <a:pt x="5126" y="2115"/>
                    <a:pt x="5142" y="2079"/>
                    <a:pt x="5162" y="2044"/>
                  </a:cubicBezTo>
                  <a:cubicBezTo>
                    <a:pt x="5188" y="1999"/>
                    <a:pt x="5221" y="1958"/>
                    <a:pt x="5259" y="1922"/>
                  </a:cubicBezTo>
                  <a:cubicBezTo>
                    <a:pt x="5277" y="1906"/>
                    <a:pt x="5296" y="1892"/>
                    <a:pt x="5317" y="1880"/>
                  </a:cubicBezTo>
                  <a:cubicBezTo>
                    <a:pt x="5348" y="1862"/>
                    <a:pt x="5381" y="1849"/>
                    <a:pt x="5416" y="1840"/>
                  </a:cubicBezTo>
                  <a:cubicBezTo>
                    <a:pt x="5430" y="1836"/>
                    <a:pt x="5439" y="1845"/>
                    <a:pt x="5439" y="1862"/>
                  </a:cubicBezTo>
                  <a:cubicBezTo>
                    <a:pt x="5437" y="1943"/>
                    <a:pt x="5433" y="2026"/>
                    <a:pt x="5433" y="2108"/>
                  </a:cubicBezTo>
                  <a:moveTo>
                    <a:pt x="5330" y="2278"/>
                  </a:moveTo>
                  <a:cubicBezTo>
                    <a:pt x="5327" y="2288"/>
                    <a:pt x="5324" y="2298"/>
                    <a:pt x="5319" y="2308"/>
                  </a:cubicBezTo>
                  <a:cubicBezTo>
                    <a:pt x="5319" y="2309"/>
                    <a:pt x="5318" y="2310"/>
                    <a:pt x="5318" y="2310"/>
                  </a:cubicBezTo>
                  <a:cubicBezTo>
                    <a:pt x="5316" y="2314"/>
                    <a:pt x="5313" y="2316"/>
                    <a:pt x="5310" y="2318"/>
                  </a:cubicBezTo>
                  <a:cubicBezTo>
                    <a:pt x="5307" y="2320"/>
                    <a:pt x="5303" y="2321"/>
                    <a:pt x="5299" y="2321"/>
                  </a:cubicBezTo>
                  <a:cubicBezTo>
                    <a:pt x="5295" y="2321"/>
                    <a:pt x="5292" y="2320"/>
                    <a:pt x="5288" y="2318"/>
                  </a:cubicBezTo>
                  <a:cubicBezTo>
                    <a:pt x="5286" y="2317"/>
                    <a:pt x="5283" y="2315"/>
                    <a:pt x="5281" y="2312"/>
                  </a:cubicBezTo>
                  <a:cubicBezTo>
                    <a:pt x="5277" y="2306"/>
                    <a:pt x="5274" y="2301"/>
                    <a:pt x="5270" y="2294"/>
                  </a:cubicBezTo>
                  <a:cubicBezTo>
                    <a:pt x="5266" y="2288"/>
                    <a:pt x="5263" y="2281"/>
                    <a:pt x="5260" y="2274"/>
                  </a:cubicBezTo>
                  <a:cubicBezTo>
                    <a:pt x="5259" y="2273"/>
                    <a:pt x="5259" y="2271"/>
                    <a:pt x="5259" y="2269"/>
                  </a:cubicBezTo>
                  <a:cubicBezTo>
                    <a:pt x="5259" y="2267"/>
                    <a:pt x="5260" y="2264"/>
                    <a:pt x="5261" y="2262"/>
                  </a:cubicBezTo>
                  <a:cubicBezTo>
                    <a:pt x="5261" y="2262"/>
                    <a:pt x="5261" y="2261"/>
                    <a:pt x="5262" y="2261"/>
                  </a:cubicBezTo>
                  <a:cubicBezTo>
                    <a:pt x="5263" y="2259"/>
                    <a:pt x="5265" y="2258"/>
                    <a:pt x="5267" y="2257"/>
                  </a:cubicBezTo>
                  <a:cubicBezTo>
                    <a:pt x="5275" y="2252"/>
                    <a:pt x="5285" y="2250"/>
                    <a:pt x="5294" y="2250"/>
                  </a:cubicBezTo>
                  <a:cubicBezTo>
                    <a:pt x="5300" y="2250"/>
                    <a:pt x="5306" y="2251"/>
                    <a:pt x="5311" y="2253"/>
                  </a:cubicBezTo>
                  <a:cubicBezTo>
                    <a:pt x="5320" y="2254"/>
                    <a:pt x="5327" y="2262"/>
                    <a:pt x="5330" y="2278"/>
                  </a:cubicBezTo>
                  <a:moveTo>
                    <a:pt x="5138" y="2221"/>
                  </a:moveTo>
                  <a:cubicBezTo>
                    <a:pt x="5138" y="2223"/>
                    <a:pt x="5138" y="2224"/>
                    <a:pt x="5138" y="2226"/>
                  </a:cubicBezTo>
                  <a:cubicBezTo>
                    <a:pt x="5138" y="2230"/>
                    <a:pt x="5137" y="2235"/>
                    <a:pt x="5135" y="2239"/>
                  </a:cubicBezTo>
                  <a:cubicBezTo>
                    <a:pt x="5133" y="2242"/>
                    <a:pt x="5130" y="2245"/>
                    <a:pt x="5126" y="2248"/>
                  </a:cubicBezTo>
                  <a:cubicBezTo>
                    <a:pt x="5123" y="2249"/>
                    <a:pt x="5120" y="2250"/>
                    <a:pt x="5116" y="2251"/>
                  </a:cubicBezTo>
                  <a:cubicBezTo>
                    <a:pt x="5115" y="2251"/>
                    <a:pt x="5114" y="2251"/>
                    <a:pt x="5113" y="2251"/>
                  </a:cubicBezTo>
                  <a:cubicBezTo>
                    <a:pt x="5111" y="2251"/>
                    <a:pt x="5108" y="2250"/>
                    <a:pt x="5106" y="2249"/>
                  </a:cubicBezTo>
                  <a:cubicBezTo>
                    <a:pt x="5104" y="2248"/>
                    <a:pt x="5101" y="2246"/>
                    <a:pt x="5100" y="2244"/>
                  </a:cubicBezTo>
                  <a:cubicBezTo>
                    <a:pt x="5099" y="2243"/>
                    <a:pt x="5099" y="2242"/>
                    <a:pt x="5099" y="2240"/>
                  </a:cubicBezTo>
                  <a:cubicBezTo>
                    <a:pt x="5094" y="2221"/>
                    <a:pt x="5103" y="2197"/>
                    <a:pt x="5115" y="2198"/>
                  </a:cubicBezTo>
                  <a:cubicBezTo>
                    <a:pt x="5127" y="2199"/>
                    <a:pt x="5134" y="2209"/>
                    <a:pt x="5138" y="2220"/>
                  </a:cubicBezTo>
                  <a:lnTo>
                    <a:pt x="5138" y="2221"/>
                  </a:lnTo>
                  <a:moveTo>
                    <a:pt x="5308" y="2987"/>
                  </a:moveTo>
                  <a:cubicBezTo>
                    <a:pt x="5308" y="2989"/>
                    <a:pt x="5306" y="2991"/>
                    <a:pt x="5306" y="2992"/>
                  </a:cubicBezTo>
                  <a:cubicBezTo>
                    <a:pt x="5303" y="2996"/>
                    <a:pt x="5301" y="2998"/>
                    <a:pt x="5298" y="3000"/>
                  </a:cubicBezTo>
                  <a:cubicBezTo>
                    <a:pt x="5295" y="3001"/>
                    <a:pt x="5291" y="3003"/>
                    <a:pt x="5287" y="3003"/>
                  </a:cubicBezTo>
                  <a:cubicBezTo>
                    <a:pt x="5284" y="3003"/>
                    <a:pt x="5282" y="3003"/>
                    <a:pt x="5279" y="3002"/>
                  </a:cubicBezTo>
                  <a:cubicBezTo>
                    <a:pt x="5239" y="2978"/>
                    <a:pt x="5199" y="2954"/>
                    <a:pt x="5160" y="2928"/>
                  </a:cubicBezTo>
                  <a:cubicBezTo>
                    <a:pt x="5156" y="2924"/>
                    <a:pt x="5151" y="2918"/>
                    <a:pt x="5148" y="2913"/>
                  </a:cubicBezTo>
                  <a:cubicBezTo>
                    <a:pt x="5144" y="2908"/>
                    <a:pt x="5143" y="2902"/>
                    <a:pt x="5142" y="2896"/>
                  </a:cubicBezTo>
                  <a:cubicBezTo>
                    <a:pt x="5123" y="2847"/>
                    <a:pt x="5105" y="2798"/>
                    <a:pt x="5087" y="2749"/>
                  </a:cubicBezTo>
                  <a:cubicBezTo>
                    <a:pt x="5083" y="2736"/>
                    <a:pt x="5083" y="2722"/>
                    <a:pt x="5099" y="2719"/>
                  </a:cubicBezTo>
                  <a:cubicBezTo>
                    <a:pt x="5129" y="2712"/>
                    <a:pt x="5145" y="2691"/>
                    <a:pt x="5165" y="2670"/>
                  </a:cubicBezTo>
                  <a:cubicBezTo>
                    <a:pt x="5199" y="2634"/>
                    <a:pt x="5234" y="2598"/>
                    <a:pt x="5270" y="2564"/>
                  </a:cubicBezTo>
                  <a:cubicBezTo>
                    <a:pt x="5273" y="2560"/>
                    <a:pt x="5276" y="2557"/>
                    <a:pt x="5280" y="2555"/>
                  </a:cubicBezTo>
                  <a:cubicBezTo>
                    <a:pt x="5285" y="2552"/>
                    <a:pt x="5291" y="2551"/>
                    <a:pt x="5297" y="2551"/>
                  </a:cubicBezTo>
                  <a:cubicBezTo>
                    <a:pt x="5303" y="2551"/>
                    <a:pt x="5309" y="2552"/>
                    <a:pt x="5314" y="2555"/>
                  </a:cubicBezTo>
                  <a:cubicBezTo>
                    <a:pt x="5319" y="2558"/>
                    <a:pt x="5323" y="2562"/>
                    <a:pt x="5326" y="2567"/>
                  </a:cubicBezTo>
                  <a:cubicBezTo>
                    <a:pt x="5326" y="2568"/>
                    <a:pt x="5327" y="2569"/>
                    <a:pt x="5327" y="2569"/>
                  </a:cubicBezTo>
                  <a:cubicBezTo>
                    <a:pt x="5346" y="2595"/>
                    <a:pt x="5373" y="2617"/>
                    <a:pt x="5369" y="2638"/>
                  </a:cubicBezTo>
                  <a:cubicBezTo>
                    <a:pt x="5360" y="2700"/>
                    <a:pt x="5354" y="2744"/>
                    <a:pt x="5347" y="2788"/>
                  </a:cubicBezTo>
                  <a:cubicBezTo>
                    <a:pt x="5334" y="2854"/>
                    <a:pt x="5320" y="2920"/>
                    <a:pt x="5308" y="2986"/>
                  </a:cubicBezTo>
                  <a:lnTo>
                    <a:pt x="5308" y="2987"/>
                  </a:lnTo>
                  <a:moveTo>
                    <a:pt x="5612" y="2777"/>
                  </a:moveTo>
                  <a:cubicBezTo>
                    <a:pt x="5609" y="2783"/>
                    <a:pt x="5606" y="2790"/>
                    <a:pt x="5602" y="2796"/>
                  </a:cubicBezTo>
                  <a:cubicBezTo>
                    <a:pt x="5571" y="2851"/>
                    <a:pt x="5529" y="2899"/>
                    <a:pt x="5480" y="2939"/>
                  </a:cubicBezTo>
                  <a:cubicBezTo>
                    <a:pt x="5441" y="2969"/>
                    <a:pt x="5441" y="2970"/>
                    <a:pt x="5363" y="2992"/>
                  </a:cubicBezTo>
                  <a:cubicBezTo>
                    <a:pt x="5368" y="2954"/>
                    <a:pt x="5369" y="2924"/>
                    <a:pt x="5375" y="2895"/>
                  </a:cubicBezTo>
                  <a:cubicBezTo>
                    <a:pt x="5393" y="2819"/>
                    <a:pt x="5405" y="2743"/>
                    <a:pt x="5411" y="2665"/>
                  </a:cubicBezTo>
                  <a:cubicBezTo>
                    <a:pt x="5411" y="2664"/>
                    <a:pt x="5411" y="2663"/>
                    <a:pt x="5411" y="2663"/>
                  </a:cubicBezTo>
                  <a:cubicBezTo>
                    <a:pt x="5411" y="2650"/>
                    <a:pt x="5415" y="2638"/>
                    <a:pt x="5421" y="2627"/>
                  </a:cubicBezTo>
                  <a:cubicBezTo>
                    <a:pt x="5424" y="2621"/>
                    <a:pt x="5428" y="2616"/>
                    <a:pt x="5433" y="2611"/>
                  </a:cubicBezTo>
                  <a:cubicBezTo>
                    <a:pt x="5472" y="2577"/>
                    <a:pt x="5479" y="2584"/>
                    <a:pt x="5507" y="2614"/>
                  </a:cubicBezTo>
                  <a:cubicBezTo>
                    <a:pt x="5539" y="2649"/>
                    <a:pt x="5573" y="2682"/>
                    <a:pt x="5606" y="2717"/>
                  </a:cubicBezTo>
                  <a:cubicBezTo>
                    <a:pt x="5628" y="2741"/>
                    <a:pt x="5628" y="2748"/>
                    <a:pt x="5612" y="2776"/>
                  </a:cubicBezTo>
                  <a:lnTo>
                    <a:pt x="5612" y="2777"/>
                  </a:lnTo>
                  <a:moveTo>
                    <a:pt x="5731" y="2283"/>
                  </a:moveTo>
                  <a:cubicBezTo>
                    <a:pt x="5720" y="2344"/>
                    <a:pt x="5721" y="2407"/>
                    <a:pt x="5711" y="2469"/>
                  </a:cubicBezTo>
                  <a:cubicBezTo>
                    <a:pt x="5700" y="2525"/>
                    <a:pt x="5685" y="2580"/>
                    <a:pt x="5664" y="2634"/>
                  </a:cubicBezTo>
                  <a:cubicBezTo>
                    <a:pt x="5664" y="2636"/>
                    <a:pt x="5663" y="2639"/>
                    <a:pt x="5662" y="2641"/>
                  </a:cubicBezTo>
                  <a:cubicBezTo>
                    <a:pt x="5660" y="2644"/>
                    <a:pt x="5656" y="2647"/>
                    <a:pt x="5653" y="2649"/>
                  </a:cubicBezTo>
                  <a:cubicBezTo>
                    <a:pt x="5649" y="2651"/>
                    <a:pt x="5646" y="2652"/>
                    <a:pt x="5642" y="2652"/>
                  </a:cubicBezTo>
                  <a:cubicBezTo>
                    <a:pt x="5637" y="2652"/>
                    <a:pt x="5633" y="2651"/>
                    <a:pt x="5630" y="2649"/>
                  </a:cubicBezTo>
                  <a:cubicBezTo>
                    <a:pt x="5629" y="2649"/>
                    <a:pt x="5629" y="2649"/>
                    <a:pt x="5629" y="2649"/>
                  </a:cubicBezTo>
                  <a:cubicBezTo>
                    <a:pt x="5576" y="2626"/>
                    <a:pt x="5542" y="2582"/>
                    <a:pt x="5515" y="2534"/>
                  </a:cubicBezTo>
                  <a:cubicBezTo>
                    <a:pt x="5505" y="2515"/>
                    <a:pt x="5515" y="2494"/>
                    <a:pt x="5522" y="2476"/>
                  </a:cubicBezTo>
                  <a:cubicBezTo>
                    <a:pt x="5534" y="2444"/>
                    <a:pt x="5541" y="2411"/>
                    <a:pt x="5544" y="2377"/>
                  </a:cubicBezTo>
                  <a:cubicBezTo>
                    <a:pt x="5544" y="2375"/>
                    <a:pt x="5544" y="2374"/>
                    <a:pt x="5544" y="2372"/>
                  </a:cubicBezTo>
                  <a:cubicBezTo>
                    <a:pt x="5544" y="2368"/>
                    <a:pt x="5544" y="2363"/>
                    <a:pt x="5543" y="2358"/>
                  </a:cubicBezTo>
                  <a:cubicBezTo>
                    <a:pt x="5521" y="2303"/>
                    <a:pt x="5548" y="2265"/>
                    <a:pt x="5586" y="2226"/>
                  </a:cubicBezTo>
                  <a:cubicBezTo>
                    <a:pt x="5615" y="2192"/>
                    <a:pt x="5646" y="2160"/>
                    <a:pt x="5679" y="2129"/>
                  </a:cubicBezTo>
                  <a:cubicBezTo>
                    <a:pt x="5699" y="2112"/>
                    <a:pt x="5719" y="2118"/>
                    <a:pt x="5724" y="2142"/>
                  </a:cubicBezTo>
                  <a:cubicBezTo>
                    <a:pt x="5731" y="2171"/>
                    <a:pt x="5735" y="2200"/>
                    <a:pt x="5735" y="2229"/>
                  </a:cubicBezTo>
                  <a:cubicBezTo>
                    <a:pt x="5735" y="2247"/>
                    <a:pt x="5734" y="2265"/>
                    <a:pt x="5731" y="2282"/>
                  </a:cubicBezTo>
                  <a:lnTo>
                    <a:pt x="5731" y="2283"/>
                  </a:lnTo>
                  <a:moveTo>
                    <a:pt x="6127" y="1127"/>
                  </a:moveTo>
                  <a:cubicBezTo>
                    <a:pt x="6095" y="1185"/>
                    <a:pt x="6088" y="1251"/>
                    <a:pt x="6068" y="1313"/>
                  </a:cubicBezTo>
                  <a:cubicBezTo>
                    <a:pt x="6065" y="1320"/>
                    <a:pt x="6062" y="1328"/>
                    <a:pt x="6059" y="1334"/>
                  </a:cubicBezTo>
                  <a:cubicBezTo>
                    <a:pt x="6050" y="1349"/>
                    <a:pt x="6038" y="1361"/>
                    <a:pt x="6024" y="1369"/>
                  </a:cubicBezTo>
                  <a:cubicBezTo>
                    <a:pt x="6021" y="1371"/>
                    <a:pt x="6019" y="1372"/>
                    <a:pt x="6016" y="1373"/>
                  </a:cubicBezTo>
                  <a:cubicBezTo>
                    <a:pt x="5964" y="1398"/>
                    <a:pt x="5913" y="1425"/>
                    <a:pt x="5861" y="1450"/>
                  </a:cubicBezTo>
                  <a:cubicBezTo>
                    <a:pt x="5856" y="1452"/>
                    <a:pt x="5852" y="1454"/>
                    <a:pt x="5848" y="1456"/>
                  </a:cubicBezTo>
                  <a:cubicBezTo>
                    <a:pt x="5838" y="1462"/>
                    <a:pt x="5829" y="1470"/>
                    <a:pt x="5822" y="1480"/>
                  </a:cubicBezTo>
                  <a:cubicBezTo>
                    <a:pt x="5835" y="1476"/>
                    <a:pt x="5849" y="1473"/>
                    <a:pt x="5862" y="1468"/>
                  </a:cubicBezTo>
                  <a:cubicBezTo>
                    <a:pt x="5909" y="1450"/>
                    <a:pt x="5956" y="1431"/>
                    <a:pt x="6003" y="1414"/>
                  </a:cubicBezTo>
                  <a:cubicBezTo>
                    <a:pt x="6026" y="1405"/>
                    <a:pt x="6037" y="1414"/>
                    <a:pt x="6034" y="1437"/>
                  </a:cubicBezTo>
                  <a:cubicBezTo>
                    <a:pt x="6022" y="1514"/>
                    <a:pt x="6004" y="1589"/>
                    <a:pt x="5979" y="1663"/>
                  </a:cubicBezTo>
                  <a:cubicBezTo>
                    <a:pt x="5969" y="1696"/>
                    <a:pt x="5953" y="1728"/>
                    <a:pt x="5941" y="1761"/>
                  </a:cubicBezTo>
                  <a:cubicBezTo>
                    <a:pt x="5916" y="1826"/>
                    <a:pt x="5891" y="1891"/>
                    <a:pt x="5869" y="1959"/>
                  </a:cubicBezTo>
                  <a:cubicBezTo>
                    <a:pt x="5868" y="1963"/>
                    <a:pt x="5866" y="1966"/>
                    <a:pt x="5864" y="1970"/>
                  </a:cubicBezTo>
                  <a:cubicBezTo>
                    <a:pt x="5858" y="1980"/>
                    <a:pt x="5850" y="1988"/>
                    <a:pt x="5840" y="1994"/>
                  </a:cubicBezTo>
                  <a:cubicBezTo>
                    <a:pt x="5832" y="1998"/>
                    <a:pt x="5824" y="2001"/>
                    <a:pt x="5815" y="2002"/>
                  </a:cubicBezTo>
                  <a:cubicBezTo>
                    <a:pt x="5813" y="2003"/>
                    <a:pt x="5812" y="2003"/>
                    <a:pt x="5810" y="2003"/>
                  </a:cubicBezTo>
                  <a:cubicBezTo>
                    <a:pt x="5807" y="2003"/>
                    <a:pt x="5805" y="2002"/>
                    <a:pt x="5803" y="2001"/>
                  </a:cubicBezTo>
                  <a:cubicBezTo>
                    <a:pt x="5800" y="2000"/>
                    <a:pt x="5798" y="1998"/>
                    <a:pt x="5797" y="1996"/>
                  </a:cubicBezTo>
                  <a:cubicBezTo>
                    <a:pt x="5796" y="1995"/>
                    <a:pt x="5796" y="1994"/>
                    <a:pt x="5796" y="1994"/>
                  </a:cubicBezTo>
                  <a:cubicBezTo>
                    <a:pt x="5792" y="1984"/>
                    <a:pt x="5789" y="1975"/>
                    <a:pt x="5787" y="1965"/>
                  </a:cubicBezTo>
                  <a:cubicBezTo>
                    <a:pt x="5783" y="1945"/>
                    <a:pt x="5776" y="1926"/>
                    <a:pt x="5766" y="1909"/>
                  </a:cubicBezTo>
                  <a:cubicBezTo>
                    <a:pt x="5751" y="1883"/>
                    <a:pt x="5730" y="1861"/>
                    <a:pt x="5704" y="1845"/>
                  </a:cubicBezTo>
                  <a:cubicBezTo>
                    <a:pt x="5669" y="1820"/>
                    <a:pt x="5632" y="1799"/>
                    <a:pt x="5595" y="1776"/>
                  </a:cubicBezTo>
                  <a:cubicBezTo>
                    <a:pt x="5581" y="1769"/>
                    <a:pt x="5564" y="1765"/>
                    <a:pt x="5548" y="1765"/>
                  </a:cubicBezTo>
                  <a:cubicBezTo>
                    <a:pt x="5544" y="1765"/>
                    <a:pt x="5541" y="1765"/>
                    <a:pt x="5537" y="1765"/>
                  </a:cubicBezTo>
                  <a:cubicBezTo>
                    <a:pt x="5530" y="1766"/>
                    <a:pt x="5524" y="1766"/>
                    <a:pt x="5518" y="1766"/>
                  </a:cubicBezTo>
                  <a:cubicBezTo>
                    <a:pt x="5481" y="1766"/>
                    <a:pt x="5445" y="1763"/>
                    <a:pt x="5409" y="1758"/>
                  </a:cubicBezTo>
                  <a:cubicBezTo>
                    <a:pt x="5403" y="1757"/>
                    <a:pt x="5397" y="1757"/>
                    <a:pt x="5391" y="1757"/>
                  </a:cubicBezTo>
                  <a:cubicBezTo>
                    <a:pt x="5366" y="1757"/>
                    <a:pt x="5342" y="1763"/>
                    <a:pt x="5320" y="1776"/>
                  </a:cubicBezTo>
                  <a:cubicBezTo>
                    <a:pt x="5318" y="1777"/>
                    <a:pt x="5317" y="1778"/>
                    <a:pt x="5315" y="1779"/>
                  </a:cubicBezTo>
                  <a:cubicBezTo>
                    <a:pt x="5313" y="1780"/>
                    <a:pt x="5310" y="1782"/>
                    <a:pt x="5307" y="1783"/>
                  </a:cubicBezTo>
                  <a:cubicBezTo>
                    <a:pt x="5218" y="1835"/>
                    <a:pt x="5143" y="1909"/>
                    <a:pt x="5092" y="1998"/>
                  </a:cubicBezTo>
                  <a:cubicBezTo>
                    <a:pt x="5082" y="2015"/>
                    <a:pt x="5074" y="2032"/>
                    <a:pt x="5066" y="2050"/>
                  </a:cubicBezTo>
                  <a:cubicBezTo>
                    <a:pt x="5032" y="2120"/>
                    <a:pt x="5005" y="2193"/>
                    <a:pt x="4985" y="2268"/>
                  </a:cubicBezTo>
                  <a:cubicBezTo>
                    <a:pt x="4984" y="2276"/>
                    <a:pt x="4981" y="2285"/>
                    <a:pt x="4977" y="2292"/>
                  </a:cubicBezTo>
                  <a:cubicBezTo>
                    <a:pt x="4971" y="2303"/>
                    <a:pt x="4962" y="2311"/>
                    <a:pt x="4952" y="2317"/>
                  </a:cubicBezTo>
                  <a:cubicBezTo>
                    <a:pt x="4944" y="2322"/>
                    <a:pt x="4934" y="2325"/>
                    <a:pt x="4925" y="2326"/>
                  </a:cubicBezTo>
                  <a:cubicBezTo>
                    <a:pt x="4910" y="2329"/>
                    <a:pt x="4895" y="2333"/>
                    <a:pt x="4881" y="2338"/>
                  </a:cubicBezTo>
                  <a:cubicBezTo>
                    <a:pt x="4805" y="2359"/>
                    <a:pt x="4732" y="2389"/>
                    <a:pt x="4664" y="2428"/>
                  </a:cubicBezTo>
                  <a:cubicBezTo>
                    <a:pt x="4663" y="2429"/>
                    <a:pt x="4661" y="2430"/>
                    <a:pt x="4660" y="2430"/>
                  </a:cubicBezTo>
                  <a:cubicBezTo>
                    <a:pt x="4654" y="2434"/>
                    <a:pt x="4647" y="2438"/>
                    <a:pt x="4641" y="2442"/>
                  </a:cubicBezTo>
                  <a:cubicBezTo>
                    <a:pt x="4593" y="2469"/>
                    <a:pt x="4541" y="2490"/>
                    <a:pt x="4488" y="2503"/>
                  </a:cubicBezTo>
                  <a:cubicBezTo>
                    <a:pt x="4410" y="2524"/>
                    <a:pt x="4335" y="2550"/>
                    <a:pt x="4262" y="2582"/>
                  </a:cubicBezTo>
                  <a:cubicBezTo>
                    <a:pt x="4234" y="2594"/>
                    <a:pt x="4205" y="2601"/>
                    <a:pt x="4175" y="2604"/>
                  </a:cubicBezTo>
                  <a:cubicBezTo>
                    <a:pt x="4172" y="2604"/>
                    <a:pt x="4169" y="2604"/>
                    <a:pt x="4167" y="2604"/>
                  </a:cubicBezTo>
                  <a:cubicBezTo>
                    <a:pt x="4159" y="2604"/>
                    <a:pt x="4151" y="2602"/>
                    <a:pt x="4144" y="2598"/>
                  </a:cubicBezTo>
                  <a:cubicBezTo>
                    <a:pt x="4137" y="2594"/>
                    <a:pt x="4130" y="2588"/>
                    <a:pt x="4127" y="2582"/>
                  </a:cubicBezTo>
                  <a:cubicBezTo>
                    <a:pt x="4126" y="2580"/>
                    <a:pt x="4126" y="2579"/>
                    <a:pt x="4125" y="2578"/>
                  </a:cubicBezTo>
                  <a:cubicBezTo>
                    <a:pt x="4101" y="2531"/>
                    <a:pt x="4075" y="2485"/>
                    <a:pt x="4053" y="2438"/>
                  </a:cubicBezTo>
                  <a:cubicBezTo>
                    <a:pt x="4051" y="2434"/>
                    <a:pt x="4049" y="2430"/>
                    <a:pt x="4047" y="2427"/>
                  </a:cubicBezTo>
                  <a:cubicBezTo>
                    <a:pt x="4038" y="2411"/>
                    <a:pt x="4025" y="2397"/>
                    <a:pt x="4009" y="2387"/>
                  </a:cubicBezTo>
                  <a:cubicBezTo>
                    <a:pt x="3912" y="2322"/>
                    <a:pt x="3809" y="2298"/>
                    <a:pt x="3696" y="2343"/>
                  </a:cubicBezTo>
                  <a:cubicBezTo>
                    <a:pt x="3678" y="2350"/>
                    <a:pt x="3659" y="2353"/>
                    <a:pt x="3641" y="2353"/>
                  </a:cubicBezTo>
                  <a:cubicBezTo>
                    <a:pt x="3639" y="2353"/>
                    <a:pt x="3638" y="2353"/>
                    <a:pt x="3637" y="2353"/>
                  </a:cubicBezTo>
                  <a:cubicBezTo>
                    <a:pt x="3636" y="2353"/>
                    <a:pt x="3634" y="2353"/>
                    <a:pt x="3633" y="2353"/>
                  </a:cubicBezTo>
                  <a:cubicBezTo>
                    <a:pt x="3598" y="2353"/>
                    <a:pt x="3564" y="2363"/>
                    <a:pt x="3534" y="2380"/>
                  </a:cubicBezTo>
                  <a:cubicBezTo>
                    <a:pt x="3526" y="2385"/>
                    <a:pt x="3518" y="2390"/>
                    <a:pt x="3511" y="2395"/>
                  </a:cubicBezTo>
                  <a:cubicBezTo>
                    <a:pt x="3458" y="2434"/>
                    <a:pt x="3405" y="2473"/>
                    <a:pt x="3355" y="2514"/>
                  </a:cubicBezTo>
                  <a:cubicBezTo>
                    <a:pt x="3304" y="2555"/>
                    <a:pt x="3279" y="2613"/>
                    <a:pt x="3255" y="2671"/>
                  </a:cubicBezTo>
                  <a:cubicBezTo>
                    <a:pt x="3246" y="2692"/>
                    <a:pt x="3237" y="2712"/>
                    <a:pt x="3227" y="2732"/>
                  </a:cubicBezTo>
                  <a:cubicBezTo>
                    <a:pt x="3226" y="2734"/>
                    <a:pt x="3224" y="2735"/>
                    <a:pt x="3222" y="2736"/>
                  </a:cubicBezTo>
                  <a:cubicBezTo>
                    <a:pt x="3220" y="2737"/>
                    <a:pt x="3217" y="2738"/>
                    <a:pt x="3214" y="2738"/>
                  </a:cubicBezTo>
                  <a:cubicBezTo>
                    <a:pt x="3211" y="2738"/>
                    <a:pt x="3209" y="2737"/>
                    <a:pt x="3206" y="2736"/>
                  </a:cubicBezTo>
                  <a:cubicBezTo>
                    <a:pt x="3204" y="2735"/>
                    <a:pt x="3203" y="2734"/>
                    <a:pt x="3201" y="2732"/>
                  </a:cubicBezTo>
                  <a:lnTo>
                    <a:pt x="3201" y="2731"/>
                  </a:lnTo>
                  <a:cubicBezTo>
                    <a:pt x="3175" y="2686"/>
                    <a:pt x="3159" y="2635"/>
                    <a:pt x="3156" y="2583"/>
                  </a:cubicBezTo>
                  <a:cubicBezTo>
                    <a:pt x="3156" y="2575"/>
                    <a:pt x="3158" y="2568"/>
                    <a:pt x="3162" y="2561"/>
                  </a:cubicBezTo>
                  <a:cubicBezTo>
                    <a:pt x="3166" y="2554"/>
                    <a:pt x="3171" y="2549"/>
                    <a:pt x="3178" y="2545"/>
                  </a:cubicBezTo>
                  <a:cubicBezTo>
                    <a:pt x="3180" y="2544"/>
                    <a:pt x="3182" y="2543"/>
                    <a:pt x="3184" y="2542"/>
                  </a:cubicBezTo>
                  <a:cubicBezTo>
                    <a:pt x="3200" y="2533"/>
                    <a:pt x="3223" y="2535"/>
                    <a:pt x="3234" y="2511"/>
                  </a:cubicBezTo>
                  <a:cubicBezTo>
                    <a:pt x="3206" y="2504"/>
                    <a:pt x="3182" y="2516"/>
                    <a:pt x="3158" y="2517"/>
                  </a:cubicBezTo>
                  <a:cubicBezTo>
                    <a:pt x="3157" y="2517"/>
                    <a:pt x="3156" y="2518"/>
                    <a:pt x="3155" y="2518"/>
                  </a:cubicBezTo>
                  <a:cubicBezTo>
                    <a:pt x="3152" y="2518"/>
                    <a:pt x="3149" y="2517"/>
                    <a:pt x="3146" y="2515"/>
                  </a:cubicBezTo>
                  <a:cubicBezTo>
                    <a:pt x="3143" y="2513"/>
                    <a:pt x="3140" y="2511"/>
                    <a:pt x="3138" y="2508"/>
                  </a:cubicBezTo>
                  <a:cubicBezTo>
                    <a:pt x="3137" y="2506"/>
                    <a:pt x="3137" y="2504"/>
                    <a:pt x="3136" y="2502"/>
                  </a:cubicBezTo>
                  <a:cubicBezTo>
                    <a:pt x="3131" y="2488"/>
                    <a:pt x="3127" y="2474"/>
                    <a:pt x="3126" y="2459"/>
                  </a:cubicBezTo>
                  <a:cubicBezTo>
                    <a:pt x="3126" y="2386"/>
                    <a:pt x="3107" y="2314"/>
                    <a:pt x="3114" y="2241"/>
                  </a:cubicBezTo>
                  <a:cubicBezTo>
                    <a:pt x="3115" y="2221"/>
                    <a:pt x="3111" y="2201"/>
                    <a:pt x="3111" y="2181"/>
                  </a:cubicBezTo>
                  <a:cubicBezTo>
                    <a:pt x="3111" y="2180"/>
                    <a:pt x="3111" y="2179"/>
                    <a:pt x="3111" y="2179"/>
                  </a:cubicBezTo>
                  <a:cubicBezTo>
                    <a:pt x="3111" y="2174"/>
                    <a:pt x="3112" y="2169"/>
                    <a:pt x="3115" y="2165"/>
                  </a:cubicBezTo>
                  <a:cubicBezTo>
                    <a:pt x="3117" y="2161"/>
                    <a:pt x="3120" y="2157"/>
                    <a:pt x="3124" y="2155"/>
                  </a:cubicBezTo>
                  <a:cubicBezTo>
                    <a:pt x="3128" y="2152"/>
                    <a:pt x="3133" y="2152"/>
                    <a:pt x="3138" y="2152"/>
                  </a:cubicBezTo>
                  <a:lnTo>
                    <a:pt x="3139" y="2152"/>
                  </a:lnTo>
                  <a:cubicBezTo>
                    <a:pt x="3183" y="2158"/>
                    <a:pt x="3217" y="2135"/>
                    <a:pt x="3251" y="2119"/>
                  </a:cubicBezTo>
                  <a:cubicBezTo>
                    <a:pt x="3350" y="2075"/>
                    <a:pt x="3452" y="2041"/>
                    <a:pt x="3556" y="2017"/>
                  </a:cubicBezTo>
                  <a:cubicBezTo>
                    <a:pt x="3631" y="1996"/>
                    <a:pt x="3705" y="1972"/>
                    <a:pt x="3778" y="1944"/>
                  </a:cubicBezTo>
                  <a:cubicBezTo>
                    <a:pt x="3892" y="1905"/>
                    <a:pt x="4004" y="1861"/>
                    <a:pt x="4119" y="1827"/>
                  </a:cubicBezTo>
                  <a:cubicBezTo>
                    <a:pt x="4157" y="1815"/>
                    <a:pt x="4194" y="1797"/>
                    <a:pt x="4232" y="1783"/>
                  </a:cubicBezTo>
                  <a:cubicBezTo>
                    <a:pt x="4371" y="1735"/>
                    <a:pt x="4512" y="1688"/>
                    <a:pt x="4651" y="1638"/>
                  </a:cubicBezTo>
                  <a:cubicBezTo>
                    <a:pt x="4757" y="1600"/>
                    <a:pt x="4861" y="1557"/>
                    <a:pt x="4967" y="1517"/>
                  </a:cubicBezTo>
                  <a:cubicBezTo>
                    <a:pt x="5035" y="1491"/>
                    <a:pt x="5103" y="1467"/>
                    <a:pt x="5171" y="1442"/>
                  </a:cubicBezTo>
                  <a:cubicBezTo>
                    <a:pt x="5263" y="1409"/>
                    <a:pt x="5354" y="1370"/>
                    <a:pt x="5447" y="1341"/>
                  </a:cubicBezTo>
                  <a:cubicBezTo>
                    <a:pt x="5599" y="1293"/>
                    <a:pt x="5747" y="1229"/>
                    <a:pt x="5903" y="1189"/>
                  </a:cubicBezTo>
                  <a:cubicBezTo>
                    <a:pt x="5949" y="1177"/>
                    <a:pt x="5990" y="1151"/>
                    <a:pt x="6034" y="1133"/>
                  </a:cubicBezTo>
                  <a:cubicBezTo>
                    <a:pt x="6059" y="1122"/>
                    <a:pt x="6085" y="1114"/>
                    <a:pt x="6111" y="1106"/>
                  </a:cubicBezTo>
                  <a:cubicBezTo>
                    <a:pt x="6120" y="1103"/>
                    <a:pt x="6131" y="1118"/>
                    <a:pt x="6127" y="1126"/>
                  </a:cubicBezTo>
                  <a:lnTo>
                    <a:pt x="6127" y="11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8"/>
            <p:cNvSpPr/>
            <p:nvPr/>
          </p:nvSpPr>
          <p:spPr>
            <a:xfrm>
              <a:off x="7916035" y="4964385"/>
              <a:ext cx="720" cy="720"/>
            </a:xfrm>
            <a:custGeom>
              <a:rect b="b" l="l" r="r" t="t"/>
              <a:pathLst>
                <a:path extrusionOk="0" h="2" w="2">
                  <a:moveTo>
                    <a:pt x="1" y="1"/>
                  </a:moveTo>
                  <a:lnTo>
                    <a:pt x="1" y="1"/>
                  </a:lnTo>
                  <a:lnTo>
                    <a:pt x="0" y="0"/>
                  </a:lnTo>
                  <a:lnTo>
                    <a:pt x="1" y="1"/>
                  </a:lnTo>
                </a:path>
              </a:pathLst>
            </a:custGeom>
            <a:solidFill>
              <a:schemeClr val="dk1"/>
            </a:solidFill>
            <a:ln>
              <a:noFill/>
            </a:ln>
          </p:spPr>
        </p:sp>
        <p:sp>
          <p:nvSpPr>
            <p:cNvPr id="5873" name="Google Shape;5873;p48"/>
            <p:cNvSpPr/>
            <p:nvPr/>
          </p:nvSpPr>
          <p:spPr>
            <a:xfrm>
              <a:off x="7628395" y="5024145"/>
              <a:ext cx="174600" cy="104040"/>
            </a:xfrm>
            <a:custGeom>
              <a:rect b="b" l="l" r="r" t="t"/>
              <a:pathLst>
                <a:path extrusionOk="0" h="289" w="485">
                  <a:moveTo>
                    <a:pt x="2" y="288"/>
                  </a:moveTo>
                  <a:cubicBezTo>
                    <a:pt x="6" y="282"/>
                    <a:pt x="9" y="274"/>
                    <a:pt x="15" y="271"/>
                  </a:cubicBezTo>
                  <a:cubicBezTo>
                    <a:pt x="141" y="192"/>
                    <a:pt x="268" y="114"/>
                    <a:pt x="395" y="36"/>
                  </a:cubicBezTo>
                  <a:cubicBezTo>
                    <a:pt x="401" y="31"/>
                    <a:pt x="407" y="27"/>
                    <a:pt x="414" y="23"/>
                  </a:cubicBezTo>
                  <a:cubicBezTo>
                    <a:pt x="435" y="11"/>
                    <a:pt x="459" y="4"/>
                    <a:pt x="484" y="2"/>
                  </a:cubicBezTo>
                  <a:lnTo>
                    <a:pt x="484" y="0"/>
                  </a:lnTo>
                  <a:cubicBezTo>
                    <a:pt x="470" y="27"/>
                    <a:pt x="443" y="35"/>
                    <a:pt x="420" y="49"/>
                  </a:cubicBezTo>
                  <a:cubicBezTo>
                    <a:pt x="347" y="92"/>
                    <a:pt x="272" y="132"/>
                    <a:pt x="202" y="179"/>
                  </a:cubicBezTo>
                  <a:cubicBezTo>
                    <a:pt x="151" y="214"/>
                    <a:pt x="97" y="245"/>
                    <a:pt x="44" y="277"/>
                  </a:cubicBezTo>
                  <a:cubicBezTo>
                    <a:pt x="42" y="278"/>
                    <a:pt x="41" y="279"/>
                    <a:pt x="40" y="280"/>
                  </a:cubicBezTo>
                  <a:cubicBezTo>
                    <a:pt x="30" y="285"/>
                    <a:pt x="20" y="288"/>
                    <a:pt x="9" y="288"/>
                  </a:cubicBezTo>
                  <a:cubicBezTo>
                    <a:pt x="6" y="288"/>
                    <a:pt x="3" y="288"/>
                    <a:pt x="0" y="287"/>
                  </a:cubicBezTo>
                  <a:lnTo>
                    <a:pt x="2" y="2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8"/>
            <p:cNvSpPr/>
            <p:nvPr/>
          </p:nvSpPr>
          <p:spPr>
            <a:xfrm>
              <a:off x="7802275" y="4964385"/>
              <a:ext cx="114480" cy="60840"/>
            </a:xfrm>
            <a:custGeom>
              <a:rect b="b" l="l" r="r" t="t"/>
              <a:pathLst>
                <a:path extrusionOk="0" h="169" w="318">
                  <a:moveTo>
                    <a:pt x="0" y="168"/>
                  </a:moveTo>
                  <a:cubicBezTo>
                    <a:pt x="8" y="155"/>
                    <a:pt x="19" y="145"/>
                    <a:pt x="31" y="138"/>
                  </a:cubicBezTo>
                  <a:cubicBezTo>
                    <a:pt x="36" y="135"/>
                    <a:pt x="40" y="133"/>
                    <a:pt x="45" y="131"/>
                  </a:cubicBezTo>
                  <a:cubicBezTo>
                    <a:pt x="121" y="91"/>
                    <a:pt x="198" y="52"/>
                    <a:pt x="275" y="13"/>
                  </a:cubicBezTo>
                  <a:cubicBezTo>
                    <a:pt x="289" y="8"/>
                    <a:pt x="303" y="4"/>
                    <a:pt x="317" y="1"/>
                  </a:cubicBezTo>
                  <a:lnTo>
                    <a:pt x="316" y="0"/>
                  </a:lnTo>
                  <a:cubicBezTo>
                    <a:pt x="316" y="6"/>
                    <a:pt x="316" y="11"/>
                    <a:pt x="316" y="17"/>
                  </a:cubicBezTo>
                  <a:lnTo>
                    <a:pt x="317" y="15"/>
                  </a:lnTo>
                  <a:lnTo>
                    <a:pt x="301" y="32"/>
                  </a:lnTo>
                  <a:lnTo>
                    <a:pt x="302" y="30"/>
                  </a:lnTo>
                  <a:cubicBezTo>
                    <a:pt x="283" y="37"/>
                    <a:pt x="265" y="44"/>
                    <a:pt x="247" y="52"/>
                  </a:cubicBezTo>
                  <a:cubicBezTo>
                    <a:pt x="214" y="69"/>
                    <a:pt x="183" y="89"/>
                    <a:pt x="150" y="106"/>
                  </a:cubicBezTo>
                  <a:cubicBezTo>
                    <a:pt x="102" y="130"/>
                    <a:pt x="55" y="158"/>
                    <a:pt x="0" y="166"/>
                  </a:cubicBezTo>
                  <a:lnTo>
                    <a:pt x="0" y="16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8"/>
            <p:cNvSpPr/>
            <p:nvPr/>
          </p:nvSpPr>
          <p:spPr>
            <a:xfrm>
              <a:off x="8509315" y="4062945"/>
              <a:ext cx="144000" cy="131760"/>
            </a:xfrm>
            <a:custGeom>
              <a:rect b="b" l="l" r="r" t="t"/>
              <a:pathLst>
                <a:path extrusionOk="0" h="366" w="400">
                  <a:moveTo>
                    <a:pt x="1" y="341"/>
                  </a:moveTo>
                  <a:cubicBezTo>
                    <a:pt x="0" y="337"/>
                    <a:pt x="0" y="334"/>
                    <a:pt x="0" y="330"/>
                  </a:cubicBezTo>
                  <a:cubicBezTo>
                    <a:pt x="0" y="326"/>
                    <a:pt x="0" y="323"/>
                    <a:pt x="1" y="319"/>
                  </a:cubicBezTo>
                  <a:cubicBezTo>
                    <a:pt x="31" y="237"/>
                    <a:pt x="56" y="152"/>
                    <a:pt x="96" y="74"/>
                  </a:cubicBezTo>
                  <a:cubicBezTo>
                    <a:pt x="100" y="66"/>
                    <a:pt x="104" y="58"/>
                    <a:pt x="108" y="50"/>
                  </a:cubicBezTo>
                  <a:cubicBezTo>
                    <a:pt x="111" y="45"/>
                    <a:pt x="114" y="40"/>
                    <a:pt x="118" y="35"/>
                  </a:cubicBezTo>
                  <a:cubicBezTo>
                    <a:pt x="124" y="25"/>
                    <a:pt x="133" y="18"/>
                    <a:pt x="144" y="11"/>
                  </a:cubicBezTo>
                  <a:cubicBezTo>
                    <a:pt x="156" y="4"/>
                    <a:pt x="170" y="0"/>
                    <a:pt x="184" y="0"/>
                  </a:cubicBezTo>
                  <a:cubicBezTo>
                    <a:pt x="188" y="0"/>
                    <a:pt x="193" y="0"/>
                    <a:pt x="197" y="1"/>
                  </a:cubicBezTo>
                  <a:cubicBezTo>
                    <a:pt x="219" y="1"/>
                    <a:pt x="240" y="8"/>
                    <a:pt x="259" y="19"/>
                  </a:cubicBezTo>
                  <a:cubicBezTo>
                    <a:pt x="279" y="30"/>
                    <a:pt x="296" y="47"/>
                    <a:pt x="308" y="68"/>
                  </a:cubicBezTo>
                  <a:cubicBezTo>
                    <a:pt x="309" y="69"/>
                    <a:pt x="310" y="70"/>
                    <a:pt x="310" y="71"/>
                  </a:cubicBezTo>
                  <a:cubicBezTo>
                    <a:pt x="352" y="146"/>
                    <a:pt x="381" y="227"/>
                    <a:pt x="396" y="311"/>
                  </a:cubicBezTo>
                  <a:cubicBezTo>
                    <a:pt x="398" y="323"/>
                    <a:pt x="398" y="336"/>
                    <a:pt x="399" y="348"/>
                  </a:cubicBezTo>
                  <a:cubicBezTo>
                    <a:pt x="399" y="356"/>
                    <a:pt x="399" y="365"/>
                    <a:pt x="390" y="363"/>
                  </a:cubicBezTo>
                  <a:cubicBezTo>
                    <a:pt x="388" y="362"/>
                    <a:pt x="387" y="362"/>
                    <a:pt x="386" y="361"/>
                  </a:cubicBezTo>
                  <a:cubicBezTo>
                    <a:pt x="383" y="359"/>
                    <a:pt x="379" y="357"/>
                    <a:pt x="377" y="353"/>
                  </a:cubicBezTo>
                  <a:cubicBezTo>
                    <a:pt x="376" y="351"/>
                    <a:pt x="376" y="350"/>
                    <a:pt x="375" y="348"/>
                  </a:cubicBezTo>
                  <a:cubicBezTo>
                    <a:pt x="370" y="331"/>
                    <a:pt x="368" y="314"/>
                    <a:pt x="363" y="297"/>
                  </a:cubicBezTo>
                  <a:cubicBezTo>
                    <a:pt x="351" y="253"/>
                    <a:pt x="332" y="210"/>
                    <a:pt x="309" y="170"/>
                  </a:cubicBezTo>
                  <a:cubicBezTo>
                    <a:pt x="299" y="151"/>
                    <a:pt x="287" y="133"/>
                    <a:pt x="274" y="116"/>
                  </a:cubicBezTo>
                  <a:cubicBezTo>
                    <a:pt x="272" y="113"/>
                    <a:pt x="270" y="111"/>
                    <a:pt x="267" y="109"/>
                  </a:cubicBezTo>
                  <a:cubicBezTo>
                    <a:pt x="264" y="108"/>
                    <a:pt x="261" y="107"/>
                    <a:pt x="258" y="107"/>
                  </a:cubicBezTo>
                  <a:cubicBezTo>
                    <a:pt x="255" y="107"/>
                    <a:pt x="251" y="107"/>
                    <a:pt x="248" y="109"/>
                  </a:cubicBezTo>
                  <a:cubicBezTo>
                    <a:pt x="245" y="111"/>
                    <a:pt x="243" y="113"/>
                    <a:pt x="242" y="116"/>
                  </a:cubicBezTo>
                  <a:cubicBezTo>
                    <a:pt x="241" y="118"/>
                    <a:pt x="240" y="120"/>
                    <a:pt x="239" y="122"/>
                  </a:cubicBezTo>
                  <a:cubicBezTo>
                    <a:pt x="233" y="144"/>
                    <a:pt x="228" y="166"/>
                    <a:pt x="222" y="188"/>
                  </a:cubicBezTo>
                  <a:cubicBezTo>
                    <a:pt x="220" y="195"/>
                    <a:pt x="219" y="205"/>
                    <a:pt x="210" y="203"/>
                  </a:cubicBezTo>
                  <a:cubicBezTo>
                    <a:pt x="197" y="201"/>
                    <a:pt x="200" y="188"/>
                    <a:pt x="202" y="180"/>
                  </a:cubicBezTo>
                  <a:cubicBezTo>
                    <a:pt x="205" y="160"/>
                    <a:pt x="210" y="140"/>
                    <a:pt x="213" y="120"/>
                  </a:cubicBezTo>
                  <a:cubicBezTo>
                    <a:pt x="214" y="109"/>
                    <a:pt x="215" y="98"/>
                    <a:pt x="215" y="87"/>
                  </a:cubicBezTo>
                  <a:cubicBezTo>
                    <a:pt x="215" y="80"/>
                    <a:pt x="215" y="74"/>
                    <a:pt x="214" y="68"/>
                  </a:cubicBezTo>
                  <a:cubicBezTo>
                    <a:pt x="213" y="63"/>
                    <a:pt x="212" y="58"/>
                    <a:pt x="209" y="53"/>
                  </a:cubicBezTo>
                  <a:cubicBezTo>
                    <a:pt x="205" y="47"/>
                    <a:pt x="200" y="42"/>
                    <a:pt x="194" y="38"/>
                  </a:cubicBezTo>
                  <a:cubicBezTo>
                    <a:pt x="190" y="36"/>
                    <a:pt x="186" y="34"/>
                    <a:pt x="181" y="33"/>
                  </a:cubicBezTo>
                  <a:cubicBezTo>
                    <a:pt x="179" y="33"/>
                    <a:pt x="176" y="32"/>
                    <a:pt x="173" y="32"/>
                  </a:cubicBezTo>
                  <a:cubicBezTo>
                    <a:pt x="167" y="32"/>
                    <a:pt x="162" y="34"/>
                    <a:pt x="157" y="37"/>
                  </a:cubicBezTo>
                  <a:cubicBezTo>
                    <a:pt x="152" y="40"/>
                    <a:pt x="148" y="44"/>
                    <a:pt x="145" y="49"/>
                  </a:cubicBezTo>
                  <a:cubicBezTo>
                    <a:pt x="145" y="50"/>
                    <a:pt x="144" y="51"/>
                    <a:pt x="144" y="52"/>
                  </a:cubicBezTo>
                  <a:cubicBezTo>
                    <a:pt x="124" y="90"/>
                    <a:pt x="105" y="128"/>
                    <a:pt x="88" y="167"/>
                  </a:cubicBezTo>
                  <a:cubicBezTo>
                    <a:pt x="62" y="226"/>
                    <a:pt x="37" y="286"/>
                    <a:pt x="12" y="345"/>
                  </a:cubicBezTo>
                  <a:lnTo>
                    <a:pt x="1" y="3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8"/>
            <p:cNvSpPr/>
            <p:nvPr/>
          </p:nvSpPr>
          <p:spPr>
            <a:xfrm>
              <a:off x="8354155" y="4317105"/>
              <a:ext cx="60120" cy="118800"/>
            </a:xfrm>
            <a:custGeom>
              <a:rect b="b" l="l" r="r" t="t"/>
              <a:pathLst>
                <a:path extrusionOk="0" h="330" w="167">
                  <a:moveTo>
                    <a:pt x="0" y="329"/>
                  </a:moveTo>
                  <a:cubicBezTo>
                    <a:pt x="0" y="244"/>
                    <a:pt x="29" y="169"/>
                    <a:pt x="53" y="93"/>
                  </a:cubicBezTo>
                  <a:cubicBezTo>
                    <a:pt x="67" y="50"/>
                    <a:pt x="105" y="35"/>
                    <a:pt x="137" y="13"/>
                  </a:cubicBezTo>
                  <a:cubicBezTo>
                    <a:pt x="156" y="0"/>
                    <a:pt x="166" y="4"/>
                    <a:pt x="166" y="23"/>
                  </a:cubicBezTo>
                  <a:cubicBezTo>
                    <a:pt x="166" y="71"/>
                    <a:pt x="166" y="118"/>
                    <a:pt x="164" y="166"/>
                  </a:cubicBezTo>
                  <a:lnTo>
                    <a:pt x="164" y="167"/>
                  </a:lnTo>
                  <a:cubicBezTo>
                    <a:pt x="164" y="171"/>
                    <a:pt x="163" y="174"/>
                    <a:pt x="161" y="178"/>
                  </a:cubicBezTo>
                  <a:cubicBezTo>
                    <a:pt x="159" y="181"/>
                    <a:pt x="156" y="184"/>
                    <a:pt x="153" y="186"/>
                  </a:cubicBezTo>
                  <a:cubicBezTo>
                    <a:pt x="150" y="188"/>
                    <a:pt x="147" y="189"/>
                    <a:pt x="144" y="189"/>
                  </a:cubicBezTo>
                  <a:cubicBezTo>
                    <a:pt x="142" y="159"/>
                    <a:pt x="141" y="130"/>
                    <a:pt x="138" y="100"/>
                  </a:cubicBezTo>
                  <a:cubicBezTo>
                    <a:pt x="138" y="91"/>
                    <a:pt x="137" y="78"/>
                    <a:pt x="125" y="76"/>
                  </a:cubicBezTo>
                  <a:cubicBezTo>
                    <a:pt x="123" y="75"/>
                    <a:pt x="121" y="75"/>
                    <a:pt x="119" y="75"/>
                  </a:cubicBezTo>
                  <a:cubicBezTo>
                    <a:pt x="114" y="75"/>
                    <a:pt x="110" y="76"/>
                    <a:pt x="106" y="79"/>
                  </a:cubicBezTo>
                  <a:cubicBezTo>
                    <a:pt x="102" y="81"/>
                    <a:pt x="98" y="84"/>
                    <a:pt x="96" y="88"/>
                  </a:cubicBezTo>
                  <a:cubicBezTo>
                    <a:pt x="95" y="90"/>
                    <a:pt x="95" y="91"/>
                    <a:pt x="94" y="92"/>
                  </a:cubicBezTo>
                  <a:cubicBezTo>
                    <a:pt x="94" y="93"/>
                    <a:pt x="93" y="94"/>
                    <a:pt x="92" y="96"/>
                  </a:cubicBezTo>
                  <a:cubicBezTo>
                    <a:pt x="83" y="112"/>
                    <a:pt x="75" y="129"/>
                    <a:pt x="68" y="146"/>
                  </a:cubicBezTo>
                  <a:cubicBezTo>
                    <a:pt x="49" y="198"/>
                    <a:pt x="32" y="250"/>
                    <a:pt x="13" y="302"/>
                  </a:cubicBezTo>
                  <a:cubicBezTo>
                    <a:pt x="9" y="311"/>
                    <a:pt x="5" y="320"/>
                    <a:pt x="0" y="3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8"/>
            <p:cNvSpPr/>
            <p:nvPr/>
          </p:nvSpPr>
          <p:spPr>
            <a:xfrm>
              <a:off x="8638195" y="4302345"/>
              <a:ext cx="59040" cy="90000"/>
            </a:xfrm>
            <a:custGeom>
              <a:rect b="b" l="l" r="r" t="t"/>
              <a:pathLst>
                <a:path extrusionOk="0" h="250" w="164">
                  <a:moveTo>
                    <a:pt x="159" y="249"/>
                  </a:moveTo>
                  <a:cubicBezTo>
                    <a:pt x="142" y="245"/>
                    <a:pt x="137" y="230"/>
                    <a:pt x="132" y="217"/>
                  </a:cubicBezTo>
                  <a:cubicBezTo>
                    <a:pt x="120" y="193"/>
                    <a:pt x="110" y="167"/>
                    <a:pt x="100" y="142"/>
                  </a:cubicBezTo>
                  <a:cubicBezTo>
                    <a:pt x="84" y="107"/>
                    <a:pt x="81" y="107"/>
                    <a:pt x="56" y="137"/>
                  </a:cubicBezTo>
                  <a:cubicBezTo>
                    <a:pt x="54" y="140"/>
                    <a:pt x="51" y="142"/>
                    <a:pt x="48" y="144"/>
                  </a:cubicBezTo>
                  <a:cubicBezTo>
                    <a:pt x="44" y="146"/>
                    <a:pt x="41" y="147"/>
                    <a:pt x="38" y="147"/>
                  </a:cubicBezTo>
                  <a:cubicBezTo>
                    <a:pt x="34" y="147"/>
                    <a:pt x="30" y="146"/>
                    <a:pt x="27" y="144"/>
                  </a:cubicBezTo>
                  <a:cubicBezTo>
                    <a:pt x="23" y="142"/>
                    <a:pt x="21" y="140"/>
                    <a:pt x="19" y="136"/>
                  </a:cubicBezTo>
                  <a:cubicBezTo>
                    <a:pt x="18" y="134"/>
                    <a:pt x="17" y="132"/>
                    <a:pt x="16" y="130"/>
                  </a:cubicBezTo>
                  <a:cubicBezTo>
                    <a:pt x="0" y="90"/>
                    <a:pt x="13" y="52"/>
                    <a:pt x="21" y="13"/>
                  </a:cubicBezTo>
                  <a:cubicBezTo>
                    <a:pt x="22" y="12"/>
                    <a:pt x="21" y="12"/>
                    <a:pt x="22" y="11"/>
                  </a:cubicBezTo>
                  <a:cubicBezTo>
                    <a:pt x="23" y="8"/>
                    <a:pt x="26" y="5"/>
                    <a:pt x="30" y="3"/>
                  </a:cubicBezTo>
                  <a:cubicBezTo>
                    <a:pt x="33" y="1"/>
                    <a:pt x="37" y="0"/>
                    <a:pt x="41" y="0"/>
                  </a:cubicBezTo>
                  <a:cubicBezTo>
                    <a:pt x="45" y="0"/>
                    <a:pt x="49" y="1"/>
                    <a:pt x="52" y="3"/>
                  </a:cubicBezTo>
                  <a:cubicBezTo>
                    <a:pt x="69" y="15"/>
                    <a:pt x="83" y="30"/>
                    <a:pt x="93" y="48"/>
                  </a:cubicBezTo>
                  <a:cubicBezTo>
                    <a:pt x="95" y="52"/>
                    <a:pt x="97" y="56"/>
                    <a:pt x="99" y="60"/>
                  </a:cubicBezTo>
                  <a:cubicBezTo>
                    <a:pt x="126" y="116"/>
                    <a:pt x="147" y="175"/>
                    <a:pt x="163" y="235"/>
                  </a:cubicBezTo>
                  <a:cubicBezTo>
                    <a:pt x="163" y="239"/>
                    <a:pt x="160" y="245"/>
                    <a:pt x="159" y="2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8"/>
            <p:cNvSpPr/>
            <p:nvPr/>
          </p:nvSpPr>
          <p:spPr>
            <a:xfrm>
              <a:off x="8368195" y="4119105"/>
              <a:ext cx="92880" cy="122040"/>
            </a:xfrm>
            <a:custGeom>
              <a:rect b="b" l="l" r="r" t="t"/>
              <a:pathLst>
                <a:path extrusionOk="0" h="339" w="258">
                  <a:moveTo>
                    <a:pt x="0" y="338"/>
                  </a:moveTo>
                  <a:cubicBezTo>
                    <a:pt x="3" y="316"/>
                    <a:pt x="9" y="294"/>
                    <a:pt x="21" y="274"/>
                  </a:cubicBezTo>
                  <a:cubicBezTo>
                    <a:pt x="24" y="270"/>
                    <a:pt x="26" y="266"/>
                    <a:pt x="29" y="262"/>
                  </a:cubicBezTo>
                  <a:cubicBezTo>
                    <a:pt x="60" y="205"/>
                    <a:pt x="93" y="149"/>
                    <a:pt x="126" y="93"/>
                  </a:cubicBezTo>
                  <a:cubicBezTo>
                    <a:pt x="126" y="93"/>
                    <a:pt x="126" y="92"/>
                    <a:pt x="127" y="91"/>
                  </a:cubicBezTo>
                  <a:cubicBezTo>
                    <a:pt x="143" y="64"/>
                    <a:pt x="163" y="39"/>
                    <a:pt x="188" y="19"/>
                  </a:cubicBezTo>
                  <a:cubicBezTo>
                    <a:pt x="192" y="14"/>
                    <a:pt x="196" y="11"/>
                    <a:pt x="201" y="8"/>
                  </a:cubicBezTo>
                  <a:cubicBezTo>
                    <a:pt x="210" y="3"/>
                    <a:pt x="221" y="0"/>
                    <a:pt x="232" y="0"/>
                  </a:cubicBezTo>
                  <a:cubicBezTo>
                    <a:pt x="233" y="0"/>
                    <a:pt x="234" y="0"/>
                    <a:pt x="235" y="0"/>
                  </a:cubicBezTo>
                  <a:cubicBezTo>
                    <a:pt x="239" y="0"/>
                    <a:pt x="243" y="2"/>
                    <a:pt x="247" y="4"/>
                  </a:cubicBezTo>
                  <a:cubicBezTo>
                    <a:pt x="250" y="6"/>
                    <a:pt x="252" y="7"/>
                    <a:pt x="254" y="9"/>
                  </a:cubicBezTo>
                  <a:lnTo>
                    <a:pt x="255" y="10"/>
                  </a:lnTo>
                  <a:cubicBezTo>
                    <a:pt x="256" y="12"/>
                    <a:pt x="257" y="15"/>
                    <a:pt x="257" y="18"/>
                  </a:cubicBezTo>
                  <a:cubicBezTo>
                    <a:pt x="257" y="21"/>
                    <a:pt x="257" y="23"/>
                    <a:pt x="255" y="26"/>
                  </a:cubicBezTo>
                  <a:cubicBezTo>
                    <a:pt x="253" y="29"/>
                    <a:pt x="251" y="30"/>
                    <a:pt x="249" y="32"/>
                  </a:cubicBezTo>
                  <a:cubicBezTo>
                    <a:pt x="248" y="33"/>
                    <a:pt x="246" y="33"/>
                    <a:pt x="245" y="33"/>
                  </a:cubicBezTo>
                  <a:cubicBezTo>
                    <a:pt x="196" y="52"/>
                    <a:pt x="165" y="91"/>
                    <a:pt x="138" y="134"/>
                  </a:cubicBezTo>
                  <a:cubicBezTo>
                    <a:pt x="111" y="177"/>
                    <a:pt x="83" y="223"/>
                    <a:pt x="54" y="266"/>
                  </a:cubicBezTo>
                  <a:cubicBezTo>
                    <a:pt x="52" y="270"/>
                    <a:pt x="50" y="274"/>
                    <a:pt x="48" y="278"/>
                  </a:cubicBezTo>
                  <a:cubicBezTo>
                    <a:pt x="35" y="300"/>
                    <a:pt x="19" y="320"/>
                    <a:pt x="0"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8"/>
            <p:cNvSpPr/>
            <p:nvPr/>
          </p:nvSpPr>
          <p:spPr>
            <a:xfrm>
              <a:off x="8889115" y="4276785"/>
              <a:ext cx="85680" cy="80640"/>
            </a:xfrm>
            <a:custGeom>
              <a:rect b="b" l="l" r="r" t="t"/>
              <a:pathLst>
                <a:path extrusionOk="0" h="224" w="238">
                  <a:moveTo>
                    <a:pt x="237" y="222"/>
                  </a:moveTo>
                  <a:cubicBezTo>
                    <a:pt x="221" y="212"/>
                    <a:pt x="215" y="195"/>
                    <a:pt x="207" y="180"/>
                  </a:cubicBezTo>
                  <a:cubicBezTo>
                    <a:pt x="163" y="112"/>
                    <a:pt x="109" y="61"/>
                    <a:pt x="26" y="46"/>
                  </a:cubicBezTo>
                  <a:cubicBezTo>
                    <a:pt x="14" y="44"/>
                    <a:pt x="0" y="42"/>
                    <a:pt x="1" y="25"/>
                  </a:cubicBezTo>
                  <a:cubicBezTo>
                    <a:pt x="1" y="12"/>
                    <a:pt x="20" y="0"/>
                    <a:pt x="35" y="3"/>
                  </a:cubicBezTo>
                  <a:cubicBezTo>
                    <a:pt x="45" y="4"/>
                    <a:pt x="55" y="6"/>
                    <a:pt x="64" y="10"/>
                  </a:cubicBezTo>
                  <a:cubicBezTo>
                    <a:pt x="77" y="15"/>
                    <a:pt x="90" y="21"/>
                    <a:pt x="103" y="28"/>
                  </a:cubicBezTo>
                  <a:cubicBezTo>
                    <a:pt x="151" y="56"/>
                    <a:pt x="191" y="96"/>
                    <a:pt x="219" y="145"/>
                  </a:cubicBezTo>
                  <a:cubicBezTo>
                    <a:pt x="220" y="147"/>
                    <a:pt x="221" y="149"/>
                    <a:pt x="222" y="151"/>
                  </a:cubicBezTo>
                  <a:cubicBezTo>
                    <a:pt x="232" y="168"/>
                    <a:pt x="237" y="186"/>
                    <a:pt x="237" y="206"/>
                  </a:cubicBezTo>
                  <a:cubicBezTo>
                    <a:pt x="237" y="212"/>
                    <a:pt x="236" y="217"/>
                    <a:pt x="235" y="223"/>
                  </a:cubicBezTo>
                  <a:lnTo>
                    <a:pt x="237" y="2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8"/>
            <p:cNvSpPr/>
            <p:nvPr/>
          </p:nvSpPr>
          <p:spPr>
            <a:xfrm>
              <a:off x="8725675" y="4179225"/>
              <a:ext cx="106920" cy="84600"/>
            </a:xfrm>
            <a:custGeom>
              <a:rect b="b" l="l" r="r" t="t"/>
              <a:pathLst>
                <a:path extrusionOk="0" h="235" w="297">
                  <a:moveTo>
                    <a:pt x="296" y="234"/>
                  </a:moveTo>
                  <a:cubicBezTo>
                    <a:pt x="195" y="169"/>
                    <a:pt x="95" y="104"/>
                    <a:pt x="10" y="19"/>
                  </a:cubicBezTo>
                  <a:cubicBezTo>
                    <a:pt x="5" y="14"/>
                    <a:pt x="0" y="7"/>
                    <a:pt x="8" y="1"/>
                  </a:cubicBezTo>
                  <a:cubicBezTo>
                    <a:pt x="10" y="0"/>
                    <a:pt x="12" y="0"/>
                    <a:pt x="14" y="0"/>
                  </a:cubicBezTo>
                  <a:cubicBezTo>
                    <a:pt x="16" y="0"/>
                    <a:pt x="19" y="0"/>
                    <a:pt x="21" y="2"/>
                  </a:cubicBezTo>
                  <a:cubicBezTo>
                    <a:pt x="22" y="2"/>
                    <a:pt x="22" y="2"/>
                    <a:pt x="22" y="2"/>
                  </a:cubicBezTo>
                  <a:cubicBezTo>
                    <a:pt x="116" y="76"/>
                    <a:pt x="217" y="142"/>
                    <a:pt x="296" y="2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8"/>
            <p:cNvSpPr/>
            <p:nvPr/>
          </p:nvSpPr>
          <p:spPr>
            <a:xfrm>
              <a:off x="8438035" y="4435545"/>
              <a:ext cx="47880" cy="102600"/>
            </a:xfrm>
            <a:custGeom>
              <a:rect b="b" l="l" r="r" t="t"/>
              <a:pathLst>
                <a:path extrusionOk="0" h="285" w="133">
                  <a:moveTo>
                    <a:pt x="5" y="284"/>
                  </a:moveTo>
                  <a:cubicBezTo>
                    <a:pt x="1" y="277"/>
                    <a:pt x="0" y="269"/>
                    <a:pt x="0" y="261"/>
                  </a:cubicBezTo>
                  <a:cubicBezTo>
                    <a:pt x="0" y="253"/>
                    <a:pt x="1" y="246"/>
                    <a:pt x="5" y="238"/>
                  </a:cubicBezTo>
                  <a:cubicBezTo>
                    <a:pt x="24" y="177"/>
                    <a:pt x="45" y="116"/>
                    <a:pt x="66" y="55"/>
                  </a:cubicBezTo>
                  <a:cubicBezTo>
                    <a:pt x="68" y="47"/>
                    <a:pt x="70" y="40"/>
                    <a:pt x="74" y="33"/>
                  </a:cubicBezTo>
                  <a:cubicBezTo>
                    <a:pt x="80" y="22"/>
                    <a:pt x="91" y="12"/>
                    <a:pt x="102" y="5"/>
                  </a:cubicBezTo>
                  <a:cubicBezTo>
                    <a:pt x="106" y="3"/>
                    <a:pt x="109" y="2"/>
                    <a:pt x="113" y="0"/>
                  </a:cubicBezTo>
                  <a:cubicBezTo>
                    <a:pt x="114" y="0"/>
                    <a:pt x="116" y="0"/>
                    <a:pt x="118" y="0"/>
                  </a:cubicBezTo>
                  <a:cubicBezTo>
                    <a:pt x="121" y="0"/>
                    <a:pt x="124" y="0"/>
                    <a:pt x="126" y="2"/>
                  </a:cubicBezTo>
                  <a:cubicBezTo>
                    <a:pt x="129" y="4"/>
                    <a:pt x="132" y="12"/>
                    <a:pt x="131" y="14"/>
                  </a:cubicBezTo>
                  <a:cubicBezTo>
                    <a:pt x="80" y="83"/>
                    <a:pt x="66" y="169"/>
                    <a:pt x="25" y="243"/>
                  </a:cubicBezTo>
                  <a:cubicBezTo>
                    <a:pt x="19" y="256"/>
                    <a:pt x="13" y="269"/>
                    <a:pt x="5" y="2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8"/>
            <p:cNvSpPr/>
            <p:nvPr/>
          </p:nvSpPr>
          <p:spPr>
            <a:xfrm>
              <a:off x="8679235" y="4290465"/>
              <a:ext cx="86040" cy="67320"/>
            </a:xfrm>
            <a:custGeom>
              <a:rect b="b" l="l" r="r" t="t"/>
              <a:pathLst>
                <a:path extrusionOk="0" h="187" w="239">
                  <a:moveTo>
                    <a:pt x="238" y="179"/>
                  </a:moveTo>
                  <a:cubicBezTo>
                    <a:pt x="232" y="182"/>
                    <a:pt x="228" y="186"/>
                    <a:pt x="225" y="186"/>
                  </a:cubicBezTo>
                  <a:cubicBezTo>
                    <a:pt x="209" y="182"/>
                    <a:pt x="195" y="176"/>
                    <a:pt x="181" y="168"/>
                  </a:cubicBezTo>
                  <a:cubicBezTo>
                    <a:pt x="169" y="161"/>
                    <a:pt x="157" y="152"/>
                    <a:pt x="147" y="142"/>
                  </a:cubicBezTo>
                  <a:cubicBezTo>
                    <a:pt x="98" y="104"/>
                    <a:pt x="51" y="62"/>
                    <a:pt x="4" y="21"/>
                  </a:cubicBezTo>
                  <a:cubicBezTo>
                    <a:pt x="3" y="21"/>
                    <a:pt x="2" y="20"/>
                    <a:pt x="1" y="19"/>
                  </a:cubicBezTo>
                  <a:cubicBezTo>
                    <a:pt x="0" y="16"/>
                    <a:pt x="0" y="14"/>
                    <a:pt x="0" y="11"/>
                  </a:cubicBezTo>
                  <a:cubicBezTo>
                    <a:pt x="0" y="10"/>
                    <a:pt x="0" y="9"/>
                    <a:pt x="0" y="9"/>
                  </a:cubicBezTo>
                  <a:cubicBezTo>
                    <a:pt x="0" y="8"/>
                    <a:pt x="0" y="8"/>
                    <a:pt x="1" y="7"/>
                  </a:cubicBezTo>
                  <a:cubicBezTo>
                    <a:pt x="3" y="5"/>
                    <a:pt x="3" y="3"/>
                    <a:pt x="5" y="2"/>
                  </a:cubicBezTo>
                  <a:cubicBezTo>
                    <a:pt x="7" y="1"/>
                    <a:pt x="10" y="0"/>
                    <a:pt x="12" y="0"/>
                  </a:cubicBezTo>
                  <a:cubicBezTo>
                    <a:pt x="14" y="0"/>
                    <a:pt x="16" y="1"/>
                    <a:pt x="18" y="2"/>
                  </a:cubicBezTo>
                  <a:cubicBezTo>
                    <a:pt x="48" y="19"/>
                    <a:pt x="77" y="39"/>
                    <a:pt x="104" y="61"/>
                  </a:cubicBezTo>
                  <a:cubicBezTo>
                    <a:pt x="142" y="97"/>
                    <a:pt x="183" y="131"/>
                    <a:pt x="225" y="162"/>
                  </a:cubicBezTo>
                  <a:cubicBezTo>
                    <a:pt x="229" y="167"/>
                    <a:pt x="234" y="172"/>
                    <a:pt x="237" y="178"/>
                  </a:cubicBezTo>
                  <a:cubicBezTo>
                    <a:pt x="237" y="179"/>
                    <a:pt x="237" y="179"/>
                    <a:pt x="238" y="1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8"/>
            <p:cNvSpPr/>
            <p:nvPr/>
          </p:nvSpPr>
          <p:spPr>
            <a:xfrm>
              <a:off x="8715235" y="4244025"/>
              <a:ext cx="84240" cy="49320"/>
            </a:xfrm>
            <a:custGeom>
              <a:rect b="b" l="l" r="r" t="t"/>
              <a:pathLst>
                <a:path extrusionOk="0" h="137" w="234">
                  <a:moveTo>
                    <a:pt x="233" y="129"/>
                  </a:moveTo>
                  <a:cubicBezTo>
                    <a:pt x="230" y="131"/>
                    <a:pt x="226" y="136"/>
                    <a:pt x="222" y="136"/>
                  </a:cubicBezTo>
                  <a:cubicBezTo>
                    <a:pt x="219" y="135"/>
                    <a:pt x="216" y="134"/>
                    <a:pt x="213" y="132"/>
                  </a:cubicBezTo>
                  <a:cubicBezTo>
                    <a:pt x="212" y="132"/>
                    <a:pt x="210" y="131"/>
                    <a:pt x="209" y="130"/>
                  </a:cubicBezTo>
                  <a:cubicBezTo>
                    <a:pt x="191" y="115"/>
                    <a:pt x="172" y="102"/>
                    <a:pt x="152" y="90"/>
                  </a:cubicBezTo>
                  <a:cubicBezTo>
                    <a:pt x="109" y="66"/>
                    <a:pt x="62" y="48"/>
                    <a:pt x="14" y="40"/>
                  </a:cubicBezTo>
                  <a:cubicBezTo>
                    <a:pt x="11" y="40"/>
                    <a:pt x="9" y="39"/>
                    <a:pt x="7" y="38"/>
                  </a:cubicBezTo>
                  <a:cubicBezTo>
                    <a:pt x="5" y="37"/>
                    <a:pt x="4" y="35"/>
                    <a:pt x="2" y="33"/>
                  </a:cubicBezTo>
                  <a:cubicBezTo>
                    <a:pt x="0" y="31"/>
                    <a:pt x="0" y="28"/>
                    <a:pt x="0" y="26"/>
                  </a:cubicBezTo>
                  <a:cubicBezTo>
                    <a:pt x="0" y="25"/>
                    <a:pt x="0" y="25"/>
                    <a:pt x="0" y="24"/>
                  </a:cubicBezTo>
                  <a:cubicBezTo>
                    <a:pt x="1" y="22"/>
                    <a:pt x="2" y="20"/>
                    <a:pt x="3" y="18"/>
                  </a:cubicBezTo>
                  <a:cubicBezTo>
                    <a:pt x="6" y="14"/>
                    <a:pt x="9" y="10"/>
                    <a:pt x="13" y="8"/>
                  </a:cubicBezTo>
                  <a:cubicBezTo>
                    <a:pt x="23" y="3"/>
                    <a:pt x="34" y="0"/>
                    <a:pt x="44" y="0"/>
                  </a:cubicBezTo>
                  <a:cubicBezTo>
                    <a:pt x="56" y="0"/>
                    <a:pt x="67" y="3"/>
                    <a:pt x="77" y="9"/>
                  </a:cubicBezTo>
                  <a:cubicBezTo>
                    <a:pt x="80" y="10"/>
                    <a:pt x="82" y="12"/>
                    <a:pt x="84" y="14"/>
                  </a:cubicBezTo>
                  <a:cubicBezTo>
                    <a:pt x="100" y="25"/>
                    <a:pt x="116" y="34"/>
                    <a:pt x="133" y="44"/>
                  </a:cubicBezTo>
                  <a:cubicBezTo>
                    <a:pt x="151" y="54"/>
                    <a:pt x="169" y="64"/>
                    <a:pt x="188" y="73"/>
                  </a:cubicBezTo>
                  <a:cubicBezTo>
                    <a:pt x="190" y="74"/>
                    <a:pt x="192" y="75"/>
                    <a:pt x="195" y="77"/>
                  </a:cubicBezTo>
                  <a:cubicBezTo>
                    <a:pt x="210" y="85"/>
                    <a:pt x="222" y="98"/>
                    <a:pt x="231" y="113"/>
                  </a:cubicBezTo>
                  <a:lnTo>
                    <a:pt x="231" y="114"/>
                  </a:lnTo>
                  <a:cubicBezTo>
                    <a:pt x="233" y="118"/>
                    <a:pt x="233" y="123"/>
                    <a:pt x="233" y="128"/>
                  </a:cubicBezTo>
                  <a:lnTo>
                    <a:pt x="233" y="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8"/>
            <p:cNvSpPr/>
            <p:nvPr/>
          </p:nvSpPr>
          <p:spPr>
            <a:xfrm>
              <a:off x="8758435" y="4415025"/>
              <a:ext cx="24120" cy="73440"/>
            </a:xfrm>
            <a:custGeom>
              <a:rect b="b" l="l" r="r" t="t"/>
              <a:pathLst>
                <a:path extrusionOk="0" h="204" w="67">
                  <a:moveTo>
                    <a:pt x="66" y="186"/>
                  </a:moveTo>
                  <a:cubicBezTo>
                    <a:pt x="63" y="192"/>
                    <a:pt x="62" y="198"/>
                    <a:pt x="58" y="200"/>
                  </a:cubicBezTo>
                  <a:cubicBezTo>
                    <a:pt x="49" y="203"/>
                    <a:pt x="44" y="196"/>
                    <a:pt x="42" y="189"/>
                  </a:cubicBezTo>
                  <a:cubicBezTo>
                    <a:pt x="28" y="131"/>
                    <a:pt x="14" y="73"/>
                    <a:pt x="1" y="15"/>
                  </a:cubicBezTo>
                  <a:cubicBezTo>
                    <a:pt x="0" y="15"/>
                    <a:pt x="0" y="14"/>
                    <a:pt x="0" y="14"/>
                  </a:cubicBezTo>
                  <a:cubicBezTo>
                    <a:pt x="0" y="11"/>
                    <a:pt x="1" y="9"/>
                    <a:pt x="2" y="6"/>
                  </a:cubicBezTo>
                  <a:cubicBezTo>
                    <a:pt x="3" y="5"/>
                    <a:pt x="5" y="3"/>
                    <a:pt x="6" y="2"/>
                  </a:cubicBezTo>
                  <a:cubicBezTo>
                    <a:pt x="8" y="1"/>
                    <a:pt x="10" y="0"/>
                    <a:pt x="13" y="0"/>
                  </a:cubicBezTo>
                  <a:cubicBezTo>
                    <a:pt x="15" y="0"/>
                    <a:pt x="17" y="0"/>
                    <a:pt x="20" y="2"/>
                  </a:cubicBezTo>
                  <a:cubicBezTo>
                    <a:pt x="22" y="3"/>
                    <a:pt x="23" y="5"/>
                    <a:pt x="25" y="7"/>
                  </a:cubicBezTo>
                  <a:cubicBezTo>
                    <a:pt x="26" y="8"/>
                    <a:pt x="26" y="10"/>
                    <a:pt x="27" y="11"/>
                  </a:cubicBezTo>
                  <a:cubicBezTo>
                    <a:pt x="28" y="12"/>
                    <a:pt x="28" y="13"/>
                    <a:pt x="29" y="14"/>
                  </a:cubicBezTo>
                  <a:cubicBezTo>
                    <a:pt x="46" y="70"/>
                    <a:pt x="59" y="128"/>
                    <a:pt x="66" y="1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8"/>
            <p:cNvSpPr/>
            <p:nvPr/>
          </p:nvSpPr>
          <p:spPr>
            <a:xfrm>
              <a:off x="8382955" y="4622745"/>
              <a:ext cx="21240" cy="75960"/>
            </a:xfrm>
            <a:custGeom>
              <a:rect b="b" l="l" r="r" t="t"/>
              <a:pathLst>
                <a:path extrusionOk="0" h="211" w="59">
                  <a:moveTo>
                    <a:pt x="57" y="0"/>
                  </a:moveTo>
                  <a:cubicBezTo>
                    <a:pt x="58" y="5"/>
                    <a:pt x="58" y="10"/>
                    <a:pt x="58" y="15"/>
                  </a:cubicBezTo>
                  <a:cubicBezTo>
                    <a:pt x="58" y="20"/>
                    <a:pt x="58" y="25"/>
                    <a:pt x="57" y="30"/>
                  </a:cubicBezTo>
                  <a:cubicBezTo>
                    <a:pt x="37" y="84"/>
                    <a:pt x="26" y="140"/>
                    <a:pt x="24" y="198"/>
                  </a:cubicBezTo>
                  <a:cubicBezTo>
                    <a:pt x="24" y="200"/>
                    <a:pt x="24" y="202"/>
                    <a:pt x="23" y="204"/>
                  </a:cubicBezTo>
                  <a:cubicBezTo>
                    <a:pt x="22" y="206"/>
                    <a:pt x="20" y="208"/>
                    <a:pt x="18" y="209"/>
                  </a:cubicBezTo>
                  <a:cubicBezTo>
                    <a:pt x="16" y="210"/>
                    <a:pt x="14" y="210"/>
                    <a:pt x="12" y="210"/>
                  </a:cubicBezTo>
                  <a:cubicBezTo>
                    <a:pt x="11" y="210"/>
                    <a:pt x="10" y="210"/>
                    <a:pt x="9" y="210"/>
                  </a:cubicBezTo>
                  <a:cubicBezTo>
                    <a:pt x="6" y="210"/>
                    <a:pt x="3" y="203"/>
                    <a:pt x="2" y="199"/>
                  </a:cubicBezTo>
                  <a:cubicBezTo>
                    <a:pt x="0" y="195"/>
                    <a:pt x="0" y="192"/>
                    <a:pt x="0" y="188"/>
                  </a:cubicBezTo>
                  <a:cubicBezTo>
                    <a:pt x="0" y="187"/>
                    <a:pt x="0" y="185"/>
                    <a:pt x="0" y="184"/>
                  </a:cubicBezTo>
                  <a:cubicBezTo>
                    <a:pt x="11" y="120"/>
                    <a:pt x="19" y="56"/>
                    <a:pt x="58" y="1"/>
                  </a:cubicBezTo>
                  <a:lnTo>
                    <a:pt x="5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8"/>
            <p:cNvSpPr/>
            <p:nvPr/>
          </p:nvSpPr>
          <p:spPr>
            <a:xfrm>
              <a:off x="8962915" y="4436265"/>
              <a:ext cx="17280" cy="43560"/>
            </a:xfrm>
            <a:custGeom>
              <a:rect b="b" l="l" r="r" t="t"/>
              <a:pathLst>
                <a:path extrusionOk="0" h="121" w="48">
                  <a:moveTo>
                    <a:pt x="30" y="0"/>
                  </a:moveTo>
                  <a:cubicBezTo>
                    <a:pt x="36" y="26"/>
                    <a:pt x="43" y="53"/>
                    <a:pt x="47" y="79"/>
                  </a:cubicBezTo>
                  <a:cubicBezTo>
                    <a:pt x="47" y="82"/>
                    <a:pt x="47" y="84"/>
                    <a:pt x="47" y="86"/>
                  </a:cubicBezTo>
                  <a:cubicBezTo>
                    <a:pt x="47" y="94"/>
                    <a:pt x="46" y="101"/>
                    <a:pt x="43" y="108"/>
                  </a:cubicBezTo>
                  <a:cubicBezTo>
                    <a:pt x="43" y="109"/>
                    <a:pt x="43" y="109"/>
                    <a:pt x="42" y="110"/>
                  </a:cubicBezTo>
                  <a:cubicBezTo>
                    <a:pt x="41" y="113"/>
                    <a:pt x="37" y="116"/>
                    <a:pt x="34" y="118"/>
                  </a:cubicBezTo>
                  <a:cubicBezTo>
                    <a:pt x="32" y="119"/>
                    <a:pt x="29" y="120"/>
                    <a:pt x="26" y="120"/>
                  </a:cubicBezTo>
                  <a:cubicBezTo>
                    <a:pt x="24" y="120"/>
                    <a:pt x="22" y="119"/>
                    <a:pt x="20" y="118"/>
                  </a:cubicBezTo>
                  <a:cubicBezTo>
                    <a:pt x="16" y="116"/>
                    <a:pt x="14" y="113"/>
                    <a:pt x="12" y="110"/>
                  </a:cubicBezTo>
                  <a:cubicBezTo>
                    <a:pt x="11" y="109"/>
                    <a:pt x="11" y="108"/>
                    <a:pt x="10" y="107"/>
                  </a:cubicBezTo>
                  <a:cubicBezTo>
                    <a:pt x="0" y="75"/>
                    <a:pt x="3" y="51"/>
                    <a:pt x="3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8"/>
            <p:cNvSpPr/>
            <p:nvPr/>
          </p:nvSpPr>
          <p:spPr>
            <a:xfrm>
              <a:off x="8376835" y="4509705"/>
              <a:ext cx="17280" cy="58680"/>
            </a:xfrm>
            <a:custGeom>
              <a:rect b="b" l="l" r="r" t="t"/>
              <a:pathLst>
                <a:path extrusionOk="0" h="163" w="48">
                  <a:moveTo>
                    <a:pt x="47" y="0"/>
                  </a:moveTo>
                  <a:cubicBezTo>
                    <a:pt x="37" y="55"/>
                    <a:pt x="22" y="109"/>
                    <a:pt x="3" y="162"/>
                  </a:cubicBezTo>
                  <a:cubicBezTo>
                    <a:pt x="1" y="147"/>
                    <a:pt x="0" y="133"/>
                    <a:pt x="0" y="118"/>
                  </a:cubicBezTo>
                  <a:cubicBezTo>
                    <a:pt x="0" y="87"/>
                    <a:pt x="5" y="56"/>
                    <a:pt x="15" y="26"/>
                  </a:cubicBezTo>
                  <a:cubicBezTo>
                    <a:pt x="16" y="23"/>
                    <a:pt x="17" y="20"/>
                    <a:pt x="18" y="17"/>
                  </a:cubicBezTo>
                  <a:cubicBezTo>
                    <a:pt x="21" y="12"/>
                    <a:pt x="25" y="8"/>
                    <a:pt x="30" y="5"/>
                  </a:cubicBezTo>
                  <a:cubicBezTo>
                    <a:pt x="35" y="2"/>
                    <a:pt x="40" y="1"/>
                    <a:pt x="46" y="1"/>
                  </a:cubicBezTo>
                  <a:lnTo>
                    <a:pt x="47" y="1"/>
                  </a:lnTo>
                  <a:lnTo>
                    <a:pt x="4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8"/>
            <p:cNvSpPr/>
            <p:nvPr/>
          </p:nvSpPr>
          <p:spPr>
            <a:xfrm>
              <a:off x="8284315" y="4341225"/>
              <a:ext cx="35640" cy="54360"/>
            </a:xfrm>
            <a:custGeom>
              <a:rect b="b" l="l" r="r" t="t"/>
              <a:pathLst>
                <a:path extrusionOk="0" h="151" w="99">
                  <a:moveTo>
                    <a:pt x="1" y="150"/>
                  </a:moveTo>
                  <a:cubicBezTo>
                    <a:pt x="7" y="84"/>
                    <a:pt x="48" y="43"/>
                    <a:pt x="90" y="0"/>
                  </a:cubicBezTo>
                  <a:cubicBezTo>
                    <a:pt x="95" y="5"/>
                    <a:pt x="98" y="6"/>
                    <a:pt x="98" y="8"/>
                  </a:cubicBezTo>
                  <a:cubicBezTo>
                    <a:pt x="98" y="9"/>
                    <a:pt x="98" y="9"/>
                    <a:pt x="98" y="9"/>
                  </a:cubicBezTo>
                  <a:cubicBezTo>
                    <a:pt x="98" y="11"/>
                    <a:pt x="98" y="13"/>
                    <a:pt x="97" y="14"/>
                  </a:cubicBezTo>
                  <a:cubicBezTo>
                    <a:pt x="97" y="14"/>
                    <a:pt x="97" y="15"/>
                    <a:pt x="96" y="15"/>
                  </a:cubicBezTo>
                  <a:lnTo>
                    <a:pt x="0" y="148"/>
                  </a:lnTo>
                  <a:lnTo>
                    <a:pt x="1" y="15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8"/>
            <p:cNvSpPr/>
            <p:nvPr/>
          </p:nvSpPr>
          <p:spPr>
            <a:xfrm>
              <a:off x="8588155" y="4581705"/>
              <a:ext cx="14400" cy="30600"/>
            </a:xfrm>
            <a:custGeom>
              <a:rect b="b" l="l" r="r" t="t"/>
              <a:pathLst>
                <a:path extrusionOk="0" h="85" w="40">
                  <a:moveTo>
                    <a:pt x="25" y="0"/>
                  </a:moveTo>
                  <a:cubicBezTo>
                    <a:pt x="27" y="4"/>
                    <a:pt x="28" y="9"/>
                    <a:pt x="29" y="13"/>
                  </a:cubicBezTo>
                  <a:cubicBezTo>
                    <a:pt x="28" y="36"/>
                    <a:pt x="39" y="61"/>
                    <a:pt x="23" y="83"/>
                  </a:cubicBezTo>
                  <a:cubicBezTo>
                    <a:pt x="22" y="83"/>
                    <a:pt x="21" y="84"/>
                    <a:pt x="20" y="84"/>
                  </a:cubicBezTo>
                  <a:cubicBezTo>
                    <a:pt x="19" y="84"/>
                    <a:pt x="18" y="83"/>
                    <a:pt x="17" y="83"/>
                  </a:cubicBezTo>
                  <a:cubicBezTo>
                    <a:pt x="0" y="59"/>
                    <a:pt x="10" y="33"/>
                    <a:pt x="15" y="8"/>
                  </a:cubicBezTo>
                  <a:cubicBezTo>
                    <a:pt x="16" y="7"/>
                    <a:pt x="19" y="6"/>
                    <a:pt x="2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8"/>
            <p:cNvSpPr/>
            <p:nvPr/>
          </p:nvSpPr>
          <p:spPr>
            <a:xfrm>
              <a:off x="8273155" y="4394505"/>
              <a:ext cx="13680" cy="35280"/>
            </a:xfrm>
            <a:custGeom>
              <a:rect b="b" l="l" r="r" t="t"/>
              <a:pathLst>
                <a:path extrusionOk="0" h="98" w="38">
                  <a:moveTo>
                    <a:pt x="31" y="0"/>
                  </a:moveTo>
                  <a:cubicBezTo>
                    <a:pt x="37" y="33"/>
                    <a:pt x="12" y="54"/>
                    <a:pt x="0" y="97"/>
                  </a:cubicBezTo>
                  <a:cubicBezTo>
                    <a:pt x="5" y="36"/>
                    <a:pt x="5" y="36"/>
                    <a:pt x="32" y="2"/>
                  </a:cubicBezTo>
                  <a:lnTo>
                    <a:pt x="3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8"/>
            <p:cNvSpPr/>
            <p:nvPr/>
          </p:nvSpPr>
          <p:spPr>
            <a:xfrm>
              <a:off x="8522635" y="4335105"/>
              <a:ext cx="14760" cy="27360"/>
            </a:xfrm>
            <a:custGeom>
              <a:rect b="b" l="l" r="r" t="t"/>
              <a:pathLst>
                <a:path extrusionOk="0" h="76" w="41">
                  <a:moveTo>
                    <a:pt x="1" y="75"/>
                  </a:moveTo>
                  <a:cubicBezTo>
                    <a:pt x="6" y="56"/>
                    <a:pt x="10" y="37"/>
                    <a:pt x="16" y="19"/>
                  </a:cubicBezTo>
                  <a:cubicBezTo>
                    <a:pt x="17" y="18"/>
                    <a:pt x="17" y="17"/>
                    <a:pt x="18" y="16"/>
                  </a:cubicBezTo>
                  <a:cubicBezTo>
                    <a:pt x="21" y="11"/>
                    <a:pt x="25" y="8"/>
                    <a:pt x="30" y="5"/>
                  </a:cubicBezTo>
                  <a:cubicBezTo>
                    <a:pt x="31" y="4"/>
                    <a:pt x="30" y="4"/>
                    <a:pt x="31" y="4"/>
                  </a:cubicBezTo>
                  <a:cubicBezTo>
                    <a:pt x="38" y="0"/>
                    <a:pt x="40" y="13"/>
                    <a:pt x="33" y="26"/>
                  </a:cubicBezTo>
                  <a:cubicBezTo>
                    <a:pt x="31" y="31"/>
                    <a:pt x="28" y="37"/>
                    <a:pt x="25" y="42"/>
                  </a:cubicBezTo>
                  <a:cubicBezTo>
                    <a:pt x="19" y="54"/>
                    <a:pt x="10" y="64"/>
                    <a:pt x="0" y="73"/>
                  </a:cubicBezTo>
                  <a:lnTo>
                    <a:pt x="1" y="7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8"/>
            <p:cNvSpPr/>
            <p:nvPr/>
          </p:nvSpPr>
          <p:spPr>
            <a:xfrm>
              <a:off x="8393395" y="4497825"/>
              <a:ext cx="9000" cy="12600"/>
            </a:xfrm>
            <a:custGeom>
              <a:rect b="b" l="l" r="r" t="t"/>
              <a:pathLst>
                <a:path extrusionOk="0" h="35" w="25">
                  <a:moveTo>
                    <a:pt x="2" y="34"/>
                  </a:moveTo>
                  <a:cubicBezTo>
                    <a:pt x="1" y="32"/>
                    <a:pt x="1" y="29"/>
                    <a:pt x="1" y="26"/>
                  </a:cubicBezTo>
                  <a:cubicBezTo>
                    <a:pt x="1" y="21"/>
                    <a:pt x="2" y="15"/>
                    <a:pt x="5" y="10"/>
                  </a:cubicBezTo>
                  <a:cubicBezTo>
                    <a:pt x="7" y="7"/>
                    <a:pt x="9" y="4"/>
                    <a:pt x="12" y="2"/>
                  </a:cubicBezTo>
                  <a:cubicBezTo>
                    <a:pt x="15" y="0"/>
                    <a:pt x="20" y="1"/>
                    <a:pt x="24" y="0"/>
                  </a:cubicBezTo>
                  <a:cubicBezTo>
                    <a:pt x="24" y="2"/>
                    <a:pt x="24" y="5"/>
                    <a:pt x="24" y="7"/>
                  </a:cubicBezTo>
                  <a:cubicBezTo>
                    <a:pt x="16" y="15"/>
                    <a:pt x="8" y="24"/>
                    <a:pt x="0" y="33"/>
                  </a:cubicBezTo>
                  <a:lnTo>
                    <a:pt x="2"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8"/>
            <p:cNvSpPr/>
            <p:nvPr/>
          </p:nvSpPr>
          <p:spPr>
            <a:xfrm>
              <a:off x="8521555" y="4361385"/>
              <a:ext cx="1440" cy="5040"/>
            </a:xfrm>
            <a:custGeom>
              <a:rect b="b" l="l" r="r" t="t"/>
              <a:pathLst>
                <a:path extrusionOk="0" h="14" w="4">
                  <a:moveTo>
                    <a:pt x="2" y="0"/>
                  </a:moveTo>
                  <a:lnTo>
                    <a:pt x="0" y="13"/>
                  </a:lnTo>
                  <a:cubicBezTo>
                    <a:pt x="0" y="12"/>
                    <a:pt x="0" y="12"/>
                    <a:pt x="0" y="11"/>
                  </a:cubicBezTo>
                  <a:cubicBezTo>
                    <a:pt x="0" y="10"/>
                    <a:pt x="0" y="9"/>
                    <a:pt x="0" y="8"/>
                  </a:cubicBezTo>
                  <a:cubicBezTo>
                    <a:pt x="1" y="6"/>
                    <a:pt x="2" y="4"/>
                    <a:pt x="3" y="2"/>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8"/>
            <p:cNvSpPr/>
            <p:nvPr/>
          </p:nvSpPr>
          <p:spPr>
            <a:xfrm>
              <a:off x="8973715" y="4356345"/>
              <a:ext cx="2160" cy="4680"/>
            </a:xfrm>
            <a:custGeom>
              <a:rect b="b" l="l" r="r" t="t"/>
              <a:pathLst>
                <a:path extrusionOk="0" h="13" w="6">
                  <a:moveTo>
                    <a:pt x="0" y="1"/>
                  </a:moveTo>
                  <a:lnTo>
                    <a:pt x="5" y="12"/>
                  </a:lnTo>
                  <a:cubicBezTo>
                    <a:pt x="4" y="10"/>
                    <a:pt x="2" y="9"/>
                    <a:pt x="2" y="7"/>
                  </a:cubicBezTo>
                  <a:cubicBezTo>
                    <a:pt x="1" y="6"/>
                    <a:pt x="1" y="5"/>
                    <a:pt x="1" y="4"/>
                  </a:cubicBezTo>
                  <a:cubicBezTo>
                    <a:pt x="1" y="2"/>
                    <a:pt x="1" y="1"/>
                    <a:pt x="2"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8"/>
            <p:cNvSpPr/>
            <p:nvPr/>
          </p:nvSpPr>
          <p:spPr>
            <a:xfrm>
              <a:off x="8279635" y="4594665"/>
              <a:ext cx="677160" cy="236160"/>
            </a:xfrm>
            <a:custGeom>
              <a:rect b="b" l="l" r="r" t="t"/>
              <a:pathLst>
                <a:path extrusionOk="0" h="656" w="1881">
                  <a:moveTo>
                    <a:pt x="1879" y="0"/>
                  </a:moveTo>
                  <a:cubicBezTo>
                    <a:pt x="1870" y="13"/>
                    <a:pt x="1858" y="24"/>
                    <a:pt x="1845" y="32"/>
                  </a:cubicBezTo>
                  <a:cubicBezTo>
                    <a:pt x="1836" y="37"/>
                    <a:pt x="1828" y="40"/>
                    <a:pt x="1818" y="43"/>
                  </a:cubicBezTo>
                  <a:cubicBezTo>
                    <a:pt x="1644" y="115"/>
                    <a:pt x="1472" y="189"/>
                    <a:pt x="1297" y="258"/>
                  </a:cubicBezTo>
                  <a:cubicBezTo>
                    <a:pt x="1213" y="291"/>
                    <a:pt x="1125" y="315"/>
                    <a:pt x="1040" y="345"/>
                  </a:cubicBezTo>
                  <a:cubicBezTo>
                    <a:pt x="934" y="382"/>
                    <a:pt x="825" y="412"/>
                    <a:pt x="720" y="454"/>
                  </a:cubicBezTo>
                  <a:cubicBezTo>
                    <a:pt x="666" y="474"/>
                    <a:pt x="610" y="491"/>
                    <a:pt x="555" y="504"/>
                  </a:cubicBezTo>
                  <a:cubicBezTo>
                    <a:pt x="405" y="547"/>
                    <a:pt x="255" y="588"/>
                    <a:pt x="105" y="629"/>
                  </a:cubicBezTo>
                  <a:cubicBezTo>
                    <a:pt x="76" y="637"/>
                    <a:pt x="47" y="646"/>
                    <a:pt x="18" y="653"/>
                  </a:cubicBezTo>
                  <a:cubicBezTo>
                    <a:pt x="11" y="655"/>
                    <a:pt x="3" y="655"/>
                    <a:pt x="1" y="646"/>
                  </a:cubicBezTo>
                  <a:cubicBezTo>
                    <a:pt x="0" y="637"/>
                    <a:pt x="8" y="634"/>
                    <a:pt x="15" y="631"/>
                  </a:cubicBezTo>
                  <a:cubicBezTo>
                    <a:pt x="44" y="622"/>
                    <a:pt x="72" y="611"/>
                    <a:pt x="101" y="603"/>
                  </a:cubicBezTo>
                  <a:cubicBezTo>
                    <a:pt x="213" y="574"/>
                    <a:pt x="323" y="541"/>
                    <a:pt x="433" y="507"/>
                  </a:cubicBezTo>
                  <a:cubicBezTo>
                    <a:pt x="514" y="481"/>
                    <a:pt x="598" y="464"/>
                    <a:pt x="680" y="439"/>
                  </a:cubicBezTo>
                  <a:cubicBezTo>
                    <a:pt x="794" y="402"/>
                    <a:pt x="907" y="361"/>
                    <a:pt x="1022" y="323"/>
                  </a:cubicBezTo>
                  <a:cubicBezTo>
                    <a:pt x="1129" y="287"/>
                    <a:pt x="1236" y="252"/>
                    <a:pt x="1343" y="216"/>
                  </a:cubicBezTo>
                  <a:cubicBezTo>
                    <a:pt x="1357" y="212"/>
                    <a:pt x="1371" y="207"/>
                    <a:pt x="1385" y="200"/>
                  </a:cubicBezTo>
                  <a:cubicBezTo>
                    <a:pt x="1507" y="135"/>
                    <a:pt x="1638" y="93"/>
                    <a:pt x="1767" y="44"/>
                  </a:cubicBezTo>
                  <a:lnTo>
                    <a:pt x="1880" y="0"/>
                  </a:lnTo>
                  <a:lnTo>
                    <a:pt x="187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8"/>
            <p:cNvSpPr/>
            <p:nvPr/>
          </p:nvSpPr>
          <p:spPr>
            <a:xfrm>
              <a:off x="8565475" y="4768545"/>
              <a:ext cx="190800" cy="74160"/>
            </a:xfrm>
            <a:custGeom>
              <a:rect b="b" l="l" r="r" t="t"/>
              <a:pathLst>
                <a:path extrusionOk="0" h="206" w="530">
                  <a:moveTo>
                    <a:pt x="528" y="0"/>
                  </a:moveTo>
                  <a:cubicBezTo>
                    <a:pt x="521" y="10"/>
                    <a:pt x="512" y="19"/>
                    <a:pt x="501" y="25"/>
                  </a:cubicBezTo>
                  <a:cubicBezTo>
                    <a:pt x="495" y="29"/>
                    <a:pt x="488" y="32"/>
                    <a:pt x="480" y="34"/>
                  </a:cubicBezTo>
                  <a:cubicBezTo>
                    <a:pt x="371" y="71"/>
                    <a:pt x="267" y="119"/>
                    <a:pt x="155" y="147"/>
                  </a:cubicBezTo>
                  <a:cubicBezTo>
                    <a:pt x="117" y="159"/>
                    <a:pt x="81" y="174"/>
                    <a:pt x="45" y="192"/>
                  </a:cubicBezTo>
                  <a:cubicBezTo>
                    <a:pt x="34" y="197"/>
                    <a:pt x="22" y="202"/>
                    <a:pt x="10" y="205"/>
                  </a:cubicBezTo>
                  <a:cubicBezTo>
                    <a:pt x="8" y="205"/>
                    <a:pt x="3" y="201"/>
                    <a:pt x="1" y="198"/>
                  </a:cubicBezTo>
                  <a:cubicBezTo>
                    <a:pt x="1" y="197"/>
                    <a:pt x="0" y="196"/>
                    <a:pt x="0" y="195"/>
                  </a:cubicBezTo>
                  <a:cubicBezTo>
                    <a:pt x="0" y="194"/>
                    <a:pt x="0" y="193"/>
                    <a:pt x="1" y="192"/>
                  </a:cubicBezTo>
                  <a:cubicBezTo>
                    <a:pt x="2" y="191"/>
                    <a:pt x="2" y="191"/>
                    <a:pt x="2" y="191"/>
                  </a:cubicBezTo>
                  <a:cubicBezTo>
                    <a:pt x="8" y="187"/>
                    <a:pt x="14" y="184"/>
                    <a:pt x="20" y="180"/>
                  </a:cubicBezTo>
                  <a:cubicBezTo>
                    <a:pt x="33" y="172"/>
                    <a:pt x="47" y="165"/>
                    <a:pt x="61" y="159"/>
                  </a:cubicBezTo>
                  <a:cubicBezTo>
                    <a:pt x="117" y="137"/>
                    <a:pt x="174" y="119"/>
                    <a:pt x="230" y="99"/>
                  </a:cubicBezTo>
                  <a:cubicBezTo>
                    <a:pt x="310" y="71"/>
                    <a:pt x="391" y="44"/>
                    <a:pt x="471" y="16"/>
                  </a:cubicBezTo>
                  <a:cubicBezTo>
                    <a:pt x="490" y="10"/>
                    <a:pt x="510" y="6"/>
                    <a:pt x="529" y="1"/>
                  </a:cubicBezTo>
                  <a:lnTo>
                    <a:pt x="52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8"/>
            <p:cNvSpPr/>
            <p:nvPr/>
          </p:nvSpPr>
          <p:spPr>
            <a:xfrm>
              <a:off x="8755555" y="4758105"/>
              <a:ext cx="39240" cy="11160"/>
            </a:xfrm>
            <a:custGeom>
              <a:rect b="b" l="l" r="r" t="t"/>
              <a:pathLst>
                <a:path extrusionOk="0" h="31" w="109">
                  <a:moveTo>
                    <a:pt x="1" y="30"/>
                  </a:moveTo>
                  <a:cubicBezTo>
                    <a:pt x="2" y="29"/>
                    <a:pt x="3" y="29"/>
                    <a:pt x="4" y="28"/>
                  </a:cubicBezTo>
                  <a:cubicBezTo>
                    <a:pt x="34" y="11"/>
                    <a:pt x="68" y="2"/>
                    <a:pt x="103" y="2"/>
                  </a:cubicBezTo>
                  <a:cubicBezTo>
                    <a:pt x="104" y="2"/>
                    <a:pt x="106" y="2"/>
                    <a:pt x="108" y="2"/>
                  </a:cubicBezTo>
                  <a:lnTo>
                    <a:pt x="107" y="0"/>
                  </a:lnTo>
                  <a:cubicBezTo>
                    <a:pt x="102" y="4"/>
                    <a:pt x="97" y="8"/>
                    <a:pt x="91" y="11"/>
                  </a:cubicBezTo>
                  <a:cubicBezTo>
                    <a:pt x="69" y="23"/>
                    <a:pt x="44" y="30"/>
                    <a:pt x="19" y="30"/>
                  </a:cubicBezTo>
                  <a:cubicBezTo>
                    <a:pt x="13" y="30"/>
                    <a:pt x="6" y="30"/>
                    <a:pt x="0" y="29"/>
                  </a:cubicBezTo>
                  <a:lnTo>
                    <a:pt x="1" y="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8"/>
            <p:cNvSpPr/>
            <p:nvPr/>
          </p:nvSpPr>
          <p:spPr>
            <a:xfrm>
              <a:off x="9155155" y="4547145"/>
              <a:ext cx="9360" cy="7200"/>
            </a:xfrm>
            <a:custGeom>
              <a:rect b="b" l="l" r="r" t="t"/>
              <a:pathLst>
                <a:path extrusionOk="0" h="20" w="26">
                  <a:moveTo>
                    <a:pt x="23" y="0"/>
                  </a:moveTo>
                  <a:cubicBezTo>
                    <a:pt x="19" y="5"/>
                    <a:pt x="14" y="9"/>
                    <a:pt x="9" y="14"/>
                  </a:cubicBezTo>
                  <a:cubicBezTo>
                    <a:pt x="4" y="19"/>
                    <a:pt x="0" y="18"/>
                    <a:pt x="0" y="12"/>
                  </a:cubicBezTo>
                  <a:cubicBezTo>
                    <a:pt x="0" y="11"/>
                    <a:pt x="3" y="8"/>
                    <a:pt x="5" y="8"/>
                  </a:cubicBezTo>
                  <a:cubicBezTo>
                    <a:pt x="11" y="5"/>
                    <a:pt x="18" y="3"/>
                    <a:pt x="25" y="1"/>
                  </a:cubicBezTo>
                  <a:lnTo>
                    <a:pt x="2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8"/>
            <p:cNvSpPr/>
            <p:nvPr/>
          </p:nvSpPr>
          <p:spPr>
            <a:xfrm>
              <a:off x="8956075" y="4593225"/>
              <a:ext cx="9000" cy="2520"/>
            </a:xfrm>
            <a:custGeom>
              <a:rect b="b" l="l" r="r" t="t"/>
              <a:pathLst>
                <a:path extrusionOk="0" h="7" w="25">
                  <a:moveTo>
                    <a:pt x="1" y="5"/>
                  </a:moveTo>
                  <a:cubicBezTo>
                    <a:pt x="5" y="3"/>
                    <a:pt x="9" y="1"/>
                    <a:pt x="13" y="0"/>
                  </a:cubicBezTo>
                  <a:cubicBezTo>
                    <a:pt x="14" y="0"/>
                    <a:pt x="14" y="0"/>
                    <a:pt x="14" y="0"/>
                  </a:cubicBezTo>
                  <a:cubicBezTo>
                    <a:pt x="18" y="0"/>
                    <a:pt x="21" y="1"/>
                    <a:pt x="24" y="2"/>
                  </a:cubicBezTo>
                  <a:lnTo>
                    <a:pt x="23" y="2"/>
                  </a:lnTo>
                  <a:cubicBezTo>
                    <a:pt x="20" y="4"/>
                    <a:pt x="17" y="5"/>
                    <a:pt x="13" y="6"/>
                  </a:cubicBezTo>
                  <a:cubicBezTo>
                    <a:pt x="9" y="6"/>
                    <a:pt x="4" y="6"/>
                    <a:pt x="0" y="4"/>
                  </a:cubicBezTo>
                  <a:lnTo>
                    <a:pt x="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8"/>
            <p:cNvSpPr/>
            <p:nvPr/>
          </p:nvSpPr>
          <p:spPr>
            <a:xfrm>
              <a:off x="8794075" y="4754865"/>
              <a:ext cx="8280" cy="4320"/>
            </a:xfrm>
            <a:custGeom>
              <a:rect b="b" l="l" r="r" t="t"/>
              <a:pathLst>
                <a:path extrusionOk="0" h="12" w="23">
                  <a:moveTo>
                    <a:pt x="1" y="11"/>
                  </a:moveTo>
                  <a:cubicBezTo>
                    <a:pt x="4" y="8"/>
                    <a:pt x="7" y="4"/>
                    <a:pt x="11" y="2"/>
                  </a:cubicBezTo>
                  <a:cubicBezTo>
                    <a:pt x="15" y="0"/>
                    <a:pt x="18" y="2"/>
                    <a:pt x="22" y="2"/>
                  </a:cubicBezTo>
                  <a:cubicBezTo>
                    <a:pt x="21" y="3"/>
                    <a:pt x="19" y="5"/>
                    <a:pt x="17" y="6"/>
                  </a:cubicBezTo>
                  <a:cubicBezTo>
                    <a:pt x="16" y="6"/>
                    <a:pt x="14" y="7"/>
                    <a:pt x="13" y="8"/>
                  </a:cubicBezTo>
                  <a:cubicBezTo>
                    <a:pt x="11" y="8"/>
                    <a:pt x="8" y="8"/>
                    <a:pt x="6" y="8"/>
                  </a:cubicBezTo>
                  <a:cubicBezTo>
                    <a:pt x="3" y="8"/>
                    <a:pt x="2" y="8"/>
                    <a:pt x="0" y="8"/>
                  </a:cubicBezTo>
                  <a:lnTo>
                    <a:pt x="1"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8"/>
            <p:cNvSpPr/>
            <p:nvPr/>
          </p:nvSpPr>
          <p:spPr>
            <a:xfrm>
              <a:off x="7823875" y="4683225"/>
              <a:ext cx="255600" cy="179280"/>
            </a:xfrm>
            <a:custGeom>
              <a:rect b="b" l="l" r="r" t="t"/>
              <a:pathLst>
                <a:path extrusionOk="0" h="498" w="710">
                  <a:moveTo>
                    <a:pt x="709" y="496"/>
                  </a:moveTo>
                  <a:cubicBezTo>
                    <a:pt x="695" y="493"/>
                    <a:pt x="681" y="488"/>
                    <a:pt x="669" y="481"/>
                  </a:cubicBezTo>
                  <a:cubicBezTo>
                    <a:pt x="664" y="478"/>
                    <a:pt x="659" y="475"/>
                    <a:pt x="654" y="471"/>
                  </a:cubicBezTo>
                  <a:lnTo>
                    <a:pt x="524" y="395"/>
                  </a:lnTo>
                  <a:cubicBezTo>
                    <a:pt x="520" y="393"/>
                    <a:pt x="515" y="391"/>
                    <a:pt x="511" y="388"/>
                  </a:cubicBezTo>
                  <a:cubicBezTo>
                    <a:pt x="502" y="383"/>
                    <a:pt x="494" y="378"/>
                    <a:pt x="485" y="372"/>
                  </a:cubicBezTo>
                  <a:cubicBezTo>
                    <a:pt x="399" y="303"/>
                    <a:pt x="301" y="251"/>
                    <a:pt x="207" y="194"/>
                  </a:cubicBezTo>
                  <a:cubicBezTo>
                    <a:pt x="135" y="148"/>
                    <a:pt x="69" y="94"/>
                    <a:pt x="9" y="33"/>
                  </a:cubicBezTo>
                  <a:cubicBezTo>
                    <a:pt x="8" y="32"/>
                    <a:pt x="8" y="30"/>
                    <a:pt x="7" y="29"/>
                  </a:cubicBezTo>
                  <a:cubicBezTo>
                    <a:pt x="5" y="23"/>
                    <a:pt x="2" y="19"/>
                    <a:pt x="1" y="13"/>
                  </a:cubicBezTo>
                  <a:cubicBezTo>
                    <a:pt x="0" y="12"/>
                    <a:pt x="0" y="12"/>
                    <a:pt x="0" y="11"/>
                  </a:cubicBezTo>
                  <a:cubicBezTo>
                    <a:pt x="0" y="10"/>
                    <a:pt x="0" y="7"/>
                    <a:pt x="1" y="7"/>
                  </a:cubicBezTo>
                  <a:cubicBezTo>
                    <a:pt x="2" y="6"/>
                    <a:pt x="2" y="6"/>
                    <a:pt x="2" y="6"/>
                  </a:cubicBezTo>
                  <a:cubicBezTo>
                    <a:pt x="6" y="4"/>
                    <a:pt x="12" y="0"/>
                    <a:pt x="15" y="2"/>
                  </a:cubicBezTo>
                  <a:cubicBezTo>
                    <a:pt x="16" y="2"/>
                    <a:pt x="18" y="3"/>
                    <a:pt x="19" y="4"/>
                  </a:cubicBezTo>
                  <a:cubicBezTo>
                    <a:pt x="26" y="8"/>
                    <a:pt x="33" y="13"/>
                    <a:pt x="39" y="18"/>
                  </a:cubicBezTo>
                  <a:lnTo>
                    <a:pt x="175" y="126"/>
                  </a:lnTo>
                  <a:cubicBezTo>
                    <a:pt x="186" y="136"/>
                    <a:pt x="198" y="145"/>
                    <a:pt x="211" y="153"/>
                  </a:cubicBezTo>
                  <a:cubicBezTo>
                    <a:pt x="231" y="163"/>
                    <a:pt x="250" y="173"/>
                    <a:pt x="270" y="184"/>
                  </a:cubicBezTo>
                  <a:cubicBezTo>
                    <a:pt x="309" y="207"/>
                    <a:pt x="347" y="232"/>
                    <a:pt x="383" y="260"/>
                  </a:cubicBezTo>
                  <a:cubicBezTo>
                    <a:pt x="465" y="318"/>
                    <a:pt x="553" y="367"/>
                    <a:pt x="635" y="424"/>
                  </a:cubicBezTo>
                  <a:cubicBezTo>
                    <a:pt x="663" y="443"/>
                    <a:pt x="696" y="460"/>
                    <a:pt x="707" y="497"/>
                  </a:cubicBezTo>
                  <a:lnTo>
                    <a:pt x="709" y="49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8"/>
            <p:cNvSpPr/>
            <p:nvPr/>
          </p:nvSpPr>
          <p:spPr>
            <a:xfrm>
              <a:off x="7807675" y="4750905"/>
              <a:ext cx="206640" cy="149760"/>
            </a:xfrm>
            <a:custGeom>
              <a:rect b="b" l="l" r="r" t="t"/>
              <a:pathLst>
                <a:path extrusionOk="0" h="416" w="574">
                  <a:moveTo>
                    <a:pt x="571" y="399"/>
                  </a:moveTo>
                  <a:cubicBezTo>
                    <a:pt x="525" y="365"/>
                    <a:pt x="471" y="339"/>
                    <a:pt x="423" y="309"/>
                  </a:cubicBezTo>
                  <a:cubicBezTo>
                    <a:pt x="374" y="278"/>
                    <a:pt x="327" y="246"/>
                    <a:pt x="280" y="213"/>
                  </a:cubicBezTo>
                  <a:cubicBezTo>
                    <a:pt x="186" y="146"/>
                    <a:pt x="96" y="74"/>
                    <a:pt x="6" y="2"/>
                  </a:cubicBezTo>
                  <a:cubicBezTo>
                    <a:pt x="4" y="0"/>
                    <a:pt x="0" y="3"/>
                    <a:pt x="2" y="6"/>
                  </a:cubicBezTo>
                  <a:cubicBezTo>
                    <a:pt x="83" y="89"/>
                    <a:pt x="170" y="165"/>
                    <a:pt x="264" y="233"/>
                  </a:cubicBezTo>
                  <a:cubicBezTo>
                    <a:pt x="355" y="298"/>
                    <a:pt x="456" y="376"/>
                    <a:pt x="561" y="415"/>
                  </a:cubicBezTo>
                  <a:cubicBezTo>
                    <a:pt x="562" y="415"/>
                    <a:pt x="563" y="415"/>
                    <a:pt x="563" y="415"/>
                  </a:cubicBezTo>
                  <a:cubicBezTo>
                    <a:pt x="565" y="415"/>
                    <a:pt x="566" y="415"/>
                    <a:pt x="568" y="414"/>
                  </a:cubicBezTo>
                  <a:cubicBezTo>
                    <a:pt x="569" y="413"/>
                    <a:pt x="570" y="411"/>
                    <a:pt x="572" y="410"/>
                  </a:cubicBezTo>
                  <a:cubicBezTo>
                    <a:pt x="573" y="408"/>
                    <a:pt x="573" y="406"/>
                    <a:pt x="573" y="405"/>
                  </a:cubicBezTo>
                  <a:cubicBezTo>
                    <a:pt x="573" y="403"/>
                    <a:pt x="573" y="402"/>
                    <a:pt x="572" y="400"/>
                  </a:cubicBezTo>
                  <a:lnTo>
                    <a:pt x="571" y="3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8"/>
            <p:cNvSpPr/>
            <p:nvPr/>
          </p:nvSpPr>
          <p:spPr>
            <a:xfrm>
              <a:off x="8078395" y="4861425"/>
              <a:ext cx="1440" cy="1440"/>
            </a:xfrm>
            <a:custGeom>
              <a:rect b="b" l="l" r="r" t="t"/>
              <a:pathLst>
                <a:path extrusionOk="0" h="4" w="4">
                  <a:moveTo>
                    <a:pt x="0" y="1"/>
                  </a:moveTo>
                  <a:lnTo>
                    <a:pt x="3" y="3"/>
                  </a:lnTo>
                  <a:lnTo>
                    <a:pt x="2" y="0"/>
                  </a:lnTo>
                  <a:lnTo>
                    <a:pt x="0" y="1"/>
                  </a:lnTo>
                </a:path>
              </a:pathLst>
            </a:custGeom>
            <a:solidFill>
              <a:schemeClr val="dk1"/>
            </a:solidFill>
            <a:ln>
              <a:noFill/>
            </a:ln>
          </p:spPr>
        </p:sp>
        <p:sp>
          <p:nvSpPr>
            <p:cNvPr id="5904" name="Google Shape;5904;p48"/>
            <p:cNvSpPr/>
            <p:nvPr/>
          </p:nvSpPr>
          <p:spPr>
            <a:xfrm>
              <a:off x="8054995" y="4427985"/>
              <a:ext cx="30600" cy="12600"/>
            </a:xfrm>
            <a:custGeom>
              <a:rect b="b" l="l" r="r" t="t"/>
              <a:pathLst>
                <a:path extrusionOk="0" h="35" w="85">
                  <a:moveTo>
                    <a:pt x="82" y="0"/>
                  </a:moveTo>
                  <a:cubicBezTo>
                    <a:pt x="52" y="24"/>
                    <a:pt x="52" y="24"/>
                    <a:pt x="0" y="34"/>
                  </a:cubicBezTo>
                  <a:cubicBezTo>
                    <a:pt x="4" y="31"/>
                    <a:pt x="8" y="29"/>
                    <a:pt x="12" y="27"/>
                  </a:cubicBezTo>
                  <a:cubicBezTo>
                    <a:pt x="34" y="14"/>
                    <a:pt x="58" y="5"/>
                    <a:pt x="84" y="1"/>
                  </a:cubicBezTo>
                  <a:lnTo>
                    <a:pt x="8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8"/>
            <p:cNvSpPr/>
            <p:nvPr/>
          </p:nvSpPr>
          <p:spPr>
            <a:xfrm>
              <a:off x="7943755" y="4406025"/>
              <a:ext cx="720" cy="1800"/>
            </a:xfrm>
            <a:custGeom>
              <a:rect b="b" l="l" r="r" t="t"/>
              <a:pathLst>
                <a:path extrusionOk="0" h="5" w="2">
                  <a:moveTo>
                    <a:pt x="0" y="4"/>
                  </a:moveTo>
                  <a:lnTo>
                    <a:pt x="1" y="0"/>
                  </a:lnTo>
                  <a:lnTo>
                    <a:pt x="0" y="2"/>
                  </a:lnTo>
                  <a:lnTo>
                    <a:pt x="0" y="4"/>
                  </a:lnTo>
                </a:path>
              </a:pathLst>
            </a:custGeom>
            <a:solidFill>
              <a:schemeClr val="dk1"/>
            </a:solidFill>
            <a:ln>
              <a:noFill/>
            </a:ln>
          </p:spPr>
        </p:sp>
        <p:sp>
          <p:nvSpPr>
            <p:cNvPr id="5906" name="Google Shape;5906;p48"/>
            <p:cNvSpPr/>
            <p:nvPr/>
          </p:nvSpPr>
          <p:spPr>
            <a:xfrm>
              <a:off x="8564395" y="4800225"/>
              <a:ext cx="283680" cy="115200"/>
            </a:xfrm>
            <a:custGeom>
              <a:rect b="b" l="l" r="r" t="t"/>
              <a:pathLst>
                <a:path extrusionOk="0" h="320" w="788">
                  <a:moveTo>
                    <a:pt x="784" y="0"/>
                  </a:moveTo>
                  <a:cubicBezTo>
                    <a:pt x="653" y="47"/>
                    <a:pt x="523" y="100"/>
                    <a:pt x="392" y="153"/>
                  </a:cubicBezTo>
                  <a:cubicBezTo>
                    <a:pt x="262" y="205"/>
                    <a:pt x="125" y="244"/>
                    <a:pt x="4" y="309"/>
                  </a:cubicBezTo>
                  <a:cubicBezTo>
                    <a:pt x="0" y="312"/>
                    <a:pt x="1" y="319"/>
                    <a:pt x="7" y="318"/>
                  </a:cubicBezTo>
                  <a:cubicBezTo>
                    <a:pt x="137" y="291"/>
                    <a:pt x="268" y="230"/>
                    <a:pt x="393" y="181"/>
                  </a:cubicBezTo>
                  <a:cubicBezTo>
                    <a:pt x="526" y="129"/>
                    <a:pt x="657" y="71"/>
                    <a:pt x="784" y="7"/>
                  </a:cubicBezTo>
                  <a:cubicBezTo>
                    <a:pt x="785" y="7"/>
                    <a:pt x="785" y="7"/>
                    <a:pt x="785" y="6"/>
                  </a:cubicBezTo>
                  <a:cubicBezTo>
                    <a:pt x="786" y="5"/>
                    <a:pt x="786" y="6"/>
                    <a:pt x="787" y="5"/>
                  </a:cubicBezTo>
                  <a:lnTo>
                    <a:pt x="787" y="4"/>
                  </a:lnTo>
                  <a:cubicBezTo>
                    <a:pt x="787" y="3"/>
                    <a:pt x="787" y="2"/>
                    <a:pt x="787" y="2"/>
                  </a:cubicBezTo>
                  <a:cubicBezTo>
                    <a:pt x="786" y="1"/>
                    <a:pt x="786" y="1"/>
                    <a:pt x="785" y="1"/>
                  </a:cubicBezTo>
                  <a:lnTo>
                    <a:pt x="78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8"/>
            <p:cNvSpPr/>
            <p:nvPr/>
          </p:nvSpPr>
          <p:spPr>
            <a:xfrm>
              <a:off x="9154435" y="4680705"/>
              <a:ext cx="30960" cy="12600"/>
            </a:xfrm>
            <a:custGeom>
              <a:rect b="b" l="l" r="r" t="t"/>
              <a:pathLst>
                <a:path extrusionOk="0" h="35" w="86">
                  <a:moveTo>
                    <a:pt x="78" y="0"/>
                  </a:moveTo>
                  <a:cubicBezTo>
                    <a:pt x="53" y="6"/>
                    <a:pt x="29" y="14"/>
                    <a:pt x="5" y="25"/>
                  </a:cubicBezTo>
                  <a:cubicBezTo>
                    <a:pt x="0" y="27"/>
                    <a:pt x="3" y="34"/>
                    <a:pt x="8" y="33"/>
                  </a:cubicBezTo>
                  <a:cubicBezTo>
                    <a:pt x="33" y="28"/>
                    <a:pt x="58" y="21"/>
                    <a:pt x="81" y="11"/>
                  </a:cubicBezTo>
                  <a:cubicBezTo>
                    <a:pt x="82" y="11"/>
                    <a:pt x="82" y="11"/>
                    <a:pt x="83" y="10"/>
                  </a:cubicBezTo>
                  <a:cubicBezTo>
                    <a:pt x="83" y="10"/>
                    <a:pt x="84" y="9"/>
                    <a:pt x="85" y="8"/>
                  </a:cubicBezTo>
                  <a:cubicBezTo>
                    <a:pt x="85" y="7"/>
                    <a:pt x="85" y="6"/>
                    <a:pt x="85" y="5"/>
                  </a:cubicBezTo>
                  <a:cubicBezTo>
                    <a:pt x="85" y="4"/>
                    <a:pt x="85" y="3"/>
                    <a:pt x="85" y="3"/>
                  </a:cubicBezTo>
                  <a:cubicBezTo>
                    <a:pt x="84" y="2"/>
                    <a:pt x="83" y="1"/>
                    <a:pt x="83" y="1"/>
                  </a:cubicBezTo>
                  <a:cubicBezTo>
                    <a:pt x="82" y="0"/>
                    <a:pt x="81" y="0"/>
                    <a:pt x="80" y="0"/>
                  </a:cubicBezTo>
                  <a:cubicBezTo>
                    <a:pt x="79" y="0"/>
                    <a:pt x="79" y="0"/>
                    <a:pt x="7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8"/>
            <p:cNvSpPr/>
            <p:nvPr/>
          </p:nvSpPr>
          <p:spPr>
            <a:xfrm>
              <a:off x="9095035" y="4601865"/>
              <a:ext cx="111600" cy="40680"/>
            </a:xfrm>
            <a:custGeom>
              <a:rect b="b" l="l" r="r" t="t"/>
              <a:pathLst>
                <a:path extrusionOk="0" h="113" w="310">
                  <a:moveTo>
                    <a:pt x="304" y="1"/>
                  </a:moveTo>
                  <a:cubicBezTo>
                    <a:pt x="255" y="6"/>
                    <a:pt x="207" y="28"/>
                    <a:pt x="161" y="44"/>
                  </a:cubicBezTo>
                  <a:cubicBezTo>
                    <a:pt x="107" y="60"/>
                    <a:pt x="54" y="80"/>
                    <a:pt x="3" y="105"/>
                  </a:cubicBezTo>
                  <a:cubicBezTo>
                    <a:pt x="0" y="106"/>
                    <a:pt x="0" y="112"/>
                    <a:pt x="4" y="111"/>
                  </a:cubicBezTo>
                  <a:cubicBezTo>
                    <a:pt x="56" y="99"/>
                    <a:pt x="107" y="84"/>
                    <a:pt x="157" y="64"/>
                  </a:cubicBezTo>
                  <a:cubicBezTo>
                    <a:pt x="206" y="47"/>
                    <a:pt x="261" y="34"/>
                    <a:pt x="306" y="6"/>
                  </a:cubicBezTo>
                  <a:cubicBezTo>
                    <a:pt x="309" y="5"/>
                    <a:pt x="307" y="0"/>
                    <a:pt x="30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8"/>
            <p:cNvSpPr/>
            <p:nvPr/>
          </p:nvSpPr>
          <p:spPr>
            <a:xfrm>
              <a:off x="8244715" y="4500705"/>
              <a:ext cx="74880" cy="100080"/>
            </a:xfrm>
            <a:custGeom>
              <a:rect b="b" l="l" r="r" t="t"/>
              <a:pathLst>
                <a:path extrusionOk="0" h="278" w="208">
                  <a:moveTo>
                    <a:pt x="199" y="0"/>
                  </a:moveTo>
                  <a:cubicBezTo>
                    <a:pt x="91" y="33"/>
                    <a:pt x="0" y="152"/>
                    <a:pt x="12" y="267"/>
                  </a:cubicBezTo>
                  <a:cubicBezTo>
                    <a:pt x="12" y="277"/>
                    <a:pt x="27" y="276"/>
                    <a:pt x="29" y="267"/>
                  </a:cubicBezTo>
                  <a:cubicBezTo>
                    <a:pt x="51" y="153"/>
                    <a:pt x="100" y="70"/>
                    <a:pt x="203" y="12"/>
                  </a:cubicBezTo>
                  <a:lnTo>
                    <a:pt x="204" y="12"/>
                  </a:lnTo>
                  <a:cubicBezTo>
                    <a:pt x="205" y="11"/>
                    <a:pt x="205" y="11"/>
                    <a:pt x="206" y="10"/>
                  </a:cubicBezTo>
                  <a:cubicBezTo>
                    <a:pt x="207" y="9"/>
                    <a:pt x="207" y="7"/>
                    <a:pt x="207" y="6"/>
                  </a:cubicBezTo>
                  <a:cubicBezTo>
                    <a:pt x="207" y="5"/>
                    <a:pt x="207" y="4"/>
                    <a:pt x="206" y="3"/>
                  </a:cubicBezTo>
                  <a:cubicBezTo>
                    <a:pt x="205" y="2"/>
                    <a:pt x="205" y="2"/>
                    <a:pt x="204" y="1"/>
                  </a:cubicBezTo>
                  <a:cubicBezTo>
                    <a:pt x="203" y="0"/>
                    <a:pt x="202" y="0"/>
                    <a:pt x="200" y="0"/>
                  </a:cubicBezTo>
                  <a:lnTo>
                    <a:pt x="19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8"/>
            <p:cNvSpPr/>
            <p:nvPr/>
          </p:nvSpPr>
          <p:spPr>
            <a:xfrm>
              <a:off x="8163355" y="4581705"/>
              <a:ext cx="43200" cy="69840"/>
            </a:xfrm>
            <a:custGeom>
              <a:rect b="b" l="l" r="r" t="t"/>
              <a:pathLst>
                <a:path extrusionOk="0" h="194" w="120">
                  <a:moveTo>
                    <a:pt x="99" y="8"/>
                  </a:moveTo>
                  <a:cubicBezTo>
                    <a:pt x="55" y="56"/>
                    <a:pt x="12" y="115"/>
                    <a:pt x="1" y="182"/>
                  </a:cubicBezTo>
                  <a:cubicBezTo>
                    <a:pt x="0" y="191"/>
                    <a:pt x="11" y="193"/>
                    <a:pt x="15" y="186"/>
                  </a:cubicBezTo>
                  <a:cubicBezTo>
                    <a:pt x="45" y="127"/>
                    <a:pt x="69" y="69"/>
                    <a:pt x="112" y="19"/>
                  </a:cubicBezTo>
                  <a:cubicBezTo>
                    <a:pt x="119" y="10"/>
                    <a:pt x="105" y="0"/>
                    <a:pt x="99"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8"/>
            <p:cNvSpPr/>
            <p:nvPr/>
          </p:nvSpPr>
          <p:spPr>
            <a:xfrm>
              <a:off x="8303395" y="4596105"/>
              <a:ext cx="25200" cy="86400"/>
            </a:xfrm>
            <a:custGeom>
              <a:rect b="b" l="l" r="r" t="t"/>
              <a:pathLst>
                <a:path extrusionOk="0" h="240" w="70">
                  <a:moveTo>
                    <a:pt x="53" y="7"/>
                  </a:moveTo>
                  <a:cubicBezTo>
                    <a:pt x="50" y="12"/>
                    <a:pt x="47" y="17"/>
                    <a:pt x="44" y="22"/>
                  </a:cubicBezTo>
                  <a:cubicBezTo>
                    <a:pt x="15" y="72"/>
                    <a:pt x="0" y="127"/>
                    <a:pt x="0" y="184"/>
                  </a:cubicBezTo>
                  <a:cubicBezTo>
                    <a:pt x="0" y="200"/>
                    <a:pt x="1" y="215"/>
                    <a:pt x="3" y="230"/>
                  </a:cubicBezTo>
                  <a:cubicBezTo>
                    <a:pt x="5" y="238"/>
                    <a:pt x="18" y="239"/>
                    <a:pt x="18" y="230"/>
                  </a:cubicBezTo>
                  <a:cubicBezTo>
                    <a:pt x="18" y="155"/>
                    <a:pt x="34" y="82"/>
                    <a:pt x="66" y="14"/>
                  </a:cubicBezTo>
                  <a:cubicBezTo>
                    <a:pt x="69" y="7"/>
                    <a:pt x="57" y="0"/>
                    <a:pt x="5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8"/>
            <p:cNvSpPr/>
            <p:nvPr/>
          </p:nvSpPr>
          <p:spPr>
            <a:xfrm>
              <a:off x="8650075" y="4463985"/>
              <a:ext cx="23400" cy="81720"/>
            </a:xfrm>
            <a:custGeom>
              <a:rect b="b" l="l" r="r" t="t"/>
              <a:pathLst>
                <a:path extrusionOk="0" h="227" w="65">
                  <a:moveTo>
                    <a:pt x="8" y="2"/>
                  </a:moveTo>
                  <a:cubicBezTo>
                    <a:pt x="7" y="1"/>
                    <a:pt x="7" y="1"/>
                    <a:pt x="6" y="0"/>
                  </a:cubicBezTo>
                  <a:cubicBezTo>
                    <a:pt x="6" y="0"/>
                    <a:pt x="5" y="0"/>
                    <a:pt x="4" y="0"/>
                  </a:cubicBezTo>
                  <a:cubicBezTo>
                    <a:pt x="3" y="0"/>
                    <a:pt x="3" y="0"/>
                    <a:pt x="2" y="0"/>
                  </a:cubicBezTo>
                  <a:cubicBezTo>
                    <a:pt x="1" y="1"/>
                    <a:pt x="1" y="1"/>
                    <a:pt x="0" y="2"/>
                  </a:cubicBezTo>
                  <a:cubicBezTo>
                    <a:pt x="0" y="2"/>
                    <a:pt x="0" y="3"/>
                    <a:pt x="0" y="4"/>
                  </a:cubicBezTo>
                  <a:lnTo>
                    <a:pt x="0" y="5"/>
                  </a:lnTo>
                  <a:cubicBezTo>
                    <a:pt x="29" y="74"/>
                    <a:pt x="30" y="144"/>
                    <a:pt x="34" y="217"/>
                  </a:cubicBezTo>
                  <a:cubicBezTo>
                    <a:pt x="34" y="226"/>
                    <a:pt x="49" y="225"/>
                    <a:pt x="50" y="217"/>
                  </a:cubicBezTo>
                  <a:cubicBezTo>
                    <a:pt x="64" y="142"/>
                    <a:pt x="39" y="68"/>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8"/>
            <p:cNvSpPr/>
            <p:nvPr/>
          </p:nvSpPr>
          <p:spPr>
            <a:xfrm>
              <a:off x="8508595" y="4475505"/>
              <a:ext cx="38880" cy="80640"/>
            </a:xfrm>
            <a:custGeom>
              <a:rect b="b" l="l" r="r" t="t"/>
              <a:pathLst>
                <a:path extrusionOk="0" h="224" w="108">
                  <a:moveTo>
                    <a:pt x="91" y="7"/>
                  </a:moveTo>
                  <a:cubicBezTo>
                    <a:pt x="39" y="56"/>
                    <a:pt x="0" y="139"/>
                    <a:pt x="14" y="212"/>
                  </a:cubicBezTo>
                  <a:cubicBezTo>
                    <a:pt x="14" y="214"/>
                    <a:pt x="14" y="216"/>
                    <a:pt x="15" y="217"/>
                  </a:cubicBezTo>
                  <a:cubicBezTo>
                    <a:pt x="16" y="219"/>
                    <a:pt x="17" y="220"/>
                    <a:pt x="19" y="221"/>
                  </a:cubicBezTo>
                  <a:cubicBezTo>
                    <a:pt x="21" y="222"/>
                    <a:pt x="22" y="223"/>
                    <a:pt x="24" y="223"/>
                  </a:cubicBezTo>
                  <a:cubicBezTo>
                    <a:pt x="26" y="223"/>
                    <a:pt x="28" y="222"/>
                    <a:pt x="30" y="221"/>
                  </a:cubicBezTo>
                  <a:cubicBezTo>
                    <a:pt x="31" y="220"/>
                    <a:pt x="33" y="219"/>
                    <a:pt x="34" y="217"/>
                  </a:cubicBezTo>
                  <a:cubicBezTo>
                    <a:pt x="35" y="216"/>
                    <a:pt x="35" y="214"/>
                    <a:pt x="35" y="212"/>
                  </a:cubicBezTo>
                  <a:cubicBezTo>
                    <a:pt x="38" y="177"/>
                    <a:pt x="44" y="143"/>
                    <a:pt x="54" y="110"/>
                  </a:cubicBezTo>
                  <a:cubicBezTo>
                    <a:pt x="61" y="90"/>
                    <a:pt x="70" y="70"/>
                    <a:pt x="81" y="52"/>
                  </a:cubicBezTo>
                  <a:cubicBezTo>
                    <a:pt x="88" y="40"/>
                    <a:pt x="95" y="29"/>
                    <a:pt x="103" y="18"/>
                  </a:cubicBezTo>
                  <a:cubicBezTo>
                    <a:pt x="107" y="11"/>
                    <a:pt x="98" y="0"/>
                    <a:pt x="9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8"/>
            <p:cNvSpPr/>
            <p:nvPr/>
          </p:nvSpPr>
          <p:spPr>
            <a:xfrm>
              <a:off x="8470435" y="4241145"/>
              <a:ext cx="52920" cy="55080"/>
            </a:xfrm>
            <a:custGeom>
              <a:rect b="b" l="l" r="r" t="t"/>
              <a:pathLst>
                <a:path extrusionOk="0" h="153" w="147">
                  <a:moveTo>
                    <a:pt x="137" y="0"/>
                  </a:moveTo>
                  <a:cubicBezTo>
                    <a:pt x="76" y="13"/>
                    <a:pt x="9" y="81"/>
                    <a:pt x="0" y="143"/>
                  </a:cubicBezTo>
                  <a:lnTo>
                    <a:pt x="0" y="144"/>
                  </a:lnTo>
                  <a:cubicBezTo>
                    <a:pt x="0" y="145"/>
                    <a:pt x="0" y="147"/>
                    <a:pt x="1" y="148"/>
                  </a:cubicBezTo>
                  <a:cubicBezTo>
                    <a:pt x="2" y="149"/>
                    <a:pt x="3" y="150"/>
                    <a:pt x="4" y="151"/>
                  </a:cubicBezTo>
                  <a:cubicBezTo>
                    <a:pt x="5" y="152"/>
                    <a:pt x="6" y="152"/>
                    <a:pt x="8" y="152"/>
                  </a:cubicBezTo>
                  <a:cubicBezTo>
                    <a:pt x="9" y="152"/>
                    <a:pt x="11" y="152"/>
                    <a:pt x="12" y="151"/>
                  </a:cubicBezTo>
                  <a:cubicBezTo>
                    <a:pt x="13" y="150"/>
                    <a:pt x="14" y="150"/>
                    <a:pt x="15" y="149"/>
                  </a:cubicBezTo>
                  <a:cubicBezTo>
                    <a:pt x="31" y="122"/>
                    <a:pt x="48" y="96"/>
                    <a:pt x="68" y="71"/>
                  </a:cubicBezTo>
                  <a:cubicBezTo>
                    <a:pt x="91" y="50"/>
                    <a:pt x="116" y="30"/>
                    <a:pt x="143" y="13"/>
                  </a:cubicBezTo>
                  <a:cubicBezTo>
                    <a:pt x="144" y="13"/>
                    <a:pt x="144" y="12"/>
                    <a:pt x="145" y="11"/>
                  </a:cubicBezTo>
                  <a:cubicBezTo>
                    <a:pt x="145" y="10"/>
                    <a:pt x="146" y="8"/>
                    <a:pt x="146" y="7"/>
                  </a:cubicBezTo>
                  <a:cubicBezTo>
                    <a:pt x="146" y="5"/>
                    <a:pt x="146" y="6"/>
                    <a:pt x="145" y="4"/>
                  </a:cubicBezTo>
                  <a:cubicBezTo>
                    <a:pt x="144" y="2"/>
                    <a:pt x="143" y="2"/>
                    <a:pt x="142" y="1"/>
                  </a:cubicBezTo>
                  <a:cubicBezTo>
                    <a:pt x="141" y="0"/>
                    <a:pt x="139" y="0"/>
                    <a:pt x="138" y="0"/>
                  </a:cubicBezTo>
                  <a:lnTo>
                    <a:pt x="13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8"/>
            <p:cNvSpPr/>
            <p:nvPr/>
          </p:nvSpPr>
          <p:spPr>
            <a:xfrm>
              <a:off x="8264515" y="4281465"/>
              <a:ext cx="54360" cy="60480"/>
            </a:xfrm>
            <a:custGeom>
              <a:rect b="b" l="l" r="r" t="t"/>
              <a:pathLst>
                <a:path extrusionOk="0" h="168" w="151">
                  <a:moveTo>
                    <a:pt x="144" y="0"/>
                  </a:moveTo>
                  <a:cubicBezTo>
                    <a:pt x="83" y="22"/>
                    <a:pt x="12" y="90"/>
                    <a:pt x="1" y="156"/>
                  </a:cubicBezTo>
                  <a:cubicBezTo>
                    <a:pt x="0" y="157"/>
                    <a:pt x="0" y="157"/>
                    <a:pt x="0" y="157"/>
                  </a:cubicBezTo>
                  <a:cubicBezTo>
                    <a:pt x="0" y="159"/>
                    <a:pt x="1" y="160"/>
                    <a:pt x="2" y="162"/>
                  </a:cubicBezTo>
                  <a:cubicBezTo>
                    <a:pt x="3" y="164"/>
                    <a:pt x="3" y="165"/>
                    <a:pt x="5" y="166"/>
                  </a:cubicBezTo>
                  <a:cubicBezTo>
                    <a:pt x="7" y="167"/>
                    <a:pt x="8" y="167"/>
                    <a:pt x="10" y="167"/>
                  </a:cubicBezTo>
                  <a:cubicBezTo>
                    <a:pt x="12" y="167"/>
                    <a:pt x="13" y="167"/>
                    <a:pt x="15" y="166"/>
                  </a:cubicBezTo>
                  <a:cubicBezTo>
                    <a:pt x="16" y="165"/>
                    <a:pt x="17" y="164"/>
                    <a:pt x="18" y="163"/>
                  </a:cubicBezTo>
                  <a:cubicBezTo>
                    <a:pt x="22" y="154"/>
                    <a:pt x="27" y="146"/>
                    <a:pt x="32" y="138"/>
                  </a:cubicBezTo>
                  <a:cubicBezTo>
                    <a:pt x="44" y="117"/>
                    <a:pt x="56" y="98"/>
                    <a:pt x="69" y="78"/>
                  </a:cubicBezTo>
                  <a:cubicBezTo>
                    <a:pt x="93" y="52"/>
                    <a:pt x="119" y="28"/>
                    <a:pt x="148" y="8"/>
                  </a:cubicBezTo>
                  <a:lnTo>
                    <a:pt x="149" y="7"/>
                  </a:lnTo>
                  <a:cubicBezTo>
                    <a:pt x="149" y="6"/>
                    <a:pt x="150" y="6"/>
                    <a:pt x="150" y="5"/>
                  </a:cubicBezTo>
                  <a:cubicBezTo>
                    <a:pt x="150" y="4"/>
                    <a:pt x="149" y="3"/>
                    <a:pt x="149" y="3"/>
                  </a:cubicBezTo>
                  <a:cubicBezTo>
                    <a:pt x="149" y="2"/>
                    <a:pt x="148" y="2"/>
                    <a:pt x="147" y="1"/>
                  </a:cubicBezTo>
                  <a:cubicBezTo>
                    <a:pt x="146" y="0"/>
                    <a:pt x="146" y="0"/>
                    <a:pt x="145" y="0"/>
                  </a:cubicBezTo>
                  <a:cubicBezTo>
                    <a:pt x="144" y="0"/>
                    <a:pt x="144" y="0"/>
                    <a:pt x="14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8"/>
            <p:cNvSpPr/>
            <p:nvPr/>
          </p:nvSpPr>
          <p:spPr>
            <a:xfrm>
              <a:off x="8201875" y="4447785"/>
              <a:ext cx="41400" cy="51120"/>
            </a:xfrm>
            <a:custGeom>
              <a:rect b="b" l="l" r="r" t="t"/>
              <a:pathLst>
                <a:path extrusionOk="0" h="142" w="115">
                  <a:moveTo>
                    <a:pt x="97" y="4"/>
                  </a:moveTo>
                  <a:cubicBezTo>
                    <a:pt x="67" y="24"/>
                    <a:pt x="42" y="51"/>
                    <a:pt x="23" y="83"/>
                  </a:cubicBezTo>
                  <a:cubicBezTo>
                    <a:pt x="15" y="97"/>
                    <a:pt x="7" y="113"/>
                    <a:pt x="2" y="129"/>
                  </a:cubicBezTo>
                  <a:cubicBezTo>
                    <a:pt x="0" y="137"/>
                    <a:pt x="12" y="141"/>
                    <a:pt x="16" y="135"/>
                  </a:cubicBezTo>
                  <a:cubicBezTo>
                    <a:pt x="31" y="115"/>
                    <a:pt x="43" y="92"/>
                    <a:pt x="58" y="72"/>
                  </a:cubicBezTo>
                  <a:cubicBezTo>
                    <a:pt x="73" y="52"/>
                    <a:pt x="91" y="34"/>
                    <a:pt x="108" y="15"/>
                  </a:cubicBezTo>
                  <a:cubicBezTo>
                    <a:pt x="114" y="8"/>
                    <a:pt x="104" y="0"/>
                    <a:pt x="97"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8"/>
            <p:cNvSpPr/>
            <p:nvPr/>
          </p:nvSpPr>
          <p:spPr>
            <a:xfrm>
              <a:off x="8826835" y="4370025"/>
              <a:ext cx="45360" cy="101160"/>
            </a:xfrm>
            <a:custGeom>
              <a:rect b="b" l="l" r="r" t="t"/>
              <a:pathLst>
                <a:path extrusionOk="0" h="281" w="126">
                  <a:moveTo>
                    <a:pt x="21" y="6"/>
                  </a:moveTo>
                  <a:cubicBezTo>
                    <a:pt x="12" y="0"/>
                    <a:pt x="0" y="11"/>
                    <a:pt x="8" y="19"/>
                  </a:cubicBezTo>
                  <a:cubicBezTo>
                    <a:pt x="26" y="39"/>
                    <a:pt x="42" y="61"/>
                    <a:pt x="56" y="85"/>
                  </a:cubicBezTo>
                  <a:cubicBezTo>
                    <a:pt x="87" y="141"/>
                    <a:pt x="105" y="204"/>
                    <a:pt x="105" y="268"/>
                  </a:cubicBezTo>
                  <a:cubicBezTo>
                    <a:pt x="105" y="269"/>
                    <a:pt x="105" y="270"/>
                    <a:pt x="105" y="271"/>
                  </a:cubicBezTo>
                  <a:cubicBezTo>
                    <a:pt x="105" y="280"/>
                    <a:pt x="117" y="278"/>
                    <a:pt x="119" y="271"/>
                  </a:cubicBezTo>
                  <a:cubicBezTo>
                    <a:pt x="123" y="253"/>
                    <a:pt x="125" y="234"/>
                    <a:pt x="125" y="216"/>
                  </a:cubicBezTo>
                  <a:cubicBezTo>
                    <a:pt x="125" y="170"/>
                    <a:pt x="113" y="124"/>
                    <a:pt x="90" y="84"/>
                  </a:cubicBezTo>
                  <a:cubicBezTo>
                    <a:pt x="72" y="54"/>
                    <a:pt x="49" y="27"/>
                    <a:pt x="2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8"/>
            <p:cNvSpPr/>
            <p:nvPr/>
          </p:nvSpPr>
          <p:spPr>
            <a:xfrm>
              <a:off x="9015115" y="4334745"/>
              <a:ext cx="36360" cy="95400"/>
            </a:xfrm>
            <a:custGeom>
              <a:rect b="b" l="l" r="r" t="t"/>
              <a:pathLst>
                <a:path extrusionOk="0" h="265" w="101">
                  <a:moveTo>
                    <a:pt x="8" y="4"/>
                  </a:moveTo>
                  <a:cubicBezTo>
                    <a:pt x="5" y="0"/>
                    <a:pt x="0" y="4"/>
                    <a:pt x="2" y="8"/>
                  </a:cubicBezTo>
                  <a:cubicBezTo>
                    <a:pt x="56" y="85"/>
                    <a:pt x="72" y="164"/>
                    <a:pt x="77" y="256"/>
                  </a:cubicBezTo>
                  <a:cubicBezTo>
                    <a:pt x="77" y="264"/>
                    <a:pt x="90" y="263"/>
                    <a:pt x="91" y="256"/>
                  </a:cubicBezTo>
                  <a:cubicBezTo>
                    <a:pt x="100" y="165"/>
                    <a:pt x="63" y="74"/>
                    <a:pt x="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48"/>
          <p:cNvGrpSpPr/>
          <p:nvPr/>
        </p:nvGrpSpPr>
        <p:grpSpPr>
          <a:xfrm>
            <a:off x="5721306" y="3626236"/>
            <a:ext cx="856237" cy="977097"/>
            <a:chOff x="4621680" y="2545200"/>
            <a:chExt cx="905400" cy="1033200"/>
          </a:xfrm>
        </p:grpSpPr>
        <p:sp>
          <p:nvSpPr>
            <p:cNvPr id="5920" name="Google Shape;5920;p48"/>
            <p:cNvSpPr/>
            <p:nvPr/>
          </p:nvSpPr>
          <p:spPr>
            <a:xfrm>
              <a:off x="5337000" y="2662200"/>
              <a:ext cx="70200" cy="45360"/>
            </a:xfrm>
            <a:custGeom>
              <a:rect b="b" l="l" r="r" t="t"/>
              <a:pathLst>
                <a:path extrusionOk="0" h="126" w="195">
                  <a:moveTo>
                    <a:pt x="45" y="0"/>
                  </a:moveTo>
                  <a:lnTo>
                    <a:pt x="112" y="13"/>
                  </a:lnTo>
                  <a:cubicBezTo>
                    <a:pt x="151" y="20"/>
                    <a:pt x="167" y="53"/>
                    <a:pt x="187" y="82"/>
                  </a:cubicBezTo>
                  <a:cubicBezTo>
                    <a:pt x="194" y="91"/>
                    <a:pt x="181" y="111"/>
                    <a:pt x="168" y="118"/>
                  </a:cubicBezTo>
                  <a:cubicBezTo>
                    <a:pt x="157" y="123"/>
                    <a:pt x="145" y="125"/>
                    <a:pt x="133" y="125"/>
                  </a:cubicBezTo>
                  <a:cubicBezTo>
                    <a:pt x="123" y="125"/>
                    <a:pt x="113" y="123"/>
                    <a:pt x="103" y="120"/>
                  </a:cubicBezTo>
                  <a:cubicBezTo>
                    <a:pt x="72" y="115"/>
                    <a:pt x="44" y="106"/>
                    <a:pt x="40" y="68"/>
                  </a:cubicBezTo>
                  <a:cubicBezTo>
                    <a:pt x="37" y="50"/>
                    <a:pt x="21" y="46"/>
                    <a:pt x="9" y="38"/>
                  </a:cubicBezTo>
                  <a:lnTo>
                    <a:pt x="8" y="37"/>
                  </a:lnTo>
                  <a:cubicBezTo>
                    <a:pt x="6" y="36"/>
                    <a:pt x="4" y="35"/>
                    <a:pt x="2" y="32"/>
                  </a:cubicBezTo>
                  <a:cubicBezTo>
                    <a:pt x="0" y="29"/>
                    <a:pt x="0" y="26"/>
                    <a:pt x="0" y="24"/>
                  </a:cubicBezTo>
                  <a:cubicBezTo>
                    <a:pt x="0" y="22"/>
                    <a:pt x="1" y="20"/>
                    <a:pt x="1" y="18"/>
                  </a:cubicBezTo>
                  <a:lnTo>
                    <a:pt x="2" y="18"/>
                  </a:lnTo>
                  <a:cubicBezTo>
                    <a:pt x="4" y="13"/>
                    <a:pt x="8" y="9"/>
                    <a:pt x="13" y="6"/>
                  </a:cubicBezTo>
                  <a:cubicBezTo>
                    <a:pt x="14" y="5"/>
                    <a:pt x="16" y="5"/>
                    <a:pt x="17" y="4"/>
                  </a:cubicBezTo>
                  <a:cubicBezTo>
                    <a:pt x="26" y="2"/>
                    <a:pt x="35" y="0"/>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8"/>
            <p:cNvSpPr/>
            <p:nvPr/>
          </p:nvSpPr>
          <p:spPr>
            <a:xfrm>
              <a:off x="5273280" y="2765880"/>
              <a:ext cx="54360" cy="40320"/>
            </a:xfrm>
            <a:custGeom>
              <a:rect b="b" l="l" r="r" t="t"/>
              <a:pathLst>
                <a:path extrusionOk="0" h="112" w="151">
                  <a:moveTo>
                    <a:pt x="123" y="111"/>
                  </a:moveTo>
                  <a:cubicBezTo>
                    <a:pt x="119" y="111"/>
                    <a:pt x="116" y="111"/>
                    <a:pt x="113" y="111"/>
                  </a:cubicBezTo>
                  <a:cubicBezTo>
                    <a:pt x="92" y="111"/>
                    <a:pt x="72" y="105"/>
                    <a:pt x="54" y="95"/>
                  </a:cubicBezTo>
                  <a:cubicBezTo>
                    <a:pt x="36" y="84"/>
                    <a:pt x="22" y="70"/>
                    <a:pt x="11" y="52"/>
                  </a:cubicBezTo>
                  <a:cubicBezTo>
                    <a:pt x="8" y="46"/>
                    <a:pt x="4" y="39"/>
                    <a:pt x="2" y="31"/>
                  </a:cubicBezTo>
                  <a:cubicBezTo>
                    <a:pt x="1" y="28"/>
                    <a:pt x="0" y="24"/>
                    <a:pt x="0" y="21"/>
                  </a:cubicBezTo>
                  <a:cubicBezTo>
                    <a:pt x="0" y="17"/>
                    <a:pt x="1" y="13"/>
                    <a:pt x="2" y="10"/>
                  </a:cubicBezTo>
                  <a:cubicBezTo>
                    <a:pt x="2" y="9"/>
                    <a:pt x="3" y="8"/>
                    <a:pt x="3" y="8"/>
                  </a:cubicBezTo>
                  <a:cubicBezTo>
                    <a:pt x="4" y="5"/>
                    <a:pt x="6" y="3"/>
                    <a:pt x="9" y="2"/>
                  </a:cubicBezTo>
                  <a:cubicBezTo>
                    <a:pt x="10" y="1"/>
                    <a:pt x="11" y="1"/>
                    <a:pt x="12" y="0"/>
                  </a:cubicBezTo>
                  <a:cubicBezTo>
                    <a:pt x="13" y="0"/>
                    <a:pt x="15" y="0"/>
                    <a:pt x="17" y="0"/>
                  </a:cubicBezTo>
                  <a:cubicBezTo>
                    <a:pt x="20" y="0"/>
                    <a:pt x="23" y="1"/>
                    <a:pt x="26" y="2"/>
                  </a:cubicBezTo>
                  <a:cubicBezTo>
                    <a:pt x="33" y="8"/>
                    <a:pt x="39" y="15"/>
                    <a:pt x="43" y="22"/>
                  </a:cubicBezTo>
                  <a:cubicBezTo>
                    <a:pt x="46" y="27"/>
                    <a:pt x="49" y="33"/>
                    <a:pt x="50" y="39"/>
                  </a:cubicBezTo>
                  <a:cubicBezTo>
                    <a:pt x="52" y="43"/>
                    <a:pt x="53" y="48"/>
                    <a:pt x="56" y="52"/>
                  </a:cubicBezTo>
                  <a:cubicBezTo>
                    <a:pt x="61" y="61"/>
                    <a:pt x="69" y="69"/>
                    <a:pt x="78" y="74"/>
                  </a:cubicBezTo>
                  <a:cubicBezTo>
                    <a:pt x="87" y="79"/>
                    <a:pt x="98" y="82"/>
                    <a:pt x="108" y="82"/>
                  </a:cubicBezTo>
                  <a:cubicBezTo>
                    <a:pt x="112" y="82"/>
                    <a:pt x="117" y="81"/>
                    <a:pt x="121" y="81"/>
                  </a:cubicBezTo>
                  <a:cubicBezTo>
                    <a:pt x="125" y="80"/>
                    <a:pt x="130" y="79"/>
                    <a:pt x="135" y="79"/>
                  </a:cubicBezTo>
                  <a:cubicBezTo>
                    <a:pt x="138" y="79"/>
                    <a:pt x="140" y="79"/>
                    <a:pt x="142" y="80"/>
                  </a:cubicBezTo>
                  <a:cubicBezTo>
                    <a:pt x="145" y="80"/>
                    <a:pt x="150" y="86"/>
                    <a:pt x="150" y="90"/>
                  </a:cubicBezTo>
                  <a:cubicBezTo>
                    <a:pt x="150" y="93"/>
                    <a:pt x="149" y="95"/>
                    <a:pt x="148" y="97"/>
                  </a:cubicBezTo>
                  <a:cubicBezTo>
                    <a:pt x="147" y="99"/>
                    <a:pt x="145" y="101"/>
                    <a:pt x="143" y="102"/>
                  </a:cubicBezTo>
                  <a:cubicBezTo>
                    <a:pt x="137" y="105"/>
                    <a:pt x="130" y="108"/>
                    <a:pt x="123" y="1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8"/>
            <p:cNvSpPr/>
            <p:nvPr/>
          </p:nvSpPr>
          <p:spPr>
            <a:xfrm>
              <a:off x="5299560" y="2675520"/>
              <a:ext cx="19800" cy="38880"/>
            </a:xfrm>
            <a:custGeom>
              <a:rect b="b" l="l" r="r" t="t"/>
              <a:pathLst>
                <a:path extrusionOk="0" h="108" w="55">
                  <a:moveTo>
                    <a:pt x="54" y="8"/>
                  </a:moveTo>
                  <a:cubicBezTo>
                    <a:pt x="52" y="23"/>
                    <a:pt x="49" y="40"/>
                    <a:pt x="45" y="56"/>
                  </a:cubicBezTo>
                  <a:cubicBezTo>
                    <a:pt x="38" y="88"/>
                    <a:pt x="23" y="107"/>
                    <a:pt x="15" y="98"/>
                  </a:cubicBezTo>
                  <a:cubicBezTo>
                    <a:pt x="0" y="81"/>
                    <a:pt x="15" y="66"/>
                    <a:pt x="17" y="50"/>
                  </a:cubicBezTo>
                  <a:cubicBezTo>
                    <a:pt x="18" y="37"/>
                    <a:pt x="21" y="25"/>
                    <a:pt x="28" y="14"/>
                  </a:cubicBezTo>
                  <a:cubicBezTo>
                    <a:pt x="30" y="10"/>
                    <a:pt x="33" y="6"/>
                    <a:pt x="36" y="3"/>
                  </a:cubicBezTo>
                  <a:cubicBezTo>
                    <a:pt x="38" y="0"/>
                    <a:pt x="43" y="1"/>
                    <a:pt x="48" y="1"/>
                  </a:cubicBezTo>
                  <a:cubicBezTo>
                    <a:pt x="52" y="1"/>
                    <a:pt x="51" y="3"/>
                    <a:pt x="5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8"/>
            <p:cNvSpPr/>
            <p:nvPr/>
          </p:nvSpPr>
          <p:spPr>
            <a:xfrm>
              <a:off x="5235120" y="2819160"/>
              <a:ext cx="25200" cy="9720"/>
            </a:xfrm>
            <a:custGeom>
              <a:rect b="b" l="l" r="r" t="t"/>
              <a:pathLst>
                <a:path extrusionOk="0" h="27" w="70">
                  <a:moveTo>
                    <a:pt x="69" y="1"/>
                  </a:moveTo>
                  <a:cubicBezTo>
                    <a:pt x="68" y="1"/>
                    <a:pt x="68" y="2"/>
                    <a:pt x="67" y="3"/>
                  </a:cubicBezTo>
                  <a:cubicBezTo>
                    <a:pt x="63" y="10"/>
                    <a:pt x="58" y="16"/>
                    <a:pt x="51" y="20"/>
                  </a:cubicBezTo>
                  <a:cubicBezTo>
                    <a:pt x="44" y="24"/>
                    <a:pt x="36" y="26"/>
                    <a:pt x="28" y="26"/>
                  </a:cubicBezTo>
                  <a:cubicBezTo>
                    <a:pt x="22" y="26"/>
                    <a:pt x="16" y="25"/>
                    <a:pt x="10" y="22"/>
                  </a:cubicBezTo>
                  <a:cubicBezTo>
                    <a:pt x="7" y="20"/>
                    <a:pt x="4" y="18"/>
                    <a:pt x="3" y="15"/>
                  </a:cubicBezTo>
                  <a:cubicBezTo>
                    <a:pt x="2" y="14"/>
                    <a:pt x="2" y="13"/>
                    <a:pt x="1" y="12"/>
                  </a:cubicBezTo>
                  <a:cubicBezTo>
                    <a:pt x="1" y="11"/>
                    <a:pt x="0" y="10"/>
                    <a:pt x="0" y="8"/>
                  </a:cubicBezTo>
                  <a:cubicBezTo>
                    <a:pt x="0" y="7"/>
                    <a:pt x="0" y="7"/>
                    <a:pt x="1" y="5"/>
                  </a:cubicBezTo>
                  <a:cubicBezTo>
                    <a:pt x="2" y="4"/>
                    <a:pt x="3" y="3"/>
                    <a:pt x="4" y="2"/>
                  </a:cubicBezTo>
                  <a:cubicBezTo>
                    <a:pt x="5" y="1"/>
                    <a:pt x="6" y="1"/>
                    <a:pt x="7" y="1"/>
                  </a:cubicBezTo>
                  <a:cubicBezTo>
                    <a:pt x="26" y="0"/>
                    <a:pt x="45" y="1"/>
                    <a:pt x="6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8"/>
            <p:cNvSpPr/>
            <p:nvPr/>
          </p:nvSpPr>
          <p:spPr>
            <a:xfrm>
              <a:off x="4621680" y="2545200"/>
              <a:ext cx="905400" cy="1033200"/>
            </a:xfrm>
            <a:custGeom>
              <a:rect b="b" l="l" r="r" t="t"/>
              <a:pathLst>
                <a:path extrusionOk="0" h="2870" w="2515">
                  <a:moveTo>
                    <a:pt x="2512" y="579"/>
                  </a:moveTo>
                  <a:cubicBezTo>
                    <a:pt x="2484" y="523"/>
                    <a:pt x="2465" y="461"/>
                    <a:pt x="2410" y="424"/>
                  </a:cubicBezTo>
                  <a:cubicBezTo>
                    <a:pt x="2399" y="416"/>
                    <a:pt x="2390" y="407"/>
                    <a:pt x="2384" y="396"/>
                  </a:cubicBezTo>
                  <a:cubicBezTo>
                    <a:pt x="2376" y="383"/>
                    <a:pt x="2373" y="369"/>
                    <a:pt x="2373" y="355"/>
                  </a:cubicBezTo>
                  <a:cubicBezTo>
                    <a:pt x="2363" y="288"/>
                    <a:pt x="2342" y="223"/>
                    <a:pt x="2311" y="162"/>
                  </a:cubicBezTo>
                  <a:cubicBezTo>
                    <a:pt x="2283" y="101"/>
                    <a:pt x="2241" y="53"/>
                    <a:pt x="2169" y="40"/>
                  </a:cubicBezTo>
                  <a:cubicBezTo>
                    <a:pt x="2160" y="38"/>
                    <a:pt x="2150" y="35"/>
                    <a:pt x="2142" y="30"/>
                  </a:cubicBezTo>
                  <a:cubicBezTo>
                    <a:pt x="2140" y="28"/>
                    <a:pt x="2137" y="27"/>
                    <a:pt x="2135" y="25"/>
                  </a:cubicBezTo>
                  <a:cubicBezTo>
                    <a:pt x="2132" y="24"/>
                    <a:pt x="2130" y="22"/>
                    <a:pt x="2127" y="20"/>
                  </a:cubicBezTo>
                  <a:cubicBezTo>
                    <a:pt x="2103" y="7"/>
                    <a:pt x="2076" y="0"/>
                    <a:pt x="2049" y="0"/>
                  </a:cubicBezTo>
                  <a:cubicBezTo>
                    <a:pt x="2039" y="0"/>
                    <a:pt x="2030" y="0"/>
                    <a:pt x="2020" y="2"/>
                  </a:cubicBezTo>
                  <a:cubicBezTo>
                    <a:pt x="1933" y="10"/>
                    <a:pt x="1846" y="24"/>
                    <a:pt x="1761" y="46"/>
                  </a:cubicBezTo>
                  <a:cubicBezTo>
                    <a:pt x="1739" y="51"/>
                    <a:pt x="1718" y="59"/>
                    <a:pt x="1699" y="70"/>
                  </a:cubicBezTo>
                  <a:cubicBezTo>
                    <a:pt x="1668" y="88"/>
                    <a:pt x="1642" y="112"/>
                    <a:pt x="1623" y="142"/>
                  </a:cubicBezTo>
                  <a:cubicBezTo>
                    <a:pt x="1596" y="183"/>
                    <a:pt x="1570" y="224"/>
                    <a:pt x="1546" y="267"/>
                  </a:cubicBezTo>
                  <a:cubicBezTo>
                    <a:pt x="1521" y="309"/>
                    <a:pt x="1498" y="352"/>
                    <a:pt x="1477" y="396"/>
                  </a:cubicBezTo>
                  <a:cubicBezTo>
                    <a:pt x="1474" y="403"/>
                    <a:pt x="1470" y="410"/>
                    <a:pt x="1466" y="417"/>
                  </a:cubicBezTo>
                  <a:cubicBezTo>
                    <a:pt x="1450" y="445"/>
                    <a:pt x="1427" y="467"/>
                    <a:pt x="1400" y="483"/>
                  </a:cubicBezTo>
                  <a:cubicBezTo>
                    <a:pt x="1382" y="493"/>
                    <a:pt x="1363" y="500"/>
                    <a:pt x="1343" y="504"/>
                  </a:cubicBezTo>
                  <a:cubicBezTo>
                    <a:pt x="1263" y="522"/>
                    <a:pt x="1183" y="545"/>
                    <a:pt x="1106" y="575"/>
                  </a:cubicBezTo>
                  <a:cubicBezTo>
                    <a:pt x="1069" y="590"/>
                    <a:pt x="1030" y="600"/>
                    <a:pt x="990" y="604"/>
                  </a:cubicBezTo>
                  <a:cubicBezTo>
                    <a:pt x="922" y="606"/>
                    <a:pt x="856" y="624"/>
                    <a:pt x="796" y="655"/>
                  </a:cubicBezTo>
                  <a:cubicBezTo>
                    <a:pt x="787" y="660"/>
                    <a:pt x="778" y="663"/>
                    <a:pt x="768" y="666"/>
                  </a:cubicBezTo>
                  <a:cubicBezTo>
                    <a:pt x="714" y="683"/>
                    <a:pt x="663" y="706"/>
                    <a:pt x="614" y="734"/>
                  </a:cubicBezTo>
                  <a:cubicBezTo>
                    <a:pt x="584" y="751"/>
                    <a:pt x="556" y="770"/>
                    <a:pt x="529" y="791"/>
                  </a:cubicBezTo>
                  <a:cubicBezTo>
                    <a:pt x="501" y="811"/>
                    <a:pt x="472" y="830"/>
                    <a:pt x="442" y="847"/>
                  </a:cubicBezTo>
                  <a:cubicBezTo>
                    <a:pt x="422" y="859"/>
                    <a:pt x="402" y="870"/>
                    <a:pt x="381" y="880"/>
                  </a:cubicBezTo>
                  <a:cubicBezTo>
                    <a:pt x="320" y="908"/>
                    <a:pt x="255" y="930"/>
                    <a:pt x="189" y="943"/>
                  </a:cubicBezTo>
                  <a:cubicBezTo>
                    <a:pt x="167" y="948"/>
                    <a:pt x="145" y="956"/>
                    <a:pt x="124" y="962"/>
                  </a:cubicBezTo>
                  <a:cubicBezTo>
                    <a:pt x="75" y="976"/>
                    <a:pt x="46" y="1016"/>
                    <a:pt x="12" y="1048"/>
                  </a:cubicBezTo>
                  <a:cubicBezTo>
                    <a:pt x="11" y="1049"/>
                    <a:pt x="10" y="1051"/>
                    <a:pt x="9" y="1052"/>
                  </a:cubicBezTo>
                  <a:cubicBezTo>
                    <a:pt x="4" y="1061"/>
                    <a:pt x="1" y="1072"/>
                    <a:pt x="1" y="1083"/>
                  </a:cubicBezTo>
                  <a:cubicBezTo>
                    <a:pt x="0" y="1087"/>
                    <a:pt x="0" y="1091"/>
                    <a:pt x="0" y="1095"/>
                  </a:cubicBezTo>
                  <a:cubicBezTo>
                    <a:pt x="0" y="1113"/>
                    <a:pt x="4" y="1131"/>
                    <a:pt x="10" y="1148"/>
                  </a:cubicBezTo>
                  <a:cubicBezTo>
                    <a:pt x="20" y="1174"/>
                    <a:pt x="27" y="1201"/>
                    <a:pt x="32" y="1228"/>
                  </a:cubicBezTo>
                  <a:cubicBezTo>
                    <a:pt x="49" y="1334"/>
                    <a:pt x="65" y="1440"/>
                    <a:pt x="79" y="1547"/>
                  </a:cubicBezTo>
                  <a:cubicBezTo>
                    <a:pt x="84" y="1583"/>
                    <a:pt x="96" y="1618"/>
                    <a:pt x="114" y="1650"/>
                  </a:cubicBezTo>
                  <a:cubicBezTo>
                    <a:pt x="121" y="1662"/>
                    <a:pt x="129" y="1673"/>
                    <a:pt x="137" y="1684"/>
                  </a:cubicBezTo>
                  <a:cubicBezTo>
                    <a:pt x="194" y="1757"/>
                    <a:pt x="249" y="1832"/>
                    <a:pt x="305" y="1906"/>
                  </a:cubicBezTo>
                  <a:cubicBezTo>
                    <a:pt x="312" y="1916"/>
                    <a:pt x="320" y="1926"/>
                    <a:pt x="327" y="1936"/>
                  </a:cubicBezTo>
                  <a:cubicBezTo>
                    <a:pt x="329" y="1938"/>
                    <a:pt x="330" y="1941"/>
                    <a:pt x="332" y="1944"/>
                  </a:cubicBezTo>
                  <a:cubicBezTo>
                    <a:pt x="337" y="1953"/>
                    <a:pt x="340" y="1964"/>
                    <a:pt x="340" y="1976"/>
                  </a:cubicBezTo>
                  <a:cubicBezTo>
                    <a:pt x="340" y="1984"/>
                    <a:pt x="339" y="1991"/>
                    <a:pt x="336" y="1999"/>
                  </a:cubicBezTo>
                  <a:cubicBezTo>
                    <a:pt x="326" y="2031"/>
                    <a:pt x="320" y="2065"/>
                    <a:pt x="320" y="2099"/>
                  </a:cubicBezTo>
                  <a:cubicBezTo>
                    <a:pt x="320" y="2133"/>
                    <a:pt x="326" y="2166"/>
                    <a:pt x="336" y="2198"/>
                  </a:cubicBezTo>
                  <a:cubicBezTo>
                    <a:pt x="353" y="2248"/>
                    <a:pt x="361" y="2301"/>
                    <a:pt x="379" y="2351"/>
                  </a:cubicBezTo>
                  <a:cubicBezTo>
                    <a:pt x="404" y="2416"/>
                    <a:pt x="401" y="2490"/>
                    <a:pt x="441" y="2551"/>
                  </a:cubicBezTo>
                  <a:cubicBezTo>
                    <a:pt x="444" y="2555"/>
                    <a:pt x="445" y="2559"/>
                    <a:pt x="445" y="2564"/>
                  </a:cubicBezTo>
                  <a:cubicBezTo>
                    <a:pt x="445" y="2569"/>
                    <a:pt x="443" y="2573"/>
                    <a:pt x="441" y="2578"/>
                  </a:cubicBezTo>
                  <a:cubicBezTo>
                    <a:pt x="439" y="2581"/>
                    <a:pt x="437" y="2583"/>
                    <a:pt x="435" y="2585"/>
                  </a:cubicBezTo>
                  <a:cubicBezTo>
                    <a:pt x="426" y="2593"/>
                    <a:pt x="416" y="2601"/>
                    <a:pt x="406" y="2607"/>
                  </a:cubicBezTo>
                  <a:lnTo>
                    <a:pt x="405" y="2607"/>
                  </a:lnTo>
                  <a:cubicBezTo>
                    <a:pt x="380" y="2624"/>
                    <a:pt x="354" y="2639"/>
                    <a:pt x="329" y="2656"/>
                  </a:cubicBezTo>
                  <a:cubicBezTo>
                    <a:pt x="304" y="2673"/>
                    <a:pt x="300" y="2687"/>
                    <a:pt x="309" y="2698"/>
                  </a:cubicBezTo>
                  <a:cubicBezTo>
                    <a:pt x="320" y="2712"/>
                    <a:pt x="335" y="2708"/>
                    <a:pt x="350" y="2704"/>
                  </a:cubicBezTo>
                  <a:cubicBezTo>
                    <a:pt x="376" y="2697"/>
                    <a:pt x="404" y="2692"/>
                    <a:pt x="429" y="2682"/>
                  </a:cubicBezTo>
                  <a:cubicBezTo>
                    <a:pt x="440" y="2679"/>
                    <a:pt x="452" y="2677"/>
                    <a:pt x="463" y="2677"/>
                  </a:cubicBezTo>
                  <a:cubicBezTo>
                    <a:pt x="482" y="2677"/>
                    <a:pt x="500" y="2682"/>
                    <a:pt x="516" y="2691"/>
                  </a:cubicBezTo>
                  <a:cubicBezTo>
                    <a:pt x="571" y="2715"/>
                    <a:pt x="626" y="2740"/>
                    <a:pt x="682" y="2763"/>
                  </a:cubicBezTo>
                  <a:cubicBezTo>
                    <a:pt x="763" y="2796"/>
                    <a:pt x="844" y="2828"/>
                    <a:pt x="926" y="2859"/>
                  </a:cubicBezTo>
                  <a:cubicBezTo>
                    <a:pt x="950" y="2869"/>
                    <a:pt x="966" y="2865"/>
                    <a:pt x="974" y="2852"/>
                  </a:cubicBezTo>
                  <a:cubicBezTo>
                    <a:pt x="982" y="2839"/>
                    <a:pt x="974" y="2819"/>
                    <a:pt x="948" y="2806"/>
                  </a:cubicBezTo>
                  <a:cubicBezTo>
                    <a:pt x="897" y="2779"/>
                    <a:pt x="846" y="2753"/>
                    <a:pt x="794" y="2726"/>
                  </a:cubicBezTo>
                  <a:cubicBezTo>
                    <a:pt x="793" y="2725"/>
                    <a:pt x="791" y="2723"/>
                    <a:pt x="790" y="2722"/>
                  </a:cubicBezTo>
                  <a:cubicBezTo>
                    <a:pt x="789" y="2720"/>
                    <a:pt x="789" y="2717"/>
                    <a:pt x="789" y="2715"/>
                  </a:cubicBezTo>
                  <a:lnTo>
                    <a:pt x="789" y="2714"/>
                  </a:lnTo>
                  <a:lnTo>
                    <a:pt x="790" y="2713"/>
                  </a:lnTo>
                  <a:cubicBezTo>
                    <a:pt x="792" y="2710"/>
                    <a:pt x="793" y="2708"/>
                    <a:pt x="795" y="2707"/>
                  </a:cubicBezTo>
                  <a:cubicBezTo>
                    <a:pt x="796" y="2707"/>
                    <a:pt x="797" y="2706"/>
                    <a:pt x="798" y="2706"/>
                  </a:cubicBezTo>
                  <a:cubicBezTo>
                    <a:pt x="804" y="2705"/>
                    <a:pt x="810" y="2704"/>
                    <a:pt x="816" y="2704"/>
                  </a:cubicBezTo>
                  <a:cubicBezTo>
                    <a:pt x="817" y="2704"/>
                    <a:pt x="819" y="2704"/>
                    <a:pt x="820" y="2704"/>
                  </a:cubicBezTo>
                  <a:cubicBezTo>
                    <a:pt x="905" y="2703"/>
                    <a:pt x="990" y="2697"/>
                    <a:pt x="1075" y="2687"/>
                  </a:cubicBezTo>
                  <a:cubicBezTo>
                    <a:pt x="1087" y="2686"/>
                    <a:pt x="1100" y="2684"/>
                    <a:pt x="1112" y="2681"/>
                  </a:cubicBezTo>
                  <a:cubicBezTo>
                    <a:pt x="1122" y="2678"/>
                    <a:pt x="1127" y="2659"/>
                    <a:pt x="1122" y="2649"/>
                  </a:cubicBezTo>
                  <a:cubicBezTo>
                    <a:pt x="1121" y="2648"/>
                    <a:pt x="1121" y="2648"/>
                    <a:pt x="1121" y="2647"/>
                  </a:cubicBezTo>
                  <a:cubicBezTo>
                    <a:pt x="1117" y="2640"/>
                    <a:pt x="1111" y="2634"/>
                    <a:pt x="1103" y="2630"/>
                  </a:cubicBezTo>
                  <a:cubicBezTo>
                    <a:pt x="1100" y="2628"/>
                    <a:pt x="1097" y="2627"/>
                    <a:pt x="1093" y="2625"/>
                  </a:cubicBezTo>
                  <a:cubicBezTo>
                    <a:pt x="1038" y="2604"/>
                    <a:pt x="980" y="2592"/>
                    <a:pt x="920" y="2592"/>
                  </a:cubicBezTo>
                  <a:cubicBezTo>
                    <a:pt x="909" y="2592"/>
                    <a:pt x="898" y="2593"/>
                    <a:pt x="887" y="2594"/>
                  </a:cubicBezTo>
                  <a:cubicBezTo>
                    <a:pt x="875" y="2595"/>
                    <a:pt x="862" y="2596"/>
                    <a:pt x="850" y="2596"/>
                  </a:cubicBezTo>
                  <a:cubicBezTo>
                    <a:pt x="832" y="2596"/>
                    <a:pt x="815" y="2594"/>
                    <a:pt x="797" y="2591"/>
                  </a:cubicBezTo>
                  <a:cubicBezTo>
                    <a:pt x="785" y="2588"/>
                    <a:pt x="783" y="2581"/>
                    <a:pt x="787" y="2569"/>
                  </a:cubicBezTo>
                  <a:cubicBezTo>
                    <a:pt x="801" y="2532"/>
                    <a:pt x="800" y="2530"/>
                    <a:pt x="767" y="2531"/>
                  </a:cubicBezTo>
                  <a:cubicBezTo>
                    <a:pt x="754" y="2531"/>
                    <a:pt x="742" y="2534"/>
                    <a:pt x="730" y="2534"/>
                  </a:cubicBezTo>
                  <a:cubicBezTo>
                    <a:pt x="677" y="2534"/>
                    <a:pt x="624" y="2532"/>
                    <a:pt x="572" y="2530"/>
                  </a:cubicBezTo>
                  <a:cubicBezTo>
                    <a:pt x="570" y="2530"/>
                    <a:pt x="568" y="2530"/>
                    <a:pt x="567" y="2530"/>
                  </a:cubicBezTo>
                  <a:cubicBezTo>
                    <a:pt x="557" y="2530"/>
                    <a:pt x="547" y="2527"/>
                    <a:pt x="538" y="2522"/>
                  </a:cubicBezTo>
                  <a:cubicBezTo>
                    <a:pt x="531" y="2518"/>
                    <a:pt x="524" y="2512"/>
                    <a:pt x="519" y="2505"/>
                  </a:cubicBezTo>
                  <a:cubicBezTo>
                    <a:pt x="500" y="2465"/>
                    <a:pt x="470" y="2428"/>
                    <a:pt x="467" y="2381"/>
                  </a:cubicBezTo>
                  <a:cubicBezTo>
                    <a:pt x="462" y="2336"/>
                    <a:pt x="452" y="2292"/>
                    <a:pt x="438" y="2249"/>
                  </a:cubicBezTo>
                  <a:cubicBezTo>
                    <a:pt x="426" y="2210"/>
                    <a:pt x="421" y="2169"/>
                    <a:pt x="421" y="2128"/>
                  </a:cubicBezTo>
                  <a:cubicBezTo>
                    <a:pt x="421" y="2116"/>
                    <a:pt x="421" y="2104"/>
                    <a:pt x="422" y="2093"/>
                  </a:cubicBezTo>
                  <a:cubicBezTo>
                    <a:pt x="424" y="2059"/>
                    <a:pt x="434" y="2051"/>
                    <a:pt x="464" y="2061"/>
                  </a:cubicBezTo>
                  <a:cubicBezTo>
                    <a:pt x="507" y="2074"/>
                    <a:pt x="552" y="2080"/>
                    <a:pt x="597" y="2080"/>
                  </a:cubicBezTo>
                  <a:cubicBezTo>
                    <a:pt x="609" y="2080"/>
                    <a:pt x="622" y="2079"/>
                    <a:pt x="635" y="2078"/>
                  </a:cubicBezTo>
                  <a:cubicBezTo>
                    <a:pt x="699" y="2075"/>
                    <a:pt x="696" y="2069"/>
                    <a:pt x="732" y="2137"/>
                  </a:cubicBezTo>
                  <a:cubicBezTo>
                    <a:pt x="736" y="2146"/>
                    <a:pt x="740" y="2155"/>
                    <a:pt x="743" y="2165"/>
                  </a:cubicBezTo>
                  <a:cubicBezTo>
                    <a:pt x="777" y="2249"/>
                    <a:pt x="816" y="2330"/>
                    <a:pt x="889" y="2390"/>
                  </a:cubicBezTo>
                  <a:cubicBezTo>
                    <a:pt x="897" y="2394"/>
                    <a:pt x="903" y="2401"/>
                    <a:pt x="907" y="2409"/>
                  </a:cubicBezTo>
                  <a:cubicBezTo>
                    <a:pt x="912" y="2417"/>
                    <a:pt x="915" y="2426"/>
                    <a:pt x="915" y="2436"/>
                  </a:cubicBezTo>
                  <a:cubicBezTo>
                    <a:pt x="915" y="2443"/>
                    <a:pt x="913" y="2449"/>
                    <a:pt x="911" y="2456"/>
                  </a:cubicBezTo>
                  <a:cubicBezTo>
                    <a:pt x="907" y="2465"/>
                    <a:pt x="905" y="2475"/>
                    <a:pt x="905" y="2486"/>
                  </a:cubicBezTo>
                  <a:cubicBezTo>
                    <a:pt x="905" y="2490"/>
                    <a:pt x="905" y="2495"/>
                    <a:pt x="906" y="2499"/>
                  </a:cubicBezTo>
                  <a:cubicBezTo>
                    <a:pt x="907" y="2502"/>
                    <a:pt x="907" y="2504"/>
                    <a:pt x="909" y="2506"/>
                  </a:cubicBezTo>
                  <a:cubicBezTo>
                    <a:pt x="911" y="2509"/>
                    <a:pt x="913" y="2512"/>
                    <a:pt x="917" y="2514"/>
                  </a:cubicBezTo>
                  <a:cubicBezTo>
                    <a:pt x="920" y="2516"/>
                    <a:pt x="925" y="2518"/>
                    <a:pt x="929" y="2518"/>
                  </a:cubicBezTo>
                  <a:cubicBezTo>
                    <a:pt x="933" y="2518"/>
                    <a:pt x="937" y="2516"/>
                    <a:pt x="941" y="2514"/>
                  </a:cubicBezTo>
                  <a:cubicBezTo>
                    <a:pt x="950" y="2509"/>
                    <a:pt x="957" y="2501"/>
                    <a:pt x="962" y="2492"/>
                  </a:cubicBezTo>
                  <a:cubicBezTo>
                    <a:pt x="963" y="2490"/>
                    <a:pt x="964" y="2488"/>
                    <a:pt x="965" y="2486"/>
                  </a:cubicBezTo>
                  <a:cubicBezTo>
                    <a:pt x="972" y="2472"/>
                    <a:pt x="971" y="2450"/>
                    <a:pt x="993" y="2446"/>
                  </a:cubicBezTo>
                  <a:cubicBezTo>
                    <a:pt x="1011" y="2453"/>
                    <a:pt x="1019" y="2470"/>
                    <a:pt x="1032" y="2481"/>
                  </a:cubicBezTo>
                  <a:cubicBezTo>
                    <a:pt x="1053" y="2503"/>
                    <a:pt x="1076" y="2523"/>
                    <a:pt x="1101" y="2540"/>
                  </a:cubicBezTo>
                  <a:cubicBezTo>
                    <a:pt x="1111" y="2548"/>
                    <a:pt x="1122" y="2555"/>
                    <a:pt x="1134" y="2562"/>
                  </a:cubicBezTo>
                  <a:cubicBezTo>
                    <a:pt x="1184" y="2590"/>
                    <a:pt x="1239" y="2608"/>
                    <a:pt x="1297" y="2614"/>
                  </a:cubicBezTo>
                  <a:cubicBezTo>
                    <a:pt x="1299" y="2614"/>
                    <a:pt x="1302" y="2613"/>
                    <a:pt x="1305" y="2611"/>
                  </a:cubicBezTo>
                  <a:cubicBezTo>
                    <a:pt x="1308" y="2609"/>
                    <a:pt x="1311" y="2606"/>
                    <a:pt x="1313" y="2603"/>
                  </a:cubicBezTo>
                  <a:cubicBezTo>
                    <a:pt x="1315" y="2600"/>
                    <a:pt x="1316" y="2596"/>
                    <a:pt x="1316" y="2593"/>
                  </a:cubicBezTo>
                  <a:cubicBezTo>
                    <a:pt x="1316" y="2589"/>
                    <a:pt x="1315" y="2585"/>
                    <a:pt x="1313" y="2582"/>
                  </a:cubicBezTo>
                  <a:cubicBezTo>
                    <a:pt x="1312" y="2579"/>
                    <a:pt x="1310" y="2577"/>
                    <a:pt x="1308" y="2576"/>
                  </a:cubicBezTo>
                  <a:cubicBezTo>
                    <a:pt x="1306" y="2574"/>
                    <a:pt x="1304" y="2572"/>
                    <a:pt x="1301" y="2571"/>
                  </a:cubicBezTo>
                  <a:cubicBezTo>
                    <a:pt x="1297" y="2569"/>
                    <a:pt x="1293" y="2567"/>
                    <a:pt x="1288" y="2566"/>
                  </a:cubicBezTo>
                  <a:cubicBezTo>
                    <a:pt x="1253" y="2554"/>
                    <a:pt x="1217" y="2544"/>
                    <a:pt x="1181" y="2532"/>
                  </a:cubicBezTo>
                  <a:cubicBezTo>
                    <a:pt x="1175" y="2530"/>
                    <a:pt x="1169" y="2526"/>
                    <a:pt x="1163" y="2523"/>
                  </a:cubicBezTo>
                  <a:cubicBezTo>
                    <a:pt x="1145" y="2512"/>
                    <a:pt x="1130" y="2499"/>
                    <a:pt x="1119" y="2482"/>
                  </a:cubicBezTo>
                  <a:cubicBezTo>
                    <a:pt x="1120" y="2481"/>
                    <a:pt x="1121" y="2481"/>
                    <a:pt x="1122" y="2480"/>
                  </a:cubicBezTo>
                  <a:cubicBezTo>
                    <a:pt x="1131" y="2475"/>
                    <a:pt x="1140" y="2473"/>
                    <a:pt x="1149" y="2473"/>
                  </a:cubicBezTo>
                  <a:cubicBezTo>
                    <a:pt x="1157" y="2473"/>
                    <a:pt x="1165" y="2475"/>
                    <a:pt x="1173" y="2479"/>
                  </a:cubicBezTo>
                  <a:cubicBezTo>
                    <a:pt x="1254" y="2500"/>
                    <a:pt x="1337" y="2493"/>
                    <a:pt x="1420" y="2489"/>
                  </a:cubicBezTo>
                  <a:cubicBezTo>
                    <a:pt x="1424" y="2488"/>
                    <a:pt x="1429" y="2487"/>
                    <a:pt x="1434" y="2484"/>
                  </a:cubicBezTo>
                  <a:cubicBezTo>
                    <a:pt x="1436" y="2483"/>
                    <a:pt x="1438" y="2481"/>
                    <a:pt x="1440" y="2480"/>
                  </a:cubicBezTo>
                  <a:cubicBezTo>
                    <a:pt x="1441" y="2479"/>
                    <a:pt x="1442" y="2477"/>
                    <a:pt x="1443" y="2476"/>
                  </a:cubicBezTo>
                  <a:cubicBezTo>
                    <a:pt x="1444" y="2474"/>
                    <a:pt x="1445" y="2471"/>
                    <a:pt x="1445" y="2468"/>
                  </a:cubicBezTo>
                  <a:lnTo>
                    <a:pt x="1445" y="2467"/>
                  </a:lnTo>
                  <a:cubicBezTo>
                    <a:pt x="1443" y="2460"/>
                    <a:pt x="1439" y="2451"/>
                    <a:pt x="1434" y="2449"/>
                  </a:cubicBezTo>
                  <a:cubicBezTo>
                    <a:pt x="1427" y="2447"/>
                    <a:pt x="1419" y="2445"/>
                    <a:pt x="1411" y="2445"/>
                  </a:cubicBezTo>
                  <a:cubicBezTo>
                    <a:pt x="1409" y="2445"/>
                    <a:pt x="1407" y="2445"/>
                    <a:pt x="1405" y="2446"/>
                  </a:cubicBezTo>
                  <a:cubicBezTo>
                    <a:pt x="1360" y="2446"/>
                    <a:pt x="1314" y="2447"/>
                    <a:pt x="1269" y="2447"/>
                  </a:cubicBezTo>
                  <a:cubicBezTo>
                    <a:pt x="1229" y="2445"/>
                    <a:pt x="1190" y="2434"/>
                    <a:pt x="1155" y="2414"/>
                  </a:cubicBezTo>
                  <a:cubicBezTo>
                    <a:pt x="1153" y="2413"/>
                    <a:pt x="1151" y="2411"/>
                    <a:pt x="1150" y="2409"/>
                  </a:cubicBezTo>
                  <a:cubicBezTo>
                    <a:pt x="1149" y="2407"/>
                    <a:pt x="1148" y="2404"/>
                    <a:pt x="1148" y="2402"/>
                  </a:cubicBezTo>
                  <a:cubicBezTo>
                    <a:pt x="1148" y="2399"/>
                    <a:pt x="1149" y="2396"/>
                    <a:pt x="1150" y="2394"/>
                  </a:cubicBezTo>
                  <a:cubicBezTo>
                    <a:pt x="1151" y="2392"/>
                    <a:pt x="1153" y="2390"/>
                    <a:pt x="1155" y="2389"/>
                  </a:cubicBezTo>
                  <a:cubicBezTo>
                    <a:pt x="1159" y="2386"/>
                    <a:pt x="1163" y="2383"/>
                    <a:pt x="1167" y="2380"/>
                  </a:cubicBezTo>
                  <a:cubicBezTo>
                    <a:pt x="1186" y="2365"/>
                    <a:pt x="1212" y="2358"/>
                    <a:pt x="1224" y="2335"/>
                  </a:cubicBezTo>
                  <a:cubicBezTo>
                    <a:pt x="1195" y="2323"/>
                    <a:pt x="1175" y="2346"/>
                    <a:pt x="1151" y="2354"/>
                  </a:cubicBezTo>
                  <a:cubicBezTo>
                    <a:pt x="1140" y="2358"/>
                    <a:pt x="1128" y="2362"/>
                    <a:pt x="1115" y="2365"/>
                  </a:cubicBezTo>
                  <a:cubicBezTo>
                    <a:pt x="1078" y="2373"/>
                    <a:pt x="1039" y="2377"/>
                    <a:pt x="1007" y="2355"/>
                  </a:cubicBezTo>
                  <a:cubicBezTo>
                    <a:pt x="974" y="2332"/>
                    <a:pt x="938" y="2308"/>
                    <a:pt x="921" y="2272"/>
                  </a:cubicBezTo>
                  <a:cubicBezTo>
                    <a:pt x="895" y="2215"/>
                    <a:pt x="873" y="2157"/>
                    <a:pt x="854" y="2098"/>
                  </a:cubicBezTo>
                  <a:cubicBezTo>
                    <a:pt x="852" y="2094"/>
                    <a:pt x="851" y="2089"/>
                    <a:pt x="851" y="2084"/>
                  </a:cubicBezTo>
                  <a:cubicBezTo>
                    <a:pt x="851" y="2077"/>
                    <a:pt x="853" y="2069"/>
                    <a:pt x="857" y="2063"/>
                  </a:cubicBezTo>
                  <a:cubicBezTo>
                    <a:pt x="861" y="2057"/>
                    <a:pt x="866" y="2051"/>
                    <a:pt x="872" y="2048"/>
                  </a:cubicBezTo>
                  <a:cubicBezTo>
                    <a:pt x="873" y="2047"/>
                    <a:pt x="874" y="2047"/>
                    <a:pt x="874" y="2046"/>
                  </a:cubicBezTo>
                  <a:cubicBezTo>
                    <a:pt x="888" y="2040"/>
                    <a:pt x="903" y="2035"/>
                    <a:pt x="918" y="2033"/>
                  </a:cubicBezTo>
                  <a:cubicBezTo>
                    <a:pt x="975" y="2022"/>
                    <a:pt x="1031" y="2012"/>
                    <a:pt x="1088" y="2002"/>
                  </a:cubicBezTo>
                  <a:cubicBezTo>
                    <a:pt x="1199" y="1986"/>
                    <a:pt x="1306" y="1947"/>
                    <a:pt x="1403" y="1892"/>
                  </a:cubicBezTo>
                  <a:cubicBezTo>
                    <a:pt x="1411" y="1887"/>
                    <a:pt x="1418" y="1884"/>
                    <a:pt x="1425" y="1879"/>
                  </a:cubicBezTo>
                  <a:cubicBezTo>
                    <a:pt x="1568" y="1786"/>
                    <a:pt x="1710" y="1691"/>
                    <a:pt x="1806" y="1544"/>
                  </a:cubicBezTo>
                  <a:cubicBezTo>
                    <a:pt x="1815" y="1532"/>
                    <a:pt x="1824" y="1520"/>
                    <a:pt x="1834" y="1509"/>
                  </a:cubicBezTo>
                  <a:cubicBezTo>
                    <a:pt x="1855" y="1485"/>
                    <a:pt x="1874" y="1459"/>
                    <a:pt x="1890" y="1432"/>
                  </a:cubicBezTo>
                  <a:cubicBezTo>
                    <a:pt x="1913" y="1392"/>
                    <a:pt x="1930" y="1349"/>
                    <a:pt x="1941" y="1304"/>
                  </a:cubicBezTo>
                  <a:cubicBezTo>
                    <a:pt x="1965" y="1209"/>
                    <a:pt x="1986" y="1113"/>
                    <a:pt x="2007" y="1018"/>
                  </a:cubicBezTo>
                  <a:cubicBezTo>
                    <a:pt x="2018" y="969"/>
                    <a:pt x="2028" y="920"/>
                    <a:pt x="2037" y="871"/>
                  </a:cubicBezTo>
                  <a:cubicBezTo>
                    <a:pt x="2039" y="863"/>
                    <a:pt x="2041" y="856"/>
                    <a:pt x="2045" y="849"/>
                  </a:cubicBezTo>
                  <a:cubicBezTo>
                    <a:pt x="2049" y="841"/>
                    <a:pt x="2056" y="834"/>
                    <a:pt x="2064" y="828"/>
                  </a:cubicBezTo>
                  <a:cubicBezTo>
                    <a:pt x="2121" y="775"/>
                    <a:pt x="2177" y="721"/>
                    <a:pt x="2238" y="673"/>
                  </a:cubicBezTo>
                  <a:cubicBezTo>
                    <a:pt x="2303" y="622"/>
                    <a:pt x="2376" y="592"/>
                    <a:pt x="2462" y="613"/>
                  </a:cubicBezTo>
                  <a:cubicBezTo>
                    <a:pt x="2466" y="613"/>
                    <a:pt x="2470" y="614"/>
                    <a:pt x="2473" y="614"/>
                  </a:cubicBezTo>
                  <a:cubicBezTo>
                    <a:pt x="2482" y="614"/>
                    <a:pt x="2491" y="612"/>
                    <a:pt x="2499" y="609"/>
                  </a:cubicBezTo>
                  <a:cubicBezTo>
                    <a:pt x="2500" y="608"/>
                    <a:pt x="2502" y="608"/>
                    <a:pt x="2503" y="607"/>
                  </a:cubicBezTo>
                  <a:cubicBezTo>
                    <a:pt x="2507" y="605"/>
                    <a:pt x="2509" y="602"/>
                    <a:pt x="2511" y="599"/>
                  </a:cubicBezTo>
                  <a:cubicBezTo>
                    <a:pt x="2513" y="596"/>
                    <a:pt x="2514" y="592"/>
                    <a:pt x="2514" y="588"/>
                  </a:cubicBezTo>
                  <a:cubicBezTo>
                    <a:pt x="2514" y="585"/>
                    <a:pt x="2513" y="582"/>
                    <a:pt x="2512" y="579"/>
                  </a:cubicBezTo>
                  <a:moveTo>
                    <a:pt x="506" y="2593"/>
                  </a:moveTo>
                  <a:cubicBezTo>
                    <a:pt x="507" y="2592"/>
                    <a:pt x="507" y="2591"/>
                    <a:pt x="508" y="2590"/>
                  </a:cubicBezTo>
                  <a:cubicBezTo>
                    <a:pt x="511" y="2585"/>
                    <a:pt x="515" y="2581"/>
                    <a:pt x="520" y="2578"/>
                  </a:cubicBezTo>
                  <a:cubicBezTo>
                    <a:pt x="525" y="2575"/>
                    <a:pt x="530" y="2573"/>
                    <a:pt x="536" y="2573"/>
                  </a:cubicBezTo>
                  <a:cubicBezTo>
                    <a:pt x="540" y="2574"/>
                    <a:pt x="545" y="2575"/>
                    <a:pt x="550" y="2577"/>
                  </a:cubicBezTo>
                  <a:cubicBezTo>
                    <a:pt x="618" y="2608"/>
                    <a:pt x="691" y="2627"/>
                    <a:pt x="766" y="2634"/>
                  </a:cubicBezTo>
                  <a:cubicBezTo>
                    <a:pt x="773" y="2634"/>
                    <a:pt x="779" y="2640"/>
                    <a:pt x="785" y="2644"/>
                  </a:cubicBezTo>
                  <a:cubicBezTo>
                    <a:pt x="784" y="2646"/>
                    <a:pt x="782" y="2647"/>
                    <a:pt x="780" y="2648"/>
                  </a:cubicBezTo>
                  <a:cubicBezTo>
                    <a:pt x="774" y="2651"/>
                    <a:pt x="768" y="2653"/>
                    <a:pt x="762" y="2653"/>
                  </a:cubicBezTo>
                  <a:cubicBezTo>
                    <a:pt x="755" y="2653"/>
                    <a:pt x="749" y="2651"/>
                    <a:pt x="744" y="2648"/>
                  </a:cubicBezTo>
                  <a:cubicBezTo>
                    <a:pt x="723" y="2643"/>
                    <a:pt x="702" y="2640"/>
                    <a:pt x="681" y="2640"/>
                  </a:cubicBezTo>
                  <a:cubicBezTo>
                    <a:pt x="677" y="2640"/>
                    <a:pt x="673" y="2640"/>
                    <a:pt x="670" y="2640"/>
                  </a:cubicBezTo>
                  <a:cubicBezTo>
                    <a:pt x="668" y="2640"/>
                    <a:pt x="665" y="2640"/>
                    <a:pt x="663" y="2640"/>
                  </a:cubicBezTo>
                  <a:cubicBezTo>
                    <a:pt x="655" y="2640"/>
                    <a:pt x="647" y="2642"/>
                    <a:pt x="640" y="2646"/>
                  </a:cubicBezTo>
                  <a:cubicBezTo>
                    <a:pt x="638" y="2647"/>
                    <a:pt x="636" y="2648"/>
                    <a:pt x="634" y="2650"/>
                  </a:cubicBezTo>
                  <a:cubicBezTo>
                    <a:pt x="619" y="2664"/>
                    <a:pt x="605" y="2676"/>
                    <a:pt x="582" y="2668"/>
                  </a:cubicBezTo>
                  <a:cubicBezTo>
                    <a:pt x="570" y="2665"/>
                    <a:pt x="558" y="2659"/>
                    <a:pt x="547" y="2653"/>
                  </a:cubicBezTo>
                  <a:cubicBezTo>
                    <a:pt x="530" y="2643"/>
                    <a:pt x="515" y="2630"/>
                    <a:pt x="503" y="2614"/>
                  </a:cubicBezTo>
                  <a:cubicBezTo>
                    <a:pt x="500" y="2610"/>
                    <a:pt x="503" y="2599"/>
                    <a:pt x="506" y="2593"/>
                  </a:cubicBezTo>
                  <a:moveTo>
                    <a:pt x="377" y="2135"/>
                  </a:moveTo>
                  <a:cubicBezTo>
                    <a:pt x="377" y="2134"/>
                    <a:pt x="376" y="2133"/>
                    <a:pt x="375" y="2132"/>
                  </a:cubicBezTo>
                  <a:cubicBezTo>
                    <a:pt x="365" y="2115"/>
                    <a:pt x="360" y="2096"/>
                    <a:pt x="360" y="2076"/>
                  </a:cubicBezTo>
                  <a:cubicBezTo>
                    <a:pt x="360" y="2062"/>
                    <a:pt x="363" y="2049"/>
                    <a:pt x="368" y="2036"/>
                  </a:cubicBezTo>
                  <a:cubicBezTo>
                    <a:pt x="368" y="2033"/>
                    <a:pt x="374" y="2027"/>
                    <a:pt x="377" y="2028"/>
                  </a:cubicBezTo>
                  <a:cubicBezTo>
                    <a:pt x="386" y="2028"/>
                    <a:pt x="389" y="2036"/>
                    <a:pt x="388" y="2043"/>
                  </a:cubicBezTo>
                  <a:cubicBezTo>
                    <a:pt x="385" y="2070"/>
                    <a:pt x="382" y="2096"/>
                    <a:pt x="377" y="2135"/>
                  </a:cubicBezTo>
                  <a:moveTo>
                    <a:pt x="875" y="2291"/>
                  </a:moveTo>
                  <a:cubicBezTo>
                    <a:pt x="843" y="2272"/>
                    <a:pt x="829" y="2239"/>
                    <a:pt x="814" y="2208"/>
                  </a:cubicBezTo>
                  <a:cubicBezTo>
                    <a:pt x="794" y="2168"/>
                    <a:pt x="780" y="2125"/>
                    <a:pt x="763" y="2084"/>
                  </a:cubicBezTo>
                  <a:cubicBezTo>
                    <a:pt x="762" y="2081"/>
                    <a:pt x="762" y="2079"/>
                    <a:pt x="762" y="2076"/>
                  </a:cubicBezTo>
                  <a:cubicBezTo>
                    <a:pt x="762" y="2073"/>
                    <a:pt x="762" y="2070"/>
                    <a:pt x="764" y="2068"/>
                  </a:cubicBezTo>
                  <a:cubicBezTo>
                    <a:pt x="765" y="2065"/>
                    <a:pt x="767" y="2064"/>
                    <a:pt x="770" y="2062"/>
                  </a:cubicBezTo>
                  <a:cubicBezTo>
                    <a:pt x="771" y="2061"/>
                    <a:pt x="773" y="2061"/>
                    <a:pt x="774" y="2060"/>
                  </a:cubicBezTo>
                  <a:cubicBezTo>
                    <a:pt x="786" y="2057"/>
                    <a:pt x="793" y="2065"/>
                    <a:pt x="798" y="2074"/>
                  </a:cubicBezTo>
                  <a:cubicBezTo>
                    <a:pt x="801" y="2078"/>
                    <a:pt x="802" y="2083"/>
                    <a:pt x="803" y="2088"/>
                  </a:cubicBezTo>
                  <a:cubicBezTo>
                    <a:pt x="823" y="2157"/>
                    <a:pt x="847" y="2225"/>
                    <a:pt x="875" y="2291"/>
                  </a:cubicBezTo>
                  <a:moveTo>
                    <a:pt x="2423" y="537"/>
                  </a:moveTo>
                  <a:cubicBezTo>
                    <a:pt x="2418" y="559"/>
                    <a:pt x="2396" y="556"/>
                    <a:pt x="2380" y="559"/>
                  </a:cubicBezTo>
                  <a:cubicBezTo>
                    <a:pt x="2365" y="562"/>
                    <a:pt x="2349" y="564"/>
                    <a:pt x="2334" y="564"/>
                  </a:cubicBezTo>
                  <a:cubicBezTo>
                    <a:pt x="2317" y="564"/>
                    <a:pt x="2299" y="561"/>
                    <a:pt x="2283" y="557"/>
                  </a:cubicBezTo>
                  <a:cubicBezTo>
                    <a:pt x="2254" y="548"/>
                    <a:pt x="2228" y="561"/>
                    <a:pt x="2204" y="574"/>
                  </a:cubicBezTo>
                  <a:cubicBezTo>
                    <a:pt x="2195" y="579"/>
                    <a:pt x="2185" y="586"/>
                    <a:pt x="2187" y="597"/>
                  </a:cubicBezTo>
                  <a:cubicBezTo>
                    <a:pt x="2189" y="607"/>
                    <a:pt x="2202" y="607"/>
                    <a:pt x="2212" y="609"/>
                  </a:cubicBezTo>
                  <a:cubicBezTo>
                    <a:pt x="2217" y="610"/>
                    <a:pt x="2222" y="611"/>
                    <a:pt x="2226" y="613"/>
                  </a:cubicBezTo>
                  <a:cubicBezTo>
                    <a:pt x="2232" y="628"/>
                    <a:pt x="2218" y="634"/>
                    <a:pt x="2211" y="641"/>
                  </a:cubicBezTo>
                  <a:cubicBezTo>
                    <a:pt x="2171" y="679"/>
                    <a:pt x="2129" y="715"/>
                    <a:pt x="2089" y="753"/>
                  </a:cubicBezTo>
                  <a:cubicBezTo>
                    <a:pt x="2055" y="786"/>
                    <a:pt x="2023" y="821"/>
                    <a:pt x="1990" y="856"/>
                  </a:cubicBezTo>
                  <a:cubicBezTo>
                    <a:pt x="1986" y="860"/>
                    <a:pt x="1983" y="865"/>
                    <a:pt x="1980" y="870"/>
                  </a:cubicBezTo>
                  <a:cubicBezTo>
                    <a:pt x="1974" y="879"/>
                    <a:pt x="1971" y="891"/>
                    <a:pt x="1971" y="902"/>
                  </a:cubicBezTo>
                  <a:cubicBezTo>
                    <a:pt x="1971" y="905"/>
                    <a:pt x="1971" y="908"/>
                    <a:pt x="1972" y="911"/>
                  </a:cubicBezTo>
                  <a:cubicBezTo>
                    <a:pt x="1972" y="921"/>
                    <a:pt x="1973" y="931"/>
                    <a:pt x="1973" y="941"/>
                  </a:cubicBezTo>
                  <a:cubicBezTo>
                    <a:pt x="1973" y="999"/>
                    <a:pt x="1965" y="1056"/>
                    <a:pt x="1950" y="1112"/>
                  </a:cubicBezTo>
                  <a:cubicBezTo>
                    <a:pt x="1938" y="1168"/>
                    <a:pt x="1923" y="1223"/>
                    <a:pt x="1910" y="1280"/>
                  </a:cubicBezTo>
                  <a:cubicBezTo>
                    <a:pt x="1899" y="1322"/>
                    <a:pt x="1883" y="1363"/>
                    <a:pt x="1861" y="1401"/>
                  </a:cubicBezTo>
                  <a:cubicBezTo>
                    <a:pt x="1851" y="1417"/>
                    <a:pt x="1841" y="1433"/>
                    <a:pt x="1829" y="1448"/>
                  </a:cubicBezTo>
                  <a:cubicBezTo>
                    <a:pt x="1791" y="1501"/>
                    <a:pt x="1749" y="1551"/>
                    <a:pt x="1709" y="1602"/>
                  </a:cubicBezTo>
                  <a:cubicBezTo>
                    <a:pt x="1699" y="1614"/>
                    <a:pt x="1689" y="1625"/>
                    <a:pt x="1678" y="1635"/>
                  </a:cubicBezTo>
                  <a:cubicBezTo>
                    <a:pt x="1566" y="1731"/>
                    <a:pt x="1452" y="1826"/>
                    <a:pt x="1315" y="1888"/>
                  </a:cubicBezTo>
                  <a:cubicBezTo>
                    <a:pt x="1251" y="1916"/>
                    <a:pt x="1184" y="1937"/>
                    <a:pt x="1115" y="1950"/>
                  </a:cubicBezTo>
                  <a:cubicBezTo>
                    <a:pt x="997" y="1972"/>
                    <a:pt x="879" y="1996"/>
                    <a:pt x="760" y="2015"/>
                  </a:cubicBezTo>
                  <a:cubicBezTo>
                    <a:pt x="695" y="2025"/>
                    <a:pt x="631" y="2030"/>
                    <a:pt x="566" y="2032"/>
                  </a:cubicBezTo>
                  <a:cubicBezTo>
                    <a:pt x="480" y="2034"/>
                    <a:pt x="427" y="1971"/>
                    <a:pt x="375" y="1912"/>
                  </a:cubicBezTo>
                  <a:cubicBezTo>
                    <a:pt x="349" y="1883"/>
                    <a:pt x="319" y="1860"/>
                    <a:pt x="292" y="1832"/>
                  </a:cubicBezTo>
                  <a:cubicBezTo>
                    <a:pt x="263" y="1796"/>
                    <a:pt x="237" y="1758"/>
                    <a:pt x="214" y="1719"/>
                  </a:cubicBezTo>
                  <a:cubicBezTo>
                    <a:pt x="213" y="1717"/>
                    <a:pt x="212" y="1716"/>
                    <a:pt x="212" y="1714"/>
                  </a:cubicBezTo>
                  <a:cubicBezTo>
                    <a:pt x="200" y="1695"/>
                    <a:pt x="187" y="1676"/>
                    <a:pt x="172" y="1659"/>
                  </a:cubicBezTo>
                  <a:cubicBezTo>
                    <a:pt x="160" y="1646"/>
                    <a:pt x="150" y="1631"/>
                    <a:pt x="141" y="1616"/>
                  </a:cubicBezTo>
                  <a:cubicBezTo>
                    <a:pt x="124" y="1585"/>
                    <a:pt x="113" y="1552"/>
                    <a:pt x="110" y="1517"/>
                  </a:cubicBezTo>
                  <a:cubicBezTo>
                    <a:pt x="106" y="1493"/>
                    <a:pt x="103" y="1468"/>
                    <a:pt x="100" y="1443"/>
                  </a:cubicBezTo>
                  <a:cubicBezTo>
                    <a:pt x="100" y="1441"/>
                    <a:pt x="100" y="1438"/>
                    <a:pt x="100" y="1436"/>
                  </a:cubicBezTo>
                  <a:cubicBezTo>
                    <a:pt x="100" y="1430"/>
                    <a:pt x="101" y="1425"/>
                    <a:pt x="104" y="1421"/>
                  </a:cubicBezTo>
                  <a:cubicBezTo>
                    <a:pt x="106" y="1417"/>
                    <a:pt x="109" y="1413"/>
                    <a:pt x="113" y="1411"/>
                  </a:cubicBezTo>
                  <a:cubicBezTo>
                    <a:pt x="152" y="1435"/>
                    <a:pt x="210" y="1442"/>
                    <a:pt x="243" y="1425"/>
                  </a:cubicBezTo>
                  <a:cubicBezTo>
                    <a:pt x="252" y="1420"/>
                    <a:pt x="253" y="1403"/>
                    <a:pt x="240" y="1403"/>
                  </a:cubicBezTo>
                  <a:cubicBezTo>
                    <a:pt x="229" y="1404"/>
                    <a:pt x="218" y="1405"/>
                    <a:pt x="207" y="1405"/>
                  </a:cubicBezTo>
                  <a:cubicBezTo>
                    <a:pt x="191" y="1405"/>
                    <a:pt x="176" y="1404"/>
                    <a:pt x="160" y="1402"/>
                  </a:cubicBezTo>
                  <a:cubicBezTo>
                    <a:pt x="145" y="1397"/>
                    <a:pt x="130" y="1390"/>
                    <a:pt x="116" y="1382"/>
                  </a:cubicBezTo>
                  <a:cubicBezTo>
                    <a:pt x="115" y="1382"/>
                    <a:pt x="113" y="1381"/>
                    <a:pt x="112" y="1380"/>
                  </a:cubicBezTo>
                  <a:cubicBezTo>
                    <a:pt x="110" y="1377"/>
                    <a:pt x="108" y="1374"/>
                    <a:pt x="106" y="1371"/>
                  </a:cubicBezTo>
                  <a:cubicBezTo>
                    <a:pt x="93" y="1348"/>
                    <a:pt x="86" y="1323"/>
                    <a:pt x="85" y="1296"/>
                  </a:cubicBezTo>
                  <a:cubicBezTo>
                    <a:pt x="85" y="1296"/>
                    <a:pt x="85" y="1295"/>
                    <a:pt x="85" y="1294"/>
                  </a:cubicBezTo>
                  <a:cubicBezTo>
                    <a:pt x="85" y="1290"/>
                    <a:pt x="86" y="1286"/>
                    <a:pt x="88" y="1283"/>
                  </a:cubicBezTo>
                  <a:cubicBezTo>
                    <a:pt x="90" y="1281"/>
                    <a:pt x="91" y="1279"/>
                    <a:pt x="93" y="1277"/>
                  </a:cubicBezTo>
                  <a:cubicBezTo>
                    <a:pt x="103" y="1285"/>
                    <a:pt x="113" y="1292"/>
                    <a:pt x="124" y="1298"/>
                  </a:cubicBezTo>
                  <a:cubicBezTo>
                    <a:pt x="138" y="1306"/>
                    <a:pt x="153" y="1313"/>
                    <a:pt x="168" y="1318"/>
                  </a:cubicBezTo>
                  <a:cubicBezTo>
                    <a:pt x="198" y="1331"/>
                    <a:pt x="230" y="1337"/>
                    <a:pt x="262" y="1337"/>
                  </a:cubicBezTo>
                  <a:cubicBezTo>
                    <a:pt x="272" y="1337"/>
                    <a:pt x="282" y="1337"/>
                    <a:pt x="292" y="1335"/>
                  </a:cubicBezTo>
                  <a:cubicBezTo>
                    <a:pt x="293" y="1335"/>
                    <a:pt x="295" y="1334"/>
                    <a:pt x="296" y="1334"/>
                  </a:cubicBezTo>
                  <a:cubicBezTo>
                    <a:pt x="297" y="1333"/>
                    <a:pt x="298" y="1332"/>
                    <a:pt x="299" y="1331"/>
                  </a:cubicBezTo>
                  <a:cubicBezTo>
                    <a:pt x="300" y="1330"/>
                    <a:pt x="300" y="1328"/>
                    <a:pt x="300" y="1327"/>
                  </a:cubicBezTo>
                  <a:cubicBezTo>
                    <a:pt x="300" y="1325"/>
                    <a:pt x="300" y="1323"/>
                    <a:pt x="299" y="1322"/>
                  </a:cubicBezTo>
                  <a:cubicBezTo>
                    <a:pt x="298" y="1320"/>
                    <a:pt x="297" y="1320"/>
                    <a:pt x="296" y="1319"/>
                  </a:cubicBezTo>
                  <a:cubicBezTo>
                    <a:pt x="295" y="1318"/>
                    <a:pt x="293" y="1318"/>
                    <a:pt x="292" y="1318"/>
                  </a:cubicBezTo>
                  <a:cubicBezTo>
                    <a:pt x="250" y="1315"/>
                    <a:pt x="210" y="1307"/>
                    <a:pt x="170" y="1295"/>
                  </a:cubicBezTo>
                  <a:cubicBezTo>
                    <a:pt x="145" y="1285"/>
                    <a:pt x="124" y="1266"/>
                    <a:pt x="100" y="1256"/>
                  </a:cubicBezTo>
                  <a:cubicBezTo>
                    <a:pt x="85" y="1222"/>
                    <a:pt x="59" y="1193"/>
                    <a:pt x="51" y="1155"/>
                  </a:cubicBezTo>
                  <a:cubicBezTo>
                    <a:pt x="35" y="1082"/>
                    <a:pt x="61" y="1031"/>
                    <a:pt x="133" y="1014"/>
                  </a:cubicBezTo>
                  <a:cubicBezTo>
                    <a:pt x="255" y="982"/>
                    <a:pt x="372" y="934"/>
                    <a:pt x="481" y="871"/>
                  </a:cubicBezTo>
                  <a:cubicBezTo>
                    <a:pt x="489" y="866"/>
                    <a:pt x="497" y="861"/>
                    <a:pt x="505" y="857"/>
                  </a:cubicBezTo>
                  <a:cubicBezTo>
                    <a:pt x="563" y="823"/>
                    <a:pt x="619" y="785"/>
                    <a:pt x="677" y="750"/>
                  </a:cubicBezTo>
                  <a:cubicBezTo>
                    <a:pt x="769" y="695"/>
                    <a:pt x="870" y="669"/>
                    <a:pt x="972" y="643"/>
                  </a:cubicBezTo>
                  <a:cubicBezTo>
                    <a:pt x="979" y="641"/>
                    <a:pt x="986" y="639"/>
                    <a:pt x="993" y="639"/>
                  </a:cubicBezTo>
                  <a:cubicBezTo>
                    <a:pt x="996" y="639"/>
                    <a:pt x="999" y="640"/>
                    <a:pt x="1002" y="640"/>
                  </a:cubicBezTo>
                  <a:cubicBezTo>
                    <a:pt x="1045" y="655"/>
                    <a:pt x="1079" y="630"/>
                    <a:pt x="1116" y="616"/>
                  </a:cubicBezTo>
                  <a:cubicBezTo>
                    <a:pt x="1179" y="593"/>
                    <a:pt x="1241" y="565"/>
                    <a:pt x="1309" y="558"/>
                  </a:cubicBezTo>
                  <a:cubicBezTo>
                    <a:pt x="1354" y="554"/>
                    <a:pt x="1397" y="539"/>
                    <a:pt x="1437" y="517"/>
                  </a:cubicBezTo>
                  <a:cubicBezTo>
                    <a:pt x="1440" y="515"/>
                    <a:pt x="1443" y="514"/>
                    <a:pt x="1446" y="512"/>
                  </a:cubicBezTo>
                  <a:cubicBezTo>
                    <a:pt x="1469" y="498"/>
                    <a:pt x="1488" y="479"/>
                    <a:pt x="1502" y="456"/>
                  </a:cubicBezTo>
                  <a:cubicBezTo>
                    <a:pt x="1514" y="437"/>
                    <a:pt x="1527" y="419"/>
                    <a:pt x="1542" y="402"/>
                  </a:cubicBezTo>
                  <a:cubicBezTo>
                    <a:pt x="1545" y="398"/>
                    <a:pt x="1548" y="394"/>
                    <a:pt x="1551" y="390"/>
                  </a:cubicBezTo>
                  <a:cubicBezTo>
                    <a:pt x="1555" y="383"/>
                    <a:pt x="1557" y="374"/>
                    <a:pt x="1557" y="366"/>
                  </a:cubicBezTo>
                  <a:cubicBezTo>
                    <a:pt x="1557" y="362"/>
                    <a:pt x="1557" y="358"/>
                    <a:pt x="1556" y="354"/>
                  </a:cubicBezTo>
                  <a:cubicBezTo>
                    <a:pt x="1555" y="352"/>
                    <a:pt x="1555" y="349"/>
                    <a:pt x="1555" y="347"/>
                  </a:cubicBezTo>
                  <a:cubicBezTo>
                    <a:pt x="1555" y="339"/>
                    <a:pt x="1557" y="332"/>
                    <a:pt x="1561" y="325"/>
                  </a:cubicBezTo>
                  <a:cubicBezTo>
                    <a:pt x="1571" y="302"/>
                    <a:pt x="1583" y="279"/>
                    <a:pt x="1596" y="257"/>
                  </a:cubicBezTo>
                  <a:cubicBezTo>
                    <a:pt x="1617" y="221"/>
                    <a:pt x="1641" y="186"/>
                    <a:pt x="1667" y="154"/>
                  </a:cubicBezTo>
                  <a:cubicBezTo>
                    <a:pt x="1682" y="136"/>
                    <a:pt x="1700" y="121"/>
                    <a:pt x="1720" y="109"/>
                  </a:cubicBezTo>
                  <a:cubicBezTo>
                    <a:pt x="1730" y="103"/>
                    <a:pt x="1741" y="98"/>
                    <a:pt x="1752" y="94"/>
                  </a:cubicBezTo>
                  <a:cubicBezTo>
                    <a:pt x="1812" y="75"/>
                    <a:pt x="1873" y="62"/>
                    <a:pt x="1935" y="53"/>
                  </a:cubicBezTo>
                  <a:cubicBezTo>
                    <a:pt x="1936" y="53"/>
                    <a:pt x="1936" y="53"/>
                    <a:pt x="1937" y="53"/>
                  </a:cubicBezTo>
                  <a:cubicBezTo>
                    <a:pt x="1949" y="53"/>
                    <a:pt x="1961" y="51"/>
                    <a:pt x="1972" y="48"/>
                  </a:cubicBezTo>
                  <a:cubicBezTo>
                    <a:pt x="2027" y="15"/>
                    <a:pt x="2074" y="27"/>
                    <a:pt x="2121" y="67"/>
                  </a:cubicBezTo>
                  <a:cubicBezTo>
                    <a:pt x="2125" y="69"/>
                    <a:pt x="2128" y="72"/>
                    <a:pt x="2132" y="74"/>
                  </a:cubicBezTo>
                  <a:cubicBezTo>
                    <a:pt x="2148" y="83"/>
                    <a:pt x="2165" y="90"/>
                    <a:pt x="2182" y="95"/>
                  </a:cubicBezTo>
                  <a:cubicBezTo>
                    <a:pt x="2188" y="98"/>
                    <a:pt x="2194" y="101"/>
                    <a:pt x="2200" y="104"/>
                  </a:cubicBezTo>
                  <a:cubicBezTo>
                    <a:pt x="2224" y="118"/>
                    <a:pt x="2243" y="137"/>
                    <a:pt x="2257" y="161"/>
                  </a:cubicBezTo>
                  <a:cubicBezTo>
                    <a:pt x="2260" y="167"/>
                    <a:pt x="2263" y="172"/>
                    <a:pt x="2266" y="178"/>
                  </a:cubicBezTo>
                  <a:cubicBezTo>
                    <a:pt x="2288" y="229"/>
                    <a:pt x="2306" y="281"/>
                    <a:pt x="2318" y="335"/>
                  </a:cubicBezTo>
                  <a:cubicBezTo>
                    <a:pt x="2320" y="340"/>
                    <a:pt x="2321" y="346"/>
                    <a:pt x="2321" y="351"/>
                  </a:cubicBezTo>
                  <a:cubicBezTo>
                    <a:pt x="2321" y="360"/>
                    <a:pt x="2318" y="369"/>
                    <a:pt x="2314" y="377"/>
                  </a:cubicBezTo>
                  <a:cubicBezTo>
                    <a:pt x="2311" y="382"/>
                    <a:pt x="2308" y="386"/>
                    <a:pt x="2304" y="389"/>
                  </a:cubicBezTo>
                  <a:cubicBezTo>
                    <a:pt x="2286" y="407"/>
                    <a:pt x="2290" y="420"/>
                    <a:pt x="2308" y="431"/>
                  </a:cubicBezTo>
                  <a:cubicBezTo>
                    <a:pt x="2326" y="441"/>
                    <a:pt x="2344" y="449"/>
                    <a:pt x="2361" y="459"/>
                  </a:cubicBezTo>
                  <a:cubicBezTo>
                    <a:pt x="2362" y="460"/>
                    <a:pt x="2362" y="460"/>
                    <a:pt x="2363" y="460"/>
                  </a:cubicBezTo>
                  <a:cubicBezTo>
                    <a:pt x="2377" y="469"/>
                    <a:pt x="2391" y="479"/>
                    <a:pt x="2403" y="491"/>
                  </a:cubicBezTo>
                  <a:cubicBezTo>
                    <a:pt x="2409" y="495"/>
                    <a:pt x="2413" y="500"/>
                    <a:pt x="2417" y="506"/>
                  </a:cubicBezTo>
                  <a:cubicBezTo>
                    <a:pt x="2421" y="514"/>
                    <a:pt x="2423" y="523"/>
                    <a:pt x="2423" y="532"/>
                  </a:cubicBezTo>
                  <a:cubicBezTo>
                    <a:pt x="2423" y="534"/>
                    <a:pt x="2423" y="535"/>
                    <a:pt x="2423" y="5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8"/>
            <p:cNvSpPr/>
            <p:nvPr/>
          </p:nvSpPr>
          <p:spPr>
            <a:xfrm>
              <a:off x="4814280" y="2899800"/>
              <a:ext cx="342360" cy="202680"/>
            </a:xfrm>
            <a:custGeom>
              <a:rect b="b" l="l" r="r" t="t"/>
              <a:pathLst>
                <a:path extrusionOk="0" h="563" w="951">
                  <a:moveTo>
                    <a:pt x="943" y="11"/>
                  </a:moveTo>
                  <a:cubicBezTo>
                    <a:pt x="942" y="10"/>
                    <a:pt x="942" y="8"/>
                    <a:pt x="941" y="7"/>
                  </a:cubicBezTo>
                  <a:cubicBezTo>
                    <a:pt x="940" y="5"/>
                    <a:pt x="938" y="4"/>
                    <a:pt x="936" y="2"/>
                  </a:cubicBezTo>
                  <a:cubicBezTo>
                    <a:pt x="933" y="0"/>
                    <a:pt x="930" y="0"/>
                    <a:pt x="928" y="0"/>
                  </a:cubicBezTo>
                  <a:cubicBezTo>
                    <a:pt x="927" y="0"/>
                    <a:pt x="926" y="0"/>
                    <a:pt x="926" y="0"/>
                  </a:cubicBezTo>
                  <a:cubicBezTo>
                    <a:pt x="916" y="0"/>
                    <a:pt x="913" y="8"/>
                    <a:pt x="913" y="15"/>
                  </a:cubicBezTo>
                  <a:cubicBezTo>
                    <a:pt x="912" y="37"/>
                    <a:pt x="911" y="60"/>
                    <a:pt x="911" y="83"/>
                  </a:cubicBezTo>
                  <a:cubicBezTo>
                    <a:pt x="911" y="85"/>
                    <a:pt x="911" y="86"/>
                    <a:pt x="911" y="88"/>
                  </a:cubicBezTo>
                  <a:cubicBezTo>
                    <a:pt x="911" y="167"/>
                    <a:pt x="901" y="245"/>
                    <a:pt x="881" y="321"/>
                  </a:cubicBezTo>
                  <a:cubicBezTo>
                    <a:pt x="879" y="333"/>
                    <a:pt x="874" y="346"/>
                    <a:pt x="867" y="357"/>
                  </a:cubicBezTo>
                  <a:cubicBezTo>
                    <a:pt x="856" y="376"/>
                    <a:pt x="841" y="392"/>
                    <a:pt x="822" y="403"/>
                  </a:cubicBezTo>
                  <a:cubicBezTo>
                    <a:pt x="810" y="411"/>
                    <a:pt x="797" y="419"/>
                    <a:pt x="785" y="426"/>
                  </a:cubicBezTo>
                  <a:cubicBezTo>
                    <a:pt x="745" y="449"/>
                    <a:pt x="704" y="468"/>
                    <a:pt x="661" y="482"/>
                  </a:cubicBezTo>
                  <a:cubicBezTo>
                    <a:pt x="596" y="502"/>
                    <a:pt x="527" y="504"/>
                    <a:pt x="461" y="517"/>
                  </a:cubicBezTo>
                  <a:cubicBezTo>
                    <a:pt x="454" y="518"/>
                    <a:pt x="446" y="519"/>
                    <a:pt x="439" y="519"/>
                  </a:cubicBezTo>
                  <a:cubicBezTo>
                    <a:pt x="421" y="519"/>
                    <a:pt x="403" y="514"/>
                    <a:pt x="387" y="505"/>
                  </a:cubicBezTo>
                  <a:cubicBezTo>
                    <a:pt x="381" y="502"/>
                    <a:pt x="376" y="498"/>
                    <a:pt x="371" y="493"/>
                  </a:cubicBezTo>
                  <a:cubicBezTo>
                    <a:pt x="343" y="472"/>
                    <a:pt x="317" y="448"/>
                    <a:pt x="291" y="425"/>
                  </a:cubicBezTo>
                  <a:cubicBezTo>
                    <a:pt x="280" y="415"/>
                    <a:pt x="283" y="403"/>
                    <a:pt x="296" y="396"/>
                  </a:cubicBezTo>
                  <a:cubicBezTo>
                    <a:pt x="318" y="384"/>
                    <a:pt x="346" y="393"/>
                    <a:pt x="369" y="371"/>
                  </a:cubicBezTo>
                  <a:cubicBezTo>
                    <a:pt x="229" y="373"/>
                    <a:pt x="147" y="359"/>
                    <a:pt x="87" y="326"/>
                  </a:cubicBezTo>
                  <a:lnTo>
                    <a:pt x="101" y="309"/>
                  </a:lnTo>
                  <a:cubicBezTo>
                    <a:pt x="128" y="305"/>
                    <a:pt x="153" y="296"/>
                    <a:pt x="176" y="282"/>
                  </a:cubicBezTo>
                  <a:cubicBezTo>
                    <a:pt x="182" y="279"/>
                    <a:pt x="187" y="276"/>
                    <a:pt x="193" y="272"/>
                  </a:cubicBezTo>
                  <a:cubicBezTo>
                    <a:pt x="206" y="264"/>
                    <a:pt x="195" y="246"/>
                    <a:pt x="182" y="247"/>
                  </a:cubicBezTo>
                  <a:cubicBezTo>
                    <a:pt x="175" y="248"/>
                    <a:pt x="168" y="248"/>
                    <a:pt x="161" y="248"/>
                  </a:cubicBezTo>
                  <a:cubicBezTo>
                    <a:pt x="149" y="248"/>
                    <a:pt x="137" y="247"/>
                    <a:pt x="126" y="244"/>
                  </a:cubicBezTo>
                  <a:lnTo>
                    <a:pt x="123" y="242"/>
                  </a:lnTo>
                  <a:cubicBezTo>
                    <a:pt x="128" y="242"/>
                    <a:pt x="132" y="241"/>
                    <a:pt x="136" y="239"/>
                  </a:cubicBezTo>
                  <a:cubicBezTo>
                    <a:pt x="175" y="213"/>
                    <a:pt x="217" y="218"/>
                    <a:pt x="259" y="220"/>
                  </a:cubicBezTo>
                  <a:cubicBezTo>
                    <a:pt x="289" y="222"/>
                    <a:pt x="319" y="224"/>
                    <a:pt x="349" y="225"/>
                  </a:cubicBezTo>
                  <a:cubicBezTo>
                    <a:pt x="359" y="225"/>
                    <a:pt x="371" y="225"/>
                    <a:pt x="374" y="212"/>
                  </a:cubicBezTo>
                  <a:cubicBezTo>
                    <a:pt x="374" y="210"/>
                    <a:pt x="375" y="208"/>
                    <a:pt x="375" y="207"/>
                  </a:cubicBezTo>
                  <a:cubicBezTo>
                    <a:pt x="375" y="204"/>
                    <a:pt x="375" y="202"/>
                    <a:pt x="373" y="199"/>
                  </a:cubicBezTo>
                  <a:cubicBezTo>
                    <a:pt x="371" y="196"/>
                    <a:pt x="369" y="195"/>
                    <a:pt x="367" y="194"/>
                  </a:cubicBezTo>
                  <a:lnTo>
                    <a:pt x="366" y="193"/>
                  </a:lnTo>
                  <a:cubicBezTo>
                    <a:pt x="337" y="183"/>
                    <a:pt x="344" y="151"/>
                    <a:pt x="329" y="131"/>
                  </a:cubicBezTo>
                  <a:lnTo>
                    <a:pt x="329" y="132"/>
                  </a:lnTo>
                  <a:cubicBezTo>
                    <a:pt x="329" y="131"/>
                    <a:pt x="328" y="130"/>
                    <a:pt x="328" y="129"/>
                  </a:cubicBezTo>
                  <a:cubicBezTo>
                    <a:pt x="326" y="119"/>
                    <a:pt x="322" y="121"/>
                    <a:pt x="335" y="119"/>
                  </a:cubicBezTo>
                  <a:cubicBezTo>
                    <a:pt x="370" y="118"/>
                    <a:pt x="404" y="112"/>
                    <a:pt x="437" y="102"/>
                  </a:cubicBezTo>
                  <a:cubicBezTo>
                    <a:pt x="439" y="101"/>
                    <a:pt x="440" y="100"/>
                    <a:pt x="441" y="98"/>
                  </a:cubicBezTo>
                  <a:cubicBezTo>
                    <a:pt x="442" y="96"/>
                    <a:pt x="442" y="95"/>
                    <a:pt x="442" y="94"/>
                  </a:cubicBezTo>
                  <a:cubicBezTo>
                    <a:pt x="442" y="92"/>
                    <a:pt x="442" y="91"/>
                    <a:pt x="441" y="89"/>
                  </a:cubicBezTo>
                  <a:cubicBezTo>
                    <a:pt x="440" y="87"/>
                    <a:pt x="439" y="88"/>
                    <a:pt x="437" y="86"/>
                  </a:cubicBezTo>
                  <a:cubicBezTo>
                    <a:pt x="436" y="85"/>
                    <a:pt x="436" y="85"/>
                    <a:pt x="434" y="85"/>
                  </a:cubicBezTo>
                  <a:cubicBezTo>
                    <a:pt x="426" y="84"/>
                    <a:pt x="417" y="84"/>
                    <a:pt x="408" y="84"/>
                  </a:cubicBezTo>
                  <a:cubicBezTo>
                    <a:pt x="392" y="84"/>
                    <a:pt x="376" y="85"/>
                    <a:pt x="360" y="88"/>
                  </a:cubicBezTo>
                  <a:cubicBezTo>
                    <a:pt x="344" y="90"/>
                    <a:pt x="316" y="88"/>
                    <a:pt x="304" y="101"/>
                  </a:cubicBezTo>
                  <a:cubicBezTo>
                    <a:pt x="303" y="102"/>
                    <a:pt x="302" y="104"/>
                    <a:pt x="301" y="106"/>
                  </a:cubicBezTo>
                  <a:cubicBezTo>
                    <a:pt x="298" y="110"/>
                    <a:pt x="297" y="115"/>
                    <a:pt x="297" y="120"/>
                  </a:cubicBezTo>
                  <a:cubicBezTo>
                    <a:pt x="297" y="125"/>
                    <a:pt x="298" y="130"/>
                    <a:pt x="301" y="135"/>
                  </a:cubicBezTo>
                  <a:lnTo>
                    <a:pt x="301" y="136"/>
                  </a:lnTo>
                  <a:cubicBezTo>
                    <a:pt x="305" y="143"/>
                    <a:pt x="308" y="150"/>
                    <a:pt x="312" y="157"/>
                  </a:cubicBezTo>
                  <a:cubicBezTo>
                    <a:pt x="292" y="185"/>
                    <a:pt x="283" y="187"/>
                    <a:pt x="240" y="182"/>
                  </a:cubicBezTo>
                  <a:cubicBezTo>
                    <a:pt x="187" y="177"/>
                    <a:pt x="144" y="204"/>
                    <a:pt x="96" y="216"/>
                  </a:cubicBezTo>
                  <a:cubicBezTo>
                    <a:pt x="96" y="217"/>
                    <a:pt x="95" y="217"/>
                    <a:pt x="95" y="217"/>
                  </a:cubicBezTo>
                  <a:cubicBezTo>
                    <a:pt x="93" y="218"/>
                    <a:pt x="91" y="220"/>
                    <a:pt x="90" y="222"/>
                  </a:cubicBezTo>
                  <a:cubicBezTo>
                    <a:pt x="89" y="224"/>
                    <a:pt x="88" y="226"/>
                    <a:pt x="88" y="228"/>
                  </a:cubicBezTo>
                  <a:cubicBezTo>
                    <a:pt x="88" y="229"/>
                    <a:pt x="89" y="231"/>
                    <a:pt x="89" y="232"/>
                  </a:cubicBezTo>
                  <a:cubicBezTo>
                    <a:pt x="87" y="233"/>
                    <a:pt x="86" y="234"/>
                    <a:pt x="86" y="235"/>
                  </a:cubicBezTo>
                  <a:cubicBezTo>
                    <a:pt x="85" y="236"/>
                    <a:pt x="84" y="238"/>
                    <a:pt x="84" y="239"/>
                  </a:cubicBezTo>
                  <a:cubicBezTo>
                    <a:pt x="84" y="261"/>
                    <a:pt x="102" y="271"/>
                    <a:pt x="124" y="275"/>
                  </a:cubicBezTo>
                  <a:lnTo>
                    <a:pt x="107" y="280"/>
                  </a:lnTo>
                  <a:cubicBezTo>
                    <a:pt x="79" y="282"/>
                    <a:pt x="52" y="288"/>
                    <a:pt x="26" y="298"/>
                  </a:cubicBezTo>
                  <a:cubicBezTo>
                    <a:pt x="22" y="298"/>
                    <a:pt x="19" y="300"/>
                    <a:pt x="16" y="301"/>
                  </a:cubicBezTo>
                  <a:cubicBezTo>
                    <a:pt x="11" y="304"/>
                    <a:pt x="7" y="308"/>
                    <a:pt x="4" y="313"/>
                  </a:cubicBezTo>
                  <a:cubicBezTo>
                    <a:pt x="2" y="316"/>
                    <a:pt x="1" y="319"/>
                    <a:pt x="1" y="323"/>
                  </a:cubicBezTo>
                  <a:cubicBezTo>
                    <a:pt x="0" y="323"/>
                    <a:pt x="0" y="324"/>
                    <a:pt x="0" y="325"/>
                  </a:cubicBezTo>
                  <a:cubicBezTo>
                    <a:pt x="0" y="330"/>
                    <a:pt x="1" y="334"/>
                    <a:pt x="4" y="339"/>
                  </a:cubicBezTo>
                  <a:cubicBezTo>
                    <a:pt x="7" y="343"/>
                    <a:pt x="10" y="347"/>
                    <a:pt x="15" y="350"/>
                  </a:cubicBezTo>
                  <a:cubicBezTo>
                    <a:pt x="16" y="351"/>
                    <a:pt x="18" y="352"/>
                    <a:pt x="19" y="352"/>
                  </a:cubicBezTo>
                  <a:cubicBezTo>
                    <a:pt x="47" y="364"/>
                    <a:pt x="75" y="374"/>
                    <a:pt x="103" y="385"/>
                  </a:cubicBezTo>
                  <a:cubicBezTo>
                    <a:pt x="184" y="414"/>
                    <a:pt x="261" y="448"/>
                    <a:pt x="324" y="508"/>
                  </a:cubicBezTo>
                  <a:cubicBezTo>
                    <a:pt x="339" y="522"/>
                    <a:pt x="355" y="534"/>
                    <a:pt x="371" y="545"/>
                  </a:cubicBezTo>
                  <a:cubicBezTo>
                    <a:pt x="374" y="548"/>
                    <a:pt x="378" y="550"/>
                    <a:pt x="381" y="552"/>
                  </a:cubicBezTo>
                  <a:cubicBezTo>
                    <a:pt x="392" y="558"/>
                    <a:pt x="404" y="562"/>
                    <a:pt x="417" y="562"/>
                  </a:cubicBezTo>
                  <a:cubicBezTo>
                    <a:pt x="428" y="562"/>
                    <a:pt x="439" y="559"/>
                    <a:pt x="449" y="554"/>
                  </a:cubicBezTo>
                  <a:cubicBezTo>
                    <a:pt x="463" y="548"/>
                    <a:pt x="479" y="545"/>
                    <a:pt x="495" y="545"/>
                  </a:cubicBezTo>
                  <a:cubicBezTo>
                    <a:pt x="499" y="545"/>
                    <a:pt x="503" y="545"/>
                    <a:pt x="508" y="546"/>
                  </a:cubicBezTo>
                  <a:cubicBezTo>
                    <a:pt x="633" y="550"/>
                    <a:pt x="743" y="503"/>
                    <a:pt x="849" y="445"/>
                  </a:cubicBezTo>
                  <a:cubicBezTo>
                    <a:pt x="849" y="444"/>
                    <a:pt x="850" y="444"/>
                    <a:pt x="851" y="444"/>
                  </a:cubicBezTo>
                  <a:cubicBezTo>
                    <a:pt x="865" y="435"/>
                    <a:pt x="879" y="425"/>
                    <a:pt x="892" y="414"/>
                  </a:cubicBezTo>
                  <a:cubicBezTo>
                    <a:pt x="898" y="409"/>
                    <a:pt x="903" y="403"/>
                    <a:pt x="907" y="397"/>
                  </a:cubicBezTo>
                  <a:cubicBezTo>
                    <a:pt x="912" y="388"/>
                    <a:pt x="915" y="379"/>
                    <a:pt x="915" y="369"/>
                  </a:cubicBezTo>
                  <a:cubicBezTo>
                    <a:pt x="926" y="269"/>
                    <a:pt x="937" y="170"/>
                    <a:pt x="949" y="71"/>
                  </a:cubicBezTo>
                  <a:cubicBezTo>
                    <a:pt x="950" y="65"/>
                    <a:pt x="950" y="60"/>
                    <a:pt x="950" y="55"/>
                  </a:cubicBezTo>
                  <a:cubicBezTo>
                    <a:pt x="950" y="40"/>
                    <a:pt x="948" y="25"/>
                    <a:pt x="943"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8"/>
            <p:cNvSpPr/>
            <p:nvPr/>
          </p:nvSpPr>
          <p:spPr>
            <a:xfrm>
              <a:off x="4963320" y="2988000"/>
              <a:ext cx="137160" cy="46800"/>
            </a:xfrm>
            <a:custGeom>
              <a:rect b="b" l="l" r="r" t="t"/>
              <a:pathLst>
                <a:path extrusionOk="0" h="130" w="381">
                  <a:moveTo>
                    <a:pt x="372" y="0"/>
                  </a:moveTo>
                  <a:cubicBezTo>
                    <a:pt x="254" y="54"/>
                    <a:pt x="130" y="95"/>
                    <a:pt x="3" y="122"/>
                  </a:cubicBezTo>
                  <a:cubicBezTo>
                    <a:pt x="2" y="122"/>
                    <a:pt x="2" y="123"/>
                    <a:pt x="2" y="123"/>
                  </a:cubicBezTo>
                  <a:cubicBezTo>
                    <a:pt x="1" y="123"/>
                    <a:pt x="1" y="123"/>
                    <a:pt x="0" y="124"/>
                  </a:cubicBezTo>
                  <a:cubicBezTo>
                    <a:pt x="0" y="125"/>
                    <a:pt x="0" y="125"/>
                    <a:pt x="0" y="126"/>
                  </a:cubicBezTo>
                  <a:cubicBezTo>
                    <a:pt x="0" y="127"/>
                    <a:pt x="0" y="127"/>
                    <a:pt x="0" y="128"/>
                  </a:cubicBezTo>
                  <a:cubicBezTo>
                    <a:pt x="1" y="129"/>
                    <a:pt x="1" y="129"/>
                    <a:pt x="2" y="129"/>
                  </a:cubicBezTo>
                  <a:lnTo>
                    <a:pt x="3" y="129"/>
                  </a:lnTo>
                  <a:cubicBezTo>
                    <a:pt x="131" y="123"/>
                    <a:pt x="272" y="84"/>
                    <a:pt x="377" y="9"/>
                  </a:cubicBezTo>
                  <a:cubicBezTo>
                    <a:pt x="378" y="9"/>
                    <a:pt x="379" y="9"/>
                    <a:pt x="379" y="8"/>
                  </a:cubicBezTo>
                  <a:cubicBezTo>
                    <a:pt x="380" y="7"/>
                    <a:pt x="379" y="6"/>
                    <a:pt x="379" y="5"/>
                  </a:cubicBezTo>
                  <a:cubicBezTo>
                    <a:pt x="379" y="4"/>
                    <a:pt x="379" y="3"/>
                    <a:pt x="379" y="3"/>
                  </a:cubicBezTo>
                  <a:cubicBezTo>
                    <a:pt x="378" y="2"/>
                    <a:pt x="378" y="2"/>
                    <a:pt x="377" y="1"/>
                  </a:cubicBezTo>
                  <a:cubicBezTo>
                    <a:pt x="376" y="0"/>
                    <a:pt x="375" y="0"/>
                    <a:pt x="374" y="0"/>
                  </a:cubicBezTo>
                  <a:cubicBezTo>
                    <a:pt x="373" y="0"/>
                    <a:pt x="373" y="0"/>
                    <a:pt x="37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8"/>
            <p:cNvSpPr/>
            <p:nvPr/>
          </p:nvSpPr>
          <p:spPr>
            <a:xfrm>
              <a:off x="4952160" y="2959920"/>
              <a:ext cx="83880" cy="46440"/>
            </a:xfrm>
            <a:custGeom>
              <a:rect b="b" l="l" r="r" t="t"/>
              <a:pathLst>
                <a:path extrusionOk="0" h="129" w="233">
                  <a:moveTo>
                    <a:pt x="217" y="4"/>
                  </a:moveTo>
                  <a:cubicBezTo>
                    <a:pt x="190" y="25"/>
                    <a:pt x="162" y="44"/>
                    <a:pt x="133" y="61"/>
                  </a:cubicBezTo>
                  <a:cubicBezTo>
                    <a:pt x="93" y="84"/>
                    <a:pt x="50" y="103"/>
                    <a:pt x="5" y="118"/>
                  </a:cubicBezTo>
                  <a:cubicBezTo>
                    <a:pt x="0" y="120"/>
                    <a:pt x="3" y="128"/>
                    <a:pt x="8" y="127"/>
                  </a:cubicBezTo>
                  <a:cubicBezTo>
                    <a:pt x="55" y="117"/>
                    <a:pt x="101" y="100"/>
                    <a:pt x="142" y="76"/>
                  </a:cubicBezTo>
                  <a:cubicBezTo>
                    <a:pt x="173" y="58"/>
                    <a:pt x="201" y="37"/>
                    <a:pt x="226" y="13"/>
                  </a:cubicBezTo>
                  <a:cubicBezTo>
                    <a:pt x="232" y="8"/>
                    <a:pt x="223" y="0"/>
                    <a:pt x="217"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8"/>
            <p:cNvSpPr/>
            <p:nvPr/>
          </p:nvSpPr>
          <p:spPr>
            <a:xfrm>
              <a:off x="5074560" y="3083760"/>
              <a:ext cx="133200" cy="118800"/>
            </a:xfrm>
            <a:custGeom>
              <a:rect b="b" l="l" r="r" t="t"/>
              <a:pathLst>
                <a:path extrusionOk="0" h="330" w="370">
                  <a:moveTo>
                    <a:pt x="361" y="3"/>
                  </a:moveTo>
                  <a:cubicBezTo>
                    <a:pt x="358" y="9"/>
                    <a:pt x="354" y="15"/>
                    <a:pt x="351" y="21"/>
                  </a:cubicBezTo>
                  <a:cubicBezTo>
                    <a:pt x="335" y="48"/>
                    <a:pt x="319" y="74"/>
                    <a:pt x="301" y="99"/>
                  </a:cubicBezTo>
                  <a:cubicBezTo>
                    <a:pt x="293" y="109"/>
                    <a:pt x="204" y="215"/>
                    <a:pt x="189" y="183"/>
                  </a:cubicBezTo>
                  <a:cubicBezTo>
                    <a:pt x="188" y="183"/>
                    <a:pt x="188" y="183"/>
                    <a:pt x="188" y="182"/>
                  </a:cubicBezTo>
                  <a:cubicBezTo>
                    <a:pt x="187" y="181"/>
                    <a:pt x="185" y="179"/>
                    <a:pt x="184" y="178"/>
                  </a:cubicBezTo>
                  <a:cubicBezTo>
                    <a:pt x="182" y="178"/>
                    <a:pt x="181" y="177"/>
                    <a:pt x="179" y="177"/>
                  </a:cubicBezTo>
                  <a:cubicBezTo>
                    <a:pt x="177" y="177"/>
                    <a:pt x="175" y="178"/>
                    <a:pt x="174" y="178"/>
                  </a:cubicBezTo>
                  <a:cubicBezTo>
                    <a:pt x="172" y="179"/>
                    <a:pt x="173" y="179"/>
                    <a:pt x="173" y="179"/>
                  </a:cubicBezTo>
                  <a:cubicBezTo>
                    <a:pt x="113" y="218"/>
                    <a:pt x="57" y="263"/>
                    <a:pt x="5" y="313"/>
                  </a:cubicBezTo>
                  <a:cubicBezTo>
                    <a:pt x="0" y="319"/>
                    <a:pt x="7" y="329"/>
                    <a:pt x="13" y="323"/>
                  </a:cubicBezTo>
                  <a:cubicBezTo>
                    <a:pt x="65" y="279"/>
                    <a:pt x="120" y="239"/>
                    <a:pt x="176" y="202"/>
                  </a:cubicBezTo>
                  <a:cubicBezTo>
                    <a:pt x="226" y="257"/>
                    <a:pt x="354" y="40"/>
                    <a:pt x="368" y="6"/>
                  </a:cubicBezTo>
                  <a:cubicBezTo>
                    <a:pt x="369" y="3"/>
                    <a:pt x="365" y="0"/>
                    <a:pt x="361"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8"/>
            <p:cNvSpPr/>
            <p:nvPr/>
          </p:nvSpPr>
          <p:spPr>
            <a:xfrm>
              <a:off x="5209920" y="3040200"/>
              <a:ext cx="38520" cy="45360"/>
            </a:xfrm>
            <a:custGeom>
              <a:rect b="b" l="l" r="r" t="t"/>
              <a:pathLst>
                <a:path extrusionOk="0" h="126" w="107">
                  <a:moveTo>
                    <a:pt x="99" y="4"/>
                  </a:moveTo>
                  <a:cubicBezTo>
                    <a:pt x="95" y="12"/>
                    <a:pt x="90" y="21"/>
                    <a:pt x="86" y="29"/>
                  </a:cubicBezTo>
                  <a:cubicBezTo>
                    <a:pt x="66" y="64"/>
                    <a:pt x="38" y="93"/>
                    <a:pt x="5" y="115"/>
                  </a:cubicBezTo>
                  <a:cubicBezTo>
                    <a:pt x="0" y="118"/>
                    <a:pt x="5" y="125"/>
                    <a:pt x="9" y="123"/>
                  </a:cubicBezTo>
                  <a:cubicBezTo>
                    <a:pt x="11" y="122"/>
                    <a:pt x="13" y="120"/>
                    <a:pt x="15" y="119"/>
                  </a:cubicBezTo>
                  <a:cubicBezTo>
                    <a:pt x="45" y="102"/>
                    <a:pt x="70" y="76"/>
                    <a:pt x="87" y="47"/>
                  </a:cubicBezTo>
                  <a:cubicBezTo>
                    <a:pt x="95" y="33"/>
                    <a:pt x="101" y="20"/>
                    <a:pt x="105" y="5"/>
                  </a:cubicBezTo>
                  <a:cubicBezTo>
                    <a:pt x="106" y="1"/>
                    <a:pt x="100" y="0"/>
                    <a:pt x="99"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8"/>
            <p:cNvSpPr/>
            <p:nvPr/>
          </p:nvSpPr>
          <p:spPr>
            <a:xfrm>
              <a:off x="5261040" y="2958480"/>
              <a:ext cx="47880" cy="47160"/>
            </a:xfrm>
            <a:custGeom>
              <a:rect b="b" l="l" r="r" t="t"/>
              <a:pathLst>
                <a:path extrusionOk="0" h="131" w="133">
                  <a:moveTo>
                    <a:pt x="123" y="1"/>
                  </a:moveTo>
                  <a:cubicBezTo>
                    <a:pt x="69" y="19"/>
                    <a:pt x="27" y="72"/>
                    <a:pt x="3" y="121"/>
                  </a:cubicBezTo>
                  <a:cubicBezTo>
                    <a:pt x="0" y="126"/>
                    <a:pt x="10" y="130"/>
                    <a:pt x="12" y="124"/>
                  </a:cubicBezTo>
                  <a:cubicBezTo>
                    <a:pt x="38" y="71"/>
                    <a:pt x="80" y="42"/>
                    <a:pt x="127" y="9"/>
                  </a:cubicBezTo>
                  <a:cubicBezTo>
                    <a:pt x="132" y="6"/>
                    <a:pt x="128" y="0"/>
                    <a:pt x="12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48"/>
          <p:cNvGrpSpPr/>
          <p:nvPr/>
        </p:nvGrpSpPr>
        <p:grpSpPr>
          <a:xfrm>
            <a:off x="3975213" y="3335322"/>
            <a:ext cx="1473118" cy="1268609"/>
            <a:chOff x="5615280" y="567720"/>
            <a:chExt cx="1786680" cy="1538640"/>
          </a:xfrm>
        </p:grpSpPr>
        <p:sp>
          <p:nvSpPr>
            <p:cNvPr id="5932" name="Google Shape;5932;p48"/>
            <p:cNvSpPr/>
            <p:nvPr/>
          </p:nvSpPr>
          <p:spPr>
            <a:xfrm>
              <a:off x="5615280" y="567720"/>
              <a:ext cx="1786680" cy="1538640"/>
            </a:xfrm>
            <a:custGeom>
              <a:rect b="b" l="l" r="r" t="t"/>
              <a:pathLst>
                <a:path extrusionOk="0" h="4274" w="4963">
                  <a:moveTo>
                    <a:pt x="3047" y="3377"/>
                  </a:moveTo>
                  <a:cubicBezTo>
                    <a:pt x="3048" y="3432"/>
                    <a:pt x="3053" y="3487"/>
                    <a:pt x="3061" y="3542"/>
                  </a:cubicBezTo>
                  <a:cubicBezTo>
                    <a:pt x="3065" y="3569"/>
                    <a:pt x="3049" y="3584"/>
                    <a:pt x="3022" y="3584"/>
                  </a:cubicBezTo>
                  <a:cubicBezTo>
                    <a:pt x="3010" y="3584"/>
                    <a:pt x="3000" y="3574"/>
                    <a:pt x="3005" y="3565"/>
                  </a:cubicBezTo>
                  <a:cubicBezTo>
                    <a:pt x="3013" y="3548"/>
                    <a:pt x="3018" y="3530"/>
                    <a:pt x="3018" y="3511"/>
                  </a:cubicBezTo>
                  <a:cubicBezTo>
                    <a:pt x="3018" y="3497"/>
                    <a:pt x="3015" y="3483"/>
                    <a:pt x="3010" y="3470"/>
                  </a:cubicBezTo>
                  <a:cubicBezTo>
                    <a:pt x="3008" y="3461"/>
                    <a:pt x="3007" y="3451"/>
                    <a:pt x="3007" y="3441"/>
                  </a:cubicBezTo>
                  <a:cubicBezTo>
                    <a:pt x="3007" y="3436"/>
                    <a:pt x="3007" y="3430"/>
                    <a:pt x="3008" y="3425"/>
                  </a:cubicBezTo>
                  <a:cubicBezTo>
                    <a:pt x="3008" y="3408"/>
                    <a:pt x="3009" y="3391"/>
                    <a:pt x="3009" y="3374"/>
                  </a:cubicBezTo>
                  <a:cubicBezTo>
                    <a:pt x="3009" y="3321"/>
                    <a:pt x="3006" y="3268"/>
                    <a:pt x="3001" y="3215"/>
                  </a:cubicBezTo>
                  <a:cubicBezTo>
                    <a:pt x="2999" y="3193"/>
                    <a:pt x="2997" y="3171"/>
                    <a:pt x="2997" y="3149"/>
                  </a:cubicBezTo>
                  <a:cubicBezTo>
                    <a:pt x="2997" y="3134"/>
                    <a:pt x="2998" y="3118"/>
                    <a:pt x="2999" y="3103"/>
                  </a:cubicBezTo>
                  <a:cubicBezTo>
                    <a:pt x="3004" y="3074"/>
                    <a:pt x="2986" y="3059"/>
                    <a:pt x="2954" y="3054"/>
                  </a:cubicBezTo>
                  <a:cubicBezTo>
                    <a:pt x="2933" y="3051"/>
                    <a:pt x="2917" y="3063"/>
                    <a:pt x="2921" y="3083"/>
                  </a:cubicBezTo>
                  <a:cubicBezTo>
                    <a:pt x="2939" y="3177"/>
                    <a:pt x="2929" y="3273"/>
                    <a:pt x="2938" y="3368"/>
                  </a:cubicBezTo>
                  <a:cubicBezTo>
                    <a:pt x="2940" y="3390"/>
                    <a:pt x="2935" y="3413"/>
                    <a:pt x="2936" y="3435"/>
                  </a:cubicBezTo>
                  <a:cubicBezTo>
                    <a:pt x="2937" y="3483"/>
                    <a:pt x="2927" y="3531"/>
                    <a:pt x="2950" y="3576"/>
                  </a:cubicBezTo>
                  <a:cubicBezTo>
                    <a:pt x="2951" y="3579"/>
                    <a:pt x="2952" y="3583"/>
                    <a:pt x="2952" y="3586"/>
                  </a:cubicBezTo>
                  <a:cubicBezTo>
                    <a:pt x="2952" y="3590"/>
                    <a:pt x="2951" y="3593"/>
                    <a:pt x="2949" y="3597"/>
                  </a:cubicBezTo>
                  <a:cubicBezTo>
                    <a:pt x="2947" y="3600"/>
                    <a:pt x="2944" y="3604"/>
                    <a:pt x="2940" y="3606"/>
                  </a:cubicBezTo>
                  <a:cubicBezTo>
                    <a:pt x="2939" y="3606"/>
                    <a:pt x="2938" y="3607"/>
                    <a:pt x="2937" y="3607"/>
                  </a:cubicBezTo>
                  <a:cubicBezTo>
                    <a:pt x="2926" y="3614"/>
                    <a:pt x="2914" y="3618"/>
                    <a:pt x="2902" y="3620"/>
                  </a:cubicBezTo>
                  <a:cubicBezTo>
                    <a:pt x="2860" y="3626"/>
                    <a:pt x="2817" y="3627"/>
                    <a:pt x="2780" y="3653"/>
                  </a:cubicBezTo>
                  <a:cubicBezTo>
                    <a:pt x="2728" y="3655"/>
                    <a:pt x="2681" y="3683"/>
                    <a:pt x="2630" y="3688"/>
                  </a:cubicBezTo>
                  <a:cubicBezTo>
                    <a:pt x="2568" y="3694"/>
                    <a:pt x="2511" y="3676"/>
                    <a:pt x="2454" y="3657"/>
                  </a:cubicBezTo>
                  <a:cubicBezTo>
                    <a:pt x="2453" y="3656"/>
                    <a:pt x="2452" y="3656"/>
                    <a:pt x="2451" y="3655"/>
                  </a:cubicBezTo>
                  <a:cubicBezTo>
                    <a:pt x="2447" y="3653"/>
                    <a:pt x="2444" y="3650"/>
                    <a:pt x="2442" y="3646"/>
                  </a:cubicBezTo>
                  <a:cubicBezTo>
                    <a:pt x="2440" y="3642"/>
                    <a:pt x="2438" y="3638"/>
                    <a:pt x="2438" y="3634"/>
                  </a:cubicBezTo>
                  <a:cubicBezTo>
                    <a:pt x="2438" y="3631"/>
                    <a:pt x="2439" y="3628"/>
                    <a:pt x="2440" y="3625"/>
                  </a:cubicBezTo>
                  <a:cubicBezTo>
                    <a:pt x="2445" y="3603"/>
                    <a:pt x="2450" y="3582"/>
                    <a:pt x="2455" y="3560"/>
                  </a:cubicBezTo>
                  <a:cubicBezTo>
                    <a:pt x="2456" y="3558"/>
                    <a:pt x="2456" y="3556"/>
                    <a:pt x="2457" y="3554"/>
                  </a:cubicBezTo>
                  <a:cubicBezTo>
                    <a:pt x="2459" y="3551"/>
                    <a:pt x="2461" y="3549"/>
                    <a:pt x="2464" y="3547"/>
                  </a:cubicBezTo>
                  <a:cubicBezTo>
                    <a:pt x="2466" y="3546"/>
                    <a:pt x="2468" y="3546"/>
                    <a:pt x="2470" y="3545"/>
                  </a:cubicBezTo>
                  <a:cubicBezTo>
                    <a:pt x="2478" y="3544"/>
                    <a:pt x="2484" y="3557"/>
                    <a:pt x="2480" y="3567"/>
                  </a:cubicBezTo>
                  <a:cubicBezTo>
                    <a:pt x="2463" y="3623"/>
                    <a:pt x="2471" y="3633"/>
                    <a:pt x="2527" y="3630"/>
                  </a:cubicBezTo>
                  <a:cubicBezTo>
                    <a:pt x="2537" y="3630"/>
                    <a:pt x="2547" y="3628"/>
                    <a:pt x="2557" y="3627"/>
                  </a:cubicBezTo>
                  <a:cubicBezTo>
                    <a:pt x="2583" y="3623"/>
                    <a:pt x="2617" y="3640"/>
                    <a:pt x="2633" y="3612"/>
                  </a:cubicBezTo>
                  <a:cubicBezTo>
                    <a:pt x="2645" y="3590"/>
                    <a:pt x="2623" y="3564"/>
                    <a:pt x="2619" y="3540"/>
                  </a:cubicBezTo>
                  <a:cubicBezTo>
                    <a:pt x="2607" y="3478"/>
                    <a:pt x="2600" y="3416"/>
                    <a:pt x="2598" y="3353"/>
                  </a:cubicBezTo>
                  <a:cubicBezTo>
                    <a:pt x="2598" y="3288"/>
                    <a:pt x="2580" y="3285"/>
                    <a:pt x="2517" y="3293"/>
                  </a:cubicBezTo>
                  <a:cubicBezTo>
                    <a:pt x="2512" y="3293"/>
                    <a:pt x="2508" y="3295"/>
                    <a:pt x="2504" y="3297"/>
                  </a:cubicBezTo>
                  <a:cubicBezTo>
                    <a:pt x="2500" y="3300"/>
                    <a:pt x="2496" y="3304"/>
                    <a:pt x="2493" y="3309"/>
                  </a:cubicBezTo>
                  <a:cubicBezTo>
                    <a:pt x="2491" y="3311"/>
                    <a:pt x="2490" y="3313"/>
                    <a:pt x="2490" y="3316"/>
                  </a:cubicBezTo>
                  <a:cubicBezTo>
                    <a:pt x="2481" y="3342"/>
                    <a:pt x="2477" y="3369"/>
                    <a:pt x="2477" y="3397"/>
                  </a:cubicBezTo>
                  <a:cubicBezTo>
                    <a:pt x="2477" y="3402"/>
                    <a:pt x="2477" y="3407"/>
                    <a:pt x="2477" y="3412"/>
                  </a:cubicBezTo>
                  <a:cubicBezTo>
                    <a:pt x="2477" y="3437"/>
                    <a:pt x="2477" y="3462"/>
                    <a:pt x="2477" y="3488"/>
                  </a:cubicBezTo>
                  <a:cubicBezTo>
                    <a:pt x="2477" y="3490"/>
                    <a:pt x="2471" y="3495"/>
                    <a:pt x="2467" y="3495"/>
                  </a:cubicBezTo>
                  <a:cubicBezTo>
                    <a:pt x="2466" y="3495"/>
                    <a:pt x="2464" y="3494"/>
                    <a:pt x="2463" y="3493"/>
                  </a:cubicBezTo>
                  <a:cubicBezTo>
                    <a:pt x="2461" y="3492"/>
                    <a:pt x="2460" y="3490"/>
                    <a:pt x="2458" y="3488"/>
                  </a:cubicBezTo>
                  <a:cubicBezTo>
                    <a:pt x="2457" y="3487"/>
                    <a:pt x="2457" y="3487"/>
                    <a:pt x="2457" y="3487"/>
                  </a:cubicBezTo>
                  <a:cubicBezTo>
                    <a:pt x="2454" y="3475"/>
                    <a:pt x="2452" y="3462"/>
                    <a:pt x="2451" y="3450"/>
                  </a:cubicBezTo>
                  <a:cubicBezTo>
                    <a:pt x="2450" y="3420"/>
                    <a:pt x="2450" y="3390"/>
                    <a:pt x="2449" y="3360"/>
                  </a:cubicBezTo>
                  <a:cubicBezTo>
                    <a:pt x="2448" y="3304"/>
                    <a:pt x="2439" y="3296"/>
                    <a:pt x="2382" y="3294"/>
                  </a:cubicBezTo>
                  <a:cubicBezTo>
                    <a:pt x="2370" y="3294"/>
                    <a:pt x="2357" y="3294"/>
                    <a:pt x="2345" y="3294"/>
                  </a:cubicBezTo>
                  <a:cubicBezTo>
                    <a:pt x="2310" y="3294"/>
                    <a:pt x="2310" y="3298"/>
                    <a:pt x="2297" y="3329"/>
                  </a:cubicBezTo>
                  <a:cubicBezTo>
                    <a:pt x="2287" y="3356"/>
                    <a:pt x="2282" y="3385"/>
                    <a:pt x="2282" y="3414"/>
                  </a:cubicBezTo>
                  <a:cubicBezTo>
                    <a:pt x="2282" y="3428"/>
                    <a:pt x="2283" y="3442"/>
                    <a:pt x="2286" y="3455"/>
                  </a:cubicBezTo>
                  <a:cubicBezTo>
                    <a:pt x="2288" y="3475"/>
                    <a:pt x="2289" y="3495"/>
                    <a:pt x="2289" y="3514"/>
                  </a:cubicBezTo>
                  <a:cubicBezTo>
                    <a:pt x="2289" y="3555"/>
                    <a:pt x="2284" y="3595"/>
                    <a:pt x="2275" y="3634"/>
                  </a:cubicBezTo>
                  <a:cubicBezTo>
                    <a:pt x="2271" y="3646"/>
                    <a:pt x="2269" y="3658"/>
                    <a:pt x="2269" y="3671"/>
                  </a:cubicBezTo>
                  <a:cubicBezTo>
                    <a:pt x="2269" y="3683"/>
                    <a:pt x="2271" y="3696"/>
                    <a:pt x="2275" y="3708"/>
                  </a:cubicBezTo>
                  <a:cubicBezTo>
                    <a:pt x="2276" y="3711"/>
                    <a:pt x="2277" y="3714"/>
                    <a:pt x="2277" y="3717"/>
                  </a:cubicBezTo>
                  <a:cubicBezTo>
                    <a:pt x="2277" y="3721"/>
                    <a:pt x="2277" y="3725"/>
                    <a:pt x="2274" y="3729"/>
                  </a:cubicBezTo>
                  <a:cubicBezTo>
                    <a:pt x="2273" y="3731"/>
                    <a:pt x="2270" y="3733"/>
                    <a:pt x="2268" y="3735"/>
                  </a:cubicBezTo>
                  <a:cubicBezTo>
                    <a:pt x="2239" y="3762"/>
                    <a:pt x="2230" y="3800"/>
                    <a:pt x="2216" y="3834"/>
                  </a:cubicBezTo>
                  <a:cubicBezTo>
                    <a:pt x="2203" y="3870"/>
                    <a:pt x="2186" y="3905"/>
                    <a:pt x="2167" y="3938"/>
                  </a:cubicBezTo>
                  <a:cubicBezTo>
                    <a:pt x="2135" y="3994"/>
                    <a:pt x="2095" y="4045"/>
                    <a:pt x="2049" y="4090"/>
                  </a:cubicBezTo>
                  <a:cubicBezTo>
                    <a:pt x="2020" y="4118"/>
                    <a:pt x="1994" y="4148"/>
                    <a:pt x="1966" y="4177"/>
                  </a:cubicBezTo>
                  <a:cubicBezTo>
                    <a:pt x="1949" y="4194"/>
                    <a:pt x="1930" y="4208"/>
                    <a:pt x="1909" y="4220"/>
                  </a:cubicBezTo>
                  <a:cubicBezTo>
                    <a:pt x="1879" y="4237"/>
                    <a:pt x="1847" y="4249"/>
                    <a:pt x="1814" y="4254"/>
                  </a:cubicBezTo>
                  <a:cubicBezTo>
                    <a:pt x="1746" y="4267"/>
                    <a:pt x="1677" y="4273"/>
                    <a:pt x="1608" y="4273"/>
                  </a:cubicBezTo>
                  <a:cubicBezTo>
                    <a:pt x="1559" y="4273"/>
                    <a:pt x="1510" y="4270"/>
                    <a:pt x="1462" y="4264"/>
                  </a:cubicBezTo>
                  <a:cubicBezTo>
                    <a:pt x="1387" y="4255"/>
                    <a:pt x="1315" y="4229"/>
                    <a:pt x="1239" y="4232"/>
                  </a:cubicBezTo>
                  <a:cubicBezTo>
                    <a:pt x="1226" y="4232"/>
                    <a:pt x="1213" y="4228"/>
                    <a:pt x="1202" y="4222"/>
                  </a:cubicBezTo>
                  <a:cubicBezTo>
                    <a:pt x="1196" y="4218"/>
                    <a:pt x="1190" y="4214"/>
                    <a:pt x="1185" y="4208"/>
                  </a:cubicBezTo>
                  <a:cubicBezTo>
                    <a:pt x="1118" y="4151"/>
                    <a:pt x="1059" y="4085"/>
                    <a:pt x="1009" y="4013"/>
                  </a:cubicBezTo>
                  <a:cubicBezTo>
                    <a:pt x="1008" y="4011"/>
                    <a:pt x="1007" y="4009"/>
                    <a:pt x="1006" y="4007"/>
                  </a:cubicBezTo>
                  <a:cubicBezTo>
                    <a:pt x="1002" y="4000"/>
                    <a:pt x="998" y="3993"/>
                    <a:pt x="995" y="3986"/>
                  </a:cubicBezTo>
                  <a:cubicBezTo>
                    <a:pt x="954" y="3886"/>
                    <a:pt x="918" y="3785"/>
                    <a:pt x="909" y="3676"/>
                  </a:cubicBezTo>
                  <a:cubicBezTo>
                    <a:pt x="907" y="3661"/>
                    <a:pt x="905" y="3647"/>
                    <a:pt x="901" y="3633"/>
                  </a:cubicBezTo>
                  <a:cubicBezTo>
                    <a:pt x="901" y="3630"/>
                    <a:pt x="900" y="3628"/>
                    <a:pt x="899" y="3626"/>
                  </a:cubicBezTo>
                  <a:cubicBezTo>
                    <a:pt x="897" y="3623"/>
                    <a:pt x="895" y="3620"/>
                    <a:pt x="891" y="3618"/>
                  </a:cubicBezTo>
                  <a:cubicBezTo>
                    <a:pt x="888" y="3616"/>
                    <a:pt x="884" y="3615"/>
                    <a:pt x="880" y="3615"/>
                  </a:cubicBezTo>
                  <a:cubicBezTo>
                    <a:pt x="876" y="3615"/>
                    <a:pt x="872" y="3616"/>
                    <a:pt x="869" y="3618"/>
                  </a:cubicBezTo>
                  <a:cubicBezTo>
                    <a:pt x="868" y="3619"/>
                    <a:pt x="867" y="3619"/>
                    <a:pt x="866" y="3620"/>
                  </a:cubicBezTo>
                  <a:cubicBezTo>
                    <a:pt x="801" y="3666"/>
                    <a:pt x="725" y="3685"/>
                    <a:pt x="652" y="3710"/>
                  </a:cubicBezTo>
                  <a:cubicBezTo>
                    <a:pt x="583" y="3735"/>
                    <a:pt x="511" y="3718"/>
                    <a:pt x="445" y="3696"/>
                  </a:cubicBezTo>
                  <a:cubicBezTo>
                    <a:pt x="405" y="3683"/>
                    <a:pt x="367" y="3665"/>
                    <a:pt x="329" y="3644"/>
                  </a:cubicBezTo>
                  <a:cubicBezTo>
                    <a:pt x="299" y="3626"/>
                    <a:pt x="269" y="3607"/>
                    <a:pt x="242" y="3584"/>
                  </a:cubicBezTo>
                  <a:cubicBezTo>
                    <a:pt x="195" y="3547"/>
                    <a:pt x="155" y="3500"/>
                    <a:pt x="124" y="3448"/>
                  </a:cubicBezTo>
                  <a:cubicBezTo>
                    <a:pt x="106" y="3416"/>
                    <a:pt x="91" y="3381"/>
                    <a:pt x="80" y="3345"/>
                  </a:cubicBezTo>
                  <a:cubicBezTo>
                    <a:pt x="54" y="3259"/>
                    <a:pt x="38" y="3170"/>
                    <a:pt x="33" y="3080"/>
                  </a:cubicBezTo>
                  <a:cubicBezTo>
                    <a:pt x="33" y="3076"/>
                    <a:pt x="33" y="3073"/>
                    <a:pt x="33" y="3070"/>
                  </a:cubicBezTo>
                  <a:cubicBezTo>
                    <a:pt x="33" y="3050"/>
                    <a:pt x="30" y="3031"/>
                    <a:pt x="23" y="3013"/>
                  </a:cubicBezTo>
                  <a:cubicBezTo>
                    <a:pt x="0" y="2967"/>
                    <a:pt x="5" y="2919"/>
                    <a:pt x="10" y="2873"/>
                  </a:cubicBezTo>
                  <a:cubicBezTo>
                    <a:pt x="18" y="2770"/>
                    <a:pt x="44" y="2670"/>
                    <a:pt x="85" y="2575"/>
                  </a:cubicBezTo>
                  <a:cubicBezTo>
                    <a:pt x="94" y="2557"/>
                    <a:pt x="103" y="2539"/>
                    <a:pt x="113" y="2522"/>
                  </a:cubicBezTo>
                  <a:cubicBezTo>
                    <a:pt x="122" y="2507"/>
                    <a:pt x="131" y="2492"/>
                    <a:pt x="141" y="2477"/>
                  </a:cubicBezTo>
                  <a:cubicBezTo>
                    <a:pt x="142" y="2475"/>
                    <a:pt x="143" y="2473"/>
                    <a:pt x="145" y="2471"/>
                  </a:cubicBezTo>
                  <a:cubicBezTo>
                    <a:pt x="158" y="2447"/>
                    <a:pt x="166" y="2421"/>
                    <a:pt x="168" y="2393"/>
                  </a:cubicBezTo>
                  <a:cubicBezTo>
                    <a:pt x="175" y="2316"/>
                    <a:pt x="175" y="2238"/>
                    <a:pt x="196" y="2162"/>
                  </a:cubicBezTo>
                  <a:cubicBezTo>
                    <a:pt x="203" y="2130"/>
                    <a:pt x="212" y="2099"/>
                    <a:pt x="224" y="2068"/>
                  </a:cubicBezTo>
                  <a:cubicBezTo>
                    <a:pt x="249" y="2006"/>
                    <a:pt x="267" y="1940"/>
                    <a:pt x="275" y="1873"/>
                  </a:cubicBezTo>
                  <a:cubicBezTo>
                    <a:pt x="280" y="1843"/>
                    <a:pt x="287" y="1814"/>
                    <a:pt x="296" y="1786"/>
                  </a:cubicBezTo>
                  <a:cubicBezTo>
                    <a:pt x="297" y="1777"/>
                    <a:pt x="301" y="1769"/>
                    <a:pt x="305" y="1762"/>
                  </a:cubicBezTo>
                  <a:cubicBezTo>
                    <a:pt x="309" y="1756"/>
                    <a:pt x="312" y="1751"/>
                    <a:pt x="316" y="1746"/>
                  </a:cubicBezTo>
                  <a:cubicBezTo>
                    <a:pt x="328" y="1734"/>
                    <a:pt x="340" y="1721"/>
                    <a:pt x="348" y="1706"/>
                  </a:cubicBezTo>
                  <a:cubicBezTo>
                    <a:pt x="352" y="1699"/>
                    <a:pt x="355" y="1692"/>
                    <a:pt x="358" y="1685"/>
                  </a:cubicBezTo>
                  <a:cubicBezTo>
                    <a:pt x="360" y="1681"/>
                    <a:pt x="362" y="1677"/>
                    <a:pt x="364" y="1674"/>
                  </a:cubicBezTo>
                  <a:cubicBezTo>
                    <a:pt x="377" y="1652"/>
                    <a:pt x="395" y="1633"/>
                    <a:pt x="417" y="1620"/>
                  </a:cubicBezTo>
                  <a:cubicBezTo>
                    <a:pt x="424" y="1616"/>
                    <a:pt x="432" y="1613"/>
                    <a:pt x="439" y="1610"/>
                  </a:cubicBezTo>
                  <a:cubicBezTo>
                    <a:pt x="518" y="1585"/>
                    <a:pt x="592" y="1547"/>
                    <a:pt x="676" y="1538"/>
                  </a:cubicBezTo>
                  <a:cubicBezTo>
                    <a:pt x="698" y="1534"/>
                    <a:pt x="721" y="1531"/>
                    <a:pt x="743" y="1530"/>
                  </a:cubicBezTo>
                  <a:cubicBezTo>
                    <a:pt x="841" y="1532"/>
                    <a:pt x="939" y="1518"/>
                    <a:pt x="1036" y="1515"/>
                  </a:cubicBezTo>
                  <a:cubicBezTo>
                    <a:pt x="1121" y="1511"/>
                    <a:pt x="1206" y="1499"/>
                    <a:pt x="1289" y="1481"/>
                  </a:cubicBezTo>
                  <a:cubicBezTo>
                    <a:pt x="1389" y="1459"/>
                    <a:pt x="1486" y="1421"/>
                    <a:pt x="1590" y="1414"/>
                  </a:cubicBezTo>
                  <a:cubicBezTo>
                    <a:pt x="1601" y="1413"/>
                    <a:pt x="1612" y="1410"/>
                    <a:pt x="1622" y="1404"/>
                  </a:cubicBezTo>
                  <a:cubicBezTo>
                    <a:pt x="1634" y="1397"/>
                    <a:pt x="1644" y="1388"/>
                    <a:pt x="1650" y="1376"/>
                  </a:cubicBezTo>
                  <a:cubicBezTo>
                    <a:pt x="1653" y="1372"/>
                    <a:pt x="1655" y="1367"/>
                    <a:pt x="1656" y="1362"/>
                  </a:cubicBezTo>
                  <a:cubicBezTo>
                    <a:pt x="1678" y="1311"/>
                    <a:pt x="1695" y="1259"/>
                    <a:pt x="1705" y="1204"/>
                  </a:cubicBezTo>
                  <a:cubicBezTo>
                    <a:pt x="1718" y="1145"/>
                    <a:pt x="1735" y="1087"/>
                    <a:pt x="1755" y="1030"/>
                  </a:cubicBezTo>
                  <a:cubicBezTo>
                    <a:pt x="1806" y="889"/>
                    <a:pt x="1850" y="744"/>
                    <a:pt x="1885" y="597"/>
                  </a:cubicBezTo>
                  <a:cubicBezTo>
                    <a:pt x="1894" y="561"/>
                    <a:pt x="1907" y="525"/>
                    <a:pt x="1916" y="489"/>
                  </a:cubicBezTo>
                  <a:cubicBezTo>
                    <a:pt x="1917" y="486"/>
                    <a:pt x="1917" y="484"/>
                    <a:pt x="1917" y="482"/>
                  </a:cubicBezTo>
                  <a:cubicBezTo>
                    <a:pt x="1917" y="478"/>
                    <a:pt x="1916" y="474"/>
                    <a:pt x="1914" y="470"/>
                  </a:cubicBezTo>
                  <a:cubicBezTo>
                    <a:pt x="1912" y="466"/>
                    <a:pt x="1909" y="463"/>
                    <a:pt x="1905" y="461"/>
                  </a:cubicBezTo>
                  <a:cubicBezTo>
                    <a:pt x="1902" y="459"/>
                    <a:pt x="1897" y="458"/>
                    <a:pt x="1893" y="458"/>
                  </a:cubicBezTo>
                  <a:cubicBezTo>
                    <a:pt x="1800" y="451"/>
                    <a:pt x="1792" y="442"/>
                    <a:pt x="1813" y="355"/>
                  </a:cubicBezTo>
                  <a:cubicBezTo>
                    <a:pt x="1825" y="299"/>
                    <a:pt x="1845" y="245"/>
                    <a:pt x="1873" y="196"/>
                  </a:cubicBezTo>
                  <a:cubicBezTo>
                    <a:pt x="1885" y="176"/>
                    <a:pt x="1898" y="156"/>
                    <a:pt x="1913" y="137"/>
                  </a:cubicBezTo>
                  <a:cubicBezTo>
                    <a:pt x="1925" y="122"/>
                    <a:pt x="1935" y="120"/>
                    <a:pt x="1948" y="135"/>
                  </a:cubicBezTo>
                  <a:cubicBezTo>
                    <a:pt x="1951" y="139"/>
                    <a:pt x="1954" y="143"/>
                    <a:pt x="1959" y="145"/>
                  </a:cubicBezTo>
                  <a:cubicBezTo>
                    <a:pt x="1963" y="148"/>
                    <a:pt x="1968" y="149"/>
                    <a:pt x="1973" y="149"/>
                  </a:cubicBezTo>
                  <a:cubicBezTo>
                    <a:pt x="1978" y="149"/>
                    <a:pt x="1983" y="148"/>
                    <a:pt x="1988" y="145"/>
                  </a:cubicBezTo>
                  <a:cubicBezTo>
                    <a:pt x="2047" y="115"/>
                    <a:pt x="2112" y="107"/>
                    <a:pt x="2176" y="95"/>
                  </a:cubicBezTo>
                  <a:cubicBezTo>
                    <a:pt x="2362" y="64"/>
                    <a:pt x="2549" y="45"/>
                    <a:pt x="2737" y="36"/>
                  </a:cubicBezTo>
                  <a:cubicBezTo>
                    <a:pt x="2775" y="34"/>
                    <a:pt x="2813" y="33"/>
                    <a:pt x="2852" y="33"/>
                  </a:cubicBezTo>
                  <a:cubicBezTo>
                    <a:pt x="2904" y="33"/>
                    <a:pt x="2956" y="35"/>
                    <a:pt x="3008" y="39"/>
                  </a:cubicBezTo>
                  <a:cubicBezTo>
                    <a:pt x="3026" y="40"/>
                    <a:pt x="3045" y="40"/>
                    <a:pt x="3063" y="40"/>
                  </a:cubicBezTo>
                  <a:cubicBezTo>
                    <a:pt x="3120" y="40"/>
                    <a:pt x="3176" y="35"/>
                    <a:pt x="3232" y="26"/>
                  </a:cubicBezTo>
                  <a:cubicBezTo>
                    <a:pt x="3303" y="12"/>
                    <a:pt x="3376" y="5"/>
                    <a:pt x="3449" y="5"/>
                  </a:cubicBezTo>
                  <a:cubicBezTo>
                    <a:pt x="3463" y="5"/>
                    <a:pt x="3478" y="5"/>
                    <a:pt x="3493" y="6"/>
                  </a:cubicBezTo>
                  <a:cubicBezTo>
                    <a:pt x="3538" y="9"/>
                    <a:pt x="3583" y="3"/>
                    <a:pt x="3628" y="2"/>
                  </a:cubicBezTo>
                  <a:cubicBezTo>
                    <a:pt x="3741" y="0"/>
                    <a:pt x="3853" y="17"/>
                    <a:pt x="3966" y="29"/>
                  </a:cubicBezTo>
                  <a:cubicBezTo>
                    <a:pt x="4010" y="34"/>
                    <a:pt x="4056" y="38"/>
                    <a:pt x="4100" y="45"/>
                  </a:cubicBezTo>
                  <a:cubicBezTo>
                    <a:pt x="4126" y="51"/>
                    <a:pt x="4151" y="60"/>
                    <a:pt x="4174" y="74"/>
                  </a:cubicBezTo>
                  <a:cubicBezTo>
                    <a:pt x="4212" y="96"/>
                    <a:pt x="4244" y="127"/>
                    <a:pt x="4266" y="165"/>
                  </a:cubicBezTo>
                  <a:cubicBezTo>
                    <a:pt x="4281" y="190"/>
                    <a:pt x="4291" y="218"/>
                    <a:pt x="4296" y="247"/>
                  </a:cubicBezTo>
                  <a:cubicBezTo>
                    <a:pt x="4297" y="257"/>
                    <a:pt x="4296" y="267"/>
                    <a:pt x="4297" y="277"/>
                  </a:cubicBezTo>
                  <a:cubicBezTo>
                    <a:pt x="4301" y="325"/>
                    <a:pt x="4302" y="325"/>
                    <a:pt x="4256" y="327"/>
                  </a:cubicBezTo>
                  <a:cubicBezTo>
                    <a:pt x="4234" y="327"/>
                    <a:pt x="4228" y="337"/>
                    <a:pt x="4234" y="355"/>
                  </a:cubicBezTo>
                  <a:cubicBezTo>
                    <a:pt x="4265" y="445"/>
                    <a:pt x="4291" y="537"/>
                    <a:pt x="4312" y="630"/>
                  </a:cubicBezTo>
                  <a:cubicBezTo>
                    <a:pt x="4317" y="652"/>
                    <a:pt x="4321" y="674"/>
                    <a:pt x="4322" y="696"/>
                  </a:cubicBezTo>
                  <a:cubicBezTo>
                    <a:pt x="4324" y="757"/>
                    <a:pt x="4334" y="816"/>
                    <a:pt x="4353" y="873"/>
                  </a:cubicBezTo>
                  <a:cubicBezTo>
                    <a:pt x="4406" y="1041"/>
                    <a:pt x="4440" y="1214"/>
                    <a:pt x="4478" y="1385"/>
                  </a:cubicBezTo>
                  <a:cubicBezTo>
                    <a:pt x="4481" y="1402"/>
                    <a:pt x="4486" y="1418"/>
                    <a:pt x="4492" y="1435"/>
                  </a:cubicBezTo>
                  <a:cubicBezTo>
                    <a:pt x="4494" y="1439"/>
                    <a:pt x="4496" y="1443"/>
                    <a:pt x="4498" y="1447"/>
                  </a:cubicBezTo>
                  <a:cubicBezTo>
                    <a:pt x="4504" y="1458"/>
                    <a:pt x="4514" y="1467"/>
                    <a:pt x="4525" y="1474"/>
                  </a:cubicBezTo>
                  <a:cubicBezTo>
                    <a:pt x="4531" y="1478"/>
                    <a:pt x="4538" y="1480"/>
                    <a:pt x="4545" y="1482"/>
                  </a:cubicBezTo>
                  <a:cubicBezTo>
                    <a:pt x="4590" y="1494"/>
                    <a:pt x="4633" y="1518"/>
                    <a:pt x="4679" y="1531"/>
                  </a:cubicBezTo>
                  <a:cubicBezTo>
                    <a:pt x="4689" y="1533"/>
                    <a:pt x="4699" y="1538"/>
                    <a:pt x="4708" y="1543"/>
                  </a:cubicBezTo>
                  <a:cubicBezTo>
                    <a:pt x="4725" y="1553"/>
                    <a:pt x="4739" y="1567"/>
                    <a:pt x="4749" y="1583"/>
                  </a:cubicBezTo>
                  <a:cubicBezTo>
                    <a:pt x="4754" y="1592"/>
                    <a:pt x="4758" y="1601"/>
                    <a:pt x="4760" y="1611"/>
                  </a:cubicBezTo>
                  <a:cubicBezTo>
                    <a:pt x="4772" y="1649"/>
                    <a:pt x="4789" y="1686"/>
                    <a:pt x="4799" y="1725"/>
                  </a:cubicBezTo>
                  <a:cubicBezTo>
                    <a:pt x="4810" y="1768"/>
                    <a:pt x="4827" y="1809"/>
                    <a:pt x="4849" y="1848"/>
                  </a:cubicBezTo>
                  <a:cubicBezTo>
                    <a:pt x="4852" y="1853"/>
                    <a:pt x="4855" y="1857"/>
                    <a:pt x="4858" y="1862"/>
                  </a:cubicBezTo>
                  <a:cubicBezTo>
                    <a:pt x="4866" y="1875"/>
                    <a:pt x="4877" y="1887"/>
                    <a:pt x="4874" y="1903"/>
                  </a:cubicBezTo>
                  <a:cubicBezTo>
                    <a:pt x="4862" y="1958"/>
                    <a:pt x="4884" y="2008"/>
                    <a:pt x="4897" y="2058"/>
                  </a:cubicBezTo>
                  <a:cubicBezTo>
                    <a:pt x="4908" y="2099"/>
                    <a:pt x="4915" y="2141"/>
                    <a:pt x="4919" y="2183"/>
                  </a:cubicBezTo>
                  <a:cubicBezTo>
                    <a:pt x="4930" y="2303"/>
                    <a:pt x="4938" y="2423"/>
                    <a:pt x="4957" y="2542"/>
                  </a:cubicBezTo>
                  <a:cubicBezTo>
                    <a:pt x="4960" y="2562"/>
                    <a:pt x="4962" y="2582"/>
                    <a:pt x="4962" y="2601"/>
                  </a:cubicBezTo>
                  <a:cubicBezTo>
                    <a:pt x="4962" y="2612"/>
                    <a:pt x="4961" y="2622"/>
                    <a:pt x="4961" y="2632"/>
                  </a:cubicBezTo>
                  <a:cubicBezTo>
                    <a:pt x="4954" y="2710"/>
                    <a:pt x="4954" y="2787"/>
                    <a:pt x="4929" y="2863"/>
                  </a:cubicBezTo>
                  <a:cubicBezTo>
                    <a:pt x="4918" y="2898"/>
                    <a:pt x="4921" y="2937"/>
                    <a:pt x="4919" y="2975"/>
                  </a:cubicBezTo>
                  <a:cubicBezTo>
                    <a:pt x="4910" y="3108"/>
                    <a:pt x="4874" y="3236"/>
                    <a:pt x="4846" y="3366"/>
                  </a:cubicBezTo>
                  <a:cubicBezTo>
                    <a:pt x="4837" y="3397"/>
                    <a:pt x="4827" y="3428"/>
                    <a:pt x="4814" y="3458"/>
                  </a:cubicBezTo>
                  <a:cubicBezTo>
                    <a:pt x="4784" y="3541"/>
                    <a:pt x="4757" y="3624"/>
                    <a:pt x="4723" y="3705"/>
                  </a:cubicBezTo>
                  <a:cubicBezTo>
                    <a:pt x="4708" y="3746"/>
                    <a:pt x="4689" y="3785"/>
                    <a:pt x="4667" y="3822"/>
                  </a:cubicBezTo>
                  <a:cubicBezTo>
                    <a:pt x="4634" y="3880"/>
                    <a:pt x="4593" y="3935"/>
                    <a:pt x="4547" y="3983"/>
                  </a:cubicBezTo>
                  <a:cubicBezTo>
                    <a:pt x="4493" y="4043"/>
                    <a:pt x="4431" y="4094"/>
                    <a:pt x="4361" y="4135"/>
                  </a:cubicBezTo>
                  <a:cubicBezTo>
                    <a:pt x="4355" y="4138"/>
                    <a:pt x="4348" y="4142"/>
                    <a:pt x="4342" y="4146"/>
                  </a:cubicBezTo>
                  <a:cubicBezTo>
                    <a:pt x="4255" y="4189"/>
                    <a:pt x="4168" y="4224"/>
                    <a:pt x="4069" y="4220"/>
                  </a:cubicBezTo>
                  <a:cubicBezTo>
                    <a:pt x="4057" y="4221"/>
                    <a:pt x="4044" y="4221"/>
                    <a:pt x="4031" y="4221"/>
                  </a:cubicBezTo>
                  <a:cubicBezTo>
                    <a:pt x="4006" y="4221"/>
                    <a:pt x="3982" y="4220"/>
                    <a:pt x="3957" y="4217"/>
                  </a:cubicBezTo>
                  <a:cubicBezTo>
                    <a:pt x="3954" y="4217"/>
                    <a:pt x="3951" y="4217"/>
                    <a:pt x="3948" y="4217"/>
                  </a:cubicBezTo>
                  <a:cubicBezTo>
                    <a:pt x="3933" y="4217"/>
                    <a:pt x="3919" y="4219"/>
                    <a:pt x="3905" y="4223"/>
                  </a:cubicBezTo>
                  <a:cubicBezTo>
                    <a:pt x="3876" y="4228"/>
                    <a:pt x="3846" y="4231"/>
                    <a:pt x="3816" y="4231"/>
                  </a:cubicBezTo>
                  <a:cubicBezTo>
                    <a:pt x="3756" y="4231"/>
                    <a:pt x="3695" y="4219"/>
                    <a:pt x="3639" y="4197"/>
                  </a:cubicBezTo>
                  <a:cubicBezTo>
                    <a:pt x="3595" y="4179"/>
                    <a:pt x="3549" y="4164"/>
                    <a:pt x="3504" y="4149"/>
                  </a:cubicBezTo>
                  <a:cubicBezTo>
                    <a:pt x="3465" y="4135"/>
                    <a:pt x="3426" y="4117"/>
                    <a:pt x="3390" y="4096"/>
                  </a:cubicBezTo>
                  <a:cubicBezTo>
                    <a:pt x="3368" y="4083"/>
                    <a:pt x="3346" y="4069"/>
                    <a:pt x="3325" y="4054"/>
                  </a:cubicBezTo>
                  <a:cubicBezTo>
                    <a:pt x="3295" y="4036"/>
                    <a:pt x="3269" y="4010"/>
                    <a:pt x="3252" y="3979"/>
                  </a:cubicBezTo>
                  <a:cubicBezTo>
                    <a:pt x="3247" y="3970"/>
                    <a:pt x="3242" y="3961"/>
                    <a:pt x="3238" y="3952"/>
                  </a:cubicBezTo>
                  <a:cubicBezTo>
                    <a:pt x="3213" y="3881"/>
                    <a:pt x="3177" y="3814"/>
                    <a:pt x="3163" y="3740"/>
                  </a:cubicBezTo>
                  <a:cubicBezTo>
                    <a:pt x="3148" y="3661"/>
                    <a:pt x="3135" y="3582"/>
                    <a:pt x="3122" y="3503"/>
                  </a:cubicBezTo>
                  <a:cubicBezTo>
                    <a:pt x="3110" y="3423"/>
                    <a:pt x="3099" y="3349"/>
                    <a:pt x="3088" y="3272"/>
                  </a:cubicBezTo>
                  <a:cubicBezTo>
                    <a:pt x="3088" y="3269"/>
                    <a:pt x="3087" y="3266"/>
                    <a:pt x="3085" y="3263"/>
                  </a:cubicBezTo>
                  <a:cubicBezTo>
                    <a:pt x="3084" y="3260"/>
                    <a:pt x="3081" y="3257"/>
                    <a:pt x="3078" y="3256"/>
                  </a:cubicBezTo>
                  <a:cubicBezTo>
                    <a:pt x="3075" y="3254"/>
                    <a:pt x="3072" y="3254"/>
                    <a:pt x="3069" y="3254"/>
                  </a:cubicBezTo>
                  <a:lnTo>
                    <a:pt x="3068" y="3254"/>
                  </a:lnTo>
                  <a:cubicBezTo>
                    <a:pt x="3064" y="3254"/>
                    <a:pt x="3061" y="3255"/>
                    <a:pt x="3057" y="3257"/>
                  </a:cubicBezTo>
                  <a:cubicBezTo>
                    <a:pt x="3054" y="3259"/>
                    <a:pt x="3051" y="3262"/>
                    <a:pt x="3049" y="3266"/>
                  </a:cubicBezTo>
                  <a:cubicBezTo>
                    <a:pt x="3048" y="3267"/>
                    <a:pt x="3047" y="3269"/>
                    <a:pt x="3046" y="3271"/>
                  </a:cubicBezTo>
                  <a:cubicBezTo>
                    <a:pt x="3044" y="3280"/>
                    <a:pt x="3043" y="3290"/>
                    <a:pt x="3043" y="3299"/>
                  </a:cubicBezTo>
                  <a:cubicBezTo>
                    <a:pt x="3043" y="3300"/>
                    <a:pt x="3043" y="3300"/>
                    <a:pt x="3043" y="3301"/>
                  </a:cubicBezTo>
                  <a:cubicBezTo>
                    <a:pt x="3047" y="3327"/>
                    <a:pt x="3047" y="3352"/>
                    <a:pt x="3047" y="3377"/>
                  </a:cubicBezTo>
                  <a:moveTo>
                    <a:pt x="2373" y="1198"/>
                  </a:moveTo>
                  <a:lnTo>
                    <a:pt x="2368" y="1200"/>
                  </a:lnTo>
                  <a:lnTo>
                    <a:pt x="2373" y="1197"/>
                  </a:lnTo>
                  <a:lnTo>
                    <a:pt x="2375" y="1195"/>
                  </a:lnTo>
                  <a:lnTo>
                    <a:pt x="2373" y="1198"/>
                  </a:lnTo>
                  <a:moveTo>
                    <a:pt x="432" y="2239"/>
                  </a:moveTo>
                  <a:cubicBezTo>
                    <a:pt x="415" y="2256"/>
                    <a:pt x="416" y="2275"/>
                    <a:pt x="424" y="2309"/>
                  </a:cubicBezTo>
                  <a:cubicBezTo>
                    <a:pt x="427" y="2277"/>
                    <a:pt x="429" y="2257"/>
                    <a:pt x="431" y="2238"/>
                  </a:cubicBezTo>
                  <a:cubicBezTo>
                    <a:pt x="433" y="2234"/>
                    <a:pt x="437" y="2230"/>
                    <a:pt x="438" y="2225"/>
                  </a:cubicBezTo>
                  <a:cubicBezTo>
                    <a:pt x="440" y="2220"/>
                    <a:pt x="439" y="2218"/>
                    <a:pt x="438" y="2218"/>
                  </a:cubicBezTo>
                  <a:cubicBezTo>
                    <a:pt x="433" y="2215"/>
                    <a:pt x="431" y="2218"/>
                    <a:pt x="431" y="2225"/>
                  </a:cubicBezTo>
                  <a:cubicBezTo>
                    <a:pt x="432" y="2232"/>
                    <a:pt x="431" y="2234"/>
                    <a:pt x="431" y="2239"/>
                  </a:cubicBezTo>
                  <a:lnTo>
                    <a:pt x="432" y="2239"/>
                  </a:lnTo>
                  <a:moveTo>
                    <a:pt x="700" y="3230"/>
                  </a:moveTo>
                  <a:cubicBezTo>
                    <a:pt x="705" y="3235"/>
                    <a:pt x="711" y="3240"/>
                    <a:pt x="717" y="3245"/>
                  </a:cubicBezTo>
                  <a:cubicBezTo>
                    <a:pt x="720" y="3246"/>
                    <a:pt x="724" y="3247"/>
                    <a:pt x="728" y="3247"/>
                  </a:cubicBezTo>
                  <a:cubicBezTo>
                    <a:pt x="726" y="3243"/>
                    <a:pt x="724" y="3238"/>
                    <a:pt x="720" y="3237"/>
                  </a:cubicBezTo>
                  <a:cubicBezTo>
                    <a:pt x="713" y="3234"/>
                    <a:pt x="706" y="3232"/>
                    <a:pt x="698" y="3231"/>
                  </a:cubicBezTo>
                  <a:cubicBezTo>
                    <a:pt x="698" y="3229"/>
                    <a:pt x="697" y="3226"/>
                    <a:pt x="696" y="3224"/>
                  </a:cubicBezTo>
                  <a:cubicBezTo>
                    <a:pt x="693" y="3220"/>
                    <a:pt x="691" y="3216"/>
                    <a:pt x="686" y="3214"/>
                  </a:cubicBezTo>
                  <a:cubicBezTo>
                    <a:pt x="682" y="3211"/>
                    <a:pt x="677" y="3211"/>
                    <a:pt x="672" y="3211"/>
                  </a:cubicBezTo>
                  <a:cubicBezTo>
                    <a:pt x="671" y="3211"/>
                    <a:pt x="671" y="3211"/>
                    <a:pt x="670" y="3211"/>
                  </a:cubicBezTo>
                  <a:cubicBezTo>
                    <a:pt x="666" y="3211"/>
                    <a:pt x="662" y="3212"/>
                    <a:pt x="658" y="3214"/>
                  </a:cubicBezTo>
                  <a:cubicBezTo>
                    <a:pt x="656" y="3215"/>
                    <a:pt x="654" y="3217"/>
                    <a:pt x="652" y="3220"/>
                  </a:cubicBezTo>
                  <a:cubicBezTo>
                    <a:pt x="652" y="3221"/>
                    <a:pt x="651" y="3223"/>
                    <a:pt x="651" y="3225"/>
                  </a:cubicBezTo>
                  <a:cubicBezTo>
                    <a:pt x="651" y="3230"/>
                    <a:pt x="653" y="3235"/>
                    <a:pt x="655" y="3239"/>
                  </a:cubicBezTo>
                  <a:lnTo>
                    <a:pt x="655" y="3240"/>
                  </a:lnTo>
                  <a:cubicBezTo>
                    <a:pt x="656" y="3240"/>
                    <a:pt x="656" y="3241"/>
                    <a:pt x="656" y="3241"/>
                  </a:cubicBezTo>
                  <a:cubicBezTo>
                    <a:pt x="657" y="3243"/>
                    <a:pt x="659" y="3245"/>
                    <a:pt x="661" y="3246"/>
                  </a:cubicBezTo>
                  <a:cubicBezTo>
                    <a:pt x="663" y="3247"/>
                    <a:pt x="666" y="3248"/>
                    <a:pt x="668" y="3248"/>
                  </a:cubicBezTo>
                  <a:cubicBezTo>
                    <a:pt x="671" y="3248"/>
                    <a:pt x="672" y="3247"/>
                    <a:pt x="674" y="3246"/>
                  </a:cubicBezTo>
                  <a:cubicBezTo>
                    <a:pt x="682" y="3241"/>
                    <a:pt x="690" y="3235"/>
                    <a:pt x="699" y="3230"/>
                  </a:cubicBezTo>
                  <a:lnTo>
                    <a:pt x="700" y="3230"/>
                  </a:lnTo>
                  <a:moveTo>
                    <a:pt x="927" y="2435"/>
                  </a:moveTo>
                  <a:cubicBezTo>
                    <a:pt x="905" y="2459"/>
                    <a:pt x="907" y="2491"/>
                    <a:pt x="904" y="2520"/>
                  </a:cubicBezTo>
                  <a:cubicBezTo>
                    <a:pt x="899" y="2574"/>
                    <a:pt x="900" y="2630"/>
                    <a:pt x="891" y="2684"/>
                  </a:cubicBezTo>
                  <a:cubicBezTo>
                    <a:pt x="874" y="2795"/>
                    <a:pt x="883" y="2905"/>
                    <a:pt x="887" y="3015"/>
                  </a:cubicBezTo>
                  <a:cubicBezTo>
                    <a:pt x="893" y="2948"/>
                    <a:pt x="900" y="2881"/>
                    <a:pt x="902" y="2814"/>
                  </a:cubicBezTo>
                  <a:cubicBezTo>
                    <a:pt x="904" y="2734"/>
                    <a:pt x="910" y="2655"/>
                    <a:pt x="919" y="2575"/>
                  </a:cubicBezTo>
                  <a:cubicBezTo>
                    <a:pt x="924" y="2538"/>
                    <a:pt x="926" y="2501"/>
                    <a:pt x="926" y="2463"/>
                  </a:cubicBezTo>
                  <a:cubicBezTo>
                    <a:pt x="926" y="2453"/>
                    <a:pt x="926" y="2443"/>
                    <a:pt x="926" y="2433"/>
                  </a:cubicBezTo>
                  <a:cubicBezTo>
                    <a:pt x="927" y="2431"/>
                    <a:pt x="928" y="2430"/>
                    <a:pt x="929" y="2428"/>
                  </a:cubicBezTo>
                  <a:cubicBezTo>
                    <a:pt x="933" y="2421"/>
                    <a:pt x="935" y="2413"/>
                    <a:pt x="935" y="2405"/>
                  </a:cubicBezTo>
                  <a:cubicBezTo>
                    <a:pt x="935" y="2399"/>
                    <a:pt x="934" y="2392"/>
                    <a:pt x="931" y="2387"/>
                  </a:cubicBezTo>
                  <a:cubicBezTo>
                    <a:pt x="927" y="2396"/>
                    <a:pt x="925" y="2406"/>
                    <a:pt x="925" y="2416"/>
                  </a:cubicBezTo>
                  <a:cubicBezTo>
                    <a:pt x="925" y="2422"/>
                    <a:pt x="925" y="2429"/>
                    <a:pt x="927" y="2435"/>
                  </a:cubicBezTo>
                  <a:moveTo>
                    <a:pt x="1979" y="638"/>
                  </a:moveTo>
                  <a:lnTo>
                    <a:pt x="1981" y="641"/>
                  </a:lnTo>
                  <a:lnTo>
                    <a:pt x="1979" y="639"/>
                  </a:lnTo>
                  <a:cubicBezTo>
                    <a:pt x="1976" y="597"/>
                    <a:pt x="2000" y="562"/>
                    <a:pt x="2013" y="525"/>
                  </a:cubicBezTo>
                  <a:cubicBezTo>
                    <a:pt x="2024" y="502"/>
                    <a:pt x="2031" y="478"/>
                    <a:pt x="2035" y="453"/>
                  </a:cubicBezTo>
                  <a:cubicBezTo>
                    <a:pt x="2035" y="450"/>
                    <a:pt x="2034" y="447"/>
                    <a:pt x="2032" y="444"/>
                  </a:cubicBezTo>
                  <a:cubicBezTo>
                    <a:pt x="2031" y="441"/>
                    <a:pt x="2028" y="438"/>
                    <a:pt x="2025" y="436"/>
                  </a:cubicBezTo>
                  <a:cubicBezTo>
                    <a:pt x="2000" y="428"/>
                    <a:pt x="1960" y="448"/>
                    <a:pt x="1960" y="472"/>
                  </a:cubicBezTo>
                  <a:cubicBezTo>
                    <a:pt x="1957" y="511"/>
                    <a:pt x="1948" y="551"/>
                    <a:pt x="1934" y="588"/>
                  </a:cubicBezTo>
                  <a:cubicBezTo>
                    <a:pt x="1915" y="671"/>
                    <a:pt x="1889" y="752"/>
                    <a:pt x="1859" y="832"/>
                  </a:cubicBezTo>
                  <a:cubicBezTo>
                    <a:pt x="1805" y="970"/>
                    <a:pt x="1762" y="1111"/>
                    <a:pt x="1728" y="1255"/>
                  </a:cubicBezTo>
                  <a:cubicBezTo>
                    <a:pt x="1722" y="1279"/>
                    <a:pt x="1718" y="1304"/>
                    <a:pt x="1713" y="1328"/>
                  </a:cubicBezTo>
                  <a:cubicBezTo>
                    <a:pt x="1709" y="1353"/>
                    <a:pt x="1716" y="1367"/>
                    <a:pt x="1732" y="1370"/>
                  </a:cubicBezTo>
                  <a:cubicBezTo>
                    <a:pt x="1749" y="1373"/>
                    <a:pt x="1758" y="1365"/>
                    <a:pt x="1766" y="1339"/>
                  </a:cubicBezTo>
                  <a:cubicBezTo>
                    <a:pt x="1771" y="1325"/>
                    <a:pt x="1775" y="1310"/>
                    <a:pt x="1779" y="1295"/>
                  </a:cubicBezTo>
                  <a:cubicBezTo>
                    <a:pt x="1801" y="1218"/>
                    <a:pt x="1824" y="1142"/>
                    <a:pt x="1845" y="1065"/>
                  </a:cubicBezTo>
                  <a:cubicBezTo>
                    <a:pt x="1860" y="1009"/>
                    <a:pt x="1871" y="953"/>
                    <a:pt x="1888" y="898"/>
                  </a:cubicBezTo>
                  <a:cubicBezTo>
                    <a:pt x="1912" y="819"/>
                    <a:pt x="1938" y="741"/>
                    <a:pt x="1963" y="663"/>
                  </a:cubicBezTo>
                  <a:cubicBezTo>
                    <a:pt x="1965" y="660"/>
                    <a:pt x="1966" y="658"/>
                    <a:pt x="1967" y="656"/>
                  </a:cubicBezTo>
                  <a:cubicBezTo>
                    <a:pt x="1970" y="650"/>
                    <a:pt x="1975" y="644"/>
                    <a:pt x="1980" y="638"/>
                  </a:cubicBezTo>
                  <a:lnTo>
                    <a:pt x="1979" y="638"/>
                  </a:lnTo>
                  <a:moveTo>
                    <a:pt x="2552" y="1287"/>
                  </a:moveTo>
                  <a:cubicBezTo>
                    <a:pt x="2552" y="1315"/>
                    <a:pt x="2547" y="1342"/>
                    <a:pt x="2537" y="1368"/>
                  </a:cubicBezTo>
                  <a:cubicBezTo>
                    <a:pt x="2537" y="1370"/>
                    <a:pt x="2537" y="1372"/>
                    <a:pt x="2537" y="1374"/>
                  </a:cubicBezTo>
                  <a:cubicBezTo>
                    <a:pt x="2537" y="1379"/>
                    <a:pt x="2538" y="1384"/>
                    <a:pt x="2540" y="1387"/>
                  </a:cubicBezTo>
                  <a:cubicBezTo>
                    <a:pt x="2542" y="1391"/>
                    <a:pt x="2546" y="1395"/>
                    <a:pt x="2550" y="1397"/>
                  </a:cubicBezTo>
                  <a:cubicBezTo>
                    <a:pt x="2551" y="1398"/>
                    <a:pt x="2552" y="1398"/>
                    <a:pt x="2553" y="1399"/>
                  </a:cubicBezTo>
                  <a:cubicBezTo>
                    <a:pt x="2569" y="1406"/>
                    <a:pt x="2586" y="1411"/>
                    <a:pt x="2603" y="1415"/>
                  </a:cubicBezTo>
                  <a:cubicBezTo>
                    <a:pt x="2605" y="1415"/>
                    <a:pt x="2608" y="1416"/>
                    <a:pt x="2610" y="1416"/>
                  </a:cubicBezTo>
                  <a:cubicBezTo>
                    <a:pt x="2615" y="1416"/>
                    <a:pt x="2620" y="1414"/>
                    <a:pt x="2624" y="1412"/>
                  </a:cubicBezTo>
                  <a:cubicBezTo>
                    <a:pt x="2628" y="1410"/>
                    <a:pt x="2632" y="1406"/>
                    <a:pt x="2634" y="1402"/>
                  </a:cubicBezTo>
                  <a:cubicBezTo>
                    <a:pt x="2636" y="1399"/>
                    <a:pt x="2637" y="1396"/>
                    <a:pt x="2637" y="1393"/>
                  </a:cubicBezTo>
                  <a:cubicBezTo>
                    <a:pt x="2644" y="1366"/>
                    <a:pt x="2650" y="1339"/>
                    <a:pt x="2654" y="1312"/>
                  </a:cubicBezTo>
                  <a:cubicBezTo>
                    <a:pt x="2669" y="1182"/>
                    <a:pt x="2709" y="1057"/>
                    <a:pt x="2723" y="927"/>
                  </a:cubicBezTo>
                  <a:cubicBezTo>
                    <a:pt x="2725" y="913"/>
                    <a:pt x="2728" y="898"/>
                    <a:pt x="2732" y="884"/>
                  </a:cubicBezTo>
                  <a:cubicBezTo>
                    <a:pt x="2776" y="734"/>
                    <a:pt x="2798" y="579"/>
                    <a:pt x="2819" y="426"/>
                  </a:cubicBezTo>
                  <a:cubicBezTo>
                    <a:pt x="2822" y="416"/>
                    <a:pt x="2823" y="406"/>
                    <a:pt x="2823" y="396"/>
                  </a:cubicBezTo>
                  <a:cubicBezTo>
                    <a:pt x="2823" y="386"/>
                    <a:pt x="2822" y="376"/>
                    <a:pt x="2819" y="367"/>
                  </a:cubicBezTo>
                  <a:cubicBezTo>
                    <a:pt x="2817" y="359"/>
                    <a:pt x="2800" y="352"/>
                    <a:pt x="2794" y="357"/>
                  </a:cubicBezTo>
                  <a:cubicBezTo>
                    <a:pt x="2787" y="364"/>
                    <a:pt x="2780" y="371"/>
                    <a:pt x="2775" y="379"/>
                  </a:cubicBezTo>
                  <a:cubicBezTo>
                    <a:pt x="2749" y="428"/>
                    <a:pt x="2731" y="481"/>
                    <a:pt x="2722" y="535"/>
                  </a:cubicBezTo>
                  <a:cubicBezTo>
                    <a:pt x="2696" y="666"/>
                    <a:pt x="2663" y="794"/>
                    <a:pt x="2621" y="921"/>
                  </a:cubicBezTo>
                  <a:cubicBezTo>
                    <a:pt x="2598" y="992"/>
                    <a:pt x="2578" y="1065"/>
                    <a:pt x="2561" y="1138"/>
                  </a:cubicBezTo>
                  <a:cubicBezTo>
                    <a:pt x="2554" y="1161"/>
                    <a:pt x="2551" y="1185"/>
                    <a:pt x="2551" y="1209"/>
                  </a:cubicBezTo>
                  <a:cubicBezTo>
                    <a:pt x="2551" y="1220"/>
                    <a:pt x="2551" y="1231"/>
                    <a:pt x="2553" y="1242"/>
                  </a:cubicBezTo>
                  <a:cubicBezTo>
                    <a:pt x="2536" y="1257"/>
                    <a:pt x="2534" y="1271"/>
                    <a:pt x="2553" y="1287"/>
                  </a:cubicBezTo>
                  <a:lnTo>
                    <a:pt x="2552" y="1287"/>
                  </a:lnTo>
                  <a:moveTo>
                    <a:pt x="730" y="3607"/>
                  </a:moveTo>
                  <a:cubicBezTo>
                    <a:pt x="740" y="3610"/>
                    <a:pt x="750" y="3612"/>
                    <a:pt x="760" y="3613"/>
                  </a:cubicBezTo>
                  <a:cubicBezTo>
                    <a:pt x="787" y="3613"/>
                    <a:pt x="799" y="3604"/>
                    <a:pt x="799" y="3580"/>
                  </a:cubicBezTo>
                  <a:cubicBezTo>
                    <a:pt x="799" y="3565"/>
                    <a:pt x="797" y="3550"/>
                    <a:pt x="796" y="3535"/>
                  </a:cubicBezTo>
                  <a:cubicBezTo>
                    <a:pt x="796" y="3510"/>
                    <a:pt x="796" y="3485"/>
                    <a:pt x="796" y="3460"/>
                  </a:cubicBezTo>
                  <a:cubicBezTo>
                    <a:pt x="796" y="3452"/>
                    <a:pt x="799" y="3443"/>
                    <a:pt x="809" y="3445"/>
                  </a:cubicBezTo>
                  <a:cubicBezTo>
                    <a:pt x="814" y="3446"/>
                    <a:pt x="819" y="3455"/>
                    <a:pt x="820" y="3461"/>
                  </a:cubicBezTo>
                  <a:cubicBezTo>
                    <a:pt x="826" y="3495"/>
                    <a:pt x="831" y="3530"/>
                    <a:pt x="837" y="3564"/>
                  </a:cubicBezTo>
                  <a:cubicBezTo>
                    <a:pt x="839" y="3574"/>
                    <a:pt x="852" y="3577"/>
                    <a:pt x="862" y="3572"/>
                  </a:cubicBezTo>
                  <a:lnTo>
                    <a:pt x="863" y="3571"/>
                  </a:lnTo>
                  <a:cubicBezTo>
                    <a:pt x="873" y="3565"/>
                    <a:pt x="882" y="3557"/>
                    <a:pt x="887" y="3547"/>
                  </a:cubicBezTo>
                  <a:cubicBezTo>
                    <a:pt x="891" y="3540"/>
                    <a:pt x="894" y="3532"/>
                    <a:pt x="895" y="3525"/>
                  </a:cubicBezTo>
                  <a:cubicBezTo>
                    <a:pt x="897" y="3512"/>
                    <a:pt x="898" y="3499"/>
                    <a:pt x="898" y="3487"/>
                  </a:cubicBezTo>
                  <a:cubicBezTo>
                    <a:pt x="898" y="3484"/>
                    <a:pt x="898" y="3482"/>
                    <a:pt x="898" y="3480"/>
                  </a:cubicBezTo>
                  <a:cubicBezTo>
                    <a:pt x="898" y="3418"/>
                    <a:pt x="887" y="3356"/>
                    <a:pt x="906" y="3294"/>
                  </a:cubicBezTo>
                  <a:cubicBezTo>
                    <a:pt x="908" y="3286"/>
                    <a:pt x="908" y="3277"/>
                    <a:pt x="908" y="3268"/>
                  </a:cubicBezTo>
                  <a:cubicBezTo>
                    <a:pt x="908" y="3259"/>
                    <a:pt x="908" y="3251"/>
                    <a:pt x="906" y="3242"/>
                  </a:cubicBezTo>
                  <a:cubicBezTo>
                    <a:pt x="906" y="3236"/>
                    <a:pt x="898" y="3225"/>
                    <a:pt x="894" y="3226"/>
                  </a:cubicBezTo>
                  <a:cubicBezTo>
                    <a:pt x="858" y="3231"/>
                    <a:pt x="818" y="3223"/>
                    <a:pt x="791" y="3257"/>
                  </a:cubicBezTo>
                  <a:cubicBezTo>
                    <a:pt x="759" y="3297"/>
                    <a:pt x="713" y="3320"/>
                    <a:pt x="677" y="3353"/>
                  </a:cubicBezTo>
                  <a:cubicBezTo>
                    <a:pt x="675" y="3355"/>
                    <a:pt x="673" y="3357"/>
                    <a:pt x="671" y="3358"/>
                  </a:cubicBezTo>
                  <a:cubicBezTo>
                    <a:pt x="667" y="3360"/>
                    <a:pt x="662" y="3362"/>
                    <a:pt x="657" y="3362"/>
                  </a:cubicBezTo>
                  <a:cubicBezTo>
                    <a:pt x="648" y="3359"/>
                    <a:pt x="639" y="3358"/>
                    <a:pt x="630" y="3358"/>
                  </a:cubicBezTo>
                  <a:cubicBezTo>
                    <a:pt x="614" y="3358"/>
                    <a:pt x="598" y="3362"/>
                    <a:pt x="584" y="3370"/>
                  </a:cubicBezTo>
                  <a:cubicBezTo>
                    <a:pt x="583" y="3370"/>
                    <a:pt x="581" y="3370"/>
                    <a:pt x="580" y="3370"/>
                  </a:cubicBezTo>
                  <a:cubicBezTo>
                    <a:pt x="576" y="3370"/>
                    <a:pt x="572" y="3369"/>
                    <a:pt x="568" y="3367"/>
                  </a:cubicBezTo>
                  <a:cubicBezTo>
                    <a:pt x="567" y="3366"/>
                    <a:pt x="565" y="3365"/>
                    <a:pt x="564" y="3364"/>
                  </a:cubicBezTo>
                  <a:cubicBezTo>
                    <a:pt x="542" y="3340"/>
                    <a:pt x="512" y="3324"/>
                    <a:pt x="488" y="3302"/>
                  </a:cubicBezTo>
                  <a:cubicBezTo>
                    <a:pt x="459" y="3275"/>
                    <a:pt x="431" y="3241"/>
                    <a:pt x="427" y="3202"/>
                  </a:cubicBezTo>
                  <a:cubicBezTo>
                    <a:pt x="425" y="3179"/>
                    <a:pt x="418" y="3157"/>
                    <a:pt x="406" y="3137"/>
                  </a:cubicBezTo>
                  <a:cubicBezTo>
                    <a:pt x="392" y="3112"/>
                    <a:pt x="371" y="3092"/>
                    <a:pt x="347" y="3077"/>
                  </a:cubicBezTo>
                  <a:cubicBezTo>
                    <a:pt x="346" y="3077"/>
                    <a:pt x="345" y="3076"/>
                    <a:pt x="345" y="3076"/>
                  </a:cubicBezTo>
                  <a:cubicBezTo>
                    <a:pt x="330" y="3066"/>
                    <a:pt x="315" y="3057"/>
                    <a:pt x="301" y="3048"/>
                  </a:cubicBezTo>
                  <a:cubicBezTo>
                    <a:pt x="277" y="3035"/>
                    <a:pt x="253" y="3022"/>
                    <a:pt x="228" y="3009"/>
                  </a:cubicBezTo>
                  <a:cubicBezTo>
                    <a:pt x="225" y="3007"/>
                    <a:pt x="221" y="3006"/>
                    <a:pt x="217" y="3004"/>
                  </a:cubicBezTo>
                  <a:cubicBezTo>
                    <a:pt x="205" y="2996"/>
                    <a:pt x="195" y="2986"/>
                    <a:pt x="187" y="2974"/>
                  </a:cubicBezTo>
                  <a:cubicBezTo>
                    <a:pt x="184" y="2968"/>
                    <a:pt x="181" y="2961"/>
                    <a:pt x="179" y="2955"/>
                  </a:cubicBezTo>
                  <a:cubicBezTo>
                    <a:pt x="173" y="2918"/>
                    <a:pt x="156" y="2883"/>
                    <a:pt x="149" y="2846"/>
                  </a:cubicBezTo>
                  <a:cubicBezTo>
                    <a:pt x="145" y="2832"/>
                    <a:pt x="143" y="2817"/>
                    <a:pt x="143" y="2802"/>
                  </a:cubicBezTo>
                  <a:cubicBezTo>
                    <a:pt x="143" y="2785"/>
                    <a:pt x="146" y="2767"/>
                    <a:pt x="151" y="2750"/>
                  </a:cubicBezTo>
                  <a:cubicBezTo>
                    <a:pt x="157" y="2729"/>
                    <a:pt x="161" y="2708"/>
                    <a:pt x="161" y="2686"/>
                  </a:cubicBezTo>
                  <a:cubicBezTo>
                    <a:pt x="161" y="2670"/>
                    <a:pt x="159" y="2654"/>
                    <a:pt x="156" y="2638"/>
                  </a:cubicBezTo>
                  <a:cubicBezTo>
                    <a:pt x="155" y="2638"/>
                    <a:pt x="156" y="2637"/>
                    <a:pt x="155" y="2636"/>
                  </a:cubicBezTo>
                  <a:cubicBezTo>
                    <a:pt x="154" y="2634"/>
                    <a:pt x="152" y="2632"/>
                    <a:pt x="149" y="2631"/>
                  </a:cubicBezTo>
                  <a:cubicBezTo>
                    <a:pt x="148" y="2630"/>
                    <a:pt x="147" y="2630"/>
                    <a:pt x="146" y="2630"/>
                  </a:cubicBezTo>
                  <a:cubicBezTo>
                    <a:pt x="143" y="2630"/>
                    <a:pt x="140" y="2630"/>
                    <a:pt x="138" y="2632"/>
                  </a:cubicBezTo>
                  <a:cubicBezTo>
                    <a:pt x="136" y="2633"/>
                    <a:pt x="135" y="2634"/>
                    <a:pt x="134" y="2635"/>
                  </a:cubicBezTo>
                  <a:cubicBezTo>
                    <a:pt x="129" y="2641"/>
                    <a:pt x="124" y="2647"/>
                    <a:pt x="120" y="2654"/>
                  </a:cubicBezTo>
                  <a:cubicBezTo>
                    <a:pt x="118" y="2658"/>
                    <a:pt x="116" y="2662"/>
                    <a:pt x="114" y="2667"/>
                  </a:cubicBezTo>
                  <a:cubicBezTo>
                    <a:pt x="90" y="2738"/>
                    <a:pt x="54" y="2806"/>
                    <a:pt x="66" y="2884"/>
                  </a:cubicBezTo>
                  <a:cubicBezTo>
                    <a:pt x="66" y="2888"/>
                    <a:pt x="66" y="2891"/>
                    <a:pt x="66" y="2895"/>
                  </a:cubicBezTo>
                  <a:cubicBezTo>
                    <a:pt x="66" y="2906"/>
                    <a:pt x="65" y="2918"/>
                    <a:pt x="63" y="2929"/>
                  </a:cubicBezTo>
                  <a:cubicBezTo>
                    <a:pt x="55" y="3000"/>
                    <a:pt x="82" y="3062"/>
                    <a:pt x="113" y="3123"/>
                  </a:cubicBezTo>
                  <a:cubicBezTo>
                    <a:pt x="114" y="3125"/>
                    <a:pt x="115" y="3127"/>
                    <a:pt x="116" y="3129"/>
                  </a:cubicBezTo>
                  <a:cubicBezTo>
                    <a:pt x="124" y="3144"/>
                    <a:pt x="136" y="3156"/>
                    <a:pt x="151" y="3164"/>
                  </a:cubicBezTo>
                  <a:cubicBezTo>
                    <a:pt x="154" y="3166"/>
                    <a:pt x="157" y="3167"/>
                    <a:pt x="161" y="3169"/>
                  </a:cubicBezTo>
                  <a:cubicBezTo>
                    <a:pt x="166" y="3171"/>
                    <a:pt x="172" y="3174"/>
                    <a:pt x="177" y="3177"/>
                  </a:cubicBezTo>
                  <a:cubicBezTo>
                    <a:pt x="191" y="3185"/>
                    <a:pt x="203" y="3195"/>
                    <a:pt x="212" y="3208"/>
                  </a:cubicBezTo>
                  <a:cubicBezTo>
                    <a:pt x="206" y="3211"/>
                    <a:pt x="199" y="3212"/>
                    <a:pt x="192" y="3212"/>
                  </a:cubicBezTo>
                  <a:cubicBezTo>
                    <a:pt x="183" y="3212"/>
                    <a:pt x="174" y="3210"/>
                    <a:pt x="165" y="3205"/>
                  </a:cubicBezTo>
                  <a:cubicBezTo>
                    <a:pt x="164" y="3204"/>
                    <a:pt x="163" y="3203"/>
                    <a:pt x="161" y="3202"/>
                  </a:cubicBezTo>
                  <a:cubicBezTo>
                    <a:pt x="144" y="3193"/>
                    <a:pt x="127" y="3182"/>
                    <a:pt x="109" y="3172"/>
                  </a:cubicBezTo>
                  <a:cubicBezTo>
                    <a:pt x="106" y="3171"/>
                    <a:pt x="103" y="3170"/>
                    <a:pt x="100" y="3170"/>
                  </a:cubicBezTo>
                  <a:cubicBezTo>
                    <a:pt x="98" y="3170"/>
                    <a:pt x="95" y="3170"/>
                    <a:pt x="92" y="3172"/>
                  </a:cubicBezTo>
                  <a:cubicBezTo>
                    <a:pt x="90" y="3174"/>
                    <a:pt x="88" y="3175"/>
                    <a:pt x="86" y="3178"/>
                  </a:cubicBezTo>
                  <a:cubicBezTo>
                    <a:pt x="85" y="3181"/>
                    <a:pt x="84" y="3183"/>
                    <a:pt x="84" y="3186"/>
                  </a:cubicBezTo>
                  <a:cubicBezTo>
                    <a:pt x="84" y="3187"/>
                    <a:pt x="84" y="3188"/>
                    <a:pt x="84" y="3189"/>
                  </a:cubicBezTo>
                  <a:cubicBezTo>
                    <a:pt x="86" y="3204"/>
                    <a:pt x="89" y="3219"/>
                    <a:pt x="93" y="3233"/>
                  </a:cubicBezTo>
                  <a:cubicBezTo>
                    <a:pt x="103" y="3262"/>
                    <a:pt x="115" y="3289"/>
                    <a:pt x="123" y="3318"/>
                  </a:cubicBezTo>
                  <a:cubicBezTo>
                    <a:pt x="129" y="3349"/>
                    <a:pt x="140" y="3379"/>
                    <a:pt x="156" y="3406"/>
                  </a:cubicBezTo>
                  <a:cubicBezTo>
                    <a:pt x="172" y="3433"/>
                    <a:pt x="191" y="3457"/>
                    <a:pt x="215" y="3478"/>
                  </a:cubicBezTo>
                  <a:cubicBezTo>
                    <a:pt x="226" y="3488"/>
                    <a:pt x="235" y="3500"/>
                    <a:pt x="243" y="3513"/>
                  </a:cubicBezTo>
                  <a:cubicBezTo>
                    <a:pt x="255" y="3530"/>
                    <a:pt x="270" y="3544"/>
                    <a:pt x="288" y="3554"/>
                  </a:cubicBezTo>
                  <a:cubicBezTo>
                    <a:pt x="308" y="3566"/>
                    <a:pt x="329" y="3572"/>
                    <a:pt x="352" y="3573"/>
                  </a:cubicBezTo>
                  <a:cubicBezTo>
                    <a:pt x="381" y="3576"/>
                    <a:pt x="421" y="3566"/>
                    <a:pt x="421" y="3617"/>
                  </a:cubicBezTo>
                  <a:cubicBezTo>
                    <a:pt x="421" y="3621"/>
                    <a:pt x="432" y="3627"/>
                    <a:pt x="439" y="3630"/>
                  </a:cubicBezTo>
                  <a:cubicBezTo>
                    <a:pt x="450" y="3634"/>
                    <a:pt x="463" y="3637"/>
                    <a:pt x="475" y="3641"/>
                  </a:cubicBezTo>
                  <a:cubicBezTo>
                    <a:pt x="480" y="3643"/>
                    <a:pt x="486" y="3645"/>
                    <a:pt x="492" y="3645"/>
                  </a:cubicBezTo>
                  <a:cubicBezTo>
                    <a:pt x="500" y="3645"/>
                    <a:pt x="509" y="3643"/>
                    <a:pt x="515" y="3639"/>
                  </a:cubicBezTo>
                  <a:cubicBezTo>
                    <a:pt x="522" y="3635"/>
                    <a:pt x="527" y="3629"/>
                    <a:pt x="531" y="3622"/>
                  </a:cubicBezTo>
                  <a:cubicBezTo>
                    <a:pt x="532" y="3621"/>
                    <a:pt x="532" y="3620"/>
                    <a:pt x="533" y="3619"/>
                  </a:cubicBezTo>
                  <a:cubicBezTo>
                    <a:pt x="538" y="3612"/>
                    <a:pt x="543" y="3605"/>
                    <a:pt x="547" y="3597"/>
                  </a:cubicBezTo>
                  <a:cubicBezTo>
                    <a:pt x="558" y="3579"/>
                    <a:pt x="566" y="3559"/>
                    <a:pt x="571" y="3539"/>
                  </a:cubicBezTo>
                  <a:cubicBezTo>
                    <a:pt x="572" y="3537"/>
                    <a:pt x="572" y="3535"/>
                    <a:pt x="573" y="3534"/>
                  </a:cubicBezTo>
                  <a:cubicBezTo>
                    <a:pt x="574" y="3532"/>
                    <a:pt x="575" y="3531"/>
                    <a:pt x="577" y="3530"/>
                  </a:cubicBezTo>
                  <a:cubicBezTo>
                    <a:pt x="579" y="3529"/>
                    <a:pt x="581" y="3528"/>
                    <a:pt x="583" y="3528"/>
                  </a:cubicBezTo>
                  <a:cubicBezTo>
                    <a:pt x="585" y="3528"/>
                    <a:pt x="586" y="3528"/>
                    <a:pt x="587" y="3529"/>
                  </a:cubicBezTo>
                  <a:cubicBezTo>
                    <a:pt x="588" y="3530"/>
                    <a:pt x="589" y="3531"/>
                    <a:pt x="590" y="3532"/>
                  </a:cubicBezTo>
                  <a:cubicBezTo>
                    <a:pt x="591" y="3534"/>
                    <a:pt x="592" y="3537"/>
                    <a:pt x="592" y="3539"/>
                  </a:cubicBezTo>
                  <a:cubicBezTo>
                    <a:pt x="592" y="3540"/>
                    <a:pt x="592" y="3541"/>
                    <a:pt x="592" y="3542"/>
                  </a:cubicBezTo>
                  <a:cubicBezTo>
                    <a:pt x="585" y="3564"/>
                    <a:pt x="576" y="3583"/>
                    <a:pt x="569" y="3605"/>
                  </a:cubicBezTo>
                  <a:cubicBezTo>
                    <a:pt x="562" y="3626"/>
                    <a:pt x="573" y="3644"/>
                    <a:pt x="598" y="3646"/>
                  </a:cubicBezTo>
                  <a:cubicBezTo>
                    <a:pt x="602" y="3647"/>
                    <a:pt x="606" y="3647"/>
                    <a:pt x="611" y="3647"/>
                  </a:cubicBezTo>
                  <a:cubicBezTo>
                    <a:pt x="621" y="3647"/>
                    <a:pt x="632" y="3644"/>
                    <a:pt x="641" y="3639"/>
                  </a:cubicBezTo>
                  <a:cubicBezTo>
                    <a:pt x="650" y="3634"/>
                    <a:pt x="658" y="3626"/>
                    <a:pt x="663" y="3617"/>
                  </a:cubicBezTo>
                  <a:cubicBezTo>
                    <a:pt x="681" y="3585"/>
                    <a:pt x="712" y="3560"/>
                    <a:pt x="710" y="3518"/>
                  </a:cubicBezTo>
                  <a:cubicBezTo>
                    <a:pt x="710" y="3511"/>
                    <a:pt x="716" y="3502"/>
                    <a:pt x="724" y="3505"/>
                  </a:cubicBezTo>
                  <a:cubicBezTo>
                    <a:pt x="727" y="3507"/>
                    <a:pt x="729" y="3509"/>
                    <a:pt x="731" y="3512"/>
                  </a:cubicBezTo>
                  <a:cubicBezTo>
                    <a:pt x="733" y="3515"/>
                    <a:pt x="734" y="3519"/>
                    <a:pt x="734" y="3522"/>
                  </a:cubicBezTo>
                  <a:cubicBezTo>
                    <a:pt x="734" y="3550"/>
                    <a:pt x="734" y="3577"/>
                    <a:pt x="734" y="3605"/>
                  </a:cubicBezTo>
                  <a:lnTo>
                    <a:pt x="730" y="3607"/>
                  </a:lnTo>
                  <a:moveTo>
                    <a:pt x="2354" y="1345"/>
                  </a:moveTo>
                  <a:cubicBezTo>
                    <a:pt x="2379" y="1347"/>
                    <a:pt x="2403" y="1353"/>
                    <a:pt x="2427" y="1361"/>
                  </a:cubicBezTo>
                  <a:cubicBezTo>
                    <a:pt x="2468" y="1370"/>
                    <a:pt x="2482" y="1377"/>
                    <a:pt x="2494" y="1322"/>
                  </a:cubicBezTo>
                  <a:cubicBezTo>
                    <a:pt x="2530" y="1161"/>
                    <a:pt x="2557" y="997"/>
                    <a:pt x="2620" y="843"/>
                  </a:cubicBezTo>
                  <a:cubicBezTo>
                    <a:pt x="2622" y="839"/>
                    <a:pt x="2624" y="834"/>
                    <a:pt x="2625" y="829"/>
                  </a:cubicBezTo>
                  <a:cubicBezTo>
                    <a:pt x="2646" y="746"/>
                    <a:pt x="2668" y="664"/>
                    <a:pt x="2688" y="581"/>
                  </a:cubicBezTo>
                  <a:cubicBezTo>
                    <a:pt x="2701" y="523"/>
                    <a:pt x="2712" y="463"/>
                    <a:pt x="2722" y="404"/>
                  </a:cubicBezTo>
                  <a:cubicBezTo>
                    <a:pt x="2727" y="378"/>
                    <a:pt x="2722" y="374"/>
                    <a:pt x="2698" y="367"/>
                  </a:cubicBezTo>
                  <a:cubicBezTo>
                    <a:pt x="2630" y="348"/>
                    <a:pt x="2563" y="362"/>
                    <a:pt x="2497" y="374"/>
                  </a:cubicBezTo>
                  <a:cubicBezTo>
                    <a:pt x="2437" y="385"/>
                    <a:pt x="2379" y="396"/>
                    <a:pt x="2319" y="402"/>
                  </a:cubicBezTo>
                  <a:cubicBezTo>
                    <a:pt x="2260" y="409"/>
                    <a:pt x="2205" y="420"/>
                    <a:pt x="2148" y="429"/>
                  </a:cubicBezTo>
                  <a:cubicBezTo>
                    <a:pt x="2091" y="439"/>
                    <a:pt x="2091" y="438"/>
                    <a:pt x="2074" y="487"/>
                  </a:cubicBezTo>
                  <a:cubicBezTo>
                    <a:pt x="2025" y="629"/>
                    <a:pt x="1965" y="768"/>
                    <a:pt x="1932" y="915"/>
                  </a:cubicBezTo>
                  <a:cubicBezTo>
                    <a:pt x="1923" y="954"/>
                    <a:pt x="1908" y="991"/>
                    <a:pt x="1896" y="1030"/>
                  </a:cubicBezTo>
                  <a:cubicBezTo>
                    <a:pt x="1869" y="1113"/>
                    <a:pt x="1841" y="1196"/>
                    <a:pt x="1815" y="1280"/>
                  </a:cubicBezTo>
                  <a:cubicBezTo>
                    <a:pt x="1805" y="1306"/>
                    <a:pt x="1800" y="1333"/>
                    <a:pt x="1800" y="1361"/>
                  </a:cubicBezTo>
                  <a:lnTo>
                    <a:pt x="1800" y="1362"/>
                  </a:lnTo>
                  <a:cubicBezTo>
                    <a:pt x="1800" y="1368"/>
                    <a:pt x="1801" y="1374"/>
                    <a:pt x="1804" y="1379"/>
                  </a:cubicBezTo>
                  <a:cubicBezTo>
                    <a:pt x="1807" y="1384"/>
                    <a:pt x="1811" y="1388"/>
                    <a:pt x="1816" y="1391"/>
                  </a:cubicBezTo>
                  <a:cubicBezTo>
                    <a:pt x="1817" y="1391"/>
                    <a:pt x="1817" y="1391"/>
                    <a:pt x="1818" y="1392"/>
                  </a:cubicBezTo>
                  <a:cubicBezTo>
                    <a:pt x="1835" y="1401"/>
                    <a:pt x="1854" y="1406"/>
                    <a:pt x="1873" y="1406"/>
                  </a:cubicBezTo>
                  <a:cubicBezTo>
                    <a:pt x="1889" y="1406"/>
                    <a:pt x="1904" y="1403"/>
                    <a:pt x="1919" y="1397"/>
                  </a:cubicBezTo>
                  <a:cubicBezTo>
                    <a:pt x="1932" y="1392"/>
                    <a:pt x="1944" y="1386"/>
                    <a:pt x="1957" y="1379"/>
                  </a:cubicBezTo>
                  <a:cubicBezTo>
                    <a:pt x="1970" y="1371"/>
                    <a:pt x="1984" y="1361"/>
                    <a:pt x="1996" y="1351"/>
                  </a:cubicBezTo>
                  <a:cubicBezTo>
                    <a:pt x="2003" y="1345"/>
                    <a:pt x="2010" y="1340"/>
                    <a:pt x="2018" y="1335"/>
                  </a:cubicBezTo>
                  <a:cubicBezTo>
                    <a:pt x="2036" y="1325"/>
                    <a:pt x="2056" y="1319"/>
                    <a:pt x="2077" y="1319"/>
                  </a:cubicBezTo>
                  <a:cubicBezTo>
                    <a:pt x="2097" y="1316"/>
                    <a:pt x="2099" y="1315"/>
                    <a:pt x="2123" y="1290"/>
                  </a:cubicBezTo>
                  <a:cubicBezTo>
                    <a:pt x="2109" y="1289"/>
                    <a:pt x="2096" y="1288"/>
                    <a:pt x="2084" y="1286"/>
                  </a:cubicBezTo>
                  <a:cubicBezTo>
                    <a:pt x="2072" y="1284"/>
                    <a:pt x="2060" y="1281"/>
                    <a:pt x="2048" y="1276"/>
                  </a:cubicBezTo>
                  <a:cubicBezTo>
                    <a:pt x="2046" y="1275"/>
                    <a:pt x="2044" y="1274"/>
                    <a:pt x="2042" y="1273"/>
                  </a:cubicBezTo>
                  <a:cubicBezTo>
                    <a:pt x="2035" y="1269"/>
                    <a:pt x="2030" y="1264"/>
                    <a:pt x="2026" y="1257"/>
                  </a:cubicBezTo>
                  <a:cubicBezTo>
                    <a:pt x="2022" y="1250"/>
                    <a:pt x="2020" y="1243"/>
                    <a:pt x="2020" y="1235"/>
                  </a:cubicBezTo>
                  <a:cubicBezTo>
                    <a:pt x="2020" y="1228"/>
                    <a:pt x="2023" y="1220"/>
                    <a:pt x="2026" y="1214"/>
                  </a:cubicBezTo>
                  <a:cubicBezTo>
                    <a:pt x="2029" y="1209"/>
                    <a:pt x="2032" y="1205"/>
                    <a:pt x="2035" y="1202"/>
                  </a:cubicBezTo>
                  <a:cubicBezTo>
                    <a:pt x="2044" y="1193"/>
                    <a:pt x="2054" y="1186"/>
                    <a:pt x="2064" y="1180"/>
                  </a:cubicBezTo>
                  <a:cubicBezTo>
                    <a:pt x="2073" y="1175"/>
                    <a:pt x="2083" y="1170"/>
                    <a:pt x="2093" y="1167"/>
                  </a:cubicBezTo>
                  <a:cubicBezTo>
                    <a:pt x="2180" y="1143"/>
                    <a:pt x="2271" y="1146"/>
                    <a:pt x="2361" y="1142"/>
                  </a:cubicBezTo>
                  <a:lnTo>
                    <a:pt x="2362" y="1142"/>
                  </a:lnTo>
                  <a:cubicBezTo>
                    <a:pt x="2366" y="1142"/>
                    <a:pt x="2371" y="1143"/>
                    <a:pt x="2376" y="1144"/>
                  </a:cubicBezTo>
                  <a:cubicBezTo>
                    <a:pt x="2397" y="1148"/>
                    <a:pt x="2421" y="1152"/>
                    <a:pt x="2429" y="1178"/>
                  </a:cubicBezTo>
                  <a:cubicBezTo>
                    <a:pt x="2436" y="1197"/>
                    <a:pt x="2421" y="1218"/>
                    <a:pt x="2391" y="1236"/>
                  </a:cubicBezTo>
                  <a:cubicBezTo>
                    <a:pt x="2390" y="1236"/>
                    <a:pt x="2390" y="1237"/>
                    <a:pt x="2389" y="1237"/>
                  </a:cubicBezTo>
                  <a:cubicBezTo>
                    <a:pt x="2370" y="1248"/>
                    <a:pt x="2349" y="1255"/>
                    <a:pt x="2327" y="1258"/>
                  </a:cubicBezTo>
                  <a:cubicBezTo>
                    <a:pt x="2301" y="1259"/>
                    <a:pt x="2275" y="1267"/>
                    <a:pt x="2252" y="1280"/>
                  </a:cubicBezTo>
                  <a:cubicBezTo>
                    <a:pt x="2252" y="1281"/>
                    <a:pt x="2251" y="1281"/>
                    <a:pt x="2250" y="1281"/>
                  </a:cubicBezTo>
                  <a:cubicBezTo>
                    <a:pt x="2297" y="1294"/>
                    <a:pt x="2297" y="1294"/>
                    <a:pt x="2356" y="1348"/>
                  </a:cubicBezTo>
                  <a:cubicBezTo>
                    <a:pt x="2353" y="1348"/>
                    <a:pt x="2350" y="1348"/>
                    <a:pt x="2347" y="1348"/>
                  </a:cubicBezTo>
                  <a:cubicBezTo>
                    <a:pt x="2325" y="1348"/>
                    <a:pt x="2303" y="1344"/>
                    <a:pt x="2282" y="1336"/>
                  </a:cubicBezTo>
                  <a:cubicBezTo>
                    <a:pt x="2200" y="1309"/>
                    <a:pt x="2126" y="1336"/>
                    <a:pt x="2053" y="1369"/>
                  </a:cubicBezTo>
                  <a:cubicBezTo>
                    <a:pt x="2050" y="1371"/>
                    <a:pt x="2047" y="1372"/>
                    <a:pt x="2044" y="1374"/>
                  </a:cubicBezTo>
                  <a:cubicBezTo>
                    <a:pt x="2034" y="1380"/>
                    <a:pt x="2025" y="1387"/>
                    <a:pt x="2016" y="1394"/>
                  </a:cubicBezTo>
                  <a:cubicBezTo>
                    <a:pt x="2015" y="1395"/>
                    <a:pt x="2015" y="1395"/>
                    <a:pt x="2014" y="1396"/>
                  </a:cubicBezTo>
                  <a:cubicBezTo>
                    <a:pt x="2013" y="1398"/>
                    <a:pt x="2013" y="1401"/>
                    <a:pt x="2013" y="1403"/>
                  </a:cubicBezTo>
                  <a:cubicBezTo>
                    <a:pt x="2013" y="1405"/>
                    <a:pt x="2013" y="1406"/>
                    <a:pt x="2013" y="1407"/>
                  </a:cubicBezTo>
                  <a:cubicBezTo>
                    <a:pt x="2013" y="1407"/>
                    <a:pt x="2013" y="1408"/>
                    <a:pt x="2014" y="1408"/>
                  </a:cubicBezTo>
                  <a:cubicBezTo>
                    <a:pt x="2015" y="1411"/>
                    <a:pt x="2017" y="1412"/>
                    <a:pt x="2019" y="1414"/>
                  </a:cubicBezTo>
                  <a:cubicBezTo>
                    <a:pt x="2021" y="1415"/>
                    <a:pt x="2022" y="1415"/>
                    <a:pt x="2024" y="1416"/>
                  </a:cubicBezTo>
                  <a:cubicBezTo>
                    <a:pt x="2035" y="1416"/>
                    <a:pt x="2046" y="1417"/>
                    <a:pt x="2057" y="1417"/>
                  </a:cubicBezTo>
                  <a:cubicBezTo>
                    <a:pt x="2068" y="1417"/>
                    <a:pt x="2080" y="1416"/>
                    <a:pt x="2091" y="1416"/>
                  </a:cubicBezTo>
                  <a:cubicBezTo>
                    <a:pt x="2185" y="1406"/>
                    <a:pt x="2279" y="1394"/>
                    <a:pt x="2373" y="1394"/>
                  </a:cubicBezTo>
                  <a:cubicBezTo>
                    <a:pt x="2381" y="1394"/>
                    <a:pt x="2389" y="1394"/>
                    <a:pt x="2391" y="1381"/>
                  </a:cubicBezTo>
                  <a:lnTo>
                    <a:pt x="2354" y="1345"/>
                  </a:lnTo>
                  <a:moveTo>
                    <a:pt x="3232" y="2672"/>
                  </a:moveTo>
                  <a:cubicBezTo>
                    <a:pt x="3229" y="2676"/>
                    <a:pt x="3226" y="2680"/>
                    <a:pt x="3224" y="2684"/>
                  </a:cubicBezTo>
                  <a:cubicBezTo>
                    <a:pt x="3210" y="2708"/>
                    <a:pt x="3202" y="2735"/>
                    <a:pt x="3200" y="2762"/>
                  </a:cubicBezTo>
                  <a:cubicBezTo>
                    <a:pt x="3197" y="2790"/>
                    <a:pt x="3190" y="2817"/>
                    <a:pt x="3184" y="2844"/>
                  </a:cubicBezTo>
                  <a:cubicBezTo>
                    <a:pt x="3181" y="2861"/>
                    <a:pt x="3176" y="2878"/>
                    <a:pt x="3173" y="2895"/>
                  </a:cubicBezTo>
                  <a:cubicBezTo>
                    <a:pt x="3173" y="2898"/>
                    <a:pt x="3172" y="2901"/>
                    <a:pt x="3172" y="2903"/>
                  </a:cubicBezTo>
                  <a:cubicBezTo>
                    <a:pt x="3172" y="2909"/>
                    <a:pt x="3174" y="2915"/>
                    <a:pt x="3177" y="2921"/>
                  </a:cubicBezTo>
                  <a:cubicBezTo>
                    <a:pt x="3180" y="2926"/>
                    <a:pt x="3185" y="2930"/>
                    <a:pt x="3190" y="2933"/>
                  </a:cubicBezTo>
                  <a:cubicBezTo>
                    <a:pt x="3192" y="2935"/>
                    <a:pt x="3195" y="2936"/>
                    <a:pt x="3197" y="2937"/>
                  </a:cubicBezTo>
                  <a:cubicBezTo>
                    <a:pt x="3211" y="2942"/>
                    <a:pt x="3226" y="2945"/>
                    <a:pt x="3241" y="2950"/>
                  </a:cubicBezTo>
                  <a:cubicBezTo>
                    <a:pt x="3255" y="2954"/>
                    <a:pt x="3269" y="2960"/>
                    <a:pt x="3283" y="2966"/>
                  </a:cubicBezTo>
                  <a:cubicBezTo>
                    <a:pt x="3291" y="2971"/>
                    <a:pt x="3300" y="2978"/>
                    <a:pt x="3297" y="2990"/>
                  </a:cubicBezTo>
                  <a:cubicBezTo>
                    <a:pt x="3294" y="3002"/>
                    <a:pt x="3283" y="3002"/>
                    <a:pt x="3274" y="2999"/>
                  </a:cubicBezTo>
                  <a:cubicBezTo>
                    <a:pt x="3244" y="2992"/>
                    <a:pt x="3215" y="2983"/>
                    <a:pt x="3187" y="2978"/>
                  </a:cubicBezTo>
                  <a:cubicBezTo>
                    <a:pt x="3184" y="2977"/>
                    <a:pt x="3182" y="2977"/>
                    <a:pt x="3180" y="2977"/>
                  </a:cubicBezTo>
                  <a:cubicBezTo>
                    <a:pt x="3176" y="2977"/>
                    <a:pt x="3172" y="2978"/>
                    <a:pt x="3168" y="2980"/>
                  </a:cubicBezTo>
                  <a:cubicBezTo>
                    <a:pt x="3164" y="2982"/>
                    <a:pt x="3161" y="2985"/>
                    <a:pt x="3159" y="2988"/>
                  </a:cubicBezTo>
                  <a:cubicBezTo>
                    <a:pt x="3158" y="2990"/>
                    <a:pt x="3157" y="2992"/>
                    <a:pt x="3157" y="2994"/>
                  </a:cubicBezTo>
                  <a:cubicBezTo>
                    <a:pt x="3146" y="3033"/>
                    <a:pt x="3140" y="3072"/>
                    <a:pt x="3140" y="3112"/>
                  </a:cubicBezTo>
                  <a:cubicBezTo>
                    <a:pt x="3140" y="3130"/>
                    <a:pt x="3141" y="3148"/>
                    <a:pt x="3143" y="3165"/>
                  </a:cubicBezTo>
                  <a:cubicBezTo>
                    <a:pt x="3144" y="3172"/>
                    <a:pt x="3146" y="3178"/>
                    <a:pt x="3149" y="3183"/>
                  </a:cubicBezTo>
                  <a:cubicBezTo>
                    <a:pt x="3153" y="3190"/>
                    <a:pt x="3160" y="3197"/>
                    <a:pt x="3167" y="3201"/>
                  </a:cubicBezTo>
                  <a:cubicBezTo>
                    <a:pt x="3171" y="3203"/>
                    <a:pt x="3176" y="3205"/>
                    <a:pt x="3182" y="3206"/>
                  </a:cubicBezTo>
                  <a:cubicBezTo>
                    <a:pt x="3208" y="3214"/>
                    <a:pt x="3234" y="3223"/>
                    <a:pt x="3260" y="3234"/>
                  </a:cubicBezTo>
                  <a:cubicBezTo>
                    <a:pt x="3269" y="3239"/>
                    <a:pt x="3279" y="3244"/>
                    <a:pt x="3288" y="3249"/>
                  </a:cubicBezTo>
                  <a:cubicBezTo>
                    <a:pt x="3298" y="3255"/>
                    <a:pt x="3308" y="3261"/>
                    <a:pt x="3318" y="3268"/>
                  </a:cubicBezTo>
                  <a:cubicBezTo>
                    <a:pt x="3321" y="3270"/>
                    <a:pt x="3323" y="3272"/>
                    <a:pt x="3325" y="3275"/>
                  </a:cubicBezTo>
                  <a:cubicBezTo>
                    <a:pt x="3327" y="3279"/>
                    <a:pt x="3328" y="3282"/>
                    <a:pt x="3328" y="3286"/>
                  </a:cubicBezTo>
                  <a:cubicBezTo>
                    <a:pt x="3328" y="3289"/>
                    <a:pt x="3327" y="3292"/>
                    <a:pt x="3326" y="3295"/>
                  </a:cubicBezTo>
                  <a:cubicBezTo>
                    <a:pt x="3320" y="3305"/>
                    <a:pt x="3309" y="3304"/>
                    <a:pt x="3300" y="3298"/>
                  </a:cubicBezTo>
                  <a:cubicBezTo>
                    <a:pt x="3285" y="3289"/>
                    <a:pt x="3271" y="3279"/>
                    <a:pt x="3257" y="3270"/>
                  </a:cubicBezTo>
                  <a:cubicBezTo>
                    <a:pt x="3228" y="3255"/>
                    <a:pt x="3196" y="3247"/>
                    <a:pt x="3163" y="3247"/>
                  </a:cubicBezTo>
                  <a:cubicBezTo>
                    <a:pt x="3145" y="3247"/>
                    <a:pt x="3135" y="3257"/>
                    <a:pt x="3136" y="3275"/>
                  </a:cubicBezTo>
                  <a:cubicBezTo>
                    <a:pt x="3139" y="3302"/>
                    <a:pt x="3143" y="3329"/>
                    <a:pt x="3148" y="3357"/>
                  </a:cubicBezTo>
                  <a:cubicBezTo>
                    <a:pt x="3168" y="3473"/>
                    <a:pt x="3154" y="3458"/>
                    <a:pt x="3285" y="3485"/>
                  </a:cubicBezTo>
                  <a:cubicBezTo>
                    <a:pt x="3302" y="3489"/>
                    <a:pt x="3320" y="3488"/>
                    <a:pt x="3337" y="3490"/>
                  </a:cubicBezTo>
                  <a:cubicBezTo>
                    <a:pt x="3344" y="3491"/>
                    <a:pt x="3350" y="3493"/>
                    <a:pt x="3356" y="3496"/>
                  </a:cubicBezTo>
                  <a:cubicBezTo>
                    <a:pt x="3356" y="3497"/>
                    <a:pt x="3357" y="3497"/>
                    <a:pt x="3358" y="3498"/>
                  </a:cubicBezTo>
                  <a:cubicBezTo>
                    <a:pt x="3361" y="3500"/>
                    <a:pt x="3362" y="3506"/>
                    <a:pt x="3362" y="3510"/>
                  </a:cubicBezTo>
                  <a:cubicBezTo>
                    <a:pt x="3362" y="3512"/>
                    <a:pt x="3359" y="3515"/>
                    <a:pt x="3357" y="3515"/>
                  </a:cubicBezTo>
                  <a:cubicBezTo>
                    <a:pt x="3348" y="3518"/>
                    <a:pt x="3338" y="3519"/>
                    <a:pt x="3328" y="3520"/>
                  </a:cubicBezTo>
                  <a:cubicBezTo>
                    <a:pt x="3286" y="3519"/>
                    <a:pt x="3243" y="3513"/>
                    <a:pt x="3202" y="3502"/>
                  </a:cubicBezTo>
                  <a:cubicBezTo>
                    <a:pt x="3179" y="3497"/>
                    <a:pt x="3168" y="3506"/>
                    <a:pt x="3173" y="3529"/>
                  </a:cubicBezTo>
                  <a:cubicBezTo>
                    <a:pt x="3184" y="3594"/>
                    <a:pt x="3197" y="3657"/>
                    <a:pt x="3210" y="3721"/>
                  </a:cubicBezTo>
                  <a:cubicBezTo>
                    <a:pt x="3211" y="3729"/>
                    <a:pt x="3213" y="3736"/>
                    <a:pt x="3216" y="3743"/>
                  </a:cubicBezTo>
                  <a:cubicBezTo>
                    <a:pt x="3229" y="3785"/>
                    <a:pt x="3244" y="3793"/>
                    <a:pt x="3289" y="3784"/>
                  </a:cubicBezTo>
                  <a:cubicBezTo>
                    <a:pt x="3304" y="3781"/>
                    <a:pt x="3318" y="3778"/>
                    <a:pt x="3333" y="3773"/>
                  </a:cubicBezTo>
                  <a:cubicBezTo>
                    <a:pt x="3346" y="3769"/>
                    <a:pt x="3359" y="3767"/>
                    <a:pt x="3372" y="3767"/>
                  </a:cubicBezTo>
                  <a:cubicBezTo>
                    <a:pt x="3389" y="3767"/>
                    <a:pt x="3406" y="3770"/>
                    <a:pt x="3421" y="3776"/>
                  </a:cubicBezTo>
                  <a:cubicBezTo>
                    <a:pt x="3423" y="3777"/>
                    <a:pt x="3425" y="3777"/>
                    <a:pt x="3427" y="3778"/>
                  </a:cubicBezTo>
                  <a:cubicBezTo>
                    <a:pt x="3428" y="3779"/>
                    <a:pt x="3428" y="3779"/>
                    <a:pt x="3428" y="3779"/>
                  </a:cubicBezTo>
                  <a:cubicBezTo>
                    <a:pt x="3432" y="3781"/>
                    <a:pt x="3434" y="3784"/>
                    <a:pt x="3436" y="3788"/>
                  </a:cubicBezTo>
                  <a:cubicBezTo>
                    <a:pt x="3437" y="3789"/>
                    <a:pt x="3437" y="3789"/>
                    <a:pt x="3437" y="3790"/>
                  </a:cubicBezTo>
                  <a:cubicBezTo>
                    <a:pt x="3439" y="3796"/>
                    <a:pt x="3435" y="3799"/>
                    <a:pt x="3429" y="3800"/>
                  </a:cubicBezTo>
                  <a:cubicBezTo>
                    <a:pt x="3380" y="3806"/>
                    <a:pt x="3331" y="3809"/>
                    <a:pt x="3282" y="3809"/>
                  </a:cubicBezTo>
                  <a:cubicBezTo>
                    <a:pt x="3279" y="3809"/>
                    <a:pt x="3275" y="3809"/>
                    <a:pt x="3272" y="3809"/>
                  </a:cubicBezTo>
                  <a:cubicBezTo>
                    <a:pt x="3270" y="3809"/>
                    <a:pt x="3268" y="3808"/>
                    <a:pt x="3266" y="3808"/>
                  </a:cubicBezTo>
                  <a:cubicBezTo>
                    <a:pt x="3262" y="3808"/>
                    <a:pt x="3259" y="3809"/>
                    <a:pt x="3255" y="3811"/>
                  </a:cubicBezTo>
                  <a:cubicBezTo>
                    <a:pt x="3252" y="3813"/>
                    <a:pt x="3249" y="3815"/>
                    <a:pt x="3247" y="3819"/>
                  </a:cubicBezTo>
                  <a:cubicBezTo>
                    <a:pt x="3245" y="3822"/>
                    <a:pt x="3244" y="3826"/>
                    <a:pt x="3244" y="3830"/>
                  </a:cubicBezTo>
                  <a:cubicBezTo>
                    <a:pt x="3244" y="3832"/>
                    <a:pt x="3244" y="3835"/>
                    <a:pt x="3245" y="3837"/>
                  </a:cubicBezTo>
                  <a:cubicBezTo>
                    <a:pt x="3251" y="3866"/>
                    <a:pt x="3262" y="3894"/>
                    <a:pt x="3277" y="3920"/>
                  </a:cubicBezTo>
                  <a:cubicBezTo>
                    <a:pt x="3299" y="3957"/>
                    <a:pt x="3328" y="3989"/>
                    <a:pt x="3364" y="4014"/>
                  </a:cubicBezTo>
                  <a:cubicBezTo>
                    <a:pt x="3495" y="4101"/>
                    <a:pt x="3642" y="4148"/>
                    <a:pt x="3796" y="4179"/>
                  </a:cubicBezTo>
                  <a:cubicBezTo>
                    <a:pt x="3803" y="4180"/>
                    <a:pt x="3811" y="4181"/>
                    <a:pt x="3818" y="4181"/>
                  </a:cubicBezTo>
                  <a:cubicBezTo>
                    <a:pt x="3826" y="4181"/>
                    <a:pt x="3833" y="4180"/>
                    <a:pt x="3841" y="4179"/>
                  </a:cubicBezTo>
                  <a:cubicBezTo>
                    <a:pt x="3867" y="4171"/>
                    <a:pt x="3894" y="4168"/>
                    <a:pt x="3922" y="4168"/>
                  </a:cubicBezTo>
                  <a:cubicBezTo>
                    <a:pt x="3944" y="4168"/>
                    <a:pt x="3967" y="4170"/>
                    <a:pt x="3989" y="4175"/>
                  </a:cubicBezTo>
                  <a:cubicBezTo>
                    <a:pt x="4005" y="4177"/>
                    <a:pt x="4020" y="4178"/>
                    <a:pt x="4036" y="4178"/>
                  </a:cubicBezTo>
                  <a:cubicBezTo>
                    <a:pt x="4038" y="4178"/>
                    <a:pt x="4040" y="4178"/>
                    <a:pt x="4042" y="4178"/>
                  </a:cubicBezTo>
                  <a:cubicBezTo>
                    <a:pt x="4044" y="4179"/>
                    <a:pt x="4047" y="4179"/>
                    <a:pt x="4049" y="4179"/>
                  </a:cubicBezTo>
                  <a:cubicBezTo>
                    <a:pt x="4060" y="4179"/>
                    <a:pt x="4070" y="4176"/>
                    <a:pt x="4079" y="4171"/>
                  </a:cubicBezTo>
                  <a:cubicBezTo>
                    <a:pt x="4087" y="4166"/>
                    <a:pt x="4094" y="4159"/>
                    <a:pt x="4099" y="4151"/>
                  </a:cubicBezTo>
                  <a:cubicBezTo>
                    <a:pt x="4125" y="4117"/>
                    <a:pt x="4158" y="4089"/>
                    <a:pt x="4195" y="4068"/>
                  </a:cubicBezTo>
                  <a:cubicBezTo>
                    <a:pt x="4199" y="4065"/>
                    <a:pt x="4203" y="4063"/>
                    <a:pt x="4208" y="4061"/>
                  </a:cubicBezTo>
                  <a:cubicBezTo>
                    <a:pt x="4210" y="4059"/>
                    <a:pt x="4216" y="4063"/>
                    <a:pt x="4221" y="4065"/>
                  </a:cubicBezTo>
                  <a:cubicBezTo>
                    <a:pt x="4225" y="4067"/>
                    <a:pt x="4221" y="4071"/>
                    <a:pt x="4221" y="4072"/>
                  </a:cubicBezTo>
                  <a:cubicBezTo>
                    <a:pt x="4214" y="4080"/>
                    <a:pt x="4207" y="4087"/>
                    <a:pt x="4199" y="4093"/>
                  </a:cubicBezTo>
                  <a:cubicBezTo>
                    <a:pt x="4177" y="4106"/>
                    <a:pt x="4159" y="4123"/>
                    <a:pt x="4145" y="4144"/>
                  </a:cubicBezTo>
                  <a:cubicBezTo>
                    <a:pt x="4144" y="4146"/>
                    <a:pt x="4143" y="4148"/>
                    <a:pt x="4143" y="4151"/>
                  </a:cubicBezTo>
                  <a:cubicBezTo>
                    <a:pt x="4143" y="4153"/>
                    <a:pt x="4144" y="4156"/>
                    <a:pt x="4145" y="4158"/>
                  </a:cubicBezTo>
                  <a:cubicBezTo>
                    <a:pt x="4146" y="4162"/>
                    <a:pt x="4151" y="4164"/>
                    <a:pt x="4155" y="4167"/>
                  </a:cubicBezTo>
                  <a:cubicBezTo>
                    <a:pt x="4157" y="4167"/>
                    <a:pt x="4158" y="4167"/>
                    <a:pt x="4159" y="4167"/>
                  </a:cubicBezTo>
                  <a:cubicBezTo>
                    <a:pt x="4160" y="4167"/>
                    <a:pt x="4162" y="4167"/>
                    <a:pt x="4163" y="4167"/>
                  </a:cubicBezTo>
                  <a:cubicBezTo>
                    <a:pt x="4226" y="4154"/>
                    <a:pt x="4287" y="4130"/>
                    <a:pt x="4342" y="4098"/>
                  </a:cubicBezTo>
                  <a:cubicBezTo>
                    <a:pt x="4367" y="4083"/>
                    <a:pt x="4390" y="4068"/>
                    <a:pt x="4413" y="4051"/>
                  </a:cubicBezTo>
                  <a:cubicBezTo>
                    <a:pt x="4415" y="4049"/>
                    <a:pt x="4417" y="4046"/>
                    <a:pt x="4419" y="4043"/>
                  </a:cubicBezTo>
                  <a:cubicBezTo>
                    <a:pt x="4422" y="4038"/>
                    <a:pt x="4423" y="4032"/>
                    <a:pt x="4423" y="4026"/>
                  </a:cubicBezTo>
                  <a:cubicBezTo>
                    <a:pt x="4423" y="4023"/>
                    <a:pt x="4423" y="4020"/>
                    <a:pt x="4422" y="4017"/>
                  </a:cubicBezTo>
                  <a:cubicBezTo>
                    <a:pt x="4422" y="4013"/>
                    <a:pt x="4422" y="4008"/>
                    <a:pt x="4422" y="4004"/>
                  </a:cubicBezTo>
                  <a:cubicBezTo>
                    <a:pt x="4422" y="3978"/>
                    <a:pt x="4427" y="3953"/>
                    <a:pt x="4437" y="3929"/>
                  </a:cubicBezTo>
                  <a:cubicBezTo>
                    <a:pt x="4438" y="3928"/>
                    <a:pt x="4438" y="3928"/>
                    <a:pt x="4438" y="3928"/>
                  </a:cubicBezTo>
                  <a:cubicBezTo>
                    <a:pt x="4439" y="3926"/>
                    <a:pt x="4441" y="3924"/>
                    <a:pt x="4443" y="3923"/>
                  </a:cubicBezTo>
                  <a:cubicBezTo>
                    <a:pt x="4444" y="3922"/>
                    <a:pt x="4446" y="3921"/>
                    <a:pt x="4448" y="3921"/>
                  </a:cubicBezTo>
                  <a:cubicBezTo>
                    <a:pt x="4449" y="3921"/>
                    <a:pt x="4451" y="3922"/>
                    <a:pt x="4453" y="3923"/>
                  </a:cubicBezTo>
                  <a:cubicBezTo>
                    <a:pt x="4455" y="3924"/>
                    <a:pt x="4457" y="3926"/>
                    <a:pt x="4458" y="3928"/>
                  </a:cubicBezTo>
                  <a:cubicBezTo>
                    <a:pt x="4458" y="3929"/>
                    <a:pt x="4458" y="3929"/>
                    <a:pt x="4458" y="3929"/>
                  </a:cubicBezTo>
                  <a:cubicBezTo>
                    <a:pt x="4462" y="3941"/>
                    <a:pt x="4463" y="3954"/>
                    <a:pt x="4466" y="3966"/>
                  </a:cubicBezTo>
                  <a:cubicBezTo>
                    <a:pt x="4471" y="3985"/>
                    <a:pt x="4483" y="3988"/>
                    <a:pt x="4498" y="3974"/>
                  </a:cubicBezTo>
                  <a:cubicBezTo>
                    <a:pt x="4547" y="3925"/>
                    <a:pt x="4589" y="3870"/>
                    <a:pt x="4624" y="3811"/>
                  </a:cubicBezTo>
                  <a:cubicBezTo>
                    <a:pt x="4627" y="3805"/>
                    <a:pt x="4630" y="3800"/>
                    <a:pt x="4633" y="3794"/>
                  </a:cubicBezTo>
                  <a:cubicBezTo>
                    <a:pt x="4634" y="3793"/>
                    <a:pt x="4634" y="3792"/>
                    <a:pt x="4635" y="3791"/>
                  </a:cubicBezTo>
                  <a:cubicBezTo>
                    <a:pt x="4638" y="3785"/>
                    <a:pt x="4640" y="3779"/>
                    <a:pt x="4640" y="3773"/>
                  </a:cubicBezTo>
                  <a:cubicBezTo>
                    <a:pt x="4640" y="3767"/>
                    <a:pt x="4638" y="3761"/>
                    <a:pt x="4635" y="3755"/>
                  </a:cubicBezTo>
                  <a:cubicBezTo>
                    <a:pt x="4634" y="3754"/>
                    <a:pt x="4634" y="3753"/>
                    <a:pt x="4633" y="3752"/>
                  </a:cubicBezTo>
                  <a:cubicBezTo>
                    <a:pt x="4628" y="3745"/>
                    <a:pt x="4622" y="3737"/>
                    <a:pt x="4618" y="3730"/>
                  </a:cubicBezTo>
                  <a:cubicBezTo>
                    <a:pt x="4612" y="3720"/>
                    <a:pt x="4608" y="3710"/>
                    <a:pt x="4604" y="3700"/>
                  </a:cubicBezTo>
                  <a:cubicBezTo>
                    <a:pt x="4598" y="3685"/>
                    <a:pt x="4582" y="3663"/>
                    <a:pt x="4602" y="3653"/>
                  </a:cubicBezTo>
                  <a:cubicBezTo>
                    <a:pt x="4633" y="3639"/>
                    <a:pt x="4619" y="3674"/>
                    <a:pt x="4628" y="3684"/>
                  </a:cubicBezTo>
                  <a:cubicBezTo>
                    <a:pt x="4633" y="3690"/>
                    <a:pt x="4637" y="3696"/>
                    <a:pt x="4642" y="3702"/>
                  </a:cubicBezTo>
                  <a:cubicBezTo>
                    <a:pt x="4657" y="3722"/>
                    <a:pt x="4672" y="3722"/>
                    <a:pt x="4681" y="3700"/>
                  </a:cubicBezTo>
                  <a:cubicBezTo>
                    <a:pt x="4706" y="3640"/>
                    <a:pt x="4730" y="3580"/>
                    <a:pt x="4755" y="3519"/>
                  </a:cubicBezTo>
                  <a:cubicBezTo>
                    <a:pt x="4758" y="3513"/>
                    <a:pt x="4759" y="3507"/>
                    <a:pt x="4759" y="3500"/>
                  </a:cubicBezTo>
                  <a:cubicBezTo>
                    <a:pt x="4759" y="3492"/>
                    <a:pt x="4757" y="3484"/>
                    <a:pt x="4753" y="3477"/>
                  </a:cubicBezTo>
                  <a:cubicBezTo>
                    <a:pt x="4750" y="3472"/>
                    <a:pt x="4747" y="3468"/>
                    <a:pt x="4742" y="3465"/>
                  </a:cubicBezTo>
                  <a:cubicBezTo>
                    <a:pt x="4734" y="3456"/>
                    <a:pt x="4723" y="3449"/>
                    <a:pt x="4715" y="3439"/>
                  </a:cubicBezTo>
                  <a:cubicBezTo>
                    <a:pt x="4713" y="3438"/>
                    <a:pt x="4712" y="3436"/>
                    <a:pt x="4711" y="3435"/>
                  </a:cubicBezTo>
                  <a:cubicBezTo>
                    <a:pt x="4709" y="3431"/>
                    <a:pt x="4708" y="3426"/>
                    <a:pt x="4708" y="3422"/>
                  </a:cubicBezTo>
                  <a:cubicBezTo>
                    <a:pt x="4708" y="3421"/>
                    <a:pt x="4708" y="3421"/>
                    <a:pt x="4708" y="3420"/>
                  </a:cubicBezTo>
                  <a:cubicBezTo>
                    <a:pt x="4710" y="3411"/>
                    <a:pt x="4720" y="3412"/>
                    <a:pt x="4727" y="3415"/>
                  </a:cubicBezTo>
                  <a:cubicBezTo>
                    <a:pt x="4734" y="3418"/>
                    <a:pt x="4744" y="3425"/>
                    <a:pt x="4753" y="3429"/>
                  </a:cubicBezTo>
                  <a:cubicBezTo>
                    <a:pt x="4775" y="3437"/>
                    <a:pt x="4791" y="3432"/>
                    <a:pt x="4796" y="3413"/>
                  </a:cubicBezTo>
                  <a:cubicBezTo>
                    <a:pt x="4814" y="3356"/>
                    <a:pt x="4829" y="3298"/>
                    <a:pt x="4841" y="3239"/>
                  </a:cubicBezTo>
                  <a:cubicBezTo>
                    <a:pt x="4846" y="3207"/>
                    <a:pt x="4845" y="3180"/>
                    <a:pt x="4816" y="3158"/>
                  </a:cubicBezTo>
                  <a:cubicBezTo>
                    <a:pt x="4808" y="3153"/>
                    <a:pt x="4801" y="3147"/>
                    <a:pt x="4797" y="3138"/>
                  </a:cubicBezTo>
                  <a:cubicBezTo>
                    <a:pt x="4793" y="3131"/>
                    <a:pt x="4790" y="3123"/>
                    <a:pt x="4789" y="3115"/>
                  </a:cubicBezTo>
                  <a:cubicBezTo>
                    <a:pt x="4790" y="3112"/>
                    <a:pt x="4791" y="3109"/>
                    <a:pt x="4792" y="3107"/>
                  </a:cubicBezTo>
                  <a:cubicBezTo>
                    <a:pt x="4793" y="3105"/>
                    <a:pt x="4794" y="3104"/>
                    <a:pt x="4796" y="3102"/>
                  </a:cubicBezTo>
                  <a:cubicBezTo>
                    <a:pt x="4797" y="3102"/>
                    <a:pt x="4798" y="3101"/>
                    <a:pt x="4799" y="3101"/>
                  </a:cubicBezTo>
                  <a:cubicBezTo>
                    <a:pt x="4800" y="3101"/>
                    <a:pt x="4802" y="3102"/>
                    <a:pt x="4803" y="3102"/>
                  </a:cubicBezTo>
                  <a:cubicBezTo>
                    <a:pt x="4810" y="3108"/>
                    <a:pt x="4817" y="3116"/>
                    <a:pt x="4824" y="3122"/>
                  </a:cubicBezTo>
                  <a:cubicBezTo>
                    <a:pt x="4846" y="3140"/>
                    <a:pt x="4864" y="3136"/>
                    <a:pt x="4868" y="3110"/>
                  </a:cubicBezTo>
                  <a:cubicBezTo>
                    <a:pt x="4881" y="3034"/>
                    <a:pt x="4888" y="2956"/>
                    <a:pt x="4888" y="2878"/>
                  </a:cubicBezTo>
                  <a:lnTo>
                    <a:pt x="4888" y="2877"/>
                  </a:lnTo>
                  <a:cubicBezTo>
                    <a:pt x="4888" y="2869"/>
                    <a:pt x="4886" y="2861"/>
                    <a:pt x="4882" y="2854"/>
                  </a:cubicBezTo>
                  <a:cubicBezTo>
                    <a:pt x="4878" y="2847"/>
                    <a:pt x="4873" y="2842"/>
                    <a:pt x="4866" y="2838"/>
                  </a:cubicBezTo>
                  <a:cubicBezTo>
                    <a:pt x="4865" y="2837"/>
                    <a:pt x="4864" y="2837"/>
                    <a:pt x="4863" y="2836"/>
                  </a:cubicBezTo>
                  <a:cubicBezTo>
                    <a:pt x="4861" y="2836"/>
                    <a:pt x="4860" y="2835"/>
                    <a:pt x="4858" y="2834"/>
                  </a:cubicBezTo>
                  <a:cubicBezTo>
                    <a:pt x="4851" y="2830"/>
                    <a:pt x="4844" y="2823"/>
                    <a:pt x="4840" y="2816"/>
                  </a:cubicBezTo>
                  <a:cubicBezTo>
                    <a:pt x="4836" y="2808"/>
                    <a:pt x="4834" y="2800"/>
                    <a:pt x="4834" y="2791"/>
                  </a:cubicBezTo>
                  <a:cubicBezTo>
                    <a:pt x="4834" y="2782"/>
                    <a:pt x="4836" y="2774"/>
                    <a:pt x="4840" y="2767"/>
                  </a:cubicBezTo>
                  <a:cubicBezTo>
                    <a:pt x="4844" y="2755"/>
                    <a:pt x="4845" y="2741"/>
                    <a:pt x="4845" y="2729"/>
                  </a:cubicBezTo>
                  <a:cubicBezTo>
                    <a:pt x="4845" y="2716"/>
                    <a:pt x="4844" y="2704"/>
                    <a:pt x="4840" y="2692"/>
                  </a:cubicBezTo>
                  <a:cubicBezTo>
                    <a:pt x="4832" y="2655"/>
                    <a:pt x="4826" y="2618"/>
                    <a:pt x="4817" y="2582"/>
                  </a:cubicBezTo>
                  <a:cubicBezTo>
                    <a:pt x="4813" y="2560"/>
                    <a:pt x="4805" y="2538"/>
                    <a:pt x="4794" y="2519"/>
                  </a:cubicBezTo>
                  <a:cubicBezTo>
                    <a:pt x="4770" y="2477"/>
                    <a:pt x="4751" y="2433"/>
                    <a:pt x="4735" y="2388"/>
                  </a:cubicBezTo>
                  <a:cubicBezTo>
                    <a:pt x="4724" y="2360"/>
                    <a:pt x="4711" y="2333"/>
                    <a:pt x="4696" y="2307"/>
                  </a:cubicBezTo>
                  <a:cubicBezTo>
                    <a:pt x="4684" y="2285"/>
                    <a:pt x="4670" y="2264"/>
                    <a:pt x="4654" y="2244"/>
                  </a:cubicBezTo>
                  <a:cubicBezTo>
                    <a:pt x="4611" y="2190"/>
                    <a:pt x="4569" y="2136"/>
                    <a:pt x="4504" y="2100"/>
                  </a:cubicBezTo>
                  <a:cubicBezTo>
                    <a:pt x="4437" y="2066"/>
                    <a:pt x="4368" y="2037"/>
                    <a:pt x="4296" y="2016"/>
                  </a:cubicBezTo>
                  <a:cubicBezTo>
                    <a:pt x="4255" y="2002"/>
                    <a:pt x="4212" y="1995"/>
                    <a:pt x="4169" y="1995"/>
                  </a:cubicBezTo>
                  <a:cubicBezTo>
                    <a:pt x="4159" y="1995"/>
                    <a:pt x="4150" y="1996"/>
                    <a:pt x="4140" y="1996"/>
                  </a:cubicBezTo>
                  <a:cubicBezTo>
                    <a:pt x="4076" y="2001"/>
                    <a:pt x="4075" y="2002"/>
                    <a:pt x="4053" y="2064"/>
                  </a:cubicBezTo>
                  <a:cubicBezTo>
                    <a:pt x="4052" y="2064"/>
                    <a:pt x="4051" y="2064"/>
                    <a:pt x="4051" y="2064"/>
                  </a:cubicBezTo>
                  <a:cubicBezTo>
                    <a:pt x="4048" y="2064"/>
                    <a:pt x="4045" y="2064"/>
                    <a:pt x="4043" y="2062"/>
                  </a:cubicBezTo>
                  <a:cubicBezTo>
                    <a:pt x="4040" y="2061"/>
                    <a:pt x="4038" y="2058"/>
                    <a:pt x="4037" y="2056"/>
                  </a:cubicBezTo>
                  <a:cubicBezTo>
                    <a:pt x="4036" y="2055"/>
                    <a:pt x="4036" y="2054"/>
                    <a:pt x="4035" y="2053"/>
                  </a:cubicBezTo>
                  <a:cubicBezTo>
                    <a:pt x="4034" y="2050"/>
                    <a:pt x="4032" y="2046"/>
                    <a:pt x="4031" y="2043"/>
                  </a:cubicBezTo>
                  <a:cubicBezTo>
                    <a:pt x="4025" y="2033"/>
                    <a:pt x="4017" y="2025"/>
                    <a:pt x="4007" y="2019"/>
                  </a:cubicBezTo>
                  <a:cubicBezTo>
                    <a:pt x="3997" y="2014"/>
                    <a:pt x="3986" y="2011"/>
                    <a:pt x="3974" y="2011"/>
                  </a:cubicBezTo>
                  <a:cubicBezTo>
                    <a:pt x="3968" y="2011"/>
                    <a:pt x="3961" y="2012"/>
                    <a:pt x="3955" y="2013"/>
                  </a:cubicBezTo>
                  <a:cubicBezTo>
                    <a:pt x="3938" y="2015"/>
                    <a:pt x="3921" y="2017"/>
                    <a:pt x="3904" y="2021"/>
                  </a:cubicBezTo>
                  <a:cubicBezTo>
                    <a:pt x="3863" y="2032"/>
                    <a:pt x="3822" y="2045"/>
                    <a:pt x="3782" y="2059"/>
                  </a:cubicBezTo>
                  <a:cubicBezTo>
                    <a:pt x="3759" y="2068"/>
                    <a:pt x="3736" y="2078"/>
                    <a:pt x="3715" y="2091"/>
                  </a:cubicBezTo>
                  <a:cubicBezTo>
                    <a:pt x="3689" y="2106"/>
                    <a:pt x="3664" y="2124"/>
                    <a:pt x="3641" y="2144"/>
                  </a:cubicBezTo>
                  <a:cubicBezTo>
                    <a:pt x="3639" y="2146"/>
                    <a:pt x="3638" y="2147"/>
                    <a:pt x="3637" y="2149"/>
                  </a:cubicBezTo>
                  <a:cubicBezTo>
                    <a:pt x="3635" y="2152"/>
                    <a:pt x="3634" y="2155"/>
                    <a:pt x="3634" y="2158"/>
                  </a:cubicBezTo>
                  <a:cubicBezTo>
                    <a:pt x="3634" y="2162"/>
                    <a:pt x="3635" y="2165"/>
                    <a:pt x="3637" y="2168"/>
                  </a:cubicBezTo>
                  <a:cubicBezTo>
                    <a:pt x="3637" y="2169"/>
                    <a:pt x="3638" y="2170"/>
                    <a:pt x="3639" y="2171"/>
                  </a:cubicBezTo>
                  <a:cubicBezTo>
                    <a:pt x="3652" y="2186"/>
                    <a:pt x="3667" y="2200"/>
                    <a:pt x="3679" y="2215"/>
                  </a:cubicBezTo>
                  <a:cubicBezTo>
                    <a:pt x="3681" y="2217"/>
                    <a:pt x="3681" y="2220"/>
                    <a:pt x="3681" y="2223"/>
                  </a:cubicBezTo>
                  <a:cubicBezTo>
                    <a:pt x="3681" y="2228"/>
                    <a:pt x="3680" y="2232"/>
                    <a:pt x="3678" y="2235"/>
                  </a:cubicBezTo>
                  <a:cubicBezTo>
                    <a:pt x="3677" y="2237"/>
                    <a:pt x="3675" y="2239"/>
                    <a:pt x="3674" y="2240"/>
                  </a:cubicBezTo>
                  <a:cubicBezTo>
                    <a:pt x="3672" y="2241"/>
                    <a:pt x="3669" y="2242"/>
                    <a:pt x="3667" y="2242"/>
                  </a:cubicBezTo>
                  <a:cubicBezTo>
                    <a:pt x="3665" y="2242"/>
                    <a:pt x="3663" y="2241"/>
                    <a:pt x="3661" y="2240"/>
                  </a:cubicBezTo>
                  <a:cubicBezTo>
                    <a:pt x="3660" y="2239"/>
                    <a:pt x="3659" y="2239"/>
                    <a:pt x="3659" y="2238"/>
                  </a:cubicBezTo>
                  <a:cubicBezTo>
                    <a:pt x="3642" y="2227"/>
                    <a:pt x="3628" y="2213"/>
                    <a:pt x="3611" y="2202"/>
                  </a:cubicBezTo>
                  <a:cubicBezTo>
                    <a:pt x="3609" y="2200"/>
                    <a:pt x="3607" y="2198"/>
                    <a:pt x="3604" y="2196"/>
                  </a:cubicBezTo>
                  <a:cubicBezTo>
                    <a:pt x="3597" y="2193"/>
                    <a:pt x="3590" y="2190"/>
                    <a:pt x="3582" y="2190"/>
                  </a:cubicBezTo>
                  <a:cubicBezTo>
                    <a:pt x="3575" y="2190"/>
                    <a:pt x="3567" y="2192"/>
                    <a:pt x="3560" y="2196"/>
                  </a:cubicBezTo>
                  <a:cubicBezTo>
                    <a:pt x="3556" y="2198"/>
                    <a:pt x="3553" y="2202"/>
                    <a:pt x="3549" y="2205"/>
                  </a:cubicBezTo>
                  <a:cubicBezTo>
                    <a:pt x="3530" y="2221"/>
                    <a:pt x="3512" y="2238"/>
                    <a:pt x="3492" y="2255"/>
                  </a:cubicBezTo>
                  <a:cubicBezTo>
                    <a:pt x="3411" y="2325"/>
                    <a:pt x="3341" y="2409"/>
                    <a:pt x="3287" y="2503"/>
                  </a:cubicBezTo>
                  <a:cubicBezTo>
                    <a:pt x="3281" y="2514"/>
                    <a:pt x="3275" y="2525"/>
                    <a:pt x="3269" y="2536"/>
                  </a:cubicBezTo>
                  <a:cubicBezTo>
                    <a:pt x="3269" y="2536"/>
                    <a:pt x="3268" y="2537"/>
                    <a:pt x="3268" y="2538"/>
                  </a:cubicBezTo>
                  <a:cubicBezTo>
                    <a:pt x="3244" y="2579"/>
                    <a:pt x="3232" y="2625"/>
                    <a:pt x="3232" y="2672"/>
                  </a:cubicBezTo>
                  <a:moveTo>
                    <a:pt x="3898" y="311"/>
                  </a:moveTo>
                  <a:lnTo>
                    <a:pt x="3898" y="317"/>
                  </a:lnTo>
                  <a:cubicBezTo>
                    <a:pt x="3946" y="330"/>
                    <a:pt x="3994" y="344"/>
                    <a:pt x="4042" y="358"/>
                  </a:cubicBezTo>
                  <a:cubicBezTo>
                    <a:pt x="4064" y="364"/>
                    <a:pt x="4088" y="365"/>
                    <a:pt x="4104" y="383"/>
                  </a:cubicBezTo>
                  <a:cubicBezTo>
                    <a:pt x="4117" y="398"/>
                    <a:pt x="4104" y="417"/>
                    <a:pt x="4109" y="434"/>
                  </a:cubicBezTo>
                  <a:cubicBezTo>
                    <a:pt x="4113" y="452"/>
                    <a:pt x="4118" y="473"/>
                    <a:pt x="4124" y="493"/>
                  </a:cubicBezTo>
                  <a:cubicBezTo>
                    <a:pt x="4186" y="708"/>
                    <a:pt x="4223" y="928"/>
                    <a:pt x="4263" y="1148"/>
                  </a:cubicBezTo>
                  <a:cubicBezTo>
                    <a:pt x="4280" y="1242"/>
                    <a:pt x="4302" y="1334"/>
                    <a:pt x="4328" y="1426"/>
                  </a:cubicBezTo>
                  <a:cubicBezTo>
                    <a:pt x="4329" y="1431"/>
                    <a:pt x="4331" y="1437"/>
                    <a:pt x="4334" y="1442"/>
                  </a:cubicBezTo>
                  <a:cubicBezTo>
                    <a:pt x="4339" y="1450"/>
                    <a:pt x="4345" y="1456"/>
                    <a:pt x="4352" y="1461"/>
                  </a:cubicBezTo>
                  <a:cubicBezTo>
                    <a:pt x="4368" y="1472"/>
                    <a:pt x="4364" y="1487"/>
                    <a:pt x="4357" y="1501"/>
                  </a:cubicBezTo>
                  <a:cubicBezTo>
                    <a:pt x="4356" y="1503"/>
                    <a:pt x="4355" y="1505"/>
                    <a:pt x="4354" y="1507"/>
                  </a:cubicBezTo>
                  <a:cubicBezTo>
                    <a:pt x="4351" y="1512"/>
                    <a:pt x="4348" y="1516"/>
                    <a:pt x="4343" y="1519"/>
                  </a:cubicBezTo>
                  <a:cubicBezTo>
                    <a:pt x="4338" y="1522"/>
                    <a:pt x="4332" y="1523"/>
                    <a:pt x="4327" y="1523"/>
                  </a:cubicBezTo>
                  <a:cubicBezTo>
                    <a:pt x="4325" y="1523"/>
                    <a:pt x="4324" y="1523"/>
                    <a:pt x="4322" y="1523"/>
                  </a:cubicBezTo>
                  <a:cubicBezTo>
                    <a:pt x="4272" y="1516"/>
                    <a:pt x="4223" y="1527"/>
                    <a:pt x="4173" y="1528"/>
                  </a:cubicBezTo>
                  <a:cubicBezTo>
                    <a:pt x="4113" y="1528"/>
                    <a:pt x="4053" y="1539"/>
                    <a:pt x="3996" y="1559"/>
                  </a:cubicBezTo>
                  <a:cubicBezTo>
                    <a:pt x="3987" y="1563"/>
                    <a:pt x="3977" y="1565"/>
                    <a:pt x="3967" y="1565"/>
                  </a:cubicBezTo>
                  <a:cubicBezTo>
                    <a:pt x="3962" y="1565"/>
                    <a:pt x="3957" y="1565"/>
                    <a:pt x="3953" y="1564"/>
                  </a:cubicBezTo>
                  <a:cubicBezTo>
                    <a:pt x="3945" y="1562"/>
                    <a:pt x="3939" y="1560"/>
                    <a:pt x="3932" y="1556"/>
                  </a:cubicBezTo>
                  <a:cubicBezTo>
                    <a:pt x="3921" y="1550"/>
                    <a:pt x="3913" y="1541"/>
                    <a:pt x="3906" y="1530"/>
                  </a:cubicBezTo>
                  <a:cubicBezTo>
                    <a:pt x="3901" y="1521"/>
                    <a:pt x="3898" y="1511"/>
                    <a:pt x="3897" y="1501"/>
                  </a:cubicBezTo>
                  <a:cubicBezTo>
                    <a:pt x="3884" y="1424"/>
                    <a:pt x="3871" y="1347"/>
                    <a:pt x="3850" y="1272"/>
                  </a:cubicBezTo>
                  <a:cubicBezTo>
                    <a:pt x="3818" y="1154"/>
                    <a:pt x="3800" y="1032"/>
                    <a:pt x="3797" y="909"/>
                  </a:cubicBezTo>
                  <a:cubicBezTo>
                    <a:pt x="3795" y="842"/>
                    <a:pt x="3787" y="774"/>
                    <a:pt x="3771" y="708"/>
                  </a:cubicBezTo>
                  <a:cubicBezTo>
                    <a:pt x="3742" y="587"/>
                    <a:pt x="3712" y="465"/>
                    <a:pt x="3683" y="344"/>
                  </a:cubicBezTo>
                  <a:cubicBezTo>
                    <a:pt x="3682" y="339"/>
                    <a:pt x="3681" y="334"/>
                    <a:pt x="3678" y="329"/>
                  </a:cubicBezTo>
                  <a:cubicBezTo>
                    <a:pt x="3675" y="323"/>
                    <a:pt x="3670" y="319"/>
                    <a:pt x="3664" y="316"/>
                  </a:cubicBezTo>
                  <a:cubicBezTo>
                    <a:pt x="3659" y="313"/>
                    <a:pt x="3654" y="311"/>
                    <a:pt x="3648" y="311"/>
                  </a:cubicBezTo>
                  <a:cubicBezTo>
                    <a:pt x="3640" y="310"/>
                    <a:pt x="3633" y="310"/>
                    <a:pt x="3625" y="310"/>
                  </a:cubicBezTo>
                  <a:cubicBezTo>
                    <a:pt x="3618" y="310"/>
                    <a:pt x="3610" y="310"/>
                    <a:pt x="3603" y="311"/>
                  </a:cubicBezTo>
                  <a:cubicBezTo>
                    <a:pt x="3600" y="311"/>
                    <a:pt x="3598" y="312"/>
                    <a:pt x="3595" y="313"/>
                  </a:cubicBezTo>
                  <a:cubicBezTo>
                    <a:pt x="3593" y="315"/>
                    <a:pt x="3591" y="318"/>
                    <a:pt x="3589" y="320"/>
                  </a:cubicBezTo>
                  <a:cubicBezTo>
                    <a:pt x="3587" y="323"/>
                    <a:pt x="3587" y="325"/>
                    <a:pt x="3587" y="328"/>
                  </a:cubicBezTo>
                  <a:cubicBezTo>
                    <a:pt x="3587" y="330"/>
                    <a:pt x="3587" y="331"/>
                    <a:pt x="3587" y="332"/>
                  </a:cubicBezTo>
                  <a:cubicBezTo>
                    <a:pt x="3595" y="369"/>
                    <a:pt x="3603" y="406"/>
                    <a:pt x="3613" y="441"/>
                  </a:cubicBezTo>
                  <a:cubicBezTo>
                    <a:pt x="3623" y="476"/>
                    <a:pt x="3641" y="517"/>
                    <a:pt x="3648" y="556"/>
                  </a:cubicBezTo>
                  <a:cubicBezTo>
                    <a:pt x="3665" y="652"/>
                    <a:pt x="3679" y="749"/>
                    <a:pt x="3694" y="846"/>
                  </a:cubicBezTo>
                  <a:cubicBezTo>
                    <a:pt x="3697" y="868"/>
                    <a:pt x="3697" y="891"/>
                    <a:pt x="3698" y="913"/>
                  </a:cubicBezTo>
                  <a:cubicBezTo>
                    <a:pt x="3704" y="1029"/>
                    <a:pt x="3711" y="1144"/>
                    <a:pt x="3717" y="1259"/>
                  </a:cubicBezTo>
                  <a:cubicBezTo>
                    <a:pt x="3717" y="1269"/>
                    <a:pt x="3719" y="1279"/>
                    <a:pt x="3721" y="1289"/>
                  </a:cubicBezTo>
                  <a:cubicBezTo>
                    <a:pt x="3747" y="1376"/>
                    <a:pt x="3733" y="1469"/>
                    <a:pt x="3775" y="1552"/>
                  </a:cubicBezTo>
                  <a:cubicBezTo>
                    <a:pt x="3776" y="1556"/>
                    <a:pt x="3777" y="1560"/>
                    <a:pt x="3777" y="1565"/>
                  </a:cubicBezTo>
                  <a:cubicBezTo>
                    <a:pt x="3777" y="1565"/>
                    <a:pt x="3777" y="1566"/>
                    <a:pt x="3777" y="1567"/>
                  </a:cubicBezTo>
                  <a:cubicBezTo>
                    <a:pt x="3782" y="1613"/>
                    <a:pt x="3785" y="1659"/>
                    <a:pt x="3785" y="1705"/>
                  </a:cubicBezTo>
                  <a:cubicBezTo>
                    <a:pt x="3785" y="1752"/>
                    <a:pt x="3782" y="1798"/>
                    <a:pt x="3777" y="1844"/>
                  </a:cubicBezTo>
                  <a:cubicBezTo>
                    <a:pt x="3775" y="1868"/>
                    <a:pt x="3768" y="1891"/>
                    <a:pt x="3756" y="1911"/>
                  </a:cubicBezTo>
                  <a:cubicBezTo>
                    <a:pt x="3743" y="1935"/>
                    <a:pt x="3723" y="1954"/>
                    <a:pt x="3699" y="1968"/>
                  </a:cubicBezTo>
                  <a:cubicBezTo>
                    <a:pt x="3690" y="1973"/>
                    <a:pt x="3680" y="1978"/>
                    <a:pt x="3669" y="1982"/>
                  </a:cubicBezTo>
                  <a:cubicBezTo>
                    <a:pt x="3647" y="1990"/>
                    <a:pt x="3626" y="1997"/>
                    <a:pt x="3606" y="2005"/>
                  </a:cubicBezTo>
                  <a:cubicBezTo>
                    <a:pt x="3591" y="2010"/>
                    <a:pt x="3578" y="2016"/>
                    <a:pt x="3564" y="2023"/>
                  </a:cubicBezTo>
                  <a:cubicBezTo>
                    <a:pt x="3492" y="2063"/>
                    <a:pt x="3421" y="2105"/>
                    <a:pt x="3347" y="2144"/>
                  </a:cubicBezTo>
                  <a:cubicBezTo>
                    <a:pt x="3343" y="2146"/>
                    <a:pt x="3340" y="2148"/>
                    <a:pt x="3336" y="2150"/>
                  </a:cubicBezTo>
                  <a:cubicBezTo>
                    <a:pt x="3283" y="2181"/>
                    <a:pt x="3233" y="2217"/>
                    <a:pt x="3188" y="2257"/>
                  </a:cubicBezTo>
                  <a:cubicBezTo>
                    <a:pt x="3163" y="2279"/>
                    <a:pt x="3138" y="2299"/>
                    <a:pt x="3114" y="2322"/>
                  </a:cubicBezTo>
                  <a:cubicBezTo>
                    <a:pt x="3057" y="2375"/>
                    <a:pt x="3000" y="2428"/>
                    <a:pt x="2965" y="2499"/>
                  </a:cubicBezTo>
                  <a:cubicBezTo>
                    <a:pt x="2960" y="2510"/>
                    <a:pt x="2954" y="2522"/>
                    <a:pt x="2938" y="2521"/>
                  </a:cubicBezTo>
                  <a:cubicBezTo>
                    <a:pt x="2927" y="2521"/>
                    <a:pt x="2921" y="2499"/>
                    <a:pt x="2928" y="2482"/>
                  </a:cubicBezTo>
                  <a:cubicBezTo>
                    <a:pt x="2933" y="2471"/>
                    <a:pt x="2940" y="2461"/>
                    <a:pt x="2945" y="2449"/>
                  </a:cubicBezTo>
                  <a:cubicBezTo>
                    <a:pt x="2970" y="2398"/>
                    <a:pt x="3013" y="2362"/>
                    <a:pt x="3050" y="2322"/>
                  </a:cubicBezTo>
                  <a:cubicBezTo>
                    <a:pt x="3135" y="2232"/>
                    <a:pt x="3233" y="2155"/>
                    <a:pt x="3341" y="2093"/>
                  </a:cubicBezTo>
                  <a:cubicBezTo>
                    <a:pt x="3347" y="2090"/>
                    <a:pt x="3352" y="2086"/>
                    <a:pt x="3358" y="2083"/>
                  </a:cubicBezTo>
                  <a:cubicBezTo>
                    <a:pt x="3437" y="2040"/>
                    <a:pt x="3519" y="2000"/>
                    <a:pt x="3599" y="1959"/>
                  </a:cubicBezTo>
                  <a:cubicBezTo>
                    <a:pt x="3628" y="1944"/>
                    <a:pt x="3658" y="1931"/>
                    <a:pt x="3688" y="1918"/>
                  </a:cubicBezTo>
                  <a:cubicBezTo>
                    <a:pt x="3690" y="1917"/>
                    <a:pt x="3692" y="1916"/>
                    <a:pt x="3694" y="1915"/>
                  </a:cubicBezTo>
                  <a:cubicBezTo>
                    <a:pt x="3705" y="1908"/>
                    <a:pt x="3714" y="1899"/>
                    <a:pt x="3721" y="1888"/>
                  </a:cubicBezTo>
                  <a:cubicBezTo>
                    <a:pt x="3724" y="1882"/>
                    <a:pt x="3727" y="1875"/>
                    <a:pt x="3729" y="1868"/>
                  </a:cubicBezTo>
                  <a:cubicBezTo>
                    <a:pt x="3745" y="1813"/>
                    <a:pt x="3753" y="1757"/>
                    <a:pt x="3753" y="1700"/>
                  </a:cubicBezTo>
                  <a:cubicBezTo>
                    <a:pt x="3753" y="1672"/>
                    <a:pt x="3751" y="1643"/>
                    <a:pt x="3747" y="1615"/>
                  </a:cubicBezTo>
                  <a:cubicBezTo>
                    <a:pt x="3745" y="1602"/>
                    <a:pt x="3741" y="1590"/>
                    <a:pt x="3736" y="1579"/>
                  </a:cubicBezTo>
                  <a:cubicBezTo>
                    <a:pt x="3735" y="1575"/>
                    <a:pt x="3734" y="1572"/>
                    <a:pt x="3732" y="1568"/>
                  </a:cubicBezTo>
                  <a:cubicBezTo>
                    <a:pt x="3728" y="1562"/>
                    <a:pt x="3724" y="1557"/>
                    <a:pt x="3717" y="1553"/>
                  </a:cubicBezTo>
                  <a:cubicBezTo>
                    <a:pt x="3710" y="1550"/>
                    <a:pt x="3703" y="1548"/>
                    <a:pt x="3696" y="1548"/>
                  </a:cubicBezTo>
                  <a:cubicBezTo>
                    <a:pt x="3692" y="1548"/>
                    <a:pt x="3687" y="1548"/>
                    <a:pt x="3683" y="1550"/>
                  </a:cubicBezTo>
                  <a:cubicBezTo>
                    <a:pt x="3636" y="1559"/>
                    <a:pt x="3588" y="1563"/>
                    <a:pt x="3539" y="1563"/>
                  </a:cubicBezTo>
                  <a:cubicBezTo>
                    <a:pt x="3510" y="1563"/>
                    <a:pt x="3481" y="1562"/>
                    <a:pt x="3452" y="1558"/>
                  </a:cubicBezTo>
                  <a:cubicBezTo>
                    <a:pt x="3425" y="1554"/>
                    <a:pt x="3397" y="1552"/>
                    <a:pt x="3370" y="1549"/>
                  </a:cubicBezTo>
                  <a:cubicBezTo>
                    <a:pt x="3345" y="1543"/>
                    <a:pt x="3320" y="1541"/>
                    <a:pt x="3295" y="1541"/>
                  </a:cubicBezTo>
                  <a:cubicBezTo>
                    <a:pt x="3293" y="1541"/>
                    <a:pt x="3290" y="1541"/>
                    <a:pt x="3288" y="1541"/>
                  </a:cubicBezTo>
                  <a:cubicBezTo>
                    <a:pt x="3220" y="1549"/>
                    <a:pt x="3153" y="1537"/>
                    <a:pt x="3086" y="1532"/>
                  </a:cubicBezTo>
                  <a:cubicBezTo>
                    <a:pt x="3064" y="1530"/>
                    <a:pt x="3041" y="1528"/>
                    <a:pt x="3018" y="1527"/>
                  </a:cubicBezTo>
                  <a:cubicBezTo>
                    <a:pt x="3015" y="1527"/>
                    <a:pt x="3011" y="1527"/>
                    <a:pt x="3008" y="1527"/>
                  </a:cubicBezTo>
                  <a:cubicBezTo>
                    <a:pt x="2973" y="1527"/>
                    <a:pt x="2938" y="1518"/>
                    <a:pt x="2907" y="1500"/>
                  </a:cubicBezTo>
                  <a:cubicBezTo>
                    <a:pt x="2902" y="1497"/>
                    <a:pt x="2896" y="1494"/>
                    <a:pt x="2891" y="1490"/>
                  </a:cubicBezTo>
                  <a:cubicBezTo>
                    <a:pt x="2877" y="1479"/>
                    <a:pt x="2862" y="1487"/>
                    <a:pt x="2859" y="1506"/>
                  </a:cubicBezTo>
                  <a:cubicBezTo>
                    <a:pt x="2855" y="1527"/>
                    <a:pt x="2853" y="1549"/>
                    <a:pt x="2853" y="1570"/>
                  </a:cubicBezTo>
                  <a:cubicBezTo>
                    <a:pt x="2853" y="1581"/>
                    <a:pt x="2853" y="1592"/>
                    <a:pt x="2855" y="1603"/>
                  </a:cubicBezTo>
                  <a:cubicBezTo>
                    <a:pt x="2863" y="1671"/>
                    <a:pt x="2872" y="1738"/>
                    <a:pt x="2879" y="1805"/>
                  </a:cubicBezTo>
                  <a:cubicBezTo>
                    <a:pt x="2898" y="1979"/>
                    <a:pt x="2913" y="2155"/>
                    <a:pt x="2914" y="2330"/>
                  </a:cubicBezTo>
                  <a:cubicBezTo>
                    <a:pt x="2913" y="2365"/>
                    <a:pt x="2909" y="2400"/>
                    <a:pt x="2904" y="2435"/>
                  </a:cubicBezTo>
                  <a:cubicBezTo>
                    <a:pt x="2904" y="2438"/>
                    <a:pt x="2897" y="2443"/>
                    <a:pt x="2893" y="2442"/>
                  </a:cubicBezTo>
                  <a:cubicBezTo>
                    <a:pt x="2890" y="2442"/>
                    <a:pt x="2885" y="2435"/>
                    <a:pt x="2885" y="2432"/>
                  </a:cubicBezTo>
                  <a:cubicBezTo>
                    <a:pt x="2878" y="2342"/>
                    <a:pt x="2871" y="2252"/>
                    <a:pt x="2867" y="2162"/>
                  </a:cubicBezTo>
                  <a:cubicBezTo>
                    <a:pt x="2865" y="2101"/>
                    <a:pt x="2860" y="2041"/>
                    <a:pt x="2852" y="1982"/>
                  </a:cubicBezTo>
                  <a:cubicBezTo>
                    <a:pt x="2840" y="1897"/>
                    <a:pt x="2828" y="1813"/>
                    <a:pt x="2815" y="1729"/>
                  </a:cubicBezTo>
                  <a:cubicBezTo>
                    <a:pt x="2808" y="1671"/>
                    <a:pt x="2805" y="1614"/>
                    <a:pt x="2805" y="1556"/>
                  </a:cubicBezTo>
                  <a:cubicBezTo>
                    <a:pt x="2805" y="1541"/>
                    <a:pt x="2805" y="1526"/>
                    <a:pt x="2805" y="1511"/>
                  </a:cubicBezTo>
                  <a:cubicBezTo>
                    <a:pt x="2805" y="1508"/>
                    <a:pt x="2805" y="1505"/>
                    <a:pt x="2805" y="1502"/>
                  </a:cubicBezTo>
                  <a:cubicBezTo>
                    <a:pt x="2805" y="1492"/>
                    <a:pt x="2807" y="1483"/>
                    <a:pt x="2812" y="1475"/>
                  </a:cubicBezTo>
                  <a:cubicBezTo>
                    <a:pt x="2814" y="1471"/>
                    <a:pt x="2818" y="1466"/>
                    <a:pt x="2821" y="1463"/>
                  </a:cubicBezTo>
                  <a:cubicBezTo>
                    <a:pt x="2851" y="1443"/>
                    <a:pt x="2850" y="1413"/>
                    <a:pt x="2853" y="1383"/>
                  </a:cubicBezTo>
                  <a:cubicBezTo>
                    <a:pt x="2868" y="1246"/>
                    <a:pt x="2883" y="1109"/>
                    <a:pt x="2906" y="973"/>
                  </a:cubicBezTo>
                  <a:cubicBezTo>
                    <a:pt x="2938" y="800"/>
                    <a:pt x="2959" y="626"/>
                    <a:pt x="2968" y="451"/>
                  </a:cubicBezTo>
                  <a:cubicBezTo>
                    <a:pt x="2968" y="418"/>
                    <a:pt x="2968" y="386"/>
                    <a:pt x="2967" y="353"/>
                  </a:cubicBezTo>
                  <a:cubicBezTo>
                    <a:pt x="2967" y="350"/>
                    <a:pt x="2966" y="347"/>
                    <a:pt x="2964" y="344"/>
                  </a:cubicBezTo>
                  <a:cubicBezTo>
                    <a:pt x="2963" y="342"/>
                    <a:pt x="2961" y="340"/>
                    <a:pt x="2958" y="338"/>
                  </a:cubicBezTo>
                  <a:cubicBezTo>
                    <a:pt x="2957" y="337"/>
                    <a:pt x="2956" y="337"/>
                    <a:pt x="2954" y="336"/>
                  </a:cubicBezTo>
                  <a:cubicBezTo>
                    <a:pt x="2949" y="335"/>
                    <a:pt x="2944" y="334"/>
                    <a:pt x="2938" y="334"/>
                  </a:cubicBezTo>
                  <a:cubicBezTo>
                    <a:pt x="2928" y="334"/>
                    <a:pt x="2918" y="337"/>
                    <a:pt x="2909" y="342"/>
                  </a:cubicBezTo>
                  <a:cubicBezTo>
                    <a:pt x="2900" y="347"/>
                    <a:pt x="2893" y="354"/>
                    <a:pt x="2888" y="363"/>
                  </a:cubicBezTo>
                  <a:cubicBezTo>
                    <a:pt x="2887" y="366"/>
                    <a:pt x="2885" y="368"/>
                    <a:pt x="2884" y="371"/>
                  </a:cubicBezTo>
                  <a:cubicBezTo>
                    <a:pt x="2873" y="415"/>
                    <a:pt x="2862" y="458"/>
                    <a:pt x="2856" y="504"/>
                  </a:cubicBezTo>
                  <a:cubicBezTo>
                    <a:pt x="2837" y="623"/>
                    <a:pt x="2811" y="740"/>
                    <a:pt x="2783" y="857"/>
                  </a:cubicBezTo>
                  <a:cubicBezTo>
                    <a:pt x="2744" y="1006"/>
                    <a:pt x="2715" y="1156"/>
                    <a:pt x="2694" y="1307"/>
                  </a:cubicBezTo>
                  <a:cubicBezTo>
                    <a:pt x="2689" y="1351"/>
                    <a:pt x="2680" y="1397"/>
                    <a:pt x="2711" y="1438"/>
                  </a:cubicBezTo>
                  <a:cubicBezTo>
                    <a:pt x="2717" y="1447"/>
                    <a:pt x="2711" y="1457"/>
                    <a:pt x="2700" y="1462"/>
                  </a:cubicBezTo>
                  <a:cubicBezTo>
                    <a:pt x="2681" y="1469"/>
                    <a:pt x="2660" y="1472"/>
                    <a:pt x="2640" y="1472"/>
                  </a:cubicBezTo>
                  <a:cubicBezTo>
                    <a:pt x="2628" y="1472"/>
                    <a:pt x="2616" y="1471"/>
                    <a:pt x="2604" y="1469"/>
                  </a:cubicBezTo>
                  <a:cubicBezTo>
                    <a:pt x="2554" y="1461"/>
                    <a:pt x="2505" y="1452"/>
                    <a:pt x="2455" y="1444"/>
                  </a:cubicBezTo>
                  <a:cubicBezTo>
                    <a:pt x="2416" y="1437"/>
                    <a:pt x="2399" y="1455"/>
                    <a:pt x="2409" y="1492"/>
                  </a:cubicBezTo>
                  <a:cubicBezTo>
                    <a:pt x="2411" y="1497"/>
                    <a:pt x="2413" y="1501"/>
                    <a:pt x="2416" y="1506"/>
                  </a:cubicBezTo>
                  <a:cubicBezTo>
                    <a:pt x="2417" y="1508"/>
                    <a:pt x="2418" y="1510"/>
                    <a:pt x="2420" y="1512"/>
                  </a:cubicBezTo>
                  <a:cubicBezTo>
                    <a:pt x="2420" y="1513"/>
                    <a:pt x="2420" y="1513"/>
                    <a:pt x="2421" y="1514"/>
                  </a:cubicBezTo>
                  <a:cubicBezTo>
                    <a:pt x="2439" y="1545"/>
                    <a:pt x="2449" y="1581"/>
                    <a:pt x="2449" y="1617"/>
                  </a:cubicBezTo>
                  <a:cubicBezTo>
                    <a:pt x="2449" y="1636"/>
                    <a:pt x="2446" y="1654"/>
                    <a:pt x="2441" y="1671"/>
                  </a:cubicBezTo>
                  <a:cubicBezTo>
                    <a:pt x="2438" y="1688"/>
                    <a:pt x="2436" y="1706"/>
                    <a:pt x="2436" y="1723"/>
                  </a:cubicBezTo>
                  <a:cubicBezTo>
                    <a:pt x="2435" y="1724"/>
                    <a:pt x="2435" y="1725"/>
                    <a:pt x="2435" y="1726"/>
                  </a:cubicBezTo>
                  <a:cubicBezTo>
                    <a:pt x="2435" y="1730"/>
                    <a:pt x="2437" y="1735"/>
                    <a:pt x="2439" y="1739"/>
                  </a:cubicBezTo>
                  <a:cubicBezTo>
                    <a:pt x="2441" y="1743"/>
                    <a:pt x="2445" y="1747"/>
                    <a:pt x="2449" y="1749"/>
                  </a:cubicBezTo>
                  <a:cubicBezTo>
                    <a:pt x="2453" y="1752"/>
                    <a:pt x="2457" y="1752"/>
                    <a:pt x="2462" y="1752"/>
                  </a:cubicBezTo>
                  <a:cubicBezTo>
                    <a:pt x="2463" y="1752"/>
                    <a:pt x="2463" y="1752"/>
                    <a:pt x="2464" y="1752"/>
                  </a:cubicBezTo>
                  <a:cubicBezTo>
                    <a:pt x="2479" y="1752"/>
                    <a:pt x="2493" y="1748"/>
                    <a:pt x="2508" y="1746"/>
                  </a:cubicBezTo>
                  <a:cubicBezTo>
                    <a:pt x="2510" y="1746"/>
                    <a:pt x="2512" y="1746"/>
                    <a:pt x="2514" y="1746"/>
                  </a:cubicBezTo>
                  <a:cubicBezTo>
                    <a:pt x="2521" y="1746"/>
                    <a:pt x="2528" y="1748"/>
                    <a:pt x="2533" y="1751"/>
                  </a:cubicBezTo>
                  <a:cubicBezTo>
                    <a:pt x="2539" y="1755"/>
                    <a:pt x="2543" y="1759"/>
                    <a:pt x="2546" y="1764"/>
                  </a:cubicBezTo>
                  <a:lnTo>
                    <a:pt x="2546" y="1765"/>
                  </a:lnTo>
                  <a:cubicBezTo>
                    <a:pt x="2548" y="1767"/>
                    <a:pt x="2549" y="1769"/>
                    <a:pt x="2550" y="1771"/>
                  </a:cubicBezTo>
                  <a:cubicBezTo>
                    <a:pt x="2563" y="1793"/>
                    <a:pt x="2569" y="1817"/>
                    <a:pt x="2569" y="1842"/>
                  </a:cubicBezTo>
                  <a:cubicBezTo>
                    <a:pt x="2569" y="1847"/>
                    <a:pt x="2569" y="1853"/>
                    <a:pt x="2568" y="1859"/>
                  </a:cubicBezTo>
                  <a:cubicBezTo>
                    <a:pt x="2568" y="1863"/>
                    <a:pt x="2566" y="1866"/>
                    <a:pt x="2564" y="1870"/>
                  </a:cubicBezTo>
                  <a:cubicBezTo>
                    <a:pt x="2562" y="1874"/>
                    <a:pt x="2559" y="1879"/>
                    <a:pt x="2554" y="1881"/>
                  </a:cubicBezTo>
                  <a:cubicBezTo>
                    <a:pt x="2550" y="1884"/>
                    <a:pt x="2544" y="1885"/>
                    <a:pt x="2539" y="1885"/>
                  </a:cubicBezTo>
                  <a:cubicBezTo>
                    <a:pt x="2538" y="1885"/>
                    <a:pt x="2537" y="1885"/>
                    <a:pt x="2536" y="1885"/>
                  </a:cubicBezTo>
                  <a:cubicBezTo>
                    <a:pt x="2529" y="1884"/>
                    <a:pt x="2522" y="1884"/>
                    <a:pt x="2514" y="1882"/>
                  </a:cubicBezTo>
                  <a:cubicBezTo>
                    <a:pt x="2477" y="1874"/>
                    <a:pt x="2441" y="1868"/>
                    <a:pt x="2408" y="1896"/>
                  </a:cubicBezTo>
                  <a:cubicBezTo>
                    <a:pt x="2398" y="1905"/>
                    <a:pt x="2380" y="1887"/>
                    <a:pt x="2380" y="1871"/>
                  </a:cubicBezTo>
                  <a:cubicBezTo>
                    <a:pt x="2380" y="1847"/>
                    <a:pt x="2399" y="1820"/>
                    <a:pt x="2375" y="1800"/>
                  </a:cubicBezTo>
                  <a:cubicBezTo>
                    <a:pt x="2352" y="1781"/>
                    <a:pt x="2326" y="1794"/>
                    <a:pt x="2302" y="1791"/>
                  </a:cubicBezTo>
                  <a:cubicBezTo>
                    <a:pt x="2297" y="1791"/>
                    <a:pt x="2292" y="1790"/>
                    <a:pt x="2287" y="1790"/>
                  </a:cubicBezTo>
                  <a:cubicBezTo>
                    <a:pt x="2282" y="1790"/>
                    <a:pt x="2277" y="1791"/>
                    <a:pt x="2272" y="1791"/>
                  </a:cubicBezTo>
                  <a:cubicBezTo>
                    <a:pt x="2162" y="1794"/>
                    <a:pt x="2051" y="1802"/>
                    <a:pt x="1941" y="1800"/>
                  </a:cubicBezTo>
                  <a:cubicBezTo>
                    <a:pt x="1845" y="1799"/>
                    <a:pt x="1754" y="1834"/>
                    <a:pt x="1658" y="1835"/>
                  </a:cubicBezTo>
                  <a:cubicBezTo>
                    <a:pt x="1648" y="1835"/>
                    <a:pt x="1638" y="1838"/>
                    <a:pt x="1630" y="1843"/>
                  </a:cubicBezTo>
                  <a:cubicBezTo>
                    <a:pt x="1535" y="1886"/>
                    <a:pt x="1428" y="1886"/>
                    <a:pt x="1334" y="1930"/>
                  </a:cubicBezTo>
                  <a:cubicBezTo>
                    <a:pt x="1332" y="1931"/>
                    <a:pt x="1329" y="1931"/>
                    <a:pt x="1327" y="1931"/>
                  </a:cubicBezTo>
                  <a:cubicBezTo>
                    <a:pt x="1324" y="1932"/>
                    <a:pt x="1321" y="1933"/>
                    <a:pt x="1317" y="1933"/>
                  </a:cubicBezTo>
                  <a:cubicBezTo>
                    <a:pt x="1311" y="1933"/>
                    <a:pt x="1305" y="1931"/>
                    <a:pt x="1299" y="1928"/>
                  </a:cubicBezTo>
                  <a:cubicBezTo>
                    <a:pt x="1293" y="1925"/>
                    <a:pt x="1289" y="1920"/>
                    <a:pt x="1286" y="1914"/>
                  </a:cubicBezTo>
                  <a:cubicBezTo>
                    <a:pt x="1285" y="1913"/>
                    <a:pt x="1284" y="1911"/>
                    <a:pt x="1283" y="1910"/>
                  </a:cubicBezTo>
                  <a:cubicBezTo>
                    <a:pt x="1270" y="1880"/>
                    <a:pt x="1262" y="1848"/>
                    <a:pt x="1259" y="1816"/>
                  </a:cubicBezTo>
                  <a:cubicBezTo>
                    <a:pt x="1259" y="1796"/>
                    <a:pt x="1257" y="1776"/>
                    <a:pt x="1253" y="1756"/>
                  </a:cubicBezTo>
                  <a:cubicBezTo>
                    <a:pt x="1253" y="1751"/>
                    <a:pt x="1252" y="1747"/>
                    <a:pt x="1249" y="1742"/>
                  </a:cubicBezTo>
                  <a:cubicBezTo>
                    <a:pt x="1247" y="1737"/>
                    <a:pt x="1242" y="1733"/>
                    <a:pt x="1237" y="1730"/>
                  </a:cubicBezTo>
                  <a:cubicBezTo>
                    <a:pt x="1233" y="1728"/>
                    <a:pt x="1228" y="1727"/>
                    <a:pt x="1224" y="1726"/>
                  </a:cubicBezTo>
                  <a:cubicBezTo>
                    <a:pt x="1176" y="1724"/>
                    <a:pt x="1129" y="1713"/>
                    <a:pt x="1081" y="1723"/>
                  </a:cubicBezTo>
                  <a:cubicBezTo>
                    <a:pt x="1034" y="1734"/>
                    <a:pt x="1035" y="1734"/>
                    <a:pt x="1026" y="1781"/>
                  </a:cubicBezTo>
                  <a:cubicBezTo>
                    <a:pt x="997" y="1934"/>
                    <a:pt x="994" y="2090"/>
                    <a:pt x="987" y="2245"/>
                  </a:cubicBezTo>
                  <a:cubicBezTo>
                    <a:pt x="982" y="2360"/>
                    <a:pt x="974" y="2475"/>
                    <a:pt x="965" y="2590"/>
                  </a:cubicBezTo>
                  <a:cubicBezTo>
                    <a:pt x="958" y="2690"/>
                    <a:pt x="942" y="2789"/>
                    <a:pt x="944" y="2890"/>
                  </a:cubicBezTo>
                  <a:cubicBezTo>
                    <a:pt x="944" y="2899"/>
                    <a:pt x="944" y="2908"/>
                    <a:pt x="944" y="2917"/>
                  </a:cubicBezTo>
                  <a:cubicBezTo>
                    <a:pt x="944" y="2961"/>
                    <a:pt x="939" y="3004"/>
                    <a:pt x="929" y="3047"/>
                  </a:cubicBezTo>
                  <a:cubicBezTo>
                    <a:pt x="926" y="3055"/>
                    <a:pt x="922" y="3067"/>
                    <a:pt x="941" y="3070"/>
                  </a:cubicBezTo>
                  <a:cubicBezTo>
                    <a:pt x="952" y="3041"/>
                    <a:pt x="965" y="3012"/>
                    <a:pt x="981" y="2985"/>
                  </a:cubicBezTo>
                  <a:cubicBezTo>
                    <a:pt x="986" y="2976"/>
                    <a:pt x="992" y="2967"/>
                    <a:pt x="997" y="2958"/>
                  </a:cubicBezTo>
                  <a:cubicBezTo>
                    <a:pt x="1001" y="2953"/>
                    <a:pt x="1005" y="2947"/>
                    <a:pt x="1008" y="2942"/>
                  </a:cubicBezTo>
                  <a:cubicBezTo>
                    <a:pt x="1015" y="2930"/>
                    <a:pt x="1020" y="2918"/>
                    <a:pt x="1025" y="2905"/>
                  </a:cubicBezTo>
                  <a:cubicBezTo>
                    <a:pt x="1029" y="2895"/>
                    <a:pt x="1033" y="2886"/>
                    <a:pt x="1038" y="2877"/>
                  </a:cubicBezTo>
                  <a:cubicBezTo>
                    <a:pt x="1046" y="2864"/>
                    <a:pt x="1054" y="2853"/>
                    <a:pt x="1064" y="2842"/>
                  </a:cubicBezTo>
                  <a:cubicBezTo>
                    <a:pt x="1126" y="2764"/>
                    <a:pt x="1194" y="2690"/>
                    <a:pt x="1240" y="2601"/>
                  </a:cubicBezTo>
                  <a:cubicBezTo>
                    <a:pt x="1242" y="2597"/>
                    <a:pt x="1244" y="2592"/>
                    <a:pt x="1247" y="2588"/>
                  </a:cubicBezTo>
                  <a:cubicBezTo>
                    <a:pt x="1259" y="2566"/>
                    <a:pt x="1274" y="2547"/>
                    <a:pt x="1292" y="2530"/>
                  </a:cubicBezTo>
                  <a:cubicBezTo>
                    <a:pt x="1318" y="2504"/>
                    <a:pt x="1354" y="2481"/>
                    <a:pt x="1360" y="2443"/>
                  </a:cubicBezTo>
                  <a:cubicBezTo>
                    <a:pt x="1361" y="2434"/>
                    <a:pt x="1364" y="2426"/>
                    <a:pt x="1368" y="2419"/>
                  </a:cubicBezTo>
                  <a:cubicBezTo>
                    <a:pt x="1374" y="2409"/>
                    <a:pt x="1382" y="2401"/>
                    <a:pt x="1391" y="2396"/>
                  </a:cubicBezTo>
                  <a:cubicBezTo>
                    <a:pt x="1398" y="2392"/>
                    <a:pt x="1406" y="2389"/>
                    <a:pt x="1413" y="2388"/>
                  </a:cubicBezTo>
                  <a:cubicBezTo>
                    <a:pt x="1425" y="2384"/>
                    <a:pt x="1437" y="2381"/>
                    <a:pt x="1449" y="2376"/>
                  </a:cubicBezTo>
                  <a:cubicBezTo>
                    <a:pt x="1493" y="2357"/>
                    <a:pt x="1541" y="2347"/>
                    <a:pt x="1589" y="2347"/>
                  </a:cubicBezTo>
                  <a:cubicBezTo>
                    <a:pt x="1631" y="2347"/>
                    <a:pt x="1673" y="2355"/>
                    <a:pt x="1712" y="2370"/>
                  </a:cubicBezTo>
                  <a:cubicBezTo>
                    <a:pt x="1731" y="2377"/>
                    <a:pt x="1751" y="2380"/>
                    <a:pt x="1769" y="2389"/>
                  </a:cubicBezTo>
                  <a:cubicBezTo>
                    <a:pt x="1818" y="2413"/>
                    <a:pt x="1874" y="2427"/>
                    <a:pt x="1916" y="2463"/>
                  </a:cubicBezTo>
                  <a:cubicBezTo>
                    <a:pt x="1959" y="2499"/>
                    <a:pt x="2000" y="2527"/>
                    <a:pt x="2043" y="2557"/>
                  </a:cubicBezTo>
                  <a:cubicBezTo>
                    <a:pt x="2063" y="2571"/>
                    <a:pt x="2083" y="2587"/>
                    <a:pt x="2100" y="2606"/>
                  </a:cubicBezTo>
                  <a:cubicBezTo>
                    <a:pt x="2149" y="2657"/>
                    <a:pt x="2191" y="2714"/>
                    <a:pt x="2227" y="2776"/>
                  </a:cubicBezTo>
                  <a:cubicBezTo>
                    <a:pt x="2243" y="2803"/>
                    <a:pt x="2257" y="2832"/>
                    <a:pt x="2270" y="2861"/>
                  </a:cubicBezTo>
                  <a:cubicBezTo>
                    <a:pt x="2297" y="2923"/>
                    <a:pt x="2310" y="2990"/>
                    <a:pt x="2310" y="3058"/>
                  </a:cubicBezTo>
                  <a:cubicBezTo>
                    <a:pt x="2310" y="3093"/>
                    <a:pt x="2307" y="3129"/>
                    <a:pt x="2299" y="3163"/>
                  </a:cubicBezTo>
                  <a:cubicBezTo>
                    <a:pt x="2297" y="3171"/>
                    <a:pt x="2296" y="3180"/>
                    <a:pt x="2296" y="3189"/>
                  </a:cubicBezTo>
                  <a:cubicBezTo>
                    <a:pt x="2296" y="3198"/>
                    <a:pt x="2297" y="3206"/>
                    <a:pt x="2299" y="3215"/>
                  </a:cubicBezTo>
                  <a:cubicBezTo>
                    <a:pt x="2301" y="3221"/>
                    <a:pt x="2309" y="3230"/>
                    <a:pt x="2313" y="3230"/>
                  </a:cubicBezTo>
                  <a:cubicBezTo>
                    <a:pt x="2316" y="3230"/>
                    <a:pt x="2319" y="3230"/>
                    <a:pt x="2322" y="3230"/>
                  </a:cubicBezTo>
                  <a:cubicBezTo>
                    <a:pt x="2356" y="3230"/>
                    <a:pt x="2390" y="3235"/>
                    <a:pt x="2423" y="3245"/>
                  </a:cubicBezTo>
                  <a:cubicBezTo>
                    <a:pt x="2437" y="3250"/>
                    <a:pt x="2452" y="3235"/>
                    <a:pt x="2453" y="3220"/>
                  </a:cubicBezTo>
                  <a:cubicBezTo>
                    <a:pt x="2454" y="3215"/>
                    <a:pt x="2454" y="3210"/>
                    <a:pt x="2454" y="3205"/>
                  </a:cubicBezTo>
                  <a:cubicBezTo>
                    <a:pt x="2454" y="3200"/>
                    <a:pt x="2454" y="3195"/>
                    <a:pt x="2453" y="3190"/>
                  </a:cubicBezTo>
                  <a:cubicBezTo>
                    <a:pt x="2444" y="3043"/>
                    <a:pt x="2437" y="2895"/>
                    <a:pt x="2401" y="2751"/>
                  </a:cubicBezTo>
                  <a:cubicBezTo>
                    <a:pt x="2401" y="2750"/>
                    <a:pt x="2401" y="2749"/>
                    <a:pt x="2401" y="2748"/>
                  </a:cubicBezTo>
                  <a:cubicBezTo>
                    <a:pt x="2401" y="2745"/>
                    <a:pt x="2402" y="2743"/>
                    <a:pt x="2403" y="2741"/>
                  </a:cubicBezTo>
                  <a:cubicBezTo>
                    <a:pt x="2404" y="2738"/>
                    <a:pt x="2406" y="2737"/>
                    <a:pt x="2408" y="2735"/>
                  </a:cubicBezTo>
                  <a:cubicBezTo>
                    <a:pt x="2409" y="2734"/>
                    <a:pt x="2410" y="2734"/>
                    <a:pt x="2412" y="2734"/>
                  </a:cubicBezTo>
                  <a:cubicBezTo>
                    <a:pt x="2441" y="2721"/>
                    <a:pt x="2473" y="2713"/>
                    <a:pt x="2505" y="2709"/>
                  </a:cubicBezTo>
                  <a:cubicBezTo>
                    <a:pt x="2507" y="2709"/>
                    <a:pt x="2510" y="2709"/>
                    <a:pt x="2513" y="2709"/>
                  </a:cubicBezTo>
                  <a:cubicBezTo>
                    <a:pt x="2533" y="2709"/>
                    <a:pt x="2552" y="2704"/>
                    <a:pt x="2570" y="2694"/>
                  </a:cubicBezTo>
                  <a:cubicBezTo>
                    <a:pt x="2571" y="2693"/>
                    <a:pt x="2573" y="2692"/>
                    <a:pt x="2574" y="2692"/>
                  </a:cubicBezTo>
                  <a:cubicBezTo>
                    <a:pt x="2575" y="2691"/>
                    <a:pt x="2576" y="2691"/>
                    <a:pt x="2577" y="2690"/>
                  </a:cubicBezTo>
                  <a:cubicBezTo>
                    <a:pt x="2600" y="2676"/>
                    <a:pt x="2627" y="2669"/>
                    <a:pt x="2654" y="2669"/>
                  </a:cubicBezTo>
                  <a:cubicBezTo>
                    <a:pt x="2659" y="2669"/>
                    <a:pt x="2663" y="2669"/>
                    <a:pt x="2668" y="2670"/>
                  </a:cubicBezTo>
                  <a:cubicBezTo>
                    <a:pt x="2738" y="2672"/>
                    <a:pt x="2807" y="2683"/>
                    <a:pt x="2878" y="2671"/>
                  </a:cubicBezTo>
                  <a:cubicBezTo>
                    <a:pt x="2881" y="2671"/>
                    <a:pt x="2884" y="2671"/>
                    <a:pt x="2887" y="2671"/>
                  </a:cubicBezTo>
                  <a:cubicBezTo>
                    <a:pt x="2902" y="2671"/>
                    <a:pt x="2916" y="2673"/>
                    <a:pt x="2930" y="2677"/>
                  </a:cubicBezTo>
                  <a:cubicBezTo>
                    <a:pt x="2936" y="2678"/>
                    <a:pt x="2942" y="2680"/>
                    <a:pt x="2948" y="2683"/>
                  </a:cubicBezTo>
                  <a:cubicBezTo>
                    <a:pt x="2956" y="2688"/>
                    <a:pt x="2962" y="2694"/>
                    <a:pt x="2966" y="2701"/>
                  </a:cubicBezTo>
                  <a:cubicBezTo>
                    <a:pt x="2969" y="2706"/>
                    <a:pt x="2970" y="2711"/>
                    <a:pt x="2971" y="2716"/>
                  </a:cubicBezTo>
                  <a:cubicBezTo>
                    <a:pt x="2976" y="2752"/>
                    <a:pt x="2997" y="2781"/>
                    <a:pt x="3006" y="2815"/>
                  </a:cubicBezTo>
                  <a:cubicBezTo>
                    <a:pt x="3027" y="2890"/>
                    <a:pt x="3038" y="2968"/>
                    <a:pt x="3038" y="3046"/>
                  </a:cubicBezTo>
                  <a:cubicBezTo>
                    <a:pt x="3038" y="3068"/>
                    <a:pt x="3037" y="3091"/>
                    <a:pt x="3035" y="3113"/>
                  </a:cubicBezTo>
                  <a:cubicBezTo>
                    <a:pt x="3034" y="3125"/>
                    <a:pt x="3033" y="3137"/>
                    <a:pt x="3033" y="3149"/>
                  </a:cubicBezTo>
                  <a:cubicBezTo>
                    <a:pt x="3033" y="3152"/>
                    <a:pt x="3033" y="3155"/>
                    <a:pt x="3033" y="3158"/>
                  </a:cubicBezTo>
                  <a:cubicBezTo>
                    <a:pt x="3033" y="3170"/>
                    <a:pt x="3038" y="3184"/>
                    <a:pt x="3053" y="3185"/>
                  </a:cubicBezTo>
                  <a:cubicBezTo>
                    <a:pt x="3055" y="3185"/>
                    <a:pt x="3056" y="3185"/>
                    <a:pt x="3058" y="3185"/>
                  </a:cubicBezTo>
                  <a:cubicBezTo>
                    <a:pt x="3064" y="3185"/>
                    <a:pt x="3071" y="3183"/>
                    <a:pt x="3077" y="3180"/>
                  </a:cubicBezTo>
                  <a:cubicBezTo>
                    <a:pt x="3083" y="3177"/>
                    <a:pt x="3087" y="3172"/>
                    <a:pt x="3091" y="3166"/>
                  </a:cubicBezTo>
                  <a:lnTo>
                    <a:pt x="3091" y="3165"/>
                  </a:lnTo>
                  <a:cubicBezTo>
                    <a:pt x="3093" y="3161"/>
                    <a:pt x="3094" y="3156"/>
                    <a:pt x="3095" y="3151"/>
                  </a:cubicBezTo>
                  <a:cubicBezTo>
                    <a:pt x="3098" y="3121"/>
                    <a:pt x="3101" y="3091"/>
                    <a:pt x="3105" y="3061"/>
                  </a:cubicBezTo>
                  <a:cubicBezTo>
                    <a:pt x="3106" y="3058"/>
                    <a:pt x="3106" y="3055"/>
                    <a:pt x="3106" y="3052"/>
                  </a:cubicBezTo>
                  <a:cubicBezTo>
                    <a:pt x="3106" y="3045"/>
                    <a:pt x="3104" y="3037"/>
                    <a:pt x="3100" y="3030"/>
                  </a:cubicBezTo>
                  <a:cubicBezTo>
                    <a:pt x="3096" y="3024"/>
                    <a:pt x="3092" y="3019"/>
                    <a:pt x="3086" y="3015"/>
                  </a:cubicBezTo>
                  <a:cubicBezTo>
                    <a:pt x="3083" y="3013"/>
                    <a:pt x="3080" y="3010"/>
                    <a:pt x="3078" y="3007"/>
                  </a:cubicBezTo>
                  <a:cubicBezTo>
                    <a:pt x="3076" y="3003"/>
                    <a:pt x="3075" y="2999"/>
                    <a:pt x="3075" y="2996"/>
                  </a:cubicBezTo>
                  <a:cubicBezTo>
                    <a:pt x="3075" y="2992"/>
                    <a:pt x="3076" y="2989"/>
                    <a:pt x="3078" y="2986"/>
                  </a:cubicBezTo>
                  <a:cubicBezTo>
                    <a:pt x="3080" y="2982"/>
                    <a:pt x="3083" y="2980"/>
                    <a:pt x="3086" y="2978"/>
                  </a:cubicBezTo>
                  <a:cubicBezTo>
                    <a:pt x="3111" y="2965"/>
                    <a:pt x="3113" y="2943"/>
                    <a:pt x="3118" y="2922"/>
                  </a:cubicBezTo>
                  <a:cubicBezTo>
                    <a:pt x="3140" y="2832"/>
                    <a:pt x="3163" y="2742"/>
                    <a:pt x="3182" y="2651"/>
                  </a:cubicBezTo>
                  <a:cubicBezTo>
                    <a:pt x="3208" y="2524"/>
                    <a:pt x="3275" y="2419"/>
                    <a:pt x="3358" y="2325"/>
                  </a:cubicBezTo>
                  <a:cubicBezTo>
                    <a:pt x="3432" y="2236"/>
                    <a:pt x="3520" y="2160"/>
                    <a:pt x="3619" y="2101"/>
                  </a:cubicBezTo>
                  <a:cubicBezTo>
                    <a:pt x="3623" y="2098"/>
                    <a:pt x="3628" y="2095"/>
                    <a:pt x="3631" y="2092"/>
                  </a:cubicBezTo>
                  <a:cubicBezTo>
                    <a:pt x="3652" y="2076"/>
                    <a:pt x="3674" y="2061"/>
                    <a:pt x="3697" y="2048"/>
                  </a:cubicBezTo>
                  <a:cubicBezTo>
                    <a:pt x="3755" y="2015"/>
                    <a:pt x="3818" y="1991"/>
                    <a:pt x="3884" y="1979"/>
                  </a:cubicBezTo>
                  <a:cubicBezTo>
                    <a:pt x="3913" y="1972"/>
                    <a:pt x="3944" y="1970"/>
                    <a:pt x="3966" y="1945"/>
                  </a:cubicBezTo>
                  <a:cubicBezTo>
                    <a:pt x="3967" y="1943"/>
                    <a:pt x="3969" y="1942"/>
                    <a:pt x="3971" y="1941"/>
                  </a:cubicBezTo>
                  <a:cubicBezTo>
                    <a:pt x="3974" y="1939"/>
                    <a:pt x="3977" y="1938"/>
                    <a:pt x="3981" y="1938"/>
                  </a:cubicBezTo>
                  <a:cubicBezTo>
                    <a:pt x="3984" y="1938"/>
                    <a:pt x="3988" y="1939"/>
                    <a:pt x="3991" y="1941"/>
                  </a:cubicBezTo>
                  <a:cubicBezTo>
                    <a:pt x="3991" y="1941"/>
                    <a:pt x="3992" y="1942"/>
                    <a:pt x="3993" y="1942"/>
                  </a:cubicBezTo>
                  <a:cubicBezTo>
                    <a:pt x="4008" y="1951"/>
                    <a:pt x="4024" y="1955"/>
                    <a:pt x="4041" y="1955"/>
                  </a:cubicBezTo>
                  <a:cubicBezTo>
                    <a:pt x="4047" y="1955"/>
                    <a:pt x="4052" y="1955"/>
                    <a:pt x="4058" y="1953"/>
                  </a:cubicBezTo>
                  <a:cubicBezTo>
                    <a:pt x="4086" y="1951"/>
                    <a:pt x="4114" y="1953"/>
                    <a:pt x="4141" y="1948"/>
                  </a:cubicBezTo>
                  <a:cubicBezTo>
                    <a:pt x="4253" y="1931"/>
                    <a:pt x="4354" y="1970"/>
                    <a:pt x="4453" y="2014"/>
                  </a:cubicBezTo>
                  <a:cubicBezTo>
                    <a:pt x="4489" y="2030"/>
                    <a:pt x="4524" y="2048"/>
                    <a:pt x="4558" y="2068"/>
                  </a:cubicBezTo>
                  <a:cubicBezTo>
                    <a:pt x="4561" y="2069"/>
                    <a:pt x="4563" y="2071"/>
                    <a:pt x="4566" y="2073"/>
                  </a:cubicBezTo>
                  <a:cubicBezTo>
                    <a:pt x="4568" y="2074"/>
                    <a:pt x="4570" y="2075"/>
                    <a:pt x="4572" y="2076"/>
                  </a:cubicBezTo>
                  <a:cubicBezTo>
                    <a:pt x="4583" y="2082"/>
                    <a:pt x="4593" y="2090"/>
                    <a:pt x="4602" y="2100"/>
                  </a:cubicBezTo>
                  <a:cubicBezTo>
                    <a:pt x="4667" y="2182"/>
                    <a:pt x="4737" y="2262"/>
                    <a:pt x="4770" y="2365"/>
                  </a:cubicBezTo>
                  <a:cubicBezTo>
                    <a:pt x="4773" y="2373"/>
                    <a:pt x="4777" y="2380"/>
                    <a:pt x="4781" y="2387"/>
                  </a:cubicBezTo>
                  <a:cubicBezTo>
                    <a:pt x="4782" y="2389"/>
                    <a:pt x="4782" y="2390"/>
                    <a:pt x="4783" y="2392"/>
                  </a:cubicBezTo>
                  <a:cubicBezTo>
                    <a:pt x="4787" y="2397"/>
                    <a:pt x="4790" y="2403"/>
                    <a:pt x="4793" y="2408"/>
                  </a:cubicBezTo>
                  <a:cubicBezTo>
                    <a:pt x="4852" y="2511"/>
                    <a:pt x="4884" y="2627"/>
                    <a:pt x="4884" y="2745"/>
                  </a:cubicBezTo>
                  <a:cubicBezTo>
                    <a:pt x="4884" y="2746"/>
                    <a:pt x="4884" y="2747"/>
                    <a:pt x="4884" y="2748"/>
                  </a:cubicBezTo>
                  <a:cubicBezTo>
                    <a:pt x="4884" y="2753"/>
                    <a:pt x="4886" y="2758"/>
                    <a:pt x="4889" y="2763"/>
                  </a:cubicBezTo>
                  <a:cubicBezTo>
                    <a:pt x="4890" y="2765"/>
                    <a:pt x="4891" y="2767"/>
                    <a:pt x="4892" y="2768"/>
                  </a:cubicBezTo>
                  <a:cubicBezTo>
                    <a:pt x="4894" y="2771"/>
                    <a:pt x="4896" y="2773"/>
                    <a:pt x="4899" y="2774"/>
                  </a:cubicBezTo>
                  <a:cubicBezTo>
                    <a:pt x="4900" y="2775"/>
                    <a:pt x="4902" y="2776"/>
                    <a:pt x="4904" y="2776"/>
                  </a:cubicBezTo>
                  <a:cubicBezTo>
                    <a:pt x="4908" y="2776"/>
                    <a:pt x="4914" y="2772"/>
                    <a:pt x="4915" y="2769"/>
                  </a:cubicBezTo>
                  <a:cubicBezTo>
                    <a:pt x="4917" y="2694"/>
                    <a:pt x="4934" y="2620"/>
                    <a:pt x="4920" y="2544"/>
                  </a:cubicBezTo>
                  <a:cubicBezTo>
                    <a:pt x="4903" y="2442"/>
                    <a:pt x="4892" y="2340"/>
                    <a:pt x="4887" y="2237"/>
                  </a:cubicBezTo>
                  <a:cubicBezTo>
                    <a:pt x="4886" y="2180"/>
                    <a:pt x="4876" y="2123"/>
                    <a:pt x="4857" y="2068"/>
                  </a:cubicBezTo>
                  <a:cubicBezTo>
                    <a:pt x="4849" y="2042"/>
                    <a:pt x="4844" y="2014"/>
                    <a:pt x="4842" y="1987"/>
                  </a:cubicBezTo>
                  <a:cubicBezTo>
                    <a:pt x="4837" y="1952"/>
                    <a:pt x="4826" y="1918"/>
                    <a:pt x="4810" y="1887"/>
                  </a:cubicBezTo>
                  <a:cubicBezTo>
                    <a:pt x="4809" y="1884"/>
                    <a:pt x="4808" y="1882"/>
                    <a:pt x="4807" y="1879"/>
                  </a:cubicBezTo>
                  <a:cubicBezTo>
                    <a:pt x="4803" y="1873"/>
                    <a:pt x="4798" y="1867"/>
                    <a:pt x="4791" y="1863"/>
                  </a:cubicBezTo>
                  <a:cubicBezTo>
                    <a:pt x="4787" y="1861"/>
                    <a:pt x="4782" y="1859"/>
                    <a:pt x="4778" y="1858"/>
                  </a:cubicBezTo>
                  <a:cubicBezTo>
                    <a:pt x="4749" y="1854"/>
                    <a:pt x="4713" y="1864"/>
                    <a:pt x="4692" y="1840"/>
                  </a:cubicBezTo>
                  <a:cubicBezTo>
                    <a:pt x="4671" y="1816"/>
                    <a:pt x="4667" y="1786"/>
                    <a:pt x="4656" y="1759"/>
                  </a:cubicBezTo>
                  <a:cubicBezTo>
                    <a:pt x="4649" y="1743"/>
                    <a:pt x="4643" y="1727"/>
                    <a:pt x="4637" y="1710"/>
                  </a:cubicBezTo>
                  <a:cubicBezTo>
                    <a:pt x="4624" y="1666"/>
                    <a:pt x="4612" y="1623"/>
                    <a:pt x="4657" y="1587"/>
                  </a:cubicBezTo>
                  <a:cubicBezTo>
                    <a:pt x="4665" y="1580"/>
                    <a:pt x="4660" y="1566"/>
                    <a:pt x="4649" y="1565"/>
                  </a:cubicBezTo>
                  <a:cubicBezTo>
                    <a:pt x="4605" y="1557"/>
                    <a:pt x="4565" y="1556"/>
                    <a:pt x="4531" y="1593"/>
                  </a:cubicBezTo>
                  <a:cubicBezTo>
                    <a:pt x="4527" y="1597"/>
                    <a:pt x="4521" y="1601"/>
                    <a:pt x="4516" y="1604"/>
                  </a:cubicBezTo>
                  <a:cubicBezTo>
                    <a:pt x="4504" y="1611"/>
                    <a:pt x="4491" y="1614"/>
                    <a:pt x="4478" y="1614"/>
                  </a:cubicBezTo>
                  <a:lnTo>
                    <a:pt x="4477" y="1614"/>
                  </a:lnTo>
                  <a:cubicBezTo>
                    <a:pt x="4475" y="1615"/>
                    <a:pt x="4474" y="1615"/>
                    <a:pt x="4472" y="1615"/>
                  </a:cubicBezTo>
                  <a:cubicBezTo>
                    <a:pt x="4466" y="1615"/>
                    <a:pt x="4460" y="1613"/>
                    <a:pt x="4454" y="1610"/>
                  </a:cubicBezTo>
                  <a:cubicBezTo>
                    <a:pt x="4450" y="1608"/>
                    <a:pt x="4446" y="1604"/>
                    <a:pt x="4443" y="1601"/>
                  </a:cubicBezTo>
                  <a:cubicBezTo>
                    <a:pt x="4434" y="1587"/>
                    <a:pt x="4443" y="1578"/>
                    <a:pt x="4452" y="1569"/>
                  </a:cubicBezTo>
                  <a:cubicBezTo>
                    <a:pt x="4461" y="1561"/>
                    <a:pt x="4468" y="1556"/>
                    <a:pt x="4474" y="1549"/>
                  </a:cubicBezTo>
                  <a:cubicBezTo>
                    <a:pt x="4475" y="1548"/>
                    <a:pt x="4477" y="1546"/>
                    <a:pt x="4478" y="1544"/>
                  </a:cubicBezTo>
                  <a:cubicBezTo>
                    <a:pt x="4479" y="1542"/>
                    <a:pt x="4480" y="1539"/>
                    <a:pt x="4480" y="1536"/>
                  </a:cubicBezTo>
                  <a:cubicBezTo>
                    <a:pt x="4480" y="1534"/>
                    <a:pt x="4479" y="1531"/>
                    <a:pt x="4478" y="1528"/>
                  </a:cubicBezTo>
                  <a:cubicBezTo>
                    <a:pt x="4445" y="1467"/>
                    <a:pt x="4440" y="1398"/>
                    <a:pt x="4423" y="1333"/>
                  </a:cubicBezTo>
                  <a:cubicBezTo>
                    <a:pt x="4409" y="1275"/>
                    <a:pt x="4394" y="1216"/>
                    <a:pt x="4380" y="1158"/>
                  </a:cubicBezTo>
                  <a:cubicBezTo>
                    <a:pt x="4365" y="1099"/>
                    <a:pt x="4353" y="1040"/>
                    <a:pt x="4336" y="982"/>
                  </a:cubicBezTo>
                  <a:cubicBezTo>
                    <a:pt x="4325" y="944"/>
                    <a:pt x="4316" y="905"/>
                    <a:pt x="4312" y="865"/>
                  </a:cubicBezTo>
                  <a:cubicBezTo>
                    <a:pt x="4305" y="805"/>
                    <a:pt x="4300" y="745"/>
                    <a:pt x="4288" y="686"/>
                  </a:cubicBezTo>
                  <a:cubicBezTo>
                    <a:pt x="4267" y="566"/>
                    <a:pt x="4213" y="458"/>
                    <a:pt x="4165" y="348"/>
                  </a:cubicBezTo>
                  <a:cubicBezTo>
                    <a:pt x="4164" y="346"/>
                    <a:pt x="4163" y="344"/>
                    <a:pt x="4162" y="342"/>
                  </a:cubicBezTo>
                  <a:cubicBezTo>
                    <a:pt x="4159" y="336"/>
                    <a:pt x="4154" y="331"/>
                    <a:pt x="4148" y="328"/>
                  </a:cubicBezTo>
                  <a:cubicBezTo>
                    <a:pt x="4142" y="325"/>
                    <a:pt x="4136" y="323"/>
                    <a:pt x="4130" y="323"/>
                  </a:cubicBezTo>
                  <a:lnTo>
                    <a:pt x="3898" y="311"/>
                  </a:lnTo>
                  <a:moveTo>
                    <a:pt x="2182" y="3373"/>
                  </a:moveTo>
                  <a:cubicBezTo>
                    <a:pt x="2233" y="3350"/>
                    <a:pt x="2233" y="3350"/>
                    <a:pt x="2235" y="3309"/>
                  </a:cubicBezTo>
                  <a:cubicBezTo>
                    <a:pt x="2235" y="3302"/>
                    <a:pt x="2235" y="3294"/>
                    <a:pt x="2235" y="3288"/>
                  </a:cubicBezTo>
                  <a:cubicBezTo>
                    <a:pt x="2245" y="3229"/>
                    <a:pt x="2229" y="3184"/>
                    <a:pt x="2170" y="3160"/>
                  </a:cubicBezTo>
                  <a:cubicBezTo>
                    <a:pt x="2163" y="3157"/>
                    <a:pt x="2157" y="3150"/>
                    <a:pt x="2161" y="3142"/>
                  </a:cubicBezTo>
                  <a:cubicBezTo>
                    <a:pt x="2163" y="3138"/>
                    <a:pt x="2167" y="3135"/>
                    <a:pt x="2171" y="3133"/>
                  </a:cubicBezTo>
                  <a:cubicBezTo>
                    <a:pt x="2173" y="3132"/>
                    <a:pt x="2175" y="3131"/>
                    <a:pt x="2177" y="3130"/>
                  </a:cubicBezTo>
                  <a:cubicBezTo>
                    <a:pt x="2213" y="3115"/>
                    <a:pt x="2212" y="3115"/>
                    <a:pt x="2209" y="3084"/>
                  </a:cubicBezTo>
                  <a:cubicBezTo>
                    <a:pt x="2205" y="3026"/>
                    <a:pt x="2166" y="2989"/>
                    <a:pt x="2131" y="2951"/>
                  </a:cubicBezTo>
                  <a:cubicBezTo>
                    <a:pt x="2117" y="2936"/>
                    <a:pt x="2097" y="2942"/>
                    <a:pt x="2084" y="2933"/>
                  </a:cubicBezTo>
                  <a:cubicBezTo>
                    <a:pt x="2071" y="2923"/>
                    <a:pt x="2089" y="2899"/>
                    <a:pt x="2076" y="2884"/>
                  </a:cubicBezTo>
                  <a:cubicBezTo>
                    <a:pt x="2069" y="2876"/>
                    <a:pt x="2064" y="2867"/>
                    <a:pt x="2057" y="2860"/>
                  </a:cubicBezTo>
                  <a:cubicBezTo>
                    <a:pt x="2028" y="2833"/>
                    <a:pt x="1999" y="2805"/>
                    <a:pt x="1970" y="2778"/>
                  </a:cubicBezTo>
                  <a:cubicBezTo>
                    <a:pt x="1912" y="2724"/>
                    <a:pt x="1852" y="2676"/>
                    <a:pt x="1767" y="2673"/>
                  </a:cubicBezTo>
                  <a:cubicBezTo>
                    <a:pt x="1764" y="2673"/>
                    <a:pt x="1761" y="2672"/>
                    <a:pt x="1759" y="2671"/>
                  </a:cubicBezTo>
                  <a:cubicBezTo>
                    <a:pt x="1757" y="2670"/>
                    <a:pt x="1755" y="2668"/>
                    <a:pt x="1753" y="2665"/>
                  </a:cubicBezTo>
                  <a:cubicBezTo>
                    <a:pt x="1752" y="2664"/>
                    <a:pt x="1752" y="2662"/>
                    <a:pt x="1751" y="2660"/>
                  </a:cubicBezTo>
                  <a:cubicBezTo>
                    <a:pt x="1751" y="2647"/>
                    <a:pt x="1763" y="2646"/>
                    <a:pt x="1771" y="2642"/>
                  </a:cubicBezTo>
                  <a:cubicBezTo>
                    <a:pt x="1780" y="2638"/>
                    <a:pt x="1782" y="2633"/>
                    <a:pt x="1779" y="2625"/>
                  </a:cubicBezTo>
                  <a:cubicBezTo>
                    <a:pt x="1779" y="2624"/>
                    <a:pt x="1778" y="2624"/>
                    <a:pt x="1778" y="2624"/>
                  </a:cubicBezTo>
                  <a:cubicBezTo>
                    <a:pt x="1777" y="2621"/>
                    <a:pt x="1774" y="2619"/>
                    <a:pt x="1772" y="2617"/>
                  </a:cubicBezTo>
                  <a:cubicBezTo>
                    <a:pt x="1771" y="2616"/>
                    <a:pt x="1769" y="2616"/>
                    <a:pt x="1768" y="2616"/>
                  </a:cubicBezTo>
                  <a:cubicBezTo>
                    <a:pt x="1758" y="2614"/>
                    <a:pt x="1747" y="2612"/>
                    <a:pt x="1736" y="2612"/>
                  </a:cubicBezTo>
                  <a:cubicBezTo>
                    <a:pt x="1734" y="2612"/>
                    <a:pt x="1733" y="2612"/>
                    <a:pt x="1731" y="2612"/>
                  </a:cubicBezTo>
                  <a:cubicBezTo>
                    <a:pt x="1651" y="2618"/>
                    <a:pt x="1571" y="2606"/>
                    <a:pt x="1492" y="2629"/>
                  </a:cubicBezTo>
                  <a:cubicBezTo>
                    <a:pt x="1478" y="2631"/>
                    <a:pt x="1464" y="2632"/>
                    <a:pt x="1450" y="2632"/>
                  </a:cubicBezTo>
                  <a:cubicBezTo>
                    <a:pt x="1442" y="2632"/>
                    <a:pt x="1433" y="2631"/>
                    <a:pt x="1424" y="2631"/>
                  </a:cubicBezTo>
                  <a:cubicBezTo>
                    <a:pt x="1421" y="2631"/>
                    <a:pt x="1418" y="2630"/>
                    <a:pt x="1415" y="2630"/>
                  </a:cubicBezTo>
                  <a:cubicBezTo>
                    <a:pt x="1398" y="2630"/>
                    <a:pt x="1381" y="2633"/>
                    <a:pt x="1365" y="2638"/>
                  </a:cubicBezTo>
                  <a:cubicBezTo>
                    <a:pt x="1345" y="2647"/>
                    <a:pt x="1325" y="2657"/>
                    <a:pt x="1306" y="2668"/>
                  </a:cubicBezTo>
                  <a:cubicBezTo>
                    <a:pt x="1284" y="2680"/>
                    <a:pt x="1263" y="2695"/>
                    <a:pt x="1242" y="2710"/>
                  </a:cubicBezTo>
                  <a:cubicBezTo>
                    <a:pt x="1239" y="2713"/>
                    <a:pt x="1235" y="2716"/>
                    <a:pt x="1233" y="2720"/>
                  </a:cubicBezTo>
                  <a:cubicBezTo>
                    <a:pt x="1230" y="2725"/>
                    <a:pt x="1229" y="2730"/>
                    <a:pt x="1229" y="2736"/>
                  </a:cubicBezTo>
                  <a:cubicBezTo>
                    <a:pt x="1229" y="2741"/>
                    <a:pt x="1230" y="2746"/>
                    <a:pt x="1232" y="2750"/>
                  </a:cubicBezTo>
                  <a:cubicBezTo>
                    <a:pt x="1237" y="2762"/>
                    <a:pt x="1243" y="2772"/>
                    <a:pt x="1247" y="2784"/>
                  </a:cubicBezTo>
                  <a:cubicBezTo>
                    <a:pt x="1251" y="2793"/>
                    <a:pt x="1253" y="2803"/>
                    <a:pt x="1254" y="2813"/>
                  </a:cubicBezTo>
                  <a:lnTo>
                    <a:pt x="1254" y="2814"/>
                  </a:lnTo>
                  <a:cubicBezTo>
                    <a:pt x="1254" y="2816"/>
                    <a:pt x="1254" y="2819"/>
                    <a:pt x="1252" y="2821"/>
                  </a:cubicBezTo>
                  <a:cubicBezTo>
                    <a:pt x="1251" y="2823"/>
                    <a:pt x="1250" y="2824"/>
                    <a:pt x="1249" y="2826"/>
                  </a:cubicBezTo>
                  <a:cubicBezTo>
                    <a:pt x="1247" y="2826"/>
                    <a:pt x="1246" y="2826"/>
                    <a:pt x="1244" y="2826"/>
                  </a:cubicBezTo>
                  <a:cubicBezTo>
                    <a:pt x="1242" y="2826"/>
                    <a:pt x="1240" y="2826"/>
                    <a:pt x="1237" y="2824"/>
                  </a:cubicBezTo>
                  <a:cubicBezTo>
                    <a:pt x="1236" y="2823"/>
                    <a:pt x="1236" y="2823"/>
                    <a:pt x="1235" y="2823"/>
                  </a:cubicBezTo>
                  <a:cubicBezTo>
                    <a:pt x="1226" y="2811"/>
                    <a:pt x="1218" y="2798"/>
                    <a:pt x="1210" y="2786"/>
                  </a:cubicBezTo>
                  <a:cubicBezTo>
                    <a:pt x="1208" y="2782"/>
                    <a:pt x="1206" y="2779"/>
                    <a:pt x="1202" y="2778"/>
                  </a:cubicBezTo>
                  <a:cubicBezTo>
                    <a:pt x="1199" y="2776"/>
                    <a:pt x="1195" y="2775"/>
                    <a:pt x="1191" y="2775"/>
                  </a:cubicBezTo>
                  <a:cubicBezTo>
                    <a:pt x="1187" y="2775"/>
                    <a:pt x="1183" y="2776"/>
                    <a:pt x="1180" y="2778"/>
                  </a:cubicBezTo>
                  <a:cubicBezTo>
                    <a:pt x="1177" y="2779"/>
                    <a:pt x="1175" y="2781"/>
                    <a:pt x="1173" y="2784"/>
                  </a:cubicBezTo>
                  <a:cubicBezTo>
                    <a:pt x="1156" y="2804"/>
                    <a:pt x="1139" y="2826"/>
                    <a:pt x="1124" y="2849"/>
                  </a:cubicBezTo>
                  <a:cubicBezTo>
                    <a:pt x="1109" y="2871"/>
                    <a:pt x="1112" y="2881"/>
                    <a:pt x="1135" y="2898"/>
                  </a:cubicBezTo>
                  <a:cubicBezTo>
                    <a:pt x="1136" y="2899"/>
                    <a:pt x="1136" y="2899"/>
                    <a:pt x="1137" y="2900"/>
                  </a:cubicBezTo>
                  <a:cubicBezTo>
                    <a:pt x="1154" y="2909"/>
                    <a:pt x="1168" y="2923"/>
                    <a:pt x="1178" y="2939"/>
                  </a:cubicBezTo>
                  <a:cubicBezTo>
                    <a:pt x="1179" y="2942"/>
                    <a:pt x="1180" y="2943"/>
                    <a:pt x="1180" y="2946"/>
                  </a:cubicBezTo>
                  <a:cubicBezTo>
                    <a:pt x="1180" y="2948"/>
                    <a:pt x="1179" y="2951"/>
                    <a:pt x="1178" y="2954"/>
                  </a:cubicBezTo>
                  <a:cubicBezTo>
                    <a:pt x="1175" y="2962"/>
                    <a:pt x="1167" y="2962"/>
                    <a:pt x="1159" y="2960"/>
                  </a:cubicBezTo>
                  <a:cubicBezTo>
                    <a:pt x="1155" y="2959"/>
                    <a:pt x="1151" y="2957"/>
                    <a:pt x="1148" y="2955"/>
                  </a:cubicBezTo>
                  <a:cubicBezTo>
                    <a:pt x="1147" y="2955"/>
                    <a:pt x="1146" y="2955"/>
                    <a:pt x="1146" y="2954"/>
                  </a:cubicBezTo>
                  <a:cubicBezTo>
                    <a:pt x="1071" y="2901"/>
                    <a:pt x="1074" y="2926"/>
                    <a:pt x="1039" y="2990"/>
                  </a:cubicBezTo>
                  <a:cubicBezTo>
                    <a:pt x="1027" y="3012"/>
                    <a:pt x="1017" y="3035"/>
                    <a:pt x="1009" y="3059"/>
                  </a:cubicBezTo>
                  <a:cubicBezTo>
                    <a:pt x="1006" y="3065"/>
                    <a:pt x="1004" y="3072"/>
                    <a:pt x="1004" y="3079"/>
                  </a:cubicBezTo>
                  <a:cubicBezTo>
                    <a:pt x="1004" y="3087"/>
                    <a:pt x="1007" y="3094"/>
                    <a:pt x="1010" y="3101"/>
                  </a:cubicBezTo>
                  <a:cubicBezTo>
                    <a:pt x="1013" y="3106"/>
                    <a:pt x="1016" y="3110"/>
                    <a:pt x="1021" y="3113"/>
                  </a:cubicBezTo>
                  <a:cubicBezTo>
                    <a:pt x="1034" y="3125"/>
                    <a:pt x="1046" y="3137"/>
                    <a:pt x="1057" y="3151"/>
                  </a:cubicBezTo>
                  <a:cubicBezTo>
                    <a:pt x="1069" y="3164"/>
                    <a:pt x="1079" y="3178"/>
                    <a:pt x="1089" y="3193"/>
                  </a:cubicBezTo>
                  <a:cubicBezTo>
                    <a:pt x="1089" y="3193"/>
                    <a:pt x="1089" y="3194"/>
                    <a:pt x="1090" y="3195"/>
                  </a:cubicBezTo>
                  <a:cubicBezTo>
                    <a:pt x="1091" y="3197"/>
                    <a:pt x="1092" y="3201"/>
                    <a:pt x="1092" y="3204"/>
                  </a:cubicBezTo>
                  <a:cubicBezTo>
                    <a:pt x="1092" y="3207"/>
                    <a:pt x="1092" y="3211"/>
                    <a:pt x="1090" y="3214"/>
                  </a:cubicBezTo>
                  <a:cubicBezTo>
                    <a:pt x="1089" y="3216"/>
                    <a:pt x="1086" y="3218"/>
                    <a:pt x="1084" y="3220"/>
                  </a:cubicBezTo>
                  <a:cubicBezTo>
                    <a:pt x="1082" y="3220"/>
                    <a:pt x="1079" y="3221"/>
                    <a:pt x="1077" y="3221"/>
                  </a:cubicBezTo>
                  <a:cubicBezTo>
                    <a:pt x="1073" y="3221"/>
                    <a:pt x="1069" y="3220"/>
                    <a:pt x="1066" y="3218"/>
                  </a:cubicBezTo>
                  <a:cubicBezTo>
                    <a:pt x="1065" y="3217"/>
                    <a:pt x="1065" y="3217"/>
                    <a:pt x="1064" y="3216"/>
                  </a:cubicBezTo>
                  <a:cubicBezTo>
                    <a:pt x="1046" y="3199"/>
                    <a:pt x="1030" y="3180"/>
                    <a:pt x="1012" y="3163"/>
                  </a:cubicBezTo>
                  <a:cubicBezTo>
                    <a:pt x="994" y="3145"/>
                    <a:pt x="981" y="3149"/>
                    <a:pt x="970" y="3168"/>
                  </a:cubicBezTo>
                  <a:cubicBezTo>
                    <a:pt x="948" y="3204"/>
                    <a:pt x="951" y="3246"/>
                    <a:pt x="944" y="3285"/>
                  </a:cubicBezTo>
                  <a:cubicBezTo>
                    <a:pt x="942" y="3291"/>
                    <a:pt x="942" y="3297"/>
                    <a:pt x="942" y="3303"/>
                  </a:cubicBezTo>
                  <a:cubicBezTo>
                    <a:pt x="942" y="3315"/>
                    <a:pt x="945" y="3327"/>
                    <a:pt x="951" y="3338"/>
                  </a:cubicBezTo>
                  <a:cubicBezTo>
                    <a:pt x="957" y="3349"/>
                    <a:pt x="966" y="3357"/>
                    <a:pt x="977" y="3364"/>
                  </a:cubicBezTo>
                  <a:cubicBezTo>
                    <a:pt x="979" y="3365"/>
                    <a:pt x="981" y="3366"/>
                    <a:pt x="982" y="3367"/>
                  </a:cubicBezTo>
                  <a:cubicBezTo>
                    <a:pt x="1004" y="3379"/>
                    <a:pt x="1025" y="3394"/>
                    <a:pt x="1044" y="3410"/>
                  </a:cubicBezTo>
                  <a:cubicBezTo>
                    <a:pt x="1054" y="3418"/>
                    <a:pt x="1061" y="3429"/>
                    <a:pt x="1051" y="3442"/>
                  </a:cubicBezTo>
                  <a:cubicBezTo>
                    <a:pt x="1049" y="3443"/>
                    <a:pt x="1048" y="3444"/>
                    <a:pt x="1046" y="3445"/>
                  </a:cubicBezTo>
                  <a:cubicBezTo>
                    <a:pt x="1043" y="3447"/>
                    <a:pt x="1040" y="3448"/>
                    <a:pt x="1036" y="3448"/>
                  </a:cubicBezTo>
                  <a:cubicBezTo>
                    <a:pt x="1033" y="3448"/>
                    <a:pt x="1029" y="3447"/>
                    <a:pt x="1026" y="3445"/>
                  </a:cubicBezTo>
                  <a:cubicBezTo>
                    <a:pt x="1025" y="3444"/>
                    <a:pt x="1024" y="3444"/>
                    <a:pt x="1023" y="3443"/>
                  </a:cubicBezTo>
                  <a:cubicBezTo>
                    <a:pt x="1004" y="3432"/>
                    <a:pt x="985" y="3420"/>
                    <a:pt x="966" y="3408"/>
                  </a:cubicBezTo>
                  <a:cubicBezTo>
                    <a:pt x="963" y="3407"/>
                    <a:pt x="960" y="3406"/>
                    <a:pt x="957" y="3406"/>
                  </a:cubicBezTo>
                  <a:cubicBezTo>
                    <a:pt x="954" y="3406"/>
                    <a:pt x="950" y="3407"/>
                    <a:pt x="947" y="3409"/>
                  </a:cubicBezTo>
                  <a:cubicBezTo>
                    <a:pt x="945" y="3410"/>
                    <a:pt x="943" y="3413"/>
                    <a:pt x="941" y="3416"/>
                  </a:cubicBezTo>
                  <a:cubicBezTo>
                    <a:pt x="940" y="3418"/>
                    <a:pt x="938" y="3421"/>
                    <a:pt x="938" y="3423"/>
                  </a:cubicBezTo>
                  <a:cubicBezTo>
                    <a:pt x="938" y="3467"/>
                    <a:pt x="938" y="3508"/>
                    <a:pt x="938" y="3551"/>
                  </a:cubicBezTo>
                  <a:cubicBezTo>
                    <a:pt x="938" y="3604"/>
                    <a:pt x="947" y="3612"/>
                    <a:pt x="1001" y="3597"/>
                  </a:cubicBezTo>
                  <a:cubicBezTo>
                    <a:pt x="1017" y="3593"/>
                    <a:pt x="1033" y="3592"/>
                    <a:pt x="1049" y="3592"/>
                  </a:cubicBezTo>
                  <a:cubicBezTo>
                    <a:pt x="1081" y="3592"/>
                    <a:pt x="1112" y="3599"/>
                    <a:pt x="1141" y="3612"/>
                  </a:cubicBezTo>
                  <a:lnTo>
                    <a:pt x="1142" y="3613"/>
                  </a:lnTo>
                  <a:cubicBezTo>
                    <a:pt x="1145" y="3615"/>
                    <a:pt x="1148" y="3617"/>
                    <a:pt x="1150" y="3621"/>
                  </a:cubicBezTo>
                  <a:cubicBezTo>
                    <a:pt x="1151" y="3623"/>
                    <a:pt x="1152" y="3626"/>
                    <a:pt x="1152" y="3629"/>
                  </a:cubicBezTo>
                  <a:cubicBezTo>
                    <a:pt x="1152" y="3632"/>
                    <a:pt x="1152" y="3635"/>
                    <a:pt x="1150" y="3638"/>
                  </a:cubicBezTo>
                  <a:cubicBezTo>
                    <a:pt x="1149" y="3640"/>
                    <a:pt x="1146" y="3643"/>
                    <a:pt x="1143" y="3645"/>
                  </a:cubicBezTo>
                  <a:cubicBezTo>
                    <a:pt x="1140" y="3646"/>
                    <a:pt x="1137" y="3647"/>
                    <a:pt x="1134" y="3647"/>
                  </a:cubicBezTo>
                  <a:cubicBezTo>
                    <a:pt x="1133" y="3647"/>
                    <a:pt x="1133" y="3647"/>
                    <a:pt x="1132" y="3647"/>
                  </a:cubicBezTo>
                  <a:cubicBezTo>
                    <a:pt x="1111" y="3646"/>
                    <a:pt x="1087" y="3642"/>
                    <a:pt x="1065" y="3639"/>
                  </a:cubicBezTo>
                  <a:cubicBezTo>
                    <a:pt x="1056" y="3638"/>
                    <a:pt x="1048" y="3637"/>
                    <a:pt x="1039" y="3637"/>
                  </a:cubicBezTo>
                  <a:cubicBezTo>
                    <a:pt x="1017" y="3637"/>
                    <a:pt x="996" y="3641"/>
                    <a:pt x="977" y="3649"/>
                  </a:cubicBezTo>
                  <a:cubicBezTo>
                    <a:pt x="974" y="3649"/>
                    <a:pt x="973" y="3651"/>
                    <a:pt x="970" y="3652"/>
                  </a:cubicBezTo>
                  <a:cubicBezTo>
                    <a:pt x="965" y="3655"/>
                    <a:pt x="961" y="3658"/>
                    <a:pt x="959" y="3662"/>
                  </a:cubicBezTo>
                  <a:cubicBezTo>
                    <a:pt x="958" y="3664"/>
                    <a:pt x="957" y="3667"/>
                    <a:pt x="956" y="3669"/>
                  </a:cubicBezTo>
                  <a:cubicBezTo>
                    <a:pt x="955" y="3677"/>
                    <a:pt x="954" y="3685"/>
                    <a:pt x="954" y="3693"/>
                  </a:cubicBezTo>
                  <a:cubicBezTo>
                    <a:pt x="954" y="3710"/>
                    <a:pt x="957" y="3727"/>
                    <a:pt x="963" y="3743"/>
                  </a:cubicBezTo>
                  <a:cubicBezTo>
                    <a:pt x="969" y="3763"/>
                    <a:pt x="990" y="3763"/>
                    <a:pt x="1004" y="3772"/>
                  </a:cubicBezTo>
                  <a:cubicBezTo>
                    <a:pt x="1013" y="3778"/>
                    <a:pt x="1022" y="3783"/>
                    <a:pt x="1031" y="3789"/>
                  </a:cubicBezTo>
                  <a:cubicBezTo>
                    <a:pt x="1074" y="3813"/>
                    <a:pt x="1121" y="3830"/>
                    <a:pt x="1171" y="3837"/>
                  </a:cubicBezTo>
                  <a:cubicBezTo>
                    <a:pt x="1172" y="3837"/>
                    <a:pt x="1173" y="3837"/>
                    <a:pt x="1175" y="3838"/>
                  </a:cubicBezTo>
                  <a:cubicBezTo>
                    <a:pt x="1176" y="3839"/>
                    <a:pt x="1176" y="3839"/>
                    <a:pt x="1177" y="3840"/>
                  </a:cubicBezTo>
                  <a:cubicBezTo>
                    <a:pt x="1180" y="3844"/>
                    <a:pt x="1186" y="3849"/>
                    <a:pt x="1185" y="3852"/>
                  </a:cubicBezTo>
                  <a:cubicBezTo>
                    <a:pt x="1184" y="3854"/>
                    <a:pt x="1183" y="3856"/>
                    <a:pt x="1182" y="3858"/>
                  </a:cubicBezTo>
                  <a:cubicBezTo>
                    <a:pt x="1180" y="3862"/>
                    <a:pt x="1176" y="3865"/>
                    <a:pt x="1172" y="3868"/>
                  </a:cubicBezTo>
                  <a:cubicBezTo>
                    <a:pt x="1166" y="3870"/>
                    <a:pt x="1159" y="3872"/>
                    <a:pt x="1152" y="3872"/>
                  </a:cubicBezTo>
                  <a:cubicBezTo>
                    <a:pt x="1149" y="3872"/>
                    <a:pt x="1146" y="3871"/>
                    <a:pt x="1143" y="3871"/>
                  </a:cubicBezTo>
                  <a:cubicBezTo>
                    <a:pt x="1113" y="3867"/>
                    <a:pt x="1084" y="3857"/>
                    <a:pt x="1058" y="3843"/>
                  </a:cubicBezTo>
                  <a:cubicBezTo>
                    <a:pt x="1040" y="3834"/>
                    <a:pt x="1022" y="3825"/>
                    <a:pt x="1003" y="3818"/>
                  </a:cubicBezTo>
                  <a:cubicBezTo>
                    <a:pt x="994" y="3814"/>
                    <a:pt x="983" y="3825"/>
                    <a:pt x="985" y="3835"/>
                  </a:cubicBezTo>
                  <a:cubicBezTo>
                    <a:pt x="998" y="3886"/>
                    <a:pt x="1017" y="3935"/>
                    <a:pt x="1042" y="3982"/>
                  </a:cubicBezTo>
                  <a:cubicBezTo>
                    <a:pt x="1046" y="3989"/>
                    <a:pt x="1051" y="3994"/>
                    <a:pt x="1058" y="3998"/>
                  </a:cubicBezTo>
                  <a:cubicBezTo>
                    <a:pt x="1064" y="4002"/>
                    <a:pt x="1071" y="4004"/>
                    <a:pt x="1079" y="4004"/>
                  </a:cubicBezTo>
                  <a:cubicBezTo>
                    <a:pt x="1106" y="4008"/>
                    <a:pt x="1134" y="4010"/>
                    <a:pt x="1161" y="4013"/>
                  </a:cubicBezTo>
                  <a:cubicBezTo>
                    <a:pt x="1176" y="4014"/>
                    <a:pt x="1191" y="4016"/>
                    <a:pt x="1204" y="4018"/>
                  </a:cubicBezTo>
                  <a:cubicBezTo>
                    <a:pt x="1208" y="4018"/>
                    <a:pt x="1212" y="4025"/>
                    <a:pt x="1213" y="4029"/>
                  </a:cubicBezTo>
                  <a:cubicBezTo>
                    <a:pt x="1214" y="4030"/>
                    <a:pt x="1214" y="4032"/>
                    <a:pt x="1214" y="4034"/>
                  </a:cubicBezTo>
                  <a:cubicBezTo>
                    <a:pt x="1214" y="4036"/>
                    <a:pt x="1213" y="4038"/>
                    <a:pt x="1212" y="4041"/>
                  </a:cubicBezTo>
                  <a:cubicBezTo>
                    <a:pt x="1211" y="4043"/>
                    <a:pt x="1210" y="4044"/>
                    <a:pt x="1207" y="4046"/>
                  </a:cubicBezTo>
                  <a:cubicBezTo>
                    <a:pt x="1206" y="4046"/>
                    <a:pt x="1205" y="4047"/>
                    <a:pt x="1204" y="4047"/>
                  </a:cubicBezTo>
                  <a:cubicBezTo>
                    <a:pt x="1182" y="4052"/>
                    <a:pt x="1161" y="4054"/>
                    <a:pt x="1139" y="4058"/>
                  </a:cubicBezTo>
                  <a:cubicBezTo>
                    <a:pt x="1138" y="4059"/>
                    <a:pt x="1136" y="4059"/>
                    <a:pt x="1135" y="4060"/>
                  </a:cubicBezTo>
                  <a:cubicBezTo>
                    <a:pt x="1134" y="4061"/>
                    <a:pt x="1132" y="4062"/>
                    <a:pt x="1131" y="4064"/>
                  </a:cubicBezTo>
                  <a:cubicBezTo>
                    <a:pt x="1130" y="4066"/>
                    <a:pt x="1129" y="4068"/>
                    <a:pt x="1129" y="4071"/>
                  </a:cubicBezTo>
                  <a:cubicBezTo>
                    <a:pt x="1129" y="4073"/>
                    <a:pt x="1130" y="4074"/>
                    <a:pt x="1130" y="4076"/>
                  </a:cubicBezTo>
                  <a:cubicBezTo>
                    <a:pt x="1131" y="4078"/>
                    <a:pt x="1133" y="4080"/>
                    <a:pt x="1134" y="4082"/>
                  </a:cubicBezTo>
                  <a:cubicBezTo>
                    <a:pt x="1152" y="4113"/>
                    <a:pt x="1178" y="4139"/>
                    <a:pt x="1209" y="4157"/>
                  </a:cubicBezTo>
                  <a:cubicBezTo>
                    <a:pt x="1219" y="4163"/>
                    <a:pt x="1230" y="4168"/>
                    <a:pt x="1241" y="4172"/>
                  </a:cubicBezTo>
                  <a:cubicBezTo>
                    <a:pt x="1278" y="4159"/>
                    <a:pt x="1306" y="4183"/>
                    <a:pt x="1338" y="4194"/>
                  </a:cubicBezTo>
                  <a:cubicBezTo>
                    <a:pt x="1363" y="4203"/>
                    <a:pt x="1392" y="4214"/>
                    <a:pt x="1419" y="4202"/>
                  </a:cubicBezTo>
                  <a:cubicBezTo>
                    <a:pt x="1441" y="4193"/>
                    <a:pt x="1439" y="4164"/>
                    <a:pt x="1452" y="4146"/>
                  </a:cubicBezTo>
                  <a:cubicBezTo>
                    <a:pt x="1461" y="4134"/>
                    <a:pt x="1468" y="4120"/>
                    <a:pt x="1477" y="4108"/>
                  </a:cubicBezTo>
                  <a:cubicBezTo>
                    <a:pt x="1493" y="4082"/>
                    <a:pt x="1516" y="4059"/>
                    <a:pt x="1542" y="4044"/>
                  </a:cubicBezTo>
                  <a:cubicBezTo>
                    <a:pt x="1547" y="4041"/>
                    <a:pt x="1552" y="4039"/>
                    <a:pt x="1556" y="4037"/>
                  </a:cubicBezTo>
                  <a:cubicBezTo>
                    <a:pt x="1555" y="4050"/>
                    <a:pt x="1551" y="4063"/>
                    <a:pt x="1544" y="4074"/>
                  </a:cubicBezTo>
                  <a:cubicBezTo>
                    <a:pt x="1539" y="4083"/>
                    <a:pt x="1532" y="4092"/>
                    <a:pt x="1524" y="4099"/>
                  </a:cubicBezTo>
                  <a:cubicBezTo>
                    <a:pt x="1511" y="4113"/>
                    <a:pt x="1500" y="4128"/>
                    <a:pt x="1491" y="4144"/>
                  </a:cubicBezTo>
                  <a:cubicBezTo>
                    <a:pt x="1484" y="4156"/>
                    <a:pt x="1478" y="4169"/>
                    <a:pt x="1473" y="4182"/>
                  </a:cubicBezTo>
                  <a:cubicBezTo>
                    <a:pt x="1471" y="4185"/>
                    <a:pt x="1471" y="4187"/>
                    <a:pt x="1471" y="4190"/>
                  </a:cubicBezTo>
                  <a:cubicBezTo>
                    <a:pt x="1471" y="4193"/>
                    <a:pt x="1472" y="4196"/>
                    <a:pt x="1473" y="4199"/>
                  </a:cubicBezTo>
                  <a:cubicBezTo>
                    <a:pt x="1475" y="4201"/>
                    <a:pt x="1476" y="4203"/>
                    <a:pt x="1479" y="4205"/>
                  </a:cubicBezTo>
                  <a:cubicBezTo>
                    <a:pt x="1480" y="4205"/>
                    <a:pt x="1482" y="4206"/>
                    <a:pt x="1483" y="4206"/>
                  </a:cubicBezTo>
                  <a:cubicBezTo>
                    <a:pt x="1540" y="4220"/>
                    <a:pt x="1597" y="4235"/>
                    <a:pt x="1641" y="4178"/>
                  </a:cubicBezTo>
                  <a:cubicBezTo>
                    <a:pt x="1642" y="4176"/>
                    <a:pt x="1649" y="4178"/>
                    <a:pt x="1654" y="4178"/>
                  </a:cubicBezTo>
                  <a:cubicBezTo>
                    <a:pt x="1652" y="4221"/>
                    <a:pt x="1654" y="4223"/>
                    <a:pt x="1689" y="4219"/>
                  </a:cubicBezTo>
                  <a:cubicBezTo>
                    <a:pt x="1719" y="4215"/>
                    <a:pt x="1749" y="4212"/>
                    <a:pt x="1778" y="4206"/>
                  </a:cubicBezTo>
                  <a:cubicBezTo>
                    <a:pt x="1870" y="4187"/>
                    <a:pt x="1873" y="4195"/>
                    <a:pt x="1887" y="4110"/>
                  </a:cubicBezTo>
                  <a:cubicBezTo>
                    <a:pt x="1888" y="4107"/>
                    <a:pt x="1889" y="4105"/>
                    <a:pt x="1890" y="4103"/>
                  </a:cubicBezTo>
                  <a:cubicBezTo>
                    <a:pt x="1892" y="4099"/>
                    <a:pt x="1895" y="4097"/>
                    <a:pt x="1898" y="4095"/>
                  </a:cubicBezTo>
                  <a:cubicBezTo>
                    <a:pt x="1899" y="4094"/>
                    <a:pt x="1899" y="4094"/>
                    <a:pt x="1900" y="4094"/>
                  </a:cubicBezTo>
                  <a:cubicBezTo>
                    <a:pt x="1908" y="4091"/>
                    <a:pt x="1911" y="4100"/>
                    <a:pt x="1913" y="4107"/>
                  </a:cubicBezTo>
                  <a:cubicBezTo>
                    <a:pt x="1926" y="4140"/>
                    <a:pt x="1933" y="4141"/>
                    <a:pt x="1955" y="4118"/>
                  </a:cubicBezTo>
                  <a:cubicBezTo>
                    <a:pt x="1974" y="4094"/>
                    <a:pt x="1995" y="4073"/>
                    <a:pt x="2017" y="4052"/>
                  </a:cubicBezTo>
                  <a:cubicBezTo>
                    <a:pt x="2057" y="4019"/>
                    <a:pt x="2090" y="3985"/>
                    <a:pt x="2085" y="3927"/>
                  </a:cubicBezTo>
                  <a:cubicBezTo>
                    <a:pt x="2085" y="3927"/>
                    <a:pt x="2085" y="3926"/>
                    <a:pt x="2085" y="3925"/>
                  </a:cubicBezTo>
                  <a:cubicBezTo>
                    <a:pt x="2085" y="3921"/>
                    <a:pt x="2086" y="3916"/>
                    <a:pt x="2088" y="3913"/>
                  </a:cubicBezTo>
                  <a:cubicBezTo>
                    <a:pt x="2090" y="3909"/>
                    <a:pt x="2093" y="3907"/>
                    <a:pt x="2096" y="3905"/>
                  </a:cubicBezTo>
                  <a:cubicBezTo>
                    <a:pt x="2099" y="3903"/>
                    <a:pt x="2103" y="3902"/>
                    <a:pt x="2107" y="3902"/>
                  </a:cubicBezTo>
                  <a:cubicBezTo>
                    <a:pt x="2139" y="3903"/>
                    <a:pt x="2150" y="3881"/>
                    <a:pt x="2159" y="3858"/>
                  </a:cubicBezTo>
                  <a:cubicBezTo>
                    <a:pt x="2168" y="3834"/>
                    <a:pt x="2177" y="3812"/>
                    <a:pt x="2186" y="3788"/>
                  </a:cubicBezTo>
                  <a:cubicBezTo>
                    <a:pt x="2199" y="3753"/>
                    <a:pt x="2214" y="3718"/>
                    <a:pt x="2197" y="3679"/>
                  </a:cubicBezTo>
                  <a:cubicBezTo>
                    <a:pt x="2196" y="3676"/>
                    <a:pt x="2195" y="3673"/>
                    <a:pt x="2195" y="3669"/>
                  </a:cubicBezTo>
                  <a:cubicBezTo>
                    <a:pt x="2195" y="3665"/>
                    <a:pt x="2196" y="3661"/>
                    <a:pt x="2198" y="3657"/>
                  </a:cubicBezTo>
                  <a:cubicBezTo>
                    <a:pt x="2200" y="3655"/>
                    <a:pt x="2201" y="3653"/>
                    <a:pt x="2203" y="3651"/>
                  </a:cubicBezTo>
                  <a:cubicBezTo>
                    <a:pt x="2240" y="3619"/>
                    <a:pt x="2239" y="3577"/>
                    <a:pt x="2240" y="3534"/>
                  </a:cubicBezTo>
                  <a:cubicBezTo>
                    <a:pt x="2242" y="3442"/>
                    <a:pt x="2242" y="3442"/>
                    <a:pt x="2182" y="3373"/>
                  </a:cubicBezTo>
                  <a:moveTo>
                    <a:pt x="2278" y="1568"/>
                  </a:moveTo>
                  <a:cubicBezTo>
                    <a:pt x="2202" y="1586"/>
                    <a:pt x="2142" y="1602"/>
                    <a:pt x="2080" y="1614"/>
                  </a:cubicBezTo>
                  <a:cubicBezTo>
                    <a:pt x="2014" y="1626"/>
                    <a:pt x="1947" y="1635"/>
                    <a:pt x="1880" y="1644"/>
                  </a:cubicBezTo>
                  <a:cubicBezTo>
                    <a:pt x="1749" y="1662"/>
                    <a:pt x="1617" y="1679"/>
                    <a:pt x="1484" y="1689"/>
                  </a:cubicBezTo>
                  <a:cubicBezTo>
                    <a:pt x="1449" y="1690"/>
                    <a:pt x="1414" y="1693"/>
                    <a:pt x="1380" y="1698"/>
                  </a:cubicBezTo>
                  <a:cubicBezTo>
                    <a:pt x="1282" y="1722"/>
                    <a:pt x="1291" y="1698"/>
                    <a:pt x="1290" y="1807"/>
                  </a:cubicBezTo>
                  <a:cubicBezTo>
                    <a:pt x="1290" y="1869"/>
                    <a:pt x="1302" y="1878"/>
                    <a:pt x="1362" y="1870"/>
                  </a:cubicBezTo>
                  <a:cubicBezTo>
                    <a:pt x="1374" y="1868"/>
                    <a:pt x="1386" y="1866"/>
                    <a:pt x="1399" y="1863"/>
                  </a:cubicBezTo>
                  <a:lnTo>
                    <a:pt x="1780" y="1778"/>
                  </a:lnTo>
                  <a:cubicBezTo>
                    <a:pt x="1797" y="1773"/>
                    <a:pt x="1814" y="1770"/>
                    <a:pt x="1831" y="1768"/>
                  </a:cubicBezTo>
                  <a:cubicBezTo>
                    <a:pt x="1951" y="1763"/>
                    <a:pt x="2070" y="1758"/>
                    <a:pt x="2191" y="1754"/>
                  </a:cubicBezTo>
                  <a:cubicBezTo>
                    <a:pt x="2241" y="1753"/>
                    <a:pt x="2292" y="1754"/>
                    <a:pt x="2342" y="1754"/>
                  </a:cubicBezTo>
                  <a:cubicBezTo>
                    <a:pt x="2382" y="1754"/>
                    <a:pt x="2390" y="1747"/>
                    <a:pt x="2401" y="1711"/>
                  </a:cubicBezTo>
                  <a:cubicBezTo>
                    <a:pt x="2404" y="1701"/>
                    <a:pt x="2407" y="1691"/>
                    <a:pt x="2409" y="1681"/>
                  </a:cubicBezTo>
                  <a:cubicBezTo>
                    <a:pt x="2427" y="1608"/>
                    <a:pt x="2372" y="1499"/>
                    <a:pt x="2300" y="1471"/>
                  </a:cubicBezTo>
                  <a:cubicBezTo>
                    <a:pt x="2293" y="1468"/>
                    <a:pt x="2286" y="1466"/>
                    <a:pt x="2279" y="1465"/>
                  </a:cubicBezTo>
                  <a:cubicBezTo>
                    <a:pt x="2231" y="1459"/>
                    <a:pt x="2183" y="1456"/>
                    <a:pt x="2134" y="1456"/>
                  </a:cubicBezTo>
                  <a:cubicBezTo>
                    <a:pt x="2127" y="1456"/>
                    <a:pt x="2120" y="1456"/>
                    <a:pt x="2114" y="1456"/>
                  </a:cubicBezTo>
                  <a:cubicBezTo>
                    <a:pt x="1983" y="1467"/>
                    <a:pt x="1855" y="1485"/>
                    <a:pt x="1724" y="1480"/>
                  </a:cubicBezTo>
                  <a:cubicBezTo>
                    <a:pt x="1719" y="1480"/>
                    <a:pt x="1714" y="1481"/>
                    <a:pt x="1709" y="1481"/>
                  </a:cubicBezTo>
                  <a:cubicBezTo>
                    <a:pt x="1697" y="1483"/>
                    <a:pt x="1686" y="1483"/>
                    <a:pt x="1675" y="1483"/>
                  </a:cubicBezTo>
                  <a:cubicBezTo>
                    <a:pt x="1648" y="1483"/>
                    <a:pt x="1622" y="1480"/>
                    <a:pt x="1597" y="1473"/>
                  </a:cubicBezTo>
                  <a:cubicBezTo>
                    <a:pt x="1581" y="1470"/>
                    <a:pt x="1566" y="1468"/>
                    <a:pt x="1549" y="1468"/>
                  </a:cubicBezTo>
                  <a:cubicBezTo>
                    <a:pt x="1533" y="1468"/>
                    <a:pt x="1516" y="1470"/>
                    <a:pt x="1500" y="1473"/>
                  </a:cubicBezTo>
                  <a:cubicBezTo>
                    <a:pt x="1409" y="1491"/>
                    <a:pt x="1319" y="1510"/>
                    <a:pt x="1227" y="1525"/>
                  </a:cubicBezTo>
                  <a:cubicBezTo>
                    <a:pt x="1180" y="1532"/>
                    <a:pt x="1134" y="1546"/>
                    <a:pt x="1086" y="1544"/>
                  </a:cubicBezTo>
                  <a:cubicBezTo>
                    <a:pt x="1081" y="1544"/>
                    <a:pt x="1077" y="1544"/>
                    <a:pt x="1072" y="1544"/>
                  </a:cubicBezTo>
                  <a:cubicBezTo>
                    <a:pt x="1032" y="1544"/>
                    <a:pt x="991" y="1547"/>
                    <a:pt x="951" y="1554"/>
                  </a:cubicBezTo>
                  <a:cubicBezTo>
                    <a:pt x="924" y="1559"/>
                    <a:pt x="896" y="1561"/>
                    <a:pt x="869" y="1561"/>
                  </a:cubicBezTo>
                  <a:cubicBezTo>
                    <a:pt x="863" y="1561"/>
                    <a:pt x="856" y="1561"/>
                    <a:pt x="850" y="1561"/>
                  </a:cubicBezTo>
                  <a:cubicBezTo>
                    <a:pt x="796" y="1561"/>
                    <a:pt x="742" y="1565"/>
                    <a:pt x="689" y="1572"/>
                  </a:cubicBezTo>
                  <a:cubicBezTo>
                    <a:pt x="600" y="1583"/>
                    <a:pt x="520" y="1619"/>
                    <a:pt x="441" y="1656"/>
                  </a:cubicBezTo>
                  <a:cubicBezTo>
                    <a:pt x="439" y="1657"/>
                    <a:pt x="438" y="1658"/>
                    <a:pt x="437" y="1660"/>
                  </a:cubicBezTo>
                  <a:cubicBezTo>
                    <a:pt x="436" y="1662"/>
                    <a:pt x="435" y="1665"/>
                    <a:pt x="435" y="1667"/>
                  </a:cubicBezTo>
                  <a:cubicBezTo>
                    <a:pt x="435" y="1668"/>
                    <a:pt x="435" y="1668"/>
                    <a:pt x="435" y="1668"/>
                  </a:cubicBezTo>
                  <a:cubicBezTo>
                    <a:pt x="435" y="1669"/>
                    <a:pt x="436" y="1670"/>
                    <a:pt x="436" y="1670"/>
                  </a:cubicBezTo>
                  <a:cubicBezTo>
                    <a:pt x="437" y="1672"/>
                    <a:pt x="439" y="1674"/>
                    <a:pt x="441" y="1675"/>
                  </a:cubicBezTo>
                  <a:cubicBezTo>
                    <a:pt x="442" y="1676"/>
                    <a:pt x="443" y="1676"/>
                    <a:pt x="444" y="1676"/>
                  </a:cubicBezTo>
                  <a:cubicBezTo>
                    <a:pt x="474" y="1676"/>
                    <a:pt x="504" y="1674"/>
                    <a:pt x="534" y="1674"/>
                  </a:cubicBezTo>
                  <a:cubicBezTo>
                    <a:pt x="537" y="1674"/>
                    <a:pt x="539" y="1674"/>
                    <a:pt x="541" y="1674"/>
                  </a:cubicBezTo>
                  <a:cubicBezTo>
                    <a:pt x="548" y="1674"/>
                    <a:pt x="555" y="1673"/>
                    <a:pt x="561" y="1669"/>
                  </a:cubicBezTo>
                  <a:cubicBezTo>
                    <a:pt x="568" y="1666"/>
                    <a:pt x="573" y="1660"/>
                    <a:pt x="576" y="1654"/>
                  </a:cubicBezTo>
                  <a:cubicBezTo>
                    <a:pt x="578" y="1651"/>
                    <a:pt x="579" y="1648"/>
                    <a:pt x="580" y="1644"/>
                  </a:cubicBezTo>
                  <a:cubicBezTo>
                    <a:pt x="581" y="1642"/>
                    <a:pt x="582" y="1640"/>
                    <a:pt x="583" y="1638"/>
                  </a:cubicBezTo>
                  <a:cubicBezTo>
                    <a:pt x="587" y="1632"/>
                    <a:pt x="592" y="1627"/>
                    <a:pt x="598" y="1623"/>
                  </a:cubicBezTo>
                  <a:cubicBezTo>
                    <a:pt x="604" y="1620"/>
                    <a:pt x="611" y="1618"/>
                    <a:pt x="618" y="1618"/>
                  </a:cubicBezTo>
                  <a:cubicBezTo>
                    <a:pt x="619" y="1618"/>
                    <a:pt x="620" y="1618"/>
                    <a:pt x="622" y="1618"/>
                  </a:cubicBezTo>
                  <a:lnTo>
                    <a:pt x="643" y="1618"/>
                  </a:lnTo>
                  <a:cubicBezTo>
                    <a:pt x="694" y="1618"/>
                    <a:pt x="739" y="1627"/>
                    <a:pt x="757" y="1683"/>
                  </a:cubicBezTo>
                  <a:cubicBezTo>
                    <a:pt x="757" y="1685"/>
                    <a:pt x="758" y="1687"/>
                    <a:pt x="759" y="1689"/>
                  </a:cubicBezTo>
                  <a:cubicBezTo>
                    <a:pt x="762" y="1694"/>
                    <a:pt x="765" y="1697"/>
                    <a:pt x="770" y="1700"/>
                  </a:cubicBezTo>
                  <a:cubicBezTo>
                    <a:pt x="772" y="1701"/>
                    <a:pt x="775" y="1703"/>
                    <a:pt x="778" y="1703"/>
                  </a:cubicBezTo>
                  <a:cubicBezTo>
                    <a:pt x="824" y="1714"/>
                    <a:pt x="868" y="1732"/>
                    <a:pt x="918" y="1719"/>
                  </a:cubicBezTo>
                  <a:cubicBezTo>
                    <a:pt x="972" y="1708"/>
                    <a:pt x="1026" y="1700"/>
                    <a:pt x="1081" y="1696"/>
                  </a:cubicBezTo>
                  <a:cubicBezTo>
                    <a:pt x="1255" y="1679"/>
                    <a:pt x="1431" y="1663"/>
                    <a:pt x="1605" y="1646"/>
                  </a:cubicBezTo>
                  <a:cubicBezTo>
                    <a:pt x="1692" y="1638"/>
                    <a:pt x="1779" y="1628"/>
                    <a:pt x="1866" y="1616"/>
                  </a:cubicBezTo>
                  <a:cubicBezTo>
                    <a:pt x="1975" y="1600"/>
                    <a:pt x="2086" y="1594"/>
                    <a:pt x="2194" y="1569"/>
                  </a:cubicBezTo>
                  <a:cubicBezTo>
                    <a:pt x="2208" y="1565"/>
                    <a:pt x="2223" y="1563"/>
                    <a:pt x="2238" y="1563"/>
                  </a:cubicBezTo>
                  <a:cubicBezTo>
                    <a:pt x="2251" y="1563"/>
                    <a:pt x="2265" y="1565"/>
                    <a:pt x="2278" y="1568"/>
                  </a:cubicBezTo>
                  <a:moveTo>
                    <a:pt x="3819" y="372"/>
                  </a:moveTo>
                  <a:cubicBezTo>
                    <a:pt x="3802" y="376"/>
                    <a:pt x="3782" y="378"/>
                    <a:pt x="3763" y="383"/>
                  </a:cubicBezTo>
                  <a:cubicBezTo>
                    <a:pt x="3759" y="384"/>
                    <a:pt x="3755" y="385"/>
                    <a:pt x="3751" y="387"/>
                  </a:cubicBezTo>
                  <a:cubicBezTo>
                    <a:pt x="3747" y="390"/>
                    <a:pt x="3743" y="393"/>
                    <a:pt x="3741" y="397"/>
                  </a:cubicBezTo>
                  <a:cubicBezTo>
                    <a:pt x="3738" y="402"/>
                    <a:pt x="3737" y="407"/>
                    <a:pt x="3737" y="412"/>
                  </a:cubicBezTo>
                  <a:cubicBezTo>
                    <a:pt x="3737" y="416"/>
                    <a:pt x="3738" y="420"/>
                    <a:pt x="3740" y="423"/>
                  </a:cubicBezTo>
                  <a:cubicBezTo>
                    <a:pt x="3761" y="495"/>
                    <a:pt x="3771" y="570"/>
                    <a:pt x="3791" y="643"/>
                  </a:cubicBezTo>
                  <a:cubicBezTo>
                    <a:pt x="3814" y="727"/>
                    <a:pt x="3828" y="814"/>
                    <a:pt x="3833" y="902"/>
                  </a:cubicBezTo>
                  <a:cubicBezTo>
                    <a:pt x="3837" y="982"/>
                    <a:pt x="3847" y="1062"/>
                    <a:pt x="3861" y="1141"/>
                  </a:cubicBezTo>
                  <a:cubicBezTo>
                    <a:pt x="3876" y="1217"/>
                    <a:pt x="3903" y="1290"/>
                    <a:pt x="3913" y="1368"/>
                  </a:cubicBezTo>
                  <a:cubicBezTo>
                    <a:pt x="3918" y="1403"/>
                    <a:pt x="3926" y="1437"/>
                    <a:pt x="3935" y="1471"/>
                  </a:cubicBezTo>
                  <a:cubicBezTo>
                    <a:pt x="3947" y="1518"/>
                    <a:pt x="3958" y="1526"/>
                    <a:pt x="4003" y="1514"/>
                  </a:cubicBezTo>
                  <a:cubicBezTo>
                    <a:pt x="4035" y="1507"/>
                    <a:pt x="4067" y="1501"/>
                    <a:pt x="4099" y="1497"/>
                  </a:cubicBezTo>
                  <a:cubicBezTo>
                    <a:pt x="4151" y="1489"/>
                    <a:pt x="4203" y="1485"/>
                    <a:pt x="4256" y="1481"/>
                  </a:cubicBezTo>
                  <a:cubicBezTo>
                    <a:pt x="4293" y="1479"/>
                    <a:pt x="4303" y="1464"/>
                    <a:pt x="4294" y="1426"/>
                  </a:cubicBezTo>
                  <a:cubicBezTo>
                    <a:pt x="4293" y="1421"/>
                    <a:pt x="4292" y="1416"/>
                    <a:pt x="4290" y="1411"/>
                  </a:cubicBezTo>
                  <a:cubicBezTo>
                    <a:pt x="4237" y="1269"/>
                    <a:pt x="4222" y="1119"/>
                    <a:pt x="4194" y="972"/>
                  </a:cubicBezTo>
                  <a:cubicBezTo>
                    <a:pt x="4181" y="900"/>
                    <a:pt x="4181" y="827"/>
                    <a:pt x="4160" y="756"/>
                  </a:cubicBezTo>
                  <a:cubicBezTo>
                    <a:pt x="4149" y="716"/>
                    <a:pt x="4139" y="674"/>
                    <a:pt x="4128" y="633"/>
                  </a:cubicBezTo>
                  <a:cubicBezTo>
                    <a:pt x="4111" y="570"/>
                    <a:pt x="4094" y="507"/>
                    <a:pt x="4077" y="444"/>
                  </a:cubicBezTo>
                  <a:cubicBezTo>
                    <a:pt x="4076" y="438"/>
                    <a:pt x="4074" y="433"/>
                    <a:pt x="4071" y="427"/>
                  </a:cubicBezTo>
                  <a:cubicBezTo>
                    <a:pt x="4067" y="420"/>
                    <a:pt x="4060" y="414"/>
                    <a:pt x="4053" y="409"/>
                  </a:cubicBezTo>
                  <a:cubicBezTo>
                    <a:pt x="4045" y="405"/>
                    <a:pt x="4037" y="403"/>
                    <a:pt x="4028" y="403"/>
                  </a:cubicBezTo>
                  <a:cubicBezTo>
                    <a:pt x="4026" y="403"/>
                    <a:pt x="4025" y="403"/>
                    <a:pt x="4023" y="403"/>
                  </a:cubicBezTo>
                  <a:cubicBezTo>
                    <a:pt x="4001" y="402"/>
                    <a:pt x="3978" y="399"/>
                    <a:pt x="3956" y="394"/>
                  </a:cubicBezTo>
                  <a:lnTo>
                    <a:pt x="3819" y="372"/>
                  </a:lnTo>
                  <a:moveTo>
                    <a:pt x="3543" y="967"/>
                  </a:moveTo>
                  <a:cubicBezTo>
                    <a:pt x="3544" y="956"/>
                    <a:pt x="3545" y="945"/>
                    <a:pt x="3546" y="935"/>
                  </a:cubicBezTo>
                  <a:cubicBezTo>
                    <a:pt x="3544" y="875"/>
                    <a:pt x="3540" y="815"/>
                    <a:pt x="3539" y="755"/>
                  </a:cubicBezTo>
                  <a:cubicBezTo>
                    <a:pt x="3536" y="692"/>
                    <a:pt x="3525" y="630"/>
                    <a:pt x="3506" y="571"/>
                  </a:cubicBezTo>
                  <a:cubicBezTo>
                    <a:pt x="3494" y="530"/>
                    <a:pt x="3483" y="489"/>
                    <a:pt x="3473" y="448"/>
                  </a:cubicBezTo>
                  <a:cubicBezTo>
                    <a:pt x="3462" y="409"/>
                    <a:pt x="3449" y="372"/>
                    <a:pt x="3432" y="336"/>
                  </a:cubicBezTo>
                  <a:cubicBezTo>
                    <a:pt x="3431" y="331"/>
                    <a:pt x="3429" y="327"/>
                    <a:pt x="3426" y="322"/>
                  </a:cubicBezTo>
                  <a:cubicBezTo>
                    <a:pt x="3422" y="314"/>
                    <a:pt x="3415" y="307"/>
                    <a:pt x="3406" y="302"/>
                  </a:cubicBezTo>
                  <a:cubicBezTo>
                    <a:pt x="3398" y="297"/>
                    <a:pt x="3388" y="295"/>
                    <a:pt x="3379" y="295"/>
                  </a:cubicBezTo>
                  <a:cubicBezTo>
                    <a:pt x="3374" y="295"/>
                    <a:pt x="3370" y="295"/>
                    <a:pt x="3365" y="296"/>
                  </a:cubicBezTo>
                  <a:cubicBezTo>
                    <a:pt x="3271" y="305"/>
                    <a:pt x="3176" y="313"/>
                    <a:pt x="3082" y="322"/>
                  </a:cubicBezTo>
                  <a:cubicBezTo>
                    <a:pt x="3043" y="326"/>
                    <a:pt x="3035" y="334"/>
                    <a:pt x="3027" y="372"/>
                  </a:cubicBezTo>
                  <a:cubicBezTo>
                    <a:pt x="3023" y="391"/>
                    <a:pt x="3022" y="411"/>
                    <a:pt x="3019" y="431"/>
                  </a:cubicBezTo>
                  <a:cubicBezTo>
                    <a:pt x="3009" y="516"/>
                    <a:pt x="3000" y="600"/>
                    <a:pt x="2989" y="685"/>
                  </a:cubicBezTo>
                  <a:cubicBezTo>
                    <a:pt x="2979" y="770"/>
                    <a:pt x="2960" y="848"/>
                    <a:pt x="2955" y="930"/>
                  </a:cubicBezTo>
                  <a:cubicBezTo>
                    <a:pt x="2952" y="973"/>
                    <a:pt x="2946" y="1015"/>
                    <a:pt x="2938" y="1057"/>
                  </a:cubicBezTo>
                  <a:cubicBezTo>
                    <a:pt x="2927" y="1123"/>
                    <a:pt x="2914" y="1190"/>
                    <a:pt x="2923" y="1258"/>
                  </a:cubicBezTo>
                  <a:cubicBezTo>
                    <a:pt x="2927" y="1293"/>
                    <a:pt x="2925" y="1328"/>
                    <a:pt x="2894" y="1354"/>
                  </a:cubicBezTo>
                  <a:cubicBezTo>
                    <a:pt x="2892" y="1356"/>
                    <a:pt x="2890" y="1359"/>
                    <a:pt x="2888" y="1362"/>
                  </a:cubicBezTo>
                  <a:cubicBezTo>
                    <a:pt x="2886" y="1366"/>
                    <a:pt x="2884" y="1372"/>
                    <a:pt x="2884" y="1376"/>
                  </a:cubicBezTo>
                  <a:cubicBezTo>
                    <a:pt x="2884" y="1381"/>
                    <a:pt x="2885" y="1385"/>
                    <a:pt x="2888" y="1389"/>
                  </a:cubicBezTo>
                  <a:cubicBezTo>
                    <a:pt x="2889" y="1391"/>
                    <a:pt x="2890" y="1393"/>
                    <a:pt x="2892" y="1395"/>
                  </a:cubicBezTo>
                  <a:cubicBezTo>
                    <a:pt x="2911" y="1414"/>
                    <a:pt x="2923" y="1441"/>
                    <a:pt x="2953" y="1449"/>
                  </a:cubicBezTo>
                  <a:cubicBezTo>
                    <a:pt x="2970" y="1431"/>
                    <a:pt x="2966" y="1406"/>
                    <a:pt x="2967" y="1385"/>
                  </a:cubicBezTo>
                  <a:cubicBezTo>
                    <a:pt x="2972" y="1310"/>
                    <a:pt x="2983" y="1236"/>
                    <a:pt x="2999" y="1163"/>
                  </a:cubicBezTo>
                  <a:cubicBezTo>
                    <a:pt x="3013" y="1097"/>
                    <a:pt x="3038" y="1033"/>
                    <a:pt x="3072" y="975"/>
                  </a:cubicBezTo>
                  <a:cubicBezTo>
                    <a:pt x="3080" y="959"/>
                    <a:pt x="3090" y="943"/>
                    <a:pt x="3109" y="940"/>
                  </a:cubicBezTo>
                  <a:cubicBezTo>
                    <a:pt x="3149" y="936"/>
                    <a:pt x="3162" y="909"/>
                    <a:pt x="3175" y="876"/>
                  </a:cubicBezTo>
                  <a:cubicBezTo>
                    <a:pt x="3181" y="858"/>
                    <a:pt x="3173" y="831"/>
                    <a:pt x="3195" y="823"/>
                  </a:cubicBezTo>
                  <a:cubicBezTo>
                    <a:pt x="3203" y="822"/>
                    <a:pt x="3211" y="821"/>
                    <a:pt x="3219" y="821"/>
                  </a:cubicBezTo>
                  <a:cubicBezTo>
                    <a:pt x="3231" y="821"/>
                    <a:pt x="3242" y="822"/>
                    <a:pt x="3253" y="825"/>
                  </a:cubicBezTo>
                  <a:cubicBezTo>
                    <a:pt x="3291" y="829"/>
                    <a:pt x="3328" y="834"/>
                    <a:pt x="3364" y="838"/>
                  </a:cubicBezTo>
                  <a:cubicBezTo>
                    <a:pt x="3373" y="865"/>
                    <a:pt x="3342" y="881"/>
                    <a:pt x="3355" y="905"/>
                  </a:cubicBezTo>
                  <a:cubicBezTo>
                    <a:pt x="3360" y="917"/>
                    <a:pt x="3364" y="932"/>
                    <a:pt x="3377" y="933"/>
                  </a:cubicBezTo>
                  <a:cubicBezTo>
                    <a:pt x="3430" y="936"/>
                    <a:pt x="3479" y="967"/>
                    <a:pt x="3543" y="967"/>
                  </a:cubicBezTo>
                  <a:moveTo>
                    <a:pt x="2693" y="309"/>
                  </a:moveTo>
                  <a:cubicBezTo>
                    <a:pt x="2704" y="310"/>
                    <a:pt x="2715" y="310"/>
                    <a:pt x="2725" y="310"/>
                  </a:cubicBezTo>
                  <a:cubicBezTo>
                    <a:pt x="2748" y="310"/>
                    <a:pt x="2772" y="309"/>
                    <a:pt x="2795" y="306"/>
                  </a:cubicBezTo>
                  <a:cubicBezTo>
                    <a:pt x="2863" y="298"/>
                    <a:pt x="2862" y="297"/>
                    <a:pt x="2875" y="230"/>
                  </a:cubicBezTo>
                  <a:cubicBezTo>
                    <a:pt x="2878" y="211"/>
                    <a:pt x="2886" y="192"/>
                    <a:pt x="2890" y="172"/>
                  </a:cubicBezTo>
                  <a:cubicBezTo>
                    <a:pt x="2895" y="150"/>
                    <a:pt x="2899" y="128"/>
                    <a:pt x="2901" y="106"/>
                  </a:cubicBezTo>
                  <a:cubicBezTo>
                    <a:pt x="2903" y="91"/>
                    <a:pt x="2893" y="83"/>
                    <a:pt x="2880" y="81"/>
                  </a:cubicBezTo>
                  <a:cubicBezTo>
                    <a:pt x="2873" y="80"/>
                    <a:pt x="2867" y="80"/>
                    <a:pt x="2860" y="80"/>
                  </a:cubicBezTo>
                  <a:cubicBezTo>
                    <a:pt x="2859" y="80"/>
                    <a:pt x="2859" y="80"/>
                    <a:pt x="2858" y="80"/>
                  </a:cubicBezTo>
                  <a:cubicBezTo>
                    <a:pt x="2740" y="83"/>
                    <a:pt x="2622" y="84"/>
                    <a:pt x="2505" y="91"/>
                  </a:cubicBezTo>
                  <a:cubicBezTo>
                    <a:pt x="2423" y="95"/>
                    <a:pt x="2342" y="106"/>
                    <a:pt x="2262" y="124"/>
                  </a:cubicBezTo>
                  <a:cubicBezTo>
                    <a:pt x="2167" y="147"/>
                    <a:pt x="2069" y="157"/>
                    <a:pt x="1979" y="197"/>
                  </a:cubicBezTo>
                  <a:cubicBezTo>
                    <a:pt x="1970" y="200"/>
                    <a:pt x="1961" y="204"/>
                    <a:pt x="1953" y="208"/>
                  </a:cubicBezTo>
                  <a:cubicBezTo>
                    <a:pt x="1933" y="220"/>
                    <a:pt x="1916" y="236"/>
                    <a:pt x="1904" y="255"/>
                  </a:cubicBezTo>
                  <a:cubicBezTo>
                    <a:pt x="1900" y="260"/>
                    <a:pt x="1897" y="265"/>
                    <a:pt x="1894" y="271"/>
                  </a:cubicBezTo>
                  <a:cubicBezTo>
                    <a:pt x="1877" y="300"/>
                    <a:pt x="1866" y="333"/>
                    <a:pt x="1862" y="367"/>
                  </a:cubicBezTo>
                  <a:cubicBezTo>
                    <a:pt x="1862" y="368"/>
                    <a:pt x="1862" y="369"/>
                    <a:pt x="1862" y="369"/>
                  </a:cubicBezTo>
                  <a:cubicBezTo>
                    <a:pt x="1862" y="375"/>
                    <a:pt x="1864" y="382"/>
                    <a:pt x="1867" y="387"/>
                  </a:cubicBezTo>
                  <a:cubicBezTo>
                    <a:pt x="1870" y="393"/>
                    <a:pt x="1874" y="396"/>
                    <a:pt x="1880" y="399"/>
                  </a:cubicBezTo>
                  <a:cubicBezTo>
                    <a:pt x="1884" y="402"/>
                    <a:pt x="1888" y="403"/>
                    <a:pt x="1893" y="404"/>
                  </a:cubicBezTo>
                  <a:cubicBezTo>
                    <a:pt x="1899" y="404"/>
                    <a:pt x="1906" y="405"/>
                    <a:pt x="1912" y="405"/>
                  </a:cubicBezTo>
                  <a:cubicBezTo>
                    <a:pt x="1918" y="405"/>
                    <a:pt x="1924" y="404"/>
                    <a:pt x="1931" y="404"/>
                  </a:cubicBezTo>
                  <a:cubicBezTo>
                    <a:pt x="1973" y="398"/>
                    <a:pt x="2014" y="389"/>
                    <a:pt x="2057" y="384"/>
                  </a:cubicBezTo>
                  <a:cubicBezTo>
                    <a:pt x="2176" y="373"/>
                    <a:pt x="2296" y="364"/>
                    <a:pt x="2416" y="354"/>
                  </a:cubicBezTo>
                  <a:cubicBezTo>
                    <a:pt x="2454" y="352"/>
                    <a:pt x="2491" y="344"/>
                    <a:pt x="2526" y="332"/>
                  </a:cubicBezTo>
                  <a:cubicBezTo>
                    <a:pt x="2570" y="316"/>
                    <a:pt x="2617" y="308"/>
                    <a:pt x="2664" y="308"/>
                  </a:cubicBezTo>
                  <a:cubicBezTo>
                    <a:pt x="2674" y="308"/>
                    <a:pt x="2683" y="308"/>
                    <a:pt x="2693" y="309"/>
                  </a:cubicBezTo>
                  <a:moveTo>
                    <a:pt x="2924" y="282"/>
                  </a:moveTo>
                  <a:cubicBezTo>
                    <a:pt x="3042" y="282"/>
                    <a:pt x="3149" y="269"/>
                    <a:pt x="3256" y="260"/>
                  </a:cubicBezTo>
                  <a:cubicBezTo>
                    <a:pt x="3356" y="252"/>
                    <a:pt x="3456" y="243"/>
                    <a:pt x="3556" y="236"/>
                  </a:cubicBezTo>
                  <a:cubicBezTo>
                    <a:pt x="3616" y="231"/>
                    <a:pt x="3676" y="226"/>
                    <a:pt x="3736" y="225"/>
                  </a:cubicBezTo>
                  <a:cubicBezTo>
                    <a:pt x="3744" y="224"/>
                    <a:pt x="3753" y="224"/>
                    <a:pt x="3761" y="224"/>
                  </a:cubicBezTo>
                  <a:cubicBezTo>
                    <a:pt x="3803" y="224"/>
                    <a:pt x="3844" y="232"/>
                    <a:pt x="3882" y="249"/>
                  </a:cubicBezTo>
                  <a:cubicBezTo>
                    <a:pt x="3901" y="258"/>
                    <a:pt x="3921" y="262"/>
                    <a:pt x="3942" y="262"/>
                  </a:cubicBezTo>
                  <a:cubicBezTo>
                    <a:pt x="3944" y="262"/>
                    <a:pt x="3945" y="262"/>
                    <a:pt x="3947" y="262"/>
                  </a:cubicBezTo>
                  <a:lnTo>
                    <a:pt x="4060" y="267"/>
                  </a:lnTo>
                  <a:cubicBezTo>
                    <a:pt x="4110" y="269"/>
                    <a:pt x="4160" y="271"/>
                    <a:pt x="4210" y="271"/>
                  </a:cubicBezTo>
                  <a:cubicBezTo>
                    <a:pt x="4211" y="271"/>
                    <a:pt x="4211" y="271"/>
                    <a:pt x="4212" y="271"/>
                  </a:cubicBezTo>
                  <a:cubicBezTo>
                    <a:pt x="4215" y="271"/>
                    <a:pt x="4218" y="271"/>
                    <a:pt x="4222" y="269"/>
                  </a:cubicBezTo>
                  <a:cubicBezTo>
                    <a:pt x="4225" y="268"/>
                    <a:pt x="4228" y="265"/>
                    <a:pt x="4230" y="261"/>
                  </a:cubicBezTo>
                  <a:cubicBezTo>
                    <a:pt x="4231" y="258"/>
                    <a:pt x="4233" y="254"/>
                    <a:pt x="4233" y="250"/>
                  </a:cubicBezTo>
                  <a:cubicBezTo>
                    <a:pt x="4233" y="247"/>
                    <a:pt x="4233" y="244"/>
                    <a:pt x="4232" y="241"/>
                  </a:cubicBezTo>
                  <a:cubicBezTo>
                    <a:pt x="4217" y="201"/>
                    <a:pt x="4207" y="157"/>
                    <a:pt x="4169" y="133"/>
                  </a:cubicBezTo>
                  <a:cubicBezTo>
                    <a:pt x="4162" y="128"/>
                    <a:pt x="4155" y="124"/>
                    <a:pt x="4148" y="120"/>
                  </a:cubicBezTo>
                  <a:cubicBezTo>
                    <a:pt x="4110" y="98"/>
                    <a:pt x="4067" y="84"/>
                    <a:pt x="4023" y="80"/>
                  </a:cubicBezTo>
                  <a:cubicBezTo>
                    <a:pt x="3953" y="75"/>
                    <a:pt x="3882" y="78"/>
                    <a:pt x="3813" y="64"/>
                  </a:cubicBezTo>
                  <a:cubicBezTo>
                    <a:pt x="3766" y="54"/>
                    <a:pt x="3718" y="49"/>
                    <a:pt x="3669" y="49"/>
                  </a:cubicBezTo>
                  <a:cubicBezTo>
                    <a:pt x="3660" y="49"/>
                    <a:pt x="3651" y="49"/>
                    <a:pt x="3641" y="49"/>
                  </a:cubicBezTo>
                  <a:cubicBezTo>
                    <a:pt x="3604" y="51"/>
                    <a:pt x="3566" y="48"/>
                    <a:pt x="3529" y="48"/>
                  </a:cubicBezTo>
                  <a:cubicBezTo>
                    <a:pt x="3508" y="47"/>
                    <a:pt x="3488" y="47"/>
                    <a:pt x="3467" y="47"/>
                  </a:cubicBezTo>
                  <a:cubicBezTo>
                    <a:pt x="3422" y="47"/>
                    <a:pt x="3378" y="49"/>
                    <a:pt x="3333" y="52"/>
                  </a:cubicBezTo>
                  <a:cubicBezTo>
                    <a:pt x="3243" y="63"/>
                    <a:pt x="3155" y="84"/>
                    <a:pt x="3064" y="82"/>
                  </a:cubicBezTo>
                  <a:cubicBezTo>
                    <a:pt x="3057" y="82"/>
                    <a:pt x="3050" y="83"/>
                    <a:pt x="3043" y="85"/>
                  </a:cubicBezTo>
                  <a:cubicBezTo>
                    <a:pt x="2977" y="97"/>
                    <a:pt x="2977" y="97"/>
                    <a:pt x="2959" y="162"/>
                  </a:cubicBezTo>
                  <a:cubicBezTo>
                    <a:pt x="2949" y="201"/>
                    <a:pt x="2937" y="239"/>
                    <a:pt x="2924" y="282"/>
                  </a:cubicBezTo>
                  <a:moveTo>
                    <a:pt x="898" y="2043"/>
                  </a:moveTo>
                  <a:cubicBezTo>
                    <a:pt x="898" y="1983"/>
                    <a:pt x="896" y="1923"/>
                    <a:pt x="898" y="1863"/>
                  </a:cubicBezTo>
                  <a:cubicBezTo>
                    <a:pt x="899" y="1860"/>
                    <a:pt x="899" y="1857"/>
                    <a:pt x="899" y="1854"/>
                  </a:cubicBezTo>
                  <a:cubicBezTo>
                    <a:pt x="899" y="1841"/>
                    <a:pt x="895" y="1827"/>
                    <a:pt x="888" y="1815"/>
                  </a:cubicBezTo>
                  <a:cubicBezTo>
                    <a:pt x="882" y="1804"/>
                    <a:pt x="872" y="1794"/>
                    <a:pt x="860" y="1787"/>
                  </a:cubicBezTo>
                  <a:cubicBezTo>
                    <a:pt x="854" y="1784"/>
                    <a:pt x="847" y="1781"/>
                    <a:pt x="840" y="1779"/>
                  </a:cubicBezTo>
                  <a:cubicBezTo>
                    <a:pt x="822" y="1773"/>
                    <a:pt x="814" y="1777"/>
                    <a:pt x="807" y="1796"/>
                  </a:cubicBezTo>
                  <a:cubicBezTo>
                    <a:pt x="758" y="1929"/>
                    <a:pt x="743" y="2069"/>
                    <a:pt x="728" y="2208"/>
                  </a:cubicBezTo>
                  <a:cubicBezTo>
                    <a:pt x="721" y="2273"/>
                    <a:pt x="717" y="2339"/>
                    <a:pt x="710" y="2402"/>
                  </a:cubicBezTo>
                  <a:cubicBezTo>
                    <a:pt x="706" y="2435"/>
                    <a:pt x="704" y="2467"/>
                    <a:pt x="704" y="2500"/>
                  </a:cubicBezTo>
                  <a:cubicBezTo>
                    <a:pt x="704" y="2522"/>
                    <a:pt x="705" y="2544"/>
                    <a:pt x="707" y="2567"/>
                  </a:cubicBezTo>
                  <a:cubicBezTo>
                    <a:pt x="709" y="2583"/>
                    <a:pt x="710" y="2599"/>
                    <a:pt x="710" y="2616"/>
                  </a:cubicBezTo>
                  <a:cubicBezTo>
                    <a:pt x="710" y="2632"/>
                    <a:pt x="709" y="2648"/>
                    <a:pt x="707" y="2664"/>
                  </a:cubicBezTo>
                  <a:cubicBezTo>
                    <a:pt x="704" y="2682"/>
                    <a:pt x="703" y="2700"/>
                    <a:pt x="703" y="2718"/>
                  </a:cubicBezTo>
                  <a:cubicBezTo>
                    <a:pt x="703" y="2755"/>
                    <a:pt x="708" y="2792"/>
                    <a:pt x="719" y="2828"/>
                  </a:cubicBezTo>
                  <a:cubicBezTo>
                    <a:pt x="723" y="2837"/>
                    <a:pt x="724" y="2848"/>
                    <a:pt x="724" y="2858"/>
                  </a:cubicBezTo>
                  <a:cubicBezTo>
                    <a:pt x="724" y="2862"/>
                    <a:pt x="724" y="2867"/>
                    <a:pt x="723" y="2871"/>
                  </a:cubicBezTo>
                  <a:cubicBezTo>
                    <a:pt x="712" y="2924"/>
                    <a:pt x="731" y="2975"/>
                    <a:pt x="733" y="3027"/>
                  </a:cubicBezTo>
                  <a:cubicBezTo>
                    <a:pt x="733" y="3028"/>
                    <a:pt x="733" y="3028"/>
                    <a:pt x="733" y="3028"/>
                  </a:cubicBezTo>
                  <a:cubicBezTo>
                    <a:pt x="733" y="3033"/>
                    <a:pt x="735" y="3037"/>
                    <a:pt x="737" y="3041"/>
                  </a:cubicBezTo>
                  <a:cubicBezTo>
                    <a:pt x="740" y="3045"/>
                    <a:pt x="742" y="3048"/>
                    <a:pt x="746" y="3050"/>
                  </a:cubicBezTo>
                  <a:cubicBezTo>
                    <a:pt x="747" y="3050"/>
                    <a:pt x="748" y="3051"/>
                    <a:pt x="748" y="3051"/>
                  </a:cubicBezTo>
                  <a:cubicBezTo>
                    <a:pt x="795" y="3069"/>
                    <a:pt x="824" y="3057"/>
                    <a:pt x="825" y="3015"/>
                  </a:cubicBezTo>
                  <a:cubicBezTo>
                    <a:pt x="825" y="3010"/>
                    <a:pt x="825" y="3005"/>
                    <a:pt x="825" y="3000"/>
                  </a:cubicBezTo>
                  <a:cubicBezTo>
                    <a:pt x="833" y="2891"/>
                    <a:pt x="841" y="2780"/>
                    <a:pt x="850" y="2671"/>
                  </a:cubicBezTo>
                  <a:cubicBezTo>
                    <a:pt x="855" y="2606"/>
                    <a:pt x="857" y="2540"/>
                    <a:pt x="867" y="2476"/>
                  </a:cubicBezTo>
                  <a:cubicBezTo>
                    <a:pt x="889" y="2332"/>
                    <a:pt x="891" y="2187"/>
                    <a:pt x="898" y="2042"/>
                  </a:cubicBezTo>
                  <a:lnTo>
                    <a:pt x="898" y="2043"/>
                  </a:lnTo>
                  <a:moveTo>
                    <a:pt x="444" y="2565"/>
                  </a:moveTo>
                  <a:cubicBezTo>
                    <a:pt x="444" y="2627"/>
                    <a:pt x="439" y="2694"/>
                    <a:pt x="458" y="2761"/>
                  </a:cubicBezTo>
                  <a:cubicBezTo>
                    <a:pt x="460" y="2773"/>
                    <a:pt x="461" y="2785"/>
                    <a:pt x="461" y="2797"/>
                  </a:cubicBezTo>
                  <a:cubicBezTo>
                    <a:pt x="461" y="2800"/>
                    <a:pt x="461" y="2803"/>
                    <a:pt x="461" y="2806"/>
                  </a:cubicBezTo>
                  <a:cubicBezTo>
                    <a:pt x="463" y="2833"/>
                    <a:pt x="467" y="2861"/>
                    <a:pt x="468" y="2888"/>
                  </a:cubicBezTo>
                  <a:cubicBezTo>
                    <a:pt x="470" y="2938"/>
                    <a:pt x="498" y="2965"/>
                    <a:pt x="543" y="2980"/>
                  </a:cubicBezTo>
                  <a:cubicBezTo>
                    <a:pt x="565" y="2988"/>
                    <a:pt x="577" y="2980"/>
                    <a:pt x="577" y="2958"/>
                  </a:cubicBezTo>
                  <a:cubicBezTo>
                    <a:pt x="576" y="2938"/>
                    <a:pt x="576" y="2918"/>
                    <a:pt x="576" y="2897"/>
                  </a:cubicBezTo>
                  <a:cubicBezTo>
                    <a:pt x="576" y="2850"/>
                    <a:pt x="578" y="2803"/>
                    <a:pt x="581" y="2756"/>
                  </a:cubicBezTo>
                  <a:cubicBezTo>
                    <a:pt x="589" y="2687"/>
                    <a:pt x="593" y="2617"/>
                    <a:pt x="593" y="2548"/>
                  </a:cubicBezTo>
                  <a:cubicBezTo>
                    <a:pt x="593" y="2519"/>
                    <a:pt x="593" y="2491"/>
                    <a:pt x="591" y="2463"/>
                  </a:cubicBezTo>
                  <a:cubicBezTo>
                    <a:pt x="587" y="2341"/>
                    <a:pt x="605" y="2223"/>
                    <a:pt x="618" y="2103"/>
                  </a:cubicBezTo>
                  <a:cubicBezTo>
                    <a:pt x="633" y="1996"/>
                    <a:pt x="656" y="1890"/>
                    <a:pt x="688" y="1786"/>
                  </a:cubicBezTo>
                  <a:cubicBezTo>
                    <a:pt x="702" y="1736"/>
                    <a:pt x="691" y="1724"/>
                    <a:pt x="638" y="1724"/>
                  </a:cubicBezTo>
                  <a:cubicBezTo>
                    <a:pt x="585" y="1725"/>
                    <a:pt x="582" y="1727"/>
                    <a:pt x="571" y="1775"/>
                  </a:cubicBezTo>
                  <a:cubicBezTo>
                    <a:pt x="553" y="1848"/>
                    <a:pt x="536" y="1921"/>
                    <a:pt x="522" y="1995"/>
                  </a:cubicBezTo>
                  <a:cubicBezTo>
                    <a:pt x="503" y="2091"/>
                    <a:pt x="487" y="2187"/>
                    <a:pt x="469" y="2283"/>
                  </a:cubicBezTo>
                  <a:cubicBezTo>
                    <a:pt x="453" y="2367"/>
                    <a:pt x="430" y="2449"/>
                    <a:pt x="444" y="2536"/>
                  </a:cubicBezTo>
                  <a:cubicBezTo>
                    <a:pt x="444" y="2539"/>
                    <a:pt x="445" y="2542"/>
                    <a:pt x="445" y="2545"/>
                  </a:cubicBezTo>
                  <a:cubicBezTo>
                    <a:pt x="445" y="2552"/>
                    <a:pt x="444" y="2558"/>
                    <a:pt x="444" y="2564"/>
                  </a:cubicBezTo>
                  <a:lnTo>
                    <a:pt x="444" y="2565"/>
                  </a:lnTo>
                  <a:moveTo>
                    <a:pt x="3398" y="1116"/>
                  </a:moveTo>
                  <a:cubicBezTo>
                    <a:pt x="3398" y="1080"/>
                    <a:pt x="3398" y="1060"/>
                    <a:pt x="3398" y="1040"/>
                  </a:cubicBezTo>
                  <a:cubicBezTo>
                    <a:pt x="3398" y="1040"/>
                    <a:pt x="3398" y="1039"/>
                    <a:pt x="3398" y="1038"/>
                  </a:cubicBezTo>
                  <a:cubicBezTo>
                    <a:pt x="3398" y="1024"/>
                    <a:pt x="3397" y="1010"/>
                    <a:pt x="3394" y="996"/>
                  </a:cubicBezTo>
                  <a:cubicBezTo>
                    <a:pt x="3394" y="994"/>
                    <a:pt x="3393" y="992"/>
                    <a:pt x="3392" y="990"/>
                  </a:cubicBezTo>
                  <a:cubicBezTo>
                    <a:pt x="3390" y="986"/>
                    <a:pt x="3387" y="983"/>
                    <a:pt x="3383" y="981"/>
                  </a:cubicBezTo>
                  <a:cubicBezTo>
                    <a:pt x="3382" y="980"/>
                    <a:pt x="3381" y="980"/>
                    <a:pt x="3380" y="980"/>
                  </a:cubicBezTo>
                  <a:cubicBezTo>
                    <a:pt x="3378" y="979"/>
                    <a:pt x="3375" y="978"/>
                    <a:pt x="3372" y="978"/>
                  </a:cubicBezTo>
                  <a:cubicBezTo>
                    <a:pt x="3369" y="978"/>
                    <a:pt x="3365" y="979"/>
                    <a:pt x="3362" y="981"/>
                  </a:cubicBezTo>
                  <a:cubicBezTo>
                    <a:pt x="3359" y="983"/>
                    <a:pt x="3357" y="985"/>
                    <a:pt x="3355" y="988"/>
                  </a:cubicBezTo>
                  <a:lnTo>
                    <a:pt x="3355" y="989"/>
                  </a:lnTo>
                  <a:cubicBezTo>
                    <a:pt x="3353" y="991"/>
                    <a:pt x="3352" y="993"/>
                    <a:pt x="3352" y="995"/>
                  </a:cubicBezTo>
                  <a:cubicBezTo>
                    <a:pt x="3347" y="1006"/>
                    <a:pt x="3342" y="1014"/>
                    <a:pt x="3332" y="1000"/>
                  </a:cubicBezTo>
                  <a:cubicBezTo>
                    <a:pt x="3329" y="996"/>
                    <a:pt x="3326" y="992"/>
                    <a:pt x="3321" y="989"/>
                  </a:cubicBezTo>
                  <a:cubicBezTo>
                    <a:pt x="3317" y="987"/>
                    <a:pt x="3312" y="986"/>
                    <a:pt x="3308" y="985"/>
                  </a:cubicBezTo>
                  <a:cubicBezTo>
                    <a:pt x="3303" y="985"/>
                    <a:pt x="3298" y="985"/>
                    <a:pt x="3294" y="985"/>
                  </a:cubicBezTo>
                  <a:cubicBezTo>
                    <a:pt x="3253" y="985"/>
                    <a:pt x="3213" y="987"/>
                    <a:pt x="3173" y="991"/>
                  </a:cubicBezTo>
                  <a:cubicBezTo>
                    <a:pt x="3158" y="991"/>
                    <a:pt x="3144" y="995"/>
                    <a:pt x="3131" y="1003"/>
                  </a:cubicBezTo>
                  <a:cubicBezTo>
                    <a:pt x="3118" y="1011"/>
                    <a:pt x="3107" y="1022"/>
                    <a:pt x="3099" y="1035"/>
                  </a:cubicBezTo>
                  <a:cubicBezTo>
                    <a:pt x="3094" y="1044"/>
                    <a:pt x="3090" y="1054"/>
                    <a:pt x="3088" y="1064"/>
                  </a:cubicBezTo>
                  <a:cubicBezTo>
                    <a:pt x="3081" y="1090"/>
                    <a:pt x="3073" y="1117"/>
                    <a:pt x="3062" y="1142"/>
                  </a:cubicBezTo>
                  <a:cubicBezTo>
                    <a:pt x="3051" y="1178"/>
                    <a:pt x="3045" y="1215"/>
                    <a:pt x="3045" y="1252"/>
                  </a:cubicBezTo>
                  <a:lnTo>
                    <a:pt x="3045" y="1253"/>
                  </a:lnTo>
                  <a:cubicBezTo>
                    <a:pt x="3045" y="1261"/>
                    <a:pt x="3046" y="1270"/>
                    <a:pt x="3056" y="1268"/>
                  </a:cubicBezTo>
                  <a:cubicBezTo>
                    <a:pt x="3073" y="1264"/>
                    <a:pt x="3080" y="1271"/>
                    <a:pt x="3077" y="1287"/>
                  </a:cubicBezTo>
                  <a:cubicBezTo>
                    <a:pt x="3075" y="1303"/>
                    <a:pt x="3071" y="1321"/>
                    <a:pt x="3067" y="1339"/>
                  </a:cubicBezTo>
                  <a:cubicBezTo>
                    <a:pt x="3060" y="1375"/>
                    <a:pt x="3052" y="1412"/>
                    <a:pt x="3046" y="1449"/>
                  </a:cubicBezTo>
                  <a:cubicBezTo>
                    <a:pt x="3042" y="1472"/>
                    <a:pt x="3048" y="1481"/>
                    <a:pt x="3073" y="1484"/>
                  </a:cubicBezTo>
                  <a:cubicBezTo>
                    <a:pt x="3120" y="1490"/>
                    <a:pt x="3167" y="1497"/>
                    <a:pt x="3214" y="1501"/>
                  </a:cubicBezTo>
                  <a:cubicBezTo>
                    <a:pt x="3298" y="1509"/>
                    <a:pt x="3328" y="1491"/>
                    <a:pt x="3350" y="1410"/>
                  </a:cubicBezTo>
                  <a:cubicBezTo>
                    <a:pt x="3377" y="1308"/>
                    <a:pt x="3410" y="1207"/>
                    <a:pt x="3398" y="1115"/>
                  </a:cubicBezTo>
                  <a:lnTo>
                    <a:pt x="3398" y="1116"/>
                  </a:lnTo>
                  <a:moveTo>
                    <a:pt x="2262" y="3027"/>
                  </a:moveTo>
                  <a:cubicBezTo>
                    <a:pt x="2263" y="3018"/>
                    <a:pt x="2263" y="3009"/>
                    <a:pt x="2263" y="2999"/>
                  </a:cubicBezTo>
                  <a:cubicBezTo>
                    <a:pt x="2263" y="2997"/>
                    <a:pt x="2263" y="2995"/>
                    <a:pt x="2263" y="2993"/>
                  </a:cubicBezTo>
                  <a:cubicBezTo>
                    <a:pt x="2262" y="2976"/>
                    <a:pt x="2259" y="2958"/>
                    <a:pt x="2255" y="2941"/>
                  </a:cubicBezTo>
                  <a:cubicBezTo>
                    <a:pt x="2217" y="2794"/>
                    <a:pt x="2124" y="2684"/>
                    <a:pt x="2010" y="2590"/>
                  </a:cubicBezTo>
                  <a:cubicBezTo>
                    <a:pt x="1973" y="2560"/>
                    <a:pt x="1932" y="2535"/>
                    <a:pt x="1895" y="2504"/>
                  </a:cubicBezTo>
                  <a:cubicBezTo>
                    <a:pt x="1884" y="2496"/>
                    <a:pt x="1872" y="2488"/>
                    <a:pt x="1860" y="2480"/>
                  </a:cubicBezTo>
                  <a:cubicBezTo>
                    <a:pt x="1855" y="2478"/>
                    <a:pt x="1850" y="2475"/>
                    <a:pt x="1845" y="2472"/>
                  </a:cubicBezTo>
                  <a:cubicBezTo>
                    <a:pt x="1791" y="2445"/>
                    <a:pt x="1736" y="2422"/>
                    <a:pt x="1679" y="2403"/>
                  </a:cubicBezTo>
                  <a:cubicBezTo>
                    <a:pt x="1618" y="2381"/>
                    <a:pt x="1560" y="2397"/>
                    <a:pt x="1502" y="2407"/>
                  </a:cubicBezTo>
                  <a:cubicBezTo>
                    <a:pt x="1487" y="2410"/>
                    <a:pt x="1483" y="2433"/>
                    <a:pt x="1495" y="2444"/>
                  </a:cubicBezTo>
                  <a:cubicBezTo>
                    <a:pt x="1501" y="2451"/>
                    <a:pt x="1508" y="2457"/>
                    <a:pt x="1515" y="2462"/>
                  </a:cubicBezTo>
                  <a:cubicBezTo>
                    <a:pt x="1516" y="2462"/>
                    <a:pt x="1517" y="2462"/>
                    <a:pt x="1518" y="2463"/>
                  </a:cubicBezTo>
                  <a:cubicBezTo>
                    <a:pt x="1561" y="2482"/>
                    <a:pt x="1605" y="2500"/>
                    <a:pt x="1650" y="2517"/>
                  </a:cubicBezTo>
                  <a:cubicBezTo>
                    <a:pt x="1715" y="2541"/>
                    <a:pt x="1782" y="2565"/>
                    <a:pt x="1849" y="2586"/>
                  </a:cubicBezTo>
                  <a:cubicBezTo>
                    <a:pt x="1867" y="2592"/>
                    <a:pt x="1885" y="2600"/>
                    <a:pt x="1901" y="2610"/>
                  </a:cubicBezTo>
                  <a:cubicBezTo>
                    <a:pt x="1934" y="2629"/>
                    <a:pt x="1963" y="2653"/>
                    <a:pt x="1987" y="2683"/>
                  </a:cubicBezTo>
                  <a:cubicBezTo>
                    <a:pt x="2060" y="2765"/>
                    <a:pt x="2140" y="2841"/>
                    <a:pt x="2200" y="2935"/>
                  </a:cubicBezTo>
                  <a:cubicBezTo>
                    <a:pt x="2218" y="2963"/>
                    <a:pt x="2238" y="2992"/>
                    <a:pt x="2262" y="3026"/>
                  </a:cubicBezTo>
                  <a:lnTo>
                    <a:pt x="2262" y="3027"/>
                  </a:lnTo>
                  <a:moveTo>
                    <a:pt x="3577" y="1349"/>
                  </a:moveTo>
                  <a:cubicBezTo>
                    <a:pt x="3572" y="1231"/>
                    <a:pt x="3540" y="1128"/>
                    <a:pt x="3513" y="1024"/>
                  </a:cubicBezTo>
                  <a:cubicBezTo>
                    <a:pt x="3512" y="1020"/>
                    <a:pt x="3510" y="1015"/>
                    <a:pt x="3508" y="1011"/>
                  </a:cubicBezTo>
                  <a:cubicBezTo>
                    <a:pt x="3506" y="1009"/>
                    <a:pt x="3505" y="1007"/>
                    <a:pt x="3503" y="1004"/>
                  </a:cubicBezTo>
                  <a:cubicBezTo>
                    <a:pt x="3499" y="1000"/>
                    <a:pt x="3495" y="997"/>
                    <a:pt x="3490" y="994"/>
                  </a:cubicBezTo>
                  <a:cubicBezTo>
                    <a:pt x="3483" y="990"/>
                    <a:pt x="3475" y="988"/>
                    <a:pt x="3467" y="988"/>
                  </a:cubicBezTo>
                  <a:cubicBezTo>
                    <a:pt x="3463" y="988"/>
                    <a:pt x="3459" y="988"/>
                    <a:pt x="3456" y="989"/>
                  </a:cubicBezTo>
                  <a:cubicBezTo>
                    <a:pt x="3452" y="989"/>
                    <a:pt x="3448" y="991"/>
                    <a:pt x="3444" y="993"/>
                  </a:cubicBezTo>
                  <a:cubicBezTo>
                    <a:pt x="3440" y="995"/>
                    <a:pt x="3436" y="1000"/>
                    <a:pt x="3433" y="1004"/>
                  </a:cubicBezTo>
                  <a:cubicBezTo>
                    <a:pt x="3431" y="1009"/>
                    <a:pt x="3429" y="1013"/>
                    <a:pt x="3429" y="1019"/>
                  </a:cubicBezTo>
                  <a:lnTo>
                    <a:pt x="3429" y="1020"/>
                  </a:lnTo>
                  <a:cubicBezTo>
                    <a:pt x="3427" y="1037"/>
                    <a:pt x="3426" y="1055"/>
                    <a:pt x="3426" y="1072"/>
                  </a:cubicBezTo>
                  <a:cubicBezTo>
                    <a:pt x="3426" y="1075"/>
                    <a:pt x="3426" y="1077"/>
                    <a:pt x="3426" y="1079"/>
                  </a:cubicBezTo>
                  <a:cubicBezTo>
                    <a:pt x="3430" y="1180"/>
                    <a:pt x="3426" y="1279"/>
                    <a:pt x="3392" y="1376"/>
                  </a:cubicBezTo>
                  <a:cubicBezTo>
                    <a:pt x="3384" y="1407"/>
                    <a:pt x="3377" y="1439"/>
                    <a:pt x="3373" y="1471"/>
                  </a:cubicBezTo>
                  <a:cubicBezTo>
                    <a:pt x="3372" y="1474"/>
                    <a:pt x="3371" y="1477"/>
                    <a:pt x="3371" y="1480"/>
                  </a:cubicBezTo>
                  <a:cubicBezTo>
                    <a:pt x="3371" y="1485"/>
                    <a:pt x="3373" y="1489"/>
                    <a:pt x="3375" y="1493"/>
                  </a:cubicBezTo>
                  <a:cubicBezTo>
                    <a:pt x="3378" y="1497"/>
                    <a:pt x="3380" y="1501"/>
                    <a:pt x="3384" y="1503"/>
                  </a:cubicBezTo>
                  <a:cubicBezTo>
                    <a:pt x="3387" y="1505"/>
                    <a:pt x="3389" y="1505"/>
                    <a:pt x="3392" y="1506"/>
                  </a:cubicBezTo>
                  <a:cubicBezTo>
                    <a:pt x="3420" y="1513"/>
                    <a:pt x="3448" y="1517"/>
                    <a:pt x="3477" y="1517"/>
                  </a:cubicBezTo>
                  <a:cubicBezTo>
                    <a:pt x="3491" y="1517"/>
                    <a:pt x="3505" y="1516"/>
                    <a:pt x="3518" y="1514"/>
                  </a:cubicBezTo>
                  <a:cubicBezTo>
                    <a:pt x="3523" y="1514"/>
                    <a:pt x="3528" y="1512"/>
                    <a:pt x="3532" y="1510"/>
                  </a:cubicBezTo>
                  <a:cubicBezTo>
                    <a:pt x="3537" y="1507"/>
                    <a:pt x="3541" y="1503"/>
                    <a:pt x="3543" y="1499"/>
                  </a:cubicBezTo>
                  <a:cubicBezTo>
                    <a:pt x="3545" y="1497"/>
                    <a:pt x="3545" y="1495"/>
                    <a:pt x="3546" y="1492"/>
                  </a:cubicBezTo>
                  <a:cubicBezTo>
                    <a:pt x="3561" y="1441"/>
                    <a:pt x="3585" y="1393"/>
                    <a:pt x="3577" y="1348"/>
                  </a:cubicBezTo>
                  <a:lnTo>
                    <a:pt x="3577" y="1349"/>
                  </a:lnTo>
                  <a:moveTo>
                    <a:pt x="360" y="2879"/>
                  </a:moveTo>
                  <a:cubicBezTo>
                    <a:pt x="348" y="2773"/>
                    <a:pt x="359" y="2666"/>
                    <a:pt x="358" y="2558"/>
                  </a:cubicBezTo>
                  <a:cubicBezTo>
                    <a:pt x="359" y="2536"/>
                    <a:pt x="360" y="2514"/>
                    <a:pt x="360" y="2492"/>
                  </a:cubicBezTo>
                  <a:cubicBezTo>
                    <a:pt x="360" y="2479"/>
                    <a:pt x="360" y="2466"/>
                    <a:pt x="360" y="2454"/>
                  </a:cubicBezTo>
                  <a:cubicBezTo>
                    <a:pt x="357" y="2429"/>
                    <a:pt x="355" y="2403"/>
                    <a:pt x="355" y="2378"/>
                  </a:cubicBezTo>
                  <a:cubicBezTo>
                    <a:pt x="355" y="2348"/>
                    <a:pt x="357" y="2318"/>
                    <a:pt x="361" y="2289"/>
                  </a:cubicBezTo>
                  <a:cubicBezTo>
                    <a:pt x="372" y="2176"/>
                    <a:pt x="389" y="2065"/>
                    <a:pt x="413" y="1955"/>
                  </a:cubicBezTo>
                  <a:cubicBezTo>
                    <a:pt x="424" y="1893"/>
                    <a:pt x="444" y="1833"/>
                    <a:pt x="470" y="1777"/>
                  </a:cubicBezTo>
                  <a:cubicBezTo>
                    <a:pt x="475" y="1765"/>
                    <a:pt x="479" y="1753"/>
                    <a:pt x="481" y="1741"/>
                  </a:cubicBezTo>
                  <a:cubicBezTo>
                    <a:pt x="481" y="1739"/>
                    <a:pt x="480" y="1737"/>
                    <a:pt x="479" y="1735"/>
                  </a:cubicBezTo>
                  <a:cubicBezTo>
                    <a:pt x="478" y="1733"/>
                    <a:pt x="476" y="1731"/>
                    <a:pt x="474" y="1729"/>
                  </a:cubicBezTo>
                  <a:cubicBezTo>
                    <a:pt x="471" y="1728"/>
                    <a:pt x="469" y="1728"/>
                    <a:pt x="466" y="1728"/>
                  </a:cubicBezTo>
                  <a:cubicBezTo>
                    <a:pt x="464" y="1728"/>
                    <a:pt x="462" y="1728"/>
                    <a:pt x="459" y="1729"/>
                  </a:cubicBezTo>
                  <a:cubicBezTo>
                    <a:pt x="434" y="1746"/>
                    <a:pt x="428" y="1773"/>
                    <a:pt x="421" y="1799"/>
                  </a:cubicBezTo>
                  <a:cubicBezTo>
                    <a:pt x="408" y="1864"/>
                    <a:pt x="386" y="1925"/>
                    <a:pt x="357" y="1984"/>
                  </a:cubicBezTo>
                  <a:cubicBezTo>
                    <a:pt x="352" y="1992"/>
                    <a:pt x="348" y="2002"/>
                    <a:pt x="347" y="2012"/>
                  </a:cubicBezTo>
                  <a:cubicBezTo>
                    <a:pt x="332" y="2103"/>
                    <a:pt x="318" y="2195"/>
                    <a:pt x="305" y="2286"/>
                  </a:cubicBezTo>
                  <a:cubicBezTo>
                    <a:pt x="302" y="2306"/>
                    <a:pt x="303" y="2326"/>
                    <a:pt x="300" y="2346"/>
                  </a:cubicBezTo>
                  <a:cubicBezTo>
                    <a:pt x="287" y="2406"/>
                    <a:pt x="281" y="2467"/>
                    <a:pt x="281" y="2529"/>
                  </a:cubicBezTo>
                  <a:cubicBezTo>
                    <a:pt x="281" y="2548"/>
                    <a:pt x="282" y="2566"/>
                    <a:pt x="283" y="2585"/>
                  </a:cubicBezTo>
                  <a:cubicBezTo>
                    <a:pt x="289" y="2652"/>
                    <a:pt x="289" y="2720"/>
                    <a:pt x="295" y="2787"/>
                  </a:cubicBezTo>
                  <a:cubicBezTo>
                    <a:pt x="299" y="2812"/>
                    <a:pt x="308" y="2836"/>
                    <a:pt x="320" y="2858"/>
                  </a:cubicBezTo>
                  <a:cubicBezTo>
                    <a:pt x="321" y="2859"/>
                    <a:pt x="322" y="2861"/>
                    <a:pt x="322" y="2862"/>
                  </a:cubicBezTo>
                  <a:cubicBezTo>
                    <a:pt x="326" y="2868"/>
                    <a:pt x="330" y="2872"/>
                    <a:pt x="335" y="2875"/>
                  </a:cubicBezTo>
                  <a:cubicBezTo>
                    <a:pt x="340" y="2878"/>
                    <a:pt x="346" y="2880"/>
                    <a:pt x="352" y="2880"/>
                  </a:cubicBezTo>
                  <a:cubicBezTo>
                    <a:pt x="355" y="2880"/>
                    <a:pt x="358" y="2879"/>
                    <a:pt x="360" y="2879"/>
                  </a:cubicBezTo>
                  <a:moveTo>
                    <a:pt x="2775" y="3314"/>
                  </a:moveTo>
                  <a:lnTo>
                    <a:pt x="2779" y="3314"/>
                  </a:lnTo>
                  <a:cubicBezTo>
                    <a:pt x="2779" y="3379"/>
                    <a:pt x="2779" y="3444"/>
                    <a:pt x="2779" y="3509"/>
                  </a:cubicBezTo>
                  <a:cubicBezTo>
                    <a:pt x="2779" y="3579"/>
                    <a:pt x="2790" y="3587"/>
                    <a:pt x="2860" y="3579"/>
                  </a:cubicBezTo>
                  <a:cubicBezTo>
                    <a:pt x="2894" y="3575"/>
                    <a:pt x="2900" y="3567"/>
                    <a:pt x="2900" y="3530"/>
                  </a:cubicBezTo>
                  <a:cubicBezTo>
                    <a:pt x="2900" y="3452"/>
                    <a:pt x="2898" y="3375"/>
                    <a:pt x="2900" y="3297"/>
                  </a:cubicBezTo>
                  <a:cubicBezTo>
                    <a:pt x="2900" y="3294"/>
                    <a:pt x="2900" y="3292"/>
                    <a:pt x="2900" y="3289"/>
                  </a:cubicBezTo>
                  <a:cubicBezTo>
                    <a:pt x="2900" y="3222"/>
                    <a:pt x="2892" y="3154"/>
                    <a:pt x="2877" y="3089"/>
                  </a:cubicBezTo>
                  <a:cubicBezTo>
                    <a:pt x="2870" y="3058"/>
                    <a:pt x="2862" y="3054"/>
                    <a:pt x="2828" y="3061"/>
                  </a:cubicBezTo>
                  <a:cubicBezTo>
                    <a:pt x="2780" y="3072"/>
                    <a:pt x="2777" y="3074"/>
                    <a:pt x="2776" y="3126"/>
                  </a:cubicBezTo>
                  <a:cubicBezTo>
                    <a:pt x="2775" y="3188"/>
                    <a:pt x="2775" y="3250"/>
                    <a:pt x="2775" y="3313"/>
                  </a:cubicBezTo>
                  <a:lnTo>
                    <a:pt x="2775" y="3314"/>
                  </a:lnTo>
                  <a:moveTo>
                    <a:pt x="620" y="2843"/>
                  </a:moveTo>
                  <a:cubicBezTo>
                    <a:pt x="624" y="2883"/>
                    <a:pt x="627" y="2928"/>
                    <a:pt x="632" y="2974"/>
                  </a:cubicBezTo>
                  <a:cubicBezTo>
                    <a:pt x="634" y="2988"/>
                    <a:pt x="639" y="3002"/>
                    <a:pt x="646" y="3015"/>
                  </a:cubicBezTo>
                  <a:cubicBezTo>
                    <a:pt x="647" y="3015"/>
                    <a:pt x="647" y="3015"/>
                    <a:pt x="647" y="3015"/>
                  </a:cubicBezTo>
                  <a:cubicBezTo>
                    <a:pt x="649" y="3018"/>
                    <a:pt x="651" y="3021"/>
                    <a:pt x="655" y="3023"/>
                  </a:cubicBezTo>
                  <a:cubicBezTo>
                    <a:pt x="658" y="3025"/>
                    <a:pt x="662" y="3026"/>
                    <a:pt x="665" y="3026"/>
                  </a:cubicBezTo>
                  <a:cubicBezTo>
                    <a:pt x="668" y="3026"/>
                    <a:pt x="671" y="3025"/>
                    <a:pt x="673" y="3024"/>
                  </a:cubicBezTo>
                  <a:cubicBezTo>
                    <a:pt x="674" y="3024"/>
                    <a:pt x="674" y="3024"/>
                    <a:pt x="674" y="3024"/>
                  </a:cubicBezTo>
                  <a:cubicBezTo>
                    <a:pt x="677" y="3022"/>
                    <a:pt x="680" y="3019"/>
                    <a:pt x="681" y="3017"/>
                  </a:cubicBezTo>
                  <a:cubicBezTo>
                    <a:pt x="683" y="3014"/>
                    <a:pt x="683" y="3012"/>
                    <a:pt x="683" y="3009"/>
                  </a:cubicBezTo>
                  <a:cubicBezTo>
                    <a:pt x="683" y="3008"/>
                    <a:pt x="683" y="3007"/>
                    <a:pt x="683" y="3006"/>
                  </a:cubicBezTo>
                  <a:cubicBezTo>
                    <a:pt x="678" y="2937"/>
                    <a:pt x="688" y="2867"/>
                    <a:pt x="675" y="2797"/>
                  </a:cubicBezTo>
                  <a:cubicBezTo>
                    <a:pt x="671" y="2760"/>
                    <a:pt x="668" y="2722"/>
                    <a:pt x="668" y="2685"/>
                  </a:cubicBezTo>
                  <a:cubicBezTo>
                    <a:pt x="668" y="2677"/>
                    <a:pt x="669" y="2670"/>
                    <a:pt x="669" y="2662"/>
                  </a:cubicBezTo>
                  <a:cubicBezTo>
                    <a:pt x="669" y="2635"/>
                    <a:pt x="670" y="2607"/>
                    <a:pt x="669" y="2580"/>
                  </a:cubicBezTo>
                  <a:cubicBezTo>
                    <a:pt x="667" y="2564"/>
                    <a:pt x="667" y="2548"/>
                    <a:pt x="667" y="2533"/>
                  </a:cubicBezTo>
                  <a:cubicBezTo>
                    <a:pt x="667" y="2498"/>
                    <a:pt x="670" y="2464"/>
                    <a:pt x="676" y="2430"/>
                  </a:cubicBezTo>
                  <a:cubicBezTo>
                    <a:pt x="689" y="2369"/>
                    <a:pt x="698" y="2307"/>
                    <a:pt x="702" y="2244"/>
                  </a:cubicBezTo>
                  <a:cubicBezTo>
                    <a:pt x="705" y="2097"/>
                    <a:pt x="722" y="1950"/>
                    <a:pt x="753" y="1805"/>
                  </a:cubicBezTo>
                  <a:cubicBezTo>
                    <a:pt x="757" y="1789"/>
                    <a:pt x="766" y="1771"/>
                    <a:pt x="753" y="1755"/>
                  </a:cubicBezTo>
                  <a:cubicBezTo>
                    <a:pt x="746" y="1745"/>
                    <a:pt x="730" y="1763"/>
                    <a:pt x="719" y="1796"/>
                  </a:cubicBezTo>
                  <a:cubicBezTo>
                    <a:pt x="715" y="1805"/>
                    <a:pt x="712" y="1814"/>
                    <a:pt x="710" y="1824"/>
                  </a:cubicBezTo>
                  <a:cubicBezTo>
                    <a:pt x="698" y="1896"/>
                    <a:pt x="685" y="1967"/>
                    <a:pt x="676" y="2039"/>
                  </a:cubicBezTo>
                  <a:cubicBezTo>
                    <a:pt x="663" y="2150"/>
                    <a:pt x="641" y="2261"/>
                    <a:pt x="641" y="2374"/>
                  </a:cubicBezTo>
                  <a:cubicBezTo>
                    <a:pt x="641" y="2459"/>
                    <a:pt x="641" y="2544"/>
                    <a:pt x="641" y="2629"/>
                  </a:cubicBezTo>
                  <a:cubicBezTo>
                    <a:pt x="641" y="2633"/>
                    <a:pt x="641" y="2636"/>
                    <a:pt x="641" y="2640"/>
                  </a:cubicBezTo>
                  <a:cubicBezTo>
                    <a:pt x="641" y="2669"/>
                    <a:pt x="639" y="2698"/>
                    <a:pt x="634" y="2726"/>
                  </a:cubicBezTo>
                  <a:cubicBezTo>
                    <a:pt x="624" y="2764"/>
                    <a:pt x="626" y="2801"/>
                    <a:pt x="620" y="2843"/>
                  </a:cubicBezTo>
                  <a:moveTo>
                    <a:pt x="2749" y="3333"/>
                  </a:moveTo>
                  <a:lnTo>
                    <a:pt x="2747" y="3333"/>
                  </a:lnTo>
                  <a:cubicBezTo>
                    <a:pt x="2747" y="3323"/>
                    <a:pt x="2746" y="3313"/>
                    <a:pt x="2746" y="3303"/>
                  </a:cubicBezTo>
                  <a:cubicBezTo>
                    <a:pt x="2746" y="3241"/>
                    <a:pt x="2747" y="3178"/>
                    <a:pt x="2746" y="3116"/>
                  </a:cubicBezTo>
                  <a:cubicBezTo>
                    <a:pt x="2746" y="3080"/>
                    <a:pt x="2733" y="3072"/>
                    <a:pt x="2699" y="3076"/>
                  </a:cubicBezTo>
                  <a:cubicBezTo>
                    <a:pt x="2658" y="3081"/>
                    <a:pt x="2646" y="3093"/>
                    <a:pt x="2642" y="3132"/>
                  </a:cubicBezTo>
                  <a:cubicBezTo>
                    <a:pt x="2642" y="3135"/>
                    <a:pt x="2642" y="3139"/>
                    <a:pt x="2642" y="3143"/>
                  </a:cubicBezTo>
                  <a:cubicBezTo>
                    <a:pt x="2642" y="3146"/>
                    <a:pt x="2642" y="3150"/>
                    <a:pt x="2642" y="3153"/>
                  </a:cubicBezTo>
                  <a:cubicBezTo>
                    <a:pt x="2642" y="3233"/>
                    <a:pt x="2642" y="3313"/>
                    <a:pt x="2645" y="3393"/>
                  </a:cubicBezTo>
                  <a:cubicBezTo>
                    <a:pt x="2646" y="3450"/>
                    <a:pt x="2656" y="3507"/>
                    <a:pt x="2674" y="3562"/>
                  </a:cubicBezTo>
                  <a:cubicBezTo>
                    <a:pt x="2675" y="3565"/>
                    <a:pt x="2676" y="3567"/>
                    <a:pt x="2678" y="3570"/>
                  </a:cubicBezTo>
                  <a:cubicBezTo>
                    <a:pt x="2681" y="3576"/>
                    <a:pt x="2686" y="3580"/>
                    <a:pt x="2692" y="3584"/>
                  </a:cubicBezTo>
                  <a:cubicBezTo>
                    <a:pt x="2698" y="3587"/>
                    <a:pt x="2704" y="3589"/>
                    <a:pt x="2711" y="3589"/>
                  </a:cubicBezTo>
                  <a:cubicBezTo>
                    <a:pt x="2718" y="3589"/>
                    <a:pt x="2725" y="3588"/>
                    <a:pt x="2731" y="3584"/>
                  </a:cubicBezTo>
                  <a:cubicBezTo>
                    <a:pt x="2732" y="3583"/>
                    <a:pt x="2733" y="3583"/>
                    <a:pt x="2734" y="3582"/>
                  </a:cubicBezTo>
                  <a:cubicBezTo>
                    <a:pt x="2738" y="3578"/>
                    <a:pt x="2741" y="3574"/>
                    <a:pt x="2744" y="3570"/>
                  </a:cubicBezTo>
                  <a:cubicBezTo>
                    <a:pt x="2748" y="3563"/>
                    <a:pt x="2750" y="3555"/>
                    <a:pt x="2750" y="3547"/>
                  </a:cubicBezTo>
                  <a:cubicBezTo>
                    <a:pt x="2750" y="3545"/>
                    <a:pt x="2750" y="3543"/>
                    <a:pt x="2750" y="3542"/>
                  </a:cubicBezTo>
                  <a:cubicBezTo>
                    <a:pt x="2749" y="3473"/>
                    <a:pt x="2749" y="3402"/>
                    <a:pt x="2749" y="3333"/>
                  </a:cubicBezTo>
                  <a:moveTo>
                    <a:pt x="3667" y="1176"/>
                  </a:moveTo>
                  <a:cubicBezTo>
                    <a:pt x="3667" y="1156"/>
                    <a:pt x="3667" y="1136"/>
                    <a:pt x="3667" y="1116"/>
                  </a:cubicBezTo>
                  <a:cubicBezTo>
                    <a:pt x="3660" y="978"/>
                    <a:pt x="3623" y="845"/>
                    <a:pt x="3600" y="710"/>
                  </a:cubicBezTo>
                  <a:cubicBezTo>
                    <a:pt x="3596" y="688"/>
                    <a:pt x="3585" y="666"/>
                    <a:pt x="3583" y="644"/>
                  </a:cubicBezTo>
                  <a:cubicBezTo>
                    <a:pt x="3575" y="559"/>
                    <a:pt x="3544" y="479"/>
                    <a:pt x="3537" y="394"/>
                  </a:cubicBezTo>
                  <a:cubicBezTo>
                    <a:pt x="3532" y="366"/>
                    <a:pt x="3525" y="340"/>
                    <a:pt x="3515" y="314"/>
                  </a:cubicBezTo>
                  <a:cubicBezTo>
                    <a:pt x="3513" y="307"/>
                    <a:pt x="3507" y="301"/>
                    <a:pt x="3499" y="305"/>
                  </a:cubicBezTo>
                  <a:cubicBezTo>
                    <a:pt x="3498" y="306"/>
                    <a:pt x="3497" y="307"/>
                    <a:pt x="3496" y="308"/>
                  </a:cubicBezTo>
                  <a:cubicBezTo>
                    <a:pt x="3495" y="311"/>
                    <a:pt x="3494" y="313"/>
                    <a:pt x="3494" y="316"/>
                  </a:cubicBezTo>
                  <a:cubicBezTo>
                    <a:pt x="3494" y="317"/>
                    <a:pt x="3494" y="317"/>
                    <a:pt x="3494" y="318"/>
                  </a:cubicBezTo>
                  <a:cubicBezTo>
                    <a:pt x="3499" y="340"/>
                    <a:pt x="3503" y="362"/>
                    <a:pt x="3506" y="384"/>
                  </a:cubicBezTo>
                  <a:cubicBezTo>
                    <a:pt x="3508" y="459"/>
                    <a:pt x="3523" y="533"/>
                    <a:pt x="3549" y="603"/>
                  </a:cubicBezTo>
                  <a:cubicBezTo>
                    <a:pt x="3554" y="617"/>
                    <a:pt x="3558" y="632"/>
                    <a:pt x="3560" y="647"/>
                  </a:cubicBezTo>
                  <a:cubicBezTo>
                    <a:pt x="3565" y="699"/>
                    <a:pt x="3571" y="751"/>
                    <a:pt x="3575" y="804"/>
                  </a:cubicBezTo>
                  <a:cubicBezTo>
                    <a:pt x="3580" y="866"/>
                    <a:pt x="3583" y="928"/>
                    <a:pt x="3589" y="991"/>
                  </a:cubicBezTo>
                  <a:cubicBezTo>
                    <a:pt x="3593" y="1030"/>
                    <a:pt x="3601" y="1070"/>
                    <a:pt x="3607" y="1109"/>
                  </a:cubicBezTo>
                  <a:cubicBezTo>
                    <a:pt x="3617" y="1182"/>
                    <a:pt x="3627" y="1254"/>
                    <a:pt x="3637" y="1325"/>
                  </a:cubicBezTo>
                  <a:cubicBezTo>
                    <a:pt x="3642" y="1362"/>
                    <a:pt x="3647" y="1399"/>
                    <a:pt x="3652" y="1436"/>
                  </a:cubicBezTo>
                  <a:cubicBezTo>
                    <a:pt x="3654" y="1451"/>
                    <a:pt x="3657" y="1466"/>
                    <a:pt x="3662" y="1480"/>
                  </a:cubicBezTo>
                  <a:cubicBezTo>
                    <a:pt x="3662" y="1481"/>
                    <a:pt x="3663" y="1483"/>
                    <a:pt x="3663" y="1484"/>
                  </a:cubicBezTo>
                  <a:cubicBezTo>
                    <a:pt x="3665" y="1487"/>
                    <a:pt x="3667" y="1489"/>
                    <a:pt x="3670" y="1490"/>
                  </a:cubicBezTo>
                  <a:cubicBezTo>
                    <a:pt x="3673" y="1492"/>
                    <a:pt x="3675" y="1493"/>
                    <a:pt x="3678" y="1493"/>
                  </a:cubicBezTo>
                  <a:cubicBezTo>
                    <a:pt x="3681" y="1493"/>
                    <a:pt x="3683" y="1492"/>
                    <a:pt x="3686" y="1491"/>
                  </a:cubicBezTo>
                  <a:cubicBezTo>
                    <a:pt x="3689" y="1489"/>
                    <a:pt x="3692" y="1486"/>
                    <a:pt x="3694" y="1482"/>
                  </a:cubicBezTo>
                  <a:cubicBezTo>
                    <a:pt x="3696" y="1480"/>
                    <a:pt x="3697" y="1477"/>
                    <a:pt x="3697" y="1474"/>
                  </a:cubicBezTo>
                  <a:cubicBezTo>
                    <a:pt x="3697" y="1471"/>
                    <a:pt x="3697" y="1467"/>
                    <a:pt x="3697" y="1464"/>
                  </a:cubicBezTo>
                  <a:cubicBezTo>
                    <a:pt x="3697" y="1425"/>
                    <a:pt x="3693" y="1386"/>
                    <a:pt x="3683" y="1348"/>
                  </a:cubicBezTo>
                  <a:cubicBezTo>
                    <a:pt x="3672" y="1299"/>
                    <a:pt x="3666" y="1249"/>
                    <a:pt x="3666" y="1199"/>
                  </a:cubicBezTo>
                  <a:cubicBezTo>
                    <a:pt x="3666" y="1191"/>
                    <a:pt x="3667" y="1184"/>
                    <a:pt x="3667" y="1176"/>
                  </a:cubicBezTo>
                  <a:moveTo>
                    <a:pt x="2596" y="3157"/>
                  </a:moveTo>
                  <a:lnTo>
                    <a:pt x="2598" y="3157"/>
                  </a:lnTo>
                  <a:cubicBezTo>
                    <a:pt x="2598" y="3145"/>
                    <a:pt x="2597" y="3132"/>
                    <a:pt x="2596" y="3120"/>
                  </a:cubicBezTo>
                  <a:cubicBezTo>
                    <a:pt x="2587" y="2999"/>
                    <a:pt x="2557" y="2883"/>
                    <a:pt x="2532" y="2765"/>
                  </a:cubicBezTo>
                  <a:cubicBezTo>
                    <a:pt x="2531" y="2762"/>
                    <a:pt x="2530" y="2760"/>
                    <a:pt x="2529" y="2757"/>
                  </a:cubicBezTo>
                  <a:cubicBezTo>
                    <a:pt x="2527" y="2753"/>
                    <a:pt x="2524" y="2750"/>
                    <a:pt x="2520" y="2748"/>
                  </a:cubicBezTo>
                  <a:cubicBezTo>
                    <a:pt x="2516" y="2746"/>
                    <a:pt x="2512" y="2745"/>
                    <a:pt x="2508" y="2745"/>
                  </a:cubicBezTo>
                  <a:cubicBezTo>
                    <a:pt x="2504" y="2745"/>
                    <a:pt x="2501" y="2746"/>
                    <a:pt x="2497" y="2747"/>
                  </a:cubicBezTo>
                  <a:cubicBezTo>
                    <a:pt x="2457" y="2759"/>
                    <a:pt x="2440" y="2784"/>
                    <a:pt x="2447" y="2826"/>
                  </a:cubicBezTo>
                  <a:cubicBezTo>
                    <a:pt x="2469" y="2944"/>
                    <a:pt x="2483" y="3064"/>
                    <a:pt x="2491" y="3183"/>
                  </a:cubicBezTo>
                  <a:cubicBezTo>
                    <a:pt x="2495" y="3242"/>
                    <a:pt x="2509" y="3253"/>
                    <a:pt x="2566" y="3239"/>
                  </a:cubicBezTo>
                  <a:cubicBezTo>
                    <a:pt x="2571" y="3238"/>
                    <a:pt x="2575" y="3237"/>
                    <a:pt x="2579" y="3234"/>
                  </a:cubicBezTo>
                  <a:cubicBezTo>
                    <a:pt x="2584" y="3231"/>
                    <a:pt x="2589" y="3226"/>
                    <a:pt x="2592" y="3221"/>
                  </a:cubicBezTo>
                  <a:cubicBezTo>
                    <a:pt x="2595" y="3215"/>
                    <a:pt x="2597" y="3210"/>
                    <a:pt x="2597" y="3203"/>
                  </a:cubicBezTo>
                  <a:lnTo>
                    <a:pt x="2597" y="3202"/>
                  </a:lnTo>
                  <a:cubicBezTo>
                    <a:pt x="2597" y="3187"/>
                    <a:pt x="2597" y="3172"/>
                    <a:pt x="2597" y="3157"/>
                  </a:cubicBezTo>
                  <a:lnTo>
                    <a:pt x="2596" y="3157"/>
                  </a:lnTo>
                  <a:moveTo>
                    <a:pt x="251" y="2602"/>
                  </a:moveTo>
                  <a:cubicBezTo>
                    <a:pt x="246" y="2574"/>
                    <a:pt x="244" y="2546"/>
                    <a:pt x="244" y="2518"/>
                  </a:cubicBezTo>
                  <a:cubicBezTo>
                    <a:pt x="244" y="2484"/>
                    <a:pt x="247" y="2451"/>
                    <a:pt x="253" y="2418"/>
                  </a:cubicBezTo>
                  <a:cubicBezTo>
                    <a:pt x="262" y="2387"/>
                    <a:pt x="266" y="2354"/>
                    <a:pt x="266" y="2322"/>
                  </a:cubicBezTo>
                  <a:cubicBezTo>
                    <a:pt x="266" y="2309"/>
                    <a:pt x="266" y="2297"/>
                    <a:pt x="264" y="2284"/>
                  </a:cubicBezTo>
                  <a:cubicBezTo>
                    <a:pt x="264" y="2279"/>
                    <a:pt x="263" y="2273"/>
                    <a:pt x="263" y="2268"/>
                  </a:cubicBezTo>
                  <a:cubicBezTo>
                    <a:pt x="263" y="2251"/>
                    <a:pt x="266" y="2234"/>
                    <a:pt x="271" y="2218"/>
                  </a:cubicBezTo>
                  <a:cubicBezTo>
                    <a:pt x="285" y="2162"/>
                    <a:pt x="296" y="2105"/>
                    <a:pt x="304" y="2048"/>
                  </a:cubicBezTo>
                  <a:cubicBezTo>
                    <a:pt x="309" y="2019"/>
                    <a:pt x="316" y="1990"/>
                    <a:pt x="326" y="1961"/>
                  </a:cubicBezTo>
                  <a:cubicBezTo>
                    <a:pt x="343" y="1906"/>
                    <a:pt x="363" y="1853"/>
                    <a:pt x="381" y="1798"/>
                  </a:cubicBezTo>
                  <a:cubicBezTo>
                    <a:pt x="382" y="1796"/>
                    <a:pt x="383" y="1794"/>
                    <a:pt x="383" y="1792"/>
                  </a:cubicBezTo>
                  <a:cubicBezTo>
                    <a:pt x="383" y="1790"/>
                    <a:pt x="382" y="1787"/>
                    <a:pt x="381" y="1785"/>
                  </a:cubicBezTo>
                  <a:cubicBezTo>
                    <a:pt x="380" y="1783"/>
                    <a:pt x="378" y="1783"/>
                    <a:pt x="376" y="1781"/>
                  </a:cubicBezTo>
                  <a:cubicBezTo>
                    <a:pt x="375" y="1780"/>
                    <a:pt x="375" y="1780"/>
                    <a:pt x="374" y="1780"/>
                  </a:cubicBezTo>
                  <a:cubicBezTo>
                    <a:pt x="374" y="1780"/>
                    <a:pt x="373" y="1780"/>
                    <a:pt x="372" y="1780"/>
                  </a:cubicBezTo>
                  <a:cubicBezTo>
                    <a:pt x="370" y="1780"/>
                    <a:pt x="367" y="1780"/>
                    <a:pt x="364" y="1782"/>
                  </a:cubicBezTo>
                  <a:cubicBezTo>
                    <a:pt x="363" y="1782"/>
                    <a:pt x="362" y="1783"/>
                    <a:pt x="361" y="1784"/>
                  </a:cubicBezTo>
                  <a:cubicBezTo>
                    <a:pt x="350" y="1796"/>
                    <a:pt x="340" y="1809"/>
                    <a:pt x="331" y="1823"/>
                  </a:cubicBezTo>
                  <a:cubicBezTo>
                    <a:pt x="318" y="1845"/>
                    <a:pt x="310" y="1870"/>
                    <a:pt x="308" y="1896"/>
                  </a:cubicBezTo>
                  <a:cubicBezTo>
                    <a:pt x="302" y="1956"/>
                    <a:pt x="289" y="2015"/>
                    <a:pt x="267" y="2070"/>
                  </a:cubicBezTo>
                  <a:cubicBezTo>
                    <a:pt x="242" y="2133"/>
                    <a:pt x="228" y="2200"/>
                    <a:pt x="226" y="2268"/>
                  </a:cubicBezTo>
                  <a:cubicBezTo>
                    <a:pt x="224" y="2353"/>
                    <a:pt x="219" y="2438"/>
                    <a:pt x="217" y="2523"/>
                  </a:cubicBezTo>
                  <a:cubicBezTo>
                    <a:pt x="214" y="2591"/>
                    <a:pt x="204" y="2658"/>
                    <a:pt x="211" y="2726"/>
                  </a:cubicBezTo>
                  <a:cubicBezTo>
                    <a:pt x="211" y="2727"/>
                    <a:pt x="211" y="2729"/>
                    <a:pt x="211" y="2730"/>
                  </a:cubicBezTo>
                  <a:cubicBezTo>
                    <a:pt x="211" y="2749"/>
                    <a:pt x="216" y="2767"/>
                    <a:pt x="224" y="2784"/>
                  </a:cubicBezTo>
                  <a:cubicBezTo>
                    <a:pt x="229" y="2792"/>
                    <a:pt x="238" y="2800"/>
                    <a:pt x="249" y="2794"/>
                  </a:cubicBezTo>
                  <a:cubicBezTo>
                    <a:pt x="252" y="2792"/>
                    <a:pt x="255" y="2789"/>
                    <a:pt x="257" y="2786"/>
                  </a:cubicBezTo>
                  <a:cubicBezTo>
                    <a:pt x="259" y="2783"/>
                    <a:pt x="260" y="2780"/>
                    <a:pt x="260" y="2776"/>
                  </a:cubicBezTo>
                  <a:cubicBezTo>
                    <a:pt x="254" y="2730"/>
                    <a:pt x="251" y="2683"/>
                    <a:pt x="251" y="2636"/>
                  </a:cubicBezTo>
                  <a:cubicBezTo>
                    <a:pt x="251" y="2625"/>
                    <a:pt x="251" y="2614"/>
                    <a:pt x="251" y="2602"/>
                  </a:cubicBezTo>
                  <a:moveTo>
                    <a:pt x="1313" y="2609"/>
                  </a:moveTo>
                  <a:cubicBezTo>
                    <a:pt x="1358" y="2591"/>
                    <a:pt x="1406" y="2581"/>
                    <a:pt x="1455" y="2581"/>
                  </a:cubicBezTo>
                  <a:cubicBezTo>
                    <a:pt x="1504" y="2576"/>
                    <a:pt x="1554" y="2570"/>
                    <a:pt x="1604" y="2564"/>
                  </a:cubicBezTo>
                  <a:cubicBezTo>
                    <a:pt x="1610" y="2564"/>
                    <a:pt x="1614" y="2559"/>
                    <a:pt x="1612" y="2554"/>
                  </a:cubicBezTo>
                  <a:cubicBezTo>
                    <a:pt x="1612" y="2552"/>
                    <a:pt x="1611" y="2550"/>
                    <a:pt x="1610" y="2548"/>
                  </a:cubicBezTo>
                  <a:cubicBezTo>
                    <a:pt x="1609" y="2546"/>
                    <a:pt x="1607" y="2544"/>
                    <a:pt x="1605" y="2542"/>
                  </a:cubicBezTo>
                  <a:cubicBezTo>
                    <a:pt x="1555" y="2520"/>
                    <a:pt x="1504" y="2499"/>
                    <a:pt x="1453" y="2478"/>
                  </a:cubicBezTo>
                  <a:cubicBezTo>
                    <a:pt x="1445" y="2475"/>
                    <a:pt x="1438" y="2474"/>
                    <a:pt x="1430" y="2474"/>
                  </a:cubicBezTo>
                  <a:cubicBezTo>
                    <a:pt x="1419" y="2474"/>
                    <a:pt x="1408" y="2477"/>
                    <a:pt x="1399" y="2482"/>
                  </a:cubicBezTo>
                  <a:cubicBezTo>
                    <a:pt x="1395" y="2484"/>
                    <a:pt x="1392" y="2486"/>
                    <a:pt x="1389" y="2489"/>
                  </a:cubicBezTo>
                  <a:cubicBezTo>
                    <a:pt x="1367" y="2504"/>
                    <a:pt x="1349" y="2524"/>
                    <a:pt x="1335" y="2547"/>
                  </a:cubicBezTo>
                  <a:cubicBezTo>
                    <a:pt x="1324" y="2566"/>
                    <a:pt x="1317" y="2587"/>
                    <a:pt x="1313" y="2609"/>
                  </a:cubicBezTo>
                  <a:moveTo>
                    <a:pt x="2733" y="2970"/>
                  </a:moveTo>
                  <a:cubicBezTo>
                    <a:pt x="2730" y="2933"/>
                    <a:pt x="2722" y="2897"/>
                    <a:pt x="2709" y="2863"/>
                  </a:cubicBezTo>
                  <a:cubicBezTo>
                    <a:pt x="2706" y="2853"/>
                    <a:pt x="2700" y="2843"/>
                    <a:pt x="2689" y="2843"/>
                  </a:cubicBezTo>
                  <a:cubicBezTo>
                    <a:pt x="2687" y="2843"/>
                    <a:pt x="2684" y="2842"/>
                    <a:pt x="2681" y="2842"/>
                  </a:cubicBezTo>
                  <a:cubicBezTo>
                    <a:pt x="2664" y="2842"/>
                    <a:pt x="2646" y="2847"/>
                    <a:pt x="2631" y="2856"/>
                  </a:cubicBezTo>
                  <a:cubicBezTo>
                    <a:pt x="2625" y="2859"/>
                    <a:pt x="2619" y="2863"/>
                    <a:pt x="2614" y="2868"/>
                  </a:cubicBezTo>
                  <a:cubicBezTo>
                    <a:pt x="2599" y="2883"/>
                    <a:pt x="2611" y="2901"/>
                    <a:pt x="2613" y="2917"/>
                  </a:cubicBezTo>
                  <a:cubicBezTo>
                    <a:pt x="2617" y="2947"/>
                    <a:pt x="2621" y="2976"/>
                    <a:pt x="2626" y="3005"/>
                  </a:cubicBezTo>
                  <a:cubicBezTo>
                    <a:pt x="2627" y="3011"/>
                    <a:pt x="2629" y="3016"/>
                    <a:pt x="2631" y="3020"/>
                  </a:cubicBezTo>
                  <a:cubicBezTo>
                    <a:pt x="2634" y="3025"/>
                    <a:pt x="2637" y="3029"/>
                    <a:pt x="2642" y="3032"/>
                  </a:cubicBezTo>
                  <a:cubicBezTo>
                    <a:pt x="2647" y="3034"/>
                    <a:pt x="2652" y="3036"/>
                    <a:pt x="2658" y="3036"/>
                  </a:cubicBezTo>
                  <a:cubicBezTo>
                    <a:pt x="2659" y="3036"/>
                    <a:pt x="2661" y="3036"/>
                    <a:pt x="2662" y="3036"/>
                  </a:cubicBezTo>
                  <a:cubicBezTo>
                    <a:pt x="2676" y="3035"/>
                    <a:pt x="2691" y="3034"/>
                    <a:pt x="2705" y="3032"/>
                  </a:cubicBezTo>
                  <a:cubicBezTo>
                    <a:pt x="2709" y="3031"/>
                    <a:pt x="2713" y="3030"/>
                    <a:pt x="2716" y="3028"/>
                  </a:cubicBezTo>
                  <a:cubicBezTo>
                    <a:pt x="2721" y="3025"/>
                    <a:pt x="2726" y="3022"/>
                    <a:pt x="2728" y="3017"/>
                  </a:cubicBezTo>
                  <a:cubicBezTo>
                    <a:pt x="2731" y="3012"/>
                    <a:pt x="2732" y="3007"/>
                    <a:pt x="2732" y="3001"/>
                  </a:cubicBezTo>
                  <a:cubicBezTo>
                    <a:pt x="2734" y="2993"/>
                    <a:pt x="2733" y="2986"/>
                    <a:pt x="2733" y="2970"/>
                  </a:cubicBezTo>
                  <a:moveTo>
                    <a:pt x="2791" y="2824"/>
                  </a:moveTo>
                  <a:cubicBezTo>
                    <a:pt x="2783" y="2825"/>
                    <a:pt x="2776" y="2826"/>
                    <a:pt x="2768" y="2828"/>
                  </a:cubicBezTo>
                  <a:cubicBezTo>
                    <a:pt x="2766" y="2829"/>
                    <a:pt x="2764" y="2830"/>
                    <a:pt x="2762" y="2831"/>
                  </a:cubicBezTo>
                  <a:cubicBezTo>
                    <a:pt x="2759" y="2833"/>
                    <a:pt x="2756" y="2835"/>
                    <a:pt x="2754" y="2839"/>
                  </a:cubicBezTo>
                  <a:cubicBezTo>
                    <a:pt x="2752" y="2842"/>
                    <a:pt x="2751" y="2846"/>
                    <a:pt x="2751" y="2850"/>
                  </a:cubicBezTo>
                  <a:cubicBezTo>
                    <a:pt x="2756" y="2897"/>
                    <a:pt x="2762" y="2944"/>
                    <a:pt x="2769" y="2991"/>
                  </a:cubicBezTo>
                  <a:cubicBezTo>
                    <a:pt x="2769" y="2995"/>
                    <a:pt x="2771" y="2999"/>
                    <a:pt x="2773" y="3002"/>
                  </a:cubicBezTo>
                  <a:cubicBezTo>
                    <a:pt x="2775" y="3006"/>
                    <a:pt x="2779" y="3010"/>
                    <a:pt x="2783" y="3013"/>
                  </a:cubicBezTo>
                  <a:cubicBezTo>
                    <a:pt x="2788" y="3015"/>
                    <a:pt x="2793" y="3017"/>
                    <a:pt x="2798" y="3017"/>
                  </a:cubicBezTo>
                  <a:cubicBezTo>
                    <a:pt x="2799" y="3017"/>
                    <a:pt x="2800" y="3017"/>
                    <a:pt x="2801" y="3017"/>
                  </a:cubicBezTo>
                  <a:lnTo>
                    <a:pt x="2802" y="3017"/>
                  </a:lnTo>
                  <a:cubicBezTo>
                    <a:pt x="2812" y="3017"/>
                    <a:pt x="2821" y="3016"/>
                    <a:pt x="2830" y="3015"/>
                  </a:cubicBezTo>
                  <a:cubicBezTo>
                    <a:pt x="2855" y="3010"/>
                    <a:pt x="2866" y="2999"/>
                    <a:pt x="2862" y="2973"/>
                  </a:cubicBezTo>
                  <a:cubicBezTo>
                    <a:pt x="2856" y="2934"/>
                    <a:pt x="2849" y="2895"/>
                    <a:pt x="2840" y="2856"/>
                  </a:cubicBezTo>
                  <a:cubicBezTo>
                    <a:pt x="2834" y="2830"/>
                    <a:pt x="2824" y="2824"/>
                    <a:pt x="2792" y="2824"/>
                  </a:cubicBezTo>
                  <a:lnTo>
                    <a:pt x="2791" y="2824"/>
                  </a:lnTo>
                  <a:moveTo>
                    <a:pt x="2887" y="2875"/>
                  </a:moveTo>
                  <a:cubicBezTo>
                    <a:pt x="2887" y="2877"/>
                    <a:pt x="2887" y="2879"/>
                    <a:pt x="2887" y="2880"/>
                  </a:cubicBezTo>
                  <a:cubicBezTo>
                    <a:pt x="2887" y="2911"/>
                    <a:pt x="2893" y="2941"/>
                    <a:pt x="2905" y="2970"/>
                  </a:cubicBezTo>
                  <a:cubicBezTo>
                    <a:pt x="2918" y="3006"/>
                    <a:pt x="2931" y="3016"/>
                    <a:pt x="2970" y="3018"/>
                  </a:cubicBezTo>
                  <a:cubicBezTo>
                    <a:pt x="2971" y="3018"/>
                    <a:pt x="2973" y="3018"/>
                    <a:pt x="2974" y="3018"/>
                  </a:cubicBezTo>
                  <a:cubicBezTo>
                    <a:pt x="2978" y="3018"/>
                    <a:pt x="2983" y="3017"/>
                    <a:pt x="2986" y="3015"/>
                  </a:cubicBezTo>
                  <a:cubicBezTo>
                    <a:pt x="2990" y="3013"/>
                    <a:pt x="2992" y="3010"/>
                    <a:pt x="2994" y="3006"/>
                  </a:cubicBezTo>
                  <a:cubicBezTo>
                    <a:pt x="2997" y="3002"/>
                    <a:pt x="2998" y="2999"/>
                    <a:pt x="2998" y="2994"/>
                  </a:cubicBezTo>
                  <a:cubicBezTo>
                    <a:pt x="2998" y="2993"/>
                    <a:pt x="2998" y="2992"/>
                    <a:pt x="2997" y="2991"/>
                  </a:cubicBezTo>
                  <a:cubicBezTo>
                    <a:pt x="2995" y="2949"/>
                    <a:pt x="2986" y="2907"/>
                    <a:pt x="2971" y="2867"/>
                  </a:cubicBezTo>
                  <a:cubicBezTo>
                    <a:pt x="2969" y="2864"/>
                    <a:pt x="2968" y="2860"/>
                    <a:pt x="2966" y="2857"/>
                  </a:cubicBezTo>
                  <a:cubicBezTo>
                    <a:pt x="2965" y="2856"/>
                    <a:pt x="2965" y="2855"/>
                    <a:pt x="2964" y="2854"/>
                  </a:cubicBezTo>
                  <a:cubicBezTo>
                    <a:pt x="2960" y="2847"/>
                    <a:pt x="2954" y="2841"/>
                    <a:pt x="2946" y="2837"/>
                  </a:cubicBezTo>
                  <a:cubicBezTo>
                    <a:pt x="2938" y="2832"/>
                    <a:pt x="2930" y="2830"/>
                    <a:pt x="2921" y="2830"/>
                  </a:cubicBezTo>
                  <a:cubicBezTo>
                    <a:pt x="2915" y="2830"/>
                    <a:pt x="2910" y="2831"/>
                    <a:pt x="2906" y="2832"/>
                  </a:cubicBezTo>
                  <a:cubicBezTo>
                    <a:pt x="2883" y="2838"/>
                    <a:pt x="2889" y="2859"/>
                    <a:pt x="2888" y="2875"/>
                  </a:cubicBezTo>
                  <a:lnTo>
                    <a:pt x="2887" y="2875"/>
                  </a:lnTo>
                  <a:moveTo>
                    <a:pt x="4707" y="1624"/>
                  </a:moveTo>
                  <a:cubicBezTo>
                    <a:pt x="4701" y="1625"/>
                    <a:pt x="4696" y="1626"/>
                    <a:pt x="4690" y="1628"/>
                  </a:cubicBezTo>
                  <a:cubicBezTo>
                    <a:pt x="4688" y="1629"/>
                    <a:pt x="4686" y="1629"/>
                    <a:pt x="4685" y="1630"/>
                  </a:cubicBezTo>
                  <a:cubicBezTo>
                    <a:pt x="4680" y="1633"/>
                    <a:pt x="4675" y="1638"/>
                    <a:pt x="4673" y="1643"/>
                  </a:cubicBezTo>
                  <a:cubicBezTo>
                    <a:pt x="4670" y="1648"/>
                    <a:pt x="4668" y="1654"/>
                    <a:pt x="4668" y="1659"/>
                  </a:cubicBezTo>
                  <a:cubicBezTo>
                    <a:pt x="4668" y="1661"/>
                    <a:pt x="4668" y="1662"/>
                    <a:pt x="4668" y="1664"/>
                  </a:cubicBezTo>
                  <a:cubicBezTo>
                    <a:pt x="4671" y="1713"/>
                    <a:pt x="4697" y="1754"/>
                    <a:pt x="4714" y="1798"/>
                  </a:cubicBezTo>
                  <a:cubicBezTo>
                    <a:pt x="4719" y="1805"/>
                    <a:pt x="4725" y="1811"/>
                    <a:pt x="4732" y="1815"/>
                  </a:cubicBezTo>
                  <a:cubicBezTo>
                    <a:pt x="4740" y="1820"/>
                    <a:pt x="4749" y="1822"/>
                    <a:pt x="4758" y="1822"/>
                  </a:cubicBezTo>
                  <a:cubicBezTo>
                    <a:pt x="4763" y="1822"/>
                    <a:pt x="4768" y="1821"/>
                    <a:pt x="4774" y="1820"/>
                  </a:cubicBezTo>
                  <a:cubicBezTo>
                    <a:pt x="4795" y="1813"/>
                    <a:pt x="4779" y="1790"/>
                    <a:pt x="4774" y="1774"/>
                  </a:cubicBezTo>
                  <a:cubicBezTo>
                    <a:pt x="4765" y="1740"/>
                    <a:pt x="4755" y="1707"/>
                    <a:pt x="4744" y="1674"/>
                  </a:cubicBezTo>
                  <a:cubicBezTo>
                    <a:pt x="4741" y="1666"/>
                    <a:pt x="4737" y="1659"/>
                    <a:pt x="4733" y="1651"/>
                  </a:cubicBezTo>
                  <a:cubicBezTo>
                    <a:pt x="4730" y="1646"/>
                    <a:pt x="4726" y="1640"/>
                    <a:pt x="4722" y="1635"/>
                  </a:cubicBezTo>
                  <a:cubicBezTo>
                    <a:pt x="4720" y="1630"/>
                    <a:pt x="4712" y="1627"/>
                    <a:pt x="4708" y="1624"/>
                  </a:cubicBezTo>
                  <a:lnTo>
                    <a:pt x="4707" y="1624"/>
                  </a:lnTo>
                  <a:moveTo>
                    <a:pt x="423" y="2891"/>
                  </a:moveTo>
                  <a:cubicBezTo>
                    <a:pt x="426" y="2880"/>
                    <a:pt x="428" y="2868"/>
                    <a:pt x="428" y="2856"/>
                  </a:cubicBezTo>
                  <a:cubicBezTo>
                    <a:pt x="428" y="2848"/>
                    <a:pt x="427" y="2841"/>
                    <a:pt x="426" y="2833"/>
                  </a:cubicBezTo>
                  <a:cubicBezTo>
                    <a:pt x="423" y="2791"/>
                    <a:pt x="417" y="2748"/>
                    <a:pt x="408" y="2707"/>
                  </a:cubicBezTo>
                  <a:cubicBezTo>
                    <a:pt x="396" y="2663"/>
                    <a:pt x="405" y="2619"/>
                    <a:pt x="403" y="2572"/>
                  </a:cubicBezTo>
                  <a:cubicBezTo>
                    <a:pt x="382" y="2581"/>
                    <a:pt x="388" y="2596"/>
                    <a:pt x="387" y="2606"/>
                  </a:cubicBezTo>
                  <a:cubicBezTo>
                    <a:pt x="387" y="2622"/>
                    <a:pt x="386" y="2637"/>
                    <a:pt x="386" y="2653"/>
                  </a:cubicBezTo>
                  <a:cubicBezTo>
                    <a:pt x="386" y="2725"/>
                    <a:pt x="393" y="2796"/>
                    <a:pt x="405" y="2867"/>
                  </a:cubicBezTo>
                  <a:cubicBezTo>
                    <a:pt x="406" y="2877"/>
                    <a:pt x="408" y="2888"/>
                    <a:pt x="423" y="2891"/>
                  </a:cubicBezTo>
                  <a:moveTo>
                    <a:pt x="3263" y="936"/>
                  </a:moveTo>
                  <a:lnTo>
                    <a:pt x="3278" y="936"/>
                  </a:lnTo>
                  <a:cubicBezTo>
                    <a:pt x="3293" y="936"/>
                    <a:pt x="3311" y="938"/>
                    <a:pt x="3316" y="919"/>
                  </a:cubicBezTo>
                  <a:cubicBezTo>
                    <a:pt x="3316" y="917"/>
                    <a:pt x="3316" y="916"/>
                    <a:pt x="3316" y="914"/>
                  </a:cubicBezTo>
                  <a:cubicBezTo>
                    <a:pt x="3316" y="906"/>
                    <a:pt x="3314" y="899"/>
                    <a:pt x="3310" y="892"/>
                  </a:cubicBezTo>
                  <a:cubicBezTo>
                    <a:pt x="3307" y="887"/>
                    <a:pt x="3303" y="883"/>
                    <a:pt x="3299" y="880"/>
                  </a:cubicBezTo>
                  <a:cubicBezTo>
                    <a:pt x="3294" y="875"/>
                    <a:pt x="3289" y="871"/>
                    <a:pt x="3283" y="867"/>
                  </a:cubicBezTo>
                  <a:cubicBezTo>
                    <a:pt x="3272" y="861"/>
                    <a:pt x="3260" y="858"/>
                    <a:pt x="3247" y="858"/>
                  </a:cubicBezTo>
                  <a:cubicBezTo>
                    <a:pt x="3246" y="858"/>
                    <a:pt x="3246" y="858"/>
                    <a:pt x="3245" y="858"/>
                  </a:cubicBezTo>
                  <a:cubicBezTo>
                    <a:pt x="3244" y="858"/>
                    <a:pt x="3243" y="858"/>
                    <a:pt x="3242" y="858"/>
                  </a:cubicBezTo>
                  <a:cubicBezTo>
                    <a:pt x="3238" y="858"/>
                    <a:pt x="3233" y="859"/>
                    <a:pt x="3229" y="861"/>
                  </a:cubicBezTo>
                  <a:cubicBezTo>
                    <a:pt x="3225" y="864"/>
                    <a:pt x="3222" y="867"/>
                    <a:pt x="3219" y="871"/>
                  </a:cubicBezTo>
                  <a:cubicBezTo>
                    <a:pt x="3211" y="886"/>
                    <a:pt x="3199" y="902"/>
                    <a:pt x="3208" y="919"/>
                  </a:cubicBezTo>
                  <a:cubicBezTo>
                    <a:pt x="3218" y="937"/>
                    <a:pt x="3233" y="934"/>
                    <a:pt x="3248" y="935"/>
                  </a:cubicBezTo>
                  <a:cubicBezTo>
                    <a:pt x="3254" y="936"/>
                    <a:pt x="3258" y="936"/>
                    <a:pt x="3263" y="936"/>
                  </a:cubicBezTo>
                  <a:moveTo>
                    <a:pt x="2601" y="2817"/>
                  </a:moveTo>
                  <a:cubicBezTo>
                    <a:pt x="2615" y="2812"/>
                    <a:pt x="2627" y="2809"/>
                    <a:pt x="2638" y="2804"/>
                  </a:cubicBezTo>
                  <a:cubicBezTo>
                    <a:pt x="2671" y="2792"/>
                    <a:pt x="2675" y="2774"/>
                    <a:pt x="2650" y="2751"/>
                  </a:cubicBezTo>
                  <a:cubicBezTo>
                    <a:pt x="2643" y="2743"/>
                    <a:pt x="2634" y="2737"/>
                    <a:pt x="2625" y="2731"/>
                  </a:cubicBezTo>
                  <a:cubicBezTo>
                    <a:pt x="2623" y="2730"/>
                    <a:pt x="2622" y="2730"/>
                    <a:pt x="2620" y="2729"/>
                  </a:cubicBezTo>
                  <a:cubicBezTo>
                    <a:pt x="2615" y="2726"/>
                    <a:pt x="2609" y="2725"/>
                    <a:pt x="2603" y="2725"/>
                  </a:cubicBezTo>
                  <a:cubicBezTo>
                    <a:pt x="2595" y="2725"/>
                    <a:pt x="2587" y="2727"/>
                    <a:pt x="2581" y="2731"/>
                  </a:cubicBezTo>
                  <a:cubicBezTo>
                    <a:pt x="2578" y="2733"/>
                    <a:pt x="2575" y="2735"/>
                    <a:pt x="2572" y="2737"/>
                  </a:cubicBezTo>
                  <a:cubicBezTo>
                    <a:pt x="2561" y="2747"/>
                    <a:pt x="2568" y="2759"/>
                    <a:pt x="2572" y="2772"/>
                  </a:cubicBezTo>
                  <a:cubicBezTo>
                    <a:pt x="2576" y="2783"/>
                    <a:pt x="2580" y="2795"/>
                    <a:pt x="2586" y="2806"/>
                  </a:cubicBezTo>
                  <a:cubicBezTo>
                    <a:pt x="2589" y="2811"/>
                    <a:pt x="2598" y="2814"/>
                    <a:pt x="2601" y="2817"/>
                  </a:cubicBezTo>
                  <a:moveTo>
                    <a:pt x="2747" y="2717"/>
                  </a:moveTo>
                  <a:cubicBezTo>
                    <a:pt x="2735" y="2718"/>
                    <a:pt x="2723" y="2720"/>
                    <a:pt x="2711" y="2722"/>
                  </a:cubicBezTo>
                  <a:cubicBezTo>
                    <a:pt x="2709" y="2722"/>
                    <a:pt x="2707" y="2723"/>
                    <a:pt x="2705" y="2724"/>
                  </a:cubicBezTo>
                  <a:cubicBezTo>
                    <a:pt x="2703" y="2725"/>
                    <a:pt x="2701" y="2726"/>
                    <a:pt x="2700" y="2729"/>
                  </a:cubicBezTo>
                  <a:cubicBezTo>
                    <a:pt x="2699" y="2731"/>
                    <a:pt x="2698" y="2734"/>
                    <a:pt x="2698" y="2737"/>
                  </a:cubicBezTo>
                  <a:cubicBezTo>
                    <a:pt x="2698" y="2740"/>
                    <a:pt x="2699" y="2742"/>
                    <a:pt x="2700" y="2744"/>
                  </a:cubicBezTo>
                  <a:cubicBezTo>
                    <a:pt x="2700" y="2745"/>
                    <a:pt x="2700" y="2745"/>
                    <a:pt x="2700" y="2745"/>
                  </a:cubicBezTo>
                  <a:cubicBezTo>
                    <a:pt x="2719" y="2786"/>
                    <a:pt x="2749" y="2795"/>
                    <a:pt x="2800" y="2777"/>
                  </a:cubicBezTo>
                  <a:cubicBezTo>
                    <a:pt x="2803" y="2776"/>
                    <a:pt x="2804" y="2775"/>
                    <a:pt x="2806" y="2774"/>
                  </a:cubicBezTo>
                  <a:cubicBezTo>
                    <a:pt x="2810" y="2772"/>
                    <a:pt x="2813" y="2770"/>
                    <a:pt x="2814" y="2767"/>
                  </a:cubicBezTo>
                  <a:cubicBezTo>
                    <a:pt x="2816" y="2763"/>
                    <a:pt x="2817" y="2759"/>
                    <a:pt x="2817" y="2756"/>
                  </a:cubicBezTo>
                  <a:cubicBezTo>
                    <a:pt x="2817" y="2755"/>
                    <a:pt x="2817" y="2755"/>
                    <a:pt x="2817" y="2755"/>
                  </a:cubicBezTo>
                  <a:cubicBezTo>
                    <a:pt x="2817" y="2750"/>
                    <a:pt x="2816" y="2744"/>
                    <a:pt x="2813" y="2740"/>
                  </a:cubicBezTo>
                  <a:cubicBezTo>
                    <a:pt x="2811" y="2736"/>
                    <a:pt x="2808" y="2732"/>
                    <a:pt x="2804" y="2730"/>
                  </a:cubicBezTo>
                  <a:lnTo>
                    <a:pt x="2803" y="2729"/>
                  </a:lnTo>
                  <a:cubicBezTo>
                    <a:pt x="2789" y="2721"/>
                    <a:pt x="2773" y="2717"/>
                    <a:pt x="2757" y="2717"/>
                  </a:cubicBezTo>
                  <a:cubicBezTo>
                    <a:pt x="2754" y="2717"/>
                    <a:pt x="2751" y="2717"/>
                    <a:pt x="2748" y="2717"/>
                  </a:cubicBezTo>
                  <a:lnTo>
                    <a:pt x="2747" y="2717"/>
                  </a:lnTo>
                  <a:moveTo>
                    <a:pt x="779" y="3111"/>
                  </a:moveTo>
                  <a:cubicBezTo>
                    <a:pt x="760" y="3111"/>
                    <a:pt x="747" y="3111"/>
                    <a:pt x="739" y="3121"/>
                  </a:cubicBezTo>
                  <a:cubicBezTo>
                    <a:pt x="739" y="3122"/>
                    <a:pt x="739" y="3122"/>
                    <a:pt x="738" y="3123"/>
                  </a:cubicBezTo>
                  <a:cubicBezTo>
                    <a:pt x="734" y="3130"/>
                    <a:pt x="732" y="3138"/>
                    <a:pt x="732" y="3146"/>
                  </a:cubicBezTo>
                  <a:cubicBezTo>
                    <a:pt x="732" y="3154"/>
                    <a:pt x="733" y="3162"/>
                    <a:pt x="738" y="3169"/>
                  </a:cubicBezTo>
                  <a:cubicBezTo>
                    <a:pt x="739" y="3170"/>
                    <a:pt x="739" y="3170"/>
                    <a:pt x="739" y="3170"/>
                  </a:cubicBezTo>
                  <a:cubicBezTo>
                    <a:pt x="740" y="3172"/>
                    <a:pt x="740" y="3173"/>
                    <a:pt x="741" y="3174"/>
                  </a:cubicBezTo>
                  <a:cubicBezTo>
                    <a:pt x="745" y="3180"/>
                    <a:pt x="750" y="3186"/>
                    <a:pt x="757" y="3190"/>
                  </a:cubicBezTo>
                  <a:cubicBezTo>
                    <a:pt x="764" y="3193"/>
                    <a:pt x="771" y="3195"/>
                    <a:pt x="779" y="3195"/>
                  </a:cubicBezTo>
                  <a:cubicBezTo>
                    <a:pt x="780" y="3195"/>
                    <a:pt x="781" y="3195"/>
                    <a:pt x="782" y="3195"/>
                  </a:cubicBezTo>
                  <a:cubicBezTo>
                    <a:pt x="786" y="3195"/>
                    <a:pt x="791" y="3194"/>
                    <a:pt x="795" y="3191"/>
                  </a:cubicBezTo>
                  <a:cubicBezTo>
                    <a:pt x="799" y="3188"/>
                    <a:pt x="803" y="3184"/>
                    <a:pt x="806" y="3180"/>
                  </a:cubicBezTo>
                  <a:cubicBezTo>
                    <a:pt x="807" y="3178"/>
                    <a:pt x="808" y="3176"/>
                    <a:pt x="809" y="3174"/>
                  </a:cubicBezTo>
                  <a:cubicBezTo>
                    <a:pt x="814" y="3162"/>
                    <a:pt x="817" y="3151"/>
                    <a:pt x="818" y="3138"/>
                  </a:cubicBezTo>
                  <a:lnTo>
                    <a:pt x="818" y="3137"/>
                  </a:lnTo>
                  <a:cubicBezTo>
                    <a:pt x="818" y="3134"/>
                    <a:pt x="817" y="3130"/>
                    <a:pt x="815" y="3127"/>
                  </a:cubicBezTo>
                  <a:cubicBezTo>
                    <a:pt x="813" y="3123"/>
                    <a:pt x="810" y="3120"/>
                    <a:pt x="807" y="3119"/>
                  </a:cubicBezTo>
                  <a:cubicBezTo>
                    <a:pt x="806" y="3118"/>
                    <a:pt x="804" y="3117"/>
                    <a:pt x="803" y="3117"/>
                  </a:cubicBezTo>
                  <a:cubicBezTo>
                    <a:pt x="796" y="3114"/>
                    <a:pt x="788" y="3112"/>
                    <a:pt x="780" y="3111"/>
                  </a:cubicBezTo>
                  <a:lnTo>
                    <a:pt x="779" y="3111"/>
                  </a:lnTo>
                  <a:moveTo>
                    <a:pt x="203" y="2854"/>
                  </a:moveTo>
                  <a:cubicBezTo>
                    <a:pt x="201" y="2856"/>
                    <a:pt x="199" y="2857"/>
                    <a:pt x="198" y="2859"/>
                  </a:cubicBezTo>
                  <a:cubicBezTo>
                    <a:pt x="191" y="2892"/>
                    <a:pt x="218" y="2948"/>
                    <a:pt x="248" y="2959"/>
                  </a:cubicBezTo>
                  <a:cubicBezTo>
                    <a:pt x="251" y="2960"/>
                    <a:pt x="255" y="2961"/>
                    <a:pt x="259" y="2961"/>
                  </a:cubicBezTo>
                  <a:cubicBezTo>
                    <a:pt x="264" y="2961"/>
                    <a:pt x="269" y="2960"/>
                    <a:pt x="273" y="2957"/>
                  </a:cubicBezTo>
                  <a:cubicBezTo>
                    <a:pt x="276" y="2955"/>
                    <a:pt x="279" y="2953"/>
                    <a:pt x="281" y="2950"/>
                  </a:cubicBezTo>
                  <a:cubicBezTo>
                    <a:pt x="283" y="2949"/>
                    <a:pt x="284" y="2947"/>
                    <a:pt x="285" y="2945"/>
                  </a:cubicBezTo>
                  <a:cubicBezTo>
                    <a:pt x="287" y="2941"/>
                    <a:pt x="288" y="2937"/>
                    <a:pt x="288" y="2932"/>
                  </a:cubicBezTo>
                  <a:cubicBezTo>
                    <a:pt x="288" y="2927"/>
                    <a:pt x="288" y="2923"/>
                    <a:pt x="285" y="2919"/>
                  </a:cubicBezTo>
                  <a:cubicBezTo>
                    <a:pt x="284" y="2918"/>
                    <a:pt x="284" y="2917"/>
                    <a:pt x="283" y="2916"/>
                  </a:cubicBezTo>
                  <a:cubicBezTo>
                    <a:pt x="265" y="2889"/>
                    <a:pt x="235" y="2874"/>
                    <a:pt x="211" y="2853"/>
                  </a:cubicBezTo>
                  <a:cubicBezTo>
                    <a:pt x="210" y="2853"/>
                    <a:pt x="207" y="2854"/>
                    <a:pt x="204" y="2854"/>
                  </a:cubicBezTo>
                  <a:lnTo>
                    <a:pt x="203" y="2854"/>
                  </a:lnTo>
                  <a:moveTo>
                    <a:pt x="543" y="1750"/>
                  </a:moveTo>
                  <a:cubicBezTo>
                    <a:pt x="542" y="1748"/>
                    <a:pt x="540" y="1744"/>
                    <a:pt x="539" y="1744"/>
                  </a:cubicBezTo>
                  <a:cubicBezTo>
                    <a:pt x="534" y="1744"/>
                    <a:pt x="528" y="1746"/>
                    <a:pt x="527" y="1749"/>
                  </a:cubicBezTo>
                  <a:cubicBezTo>
                    <a:pt x="510" y="1793"/>
                    <a:pt x="494" y="1838"/>
                    <a:pt x="478" y="1883"/>
                  </a:cubicBezTo>
                  <a:cubicBezTo>
                    <a:pt x="478" y="1887"/>
                    <a:pt x="477" y="1890"/>
                    <a:pt x="477" y="1894"/>
                  </a:cubicBezTo>
                  <a:cubicBezTo>
                    <a:pt x="477" y="1898"/>
                    <a:pt x="478" y="1901"/>
                    <a:pt x="478" y="1905"/>
                  </a:cubicBezTo>
                  <a:cubicBezTo>
                    <a:pt x="478" y="1909"/>
                    <a:pt x="483" y="1915"/>
                    <a:pt x="486" y="1915"/>
                  </a:cubicBezTo>
                  <a:cubicBezTo>
                    <a:pt x="489" y="1914"/>
                    <a:pt x="491" y="1914"/>
                    <a:pt x="493" y="1913"/>
                  </a:cubicBezTo>
                  <a:cubicBezTo>
                    <a:pt x="495" y="1911"/>
                    <a:pt x="497" y="1910"/>
                    <a:pt x="498" y="1908"/>
                  </a:cubicBezTo>
                  <a:cubicBezTo>
                    <a:pt x="514" y="1857"/>
                    <a:pt x="529" y="1807"/>
                    <a:pt x="543" y="1756"/>
                  </a:cubicBezTo>
                  <a:cubicBezTo>
                    <a:pt x="544" y="1756"/>
                    <a:pt x="544" y="1755"/>
                    <a:pt x="544" y="1754"/>
                  </a:cubicBezTo>
                  <a:cubicBezTo>
                    <a:pt x="544" y="1752"/>
                    <a:pt x="543" y="1751"/>
                    <a:pt x="543" y="1750"/>
                  </a:cubicBezTo>
                  <a:moveTo>
                    <a:pt x="2906" y="2718"/>
                  </a:moveTo>
                  <a:cubicBezTo>
                    <a:pt x="2884" y="2715"/>
                    <a:pt x="2875" y="2715"/>
                    <a:pt x="2869" y="2724"/>
                  </a:cubicBezTo>
                  <a:cubicBezTo>
                    <a:pt x="2867" y="2729"/>
                    <a:pt x="2865" y="2733"/>
                    <a:pt x="2865" y="2738"/>
                  </a:cubicBezTo>
                  <a:cubicBezTo>
                    <a:pt x="2865" y="2743"/>
                    <a:pt x="2867" y="2748"/>
                    <a:pt x="2869" y="2753"/>
                  </a:cubicBezTo>
                  <a:cubicBezTo>
                    <a:pt x="2870" y="2755"/>
                    <a:pt x="2872" y="2757"/>
                    <a:pt x="2874" y="2759"/>
                  </a:cubicBezTo>
                  <a:cubicBezTo>
                    <a:pt x="2879" y="2765"/>
                    <a:pt x="2885" y="2771"/>
                    <a:pt x="2892" y="2775"/>
                  </a:cubicBezTo>
                  <a:cubicBezTo>
                    <a:pt x="2901" y="2780"/>
                    <a:pt x="2911" y="2783"/>
                    <a:pt x="2921" y="2783"/>
                  </a:cubicBezTo>
                  <a:cubicBezTo>
                    <a:pt x="2923" y="2783"/>
                    <a:pt x="2924" y="2783"/>
                    <a:pt x="2925" y="2783"/>
                  </a:cubicBezTo>
                  <a:cubicBezTo>
                    <a:pt x="2928" y="2782"/>
                    <a:pt x="2931" y="2781"/>
                    <a:pt x="2934" y="2780"/>
                  </a:cubicBezTo>
                  <a:cubicBezTo>
                    <a:pt x="2937" y="2778"/>
                    <a:pt x="2940" y="2775"/>
                    <a:pt x="2942" y="2771"/>
                  </a:cubicBezTo>
                  <a:cubicBezTo>
                    <a:pt x="2945" y="2766"/>
                    <a:pt x="2946" y="2761"/>
                    <a:pt x="2946" y="2755"/>
                  </a:cubicBezTo>
                  <a:cubicBezTo>
                    <a:pt x="2946" y="2749"/>
                    <a:pt x="2944" y="2743"/>
                    <a:pt x="2941" y="2737"/>
                  </a:cubicBezTo>
                  <a:cubicBezTo>
                    <a:pt x="2938" y="2732"/>
                    <a:pt x="2935" y="2729"/>
                    <a:pt x="2931" y="2726"/>
                  </a:cubicBezTo>
                  <a:cubicBezTo>
                    <a:pt x="2923" y="2722"/>
                    <a:pt x="2914" y="2720"/>
                    <a:pt x="2906" y="2718"/>
                  </a:cubicBezTo>
                  <a:moveTo>
                    <a:pt x="2164" y="1237"/>
                  </a:moveTo>
                  <a:cubicBezTo>
                    <a:pt x="2167" y="1237"/>
                    <a:pt x="2170" y="1237"/>
                    <a:pt x="2173" y="1237"/>
                  </a:cubicBezTo>
                  <a:cubicBezTo>
                    <a:pt x="2176" y="1237"/>
                    <a:pt x="2180" y="1237"/>
                    <a:pt x="2183" y="1237"/>
                  </a:cubicBezTo>
                  <a:cubicBezTo>
                    <a:pt x="2193" y="1235"/>
                    <a:pt x="2201" y="1229"/>
                    <a:pt x="2201" y="1218"/>
                  </a:cubicBezTo>
                  <a:cubicBezTo>
                    <a:pt x="2200" y="1216"/>
                    <a:pt x="2200" y="1214"/>
                    <a:pt x="2199" y="1212"/>
                  </a:cubicBezTo>
                  <a:cubicBezTo>
                    <a:pt x="2198" y="1210"/>
                    <a:pt x="2196" y="1209"/>
                    <a:pt x="2194" y="1207"/>
                  </a:cubicBezTo>
                  <a:cubicBezTo>
                    <a:pt x="2192" y="1206"/>
                    <a:pt x="2190" y="1206"/>
                    <a:pt x="2187" y="1206"/>
                  </a:cubicBezTo>
                  <a:cubicBezTo>
                    <a:pt x="2186" y="1206"/>
                    <a:pt x="2185" y="1206"/>
                    <a:pt x="2184" y="1206"/>
                  </a:cubicBezTo>
                  <a:cubicBezTo>
                    <a:pt x="2153" y="1211"/>
                    <a:pt x="2121" y="1217"/>
                    <a:pt x="2090" y="1223"/>
                  </a:cubicBezTo>
                  <a:cubicBezTo>
                    <a:pt x="2087" y="1223"/>
                    <a:pt x="2083" y="1230"/>
                    <a:pt x="2082" y="1234"/>
                  </a:cubicBezTo>
                  <a:cubicBezTo>
                    <a:pt x="2082" y="1236"/>
                    <a:pt x="2083" y="1238"/>
                    <a:pt x="2084" y="1240"/>
                  </a:cubicBezTo>
                  <a:cubicBezTo>
                    <a:pt x="2085" y="1242"/>
                    <a:pt x="2087" y="1244"/>
                    <a:pt x="2089" y="1245"/>
                  </a:cubicBezTo>
                  <a:cubicBezTo>
                    <a:pt x="2091" y="1246"/>
                    <a:pt x="2093" y="1247"/>
                    <a:pt x="2095" y="1247"/>
                  </a:cubicBezTo>
                  <a:cubicBezTo>
                    <a:pt x="2096" y="1247"/>
                    <a:pt x="2096" y="1247"/>
                    <a:pt x="2097" y="1247"/>
                  </a:cubicBezTo>
                  <a:cubicBezTo>
                    <a:pt x="2118" y="1247"/>
                    <a:pt x="2136" y="1224"/>
                    <a:pt x="2163" y="1237"/>
                  </a:cubicBezTo>
                  <a:lnTo>
                    <a:pt x="2164" y="1237"/>
                  </a:lnTo>
                  <a:moveTo>
                    <a:pt x="2499" y="1838"/>
                  </a:moveTo>
                  <a:cubicBezTo>
                    <a:pt x="2517" y="1838"/>
                    <a:pt x="2530" y="1838"/>
                    <a:pt x="2532" y="1822"/>
                  </a:cubicBezTo>
                  <a:cubicBezTo>
                    <a:pt x="2532" y="1821"/>
                    <a:pt x="2532" y="1820"/>
                    <a:pt x="2532" y="1819"/>
                  </a:cubicBezTo>
                  <a:cubicBezTo>
                    <a:pt x="2532" y="1814"/>
                    <a:pt x="2531" y="1808"/>
                    <a:pt x="2528" y="1803"/>
                  </a:cubicBezTo>
                  <a:cubicBezTo>
                    <a:pt x="2525" y="1799"/>
                    <a:pt x="2521" y="1795"/>
                    <a:pt x="2517" y="1792"/>
                  </a:cubicBezTo>
                  <a:cubicBezTo>
                    <a:pt x="2514" y="1790"/>
                    <a:pt x="2512" y="1790"/>
                    <a:pt x="2509" y="1789"/>
                  </a:cubicBezTo>
                  <a:cubicBezTo>
                    <a:pt x="2507" y="1789"/>
                    <a:pt x="2505" y="1789"/>
                    <a:pt x="2504" y="1789"/>
                  </a:cubicBezTo>
                  <a:cubicBezTo>
                    <a:pt x="2490" y="1789"/>
                    <a:pt x="2477" y="1792"/>
                    <a:pt x="2466" y="1799"/>
                  </a:cubicBezTo>
                  <a:cubicBezTo>
                    <a:pt x="2460" y="1802"/>
                    <a:pt x="2455" y="1806"/>
                    <a:pt x="2450" y="1811"/>
                  </a:cubicBezTo>
                  <a:lnTo>
                    <a:pt x="2449" y="1812"/>
                  </a:lnTo>
                  <a:cubicBezTo>
                    <a:pt x="2448" y="1814"/>
                    <a:pt x="2447" y="1816"/>
                    <a:pt x="2447" y="1818"/>
                  </a:cubicBezTo>
                  <a:cubicBezTo>
                    <a:pt x="2447" y="1820"/>
                    <a:pt x="2448" y="1822"/>
                    <a:pt x="2449" y="1823"/>
                  </a:cubicBezTo>
                  <a:cubicBezTo>
                    <a:pt x="2450" y="1825"/>
                    <a:pt x="2451" y="1826"/>
                    <a:pt x="2453" y="1827"/>
                  </a:cubicBezTo>
                  <a:cubicBezTo>
                    <a:pt x="2453" y="1827"/>
                    <a:pt x="2454" y="1828"/>
                    <a:pt x="2455" y="1828"/>
                  </a:cubicBezTo>
                  <a:cubicBezTo>
                    <a:pt x="2471" y="1832"/>
                    <a:pt x="2487" y="1835"/>
                    <a:pt x="2498" y="1838"/>
                  </a:cubicBezTo>
                  <a:lnTo>
                    <a:pt x="2499" y="1838"/>
                  </a:lnTo>
                  <a:moveTo>
                    <a:pt x="3015" y="1419"/>
                  </a:moveTo>
                  <a:cubicBezTo>
                    <a:pt x="3016" y="1417"/>
                    <a:pt x="3017" y="1415"/>
                    <a:pt x="3019" y="1413"/>
                  </a:cubicBezTo>
                  <a:cubicBezTo>
                    <a:pt x="3029" y="1395"/>
                    <a:pt x="3035" y="1376"/>
                    <a:pt x="3037" y="1355"/>
                  </a:cubicBezTo>
                  <a:cubicBezTo>
                    <a:pt x="3037" y="1350"/>
                    <a:pt x="3037" y="1345"/>
                    <a:pt x="3034" y="1340"/>
                  </a:cubicBezTo>
                  <a:cubicBezTo>
                    <a:pt x="3032" y="1336"/>
                    <a:pt x="3027" y="1332"/>
                    <a:pt x="3023" y="1330"/>
                  </a:cubicBezTo>
                  <a:cubicBezTo>
                    <a:pt x="3021" y="1329"/>
                    <a:pt x="3020" y="1328"/>
                    <a:pt x="3018" y="1327"/>
                  </a:cubicBezTo>
                  <a:cubicBezTo>
                    <a:pt x="3000" y="1324"/>
                    <a:pt x="3003" y="1341"/>
                    <a:pt x="3002" y="1352"/>
                  </a:cubicBezTo>
                  <a:cubicBezTo>
                    <a:pt x="3001" y="1357"/>
                    <a:pt x="3001" y="1362"/>
                    <a:pt x="3001" y="1368"/>
                  </a:cubicBezTo>
                  <a:cubicBezTo>
                    <a:pt x="3001" y="1386"/>
                    <a:pt x="3006" y="1404"/>
                    <a:pt x="3015" y="1419"/>
                  </a:cubicBezTo>
                  <a:moveTo>
                    <a:pt x="681" y="3104"/>
                  </a:moveTo>
                  <a:cubicBezTo>
                    <a:pt x="680" y="3102"/>
                    <a:pt x="681" y="3100"/>
                    <a:pt x="679" y="3098"/>
                  </a:cubicBezTo>
                  <a:cubicBezTo>
                    <a:pt x="677" y="3096"/>
                    <a:pt x="676" y="3095"/>
                    <a:pt x="673" y="3093"/>
                  </a:cubicBezTo>
                  <a:cubicBezTo>
                    <a:pt x="671" y="3091"/>
                    <a:pt x="668" y="3091"/>
                    <a:pt x="666" y="3091"/>
                  </a:cubicBezTo>
                  <a:cubicBezTo>
                    <a:pt x="665" y="3091"/>
                    <a:pt x="665" y="3091"/>
                    <a:pt x="665" y="3091"/>
                  </a:cubicBezTo>
                  <a:cubicBezTo>
                    <a:pt x="660" y="3091"/>
                    <a:pt x="656" y="3093"/>
                    <a:pt x="652" y="3095"/>
                  </a:cubicBezTo>
                  <a:cubicBezTo>
                    <a:pt x="647" y="3098"/>
                    <a:pt x="642" y="3102"/>
                    <a:pt x="639" y="3107"/>
                  </a:cubicBezTo>
                  <a:cubicBezTo>
                    <a:pt x="637" y="3111"/>
                    <a:pt x="636" y="3115"/>
                    <a:pt x="635" y="3119"/>
                  </a:cubicBezTo>
                  <a:cubicBezTo>
                    <a:pt x="635" y="3121"/>
                    <a:pt x="636" y="3123"/>
                    <a:pt x="637" y="3125"/>
                  </a:cubicBezTo>
                  <a:cubicBezTo>
                    <a:pt x="638" y="3127"/>
                    <a:pt x="641" y="3127"/>
                    <a:pt x="642" y="3129"/>
                  </a:cubicBezTo>
                  <a:cubicBezTo>
                    <a:pt x="643" y="3130"/>
                    <a:pt x="642" y="3130"/>
                    <a:pt x="642" y="3130"/>
                  </a:cubicBezTo>
                  <a:cubicBezTo>
                    <a:pt x="644" y="3130"/>
                    <a:pt x="645" y="3130"/>
                    <a:pt x="647" y="3130"/>
                  </a:cubicBezTo>
                  <a:cubicBezTo>
                    <a:pt x="653" y="3130"/>
                    <a:pt x="659" y="3128"/>
                    <a:pt x="664" y="3125"/>
                  </a:cubicBezTo>
                  <a:cubicBezTo>
                    <a:pt x="670" y="3122"/>
                    <a:pt x="674" y="3118"/>
                    <a:pt x="677" y="3113"/>
                  </a:cubicBezTo>
                  <a:cubicBezTo>
                    <a:pt x="679" y="3110"/>
                    <a:pt x="680" y="3107"/>
                    <a:pt x="681" y="3104"/>
                  </a:cubicBezTo>
                  <a:moveTo>
                    <a:pt x="949" y="2100"/>
                  </a:moveTo>
                  <a:cubicBezTo>
                    <a:pt x="945" y="2109"/>
                    <a:pt x="943" y="2118"/>
                    <a:pt x="943" y="2128"/>
                  </a:cubicBezTo>
                  <a:cubicBezTo>
                    <a:pt x="943" y="2135"/>
                    <a:pt x="944" y="2143"/>
                    <a:pt x="947" y="2150"/>
                  </a:cubicBezTo>
                  <a:cubicBezTo>
                    <a:pt x="950" y="2141"/>
                    <a:pt x="952" y="2132"/>
                    <a:pt x="952" y="2122"/>
                  </a:cubicBezTo>
                  <a:cubicBezTo>
                    <a:pt x="952" y="2115"/>
                    <a:pt x="951" y="2107"/>
                    <a:pt x="949" y="2100"/>
                  </a:cubicBezTo>
                  <a:moveTo>
                    <a:pt x="675" y="1676"/>
                  </a:moveTo>
                  <a:cubicBezTo>
                    <a:pt x="672" y="1673"/>
                    <a:pt x="668" y="1669"/>
                    <a:pt x="664" y="1668"/>
                  </a:cubicBezTo>
                  <a:cubicBezTo>
                    <a:pt x="661" y="1668"/>
                    <a:pt x="653" y="1671"/>
                    <a:pt x="653" y="1674"/>
                  </a:cubicBezTo>
                  <a:cubicBezTo>
                    <a:pt x="652" y="1683"/>
                    <a:pt x="658" y="1687"/>
                    <a:pt x="666" y="1685"/>
                  </a:cubicBezTo>
                  <a:cubicBezTo>
                    <a:pt x="670" y="1684"/>
                    <a:pt x="672" y="1679"/>
                    <a:pt x="675" y="1676"/>
                  </a:cubicBezTo>
                  <a:moveTo>
                    <a:pt x="408" y="2380"/>
                  </a:moveTo>
                  <a:cubicBezTo>
                    <a:pt x="408" y="2373"/>
                    <a:pt x="407" y="2370"/>
                    <a:pt x="404" y="2373"/>
                  </a:cubicBezTo>
                  <a:cubicBezTo>
                    <a:pt x="401" y="2376"/>
                    <a:pt x="404" y="2378"/>
                    <a:pt x="404" y="2380"/>
                  </a:cubicBezTo>
                  <a:cubicBezTo>
                    <a:pt x="404" y="2387"/>
                    <a:pt x="404" y="2390"/>
                    <a:pt x="408" y="2387"/>
                  </a:cubicBezTo>
                  <a:cubicBezTo>
                    <a:pt x="413" y="2384"/>
                    <a:pt x="408" y="2382"/>
                    <a:pt x="408" y="2380"/>
                  </a:cubicBezTo>
                  <a:moveTo>
                    <a:pt x="967" y="1905"/>
                  </a:moveTo>
                  <a:cubicBezTo>
                    <a:pt x="967" y="1903"/>
                    <a:pt x="967" y="1900"/>
                    <a:pt x="965" y="1899"/>
                  </a:cubicBezTo>
                  <a:cubicBezTo>
                    <a:pt x="963" y="1899"/>
                    <a:pt x="959" y="1901"/>
                    <a:pt x="960" y="1907"/>
                  </a:cubicBezTo>
                  <a:cubicBezTo>
                    <a:pt x="960" y="1909"/>
                    <a:pt x="960" y="1913"/>
                    <a:pt x="962" y="1913"/>
                  </a:cubicBezTo>
                  <a:cubicBezTo>
                    <a:pt x="966" y="1915"/>
                    <a:pt x="969" y="1912"/>
                    <a:pt x="968" y="1905"/>
                  </a:cubicBezTo>
                  <a:lnTo>
                    <a:pt x="967" y="1905"/>
                  </a:lnTo>
                  <a:moveTo>
                    <a:pt x="496" y="3176"/>
                  </a:moveTo>
                  <a:lnTo>
                    <a:pt x="484" y="3172"/>
                  </a:lnTo>
                  <a:cubicBezTo>
                    <a:pt x="484" y="3174"/>
                    <a:pt x="483" y="3178"/>
                    <a:pt x="484" y="3178"/>
                  </a:cubicBezTo>
                  <a:cubicBezTo>
                    <a:pt x="488" y="3180"/>
                    <a:pt x="492" y="3181"/>
                    <a:pt x="496" y="3182"/>
                  </a:cubicBezTo>
                  <a:lnTo>
                    <a:pt x="496" y="3176"/>
                  </a:lnTo>
                  <a:moveTo>
                    <a:pt x="340" y="2949"/>
                  </a:moveTo>
                  <a:lnTo>
                    <a:pt x="335" y="2951"/>
                  </a:lnTo>
                  <a:lnTo>
                    <a:pt x="340" y="2954"/>
                  </a:lnTo>
                  <a:lnTo>
                    <a:pt x="340" y="294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8"/>
            <p:cNvSpPr/>
            <p:nvPr/>
          </p:nvSpPr>
          <p:spPr>
            <a:xfrm>
              <a:off x="6687720" y="1150920"/>
              <a:ext cx="100800" cy="51120"/>
            </a:xfrm>
            <a:custGeom>
              <a:rect b="b" l="l" r="r" t="t"/>
              <a:pathLst>
                <a:path extrusionOk="0" h="142" w="280">
                  <a:moveTo>
                    <a:pt x="139" y="11"/>
                  </a:moveTo>
                  <a:cubicBezTo>
                    <a:pt x="146" y="11"/>
                    <a:pt x="153" y="10"/>
                    <a:pt x="161" y="10"/>
                  </a:cubicBezTo>
                  <a:cubicBezTo>
                    <a:pt x="168" y="10"/>
                    <a:pt x="176" y="11"/>
                    <a:pt x="184" y="11"/>
                  </a:cubicBezTo>
                  <a:cubicBezTo>
                    <a:pt x="210" y="14"/>
                    <a:pt x="242" y="0"/>
                    <a:pt x="261" y="24"/>
                  </a:cubicBezTo>
                  <a:cubicBezTo>
                    <a:pt x="279" y="49"/>
                    <a:pt x="254" y="71"/>
                    <a:pt x="253" y="96"/>
                  </a:cubicBezTo>
                  <a:cubicBezTo>
                    <a:pt x="251" y="136"/>
                    <a:pt x="243" y="141"/>
                    <a:pt x="208" y="136"/>
                  </a:cubicBezTo>
                  <a:cubicBezTo>
                    <a:pt x="180" y="130"/>
                    <a:pt x="151" y="127"/>
                    <a:pt x="123" y="127"/>
                  </a:cubicBezTo>
                  <a:cubicBezTo>
                    <a:pt x="87" y="127"/>
                    <a:pt x="50" y="132"/>
                    <a:pt x="16" y="141"/>
                  </a:cubicBezTo>
                  <a:cubicBezTo>
                    <a:pt x="15" y="141"/>
                    <a:pt x="14" y="141"/>
                    <a:pt x="14" y="141"/>
                  </a:cubicBezTo>
                  <a:cubicBezTo>
                    <a:pt x="11" y="141"/>
                    <a:pt x="8" y="141"/>
                    <a:pt x="6" y="139"/>
                  </a:cubicBezTo>
                  <a:cubicBezTo>
                    <a:pt x="5" y="138"/>
                    <a:pt x="4" y="138"/>
                    <a:pt x="3" y="137"/>
                  </a:cubicBezTo>
                  <a:cubicBezTo>
                    <a:pt x="2" y="136"/>
                    <a:pt x="2" y="136"/>
                    <a:pt x="2" y="135"/>
                  </a:cubicBezTo>
                  <a:cubicBezTo>
                    <a:pt x="1" y="133"/>
                    <a:pt x="0" y="131"/>
                    <a:pt x="0" y="128"/>
                  </a:cubicBezTo>
                  <a:cubicBezTo>
                    <a:pt x="0" y="127"/>
                    <a:pt x="0" y="125"/>
                    <a:pt x="1" y="123"/>
                  </a:cubicBezTo>
                  <a:cubicBezTo>
                    <a:pt x="5" y="119"/>
                    <a:pt x="8" y="114"/>
                    <a:pt x="11" y="109"/>
                  </a:cubicBezTo>
                  <a:cubicBezTo>
                    <a:pt x="19" y="95"/>
                    <a:pt x="23" y="80"/>
                    <a:pt x="23" y="64"/>
                  </a:cubicBezTo>
                  <a:cubicBezTo>
                    <a:pt x="23" y="56"/>
                    <a:pt x="22" y="48"/>
                    <a:pt x="20" y="40"/>
                  </a:cubicBezTo>
                  <a:cubicBezTo>
                    <a:pt x="15" y="17"/>
                    <a:pt x="29" y="5"/>
                    <a:pt x="56" y="5"/>
                  </a:cubicBezTo>
                  <a:cubicBezTo>
                    <a:pt x="82" y="6"/>
                    <a:pt x="111" y="8"/>
                    <a:pt x="139" y="9"/>
                  </a:cubicBezTo>
                  <a:lnTo>
                    <a:pt x="139" y="11"/>
                  </a:lnTo>
                  <a:moveTo>
                    <a:pt x="129" y="92"/>
                  </a:moveTo>
                  <a:cubicBezTo>
                    <a:pt x="150" y="89"/>
                    <a:pt x="173" y="87"/>
                    <a:pt x="194" y="82"/>
                  </a:cubicBezTo>
                  <a:cubicBezTo>
                    <a:pt x="195" y="82"/>
                    <a:pt x="195" y="82"/>
                    <a:pt x="195" y="82"/>
                  </a:cubicBezTo>
                  <a:cubicBezTo>
                    <a:pt x="199" y="80"/>
                    <a:pt x="201" y="77"/>
                    <a:pt x="203" y="74"/>
                  </a:cubicBezTo>
                  <a:cubicBezTo>
                    <a:pt x="205" y="71"/>
                    <a:pt x="206" y="69"/>
                    <a:pt x="206" y="66"/>
                  </a:cubicBezTo>
                  <a:cubicBezTo>
                    <a:pt x="206" y="64"/>
                    <a:pt x="205" y="62"/>
                    <a:pt x="204" y="60"/>
                  </a:cubicBezTo>
                  <a:cubicBezTo>
                    <a:pt x="202" y="56"/>
                    <a:pt x="199" y="54"/>
                    <a:pt x="196" y="52"/>
                  </a:cubicBezTo>
                  <a:cubicBezTo>
                    <a:pt x="195" y="51"/>
                    <a:pt x="194" y="51"/>
                    <a:pt x="193" y="50"/>
                  </a:cubicBezTo>
                  <a:cubicBezTo>
                    <a:pt x="182" y="47"/>
                    <a:pt x="170" y="45"/>
                    <a:pt x="158" y="45"/>
                  </a:cubicBezTo>
                  <a:cubicBezTo>
                    <a:pt x="138" y="45"/>
                    <a:pt x="118" y="50"/>
                    <a:pt x="101" y="60"/>
                  </a:cubicBezTo>
                  <a:cubicBezTo>
                    <a:pt x="98" y="62"/>
                    <a:pt x="96" y="63"/>
                    <a:pt x="93" y="65"/>
                  </a:cubicBezTo>
                  <a:cubicBezTo>
                    <a:pt x="93" y="66"/>
                    <a:pt x="92" y="66"/>
                    <a:pt x="91" y="67"/>
                  </a:cubicBezTo>
                  <a:cubicBezTo>
                    <a:pt x="90" y="70"/>
                    <a:pt x="89" y="72"/>
                    <a:pt x="89" y="75"/>
                  </a:cubicBezTo>
                  <a:cubicBezTo>
                    <a:pt x="89" y="76"/>
                    <a:pt x="89" y="77"/>
                    <a:pt x="90" y="78"/>
                  </a:cubicBezTo>
                  <a:cubicBezTo>
                    <a:pt x="90" y="79"/>
                    <a:pt x="90" y="81"/>
                    <a:pt x="91" y="82"/>
                  </a:cubicBezTo>
                  <a:cubicBezTo>
                    <a:pt x="93" y="84"/>
                    <a:pt x="95" y="85"/>
                    <a:pt x="97" y="87"/>
                  </a:cubicBezTo>
                  <a:cubicBezTo>
                    <a:pt x="98" y="88"/>
                    <a:pt x="98" y="88"/>
                    <a:pt x="99" y="88"/>
                  </a:cubicBezTo>
                  <a:cubicBezTo>
                    <a:pt x="109" y="90"/>
                    <a:pt x="119" y="91"/>
                    <a:pt x="129"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8"/>
            <p:cNvSpPr/>
            <p:nvPr/>
          </p:nvSpPr>
          <p:spPr>
            <a:xfrm>
              <a:off x="6871320" y="1351800"/>
              <a:ext cx="434160" cy="651600"/>
            </a:xfrm>
            <a:custGeom>
              <a:rect b="b" l="l" r="r" t="t"/>
              <a:pathLst>
                <a:path extrusionOk="0" h="1810" w="1206">
                  <a:moveTo>
                    <a:pt x="510" y="214"/>
                  </a:moveTo>
                  <a:cubicBezTo>
                    <a:pt x="503" y="209"/>
                    <a:pt x="496" y="205"/>
                    <a:pt x="488" y="200"/>
                  </a:cubicBezTo>
                  <a:cubicBezTo>
                    <a:pt x="462" y="185"/>
                    <a:pt x="432" y="174"/>
                    <a:pt x="402" y="171"/>
                  </a:cubicBezTo>
                  <a:cubicBezTo>
                    <a:pt x="348" y="162"/>
                    <a:pt x="293" y="147"/>
                    <a:pt x="238" y="162"/>
                  </a:cubicBezTo>
                  <a:cubicBezTo>
                    <a:pt x="235" y="163"/>
                    <a:pt x="231" y="163"/>
                    <a:pt x="228" y="163"/>
                  </a:cubicBezTo>
                  <a:cubicBezTo>
                    <a:pt x="224" y="163"/>
                    <a:pt x="220" y="163"/>
                    <a:pt x="217" y="162"/>
                  </a:cubicBezTo>
                  <a:cubicBezTo>
                    <a:pt x="216" y="161"/>
                    <a:pt x="216" y="161"/>
                    <a:pt x="216" y="161"/>
                  </a:cubicBezTo>
                  <a:cubicBezTo>
                    <a:pt x="211" y="158"/>
                    <a:pt x="207" y="154"/>
                    <a:pt x="204" y="149"/>
                  </a:cubicBezTo>
                  <a:cubicBezTo>
                    <a:pt x="204" y="148"/>
                    <a:pt x="203" y="147"/>
                    <a:pt x="203" y="146"/>
                  </a:cubicBezTo>
                  <a:cubicBezTo>
                    <a:pt x="202" y="145"/>
                    <a:pt x="202" y="143"/>
                    <a:pt x="202" y="141"/>
                  </a:cubicBezTo>
                  <a:cubicBezTo>
                    <a:pt x="202" y="139"/>
                    <a:pt x="202" y="136"/>
                    <a:pt x="204" y="134"/>
                  </a:cubicBezTo>
                  <a:cubicBezTo>
                    <a:pt x="206" y="132"/>
                    <a:pt x="207" y="131"/>
                    <a:pt x="209" y="129"/>
                  </a:cubicBezTo>
                  <a:cubicBezTo>
                    <a:pt x="210" y="128"/>
                    <a:pt x="210" y="128"/>
                    <a:pt x="211" y="128"/>
                  </a:cubicBezTo>
                  <a:cubicBezTo>
                    <a:pt x="229" y="119"/>
                    <a:pt x="249" y="115"/>
                    <a:pt x="269" y="115"/>
                  </a:cubicBezTo>
                  <a:cubicBezTo>
                    <a:pt x="274" y="115"/>
                    <a:pt x="279" y="115"/>
                    <a:pt x="284" y="116"/>
                  </a:cubicBezTo>
                  <a:cubicBezTo>
                    <a:pt x="347" y="118"/>
                    <a:pt x="409" y="131"/>
                    <a:pt x="467" y="153"/>
                  </a:cubicBezTo>
                  <a:cubicBezTo>
                    <a:pt x="483" y="160"/>
                    <a:pt x="499" y="167"/>
                    <a:pt x="516" y="172"/>
                  </a:cubicBezTo>
                  <a:cubicBezTo>
                    <a:pt x="522" y="174"/>
                    <a:pt x="527" y="175"/>
                    <a:pt x="534" y="175"/>
                  </a:cubicBezTo>
                  <a:cubicBezTo>
                    <a:pt x="540" y="175"/>
                    <a:pt x="547" y="174"/>
                    <a:pt x="552" y="172"/>
                  </a:cubicBezTo>
                  <a:cubicBezTo>
                    <a:pt x="596" y="141"/>
                    <a:pt x="647" y="117"/>
                    <a:pt x="683" y="72"/>
                  </a:cubicBezTo>
                  <a:cubicBezTo>
                    <a:pt x="680" y="70"/>
                    <a:pt x="677" y="69"/>
                    <a:pt x="674" y="67"/>
                  </a:cubicBezTo>
                  <a:cubicBezTo>
                    <a:pt x="660" y="59"/>
                    <a:pt x="644" y="54"/>
                    <a:pt x="628" y="54"/>
                  </a:cubicBezTo>
                  <a:cubicBezTo>
                    <a:pt x="627" y="54"/>
                    <a:pt x="625" y="54"/>
                    <a:pt x="624" y="54"/>
                  </a:cubicBezTo>
                  <a:cubicBezTo>
                    <a:pt x="585" y="49"/>
                    <a:pt x="545" y="45"/>
                    <a:pt x="505" y="40"/>
                  </a:cubicBezTo>
                  <a:cubicBezTo>
                    <a:pt x="492" y="39"/>
                    <a:pt x="480" y="32"/>
                    <a:pt x="483" y="16"/>
                  </a:cubicBezTo>
                  <a:cubicBezTo>
                    <a:pt x="485" y="0"/>
                    <a:pt x="496" y="2"/>
                    <a:pt x="505" y="1"/>
                  </a:cubicBezTo>
                  <a:cubicBezTo>
                    <a:pt x="509" y="1"/>
                    <a:pt x="512" y="1"/>
                    <a:pt x="516" y="1"/>
                  </a:cubicBezTo>
                  <a:cubicBezTo>
                    <a:pt x="563" y="1"/>
                    <a:pt x="609" y="9"/>
                    <a:pt x="653" y="23"/>
                  </a:cubicBezTo>
                  <a:cubicBezTo>
                    <a:pt x="733" y="46"/>
                    <a:pt x="815" y="60"/>
                    <a:pt x="898" y="63"/>
                  </a:cubicBezTo>
                  <a:cubicBezTo>
                    <a:pt x="989" y="70"/>
                    <a:pt x="1046" y="115"/>
                    <a:pt x="1070" y="203"/>
                  </a:cubicBezTo>
                  <a:cubicBezTo>
                    <a:pt x="1080" y="240"/>
                    <a:pt x="1089" y="276"/>
                    <a:pt x="1120" y="302"/>
                  </a:cubicBezTo>
                  <a:cubicBezTo>
                    <a:pt x="1125" y="306"/>
                    <a:pt x="1129" y="311"/>
                    <a:pt x="1132" y="316"/>
                  </a:cubicBezTo>
                  <a:cubicBezTo>
                    <a:pt x="1136" y="324"/>
                    <a:pt x="1139" y="332"/>
                    <a:pt x="1140" y="341"/>
                  </a:cubicBezTo>
                  <a:cubicBezTo>
                    <a:pt x="1160" y="452"/>
                    <a:pt x="1185" y="562"/>
                    <a:pt x="1200" y="674"/>
                  </a:cubicBezTo>
                  <a:cubicBezTo>
                    <a:pt x="1203" y="708"/>
                    <a:pt x="1205" y="743"/>
                    <a:pt x="1205" y="778"/>
                  </a:cubicBezTo>
                  <a:cubicBezTo>
                    <a:pt x="1205" y="859"/>
                    <a:pt x="1195" y="939"/>
                    <a:pt x="1176" y="1017"/>
                  </a:cubicBezTo>
                  <a:cubicBezTo>
                    <a:pt x="1155" y="1105"/>
                    <a:pt x="1129" y="1192"/>
                    <a:pt x="1098" y="1276"/>
                  </a:cubicBezTo>
                  <a:cubicBezTo>
                    <a:pt x="1065" y="1368"/>
                    <a:pt x="1026" y="1457"/>
                    <a:pt x="987" y="1547"/>
                  </a:cubicBezTo>
                  <a:cubicBezTo>
                    <a:pt x="980" y="1564"/>
                    <a:pt x="973" y="1580"/>
                    <a:pt x="964" y="1595"/>
                  </a:cubicBezTo>
                  <a:cubicBezTo>
                    <a:pt x="934" y="1647"/>
                    <a:pt x="892" y="1692"/>
                    <a:pt x="842" y="1725"/>
                  </a:cubicBezTo>
                  <a:cubicBezTo>
                    <a:pt x="824" y="1736"/>
                    <a:pt x="809" y="1746"/>
                    <a:pt x="823" y="1773"/>
                  </a:cubicBezTo>
                  <a:lnTo>
                    <a:pt x="823" y="1774"/>
                  </a:lnTo>
                  <a:cubicBezTo>
                    <a:pt x="824" y="1775"/>
                    <a:pt x="825" y="1777"/>
                    <a:pt x="825" y="1779"/>
                  </a:cubicBezTo>
                  <a:cubicBezTo>
                    <a:pt x="825" y="1781"/>
                    <a:pt x="824" y="1783"/>
                    <a:pt x="823" y="1785"/>
                  </a:cubicBezTo>
                  <a:cubicBezTo>
                    <a:pt x="822" y="1787"/>
                    <a:pt x="821" y="1789"/>
                    <a:pt x="819" y="1790"/>
                  </a:cubicBezTo>
                  <a:cubicBezTo>
                    <a:pt x="817" y="1791"/>
                    <a:pt x="815" y="1791"/>
                    <a:pt x="813" y="1791"/>
                  </a:cubicBezTo>
                  <a:cubicBezTo>
                    <a:pt x="812" y="1791"/>
                    <a:pt x="810" y="1791"/>
                    <a:pt x="809" y="1790"/>
                  </a:cubicBezTo>
                  <a:cubicBezTo>
                    <a:pt x="796" y="1785"/>
                    <a:pt x="783" y="1783"/>
                    <a:pt x="769" y="1783"/>
                  </a:cubicBezTo>
                  <a:cubicBezTo>
                    <a:pt x="750" y="1783"/>
                    <a:pt x="731" y="1788"/>
                    <a:pt x="714" y="1797"/>
                  </a:cubicBezTo>
                  <a:cubicBezTo>
                    <a:pt x="697" y="1805"/>
                    <a:pt x="679" y="1809"/>
                    <a:pt x="660" y="1809"/>
                  </a:cubicBezTo>
                  <a:cubicBezTo>
                    <a:pt x="653" y="1809"/>
                    <a:pt x="647" y="1808"/>
                    <a:pt x="641" y="1808"/>
                  </a:cubicBezTo>
                  <a:cubicBezTo>
                    <a:pt x="603" y="1804"/>
                    <a:pt x="566" y="1799"/>
                    <a:pt x="529" y="1793"/>
                  </a:cubicBezTo>
                  <a:cubicBezTo>
                    <a:pt x="509" y="1789"/>
                    <a:pt x="489" y="1782"/>
                    <a:pt x="471" y="1772"/>
                  </a:cubicBezTo>
                  <a:cubicBezTo>
                    <a:pt x="448" y="1758"/>
                    <a:pt x="428" y="1739"/>
                    <a:pt x="413" y="1717"/>
                  </a:cubicBezTo>
                  <a:cubicBezTo>
                    <a:pt x="394" y="1690"/>
                    <a:pt x="376" y="1662"/>
                    <a:pt x="360" y="1634"/>
                  </a:cubicBezTo>
                  <a:cubicBezTo>
                    <a:pt x="349" y="1614"/>
                    <a:pt x="338" y="1595"/>
                    <a:pt x="328" y="1575"/>
                  </a:cubicBezTo>
                  <a:cubicBezTo>
                    <a:pt x="310" y="1535"/>
                    <a:pt x="300" y="1532"/>
                    <a:pt x="257" y="1550"/>
                  </a:cubicBezTo>
                  <a:cubicBezTo>
                    <a:pt x="213" y="1568"/>
                    <a:pt x="175" y="1586"/>
                    <a:pt x="134" y="1604"/>
                  </a:cubicBezTo>
                  <a:cubicBezTo>
                    <a:pt x="125" y="1607"/>
                    <a:pt x="115" y="1609"/>
                    <a:pt x="105" y="1609"/>
                  </a:cubicBezTo>
                  <a:cubicBezTo>
                    <a:pt x="104" y="1609"/>
                    <a:pt x="102" y="1608"/>
                    <a:pt x="101" y="1607"/>
                  </a:cubicBezTo>
                  <a:cubicBezTo>
                    <a:pt x="98" y="1605"/>
                    <a:pt x="96" y="1604"/>
                    <a:pt x="95" y="1602"/>
                  </a:cubicBezTo>
                  <a:cubicBezTo>
                    <a:pt x="94" y="1599"/>
                    <a:pt x="93" y="1597"/>
                    <a:pt x="93" y="1594"/>
                  </a:cubicBezTo>
                  <a:cubicBezTo>
                    <a:pt x="93" y="1592"/>
                    <a:pt x="93" y="1590"/>
                    <a:pt x="94" y="1588"/>
                  </a:cubicBezTo>
                  <a:cubicBezTo>
                    <a:pt x="100" y="1580"/>
                    <a:pt x="108" y="1573"/>
                    <a:pt x="116" y="1568"/>
                  </a:cubicBezTo>
                  <a:cubicBezTo>
                    <a:pt x="149" y="1550"/>
                    <a:pt x="184" y="1535"/>
                    <a:pt x="220" y="1525"/>
                  </a:cubicBezTo>
                  <a:cubicBezTo>
                    <a:pt x="235" y="1521"/>
                    <a:pt x="250" y="1518"/>
                    <a:pt x="264" y="1513"/>
                  </a:cubicBezTo>
                  <a:cubicBezTo>
                    <a:pt x="290" y="1505"/>
                    <a:pt x="296" y="1495"/>
                    <a:pt x="293" y="1470"/>
                  </a:cubicBezTo>
                  <a:cubicBezTo>
                    <a:pt x="287" y="1420"/>
                    <a:pt x="281" y="1371"/>
                    <a:pt x="273" y="1321"/>
                  </a:cubicBezTo>
                  <a:cubicBezTo>
                    <a:pt x="273" y="1317"/>
                    <a:pt x="271" y="1313"/>
                    <a:pt x="269" y="1309"/>
                  </a:cubicBezTo>
                  <a:cubicBezTo>
                    <a:pt x="266" y="1304"/>
                    <a:pt x="263" y="1300"/>
                    <a:pt x="258" y="1297"/>
                  </a:cubicBezTo>
                  <a:cubicBezTo>
                    <a:pt x="253" y="1294"/>
                    <a:pt x="247" y="1293"/>
                    <a:pt x="241" y="1293"/>
                  </a:cubicBezTo>
                  <a:cubicBezTo>
                    <a:pt x="239" y="1293"/>
                    <a:pt x="237" y="1293"/>
                    <a:pt x="235" y="1294"/>
                  </a:cubicBezTo>
                  <a:cubicBezTo>
                    <a:pt x="210" y="1296"/>
                    <a:pt x="185" y="1303"/>
                    <a:pt x="163" y="1316"/>
                  </a:cubicBezTo>
                  <a:cubicBezTo>
                    <a:pt x="161" y="1317"/>
                    <a:pt x="159" y="1318"/>
                    <a:pt x="158" y="1319"/>
                  </a:cubicBezTo>
                  <a:cubicBezTo>
                    <a:pt x="119" y="1343"/>
                    <a:pt x="80" y="1365"/>
                    <a:pt x="41" y="1388"/>
                  </a:cubicBezTo>
                  <a:cubicBezTo>
                    <a:pt x="32" y="1393"/>
                    <a:pt x="23" y="1396"/>
                    <a:pt x="13" y="1397"/>
                  </a:cubicBezTo>
                  <a:cubicBezTo>
                    <a:pt x="10" y="1397"/>
                    <a:pt x="4" y="1394"/>
                    <a:pt x="2" y="1390"/>
                  </a:cubicBezTo>
                  <a:cubicBezTo>
                    <a:pt x="1" y="1388"/>
                    <a:pt x="0" y="1385"/>
                    <a:pt x="0" y="1383"/>
                  </a:cubicBezTo>
                  <a:cubicBezTo>
                    <a:pt x="0" y="1380"/>
                    <a:pt x="1" y="1378"/>
                    <a:pt x="2" y="1376"/>
                  </a:cubicBezTo>
                  <a:cubicBezTo>
                    <a:pt x="2" y="1375"/>
                    <a:pt x="3" y="1374"/>
                    <a:pt x="3" y="1373"/>
                  </a:cubicBezTo>
                  <a:cubicBezTo>
                    <a:pt x="6" y="1368"/>
                    <a:pt x="11" y="1363"/>
                    <a:pt x="16" y="1359"/>
                  </a:cubicBezTo>
                  <a:cubicBezTo>
                    <a:pt x="87" y="1317"/>
                    <a:pt x="156" y="1270"/>
                    <a:pt x="242" y="1264"/>
                  </a:cubicBezTo>
                  <a:cubicBezTo>
                    <a:pt x="247" y="1264"/>
                    <a:pt x="252" y="1262"/>
                    <a:pt x="257" y="1260"/>
                  </a:cubicBezTo>
                  <a:cubicBezTo>
                    <a:pt x="261" y="1257"/>
                    <a:pt x="264" y="1254"/>
                    <a:pt x="267" y="1250"/>
                  </a:cubicBezTo>
                  <a:cubicBezTo>
                    <a:pt x="269" y="1245"/>
                    <a:pt x="271" y="1241"/>
                    <a:pt x="271" y="1235"/>
                  </a:cubicBezTo>
                  <a:cubicBezTo>
                    <a:pt x="272" y="1225"/>
                    <a:pt x="272" y="1215"/>
                    <a:pt x="272" y="1205"/>
                  </a:cubicBezTo>
                  <a:cubicBezTo>
                    <a:pt x="272" y="1195"/>
                    <a:pt x="272" y="1185"/>
                    <a:pt x="271" y="1175"/>
                  </a:cubicBezTo>
                  <a:cubicBezTo>
                    <a:pt x="265" y="1123"/>
                    <a:pt x="260" y="1070"/>
                    <a:pt x="252" y="1018"/>
                  </a:cubicBezTo>
                  <a:cubicBezTo>
                    <a:pt x="248" y="1002"/>
                    <a:pt x="247" y="985"/>
                    <a:pt x="247" y="968"/>
                  </a:cubicBezTo>
                  <a:cubicBezTo>
                    <a:pt x="247" y="943"/>
                    <a:pt x="251" y="917"/>
                    <a:pt x="258" y="892"/>
                  </a:cubicBezTo>
                  <a:cubicBezTo>
                    <a:pt x="266" y="866"/>
                    <a:pt x="270" y="838"/>
                    <a:pt x="270" y="811"/>
                  </a:cubicBezTo>
                  <a:cubicBezTo>
                    <a:pt x="275" y="738"/>
                    <a:pt x="284" y="666"/>
                    <a:pt x="300" y="595"/>
                  </a:cubicBezTo>
                  <a:cubicBezTo>
                    <a:pt x="307" y="566"/>
                    <a:pt x="317" y="537"/>
                    <a:pt x="330" y="510"/>
                  </a:cubicBezTo>
                  <a:cubicBezTo>
                    <a:pt x="336" y="494"/>
                    <a:pt x="345" y="478"/>
                    <a:pt x="353" y="463"/>
                  </a:cubicBezTo>
                  <a:cubicBezTo>
                    <a:pt x="405" y="362"/>
                    <a:pt x="394" y="379"/>
                    <a:pt x="300" y="364"/>
                  </a:cubicBezTo>
                  <a:cubicBezTo>
                    <a:pt x="283" y="362"/>
                    <a:pt x="266" y="360"/>
                    <a:pt x="248" y="360"/>
                  </a:cubicBezTo>
                  <a:cubicBezTo>
                    <a:pt x="218" y="360"/>
                    <a:pt x="187" y="365"/>
                    <a:pt x="158" y="373"/>
                  </a:cubicBezTo>
                  <a:cubicBezTo>
                    <a:pt x="146" y="377"/>
                    <a:pt x="134" y="380"/>
                    <a:pt x="121" y="382"/>
                  </a:cubicBezTo>
                  <a:cubicBezTo>
                    <a:pt x="120" y="382"/>
                    <a:pt x="119" y="382"/>
                    <a:pt x="117" y="382"/>
                  </a:cubicBezTo>
                  <a:cubicBezTo>
                    <a:pt x="114" y="382"/>
                    <a:pt x="111" y="381"/>
                    <a:pt x="108" y="380"/>
                  </a:cubicBezTo>
                  <a:cubicBezTo>
                    <a:pt x="105" y="378"/>
                    <a:pt x="102" y="375"/>
                    <a:pt x="100" y="372"/>
                  </a:cubicBezTo>
                  <a:cubicBezTo>
                    <a:pt x="99" y="371"/>
                    <a:pt x="99" y="369"/>
                    <a:pt x="98" y="367"/>
                  </a:cubicBezTo>
                  <a:cubicBezTo>
                    <a:pt x="98" y="366"/>
                    <a:pt x="98" y="364"/>
                    <a:pt x="98" y="362"/>
                  </a:cubicBezTo>
                  <a:cubicBezTo>
                    <a:pt x="98" y="359"/>
                    <a:pt x="99" y="355"/>
                    <a:pt x="101" y="352"/>
                  </a:cubicBezTo>
                  <a:cubicBezTo>
                    <a:pt x="103" y="348"/>
                    <a:pt x="105" y="347"/>
                    <a:pt x="109" y="344"/>
                  </a:cubicBezTo>
                  <a:cubicBezTo>
                    <a:pt x="110" y="343"/>
                    <a:pt x="110" y="343"/>
                    <a:pt x="111" y="342"/>
                  </a:cubicBezTo>
                  <a:cubicBezTo>
                    <a:pt x="129" y="334"/>
                    <a:pt x="148" y="327"/>
                    <a:pt x="167" y="322"/>
                  </a:cubicBezTo>
                  <a:cubicBezTo>
                    <a:pt x="194" y="314"/>
                    <a:pt x="222" y="310"/>
                    <a:pt x="250" y="310"/>
                  </a:cubicBezTo>
                  <a:cubicBezTo>
                    <a:pt x="275" y="310"/>
                    <a:pt x="299" y="313"/>
                    <a:pt x="324" y="319"/>
                  </a:cubicBezTo>
                  <a:cubicBezTo>
                    <a:pt x="391" y="341"/>
                    <a:pt x="440" y="327"/>
                    <a:pt x="477" y="267"/>
                  </a:cubicBezTo>
                  <a:cubicBezTo>
                    <a:pt x="486" y="248"/>
                    <a:pt x="506" y="238"/>
                    <a:pt x="510" y="214"/>
                  </a:cubicBezTo>
                  <a:moveTo>
                    <a:pt x="467" y="890"/>
                  </a:moveTo>
                  <a:lnTo>
                    <a:pt x="467" y="888"/>
                  </a:lnTo>
                  <a:cubicBezTo>
                    <a:pt x="485" y="910"/>
                    <a:pt x="504" y="929"/>
                    <a:pt x="520" y="951"/>
                  </a:cubicBezTo>
                  <a:cubicBezTo>
                    <a:pt x="522" y="953"/>
                    <a:pt x="524" y="956"/>
                    <a:pt x="526" y="959"/>
                  </a:cubicBezTo>
                  <a:cubicBezTo>
                    <a:pt x="529" y="963"/>
                    <a:pt x="530" y="969"/>
                    <a:pt x="530" y="974"/>
                  </a:cubicBezTo>
                  <a:cubicBezTo>
                    <a:pt x="530" y="979"/>
                    <a:pt x="529" y="985"/>
                    <a:pt x="526" y="989"/>
                  </a:cubicBezTo>
                  <a:cubicBezTo>
                    <a:pt x="525" y="990"/>
                    <a:pt x="525" y="991"/>
                    <a:pt x="524" y="992"/>
                  </a:cubicBezTo>
                  <a:cubicBezTo>
                    <a:pt x="502" y="1018"/>
                    <a:pt x="514" y="1044"/>
                    <a:pt x="522" y="1071"/>
                  </a:cubicBezTo>
                  <a:cubicBezTo>
                    <a:pt x="524" y="1077"/>
                    <a:pt x="526" y="1088"/>
                    <a:pt x="535" y="1084"/>
                  </a:cubicBezTo>
                  <a:cubicBezTo>
                    <a:pt x="540" y="1082"/>
                    <a:pt x="542" y="1072"/>
                    <a:pt x="549" y="1062"/>
                  </a:cubicBezTo>
                  <a:cubicBezTo>
                    <a:pt x="552" y="1081"/>
                    <a:pt x="554" y="1100"/>
                    <a:pt x="554" y="1120"/>
                  </a:cubicBezTo>
                  <a:cubicBezTo>
                    <a:pt x="554" y="1159"/>
                    <a:pt x="546" y="1197"/>
                    <a:pt x="531" y="1234"/>
                  </a:cubicBezTo>
                  <a:cubicBezTo>
                    <a:pt x="521" y="1256"/>
                    <a:pt x="510" y="1278"/>
                    <a:pt x="497" y="1300"/>
                  </a:cubicBezTo>
                  <a:cubicBezTo>
                    <a:pt x="484" y="1322"/>
                    <a:pt x="471" y="1343"/>
                    <a:pt x="456" y="1364"/>
                  </a:cubicBezTo>
                  <a:cubicBezTo>
                    <a:pt x="430" y="1401"/>
                    <a:pt x="408" y="1441"/>
                    <a:pt x="357" y="1449"/>
                  </a:cubicBezTo>
                  <a:cubicBezTo>
                    <a:pt x="346" y="1451"/>
                    <a:pt x="345" y="1464"/>
                    <a:pt x="348" y="1474"/>
                  </a:cubicBezTo>
                  <a:cubicBezTo>
                    <a:pt x="352" y="1490"/>
                    <a:pt x="367" y="1496"/>
                    <a:pt x="375" y="1509"/>
                  </a:cubicBezTo>
                  <a:cubicBezTo>
                    <a:pt x="382" y="1521"/>
                    <a:pt x="360" y="1533"/>
                    <a:pt x="365" y="1548"/>
                  </a:cubicBezTo>
                  <a:cubicBezTo>
                    <a:pt x="366" y="1556"/>
                    <a:pt x="369" y="1563"/>
                    <a:pt x="372" y="1570"/>
                  </a:cubicBezTo>
                  <a:cubicBezTo>
                    <a:pt x="376" y="1577"/>
                    <a:pt x="379" y="1584"/>
                    <a:pt x="384" y="1591"/>
                  </a:cubicBezTo>
                  <a:cubicBezTo>
                    <a:pt x="402" y="1623"/>
                    <a:pt x="424" y="1653"/>
                    <a:pt x="448" y="1681"/>
                  </a:cubicBezTo>
                  <a:cubicBezTo>
                    <a:pt x="458" y="1692"/>
                    <a:pt x="470" y="1702"/>
                    <a:pt x="482" y="1709"/>
                  </a:cubicBezTo>
                  <a:cubicBezTo>
                    <a:pt x="483" y="1710"/>
                    <a:pt x="484" y="1710"/>
                    <a:pt x="485" y="1711"/>
                  </a:cubicBezTo>
                  <a:cubicBezTo>
                    <a:pt x="492" y="1715"/>
                    <a:pt x="500" y="1717"/>
                    <a:pt x="508" y="1717"/>
                  </a:cubicBezTo>
                  <a:cubicBezTo>
                    <a:pt x="516" y="1717"/>
                    <a:pt x="525" y="1715"/>
                    <a:pt x="532" y="1711"/>
                  </a:cubicBezTo>
                  <a:cubicBezTo>
                    <a:pt x="534" y="1709"/>
                    <a:pt x="536" y="1708"/>
                    <a:pt x="538" y="1706"/>
                  </a:cubicBezTo>
                  <a:cubicBezTo>
                    <a:pt x="613" y="1653"/>
                    <a:pt x="678" y="1593"/>
                    <a:pt x="703" y="1499"/>
                  </a:cubicBezTo>
                  <a:cubicBezTo>
                    <a:pt x="707" y="1485"/>
                    <a:pt x="717" y="1473"/>
                    <a:pt x="722" y="1459"/>
                  </a:cubicBezTo>
                  <a:cubicBezTo>
                    <a:pt x="745" y="1389"/>
                    <a:pt x="792" y="1324"/>
                    <a:pt x="771" y="1244"/>
                  </a:cubicBezTo>
                  <a:cubicBezTo>
                    <a:pt x="780" y="1162"/>
                    <a:pt x="785" y="1079"/>
                    <a:pt x="799" y="998"/>
                  </a:cubicBezTo>
                  <a:cubicBezTo>
                    <a:pt x="811" y="936"/>
                    <a:pt x="817" y="873"/>
                    <a:pt x="817" y="810"/>
                  </a:cubicBezTo>
                  <a:cubicBezTo>
                    <a:pt x="817" y="788"/>
                    <a:pt x="817" y="766"/>
                    <a:pt x="815" y="744"/>
                  </a:cubicBezTo>
                  <a:cubicBezTo>
                    <a:pt x="808" y="675"/>
                    <a:pt x="787" y="609"/>
                    <a:pt x="752" y="549"/>
                  </a:cubicBezTo>
                  <a:cubicBezTo>
                    <a:pt x="749" y="544"/>
                    <a:pt x="746" y="539"/>
                    <a:pt x="743" y="534"/>
                  </a:cubicBezTo>
                  <a:cubicBezTo>
                    <a:pt x="743" y="533"/>
                    <a:pt x="742" y="532"/>
                    <a:pt x="742" y="531"/>
                  </a:cubicBezTo>
                  <a:cubicBezTo>
                    <a:pt x="725" y="502"/>
                    <a:pt x="701" y="479"/>
                    <a:pt x="673" y="462"/>
                  </a:cubicBezTo>
                  <a:cubicBezTo>
                    <a:pt x="671" y="461"/>
                    <a:pt x="670" y="461"/>
                    <a:pt x="669" y="460"/>
                  </a:cubicBezTo>
                  <a:cubicBezTo>
                    <a:pt x="605" y="425"/>
                    <a:pt x="532" y="407"/>
                    <a:pt x="459" y="407"/>
                  </a:cubicBezTo>
                  <a:cubicBezTo>
                    <a:pt x="456" y="407"/>
                    <a:pt x="454" y="407"/>
                    <a:pt x="452" y="407"/>
                  </a:cubicBezTo>
                  <a:cubicBezTo>
                    <a:pt x="451" y="407"/>
                    <a:pt x="451" y="407"/>
                    <a:pt x="450" y="407"/>
                  </a:cubicBezTo>
                  <a:cubicBezTo>
                    <a:pt x="442" y="407"/>
                    <a:pt x="434" y="409"/>
                    <a:pt x="427" y="413"/>
                  </a:cubicBezTo>
                  <a:cubicBezTo>
                    <a:pt x="419" y="417"/>
                    <a:pt x="413" y="423"/>
                    <a:pt x="409" y="431"/>
                  </a:cubicBezTo>
                  <a:cubicBezTo>
                    <a:pt x="409" y="431"/>
                    <a:pt x="409" y="432"/>
                    <a:pt x="408" y="432"/>
                  </a:cubicBezTo>
                  <a:cubicBezTo>
                    <a:pt x="339" y="545"/>
                    <a:pt x="320" y="670"/>
                    <a:pt x="316" y="799"/>
                  </a:cubicBezTo>
                  <a:cubicBezTo>
                    <a:pt x="316" y="800"/>
                    <a:pt x="316" y="801"/>
                    <a:pt x="316" y="803"/>
                  </a:cubicBezTo>
                  <a:cubicBezTo>
                    <a:pt x="316" y="811"/>
                    <a:pt x="318" y="818"/>
                    <a:pt x="322" y="825"/>
                  </a:cubicBezTo>
                  <a:cubicBezTo>
                    <a:pt x="326" y="832"/>
                    <a:pt x="332" y="838"/>
                    <a:pt x="338" y="842"/>
                  </a:cubicBezTo>
                  <a:cubicBezTo>
                    <a:pt x="343" y="845"/>
                    <a:pt x="348" y="846"/>
                    <a:pt x="353" y="847"/>
                  </a:cubicBezTo>
                  <a:cubicBezTo>
                    <a:pt x="393" y="859"/>
                    <a:pt x="429" y="875"/>
                    <a:pt x="467" y="890"/>
                  </a:cubicBezTo>
                  <a:moveTo>
                    <a:pt x="886" y="871"/>
                  </a:moveTo>
                  <a:cubicBezTo>
                    <a:pt x="876" y="865"/>
                    <a:pt x="859" y="853"/>
                    <a:pt x="862" y="876"/>
                  </a:cubicBezTo>
                  <a:cubicBezTo>
                    <a:pt x="863" y="893"/>
                    <a:pt x="863" y="910"/>
                    <a:pt x="863" y="927"/>
                  </a:cubicBezTo>
                  <a:cubicBezTo>
                    <a:pt x="863" y="960"/>
                    <a:pt x="861" y="993"/>
                    <a:pt x="858" y="1026"/>
                  </a:cubicBezTo>
                  <a:cubicBezTo>
                    <a:pt x="851" y="1172"/>
                    <a:pt x="821" y="1315"/>
                    <a:pt x="769" y="1451"/>
                  </a:cubicBezTo>
                  <a:cubicBezTo>
                    <a:pt x="754" y="1488"/>
                    <a:pt x="736" y="1524"/>
                    <a:pt x="721" y="1561"/>
                  </a:cubicBezTo>
                  <a:cubicBezTo>
                    <a:pt x="716" y="1575"/>
                    <a:pt x="710" y="1589"/>
                    <a:pt x="703" y="1601"/>
                  </a:cubicBezTo>
                  <a:cubicBezTo>
                    <a:pt x="682" y="1638"/>
                    <a:pt x="652" y="1668"/>
                    <a:pt x="615" y="1689"/>
                  </a:cubicBezTo>
                  <a:cubicBezTo>
                    <a:pt x="614" y="1689"/>
                    <a:pt x="613" y="1690"/>
                    <a:pt x="612" y="1690"/>
                  </a:cubicBezTo>
                  <a:cubicBezTo>
                    <a:pt x="593" y="1701"/>
                    <a:pt x="565" y="1712"/>
                    <a:pt x="572" y="1738"/>
                  </a:cubicBezTo>
                  <a:cubicBezTo>
                    <a:pt x="577" y="1756"/>
                    <a:pt x="606" y="1755"/>
                    <a:pt x="625" y="1757"/>
                  </a:cubicBezTo>
                  <a:cubicBezTo>
                    <a:pt x="635" y="1758"/>
                    <a:pt x="645" y="1759"/>
                    <a:pt x="655" y="1759"/>
                  </a:cubicBezTo>
                  <a:cubicBezTo>
                    <a:pt x="665" y="1759"/>
                    <a:pt x="675" y="1758"/>
                    <a:pt x="685" y="1757"/>
                  </a:cubicBezTo>
                  <a:cubicBezTo>
                    <a:pt x="721" y="1753"/>
                    <a:pt x="730" y="1741"/>
                    <a:pt x="732" y="1703"/>
                  </a:cubicBezTo>
                  <a:cubicBezTo>
                    <a:pt x="732" y="1685"/>
                    <a:pt x="733" y="1668"/>
                    <a:pt x="735" y="1651"/>
                  </a:cubicBezTo>
                  <a:cubicBezTo>
                    <a:pt x="735" y="1647"/>
                    <a:pt x="741" y="1643"/>
                    <a:pt x="745" y="1641"/>
                  </a:cubicBezTo>
                  <a:cubicBezTo>
                    <a:pt x="747" y="1640"/>
                    <a:pt x="749" y="1639"/>
                    <a:pt x="751" y="1639"/>
                  </a:cubicBezTo>
                  <a:cubicBezTo>
                    <a:pt x="753" y="1639"/>
                    <a:pt x="756" y="1640"/>
                    <a:pt x="758" y="1641"/>
                  </a:cubicBezTo>
                  <a:cubicBezTo>
                    <a:pt x="760" y="1642"/>
                    <a:pt x="761" y="1644"/>
                    <a:pt x="763" y="1646"/>
                  </a:cubicBezTo>
                  <a:cubicBezTo>
                    <a:pt x="764" y="1647"/>
                    <a:pt x="763" y="1647"/>
                    <a:pt x="764" y="1648"/>
                  </a:cubicBezTo>
                  <a:cubicBezTo>
                    <a:pt x="766" y="1655"/>
                    <a:pt x="768" y="1663"/>
                    <a:pt x="769" y="1670"/>
                  </a:cubicBezTo>
                  <a:cubicBezTo>
                    <a:pt x="778" y="1697"/>
                    <a:pt x="789" y="1701"/>
                    <a:pt x="813" y="1686"/>
                  </a:cubicBezTo>
                  <a:cubicBezTo>
                    <a:pt x="829" y="1674"/>
                    <a:pt x="845" y="1661"/>
                    <a:pt x="859" y="1647"/>
                  </a:cubicBezTo>
                  <a:cubicBezTo>
                    <a:pt x="862" y="1645"/>
                    <a:pt x="865" y="1642"/>
                    <a:pt x="867" y="1638"/>
                  </a:cubicBezTo>
                  <a:cubicBezTo>
                    <a:pt x="870" y="1634"/>
                    <a:pt x="871" y="1629"/>
                    <a:pt x="871" y="1625"/>
                  </a:cubicBezTo>
                  <a:cubicBezTo>
                    <a:pt x="871" y="1620"/>
                    <a:pt x="870" y="1615"/>
                    <a:pt x="867" y="1611"/>
                  </a:cubicBezTo>
                  <a:cubicBezTo>
                    <a:pt x="865" y="1607"/>
                    <a:pt x="862" y="1604"/>
                    <a:pt x="859" y="1602"/>
                  </a:cubicBezTo>
                  <a:cubicBezTo>
                    <a:pt x="848" y="1592"/>
                    <a:pt x="834" y="1585"/>
                    <a:pt x="823" y="1574"/>
                  </a:cubicBezTo>
                  <a:cubicBezTo>
                    <a:pt x="816" y="1568"/>
                    <a:pt x="809" y="1560"/>
                    <a:pt x="805" y="1552"/>
                  </a:cubicBezTo>
                  <a:cubicBezTo>
                    <a:pt x="803" y="1549"/>
                    <a:pt x="803" y="1547"/>
                    <a:pt x="801" y="1544"/>
                  </a:cubicBezTo>
                  <a:cubicBezTo>
                    <a:pt x="800" y="1541"/>
                    <a:pt x="799" y="1537"/>
                    <a:pt x="799" y="1534"/>
                  </a:cubicBezTo>
                  <a:cubicBezTo>
                    <a:pt x="799" y="1530"/>
                    <a:pt x="800" y="1526"/>
                    <a:pt x="802" y="1523"/>
                  </a:cubicBezTo>
                  <a:cubicBezTo>
                    <a:pt x="803" y="1521"/>
                    <a:pt x="805" y="1519"/>
                    <a:pt x="807" y="1517"/>
                  </a:cubicBezTo>
                  <a:cubicBezTo>
                    <a:pt x="807" y="1516"/>
                    <a:pt x="808" y="1516"/>
                    <a:pt x="809" y="1516"/>
                  </a:cubicBezTo>
                  <a:cubicBezTo>
                    <a:pt x="812" y="1514"/>
                    <a:pt x="814" y="1513"/>
                    <a:pt x="818" y="1513"/>
                  </a:cubicBezTo>
                  <a:cubicBezTo>
                    <a:pt x="821" y="1513"/>
                    <a:pt x="825" y="1514"/>
                    <a:pt x="828" y="1516"/>
                  </a:cubicBezTo>
                  <a:cubicBezTo>
                    <a:pt x="830" y="1517"/>
                    <a:pt x="832" y="1518"/>
                    <a:pt x="833" y="1520"/>
                  </a:cubicBezTo>
                  <a:cubicBezTo>
                    <a:pt x="852" y="1536"/>
                    <a:pt x="871" y="1554"/>
                    <a:pt x="890" y="1569"/>
                  </a:cubicBezTo>
                  <a:cubicBezTo>
                    <a:pt x="901" y="1578"/>
                    <a:pt x="916" y="1580"/>
                    <a:pt x="923" y="1567"/>
                  </a:cubicBezTo>
                  <a:cubicBezTo>
                    <a:pt x="946" y="1525"/>
                    <a:pt x="968" y="1483"/>
                    <a:pt x="988" y="1441"/>
                  </a:cubicBezTo>
                  <a:cubicBezTo>
                    <a:pt x="990" y="1438"/>
                    <a:pt x="990" y="1435"/>
                    <a:pt x="990" y="1431"/>
                  </a:cubicBezTo>
                  <a:cubicBezTo>
                    <a:pt x="990" y="1427"/>
                    <a:pt x="989" y="1423"/>
                    <a:pt x="987" y="1420"/>
                  </a:cubicBezTo>
                  <a:cubicBezTo>
                    <a:pt x="985" y="1416"/>
                    <a:pt x="982" y="1412"/>
                    <a:pt x="979" y="1411"/>
                  </a:cubicBezTo>
                  <a:cubicBezTo>
                    <a:pt x="977" y="1410"/>
                    <a:pt x="976" y="1410"/>
                    <a:pt x="974" y="1409"/>
                  </a:cubicBezTo>
                  <a:cubicBezTo>
                    <a:pt x="969" y="1406"/>
                    <a:pt x="963" y="1403"/>
                    <a:pt x="957" y="1400"/>
                  </a:cubicBezTo>
                  <a:cubicBezTo>
                    <a:pt x="924" y="1380"/>
                    <a:pt x="892" y="1359"/>
                    <a:pt x="861" y="1336"/>
                  </a:cubicBezTo>
                  <a:cubicBezTo>
                    <a:pt x="853" y="1331"/>
                    <a:pt x="843" y="1326"/>
                    <a:pt x="848" y="1313"/>
                  </a:cubicBezTo>
                  <a:cubicBezTo>
                    <a:pt x="851" y="1309"/>
                    <a:pt x="854" y="1305"/>
                    <a:pt x="858" y="1303"/>
                  </a:cubicBezTo>
                  <a:cubicBezTo>
                    <a:pt x="862" y="1300"/>
                    <a:pt x="867" y="1300"/>
                    <a:pt x="871" y="1300"/>
                  </a:cubicBezTo>
                  <a:cubicBezTo>
                    <a:pt x="874" y="1300"/>
                    <a:pt x="878" y="1300"/>
                    <a:pt x="881" y="1302"/>
                  </a:cubicBezTo>
                  <a:cubicBezTo>
                    <a:pt x="893" y="1310"/>
                    <a:pt x="905" y="1319"/>
                    <a:pt x="917" y="1328"/>
                  </a:cubicBezTo>
                  <a:cubicBezTo>
                    <a:pt x="938" y="1342"/>
                    <a:pt x="958" y="1357"/>
                    <a:pt x="979" y="1370"/>
                  </a:cubicBezTo>
                  <a:cubicBezTo>
                    <a:pt x="997" y="1380"/>
                    <a:pt x="1013" y="1374"/>
                    <a:pt x="1023" y="1354"/>
                  </a:cubicBezTo>
                  <a:cubicBezTo>
                    <a:pt x="1026" y="1350"/>
                    <a:pt x="1028" y="1345"/>
                    <a:pt x="1029" y="1341"/>
                  </a:cubicBezTo>
                  <a:cubicBezTo>
                    <a:pt x="1063" y="1246"/>
                    <a:pt x="1100" y="1153"/>
                    <a:pt x="1123" y="1055"/>
                  </a:cubicBezTo>
                  <a:cubicBezTo>
                    <a:pt x="1127" y="1035"/>
                    <a:pt x="1130" y="1015"/>
                    <a:pt x="1131" y="995"/>
                  </a:cubicBezTo>
                  <a:cubicBezTo>
                    <a:pt x="1131" y="994"/>
                    <a:pt x="1131" y="992"/>
                    <a:pt x="1131" y="990"/>
                  </a:cubicBezTo>
                  <a:cubicBezTo>
                    <a:pt x="1131" y="985"/>
                    <a:pt x="1129" y="981"/>
                    <a:pt x="1127" y="977"/>
                  </a:cubicBezTo>
                  <a:cubicBezTo>
                    <a:pt x="1124" y="972"/>
                    <a:pt x="1122" y="969"/>
                    <a:pt x="1117" y="967"/>
                  </a:cubicBezTo>
                  <a:cubicBezTo>
                    <a:pt x="1114" y="965"/>
                    <a:pt x="1110" y="963"/>
                    <a:pt x="1107" y="963"/>
                  </a:cubicBezTo>
                  <a:cubicBezTo>
                    <a:pt x="1053" y="953"/>
                    <a:pt x="998" y="941"/>
                    <a:pt x="943" y="957"/>
                  </a:cubicBezTo>
                  <a:cubicBezTo>
                    <a:pt x="941" y="957"/>
                    <a:pt x="936" y="951"/>
                    <a:pt x="934" y="948"/>
                  </a:cubicBezTo>
                  <a:cubicBezTo>
                    <a:pt x="931" y="944"/>
                    <a:pt x="934" y="943"/>
                    <a:pt x="937" y="941"/>
                  </a:cubicBezTo>
                  <a:cubicBezTo>
                    <a:pt x="939" y="939"/>
                    <a:pt x="942" y="938"/>
                    <a:pt x="944" y="936"/>
                  </a:cubicBezTo>
                  <a:cubicBezTo>
                    <a:pt x="946" y="935"/>
                    <a:pt x="948" y="934"/>
                    <a:pt x="949" y="933"/>
                  </a:cubicBezTo>
                  <a:cubicBezTo>
                    <a:pt x="975" y="922"/>
                    <a:pt x="1002" y="917"/>
                    <a:pt x="1030" y="917"/>
                  </a:cubicBezTo>
                  <a:cubicBezTo>
                    <a:pt x="1057" y="917"/>
                    <a:pt x="1085" y="922"/>
                    <a:pt x="1110" y="933"/>
                  </a:cubicBezTo>
                  <a:cubicBezTo>
                    <a:pt x="1128" y="941"/>
                    <a:pt x="1141" y="933"/>
                    <a:pt x="1143" y="915"/>
                  </a:cubicBezTo>
                  <a:cubicBezTo>
                    <a:pt x="1150" y="863"/>
                    <a:pt x="1155" y="810"/>
                    <a:pt x="1160" y="758"/>
                  </a:cubicBezTo>
                  <a:cubicBezTo>
                    <a:pt x="1160" y="757"/>
                    <a:pt x="1160" y="756"/>
                    <a:pt x="1160" y="756"/>
                  </a:cubicBezTo>
                  <a:cubicBezTo>
                    <a:pt x="1160" y="749"/>
                    <a:pt x="1159" y="743"/>
                    <a:pt x="1158" y="736"/>
                  </a:cubicBezTo>
                  <a:cubicBezTo>
                    <a:pt x="1157" y="732"/>
                    <a:pt x="1156" y="728"/>
                    <a:pt x="1154" y="724"/>
                  </a:cubicBezTo>
                  <a:cubicBezTo>
                    <a:pt x="1151" y="720"/>
                    <a:pt x="1148" y="716"/>
                    <a:pt x="1143" y="714"/>
                  </a:cubicBezTo>
                  <a:cubicBezTo>
                    <a:pt x="1138" y="711"/>
                    <a:pt x="1133" y="709"/>
                    <a:pt x="1128" y="709"/>
                  </a:cubicBezTo>
                  <a:lnTo>
                    <a:pt x="1127" y="710"/>
                  </a:lnTo>
                  <a:cubicBezTo>
                    <a:pt x="1112" y="710"/>
                    <a:pt x="1097" y="710"/>
                    <a:pt x="1082" y="712"/>
                  </a:cubicBezTo>
                  <a:cubicBezTo>
                    <a:pt x="1054" y="715"/>
                    <a:pt x="1027" y="719"/>
                    <a:pt x="1000" y="724"/>
                  </a:cubicBezTo>
                  <a:cubicBezTo>
                    <a:pt x="974" y="730"/>
                    <a:pt x="949" y="740"/>
                    <a:pt x="923" y="748"/>
                  </a:cubicBezTo>
                  <a:cubicBezTo>
                    <a:pt x="920" y="732"/>
                    <a:pt x="930" y="728"/>
                    <a:pt x="938" y="724"/>
                  </a:cubicBezTo>
                  <a:cubicBezTo>
                    <a:pt x="989" y="696"/>
                    <a:pt x="1045" y="679"/>
                    <a:pt x="1103" y="677"/>
                  </a:cubicBezTo>
                  <a:cubicBezTo>
                    <a:pt x="1148" y="677"/>
                    <a:pt x="1165" y="669"/>
                    <a:pt x="1151" y="612"/>
                  </a:cubicBezTo>
                  <a:cubicBezTo>
                    <a:pt x="1143" y="575"/>
                    <a:pt x="1133" y="539"/>
                    <a:pt x="1127" y="501"/>
                  </a:cubicBezTo>
                  <a:cubicBezTo>
                    <a:pt x="1118" y="442"/>
                    <a:pt x="1098" y="384"/>
                    <a:pt x="1069" y="331"/>
                  </a:cubicBezTo>
                  <a:cubicBezTo>
                    <a:pt x="1060" y="310"/>
                    <a:pt x="1054" y="289"/>
                    <a:pt x="1050" y="267"/>
                  </a:cubicBezTo>
                  <a:cubicBezTo>
                    <a:pt x="1038" y="213"/>
                    <a:pt x="1015" y="162"/>
                    <a:pt x="965" y="131"/>
                  </a:cubicBezTo>
                  <a:cubicBezTo>
                    <a:pt x="951" y="121"/>
                    <a:pt x="935" y="109"/>
                    <a:pt x="917" y="114"/>
                  </a:cubicBezTo>
                  <a:cubicBezTo>
                    <a:pt x="898" y="119"/>
                    <a:pt x="903" y="139"/>
                    <a:pt x="895" y="150"/>
                  </a:cubicBezTo>
                  <a:cubicBezTo>
                    <a:pt x="889" y="159"/>
                    <a:pt x="884" y="167"/>
                    <a:pt x="877" y="174"/>
                  </a:cubicBezTo>
                  <a:cubicBezTo>
                    <a:pt x="831" y="227"/>
                    <a:pt x="785" y="281"/>
                    <a:pt x="739" y="333"/>
                  </a:cubicBezTo>
                  <a:cubicBezTo>
                    <a:pt x="732" y="340"/>
                    <a:pt x="732" y="359"/>
                    <a:pt x="713" y="351"/>
                  </a:cubicBezTo>
                  <a:cubicBezTo>
                    <a:pt x="716" y="344"/>
                    <a:pt x="719" y="336"/>
                    <a:pt x="723" y="330"/>
                  </a:cubicBezTo>
                  <a:cubicBezTo>
                    <a:pt x="730" y="319"/>
                    <a:pt x="737" y="309"/>
                    <a:pt x="745" y="300"/>
                  </a:cubicBezTo>
                  <a:cubicBezTo>
                    <a:pt x="785" y="258"/>
                    <a:pt x="807" y="203"/>
                    <a:pt x="840" y="156"/>
                  </a:cubicBezTo>
                  <a:cubicBezTo>
                    <a:pt x="841" y="155"/>
                    <a:pt x="842" y="154"/>
                    <a:pt x="842" y="153"/>
                  </a:cubicBezTo>
                  <a:cubicBezTo>
                    <a:pt x="849" y="141"/>
                    <a:pt x="854" y="128"/>
                    <a:pt x="857" y="115"/>
                  </a:cubicBezTo>
                  <a:cubicBezTo>
                    <a:pt x="858" y="114"/>
                    <a:pt x="858" y="113"/>
                    <a:pt x="858" y="112"/>
                  </a:cubicBezTo>
                  <a:cubicBezTo>
                    <a:pt x="858" y="110"/>
                    <a:pt x="857" y="107"/>
                    <a:pt x="856" y="105"/>
                  </a:cubicBezTo>
                  <a:cubicBezTo>
                    <a:pt x="855" y="103"/>
                    <a:pt x="853" y="102"/>
                    <a:pt x="851" y="101"/>
                  </a:cubicBezTo>
                  <a:cubicBezTo>
                    <a:pt x="849" y="100"/>
                    <a:pt x="847" y="99"/>
                    <a:pt x="845" y="99"/>
                  </a:cubicBezTo>
                  <a:cubicBezTo>
                    <a:pt x="833" y="97"/>
                    <a:pt x="820" y="96"/>
                    <a:pt x="808" y="96"/>
                  </a:cubicBezTo>
                  <a:cubicBezTo>
                    <a:pt x="766" y="96"/>
                    <a:pt x="725" y="107"/>
                    <a:pt x="688" y="128"/>
                  </a:cubicBezTo>
                  <a:cubicBezTo>
                    <a:pt x="685" y="130"/>
                    <a:pt x="683" y="131"/>
                    <a:pt x="680" y="133"/>
                  </a:cubicBezTo>
                  <a:cubicBezTo>
                    <a:pt x="606" y="185"/>
                    <a:pt x="541" y="249"/>
                    <a:pt x="488" y="322"/>
                  </a:cubicBezTo>
                  <a:cubicBezTo>
                    <a:pt x="486" y="326"/>
                    <a:pt x="484" y="331"/>
                    <a:pt x="484" y="336"/>
                  </a:cubicBezTo>
                  <a:cubicBezTo>
                    <a:pt x="484" y="340"/>
                    <a:pt x="486" y="345"/>
                    <a:pt x="488" y="349"/>
                  </a:cubicBezTo>
                  <a:cubicBezTo>
                    <a:pt x="490" y="353"/>
                    <a:pt x="494" y="355"/>
                    <a:pt x="498" y="358"/>
                  </a:cubicBezTo>
                  <a:cubicBezTo>
                    <a:pt x="499" y="359"/>
                    <a:pt x="499" y="359"/>
                    <a:pt x="500" y="360"/>
                  </a:cubicBezTo>
                  <a:cubicBezTo>
                    <a:pt x="517" y="367"/>
                    <a:pt x="534" y="370"/>
                    <a:pt x="552" y="370"/>
                  </a:cubicBezTo>
                  <a:cubicBezTo>
                    <a:pt x="556" y="370"/>
                    <a:pt x="561" y="370"/>
                    <a:pt x="566" y="369"/>
                  </a:cubicBezTo>
                  <a:cubicBezTo>
                    <a:pt x="667" y="373"/>
                    <a:pt x="732" y="433"/>
                    <a:pt x="780" y="513"/>
                  </a:cubicBezTo>
                  <a:cubicBezTo>
                    <a:pt x="845" y="622"/>
                    <a:pt x="873" y="745"/>
                    <a:pt x="885" y="871"/>
                  </a:cubicBezTo>
                  <a:lnTo>
                    <a:pt x="886" y="871"/>
                  </a:lnTo>
                  <a:moveTo>
                    <a:pt x="315" y="1244"/>
                  </a:moveTo>
                  <a:cubicBezTo>
                    <a:pt x="315" y="1252"/>
                    <a:pt x="314" y="1261"/>
                    <a:pt x="314" y="1269"/>
                  </a:cubicBezTo>
                  <a:cubicBezTo>
                    <a:pt x="314" y="1277"/>
                    <a:pt x="315" y="1286"/>
                    <a:pt x="315" y="1294"/>
                  </a:cubicBezTo>
                  <a:cubicBezTo>
                    <a:pt x="319" y="1325"/>
                    <a:pt x="308" y="1359"/>
                    <a:pt x="334" y="1386"/>
                  </a:cubicBezTo>
                  <a:cubicBezTo>
                    <a:pt x="367" y="1382"/>
                    <a:pt x="384" y="1355"/>
                    <a:pt x="408" y="1339"/>
                  </a:cubicBezTo>
                  <a:cubicBezTo>
                    <a:pt x="478" y="1292"/>
                    <a:pt x="502" y="1225"/>
                    <a:pt x="500" y="1145"/>
                  </a:cubicBezTo>
                  <a:cubicBezTo>
                    <a:pt x="497" y="1028"/>
                    <a:pt x="457" y="931"/>
                    <a:pt x="351" y="869"/>
                  </a:cubicBezTo>
                  <a:cubicBezTo>
                    <a:pt x="335" y="860"/>
                    <a:pt x="319" y="867"/>
                    <a:pt x="319" y="885"/>
                  </a:cubicBezTo>
                  <a:cubicBezTo>
                    <a:pt x="319" y="925"/>
                    <a:pt x="318" y="965"/>
                    <a:pt x="320" y="1005"/>
                  </a:cubicBezTo>
                  <a:cubicBezTo>
                    <a:pt x="321" y="1045"/>
                    <a:pt x="330" y="1079"/>
                    <a:pt x="311" y="1115"/>
                  </a:cubicBezTo>
                  <a:cubicBezTo>
                    <a:pt x="309" y="1123"/>
                    <a:pt x="308" y="1132"/>
                    <a:pt x="308" y="1141"/>
                  </a:cubicBezTo>
                  <a:cubicBezTo>
                    <a:pt x="308" y="1147"/>
                    <a:pt x="308" y="1153"/>
                    <a:pt x="309" y="1158"/>
                  </a:cubicBezTo>
                  <a:cubicBezTo>
                    <a:pt x="310" y="1184"/>
                    <a:pt x="313" y="1209"/>
                    <a:pt x="315" y="12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8"/>
            <p:cNvSpPr/>
            <p:nvPr/>
          </p:nvSpPr>
          <p:spPr>
            <a:xfrm>
              <a:off x="6848280" y="1621080"/>
              <a:ext cx="103680" cy="33840"/>
            </a:xfrm>
            <a:custGeom>
              <a:rect b="b" l="l" r="r" t="t"/>
              <a:pathLst>
                <a:path extrusionOk="0" h="94" w="288">
                  <a:moveTo>
                    <a:pt x="285" y="84"/>
                  </a:moveTo>
                  <a:cubicBezTo>
                    <a:pt x="282" y="87"/>
                    <a:pt x="279" y="93"/>
                    <a:pt x="276" y="93"/>
                  </a:cubicBezTo>
                  <a:cubicBezTo>
                    <a:pt x="272" y="93"/>
                    <a:pt x="265" y="90"/>
                    <a:pt x="264" y="87"/>
                  </a:cubicBezTo>
                  <a:cubicBezTo>
                    <a:pt x="251" y="36"/>
                    <a:pt x="212" y="35"/>
                    <a:pt x="171" y="37"/>
                  </a:cubicBezTo>
                  <a:cubicBezTo>
                    <a:pt x="129" y="40"/>
                    <a:pt x="86" y="43"/>
                    <a:pt x="44" y="44"/>
                  </a:cubicBezTo>
                  <a:cubicBezTo>
                    <a:pt x="32" y="44"/>
                    <a:pt x="20" y="42"/>
                    <a:pt x="8" y="39"/>
                  </a:cubicBezTo>
                  <a:cubicBezTo>
                    <a:pt x="5" y="37"/>
                    <a:pt x="3" y="35"/>
                    <a:pt x="2" y="33"/>
                  </a:cubicBezTo>
                  <a:cubicBezTo>
                    <a:pt x="1" y="31"/>
                    <a:pt x="1" y="29"/>
                    <a:pt x="0" y="27"/>
                  </a:cubicBezTo>
                  <a:cubicBezTo>
                    <a:pt x="0" y="24"/>
                    <a:pt x="1" y="22"/>
                    <a:pt x="2" y="19"/>
                  </a:cubicBezTo>
                  <a:cubicBezTo>
                    <a:pt x="3" y="18"/>
                    <a:pt x="4" y="16"/>
                    <a:pt x="6" y="15"/>
                  </a:cubicBezTo>
                  <a:cubicBezTo>
                    <a:pt x="17" y="10"/>
                    <a:pt x="29" y="6"/>
                    <a:pt x="41" y="5"/>
                  </a:cubicBezTo>
                  <a:cubicBezTo>
                    <a:pt x="98" y="2"/>
                    <a:pt x="155" y="0"/>
                    <a:pt x="212" y="1"/>
                  </a:cubicBezTo>
                  <a:cubicBezTo>
                    <a:pt x="262" y="2"/>
                    <a:pt x="287" y="32"/>
                    <a:pt x="285" y="8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8"/>
            <p:cNvSpPr/>
            <p:nvPr/>
          </p:nvSpPr>
          <p:spPr>
            <a:xfrm>
              <a:off x="6841800" y="1538640"/>
              <a:ext cx="128880" cy="32040"/>
            </a:xfrm>
            <a:custGeom>
              <a:rect b="b" l="l" r="r" t="t"/>
              <a:pathLst>
                <a:path extrusionOk="0" h="89" w="358">
                  <a:moveTo>
                    <a:pt x="219" y="3"/>
                  </a:moveTo>
                  <a:cubicBezTo>
                    <a:pt x="271" y="3"/>
                    <a:pt x="316" y="3"/>
                    <a:pt x="353" y="36"/>
                  </a:cubicBezTo>
                  <a:cubicBezTo>
                    <a:pt x="354" y="37"/>
                    <a:pt x="355" y="37"/>
                    <a:pt x="355" y="38"/>
                  </a:cubicBezTo>
                  <a:cubicBezTo>
                    <a:pt x="357" y="41"/>
                    <a:pt x="357" y="43"/>
                    <a:pt x="357" y="46"/>
                  </a:cubicBezTo>
                  <a:cubicBezTo>
                    <a:pt x="357" y="47"/>
                    <a:pt x="356" y="48"/>
                    <a:pt x="356" y="49"/>
                  </a:cubicBezTo>
                  <a:cubicBezTo>
                    <a:pt x="355" y="53"/>
                    <a:pt x="347" y="57"/>
                    <a:pt x="345" y="56"/>
                  </a:cubicBezTo>
                  <a:cubicBezTo>
                    <a:pt x="253" y="19"/>
                    <a:pt x="163" y="38"/>
                    <a:pt x="74" y="64"/>
                  </a:cubicBezTo>
                  <a:cubicBezTo>
                    <a:pt x="53" y="70"/>
                    <a:pt x="32" y="88"/>
                    <a:pt x="12" y="67"/>
                  </a:cubicBezTo>
                  <a:cubicBezTo>
                    <a:pt x="0" y="56"/>
                    <a:pt x="22" y="37"/>
                    <a:pt x="64" y="28"/>
                  </a:cubicBezTo>
                  <a:cubicBezTo>
                    <a:pt x="117" y="18"/>
                    <a:pt x="170" y="0"/>
                    <a:pt x="2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8"/>
            <p:cNvSpPr/>
            <p:nvPr/>
          </p:nvSpPr>
          <p:spPr>
            <a:xfrm>
              <a:off x="6858360" y="1722960"/>
              <a:ext cx="83880" cy="23760"/>
            </a:xfrm>
            <a:custGeom>
              <a:rect b="b" l="l" r="r" t="t"/>
              <a:pathLst>
                <a:path extrusionOk="0" h="66" w="233">
                  <a:moveTo>
                    <a:pt x="232" y="10"/>
                  </a:moveTo>
                  <a:cubicBezTo>
                    <a:pt x="230" y="14"/>
                    <a:pt x="229" y="20"/>
                    <a:pt x="226" y="22"/>
                  </a:cubicBezTo>
                  <a:cubicBezTo>
                    <a:pt x="215" y="27"/>
                    <a:pt x="203" y="31"/>
                    <a:pt x="191" y="33"/>
                  </a:cubicBezTo>
                  <a:cubicBezTo>
                    <a:pt x="139" y="36"/>
                    <a:pt x="88" y="47"/>
                    <a:pt x="39" y="63"/>
                  </a:cubicBezTo>
                  <a:cubicBezTo>
                    <a:pt x="34" y="64"/>
                    <a:pt x="29" y="65"/>
                    <a:pt x="24" y="65"/>
                  </a:cubicBezTo>
                  <a:cubicBezTo>
                    <a:pt x="19" y="65"/>
                    <a:pt x="14" y="64"/>
                    <a:pt x="10" y="63"/>
                  </a:cubicBezTo>
                  <a:cubicBezTo>
                    <a:pt x="6" y="63"/>
                    <a:pt x="2" y="57"/>
                    <a:pt x="1" y="53"/>
                  </a:cubicBezTo>
                  <a:cubicBezTo>
                    <a:pt x="0" y="51"/>
                    <a:pt x="0" y="50"/>
                    <a:pt x="0" y="48"/>
                  </a:cubicBezTo>
                  <a:cubicBezTo>
                    <a:pt x="0" y="45"/>
                    <a:pt x="1" y="43"/>
                    <a:pt x="2" y="40"/>
                  </a:cubicBezTo>
                  <a:lnTo>
                    <a:pt x="2" y="39"/>
                  </a:lnTo>
                  <a:cubicBezTo>
                    <a:pt x="6" y="35"/>
                    <a:pt x="10" y="31"/>
                    <a:pt x="15" y="29"/>
                  </a:cubicBezTo>
                  <a:cubicBezTo>
                    <a:pt x="16" y="28"/>
                    <a:pt x="18" y="27"/>
                    <a:pt x="19" y="26"/>
                  </a:cubicBezTo>
                  <a:cubicBezTo>
                    <a:pt x="45" y="16"/>
                    <a:pt x="71" y="9"/>
                    <a:pt x="98" y="4"/>
                  </a:cubicBezTo>
                  <a:cubicBezTo>
                    <a:pt x="140" y="0"/>
                    <a:pt x="182" y="1"/>
                    <a:pt x="224" y="0"/>
                  </a:cubicBezTo>
                  <a:cubicBezTo>
                    <a:pt x="226" y="0"/>
                    <a:pt x="229" y="7"/>
                    <a:pt x="23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8"/>
            <p:cNvSpPr/>
            <p:nvPr/>
          </p:nvSpPr>
          <p:spPr>
            <a:xfrm>
              <a:off x="6842520" y="1986480"/>
              <a:ext cx="51840" cy="15120"/>
            </a:xfrm>
            <a:custGeom>
              <a:rect b="b" l="l" r="r" t="t"/>
              <a:pathLst>
                <a:path extrusionOk="0" h="42" w="144">
                  <a:moveTo>
                    <a:pt x="35" y="41"/>
                  </a:moveTo>
                  <a:cubicBezTo>
                    <a:pt x="32" y="41"/>
                    <a:pt x="29" y="41"/>
                    <a:pt x="26" y="41"/>
                  </a:cubicBezTo>
                  <a:cubicBezTo>
                    <a:pt x="23" y="41"/>
                    <a:pt x="20" y="41"/>
                    <a:pt x="17" y="41"/>
                  </a:cubicBezTo>
                  <a:cubicBezTo>
                    <a:pt x="10" y="41"/>
                    <a:pt x="0" y="41"/>
                    <a:pt x="3" y="30"/>
                  </a:cubicBezTo>
                  <a:cubicBezTo>
                    <a:pt x="4" y="28"/>
                    <a:pt x="3" y="27"/>
                    <a:pt x="5" y="25"/>
                  </a:cubicBezTo>
                  <a:cubicBezTo>
                    <a:pt x="7" y="20"/>
                    <a:pt x="11" y="17"/>
                    <a:pt x="16" y="14"/>
                  </a:cubicBezTo>
                  <a:cubicBezTo>
                    <a:pt x="16" y="14"/>
                    <a:pt x="17" y="13"/>
                    <a:pt x="18" y="13"/>
                  </a:cubicBezTo>
                  <a:cubicBezTo>
                    <a:pt x="24" y="9"/>
                    <a:pt x="31" y="7"/>
                    <a:pt x="38" y="7"/>
                  </a:cubicBezTo>
                  <a:cubicBezTo>
                    <a:pt x="67" y="4"/>
                    <a:pt x="97" y="1"/>
                    <a:pt x="127" y="0"/>
                  </a:cubicBezTo>
                  <a:cubicBezTo>
                    <a:pt x="134" y="0"/>
                    <a:pt x="143" y="1"/>
                    <a:pt x="141" y="12"/>
                  </a:cubicBezTo>
                  <a:cubicBezTo>
                    <a:pt x="140" y="13"/>
                    <a:pt x="140" y="15"/>
                    <a:pt x="139" y="17"/>
                  </a:cubicBezTo>
                  <a:cubicBezTo>
                    <a:pt x="136" y="21"/>
                    <a:pt x="133" y="24"/>
                    <a:pt x="129" y="27"/>
                  </a:cubicBezTo>
                  <a:cubicBezTo>
                    <a:pt x="128" y="28"/>
                    <a:pt x="128" y="27"/>
                    <a:pt x="128" y="27"/>
                  </a:cubicBezTo>
                  <a:cubicBezTo>
                    <a:pt x="102" y="40"/>
                    <a:pt x="74" y="38"/>
                    <a:pt x="35"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8"/>
            <p:cNvSpPr/>
            <p:nvPr/>
          </p:nvSpPr>
          <p:spPr>
            <a:xfrm>
              <a:off x="6778080" y="1529640"/>
              <a:ext cx="36720" cy="36000"/>
            </a:xfrm>
            <a:custGeom>
              <a:rect b="b" l="l" r="r" t="t"/>
              <a:pathLst>
                <a:path extrusionOk="0" h="100" w="102">
                  <a:moveTo>
                    <a:pt x="0" y="0"/>
                  </a:moveTo>
                  <a:cubicBezTo>
                    <a:pt x="48" y="0"/>
                    <a:pt x="71" y="33"/>
                    <a:pt x="93" y="67"/>
                  </a:cubicBezTo>
                  <a:cubicBezTo>
                    <a:pt x="97" y="72"/>
                    <a:pt x="101" y="83"/>
                    <a:pt x="98" y="87"/>
                  </a:cubicBezTo>
                  <a:cubicBezTo>
                    <a:pt x="90" y="99"/>
                    <a:pt x="80" y="91"/>
                    <a:pt x="72" y="87"/>
                  </a:cubicBezTo>
                  <a:cubicBezTo>
                    <a:pt x="53" y="75"/>
                    <a:pt x="35" y="61"/>
                    <a:pt x="17" y="47"/>
                  </a:cubicBezTo>
                  <a:cubicBezTo>
                    <a:pt x="13" y="44"/>
                    <a:pt x="9" y="40"/>
                    <a:pt x="6" y="35"/>
                  </a:cubicBezTo>
                  <a:cubicBezTo>
                    <a:pt x="2" y="28"/>
                    <a:pt x="0" y="20"/>
                    <a:pt x="0" y="11"/>
                  </a:cubicBezTo>
                  <a:cubicBezTo>
                    <a:pt x="0" y="8"/>
                    <a:pt x="1" y="4"/>
                    <a:pt x="2"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8"/>
            <p:cNvSpPr/>
            <p:nvPr/>
          </p:nvSpPr>
          <p:spPr>
            <a:xfrm>
              <a:off x="6950160" y="1981440"/>
              <a:ext cx="42120" cy="25200"/>
            </a:xfrm>
            <a:custGeom>
              <a:rect b="b" l="l" r="r" t="t"/>
              <a:pathLst>
                <a:path extrusionOk="0" h="70" w="117">
                  <a:moveTo>
                    <a:pt x="16" y="69"/>
                  </a:moveTo>
                  <a:cubicBezTo>
                    <a:pt x="12" y="66"/>
                    <a:pt x="4" y="63"/>
                    <a:pt x="2" y="57"/>
                  </a:cubicBezTo>
                  <a:cubicBezTo>
                    <a:pt x="1" y="55"/>
                    <a:pt x="0" y="52"/>
                    <a:pt x="0" y="49"/>
                  </a:cubicBezTo>
                  <a:cubicBezTo>
                    <a:pt x="0" y="46"/>
                    <a:pt x="0" y="44"/>
                    <a:pt x="2" y="41"/>
                  </a:cubicBezTo>
                  <a:cubicBezTo>
                    <a:pt x="4" y="38"/>
                    <a:pt x="6" y="36"/>
                    <a:pt x="9" y="34"/>
                  </a:cubicBezTo>
                  <a:cubicBezTo>
                    <a:pt x="10" y="34"/>
                    <a:pt x="11" y="33"/>
                    <a:pt x="12" y="33"/>
                  </a:cubicBezTo>
                  <a:cubicBezTo>
                    <a:pt x="42" y="21"/>
                    <a:pt x="72" y="11"/>
                    <a:pt x="102" y="0"/>
                  </a:cubicBezTo>
                  <a:cubicBezTo>
                    <a:pt x="103" y="0"/>
                    <a:pt x="104" y="0"/>
                    <a:pt x="104" y="0"/>
                  </a:cubicBezTo>
                  <a:cubicBezTo>
                    <a:pt x="107" y="0"/>
                    <a:pt x="109" y="1"/>
                    <a:pt x="112" y="2"/>
                  </a:cubicBezTo>
                  <a:cubicBezTo>
                    <a:pt x="113" y="2"/>
                    <a:pt x="114" y="3"/>
                    <a:pt x="115" y="4"/>
                  </a:cubicBezTo>
                  <a:cubicBezTo>
                    <a:pt x="115" y="6"/>
                    <a:pt x="116" y="7"/>
                    <a:pt x="116" y="9"/>
                  </a:cubicBezTo>
                  <a:cubicBezTo>
                    <a:pt x="116" y="11"/>
                    <a:pt x="115" y="14"/>
                    <a:pt x="114" y="16"/>
                  </a:cubicBezTo>
                  <a:cubicBezTo>
                    <a:pt x="114" y="16"/>
                    <a:pt x="113" y="16"/>
                    <a:pt x="113" y="17"/>
                  </a:cubicBezTo>
                  <a:cubicBezTo>
                    <a:pt x="101" y="29"/>
                    <a:pt x="88" y="39"/>
                    <a:pt x="73" y="47"/>
                  </a:cubicBezTo>
                  <a:cubicBezTo>
                    <a:pt x="55" y="58"/>
                    <a:pt x="36" y="65"/>
                    <a:pt x="16"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8"/>
            <p:cNvSpPr/>
            <p:nvPr/>
          </p:nvSpPr>
          <p:spPr>
            <a:xfrm>
              <a:off x="6842160" y="1428840"/>
              <a:ext cx="27720" cy="32040"/>
            </a:xfrm>
            <a:custGeom>
              <a:rect b="b" l="l" r="r" t="t"/>
              <a:pathLst>
                <a:path extrusionOk="0" h="89" w="77">
                  <a:moveTo>
                    <a:pt x="76" y="78"/>
                  </a:moveTo>
                  <a:cubicBezTo>
                    <a:pt x="76" y="80"/>
                    <a:pt x="75" y="83"/>
                    <a:pt x="73" y="84"/>
                  </a:cubicBezTo>
                  <a:cubicBezTo>
                    <a:pt x="71" y="85"/>
                    <a:pt x="63" y="88"/>
                    <a:pt x="60" y="86"/>
                  </a:cubicBezTo>
                  <a:cubicBezTo>
                    <a:pt x="36" y="69"/>
                    <a:pt x="16" y="47"/>
                    <a:pt x="1" y="22"/>
                  </a:cubicBezTo>
                  <a:cubicBezTo>
                    <a:pt x="1" y="21"/>
                    <a:pt x="1" y="21"/>
                    <a:pt x="1" y="21"/>
                  </a:cubicBezTo>
                  <a:cubicBezTo>
                    <a:pt x="0" y="20"/>
                    <a:pt x="0" y="18"/>
                    <a:pt x="0" y="17"/>
                  </a:cubicBezTo>
                  <a:cubicBezTo>
                    <a:pt x="0" y="14"/>
                    <a:pt x="0" y="12"/>
                    <a:pt x="2" y="9"/>
                  </a:cubicBezTo>
                  <a:cubicBezTo>
                    <a:pt x="3" y="8"/>
                    <a:pt x="3" y="8"/>
                    <a:pt x="3" y="8"/>
                  </a:cubicBezTo>
                  <a:cubicBezTo>
                    <a:pt x="6" y="4"/>
                    <a:pt x="12" y="0"/>
                    <a:pt x="15" y="1"/>
                  </a:cubicBezTo>
                  <a:cubicBezTo>
                    <a:pt x="20" y="3"/>
                    <a:pt x="25" y="5"/>
                    <a:pt x="30" y="8"/>
                  </a:cubicBezTo>
                  <a:cubicBezTo>
                    <a:pt x="44" y="16"/>
                    <a:pt x="56" y="28"/>
                    <a:pt x="64" y="42"/>
                  </a:cubicBezTo>
                  <a:cubicBezTo>
                    <a:pt x="70" y="53"/>
                    <a:pt x="74" y="65"/>
                    <a:pt x="76"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8"/>
            <p:cNvSpPr/>
            <p:nvPr/>
          </p:nvSpPr>
          <p:spPr>
            <a:xfrm>
              <a:off x="7168680" y="1318680"/>
              <a:ext cx="41400" cy="17640"/>
            </a:xfrm>
            <a:custGeom>
              <a:rect b="b" l="l" r="r" t="t"/>
              <a:pathLst>
                <a:path extrusionOk="0" h="49" w="115">
                  <a:moveTo>
                    <a:pt x="114" y="22"/>
                  </a:moveTo>
                  <a:cubicBezTo>
                    <a:pt x="48" y="48"/>
                    <a:pt x="36" y="48"/>
                    <a:pt x="7" y="26"/>
                  </a:cubicBezTo>
                  <a:cubicBezTo>
                    <a:pt x="5" y="24"/>
                    <a:pt x="4" y="23"/>
                    <a:pt x="3" y="21"/>
                  </a:cubicBezTo>
                  <a:cubicBezTo>
                    <a:pt x="1" y="18"/>
                    <a:pt x="0" y="14"/>
                    <a:pt x="0" y="10"/>
                  </a:cubicBezTo>
                  <a:cubicBezTo>
                    <a:pt x="0" y="9"/>
                    <a:pt x="0" y="8"/>
                    <a:pt x="0" y="7"/>
                  </a:cubicBezTo>
                  <a:cubicBezTo>
                    <a:pt x="2" y="5"/>
                    <a:pt x="3" y="4"/>
                    <a:pt x="6" y="2"/>
                  </a:cubicBezTo>
                  <a:cubicBezTo>
                    <a:pt x="9" y="1"/>
                    <a:pt x="12" y="0"/>
                    <a:pt x="16" y="0"/>
                  </a:cubicBezTo>
                  <a:cubicBezTo>
                    <a:pt x="16" y="0"/>
                    <a:pt x="17" y="0"/>
                    <a:pt x="18" y="0"/>
                  </a:cubicBezTo>
                  <a:cubicBezTo>
                    <a:pt x="48" y="6"/>
                    <a:pt x="78" y="13"/>
                    <a:pt x="11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8"/>
            <p:cNvSpPr/>
            <p:nvPr/>
          </p:nvSpPr>
          <p:spPr>
            <a:xfrm>
              <a:off x="7007040" y="2013480"/>
              <a:ext cx="28080" cy="20160"/>
            </a:xfrm>
            <a:custGeom>
              <a:rect b="b" l="l" r="r" t="t"/>
              <a:pathLst>
                <a:path extrusionOk="0" h="56" w="78">
                  <a:moveTo>
                    <a:pt x="77" y="0"/>
                  </a:moveTo>
                  <a:cubicBezTo>
                    <a:pt x="63" y="21"/>
                    <a:pt x="44" y="38"/>
                    <a:pt x="23" y="50"/>
                  </a:cubicBezTo>
                  <a:cubicBezTo>
                    <a:pt x="20" y="52"/>
                    <a:pt x="17" y="53"/>
                    <a:pt x="14" y="55"/>
                  </a:cubicBezTo>
                  <a:cubicBezTo>
                    <a:pt x="13" y="55"/>
                    <a:pt x="12" y="55"/>
                    <a:pt x="11" y="55"/>
                  </a:cubicBezTo>
                  <a:cubicBezTo>
                    <a:pt x="9" y="55"/>
                    <a:pt x="7" y="54"/>
                    <a:pt x="5" y="53"/>
                  </a:cubicBezTo>
                  <a:cubicBezTo>
                    <a:pt x="4" y="53"/>
                    <a:pt x="3" y="52"/>
                    <a:pt x="2" y="51"/>
                  </a:cubicBezTo>
                  <a:cubicBezTo>
                    <a:pt x="1" y="49"/>
                    <a:pt x="0" y="47"/>
                    <a:pt x="0" y="45"/>
                  </a:cubicBezTo>
                  <a:cubicBezTo>
                    <a:pt x="0" y="42"/>
                    <a:pt x="1" y="40"/>
                    <a:pt x="2" y="38"/>
                  </a:cubicBezTo>
                  <a:cubicBezTo>
                    <a:pt x="9" y="28"/>
                    <a:pt x="19" y="19"/>
                    <a:pt x="30" y="12"/>
                  </a:cubicBezTo>
                  <a:cubicBezTo>
                    <a:pt x="44" y="4"/>
                    <a:pt x="60" y="0"/>
                    <a:pt x="76" y="0"/>
                  </a:cubicBezTo>
                  <a:lnTo>
                    <a:pt x="7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8"/>
            <p:cNvSpPr/>
            <p:nvPr/>
          </p:nvSpPr>
          <p:spPr>
            <a:xfrm>
              <a:off x="6900120" y="2035080"/>
              <a:ext cx="9360" cy="9000"/>
            </a:xfrm>
            <a:custGeom>
              <a:rect b="b" l="l" r="r" t="t"/>
              <a:pathLst>
                <a:path extrusionOk="0" h="25" w="26">
                  <a:moveTo>
                    <a:pt x="17" y="0"/>
                  </a:moveTo>
                  <a:cubicBezTo>
                    <a:pt x="20" y="3"/>
                    <a:pt x="24" y="6"/>
                    <a:pt x="25" y="10"/>
                  </a:cubicBezTo>
                  <a:cubicBezTo>
                    <a:pt x="25" y="12"/>
                    <a:pt x="24" y="14"/>
                    <a:pt x="23" y="16"/>
                  </a:cubicBezTo>
                  <a:cubicBezTo>
                    <a:pt x="22" y="19"/>
                    <a:pt x="20" y="20"/>
                    <a:pt x="18" y="22"/>
                  </a:cubicBezTo>
                  <a:cubicBezTo>
                    <a:pt x="16" y="24"/>
                    <a:pt x="13" y="24"/>
                    <a:pt x="11" y="24"/>
                  </a:cubicBezTo>
                  <a:cubicBezTo>
                    <a:pt x="9" y="24"/>
                    <a:pt x="6" y="23"/>
                    <a:pt x="4" y="22"/>
                  </a:cubicBezTo>
                  <a:cubicBezTo>
                    <a:pt x="3" y="21"/>
                    <a:pt x="2" y="20"/>
                    <a:pt x="2" y="19"/>
                  </a:cubicBezTo>
                  <a:cubicBezTo>
                    <a:pt x="0" y="16"/>
                    <a:pt x="0" y="14"/>
                    <a:pt x="0" y="11"/>
                  </a:cubicBezTo>
                  <a:lnTo>
                    <a:pt x="0" y="10"/>
                  </a:lnTo>
                  <a:cubicBezTo>
                    <a:pt x="0" y="9"/>
                    <a:pt x="0" y="8"/>
                    <a:pt x="1" y="7"/>
                  </a:cubicBezTo>
                  <a:cubicBezTo>
                    <a:pt x="2" y="5"/>
                    <a:pt x="4" y="4"/>
                    <a:pt x="6" y="2"/>
                  </a:cubicBezTo>
                  <a:cubicBezTo>
                    <a:pt x="8" y="0"/>
                    <a:pt x="11" y="0"/>
                    <a:pt x="13" y="0"/>
                  </a:cubicBezTo>
                  <a:cubicBezTo>
                    <a:pt x="14" y="0"/>
                    <a:pt x="16" y="0"/>
                    <a:pt x="1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8"/>
            <p:cNvSpPr/>
            <p:nvPr/>
          </p:nvSpPr>
          <p:spPr>
            <a:xfrm>
              <a:off x="6045120" y="1541160"/>
              <a:ext cx="321120" cy="483480"/>
            </a:xfrm>
            <a:custGeom>
              <a:rect b="b" l="l" r="r" t="t"/>
              <a:pathLst>
                <a:path extrusionOk="0" h="1343" w="892">
                  <a:moveTo>
                    <a:pt x="261" y="258"/>
                  </a:moveTo>
                  <a:cubicBezTo>
                    <a:pt x="249" y="258"/>
                    <a:pt x="237" y="259"/>
                    <a:pt x="232" y="242"/>
                  </a:cubicBezTo>
                  <a:cubicBezTo>
                    <a:pt x="221" y="209"/>
                    <a:pt x="219" y="207"/>
                    <a:pt x="194" y="211"/>
                  </a:cubicBezTo>
                  <a:cubicBezTo>
                    <a:pt x="165" y="216"/>
                    <a:pt x="136" y="224"/>
                    <a:pt x="107" y="230"/>
                  </a:cubicBezTo>
                  <a:cubicBezTo>
                    <a:pt x="105" y="231"/>
                    <a:pt x="103" y="231"/>
                    <a:pt x="102" y="231"/>
                  </a:cubicBezTo>
                  <a:cubicBezTo>
                    <a:pt x="98" y="231"/>
                    <a:pt x="95" y="229"/>
                    <a:pt x="92" y="228"/>
                  </a:cubicBezTo>
                  <a:cubicBezTo>
                    <a:pt x="89" y="226"/>
                    <a:pt x="86" y="225"/>
                    <a:pt x="85" y="222"/>
                  </a:cubicBezTo>
                  <a:cubicBezTo>
                    <a:pt x="84" y="220"/>
                    <a:pt x="84" y="219"/>
                    <a:pt x="84" y="217"/>
                  </a:cubicBezTo>
                  <a:cubicBezTo>
                    <a:pt x="83" y="215"/>
                    <a:pt x="82" y="213"/>
                    <a:pt x="82" y="211"/>
                  </a:cubicBezTo>
                  <a:cubicBezTo>
                    <a:pt x="82" y="207"/>
                    <a:pt x="83" y="204"/>
                    <a:pt x="85" y="201"/>
                  </a:cubicBezTo>
                  <a:cubicBezTo>
                    <a:pt x="87" y="197"/>
                    <a:pt x="90" y="195"/>
                    <a:pt x="93" y="193"/>
                  </a:cubicBezTo>
                  <a:cubicBezTo>
                    <a:pt x="93" y="193"/>
                    <a:pt x="94" y="192"/>
                    <a:pt x="95" y="192"/>
                  </a:cubicBezTo>
                  <a:cubicBezTo>
                    <a:pt x="97" y="191"/>
                    <a:pt x="98" y="190"/>
                    <a:pt x="100" y="189"/>
                  </a:cubicBezTo>
                  <a:cubicBezTo>
                    <a:pt x="127" y="174"/>
                    <a:pt x="156" y="165"/>
                    <a:pt x="187" y="163"/>
                  </a:cubicBezTo>
                  <a:cubicBezTo>
                    <a:pt x="188" y="163"/>
                    <a:pt x="188" y="163"/>
                    <a:pt x="188" y="163"/>
                  </a:cubicBezTo>
                  <a:cubicBezTo>
                    <a:pt x="248" y="163"/>
                    <a:pt x="307" y="147"/>
                    <a:pt x="359" y="117"/>
                  </a:cubicBezTo>
                  <a:cubicBezTo>
                    <a:pt x="387" y="102"/>
                    <a:pt x="419" y="92"/>
                    <a:pt x="441" y="67"/>
                  </a:cubicBezTo>
                  <a:cubicBezTo>
                    <a:pt x="442" y="67"/>
                    <a:pt x="442" y="66"/>
                    <a:pt x="442" y="65"/>
                  </a:cubicBezTo>
                  <a:cubicBezTo>
                    <a:pt x="445" y="60"/>
                    <a:pt x="448" y="55"/>
                    <a:pt x="449" y="50"/>
                  </a:cubicBezTo>
                  <a:cubicBezTo>
                    <a:pt x="417" y="41"/>
                    <a:pt x="386" y="47"/>
                    <a:pt x="354" y="44"/>
                  </a:cubicBezTo>
                  <a:cubicBezTo>
                    <a:pt x="330" y="42"/>
                    <a:pt x="304" y="47"/>
                    <a:pt x="282" y="31"/>
                  </a:cubicBezTo>
                  <a:cubicBezTo>
                    <a:pt x="278" y="28"/>
                    <a:pt x="273" y="22"/>
                    <a:pt x="274" y="19"/>
                  </a:cubicBezTo>
                  <a:cubicBezTo>
                    <a:pt x="274" y="17"/>
                    <a:pt x="275" y="15"/>
                    <a:pt x="276" y="13"/>
                  </a:cubicBezTo>
                  <a:cubicBezTo>
                    <a:pt x="279" y="9"/>
                    <a:pt x="282" y="5"/>
                    <a:pt x="285" y="2"/>
                  </a:cubicBezTo>
                  <a:cubicBezTo>
                    <a:pt x="289" y="1"/>
                    <a:pt x="293" y="0"/>
                    <a:pt x="297" y="0"/>
                  </a:cubicBezTo>
                  <a:cubicBezTo>
                    <a:pt x="298" y="0"/>
                    <a:pt x="299" y="0"/>
                    <a:pt x="300" y="0"/>
                  </a:cubicBezTo>
                  <a:lnTo>
                    <a:pt x="503" y="2"/>
                  </a:lnTo>
                  <a:cubicBezTo>
                    <a:pt x="505" y="2"/>
                    <a:pt x="508" y="2"/>
                    <a:pt x="510" y="2"/>
                  </a:cubicBezTo>
                  <a:cubicBezTo>
                    <a:pt x="519" y="2"/>
                    <a:pt x="528" y="4"/>
                    <a:pt x="536" y="9"/>
                  </a:cubicBezTo>
                  <a:cubicBezTo>
                    <a:pt x="542" y="12"/>
                    <a:pt x="546" y="16"/>
                    <a:pt x="550" y="20"/>
                  </a:cubicBezTo>
                  <a:cubicBezTo>
                    <a:pt x="555" y="27"/>
                    <a:pt x="562" y="34"/>
                    <a:pt x="569" y="38"/>
                  </a:cubicBezTo>
                  <a:cubicBezTo>
                    <a:pt x="579" y="44"/>
                    <a:pt x="590" y="46"/>
                    <a:pt x="600" y="46"/>
                  </a:cubicBezTo>
                  <a:cubicBezTo>
                    <a:pt x="601" y="46"/>
                    <a:pt x="601" y="46"/>
                    <a:pt x="602" y="46"/>
                  </a:cubicBezTo>
                  <a:cubicBezTo>
                    <a:pt x="624" y="48"/>
                    <a:pt x="645" y="56"/>
                    <a:pt x="665" y="67"/>
                  </a:cubicBezTo>
                  <a:cubicBezTo>
                    <a:pt x="676" y="73"/>
                    <a:pt x="686" y="81"/>
                    <a:pt x="695" y="89"/>
                  </a:cubicBezTo>
                  <a:cubicBezTo>
                    <a:pt x="720" y="111"/>
                    <a:pt x="745" y="131"/>
                    <a:pt x="768" y="155"/>
                  </a:cubicBezTo>
                  <a:cubicBezTo>
                    <a:pt x="779" y="164"/>
                    <a:pt x="788" y="175"/>
                    <a:pt x="795" y="187"/>
                  </a:cubicBezTo>
                  <a:cubicBezTo>
                    <a:pt x="805" y="203"/>
                    <a:pt x="810" y="221"/>
                    <a:pt x="812" y="239"/>
                  </a:cubicBezTo>
                  <a:cubicBezTo>
                    <a:pt x="814" y="264"/>
                    <a:pt x="822" y="288"/>
                    <a:pt x="835" y="310"/>
                  </a:cubicBezTo>
                  <a:cubicBezTo>
                    <a:pt x="878" y="395"/>
                    <a:pt x="890" y="487"/>
                    <a:pt x="891" y="580"/>
                  </a:cubicBezTo>
                  <a:cubicBezTo>
                    <a:pt x="891" y="589"/>
                    <a:pt x="891" y="597"/>
                    <a:pt x="891" y="606"/>
                  </a:cubicBezTo>
                  <a:cubicBezTo>
                    <a:pt x="891" y="690"/>
                    <a:pt x="885" y="774"/>
                    <a:pt x="873" y="858"/>
                  </a:cubicBezTo>
                  <a:cubicBezTo>
                    <a:pt x="873" y="870"/>
                    <a:pt x="871" y="883"/>
                    <a:pt x="867" y="895"/>
                  </a:cubicBezTo>
                  <a:cubicBezTo>
                    <a:pt x="843" y="955"/>
                    <a:pt x="823" y="1017"/>
                    <a:pt x="810" y="1080"/>
                  </a:cubicBezTo>
                  <a:cubicBezTo>
                    <a:pt x="792" y="1145"/>
                    <a:pt x="744" y="1192"/>
                    <a:pt x="709" y="1246"/>
                  </a:cubicBezTo>
                  <a:cubicBezTo>
                    <a:pt x="641" y="1295"/>
                    <a:pt x="574" y="1342"/>
                    <a:pt x="482" y="1308"/>
                  </a:cubicBezTo>
                  <a:cubicBezTo>
                    <a:pt x="433" y="1290"/>
                    <a:pt x="387" y="1268"/>
                    <a:pt x="342" y="1242"/>
                  </a:cubicBezTo>
                  <a:cubicBezTo>
                    <a:pt x="334" y="1238"/>
                    <a:pt x="327" y="1234"/>
                    <a:pt x="320" y="1229"/>
                  </a:cubicBezTo>
                  <a:cubicBezTo>
                    <a:pt x="291" y="1210"/>
                    <a:pt x="267" y="1185"/>
                    <a:pt x="250" y="1155"/>
                  </a:cubicBezTo>
                  <a:cubicBezTo>
                    <a:pt x="235" y="1128"/>
                    <a:pt x="225" y="1098"/>
                    <a:pt x="222" y="1067"/>
                  </a:cubicBezTo>
                  <a:cubicBezTo>
                    <a:pt x="206" y="963"/>
                    <a:pt x="185" y="860"/>
                    <a:pt x="183" y="754"/>
                  </a:cubicBezTo>
                  <a:cubicBezTo>
                    <a:pt x="184" y="750"/>
                    <a:pt x="184" y="745"/>
                    <a:pt x="184" y="741"/>
                  </a:cubicBezTo>
                  <a:cubicBezTo>
                    <a:pt x="184" y="727"/>
                    <a:pt x="182" y="715"/>
                    <a:pt x="177" y="702"/>
                  </a:cubicBezTo>
                  <a:cubicBezTo>
                    <a:pt x="155" y="666"/>
                    <a:pt x="164" y="630"/>
                    <a:pt x="168" y="594"/>
                  </a:cubicBezTo>
                  <a:cubicBezTo>
                    <a:pt x="175" y="562"/>
                    <a:pt x="179" y="529"/>
                    <a:pt x="180" y="497"/>
                  </a:cubicBezTo>
                  <a:cubicBezTo>
                    <a:pt x="180" y="473"/>
                    <a:pt x="207" y="446"/>
                    <a:pt x="182" y="428"/>
                  </a:cubicBezTo>
                  <a:cubicBezTo>
                    <a:pt x="161" y="412"/>
                    <a:pt x="135" y="435"/>
                    <a:pt x="111" y="438"/>
                  </a:cubicBezTo>
                  <a:cubicBezTo>
                    <a:pt x="79" y="442"/>
                    <a:pt x="48" y="456"/>
                    <a:pt x="15" y="454"/>
                  </a:cubicBezTo>
                  <a:cubicBezTo>
                    <a:pt x="13" y="453"/>
                    <a:pt x="11" y="453"/>
                    <a:pt x="10" y="452"/>
                  </a:cubicBezTo>
                  <a:cubicBezTo>
                    <a:pt x="6" y="450"/>
                    <a:pt x="4" y="447"/>
                    <a:pt x="2" y="444"/>
                  </a:cubicBezTo>
                  <a:cubicBezTo>
                    <a:pt x="1" y="442"/>
                    <a:pt x="0" y="441"/>
                    <a:pt x="0" y="440"/>
                  </a:cubicBezTo>
                  <a:cubicBezTo>
                    <a:pt x="0" y="439"/>
                    <a:pt x="0" y="437"/>
                    <a:pt x="0" y="436"/>
                  </a:cubicBezTo>
                  <a:cubicBezTo>
                    <a:pt x="0" y="432"/>
                    <a:pt x="1" y="429"/>
                    <a:pt x="3" y="425"/>
                  </a:cubicBezTo>
                  <a:cubicBezTo>
                    <a:pt x="3" y="424"/>
                    <a:pt x="5" y="422"/>
                    <a:pt x="6" y="421"/>
                  </a:cubicBezTo>
                  <a:cubicBezTo>
                    <a:pt x="19" y="414"/>
                    <a:pt x="33" y="409"/>
                    <a:pt x="48" y="406"/>
                  </a:cubicBezTo>
                  <a:cubicBezTo>
                    <a:pt x="94" y="396"/>
                    <a:pt x="141" y="387"/>
                    <a:pt x="188" y="378"/>
                  </a:cubicBezTo>
                  <a:cubicBezTo>
                    <a:pt x="194" y="377"/>
                    <a:pt x="200" y="375"/>
                    <a:pt x="206" y="372"/>
                  </a:cubicBezTo>
                  <a:cubicBezTo>
                    <a:pt x="213" y="368"/>
                    <a:pt x="218" y="362"/>
                    <a:pt x="223" y="354"/>
                  </a:cubicBezTo>
                  <a:cubicBezTo>
                    <a:pt x="224" y="352"/>
                    <a:pt x="226" y="350"/>
                    <a:pt x="227" y="347"/>
                  </a:cubicBezTo>
                  <a:cubicBezTo>
                    <a:pt x="242" y="318"/>
                    <a:pt x="253" y="288"/>
                    <a:pt x="261" y="256"/>
                  </a:cubicBezTo>
                  <a:cubicBezTo>
                    <a:pt x="269" y="249"/>
                    <a:pt x="277" y="241"/>
                    <a:pt x="282" y="232"/>
                  </a:cubicBezTo>
                  <a:cubicBezTo>
                    <a:pt x="286" y="225"/>
                    <a:pt x="288" y="218"/>
                    <a:pt x="290" y="210"/>
                  </a:cubicBezTo>
                  <a:cubicBezTo>
                    <a:pt x="286" y="211"/>
                    <a:pt x="282" y="213"/>
                    <a:pt x="279" y="215"/>
                  </a:cubicBezTo>
                  <a:cubicBezTo>
                    <a:pt x="273" y="218"/>
                    <a:pt x="269" y="223"/>
                    <a:pt x="265" y="229"/>
                  </a:cubicBezTo>
                  <a:cubicBezTo>
                    <a:pt x="261" y="235"/>
                    <a:pt x="260" y="241"/>
                    <a:pt x="260" y="248"/>
                  </a:cubicBezTo>
                  <a:cubicBezTo>
                    <a:pt x="260" y="251"/>
                    <a:pt x="260" y="254"/>
                    <a:pt x="261" y="258"/>
                  </a:cubicBezTo>
                  <a:moveTo>
                    <a:pt x="635" y="1218"/>
                  </a:moveTo>
                  <a:cubicBezTo>
                    <a:pt x="671" y="1215"/>
                    <a:pt x="690" y="1188"/>
                    <a:pt x="709" y="1162"/>
                  </a:cubicBezTo>
                  <a:cubicBezTo>
                    <a:pt x="712" y="1159"/>
                    <a:pt x="714" y="1157"/>
                    <a:pt x="716" y="1154"/>
                  </a:cubicBezTo>
                  <a:cubicBezTo>
                    <a:pt x="720" y="1147"/>
                    <a:pt x="722" y="1139"/>
                    <a:pt x="722" y="1132"/>
                  </a:cubicBezTo>
                  <a:cubicBezTo>
                    <a:pt x="722" y="1124"/>
                    <a:pt x="720" y="1117"/>
                    <a:pt x="716" y="1110"/>
                  </a:cubicBezTo>
                  <a:cubicBezTo>
                    <a:pt x="714" y="1107"/>
                    <a:pt x="712" y="1104"/>
                    <a:pt x="709" y="1102"/>
                  </a:cubicBezTo>
                  <a:cubicBezTo>
                    <a:pt x="709" y="1101"/>
                    <a:pt x="709" y="1100"/>
                    <a:pt x="708" y="1099"/>
                  </a:cubicBezTo>
                  <a:cubicBezTo>
                    <a:pt x="702" y="1090"/>
                    <a:pt x="698" y="1079"/>
                    <a:pt x="696" y="1068"/>
                  </a:cubicBezTo>
                  <a:cubicBezTo>
                    <a:pt x="700" y="1070"/>
                    <a:pt x="704" y="1073"/>
                    <a:pt x="709" y="1075"/>
                  </a:cubicBezTo>
                  <a:cubicBezTo>
                    <a:pt x="741" y="1092"/>
                    <a:pt x="755" y="1089"/>
                    <a:pt x="766" y="1060"/>
                  </a:cubicBezTo>
                  <a:cubicBezTo>
                    <a:pt x="777" y="1030"/>
                    <a:pt x="788" y="999"/>
                    <a:pt x="796" y="968"/>
                  </a:cubicBezTo>
                  <a:cubicBezTo>
                    <a:pt x="798" y="964"/>
                    <a:pt x="799" y="960"/>
                    <a:pt x="799" y="956"/>
                  </a:cubicBezTo>
                  <a:cubicBezTo>
                    <a:pt x="799" y="952"/>
                    <a:pt x="797" y="947"/>
                    <a:pt x="795" y="943"/>
                  </a:cubicBezTo>
                  <a:cubicBezTo>
                    <a:pt x="793" y="938"/>
                    <a:pt x="789" y="935"/>
                    <a:pt x="785" y="932"/>
                  </a:cubicBezTo>
                  <a:cubicBezTo>
                    <a:pt x="784" y="931"/>
                    <a:pt x="782" y="931"/>
                    <a:pt x="781" y="931"/>
                  </a:cubicBezTo>
                  <a:cubicBezTo>
                    <a:pt x="751" y="918"/>
                    <a:pt x="722" y="904"/>
                    <a:pt x="692" y="894"/>
                  </a:cubicBezTo>
                  <a:cubicBezTo>
                    <a:pt x="665" y="884"/>
                    <a:pt x="648" y="897"/>
                    <a:pt x="648" y="926"/>
                  </a:cubicBezTo>
                  <a:cubicBezTo>
                    <a:pt x="649" y="938"/>
                    <a:pt x="652" y="950"/>
                    <a:pt x="656" y="961"/>
                  </a:cubicBezTo>
                  <a:cubicBezTo>
                    <a:pt x="668" y="991"/>
                    <a:pt x="676" y="1023"/>
                    <a:pt x="682" y="1054"/>
                  </a:cubicBezTo>
                  <a:cubicBezTo>
                    <a:pt x="670" y="1047"/>
                    <a:pt x="658" y="1039"/>
                    <a:pt x="645" y="1033"/>
                  </a:cubicBezTo>
                  <a:lnTo>
                    <a:pt x="645" y="1032"/>
                  </a:lnTo>
                  <a:cubicBezTo>
                    <a:pt x="642" y="1031"/>
                    <a:pt x="639" y="1030"/>
                    <a:pt x="637" y="1030"/>
                  </a:cubicBezTo>
                  <a:cubicBezTo>
                    <a:pt x="634" y="1030"/>
                    <a:pt x="632" y="1031"/>
                    <a:pt x="630" y="1032"/>
                  </a:cubicBezTo>
                  <a:cubicBezTo>
                    <a:pt x="628" y="1033"/>
                    <a:pt x="627" y="1035"/>
                    <a:pt x="626" y="1036"/>
                  </a:cubicBezTo>
                  <a:cubicBezTo>
                    <a:pt x="618" y="1043"/>
                    <a:pt x="612" y="1052"/>
                    <a:pt x="607" y="1060"/>
                  </a:cubicBezTo>
                  <a:cubicBezTo>
                    <a:pt x="597" y="1077"/>
                    <a:pt x="592" y="1096"/>
                    <a:pt x="592" y="1115"/>
                  </a:cubicBezTo>
                  <a:cubicBezTo>
                    <a:pt x="592" y="1132"/>
                    <a:pt x="596" y="1149"/>
                    <a:pt x="604" y="1164"/>
                  </a:cubicBezTo>
                  <a:cubicBezTo>
                    <a:pt x="613" y="1184"/>
                    <a:pt x="626" y="1202"/>
                    <a:pt x="638" y="1221"/>
                  </a:cubicBezTo>
                  <a:cubicBezTo>
                    <a:pt x="635" y="1221"/>
                    <a:pt x="632" y="1221"/>
                    <a:pt x="630" y="1221"/>
                  </a:cubicBezTo>
                  <a:cubicBezTo>
                    <a:pt x="623" y="1221"/>
                    <a:pt x="616" y="1220"/>
                    <a:pt x="609" y="1216"/>
                  </a:cubicBezTo>
                  <a:cubicBezTo>
                    <a:pt x="603" y="1213"/>
                    <a:pt x="598" y="1207"/>
                    <a:pt x="594" y="1201"/>
                  </a:cubicBezTo>
                  <a:cubicBezTo>
                    <a:pt x="584" y="1184"/>
                    <a:pt x="574" y="1167"/>
                    <a:pt x="563" y="1150"/>
                  </a:cubicBezTo>
                  <a:cubicBezTo>
                    <a:pt x="563" y="1149"/>
                    <a:pt x="562" y="1149"/>
                    <a:pt x="562" y="1148"/>
                  </a:cubicBezTo>
                  <a:cubicBezTo>
                    <a:pt x="560" y="1145"/>
                    <a:pt x="557" y="1142"/>
                    <a:pt x="554" y="1140"/>
                  </a:cubicBezTo>
                  <a:cubicBezTo>
                    <a:pt x="551" y="1138"/>
                    <a:pt x="547" y="1137"/>
                    <a:pt x="543" y="1137"/>
                  </a:cubicBezTo>
                  <a:cubicBezTo>
                    <a:pt x="539" y="1137"/>
                    <a:pt x="536" y="1138"/>
                    <a:pt x="532" y="1140"/>
                  </a:cubicBezTo>
                  <a:cubicBezTo>
                    <a:pt x="515" y="1151"/>
                    <a:pt x="500" y="1164"/>
                    <a:pt x="486" y="1178"/>
                  </a:cubicBezTo>
                  <a:cubicBezTo>
                    <a:pt x="471" y="1192"/>
                    <a:pt x="446" y="1196"/>
                    <a:pt x="438" y="1219"/>
                  </a:cubicBezTo>
                  <a:cubicBezTo>
                    <a:pt x="447" y="1226"/>
                    <a:pt x="455" y="1231"/>
                    <a:pt x="465" y="1237"/>
                  </a:cubicBezTo>
                  <a:cubicBezTo>
                    <a:pt x="497" y="1255"/>
                    <a:pt x="533" y="1265"/>
                    <a:pt x="571" y="1266"/>
                  </a:cubicBezTo>
                  <a:cubicBezTo>
                    <a:pt x="601" y="1264"/>
                    <a:pt x="627" y="1254"/>
                    <a:pt x="635" y="1218"/>
                  </a:cubicBezTo>
                  <a:moveTo>
                    <a:pt x="395" y="933"/>
                  </a:moveTo>
                  <a:cubicBezTo>
                    <a:pt x="391" y="921"/>
                    <a:pt x="386" y="910"/>
                    <a:pt x="380" y="899"/>
                  </a:cubicBezTo>
                  <a:cubicBezTo>
                    <a:pt x="361" y="870"/>
                    <a:pt x="358" y="844"/>
                    <a:pt x="389" y="820"/>
                  </a:cubicBezTo>
                  <a:cubicBezTo>
                    <a:pt x="393" y="818"/>
                    <a:pt x="396" y="815"/>
                    <a:pt x="398" y="811"/>
                  </a:cubicBezTo>
                  <a:cubicBezTo>
                    <a:pt x="401" y="806"/>
                    <a:pt x="402" y="800"/>
                    <a:pt x="402" y="795"/>
                  </a:cubicBezTo>
                  <a:cubicBezTo>
                    <a:pt x="402" y="789"/>
                    <a:pt x="400" y="784"/>
                    <a:pt x="398" y="780"/>
                  </a:cubicBezTo>
                  <a:cubicBezTo>
                    <a:pt x="396" y="777"/>
                    <a:pt x="395" y="775"/>
                    <a:pt x="393" y="773"/>
                  </a:cubicBezTo>
                  <a:cubicBezTo>
                    <a:pt x="380" y="757"/>
                    <a:pt x="374" y="727"/>
                    <a:pt x="347" y="730"/>
                  </a:cubicBezTo>
                  <a:cubicBezTo>
                    <a:pt x="320" y="733"/>
                    <a:pt x="305" y="756"/>
                    <a:pt x="294" y="778"/>
                  </a:cubicBezTo>
                  <a:cubicBezTo>
                    <a:pt x="280" y="809"/>
                    <a:pt x="273" y="840"/>
                    <a:pt x="303" y="867"/>
                  </a:cubicBezTo>
                  <a:cubicBezTo>
                    <a:pt x="319" y="883"/>
                    <a:pt x="333" y="900"/>
                    <a:pt x="348" y="917"/>
                  </a:cubicBezTo>
                  <a:cubicBezTo>
                    <a:pt x="351" y="920"/>
                    <a:pt x="355" y="923"/>
                    <a:pt x="359" y="925"/>
                  </a:cubicBezTo>
                  <a:cubicBezTo>
                    <a:pt x="368" y="930"/>
                    <a:pt x="377" y="933"/>
                    <a:pt x="387" y="933"/>
                  </a:cubicBezTo>
                  <a:cubicBezTo>
                    <a:pt x="390" y="933"/>
                    <a:pt x="393" y="932"/>
                    <a:pt x="396" y="932"/>
                  </a:cubicBezTo>
                  <a:cubicBezTo>
                    <a:pt x="394" y="934"/>
                    <a:pt x="392" y="934"/>
                    <a:pt x="389" y="936"/>
                  </a:cubicBezTo>
                  <a:cubicBezTo>
                    <a:pt x="374" y="944"/>
                    <a:pt x="356" y="950"/>
                    <a:pt x="339" y="950"/>
                  </a:cubicBezTo>
                  <a:cubicBezTo>
                    <a:pt x="327" y="950"/>
                    <a:pt x="315" y="948"/>
                    <a:pt x="304" y="944"/>
                  </a:cubicBezTo>
                  <a:cubicBezTo>
                    <a:pt x="250" y="926"/>
                    <a:pt x="249" y="927"/>
                    <a:pt x="256" y="981"/>
                  </a:cubicBezTo>
                  <a:cubicBezTo>
                    <a:pt x="260" y="1025"/>
                    <a:pt x="271" y="1069"/>
                    <a:pt x="287" y="1111"/>
                  </a:cubicBezTo>
                  <a:cubicBezTo>
                    <a:pt x="289" y="1116"/>
                    <a:pt x="291" y="1120"/>
                    <a:pt x="293" y="1124"/>
                  </a:cubicBezTo>
                  <a:cubicBezTo>
                    <a:pt x="303" y="1142"/>
                    <a:pt x="317" y="1157"/>
                    <a:pt x="334" y="1168"/>
                  </a:cubicBezTo>
                  <a:cubicBezTo>
                    <a:pt x="335" y="1169"/>
                    <a:pt x="337" y="1171"/>
                    <a:pt x="339" y="1172"/>
                  </a:cubicBezTo>
                  <a:cubicBezTo>
                    <a:pt x="345" y="1175"/>
                    <a:pt x="352" y="1177"/>
                    <a:pt x="359" y="1177"/>
                  </a:cubicBezTo>
                  <a:cubicBezTo>
                    <a:pt x="362" y="1177"/>
                    <a:pt x="366" y="1176"/>
                    <a:pt x="369" y="1175"/>
                  </a:cubicBezTo>
                  <a:cubicBezTo>
                    <a:pt x="396" y="1170"/>
                    <a:pt x="423" y="1160"/>
                    <a:pt x="447" y="1146"/>
                  </a:cubicBezTo>
                  <a:cubicBezTo>
                    <a:pt x="485" y="1124"/>
                    <a:pt x="517" y="1092"/>
                    <a:pt x="539" y="1054"/>
                  </a:cubicBezTo>
                  <a:cubicBezTo>
                    <a:pt x="541" y="1051"/>
                    <a:pt x="543" y="1048"/>
                    <a:pt x="544" y="1045"/>
                  </a:cubicBezTo>
                  <a:cubicBezTo>
                    <a:pt x="559" y="1016"/>
                    <a:pt x="574" y="987"/>
                    <a:pt x="588" y="958"/>
                  </a:cubicBezTo>
                  <a:cubicBezTo>
                    <a:pt x="601" y="929"/>
                    <a:pt x="598" y="926"/>
                    <a:pt x="571" y="902"/>
                  </a:cubicBezTo>
                  <a:cubicBezTo>
                    <a:pt x="558" y="890"/>
                    <a:pt x="546" y="878"/>
                    <a:pt x="534" y="865"/>
                  </a:cubicBezTo>
                  <a:cubicBezTo>
                    <a:pt x="533" y="865"/>
                    <a:pt x="533" y="864"/>
                    <a:pt x="532" y="863"/>
                  </a:cubicBezTo>
                  <a:cubicBezTo>
                    <a:pt x="531" y="861"/>
                    <a:pt x="530" y="858"/>
                    <a:pt x="530" y="855"/>
                  </a:cubicBezTo>
                  <a:cubicBezTo>
                    <a:pt x="530" y="854"/>
                    <a:pt x="530" y="853"/>
                    <a:pt x="531" y="851"/>
                  </a:cubicBezTo>
                  <a:cubicBezTo>
                    <a:pt x="531" y="851"/>
                    <a:pt x="531" y="850"/>
                    <a:pt x="532" y="849"/>
                  </a:cubicBezTo>
                  <a:cubicBezTo>
                    <a:pt x="533" y="847"/>
                    <a:pt x="535" y="845"/>
                    <a:pt x="537" y="844"/>
                  </a:cubicBezTo>
                  <a:cubicBezTo>
                    <a:pt x="539" y="843"/>
                    <a:pt x="542" y="842"/>
                    <a:pt x="544" y="842"/>
                  </a:cubicBezTo>
                  <a:cubicBezTo>
                    <a:pt x="546" y="842"/>
                    <a:pt x="548" y="843"/>
                    <a:pt x="549" y="843"/>
                  </a:cubicBezTo>
                  <a:cubicBezTo>
                    <a:pt x="569" y="851"/>
                    <a:pt x="589" y="861"/>
                    <a:pt x="614" y="872"/>
                  </a:cubicBezTo>
                  <a:cubicBezTo>
                    <a:pt x="620" y="833"/>
                    <a:pt x="622" y="793"/>
                    <a:pt x="622" y="753"/>
                  </a:cubicBezTo>
                  <a:cubicBezTo>
                    <a:pt x="622" y="709"/>
                    <a:pt x="619" y="665"/>
                    <a:pt x="613" y="622"/>
                  </a:cubicBezTo>
                  <a:cubicBezTo>
                    <a:pt x="598" y="531"/>
                    <a:pt x="562" y="456"/>
                    <a:pt x="486" y="401"/>
                  </a:cubicBezTo>
                  <a:cubicBezTo>
                    <a:pt x="454" y="379"/>
                    <a:pt x="426" y="357"/>
                    <a:pt x="383" y="367"/>
                  </a:cubicBezTo>
                  <a:cubicBezTo>
                    <a:pt x="381" y="367"/>
                    <a:pt x="379" y="367"/>
                    <a:pt x="376" y="367"/>
                  </a:cubicBezTo>
                  <a:cubicBezTo>
                    <a:pt x="366" y="367"/>
                    <a:pt x="356" y="365"/>
                    <a:pt x="347" y="363"/>
                  </a:cubicBezTo>
                  <a:cubicBezTo>
                    <a:pt x="300" y="357"/>
                    <a:pt x="268" y="374"/>
                    <a:pt x="254" y="418"/>
                  </a:cubicBezTo>
                  <a:cubicBezTo>
                    <a:pt x="243" y="452"/>
                    <a:pt x="236" y="486"/>
                    <a:pt x="233" y="521"/>
                  </a:cubicBezTo>
                  <a:cubicBezTo>
                    <a:pt x="229" y="611"/>
                    <a:pt x="229" y="701"/>
                    <a:pt x="228" y="792"/>
                  </a:cubicBezTo>
                  <a:cubicBezTo>
                    <a:pt x="228" y="793"/>
                    <a:pt x="228" y="794"/>
                    <a:pt x="228" y="795"/>
                  </a:cubicBezTo>
                  <a:cubicBezTo>
                    <a:pt x="228" y="812"/>
                    <a:pt x="232" y="829"/>
                    <a:pt x="241" y="844"/>
                  </a:cubicBezTo>
                  <a:cubicBezTo>
                    <a:pt x="244" y="849"/>
                    <a:pt x="247" y="854"/>
                    <a:pt x="251" y="858"/>
                  </a:cubicBezTo>
                  <a:cubicBezTo>
                    <a:pt x="253" y="850"/>
                    <a:pt x="253" y="841"/>
                    <a:pt x="253" y="832"/>
                  </a:cubicBezTo>
                  <a:cubicBezTo>
                    <a:pt x="253" y="817"/>
                    <a:pt x="251" y="802"/>
                    <a:pt x="247" y="787"/>
                  </a:cubicBezTo>
                  <a:cubicBezTo>
                    <a:pt x="244" y="779"/>
                    <a:pt x="243" y="771"/>
                    <a:pt x="243" y="763"/>
                  </a:cubicBezTo>
                  <a:cubicBezTo>
                    <a:pt x="243" y="748"/>
                    <a:pt x="247" y="733"/>
                    <a:pt x="255" y="720"/>
                  </a:cubicBezTo>
                  <a:cubicBezTo>
                    <a:pt x="262" y="707"/>
                    <a:pt x="273" y="697"/>
                    <a:pt x="286" y="689"/>
                  </a:cubicBezTo>
                  <a:cubicBezTo>
                    <a:pt x="290" y="687"/>
                    <a:pt x="294" y="685"/>
                    <a:pt x="299" y="683"/>
                  </a:cubicBezTo>
                  <a:cubicBezTo>
                    <a:pt x="312" y="677"/>
                    <a:pt x="326" y="671"/>
                    <a:pt x="341" y="668"/>
                  </a:cubicBezTo>
                  <a:cubicBezTo>
                    <a:pt x="384" y="655"/>
                    <a:pt x="416" y="669"/>
                    <a:pt x="429" y="713"/>
                  </a:cubicBezTo>
                  <a:cubicBezTo>
                    <a:pt x="440" y="752"/>
                    <a:pt x="446" y="792"/>
                    <a:pt x="446" y="832"/>
                  </a:cubicBezTo>
                  <a:cubicBezTo>
                    <a:pt x="446" y="849"/>
                    <a:pt x="445" y="867"/>
                    <a:pt x="443" y="884"/>
                  </a:cubicBezTo>
                  <a:cubicBezTo>
                    <a:pt x="443" y="885"/>
                    <a:pt x="443" y="886"/>
                    <a:pt x="443" y="887"/>
                  </a:cubicBezTo>
                  <a:cubicBezTo>
                    <a:pt x="443" y="895"/>
                    <a:pt x="441" y="903"/>
                    <a:pt x="437" y="910"/>
                  </a:cubicBezTo>
                  <a:cubicBezTo>
                    <a:pt x="433" y="917"/>
                    <a:pt x="427" y="923"/>
                    <a:pt x="420" y="927"/>
                  </a:cubicBezTo>
                  <a:cubicBezTo>
                    <a:pt x="413" y="931"/>
                    <a:pt x="405" y="933"/>
                    <a:pt x="396" y="933"/>
                  </a:cubicBezTo>
                  <a:lnTo>
                    <a:pt x="395" y="933"/>
                  </a:lnTo>
                  <a:moveTo>
                    <a:pt x="693" y="180"/>
                  </a:moveTo>
                  <a:cubicBezTo>
                    <a:pt x="674" y="202"/>
                    <a:pt x="666" y="210"/>
                    <a:pt x="658" y="220"/>
                  </a:cubicBezTo>
                  <a:cubicBezTo>
                    <a:pt x="634" y="251"/>
                    <a:pt x="609" y="283"/>
                    <a:pt x="586" y="315"/>
                  </a:cubicBezTo>
                  <a:cubicBezTo>
                    <a:pt x="584" y="317"/>
                    <a:pt x="582" y="320"/>
                    <a:pt x="581" y="322"/>
                  </a:cubicBezTo>
                  <a:cubicBezTo>
                    <a:pt x="576" y="330"/>
                    <a:pt x="574" y="340"/>
                    <a:pt x="574" y="349"/>
                  </a:cubicBezTo>
                  <a:cubicBezTo>
                    <a:pt x="574" y="357"/>
                    <a:pt x="575" y="364"/>
                    <a:pt x="578" y="371"/>
                  </a:cubicBezTo>
                  <a:cubicBezTo>
                    <a:pt x="587" y="392"/>
                    <a:pt x="603" y="396"/>
                    <a:pt x="618" y="379"/>
                  </a:cubicBezTo>
                  <a:cubicBezTo>
                    <a:pt x="655" y="329"/>
                    <a:pt x="696" y="282"/>
                    <a:pt x="740" y="238"/>
                  </a:cubicBezTo>
                  <a:cubicBezTo>
                    <a:pt x="742" y="236"/>
                    <a:pt x="744" y="234"/>
                    <a:pt x="745" y="232"/>
                  </a:cubicBezTo>
                  <a:cubicBezTo>
                    <a:pt x="747" y="228"/>
                    <a:pt x="748" y="225"/>
                    <a:pt x="748" y="221"/>
                  </a:cubicBezTo>
                  <a:cubicBezTo>
                    <a:pt x="748" y="217"/>
                    <a:pt x="747" y="214"/>
                    <a:pt x="746" y="210"/>
                  </a:cubicBezTo>
                  <a:cubicBezTo>
                    <a:pt x="716" y="155"/>
                    <a:pt x="659" y="129"/>
                    <a:pt x="611" y="96"/>
                  </a:cubicBezTo>
                  <a:cubicBezTo>
                    <a:pt x="597" y="87"/>
                    <a:pt x="582" y="99"/>
                    <a:pt x="572" y="110"/>
                  </a:cubicBezTo>
                  <a:cubicBezTo>
                    <a:pt x="527" y="163"/>
                    <a:pt x="507" y="227"/>
                    <a:pt x="483" y="290"/>
                  </a:cubicBezTo>
                  <a:cubicBezTo>
                    <a:pt x="482" y="292"/>
                    <a:pt x="482" y="294"/>
                    <a:pt x="482" y="295"/>
                  </a:cubicBezTo>
                  <a:cubicBezTo>
                    <a:pt x="482" y="299"/>
                    <a:pt x="483" y="303"/>
                    <a:pt x="485" y="307"/>
                  </a:cubicBezTo>
                  <a:cubicBezTo>
                    <a:pt x="486" y="308"/>
                    <a:pt x="487" y="309"/>
                    <a:pt x="488" y="311"/>
                  </a:cubicBezTo>
                  <a:cubicBezTo>
                    <a:pt x="490" y="313"/>
                    <a:pt x="493" y="314"/>
                    <a:pt x="496" y="316"/>
                  </a:cubicBezTo>
                  <a:cubicBezTo>
                    <a:pt x="503" y="320"/>
                    <a:pt x="511" y="323"/>
                    <a:pt x="520" y="323"/>
                  </a:cubicBezTo>
                  <a:cubicBezTo>
                    <a:pt x="528" y="323"/>
                    <a:pt x="537" y="320"/>
                    <a:pt x="544" y="316"/>
                  </a:cubicBezTo>
                  <a:cubicBezTo>
                    <a:pt x="550" y="312"/>
                    <a:pt x="555" y="309"/>
                    <a:pt x="559" y="304"/>
                  </a:cubicBezTo>
                  <a:cubicBezTo>
                    <a:pt x="578" y="278"/>
                    <a:pt x="596" y="251"/>
                    <a:pt x="616" y="225"/>
                  </a:cubicBezTo>
                  <a:cubicBezTo>
                    <a:pt x="625" y="212"/>
                    <a:pt x="637" y="201"/>
                    <a:pt x="651" y="193"/>
                  </a:cubicBezTo>
                  <a:cubicBezTo>
                    <a:pt x="664" y="186"/>
                    <a:pt x="678" y="181"/>
                    <a:pt x="693" y="180"/>
                  </a:cubicBezTo>
                  <a:moveTo>
                    <a:pt x="522" y="111"/>
                  </a:moveTo>
                  <a:cubicBezTo>
                    <a:pt x="391" y="120"/>
                    <a:pt x="332" y="197"/>
                    <a:pt x="294" y="298"/>
                  </a:cubicBezTo>
                  <a:cubicBezTo>
                    <a:pt x="292" y="300"/>
                    <a:pt x="292" y="303"/>
                    <a:pt x="292" y="305"/>
                  </a:cubicBezTo>
                  <a:cubicBezTo>
                    <a:pt x="292" y="307"/>
                    <a:pt x="293" y="309"/>
                    <a:pt x="294" y="312"/>
                  </a:cubicBezTo>
                  <a:cubicBezTo>
                    <a:pt x="295" y="314"/>
                    <a:pt x="296" y="317"/>
                    <a:pt x="299" y="318"/>
                  </a:cubicBezTo>
                  <a:cubicBezTo>
                    <a:pt x="301" y="319"/>
                    <a:pt x="304" y="320"/>
                    <a:pt x="307" y="320"/>
                  </a:cubicBezTo>
                  <a:cubicBezTo>
                    <a:pt x="342" y="320"/>
                    <a:pt x="376" y="318"/>
                    <a:pt x="411" y="316"/>
                  </a:cubicBezTo>
                  <a:cubicBezTo>
                    <a:pt x="420" y="316"/>
                    <a:pt x="429" y="313"/>
                    <a:pt x="437" y="309"/>
                  </a:cubicBezTo>
                  <a:cubicBezTo>
                    <a:pt x="446" y="304"/>
                    <a:pt x="453" y="297"/>
                    <a:pt x="458" y="288"/>
                  </a:cubicBezTo>
                  <a:cubicBezTo>
                    <a:pt x="460" y="285"/>
                    <a:pt x="461" y="282"/>
                    <a:pt x="462" y="279"/>
                  </a:cubicBezTo>
                  <a:cubicBezTo>
                    <a:pt x="482" y="226"/>
                    <a:pt x="500" y="172"/>
                    <a:pt x="522" y="111"/>
                  </a:cubicBezTo>
                  <a:moveTo>
                    <a:pt x="764" y="269"/>
                  </a:moveTo>
                  <a:cubicBezTo>
                    <a:pt x="757" y="269"/>
                    <a:pt x="751" y="269"/>
                    <a:pt x="748" y="271"/>
                  </a:cubicBezTo>
                  <a:cubicBezTo>
                    <a:pt x="693" y="310"/>
                    <a:pt x="661" y="366"/>
                    <a:pt x="625" y="421"/>
                  </a:cubicBezTo>
                  <a:cubicBezTo>
                    <a:pt x="622" y="427"/>
                    <a:pt x="620" y="434"/>
                    <a:pt x="620" y="441"/>
                  </a:cubicBezTo>
                  <a:cubicBezTo>
                    <a:pt x="620" y="446"/>
                    <a:pt x="621" y="452"/>
                    <a:pt x="623" y="457"/>
                  </a:cubicBezTo>
                  <a:cubicBezTo>
                    <a:pt x="628" y="467"/>
                    <a:pt x="636" y="476"/>
                    <a:pt x="645" y="474"/>
                  </a:cubicBezTo>
                  <a:cubicBezTo>
                    <a:pt x="691" y="461"/>
                    <a:pt x="738" y="452"/>
                    <a:pt x="785" y="446"/>
                  </a:cubicBezTo>
                  <a:cubicBezTo>
                    <a:pt x="789" y="446"/>
                    <a:pt x="793" y="444"/>
                    <a:pt x="797" y="442"/>
                  </a:cubicBezTo>
                  <a:cubicBezTo>
                    <a:pt x="802" y="439"/>
                    <a:pt x="806" y="435"/>
                    <a:pt x="809" y="430"/>
                  </a:cubicBezTo>
                  <a:cubicBezTo>
                    <a:pt x="812" y="425"/>
                    <a:pt x="813" y="419"/>
                    <a:pt x="813" y="413"/>
                  </a:cubicBezTo>
                  <a:cubicBezTo>
                    <a:pt x="813" y="411"/>
                    <a:pt x="813" y="410"/>
                    <a:pt x="813" y="408"/>
                  </a:cubicBezTo>
                  <a:cubicBezTo>
                    <a:pt x="813" y="393"/>
                    <a:pt x="810" y="378"/>
                    <a:pt x="805" y="364"/>
                  </a:cubicBezTo>
                  <a:cubicBezTo>
                    <a:pt x="793" y="333"/>
                    <a:pt x="777" y="301"/>
                    <a:pt x="764" y="270"/>
                  </a:cubicBezTo>
                  <a:lnTo>
                    <a:pt x="764" y="269"/>
                  </a:lnTo>
                  <a:moveTo>
                    <a:pt x="829" y="536"/>
                  </a:moveTo>
                  <a:cubicBezTo>
                    <a:pt x="829" y="532"/>
                    <a:pt x="827" y="514"/>
                    <a:pt x="823" y="498"/>
                  </a:cubicBezTo>
                  <a:cubicBezTo>
                    <a:pt x="821" y="487"/>
                    <a:pt x="814" y="476"/>
                    <a:pt x="805" y="476"/>
                  </a:cubicBezTo>
                  <a:cubicBezTo>
                    <a:pt x="758" y="476"/>
                    <a:pt x="709" y="474"/>
                    <a:pt x="666" y="498"/>
                  </a:cubicBezTo>
                  <a:cubicBezTo>
                    <a:pt x="662" y="500"/>
                    <a:pt x="658" y="504"/>
                    <a:pt x="656" y="508"/>
                  </a:cubicBezTo>
                  <a:cubicBezTo>
                    <a:pt x="654" y="512"/>
                    <a:pt x="652" y="517"/>
                    <a:pt x="652" y="522"/>
                  </a:cubicBezTo>
                  <a:lnTo>
                    <a:pt x="652" y="523"/>
                  </a:lnTo>
                  <a:cubicBezTo>
                    <a:pt x="652" y="526"/>
                    <a:pt x="652" y="529"/>
                    <a:pt x="652" y="532"/>
                  </a:cubicBezTo>
                  <a:cubicBezTo>
                    <a:pt x="652" y="547"/>
                    <a:pt x="655" y="561"/>
                    <a:pt x="663" y="574"/>
                  </a:cubicBezTo>
                  <a:cubicBezTo>
                    <a:pt x="670" y="586"/>
                    <a:pt x="682" y="598"/>
                    <a:pt x="695" y="606"/>
                  </a:cubicBezTo>
                  <a:cubicBezTo>
                    <a:pt x="705" y="612"/>
                    <a:pt x="717" y="616"/>
                    <a:pt x="729" y="617"/>
                  </a:cubicBezTo>
                  <a:cubicBezTo>
                    <a:pt x="739" y="618"/>
                    <a:pt x="749" y="619"/>
                    <a:pt x="758" y="619"/>
                  </a:cubicBezTo>
                  <a:cubicBezTo>
                    <a:pt x="759" y="619"/>
                    <a:pt x="759" y="619"/>
                    <a:pt x="759" y="619"/>
                  </a:cubicBezTo>
                  <a:cubicBezTo>
                    <a:pt x="818" y="620"/>
                    <a:pt x="828" y="609"/>
                    <a:pt x="829" y="537"/>
                  </a:cubicBezTo>
                  <a:lnTo>
                    <a:pt x="829" y="536"/>
                  </a:lnTo>
                  <a:moveTo>
                    <a:pt x="819" y="848"/>
                  </a:moveTo>
                  <a:cubicBezTo>
                    <a:pt x="819" y="831"/>
                    <a:pt x="818" y="814"/>
                    <a:pt x="816" y="797"/>
                  </a:cubicBezTo>
                  <a:cubicBezTo>
                    <a:pt x="816" y="791"/>
                    <a:pt x="815" y="785"/>
                    <a:pt x="812" y="780"/>
                  </a:cubicBezTo>
                  <a:cubicBezTo>
                    <a:pt x="809" y="775"/>
                    <a:pt x="805" y="771"/>
                    <a:pt x="800" y="768"/>
                  </a:cubicBezTo>
                  <a:cubicBezTo>
                    <a:pt x="799" y="768"/>
                    <a:pt x="798" y="767"/>
                    <a:pt x="797" y="767"/>
                  </a:cubicBezTo>
                  <a:cubicBezTo>
                    <a:pt x="768" y="753"/>
                    <a:pt x="737" y="744"/>
                    <a:pt x="705" y="741"/>
                  </a:cubicBezTo>
                  <a:cubicBezTo>
                    <a:pt x="703" y="740"/>
                    <a:pt x="702" y="740"/>
                    <a:pt x="701" y="740"/>
                  </a:cubicBezTo>
                  <a:cubicBezTo>
                    <a:pt x="696" y="740"/>
                    <a:pt x="690" y="741"/>
                    <a:pt x="686" y="744"/>
                  </a:cubicBezTo>
                  <a:cubicBezTo>
                    <a:pt x="682" y="746"/>
                    <a:pt x="678" y="750"/>
                    <a:pt x="675" y="755"/>
                  </a:cubicBezTo>
                  <a:cubicBezTo>
                    <a:pt x="674" y="758"/>
                    <a:pt x="672" y="761"/>
                    <a:pt x="672" y="765"/>
                  </a:cubicBezTo>
                  <a:cubicBezTo>
                    <a:pt x="668" y="777"/>
                    <a:pt x="667" y="789"/>
                    <a:pt x="667" y="802"/>
                  </a:cubicBezTo>
                  <a:cubicBezTo>
                    <a:pt x="667" y="811"/>
                    <a:pt x="668" y="821"/>
                    <a:pt x="670" y="830"/>
                  </a:cubicBezTo>
                  <a:cubicBezTo>
                    <a:pt x="675" y="849"/>
                    <a:pt x="696" y="851"/>
                    <a:pt x="710" y="860"/>
                  </a:cubicBezTo>
                  <a:cubicBezTo>
                    <a:pt x="724" y="868"/>
                    <a:pt x="734" y="878"/>
                    <a:pt x="747" y="886"/>
                  </a:cubicBezTo>
                  <a:cubicBezTo>
                    <a:pt x="765" y="896"/>
                    <a:pt x="784" y="918"/>
                    <a:pt x="806" y="904"/>
                  </a:cubicBezTo>
                  <a:cubicBezTo>
                    <a:pt x="823" y="894"/>
                    <a:pt x="816" y="869"/>
                    <a:pt x="818" y="849"/>
                  </a:cubicBezTo>
                  <a:lnTo>
                    <a:pt x="819" y="848"/>
                  </a:lnTo>
                  <a:moveTo>
                    <a:pt x="822" y="671"/>
                  </a:moveTo>
                  <a:cubicBezTo>
                    <a:pt x="824" y="643"/>
                    <a:pt x="813" y="629"/>
                    <a:pt x="789" y="635"/>
                  </a:cubicBezTo>
                  <a:cubicBezTo>
                    <a:pt x="774" y="638"/>
                    <a:pt x="759" y="640"/>
                    <a:pt x="744" y="640"/>
                  </a:cubicBezTo>
                  <a:cubicBezTo>
                    <a:pt x="729" y="640"/>
                    <a:pt x="714" y="638"/>
                    <a:pt x="699" y="635"/>
                  </a:cubicBezTo>
                  <a:cubicBezTo>
                    <a:pt x="686" y="632"/>
                    <a:pt x="676" y="642"/>
                    <a:pt x="676" y="656"/>
                  </a:cubicBezTo>
                  <a:cubicBezTo>
                    <a:pt x="676" y="691"/>
                    <a:pt x="683" y="701"/>
                    <a:pt x="713" y="714"/>
                  </a:cubicBezTo>
                  <a:cubicBezTo>
                    <a:pt x="722" y="717"/>
                    <a:pt x="732" y="720"/>
                    <a:pt x="741" y="723"/>
                  </a:cubicBezTo>
                  <a:cubicBezTo>
                    <a:pt x="822" y="754"/>
                    <a:pt x="811" y="740"/>
                    <a:pt x="820" y="671"/>
                  </a:cubicBezTo>
                  <a:lnTo>
                    <a:pt x="822" y="67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8"/>
            <p:cNvSpPr/>
            <p:nvPr/>
          </p:nvSpPr>
          <p:spPr>
            <a:xfrm>
              <a:off x="6026040" y="1753920"/>
              <a:ext cx="70560" cy="40680"/>
            </a:xfrm>
            <a:custGeom>
              <a:rect b="b" l="l" r="r" t="t"/>
              <a:pathLst>
                <a:path extrusionOk="0" h="113" w="196">
                  <a:moveTo>
                    <a:pt x="18" y="112"/>
                  </a:moveTo>
                  <a:cubicBezTo>
                    <a:pt x="12" y="107"/>
                    <a:pt x="5" y="103"/>
                    <a:pt x="2" y="98"/>
                  </a:cubicBezTo>
                  <a:cubicBezTo>
                    <a:pt x="0" y="94"/>
                    <a:pt x="0" y="91"/>
                    <a:pt x="0" y="87"/>
                  </a:cubicBezTo>
                  <a:cubicBezTo>
                    <a:pt x="0" y="83"/>
                    <a:pt x="0" y="80"/>
                    <a:pt x="2" y="76"/>
                  </a:cubicBezTo>
                  <a:cubicBezTo>
                    <a:pt x="3" y="74"/>
                    <a:pt x="3" y="73"/>
                    <a:pt x="4" y="71"/>
                  </a:cubicBezTo>
                  <a:cubicBezTo>
                    <a:pt x="8" y="64"/>
                    <a:pt x="14" y="59"/>
                    <a:pt x="21" y="55"/>
                  </a:cubicBezTo>
                  <a:lnTo>
                    <a:pt x="21" y="54"/>
                  </a:lnTo>
                  <a:cubicBezTo>
                    <a:pt x="75" y="35"/>
                    <a:pt x="130" y="18"/>
                    <a:pt x="183" y="0"/>
                  </a:cubicBezTo>
                  <a:cubicBezTo>
                    <a:pt x="186" y="0"/>
                    <a:pt x="191" y="4"/>
                    <a:pt x="194" y="7"/>
                  </a:cubicBezTo>
                  <a:cubicBezTo>
                    <a:pt x="195" y="8"/>
                    <a:pt x="195" y="10"/>
                    <a:pt x="195" y="11"/>
                  </a:cubicBezTo>
                  <a:cubicBezTo>
                    <a:pt x="195" y="12"/>
                    <a:pt x="195" y="13"/>
                    <a:pt x="194" y="14"/>
                  </a:cubicBezTo>
                  <a:cubicBezTo>
                    <a:pt x="143" y="40"/>
                    <a:pt x="102" y="81"/>
                    <a:pt x="48" y="101"/>
                  </a:cubicBezTo>
                  <a:cubicBezTo>
                    <a:pt x="38" y="107"/>
                    <a:pt x="28" y="109"/>
                    <a:pt x="18" y="1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8"/>
            <p:cNvSpPr/>
            <p:nvPr/>
          </p:nvSpPr>
          <p:spPr>
            <a:xfrm>
              <a:off x="6053760" y="1914840"/>
              <a:ext cx="53280" cy="40320"/>
            </a:xfrm>
            <a:custGeom>
              <a:rect b="b" l="l" r="r" t="t"/>
              <a:pathLst>
                <a:path extrusionOk="0" h="112" w="148">
                  <a:moveTo>
                    <a:pt x="131" y="0"/>
                  </a:moveTo>
                  <a:cubicBezTo>
                    <a:pt x="139" y="4"/>
                    <a:pt x="142" y="4"/>
                    <a:pt x="143" y="6"/>
                  </a:cubicBezTo>
                  <a:cubicBezTo>
                    <a:pt x="144" y="8"/>
                    <a:pt x="147" y="16"/>
                    <a:pt x="145" y="18"/>
                  </a:cubicBezTo>
                  <a:cubicBezTo>
                    <a:pt x="113" y="53"/>
                    <a:pt x="77" y="84"/>
                    <a:pt x="36" y="109"/>
                  </a:cubicBezTo>
                  <a:cubicBezTo>
                    <a:pt x="33" y="110"/>
                    <a:pt x="29" y="111"/>
                    <a:pt x="26" y="111"/>
                  </a:cubicBezTo>
                  <a:cubicBezTo>
                    <a:pt x="22" y="111"/>
                    <a:pt x="18" y="110"/>
                    <a:pt x="14" y="108"/>
                  </a:cubicBezTo>
                  <a:cubicBezTo>
                    <a:pt x="10" y="106"/>
                    <a:pt x="7" y="103"/>
                    <a:pt x="5" y="99"/>
                  </a:cubicBezTo>
                  <a:lnTo>
                    <a:pt x="4" y="98"/>
                  </a:lnTo>
                  <a:cubicBezTo>
                    <a:pt x="4" y="97"/>
                    <a:pt x="3" y="97"/>
                    <a:pt x="3" y="96"/>
                  </a:cubicBezTo>
                  <a:cubicBezTo>
                    <a:pt x="1" y="93"/>
                    <a:pt x="0" y="89"/>
                    <a:pt x="0" y="85"/>
                  </a:cubicBezTo>
                  <a:cubicBezTo>
                    <a:pt x="0" y="81"/>
                    <a:pt x="1" y="78"/>
                    <a:pt x="3" y="74"/>
                  </a:cubicBezTo>
                  <a:cubicBezTo>
                    <a:pt x="4" y="73"/>
                    <a:pt x="5" y="72"/>
                    <a:pt x="6" y="70"/>
                  </a:cubicBezTo>
                  <a:cubicBezTo>
                    <a:pt x="23" y="57"/>
                    <a:pt x="41" y="44"/>
                    <a:pt x="60" y="33"/>
                  </a:cubicBezTo>
                  <a:cubicBezTo>
                    <a:pt x="83" y="20"/>
                    <a:pt x="107" y="9"/>
                    <a:pt x="1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8"/>
            <p:cNvSpPr/>
            <p:nvPr/>
          </p:nvSpPr>
          <p:spPr>
            <a:xfrm>
              <a:off x="6066360" y="1983240"/>
              <a:ext cx="56520" cy="53640"/>
            </a:xfrm>
            <a:custGeom>
              <a:rect b="b" l="l" r="r" t="t"/>
              <a:pathLst>
                <a:path extrusionOk="0" h="149" w="157">
                  <a:moveTo>
                    <a:pt x="155" y="6"/>
                  </a:moveTo>
                  <a:cubicBezTo>
                    <a:pt x="156" y="8"/>
                    <a:pt x="156" y="9"/>
                    <a:pt x="156" y="11"/>
                  </a:cubicBezTo>
                  <a:cubicBezTo>
                    <a:pt x="156" y="14"/>
                    <a:pt x="155" y="17"/>
                    <a:pt x="154" y="19"/>
                  </a:cubicBezTo>
                  <a:cubicBezTo>
                    <a:pt x="153" y="21"/>
                    <a:pt x="151" y="23"/>
                    <a:pt x="149" y="24"/>
                  </a:cubicBezTo>
                  <a:cubicBezTo>
                    <a:pt x="111" y="57"/>
                    <a:pt x="89" y="106"/>
                    <a:pt x="48" y="136"/>
                  </a:cubicBezTo>
                  <a:cubicBezTo>
                    <a:pt x="46" y="138"/>
                    <a:pt x="44" y="139"/>
                    <a:pt x="41" y="141"/>
                  </a:cubicBezTo>
                  <a:cubicBezTo>
                    <a:pt x="35" y="144"/>
                    <a:pt x="29" y="147"/>
                    <a:pt x="22" y="148"/>
                  </a:cubicBezTo>
                  <a:lnTo>
                    <a:pt x="21" y="148"/>
                  </a:lnTo>
                  <a:cubicBezTo>
                    <a:pt x="17" y="148"/>
                    <a:pt x="13" y="147"/>
                    <a:pt x="10" y="145"/>
                  </a:cubicBezTo>
                  <a:cubicBezTo>
                    <a:pt x="7" y="143"/>
                    <a:pt x="5" y="141"/>
                    <a:pt x="3" y="139"/>
                  </a:cubicBezTo>
                  <a:cubicBezTo>
                    <a:pt x="0" y="134"/>
                    <a:pt x="2" y="125"/>
                    <a:pt x="3" y="117"/>
                  </a:cubicBezTo>
                  <a:cubicBezTo>
                    <a:pt x="3" y="116"/>
                    <a:pt x="4" y="115"/>
                    <a:pt x="4" y="115"/>
                  </a:cubicBezTo>
                  <a:cubicBezTo>
                    <a:pt x="5" y="113"/>
                    <a:pt x="6" y="112"/>
                    <a:pt x="7" y="111"/>
                  </a:cubicBezTo>
                  <a:cubicBezTo>
                    <a:pt x="51" y="76"/>
                    <a:pt x="93" y="42"/>
                    <a:pt x="136" y="7"/>
                  </a:cubicBezTo>
                  <a:cubicBezTo>
                    <a:pt x="141" y="4"/>
                    <a:pt x="147" y="0"/>
                    <a:pt x="15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8"/>
            <p:cNvSpPr/>
            <p:nvPr/>
          </p:nvSpPr>
          <p:spPr>
            <a:xfrm>
              <a:off x="6052680" y="1841040"/>
              <a:ext cx="47880" cy="29880"/>
            </a:xfrm>
            <a:custGeom>
              <a:rect b="b" l="l" r="r" t="t"/>
              <a:pathLst>
                <a:path extrusionOk="0" h="83" w="133">
                  <a:moveTo>
                    <a:pt x="132" y="0"/>
                  </a:moveTo>
                  <a:cubicBezTo>
                    <a:pt x="108" y="30"/>
                    <a:pt x="81" y="55"/>
                    <a:pt x="50" y="76"/>
                  </a:cubicBezTo>
                  <a:cubicBezTo>
                    <a:pt x="49" y="77"/>
                    <a:pt x="49" y="77"/>
                    <a:pt x="47" y="78"/>
                  </a:cubicBezTo>
                  <a:cubicBezTo>
                    <a:pt x="42" y="81"/>
                    <a:pt x="37" y="82"/>
                    <a:pt x="31" y="82"/>
                  </a:cubicBezTo>
                  <a:cubicBezTo>
                    <a:pt x="28" y="82"/>
                    <a:pt x="25" y="82"/>
                    <a:pt x="21" y="81"/>
                  </a:cubicBezTo>
                  <a:cubicBezTo>
                    <a:pt x="10" y="78"/>
                    <a:pt x="0" y="59"/>
                    <a:pt x="7" y="51"/>
                  </a:cubicBezTo>
                  <a:cubicBezTo>
                    <a:pt x="18" y="42"/>
                    <a:pt x="29" y="34"/>
                    <a:pt x="41" y="27"/>
                  </a:cubicBezTo>
                  <a:cubicBezTo>
                    <a:pt x="69" y="11"/>
                    <a:pt x="100" y="2"/>
                    <a:pt x="1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8"/>
            <p:cNvSpPr/>
            <p:nvPr/>
          </p:nvSpPr>
          <p:spPr>
            <a:xfrm>
              <a:off x="5675040" y="1774800"/>
              <a:ext cx="56160" cy="37800"/>
            </a:xfrm>
            <a:custGeom>
              <a:rect b="b" l="l" r="r" t="t"/>
              <a:pathLst>
                <a:path extrusionOk="0" h="105" w="156">
                  <a:moveTo>
                    <a:pt x="11" y="0"/>
                  </a:moveTo>
                  <a:cubicBezTo>
                    <a:pt x="14" y="0"/>
                    <a:pt x="17" y="0"/>
                    <a:pt x="19" y="0"/>
                  </a:cubicBezTo>
                  <a:cubicBezTo>
                    <a:pt x="60" y="24"/>
                    <a:pt x="101" y="47"/>
                    <a:pt x="141" y="71"/>
                  </a:cubicBezTo>
                  <a:cubicBezTo>
                    <a:pt x="145" y="75"/>
                    <a:pt x="149" y="79"/>
                    <a:pt x="151" y="84"/>
                  </a:cubicBezTo>
                  <a:cubicBezTo>
                    <a:pt x="152" y="86"/>
                    <a:pt x="153" y="87"/>
                    <a:pt x="154" y="89"/>
                  </a:cubicBezTo>
                  <a:cubicBezTo>
                    <a:pt x="155" y="90"/>
                    <a:pt x="155" y="91"/>
                    <a:pt x="155" y="93"/>
                  </a:cubicBezTo>
                  <a:cubicBezTo>
                    <a:pt x="155" y="94"/>
                    <a:pt x="155" y="95"/>
                    <a:pt x="154" y="96"/>
                  </a:cubicBezTo>
                  <a:cubicBezTo>
                    <a:pt x="151" y="99"/>
                    <a:pt x="146" y="104"/>
                    <a:pt x="144" y="104"/>
                  </a:cubicBezTo>
                  <a:cubicBezTo>
                    <a:pt x="118" y="96"/>
                    <a:pt x="94" y="85"/>
                    <a:pt x="72" y="72"/>
                  </a:cubicBezTo>
                  <a:cubicBezTo>
                    <a:pt x="47" y="57"/>
                    <a:pt x="24" y="41"/>
                    <a:pt x="3" y="21"/>
                  </a:cubicBezTo>
                  <a:cubicBezTo>
                    <a:pt x="3" y="20"/>
                    <a:pt x="3" y="20"/>
                    <a:pt x="2" y="19"/>
                  </a:cubicBezTo>
                  <a:cubicBezTo>
                    <a:pt x="0" y="16"/>
                    <a:pt x="0" y="14"/>
                    <a:pt x="0" y="11"/>
                  </a:cubicBezTo>
                  <a:cubicBezTo>
                    <a:pt x="0" y="9"/>
                    <a:pt x="0" y="8"/>
                    <a:pt x="0" y="7"/>
                  </a:cubicBezTo>
                  <a:cubicBezTo>
                    <a:pt x="2" y="4"/>
                    <a:pt x="8" y="2"/>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8"/>
            <p:cNvSpPr/>
            <p:nvPr/>
          </p:nvSpPr>
          <p:spPr>
            <a:xfrm>
              <a:off x="5712480" y="1717200"/>
              <a:ext cx="27360" cy="38160"/>
            </a:xfrm>
            <a:custGeom>
              <a:rect b="b" l="l" r="r" t="t"/>
              <a:pathLst>
                <a:path extrusionOk="0" h="106" w="76">
                  <a:moveTo>
                    <a:pt x="8" y="104"/>
                  </a:moveTo>
                  <a:cubicBezTo>
                    <a:pt x="5" y="100"/>
                    <a:pt x="0" y="95"/>
                    <a:pt x="1" y="92"/>
                  </a:cubicBezTo>
                  <a:cubicBezTo>
                    <a:pt x="2" y="75"/>
                    <a:pt x="8" y="58"/>
                    <a:pt x="16" y="44"/>
                  </a:cubicBezTo>
                  <a:cubicBezTo>
                    <a:pt x="27" y="26"/>
                    <a:pt x="40" y="12"/>
                    <a:pt x="57" y="1"/>
                  </a:cubicBezTo>
                  <a:cubicBezTo>
                    <a:pt x="59" y="0"/>
                    <a:pt x="62" y="0"/>
                    <a:pt x="64" y="0"/>
                  </a:cubicBezTo>
                  <a:cubicBezTo>
                    <a:pt x="66" y="0"/>
                    <a:pt x="69" y="0"/>
                    <a:pt x="71" y="1"/>
                  </a:cubicBezTo>
                  <a:cubicBezTo>
                    <a:pt x="72" y="2"/>
                    <a:pt x="73" y="3"/>
                    <a:pt x="74" y="5"/>
                  </a:cubicBezTo>
                  <a:cubicBezTo>
                    <a:pt x="75" y="7"/>
                    <a:pt x="75" y="9"/>
                    <a:pt x="75" y="12"/>
                  </a:cubicBezTo>
                  <a:lnTo>
                    <a:pt x="75" y="13"/>
                  </a:lnTo>
                  <a:cubicBezTo>
                    <a:pt x="58" y="46"/>
                    <a:pt x="26" y="69"/>
                    <a:pt x="15" y="105"/>
                  </a:cubicBezTo>
                  <a:cubicBezTo>
                    <a:pt x="12" y="105"/>
                    <a:pt x="10" y="105"/>
                    <a:pt x="8" y="1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8"/>
            <p:cNvSpPr/>
            <p:nvPr/>
          </p:nvSpPr>
          <p:spPr>
            <a:xfrm>
              <a:off x="5693040" y="1672200"/>
              <a:ext cx="20880" cy="33480"/>
            </a:xfrm>
            <a:custGeom>
              <a:rect b="b" l="l" r="r" t="t"/>
              <a:pathLst>
                <a:path extrusionOk="0" h="93" w="58">
                  <a:moveTo>
                    <a:pt x="3" y="92"/>
                  </a:moveTo>
                  <a:cubicBezTo>
                    <a:pt x="1" y="84"/>
                    <a:pt x="0" y="77"/>
                    <a:pt x="0" y="69"/>
                  </a:cubicBezTo>
                  <a:cubicBezTo>
                    <a:pt x="0" y="55"/>
                    <a:pt x="4" y="41"/>
                    <a:pt x="11" y="29"/>
                  </a:cubicBezTo>
                  <a:cubicBezTo>
                    <a:pt x="18" y="18"/>
                    <a:pt x="27" y="8"/>
                    <a:pt x="38" y="1"/>
                  </a:cubicBezTo>
                  <a:cubicBezTo>
                    <a:pt x="39" y="1"/>
                    <a:pt x="41" y="0"/>
                    <a:pt x="42" y="0"/>
                  </a:cubicBezTo>
                  <a:cubicBezTo>
                    <a:pt x="45" y="0"/>
                    <a:pt x="48" y="1"/>
                    <a:pt x="50" y="2"/>
                  </a:cubicBezTo>
                  <a:cubicBezTo>
                    <a:pt x="50" y="3"/>
                    <a:pt x="51" y="3"/>
                    <a:pt x="51" y="3"/>
                  </a:cubicBezTo>
                  <a:cubicBezTo>
                    <a:pt x="53" y="4"/>
                    <a:pt x="54" y="6"/>
                    <a:pt x="55" y="7"/>
                  </a:cubicBezTo>
                  <a:cubicBezTo>
                    <a:pt x="56" y="10"/>
                    <a:pt x="57" y="12"/>
                    <a:pt x="57" y="15"/>
                  </a:cubicBezTo>
                  <a:cubicBezTo>
                    <a:pt x="48" y="47"/>
                    <a:pt x="23" y="67"/>
                    <a:pt x="3"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8"/>
            <p:cNvSpPr/>
            <p:nvPr/>
          </p:nvSpPr>
          <p:spPr>
            <a:xfrm>
              <a:off x="5741280" y="1779840"/>
              <a:ext cx="16560" cy="35280"/>
            </a:xfrm>
            <a:custGeom>
              <a:rect b="b" l="l" r="r" t="t"/>
              <a:pathLst>
                <a:path extrusionOk="0" h="98" w="46">
                  <a:moveTo>
                    <a:pt x="17" y="97"/>
                  </a:moveTo>
                  <a:cubicBezTo>
                    <a:pt x="0" y="62"/>
                    <a:pt x="15" y="33"/>
                    <a:pt x="28" y="5"/>
                  </a:cubicBezTo>
                  <a:cubicBezTo>
                    <a:pt x="29" y="2"/>
                    <a:pt x="36" y="2"/>
                    <a:pt x="40" y="0"/>
                  </a:cubicBezTo>
                  <a:cubicBezTo>
                    <a:pt x="41" y="5"/>
                    <a:pt x="45" y="10"/>
                    <a:pt x="44" y="14"/>
                  </a:cubicBezTo>
                  <a:cubicBezTo>
                    <a:pt x="35" y="42"/>
                    <a:pt x="26" y="70"/>
                    <a:pt x="17" y="9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8"/>
            <p:cNvSpPr/>
            <p:nvPr/>
          </p:nvSpPr>
          <p:spPr>
            <a:xfrm>
              <a:off x="5772600" y="1832400"/>
              <a:ext cx="13320" cy="19800"/>
            </a:xfrm>
            <a:custGeom>
              <a:rect b="b" l="l" r="r" t="t"/>
              <a:pathLst>
                <a:path extrusionOk="0" h="55" w="37">
                  <a:moveTo>
                    <a:pt x="36" y="35"/>
                  </a:moveTo>
                  <a:cubicBezTo>
                    <a:pt x="34" y="47"/>
                    <a:pt x="32" y="54"/>
                    <a:pt x="23" y="54"/>
                  </a:cubicBezTo>
                  <a:cubicBezTo>
                    <a:pt x="20" y="54"/>
                    <a:pt x="18" y="53"/>
                    <a:pt x="15" y="52"/>
                  </a:cubicBezTo>
                  <a:cubicBezTo>
                    <a:pt x="13" y="51"/>
                    <a:pt x="12" y="50"/>
                    <a:pt x="11" y="49"/>
                  </a:cubicBezTo>
                  <a:cubicBezTo>
                    <a:pt x="9" y="46"/>
                    <a:pt x="8" y="44"/>
                    <a:pt x="6" y="41"/>
                  </a:cubicBezTo>
                  <a:cubicBezTo>
                    <a:pt x="2" y="35"/>
                    <a:pt x="0" y="28"/>
                    <a:pt x="0" y="22"/>
                  </a:cubicBezTo>
                  <a:cubicBezTo>
                    <a:pt x="0" y="17"/>
                    <a:pt x="1" y="13"/>
                    <a:pt x="3" y="8"/>
                  </a:cubicBezTo>
                  <a:cubicBezTo>
                    <a:pt x="4" y="6"/>
                    <a:pt x="6" y="4"/>
                    <a:pt x="8" y="2"/>
                  </a:cubicBezTo>
                  <a:cubicBezTo>
                    <a:pt x="10" y="1"/>
                    <a:pt x="12" y="1"/>
                    <a:pt x="13" y="1"/>
                  </a:cubicBezTo>
                  <a:cubicBezTo>
                    <a:pt x="14" y="0"/>
                    <a:pt x="14" y="0"/>
                    <a:pt x="15" y="0"/>
                  </a:cubicBezTo>
                  <a:cubicBezTo>
                    <a:pt x="17" y="0"/>
                    <a:pt x="20" y="1"/>
                    <a:pt x="22" y="2"/>
                  </a:cubicBezTo>
                  <a:cubicBezTo>
                    <a:pt x="23" y="3"/>
                    <a:pt x="24" y="4"/>
                    <a:pt x="25" y="5"/>
                  </a:cubicBezTo>
                  <a:cubicBezTo>
                    <a:pt x="29" y="15"/>
                    <a:pt x="33" y="25"/>
                    <a:pt x="36"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8"/>
            <p:cNvSpPr/>
            <p:nvPr/>
          </p:nvSpPr>
          <p:spPr>
            <a:xfrm>
              <a:off x="6534000" y="1014120"/>
              <a:ext cx="2880" cy="17640"/>
            </a:xfrm>
            <a:custGeom>
              <a:rect b="b" l="l" r="r" t="t"/>
              <a:pathLst>
                <a:path extrusionOk="0" h="49" w="8">
                  <a:moveTo>
                    <a:pt x="0" y="48"/>
                  </a:moveTo>
                  <a:cubicBezTo>
                    <a:pt x="0" y="32"/>
                    <a:pt x="0" y="16"/>
                    <a:pt x="0" y="0"/>
                  </a:cubicBezTo>
                  <a:cubicBezTo>
                    <a:pt x="0" y="1"/>
                    <a:pt x="1" y="2"/>
                    <a:pt x="1" y="2"/>
                  </a:cubicBezTo>
                  <a:cubicBezTo>
                    <a:pt x="5" y="9"/>
                    <a:pt x="7" y="16"/>
                    <a:pt x="7" y="24"/>
                  </a:cubicBezTo>
                  <a:cubicBezTo>
                    <a:pt x="7" y="31"/>
                    <a:pt x="5" y="39"/>
                    <a:pt x="1" y="46"/>
                  </a:cubicBezTo>
                  <a:cubicBezTo>
                    <a:pt x="1" y="47"/>
                    <a:pt x="0" y="47"/>
                    <a:pt x="0"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8"/>
            <p:cNvSpPr/>
            <p:nvPr/>
          </p:nvSpPr>
          <p:spPr>
            <a:xfrm>
              <a:off x="7154640" y="1441440"/>
              <a:ext cx="79200" cy="76680"/>
            </a:xfrm>
            <a:custGeom>
              <a:rect b="b" l="l" r="r" t="t"/>
              <a:pathLst>
                <a:path extrusionOk="0" h="213" w="220">
                  <a:moveTo>
                    <a:pt x="0" y="212"/>
                  </a:moveTo>
                  <a:cubicBezTo>
                    <a:pt x="56" y="147"/>
                    <a:pt x="113" y="82"/>
                    <a:pt x="170" y="17"/>
                  </a:cubicBezTo>
                  <a:cubicBezTo>
                    <a:pt x="175" y="13"/>
                    <a:pt x="180" y="9"/>
                    <a:pt x="185" y="6"/>
                  </a:cubicBezTo>
                  <a:cubicBezTo>
                    <a:pt x="188" y="4"/>
                    <a:pt x="192" y="2"/>
                    <a:pt x="195" y="1"/>
                  </a:cubicBezTo>
                  <a:cubicBezTo>
                    <a:pt x="198" y="0"/>
                    <a:pt x="200" y="0"/>
                    <a:pt x="203" y="0"/>
                  </a:cubicBezTo>
                  <a:cubicBezTo>
                    <a:pt x="205" y="0"/>
                    <a:pt x="208" y="0"/>
                    <a:pt x="210" y="1"/>
                  </a:cubicBezTo>
                  <a:cubicBezTo>
                    <a:pt x="211" y="1"/>
                    <a:pt x="212" y="1"/>
                    <a:pt x="213" y="2"/>
                  </a:cubicBezTo>
                  <a:cubicBezTo>
                    <a:pt x="214" y="3"/>
                    <a:pt x="215" y="3"/>
                    <a:pt x="216" y="5"/>
                  </a:cubicBezTo>
                  <a:cubicBezTo>
                    <a:pt x="217" y="9"/>
                    <a:pt x="219" y="16"/>
                    <a:pt x="218" y="17"/>
                  </a:cubicBezTo>
                  <a:cubicBezTo>
                    <a:pt x="142" y="77"/>
                    <a:pt x="87" y="158"/>
                    <a:pt x="0" y="2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8"/>
            <p:cNvSpPr/>
            <p:nvPr/>
          </p:nvSpPr>
          <p:spPr>
            <a:xfrm>
              <a:off x="7196400" y="1527120"/>
              <a:ext cx="67680" cy="34560"/>
            </a:xfrm>
            <a:custGeom>
              <a:rect b="b" l="l" r="r" t="t"/>
              <a:pathLst>
                <a:path extrusionOk="0" h="96" w="188">
                  <a:moveTo>
                    <a:pt x="187" y="10"/>
                  </a:moveTo>
                  <a:cubicBezTo>
                    <a:pt x="187" y="13"/>
                    <a:pt x="187" y="16"/>
                    <a:pt x="187" y="18"/>
                  </a:cubicBezTo>
                  <a:cubicBezTo>
                    <a:pt x="184" y="22"/>
                    <a:pt x="181" y="26"/>
                    <a:pt x="177" y="28"/>
                  </a:cubicBezTo>
                  <a:cubicBezTo>
                    <a:pt x="124" y="50"/>
                    <a:pt x="71" y="72"/>
                    <a:pt x="17" y="93"/>
                  </a:cubicBezTo>
                  <a:cubicBezTo>
                    <a:pt x="16" y="94"/>
                    <a:pt x="13" y="95"/>
                    <a:pt x="11" y="95"/>
                  </a:cubicBezTo>
                  <a:cubicBezTo>
                    <a:pt x="9" y="95"/>
                    <a:pt x="7" y="94"/>
                    <a:pt x="5" y="93"/>
                  </a:cubicBezTo>
                  <a:cubicBezTo>
                    <a:pt x="3" y="92"/>
                    <a:pt x="2" y="91"/>
                    <a:pt x="1" y="89"/>
                  </a:cubicBezTo>
                  <a:cubicBezTo>
                    <a:pt x="0" y="88"/>
                    <a:pt x="0" y="87"/>
                    <a:pt x="0" y="87"/>
                  </a:cubicBezTo>
                  <a:cubicBezTo>
                    <a:pt x="0" y="84"/>
                    <a:pt x="3" y="77"/>
                    <a:pt x="7" y="75"/>
                  </a:cubicBezTo>
                  <a:cubicBezTo>
                    <a:pt x="61" y="50"/>
                    <a:pt x="116" y="25"/>
                    <a:pt x="171" y="1"/>
                  </a:cubicBezTo>
                  <a:cubicBezTo>
                    <a:pt x="172" y="1"/>
                    <a:pt x="173" y="0"/>
                    <a:pt x="175" y="0"/>
                  </a:cubicBezTo>
                  <a:cubicBezTo>
                    <a:pt x="177" y="0"/>
                    <a:pt x="179" y="1"/>
                    <a:pt x="181" y="2"/>
                  </a:cubicBezTo>
                  <a:cubicBezTo>
                    <a:pt x="183" y="3"/>
                    <a:pt x="184" y="5"/>
                    <a:pt x="185" y="6"/>
                  </a:cubicBezTo>
                  <a:cubicBezTo>
                    <a:pt x="186" y="8"/>
                    <a:pt x="186" y="9"/>
                    <a:pt x="18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8"/>
            <p:cNvSpPr/>
            <p:nvPr/>
          </p:nvSpPr>
          <p:spPr>
            <a:xfrm>
              <a:off x="7195320" y="1739520"/>
              <a:ext cx="53640" cy="27360"/>
            </a:xfrm>
            <a:custGeom>
              <a:rect b="b" l="l" r="r" t="t"/>
              <a:pathLst>
                <a:path extrusionOk="0" h="76" w="149">
                  <a:moveTo>
                    <a:pt x="148" y="63"/>
                  </a:moveTo>
                  <a:cubicBezTo>
                    <a:pt x="140" y="75"/>
                    <a:pt x="133" y="70"/>
                    <a:pt x="126" y="69"/>
                  </a:cubicBezTo>
                  <a:cubicBezTo>
                    <a:pt x="109" y="64"/>
                    <a:pt x="92" y="58"/>
                    <a:pt x="76" y="53"/>
                  </a:cubicBezTo>
                  <a:cubicBezTo>
                    <a:pt x="60" y="47"/>
                    <a:pt x="44" y="40"/>
                    <a:pt x="28" y="33"/>
                  </a:cubicBezTo>
                  <a:cubicBezTo>
                    <a:pt x="18" y="29"/>
                    <a:pt x="0" y="29"/>
                    <a:pt x="10" y="12"/>
                  </a:cubicBezTo>
                  <a:cubicBezTo>
                    <a:pt x="18" y="0"/>
                    <a:pt x="32" y="2"/>
                    <a:pt x="44" y="8"/>
                  </a:cubicBezTo>
                  <a:cubicBezTo>
                    <a:pt x="62" y="17"/>
                    <a:pt x="78" y="28"/>
                    <a:pt x="96" y="38"/>
                  </a:cubicBezTo>
                  <a:cubicBezTo>
                    <a:pt x="113" y="47"/>
                    <a:pt x="130" y="55"/>
                    <a:pt x="148"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8"/>
            <p:cNvSpPr/>
            <p:nvPr/>
          </p:nvSpPr>
          <p:spPr>
            <a:xfrm>
              <a:off x="7096320" y="1614600"/>
              <a:ext cx="45000" cy="43200"/>
            </a:xfrm>
            <a:custGeom>
              <a:rect b="b" l="l" r="r" t="t"/>
              <a:pathLst>
                <a:path extrusionOk="0" h="120" w="125">
                  <a:moveTo>
                    <a:pt x="11" y="118"/>
                  </a:moveTo>
                  <a:cubicBezTo>
                    <a:pt x="7" y="114"/>
                    <a:pt x="3" y="111"/>
                    <a:pt x="2" y="107"/>
                  </a:cubicBezTo>
                  <a:cubicBezTo>
                    <a:pt x="0" y="96"/>
                    <a:pt x="9" y="89"/>
                    <a:pt x="16" y="83"/>
                  </a:cubicBezTo>
                  <a:cubicBezTo>
                    <a:pt x="47" y="55"/>
                    <a:pt x="79" y="28"/>
                    <a:pt x="111" y="1"/>
                  </a:cubicBezTo>
                  <a:cubicBezTo>
                    <a:pt x="113" y="0"/>
                    <a:pt x="114" y="0"/>
                    <a:pt x="115" y="0"/>
                  </a:cubicBezTo>
                  <a:cubicBezTo>
                    <a:pt x="118" y="0"/>
                    <a:pt x="120" y="1"/>
                    <a:pt x="121" y="2"/>
                  </a:cubicBezTo>
                  <a:cubicBezTo>
                    <a:pt x="122" y="2"/>
                    <a:pt x="122" y="2"/>
                    <a:pt x="123" y="3"/>
                  </a:cubicBezTo>
                  <a:cubicBezTo>
                    <a:pt x="124" y="5"/>
                    <a:pt x="124" y="7"/>
                    <a:pt x="124" y="10"/>
                  </a:cubicBezTo>
                  <a:cubicBezTo>
                    <a:pt x="124" y="12"/>
                    <a:pt x="124" y="14"/>
                    <a:pt x="123" y="16"/>
                  </a:cubicBezTo>
                  <a:cubicBezTo>
                    <a:pt x="96" y="58"/>
                    <a:pt x="60" y="93"/>
                    <a:pt x="17" y="118"/>
                  </a:cubicBezTo>
                  <a:cubicBezTo>
                    <a:pt x="16" y="119"/>
                    <a:pt x="13" y="118"/>
                    <a:pt x="11"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8"/>
            <p:cNvSpPr/>
            <p:nvPr/>
          </p:nvSpPr>
          <p:spPr>
            <a:xfrm>
              <a:off x="7043400" y="1558440"/>
              <a:ext cx="15120" cy="39960"/>
            </a:xfrm>
            <a:custGeom>
              <a:rect b="b" l="l" r="r" t="t"/>
              <a:pathLst>
                <a:path extrusionOk="0" h="111" w="42">
                  <a:moveTo>
                    <a:pt x="36" y="53"/>
                  </a:moveTo>
                  <a:cubicBezTo>
                    <a:pt x="34" y="73"/>
                    <a:pt x="40" y="88"/>
                    <a:pt x="31" y="102"/>
                  </a:cubicBezTo>
                  <a:cubicBezTo>
                    <a:pt x="30" y="104"/>
                    <a:pt x="28" y="106"/>
                    <a:pt x="25" y="108"/>
                  </a:cubicBezTo>
                  <a:cubicBezTo>
                    <a:pt x="24" y="109"/>
                    <a:pt x="22" y="109"/>
                    <a:pt x="20" y="110"/>
                  </a:cubicBezTo>
                  <a:cubicBezTo>
                    <a:pt x="16" y="110"/>
                    <a:pt x="8" y="108"/>
                    <a:pt x="7" y="105"/>
                  </a:cubicBezTo>
                  <a:cubicBezTo>
                    <a:pt x="2" y="94"/>
                    <a:pt x="0" y="82"/>
                    <a:pt x="0" y="70"/>
                  </a:cubicBezTo>
                  <a:cubicBezTo>
                    <a:pt x="0" y="55"/>
                    <a:pt x="4" y="40"/>
                    <a:pt x="11" y="27"/>
                  </a:cubicBezTo>
                  <a:cubicBezTo>
                    <a:pt x="16" y="18"/>
                    <a:pt x="23" y="10"/>
                    <a:pt x="31" y="4"/>
                  </a:cubicBezTo>
                  <a:cubicBezTo>
                    <a:pt x="32" y="2"/>
                    <a:pt x="35" y="0"/>
                    <a:pt x="37" y="0"/>
                  </a:cubicBezTo>
                  <a:cubicBezTo>
                    <a:pt x="37" y="1"/>
                    <a:pt x="37" y="1"/>
                    <a:pt x="38" y="1"/>
                  </a:cubicBezTo>
                  <a:cubicBezTo>
                    <a:pt x="39" y="2"/>
                    <a:pt x="39" y="2"/>
                    <a:pt x="40" y="4"/>
                  </a:cubicBezTo>
                  <a:cubicBezTo>
                    <a:pt x="40" y="5"/>
                    <a:pt x="41" y="5"/>
                    <a:pt x="41" y="6"/>
                  </a:cubicBezTo>
                  <a:cubicBezTo>
                    <a:pt x="39" y="24"/>
                    <a:pt x="37" y="41"/>
                    <a:pt x="36"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8"/>
            <p:cNvSpPr/>
            <p:nvPr/>
          </p:nvSpPr>
          <p:spPr>
            <a:xfrm>
              <a:off x="7118640" y="1718280"/>
              <a:ext cx="30240" cy="12600"/>
            </a:xfrm>
            <a:custGeom>
              <a:rect b="b" l="l" r="r" t="t"/>
              <a:pathLst>
                <a:path extrusionOk="0" h="35" w="84">
                  <a:moveTo>
                    <a:pt x="60" y="0"/>
                  </a:moveTo>
                  <a:cubicBezTo>
                    <a:pt x="67" y="2"/>
                    <a:pt x="74" y="5"/>
                    <a:pt x="81" y="9"/>
                  </a:cubicBezTo>
                  <a:cubicBezTo>
                    <a:pt x="82" y="11"/>
                    <a:pt x="83" y="12"/>
                    <a:pt x="83" y="15"/>
                  </a:cubicBezTo>
                  <a:cubicBezTo>
                    <a:pt x="83" y="17"/>
                    <a:pt x="82" y="20"/>
                    <a:pt x="81" y="22"/>
                  </a:cubicBezTo>
                  <a:cubicBezTo>
                    <a:pt x="64" y="30"/>
                    <a:pt x="44" y="34"/>
                    <a:pt x="24" y="34"/>
                  </a:cubicBezTo>
                  <a:cubicBezTo>
                    <a:pt x="17" y="34"/>
                    <a:pt x="11" y="34"/>
                    <a:pt x="4" y="33"/>
                  </a:cubicBezTo>
                  <a:cubicBezTo>
                    <a:pt x="2" y="33"/>
                    <a:pt x="0" y="24"/>
                    <a:pt x="1" y="21"/>
                  </a:cubicBezTo>
                  <a:cubicBezTo>
                    <a:pt x="1" y="20"/>
                    <a:pt x="2" y="20"/>
                    <a:pt x="2" y="19"/>
                  </a:cubicBezTo>
                  <a:cubicBezTo>
                    <a:pt x="4" y="16"/>
                    <a:pt x="6" y="14"/>
                    <a:pt x="9" y="12"/>
                  </a:cubicBezTo>
                  <a:cubicBezTo>
                    <a:pt x="10" y="12"/>
                    <a:pt x="11" y="11"/>
                    <a:pt x="12" y="11"/>
                  </a:cubicBezTo>
                  <a:cubicBezTo>
                    <a:pt x="27" y="6"/>
                    <a:pt x="44" y="3"/>
                    <a:pt x="6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8"/>
            <p:cNvSpPr/>
            <p:nvPr/>
          </p:nvSpPr>
          <p:spPr>
            <a:xfrm>
              <a:off x="7106040" y="1829520"/>
              <a:ext cx="23400" cy="17280"/>
            </a:xfrm>
            <a:custGeom>
              <a:rect b="b" l="l" r="r" t="t"/>
              <a:pathLst>
                <a:path extrusionOk="0" h="48" w="65">
                  <a:moveTo>
                    <a:pt x="64" y="34"/>
                  </a:moveTo>
                  <a:cubicBezTo>
                    <a:pt x="64" y="36"/>
                    <a:pt x="64" y="40"/>
                    <a:pt x="64" y="41"/>
                  </a:cubicBezTo>
                  <a:cubicBezTo>
                    <a:pt x="64" y="42"/>
                    <a:pt x="56" y="47"/>
                    <a:pt x="52" y="47"/>
                  </a:cubicBezTo>
                  <a:cubicBezTo>
                    <a:pt x="42" y="45"/>
                    <a:pt x="33" y="42"/>
                    <a:pt x="25" y="37"/>
                  </a:cubicBezTo>
                  <a:cubicBezTo>
                    <a:pt x="16" y="32"/>
                    <a:pt x="9" y="26"/>
                    <a:pt x="2" y="18"/>
                  </a:cubicBezTo>
                  <a:cubicBezTo>
                    <a:pt x="0" y="15"/>
                    <a:pt x="1" y="10"/>
                    <a:pt x="2" y="5"/>
                  </a:cubicBezTo>
                  <a:cubicBezTo>
                    <a:pt x="4" y="0"/>
                    <a:pt x="6" y="1"/>
                    <a:pt x="8" y="0"/>
                  </a:cubicBezTo>
                  <a:cubicBezTo>
                    <a:pt x="10" y="0"/>
                    <a:pt x="13" y="0"/>
                    <a:pt x="15" y="0"/>
                  </a:cubicBezTo>
                  <a:cubicBezTo>
                    <a:pt x="24" y="0"/>
                    <a:pt x="33" y="2"/>
                    <a:pt x="41" y="7"/>
                  </a:cubicBezTo>
                  <a:cubicBezTo>
                    <a:pt x="49" y="12"/>
                    <a:pt x="57" y="18"/>
                    <a:pt x="61" y="26"/>
                  </a:cubicBezTo>
                  <a:cubicBezTo>
                    <a:pt x="63" y="29"/>
                    <a:pt x="63" y="31"/>
                    <a:pt x="64"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8"/>
            <p:cNvSpPr/>
            <p:nvPr/>
          </p:nvSpPr>
          <p:spPr>
            <a:xfrm>
              <a:off x="7055280" y="1917360"/>
              <a:ext cx="15480" cy="20520"/>
            </a:xfrm>
            <a:custGeom>
              <a:rect b="b" l="l" r="r" t="t"/>
              <a:pathLst>
                <a:path extrusionOk="0" h="57" w="43">
                  <a:moveTo>
                    <a:pt x="13" y="0"/>
                  </a:moveTo>
                  <a:cubicBezTo>
                    <a:pt x="18" y="1"/>
                    <a:pt x="23" y="1"/>
                    <a:pt x="26" y="4"/>
                  </a:cubicBezTo>
                  <a:cubicBezTo>
                    <a:pt x="30" y="7"/>
                    <a:pt x="33" y="11"/>
                    <a:pt x="35" y="15"/>
                  </a:cubicBezTo>
                  <a:cubicBezTo>
                    <a:pt x="40" y="23"/>
                    <a:pt x="42" y="31"/>
                    <a:pt x="42" y="39"/>
                  </a:cubicBezTo>
                  <a:cubicBezTo>
                    <a:pt x="42" y="41"/>
                    <a:pt x="42" y="42"/>
                    <a:pt x="42" y="43"/>
                  </a:cubicBezTo>
                  <a:cubicBezTo>
                    <a:pt x="42" y="47"/>
                    <a:pt x="38" y="50"/>
                    <a:pt x="35" y="53"/>
                  </a:cubicBezTo>
                  <a:cubicBezTo>
                    <a:pt x="32" y="56"/>
                    <a:pt x="30" y="53"/>
                    <a:pt x="28" y="51"/>
                  </a:cubicBezTo>
                  <a:cubicBezTo>
                    <a:pt x="19" y="40"/>
                    <a:pt x="11" y="28"/>
                    <a:pt x="3" y="16"/>
                  </a:cubicBezTo>
                  <a:cubicBezTo>
                    <a:pt x="0" y="10"/>
                    <a:pt x="6" y="2"/>
                    <a:pt x="1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8"/>
            <p:cNvSpPr/>
            <p:nvPr/>
          </p:nvSpPr>
          <p:spPr>
            <a:xfrm>
              <a:off x="7039440" y="1665720"/>
              <a:ext cx="720" cy="6840"/>
            </a:xfrm>
            <a:custGeom>
              <a:rect b="b" l="l" r="r" t="t"/>
              <a:pathLst>
                <a:path extrusionOk="0" h="19" w="2">
                  <a:moveTo>
                    <a:pt x="0" y="18"/>
                  </a:moveTo>
                  <a:lnTo>
                    <a:pt x="0" y="0"/>
                  </a:lnTo>
                  <a:lnTo>
                    <a:pt x="0" y="1"/>
                  </a:lnTo>
                  <a:cubicBezTo>
                    <a:pt x="0" y="6"/>
                    <a:pt x="0" y="11"/>
                    <a:pt x="1" y="16"/>
                  </a:cubicBezTo>
                  <a:lnTo>
                    <a:pt x="0"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8"/>
            <p:cNvSpPr/>
            <p:nvPr/>
          </p:nvSpPr>
          <p:spPr>
            <a:xfrm>
              <a:off x="7032960" y="1660320"/>
              <a:ext cx="6480" cy="5760"/>
            </a:xfrm>
            <a:custGeom>
              <a:rect b="b" l="l" r="r" t="t"/>
              <a:pathLst>
                <a:path extrusionOk="0" h="16" w="18">
                  <a:moveTo>
                    <a:pt x="17" y="15"/>
                  </a:moveTo>
                  <a:lnTo>
                    <a:pt x="0" y="0"/>
                  </a:lnTo>
                  <a:lnTo>
                    <a:pt x="0" y="0"/>
                  </a:lnTo>
                  <a:lnTo>
                    <a:pt x="15" y="15"/>
                  </a:lnTo>
                  <a:lnTo>
                    <a:pt x="17" y="15"/>
                  </a:lnTo>
                </a:path>
              </a:pathLst>
            </a:custGeom>
            <a:solidFill>
              <a:schemeClr val="dk1"/>
            </a:solidFill>
            <a:ln>
              <a:noFill/>
            </a:ln>
          </p:spPr>
        </p:sp>
        <p:sp>
          <p:nvSpPr>
            <p:cNvPr id="5966" name="Google Shape;5966;p48"/>
            <p:cNvSpPr/>
            <p:nvPr/>
          </p:nvSpPr>
          <p:spPr>
            <a:xfrm>
              <a:off x="7032240" y="1659960"/>
              <a:ext cx="1080" cy="1080"/>
            </a:xfrm>
            <a:custGeom>
              <a:rect b="b" l="l" r="r" t="t"/>
              <a:pathLst>
                <a:path extrusionOk="0" h="3" w="3">
                  <a:moveTo>
                    <a:pt x="2" y="1"/>
                  </a:moveTo>
                  <a:lnTo>
                    <a:pt x="0" y="0"/>
                  </a:lnTo>
                  <a:lnTo>
                    <a:pt x="2" y="2"/>
                  </a:lnTo>
                  <a:lnTo>
                    <a:pt x="2" y="1"/>
                  </a:lnTo>
                </a:path>
              </a:pathLst>
            </a:custGeom>
            <a:solidFill>
              <a:schemeClr val="dk1"/>
            </a:solidFill>
            <a:ln>
              <a:noFill/>
            </a:ln>
          </p:spPr>
        </p:sp>
        <p:sp>
          <p:nvSpPr>
            <p:cNvPr id="5967" name="Google Shape;5967;p48"/>
            <p:cNvSpPr/>
            <p:nvPr/>
          </p:nvSpPr>
          <p:spPr>
            <a:xfrm>
              <a:off x="6175440" y="1730160"/>
              <a:ext cx="19440" cy="31320"/>
            </a:xfrm>
            <a:custGeom>
              <a:rect b="b" l="l" r="r" t="t"/>
              <a:pathLst>
                <a:path extrusionOk="0" h="87" w="54">
                  <a:moveTo>
                    <a:pt x="0" y="32"/>
                  </a:moveTo>
                  <a:cubicBezTo>
                    <a:pt x="3" y="25"/>
                    <a:pt x="6" y="18"/>
                    <a:pt x="9" y="12"/>
                  </a:cubicBezTo>
                  <a:cubicBezTo>
                    <a:pt x="10" y="11"/>
                    <a:pt x="10" y="11"/>
                    <a:pt x="10" y="10"/>
                  </a:cubicBezTo>
                  <a:cubicBezTo>
                    <a:pt x="12" y="7"/>
                    <a:pt x="14" y="5"/>
                    <a:pt x="17" y="3"/>
                  </a:cubicBezTo>
                  <a:cubicBezTo>
                    <a:pt x="20" y="1"/>
                    <a:pt x="24" y="0"/>
                    <a:pt x="28" y="0"/>
                  </a:cubicBezTo>
                  <a:cubicBezTo>
                    <a:pt x="31" y="0"/>
                    <a:pt x="34" y="1"/>
                    <a:pt x="37" y="2"/>
                  </a:cubicBezTo>
                  <a:cubicBezTo>
                    <a:pt x="37" y="3"/>
                    <a:pt x="37" y="3"/>
                    <a:pt x="37" y="3"/>
                  </a:cubicBezTo>
                  <a:cubicBezTo>
                    <a:pt x="42" y="5"/>
                    <a:pt x="45" y="9"/>
                    <a:pt x="48" y="14"/>
                  </a:cubicBezTo>
                  <a:cubicBezTo>
                    <a:pt x="49" y="15"/>
                    <a:pt x="50" y="17"/>
                    <a:pt x="50" y="18"/>
                  </a:cubicBezTo>
                  <a:cubicBezTo>
                    <a:pt x="51" y="22"/>
                    <a:pt x="52" y="25"/>
                    <a:pt x="52" y="29"/>
                  </a:cubicBezTo>
                  <a:cubicBezTo>
                    <a:pt x="52" y="32"/>
                    <a:pt x="51" y="37"/>
                    <a:pt x="50" y="40"/>
                  </a:cubicBezTo>
                  <a:cubicBezTo>
                    <a:pt x="46" y="56"/>
                    <a:pt x="53" y="78"/>
                    <a:pt x="29" y="84"/>
                  </a:cubicBezTo>
                  <a:cubicBezTo>
                    <a:pt x="13" y="86"/>
                    <a:pt x="0" y="66"/>
                    <a:pt x="0"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8"/>
            <p:cNvSpPr/>
            <p:nvPr/>
          </p:nvSpPr>
          <p:spPr>
            <a:xfrm>
              <a:off x="6224040" y="1784880"/>
              <a:ext cx="22320" cy="16200"/>
            </a:xfrm>
            <a:custGeom>
              <a:rect b="b" l="l" r="r" t="t"/>
              <a:pathLst>
                <a:path extrusionOk="0" h="45" w="62">
                  <a:moveTo>
                    <a:pt x="61" y="13"/>
                  </a:moveTo>
                  <a:cubicBezTo>
                    <a:pt x="60" y="16"/>
                    <a:pt x="59" y="19"/>
                    <a:pt x="57" y="22"/>
                  </a:cubicBezTo>
                  <a:cubicBezTo>
                    <a:pt x="54" y="28"/>
                    <a:pt x="48" y="34"/>
                    <a:pt x="41" y="38"/>
                  </a:cubicBezTo>
                  <a:cubicBezTo>
                    <a:pt x="34" y="42"/>
                    <a:pt x="27" y="44"/>
                    <a:pt x="20" y="44"/>
                  </a:cubicBezTo>
                  <a:cubicBezTo>
                    <a:pt x="16" y="44"/>
                    <a:pt x="13" y="43"/>
                    <a:pt x="10" y="42"/>
                  </a:cubicBezTo>
                  <a:cubicBezTo>
                    <a:pt x="9" y="42"/>
                    <a:pt x="9" y="43"/>
                    <a:pt x="8" y="42"/>
                  </a:cubicBezTo>
                  <a:cubicBezTo>
                    <a:pt x="6" y="40"/>
                    <a:pt x="4" y="38"/>
                    <a:pt x="2" y="36"/>
                  </a:cubicBezTo>
                  <a:cubicBezTo>
                    <a:pt x="1" y="35"/>
                    <a:pt x="1" y="34"/>
                    <a:pt x="1" y="33"/>
                  </a:cubicBezTo>
                  <a:cubicBezTo>
                    <a:pt x="1" y="31"/>
                    <a:pt x="0" y="30"/>
                    <a:pt x="0" y="28"/>
                  </a:cubicBezTo>
                  <a:cubicBezTo>
                    <a:pt x="0" y="25"/>
                    <a:pt x="1" y="23"/>
                    <a:pt x="3" y="20"/>
                  </a:cubicBezTo>
                  <a:lnTo>
                    <a:pt x="3" y="19"/>
                  </a:lnTo>
                  <a:cubicBezTo>
                    <a:pt x="7" y="14"/>
                    <a:pt x="12" y="10"/>
                    <a:pt x="17" y="7"/>
                  </a:cubicBezTo>
                  <a:cubicBezTo>
                    <a:pt x="25" y="3"/>
                    <a:pt x="34" y="0"/>
                    <a:pt x="44" y="0"/>
                  </a:cubicBezTo>
                  <a:cubicBezTo>
                    <a:pt x="48" y="0"/>
                    <a:pt x="51" y="1"/>
                    <a:pt x="55" y="2"/>
                  </a:cubicBezTo>
                  <a:cubicBezTo>
                    <a:pt x="58" y="2"/>
                    <a:pt x="59" y="9"/>
                    <a:pt x="6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8"/>
            <p:cNvSpPr/>
            <p:nvPr/>
          </p:nvSpPr>
          <p:spPr>
            <a:xfrm>
              <a:off x="6188400" y="1913400"/>
              <a:ext cx="13680" cy="11160"/>
            </a:xfrm>
            <a:custGeom>
              <a:rect b="b" l="l" r="r" t="t"/>
              <a:pathLst>
                <a:path extrusionOk="0" h="31" w="38">
                  <a:moveTo>
                    <a:pt x="33" y="26"/>
                  </a:moveTo>
                  <a:cubicBezTo>
                    <a:pt x="32" y="26"/>
                    <a:pt x="31" y="27"/>
                    <a:pt x="30" y="28"/>
                  </a:cubicBezTo>
                  <a:cubicBezTo>
                    <a:pt x="28" y="29"/>
                    <a:pt x="25" y="30"/>
                    <a:pt x="23" y="30"/>
                  </a:cubicBezTo>
                  <a:cubicBezTo>
                    <a:pt x="20" y="30"/>
                    <a:pt x="17" y="29"/>
                    <a:pt x="15" y="28"/>
                  </a:cubicBezTo>
                  <a:cubicBezTo>
                    <a:pt x="14" y="27"/>
                    <a:pt x="13" y="26"/>
                    <a:pt x="12" y="26"/>
                  </a:cubicBezTo>
                  <a:cubicBezTo>
                    <a:pt x="6" y="21"/>
                    <a:pt x="0" y="15"/>
                    <a:pt x="5" y="8"/>
                  </a:cubicBezTo>
                  <a:cubicBezTo>
                    <a:pt x="7" y="5"/>
                    <a:pt x="9" y="4"/>
                    <a:pt x="11" y="2"/>
                  </a:cubicBezTo>
                  <a:cubicBezTo>
                    <a:pt x="13" y="1"/>
                    <a:pt x="16" y="0"/>
                    <a:pt x="19" y="0"/>
                  </a:cubicBezTo>
                  <a:cubicBezTo>
                    <a:pt x="22" y="0"/>
                    <a:pt x="24" y="1"/>
                    <a:pt x="27" y="2"/>
                  </a:cubicBezTo>
                  <a:cubicBezTo>
                    <a:pt x="28" y="3"/>
                    <a:pt x="29" y="4"/>
                    <a:pt x="29" y="4"/>
                  </a:cubicBezTo>
                  <a:cubicBezTo>
                    <a:pt x="30" y="4"/>
                    <a:pt x="29" y="4"/>
                    <a:pt x="30" y="5"/>
                  </a:cubicBezTo>
                  <a:cubicBezTo>
                    <a:pt x="31" y="7"/>
                    <a:pt x="34" y="7"/>
                    <a:pt x="35" y="10"/>
                  </a:cubicBezTo>
                  <a:cubicBezTo>
                    <a:pt x="36" y="13"/>
                    <a:pt x="37" y="13"/>
                    <a:pt x="37" y="16"/>
                  </a:cubicBezTo>
                  <a:cubicBezTo>
                    <a:pt x="37" y="18"/>
                    <a:pt x="36" y="21"/>
                    <a:pt x="35" y="23"/>
                  </a:cubicBezTo>
                  <a:cubicBezTo>
                    <a:pt x="35" y="24"/>
                    <a:pt x="34" y="25"/>
                    <a:pt x="3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8"/>
            <p:cNvSpPr/>
            <p:nvPr/>
          </p:nvSpPr>
          <p:spPr>
            <a:xfrm>
              <a:off x="6228000" y="1972800"/>
              <a:ext cx="9000" cy="10800"/>
            </a:xfrm>
            <a:custGeom>
              <a:rect b="b" l="l" r="r" t="t"/>
              <a:pathLst>
                <a:path extrusionOk="0" h="30" w="25">
                  <a:moveTo>
                    <a:pt x="8" y="0"/>
                  </a:moveTo>
                  <a:cubicBezTo>
                    <a:pt x="10" y="1"/>
                    <a:pt x="13" y="2"/>
                    <a:pt x="15" y="3"/>
                  </a:cubicBezTo>
                  <a:cubicBezTo>
                    <a:pt x="18" y="4"/>
                    <a:pt x="21" y="7"/>
                    <a:pt x="22" y="10"/>
                  </a:cubicBezTo>
                  <a:cubicBezTo>
                    <a:pt x="24" y="13"/>
                    <a:pt x="24" y="16"/>
                    <a:pt x="24" y="19"/>
                  </a:cubicBezTo>
                  <a:cubicBezTo>
                    <a:pt x="24" y="20"/>
                    <a:pt x="24" y="21"/>
                    <a:pt x="24" y="22"/>
                  </a:cubicBezTo>
                  <a:cubicBezTo>
                    <a:pt x="24" y="24"/>
                    <a:pt x="24" y="25"/>
                    <a:pt x="23" y="26"/>
                  </a:cubicBezTo>
                  <a:cubicBezTo>
                    <a:pt x="22" y="27"/>
                    <a:pt x="22" y="27"/>
                    <a:pt x="20" y="28"/>
                  </a:cubicBezTo>
                  <a:cubicBezTo>
                    <a:pt x="18" y="29"/>
                    <a:pt x="18" y="29"/>
                    <a:pt x="17" y="29"/>
                  </a:cubicBezTo>
                  <a:cubicBezTo>
                    <a:pt x="16" y="29"/>
                    <a:pt x="15" y="29"/>
                    <a:pt x="14" y="28"/>
                  </a:cubicBezTo>
                  <a:cubicBezTo>
                    <a:pt x="13" y="28"/>
                    <a:pt x="13" y="28"/>
                    <a:pt x="13" y="28"/>
                  </a:cubicBezTo>
                  <a:cubicBezTo>
                    <a:pt x="9" y="24"/>
                    <a:pt x="6" y="21"/>
                    <a:pt x="4" y="16"/>
                  </a:cubicBezTo>
                  <a:cubicBezTo>
                    <a:pt x="3" y="14"/>
                    <a:pt x="2" y="13"/>
                    <a:pt x="1" y="11"/>
                  </a:cubicBezTo>
                  <a:cubicBezTo>
                    <a:pt x="0" y="8"/>
                    <a:pt x="6" y="4"/>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8"/>
            <p:cNvSpPr/>
            <p:nvPr/>
          </p:nvSpPr>
          <p:spPr>
            <a:xfrm>
              <a:off x="5999040" y="1213920"/>
              <a:ext cx="32040" cy="371880"/>
            </a:xfrm>
            <a:custGeom>
              <a:rect b="b" l="l" r="r" t="t"/>
              <a:pathLst>
                <a:path extrusionOk="0" h="1033" w="89">
                  <a:moveTo>
                    <a:pt x="44" y="3"/>
                  </a:moveTo>
                  <a:lnTo>
                    <a:pt x="44" y="2"/>
                  </a:lnTo>
                  <a:cubicBezTo>
                    <a:pt x="44" y="1"/>
                    <a:pt x="43" y="1"/>
                    <a:pt x="43" y="1"/>
                  </a:cubicBezTo>
                  <a:cubicBezTo>
                    <a:pt x="42" y="0"/>
                    <a:pt x="42" y="0"/>
                    <a:pt x="41" y="0"/>
                  </a:cubicBezTo>
                  <a:cubicBezTo>
                    <a:pt x="41" y="0"/>
                    <a:pt x="40" y="0"/>
                    <a:pt x="40" y="1"/>
                  </a:cubicBezTo>
                  <a:cubicBezTo>
                    <a:pt x="40" y="1"/>
                    <a:pt x="39" y="1"/>
                    <a:pt x="39" y="2"/>
                  </a:cubicBezTo>
                  <a:lnTo>
                    <a:pt x="39" y="3"/>
                  </a:lnTo>
                  <a:cubicBezTo>
                    <a:pt x="56" y="148"/>
                    <a:pt x="64" y="294"/>
                    <a:pt x="64" y="440"/>
                  </a:cubicBezTo>
                  <a:cubicBezTo>
                    <a:pt x="64" y="468"/>
                    <a:pt x="64" y="497"/>
                    <a:pt x="63" y="525"/>
                  </a:cubicBezTo>
                  <a:cubicBezTo>
                    <a:pt x="60" y="607"/>
                    <a:pt x="53" y="689"/>
                    <a:pt x="42" y="771"/>
                  </a:cubicBezTo>
                  <a:cubicBezTo>
                    <a:pt x="30" y="855"/>
                    <a:pt x="6" y="940"/>
                    <a:pt x="0" y="1024"/>
                  </a:cubicBezTo>
                  <a:cubicBezTo>
                    <a:pt x="0" y="1025"/>
                    <a:pt x="0" y="1025"/>
                    <a:pt x="0" y="1026"/>
                  </a:cubicBezTo>
                  <a:cubicBezTo>
                    <a:pt x="0" y="1027"/>
                    <a:pt x="0" y="1028"/>
                    <a:pt x="1" y="1029"/>
                  </a:cubicBezTo>
                  <a:cubicBezTo>
                    <a:pt x="2" y="1030"/>
                    <a:pt x="2" y="1030"/>
                    <a:pt x="3" y="1031"/>
                  </a:cubicBezTo>
                  <a:cubicBezTo>
                    <a:pt x="4" y="1032"/>
                    <a:pt x="5" y="1032"/>
                    <a:pt x="6" y="1032"/>
                  </a:cubicBezTo>
                  <a:cubicBezTo>
                    <a:pt x="7" y="1032"/>
                    <a:pt x="8" y="1032"/>
                    <a:pt x="9" y="1031"/>
                  </a:cubicBezTo>
                  <a:cubicBezTo>
                    <a:pt x="10" y="1030"/>
                    <a:pt x="11" y="1030"/>
                    <a:pt x="11" y="1029"/>
                  </a:cubicBezTo>
                  <a:cubicBezTo>
                    <a:pt x="11" y="1028"/>
                    <a:pt x="12" y="1028"/>
                    <a:pt x="12" y="1027"/>
                  </a:cubicBezTo>
                  <a:cubicBezTo>
                    <a:pt x="43" y="952"/>
                    <a:pt x="53" y="864"/>
                    <a:pt x="64" y="784"/>
                  </a:cubicBezTo>
                  <a:cubicBezTo>
                    <a:pt x="76" y="696"/>
                    <a:pt x="84" y="607"/>
                    <a:pt x="86" y="517"/>
                  </a:cubicBezTo>
                  <a:cubicBezTo>
                    <a:pt x="88" y="485"/>
                    <a:pt x="88" y="453"/>
                    <a:pt x="88" y="421"/>
                  </a:cubicBezTo>
                  <a:cubicBezTo>
                    <a:pt x="88" y="281"/>
                    <a:pt x="74" y="141"/>
                    <a:pt x="4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8"/>
            <p:cNvSpPr/>
            <p:nvPr/>
          </p:nvSpPr>
          <p:spPr>
            <a:xfrm>
              <a:off x="6105960" y="1177920"/>
              <a:ext cx="264960" cy="36000"/>
            </a:xfrm>
            <a:custGeom>
              <a:rect b="b" l="l" r="r" t="t"/>
              <a:pathLst>
                <a:path extrusionOk="0" h="100" w="736">
                  <a:moveTo>
                    <a:pt x="728" y="0"/>
                  </a:moveTo>
                  <a:cubicBezTo>
                    <a:pt x="609" y="1"/>
                    <a:pt x="491" y="11"/>
                    <a:pt x="374" y="28"/>
                  </a:cubicBezTo>
                  <a:cubicBezTo>
                    <a:pt x="250" y="41"/>
                    <a:pt x="126" y="61"/>
                    <a:pt x="4" y="88"/>
                  </a:cubicBezTo>
                  <a:lnTo>
                    <a:pt x="3" y="88"/>
                  </a:lnTo>
                  <a:cubicBezTo>
                    <a:pt x="2" y="89"/>
                    <a:pt x="2" y="89"/>
                    <a:pt x="1" y="90"/>
                  </a:cubicBezTo>
                  <a:cubicBezTo>
                    <a:pt x="0" y="91"/>
                    <a:pt x="0" y="92"/>
                    <a:pt x="0" y="93"/>
                  </a:cubicBezTo>
                  <a:cubicBezTo>
                    <a:pt x="0" y="94"/>
                    <a:pt x="0" y="95"/>
                    <a:pt x="1" y="96"/>
                  </a:cubicBezTo>
                  <a:cubicBezTo>
                    <a:pt x="2" y="97"/>
                    <a:pt x="2" y="98"/>
                    <a:pt x="3" y="98"/>
                  </a:cubicBezTo>
                  <a:cubicBezTo>
                    <a:pt x="4" y="99"/>
                    <a:pt x="5" y="99"/>
                    <a:pt x="6" y="99"/>
                  </a:cubicBezTo>
                  <a:cubicBezTo>
                    <a:pt x="126" y="85"/>
                    <a:pt x="246" y="67"/>
                    <a:pt x="367" y="53"/>
                  </a:cubicBezTo>
                  <a:cubicBezTo>
                    <a:pt x="487" y="38"/>
                    <a:pt x="609" y="31"/>
                    <a:pt x="729" y="12"/>
                  </a:cubicBezTo>
                  <a:cubicBezTo>
                    <a:pt x="734" y="11"/>
                    <a:pt x="735" y="1"/>
                    <a:pt x="7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8"/>
            <p:cNvSpPr/>
            <p:nvPr/>
          </p:nvSpPr>
          <p:spPr>
            <a:xfrm>
              <a:off x="7076520" y="1204920"/>
              <a:ext cx="257400" cy="164880"/>
            </a:xfrm>
            <a:custGeom>
              <a:rect b="b" l="l" r="r" t="t"/>
              <a:pathLst>
                <a:path extrusionOk="0" h="458" w="715">
                  <a:moveTo>
                    <a:pt x="5" y="78"/>
                  </a:moveTo>
                  <a:cubicBezTo>
                    <a:pt x="0" y="79"/>
                    <a:pt x="2" y="87"/>
                    <a:pt x="7" y="86"/>
                  </a:cubicBezTo>
                  <a:cubicBezTo>
                    <a:pt x="159" y="67"/>
                    <a:pt x="313" y="84"/>
                    <a:pt x="447" y="164"/>
                  </a:cubicBezTo>
                  <a:cubicBezTo>
                    <a:pt x="563" y="234"/>
                    <a:pt x="638" y="338"/>
                    <a:pt x="702" y="454"/>
                  </a:cubicBezTo>
                  <a:cubicBezTo>
                    <a:pt x="702" y="455"/>
                    <a:pt x="703" y="456"/>
                    <a:pt x="704" y="456"/>
                  </a:cubicBezTo>
                  <a:cubicBezTo>
                    <a:pt x="705" y="457"/>
                    <a:pt x="706" y="457"/>
                    <a:pt x="707" y="457"/>
                  </a:cubicBezTo>
                  <a:cubicBezTo>
                    <a:pt x="708" y="457"/>
                    <a:pt x="709" y="457"/>
                    <a:pt x="710" y="456"/>
                  </a:cubicBezTo>
                  <a:cubicBezTo>
                    <a:pt x="711" y="455"/>
                    <a:pt x="712" y="455"/>
                    <a:pt x="713" y="454"/>
                  </a:cubicBezTo>
                  <a:cubicBezTo>
                    <a:pt x="713" y="453"/>
                    <a:pt x="714" y="452"/>
                    <a:pt x="714" y="451"/>
                  </a:cubicBezTo>
                  <a:cubicBezTo>
                    <a:pt x="714" y="450"/>
                    <a:pt x="714" y="450"/>
                    <a:pt x="713" y="449"/>
                  </a:cubicBezTo>
                  <a:cubicBezTo>
                    <a:pt x="627" y="168"/>
                    <a:pt x="282" y="0"/>
                    <a:pt x="5" y="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7" name="Shape 5977"/>
        <p:cNvGrpSpPr/>
        <p:nvPr/>
      </p:nvGrpSpPr>
      <p:grpSpPr>
        <a:xfrm>
          <a:off x="0" y="0"/>
          <a:ext cx="0" cy="0"/>
          <a:chOff x="0" y="0"/>
          <a:chExt cx="0" cy="0"/>
        </a:xfrm>
      </p:grpSpPr>
      <p:sp>
        <p:nvSpPr>
          <p:cNvPr id="5978" name="Google Shape;5978;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979" name="Google Shape;5979;p49"/>
          <p:cNvSpPr txBox="1"/>
          <p:nvPr>
            <p:ph idx="1" type="body"/>
          </p:nvPr>
        </p:nvSpPr>
        <p:spPr>
          <a:xfrm>
            <a:off x="720000" y="1215750"/>
            <a:ext cx="4482000" cy="33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1800"/>
              <a:t>Vectors:</a:t>
            </a:r>
            <a:endParaRPr sz="1800"/>
          </a:p>
          <a:p>
            <a:pPr indent="-213360" lvl="0" marL="274320" rtl="0" algn="l">
              <a:spcBef>
                <a:spcPts val="300"/>
              </a:spcBef>
              <a:spcAft>
                <a:spcPts val="0"/>
              </a:spcAft>
              <a:buClr>
                <a:schemeClr val="dk1"/>
              </a:buClr>
              <a:buSzPts val="1200"/>
              <a:buFont typeface="Outfit"/>
              <a:buChar char="●"/>
            </a:pPr>
            <a:r>
              <a:rPr lang="en" u="sng">
                <a:hlinkClick r:id="rId3"/>
              </a:rPr>
              <a:t>Farm animals collection in hand drawn style I</a:t>
            </a:r>
            <a:endParaRPr/>
          </a:p>
          <a:p>
            <a:pPr indent="-213360" lvl="0" marL="274320" rtl="0" algn="l">
              <a:spcBef>
                <a:spcPts val="0"/>
              </a:spcBef>
              <a:spcAft>
                <a:spcPts val="0"/>
              </a:spcAft>
              <a:buClr>
                <a:schemeClr val="dk1"/>
              </a:buClr>
              <a:buSzPts val="1200"/>
              <a:buFont typeface="Outfit"/>
              <a:buChar char="●"/>
            </a:pPr>
            <a:r>
              <a:rPr lang="en" u="sng">
                <a:hlinkClick r:id="rId4"/>
              </a:rPr>
              <a:t>Farm animals collection in hand drawn style II</a:t>
            </a:r>
            <a:endParaRPr/>
          </a:p>
          <a:p>
            <a:pPr indent="-213360" lvl="0" marL="274320" rtl="0" algn="l">
              <a:spcBef>
                <a:spcPts val="0"/>
              </a:spcBef>
              <a:spcAft>
                <a:spcPts val="0"/>
              </a:spcAft>
              <a:buClr>
                <a:schemeClr val="dk1"/>
              </a:buClr>
              <a:buSzPts val="1200"/>
              <a:buFont typeface="Outfit"/>
              <a:buChar char="●"/>
            </a:pPr>
            <a:r>
              <a:rPr lang="en" u="sng">
                <a:hlinkClick r:id="rId5"/>
              </a:rPr>
              <a:t>Farm animals collection in hand drawn style III</a:t>
            </a:r>
            <a:endParaRPr/>
          </a:p>
          <a:p>
            <a:pPr indent="-213360" lvl="0" marL="274320" rtl="0" algn="l">
              <a:spcBef>
                <a:spcPts val="0"/>
              </a:spcBef>
              <a:spcAft>
                <a:spcPts val="0"/>
              </a:spcAft>
              <a:buClr>
                <a:schemeClr val="dk1"/>
              </a:buClr>
              <a:buSzPts val="1200"/>
              <a:buFont typeface="Outfit"/>
              <a:buChar char="●"/>
            </a:pPr>
            <a:r>
              <a:rPr lang="en" u="sng">
                <a:hlinkClick r:id="rId6"/>
              </a:rPr>
              <a:t>Hand drawn useful farm elements and rooster</a:t>
            </a:r>
            <a:endParaRPr/>
          </a:p>
          <a:p>
            <a:pPr indent="-213360" lvl="0" marL="274320" rtl="0" algn="l">
              <a:spcBef>
                <a:spcPts val="0"/>
              </a:spcBef>
              <a:spcAft>
                <a:spcPts val="0"/>
              </a:spcAft>
              <a:buClr>
                <a:schemeClr val="dk1"/>
              </a:buClr>
              <a:buSzPts val="1200"/>
              <a:buFont typeface="Outfit"/>
              <a:buChar char="●"/>
            </a:pPr>
            <a:r>
              <a:rPr lang="en" u="sng">
                <a:hlinkClick r:id="rId7"/>
              </a:rPr>
              <a:t>Sketches farm accessories and animals</a:t>
            </a:r>
            <a:endParaRPr/>
          </a:p>
          <a:p>
            <a:pPr indent="0" lvl="0" marL="0" rtl="0" algn="l">
              <a:spcBef>
                <a:spcPts val="1200"/>
              </a:spcBef>
              <a:spcAft>
                <a:spcPts val="0"/>
              </a:spcAft>
              <a:buNone/>
            </a:pPr>
            <a:r>
              <a:rPr lang="en" sz="1800"/>
              <a:t>Photos:</a:t>
            </a:r>
            <a:endParaRPr sz="1800"/>
          </a:p>
          <a:p>
            <a:pPr indent="-213360" lvl="0" marL="274320" rtl="0" algn="l">
              <a:spcBef>
                <a:spcPts val="300"/>
              </a:spcBef>
              <a:spcAft>
                <a:spcPts val="0"/>
              </a:spcAft>
              <a:buClr>
                <a:schemeClr val="dk1"/>
              </a:buClr>
              <a:buSzPts val="1200"/>
              <a:buFont typeface="Outfit"/>
              <a:buChar char="●"/>
            </a:pPr>
            <a:r>
              <a:rPr lang="en" u="sng">
                <a:hlinkClick r:id="rId8"/>
              </a:rPr>
              <a:t>High angle hen sitting on hay</a:t>
            </a:r>
            <a:endParaRPr/>
          </a:p>
          <a:p>
            <a:pPr indent="-213360" lvl="0" marL="274320" rtl="0" algn="l">
              <a:spcBef>
                <a:spcPts val="0"/>
              </a:spcBef>
              <a:spcAft>
                <a:spcPts val="0"/>
              </a:spcAft>
              <a:buClr>
                <a:schemeClr val="dk1"/>
              </a:buClr>
              <a:buSzPts val="1200"/>
              <a:buFont typeface="Outfit"/>
              <a:buChar char="●"/>
            </a:pPr>
            <a:r>
              <a:rPr lang="en" u="sng">
                <a:hlinkClick r:id="rId9"/>
              </a:rPr>
              <a:t>High angle woman holding hat with eggs</a:t>
            </a:r>
            <a:endParaRPr/>
          </a:p>
          <a:p>
            <a:pPr indent="-213360" lvl="0" marL="274320" rtl="0" algn="l">
              <a:spcBef>
                <a:spcPts val="0"/>
              </a:spcBef>
              <a:spcAft>
                <a:spcPts val="0"/>
              </a:spcAft>
              <a:buClr>
                <a:schemeClr val="dk1"/>
              </a:buClr>
              <a:buSzPts val="1200"/>
              <a:buFont typeface="Outfit"/>
              <a:buChar char="●"/>
            </a:pPr>
            <a:r>
              <a:rPr lang="en" u="sng">
                <a:hlinkClick r:id="rId10"/>
              </a:rPr>
              <a:t>Side view woman feeding the birds</a:t>
            </a:r>
            <a:endParaRPr/>
          </a:p>
          <a:p>
            <a:pPr indent="-213360" lvl="0" marL="274320" rtl="0" algn="l">
              <a:spcBef>
                <a:spcPts val="0"/>
              </a:spcBef>
              <a:spcAft>
                <a:spcPts val="0"/>
              </a:spcAft>
              <a:buClr>
                <a:schemeClr val="dk1"/>
              </a:buClr>
              <a:buSzPts val="1200"/>
              <a:buFont typeface="Outfit"/>
              <a:buChar char="●"/>
            </a:pPr>
            <a:r>
              <a:rPr lang="en" u="sng">
                <a:hlinkClick r:id="rId11"/>
              </a:rPr>
              <a:t>Country lifestyle concept  hens in nest</a:t>
            </a:r>
            <a:endParaRPr sz="1000"/>
          </a:p>
        </p:txBody>
      </p:sp>
      <p:grpSp>
        <p:nvGrpSpPr>
          <p:cNvPr id="5980" name="Google Shape;5980;p49"/>
          <p:cNvGrpSpPr/>
          <p:nvPr/>
        </p:nvGrpSpPr>
        <p:grpSpPr>
          <a:xfrm>
            <a:off x="5751486" y="2196010"/>
            <a:ext cx="3374879" cy="3056121"/>
            <a:chOff x="5675286" y="2119810"/>
            <a:chExt cx="3374879" cy="3056121"/>
          </a:xfrm>
        </p:grpSpPr>
        <p:grpSp>
          <p:nvGrpSpPr>
            <p:cNvPr id="5981" name="Google Shape;5981;p49"/>
            <p:cNvGrpSpPr/>
            <p:nvPr/>
          </p:nvGrpSpPr>
          <p:grpSpPr>
            <a:xfrm>
              <a:off x="5675286" y="2119810"/>
              <a:ext cx="2374464" cy="2922424"/>
              <a:chOff x="1880515" y="4169448"/>
              <a:chExt cx="2418480" cy="3031560"/>
            </a:xfrm>
          </p:grpSpPr>
          <p:sp>
            <p:nvSpPr>
              <p:cNvPr id="5982" name="Google Shape;5982;p49"/>
              <p:cNvSpPr/>
              <p:nvPr/>
            </p:nvSpPr>
            <p:spPr>
              <a:xfrm>
                <a:off x="2499715" y="6617448"/>
                <a:ext cx="17280" cy="8640"/>
              </a:xfrm>
              <a:custGeom>
                <a:rect b="b" l="l" r="r" t="t"/>
                <a:pathLst>
                  <a:path extrusionOk="0" h="24" w="48">
                    <a:moveTo>
                      <a:pt x="37" y="3"/>
                    </a:moveTo>
                    <a:cubicBezTo>
                      <a:pt x="34" y="3"/>
                      <a:pt x="31" y="3"/>
                      <a:pt x="30" y="2"/>
                    </a:cubicBezTo>
                    <a:lnTo>
                      <a:pt x="22" y="2"/>
                    </a:lnTo>
                    <a:cubicBezTo>
                      <a:pt x="20" y="2"/>
                      <a:pt x="19" y="2"/>
                      <a:pt x="18" y="2"/>
                    </a:cubicBezTo>
                    <a:cubicBezTo>
                      <a:pt x="14" y="2"/>
                      <a:pt x="9" y="3"/>
                      <a:pt x="5" y="4"/>
                    </a:cubicBezTo>
                    <a:cubicBezTo>
                      <a:pt x="5" y="5"/>
                      <a:pt x="5" y="5"/>
                      <a:pt x="4" y="5"/>
                    </a:cubicBezTo>
                    <a:cubicBezTo>
                      <a:pt x="3" y="5"/>
                      <a:pt x="2" y="7"/>
                      <a:pt x="1" y="8"/>
                    </a:cubicBezTo>
                    <a:cubicBezTo>
                      <a:pt x="0" y="9"/>
                      <a:pt x="0" y="10"/>
                      <a:pt x="0" y="12"/>
                    </a:cubicBezTo>
                    <a:cubicBezTo>
                      <a:pt x="0" y="13"/>
                      <a:pt x="1" y="15"/>
                      <a:pt x="1" y="16"/>
                    </a:cubicBezTo>
                    <a:cubicBezTo>
                      <a:pt x="2" y="17"/>
                      <a:pt x="3" y="18"/>
                      <a:pt x="4" y="19"/>
                    </a:cubicBezTo>
                    <a:cubicBezTo>
                      <a:pt x="9" y="21"/>
                      <a:pt x="14" y="23"/>
                      <a:pt x="20" y="23"/>
                    </a:cubicBezTo>
                    <a:lnTo>
                      <a:pt x="21" y="23"/>
                    </a:lnTo>
                    <a:lnTo>
                      <a:pt x="29" y="23"/>
                    </a:lnTo>
                    <a:cubicBezTo>
                      <a:pt x="36" y="23"/>
                      <a:pt x="38" y="20"/>
                      <a:pt x="44" y="17"/>
                    </a:cubicBezTo>
                    <a:cubicBezTo>
                      <a:pt x="45" y="17"/>
                      <a:pt x="45" y="16"/>
                      <a:pt x="46" y="15"/>
                    </a:cubicBezTo>
                    <a:cubicBezTo>
                      <a:pt x="47" y="13"/>
                      <a:pt x="47" y="12"/>
                      <a:pt x="47" y="11"/>
                    </a:cubicBezTo>
                    <a:cubicBezTo>
                      <a:pt x="47" y="10"/>
                      <a:pt x="47" y="8"/>
                      <a:pt x="46" y="7"/>
                    </a:cubicBezTo>
                    <a:cubicBezTo>
                      <a:pt x="46" y="6"/>
                      <a:pt x="45" y="6"/>
                      <a:pt x="45" y="5"/>
                    </a:cubicBezTo>
                    <a:lnTo>
                      <a:pt x="45" y="4"/>
                    </a:lnTo>
                    <a:cubicBezTo>
                      <a:pt x="45" y="3"/>
                      <a:pt x="45" y="3"/>
                      <a:pt x="44" y="2"/>
                    </a:cubicBezTo>
                    <a:cubicBezTo>
                      <a:pt x="43" y="1"/>
                      <a:pt x="43" y="1"/>
                      <a:pt x="43" y="1"/>
                    </a:cubicBezTo>
                    <a:cubicBezTo>
                      <a:pt x="42" y="0"/>
                      <a:pt x="41" y="0"/>
                      <a:pt x="41" y="0"/>
                    </a:cubicBezTo>
                    <a:cubicBezTo>
                      <a:pt x="40" y="0"/>
                      <a:pt x="40" y="0"/>
                      <a:pt x="39" y="1"/>
                    </a:cubicBezTo>
                    <a:cubicBezTo>
                      <a:pt x="38" y="2"/>
                      <a:pt x="37" y="1"/>
                      <a:pt x="37" y="2"/>
                    </a:cubicBezTo>
                    <a:lnTo>
                      <a:pt x="37"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9"/>
              <p:cNvSpPr/>
              <p:nvPr/>
            </p:nvSpPr>
            <p:spPr>
              <a:xfrm>
                <a:off x="2347795" y="5887368"/>
                <a:ext cx="69480" cy="91440"/>
              </a:xfrm>
              <a:custGeom>
                <a:rect b="b" l="l" r="r" t="t"/>
                <a:pathLst>
                  <a:path extrusionOk="0" h="254" w="193">
                    <a:moveTo>
                      <a:pt x="48" y="40"/>
                    </a:moveTo>
                    <a:cubicBezTo>
                      <a:pt x="48" y="41"/>
                      <a:pt x="47" y="43"/>
                      <a:pt x="47" y="44"/>
                    </a:cubicBezTo>
                    <a:cubicBezTo>
                      <a:pt x="41" y="45"/>
                      <a:pt x="35" y="48"/>
                      <a:pt x="30" y="51"/>
                    </a:cubicBezTo>
                    <a:cubicBezTo>
                      <a:pt x="29" y="51"/>
                      <a:pt x="29" y="51"/>
                      <a:pt x="29" y="51"/>
                    </a:cubicBezTo>
                    <a:cubicBezTo>
                      <a:pt x="23" y="56"/>
                      <a:pt x="19" y="62"/>
                      <a:pt x="15" y="69"/>
                    </a:cubicBezTo>
                    <a:cubicBezTo>
                      <a:pt x="12" y="74"/>
                      <a:pt x="10" y="79"/>
                      <a:pt x="8" y="84"/>
                    </a:cubicBezTo>
                    <a:cubicBezTo>
                      <a:pt x="3" y="99"/>
                      <a:pt x="0" y="114"/>
                      <a:pt x="0" y="130"/>
                    </a:cubicBezTo>
                    <a:cubicBezTo>
                      <a:pt x="0" y="139"/>
                      <a:pt x="1" y="149"/>
                      <a:pt x="3" y="158"/>
                    </a:cubicBezTo>
                    <a:cubicBezTo>
                      <a:pt x="4" y="161"/>
                      <a:pt x="5" y="164"/>
                      <a:pt x="7" y="167"/>
                    </a:cubicBezTo>
                    <a:cubicBezTo>
                      <a:pt x="7" y="179"/>
                      <a:pt x="8" y="190"/>
                      <a:pt x="9" y="202"/>
                    </a:cubicBezTo>
                    <a:cubicBezTo>
                      <a:pt x="11" y="214"/>
                      <a:pt x="9" y="227"/>
                      <a:pt x="11" y="239"/>
                    </a:cubicBezTo>
                    <a:cubicBezTo>
                      <a:pt x="11" y="243"/>
                      <a:pt x="17" y="243"/>
                      <a:pt x="18" y="239"/>
                    </a:cubicBezTo>
                    <a:cubicBezTo>
                      <a:pt x="19" y="231"/>
                      <a:pt x="19" y="222"/>
                      <a:pt x="19" y="213"/>
                    </a:cubicBezTo>
                    <a:cubicBezTo>
                      <a:pt x="19" y="202"/>
                      <a:pt x="18" y="191"/>
                      <a:pt x="17" y="180"/>
                    </a:cubicBezTo>
                    <a:cubicBezTo>
                      <a:pt x="22" y="186"/>
                      <a:pt x="27" y="190"/>
                      <a:pt x="34" y="194"/>
                    </a:cubicBezTo>
                    <a:cubicBezTo>
                      <a:pt x="35" y="194"/>
                      <a:pt x="37" y="195"/>
                      <a:pt x="39" y="196"/>
                    </a:cubicBezTo>
                    <a:cubicBezTo>
                      <a:pt x="38" y="198"/>
                      <a:pt x="38" y="200"/>
                      <a:pt x="38" y="202"/>
                    </a:cubicBezTo>
                    <a:cubicBezTo>
                      <a:pt x="38" y="207"/>
                      <a:pt x="39" y="212"/>
                      <a:pt x="40" y="216"/>
                    </a:cubicBezTo>
                    <a:cubicBezTo>
                      <a:pt x="41" y="218"/>
                      <a:pt x="41" y="221"/>
                      <a:pt x="41" y="223"/>
                    </a:cubicBezTo>
                    <a:cubicBezTo>
                      <a:pt x="41" y="225"/>
                      <a:pt x="41" y="228"/>
                      <a:pt x="40" y="230"/>
                    </a:cubicBezTo>
                    <a:cubicBezTo>
                      <a:pt x="40" y="236"/>
                      <a:pt x="45" y="240"/>
                      <a:pt x="47" y="245"/>
                    </a:cubicBezTo>
                    <a:cubicBezTo>
                      <a:pt x="48" y="245"/>
                      <a:pt x="48" y="246"/>
                      <a:pt x="49" y="246"/>
                    </a:cubicBezTo>
                    <a:cubicBezTo>
                      <a:pt x="49" y="246"/>
                      <a:pt x="50" y="247"/>
                      <a:pt x="51" y="247"/>
                    </a:cubicBezTo>
                    <a:cubicBezTo>
                      <a:pt x="52" y="247"/>
                      <a:pt x="52" y="246"/>
                      <a:pt x="53" y="246"/>
                    </a:cubicBezTo>
                    <a:cubicBezTo>
                      <a:pt x="54" y="246"/>
                      <a:pt x="53" y="244"/>
                      <a:pt x="54" y="244"/>
                    </a:cubicBezTo>
                    <a:cubicBezTo>
                      <a:pt x="55" y="243"/>
                      <a:pt x="55" y="243"/>
                      <a:pt x="55" y="243"/>
                    </a:cubicBezTo>
                    <a:cubicBezTo>
                      <a:pt x="55" y="237"/>
                      <a:pt x="53" y="233"/>
                      <a:pt x="55" y="227"/>
                    </a:cubicBezTo>
                    <a:cubicBezTo>
                      <a:pt x="55" y="226"/>
                      <a:pt x="55" y="223"/>
                      <a:pt x="55" y="222"/>
                    </a:cubicBezTo>
                    <a:cubicBezTo>
                      <a:pt x="55" y="220"/>
                      <a:pt x="55" y="219"/>
                      <a:pt x="55" y="217"/>
                    </a:cubicBezTo>
                    <a:cubicBezTo>
                      <a:pt x="54" y="215"/>
                      <a:pt x="53" y="212"/>
                      <a:pt x="52" y="209"/>
                    </a:cubicBezTo>
                    <a:lnTo>
                      <a:pt x="51" y="209"/>
                    </a:lnTo>
                    <a:cubicBezTo>
                      <a:pt x="51" y="207"/>
                      <a:pt x="50" y="205"/>
                      <a:pt x="50" y="203"/>
                    </a:cubicBezTo>
                    <a:cubicBezTo>
                      <a:pt x="50" y="203"/>
                      <a:pt x="50" y="202"/>
                      <a:pt x="50" y="201"/>
                    </a:cubicBezTo>
                    <a:lnTo>
                      <a:pt x="62" y="205"/>
                    </a:lnTo>
                    <a:lnTo>
                      <a:pt x="74" y="208"/>
                    </a:lnTo>
                    <a:cubicBezTo>
                      <a:pt x="74" y="210"/>
                      <a:pt x="74" y="211"/>
                      <a:pt x="75" y="212"/>
                    </a:cubicBezTo>
                    <a:cubicBezTo>
                      <a:pt x="75" y="212"/>
                      <a:pt x="75" y="213"/>
                      <a:pt x="76" y="213"/>
                    </a:cubicBezTo>
                    <a:cubicBezTo>
                      <a:pt x="78" y="218"/>
                      <a:pt x="80" y="223"/>
                      <a:pt x="80" y="229"/>
                    </a:cubicBezTo>
                    <a:lnTo>
                      <a:pt x="80" y="230"/>
                    </a:lnTo>
                    <a:cubicBezTo>
                      <a:pt x="82" y="238"/>
                      <a:pt x="84" y="245"/>
                      <a:pt x="88" y="251"/>
                    </a:cubicBezTo>
                    <a:cubicBezTo>
                      <a:pt x="89" y="252"/>
                      <a:pt x="89" y="252"/>
                      <a:pt x="90" y="253"/>
                    </a:cubicBezTo>
                    <a:cubicBezTo>
                      <a:pt x="91" y="253"/>
                      <a:pt x="91" y="253"/>
                      <a:pt x="92" y="253"/>
                    </a:cubicBezTo>
                    <a:cubicBezTo>
                      <a:pt x="93" y="253"/>
                      <a:pt x="94" y="253"/>
                      <a:pt x="94" y="253"/>
                    </a:cubicBezTo>
                    <a:cubicBezTo>
                      <a:pt x="95" y="252"/>
                      <a:pt x="96" y="252"/>
                      <a:pt x="96" y="251"/>
                    </a:cubicBezTo>
                    <a:cubicBezTo>
                      <a:pt x="101" y="242"/>
                      <a:pt x="96" y="234"/>
                      <a:pt x="96" y="225"/>
                    </a:cubicBezTo>
                    <a:cubicBezTo>
                      <a:pt x="96" y="220"/>
                      <a:pt x="95" y="215"/>
                      <a:pt x="93" y="211"/>
                    </a:cubicBezTo>
                    <a:lnTo>
                      <a:pt x="104" y="211"/>
                    </a:lnTo>
                    <a:cubicBezTo>
                      <a:pt x="104" y="215"/>
                      <a:pt x="105" y="219"/>
                      <a:pt x="106" y="223"/>
                    </a:cubicBezTo>
                    <a:cubicBezTo>
                      <a:pt x="108" y="231"/>
                      <a:pt x="106" y="240"/>
                      <a:pt x="112" y="248"/>
                    </a:cubicBezTo>
                    <a:cubicBezTo>
                      <a:pt x="113" y="248"/>
                      <a:pt x="113" y="248"/>
                      <a:pt x="114" y="249"/>
                    </a:cubicBezTo>
                    <a:cubicBezTo>
                      <a:pt x="115" y="249"/>
                      <a:pt x="116" y="250"/>
                      <a:pt x="117" y="250"/>
                    </a:cubicBezTo>
                    <a:cubicBezTo>
                      <a:pt x="118" y="250"/>
                      <a:pt x="119" y="250"/>
                      <a:pt x="120" y="249"/>
                    </a:cubicBezTo>
                    <a:lnTo>
                      <a:pt x="121" y="248"/>
                    </a:lnTo>
                    <a:cubicBezTo>
                      <a:pt x="122" y="247"/>
                      <a:pt x="122" y="247"/>
                      <a:pt x="122" y="246"/>
                    </a:cubicBezTo>
                    <a:cubicBezTo>
                      <a:pt x="125" y="240"/>
                      <a:pt x="127" y="235"/>
                      <a:pt x="127" y="229"/>
                    </a:cubicBezTo>
                    <a:cubicBezTo>
                      <a:pt x="127" y="228"/>
                      <a:pt x="127" y="227"/>
                      <a:pt x="127" y="226"/>
                    </a:cubicBezTo>
                    <a:cubicBezTo>
                      <a:pt x="126" y="221"/>
                      <a:pt x="125" y="216"/>
                      <a:pt x="123" y="211"/>
                    </a:cubicBezTo>
                    <a:cubicBezTo>
                      <a:pt x="131" y="211"/>
                      <a:pt x="139" y="209"/>
                      <a:pt x="146" y="205"/>
                    </a:cubicBezTo>
                    <a:cubicBezTo>
                      <a:pt x="149" y="203"/>
                      <a:pt x="151" y="202"/>
                      <a:pt x="153" y="200"/>
                    </a:cubicBezTo>
                    <a:cubicBezTo>
                      <a:pt x="189" y="162"/>
                      <a:pt x="192" y="90"/>
                      <a:pt x="154" y="53"/>
                    </a:cubicBezTo>
                    <a:cubicBezTo>
                      <a:pt x="133" y="34"/>
                      <a:pt x="65" y="0"/>
                      <a:pt x="48" y="40"/>
                    </a:cubicBezTo>
                    <a:moveTo>
                      <a:pt x="127" y="181"/>
                    </a:moveTo>
                    <a:cubicBezTo>
                      <a:pt x="119" y="182"/>
                      <a:pt x="112" y="182"/>
                      <a:pt x="105" y="182"/>
                    </a:cubicBezTo>
                    <a:cubicBezTo>
                      <a:pt x="90" y="182"/>
                      <a:pt x="75" y="180"/>
                      <a:pt x="61" y="176"/>
                    </a:cubicBezTo>
                    <a:cubicBezTo>
                      <a:pt x="24" y="166"/>
                      <a:pt x="25" y="134"/>
                      <a:pt x="25" y="104"/>
                    </a:cubicBezTo>
                    <a:cubicBezTo>
                      <a:pt x="25" y="95"/>
                      <a:pt x="26" y="86"/>
                      <a:pt x="31" y="79"/>
                    </a:cubicBezTo>
                    <a:cubicBezTo>
                      <a:pt x="35" y="71"/>
                      <a:pt x="42" y="63"/>
                      <a:pt x="50" y="60"/>
                    </a:cubicBezTo>
                    <a:cubicBezTo>
                      <a:pt x="51" y="59"/>
                      <a:pt x="51" y="59"/>
                      <a:pt x="52" y="59"/>
                    </a:cubicBezTo>
                    <a:cubicBezTo>
                      <a:pt x="53" y="60"/>
                      <a:pt x="54" y="61"/>
                      <a:pt x="55" y="62"/>
                    </a:cubicBezTo>
                    <a:cubicBezTo>
                      <a:pt x="57" y="63"/>
                      <a:pt x="59" y="63"/>
                      <a:pt x="61" y="63"/>
                    </a:cubicBezTo>
                    <a:cubicBezTo>
                      <a:pt x="63" y="63"/>
                      <a:pt x="65" y="63"/>
                      <a:pt x="67" y="62"/>
                    </a:cubicBezTo>
                    <a:cubicBezTo>
                      <a:pt x="68" y="61"/>
                      <a:pt x="69" y="60"/>
                      <a:pt x="70" y="59"/>
                    </a:cubicBezTo>
                    <a:cubicBezTo>
                      <a:pt x="83" y="47"/>
                      <a:pt x="101" y="56"/>
                      <a:pt x="116" y="64"/>
                    </a:cubicBezTo>
                    <a:cubicBezTo>
                      <a:pt x="118" y="65"/>
                      <a:pt x="119" y="66"/>
                      <a:pt x="121" y="67"/>
                    </a:cubicBezTo>
                    <a:cubicBezTo>
                      <a:pt x="130" y="72"/>
                      <a:pt x="137" y="79"/>
                      <a:pt x="141" y="87"/>
                    </a:cubicBezTo>
                    <a:cubicBezTo>
                      <a:pt x="145" y="94"/>
                      <a:pt x="148" y="102"/>
                      <a:pt x="149" y="110"/>
                    </a:cubicBezTo>
                    <a:cubicBezTo>
                      <a:pt x="151" y="126"/>
                      <a:pt x="148" y="175"/>
                      <a:pt x="127" y="18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9"/>
              <p:cNvSpPr/>
              <p:nvPr/>
            </p:nvSpPr>
            <p:spPr>
              <a:xfrm>
                <a:off x="2732995" y="6191208"/>
                <a:ext cx="65880" cy="83520"/>
              </a:xfrm>
              <a:custGeom>
                <a:rect b="b" l="l" r="r" t="t"/>
                <a:pathLst>
                  <a:path extrusionOk="0" h="232" w="183">
                    <a:moveTo>
                      <a:pt x="176" y="53"/>
                    </a:moveTo>
                    <a:cubicBezTo>
                      <a:pt x="175" y="51"/>
                      <a:pt x="175" y="49"/>
                      <a:pt x="173" y="46"/>
                    </a:cubicBezTo>
                    <a:cubicBezTo>
                      <a:pt x="166" y="33"/>
                      <a:pt x="153" y="21"/>
                      <a:pt x="140" y="14"/>
                    </a:cubicBezTo>
                    <a:cubicBezTo>
                      <a:pt x="133" y="10"/>
                      <a:pt x="125" y="6"/>
                      <a:pt x="117" y="4"/>
                    </a:cubicBezTo>
                    <a:cubicBezTo>
                      <a:pt x="105" y="1"/>
                      <a:pt x="93" y="0"/>
                      <a:pt x="81" y="0"/>
                    </a:cubicBezTo>
                    <a:cubicBezTo>
                      <a:pt x="77" y="0"/>
                      <a:pt x="73" y="0"/>
                      <a:pt x="70" y="0"/>
                    </a:cubicBezTo>
                    <a:cubicBezTo>
                      <a:pt x="60" y="0"/>
                      <a:pt x="53" y="9"/>
                      <a:pt x="45" y="15"/>
                    </a:cubicBezTo>
                    <a:cubicBezTo>
                      <a:pt x="44" y="14"/>
                      <a:pt x="43" y="14"/>
                      <a:pt x="41" y="14"/>
                    </a:cubicBezTo>
                    <a:cubicBezTo>
                      <a:pt x="38" y="14"/>
                      <a:pt x="34" y="15"/>
                      <a:pt x="31" y="17"/>
                    </a:cubicBezTo>
                    <a:cubicBezTo>
                      <a:pt x="29" y="18"/>
                      <a:pt x="27" y="20"/>
                      <a:pt x="26" y="22"/>
                    </a:cubicBezTo>
                    <a:cubicBezTo>
                      <a:pt x="23" y="24"/>
                      <a:pt x="21" y="27"/>
                      <a:pt x="19" y="30"/>
                    </a:cubicBezTo>
                    <a:cubicBezTo>
                      <a:pt x="18" y="29"/>
                      <a:pt x="18" y="28"/>
                      <a:pt x="17" y="28"/>
                    </a:cubicBezTo>
                    <a:cubicBezTo>
                      <a:pt x="16" y="27"/>
                      <a:pt x="14" y="27"/>
                      <a:pt x="13" y="27"/>
                    </a:cubicBezTo>
                    <a:cubicBezTo>
                      <a:pt x="12" y="27"/>
                      <a:pt x="11" y="27"/>
                      <a:pt x="9" y="28"/>
                    </a:cubicBezTo>
                    <a:cubicBezTo>
                      <a:pt x="7" y="29"/>
                      <a:pt x="7" y="30"/>
                      <a:pt x="7" y="31"/>
                    </a:cubicBezTo>
                    <a:cubicBezTo>
                      <a:pt x="6" y="32"/>
                      <a:pt x="6" y="32"/>
                      <a:pt x="6" y="33"/>
                    </a:cubicBezTo>
                    <a:cubicBezTo>
                      <a:pt x="2" y="58"/>
                      <a:pt x="0" y="83"/>
                      <a:pt x="0" y="109"/>
                    </a:cubicBezTo>
                    <a:cubicBezTo>
                      <a:pt x="0" y="138"/>
                      <a:pt x="2" y="167"/>
                      <a:pt x="8" y="195"/>
                    </a:cubicBezTo>
                    <a:cubicBezTo>
                      <a:pt x="9" y="200"/>
                      <a:pt x="17" y="202"/>
                      <a:pt x="19" y="195"/>
                    </a:cubicBezTo>
                    <a:cubicBezTo>
                      <a:pt x="22" y="179"/>
                      <a:pt x="25" y="162"/>
                      <a:pt x="26" y="145"/>
                    </a:cubicBezTo>
                    <a:cubicBezTo>
                      <a:pt x="30" y="151"/>
                      <a:pt x="34" y="156"/>
                      <a:pt x="39" y="160"/>
                    </a:cubicBezTo>
                    <a:cubicBezTo>
                      <a:pt x="39" y="160"/>
                      <a:pt x="38" y="160"/>
                      <a:pt x="37" y="161"/>
                    </a:cubicBezTo>
                    <a:cubicBezTo>
                      <a:pt x="36" y="161"/>
                      <a:pt x="35" y="162"/>
                      <a:pt x="35" y="163"/>
                    </a:cubicBezTo>
                    <a:cubicBezTo>
                      <a:pt x="34" y="164"/>
                      <a:pt x="34" y="166"/>
                      <a:pt x="34" y="167"/>
                    </a:cubicBezTo>
                    <a:cubicBezTo>
                      <a:pt x="34" y="170"/>
                      <a:pt x="33" y="173"/>
                      <a:pt x="33" y="176"/>
                    </a:cubicBezTo>
                    <a:cubicBezTo>
                      <a:pt x="33" y="191"/>
                      <a:pt x="36" y="207"/>
                      <a:pt x="40" y="222"/>
                    </a:cubicBezTo>
                    <a:cubicBezTo>
                      <a:pt x="41" y="224"/>
                      <a:pt x="46" y="226"/>
                      <a:pt x="47" y="222"/>
                    </a:cubicBezTo>
                    <a:cubicBezTo>
                      <a:pt x="49" y="212"/>
                      <a:pt x="50" y="202"/>
                      <a:pt x="50" y="193"/>
                    </a:cubicBezTo>
                    <a:cubicBezTo>
                      <a:pt x="50" y="183"/>
                      <a:pt x="49" y="175"/>
                      <a:pt x="47" y="165"/>
                    </a:cubicBezTo>
                    <a:cubicBezTo>
                      <a:pt x="49" y="166"/>
                      <a:pt x="51" y="168"/>
                      <a:pt x="52" y="168"/>
                    </a:cubicBezTo>
                    <a:cubicBezTo>
                      <a:pt x="58" y="171"/>
                      <a:pt x="64" y="174"/>
                      <a:pt x="70" y="176"/>
                    </a:cubicBezTo>
                    <a:cubicBezTo>
                      <a:pt x="70" y="177"/>
                      <a:pt x="70" y="177"/>
                      <a:pt x="70" y="178"/>
                    </a:cubicBezTo>
                    <a:cubicBezTo>
                      <a:pt x="70" y="183"/>
                      <a:pt x="70" y="189"/>
                      <a:pt x="71" y="194"/>
                    </a:cubicBezTo>
                    <a:cubicBezTo>
                      <a:pt x="73" y="206"/>
                      <a:pt x="73" y="217"/>
                      <a:pt x="77" y="228"/>
                    </a:cubicBezTo>
                    <a:cubicBezTo>
                      <a:pt x="77" y="228"/>
                      <a:pt x="76" y="228"/>
                      <a:pt x="77" y="229"/>
                    </a:cubicBezTo>
                    <a:cubicBezTo>
                      <a:pt x="78" y="230"/>
                      <a:pt x="78" y="229"/>
                      <a:pt x="79" y="230"/>
                    </a:cubicBezTo>
                    <a:cubicBezTo>
                      <a:pt x="80" y="231"/>
                      <a:pt x="80" y="231"/>
                      <a:pt x="81" y="231"/>
                    </a:cubicBezTo>
                    <a:cubicBezTo>
                      <a:pt x="82" y="231"/>
                      <a:pt x="83" y="231"/>
                      <a:pt x="84" y="230"/>
                    </a:cubicBezTo>
                    <a:lnTo>
                      <a:pt x="85" y="229"/>
                    </a:lnTo>
                    <a:cubicBezTo>
                      <a:pt x="86" y="228"/>
                      <a:pt x="86" y="228"/>
                      <a:pt x="86" y="228"/>
                    </a:cubicBezTo>
                    <a:cubicBezTo>
                      <a:pt x="89" y="219"/>
                      <a:pt x="91" y="210"/>
                      <a:pt x="91" y="201"/>
                    </a:cubicBezTo>
                    <a:cubicBezTo>
                      <a:pt x="91" y="195"/>
                      <a:pt x="90" y="188"/>
                      <a:pt x="88" y="182"/>
                    </a:cubicBezTo>
                    <a:cubicBezTo>
                      <a:pt x="95" y="183"/>
                      <a:pt x="101" y="184"/>
                      <a:pt x="108" y="184"/>
                    </a:cubicBezTo>
                    <a:cubicBezTo>
                      <a:pt x="111" y="184"/>
                      <a:pt x="114" y="183"/>
                      <a:pt x="117" y="183"/>
                    </a:cubicBezTo>
                    <a:cubicBezTo>
                      <a:pt x="117" y="188"/>
                      <a:pt x="117" y="193"/>
                      <a:pt x="117" y="198"/>
                    </a:cubicBezTo>
                    <a:cubicBezTo>
                      <a:pt x="116" y="201"/>
                      <a:pt x="116" y="203"/>
                      <a:pt x="116" y="205"/>
                    </a:cubicBezTo>
                    <a:cubicBezTo>
                      <a:pt x="116" y="211"/>
                      <a:pt x="118" y="217"/>
                      <a:pt x="121" y="223"/>
                    </a:cubicBezTo>
                    <a:lnTo>
                      <a:pt x="122" y="224"/>
                    </a:lnTo>
                    <a:cubicBezTo>
                      <a:pt x="122" y="225"/>
                      <a:pt x="123" y="225"/>
                      <a:pt x="123" y="225"/>
                    </a:cubicBezTo>
                    <a:cubicBezTo>
                      <a:pt x="124" y="226"/>
                      <a:pt x="125" y="226"/>
                      <a:pt x="126" y="226"/>
                    </a:cubicBezTo>
                    <a:cubicBezTo>
                      <a:pt x="127" y="226"/>
                      <a:pt x="128" y="226"/>
                      <a:pt x="129" y="225"/>
                    </a:cubicBezTo>
                    <a:cubicBezTo>
                      <a:pt x="130" y="225"/>
                      <a:pt x="130" y="225"/>
                      <a:pt x="131" y="224"/>
                    </a:cubicBezTo>
                    <a:cubicBezTo>
                      <a:pt x="131" y="224"/>
                      <a:pt x="132" y="223"/>
                      <a:pt x="132" y="222"/>
                    </a:cubicBezTo>
                    <a:cubicBezTo>
                      <a:pt x="135" y="217"/>
                      <a:pt x="136" y="212"/>
                      <a:pt x="136" y="206"/>
                    </a:cubicBezTo>
                    <a:cubicBezTo>
                      <a:pt x="136" y="204"/>
                      <a:pt x="136" y="202"/>
                      <a:pt x="136" y="200"/>
                    </a:cubicBezTo>
                    <a:cubicBezTo>
                      <a:pt x="136" y="193"/>
                      <a:pt x="136" y="186"/>
                      <a:pt x="135" y="179"/>
                    </a:cubicBezTo>
                    <a:lnTo>
                      <a:pt x="136" y="179"/>
                    </a:lnTo>
                    <a:cubicBezTo>
                      <a:pt x="138" y="178"/>
                      <a:pt x="139" y="177"/>
                      <a:pt x="141" y="176"/>
                    </a:cubicBezTo>
                    <a:cubicBezTo>
                      <a:pt x="147" y="173"/>
                      <a:pt x="152" y="168"/>
                      <a:pt x="157" y="163"/>
                    </a:cubicBezTo>
                    <a:cubicBezTo>
                      <a:pt x="156" y="168"/>
                      <a:pt x="156" y="172"/>
                      <a:pt x="156" y="177"/>
                    </a:cubicBezTo>
                    <a:cubicBezTo>
                      <a:pt x="156" y="183"/>
                      <a:pt x="157" y="189"/>
                      <a:pt x="159" y="195"/>
                    </a:cubicBezTo>
                    <a:cubicBezTo>
                      <a:pt x="159" y="196"/>
                      <a:pt x="159" y="196"/>
                      <a:pt x="159" y="196"/>
                    </a:cubicBezTo>
                    <a:cubicBezTo>
                      <a:pt x="159" y="197"/>
                      <a:pt x="160" y="197"/>
                      <a:pt x="161" y="198"/>
                    </a:cubicBezTo>
                    <a:cubicBezTo>
                      <a:pt x="162" y="199"/>
                      <a:pt x="162" y="199"/>
                      <a:pt x="163" y="199"/>
                    </a:cubicBezTo>
                    <a:cubicBezTo>
                      <a:pt x="164" y="199"/>
                      <a:pt x="165" y="199"/>
                      <a:pt x="166" y="198"/>
                    </a:cubicBezTo>
                    <a:cubicBezTo>
                      <a:pt x="167" y="197"/>
                      <a:pt x="168" y="197"/>
                      <a:pt x="168" y="196"/>
                    </a:cubicBezTo>
                    <a:lnTo>
                      <a:pt x="168" y="195"/>
                    </a:lnTo>
                    <a:cubicBezTo>
                      <a:pt x="173" y="184"/>
                      <a:pt x="176" y="172"/>
                      <a:pt x="176" y="159"/>
                    </a:cubicBezTo>
                    <a:cubicBezTo>
                      <a:pt x="176" y="157"/>
                      <a:pt x="176" y="154"/>
                      <a:pt x="176" y="152"/>
                    </a:cubicBezTo>
                    <a:cubicBezTo>
                      <a:pt x="176" y="151"/>
                      <a:pt x="176" y="149"/>
                      <a:pt x="175" y="148"/>
                    </a:cubicBezTo>
                    <a:cubicBezTo>
                      <a:pt x="174" y="147"/>
                      <a:pt x="173" y="146"/>
                      <a:pt x="172" y="145"/>
                    </a:cubicBezTo>
                    <a:cubicBezTo>
                      <a:pt x="171" y="145"/>
                      <a:pt x="170" y="145"/>
                      <a:pt x="170" y="144"/>
                    </a:cubicBezTo>
                    <a:cubicBezTo>
                      <a:pt x="178" y="128"/>
                      <a:pt x="182" y="109"/>
                      <a:pt x="182" y="91"/>
                    </a:cubicBezTo>
                    <a:cubicBezTo>
                      <a:pt x="182" y="78"/>
                      <a:pt x="180" y="65"/>
                      <a:pt x="176" y="53"/>
                    </a:cubicBezTo>
                    <a:moveTo>
                      <a:pt x="147" y="128"/>
                    </a:moveTo>
                    <a:cubicBezTo>
                      <a:pt x="134" y="160"/>
                      <a:pt x="107" y="162"/>
                      <a:pt x="77" y="153"/>
                    </a:cubicBezTo>
                    <a:cubicBezTo>
                      <a:pt x="47" y="143"/>
                      <a:pt x="31" y="121"/>
                      <a:pt x="26" y="84"/>
                    </a:cubicBezTo>
                    <a:cubicBezTo>
                      <a:pt x="28" y="70"/>
                      <a:pt x="31" y="57"/>
                      <a:pt x="34" y="44"/>
                    </a:cubicBezTo>
                    <a:cubicBezTo>
                      <a:pt x="34" y="45"/>
                      <a:pt x="35" y="45"/>
                      <a:pt x="35" y="45"/>
                    </a:cubicBezTo>
                    <a:cubicBezTo>
                      <a:pt x="37" y="46"/>
                      <a:pt x="40" y="47"/>
                      <a:pt x="42" y="47"/>
                    </a:cubicBezTo>
                    <a:cubicBezTo>
                      <a:pt x="44" y="47"/>
                      <a:pt x="47" y="46"/>
                      <a:pt x="49" y="45"/>
                    </a:cubicBezTo>
                    <a:cubicBezTo>
                      <a:pt x="49" y="45"/>
                      <a:pt x="50" y="45"/>
                      <a:pt x="50" y="44"/>
                    </a:cubicBezTo>
                    <a:cubicBezTo>
                      <a:pt x="53" y="42"/>
                      <a:pt x="56" y="40"/>
                      <a:pt x="59" y="39"/>
                    </a:cubicBezTo>
                    <a:cubicBezTo>
                      <a:pt x="69" y="33"/>
                      <a:pt x="81" y="30"/>
                      <a:pt x="93" y="30"/>
                    </a:cubicBezTo>
                    <a:cubicBezTo>
                      <a:pt x="105" y="30"/>
                      <a:pt x="116" y="33"/>
                      <a:pt x="127" y="39"/>
                    </a:cubicBezTo>
                    <a:cubicBezTo>
                      <a:pt x="133" y="42"/>
                      <a:pt x="138" y="47"/>
                      <a:pt x="143" y="52"/>
                    </a:cubicBezTo>
                    <a:cubicBezTo>
                      <a:pt x="163" y="69"/>
                      <a:pt x="155" y="107"/>
                      <a:pt x="147" y="1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9"/>
              <p:cNvSpPr/>
              <p:nvPr/>
            </p:nvSpPr>
            <p:spPr>
              <a:xfrm>
                <a:off x="2994715" y="6370488"/>
                <a:ext cx="70200" cy="84960"/>
              </a:xfrm>
              <a:custGeom>
                <a:rect b="b" l="l" r="r" t="t"/>
                <a:pathLst>
                  <a:path extrusionOk="0" h="236" w="195">
                    <a:moveTo>
                      <a:pt x="133" y="28"/>
                    </a:moveTo>
                    <a:cubicBezTo>
                      <a:pt x="113" y="16"/>
                      <a:pt x="86" y="0"/>
                      <a:pt x="63" y="14"/>
                    </a:cubicBezTo>
                    <a:cubicBezTo>
                      <a:pt x="61" y="16"/>
                      <a:pt x="58" y="19"/>
                      <a:pt x="56" y="22"/>
                    </a:cubicBezTo>
                    <a:cubicBezTo>
                      <a:pt x="55" y="24"/>
                      <a:pt x="55" y="25"/>
                      <a:pt x="54" y="26"/>
                    </a:cubicBezTo>
                    <a:cubicBezTo>
                      <a:pt x="52" y="31"/>
                      <a:pt x="36" y="37"/>
                      <a:pt x="31" y="40"/>
                    </a:cubicBezTo>
                    <a:cubicBezTo>
                      <a:pt x="30" y="41"/>
                      <a:pt x="29" y="41"/>
                      <a:pt x="29" y="41"/>
                    </a:cubicBezTo>
                    <a:cubicBezTo>
                      <a:pt x="19" y="47"/>
                      <a:pt x="11" y="55"/>
                      <a:pt x="6" y="64"/>
                    </a:cubicBezTo>
                    <a:cubicBezTo>
                      <a:pt x="5" y="66"/>
                      <a:pt x="4" y="68"/>
                      <a:pt x="3" y="69"/>
                    </a:cubicBezTo>
                    <a:cubicBezTo>
                      <a:pt x="3" y="70"/>
                      <a:pt x="2" y="71"/>
                      <a:pt x="2" y="71"/>
                    </a:cubicBezTo>
                    <a:cubicBezTo>
                      <a:pt x="1" y="73"/>
                      <a:pt x="0" y="76"/>
                      <a:pt x="0" y="78"/>
                    </a:cubicBezTo>
                    <a:cubicBezTo>
                      <a:pt x="0" y="81"/>
                      <a:pt x="1" y="82"/>
                      <a:pt x="2" y="84"/>
                    </a:cubicBezTo>
                    <a:cubicBezTo>
                      <a:pt x="3" y="86"/>
                      <a:pt x="4" y="87"/>
                      <a:pt x="6" y="88"/>
                    </a:cubicBezTo>
                    <a:cubicBezTo>
                      <a:pt x="3" y="98"/>
                      <a:pt x="2" y="108"/>
                      <a:pt x="2" y="118"/>
                    </a:cubicBezTo>
                    <a:cubicBezTo>
                      <a:pt x="2" y="135"/>
                      <a:pt x="6" y="152"/>
                      <a:pt x="14" y="167"/>
                    </a:cubicBezTo>
                    <a:cubicBezTo>
                      <a:pt x="49" y="221"/>
                      <a:pt x="125" y="235"/>
                      <a:pt x="171" y="183"/>
                    </a:cubicBezTo>
                    <a:cubicBezTo>
                      <a:pt x="194" y="157"/>
                      <a:pt x="189" y="123"/>
                      <a:pt x="187" y="90"/>
                    </a:cubicBezTo>
                    <a:cubicBezTo>
                      <a:pt x="185" y="57"/>
                      <a:pt x="156" y="43"/>
                      <a:pt x="133" y="28"/>
                    </a:cubicBezTo>
                    <a:moveTo>
                      <a:pt x="128" y="179"/>
                    </a:moveTo>
                    <a:cubicBezTo>
                      <a:pt x="127" y="179"/>
                      <a:pt x="127" y="180"/>
                      <a:pt x="127" y="180"/>
                    </a:cubicBezTo>
                    <a:cubicBezTo>
                      <a:pt x="118" y="185"/>
                      <a:pt x="108" y="188"/>
                      <a:pt x="98" y="188"/>
                    </a:cubicBezTo>
                    <a:cubicBezTo>
                      <a:pt x="88" y="188"/>
                      <a:pt x="78" y="185"/>
                      <a:pt x="69" y="180"/>
                    </a:cubicBezTo>
                    <a:cubicBezTo>
                      <a:pt x="65" y="178"/>
                      <a:pt x="61" y="175"/>
                      <a:pt x="58" y="172"/>
                    </a:cubicBezTo>
                    <a:cubicBezTo>
                      <a:pt x="37" y="154"/>
                      <a:pt x="28" y="145"/>
                      <a:pt x="27" y="119"/>
                    </a:cubicBezTo>
                    <a:cubicBezTo>
                      <a:pt x="26" y="93"/>
                      <a:pt x="32" y="79"/>
                      <a:pt x="58" y="71"/>
                    </a:cubicBezTo>
                    <a:lnTo>
                      <a:pt x="59" y="70"/>
                    </a:lnTo>
                    <a:lnTo>
                      <a:pt x="60" y="69"/>
                    </a:lnTo>
                    <a:cubicBezTo>
                      <a:pt x="61" y="68"/>
                      <a:pt x="61" y="67"/>
                      <a:pt x="61" y="66"/>
                    </a:cubicBezTo>
                    <a:lnTo>
                      <a:pt x="60" y="64"/>
                    </a:lnTo>
                    <a:cubicBezTo>
                      <a:pt x="59" y="63"/>
                      <a:pt x="60" y="63"/>
                      <a:pt x="59" y="62"/>
                    </a:cubicBezTo>
                    <a:cubicBezTo>
                      <a:pt x="58" y="62"/>
                      <a:pt x="58" y="62"/>
                      <a:pt x="58" y="62"/>
                    </a:cubicBezTo>
                    <a:lnTo>
                      <a:pt x="64" y="57"/>
                    </a:lnTo>
                    <a:cubicBezTo>
                      <a:pt x="73" y="52"/>
                      <a:pt x="80" y="38"/>
                      <a:pt x="91" y="40"/>
                    </a:cubicBezTo>
                    <a:cubicBezTo>
                      <a:pt x="98" y="42"/>
                      <a:pt x="105" y="45"/>
                      <a:pt x="111" y="49"/>
                    </a:cubicBezTo>
                    <a:cubicBezTo>
                      <a:pt x="115" y="52"/>
                      <a:pt x="120" y="54"/>
                      <a:pt x="123" y="57"/>
                    </a:cubicBezTo>
                    <a:cubicBezTo>
                      <a:pt x="154" y="76"/>
                      <a:pt x="157" y="99"/>
                      <a:pt x="158" y="129"/>
                    </a:cubicBezTo>
                    <a:cubicBezTo>
                      <a:pt x="158" y="131"/>
                      <a:pt x="158" y="132"/>
                      <a:pt x="158" y="133"/>
                    </a:cubicBezTo>
                    <a:cubicBezTo>
                      <a:pt x="158" y="142"/>
                      <a:pt x="156" y="151"/>
                      <a:pt x="152" y="158"/>
                    </a:cubicBezTo>
                    <a:cubicBezTo>
                      <a:pt x="147" y="166"/>
                      <a:pt x="141" y="172"/>
                      <a:pt x="133" y="177"/>
                    </a:cubicBezTo>
                    <a:cubicBezTo>
                      <a:pt x="132" y="178"/>
                      <a:pt x="130" y="178"/>
                      <a:pt x="129" y="179"/>
                    </a:cubicBezTo>
                    <a:lnTo>
                      <a:pt x="128" y="17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9"/>
              <p:cNvSpPr/>
              <p:nvPr/>
            </p:nvSpPr>
            <p:spPr>
              <a:xfrm>
                <a:off x="3251755" y="5805647"/>
                <a:ext cx="13320" cy="26640"/>
              </a:xfrm>
              <a:custGeom>
                <a:rect b="b" l="l" r="r" t="t"/>
                <a:pathLst>
                  <a:path extrusionOk="0" h="74" w="37">
                    <a:moveTo>
                      <a:pt x="23" y="71"/>
                    </a:moveTo>
                    <a:cubicBezTo>
                      <a:pt x="36" y="51"/>
                      <a:pt x="26" y="25"/>
                      <a:pt x="23" y="5"/>
                    </a:cubicBezTo>
                    <a:cubicBezTo>
                      <a:pt x="23" y="0"/>
                      <a:pt x="14" y="1"/>
                      <a:pt x="13" y="5"/>
                    </a:cubicBezTo>
                    <a:cubicBezTo>
                      <a:pt x="10" y="25"/>
                      <a:pt x="0" y="51"/>
                      <a:pt x="13" y="70"/>
                    </a:cubicBezTo>
                    <a:cubicBezTo>
                      <a:pt x="14" y="71"/>
                      <a:pt x="13" y="72"/>
                      <a:pt x="15" y="72"/>
                    </a:cubicBezTo>
                    <a:cubicBezTo>
                      <a:pt x="15" y="73"/>
                      <a:pt x="17" y="73"/>
                      <a:pt x="18" y="73"/>
                    </a:cubicBezTo>
                    <a:cubicBezTo>
                      <a:pt x="19" y="73"/>
                      <a:pt x="20" y="72"/>
                      <a:pt x="21" y="72"/>
                    </a:cubicBezTo>
                    <a:cubicBezTo>
                      <a:pt x="22" y="72"/>
                      <a:pt x="22" y="71"/>
                      <a:pt x="23"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9"/>
              <p:cNvSpPr/>
              <p:nvPr/>
            </p:nvSpPr>
            <p:spPr>
              <a:xfrm>
                <a:off x="3194875" y="5822208"/>
                <a:ext cx="18000" cy="39960"/>
              </a:xfrm>
              <a:custGeom>
                <a:rect b="b" l="l" r="r" t="t"/>
                <a:pathLst>
                  <a:path extrusionOk="0" h="111" w="50">
                    <a:moveTo>
                      <a:pt x="6" y="38"/>
                    </a:moveTo>
                    <a:cubicBezTo>
                      <a:pt x="7" y="47"/>
                      <a:pt x="7" y="56"/>
                      <a:pt x="9" y="64"/>
                    </a:cubicBezTo>
                    <a:cubicBezTo>
                      <a:pt x="9" y="76"/>
                      <a:pt x="13" y="88"/>
                      <a:pt x="19" y="98"/>
                    </a:cubicBezTo>
                    <a:cubicBezTo>
                      <a:pt x="21" y="102"/>
                      <a:pt x="23" y="105"/>
                      <a:pt x="26" y="108"/>
                    </a:cubicBezTo>
                    <a:lnTo>
                      <a:pt x="26" y="109"/>
                    </a:lnTo>
                    <a:cubicBezTo>
                      <a:pt x="27" y="109"/>
                      <a:pt x="29" y="110"/>
                      <a:pt x="30" y="110"/>
                    </a:cubicBezTo>
                    <a:cubicBezTo>
                      <a:pt x="31" y="110"/>
                      <a:pt x="32" y="109"/>
                      <a:pt x="33" y="109"/>
                    </a:cubicBezTo>
                    <a:lnTo>
                      <a:pt x="34" y="108"/>
                    </a:lnTo>
                    <a:cubicBezTo>
                      <a:pt x="49" y="95"/>
                      <a:pt x="30" y="71"/>
                      <a:pt x="31" y="54"/>
                    </a:cubicBezTo>
                    <a:cubicBezTo>
                      <a:pt x="30" y="43"/>
                      <a:pt x="27" y="32"/>
                      <a:pt x="22" y="22"/>
                    </a:cubicBezTo>
                    <a:cubicBezTo>
                      <a:pt x="21" y="19"/>
                      <a:pt x="20" y="15"/>
                      <a:pt x="18" y="13"/>
                    </a:cubicBezTo>
                    <a:cubicBezTo>
                      <a:pt x="16" y="10"/>
                      <a:pt x="15" y="8"/>
                      <a:pt x="14" y="6"/>
                    </a:cubicBezTo>
                    <a:cubicBezTo>
                      <a:pt x="8" y="0"/>
                      <a:pt x="0" y="9"/>
                      <a:pt x="4" y="15"/>
                    </a:cubicBezTo>
                    <a:cubicBezTo>
                      <a:pt x="6" y="20"/>
                      <a:pt x="7" y="25"/>
                      <a:pt x="7" y="30"/>
                    </a:cubicBezTo>
                    <a:cubicBezTo>
                      <a:pt x="7" y="33"/>
                      <a:pt x="7" y="36"/>
                      <a:pt x="6"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9"/>
              <p:cNvSpPr/>
              <p:nvPr/>
            </p:nvSpPr>
            <p:spPr>
              <a:xfrm>
                <a:off x="3207475" y="5878368"/>
                <a:ext cx="9360" cy="26280"/>
              </a:xfrm>
              <a:custGeom>
                <a:rect b="b" l="l" r="r" t="t"/>
                <a:pathLst>
                  <a:path extrusionOk="0" h="73" w="26">
                    <a:moveTo>
                      <a:pt x="0" y="8"/>
                    </a:moveTo>
                    <a:cubicBezTo>
                      <a:pt x="0" y="10"/>
                      <a:pt x="0" y="11"/>
                      <a:pt x="0" y="13"/>
                    </a:cubicBezTo>
                    <a:cubicBezTo>
                      <a:pt x="0" y="16"/>
                      <a:pt x="0" y="19"/>
                      <a:pt x="2" y="23"/>
                    </a:cubicBezTo>
                    <a:cubicBezTo>
                      <a:pt x="3" y="29"/>
                      <a:pt x="3" y="36"/>
                      <a:pt x="3" y="42"/>
                    </a:cubicBezTo>
                    <a:cubicBezTo>
                      <a:pt x="5" y="54"/>
                      <a:pt x="5" y="67"/>
                      <a:pt x="17" y="72"/>
                    </a:cubicBezTo>
                    <a:cubicBezTo>
                      <a:pt x="17" y="72"/>
                      <a:pt x="18" y="72"/>
                      <a:pt x="19" y="72"/>
                    </a:cubicBezTo>
                    <a:cubicBezTo>
                      <a:pt x="20" y="72"/>
                      <a:pt x="21" y="72"/>
                      <a:pt x="22" y="71"/>
                    </a:cubicBezTo>
                    <a:cubicBezTo>
                      <a:pt x="22" y="71"/>
                      <a:pt x="23" y="70"/>
                      <a:pt x="24" y="69"/>
                    </a:cubicBezTo>
                    <a:lnTo>
                      <a:pt x="24" y="68"/>
                    </a:lnTo>
                    <a:cubicBezTo>
                      <a:pt x="25" y="64"/>
                      <a:pt x="25" y="60"/>
                      <a:pt x="25" y="56"/>
                    </a:cubicBezTo>
                    <a:cubicBezTo>
                      <a:pt x="25" y="49"/>
                      <a:pt x="24" y="43"/>
                      <a:pt x="22" y="36"/>
                    </a:cubicBezTo>
                    <a:cubicBezTo>
                      <a:pt x="22" y="31"/>
                      <a:pt x="22" y="26"/>
                      <a:pt x="21" y="22"/>
                    </a:cubicBezTo>
                    <a:cubicBezTo>
                      <a:pt x="19" y="18"/>
                      <a:pt x="17" y="14"/>
                      <a:pt x="17" y="9"/>
                    </a:cubicBezTo>
                    <a:cubicBezTo>
                      <a:pt x="17" y="7"/>
                      <a:pt x="17" y="6"/>
                      <a:pt x="16" y="4"/>
                    </a:cubicBezTo>
                    <a:cubicBezTo>
                      <a:pt x="15" y="2"/>
                      <a:pt x="15" y="2"/>
                      <a:pt x="13" y="1"/>
                    </a:cubicBezTo>
                    <a:cubicBezTo>
                      <a:pt x="11" y="0"/>
                      <a:pt x="9" y="0"/>
                      <a:pt x="8" y="0"/>
                    </a:cubicBezTo>
                    <a:cubicBezTo>
                      <a:pt x="6" y="0"/>
                      <a:pt x="6" y="0"/>
                      <a:pt x="4" y="1"/>
                    </a:cubicBezTo>
                    <a:cubicBezTo>
                      <a:pt x="2" y="2"/>
                      <a:pt x="1" y="3"/>
                      <a:pt x="1" y="4"/>
                    </a:cubicBezTo>
                    <a:cubicBezTo>
                      <a:pt x="0" y="6"/>
                      <a:pt x="0" y="7"/>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9"/>
              <p:cNvSpPr/>
              <p:nvPr/>
            </p:nvSpPr>
            <p:spPr>
              <a:xfrm>
                <a:off x="3147715" y="5722128"/>
                <a:ext cx="15120" cy="43200"/>
              </a:xfrm>
              <a:custGeom>
                <a:rect b="b" l="l" r="r" t="t"/>
                <a:pathLst>
                  <a:path extrusionOk="0" h="120" w="42">
                    <a:moveTo>
                      <a:pt x="10" y="4"/>
                    </a:moveTo>
                    <a:cubicBezTo>
                      <a:pt x="10" y="3"/>
                      <a:pt x="10" y="4"/>
                      <a:pt x="9" y="2"/>
                    </a:cubicBezTo>
                    <a:cubicBezTo>
                      <a:pt x="9" y="1"/>
                      <a:pt x="9" y="1"/>
                      <a:pt x="8" y="0"/>
                    </a:cubicBezTo>
                    <a:cubicBezTo>
                      <a:pt x="7" y="0"/>
                      <a:pt x="6" y="0"/>
                      <a:pt x="5" y="0"/>
                    </a:cubicBezTo>
                    <a:cubicBezTo>
                      <a:pt x="4" y="0"/>
                      <a:pt x="3" y="0"/>
                      <a:pt x="2" y="0"/>
                    </a:cubicBezTo>
                    <a:cubicBezTo>
                      <a:pt x="1" y="1"/>
                      <a:pt x="1" y="1"/>
                      <a:pt x="0" y="2"/>
                    </a:cubicBezTo>
                    <a:cubicBezTo>
                      <a:pt x="0" y="3"/>
                      <a:pt x="0" y="3"/>
                      <a:pt x="0" y="4"/>
                    </a:cubicBezTo>
                    <a:cubicBezTo>
                      <a:pt x="0" y="42"/>
                      <a:pt x="8" y="79"/>
                      <a:pt x="24" y="114"/>
                    </a:cubicBezTo>
                    <a:cubicBezTo>
                      <a:pt x="25" y="117"/>
                      <a:pt x="31" y="119"/>
                      <a:pt x="33" y="114"/>
                    </a:cubicBezTo>
                    <a:cubicBezTo>
                      <a:pt x="41" y="94"/>
                      <a:pt x="30" y="75"/>
                      <a:pt x="26" y="55"/>
                    </a:cubicBezTo>
                    <a:cubicBezTo>
                      <a:pt x="23" y="36"/>
                      <a:pt x="12" y="22"/>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9"/>
              <p:cNvSpPr/>
              <p:nvPr/>
            </p:nvSpPr>
            <p:spPr>
              <a:xfrm>
                <a:off x="3233035" y="5714928"/>
                <a:ext cx="12600" cy="31320"/>
              </a:xfrm>
              <a:custGeom>
                <a:rect b="b" l="l" r="r" t="t"/>
                <a:pathLst>
                  <a:path extrusionOk="0" h="87" w="35">
                    <a:moveTo>
                      <a:pt x="8" y="52"/>
                    </a:moveTo>
                    <a:cubicBezTo>
                      <a:pt x="13" y="61"/>
                      <a:pt x="17" y="71"/>
                      <a:pt x="20" y="81"/>
                    </a:cubicBezTo>
                    <a:cubicBezTo>
                      <a:pt x="20" y="86"/>
                      <a:pt x="29" y="85"/>
                      <a:pt x="29" y="80"/>
                    </a:cubicBezTo>
                    <a:cubicBezTo>
                      <a:pt x="29" y="68"/>
                      <a:pt x="34" y="48"/>
                      <a:pt x="24" y="39"/>
                    </a:cubicBezTo>
                    <a:cubicBezTo>
                      <a:pt x="24" y="39"/>
                      <a:pt x="24" y="25"/>
                      <a:pt x="24" y="23"/>
                    </a:cubicBezTo>
                    <a:cubicBezTo>
                      <a:pt x="23" y="19"/>
                      <a:pt x="21" y="14"/>
                      <a:pt x="19" y="10"/>
                    </a:cubicBezTo>
                    <a:cubicBezTo>
                      <a:pt x="18" y="9"/>
                      <a:pt x="18" y="8"/>
                      <a:pt x="17" y="7"/>
                    </a:cubicBezTo>
                    <a:cubicBezTo>
                      <a:pt x="13" y="0"/>
                      <a:pt x="3" y="4"/>
                      <a:pt x="1" y="11"/>
                    </a:cubicBezTo>
                    <a:cubicBezTo>
                      <a:pt x="0" y="18"/>
                      <a:pt x="3" y="27"/>
                      <a:pt x="2" y="35"/>
                    </a:cubicBezTo>
                    <a:cubicBezTo>
                      <a:pt x="2" y="36"/>
                      <a:pt x="2" y="37"/>
                      <a:pt x="2" y="37"/>
                    </a:cubicBezTo>
                    <a:cubicBezTo>
                      <a:pt x="2" y="41"/>
                      <a:pt x="3" y="44"/>
                      <a:pt x="5" y="48"/>
                    </a:cubicBezTo>
                    <a:cubicBezTo>
                      <a:pt x="6" y="49"/>
                      <a:pt x="7" y="51"/>
                      <a:pt x="8"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9"/>
              <p:cNvSpPr/>
              <p:nvPr/>
            </p:nvSpPr>
            <p:spPr>
              <a:xfrm>
                <a:off x="2784115" y="5681088"/>
                <a:ext cx="9000" cy="21600"/>
              </a:xfrm>
              <a:custGeom>
                <a:rect b="b" l="l" r="r" t="t"/>
                <a:pathLst>
                  <a:path extrusionOk="0" h="60" w="25">
                    <a:moveTo>
                      <a:pt x="10" y="4"/>
                    </a:moveTo>
                    <a:cubicBezTo>
                      <a:pt x="8" y="6"/>
                      <a:pt x="6" y="8"/>
                      <a:pt x="5" y="11"/>
                    </a:cubicBezTo>
                    <a:cubicBezTo>
                      <a:pt x="2" y="16"/>
                      <a:pt x="0" y="22"/>
                      <a:pt x="0" y="27"/>
                    </a:cubicBezTo>
                    <a:cubicBezTo>
                      <a:pt x="0" y="29"/>
                      <a:pt x="1" y="31"/>
                      <a:pt x="1" y="33"/>
                    </a:cubicBezTo>
                    <a:cubicBezTo>
                      <a:pt x="1" y="41"/>
                      <a:pt x="1" y="53"/>
                      <a:pt x="7" y="57"/>
                    </a:cubicBezTo>
                    <a:cubicBezTo>
                      <a:pt x="7" y="58"/>
                      <a:pt x="8" y="58"/>
                      <a:pt x="8" y="58"/>
                    </a:cubicBezTo>
                    <a:cubicBezTo>
                      <a:pt x="9" y="58"/>
                      <a:pt x="10" y="59"/>
                      <a:pt x="10" y="59"/>
                    </a:cubicBezTo>
                    <a:cubicBezTo>
                      <a:pt x="11" y="59"/>
                      <a:pt x="12" y="58"/>
                      <a:pt x="13" y="58"/>
                    </a:cubicBezTo>
                    <a:cubicBezTo>
                      <a:pt x="13" y="58"/>
                      <a:pt x="14" y="58"/>
                      <a:pt x="14" y="57"/>
                    </a:cubicBezTo>
                    <a:cubicBezTo>
                      <a:pt x="14" y="57"/>
                      <a:pt x="15" y="56"/>
                      <a:pt x="15" y="55"/>
                    </a:cubicBezTo>
                    <a:cubicBezTo>
                      <a:pt x="17" y="52"/>
                      <a:pt x="18" y="48"/>
                      <a:pt x="18" y="43"/>
                    </a:cubicBezTo>
                    <a:cubicBezTo>
                      <a:pt x="18" y="41"/>
                      <a:pt x="18" y="40"/>
                      <a:pt x="18" y="38"/>
                    </a:cubicBezTo>
                    <a:cubicBezTo>
                      <a:pt x="18" y="31"/>
                      <a:pt x="14" y="18"/>
                      <a:pt x="19" y="13"/>
                    </a:cubicBezTo>
                    <a:cubicBezTo>
                      <a:pt x="24" y="8"/>
                      <a:pt x="16" y="0"/>
                      <a:pt x="1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9"/>
              <p:cNvSpPr/>
              <p:nvPr/>
            </p:nvSpPr>
            <p:spPr>
              <a:xfrm>
                <a:off x="2821555" y="5673168"/>
                <a:ext cx="13680" cy="38160"/>
              </a:xfrm>
              <a:custGeom>
                <a:rect b="b" l="l" r="r" t="t"/>
                <a:pathLst>
                  <a:path extrusionOk="0" h="106" w="38">
                    <a:moveTo>
                      <a:pt x="26" y="47"/>
                    </a:moveTo>
                    <a:cubicBezTo>
                      <a:pt x="22" y="32"/>
                      <a:pt x="16" y="17"/>
                      <a:pt x="10" y="2"/>
                    </a:cubicBezTo>
                    <a:cubicBezTo>
                      <a:pt x="9" y="2"/>
                      <a:pt x="9" y="1"/>
                      <a:pt x="8" y="0"/>
                    </a:cubicBezTo>
                    <a:cubicBezTo>
                      <a:pt x="7" y="0"/>
                      <a:pt x="6" y="0"/>
                      <a:pt x="5" y="0"/>
                    </a:cubicBezTo>
                    <a:cubicBezTo>
                      <a:pt x="4" y="0"/>
                      <a:pt x="3" y="0"/>
                      <a:pt x="2" y="0"/>
                    </a:cubicBezTo>
                    <a:cubicBezTo>
                      <a:pt x="1" y="1"/>
                      <a:pt x="1" y="2"/>
                      <a:pt x="1" y="2"/>
                    </a:cubicBezTo>
                    <a:cubicBezTo>
                      <a:pt x="0" y="3"/>
                      <a:pt x="0" y="4"/>
                      <a:pt x="0" y="5"/>
                    </a:cubicBezTo>
                    <a:lnTo>
                      <a:pt x="0" y="6"/>
                    </a:lnTo>
                    <a:cubicBezTo>
                      <a:pt x="6" y="27"/>
                      <a:pt x="7" y="50"/>
                      <a:pt x="13" y="71"/>
                    </a:cubicBezTo>
                    <a:cubicBezTo>
                      <a:pt x="16" y="83"/>
                      <a:pt x="18" y="99"/>
                      <a:pt x="31" y="104"/>
                    </a:cubicBezTo>
                    <a:cubicBezTo>
                      <a:pt x="34" y="105"/>
                      <a:pt x="37" y="101"/>
                      <a:pt x="37" y="98"/>
                    </a:cubicBezTo>
                    <a:cubicBezTo>
                      <a:pt x="35" y="90"/>
                      <a:pt x="35" y="81"/>
                      <a:pt x="34" y="73"/>
                    </a:cubicBezTo>
                    <a:cubicBezTo>
                      <a:pt x="32" y="64"/>
                      <a:pt x="29" y="56"/>
                      <a:pt x="26"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9"/>
              <p:cNvSpPr/>
              <p:nvPr/>
            </p:nvSpPr>
            <p:spPr>
              <a:xfrm>
                <a:off x="2891035" y="5646168"/>
                <a:ext cx="12960" cy="39960"/>
              </a:xfrm>
              <a:custGeom>
                <a:rect b="b" l="l" r="r" t="t"/>
                <a:pathLst>
                  <a:path extrusionOk="0" h="111" w="36">
                    <a:moveTo>
                      <a:pt x="16" y="9"/>
                    </a:moveTo>
                    <a:cubicBezTo>
                      <a:pt x="14" y="0"/>
                      <a:pt x="0" y="4"/>
                      <a:pt x="1" y="12"/>
                    </a:cubicBezTo>
                    <a:cubicBezTo>
                      <a:pt x="4" y="36"/>
                      <a:pt x="8" y="58"/>
                      <a:pt x="12" y="81"/>
                    </a:cubicBezTo>
                    <a:cubicBezTo>
                      <a:pt x="14" y="91"/>
                      <a:pt x="17" y="104"/>
                      <a:pt x="27" y="108"/>
                    </a:cubicBezTo>
                    <a:cubicBezTo>
                      <a:pt x="30" y="110"/>
                      <a:pt x="35" y="107"/>
                      <a:pt x="34" y="103"/>
                    </a:cubicBezTo>
                    <a:cubicBezTo>
                      <a:pt x="32" y="91"/>
                      <a:pt x="32" y="79"/>
                      <a:pt x="30" y="68"/>
                    </a:cubicBezTo>
                    <a:cubicBezTo>
                      <a:pt x="27" y="48"/>
                      <a:pt x="22" y="28"/>
                      <a:pt x="16"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9"/>
              <p:cNvSpPr/>
              <p:nvPr/>
            </p:nvSpPr>
            <p:spPr>
              <a:xfrm>
                <a:off x="2955115" y="5724288"/>
                <a:ext cx="8280" cy="16200"/>
              </a:xfrm>
              <a:custGeom>
                <a:rect b="b" l="l" r="r" t="t"/>
                <a:pathLst>
                  <a:path extrusionOk="0" h="45" w="23">
                    <a:moveTo>
                      <a:pt x="20" y="15"/>
                    </a:moveTo>
                    <a:cubicBezTo>
                      <a:pt x="18" y="11"/>
                      <a:pt x="14" y="8"/>
                      <a:pt x="12" y="3"/>
                    </a:cubicBezTo>
                    <a:cubicBezTo>
                      <a:pt x="12" y="3"/>
                      <a:pt x="12" y="4"/>
                      <a:pt x="11" y="2"/>
                    </a:cubicBezTo>
                    <a:cubicBezTo>
                      <a:pt x="11" y="1"/>
                      <a:pt x="11" y="1"/>
                      <a:pt x="10" y="0"/>
                    </a:cubicBezTo>
                    <a:cubicBezTo>
                      <a:pt x="9" y="0"/>
                      <a:pt x="8" y="0"/>
                      <a:pt x="7" y="0"/>
                    </a:cubicBezTo>
                    <a:cubicBezTo>
                      <a:pt x="6" y="0"/>
                      <a:pt x="5" y="0"/>
                      <a:pt x="4" y="0"/>
                    </a:cubicBezTo>
                    <a:cubicBezTo>
                      <a:pt x="3" y="1"/>
                      <a:pt x="3" y="1"/>
                      <a:pt x="3" y="2"/>
                    </a:cubicBezTo>
                    <a:cubicBezTo>
                      <a:pt x="2" y="4"/>
                      <a:pt x="2" y="3"/>
                      <a:pt x="2" y="3"/>
                    </a:cubicBezTo>
                    <a:cubicBezTo>
                      <a:pt x="1" y="6"/>
                      <a:pt x="0" y="9"/>
                      <a:pt x="0" y="12"/>
                    </a:cubicBezTo>
                    <a:cubicBezTo>
                      <a:pt x="0" y="15"/>
                      <a:pt x="1" y="18"/>
                      <a:pt x="2" y="21"/>
                    </a:cubicBezTo>
                    <a:cubicBezTo>
                      <a:pt x="6" y="28"/>
                      <a:pt x="4" y="36"/>
                      <a:pt x="10" y="42"/>
                    </a:cubicBezTo>
                    <a:cubicBezTo>
                      <a:pt x="10" y="43"/>
                      <a:pt x="10" y="43"/>
                      <a:pt x="11" y="43"/>
                    </a:cubicBezTo>
                    <a:cubicBezTo>
                      <a:pt x="12" y="44"/>
                      <a:pt x="12" y="44"/>
                      <a:pt x="13" y="44"/>
                    </a:cubicBezTo>
                    <a:cubicBezTo>
                      <a:pt x="14" y="44"/>
                      <a:pt x="15" y="44"/>
                      <a:pt x="16" y="43"/>
                    </a:cubicBezTo>
                    <a:cubicBezTo>
                      <a:pt x="16" y="43"/>
                      <a:pt x="17" y="43"/>
                      <a:pt x="17" y="42"/>
                    </a:cubicBezTo>
                    <a:cubicBezTo>
                      <a:pt x="18" y="42"/>
                      <a:pt x="18" y="41"/>
                      <a:pt x="19" y="40"/>
                    </a:cubicBezTo>
                    <a:cubicBezTo>
                      <a:pt x="21" y="36"/>
                      <a:pt x="22" y="32"/>
                      <a:pt x="22" y="28"/>
                    </a:cubicBezTo>
                    <a:cubicBezTo>
                      <a:pt x="22" y="27"/>
                      <a:pt x="22" y="25"/>
                      <a:pt x="22" y="24"/>
                    </a:cubicBezTo>
                    <a:cubicBezTo>
                      <a:pt x="22" y="21"/>
                      <a:pt x="21" y="18"/>
                      <a:pt x="2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9"/>
              <p:cNvSpPr/>
              <p:nvPr/>
            </p:nvSpPr>
            <p:spPr>
              <a:xfrm>
                <a:off x="2941435" y="5739408"/>
                <a:ext cx="15120" cy="56880"/>
              </a:xfrm>
              <a:custGeom>
                <a:rect b="b" l="l" r="r" t="t"/>
                <a:pathLst>
                  <a:path extrusionOk="0" h="158" w="42">
                    <a:moveTo>
                      <a:pt x="8" y="2"/>
                    </a:moveTo>
                    <a:cubicBezTo>
                      <a:pt x="8" y="1"/>
                      <a:pt x="8" y="1"/>
                      <a:pt x="7" y="0"/>
                    </a:cubicBezTo>
                    <a:cubicBezTo>
                      <a:pt x="6" y="0"/>
                      <a:pt x="5" y="0"/>
                      <a:pt x="5" y="0"/>
                    </a:cubicBezTo>
                    <a:cubicBezTo>
                      <a:pt x="4" y="0"/>
                      <a:pt x="3" y="0"/>
                      <a:pt x="2" y="0"/>
                    </a:cubicBezTo>
                    <a:cubicBezTo>
                      <a:pt x="1" y="1"/>
                      <a:pt x="1" y="1"/>
                      <a:pt x="1" y="2"/>
                    </a:cubicBezTo>
                    <a:cubicBezTo>
                      <a:pt x="1" y="3"/>
                      <a:pt x="0" y="3"/>
                      <a:pt x="0" y="4"/>
                    </a:cubicBezTo>
                    <a:cubicBezTo>
                      <a:pt x="0" y="4"/>
                      <a:pt x="0" y="5"/>
                      <a:pt x="1" y="5"/>
                    </a:cubicBezTo>
                    <a:cubicBezTo>
                      <a:pt x="5" y="25"/>
                      <a:pt x="8" y="46"/>
                      <a:pt x="9" y="66"/>
                    </a:cubicBezTo>
                    <a:cubicBezTo>
                      <a:pt x="14" y="96"/>
                      <a:pt x="20" y="125"/>
                      <a:pt x="29" y="154"/>
                    </a:cubicBezTo>
                    <a:lnTo>
                      <a:pt x="29" y="155"/>
                    </a:lnTo>
                    <a:lnTo>
                      <a:pt x="30" y="156"/>
                    </a:lnTo>
                    <a:cubicBezTo>
                      <a:pt x="31" y="157"/>
                      <a:pt x="31" y="157"/>
                      <a:pt x="32" y="157"/>
                    </a:cubicBezTo>
                    <a:cubicBezTo>
                      <a:pt x="33" y="157"/>
                      <a:pt x="33" y="157"/>
                      <a:pt x="34" y="156"/>
                    </a:cubicBezTo>
                    <a:lnTo>
                      <a:pt x="35" y="155"/>
                    </a:lnTo>
                    <a:cubicBezTo>
                      <a:pt x="35" y="155"/>
                      <a:pt x="35" y="154"/>
                      <a:pt x="36" y="154"/>
                    </a:cubicBezTo>
                    <a:cubicBezTo>
                      <a:pt x="41" y="127"/>
                      <a:pt x="29" y="100"/>
                      <a:pt x="24" y="73"/>
                    </a:cubicBezTo>
                    <a:cubicBezTo>
                      <a:pt x="21" y="49"/>
                      <a:pt x="16" y="25"/>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9"/>
              <p:cNvSpPr/>
              <p:nvPr/>
            </p:nvSpPr>
            <p:spPr>
              <a:xfrm>
                <a:off x="3004795" y="5634288"/>
                <a:ext cx="13320" cy="36720"/>
              </a:xfrm>
              <a:custGeom>
                <a:rect b="b" l="l" r="r" t="t"/>
                <a:pathLst>
                  <a:path extrusionOk="0" h="102" w="37">
                    <a:moveTo>
                      <a:pt x="25" y="32"/>
                    </a:moveTo>
                    <a:cubicBezTo>
                      <a:pt x="23" y="24"/>
                      <a:pt x="17" y="17"/>
                      <a:pt x="14" y="9"/>
                    </a:cubicBezTo>
                    <a:cubicBezTo>
                      <a:pt x="12" y="0"/>
                      <a:pt x="0" y="5"/>
                      <a:pt x="1" y="12"/>
                    </a:cubicBezTo>
                    <a:cubicBezTo>
                      <a:pt x="4" y="26"/>
                      <a:pt x="8" y="39"/>
                      <a:pt x="10" y="54"/>
                    </a:cubicBezTo>
                    <a:cubicBezTo>
                      <a:pt x="13" y="69"/>
                      <a:pt x="18" y="85"/>
                      <a:pt x="24" y="99"/>
                    </a:cubicBezTo>
                    <a:cubicBezTo>
                      <a:pt x="25" y="100"/>
                      <a:pt x="25" y="100"/>
                      <a:pt x="26" y="101"/>
                    </a:cubicBezTo>
                    <a:cubicBezTo>
                      <a:pt x="27" y="101"/>
                      <a:pt x="27" y="101"/>
                      <a:pt x="28" y="101"/>
                    </a:cubicBezTo>
                    <a:cubicBezTo>
                      <a:pt x="29" y="101"/>
                      <a:pt x="30" y="101"/>
                      <a:pt x="31" y="101"/>
                    </a:cubicBezTo>
                    <a:cubicBezTo>
                      <a:pt x="32" y="100"/>
                      <a:pt x="32" y="100"/>
                      <a:pt x="33" y="99"/>
                    </a:cubicBezTo>
                    <a:cubicBezTo>
                      <a:pt x="35" y="93"/>
                      <a:pt x="36" y="87"/>
                      <a:pt x="36" y="81"/>
                    </a:cubicBezTo>
                    <a:cubicBezTo>
                      <a:pt x="36" y="75"/>
                      <a:pt x="35" y="68"/>
                      <a:pt x="33" y="63"/>
                    </a:cubicBezTo>
                    <a:cubicBezTo>
                      <a:pt x="30" y="52"/>
                      <a:pt x="27" y="43"/>
                      <a:pt x="25"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9"/>
              <p:cNvSpPr/>
              <p:nvPr/>
            </p:nvSpPr>
            <p:spPr>
              <a:xfrm>
                <a:off x="3019915" y="5691888"/>
                <a:ext cx="8640" cy="21600"/>
              </a:xfrm>
              <a:custGeom>
                <a:rect b="b" l="l" r="r" t="t"/>
                <a:pathLst>
                  <a:path extrusionOk="0" h="60" w="24">
                    <a:moveTo>
                      <a:pt x="14" y="6"/>
                    </a:moveTo>
                    <a:cubicBezTo>
                      <a:pt x="13" y="5"/>
                      <a:pt x="13" y="4"/>
                      <a:pt x="13" y="4"/>
                    </a:cubicBezTo>
                    <a:cubicBezTo>
                      <a:pt x="12" y="2"/>
                      <a:pt x="11" y="2"/>
                      <a:pt x="10" y="1"/>
                    </a:cubicBezTo>
                    <a:cubicBezTo>
                      <a:pt x="9" y="0"/>
                      <a:pt x="8" y="0"/>
                      <a:pt x="7" y="0"/>
                    </a:cubicBezTo>
                    <a:cubicBezTo>
                      <a:pt x="6" y="0"/>
                      <a:pt x="4" y="0"/>
                      <a:pt x="3" y="1"/>
                    </a:cubicBezTo>
                    <a:cubicBezTo>
                      <a:pt x="2" y="2"/>
                      <a:pt x="2" y="2"/>
                      <a:pt x="1" y="4"/>
                    </a:cubicBezTo>
                    <a:cubicBezTo>
                      <a:pt x="1" y="5"/>
                      <a:pt x="0" y="5"/>
                      <a:pt x="0" y="6"/>
                    </a:cubicBezTo>
                    <a:cubicBezTo>
                      <a:pt x="0" y="16"/>
                      <a:pt x="1" y="26"/>
                      <a:pt x="4" y="35"/>
                    </a:cubicBezTo>
                    <a:cubicBezTo>
                      <a:pt x="5" y="44"/>
                      <a:pt x="5" y="55"/>
                      <a:pt x="15" y="59"/>
                    </a:cubicBezTo>
                    <a:cubicBezTo>
                      <a:pt x="15" y="59"/>
                      <a:pt x="16" y="59"/>
                      <a:pt x="17" y="59"/>
                    </a:cubicBezTo>
                    <a:cubicBezTo>
                      <a:pt x="18" y="59"/>
                      <a:pt x="19" y="59"/>
                      <a:pt x="19" y="59"/>
                    </a:cubicBezTo>
                    <a:cubicBezTo>
                      <a:pt x="20" y="58"/>
                      <a:pt x="21" y="57"/>
                      <a:pt x="21" y="57"/>
                    </a:cubicBezTo>
                    <a:cubicBezTo>
                      <a:pt x="22" y="53"/>
                      <a:pt x="23" y="50"/>
                      <a:pt x="23" y="46"/>
                    </a:cubicBezTo>
                    <a:cubicBezTo>
                      <a:pt x="23" y="41"/>
                      <a:pt x="22" y="36"/>
                      <a:pt x="20" y="31"/>
                    </a:cubicBezTo>
                    <a:cubicBezTo>
                      <a:pt x="19" y="23"/>
                      <a:pt x="15" y="15"/>
                      <a:pt x="14"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9"/>
              <p:cNvSpPr/>
              <p:nvPr/>
            </p:nvSpPr>
            <p:spPr>
              <a:xfrm>
                <a:off x="3071035" y="5682528"/>
                <a:ext cx="21600" cy="75600"/>
              </a:xfrm>
              <a:custGeom>
                <a:rect b="b" l="l" r="r" t="t"/>
                <a:pathLst>
                  <a:path extrusionOk="0" h="210" w="60">
                    <a:moveTo>
                      <a:pt x="0" y="8"/>
                    </a:moveTo>
                    <a:cubicBezTo>
                      <a:pt x="3" y="75"/>
                      <a:pt x="16" y="140"/>
                      <a:pt x="37" y="203"/>
                    </a:cubicBezTo>
                    <a:cubicBezTo>
                      <a:pt x="38" y="207"/>
                      <a:pt x="45" y="209"/>
                      <a:pt x="46" y="203"/>
                    </a:cubicBezTo>
                    <a:cubicBezTo>
                      <a:pt x="59" y="140"/>
                      <a:pt x="26" y="69"/>
                      <a:pt x="14" y="7"/>
                    </a:cubicBezTo>
                    <a:cubicBezTo>
                      <a:pt x="13" y="0"/>
                      <a:pt x="0" y="0"/>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9"/>
              <p:cNvSpPr/>
              <p:nvPr/>
            </p:nvSpPr>
            <p:spPr>
              <a:xfrm>
                <a:off x="2938195" y="5636088"/>
                <a:ext cx="13680" cy="29520"/>
              </a:xfrm>
              <a:custGeom>
                <a:rect b="b" l="l" r="r" t="t"/>
                <a:pathLst>
                  <a:path extrusionOk="0" h="82" w="38">
                    <a:moveTo>
                      <a:pt x="19" y="74"/>
                    </a:moveTo>
                    <a:cubicBezTo>
                      <a:pt x="19" y="75"/>
                      <a:pt x="20" y="76"/>
                      <a:pt x="20" y="77"/>
                    </a:cubicBezTo>
                    <a:cubicBezTo>
                      <a:pt x="21" y="78"/>
                      <a:pt x="22" y="79"/>
                      <a:pt x="23" y="80"/>
                    </a:cubicBezTo>
                    <a:cubicBezTo>
                      <a:pt x="24" y="81"/>
                      <a:pt x="26" y="81"/>
                      <a:pt x="27" y="81"/>
                    </a:cubicBezTo>
                    <a:cubicBezTo>
                      <a:pt x="28" y="81"/>
                      <a:pt x="29" y="81"/>
                      <a:pt x="31" y="80"/>
                    </a:cubicBezTo>
                    <a:cubicBezTo>
                      <a:pt x="33" y="79"/>
                      <a:pt x="32" y="78"/>
                      <a:pt x="33" y="77"/>
                    </a:cubicBezTo>
                    <a:cubicBezTo>
                      <a:pt x="34" y="76"/>
                      <a:pt x="34" y="76"/>
                      <a:pt x="34" y="75"/>
                    </a:cubicBezTo>
                    <a:cubicBezTo>
                      <a:pt x="37" y="63"/>
                      <a:pt x="30" y="52"/>
                      <a:pt x="27" y="40"/>
                    </a:cubicBezTo>
                    <a:cubicBezTo>
                      <a:pt x="25" y="27"/>
                      <a:pt x="20" y="15"/>
                      <a:pt x="14" y="3"/>
                    </a:cubicBezTo>
                    <a:cubicBezTo>
                      <a:pt x="14" y="2"/>
                      <a:pt x="13" y="2"/>
                      <a:pt x="12" y="1"/>
                    </a:cubicBezTo>
                    <a:cubicBezTo>
                      <a:pt x="11" y="1"/>
                      <a:pt x="11" y="0"/>
                      <a:pt x="10" y="0"/>
                    </a:cubicBezTo>
                    <a:cubicBezTo>
                      <a:pt x="9" y="0"/>
                      <a:pt x="8" y="1"/>
                      <a:pt x="7" y="1"/>
                    </a:cubicBezTo>
                    <a:cubicBezTo>
                      <a:pt x="6" y="2"/>
                      <a:pt x="6" y="2"/>
                      <a:pt x="5" y="3"/>
                    </a:cubicBezTo>
                    <a:cubicBezTo>
                      <a:pt x="2" y="11"/>
                      <a:pt x="0" y="19"/>
                      <a:pt x="0" y="28"/>
                    </a:cubicBezTo>
                    <a:cubicBezTo>
                      <a:pt x="0" y="33"/>
                      <a:pt x="1" y="38"/>
                      <a:pt x="2" y="42"/>
                    </a:cubicBezTo>
                    <a:cubicBezTo>
                      <a:pt x="2" y="48"/>
                      <a:pt x="4" y="53"/>
                      <a:pt x="6" y="58"/>
                    </a:cubicBezTo>
                    <a:cubicBezTo>
                      <a:pt x="7" y="58"/>
                      <a:pt x="7" y="59"/>
                      <a:pt x="7" y="60"/>
                    </a:cubicBezTo>
                    <a:cubicBezTo>
                      <a:pt x="9" y="62"/>
                      <a:pt x="11" y="65"/>
                      <a:pt x="12" y="67"/>
                    </a:cubicBezTo>
                    <a:cubicBezTo>
                      <a:pt x="14" y="69"/>
                      <a:pt x="19" y="72"/>
                      <a:pt x="19"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9"/>
              <p:cNvSpPr/>
              <p:nvPr/>
            </p:nvSpPr>
            <p:spPr>
              <a:xfrm>
                <a:off x="2803195" y="6665327"/>
                <a:ext cx="23400" cy="20880"/>
              </a:xfrm>
              <a:custGeom>
                <a:rect b="b" l="l" r="r" t="t"/>
                <a:pathLst>
                  <a:path extrusionOk="0" h="58" w="65">
                    <a:moveTo>
                      <a:pt x="56" y="5"/>
                    </a:moveTo>
                    <a:cubicBezTo>
                      <a:pt x="49" y="11"/>
                      <a:pt x="41" y="16"/>
                      <a:pt x="33" y="21"/>
                    </a:cubicBezTo>
                    <a:cubicBezTo>
                      <a:pt x="32" y="22"/>
                      <a:pt x="30" y="23"/>
                      <a:pt x="28" y="24"/>
                    </a:cubicBezTo>
                    <a:cubicBezTo>
                      <a:pt x="21" y="29"/>
                      <a:pt x="17" y="39"/>
                      <a:pt x="8" y="42"/>
                    </a:cubicBezTo>
                    <a:cubicBezTo>
                      <a:pt x="0" y="45"/>
                      <a:pt x="5" y="57"/>
                      <a:pt x="13" y="55"/>
                    </a:cubicBezTo>
                    <a:cubicBezTo>
                      <a:pt x="24" y="52"/>
                      <a:pt x="31" y="42"/>
                      <a:pt x="40" y="35"/>
                    </a:cubicBezTo>
                    <a:cubicBezTo>
                      <a:pt x="50" y="29"/>
                      <a:pt x="63" y="21"/>
                      <a:pt x="63" y="8"/>
                    </a:cubicBezTo>
                    <a:cubicBezTo>
                      <a:pt x="64" y="5"/>
                      <a:pt x="59" y="0"/>
                      <a:pt x="5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9"/>
              <p:cNvSpPr/>
              <p:nvPr/>
            </p:nvSpPr>
            <p:spPr>
              <a:xfrm>
                <a:off x="2941795" y="6567767"/>
                <a:ext cx="22320" cy="22680"/>
              </a:xfrm>
              <a:custGeom>
                <a:rect b="b" l="l" r="r" t="t"/>
                <a:pathLst>
                  <a:path extrusionOk="0" h="63" w="62">
                    <a:moveTo>
                      <a:pt x="61" y="4"/>
                    </a:moveTo>
                    <a:lnTo>
                      <a:pt x="61" y="3"/>
                    </a:lnTo>
                    <a:lnTo>
                      <a:pt x="61" y="2"/>
                    </a:lnTo>
                    <a:cubicBezTo>
                      <a:pt x="60" y="1"/>
                      <a:pt x="60" y="1"/>
                      <a:pt x="59" y="0"/>
                    </a:cubicBezTo>
                    <a:cubicBezTo>
                      <a:pt x="59" y="0"/>
                      <a:pt x="58" y="0"/>
                      <a:pt x="57" y="0"/>
                    </a:cubicBezTo>
                    <a:cubicBezTo>
                      <a:pt x="55" y="0"/>
                      <a:pt x="54" y="1"/>
                      <a:pt x="53" y="2"/>
                    </a:cubicBezTo>
                    <a:cubicBezTo>
                      <a:pt x="44" y="7"/>
                      <a:pt x="35" y="14"/>
                      <a:pt x="28" y="22"/>
                    </a:cubicBezTo>
                    <a:cubicBezTo>
                      <a:pt x="19" y="31"/>
                      <a:pt x="10" y="41"/>
                      <a:pt x="3" y="52"/>
                    </a:cubicBezTo>
                    <a:cubicBezTo>
                      <a:pt x="0" y="56"/>
                      <a:pt x="7" y="62"/>
                      <a:pt x="10" y="57"/>
                    </a:cubicBezTo>
                    <a:cubicBezTo>
                      <a:pt x="18" y="48"/>
                      <a:pt x="27" y="39"/>
                      <a:pt x="36" y="31"/>
                    </a:cubicBezTo>
                    <a:cubicBezTo>
                      <a:pt x="46" y="24"/>
                      <a:pt x="55" y="15"/>
                      <a:pt x="6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9"/>
              <p:cNvSpPr/>
              <p:nvPr/>
            </p:nvSpPr>
            <p:spPr>
              <a:xfrm>
                <a:off x="2960155" y="6553007"/>
                <a:ext cx="58680" cy="55080"/>
              </a:xfrm>
              <a:custGeom>
                <a:rect b="b" l="l" r="r" t="t"/>
                <a:pathLst>
                  <a:path extrusionOk="0" h="153" w="163">
                    <a:moveTo>
                      <a:pt x="88" y="77"/>
                    </a:moveTo>
                    <a:cubicBezTo>
                      <a:pt x="114" y="54"/>
                      <a:pt x="136" y="29"/>
                      <a:pt x="161" y="6"/>
                    </a:cubicBezTo>
                    <a:cubicBezTo>
                      <a:pt x="162" y="5"/>
                      <a:pt x="162" y="4"/>
                      <a:pt x="162" y="4"/>
                    </a:cubicBezTo>
                    <a:cubicBezTo>
                      <a:pt x="162" y="3"/>
                      <a:pt x="162" y="3"/>
                      <a:pt x="161" y="2"/>
                    </a:cubicBezTo>
                    <a:cubicBezTo>
                      <a:pt x="161" y="2"/>
                      <a:pt x="162" y="1"/>
                      <a:pt x="160" y="0"/>
                    </a:cubicBezTo>
                    <a:cubicBezTo>
                      <a:pt x="159" y="0"/>
                      <a:pt x="159" y="0"/>
                      <a:pt x="158" y="0"/>
                    </a:cubicBezTo>
                    <a:lnTo>
                      <a:pt x="157" y="0"/>
                    </a:lnTo>
                    <a:cubicBezTo>
                      <a:pt x="128" y="20"/>
                      <a:pt x="104" y="44"/>
                      <a:pt x="78" y="66"/>
                    </a:cubicBezTo>
                    <a:cubicBezTo>
                      <a:pt x="49" y="88"/>
                      <a:pt x="23" y="115"/>
                      <a:pt x="2" y="145"/>
                    </a:cubicBezTo>
                    <a:cubicBezTo>
                      <a:pt x="0" y="149"/>
                      <a:pt x="5" y="152"/>
                      <a:pt x="8" y="150"/>
                    </a:cubicBezTo>
                    <a:cubicBezTo>
                      <a:pt x="38" y="132"/>
                      <a:pt x="62" y="100"/>
                      <a:pt x="88"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9"/>
              <p:cNvSpPr/>
              <p:nvPr/>
            </p:nvSpPr>
            <p:spPr>
              <a:xfrm>
                <a:off x="2924155" y="6632568"/>
                <a:ext cx="39600" cy="39960"/>
              </a:xfrm>
              <a:custGeom>
                <a:rect b="b" l="l" r="r" t="t"/>
                <a:pathLst>
                  <a:path extrusionOk="0" h="111" w="110">
                    <a:moveTo>
                      <a:pt x="97" y="5"/>
                    </a:moveTo>
                    <a:cubicBezTo>
                      <a:pt x="88" y="10"/>
                      <a:pt x="80" y="17"/>
                      <a:pt x="72" y="24"/>
                    </a:cubicBezTo>
                    <a:cubicBezTo>
                      <a:pt x="63" y="35"/>
                      <a:pt x="53" y="45"/>
                      <a:pt x="42" y="53"/>
                    </a:cubicBezTo>
                    <a:cubicBezTo>
                      <a:pt x="27" y="64"/>
                      <a:pt x="14" y="79"/>
                      <a:pt x="4" y="95"/>
                    </a:cubicBezTo>
                    <a:cubicBezTo>
                      <a:pt x="3" y="97"/>
                      <a:pt x="2" y="99"/>
                      <a:pt x="1" y="102"/>
                    </a:cubicBezTo>
                    <a:cubicBezTo>
                      <a:pt x="0" y="103"/>
                      <a:pt x="0" y="104"/>
                      <a:pt x="0" y="104"/>
                    </a:cubicBezTo>
                    <a:cubicBezTo>
                      <a:pt x="0" y="105"/>
                      <a:pt x="0" y="106"/>
                      <a:pt x="1" y="107"/>
                    </a:cubicBezTo>
                    <a:cubicBezTo>
                      <a:pt x="1" y="107"/>
                      <a:pt x="1" y="109"/>
                      <a:pt x="2" y="109"/>
                    </a:cubicBezTo>
                    <a:cubicBezTo>
                      <a:pt x="3" y="110"/>
                      <a:pt x="4" y="109"/>
                      <a:pt x="5" y="109"/>
                    </a:cubicBezTo>
                    <a:cubicBezTo>
                      <a:pt x="6" y="109"/>
                      <a:pt x="6" y="110"/>
                      <a:pt x="7" y="109"/>
                    </a:cubicBezTo>
                    <a:cubicBezTo>
                      <a:pt x="8" y="109"/>
                      <a:pt x="7" y="108"/>
                      <a:pt x="7" y="108"/>
                    </a:cubicBezTo>
                    <a:cubicBezTo>
                      <a:pt x="9" y="107"/>
                      <a:pt x="11" y="108"/>
                      <a:pt x="13" y="106"/>
                    </a:cubicBezTo>
                    <a:cubicBezTo>
                      <a:pt x="22" y="101"/>
                      <a:pt x="29" y="94"/>
                      <a:pt x="36" y="85"/>
                    </a:cubicBezTo>
                    <a:cubicBezTo>
                      <a:pt x="43" y="78"/>
                      <a:pt x="50" y="71"/>
                      <a:pt x="58" y="63"/>
                    </a:cubicBezTo>
                    <a:cubicBezTo>
                      <a:pt x="75" y="48"/>
                      <a:pt x="88" y="29"/>
                      <a:pt x="105" y="14"/>
                    </a:cubicBezTo>
                    <a:cubicBezTo>
                      <a:pt x="109" y="9"/>
                      <a:pt x="102" y="0"/>
                      <a:pt x="9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9"/>
              <p:cNvSpPr/>
              <p:nvPr/>
            </p:nvSpPr>
            <p:spPr>
              <a:xfrm>
                <a:off x="3035395" y="6640848"/>
                <a:ext cx="36360" cy="36720"/>
              </a:xfrm>
              <a:custGeom>
                <a:rect b="b" l="l" r="r" t="t"/>
                <a:pathLst>
                  <a:path extrusionOk="0" h="102" w="101">
                    <a:moveTo>
                      <a:pt x="85" y="5"/>
                    </a:moveTo>
                    <a:cubicBezTo>
                      <a:pt x="71" y="17"/>
                      <a:pt x="58" y="29"/>
                      <a:pt x="46" y="43"/>
                    </a:cubicBezTo>
                    <a:cubicBezTo>
                      <a:pt x="31" y="58"/>
                      <a:pt x="16" y="75"/>
                      <a:pt x="3" y="93"/>
                    </a:cubicBezTo>
                    <a:cubicBezTo>
                      <a:pt x="0" y="97"/>
                      <a:pt x="6" y="101"/>
                      <a:pt x="10" y="99"/>
                    </a:cubicBezTo>
                    <a:cubicBezTo>
                      <a:pt x="43" y="76"/>
                      <a:pt x="63" y="41"/>
                      <a:pt x="92" y="16"/>
                    </a:cubicBezTo>
                    <a:cubicBezTo>
                      <a:pt x="100" y="11"/>
                      <a:pt x="92" y="0"/>
                      <a:pt x="8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9"/>
              <p:cNvSpPr/>
              <p:nvPr/>
            </p:nvSpPr>
            <p:spPr>
              <a:xfrm>
                <a:off x="3287395" y="6194808"/>
                <a:ext cx="19440" cy="20160"/>
              </a:xfrm>
              <a:custGeom>
                <a:rect b="b" l="l" r="r" t="t"/>
                <a:pathLst>
                  <a:path extrusionOk="0" h="56" w="54">
                    <a:moveTo>
                      <a:pt x="39" y="1"/>
                    </a:moveTo>
                    <a:cubicBezTo>
                      <a:pt x="36" y="2"/>
                      <a:pt x="34" y="3"/>
                      <a:pt x="31" y="5"/>
                    </a:cubicBezTo>
                    <a:cubicBezTo>
                      <a:pt x="28" y="7"/>
                      <a:pt x="25" y="9"/>
                      <a:pt x="22" y="12"/>
                    </a:cubicBezTo>
                    <a:cubicBezTo>
                      <a:pt x="17" y="18"/>
                      <a:pt x="14" y="24"/>
                      <a:pt x="10" y="30"/>
                    </a:cubicBezTo>
                    <a:cubicBezTo>
                      <a:pt x="8" y="32"/>
                      <a:pt x="6" y="35"/>
                      <a:pt x="4" y="38"/>
                    </a:cubicBezTo>
                    <a:cubicBezTo>
                      <a:pt x="3" y="41"/>
                      <a:pt x="1" y="44"/>
                      <a:pt x="0" y="47"/>
                    </a:cubicBezTo>
                    <a:cubicBezTo>
                      <a:pt x="0" y="48"/>
                      <a:pt x="0" y="48"/>
                      <a:pt x="0" y="49"/>
                    </a:cubicBezTo>
                    <a:cubicBezTo>
                      <a:pt x="0" y="50"/>
                      <a:pt x="0" y="51"/>
                      <a:pt x="0" y="52"/>
                    </a:cubicBezTo>
                    <a:cubicBezTo>
                      <a:pt x="1" y="53"/>
                      <a:pt x="2" y="54"/>
                      <a:pt x="3" y="54"/>
                    </a:cubicBezTo>
                    <a:cubicBezTo>
                      <a:pt x="4" y="55"/>
                      <a:pt x="5" y="55"/>
                      <a:pt x="6" y="55"/>
                    </a:cubicBezTo>
                    <a:cubicBezTo>
                      <a:pt x="7" y="55"/>
                      <a:pt x="7" y="55"/>
                      <a:pt x="8" y="55"/>
                    </a:cubicBezTo>
                    <a:cubicBezTo>
                      <a:pt x="11" y="54"/>
                      <a:pt x="13" y="53"/>
                      <a:pt x="16" y="51"/>
                    </a:cubicBezTo>
                    <a:cubicBezTo>
                      <a:pt x="23" y="48"/>
                      <a:pt x="29" y="41"/>
                      <a:pt x="34" y="35"/>
                    </a:cubicBezTo>
                    <a:cubicBezTo>
                      <a:pt x="37" y="32"/>
                      <a:pt x="40" y="28"/>
                      <a:pt x="42" y="24"/>
                    </a:cubicBezTo>
                    <a:cubicBezTo>
                      <a:pt x="44" y="23"/>
                      <a:pt x="45" y="22"/>
                      <a:pt x="47" y="21"/>
                    </a:cubicBezTo>
                    <a:cubicBezTo>
                      <a:pt x="49" y="19"/>
                      <a:pt x="53" y="16"/>
                      <a:pt x="50" y="17"/>
                    </a:cubicBezTo>
                    <a:cubicBezTo>
                      <a:pt x="51" y="16"/>
                      <a:pt x="51" y="16"/>
                      <a:pt x="52" y="15"/>
                    </a:cubicBezTo>
                    <a:cubicBezTo>
                      <a:pt x="53" y="14"/>
                      <a:pt x="53" y="13"/>
                      <a:pt x="53" y="12"/>
                    </a:cubicBezTo>
                    <a:cubicBezTo>
                      <a:pt x="53" y="11"/>
                      <a:pt x="53" y="10"/>
                      <a:pt x="52" y="9"/>
                    </a:cubicBezTo>
                    <a:cubicBezTo>
                      <a:pt x="52" y="8"/>
                      <a:pt x="51" y="8"/>
                      <a:pt x="51" y="7"/>
                    </a:cubicBezTo>
                    <a:cubicBezTo>
                      <a:pt x="48" y="4"/>
                      <a:pt x="45" y="0"/>
                      <a:pt x="3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9"/>
              <p:cNvSpPr/>
              <p:nvPr/>
            </p:nvSpPr>
            <p:spPr>
              <a:xfrm>
                <a:off x="3346795" y="6278328"/>
                <a:ext cx="27360" cy="33120"/>
              </a:xfrm>
              <a:custGeom>
                <a:rect b="b" l="l" r="r" t="t"/>
                <a:pathLst>
                  <a:path extrusionOk="0" h="92" w="76">
                    <a:moveTo>
                      <a:pt x="57" y="8"/>
                    </a:moveTo>
                    <a:cubicBezTo>
                      <a:pt x="46" y="20"/>
                      <a:pt x="36" y="32"/>
                      <a:pt x="27" y="46"/>
                    </a:cubicBezTo>
                    <a:cubicBezTo>
                      <a:pt x="23" y="52"/>
                      <a:pt x="18" y="58"/>
                      <a:pt x="13" y="64"/>
                    </a:cubicBezTo>
                    <a:cubicBezTo>
                      <a:pt x="8" y="70"/>
                      <a:pt x="6" y="76"/>
                      <a:pt x="1" y="82"/>
                    </a:cubicBezTo>
                    <a:lnTo>
                      <a:pt x="1" y="83"/>
                    </a:lnTo>
                    <a:cubicBezTo>
                      <a:pt x="0" y="84"/>
                      <a:pt x="0" y="85"/>
                      <a:pt x="0" y="85"/>
                    </a:cubicBezTo>
                    <a:cubicBezTo>
                      <a:pt x="0" y="86"/>
                      <a:pt x="0" y="87"/>
                      <a:pt x="1" y="88"/>
                    </a:cubicBezTo>
                    <a:cubicBezTo>
                      <a:pt x="2" y="89"/>
                      <a:pt x="1" y="89"/>
                      <a:pt x="2" y="90"/>
                    </a:cubicBezTo>
                    <a:cubicBezTo>
                      <a:pt x="3" y="90"/>
                      <a:pt x="4" y="91"/>
                      <a:pt x="5" y="91"/>
                    </a:cubicBezTo>
                    <a:cubicBezTo>
                      <a:pt x="9" y="90"/>
                      <a:pt x="13" y="88"/>
                      <a:pt x="17" y="86"/>
                    </a:cubicBezTo>
                    <a:cubicBezTo>
                      <a:pt x="22" y="83"/>
                      <a:pt x="26" y="79"/>
                      <a:pt x="29" y="74"/>
                    </a:cubicBezTo>
                    <a:cubicBezTo>
                      <a:pt x="43" y="57"/>
                      <a:pt x="53" y="37"/>
                      <a:pt x="69" y="20"/>
                    </a:cubicBezTo>
                    <a:cubicBezTo>
                      <a:pt x="75" y="12"/>
                      <a:pt x="65" y="0"/>
                      <a:pt x="5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9"/>
              <p:cNvSpPr/>
              <p:nvPr/>
            </p:nvSpPr>
            <p:spPr>
              <a:xfrm>
                <a:off x="3436435" y="6256368"/>
                <a:ext cx="23040" cy="30240"/>
              </a:xfrm>
              <a:custGeom>
                <a:rect b="b" l="l" r="r" t="t"/>
                <a:pathLst>
                  <a:path extrusionOk="0" h="84" w="64">
                    <a:moveTo>
                      <a:pt x="49" y="6"/>
                    </a:moveTo>
                    <a:cubicBezTo>
                      <a:pt x="39" y="18"/>
                      <a:pt x="31" y="32"/>
                      <a:pt x="22" y="45"/>
                    </a:cubicBezTo>
                    <a:cubicBezTo>
                      <a:pt x="16" y="54"/>
                      <a:pt x="10" y="66"/>
                      <a:pt x="3" y="75"/>
                    </a:cubicBezTo>
                    <a:cubicBezTo>
                      <a:pt x="0" y="78"/>
                      <a:pt x="2" y="83"/>
                      <a:pt x="6" y="83"/>
                    </a:cubicBezTo>
                    <a:cubicBezTo>
                      <a:pt x="18" y="83"/>
                      <a:pt x="22" y="72"/>
                      <a:pt x="29" y="63"/>
                    </a:cubicBezTo>
                    <a:cubicBezTo>
                      <a:pt x="40" y="47"/>
                      <a:pt x="48" y="30"/>
                      <a:pt x="59" y="13"/>
                    </a:cubicBezTo>
                    <a:cubicBezTo>
                      <a:pt x="63" y="6"/>
                      <a:pt x="53" y="0"/>
                      <a:pt x="49"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9"/>
              <p:cNvSpPr/>
              <p:nvPr/>
            </p:nvSpPr>
            <p:spPr>
              <a:xfrm>
                <a:off x="4116115" y="6964127"/>
                <a:ext cx="13680" cy="14400"/>
              </a:xfrm>
              <a:custGeom>
                <a:rect b="b" l="l" r="r" t="t"/>
                <a:pathLst>
                  <a:path extrusionOk="0" h="40" w="38">
                    <a:moveTo>
                      <a:pt x="15" y="8"/>
                    </a:moveTo>
                    <a:cubicBezTo>
                      <a:pt x="7" y="15"/>
                      <a:pt x="0" y="31"/>
                      <a:pt x="12" y="38"/>
                    </a:cubicBezTo>
                    <a:cubicBezTo>
                      <a:pt x="13" y="38"/>
                      <a:pt x="14" y="39"/>
                      <a:pt x="15" y="39"/>
                    </a:cubicBezTo>
                    <a:cubicBezTo>
                      <a:pt x="16" y="39"/>
                      <a:pt x="17" y="38"/>
                      <a:pt x="18" y="38"/>
                    </a:cubicBezTo>
                    <a:cubicBezTo>
                      <a:pt x="22" y="33"/>
                      <a:pt x="25" y="28"/>
                      <a:pt x="28" y="24"/>
                    </a:cubicBezTo>
                    <a:cubicBezTo>
                      <a:pt x="29" y="22"/>
                      <a:pt x="29" y="22"/>
                      <a:pt x="30" y="21"/>
                    </a:cubicBezTo>
                    <a:cubicBezTo>
                      <a:pt x="37" y="12"/>
                      <a:pt x="23" y="0"/>
                      <a:pt x="1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9"/>
              <p:cNvSpPr/>
              <p:nvPr/>
            </p:nvSpPr>
            <p:spPr>
              <a:xfrm>
                <a:off x="3815875" y="6200928"/>
                <a:ext cx="24120" cy="11520"/>
              </a:xfrm>
              <a:custGeom>
                <a:rect b="b" l="l" r="r" t="t"/>
                <a:pathLst>
                  <a:path extrusionOk="0" h="32" w="67">
                    <a:moveTo>
                      <a:pt x="59" y="20"/>
                    </a:moveTo>
                    <a:cubicBezTo>
                      <a:pt x="54" y="20"/>
                      <a:pt x="49" y="14"/>
                      <a:pt x="45" y="12"/>
                    </a:cubicBezTo>
                    <a:cubicBezTo>
                      <a:pt x="39" y="9"/>
                      <a:pt x="34" y="7"/>
                      <a:pt x="28" y="5"/>
                    </a:cubicBezTo>
                    <a:cubicBezTo>
                      <a:pt x="22" y="2"/>
                      <a:pt x="16" y="0"/>
                      <a:pt x="10" y="0"/>
                    </a:cubicBezTo>
                    <a:cubicBezTo>
                      <a:pt x="9" y="0"/>
                      <a:pt x="9" y="0"/>
                      <a:pt x="8" y="0"/>
                    </a:cubicBezTo>
                    <a:cubicBezTo>
                      <a:pt x="7" y="0"/>
                      <a:pt x="6" y="0"/>
                      <a:pt x="6" y="0"/>
                    </a:cubicBezTo>
                    <a:cubicBezTo>
                      <a:pt x="5" y="0"/>
                      <a:pt x="4" y="0"/>
                      <a:pt x="3" y="0"/>
                    </a:cubicBezTo>
                    <a:cubicBezTo>
                      <a:pt x="2" y="1"/>
                      <a:pt x="2" y="1"/>
                      <a:pt x="1" y="2"/>
                    </a:cubicBezTo>
                    <a:lnTo>
                      <a:pt x="1" y="3"/>
                    </a:lnTo>
                    <a:lnTo>
                      <a:pt x="1" y="4"/>
                    </a:lnTo>
                    <a:cubicBezTo>
                      <a:pt x="1" y="5"/>
                      <a:pt x="0" y="6"/>
                      <a:pt x="0" y="7"/>
                    </a:cubicBezTo>
                    <a:cubicBezTo>
                      <a:pt x="0" y="8"/>
                      <a:pt x="1" y="9"/>
                      <a:pt x="1" y="10"/>
                    </a:cubicBezTo>
                    <a:cubicBezTo>
                      <a:pt x="2" y="12"/>
                      <a:pt x="2" y="12"/>
                      <a:pt x="2" y="12"/>
                    </a:cubicBezTo>
                    <a:cubicBezTo>
                      <a:pt x="8" y="16"/>
                      <a:pt x="13" y="20"/>
                      <a:pt x="19" y="23"/>
                    </a:cubicBezTo>
                    <a:cubicBezTo>
                      <a:pt x="21" y="24"/>
                      <a:pt x="24" y="26"/>
                      <a:pt x="26" y="27"/>
                    </a:cubicBezTo>
                    <a:cubicBezTo>
                      <a:pt x="33" y="30"/>
                      <a:pt x="41" y="31"/>
                      <a:pt x="48" y="31"/>
                    </a:cubicBezTo>
                    <a:cubicBezTo>
                      <a:pt x="53" y="31"/>
                      <a:pt x="57" y="30"/>
                      <a:pt x="62" y="29"/>
                    </a:cubicBezTo>
                    <a:cubicBezTo>
                      <a:pt x="66" y="28"/>
                      <a:pt x="64" y="20"/>
                      <a:pt x="5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9"/>
              <p:cNvSpPr/>
              <p:nvPr/>
            </p:nvSpPr>
            <p:spPr>
              <a:xfrm>
                <a:off x="4118275" y="6467328"/>
                <a:ext cx="14760" cy="25920"/>
              </a:xfrm>
              <a:custGeom>
                <a:rect b="b" l="l" r="r" t="t"/>
                <a:pathLst>
                  <a:path extrusionOk="0" h="72" w="41">
                    <a:moveTo>
                      <a:pt x="25" y="68"/>
                    </a:moveTo>
                    <a:cubicBezTo>
                      <a:pt x="26" y="69"/>
                      <a:pt x="27" y="70"/>
                      <a:pt x="27" y="70"/>
                    </a:cubicBezTo>
                    <a:cubicBezTo>
                      <a:pt x="28" y="71"/>
                      <a:pt x="30" y="71"/>
                      <a:pt x="31" y="71"/>
                    </a:cubicBezTo>
                    <a:cubicBezTo>
                      <a:pt x="32" y="71"/>
                      <a:pt x="33" y="71"/>
                      <a:pt x="33" y="71"/>
                    </a:cubicBezTo>
                    <a:lnTo>
                      <a:pt x="35" y="71"/>
                    </a:lnTo>
                    <a:cubicBezTo>
                      <a:pt x="36" y="71"/>
                      <a:pt x="36" y="70"/>
                      <a:pt x="36" y="70"/>
                    </a:cubicBezTo>
                    <a:cubicBezTo>
                      <a:pt x="37" y="70"/>
                      <a:pt x="37" y="69"/>
                      <a:pt x="38" y="68"/>
                    </a:cubicBezTo>
                    <a:cubicBezTo>
                      <a:pt x="39" y="67"/>
                      <a:pt x="39" y="67"/>
                      <a:pt x="39" y="66"/>
                    </a:cubicBezTo>
                    <a:cubicBezTo>
                      <a:pt x="39" y="65"/>
                      <a:pt x="39" y="64"/>
                      <a:pt x="38" y="63"/>
                    </a:cubicBezTo>
                    <a:lnTo>
                      <a:pt x="37" y="62"/>
                    </a:lnTo>
                    <a:cubicBezTo>
                      <a:pt x="40" y="66"/>
                      <a:pt x="38" y="54"/>
                      <a:pt x="37" y="53"/>
                    </a:cubicBezTo>
                    <a:cubicBezTo>
                      <a:pt x="36" y="49"/>
                      <a:pt x="34" y="45"/>
                      <a:pt x="32" y="42"/>
                    </a:cubicBezTo>
                    <a:cubicBezTo>
                      <a:pt x="32" y="42"/>
                      <a:pt x="32" y="41"/>
                      <a:pt x="31" y="41"/>
                    </a:cubicBezTo>
                    <a:cubicBezTo>
                      <a:pt x="31" y="40"/>
                      <a:pt x="31" y="40"/>
                      <a:pt x="31" y="39"/>
                    </a:cubicBezTo>
                    <a:cubicBezTo>
                      <a:pt x="25" y="29"/>
                      <a:pt x="20" y="18"/>
                      <a:pt x="17" y="7"/>
                    </a:cubicBezTo>
                    <a:cubicBezTo>
                      <a:pt x="17" y="6"/>
                      <a:pt x="17" y="5"/>
                      <a:pt x="17" y="5"/>
                    </a:cubicBezTo>
                    <a:cubicBezTo>
                      <a:pt x="16" y="3"/>
                      <a:pt x="15" y="2"/>
                      <a:pt x="13" y="1"/>
                    </a:cubicBezTo>
                    <a:cubicBezTo>
                      <a:pt x="11" y="0"/>
                      <a:pt x="10" y="0"/>
                      <a:pt x="9" y="0"/>
                    </a:cubicBezTo>
                    <a:cubicBezTo>
                      <a:pt x="7" y="0"/>
                      <a:pt x="6" y="0"/>
                      <a:pt x="5" y="1"/>
                    </a:cubicBezTo>
                    <a:cubicBezTo>
                      <a:pt x="4" y="2"/>
                      <a:pt x="4" y="3"/>
                      <a:pt x="2" y="5"/>
                    </a:cubicBezTo>
                    <a:cubicBezTo>
                      <a:pt x="1" y="6"/>
                      <a:pt x="1" y="6"/>
                      <a:pt x="1" y="8"/>
                    </a:cubicBezTo>
                    <a:cubicBezTo>
                      <a:pt x="0" y="10"/>
                      <a:pt x="0" y="14"/>
                      <a:pt x="0" y="17"/>
                    </a:cubicBezTo>
                    <a:cubicBezTo>
                      <a:pt x="0" y="25"/>
                      <a:pt x="2" y="34"/>
                      <a:pt x="6" y="41"/>
                    </a:cubicBezTo>
                    <a:cubicBezTo>
                      <a:pt x="12" y="51"/>
                      <a:pt x="18" y="60"/>
                      <a:pt x="25"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9"/>
              <p:cNvSpPr/>
              <p:nvPr/>
            </p:nvSpPr>
            <p:spPr>
              <a:xfrm>
                <a:off x="4142035" y="6526368"/>
                <a:ext cx="32400" cy="126720"/>
              </a:xfrm>
              <a:custGeom>
                <a:rect b="b" l="l" r="r" t="t"/>
                <a:pathLst>
                  <a:path extrusionOk="0" h="352" w="90">
                    <a:moveTo>
                      <a:pt x="58" y="155"/>
                    </a:moveTo>
                    <a:cubicBezTo>
                      <a:pt x="51" y="122"/>
                      <a:pt x="42" y="90"/>
                      <a:pt x="30" y="58"/>
                    </a:cubicBezTo>
                    <a:cubicBezTo>
                      <a:pt x="24" y="43"/>
                      <a:pt x="13" y="20"/>
                      <a:pt x="9" y="5"/>
                    </a:cubicBezTo>
                    <a:cubicBezTo>
                      <a:pt x="8" y="0"/>
                      <a:pt x="0" y="0"/>
                      <a:pt x="0" y="5"/>
                    </a:cubicBezTo>
                    <a:cubicBezTo>
                      <a:pt x="2" y="61"/>
                      <a:pt x="30" y="121"/>
                      <a:pt x="42" y="176"/>
                    </a:cubicBezTo>
                    <a:cubicBezTo>
                      <a:pt x="54" y="231"/>
                      <a:pt x="54" y="295"/>
                      <a:pt x="77" y="348"/>
                    </a:cubicBezTo>
                    <a:cubicBezTo>
                      <a:pt x="78" y="349"/>
                      <a:pt x="79" y="349"/>
                      <a:pt x="80" y="350"/>
                    </a:cubicBezTo>
                    <a:cubicBezTo>
                      <a:pt x="81" y="350"/>
                      <a:pt x="82" y="351"/>
                      <a:pt x="83" y="351"/>
                    </a:cubicBezTo>
                    <a:cubicBezTo>
                      <a:pt x="84" y="351"/>
                      <a:pt x="85" y="350"/>
                      <a:pt x="86" y="350"/>
                    </a:cubicBezTo>
                    <a:cubicBezTo>
                      <a:pt x="87" y="349"/>
                      <a:pt x="88" y="349"/>
                      <a:pt x="88" y="348"/>
                    </a:cubicBezTo>
                    <a:cubicBezTo>
                      <a:pt x="88" y="347"/>
                      <a:pt x="89" y="347"/>
                      <a:pt x="89" y="346"/>
                    </a:cubicBezTo>
                    <a:cubicBezTo>
                      <a:pt x="89" y="342"/>
                      <a:pt x="89" y="338"/>
                      <a:pt x="89" y="334"/>
                    </a:cubicBezTo>
                    <a:cubicBezTo>
                      <a:pt x="89" y="313"/>
                      <a:pt x="86" y="291"/>
                      <a:pt x="81" y="270"/>
                    </a:cubicBezTo>
                    <a:cubicBezTo>
                      <a:pt x="75" y="231"/>
                      <a:pt x="67" y="193"/>
                      <a:pt x="58" y="1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9"/>
              <p:cNvSpPr/>
              <p:nvPr/>
            </p:nvSpPr>
            <p:spPr>
              <a:xfrm>
                <a:off x="4138075" y="6479208"/>
                <a:ext cx="34920" cy="95760"/>
              </a:xfrm>
              <a:custGeom>
                <a:rect b="b" l="l" r="r" t="t"/>
                <a:pathLst>
                  <a:path extrusionOk="0" h="266" w="97">
                    <a:moveTo>
                      <a:pt x="96" y="253"/>
                    </a:moveTo>
                    <a:cubicBezTo>
                      <a:pt x="96" y="214"/>
                      <a:pt x="72" y="173"/>
                      <a:pt x="62" y="135"/>
                    </a:cubicBezTo>
                    <a:cubicBezTo>
                      <a:pt x="54" y="111"/>
                      <a:pt x="43" y="87"/>
                      <a:pt x="31" y="65"/>
                    </a:cubicBezTo>
                    <a:cubicBezTo>
                      <a:pt x="22" y="45"/>
                      <a:pt x="17" y="24"/>
                      <a:pt x="8" y="4"/>
                    </a:cubicBezTo>
                    <a:cubicBezTo>
                      <a:pt x="6" y="0"/>
                      <a:pt x="0" y="3"/>
                      <a:pt x="1" y="7"/>
                    </a:cubicBezTo>
                    <a:cubicBezTo>
                      <a:pt x="31" y="87"/>
                      <a:pt x="37" y="181"/>
                      <a:pt x="78" y="258"/>
                    </a:cubicBezTo>
                    <a:cubicBezTo>
                      <a:pt x="82" y="265"/>
                      <a:pt x="96" y="264"/>
                      <a:pt x="96" y="2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9"/>
              <p:cNvSpPr/>
              <p:nvPr/>
            </p:nvSpPr>
            <p:spPr>
              <a:xfrm>
                <a:off x="4122595" y="6515927"/>
                <a:ext cx="42120" cy="145800"/>
              </a:xfrm>
              <a:custGeom>
                <a:rect b="b" l="l" r="r" t="t"/>
                <a:pathLst>
                  <a:path extrusionOk="0" h="405" w="117">
                    <a:moveTo>
                      <a:pt x="1" y="7"/>
                    </a:moveTo>
                    <a:cubicBezTo>
                      <a:pt x="18" y="53"/>
                      <a:pt x="26" y="102"/>
                      <a:pt x="45" y="148"/>
                    </a:cubicBezTo>
                    <a:cubicBezTo>
                      <a:pt x="77" y="223"/>
                      <a:pt x="64" y="317"/>
                      <a:pt x="90" y="394"/>
                    </a:cubicBezTo>
                    <a:cubicBezTo>
                      <a:pt x="93" y="402"/>
                      <a:pt x="104" y="404"/>
                      <a:pt x="106" y="394"/>
                    </a:cubicBezTo>
                    <a:cubicBezTo>
                      <a:pt x="116" y="358"/>
                      <a:pt x="104" y="322"/>
                      <a:pt x="98" y="285"/>
                    </a:cubicBezTo>
                    <a:cubicBezTo>
                      <a:pt x="92" y="249"/>
                      <a:pt x="84" y="210"/>
                      <a:pt x="76" y="174"/>
                    </a:cubicBezTo>
                    <a:cubicBezTo>
                      <a:pt x="61" y="116"/>
                      <a:pt x="38" y="59"/>
                      <a:pt x="8" y="7"/>
                    </a:cubicBezTo>
                    <a:cubicBezTo>
                      <a:pt x="7" y="6"/>
                      <a:pt x="7" y="5"/>
                      <a:pt x="6" y="3"/>
                    </a:cubicBezTo>
                    <a:cubicBezTo>
                      <a:pt x="4" y="0"/>
                      <a:pt x="0" y="3"/>
                      <a:pt x="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9"/>
              <p:cNvSpPr/>
              <p:nvPr/>
            </p:nvSpPr>
            <p:spPr>
              <a:xfrm>
                <a:off x="4158235" y="6677207"/>
                <a:ext cx="8640" cy="29880"/>
              </a:xfrm>
              <a:custGeom>
                <a:rect b="b" l="l" r="r" t="t"/>
                <a:pathLst>
                  <a:path extrusionOk="0" h="83" w="24">
                    <a:moveTo>
                      <a:pt x="21" y="8"/>
                    </a:moveTo>
                    <a:cubicBezTo>
                      <a:pt x="21" y="7"/>
                      <a:pt x="20" y="6"/>
                      <a:pt x="20" y="5"/>
                    </a:cubicBezTo>
                    <a:cubicBezTo>
                      <a:pt x="19" y="3"/>
                      <a:pt x="18" y="2"/>
                      <a:pt x="16" y="1"/>
                    </a:cubicBezTo>
                    <a:cubicBezTo>
                      <a:pt x="14" y="0"/>
                      <a:pt x="13" y="0"/>
                      <a:pt x="11" y="0"/>
                    </a:cubicBezTo>
                    <a:cubicBezTo>
                      <a:pt x="9" y="0"/>
                      <a:pt x="8" y="0"/>
                      <a:pt x="6" y="1"/>
                    </a:cubicBezTo>
                    <a:cubicBezTo>
                      <a:pt x="4" y="2"/>
                      <a:pt x="3" y="3"/>
                      <a:pt x="2" y="5"/>
                    </a:cubicBezTo>
                    <a:cubicBezTo>
                      <a:pt x="2" y="6"/>
                      <a:pt x="1" y="7"/>
                      <a:pt x="1" y="8"/>
                    </a:cubicBezTo>
                    <a:cubicBezTo>
                      <a:pt x="1" y="20"/>
                      <a:pt x="1" y="31"/>
                      <a:pt x="1" y="43"/>
                    </a:cubicBezTo>
                    <a:cubicBezTo>
                      <a:pt x="1" y="46"/>
                      <a:pt x="0" y="49"/>
                      <a:pt x="0" y="52"/>
                    </a:cubicBezTo>
                    <a:cubicBezTo>
                      <a:pt x="0" y="62"/>
                      <a:pt x="3" y="71"/>
                      <a:pt x="6" y="79"/>
                    </a:cubicBezTo>
                    <a:cubicBezTo>
                      <a:pt x="7" y="80"/>
                      <a:pt x="8" y="81"/>
                      <a:pt x="8" y="81"/>
                    </a:cubicBezTo>
                    <a:cubicBezTo>
                      <a:pt x="9" y="82"/>
                      <a:pt x="11" y="82"/>
                      <a:pt x="12" y="82"/>
                    </a:cubicBezTo>
                    <a:cubicBezTo>
                      <a:pt x="13" y="82"/>
                      <a:pt x="14" y="82"/>
                      <a:pt x="15" y="81"/>
                    </a:cubicBezTo>
                    <a:cubicBezTo>
                      <a:pt x="16" y="81"/>
                      <a:pt x="16" y="80"/>
                      <a:pt x="17" y="79"/>
                    </a:cubicBezTo>
                    <a:cubicBezTo>
                      <a:pt x="21" y="72"/>
                      <a:pt x="23" y="64"/>
                      <a:pt x="23" y="56"/>
                    </a:cubicBezTo>
                    <a:cubicBezTo>
                      <a:pt x="23" y="54"/>
                      <a:pt x="23" y="52"/>
                      <a:pt x="23" y="50"/>
                    </a:cubicBezTo>
                    <a:cubicBezTo>
                      <a:pt x="21" y="36"/>
                      <a:pt x="21" y="22"/>
                      <a:pt x="2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9"/>
              <p:cNvSpPr/>
              <p:nvPr/>
            </p:nvSpPr>
            <p:spPr>
              <a:xfrm>
                <a:off x="4152475" y="6742008"/>
                <a:ext cx="12600" cy="86040"/>
              </a:xfrm>
              <a:custGeom>
                <a:rect b="b" l="l" r="r" t="t"/>
                <a:pathLst>
                  <a:path extrusionOk="0" h="239" w="35">
                    <a:moveTo>
                      <a:pt x="18" y="4"/>
                    </a:moveTo>
                    <a:cubicBezTo>
                      <a:pt x="11" y="78"/>
                      <a:pt x="13" y="153"/>
                      <a:pt x="0" y="227"/>
                    </a:cubicBezTo>
                    <a:cubicBezTo>
                      <a:pt x="0" y="233"/>
                      <a:pt x="7" y="238"/>
                      <a:pt x="11" y="233"/>
                    </a:cubicBezTo>
                    <a:cubicBezTo>
                      <a:pt x="31" y="207"/>
                      <a:pt x="26" y="171"/>
                      <a:pt x="31" y="140"/>
                    </a:cubicBezTo>
                    <a:cubicBezTo>
                      <a:pt x="33" y="121"/>
                      <a:pt x="34" y="101"/>
                      <a:pt x="34" y="81"/>
                    </a:cubicBezTo>
                    <a:cubicBezTo>
                      <a:pt x="34" y="56"/>
                      <a:pt x="32" y="30"/>
                      <a:pt x="28" y="4"/>
                    </a:cubicBezTo>
                    <a:lnTo>
                      <a:pt x="28" y="3"/>
                    </a:lnTo>
                    <a:cubicBezTo>
                      <a:pt x="27" y="2"/>
                      <a:pt x="27" y="2"/>
                      <a:pt x="26" y="1"/>
                    </a:cubicBezTo>
                    <a:cubicBezTo>
                      <a:pt x="25" y="0"/>
                      <a:pt x="24" y="0"/>
                      <a:pt x="23" y="0"/>
                    </a:cubicBezTo>
                    <a:cubicBezTo>
                      <a:pt x="22" y="0"/>
                      <a:pt x="21" y="0"/>
                      <a:pt x="20" y="1"/>
                    </a:cubicBezTo>
                    <a:cubicBezTo>
                      <a:pt x="19" y="2"/>
                      <a:pt x="19" y="2"/>
                      <a:pt x="18" y="3"/>
                    </a:cubicBezTo>
                    <a:lnTo>
                      <a:pt x="18"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9"/>
              <p:cNvSpPr/>
              <p:nvPr/>
            </p:nvSpPr>
            <p:spPr>
              <a:xfrm>
                <a:off x="4175875" y="6678288"/>
                <a:ext cx="17280" cy="184680"/>
              </a:xfrm>
              <a:custGeom>
                <a:rect b="b" l="l" r="r" t="t"/>
                <a:pathLst>
                  <a:path extrusionOk="0" h="513" w="48">
                    <a:moveTo>
                      <a:pt x="5" y="512"/>
                    </a:moveTo>
                    <a:lnTo>
                      <a:pt x="7" y="512"/>
                    </a:lnTo>
                    <a:lnTo>
                      <a:pt x="8" y="512"/>
                    </a:lnTo>
                    <a:cubicBezTo>
                      <a:pt x="10" y="512"/>
                      <a:pt x="11" y="511"/>
                      <a:pt x="12" y="511"/>
                    </a:cubicBezTo>
                    <a:cubicBezTo>
                      <a:pt x="13" y="510"/>
                      <a:pt x="13" y="510"/>
                      <a:pt x="14" y="509"/>
                    </a:cubicBezTo>
                    <a:lnTo>
                      <a:pt x="14" y="508"/>
                    </a:lnTo>
                    <a:cubicBezTo>
                      <a:pt x="39" y="447"/>
                      <a:pt x="32" y="368"/>
                      <a:pt x="35" y="304"/>
                    </a:cubicBezTo>
                    <a:cubicBezTo>
                      <a:pt x="40" y="206"/>
                      <a:pt x="47" y="108"/>
                      <a:pt x="45" y="8"/>
                    </a:cubicBezTo>
                    <a:cubicBezTo>
                      <a:pt x="45" y="1"/>
                      <a:pt x="34" y="0"/>
                      <a:pt x="34" y="7"/>
                    </a:cubicBezTo>
                    <a:cubicBezTo>
                      <a:pt x="30" y="80"/>
                      <a:pt x="24" y="153"/>
                      <a:pt x="22" y="226"/>
                    </a:cubicBezTo>
                    <a:cubicBezTo>
                      <a:pt x="20" y="272"/>
                      <a:pt x="15" y="317"/>
                      <a:pt x="13" y="363"/>
                    </a:cubicBezTo>
                    <a:cubicBezTo>
                      <a:pt x="11" y="387"/>
                      <a:pt x="9" y="411"/>
                      <a:pt x="7" y="436"/>
                    </a:cubicBezTo>
                    <a:cubicBezTo>
                      <a:pt x="7" y="438"/>
                      <a:pt x="7" y="441"/>
                      <a:pt x="7" y="443"/>
                    </a:cubicBezTo>
                    <a:cubicBezTo>
                      <a:pt x="7" y="463"/>
                      <a:pt x="6" y="483"/>
                      <a:pt x="3" y="502"/>
                    </a:cubicBezTo>
                    <a:cubicBezTo>
                      <a:pt x="3" y="502"/>
                      <a:pt x="3" y="503"/>
                      <a:pt x="2" y="503"/>
                    </a:cubicBezTo>
                    <a:lnTo>
                      <a:pt x="1" y="504"/>
                    </a:lnTo>
                    <a:cubicBezTo>
                      <a:pt x="0" y="505"/>
                      <a:pt x="0" y="506"/>
                      <a:pt x="0" y="507"/>
                    </a:cubicBezTo>
                    <a:cubicBezTo>
                      <a:pt x="0" y="508"/>
                      <a:pt x="0" y="509"/>
                      <a:pt x="1" y="510"/>
                    </a:cubicBezTo>
                    <a:lnTo>
                      <a:pt x="2" y="511"/>
                    </a:lnTo>
                    <a:cubicBezTo>
                      <a:pt x="3" y="512"/>
                      <a:pt x="4" y="512"/>
                      <a:pt x="5" y="5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9"/>
              <p:cNvSpPr/>
              <p:nvPr/>
            </p:nvSpPr>
            <p:spPr>
              <a:xfrm>
                <a:off x="4188475" y="6748488"/>
                <a:ext cx="16200" cy="66240"/>
              </a:xfrm>
              <a:custGeom>
                <a:rect b="b" l="l" r="r" t="t"/>
                <a:pathLst>
                  <a:path extrusionOk="0" h="184" w="45">
                    <a:moveTo>
                      <a:pt x="13" y="177"/>
                    </a:moveTo>
                    <a:cubicBezTo>
                      <a:pt x="44" y="133"/>
                      <a:pt x="38" y="64"/>
                      <a:pt x="32" y="11"/>
                    </a:cubicBezTo>
                    <a:cubicBezTo>
                      <a:pt x="32" y="3"/>
                      <a:pt x="19" y="0"/>
                      <a:pt x="18" y="9"/>
                    </a:cubicBezTo>
                    <a:cubicBezTo>
                      <a:pt x="9" y="64"/>
                      <a:pt x="4" y="118"/>
                      <a:pt x="1" y="172"/>
                    </a:cubicBezTo>
                    <a:cubicBezTo>
                      <a:pt x="0" y="179"/>
                      <a:pt x="8" y="183"/>
                      <a:pt x="13" y="1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9"/>
              <p:cNvSpPr/>
              <p:nvPr/>
            </p:nvSpPr>
            <p:spPr>
              <a:xfrm>
                <a:off x="3879595" y="6784848"/>
                <a:ext cx="18000" cy="21600"/>
              </a:xfrm>
              <a:custGeom>
                <a:rect b="b" l="l" r="r" t="t"/>
                <a:pathLst>
                  <a:path extrusionOk="0" h="60" w="50">
                    <a:moveTo>
                      <a:pt x="33" y="6"/>
                    </a:moveTo>
                    <a:cubicBezTo>
                      <a:pt x="25" y="13"/>
                      <a:pt x="18" y="22"/>
                      <a:pt x="12" y="32"/>
                    </a:cubicBezTo>
                    <a:cubicBezTo>
                      <a:pt x="11" y="33"/>
                      <a:pt x="10" y="35"/>
                      <a:pt x="9" y="37"/>
                    </a:cubicBezTo>
                    <a:cubicBezTo>
                      <a:pt x="8" y="40"/>
                      <a:pt x="6" y="42"/>
                      <a:pt x="4" y="45"/>
                    </a:cubicBezTo>
                    <a:cubicBezTo>
                      <a:pt x="3" y="46"/>
                      <a:pt x="2" y="47"/>
                      <a:pt x="1" y="48"/>
                    </a:cubicBezTo>
                    <a:cubicBezTo>
                      <a:pt x="0" y="50"/>
                      <a:pt x="0" y="52"/>
                      <a:pt x="0" y="54"/>
                    </a:cubicBezTo>
                    <a:lnTo>
                      <a:pt x="0" y="55"/>
                    </a:lnTo>
                    <a:cubicBezTo>
                      <a:pt x="0" y="56"/>
                      <a:pt x="0" y="56"/>
                      <a:pt x="0" y="57"/>
                    </a:cubicBezTo>
                    <a:cubicBezTo>
                      <a:pt x="1" y="58"/>
                      <a:pt x="1" y="57"/>
                      <a:pt x="2" y="58"/>
                    </a:cubicBezTo>
                    <a:cubicBezTo>
                      <a:pt x="3" y="59"/>
                      <a:pt x="3" y="59"/>
                      <a:pt x="3" y="59"/>
                    </a:cubicBezTo>
                    <a:cubicBezTo>
                      <a:pt x="4" y="59"/>
                      <a:pt x="5" y="59"/>
                      <a:pt x="5" y="58"/>
                    </a:cubicBezTo>
                    <a:cubicBezTo>
                      <a:pt x="8" y="56"/>
                      <a:pt x="12" y="56"/>
                      <a:pt x="15" y="54"/>
                    </a:cubicBezTo>
                    <a:cubicBezTo>
                      <a:pt x="17" y="52"/>
                      <a:pt x="19" y="49"/>
                      <a:pt x="20" y="47"/>
                    </a:cubicBezTo>
                    <a:cubicBezTo>
                      <a:pt x="21" y="45"/>
                      <a:pt x="22" y="43"/>
                      <a:pt x="22" y="42"/>
                    </a:cubicBezTo>
                    <a:cubicBezTo>
                      <a:pt x="23" y="41"/>
                      <a:pt x="23" y="40"/>
                      <a:pt x="24" y="39"/>
                    </a:cubicBezTo>
                    <a:cubicBezTo>
                      <a:pt x="29" y="31"/>
                      <a:pt x="35" y="23"/>
                      <a:pt x="42" y="16"/>
                    </a:cubicBezTo>
                    <a:cubicBezTo>
                      <a:pt x="49" y="10"/>
                      <a:pt x="40" y="0"/>
                      <a:pt x="3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9"/>
              <p:cNvSpPr/>
              <p:nvPr/>
            </p:nvSpPr>
            <p:spPr>
              <a:xfrm>
                <a:off x="3798235" y="6806448"/>
                <a:ext cx="19440" cy="8640"/>
              </a:xfrm>
              <a:custGeom>
                <a:rect b="b" l="l" r="r" t="t"/>
                <a:pathLst>
                  <a:path extrusionOk="0" h="24" w="54">
                    <a:moveTo>
                      <a:pt x="24" y="5"/>
                    </a:moveTo>
                    <a:cubicBezTo>
                      <a:pt x="16" y="6"/>
                      <a:pt x="8" y="5"/>
                      <a:pt x="2" y="12"/>
                    </a:cubicBezTo>
                    <a:cubicBezTo>
                      <a:pt x="1" y="13"/>
                      <a:pt x="1" y="13"/>
                      <a:pt x="1" y="13"/>
                    </a:cubicBezTo>
                    <a:cubicBezTo>
                      <a:pt x="0" y="14"/>
                      <a:pt x="0" y="14"/>
                      <a:pt x="0" y="16"/>
                    </a:cubicBezTo>
                    <a:cubicBezTo>
                      <a:pt x="0" y="17"/>
                      <a:pt x="0" y="19"/>
                      <a:pt x="1" y="20"/>
                    </a:cubicBezTo>
                    <a:cubicBezTo>
                      <a:pt x="2" y="21"/>
                      <a:pt x="2" y="21"/>
                      <a:pt x="3" y="22"/>
                    </a:cubicBezTo>
                    <a:cubicBezTo>
                      <a:pt x="4" y="23"/>
                      <a:pt x="4" y="23"/>
                      <a:pt x="6" y="23"/>
                    </a:cubicBezTo>
                    <a:cubicBezTo>
                      <a:pt x="7" y="23"/>
                      <a:pt x="9" y="23"/>
                      <a:pt x="10" y="22"/>
                    </a:cubicBezTo>
                    <a:lnTo>
                      <a:pt x="11" y="21"/>
                    </a:lnTo>
                    <a:cubicBezTo>
                      <a:pt x="14" y="18"/>
                      <a:pt x="25" y="20"/>
                      <a:pt x="29" y="19"/>
                    </a:cubicBezTo>
                    <a:cubicBezTo>
                      <a:pt x="30" y="19"/>
                      <a:pt x="30" y="19"/>
                      <a:pt x="31" y="19"/>
                    </a:cubicBezTo>
                    <a:cubicBezTo>
                      <a:pt x="37" y="19"/>
                      <a:pt x="44" y="16"/>
                      <a:pt x="49" y="14"/>
                    </a:cubicBezTo>
                    <a:cubicBezTo>
                      <a:pt x="50" y="13"/>
                      <a:pt x="50" y="13"/>
                      <a:pt x="51" y="13"/>
                    </a:cubicBezTo>
                    <a:cubicBezTo>
                      <a:pt x="51" y="13"/>
                      <a:pt x="51" y="12"/>
                      <a:pt x="52" y="12"/>
                    </a:cubicBezTo>
                    <a:cubicBezTo>
                      <a:pt x="53" y="11"/>
                      <a:pt x="52" y="10"/>
                      <a:pt x="52" y="9"/>
                    </a:cubicBezTo>
                    <a:cubicBezTo>
                      <a:pt x="52" y="9"/>
                      <a:pt x="53" y="7"/>
                      <a:pt x="52" y="7"/>
                    </a:cubicBezTo>
                    <a:cubicBezTo>
                      <a:pt x="51" y="6"/>
                      <a:pt x="51" y="6"/>
                      <a:pt x="51" y="6"/>
                    </a:cubicBezTo>
                    <a:cubicBezTo>
                      <a:pt x="43" y="0"/>
                      <a:pt x="32" y="3"/>
                      <a:pt x="2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9"/>
              <p:cNvSpPr/>
              <p:nvPr/>
            </p:nvSpPr>
            <p:spPr>
              <a:xfrm>
                <a:off x="3806515" y="6846767"/>
                <a:ext cx="25200" cy="10080"/>
              </a:xfrm>
              <a:custGeom>
                <a:rect b="b" l="l" r="r" t="t"/>
                <a:pathLst>
                  <a:path extrusionOk="0" h="28" w="70">
                    <a:moveTo>
                      <a:pt x="39" y="5"/>
                    </a:moveTo>
                    <a:lnTo>
                      <a:pt x="23" y="5"/>
                    </a:lnTo>
                    <a:cubicBezTo>
                      <a:pt x="17" y="5"/>
                      <a:pt x="12" y="10"/>
                      <a:pt x="6" y="11"/>
                    </a:cubicBezTo>
                    <a:cubicBezTo>
                      <a:pt x="5" y="11"/>
                      <a:pt x="5" y="11"/>
                      <a:pt x="4" y="12"/>
                    </a:cubicBezTo>
                    <a:cubicBezTo>
                      <a:pt x="2" y="13"/>
                      <a:pt x="2" y="14"/>
                      <a:pt x="1" y="15"/>
                    </a:cubicBezTo>
                    <a:cubicBezTo>
                      <a:pt x="0" y="16"/>
                      <a:pt x="0" y="17"/>
                      <a:pt x="0" y="19"/>
                    </a:cubicBezTo>
                    <a:cubicBezTo>
                      <a:pt x="0" y="20"/>
                      <a:pt x="0" y="21"/>
                      <a:pt x="1" y="23"/>
                    </a:cubicBezTo>
                    <a:cubicBezTo>
                      <a:pt x="2" y="24"/>
                      <a:pt x="2" y="24"/>
                      <a:pt x="4" y="25"/>
                    </a:cubicBezTo>
                    <a:cubicBezTo>
                      <a:pt x="5" y="25"/>
                      <a:pt x="5" y="26"/>
                      <a:pt x="6" y="26"/>
                    </a:cubicBezTo>
                    <a:cubicBezTo>
                      <a:pt x="8" y="27"/>
                      <a:pt x="10" y="27"/>
                      <a:pt x="12" y="27"/>
                    </a:cubicBezTo>
                    <a:cubicBezTo>
                      <a:pt x="14" y="27"/>
                      <a:pt x="16" y="27"/>
                      <a:pt x="18" y="26"/>
                    </a:cubicBezTo>
                    <a:cubicBezTo>
                      <a:pt x="20" y="26"/>
                      <a:pt x="23" y="26"/>
                      <a:pt x="26" y="26"/>
                    </a:cubicBezTo>
                    <a:cubicBezTo>
                      <a:pt x="28" y="26"/>
                      <a:pt x="31" y="26"/>
                      <a:pt x="33" y="26"/>
                    </a:cubicBezTo>
                    <a:cubicBezTo>
                      <a:pt x="36" y="27"/>
                      <a:pt x="38" y="27"/>
                      <a:pt x="40" y="27"/>
                    </a:cubicBezTo>
                    <a:cubicBezTo>
                      <a:pt x="47" y="27"/>
                      <a:pt x="54" y="25"/>
                      <a:pt x="61" y="21"/>
                    </a:cubicBezTo>
                    <a:cubicBezTo>
                      <a:pt x="63" y="20"/>
                      <a:pt x="65" y="19"/>
                      <a:pt x="66" y="18"/>
                    </a:cubicBezTo>
                    <a:cubicBezTo>
                      <a:pt x="67" y="17"/>
                      <a:pt x="67" y="16"/>
                      <a:pt x="68" y="16"/>
                    </a:cubicBezTo>
                    <a:cubicBezTo>
                      <a:pt x="69" y="15"/>
                      <a:pt x="69" y="13"/>
                      <a:pt x="69" y="12"/>
                    </a:cubicBezTo>
                    <a:cubicBezTo>
                      <a:pt x="69" y="11"/>
                      <a:pt x="69" y="10"/>
                      <a:pt x="68" y="9"/>
                    </a:cubicBezTo>
                    <a:cubicBezTo>
                      <a:pt x="67" y="8"/>
                      <a:pt x="67" y="7"/>
                      <a:pt x="66" y="7"/>
                    </a:cubicBezTo>
                    <a:cubicBezTo>
                      <a:pt x="57" y="0"/>
                      <a:pt x="48" y="5"/>
                      <a:pt x="39"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9"/>
              <p:cNvSpPr/>
              <p:nvPr/>
            </p:nvSpPr>
            <p:spPr>
              <a:xfrm>
                <a:off x="3823795" y="6919848"/>
                <a:ext cx="26640" cy="15480"/>
              </a:xfrm>
              <a:custGeom>
                <a:rect b="b" l="l" r="r" t="t"/>
                <a:pathLst>
                  <a:path extrusionOk="0" h="43" w="74">
                    <a:moveTo>
                      <a:pt x="61" y="10"/>
                    </a:moveTo>
                    <a:cubicBezTo>
                      <a:pt x="64" y="5"/>
                      <a:pt x="59" y="0"/>
                      <a:pt x="55" y="0"/>
                    </a:cubicBezTo>
                    <a:cubicBezTo>
                      <a:pt x="47" y="0"/>
                      <a:pt x="40" y="2"/>
                      <a:pt x="32" y="2"/>
                    </a:cubicBezTo>
                    <a:cubicBezTo>
                      <a:pt x="25" y="2"/>
                      <a:pt x="19" y="2"/>
                      <a:pt x="13" y="2"/>
                    </a:cubicBezTo>
                    <a:cubicBezTo>
                      <a:pt x="2" y="2"/>
                      <a:pt x="0" y="18"/>
                      <a:pt x="11" y="18"/>
                    </a:cubicBezTo>
                    <a:lnTo>
                      <a:pt x="22" y="19"/>
                    </a:lnTo>
                    <a:lnTo>
                      <a:pt x="14" y="19"/>
                    </a:lnTo>
                    <a:cubicBezTo>
                      <a:pt x="13" y="19"/>
                      <a:pt x="11" y="20"/>
                      <a:pt x="10" y="21"/>
                    </a:cubicBezTo>
                    <a:cubicBezTo>
                      <a:pt x="9" y="22"/>
                      <a:pt x="7" y="22"/>
                      <a:pt x="6" y="24"/>
                    </a:cubicBezTo>
                    <a:cubicBezTo>
                      <a:pt x="5" y="26"/>
                      <a:pt x="5" y="28"/>
                      <a:pt x="5" y="30"/>
                    </a:cubicBezTo>
                    <a:lnTo>
                      <a:pt x="5" y="31"/>
                    </a:lnTo>
                    <a:cubicBezTo>
                      <a:pt x="5" y="38"/>
                      <a:pt x="11" y="39"/>
                      <a:pt x="16" y="40"/>
                    </a:cubicBezTo>
                    <a:cubicBezTo>
                      <a:pt x="24" y="41"/>
                      <a:pt x="31" y="42"/>
                      <a:pt x="38" y="42"/>
                    </a:cubicBezTo>
                    <a:cubicBezTo>
                      <a:pt x="42" y="42"/>
                      <a:pt x="45" y="42"/>
                      <a:pt x="49" y="42"/>
                    </a:cubicBezTo>
                    <a:cubicBezTo>
                      <a:pt x="55" y="41"/>
                      <a:pt x="62" y="40"/>
                      <a:pt x="67" y="36"/>
                    </a:cubicBezTo>
                    <a:cubicBezTo>
                      <a:pt x="68" y="35"/>
                      <a:pt x="70" y="35"/>
                      <a:pt x="71" y="34"/>
                    </a:cubicBezTo>
                    <a:cubicBezTo>
                      <a:pt x="71" y="34"/>
                      <a:pt x="72" y="34"/>
                      <a:pt x="72" y="33"/>
                    </a:cubicBezTo>
                    <a:cubicBezTo>
                      <a:pt x="73" y="32"/>
                      <a:pt x="73" y="31"/>
                      <a:pt x="73" y="30"/>
                    </a:cubicBezTo>
                    <a:cubicBezTo>
                      <a:pt x="73" y="29"/>
                      <a:pt x="73" y="28"/>
                      <a:pt x="72" y="27"/>
                    </a:cubicBezTo>
                    <a:cubicBezTo>
                      <a:pt x="72" y="26"/>
                      <a:pt x="71" y="26"/>
                      <a:pt x="71" y="25"/>
                    </a:cubicBezTo>
                    <a:cubicBezTo>
                      <a:pt x="69" y="24"/>
                      <a:pt x="68" y="24"/>
                      <a:pt x="67" y="23"/>
                    </a:cubicBezTo>
                    <a:cubicBezTo>
                      <a:pt x="62" y="20"/>
                      <a:pt x="57" y="18"/>
                      <a:pt x="51" y="18"/>
                    </a:cubicBezTo>
                    <a:cubicBezTo>
                      <a:pt x="52" y="17"/>
                      <a:pt x="53" y="17"/>
                      <a:pt x="54" y="16"/>
                    </a:cubicBezTo>
                    <a:cubicBezTo>
                      <a:pt x="57" y="15"/>
                      <a:pt x="59" y="12"/>
                      <a:pt x="6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9"/>
              <p:cNvSpPr/>
              <p:nvPr/>
            </p:nvSpPr>
            <p:spPr>
              <a:xfrm>
                <a:off x="3531115" y="6609167"/>
                <a:ext cx="6840" cy="22680"/>
              </a:xfrm>
              <a:custGeom>
                <a:rect b="b" l="l" r="r" t="t"/>
                <a:pathLst>
                  <a:path extrusionOk="0" h="63" w="19">
                    <a:moveTo>
                      <a:pt x="7" y="6"/>
                    </a:moveTo>
                    <a:cubicBezTo>
                      <a:pt x="6" y="14"/>
                      <a:pt x="2" y="21"/>
                      <a:pt x="1" y="30"/>
                    </a:cubicBezTo>
                    <a:cubicBezTo>
                      <a:pt x="0" y="34"/>
                      <a:pt x="0" y="38"/>
                      <a:pt x="0" y="42"/>
                    </a:cubicBezTo>
                    <a:cubicBezTo>
                      <a:pt x="0" y="46"/>
                      <a:pt x="0" y="50"/>
                      <a:pt x="1" y="54"/>
                    </a:cubicBezTo>
                    <a:cubicBezTo>
                      <a:pt x="3" y="62"/>
                      <a:pt x="15" y="59"/>
                      <a:pt x="16" y="53"/>
                    </a:cubicBezTo>
                    <a:cubicBezTo>
                      <a:pt x="17" y="50"/>
                      <a:pt x="17" y="47"/>
                      <a:pt x="17" y="44"/>
                    </a:cubicBezTo>
                    <a:cubicBezTo>
                      <a:pt x="17" y="41"/>
                      <a:pt x="17" y="38"/>
                      <a:pt x="16" y="36"/>
                    </a:cubicBezTo>
                    <a:cubicBezTo>
                      <a:pt x="15" y="26"/>
                      <a:pt x="18" y="16"/>
                      <a:pt x="17" y="7"/>
                    </a:cubicBezTo>
                    <a:cubicBezTo>
                      <a:pt x="17" y="1"/>
                      <a:pt x="8" y="0"/>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9"/>
              <p:cNvSpPr/>
              <p:nvPr/>
            </p:nvSpPr>
            <p:spPr>
              <a:xfrm>
                <a:off x="3852595" y="6461568"/>
                <a:ext cx="14400" cy="21600"/>
              </a:xfrm>
              <a:custGeom>
                <a:rect b="b" l="l" r="r" t="t"/>
                <a:pathLst>
                  <a:path extrusionOk="0" h="60" w="40">
                    <a:moveTo>
                      <a:pt x="35" y="4"/>
                    </a:moveTo>
                    <a:cubicBezTo>
                      <a:pt x="23" y="0"/>
                      <a:pt x="17" y="13"/>
                      <a:pt x="10" y="20"/>
                    </a:cubicBezTo>
                    <a:cubicBezTo>
                      <a:pt x="8" y="22"/>
                      <a:pt x="6" y="24"/>
                      <a:pt x="5" y="27"/>
                    </a:cubicBezTo>
                    <a:cubicBezTo>
                      <a:pt x="2" y="32"/>
                      <a:pt x="0" y="38"/>
                      <a:pt x="0" y="45"/>
                    </a:cubicBezTo>
                    <a:cubicBezTo>
                      <a:pt x="0" y="47"/>
                      <a:pt x="0" y="50"/>
                      <a:pt x="1" y="52"/>
                    </a:cubicBezTo>
                    <a:cubicBezTo>
                      <a:pt x="3" y="59"/>
                      <a:pt x="13" y="59"/>
                      <a:pt x="15" y="52"/>
                    </a:cubicBezTo>
                    <a:cubicBezTo>
                      <a:pt x="17" y="44"/>
                      <a:pt x="25" y="38"/>
                      <a:pt x="29" y="33"/>
                    </a:cubicBezTo>
                    <a:cubicBezTo>
                      <a:pt x="31" y="31"/>
                      <a:pt x="32" y="29"/>
                      <a:pt x="33" y="28"/>
                    </a:cubicBezTo>
                    <a:cubicBezTo>
                      <a:pt x="34" y="27"/>
                      <a:pt x="34" y="25"/>
                      <a:pt x="35" y="24"/>
                    </a:cubicBezTo>
                    <a:cubicBezTo>
                      <a:pt x="35" y="21"/>
                      <a:pt x="36" y="18"/>
                      <a:pt x="37" y="15"/>
                    </a:cubicBezTo>
                    <a:cubicBezTo>
                      <a:pt x="38" y="14"/>
                      <a:pt x="38" y="14"/>
                      <a:pt x="38" y="14"/>
                    </a:cubicBezTo>
                    <a:cubicBezTo>
                      <a:pt x="39" y="12"/>
                      <a:pt x="39" y="11"/>
                      <a:pt x="39" y="10"/>
                    </a:cubicBezTo>
                    <a:cubicBezTo>
                      <a:pt x="39" y="9"/>
                      <a:pt x="39" y="8"/>
                      <a:pt x="38" y="7"/>
                    </a:cubicBezTo>
                    <a:cubicBezTo>
                      <a:pt x="37" y="6"/>
                      <a:pt x="37" y="4"/>
                      <a:pt x="36" y="4"/>
                    </a:cubicBezTo>
                    <a:cubicBezTo>
                      <a:pt x="35" y="3"/>
                      <a:pt x="35" y="4"/>
                      <a:pt x="3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9"/>
              <p:cNvSpPr/>
              <p:nvPr/>
            </p:nvSpPr>
            <p:spPr>
              <a:xfrm>
                <a:off x="2571355" y="6452568"/>
                <a:ext cx="33480" cy="8280"/>
              </a:xfrm>
              <a:custGeom>
                <a:rect b="b" l="l" r="r" t="t"/>
                <a:pathLst>
                  <a:path extrusionOk="0" h="23" w="93">
                    <a:moveTo>
                      <a:pt x="55" y="1"/>
                    </a:moveTo>
                    <a:cubicBezTo>
                      <a:pt x="39" y="1"/>
                      <a:pt x="23" y="1"/>
                      <a:pt x="8" y="3"/>
                    </a:cubicBezTo>
                    <a:cubicBezTo>
                      <a:pt x="7" y="3"/>
                      <a:pt x="6" y="4"/>
                      <a:pt x="5" y="4"/>
                    </a:cubicBezTo>
                    <a:cubicBezTo>
                      <a:pt x="3" y="5"/>
                      <a:pt x="3" y="5"/>
                      <a:pt x="2" y="7"/>
                    </a:cubicBezTo>
                    <a:cubicBezTo>
                      <a:pt x="1" y="9"/>
                      <a:pt x="0" y="9"/>
                      <a:pt x="0" y="11"/>
                    </a:cubicBezTo>
                    <a:cubicBezTo>
                      <a:pt x="0" y="12"/>
                      <a:pt x="1" y="13"/>
                      <a:pt x="2" y="15"/>
                    </a:cubicBezTo>
                    <a:cubicBezTo>
                      <a:pt x="3" y="17"/>
                      <a:pt x="3" y="18"/>
                      <a:pt x="5" y="19"/>
                    </a:cubicBezTo>
                    <a:cubicBezTo>
                      <a:pt x="6" y="19"/>
                      <a:pt x="7" y="19"/>
                      <a:pt x="8" y="20"/>
                    </a:cubicBezTo>
                    <a:cubicBezTo>
                      <a:pt x="24" y="20"/>
                      <a:pt x="40" y="21"/>
                      <a:pt x="57" y="21"/>
                    </a:cubicBezTo>
                    <a:cubicBezTo>
                      <a:pt x="59" y="22"/>
                      <a:pt x="62" y="22"/>
                      <a:pt x="65" y="22"/>
                    </a:cubicBezTo>
                    <a:cubicBezTo>
                      <a:pt x="73" y="22"/>
                      <a:pt x="81" y="20"/>
                      <a:pt x="89" y="16"/>
                    </a:cubicBezTo>
                    <a:cubicBezTo>
                      <a:pt x="90" y="16"/>
                      <a:pt x="90" y="15"/>
                      <a:pt x="91" y="14"/>
                    </a:cubicBezTo>
                    <a:cubicBezTo>
                      <a:pt x="91" y="13"/>
                      <a:pt x="92" y="12"/>
                      <a:pt x="92" y="11"/>
                    </a:cubicBezTo>
                    <a:cubicBezTo>
                      <a:pt x="92" y="10"/>
                      <a:pt x="91" y="9"/>
                      <a:pt x="91" y="8"/>
                    </a:cubicBezTo>
                    <a:cubicBezTo>
                      <a:pt x="90" y="7"/>
                      <a:pt x="90" y="7"/>
                      <a:pt x="89" y="6"/>
                    </a:cubicBezTo>
                    <a:cubicBezTo>
                      <a:pt x="81" y="2"/>
                      <a:pt x="72" y="0"/>
                      <a:pt x="64" y="0"/>
                    </a:cubicBezTo>
                    <a:cubicBezTo>
                      <a:pt x="61" y="0"/>
                      <a:pt x="58" y="1"/>
                      <a:pt x="5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9"/>
              <p:cNvSpPr/>
              <p:nvPr/>
            </p:nvSpPr>
            <p:spPr>
              <a:xfrm>
                <a:off x="2590435" y="6368688"/>
                <a:ext cx="25560" cy="12960"/>
              </a:xfrm>
              <a:custGeom>
                <a:rect b="b" l="l" r="r" t="t"/>
                <a:pathLst>
                  <a:path extrusionOk="0" h="36" w="71">
                    <a:moveTo>
                      <a:pt x="66" y="18"/>
                    </a:moveTo>
                    <a:cubicBezTo>
                      <a:pt x="58" y="14"/>
                      <a:pt x="53" y="8"/>
                      <a:pt x="43" y="7"/>
                    </a:cubicBezTo>
                    <a:cubicBezTo>
                      <a:pt x="34" y="6"/>
                      <a:pt x="24" y="5"/>
                      <a:pt x="15" y="2"/>
                    </a:cubicBezTo>
                    <a:cubicBezTo>
                      <a:pt x="7" y="0"/>
                      <a:pt x="0" y="12"/>
                      <a:pt x="8" y="17"/>
                    </a:cubicBezTo>
                    <a:cubicBezTo>
                      <a:pt x="9" y="18"/>
                      <a:pt x="11" y="19"/>
                      <a:pt x="12" y="19"/>
                    </a:cubicBezTo>
                    <a:cubicBezTo>
                      <a:pt x="20" y="24"/>
                      <a:pt x="29" y="27"/>
                      <a:pt x="38" y="28"/>
                    </a:cubicBezTo>
                    <a:cubicBezTo>
                      <a:pt x="49" y="30"/>
                      <a:pt x="58" y="35"/>
                      <a:pt x="67" y="28"/>
                    </a:cubicBezTo>
                    <a:cubicBezTo>
                      <a:pt x="68" y="28"/>
                      <a:pt x="68" y="28"/>
                      <a:pt x="69" y="27"/>
                    </a:cubicBezTo>
                    <a:cubicBezTo>
                      <a:pt x="69" y="27"/>
                      <a:pt x="70" y="26"/>
                      <a:pt x="70" y="24"/>
                    </a:cubicBezTo>
                    <a:cubicBezTo>
                      <a:pt x="70" y="23"/>
                      <a:pt x="69" y="21"/>
                      <a:pt x="69" y="20"/>
                    </a:cubicBezTo>
                    <a:cubicBezTo>
                      <a:pt x="68" y="19"/>
                      <a:pt x="67" y="18"/>
                      <a:pt x="6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9"/>
              <p:cNvSpPr/>
              <p:nvPr/>
            </p:nvSpPr>
            <p:spPr>
              <a:xfrm>
                <a:off x="2608795" y="6227208"/>
                <a:ext cx="25920" cy="9720"/>
              </a:xfrm>
              <a:custGeom>
                <a:rect b="b" l="l" r="r" t="t"/>
                <a:pathLst>
                  <a:path extrusionOk="0" h="27" w="72">
                    <a:moveTo>
                      <a:pt x="43" y="1"/>
                    </a:moveTo>
                    <a:cubicBezTo>
                      <a:pt x="40" y="0"/>
                      <a:pt x="38" y="0"/>
                      <a:pt x="36" y="0"/>
                    </a:cubicBezTo>
                    <a:cubicBezTo>
                      <a:pt x="25" y="0"/>
                      <a:pt x="15" y="2"/>
                      <a:pt x="5" y="5"/>
                    </a:cubicBezTo>
                    <a:cubicBezTo>
                      <a:pt x="5" y="6"/>
                      <a:pt x="5" y="6"/>
                      <a:pt x="5" y="6"/>
                    </a:cubicBezTo>
                    <a:cubicBezTo>
                      <a:pt x="3" y="6"/>
                      <a:pt x="3" y="7"/>
                      <a:pt x="2" y="9"/>
                    </a:cubicBezTo>
                    <a:cubicBezTo>
                      <a:pt x="1" y="11"/>
                      <a:pt x="0" y="12"/>
                      <a:pt x="0" y="13"/>
                    </a:cubicBezTo>
                    <a:cubicBezTo>
                      <a:pt x="0" y="14"/>
                      <a:pt x="1" y="15"/>
                      <a:pt x="2" y="17"/>
                    </a:cubicBezTo>
                    <a:cubicBezTo>
                      <a:pt x="3" y="19"/>
                      <a:pt x="3" y="19"/>
                      <a:pt x="5" y="20"/>
                    </a:cubicBezTo>
                    <a:cubicBezTo>
                      <a:pt x="6" y="20"/>
                      <a:pt x="6" y="21"/>
                      <a:pt x="6" y="21"/>
                    </a:cubicBezTo>
                    <a:cubicBezTo>
                      <a:pt x="15" y="24"/>
                      <a:pt x="24" y="25"/>
                      <a:pt x="33" y="25"/>
                    </a:cubicBezTo>
                    <a:cubicBezTo>
                      <a:pt x="35" y="25"/>
                      <a:pt x="36" y="25"/>
                      <a:pt x="38" y="25"/>
                    </a:cubicBezTo>
                    <a:cubicBezTo>
                      <a:pt x="40" y="26"/>
                      <a:pt x="42" y="26"/>
                      <a:pt x="44" y="26"/>
                    </a:cubicBezTo>
                    <a:cubicBezTo>
                      <a:pt x="52" y="26"/>
                      <a:pt x="61" y="24"/>
                      <a:pt x="68" y="19"/>
                    </a:cubicBezTo>
                    <a:cubicBezTo>
                      <a:pt x="69" y="19"/>
                      <a:pt x="69" y="18"/>
                      <a:pt x="70" y="17"/>
                    </a:cubicBezTo>
                    <a:cubicBezTo>
                      <a:pt x="71" y="16"/>
                      <a:pt x="71" y="14"/>
                      <a:pt x="71" y="13"/>
                    </a:cubicBezTo>
                    <a:cubicBezTo>
                      <a:pt x="71" y="12"/>
                      <a:pt x="71" y="10"/>
                      <a:pt x="70" y="9"/>
                    </a:cubicBezTo>
                    <a:cubicBezTo>
                      <a:pt x="69" y="8"/>
                      <a:pt x="69" y="7"/>
                      <a:pt x="68" y="7"/>
                    </a:cubicBezTo>
                    <a:cubicBezTo>
                      <a:pt x="68" y="7"/>
                      <a:pt x="68" y="6"/>
                      <a:pt x="67" y="6"/>
                    </a:cubicBezTo>
                    <a:cubicBezTo>
                      <a:pt x="61" y="2"/>
                      <a:pt x="53" y="0"/>
                      <a:pt x="45" y="0"/>
                    </a:cubicBezTo>
                    <a:cubicBezTo>
                      <a:pt x="44" y="0"/>
                      <a:pt x="43" y="0"/>
                      <a:pt x="4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9"/>
              <p:cNvSpPr/>
              <p:nvPr/>
            </p:nvSpPr>
            <p:spPr>
              <a:xfrm>
                <a:off x="2632915" y="6079968"/>
                <a:ext cx="26640" cy="8280"/>
              </a:xfrm>
              <a:custGeom>
                <a:rect b="b" l="l" r="r" t="t"/>
                <a:pathLst>
                  <a:path extrusionOk="0" h="23" w="74">
                    <a:moveTo>
                      <a:pt x="69" y="6"/>
                    </a:moveTo>
                    <a:cubicBezTo>
                      <a:pt x="58" y="2"/>
                      <a:pt x="46" y="0"/>
                      <a:pt x="34" y="0"/>
                    </a:cubicBezTo>
                    <a:cubicBezTo>
                      <a:pt x="27" y="0"/>
                      <a:pt x="20" y="1"/>
                      <a:pt x="13" y="2"/>
                    </a:cubicBezTo>
                    <a:cubicBezTo>
                      <a:pt x="4" y="4"/>
                      <a:pt x="0" y="18"/>
                      <a:pt x="11" y="19"/>
                    </a:cubicBezTo>
                    <a:cubicBezTo>
                      <a:pt x="19" y="21"/>
                      <a:pt x="27" y="22"/>
                      <a:pt x="35" y="22"/>
                    </a:cubicBezTo>
                    <a:cubicBezTo>
                      <a:pt x="47" y="22"/>
                      <a:pt x="59" y="20"/>
                      <a:pt x="70" y="16"/>
                    </a:cubicBezTo>
                    <a:cubicBezTo>
                      <a:pt x="71" y="15"/>
                      <a:pt x="71" y="15"/>
                      <a:pt x="72" y="14"/>
                    </a:cubicBezTo>
                    <a:cubicBezTo>
                      <a:pt x="72" y="13"/>
                      <a:pt x="73" y="12"/>
                      <a:pt x="73" y="11"/>
                    </a:cubicBezTo>
                    <a:cubicBezTo>
                      <a:pt x="73" y="10"/>
                      <a:pt x="73" y="9"/>
                      <a:pt x="72" y="8"/>
                    </a:cubicBezTo>
                    <a:cubicBezTo>
                      <a:pt x="72" y="8"/>
                      <a:pt x="71" y="7"/>
                      <a:pt x="70" y="6"/>
                    </a:cubicBezTo>
                    <a:lnTo>
                      <a:pt x="6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9"/>
              <p:cNvSpPr/>
              <p:nvPr/>
            </p:nvSpPr>
            <p:spPr>
              <a:xfrm>
                <a:off x="2671795" y="5959727"/>
                <a:ext cx="12240" cy="8640"/>
              </a:xfrm>
              <a:custGeom>
                <a:rect b="b" l="l" r="r" t="t"/>
                <a:pathLst>
                  <a:path extrusionOk="0" h="24" w="34">
                    <a:moveTo>
                      <a:pt x="12" y="4"/>
                    </a:moveTo>
                    <a:cubicBezTo>
                      <a:pt x="6" y="0"/>
                      <a:pt x="0" y="10"/>
                      <a:pt x="6" y="14"/>
                    </a:cubicBezTo>
                    <a:cubicBezTo>
                      <a:pt x="13" y="18"/>
                      <a:pt x="21" y="21"/>
                      <a:pt x="29" y="23"/>
                    </a:cubicBezTo>
                    <a:cubicBezTo>
                      <a:pt x="30" y="23"/>
                      <a:pt x="30" y="23"/>
                      <a:pt x="31" y="23"/>
                    </a:cubicBezTo>
                    <a:cubicBezTo>
                      <a:pt x="33" y="22"/>
                      <a:pt x="32" y="22"/>
                      <a:pt x="32" y="21"/>
                    </a:cubicBezTo>
                    <a:cubicBezTo>
                      <a:pt x="33" y="20"/>
                      <a:pt x="33" y="20"/>
                      <a:pt x="33" y="19"/>
                    </a:cubicBezTo>
                    <a:cubicBezTo>
                      <a:pt x="33" y="19"/>
                      <a:pt x="33" y="18"/>
                      <a:pt x="32" y="18"/>
                    </a:cubicBezTo>
                    <a:cubicBezTo>
                      <a:pt x="28" y="10"/>
                      <a:pt x="19" y="9"/>
                      <a:pt x="1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9"/>
              <p:cNvSpPr/>
              <p:nvPr/>
            </p:nvSpPr>
            <p:spPr>
              <a:xfrm>
                <a:off x="2807515" y="5216688"/>
                <a:ext cx="18000" cy="12240"/>
              </a:xfrm>
              <a:custGeom>
                <a:rect b="b" l="l" r="r" t="t"/>
                <a:pathLst>
                  <a:path extrusionOk="0" h="34" w="50">
                    <a:moveTo>
                      <a:pt x="46" y="32"/>
                    </a:moveTo>
                    <a:lnTo>
                      <a:pt x="47" y="32"/>
                    </a:lnTo>
                    <a:cubicBezTo>
                      <a:pt x="47" y="32"/>
                      <a:pt x="48" y="32"/>
                      <a:pt x="49" y="30"/>
                    </a:cubicBezTo>
                    <a:cubicBezTo>
                      <a:pt x="49" y="29"/>
                      <a:pt x="49" y="28"/>
                      <a:pt x="49" y="27"/>
                    </a:cubicBezTo>
                    <a:lnTo>
                      <a:pt x="49" y="26"/>
                    </a:lnTo>
                    <a:cubicBezTo>
                      <a:pt x="46" y="13"/>
                      <a:pt x="27" y="12"/>
                      <a:pt x="17" y="6"/>
                    </a:cubicBezTo>
                    <a:cubicBezTo>
                      <a:pt x="6" y="0"/>
                      <a:pt x="0" y="14"/>
                      <a:pt x="7" y="20"/>
                    </a:cubicBezTo>
                    <a:cubicBezTo>
                      <a:pt x="10" y="23"/>
                      <a:pt x="13" y="26"/>
                      <a:pt x="16" y="27"/>
                    </a:cubicBezTo>
                    <a:cubicBezTo>
                      <a:pt x="23" y="32"/>
                      <a:pt x="31" y="33"/>
                      <a:pt x="39" y="33"/>
                    </a:cubicBezTo>
                    <a:cubicBezTo>
                      <a:pt x="41" y="33"/>
                      <a:pt x="44" y="33"/>
                      <a:pt x="46" y="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9"/>
              <p:cNvSpPr/>
              <p:nvPr/>
            </p:nvSpPr>
            <p:spPr>
              <a:xfrm>
                <a:off x="2858275" y="4967928"/>
                <a:ext cx="14760" cy="6480"/>
              </a:xfrm>
              <a:custGeom>
                <a:rect b="b" l="l" r="r" t="t"/>
                <a:pathLst>
                  <a:path extrusionOk="0" h="18" w="41">
                    <a:moveTo>
                      <a:pt x="8" y="16"/>
                    </a:moveTo>
                    <a:cubicBezTo>
                      <a:pt x="11" y="16"/>
                      <a:pt x="13" y="16"/>
                      <a:pt x="16" y="16"/>
                    </a:cubicBezTo>
                    <a:cubicBezTo>
                      <a:pt x="18" y="16"/>
                      <a:pt x="20" y="16"/>
                      <a:pt x="23" y="16"/>
                    </a:cubicBezTo>
                    <a:cubicBezTo>
                      <a:pt x="25" y="17"/>
                      <a:pt x="27" y="17"/>
                      <a:pt x="29" y="17"/>
                    </a:cubicBezTo>
                    <a:cubicBezTo>
                      <a:pt x="32" y="17"/>
                      <a:pt x="35" y="17"/>
                      <a:pt x="37" y="15"/>
                    </a:cubicBezTo>
                    <a:cubicBezTo>
                      <a:pt x="38" y="15"/>
                      <a:pt x="38" y="15"/>
                      <a:pt x="39" y="14"/>
                    </a:cubicBezTo>
                    <a:cubicBezTo>
                      <a:pt x="40" y="13"/>
                      <a:pt x="39" y="12"/>
                      <a:pt x="39" y="12"/>
                    </a:cubicBezTo>
                    <a:cubicBezTo>
                      <a:pt x="39" y="11"/>
                      <a:pt x="39" y="10"/>
                      <a:pt x="39" y="10"/>
                    </a:cubicBezTo>
                    <a:cubicBezTo>
                      <a:pt x="38" y="9"/>
                      <a:pt x="38" y="9"/>
                      <a:pt x="37" y="8"/>
                    </a:cubicBezTo>
                    <a:cubicBezTo>
                      <a:pt x="32" y="7"/>
                      <a:pt x="29" y="2"/>
                      <a:pt x="24" y="1"/>
                    </a:cubicBezTo>
                    <a:cubicBezTo>
                      <a:pt x="21" y="0"/>
                      <a:pt x="19" y="0"/>
                      <a:pt x="16" y="0"/>
                    </a:cubicBezTo>
                    <a:cubicBezTo>
                      <a:pt x="13" y="0"/>
                      <a:pt x="11" y="0"/>
                      <a:pt x="8" y="1"/>
                    </a:cubicBezTo>
                    <a:cubicBezTo>
                      <a:pt x="7" y="1"/>
                      <a:pt x="6" y="1"/>
                      <a:pt x="4" y="2"/>
                    </a:cubicBezTo>
                    <a:cubicBezTo>
                      <a:pt x="2" y="3"/>
                      <a:pt x="2" y="3"/>
                      <a:pt x="1" y="5"/>
                    </a:cubicBezTo>
                    <a:cubicBezTo>
                      <a:pt x="0" y="7"/>
                      <a:pt x="0" y="7"/>
                      <a:pt x="0" y="9"/>
                    </a:cubicBezTo>
                    <a:cubicBezTo>
                      <a:pt x="0" y="10"/>
                      <a:pt x="0" y="11"/>
                      <a:pt x="1" y="13"/>
                    </a:cubicBezTo>
                    <a:cubicBezTo>
                      <a:pt x="2" y="15"/>
                      <a:pt x="3" y="15"/>
                      <a:pt x="4" y="15"/>
                    </a:cubicBezTo>
                    <a:cubicBezTo>
                      <a:pt x="6" y="16"/>
                      <a:pt x="7" y="16"/>
                      <a:pt x="8"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9"/>
              <p:cNvSpPr/>
              <p:nvPr/>
            </p:nvSpPr>
            <p:spPr>
              <a:xfrm>
                <a:off x="2844955" y="4826088"/>
                <a:ext cx="37440" cy="12600"/>
              </a:xfrm>
              <a:custGeom>
                <a:rect b="b" l="l" r="r" t="t"/>
                <a:pathLst>
                  <a:path extrusionOk="0" h="35" w="104">
                    <a:moveTo>
                      <a:pt x="99" y="5"/>
                    </a:moveTo>
                    <a:cubicBezTo>
                      <a:pt x="90" y="2"/>
                      <a:pt x="80" y="0"/>
                      <a:pt x="70" y="0"/>
                    </a:cubicBezTo>
                    <a:cubicBezTo>
                      <a:pt x="63" y="0"/>
                      <a:pt x="55" y="1"/>
                      <a:pt x="48" y="3"/>
                    </a:cubicBezTo>
                    <a:cubicBezTo>
                      <a:pt x="32" y="7"/>
                      <a:pt x="18" y="0"/>
                      <a:pt x="7" y="14"/>
                    </a:cubicBezTo>
                    <a:cubicBezTo>
                      <a:pt x="0" y="23"/>
                      <a:pt x="13" y="34"/>
                      <a:pt x="21" y="27"/>
                    </a:cubicBezTo>
                    <a:cubicBezTo>
                      <a:pt x="29" y="20"/>
                      <a:pt x="45" y="28"/>
                      <a:pt x="53" y="27"/>
                    </a:cubicBezTo>
                    <a:cubicBezTo>
                      <a:pt x="54" y="27"/>
                      <a:pt x="54" y="27"/>
                      <a:pt x="55" y="27"/>
                    </a:cubicBezTo>
                    <a:cubicBezTo>
                      <a:pt x="70" y="27"/>
                      <a:pt x="85" y="24"/>
                      <a:pt x="99" y="20"/>
                    </a:cubicBezTo>
                    <a:cubicBezTo>
                      <a:pt x="101" y="19"/>
                      <a:pt x="101" y="19"/>
                      <a:pt x="102" y="17"/>
                    </a:cubicBezTo>
                    <a:cubicBezTo>
                      <a:pt x="103" y="15"/>
                      <a:pt x="103" y="14"/>
                      <a:pt x="103" y="13"/>
                    </a:cubicBezTo>
                    <a:cubicBezTo>
                      <a:pt x="103" y="11"/>
                      <a:pt x="103" y="11"/>
                      <a:pt x="102" y="9"/>
                    </a:cubicBezTo>
                    <a:cubicBezTo>
                      <a:pt x="101" y="7"/>
                      <a:pt x="101" y="6"/>
                      <a:pt x="99" y="6"/>
                    </a:cubicBezTo>
                    <a:lnTo>
                      <a:pt x="9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9"/>
              <p:cNvSpPr/>
              <p:nvPr/>
            </p:nvSpPr>
            <p:spPr>
              <a:xfrm>
                <a:off x="2377315" y="5683608"/>
                <a:ext cx="7920" cy="26280"/>
              </a:xfrm>
              <a:custGeom>
                <a:rect b="b" l="l" r="r" t="t"/>
                <a:pathLst>
                  <a:path extrusionOk="0" h="73" w="22">
                    <a:moveTo>
                      <a:pt x="15" y="69"/>
                    </a:moveTo>
                    <a:cubicBezTo>
                      <a:pt x="19" y="58"/>
                      <a:pt x="21" y="46"/>
                      <a:pt x="21" y="34"/>
                    </a:cubicBezTo>
                    <a:cubicBezTo>
                      <a:pt x="21" y="24"/>
                      <a:pt x="20" y="14"/>
                      <a:pt x="17" y="4"/>
                    </a:cubicBezTo>
                    <a:cubicBezTo>
                      <a:pt x="16" y="4"/>
                      <a:pt x="16" y="3"/>
                      <a:pt x="16" y="3"/>
                    </a:cubicBezTo>
                    <a:cubicBezTo>
                      <a:pt x="16" y="2"/>
                      <a:pt x="15" y="2"/>
                      <a:pt x="14" y="1"/>
                    </a:cubicBezTo>
                    <a:cubicBezTo>
                      <a:pt x="13" y="0"/>
                      <a:pt x="12" y="0"/>
                      <a:pt x="11" y="0"/>
                    </a:cubicBezTo>
                    <a:cubicBezTo>
                      <a:pt x="10" y="0"/>
                      <a:pt x="8" y="0"/>
                      <a:pt x="7" y="1"/>
                    </a:cubicBezTo>
                    <a:cubicBezTo>
                      <a:pt x="7" y="1"/>
                      <a:pt x="6" y="2"/>
                      <a:pt x="5" y="3"/>
                    </a:cubicBezTo>
                    <a:lnTo>
                      <a:pt x="5" y="4"/>
                    </a:lnTo>
                    <a:cubicBezTo>
                      <a:pt x="1" y="14"/>
                      <a:pt x="0" y="24"/>
                      <a:pt x="0" y="34"/>
                    </a:cubicBezTo>
                    <a:cubicBezTo>
                      <a:pt x="0" y="46"/>
                      <a:pt x="2" y="57"/>
                      <a:pt x="6" y="68"/>
                    </a:cubicBezTo>
                    <a:lnTo>
                      <a:pt x="7" y="69"/>
                    </a:lnTo>
                    <a:cubicBezTo>
                      <a:pt x="8" y="70"/>
                      <a:pt x="7" y="70"/>
                      <a:pt x="8" y="71"/>
                    </a:cubicBezTo>
                    <a:cubicBezTo>
                      <a:pt x="9" y="72"/>
                      <a:pt x="10" y="71"/>
                      <a:pt x="11" y="71"/>
                    </a:cubicBezTo>
                    <a:cubicBezTo>
                      <a:pt x="12" y="71"/>
                      <a:pt x="12" y="72"/>
                      <a:pt x="13" y="71"/>
                    </a:cubicBezTo>
                    <a:cubicBezTo>
                      <a:pt x="14" y="70"/>
                      <a:pt x="14" y="70"/>
                      <a:pt x="15" y="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9"/>
              <p:cNvSpPr/>
              <p:nvPr/>
            </p:nvSpPr>
            <p:spPr>
              <a:xfrm>
                <a:off x="2547955" y="5764248"/>
                <a:ext cx="11880" cy="27720"/>
              </a:xfrm>
              <a:custGeom>
                <a:rect b="b" l="l" r="r" t="t"/>
                <a:pathLst>
                  <a:path extrusionOk="0" h="77" w="33">
                    <a:moveTo>
                      <a:pt x="8" y="74"/>
                    </a:moveTo>
                    <a:cubicBezTo>
                      <a:pt x="8" y="74"/>
                      <a:pt x="8" y="75"/>
                      <a:pt x="9" y="75"/>
                    </a:cubicBezTo>
                    <a:cubicBezTo>
                      <a:pt x="10" y="76"/>
                      <a:pt x="11" y="75"/>
                      <a:pt x="12" y="75"/>
                    </a:cubicBezTo>
                    <a:cubicBezTo>
                      <a:pt x="12" y="75"/>
                      <a:pt x="13" y="76"/>
                      <a:pt x="14" y="75"/>
                    </a:cubicBezTo>
                    <a:cubicBezTo>
                      <a:pt x="15" y="75"/>
                      <a:pt x="15" y="74"/>
                      <a:pt x="15" y="74"/>
                    </a:cubicBezTo>
                    <a:cubicBezTo>
                      <a:pt x="32" y="54"/>
                      <a:pt x="15" y="26"/>
                      <a:pt x="13" y="5"/>
                    </a:cubicBezTo>
                    <a:cubicBezTo>
                      <a:pt x="13" y="0"/>
                      <a:pt x="5" y="1"/>
                      <a:pt x="4" y="5"/>
                    </a:cubicBezTo>
                    <a:cubicBezTo>
                      <a:pt x="3" y="9"/>
                      <a:pt x="2" y="18"/>
                      <a:pt x="0" y="25"/>
                    </a:cubicBezTo>
                    <a:cubicBezTo>
                      <a:pt x="0" y="32"/>
                      <a:pt x="1" y="38"/>
                      <a:pt x="3" y="44"/>
                    </a:cubicBezTo>
                    <a:cubicBezTo>
                      <a:pt x="3" y="56"/>
                      <a:pt x="1" y="65"/>
                      <a:pt x="8" y="7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9"/>
              <p:cNvSpPr/>
              <p:nvPr/>
            </p:nvSpPr>
            <p:spPr>
              <a:xfrm>
                <a:off x="2594395" y="5813208"/>
                <a:ext cx="14040" cy="34200"/>
              </a:xfrm>
              <a:custGeom>
                <a:rect b="b" l="l" r="r" t="t"/>
                <a:pathLst>
                  <a:path extrusionOk="0" h="95" w="39">
                    <a:moveTo>
                      <a:pt x="12" y="57"/>
                    </a:moveTo>
                    <a:cubicBezTo>
                      <a:pt x="12" y="69"/>
                      <a:pt x="15" y="80"/>
                      <a:pt x="20" y="91"/>
                    </a:cubicBezTo>
                    <a:cubicBezTo>
                      <a:pt x="20" y="92"/>
                      <a:pt x="21" y="92"/>
                      <a:pt x="22" y="93"/>
                    </a:cubicBezTo>
                    <a:cubicBezTo>
                      <a:pt x="23" y="93"/>
                      <a:pt x="24" y="93"/>
                      <a:pt x="25" y="93"/>
                    </a:cubicBezTo>
                    <a:cubicBezTo>
                      <a:pt x="26" y="93"/>
                      <a:pt x="28" y="94"/>
                      <a:pt x="28" y="93"/>
                    </a:cubicBezTo>
                    <a:cubicBezTo>
                      <a:pt x="29" y="92"/>
                      <a:pt x="29" y="92"/>
                      <a:pt x="30" y="91"/>
                    </a:cubicBezTo>
                    <a:cubicBezTo>
                      <a:pt x="38" y="78"/>
                      <a:pt x="32" y="64"/>
                      <a:pt x="31" y="51"/>
                    </a:cubicBezTo>
                    <a:cubicBezTo>
                      <a:pt x="31" y="50"/>
                      <a:pt x="31" y="48"/>
                      <a:pt x="31" y="47"/>
                    </a:cubicBezTo>
                    <a:cubicBezTo>
                      <a:pt x="31" y="34"/>
                      <a:pt x="28" y="22"/>
                      <a:pt x="23" y="10"/>
                    </a:cubicBezTo>
                    <a:cubicBezTo>
                      <a:pt x="17" y="0"/>
                      <a:pt x="0" y="7"/>
                      <a:pt x="6" y="18"/>
                    </a:cubicBezTo>
                    <a:cubicBezTo>
                      <a:pt x="10" y="29"/>
                      <a:pt x="12" y="41"/>
                      <a:pt x="12" y="54"/>
                    </a:cubicBezTo>
                    <a:cubicBezTo>
                      <a:pt x="12" y="55"/>
                      <a:pt x="12" y="56"/>
                      <a:pt x="12"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9"/>
              <p:cNvSpPr/>
              <p:nvPr/>
            </p:nvSpPr>
            <p:spPr>
              <a:xfrm>
                <a:off x="2974195" y="6129647"/>
                <a:ext cx="15840" cy="114840"/>
              </a:xfrm>
              <a:custGeom>
                <a:rect b="b" l="l" r="r" t="t"/>
                <a:pathLst>
                  <a:path extrusionOk="0" h="319" w="44">
                    <a:moveTo>
                      <a:pt x="33" y="316"/>
                    </a:moveTo>
                    <a:cubicBezTo>
                      <a:pt x="37" y="318"/>
                      <a:pt x="43" y="313"/>
                      <a:pt x="41" y="309"/>
                    </a:cubicBezTo>
                    <a:cubicBezTo>
                      <a:pt x="21" y="273"/>
                      <a:pt x="24" y="226"/>
                      <a:pt x="18" y="187"/>
                    </a:cubicBezTo>
                    <a:cubicBezTo>
                      <a:pt x="10" y="128"/>
                      <a:pt x="16" y="64"/>
                      <a:pt x="14" y="5"/>
                    </a:cubicBezTo>
                    <a:cubicBezTo>
                      <a:pt x="14" y="0"/>
                      <a:pt x="3" y="0"/>
                      <a:pt x="3" y="5"/>
                    </a:cubicBezTo>
                    <a:cubicBezTo>
                      <a:pt x="1" y="39"/>
                      <a:pt x="0" y="74"/>
                      <a:pt x="0" y="108"/>
                    </a:cubicBezTo>
                    <a:cubicBezTo>
                      <a:pt x="0" y="143"/>
                      <a:pt x="1" y="177"/>
                      <a:pt x="3" y="212"/>
                    </a:cubicBezTo>
                    <a:cubicBezTo>
                      <a:pt x="5" y="240"/>
                      <a:pt x="4" y="301"/>
                      <a:pt x="33" y="3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9"/>
              <p:cNvSpPr/>
              <p:nvPr/>
            </p:nvSpPr>
            <p:spPr>
              <a:xfrm>
                <a:off x="2797795" y="6406128"/>
                <a:ext cx="13680" cy="58680"/>
              </a:xfrm>
              <a:custGeom>
                <a:rect b="b" l="l" r="r" t="t"/>
                <a:pathLst>
                  <a:path extrusionOk="0" h="163" w="38">
                    <a:moveTo>
                      <a:pt x="27" y="160"/>
                    </a:moveTo>
                    <a:cubicBezTo>
                      <a:pt x="27" y="161"/>
                      <a:pt x="28" y="161"/>
                      <a:pt x="29" y="162"/>
                    </a:cubicBezTo>
                    <a:cubicBezTo>
                      <a:pt x="29" y="162"/>
                      <a:pt x="30" y="162"/>
                      <a:pt x="31" y="162"/>
                    </a:cubicBezTo>
                    <a:lnTo>
                      <a:pt x="33" y="162"/>
                    </a:lnTo>
                    <a:cubicBezTo>
                      <a:pt x="34" y="161"/>
                      <a:pt x="34" y="161"/>
                      <a:pt x="34" y="160"/>
                    </a:cubicBezTo>
                    <a:lnTo>
                      <a:pt x="35" y="160"/>
                    </a:lnTo>
                    <a:cubicBezTo>
                      <a:pt x="36" y="153"/>
                      <a:pt x="37" y="145"/>
                      <a:pt x="37" y="138"/>
                    </a:cubicBezTo>
                    <a:cubicBezTo>
                      <a:pt x="37" y="127"/>
                      <a:pt x="35" y="116"/>
                      <a:pt x="32" y="105"/>
                    </a:cubicBezTo>
                    <a:cubicBezTo>
                      <a:pt x="27" y="71"/>
                      <a:pt x="25" y="38"/>
                      <a:pt x="18" y="5"/>
                    </a:cubicBezTo>
                    <a:cubicBezTo>
                      <a:pt x="18" y="1"/>
                      <a:pt x="11" y="0"/>
                      <a:pt x="10" y="4"/>
                    </a:cubicBezTo>
                    <a:cubicBezTo>
                      <a:pt x="0" y="30"/>
                      <a:pt x="11" y="63"/>
                      <a:pt x="10" y="89"/>
                    </a:cubicBezTo>
                    <a:cubicBezTo>
                      <a:pt x="11" y="114"/>
                      <a:pt x="16" y="138"/>
                      <a:pt x="27"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9"/>
              <p:cNvSpPr/>
              <p:nvPr/>
            </p:nvSpPr>
            <p:spPr>
              <a:xfrm>
                <a:off x="2808955" y="6492168"/>
                <a:ext cx="10800" cy="34200"/>
              </a:xfrm>
              <a:custGeom>
                <a:rect b="b" l="l" r="r" t="t"/>
                <a:pathLst>
                  <a:path extrusionOk="0" h="95" w="30">
                    <a:moveTo>
                      <a:pt x="3" y="7"/>
                    </a:moveTo>
                    <a:cubicBezTo>
                      <a:pt x="1" y="16"/>
                      <a:pt x="0" y="25"/>
                      <a:pt x="0" y="35"/>
                    </a:cubicBezTo>
                    <a:cubicBezTo>
                      <a:pt x="0" y="54"/>
                      <a:pt x="4" y="73"/>
                      <a:pt x="11" y="91"/>
                    </a:cubicBezTo>
                    <a:cubicBezTo>
                      <a:pt x="11" y="92"/>
                      <a:pt x="12" y="92"/>
                      <a:pt x="13" y="93"/>
                    </a:cubicBezTo>
                    <a:cubicBezTo>
                      <a:pt x="14" y="94"/>
                      <a:pt x="15" y="94"/>
                      <a:pt x="16" y="94"/>
                    </a:cubicBezTo>
                    <a:cubicBezTo>
                      <a:pt x="17" y="94"/>
                      <a:pt x="18" y="94"/>
                      <a:pt x="19" y="93"/>
                    </a:cubicBezTo>
                    <a:cubicBezTo>
                      <a:pt x="20" y="92"/>
                      <a:pt x="21" y="92"/>
                      <a:pt x="21" y="91"/>
                    </a:cubicBezTo>
                    <a:cubicBezTo>
                      <a:pt x="29" y="79"/>
                      <a:pt x="23" y="63"/>
                      <a:pt x="20" y="50"/>
                    </a:cubicBezTo>
                    <a:cubicBezTo>
                      <a:pt x="17" y="36"/>
                      <a:pt x="16" y="21"/>
                      <a:pt x="16" y="6"/>
                    </a:cubicBezTo>
                    <a:cubicBezTo>
                      <a:pt x="16" y="5"/>
                      <a:pt x="15" y="4"/>
                      <a:pt x="15" y="3"/>
                    </a:cubicBezTo>
                    <a:cubicBezTo>
                      <a:pt x="14" y="2"/>
                      <a:pt x="13" y="2"/>
                      <a:pt x="12" y="1"/>
                    </a:cubicBezTo>
                    <a:cubicBezTo>
                      <a:pt x="11" y="0"/>
                      <a:pt x="10" y="0"/>
                      <a:pt x="9" y="0"/>
                    </a:cubicBezTo>
                    <a:cubicBezTo>
                      <a:pt x="8" y="0"/>
                      <a:pt x="7" y="0"/>
                      <a:pt x="6" y="1"/>
                    </a:cubicBezTo>
                    <a:cubicBezTo>
                      <a:pt x="5" y="2"/>
                      <a:pt x="5" y="2"/>
                      <a:pt x="4" y="3"/>
                    </a:cubicBezTo>
                    <a:cubicBezTo>
                      <a:pt x="3" y="4"/>
                      <a:pt x="3" y="5"/>
                      <a:pt x="3" y="6"/>
                    </a:cubicBezTo>
                    <a:lnTo>
                      <a:pt x="3"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9"/>
              <p:cNvSpPr/>
              <p:nvPr/>
            </p:nvSpPr>
            <p:spPr>
              <a:xfrm>
                <a:off x="2524555" y="6194448"/>
                <a:ext cx="10440" cy="46080"/>
              </a:xfrm>
              <a:custGeom>
                <a:rect b="b" l="l" r="r" t="t"/>
                <a:pathLst>
                  <a:path extrusionOk="0" h="128" w="29">
                    <a:moveTo>
                      <a:pt x="17" y="121"/>
                    </a:moveTo>
                    <a:cubicBezTo>
                      <a:pt x="20" y="127"/>
                      <a:pt x="28" y="123"/>
                      <a:pt x="28" y="117"/>
                    </a:cubicBezTo>
                    <a:cubicBezTo>
                      <a:pt x="28" y="102"/>
                      <a:pt x="28" y="87"/>
                      <a:pt x="26" y="71"/>
                    </a:cubicBezTo>
                    <a:cubicBezTo>
                      <a:pt x="24" y="50"/>
                      <a:pt x="18" y="29"/>
                      <a:pt x="17" y="9"/>
                    </a:cubicBezTo>
                    <a:cubicBezTo>
                      <a:pt x="17" y="7"/>
                      <a:pt x="17" y="5"/>
                      <a:pt x="16" y="4"/>
                    </a:cubicBezTo>
                    <a:cubicBezTo>
                      <a:pt x="15" y="3"/>
                      <a:pt x="14" y="2"/>
                      <a:pt x="13" y="1"/>
                    </a:cubicBezTo>
                    <a:cubicBezTo>
                      <a:pt x="12" y="0"/>
                      <a:pt x="10" y="0"/>
                      <a:pt x="9" y="0"/>
                    </a:cubicBezTo>
                    <a:cubicBezTo>
                      <a:pt x="7" y="0"/>
                      <a:pt x="6" y="0"/>
                      <a:pt x="4" y="1"/>
                    </a:cubicBezTo>
                    <a:cubicBezTo>
                      <a:pt x="2" y="2"/>
                      <a:pt x="2" y="3"/>
                      <a:pt x="1" y="4"/>
                    </a:cubicBezTo>
                    <a:cubicBezTo>
                      <a:pt x="0" y="5"/>
                      <a:pt x="0" y="7"/>
                      <a:pt x="0" y="9"/>
                    </a:cubicBezTo>
                    <a:cubicBezTo>
                      <a:pt x="1" y="26"/>
                      <a:pt x="2" y="43"/>
                      <a:pt x="5" y="60"/>
                    </a:cubicBezTo>
                    <a:cubicBezTo>
                      <a:pt x="6" y="81"/>
                      <a:pt x="10" y="101"/>
                      <a:pt x="17"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9"/>
              <p:cNvSpPr/>
              <p:nvPr/>
            </p:nvSpPr>
            <p:spPr>
              <a:xfrm>
                <a:off x="2516995" y="6265008"/>
                <a:ext cx="10440" cy="37440"/>
              </a:xfrm>
              <a:custGeom>
                <a:rect b="b" l="l" r="r" t="t"/>
                <a:pathLst>
                  <a:path extrusionOk="0" h="104" w="29">
                    <a:moveTo>
                      <a:pt x="25" y="99"/>
                    </a:moveTo>
                    <a:cubicBezTo>
                      <a:pt x="27" y="87"/>
                      <a:pt x="28" y="75"/>
                      <a:pt x="28" y="63"/>
                    </a:cubicBezTo>
                    <a:cubicBezTo>
                      <a:pt x="28" y="46"/>
                      <a:pt x="26" y="29"/>
                      <a:pt x="23" y="13"/>
                    </a:cubicBezTo>
                    <a:cubicBezTo>
                      <a:pt x="21" y="0"/>
                      <a:pt x="0" y="1"/>
                      <a:pt x="3" y="13"/>
                    </a:cubicBezTo>
                    <a:cubicBezTo>
                      <a:pt x="8" y="41"/>
                      <a:pt x="8" y="70"/>
                      <a:pt x="14" y="98"/>
                    </a:cubicBezTo>
                    <a:cubicBezTo>
                      <a:pt x="14" y="99"/>
                      <a:pt x="15" y="99"/>
                      <a:pt x="15" y="100"/>
                    </a:cubicBezTo>
                    <a:cubicBezTo>
                      <a:pt x="16" y="101"/>
                      <a:pt x="16" y="102"/>
                      <a:pt x="17" y="102"/>
                    </a:cubicBezTo>
                    <a:cubicBezTo>
                      <a:pt x="18" y="103"/>
                      <a:pt x="19" y="103"/>
                      <a:pt x="20" y="103"/>
                    </a:cubicBezTo>
                    <a:cubicBezTo>
                      <a:pt x="21" y="103"/>
                      <a:pt x="22" y="103"/>
                      <a:pt x="23" y="102"/>
                    </a:cubicBezTo>
                    <a:cubicBezTo>
                      <a:pt x="24" y="102"/>
                      <a:pt x="25" y="101"/>
                      <a:pt x="25" y="100"/>
                    </a:cubicBezTo>
                    <a:lnTo>
                      <a:pt x="25" y="9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9"/>
              <p:cNvSpPr/>
              <p:nvPr/>
            </p:nvSpPr>
            <p:spPr>
              <a:xfrm>
                <a:off x="2695195" y="6382008"/>
                <a:ext cx="15480" cy="62640"/>
              </a:xfrm>
              <a:custGeom>
                <a:rect b="b" l="l" r="r" t="t"/>
                <a:pathLst>
                  <a:path extrusionOk="0" h="174" w="43">
                    <a:moveTo>
                      <a:pt x="40" y="169"/>
                    </a:moveTo>
                    <a:cubicBezTo>
                      <a:pt x="42" y="162"/>
                      <a:pt x="42" y="155"/>
                      <a:pt x="42" y="148"/>
                    </a:cubicBezTo>
                    <a:cubicBezTo>
                      <a:pt x="42" y="136"/>
                      <a:pt x="40" y="123"/>
                      <a:pt x="36" y="112"/>
                    </a:cubicBezTo>
                    <a:cubicBezTo>
                      <a:pt x="29" y="79"/>
                      <a:pt x="23" y="46"/>
                      <a:pt x="20" y="13"/>
                    </a:cubicBezTo>
                    <a:cubicBezTo>
                      <a:pt x="18" y="1"/>
                      <a:pt x="0" y="0"/>
                      <a:pt x="0" y="13"/>
                    </a:cubicBezTo>
                    <a:cubicBezTo>
                      <a:pt x="0" y="14"/>
                      <a:pt x="0" y="15"/>
                      <a:pt x="0" y="16"/>
                    </a:cubicBezTo>
                    <a:cubicBezTo>
                      <a:pt x="0" y="68"/>
                      <a:pt x="9" y="119"/>
                      <a:pt x="26" y="168"/>
                    </a:cubicBezTo>
                    <a:cubicBezTo>
                      <a:pt x="27" y="168"/>
                      <a:pt x="27" y="169"/>
                      <a:pt x="27" y="169"/>
                    </a:cubicBezTo>
                    <a:cubicBezTo>
                      <a:pt x="28" y="171"/>
                      <a:pt x="29" y="171"/>
                      <a:pt x="30" y="172"/>
                    </a:cubicBezTo>
                    <a:cubicBezTo>
                      <a:pt x="31" y="173"/>
                      <a:pt x="31" y="173"/>
                      <a:pt x="33" y="173"/>
                    </a:cubicBezTo>
                    <a:cubicBezTo>
                      <a:pt x="34" y="173"/>
                      <a:pt x="36" y="173"/>
                      <a:pt x="37" y="172"/>
                    </a:cubicBezTo>
                    <a:cubicBezTo>
                      <a:pt x="38" y="171"/>
                      <a:pt x="39" y="171"/>
                      <a:pt x="40" y="16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9"/>
              <p:cNvSpPr/>
              <p:nvPr/>
            </p:nvSpPr>
            <p:spPr>
              <a:xfrm>
                <a:off x="2713555" y="6497568"/>
                <a:ext cx="14400" cy="99720"/>
              </a:xfrm>
              <a:custGeom>
                <a:rect b="b" l="l" r="r" t="t"/>
                <a:pathLst>
                  <a:path extrusionOk="0" h="277" w="40">
                    <a:moveTo>
                      <a:pt x="9" y="140"/>
                    </a:moveTo>
                    <a:cubicBezTo>
                      <a:pt x="10" y="183"/>
                      <a:pt x="15" y="227"/>
                      <a:pt x="23" y="270"/>
                    </a:cubicBezTo>
                    <a:cubicBezTo>
                      <a:pt x="23" y="271"/>
                      <a:pt x="24" y="272"/>
                      <a:pt x="24" y="272"/>
                    </a:cubicBezTo>
                    <a:cubicBezTo>
                      <a:pt x="25" y="273"/>
                      <a:pt x="25" y="274"/>
                      <a:pt x="26" y="275"/>
                    </a:cubicBezTo>
                    <a:cubicBezTo>
                      <a:pt x="27" y="276"/>
                      <a:pt x="29" y="276"/>
                      <a:pt x="30" y="276"/>
                    </a:cubicBezTo>
                    <a:cubicBezTo>
                      <a:pt x="31" y="276"/>
                      <a:pt x="32" y="276"/>
                      <a:pt x="33" y="275"/>
                    </a:cubicBezTo>
                    <a:cubicBezTo>
                      <a:pt x="34" y="274"/>
                      <a:pt x="35" y="273"/>
                      <a:pt x="36" y="272"/>
                    </a:cubicBezTo>
                    <a:cubicBezTo>
                      <a:pt x="36" y="272"/>
                      <a:pt x="36" y="271"/>
                      <a:pt x="36" y="270"/>
                    </a:cubicBezTo>
                    <a:cubicBezTo>
                      <a:pt x="38" y="254"/>
                      <a:pt x="39" y="238"/>
                      <a:pt x="39" y="222"/>
                    </a:cubicBezTo>
                    <a:cubicBezTo>
                      <a:pt x="39" y="200"/>
                      <a:pt x="37" y="178"/>
                      <a:pt x="34" y="156"/>
                    </a:cubicBezTo>
                    <a:cubicBezTo>
                      <a:pt x="29" y="110"/>
                      <a:pt x="34" y="52"/>
                      <a:pt x="16" y="8"/>
                    </a:cubicBezTo>
                    <a:cubicBezTo>
                      <a:pt x="13" y="0"/>
                      <a:pt x="0" y="5"/>
                      <a:pt x="2" y="13"/>
                    </a:cubicBezTo>
                    <a:cubicBezTo>
                      <a:pt x="14" y="52"/>
                      <a:pt x="7" y="99"/>
                      <a:pt x="9"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9"/>
              <p:cNvSpPr/>
              <p:nvPr/>
            </p:nvSpPr>
            <p:spPr>
              <a:xfrm>
                <a:off x="2784835" y="6412248"/>
                <a:ext cx="15120" cy="133920"/>
              </a:xfrm>
              <a:custGeom>
                <a:rect b="b" l="l" r="r" t="t"/>
                <a:pathLst>
                  <a:path extrusionOk="0" h="372" w="42">
                    <a:moveTo>
                      <a:pt x="31" y="365"/>
                    </a:moveTo>
                    <a:cubicBezTo>
                      <a:pt x="41" y="246"/>
                      <a:pt x="26" y="128"/>
                      <a:pt x="17" y="10"/>
                    </a:cubicBezTo>
                    <a:cubicBezTo>
                      <a:pt x="17" y="0"/>
                      <a:pt x="0" y="1"/>
                      <a:pt x="0" y="10"/>
                    </a:cubicBezTo>
                    <a:cubicBezTo>
                      <a:pt x="3" y="128"/>
                      <a:pt x="8" y="247"/>
                      <a:pt x="20" y="364"/>
                    </a:cubicBezTo>
                    <a:cubicBezTo>
                      <a:pt x="21" y="371"/>
                      <a:pt x="30" y="371"/>
                      <a:pt x="31" y="3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9"/>
              <p:cNvSpPr/>
              <p:nvPr/>
            </p:nvSpPr>
            <p:spPr>
              <a:xfrm>
                <a:off x="1966555" y="5534208"/>
                <a:ext cx="10080" cy="27720"/>
              </a:xfrm>
              <a:custGeom>
                <a:rect b="b" l="l" r="r" t="t"/>
                <a:pathLst>
                  <a:path extrusionOk="0" h="77" w="28">
                    <a:moveTo>
                      <a:pt x="21" y="44"/>
                    </a:moveTo>
                    <a:cubicBezTo>
                      <a:pt x="20" y="33"/>
                      <a:pt x="16" y="23"/>
                      <a:pt x="16" y="12"/>
                    </a:cubicBezTo>
                    <a:cubicBezTo>
                      <a:pt x="15" y="1"/>
                      <a:pt x="0" y="0"/>
                      <a:pt x="0" y="11"/>
                    </a:cubicBezTo>
                    <a:cubicBezTo>
                      <a:pt x="0" y="23"/>
                      <a:pt x="1" y="36"/>
                      <a:pt x="3" y="48"/>
                    </a:cubicBezTo>
                    <a:cubicBezTo>
                      <a:pt x="5" y="58"/>
                      <a:pt x="8" y="69"/>
                      <a:pt x="18" y="74"/>
                    </a:cubicBezTo>
                    <a:cubicBezTo>
                      <a:pt x="23" y="76"/>
                      <a:pt x="27" y="70"/>
                      <a:pt x="25" y="66"/>
                    </a:cubicBezTo>
                    <a:cubicBezTo>
                      <a:pt x="23" y="59"/>
                      <a:pt x="22" y="52"/>
                      <a:pt x="21"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9"/>
              <p:cNvSpPr/>
              <p:nvPr/>
            </p:nvSpPr>
            <p:spPr>
              <a:xfrm>
                <a:off x="2293075" y="5852448"/>
                <a:ext cx="6120" cy="18360"/>
              </a:xfrm>
              <a:custGeom>
                <a:rect b="b" l="l" r="r" t="t"/>
                <a:pathLst>
                  <a:path extrusionOk="0" h="51" w="17">
                    <a:moveTo>
                      <a:pt x="13" y="8"/>
                    </a:moveTo>
                    <a:cubicBezTo>
                      <a:pt x="13" y="0"/>
                      <a:pt x="0" y="0"/>
                      <a:pt x="0" y="8"/>
                    </a:cubicBezTo>
                    <a:cubicBezTo>
                      <a:pt x="0" y="16"/>
                      <a:pt x="0" y="21"/>
                      <a:pt x="0" y="28"/>
                    </a:cubicBezTo>
                    <a:cubicBezTo>
                      <a:pt x="1" y="34"/>
                      <a:pt x="3" y="41"/>
                      <a:pt x="6" y="47"/>
                    </a:cubicBezTo>
                    <a:cubicBezTo>
                      <a:pt x="6" y="47"/>
                      <a:pt x="7" y="47"/>
                      <a:pt x="7" y="48"/>
                    </a:cubicBezTo>
                    <a:lnTo>
                      <a:pt x="8" y="49"/>
                    </a:lnTo>
                    <a:cubicBezTo>
                      <a:pt x="9" y="50"/>
                      <a:pt x="10" y="50"/>
                      <a:pt x="10" y="50"/>
                    </a:cubicBezTo>
                    <a:cubicBezTo>
                      <a:pt x="11" y="50"/>
                      <a:pt x="12" y="50"/>
                      <a:pt x="13" y="49"/>
                    </a:cubicBezTo>
                    <a:lnTo>
                      <a:pt x="14" y="48"/>
                    </a:lnTo>
                    <a:cubicBezTo>
                      <a:pt x="14" y="47"/>
                      <a:pt x="14" y="47"/>
                      <a:pt x="14" y="47"/>
                    </a:cubicBezTo>
                    <a:cubicBezTo>
                      <a:pt x="15" y="45"/>
                      <a:pt x="16" y="42"/>
                      <a:pt x="16" y="39"/>
                    </a:cubicBezTo>
                    <a:cubicBezTo>
                      <a:pt x="16" y="36"/>
                      <a:pt x="15" y="33"/>
                      <a:pt x="14" y="31"/>
                    </a:cubicBezTo>
                    <a:cubicBezTo>
                      <a:pt x="13" y="25"/>
                      <a:pt x="13" y="20"/>
                      <a:pt x="13" y="14"/>
                    </a:cubicBezTo>
                    <a:cubicBezTo>
                      <a:pt x="13" y="12"/>
                      <a:pt x="13" y="10"/>
                      <a:pt x="13"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9"/>
              <p:cNvSpPr/>
              <p:nvPr/>
            </p:nvSpPr>
            <p:spPr>
              <a:xfrm>
                <a:off x="2329075" y="5810327"/>
                <a:ext cx="4320" cy="17640"/>
              </a:xfrm>
              <a:custGeom>
                <a:rect b="b" l="l" r="r" t="t"/>
                <a:pathLst>
                  <a:path extrusionOk="0" h="49" w="12">
                    <a:moveTo>
                      <a:pt x="0" y="7"/>
                    </a:moveTo>
                    <a:cubicBezTo>
                      <a:pt x="0" y="10"/>
                      <a:pt x="0" y="12"/>
                      <a:pt x="0" y="14"/>
                    </a:cubicBezTo>
                    <a:cubicBezTo>
                      <a:pt x="0" y="25"/>
                      <a:pt x="1" y="35"/>
                      <a:pt x="2" y="45"/>
                    </a:cubicBezTo>
                    <a:cubicBezTo>
                      <a:pt x="2" y="48"/>
                      <a:pt x="8" y="48"/>
                      <a:pt x="9" y="45"/>
                    </a:cubicBezTo>
                    <a:cubicBezTo>
                      <a:pt x="10" y="35"/>
                      <a:pt x="11" y="25"/>
                      <a:pt x="11" y="15"/>
                    </a:cubicBezTo>
                    <a:cubicBezTo>
                      <a:pt x="11" y="12"/>
                      <a:pt x="11" y="9"/>
                      <a:pt x="11" y="6"/>
                    </a:cubicBezTo>
                    <a:cubicBezTo>
                      <a:pt x="11" y="0"/>
                      <a:pt x="0" y="0"/>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9"/>
              <p:cNvSpPr/>
              <p:nvPr/>
            </p:nvSpPr>
            <p:spPr>
              <a:xfrm>
                <a:off x="1880515" y="4169448"/>
                <a:ext cx="2418480" cy="3031560"/>
              </a:xfrm>
              <a:custGeom>
                <a:rect b="b" l="l" r="r" t="t"/>
                <a:pathLst>
                  <a:path extrusionOk="0" h="8421" w="6718">
                    <a:moveTo>
                      <a:pt x="6710" y="6375"/>
                    </a:moveTo>
                    <a:cubicBezTo>
                      <a:pt x="6704" y="6349"/>
                      <a:pt x="6677" y="6360"/>
                      <a:pt x="6661" y="6369"/>
                    </a:cubicBezTo>
                    <a:cubicBezTo>
                      <a:pt x="6661" y="6368"/>
                      <a:pt x="6660" y="6368"/>
                      <a:pt x="6660" y="6367"/>
                    </a:cubicBezTo>
                    <a:cubicBezTo>
                      <a:pt x="6659" y="6366"/>
                      <a:pt x="6658" y="6364"/>
                      <a:pt x="6656" y="6363"/>
                    </a:cubicBezTo>
                    <a:cubicBezTo>
                      <a:pt x="6655" y="6362"/>
                      <a:pt x="6653" y="6362"/>
                      <a:pt x="6652" y="6362"/>
                    </a:cubicBezTo>
                    <a:lnTo>
                      <a:pt x="6646" y="6362"/>
                    </a:lnTo>
                    <a:cubicBezTo>
                      <a:pt x="6646" y="6358"/>
                      <a:pt x="6646" y="6355"/>
                      <a:pt x="6646" y="6351"/>
                    </a:cubicBezTo>
                    <a:cubicBezTo>
                      <a:pt x="6646" y="6349"/>
                      <a:pt x="6646" y="6346"/>
                      <a:pt x="6645" y="6345"/>
                    </a:cubicBezTo>
                    <a:cubicBezTo>
                      <a:pt x="6646" y="6343"/>
                      <a:pt x="6646" y="6341"/>
                      <a:pt x="6646" y="6340"/>
                    </a:cubicBezTo>
                    <a:cubicBezTo>
                      <a:pt x="6650" y="6313"/>
                      <a:pt x="6634" y="6312"/>
                      <a:pt x="6617" y="6293"/>
                    </a:cubicBezTo>
                    <a:cubicBezTo>
                      <a:pt x="6591" y="6265"/>
                      <a:pt x="6566" y="6234"/>
                      <a:pt x="6539" y="6206"/>
                    </a:cubicBezTo>
                    <a:cubicBezTo>
                      <a:pt x="6491" y="6155"/>
                      <a:pt x="6417" y="6124"/>
                      <a:pt x="6379" y="6064"/>
                    </a:cubicBezTo>
                    <a:cubicBezTo>
                      <a:pt x="6362" y="6042"/>
                      <a:pt x="6342" y="6022"/>
                      <a:pt x="6320" y="6005"/>
                    </a:cubicBezTo>
                    <a:cubicBezTo>
                      <a:pt x="6282" y="5980"/>
                      <a:pt x="6248" y="5949"/>
                      <a:pt x="6218" y="5915"/>
                    </a:cubicBezTo>
                    <a:cubicBezTo>
                      <a:pt x="6197" y="5892"/>
                      <a:pt x="6179" y="5867"/>
                      <a:pt x="6156" y="5845"/>
                    </a:cubicBezTo>
                    <a:cubicBezTo>
                      <a:pt x="6126" y="5819"/>
                      <a:pt x="6099" y="5789"/>
                      <a:pt x="6077" y="5755"/>
                    </a:cubicBezTo>
                    <a:lnTo>
                      <a:pt x="6079" y="5753"/>
                    </a:lnTo>
                    <a:cubicBezTo>
                      <a:pt x="6088" y="5738"/>
                      <a:pt x="6093" y="5720"/>
                      <a:pt x="6103" y="5706"/>
                    </a:cubicBezTo>
                    <a:cubicBezTo>
                      <a:pt x="6113" y="5691"/>
                      <a:pt x="6123" y="5681"/>
                      <a:pt x="6132" y="5668"/>
                    </a:cubicBezTo>
                    <a:cubicBezTo>
                      <a:pt x="6180" y="5599"/>
                      <a:pt x="6228" y="5532"/>
                      <a:pt x="6279" y="5466"/>
                    </a:cubicBezTo>
                    <a:cubicBezTo>
                      <a:pt x="6304" y="5433"/>
                      <a:pt x="6342" y="5405"/>
                      <a:pt x="6358" y="5367"/>
                    </a:cubicBezTo>
                    <a:cubicBezTo>
                      <a:pt x="6362" y="5360"/>
                      <a:pt x="6365" y="5352"/>
                      <a:pt x="6370" y="5345"/>
                    </a:cubicBezTo>
                    <a:cubicBezTo>
                      <a:pt x="6388" y="5313"/>
                      <a:pt x="6412" y="5284"/>
                      <a:pt x="6440" y="5259"/>
                    </a:cubicBezTo>
                    <a:cubicBezTo>
                      <a:pt x="6453" y="5245"/>
                      <a:pt x="6459" y="5225"/>
                      <a:pt x="6472" y="5210"/>
                    </a:cubicBezTo>
                    <a:cubicBezTo>
                      <a:pt x="6482" y="5199"/>
                      <a:pt x="6492" y="5188"/>
                      <a:pt x="6500" y="5176"/>
                    </a:cubicBezTo>
                    <a:cubicBezTo>
                      <a:pt x="6521" y="5144"/>
                      <a:pt x="6534" y="5115"/>
                      <a:pt x="6523" y="5080"/>
                    </a:cubicBezTo>
                    <a:cubicBezTo>
                      <a:pt x="6522" y="5079"/>
                      <a:pt x="6522" y="5079"/>
                      <a:pt x="6522" y="5078"/>
                    </a:cubicBezTo>
                    <a:cubicBezTo>
                      <a:pt x="6521" y="5077"/>
                      <a:pt x="6521" y="5077"/>
                      <a:pt x="6521" y="5077"/>
                    </a:cubicBezTo>
                    <a:cubicBezTo>
                      <a:pt x="6521" y="5075"/>
                      <a:pt x="6522" y="5073"/>
                      <a:pt x="6522" y="5072"/>
                    </a:cubicBezTo>
                    <a:cubicBezTo>
                      <a:pt x="6522" y="5070"/>
                      <a:pt x="6521" y="5069"/>
                      <a:pt x="6521" y="5068"/>
                    </a:cubicBezTo>
                    <a:cubicBezTo>
                      <a:pt x="6519" y="5064"/>
                      <a:pt x="6518" y="5060"/>
                      <a:pt x="6516" y="5057"/>
                    </a:cubicBezTo>
                    <a:cubicBezTo>
                      <a:pt x="6512" y="5050"/>
                      <a:pt x="6508" y="5045"/>
                      <a:pt x="6502" y="5040"/>
                    </a:cubicBezTo>
                    <a:cubicBezTo>
                      <a:pt x="6492" y="4999"/>
                      <a:pt x="6455" y="4954"/>
                      <a:pt x="6431" y="4922"/>
                    </a:cubicBezTo>
                    <a:cubicBezTo>
                      <a:pt x="6418" y="4905"/>
                      <a:pt x="6389" y="4891"/>
                      <a:pt x="6372" y="4877"/>
                    </a:cubicBezTo>
                    <a:cubicBezTo>
                      <a:pt x="6349" y="4858"/>
                      <a:pt x="6329" y="4836"/>
                      <a:pt x="6311" y="4812"/>
                    </a:cubicBezTo>
                    <a:cubicBezTo>
                      <a:pt x="6284" y="4777"/>
                      <a:pt x="6230" y="4746"/>
                      <a:pt x="6193" y="4722"/>
                    </a:cubicBezTo>
                    <a:cubicBezTo>
                      <a:pt x="6143" y="4690"/>
                      <a:pt x="6105" y="4644"/>
                      <a:pt x="6055" y="4613"/>
                    </a:cubicBezTo>
                    <a:cubicBezTo>
                      <a:pt x="5940" y="4541"/>
                      <a:pt x="5827" y="4469"/>
                      <a:pt x="5709" y="4402"/>
                    </a:cubicBezTo>
                    <a:cubicBezTo>
                      <a:pt x="5582" y="4331"/>
                      <a:pt x="5450" y="4267"/>
                      <a:pt x="5315" y="4213"/>
                    </a:cubicBezTo>
                    <a:cubicBezTo>
                      <a:pt x="5246" y="4185"/>
                      <a:pt x="5179" y="4151"/>
                      <a:pt x="5110" y="4123"/>
                    </a:cubicBezTo>
                    <a:cubicBezTo>
                      <a:pt x="5045" y="4096"/>
                      <a:pt x="4970" y="4085"/>
                      <a:pt x="4902" y="4067"/>
                    </a:cubicBezTo>
                    <a:cubicBezTo>
                      <a:pt x="4838" y="4046"/>
                      <a:pt x="4776" y="4023"/>
                      <a:pt x="4715" y="3995"/>
                    </a:cubicBezTo>
                    <a:cubicBezTo>
                      <a:pt x="4659" y="3972"/>
                      <a:pt x="4605" y="3968"/>
                      <a:pt x="4548" y="3951"/>
                    </a:cubicBezTo>
                    <a:cubicBezTo>
                      <a:pt x="4475" y="3930"/>
                      <a:pt x="4398" y="3924"/>
                      <a:pt x="4323" y="3908"/>
                    </a:cubicBezTo>
                    <a:cubicBezTo>
                      <a:pt x="4259" y="3895"/>
                      <a:pt x="4193" y="3888"/>
                      <a:pt x="4127" y="3888"/>
                    </a:cubicBezTo>
                    <a:cubicBezTo>
                      <a:pt x="4120" y="3888"/>
                      <a:pt x="4113" y="3888"/>
                      <a:pt x="4106" y="3888"/>
                    </a:cubicBezTo>
                    <a:cubicBezTo>
                      <a:pt x="4027" y="3889"/>
                      <a:pt x="3943" y="3881"/>
                      <a:pt x="3868" y="3908"/>
                    </a:cubicBezTo>
                    <a:cubicBezTo>
                      <a:pt x="3841" y="3915"/>
                      <a:pt x="3814" y="3918"/>
                      <a:pt x="3786" y="3918"/>
                    </a:cubicBezTo>
                    <a:cubicBezTo>
                      <a:pt x="3776" y="3920"/>
                      <a:pt x="3766" y="3923"/>
                      <a:pt x="3757" y="3928"/>
                    </a:cubicBezTo>
                    <a:cubicBezTo>
                      <a:pt x="3752" y="3931"/>
                      <a:pt x="3748" y="3934"/>
                      <a:pt x="3743" y="3938"/>
                    </a:cubicBezTo>
                    <a:cubicBezTo>
                      <a:pt x="3729" y="3933"/>
                      <a:pt x="3716" y="3926"/>
                      <a:pt x="3702" y="3920"/>
                    </a:cubicBezTo>
                    <a:cubicBezTo>
                      <a:pt x="3690" y="3910"/>
                      <a:pt x="3682" y="3895"/>
                      <a:pt x="3671" y="3884"/>
                    </a:cubicBezTo>
                    <a:cubicBezTo>
                      <a:pt x="3659" y="3873"/>
                      <a:pt x="3642" y="3865"/>
                      <a:pt x="3629" y="3853"/>
                    </a:cubicBezTo>
                    <a:cubicBezTo>
                      <a:pt x="3624" y="3850"/>
                      <a:pt x="3620" y="3847"/>
                      <a:pt x="3615" y="3844"/>
                    </a:cubicBezTo>
                    <a:cubicBezTo>
                      <a:pt x="3602" y="3837"/>
                      <a:pt x="3589" y="3831"/>
                      <a:pt x="3576" y="3827"/>
                    </a:cubicBezTo>
                    <a:cubicBezTo>
                      <a:pt x="3547" y="3816"/>
                      <a:pt x="3518" y="3801"/>
                      <a:pt x="3489" y="3788"/>
                    </a:cubicBezTo>
                    <a:cubicBezTo>
                      <a:pt x="3402" y="3750"/>
                      <a:pt x="3308" y="3744"/>
                      <a:pt x="3214" y="3731"/>
                    </a:cubicBezTo>
                    <a:cubicBezTo>
                      <a:pt x="3191" y="3730"/>
                      <a:pt x="3168" y="3729"/>
                      <a:pt x="3145" y="3729"/>
                    </a:cubicBezTo>
                    <a:cubicBezTo>
                      <a:pt x="3122" y="3729"/>
                      <a:pt x="3099" y="3730"/>
                      <a:pt x="3077" y="3731"/>
                    </a:cubicBezTo>
                    <a:cubicBezTo>
                      <a:pt x="3015" y="3731"/>
                      <a:pt x="2952" y="3733"/>
                      <a:pt x="2891" y="3731"/>
                    </a:cubicBezTo>
                    <a:cubicBezTo>
                      <a:pt x="2833" y="3731"/>
                      <a:pt x="2780" y="3708"/>
                      <a:pt x="2722" y="3708"/>
                    </a:cubicBezTo>
                    <a:cubicBezTo>
                      <a:pt x="2692" y="3708"/>
                      <a:pt x="2661" y="3709"/>
                      <a:pt x="2631" y="3710"/>
                    </a:cubicBezTo>
                    <a:cubicBezTo>
                      <a:pt x="2609" y="3710"/>
                      <a:pt x="2589" y="3704"/>
                      <a:pt x="2567" y="3702"/>
                    </a:cubicBezTo>
                    <a:cubicBezTo>
                      <a:pt x="2567" y="3699"/>
                      <a:pt x="2567" y="3695"/>
                      <a:pt x="2569" y="3691"/>
                    </a:cubicBezTo>
                    <a:cubicBezTo>
                      <a:pt x="2573" y="3653"/>
                      <a:pt x="2590" y="3620"/>
                      <a:pt x="2593" y="3581"/>
                    </a:cubicBezTo>
                    <a:cubicBezTo>
                      <a:pt x="2596" y="3543"/>
                      <a:pt x="2612" y="3513"/>
                      <a:pt x="2622" y="3479"/>
                    </a:cubicBezTo>
                    <a:cubicBezTo>
                      <a:pt x="2639" y="3417"/>
                      <a:pt x="2639" y="3350"/>
                      <a:pt x="2655" y="3287"/>
                    </a:cubicBezTo>
                    <a:cubicBezTo>
                      <a:pt x="2671" y="3225"/>
                      <a:pt x="2672" y="3153"/>
                      <a:pt x="2687" y="3087"/>
                    </a:cubicBezTo>
                    <a:cubicBezTo>
                      <a:pt x="2701" y="3028"/>
                      <a:pt x="2696" y="2969"/>
                      <a:pt x="2707" y="2910"/>
                    </a:cubicBezTo>
                    <a:cubicBezTo>
                      <a:pt x="2713" y="2878"/>
                      <a:pt x="2714" y="2845"/>
                      <a:pt x="2721" y="2814"/>
                    </a:cubicBezTo>
                    <a:cubicBezTo>
                      <a:pt x="2726" y="2786"/>
                      <a:pt x="2736" y="2760"/>
                      <a:pt x="2742" y="2733"/>
                    </a:cubicBezTo>
                    <a:cubicBezTo>
                      <a:pt x="2751" y="2695"/>
                      <a:pt x="2761" y="2657"/>
                      <a:pt x="2771" y="2620"/>
                    </a:cubicBezTo>
                    <a:cubicBezTo>
                      <a:pt x="2782" y="2576"/>
                      <a:pt x="2789" y="2531"/>
                      <a:pt x="2803" y="2489"/>
                    </a:cubicBezTo>
                    <a:cubicBezTo>
                      <a:pt x="2823" y="2431"/>
                      <a:pt x="2829" y="2371"/>
                      <a:pt x="2844" y="2312"/>
                    </a:cubicBezTo>
                    <a:cubicBezTo>
                      <a:pt x="2861" y="2244"/>
                      <a:pt x="2866" y="2174"/>
                      <a:pt x="2883" y="2106"/>
                    </a:cubicBezTo>
                    <a:cubicBezTo>
                      <a:pt x="2896" y="2055"/>
                      <a:pt x="2906" y="2002"/>
                      <a:pt x="2913" y="1949"/>
                    </a:cubicBezTo>
                    <a:cubicBezTo>
                      <a:pt x="2920" y="1903"/>
                      <a:pt x="2904" y="1858"/>
                      <a:pt x="2927" y="1810"/>
                    </a:cubicBezTo>
                    <a:cubicBezTo>
                      <a:pt x="2936" y="1794"/>
                      <a:pt x="2941" y="1775"/>
                      <a:pt x="2941" y="1757"/>
                    </a:cubicBezTo>
                    <a:cubicBezTo>
                      <a:pt x="2941" y="1751"/>
                      <a:pt x="2940" y="1746"/>
                      <a:pt x="2939" y="1740"/>
                    </a:cubicBezTo>
                    <a:cubicBezTo>
                      <a:pt x="2932" y="1698"/>
                      <a:pt x="2954" y="1660"/>
                      <a:pt x="2953" y="1618"/>
                    </a:cubicBezTo>
                    <a:cubicBezTo>
                      <a:pt x="2952" y="1611"/>
                      <a:pt x="2952" y="1604"/>
                      <a:pt x="2952" y="1597"/>
                    </a:cubicBezTo>
                    <a:cubicBezTo>
                      <a:pt x="2952" y="1566"/>
                      <a:pt x="2955" y="1535"/>
                      <a:pt x="2961" y="1505"/>
                    </a:cubicBezTo>
                    <a:cubicBezTo>
                      <a:pt x="2977" y="1429"/>
                      <a:pt x="2992" y="1352"/>
                      <a:pt x="3006" y="1276"/>
                    </a:cubicBezTo>
                    <a:cubicBezTo>
                      <a:pt x="3030" y="1152"/>
                      <a:pt x="3026" y="1024"/>
                      <a:pt x="3065" y="904"/>
                    </a:cubicBezTo>
                    <a:cubicBezTo>
                      <a:pt x="3084" y="842"/>
                      <a:pt x="3094" y="777"/>
                      <a:pt x="3096" y="713"/>
                    </a:cubicBezTo>
                    <a:cubicBezTo>
                      <a:pt x="3098" y="645"/>
                      <a:pt x="3129" y="579"/>
                      <a:pt x="3145" y="514"/>
                    </a:cubicBezTo>
                    <a:cubicBezTo>
                      <a:pt x="3158" y="457"/>
                      <a:pt x="3166" y="400"/>
                      <a:pt x="3170" y="342"/>
                    </a:cubicBezTo>
                    <a:cubicBezTo>
                      <a:pt x="3173" y="309"/>
                      <a:pt x="3170" y="275"/>
                      <a:pt x="3170" y="242"/>
                    </a:cubicBezTo>
                    <a:cubicBezTo>
                      <a:pt x="3171" y="232"/>
                      <a:pt x="3171" y="222"/>
                      <a:pt x="3171" y="212"/>
                    </a:cubicBezTo>
                    <a:cubicBezTo>
                      <a:pt x="3171" y="182"/>
                      <a:pt x="3169" y="153"/>
                      <a:pt x="3163" y="124"/>
                    </a:cubicBezTo>
                    <a:cubicBezTo>
                      <a:pt x="3150" y="72"/>
                      <a:pt x="3143" y="32"/>
                      <a:pt x="3088" y="11"/>
                    </a:cubicBezTo>
                    <a:cubicBezTo>
                      <a:pt x="3061" y="0"/>
                      <a:pt x="3035" y="6"/>
                      <a:pt x="3029" y="30"/>
                    </a:cubicBezTo>
                    <a:cubicBezTo>
                      <a:pt x="3014" y="44"/>
                      <a:pt x="3000" y="59"/>
                      <a:pt x="2987" y="76"/>
                    </a:cubicBezTo>
                    <a:cubicBezTo>
                      <a:pt x="2974" y="104"/>
                      <a:pt x="2963" y="134"/>
                      <a:pt x="2955" y="164"/>
                    </a:cubicBezTo>
                    <a:cubicBezTo>
                      <a:pt x="2938" y="222"/>
                      <a:pt x="2946" y="290"/>
                      <a:pt x="2926" y="346"/>
                    </a:cubicBezTo>
                    <a:cubicBezTo>
                      <a:pt x="2919" y="373"/>
                      <a:pt x="2916" y="400"/>
                      <a:pt x="2916" y="428"/>
                    </a:cubicBezTo>
                    <a:cubicBezTo>
                      <a:pt x="2916" y="435"/>
                      <a:pt x="2914" y="443"/>
                      <a:pt x="2913" y="450"/>
                    </a:cubicBezTo>
                    <a:cubicBezTo>
                      <a:pt x="2913" y="451"/>
                      <a:pt x="2913" y="452"/>
                      <a:pt x="2912" y="453"/>
                    </a:cubicBezTo>
                    <a:cubicBezTo>
                      <a:pt x="2910" y="456"/>
                      <a:pt x="2910" y="457"/>
                      <a:pt x="2910" y="460"/>
                    </a:cubicBezTo>
                    <a:cubicBezTo>
                      <a:pt x="2910" y="462"/>
                      <a:pt x="2910" y="463"/>
                      <a:pt x="2911" y="465"/>
                    </a:cubicBezTo>
                    <a:cubicBezTo>
                      <a:pt x="2906" y="487"/>
                      <a:pt x="2901" y="510"/>
                      <a:pt x="2896" y="532"/>
                    </a:cubicBezTo>
                    <a:cubicBezTo>
                      <a:pt x="2887" y="575"/>
                      <a:pt x="2880" y="619"/>
                      <a:pt x="2872" y="663"/>
                    </a:cubicBezTo>
                    <a:lnTo>
                      <a:pt x="2872" y="664"/>
                    </a:lnTo>
                    <a:cubicBezTo>
                      <a:pt x="2872" y="665"/>
                      <a:pt x="2872" y="665"/>
                      <a:pt x="2872" y="666"/>
                    </a:cubicBezTo>
                    <a:cubicBezTo>
                      <a:pt x="2867" y="691"/>
                      <a:pt x="2863" y="716"/>
                      <a:pt x="2857" y="740"/>
                    </a:cubicBezTo>
                    <a:cubicBezTo>
                      <a:pt x="2853" y="768"/>
                      <a:pt x="2851" y="797"/>
                      <a:pt x="2850" y="825"/>
                    </a:cubicBezTo>
                    <a:cubicBezTo>
                      <a:pt x="2849" y="840"/>
                      <a:pt x="2847" y="857"/>
                      <a:pt x="2845" y="873"/>
                    </a:cubicBezTo>
                    <a:cubicBezTo>
                      <a:pt x="2844" y="875"/>
                      <a:pt x="2842" y="876"/>
                      <a:pt x="2841" y="878"/>
                    </a:cubicBezTo>
                    <a:cubicBezTo>
                      <a:pt x="2840" y="880"/>
                      <a:pt x="2839" y="883"/>
                      <a:pt x="2839" y="886"/>
                    </a:cubicBezTo>
                    <a:cubicBezTo>
                      <a:pt x="2839" y="888"/>
                      <a:pt x="2839" y="890"/>
                      <a:pt x="2840" y="892"/>
                    </a:cubicBezTo>
                    <a:lnTo>
                      <a:pt x="2841" y="892"/>
                    </a:lnTo>
                    <a:cubicBezTo>
                      <a:pt x="2842" y="893"/>
                      <a:pt x="2842" y="894"/>
                      <a:pt x="2842" y="894"/>
                    </a:cubicBezTo>
                    <a:cubicBezTo>
                      <a:pt x="2841" y="905"/>
                      <a:pt x="2839" y="916"/>
                      <a:pt x="2836" y="925"/>
                    </a:cubicBezTo>
                    <a:cubicBezTo>
                      <a:pt x="2835" y="930"/>
                      <a:pt x="2834" y="935"/>
                      <a:pt x="2833" y="939"/>
                    </a:cubicBezTo>
                    <a:cubicBezTo>
                      <a:pt x="2832" y="940"/>
                      <a:pt x="2831" y="941"/>
                      <a:pt x="2831" y="942"/>
                    </a:cubicBezTo>
                    <a:cubicBezTo>
                      <a:pt x="2830" y="944"/>
                      <a:pt x="2829" y="946"/>
                      <a:pt x="2829" y="948"/>
                    </a:cubicBezTo>
                    <a:cubicBezTo>
                      <a:pt x="2829" y="950"/>
                      <a:pt x="2830" y="951"/>
                      <a:pt x="2831" y="953"/>
                    </a:cubicBezTo>
                    <a:cubicBezTo>
                      <a:pt x="2828" y="973"/>
                      <a:pt x="2825" y="994"/>
                      <a:pt x="2822" y="1014"/>
                    </a:cubicBezTo>
                    <a:cubicBezTo>
                      <a:pt x="2817" y="1045"/>
                      <a:pt x="2812" y="1077"/>
                      <a:pt x="2806" y="1108"/>
                    </a:cubicBezTo>
                    <a:lnTo>
                      <a:pt x="2806" y="1112"/>
                    </a:lnTo>
                    <a:cubicBezTo>
                      <a:pt x="2806" y="1113"/>
                      <a:pt x="2805" y="1115"/>
                      <a:pt x="2805" y="1116"/>
                    </a:cubicBezTo>
                    <a:cubicBezTo>
                      <a:pt x="2805" y="1117"/>
                      <a:pt x="2805" y="1117"/>
                      <a:pt x="2805" y="1118"/>
                    </a:cubicBezTo>
                    <a:lnTo>
                      <a:pt x="2805" y="1119"/>
                    </a:lnTo>
                    <a:cubicBezTo>
                      <a:pt x="2794" y="1183"/>
                      <a:pt x="2794" y="1250"/>
                      <a:pt x="2777" y="1312"/>
                    </a:cubicBezTo>
                    <a:cubicBezTo>
                      <a:pt x="2776" y="1313"/>
                      <a:pt x="2776" y="1314"/>
                      <a:pt x="2775" y="1315"/>
                    </a:cubicBezTo>
                    <a:cubicBezTo>
                      <a:pt x="2774" y="1316"/>
                      <a:pt x="2774" y="1318"/>
                      <a:pt x="2774" y="1320"/>
                    </a:cubicBezTo>
                    <a:cubicBezTo>
                      <a:pt x="2774" y="1321"/>
                      <a:pt x="2774" y="1322"/>
                      <a:pt x="2774" y="1323"/>
                    </a:cubicBezTo>
                    <a:cubicBezTo>
                      <a:pt x="2771" y="1334"/>
                      <a:pt x="2769" y="1344"/>
                      <a:pt x="2766" y="1355"/>
                    </a:cubicBezTo>
                    <a:cubicBezTo>
                      <a:pt x="2766" y="1355"/>
                      <a:pt x="2765" y="1355"/>
                      <a:pt x="2765" y="1356"/>
                    </a:cubicBezTo>
                    <a:cubicBezTo>
                      <a:pt x="2764" y="1357"/>
                      <a:pt x="2764" y="1359"/>
                      <a:pt x="2764" y="1360"/>
                    </a:cubicBezTo>
                    <a:cubicBezTo>
                      <a:pt x="2764" y="1361"/>
                      <a:pt x="2764" y="1362"/>
                      <a:pt x="2764" y="1362"/>
                    </a:cubicBezTo>
                    <a:cubicBezTo>
                      <a:pt x="2754" y="1402"/>
                      <a:pt x="2745" y="1441"/>
                      <a:pt x="2737" y="1480"/>
                    </a:cubicBezTo>
                    <a:cubicBezTo>
                      <a:pt x="2736" y="1482"/>
                      <a:pt x="2735" y="1484"/>
                      <a:pt x="2735" y="1485"/>
                    </a:cubicBezTo>
                    <a:cubicBezTo>
                      <a:pt x="2735" y="1486"/>
                      <a:pt x="2735" y="1486"/>
                      <a:pt x="2735" y="1486"/>
                    </a:cubicBezTo>
                    <a:cubicBezTo>
                      <a:pt x="2733" y="1498"/>
                      <a:pt x="2730" y="1510"/>
                      <a:pt x="2727" y="1521"/>
                    </a:cubicBezTo>
                    <a:lnTo>
                      <a:pt x="2726" y="1522"/>
                    </a:lnTo>
                    <a:cubicBezTo>
                      <a:pt x="2724" y="1523"/>
                      <a:pt x="2723" y="1524"/>
                      <a:pt x="2722" y="1525"/>
                    </a:cubicBezTo>
                    <a:cubicBezTo>
                      <a:pt x="2721" y="1526"/>
                      <a:pt x="2721" y="1528"/>
                      <a:pt x="2721" y="1529"/>
                    </a:cubicBezTo>
                    <a:cubicBezTo>
                      <a:pt x="2721" y="1531"/>
                      <a:pt x="2721" y="1532"/>
                      <a:pt x="2722" y="1534"/>
                    </a:cubicBezTo>
                    <a:cubicBezTo>
                      <a:pt x="2722" y="1536"/>
                      <a:pt x="2723" y="1535"/>
                      <a:pt x="2724" y="1536"/>
                    </a:cubicBezTo>
                    <a:cubicBezTo>
                      <a:pt x="2721" y="1547"/>
                      <a:pt x="2719" y="1558"/>
                      <a:pt x="2716" y="1569"/>
                    </a:cubicBezTo>
                    <a:cubicBezTo>
                      <a:pt x="2686" y="1685"/>
                      <a:pt x="2664" y="1803"/>
                      <a:pt x="2644" y="1920"/>
                    </a:cubicBezTo>
                    <a:cubicBezTo>
                      <a:pt x="2644" y="1921"/>
                      <a:pt x="2643" y="1922"/>
                      <a:pt x="2643" y="1922"/>
                    </a:cubicBezTo>
                    <a:cubicBezTo>
                      <a:pt x="2642" y="1924"/>
                      <a:pt x="2642" y="1926"/>
                      <a:pt x="2642" y="1928"/>
                    </a:cubicBezTo>
                    <a:cubicBezTo>
                      <a:pt x="2642" y="1929"/>
                      <a:pt x="2642" y="1931"/>
                      <a:pt x="2642" y="1932"/>
                    </a:cubicBezTo>
                    <a:lnTo>
                      <a:pt x="2638" y="1961"/>
                    </a:lnTo>
                    <a:cubicBezTo>
                      <a:pt x="2628" y="1961"/>
                      <a:pt x="2628" y="1976"/>
                      <a:pt x="2635" y="1979"/>
                    </a:cubicBezTo>
                    <a:lnTo>
                      <a:pt x="2633" y="1994"/>
                    </a:lnTo>
                    <a:cubicBezTo>
                      <a:pt x="2632" y="2004"/>
                      <a:pt x="2630" y="2013"/>
                      <a:pt x="2628" y="2022"/>
                    </a:cubicBezTo>
                    <a:cubicBezTo>
                      <a:pt x="2628" y="2022"/>
                      <a:pt x="2628" y="2023"/>
                      <a:pt x="2627" y="2024"/>
                    </a:cubicBezTo>
                    <a:cubicBezTo>
                      <a:pt x="2626" y="2025"/>
                      <a:pt x="2626" y="2027"/>
                      <a:pt x="2626" y="2029"/>
                    </a:cubicBezTo>
                    <a:lnTo>
                      <a:pt x="2626" y="2031"/>
                    </a:lnTo>
                    <a:cubicBezTo>
                      <a:pt x="2626" y="2031"/>
                      <a:pt x="2625" y="2032"/>
                      <a:pt x="2625" y="2033"/>
                    </a:cubicBezTo>
                    <a:lnTo>
                      <a:pt x="2626" y="2034"/>
                    </a:lnTo>
                    <a:cubicBezTo>
                      <a:pt x="2615" y="2095"/>
                      <a:pt x="2601" y="2155"/>
                      <a:pt x="2588" y="2215"/>
                    </a:cubicBezTo>
                    <a:cubicBezTo>
                      <a:pt x="2575" y="2220"/>
                      <a:pt x="2566" y="2228"/>
                      <a:pt x="2573" y="2243"/>
                    </a:cubicBezTo>
                    <a:cubicBezTo>
                      <a:pt x="2573" y="2245"/>
                      <a:pt x="2575" y="2247"/>
                      <a:pt x="2576" y="2247"/>
                    </a:cubicBezTo>
                    <a:cubicBezTo>
                      <a:pt x="2577" y="2248"/>
                      <a:pt x="2579" y="2248"/>
                      <a:pt x="2580" y="2248"/>
                    </a:cubicBezTo>
                    <a:cubicBezTo>
                      <a:pt x="2568" y="2304"/>
                      <a:pt x="2555" y="2360"/>
                      <a:pt x="2545" y="2417"/>
                    </a:cubicBezTo>
                    <a:cubicBezTo>
                      <a:pt x="2532" y="2491"/>
                      <a:pt x="2523" y="2570"/>
                      <a:pt x="2498" y="2640"/>
                    </a:cubicBezTo>
                    <a:cubicBezTo>
                      <a:pt x="2489" y="2676"/>
                      <a:pt x="2482" y="2712"/>
                      <a:pt x="2479" y="2749"/>
                    </a:cubicBezTo>
                    <a:cubicBezTo>
                      <a:pt x="2473" y="2780"/>
                      <a:pt x="2464" y="2810"/>
                      <a:pt x="2459" y="2840"/>
                    </a:cubicBezTo>
                    <a:cubicBezTo>
                      <a:pt x="2459" y="2841"/>
                      <a:pt x="2458" y="2841"/>
                      <a:pt x="2458" y="2841"/>
                    </a:cubicBezTo>
                    <a:cubicBezTo>
                      <a:pt x="2457" y="2841"/>
                      <a:pt x="2456" y="2842"/>
                      <a:pt x="2456" y="2843"/>
                    </a:cubicBezTo>
                    <a:cubicBezTo>
                      <a:pt x="2455" y="2844"/>
                      <a:pt x="2455" y="2845"/>
                      <a:pt x="2455" y="2846"/>
                    </a:cubicBezTo>
                    <a:cubicBezTo>
                      <a:pt x="2451" y="2924"/>
                      <a:pt x="2430" y="2997"/>
                      <a:pt x="2412" y="3072"/>
                    </a:cubicBezTo>
                    <a:lnTo>
                      <a:pt x="2411" y="3072"/>
                    </a:lnTo>
                    <a:cubicBezTo>
                      <a:pt x="2408" y="3074"/>
                      <a:pt x="2406" y="3077"/>
                      <a:pt x="2404" y="3080"/>
                    </a:cubicBezTo>
                    <a:cubicBezTo>
                      <a:pt x="2402" y="3083"/>
                      <a:pt x="2402" y="3086"/>
                      <a:pt x="2402" y="3089"/>
                    </a:cubicBezTo>
                    <a:cubicBezTo>
                      <a:pt x="2402" y="3090"/>
                      <a:pt x="2402" y="3091"/>
                      <a:pt x="2402" y="3092"/>
                    </a:cubicBezTo>
                    <a:cubicBezTo>
                      <a:pt x="2402" y="3093"/>
                      <a:pt x="2402" y="3094"/>
                      <a:pt x="2403" y="3095"/>
                    </a:cubicBezTo>
                    <a:cubicBezTo>
                      <a:pt x="2403" y="3096"/>
                      <a:pt x="2404" y="3097"/>
                      <a:pt x="2405" y="3098"/>
                    </a:cubicBezTo>
                    <a:cubicBezTo>
                      <a:pt x="2403" y="3107"/>
                      <a:pt x="2401" y="3118"/>
                      <a:pt x="2399" y="3127"/>
                    </a:cubicBezTo>
                    <a:cubicBezTo>
                      <a:pt x="2386" y="3186"/>
                      <a:pt x="2374" y="3246"/>
                      <a:pt x="2362" y="3306"/>
                    </a:cubicBezTo>
                    <a:cubicBezTo>
                      <a:pt x="2358" y="3324"/>
                      <a:pt x="2352" y="3342"/>
                      <a:pt x="2348" y="3360"/>
                    </a:cubicBezTo>
                    <a:cubicBezTo>
                      <a:pt x="2347" y="3366"/>
                      <a:pt x="2346" y="3373"/>
                      <a:pt x="2346" y="3379"/>
                    </a:cubicBezTo>
                    <a:cubicBezTo>
                      <a:pt x="2346" y="3386"/>
                      <a:pt x="2347" y="3391"/>
                      <a:pt x="2348" y="3397"/>
                    </a:cubicBezTo>
                    <a:lnTo>
                      <a:pt x="2348" y="3402"/>
                    </a:lnTo>
                    <a:lnTo>
                      <a:pt x="2347" y="3402"/>
                    </a:lnTo>
                    <a:cubicBezTo>
                      <a:pt x="2346" y="3403"/>
                      <a:pt x="2344" y="3404"/>
                      <a:pt x="2344" y="3405"/>
                    </a:cubicBezTo>
                    <a:cubicBezTo>
                      <a:pt x="2343" y="3407"/>
                      <a:pt x="2342" y="3408"/>
                      <a:pt x="2342" y="3409"/>
                    </a:cubicBezTo>
                    <a:lnTo>
                      <a:pt x="2342" y="3413"/>
                    </a:lnTo>
                    <a:cubicBezTo>
                      <a:pt x="2342" y="3414"/>
                      <a:pt x="2342" y="3414"/>
                      <a:pt x="2342" y="3414"/>
                    </a:cubicBezTo>
                    <a:cubicBezTo>
                      <a:pt x="2342" y="3415"/>
                      <a:pt x="2343" y="3416"/>
                      <a:pt x="2343" y="3417"/>
                    </a:cubicBezTo>
                    <a:cubicBezTo>
                      <a:pt x="2344" y="3418"/>
                      <a:pt x="2344" y="3419"/>
                      <a:pt x="2345" y="3420"/>
                    </a:cubicBezTo>
                    <a:cubicBezTo>
                      <a:pt x="2343" y="3435"/>
                      <a:pt x="2341" y="3451"/>
                      <a:pt x="2340" y="3467"/>
                    </a:cubicBezTo>
                    <a:cubicBezTo>
                      <a:pt x="2339" y="3467"/>
                      <a:pt x="2339" y="3468"/>
                      <a:pt x="2339" y="3468"/>
                    </a:cubicBezTo>
                    <a:cubicBezTo>
                      <a:pt x="2338" y="3470"/>
                      <a:pt x="2337" y="3472"/>
                      <a:pt x="2337" y="3474"/>
                    </a:cubicBezTo>
                    <a:cubicBezTo>
                      <a:pt x="2337" y="3476"/>
                      <a:pt x="2338" y="3477"/>
                      <a:pt x="2338" y="3479"/>
                    </a:cubicBezTo>
                    <a:cubicBezTo>
                      <a:pt x="2338" y="3481"/>
                      <a:pt x="2338" y="3484"/>
                      <a:pt x="2338" y="3487"/>
                    </a:cubicBezTo>
                    <a:cubicBezTo>
                      <a:pt x="2335" y="3513"/>
                      <a:pt x="2332" y="3539"/>
                      <a:pt x="2328" y="3565"/>
                    </a:cubicBezTo>
                    <a:cubicBezTo>
                      <a:pt x="2328" y="3566"/>
                      <a:pt x="2327" y="3567"/>
                      <a:pt x="2327" y="3567"/>
                    </a:cubicBezTo>
                    <a:cubicBezTo>
                      <a:pt x="2326" y="3569"/>
                      <a:pt x="2325" y="3571"/>
                      <a:pt x="2325" y="3573"/>
                    </a:cubicBezTo>
                    <a:cubicBezTo>
                      <a:pt x="2325" y="3575"/>
                      <a:pt x="2326" y="3577"/>
                      <a:pt x="2326" y="3578"/>
                    </a:cubicBezTo>
                    <a:cubicBezTo>
                      <a:pt x="2323" y="3606"/>
                      <a:pt x="2319" y="3634"/>
                      <a:pt x="2314" y="3662"/>
                    </a:cubicBezTo>
                    <a:cubicBezTo>
                      <a:pt x="2311" y="3685"/>
                      <a:pt x="2308" y="3707"/>
                      <a:pt x="2305" y="3730"/>
                    </a:cubicBezTo>
                    <a:cubicBezTo>
                      <a:pt x="2303" y="3730"/>
                      <a:pt x="2302" y="3731"/>
                      <a:pt x="2300" y="3732"/>
                    </a:cubicBezTo>
                    <a:lnTo>
                      <a:pt x="2299" y="3732"/>
                    </a:lnTo>
                    <a:cubicBezTo>
                      <a:pt x="2293" y="3736"/>
                      <a:pt x="2286" y="3739"/>
                      <a:pt x="2278" y="3741"/>
                    </a:cubicBezTo>
                    <a:cubicBezTo>
                      <a:pt x="2278" y="3740"/>
                      <a:pt x="2277" y="3740"/>
                      <a:pt x="2277" y="3740"/>
                    </a:cubicBezTo>
                    <a:cubicBezTo>
                      <a:pt x="2275" y="3739"/>
                      <a:pt x="2273" y="3738"/>
                      <a:pt x="2270" y="3738"/>
                    </a:cubicBezTo>
                    <a:cubicBezTo>
                      <a:pt x="2270" y="3738"/>
                      <a:pt x="2269" y="3738"/>
                      <a:pt x="2268" y="3738"/>
                    </a:cubicBezTo>
                    <a:lnTo>
                      <a:pt x="2264" y="3738"/>
                    </a:lnTo>
                    <a:cubicBezTo>
                      <a:pt x="2227" y="3747"/>
                      <a:pt x="2188" y="3748"/>
                      <a:pt x="2151" y="3758"/>
                    </a:cubicBezTo>
                    <a:cubicBezTo>
                      <a:pt x="2103" y="3770"/>
                      <a:pt x="2055" y="3779"/>
                      <a:pt x="2007" y="3791"/>
                    </a:cubicBezTo>
                    <a:cubicBezTo>
                      <a:pt x="1918" y="3813"/>
                      <a:pt x="1827" y="3838"/>
                      <a:pt x="1740" y="3867"/>
                    </a:cubicBezTo>
                    <a:cubicBezTo>
                      <a:pt x="1695" y="3884"/>
                      <a:pt x="1651" y="3904"/>
                      <a:pt x="1608" y="3926"/>
                    </a:cubicBezTo>
                    <a:cubicBezTo>
                      <a:pt x="1561" y="3947"/>
                      <a:pt x="1511" y="3964"/>
                      <a:pt x="1464" y="3985"/>
                    </a:cubicBezTo>
                    <a:cubicBezTo>
                      <a:pt x="1417" y="4006"/>
                      <a:pt x="1364" y="4027"/>
                      <a:pt x="1377" y="4083"/>
                    </a:cubicBezTo>
                    <a:cubicBezTo>
                      <a:pt x="1374" y="4085"/>
                      <a:pt x="1371" y="4086"/>
                      <a:pt x="1368" y="4088"/>
                    </a:cubicBezTo>
                    <a:cubicBezTo>
                      <a:pt x="1360" y="4093"/>
                      <a:pt x="1352" y="4099"/>
                      <a:pt x="1345" y="4107"/>
                    </a:cubicBezTo>
                    <a:cubicBezTo>
                      <a:pt x="1343" y="4110"/>
                      <a:pt x="1342" y="4112"/>
                      <a:pt x="1340" y="4115"/>
                    </a:cubicBezTo>
                    <a:cubicBezTo>
                      <a:pt x="1339" y="4116"/>
                      <a:pt x="1339" y="4116"/>
                      <a:pt x="1339" y="4117"/>
                    </a:cubicBezTo>
                    <a:cubicBezTo>
                      <a:pt x="1336" y="4117"/>
                      <a:pt x="1334" y="4118"/>
                      <a:pt x="1331" y="4118"/>
                    </a:cubicBezTo>
                    <a:cubicBezTo>
                      <a:pt x="1331" y="4118"/>
                      <a:pt x="1331" y="4119"/>
                      <a:pt x="1330" y="4119"/>
                    </a:cubicBezTo>
                    <a:lnTo>
                      <a:pt x="1329" y="4120"/>
                    </a:lnTo>
                    <a:lnTo>
                      <a:pt x="1329" y="4121"/>
                    </a:lnTo>
                    <a:lnTo>
                      <a:pt x="1329" y="4122"/>
                    </a:lnTo>
                    <a:cubicBezTo>
                      <a:pt x="1330" y="4123"/>
                      <a:pt x="1330" y="4123"/>
                      <a:pt x="1330" y="4123"/>
                    </a:cubicBezTo>
                    <a:cubicBezTo>
                      <a:pt x="1331" y="4123"/>
                      <a:pt x="1331" y="4123"/>
                      <a:pt x="1331" y="4123"/>
                    </a:cubicBezTo>
                    <a:lnTo>
                      <a:pt x="1335" y="4123"/>
                    </a:lnTo>
                    <a:cubicBezTo>
                      <a:pt x="1325" y="4150"/>
                      <a:pt x="1320" y="4177"/>
                      <a:pt x="1320" y="4205"/>
                    </a:cubicBezTo>
                    <a:cubicBezTo>
                      <a:pt x="1320" y="4207"/>
                      <a:pt x="1320" y="4209"/>
                      <a:pt x="1320" y="4211"/>
                    </a:cubicBezTo>
                    <a:cubicBezTo>
                      <a:pt x="1320" y="4262"/>
                      <a:pt x="1319" y="4312"/>
                      <a:pt x="1317" y="4362"/>
                    </a:cubicBezTo>
                    <a:cubicBezTo>
                      <a:pt x="1317" y="4377"/>
                      <a:pt x="1315" y="4392"/>
                      <a:pt x="1315" y="4406"/>
                    </a:cubicBezTo>
                    <a:cubicBezTo>
                      <a:pt x="1299" y="4389"/>
                      <a:pt x="1281" y="4375"/>
                      <a:pt x="1261" y="4363"/>
                    </a:cubicBezTo>
                    <a:cubicBezTo>
                      <a:pt x="1259" y="4362"/>
                      <a:pt x="1258" y="4361"/>
                      <a:pt x="1256" y="4360"/>
                    </a:cubicBezTo>
                    <a:cubicBezTo>
                      <a:pt x="1236" y="4350"/>
                      <a:pt x="1221" y="4330"/>
                      <a:pt x="1201" y="4321"/>
                    </a:cubicBezTo>
                    <a:cubicBezTo>
                      <a:pt x="1200" y="4320"/>
                      <a:pt x="1198" y="4319"/>
                      <a:pt x="1196" y="4318"/>
                    </a:cubicBezTo>
                    <a:cubicBezTo>
                      <a:pt x="1170" y="4303"/>
                      <a:pt x="1144" y="4285"/>
                      <a:pt x="1121" y="4266"/>
                    </a:cubicBezTo>
                    <a:cubicBezTo>
                      <a:pt x="947" y="4139"/>
                      <a:pt x="801" y="3979"/>
                      <a:pt x="617" y="3868"/>
                    </a:cubicBezTo>
                    <a:cubicBezTo>
                      <a:pt x="527" y="3814"/>
                      <a:pt x="442" y="3757"/>
                      <a:pt x="349" y="3710"/>
                    </a:cubicBezTo>
                    <a:cubicBezTo>
                      <a:pt x="310" y="3689"/>
                      <a:pt x="269" y="3671"/>
                      <a:pt x="226" y="3658"/>
                    </a:cubicBezTo>
                    <a:cubicBezTo>
                      <a:pt x="209" y="3654"/>
                      <a:pt x="191" y="3652"/>
                      <a:pt x="173" y="3652"/>
                    </a:cubicBezTo>
                    <a:cubicBezTo>
                      <a:pt x="153" y="3652"/>
                      <a:pt x="133" y="3655"/>
                      <a:pt x="114" y="3659"/>
                    </a:cubicBezTo>
                    <a:lnTo>
                      <a:pt x="106" y="3659"/>
                    </a:lnTo>
                    <a:cubicBezTo>
                      <a:pt x="102" y="3659"/>
                      <a:pt x="99" y="3660"/>
                      <a:pt x="95" y="3661"/>
                    </a:cubicBezTo>
                    <a:lnTo>
                      <a:pt x="75" y="3663"/>
                    </a:lnTo>
                    <a:cubicBezTo>
                      <a:pt x="75" y="3663"/>
                      <a:pt x="76" y="3663"/>
                      <a:pt x="75" y="3664"/>
                    </a:cubicBezTo>
                    <a:cubicBezTo>
                      <a:pt x="74" y="3665"/>
                      <a:pt x="75" y="3664"/>
                      <a:pt x="74" y="3665"/>
                    </a:cubicBezTo>
                    <a:cubicBezTo>
                      <a:pt x="73" y="3666"/>
                      <a:pt x="73" y="3666"/>
                      <a:pt x="73" y="3666"/>
                    </a:cubicBezTo>
                    <a:cubicBezTo>
                      <a:pt x="73" y="3667"/>
                      <a:pt x="73" y="3667"/>
                      <a:pt x="74" y="3668"/>
                    </a:cubicBezTo>
                    <a:lnTo>
                      <a:pt x="75" y="3669"/>
                    </a:lnTo>
                    <a:lnTo>
                      <a:pt x="77" y="3669"/>
                    </a:lnTo>
                    <a:lnTo>
                      <a:pt x="72" y="3672"/>
                    </a:lnTo>
                    <a:cubicBezTo>
                      <a:pt x="66" y="3676"/>
                      <a:pt x="51" y="3687"/>
                      <a:pt x="40" y="3693"/>
                    </a:cubicBezTo>
                    <a:cubicBezTo>
                      <a:pt x="40" y="3692"/>
                      <a:pt x="40" y="3692"/>
                      <a:pt x="39" y="3691"/>
                    </a:cubicBezTo>
                    <a:cubicBezTo>
                      <a:pt x="39" y="3690"/>
                      <a:pt x="39" y="3690"/>
                      <a:pt x="38" y="3689"/>
                    </a:cubicBezTo>
                    <a:cubicBezTo>
                      <a:pt x="37" y="3688"/>
                      <a:pt x="36" y="3688"/>
                      <a:pt x="35" y="3688"/>
                    </a:cubicBezTo>
                    <a:cubicBezTo>
                      <a:pt x="34" y="3688"/>
                      <a:pt x="33" y="3689"/>
                      <a:pt x="33" y="3689"/>
                    </a:cubicBezTo>
                    <a:cubicBezTo>
                      <a:pt x="32" y="3690"/>
                      <a:pt x="32" y="3690"/>
                      <a:pt x="31" y="3691"/>
                    </a:cubicBezTo>
                    <a:cubicBezTo>
                      <a:pt x="31" y="3692"/>
                      <a:pt x="30" y="3692"/>
                      <a:pt x="30" y="3693"/>
                    </a:cubicBezTo>
                    <a:cubicBezTo>
                      <a:pt x="30" y="3695"/>
                      <a:pt x="30" y="3697"/>
                      <a:pt x="29" y="3698"/>
                    </a:cubicBezTo>
                    <a:lnTo>
                      <a:pt x="28" y="3698"/>
                    </a:lnTo>
                    <a:cubicBezTo>
                      <a:pt x="27" y="3698"/>
                      <a:pt x="26" y="3699"/>
                      <a:pt x="24" y="3699"/>
                    </a:cubicBezTo>
                    <a:cubicBezTo>
                      <a:pt x="23" y="3700"/>
                      <a:pt x="22" y="3700"/>
                      <a:pt x="21" y="3702"/>
                    </a:cubicBezTo>
                    <a:cubicBezTo>
                      <a:pt x="21" y="3704"/>
                      <a:pt x="20" y="3705"/>
                      <a:pt x="20" y="3706"/>
                    </a:cubicBezTo>
                    <a:cubicBezTo>
                      <a:pt x="20" y="3708"/>
                      <a:pt x="21" y="3709"/>
                      <a:pt x="21" y="3711"/>
                    </a:cubicBezTo>
                    <a:cubicBezTo>
                      <a:pt x="22" y="3713"/>
                      <a:pt x="23" y="3713"/>
                      <a:pt x="24" y="3714"/>
                    </a:cubicBezTo>
                    <a:cubicBezTo>
                      <a:pt x="25" y="3714"/>
                      <a:pt x="25" y="3714"/>
                      <a:pt x="25" y="3714"/>
                    </a:cubicBezTo>
                    <a:cubicBezTo>
                      <a:pt x="16" y="3736"/>
                      <a:pt x="0" y="3755"/>
                      <a:pt x="2" y="3782"/>
                    </a:cubicBezTo>
                    <a:cubicBezTo>
                      <a:pt x="6" y="3827"/>
                      <a:pt x="37" y="3842"/>
                      <a:pt x="77" y="3856"/>
                    </a:cubicBezTo>
                    <a:cubicBezTo>
                      <a:pt x="141" y="3878"/>
                      <a:pt x="199" y="3923"/>
                      <a:pt x="254" y="3961"/>
                    </a:cubicBezTo>
                    <a:cubicBezTo>
                      <a:pt x="306" y="4000"/>
                      <a:pt x="353" y="4045"/>
                      <a:pt x="396" y="4093"/>
                    </a:cubicBezTo>
                    <a:cubicBezTo>
                      <a:pt x="413" y="4109"/>
                      <a:pt x="429" y="4126"/>
                      <a:pt x="444" y="4143"/>
                    </a:cubicBezTo>
                    <a:cubicBezTo>
                      <a:pt x="464" y="4172"/>
                      <a:pt x="490" y="4198"/>
                      <a:pt x="512" y="4225"/>
                    </a:cubicBezTo>
                    <a:cubicBezTo>
                      <a:pt x="558" y="4282"/>
                      <a:pt x="605" y="4338"/>
                      <a:pt x="650" y="4395"/>
                    </a:cubicBezTo>
                    <a:cubicBezTo>
                      <a:pt x="665" y="4417"/>
                      <a:pt x="679" y="4439"/>
                      <a:pt x="692" y="4461"/>
                    </a:cubicBezTo>
                    <a:cubicBezTo>
                      <a:pt x="707" y="4487"/>
                      <a:pt x="720" y="4512"/>
                      <a:pt x="732" y="4539"/>
                    </a:cubicBezTo>
                    <a:cubicBezTo>
                      <a:pt x="763" y="4596"/>
                      <a:pt x="809" y="4646"/>
                      <a:pt x="847" y="4698"/>
                    </a:cubicBezTo>
                    <a:cubicBezTo>
                      <a:pt x="881" y="4742"/>
                      <a:pt x="918" y="4784"/>
                      <a:pt x="957" y="4823"/>
                    </a:cubicBezTo>
                    <a:cubicBezTo>
                      <a:pt x="996" y="4865"/>
                      <a:pt x="1040" y="4904"/>
                      <a:pt x="1082" y="4943"/>
                    </a:cubicBezTo>
                    <a:cubicBezTo>
                      <a:pt x="1169" y="5024"/>
                      <a:pt x="1272" y="5084"/>
                      <a:pt x="1365" y="5158"/>
                    </a:cubicBezTo>
                    <a:cubicBezTo>
                      <a:pt x="1411" y="5195"/>
                      <a:pt x="1465" y="5223"/>
                      <a:pt x="1510" y="5262"/>
                    </a:cubicBezTo>
                    <a:cubicBezTo>
                      <a:pt x="1533" y="5282"/>
                      <a:pt x="1558" y="5300"/>
                      <a:pt x="1583" y="5316"/>
                    </a:cubicBezTo>
                    <a:cubicBezTo>
                      <a:pt x="1590" y="5342"/>
                      <a:pt x="1592" y="5373"/>
                      <a:pt x="1597" y="5399"/>
                    </a:cubicBezTo>
                    <a:cubicBezTo>
                      <a:pt x="1608" y="5450"/>
                      <a:pt x="1625" y="5500"/>
                      <a:pt x="1647" y="5547"/>
                    </a:cubicBezTo>
                    <a:cubicBezTo>
                      <a:pt x="1662" y="5593"/>
                      <a:pt x="1675" y="5639"/>
                      <a:pt x="1686" y="5686"/>
                    </a:cubicBezTo>
                    <a:cubicBezTo>
                      <a:pt x="1701" y="5740"/>
                      <a:pt x="1700" y="5790"/>
                      <a:pt x="1707" y="5843"/>
                    </a:cubicBezTo>
                    <a:cubicBezTo>
                      <a:pt x="1713" y="5886"/>
                      <a:pt x="1715" y="5927"/>
                      <a:pt x="1717" y="5969"/>
                    </a:cubicBezTo>
                    <a:cubicBezTo>
                      <a:pt x="1721" y="6025"/>
                      <a:pt x="1733" y="6083"/>
                      <a:pt x="1731" y="6140"/>
                    </a:cubicBezTo>
                    <a:cubicBezTo>
                      <a:pt x="1729" y="6194"/>
                      <a:pt x="1743" y="6248"/>
                      <a:pt x="1743" y="6302"/>
                    </a:cubicBezTo>
                    <a:cubicBezTo>
                      <a:pt x="1743" y="6326"/>
                      <a:pt x="1751" y="6348"/>
                      <a:pt x="1749" y="6373"/>
                    </a:cubicBezTo>
                    <a:cubicBezTo>
                      <a:pt x="1748" y="6379"/>
                      <a:pt x="1748" y="6386"/>
                      <a:pt x="1748" y="6392"/>
                    </a:cubicBezTo>
                    <a:cubicBezTo>
                      <a:pt x="1748" y="6402"/>
                      <a:pt x="1749" y="6412"/>
                      <a:pt x="1751" y="6422"/>
                    </a:cubicBezTo>
                    <a:cubicBezTo>
                      <a:pt x="1743" y="6427"/>
                      <a:pt x="1736" y="6434"/>
                      <a:pt x="1731" y="6443"/>
                    </a:cubicBezTo>
                    <a:cubicBezTo>
                      <a:pt x="1725" y="6452"/>
                      <a:pt x="1723" y="6462"/>
                      <a:pt x="1723" y="6472"/>
                    </a:cubicBezTo>
                    <a:cubicBezTo>
                      <a:pt x="1723" y="6473"/>
                      <a:pt x="1723" y="6474"/>
                      <a:pt x="1723" y="6475"/>
                    </a:cubicBezTo>
                    <a:cubicBezTo>
                      <a:pt x="1723" y="6489"/>
                      <a:pt x="1721" y="6502"/>
                      <a:pt x="1717" y="6516"/>
                    </a:cubicBezTo>
                    <a:cubicBezTo>
                      <a:pt x="1715" y="6517"/>
                      <a:pt x="1713" y="6519"/>
                      <a:pt x="1712" y="6521"/>
                    </a:cubicBezTo>
                    <a:cubicBezTo>
                      <a:pt x="1711" y="6523"/>
                      <a:pt x="1710" y="6525"/>
                      <a:pt x="1710" y="6527"/>
                    </a:cubicBezTo>
                    <a:lnTo>
                      <a:pt x="1710" y="6528"/>
                    </a:lnTo>
                    <a:cubicBezTo>
                      <a:pt x="1710" y="6529"/>
                      <a:pt x="1710" y="6530"/>
                      <a:pt x="1710" y="6531"/>
                    </a:cubicBezTo>
                    <a:cubicBezTo>
                      <a:pt x="1711" y="6532"/>
                      <a:pt x="1712" y="6533"/>
                      <a:pt x="1713" y="6533"/>
                    </a:cubicBezTo>
                    <a:cubicBezTo>
                      <a:pt x="1709" y="6544"/>
                      <a:pt x="1706" y="6554"/>
                      <a:pt x="1703" y="6565"/>
                    </a:cubicBezTo>
                    <a:cubicBezTo>
                      <a:pt x="1696" y="6590"/>
                      <a:pt x="1692" y="6617"/>
                      <a:pt x="1687" y="6643"/>
                    </a:cubicBezTo>
                    <a:cubicBezTo>
                      <a:pt x="1686" y="6644"/>
                      <a:pt x="1685" y="6645"/>
                      <a:pt x="1684" y="6646"/>
                    </a:cubicBezTo>
                    <a:cubicBezTo>
                      <a:pt x="1684" y="6647"/>
                      <a:pt x="1683" y="6648"/>
                      <a:pt x="1683" y="6650"/>
                    </a:cubicBezTo>
                    <a:cubicBezTo>
                      <a:pt x="1683" y="6651"/>
                      <a:pt x="1684" y="6652"/>
                      <a:pt x="1684" y="6653"/>
                    </a:cubicBezTo>
                    <a:cubicBezTo>
                      <a:pt x="1685" y="6654"/>
                      <a:pt x="1685" y="6654"/>
                      <a:pt x="1685" y="6654"/>
                    </a:cubicBezTo>
                    <a:cubicBezTo>
                      <a:pt x="1685" y="6656"/>
                      <a:pt x="1685" y="6658"/>
                      <a:pt x="1684" y="6660"/>
                    </a:cubicBezTo>
                    <a:cubicBezTo>
                      <a:pt x="1681" y="6670"/>
                      <a:pt x="1678" y="6681"/>
                      <a:pt x="1673" y="6691"/>
                    </a:cubicBezTo>
                    <a:cubicBezTo>
                      <a:pt x="1670" y="6693"/>
                      <a:pt x="1668" y="6695"/>
                      <a:pt x="1666" y="6698"/>
                    </a:cubicBezTo>
                    <a:cubicBezTo>
                      <a:pt x="1665" y="6700"/>
                      <a:pt x="1664" y="6702"/>
                      <a:pt x="1664" y="6705"/>
                    </a:cubicBezTo>
                    <a:lnTo>
                      <a:pt x="1664" y="6706"/>
                    </a:lnTo>
                    <a:cubicBezTo>
                      <a:pt x="1664" y="6707"/>
                      <a:pt x="1664" y="6709"/>
                      <a:pt x="1665" y="6710"/>
                    </a:cubicBezTo>
                    <a:lnTo>
                      <a:pt x="1665" y="6711"/>
                    </a:lnTo>
                    <a:cubicBezTo>
                      <a:pt x="1657" y="6729"/>
                      <a:pt x="1651" y="6747"/>
                      <a:pt x="1647" y="6766"/>
                    </a:cubicBezTo>
                    <a:cubicBezTo>
                      <a:pt x="1647" y="6767"/>
                      <a:pt x="1647" y="6767"/>
                      <a:pt x="1646" y="6768"/>
                    </a:cubicBezTo>
                    <a:cubicBezTo>
                      <a:pt x="1645" y="6769"/>
                      <a:pt x="1645" y="6770"/>
                      <a:pt x="1645" y="6771"/>
                    </a:cubicBezTo>
                    <a:cubicBezTo>
                      <a:pt x="1645" y="6771"/>
                      <a:pt x="1645" y="6772"/>
                      <a:pt x="1645" y="6773"/>
                    </a:cubicBezTo>
                    <a:cubicBezTo>
                      <a:pt x="1645" y="6773"/>
                      <a:pt x="1645" y="6774"/>
                      <a:pt x="1645" y="6775"/>
                    </a:cubicBezTo>
                    <a:cubicBezTo>
                      <a:pt x="1645" y="6778"/>
                      <a:pt x="1645" y="6781"/>
                      <a:pt x="1645" y="6785"/>
                    </a:cubicBezTo>
                    <a:cubicBezTo>
                      <a:pt x="1619" y="6774"/>
                      <a:pt x="1591" y="6769"/>
                      <a:pt x="1563" y="6769"/>
                    </a:cubicBezTo>
                    <a:cubicBezTo>
                      <a:pt x="1562" y="6769"/>
                      <a:pt x="1562" y="6769"/>
                      <a:pt x="1561" y="6769"/>
                    </a:cubicBezTo>
                    <a:cubicBezTo>
                      <a:pt x="1508" y="6771"/>
                      <a:pt x="1464" y="6787"/>
                      <a:pt x="1414" y="6798"/>
                    </a:cubicBezTo>
                    <a:cubicBezTo>
                      <a:pt x="1335" y="6816"/>
                      <a:pt x="1276" y="6877"/>
                      <a:pt x="1231" y="6945"/>
                    </a:cubicBezTo>
                    <a:cubicBezTo>
                      <a:pt x="1226" y="6948"/>
                      <a:pt x="1222" y="6953"/>
                      <a:pt x="1218" y="6957"/>
                    </a:cubicBezTo>
                    <a:cubicBezTo>
                      <a:pt x="1218" y="6958"/>
                      <a:pt x="1218" y="6958"/>
                      <a:pt x="1217" y="6959"/>
                    </a:cubicBezTo>
                    <a:cubicBezTo>
                      <a:pt x="1216" y="6960"/>
                      <a:pt x="1216" y="6961"/>
                      <a:pt x="1216" y="6963"/>
                    </a:cubicBezTo>
                    <a:cubicBezTo>
                      <a:pt x="1216" y="6964"/>
                      <a:pt x="1216" y="6965"/>
                      <a:pt x="1216" y="6966"/>
                    </a:cubicBezTo>
                    <a:cubicBezTo>
                      <a:pt x="1197" y="6996"/>
                      <a:pt x="1180" y="7027"/>
                      <a:pt x="1165" y="7055"/>
                    </a:cubicBezTo>
                    <a:cubicBezTo>
                      <a:pt x="1153" y="7076"/>
                      <a:pt x="1143" y="7098"/>
                      <a:pt x="1135" y="7121"/>
                    </a:cubicBezTo>
                    <a:lnTo>
                      <a:pt x="1127" y="7130"/>
                    </a:lnTo>
                    <a:lnTo>
                      <a:pt x="1127" y="7131"/>
                    </a:lnTo>
                    <a:cubicBezTo>
                      <a:pt x="1126" y="7132"/>
                      <a:pt x="1125" y="7134"/>
                      <a:pt x="1125" y="7136"/>
                    </a:cubicBezTo>
                    <a:cubicBezTo>
                      <a:pt x="1125" y="7137"/>
                      <a:pt x="1126" y="7139"/>
                      <a:pt x="1127" y="7141"/>
                    </a:cubicBezTo>
                    <a:cubicBezTo>
                      <a:pt x="1117" y="7168"/>
                      <a:pt x="1108" y="7195"/>
                      <a:pt x="1094" y="7220"/>
                    </a:cubicBezTo>
                    <a:cubicBezTo>
                      <a:pt x="1089" y="7231"/>
                      <a:pt x="1084" y="7242"/>
                      <a:pt x="1079" y="7252"/>
                    </a:cubicBezTo>
                    <a:lnTo>
                      <a:pt x="1078" y="7254"/>
                    </a:lnTo>
                    <a:cubicBezTo>
                      <a:pt x="1077" y="7255"/>
                      <a:pt x="1077" y="7256"/>
                      <a:pt x="1077" y="7257"/>
                    </a:cubicBezTo>
                    <a:cubicBezTo>
                      <a:pt x="1057" y="7300"/>
                      <a:pt x="1039" y="7344"/>
                      <a:pt x="1022" y="7389"/>
                    </a:cubicBezTo>
                    <a:cubicBezTo>
                      <a:pt x="1012" y="7414"/>
                      <a:pt x="1002" y="7440"/>
                      <a:pt x="994" y="7466"/>
                    </a:cubicBezTo>
                    <a:cubicBezTo>
                      <a:pt x="991" y="7469"/>
                      <a:pt x="988" y="7472"/>
                      <a:pt x="985" y="7475"/>
                    </a:cubicBezTo>
                    <a:cubicBezTo>
                      <a:pt x="985" y="7476"/>
                      <a:pt x="986" y="7476"/>
                      <a:pt x="985" y="7477"/>
                    </a:cubicBezTo>
                    <a:cubicBezTo>
                      <a:pt x="984" y="7478"/>
                      <a:pt x="983" y="7480"/>
                      <a:pt x="983" y="7482"/>
                    </a:cubicBezTo>
                    <a:cubicBezTo>
                      <a:pt x="983" y="7483"/>
                      <a:pt x="984" y="7485"/>
                      <a:pt x="985" y="7487"/>
                    </a:cubicBezTo>
                    <a:lnTo>
                      <a:pt x="985" y="7488"/>
                    </a:lnTo>
                    <a:cubicBezTo>
                      <a:pt x="982" y="7496"/>
                      <a:pt x="979" y="7505"/>
                      <a:pt x="975" y="7514"/>
                    </a:cubicBezTo>
                    <a:cubicBezTo>
                      <a:pt x="971" y="7517"/>
                      <a:pt x="967" y="7521"/>
                      <a:pt x="963" y="7525"/>
                    </a:cubicBezTo>
                    <a:cubicBezTo>
                      <a:pt x="963" y="7525"/>
                      <a:pt x="962" y="7526"/>
                      <a:pt x="961" y="7527"/>
                    </a:cubicBezTo>
                    <a:cubicBezTo>
                      <a:pt x="960" y="7529"/>
                      <a:pt x="960" y="7531"/>
                      <a:pt x="960" y="7533"/>
                    </a:cubicBezTo>
                    <a:cubicBezTo>
                      <a:pt x="960" y="7535"/>
                      <a:pt x="960" y="7537"/>
                      <a:pt x="961" y="7539"/>
                    </a:cubicBezTo>
                    <a:cubicBezTo>
                      <a:pt x="962" y="7540"/>
                      <a:pt x="963" y="7541"/>
                      <a:pt x="963" y="7541"/>
                    </a:cubicBezTo>
                    <a:cubicBezTo>
                      <a:pt x="954" y="7564"/>
                      <a:pt x="944" y="7587"/>
                      <a:pt x="932" y="7610"/>
                    </a:cubicBezTo>
                    <a:cubicBezTo>
                      <a:pt x="928" y="7620"/>
                      <a:pt x="924" y="7629"/>
                      <a:pt x="918" y="7639"/>
                    </a:cubicBezTo>
                    <a:cubicBezTo>
                      <a:pt x="906" y="7661"/>
                      <a:pt x="889" y="7682"/>
                      <a:pt x="871" y="7700"/>
                    </a:cubicBezTo>
                    <a:cubicBezTo>
                      <a:pt x="848" y="7723"/>
                      <a:pt x="836" y="7759"/>
                      <a:pt x="816" y="7784"/>
                    </a:cubicBezTo>
                    <a:cubicBezTo>
                      <a:pt x="783" y="7827"/>
                      <a:pt x="748" y="7868"/>
                      <a:pt x="711" y="7908"/>
                    </a:cubicBezTo>
                    <a:cubicBezTo>
                      <a:pt x="710" y="7909"/>
                      <a:pt x="710" y="7909"/>
                      <a:pt x="709" y="7910"/>
                    </a:cubicBezTo>
                    <a:cubicBezTo>
                      <a:pt x="705" y="7911"/>
                      <a:pt x="702" y="7913"/>
                      <a:pt x="698" y="7915"/>
                    </a:cubicBezTo>
                    <a:lnTo>
                      <a:pt x="697" y="7915"/>
                    </a:lnTo>
                    <a:cubicBezTo>
                      <a:pt x="696" y="7916"/>
                      <a:pt x="695" y="7917"/>
                      <a:pt x="694" y="7919"/>
                    </a:cubicBezTo>
                    <a:cubicBezTo>
                      <a:pt x="694" y="7920"/>
                      <a:pt x="692" y="7921"/>
                      <a:pt x="692" y="7923"/>
                    </a:cubicBezTo>
                    <a:cubicBezTo>
                      <a:pt x="692" y="7924"/>
                      <a:pt x="693" y="7926"/>
                      <a:pt x="693" y="7927"/>
                    </a:cubicBezTo>
                    <a:lnTo>
                      <a:pt x="680" y="7941"/>
                    </a:lnTo>
                    <a:cubicBezTo>
                      <a:pt x="676" y="7945"/>
                      <a:pt x="672" y="7949"/>
                      <a:pt x="668" y="7953"/>
                    </a:cubicBezTo>
                    <a:cubicBezTo>
                      <a:pt x="666" y="7953"/>
                      <a:pt x="665" y="7954"/>
                      <a:pt x="664" y="7955"/>
                    </a:cubicBezTo>
                    <a:cubicBezTo>
                      <a:pt x="659" y="7957"/>
                      <a:pt x="655" y="7961"/>
                      <a:pt x="652" y="7966"/>
                    </a:cubicBezTo>
                    <a:cubicBezTo>
                      <a:pt x="652" y="7967"/>
                      <a:pt x="651" y="7968"/>
                      <a:pt x="651" y="7969"/>
                    </a:cubicBezTo>
                    <a:cubicBezTo>
                      <a:pt x="625" y="7993"/>
                      <a:pt x="597" y="8017"/>
                      <a:pt x="569" y="8041"/>
                    </a:cubicBezTo>
                    <a:lnTo>
                      <a:pt x="565" y="8042"/>
                    </a:lnTo>
                    <a:cubicBezTo>
                      <a:pt x="564" y="8042"/>
                      <a:pt x="562" y="8042"/>
                      <a:pt x="561" y="8043"/>
                    </a:cubicBezTo>
                    <a:cubicBezTo>
                      <a:pt x="559" y="8044"/>
                      <a:pt x="558" y="8045"/>
                      <a:pt x="557" y="8047"/>
                    </a:cubicBezTo>
                    <a:cubicBezTo>
                      <a:pt x="556" y="8048"/>
                      <a:pt x="556" y="8050"/>
                      <a:pt x="556" y="8052"/>
                    </a:cubicBezTo>
                    <a:cubicBezTo>
                      <a:pt x="540" y="8066"/>
                      <a:pt x="524" y="8080"/>
                      <a:pt x="508" y="8095"/>
                    </a:cubicBezTo>
                    <a:cubicBezTo>
                      <a:pt x="493" y="8110"/>
                      <a:pt x="465" y="8129"/>
                      <a:pt x="444" y="8147"/>
                    </a:cubicBezTo>
                    <a:cubicBezTo>
                      <a:pt x="441" y="8148"/>
                      <a:pt x="439" y="8149"/>
                      <a:pt x="437" y="8150"/>
                    </a:cubicBezTo>
                    <a:cubicBezTo>
                      <a:pt x="434" y="8151"/>
                      <a:pt x="431" y="8154"/>
                      <a:pt x="429" y="8156"/>
                    </a:cubicBezTo>
                    <a:cubicBezTo>
                      <a:pt x="429" y="8157"/>
                      <a:pt x="429" y="8157"/>
                      <a:pt x="429" y="8157"/>
                    </a:cubicBezTo>
                    <a:cubicBezTo>
                      <a:pt x="429" y="8158"/>
                      <a:pt x="428" y="8159"/>
                      <a:pt x="428" y="8160"/>
                    </a:cubicBezTo>
                    <a:cubicBezTo>
                      <a:pt x="415" y="8172"/>
                      <a:pt x="404" y="8185"/>
                      <a:pt x="395" y="8201"/>
                    </a:cubicBezTo>
                    <a:cubicBezTo>
                      <a:pt x="393" y="8205"/>
                      <a:pt x="390" y="8210"/>
                      <a:pt x="388" y="8216"/>
                    </a:cubicBezTo>
                    <a:cubicBezTo>
                      <a:pt x="377" y="8240"/>
                      <a:pt x="405" y="8258"/>
                      <a:pt x="427" y="8247"/>
                    </a:cubicBezTo>
                    <a:cubicBezTo>
                      <a:pt x="466" y="8229"/>
                      <a:pt x="505" y="8209"/>
                      <a:pt x="542" y="8188"/>
                    </a:cubicBezTo>
                    <a:cubicBezTo>
                      <a:pt x="613" y="8147"/>
                      <a:pt x="681" y="8100"/>
                      <a:pt x="743" y="8047"/>
                    </a:cubicBezTo>
                    <a:cubicBezTo>
                      <a:pt x="767" y="8027"/>
                      <a:pt x="793" y="8004"/>
                      <a:pt x="814" y="7982"/>
                    </a:cubicBezTo>
                    <a:cubicBezTo>
                      <a:pt x="835" y="7959"/>
                      <a:pt x="863" y="7948"/>
                      <a:pt x="883" y="7924"/>
                    </a:cubicBezTo>
                    <a:cubicBezTo>
                      <a:pt x="929" y="7870"/>
                      <a:pt x="970" y="7812"/>
                      <a:pt x="1016" y="7758"/>
                    </a:cubicBezTo>
                    <a:cubicBezTo>
                      <a:pt x="1076" y="7688"/>
                      <a:pt x="1130" y="7612"/>
                      <a:pt x="1178" y="7532"/>
                    </a:cubicBezTo>
                    <a:cubicBezTo>
                      <a:pt x="1231" y="7439"/>
                      <a:pt x="1256" y="7339"/>
                      <a:pt x="1288" y="7238"/>
                    </a:cubicBezTo>
                    <a:cubicBezTo>
                      <a:pt x="1313" y="7161"/>
                      <a:pt x="1334" y="7002"/>
                      <a:pt x="1442" y="7005"/>
                    </a:cubicBezTo>
                    <a:cubicBezTo>
                      <a:pt x="1447" y="7005"/>
                      <a:pt x="1452" y="7007"/>
                      <a:pt x="1456" y="7009"/>
                    </a:cubicBezTo>
                    <a:cubicBezTo>
                      <a:pt x="1460" y="7011"/>
                      <a:pt x="1463" y="7013"/>
                      <a:pt x="1465" y="7016"/>
                    </a:cubicBezTo>
                    <a:cubicBezTo>
                      <a:pt x="1463" y="7016"/>
                      <a:pt x="1461" y="7019"/>
                      <a:pt x="1462" y="7021"/>
                    </a:cubicBezTo>
                    <a:cubicBezTo>
                      <a:pt x="1473" y="7038"/>
                      <a:pt x="1473" y="7085"/>
                      <a:pt x="1474" y="7100"/>
                    </a:cubicBezTo>
                    <a:cubicBezTo>
                      <a:pt x="1475" y="7115"/>
                      <a:pt x="1476" y="7129"/>
                      <a:pt x="1477" y="7143"/>
                    </a:cubicBezTo>
                    <a:cubicBezTo>
                      <a:pt x="1477" y="7149"/>
                      <a:pt x="1477" y="7154"/>
                      <a:pt x="1477" y="7158"/>
                    </a:cubicBezTo>
                    <a:cubicBezTo>
                      <a:pt x="1476" y="7187"/>
                      <a:pt x="1474" y="7216"/>
                      <a:pt x="1469" y="7245"/>
                    </a:cubicBezTo>
                    <a:lnTo>
                      <a:pt x="1467" y="7246"/>
                    </a:lnTo>
                    <a:cubicBezTo>
                      <a:pt x="1462" y="7252"/>
                      <a:pt x="1460" y="7260"/>
                      <a:pt x="1455" y="7266"/>
                    </a:cubicBezTo>
                    <a:cubicBezTo>
                      <a:pt x="1450" y="7272"/>
                      <a:pt x="1458" y="7279"/>
                      <a:pt x="1463" y="7276"/>
                    </a:cubicBezTo>
                    <a:cubicBezTo>
                      <a:pt x="1462" y="7285"/>
                      <a:pt x="1460" y="7293"/>
                      <a:pt x="1458" y="7302"/>
                    </a:cubicBezTo>
                    <a:lnTo>
                      <a:pt x="1457" y="7303"/>
                    </a:lnTo>
                    <a:cubicBezTo>
                      <a:pt x="1452" y="7305"/>
                      <a:pt x="1449" y="7309"/>
                      <a:pt x="1446" y="7314"/>
                    </a:cubicBezTo>
                    <a:cubicBezTo>
                      <a:pt x="1444" y="7318"/>
                      <a:pt x="1442" y="7323"/>
                      <a:pt x="1442" y="7329"/>
                    </a:cubicBezTo>
                    <a:cubicBezTo>
                      <a:pt x="1442" y="7330"/>
                      <a:pt x="1442" y="7332"/>
                      <a:pt x="1442" y="7333"/>
                    </a:cubicBezTo>
                    <a:cubicBezTo>
                      <a:pt x="1442" y="7334"/>
                      <a:pt x="1443" y="7335"/>
                      <a:pt x="1443" y="7336"/>
                    </a:cubicBezTo>
                    <a:cubicBezTo>
                      <a:pt x="1444" y="7337"/>
                      <a:pt x="1445" y="7338"/>
                      <a:pt x="1446" y="7339"/>
                    </a:cubicBezTo>
                    <a:cubicBezTo>
                      <a:pt x="1447" y="7339"/>
                      <a:pt x="1447" y="7339"/>
                      <a:pt x="1448" y="7340"/>
                    </a:cubicBezTo>
                    <a:lnTo>
                      <a:pt x="1448" y="7343"/>
                    </a:lnTo>
                    <a:cubicBezTo>
                      <a:pt x="1436" y="7391"/>
                      <a:pt x="1420" y="7438"/>
                      <a:pt x="1401" y="7484"/>
                    </a:cubicBezTo>
                    <a:cubicBezTo>
                      <a:pt x="1381" y="7530"/>
                      <a:pt x="1358" y="7572"/>
                      <a:pt x="1336" y="7616"/>
                    </a:cubicBezTo>
                    <a:cubicBezTo>
                      <a:pt x="1297" y="7696"/>
                      <a:pt x="1243" y="7766"/>
                      <a:pt x="1199" y="7843"/>
                    </a:cubicBezTo>
                    <a:cubicBezTo>
                      <a:pt x="1198" y="7844"/>
                      <a:pt x="1197" y="7845"/>
                      <a:pt x="1196" y="7846"/>
                    </a:cubicBezTo>
                    <a:cubicBezTo>
                      <a:pt x="1196" y="7847"/>
                      <a:pt x="1196" y="7848"/>
                      <a:pt x="1195" y="7849"/>
                    </a:cubicBezTo>
                    <a:cubicBezTo>
                      <a:pt x="1184" y="7867"/>
                      <a:pt x="1171" y="7885"/>
                      <a:pt x="1156" y="7902"/>
                    </a:cubicBezTo>
                    <a:cubicBezTo>
                      <a:pt x="1147" y="7917"/>
                      <a:pt x="1137" y="7931"/>
                      <a:pt x="1126" y="7945"/>
                    </a:cubicBezTo>
                    <a:cubicBezTo>
                      <a:pt x="1122" y="7948"/>
                      <a:pt x="1119" y="7951"/>
                      <a:pt x="1116" y="7954"/>
                    </a:cubicBezTo>
                    <a:lnTo>
                      <a:pt x="1115" y="7954"/>
                    </a:lnTo>
                    <a:cubicBezTo>
                      <a:pt x="1114" y="7954"/>
                      <a:pt x="1113" y="7954"/>
                      <a:pt x="1112" y="7955"/>
                    </a:cubicBezTo>
                    <a:cubicBezTo>
                      <a:pt x="1110" y="7956"/>
                      <a:pt x="1108" y="7958"/>
                      <a:pt x="1107" y="7960"/>
                    </a:cubicBezTo>
                    <a:cubicBezTo>
                      <a:pt x="1107" y="7961"/>
                      <a:pt x="1106" y="7963"/>
                      <a:pt x="1106" y="7965"/>
                    </a:cubicBezTo>
                    <a:cubicBezTo>
                      <a:pt x="1092" y="7984"/>
                      <a:pt x="1079" y="8003"/>
                      <a:pt x="1067" y="8022"/>
                    </a:cubicBezTo>
                    <a:cubicBezTo>
                      <a:pt x="1066" y="8022"/>
                      <a:pt x="1066" y="8023"/>
                      <a:pt x="1065" y="8023"/>
                    </a:cubicBezTo>
                    <a:cubicBezTo>
                      <a:pt x="1064" y="8023"/>
                      <a:pt x="1064" y="8024"/>
                      <a:pt x="1063" y="8025"/>
                    </a:cubicBezTo>
                    <a:cubicBezTo>
                      <a:pt x="1063" y="8026"/>
                      <a:pt x="1062" y="8027"/>
                      <a:pt x="1062" y="8028"/>
                    </a:cubicBezTo>
                    <a:lnTo>
                      <a:pt x="1062" y="8029"/>
                    </a:lnTo>
                    <a:cubicBezTo>
                      <a:pt x="1056" y="8038"/>
                      <a:pt x="1049" y="8047"/>
                      <a:pt x="1043" y="8056"/>
                    </a:cubicBezTo>
                    <a:lnTo>
                      <a:pt x="1039" y="8060"/>
                    </a:lnTo>
                    <a:lnTo>
                      <a:pt x="1036" y="8061"/>
                    </a:lnTo>
                    <a:cubicBezTo>
                      <a:pt x="1035" y="8061"/>
                      <a:pt x="1036" y="8061"/>
                      <a:pt x="1035" y="8062"/>
                    </a:cubicBezTo>
                    <a:cubicBezTo>
                      <a:pt x="1033" y="8063"/>
                      <a:pt x="1032" y="8064"/>
                      <a:pt x="1031" y="8065"/>
                    </a:cubicBezTo>
                    <a:cubicBezTo>
                      <a:pt x="1031" y="8066"/>
                      <a:pt x="1030" y="8068"/>
                      <a:pt x="1030" y="8069"/>
                    </a:cubicBezTo>
                    <a:cubicBezTo>
                      <a:pt x="1030" y="8070"/>
                      <a:pt x="1030" y="8070"/>
                      <a:pt x="1030" y="8070"/>
                    </a:cubicBezTo>
                    <a:cubicBezTo>
                      <a:pt x="1002" y="8103"/>
                      <a:pt x="974" y="8136"/>
                      <a:pt x="946" y="8169"/>
                    </a:cubicBezTo>
                    <a:lnTo>
                      <a:pt x="937" y="8179"/>
                    </a:lnTo>
                    <a:lnTo>
                      <a:pt x="936" y="8180"/>
                    </a:lnTo>
                    <a:cubicBezTo>
                      <a:pt x="930" y="8184"/>
                      <a:pt x="924" y="8189"/>
                      <a:pt x="921" y="8195"/>
                    </a:cubicBezTo>
                    <a:cubicBezTo>
                      <a:pt x="919" y="8199"/>
                      <a:pt x="917" y="8203"/>
                      <a:pt x="916" y="8207"/>
                    </a:cubicBezTo>
                    <a:cubicBezTo>
                      <a:pt x="907" y="8218"/>
                      <a:pt x="899" y="8230"/>
                      <a:pt x="890" y="8241"/>
                    </a:cubicBezTo>
                    <a:cubicBezTo>
                      <a:pt x="889" y="8242"/>
                      <a:pt x="888" y="8243"/>
                      <a:pt x="888" y="8243"/>
                    </a:cubicBezTo>
                    <a:cubicBezTo>
                      <a:pt x="887" y="8244"/>
                      <a:pt x="887" y="8244"/>
                      <a:pt x="886" y="8245"/>
                    </a:cubicBezTo>
                    <a:cubicBezTo>
                      <a:pt x="886" y="8246"/>
                      <a:pt x="886" y="8246"/>
                      <a:pt x="886" y="8247"/>
                    </a:cubicBezTo>
                    <a:cubicBezTo>
                      <a:pt x="871" y="8267"/>
                      <a:pt x="854" y="8285"/>
                      <a:pt x="835" y="8301"/>
                    </a:cubicBezTo>
                    <a:cubicBezTo>
                      <a:pt x="834" y="8303"/>
                      <a:pt x="833" y="8304"/>
                      <a:pt x="832" y="8306"/>
                    </a:cubicBezTo>
                    <a:cubicBezTo>
                      <a:pt x="830" y="8308"/>
                      <a:pt x="830" y="8310"/>
                      <a:pt x="830" y="8313"/>
                    </a:cubicBezTo>
                    <a:cubicBezTo>
                      <a:pt x="830" y="8316"/>
                      <a:pt x="830" y="8318"/>
                      <a:pt x="832" y="8320"/>
                    </a:cubicBezTo>
                    <a:cubicBezTo>
                      <a:pt x="833" y="8322"/>
                      <a:pt x="834" y="8323"/>
                      <a:pt x="835" y="8324"/>
                    </a:cubicBezTo>
                    <a:cubicBezTo>
                      <a:pt x="869" y="8350"/>
                      <a:pt x="900" y="8341"/>
                      <a:pt x="929" y="8315"/>
                    </a:cubicBezTo>
                    <a:cubicBezTo>
                      <a:pt x="978" y="8272"/>
                      <a:pt x="1040" y="8250"/>
                      <a:pt x="1089" y="8206"/>
                    </a:cubicBezTo>
                    <a:cubicBezTo>
                      <a:pt x="1114" y="8184"/>
                      <a:pt x="1137" y="8159"/>
                      <a:pt x="1157" y="8133"/>
                    </a:cubicBezTo>
                    <a:cubicBezTo>
                      <a:pt x="1174" y="8110"/>
                      <a:pt x="1200" y="8099"/>
                      <a:pt x="1216" y="8076"/>
                    </a:cubicBezTo>
                    <a:cubicBezTo>
                      <a:pt x="1256" y="8022"/>
                      <a:pt x="1299" y="7973"/>
                      <a:pt x="1336" y="7918"/>
                    </a:cubicBezTo>
                    <a:cubicBezTo>
                      <a:pt x="1356" y="7890"/>
                      <a:pt x="1366" y="7857"/>
                      <a:pt x="1385" y="7829"/>
                    </a:cubicBezTo>
                    <a:cubicBezTo>
                      <a:pt x="1404" y="7801"/>
                      <a:pt x="1419" y="7770"/>
                      <a:pt x="1436" y="7742"/>
                    </a:cubicBezTo>
                    <a:cubicBezTo>
                      <a:pt x="1474" y="7677"/>
                      <a:pt x="1504" y="7609"/>
                      <a:pt x="1538" y="7542"/>
                    </a:cubicBezTo>
                    <a:cubicBezTo>
                      <a:pt x="1567" y="7484"/>
                      <a:pt x="1585" y="7420"/>
                      <a:pt x="1610" y="7360"/>
                    </a:cubicBezTo>
                    <a:cubicBezTo>
                      <a:pt x="1636" y="7299"/>
                      <a:pt x="1638" y="7231"/>
                      <a:pt x="1649" y="7167"/>
                    </a:cubicBezTo>
                    <a:cubicBezTo>
                      <a:pt x="1655" y="7133"/>
                      <a:pt x="1657" y="7102"/>
                      <a:pt x="1667" y="7069"/>
                    </a:cubicBezTo>
                    <a:cubicBezTo>
                      <a:pt x="1679" y="7025"/>
                      <a:pt x="1723" y="7035"/>
                      <a:pt x="1745" y="7056"/>
                    </a:cubicBezTo>
                    <a:cubicBezTo>
                      <a:pt x="1746" y="7056"/>
                      <a:pt x="1746" y="7057"/>
                      <a:pt x="1746" y="7058"/>
                    </a:cubicBezTo>
                    <a:cubicBezTo>
                      <a:pt x="1747" y="7059"/>
                      <a:pt x="1748" y="7060"/>
                      <a:pt x="1750" y="7061"/>
                    </a:cubicBezTo>
                    <a:cubicBezTo>
                      <a:pt x="1751" y="7063"/>
                      <a:pt x="1753" y="7064"/>
                      <a:pt x="1753" y="7066"/>
                    </a:cubicBezTo>
                    <a:cubicBezTo>
                      <a:pt x="1754" y="7067"/>
                      <a:pt x="1754" y="7067"/>
                      <a:pt x="1754" y="7068"/>
                    </a:cubicBezTo>
                    <a:cubicBezTo>
                      <a:pt x="1758" y="7075"/>
                      <a:pt x="1760" y="7082"/>
                      <a:pt x="1763" y="7089"/>
                    </a:cubicBezTo>
                    <a:cubicBezTo>
                      <a:pt x="1769" y="7103"/>
                      <a:pt x="1774" y="7118"/>
                      <a:pt x="1777" y="7134"/>
                    </a:cubicBezTo>
                    <a:cubicBezTo>
                      <a:pt x="1776" y="7134"/>
                      <a:pt x="1775" y="7135"/>
                      <a:pt x="1775" y="7136"/>
                    </a:cubicBezTo>
                    <a:cubicBezTo>
                      <a:pt x="1774" y="7136"/>
                      <a:pt x="1775" y="7136"/>
                      <a:pt x="1774" y="7137"/>
                    </a:cubicBezTo>
                    <a:cubicBezTo>
                      <a:pt x="1773" y="7138"/>
                      <a:pt x="1773" y="7139"/>
                      <a:pt x="1773" y="7141"/>
                    </a:cubicBezTo>
                    <a:cubicBezTo>
                      <a:pt x="1773" y="7142"/>
                      <a:pt x="1773" y="7142"/>
                      <a:pt x="1774" y="7144"/>
                    </a:cubicBezTo>
                    <a:cubicBezTo>
                      <a:pt x="1775" y="7145"/>
                      <a:pt x="1776" y="7146"/>
                      <a:pt x="1777" y="7147"/>
                    </a:cubicBezTo>
                    <a:cubicBezTo>
                      <a:pt x="1778" y="7148"/>
                      <a:pt x="1779" y="7148"/>
                      <a:pt x="1779" y="7148"/>
                    </a:cubicBezTo>
                    <a:cubicBezTo>
                      <a:pt x="1782" y="7171"/>
                      <a:pt x="1783" y="7193"/>
                      <a:pt x="1783" y="7216"/>
                    </a:cubicBezTo>
                    <a:cubicBezTo>
                      <a:pt x="1783" y="7245"/>
                      <a:pt x="1781" y="7274"/>
                      <a:pt x="1777" y="7302"/>
                    </a:cubicBezTo>
                    <a:cubicBezTo>
                      <a:pt x="1771" y="7374"/>
                      <a:pt x="1744" y="7449"/>
                      <a:pt x="1723" y="7519"/>
                    </a:cubicBezTo>
                    <a:cubicBezTo>
                      <a:pt x="1697" y="7595"/>
                      <a:pt x="1666" y="7670"/>
                      <a:pt x="1631" y="7742"/>
                    </a:cubicBezTo>
                    <a:cubicBezTo>
                      <a:pt x="1605" y="7799"/>
                      <a:pt x="1565" y="7848"/>
                      <a:pt x="1541" y="7906"/>
                    </a:cubicBezTo>
                    <a:cubicBezTo>
                      <a:pt x="1538" y="7911"/>
                      <a:pt x="1535" y="7917"/>
                      <a:pt x="1532" y="7922"/>
                    </a:cubicBezTo>
                    <a:cubicBezTo>
                      <a:pt x="1529" y="7928"/>
                      <a:pt x="1526" y="7933"/>
                      <a:pt x="1522" y="7938"/>
                    </a:cubicBezTo>
                    <a:cubicBezTo>
                      <a:pt x="1521" y="7938"/>
                      <a:pt x="1520" y="7938"/>
                      <a:pt x="1519" y="7939"/>
                    </a:cubicBezTo>
                    <a:cubicBezTo>
                      <a:pt x="1514" y="7941"/>
                      <a:pt x="1510" y="7947"/>
                      <a:pt x="1507" y="7951"/>
                    </a:cubicBezTo>
                    <a:cubicBezTo>
                      <a:pt x="1505" y="7955"/>
                      <a:pt x="1503" y="7959"/>
                      <a:pt x="1503" y="7963"/>
                    </a:cubicBezTo>
                    <a:cubicBezTo>
                      <a:pt x="1496" y="7972"/>
                      <a:pt x="1490" y="7980"/>
                      <a:pt x="1485" y="7989"/>
                    </a:cubicBezTo>
                    <a:lnTo>
                      <a:pt x="1479" y="7999"/>
                    </a:lnTo>
                    <a:cubicBezTo>
                      <a:pt x="1477" y="8000"/>
                      <a:pt x="1476" y="8001"/>
                      <a:pt x="1474" y="8004"/>
                    </a:cubicBezTo>
                    <a:cubicBezTo>
                      <a:pt x="1472" y="8007"/>
                      <a:pt x="1472" y="8009"/>
                      <a:pt x="1472" y="8012"/>
                    </a:cubicBezTo>
                    <a:cubicBezTo>
                      <a:pt x="1452" y="8045"/>
                      <a:pt x="1434" y="8079"/>
                      <a:pt x="1413" y="8110"/>
                    </a:cubicBezTo>
                    <a:cubicBezTo>
                      <a:pt x="1382" y="8157"/>
                      <a:pt x="1354" y="8206"/>
                      <a:pt x="1325" y="8255"/>
                    </a:cubicBezTo>
                    <a:cubicBezTo>
                      <a:pt x="1324" y="8255"/>
                      <a:pt x="1324" y="8256"/>
                      <a:pt x="1323" y="8257"/>
                    </a:cubicBezTo>
                    <a:cubicBezTo>
                      <a:pt x="1323" y="8257"/>
                      <a:pt x="1323" y="8258"/>
                      <a:pt x="1323" y="8259"/>
                    </a:cubicBezTo>
                    <a:lnTo>
                      <a:pt x="1315" y="8272"/>
                    </a:lnTo>
                    <a:cubicBezTo>
                      <a:pt x="1296" y="8302"/>
                      <a:pt x="1249" y="8319"/>
                      <a:pt x="1245" y="8357"/>
                    </a:cubicBezTo>
                    <a:cubicBezTo>
                      <a:pt x="1245" y="8358"/>
                      <a:pt x="1245" y="8358"/>
                      <a:pt x="1245" y="8358"/>
                    </a:cubicBezTo>
                    <a:cubicBezTo>
                      <a:pt x="1245" y="8361"/>
                      <a:pt x="1245" y="8363"/>
                      <a:pt x="1246" y="8365"/>
                    </a:cubicBezTo>
                    <a:cubicBezTo>
                      <a:pt x="1248" y="8367"/>
                      <a:pt x="1249" y="8369"/>
                      <a:pt x="1251" y="8370"/>
                    </a:cubicBezTo>
                    <a:cubicBezTo>
                      <a:pt x="1252" y="8370"/>
                      <a:pt x="1253" y="8371"/>
                      <a:pt x="1254" y="8371"/>
                    </a:cubicBezTo>
                    <a:cubicBezTo>
                      <a:pt x="1299" y="8381"/>
                      <a:pt x="1328" y="8354"/>
                      <a:pt x="1362" y="8327"/>
                    </a:cubicBezTo>
                    <a:cubicBezTo>
                      <a:pt x="1409" y="8289"/>
                      <a:pt x="1451" y="8244"/>
                      <a:pt x="1495" y="8201"/>
                    </a:cubicBezTo>
                    <a:cubicBezTo>
                      <a:pt x="1542" y="8154"/>
                      <a:pt x="1578" y="8095"/>
                      <a:pt x="1617" y="8041"/>
                    </a:cubicBezTo>
                    <a:cubicBezTo>
                      <a:pt x="1642" y="8006"/>
                      <a:pt x="1666" y="7970"/>
                      <a:pt x="1687" y="7932"/>
                    </a:cubicBezTo>
                    <a:cubicBezTo>
                      <a:pt x="1698" y="7915"/>
                      <a:pt x="1707" y="7896"/>
                      <a:pt x="1717" y="7878"/>
                    </a:cubicBezTo>
                    <a:cubicBezTo>
                      <a:pt x="1749" y="7815"/>
                      <a:pt x="1793" y="7760"/>
                      <a:pt x="1825" y="7697"/>
                    </a:cubicBezTo>
                    <a:cubicBezTo>
                      <a:pt x="1853" y="7640"/>
                      <a:pt x="1885" y="7584"/>
                      <a:pt x="1912" y="7527"/>
                    </a:cubicBezTo>
                    <a:cubicBezTo>
                      <a:pt x="1934" y="7475"/>
                      <a:pt x="1946" y="7419"/>
                      <a:pt x="1946" y="7362"/>
                    </a:cubicBezTo>
                    <a:cubicBezTo>
                      <a:pt x="1946" y="7360"/>
                      <a:pt x="1946" y="7358"/>
                      <a:pt x="1946" y="7356"/>
                    </a:cubicBezTo>
                    <a:cubicBezTo>
                      <a:pt x="1946" y="7293"/>
                      <a:pt x="1961" y="7230"/>
                      <a:pt x="1959" y="7167"/>
                    </a:cubicBezTo>
                    <a:cubicBezTo>
                      <a:pt x="1959" y="7164"/>
                      <a:pt x="1958" y="7161"/>
                      <a:pt x="1958" y="7159"/>
                    </a:cubicBezTo>
                    <a:cubicBezTo>
                      <a:pt x="1958" y="7156"/>
                      <a:pt x="1959" y="7154"/>
                      <a:pt x="1959" y="7152"/>
                    </a:cubicBezTo>
                    <a:cubicBezTo>
                      <a:pt x="1961" y="7153"/>
                      <a:pt x="1963" y="7153"/>
                      <a:pt x="1965" y="7153"/>
                    </a:cubicBezTo>
                    <a:cubicBezTo>
                      <a:pt x="1968" y="7153"/>
                      <a:pt x="1970" y="7153"/>
                      <a:pt x="1971" y="7152"/>
                    </a:cubicBezTo>
                    <a:lnTo>
                      <a:pt x="1972" y="7152"/>
                    </a:lnTo>
                    <a:cubicBezTo>
                      <a:pt x="1972" y="7151"/>
                      <a:pt x="1972" y="7151"/>
                      <a:pt x="1973" y="7151"/>
                    </a:cubicBezTo>
                    <a:cubicBezTo>
                      <a:pt x="1975" y="7149"/>
                      <a:pt x="1978" y="7147"/>
                      <a:pt x="1979" y="7145"/>
                    </a:cubicBezTo>
                    <a:cubicBezTo>
                      <a:pt x="1979" y="7144"/>
                      <a:pt x="1979" y="7144"/>
                      <a:pt x="1980" y="7144"/>
                    </a:cubicBezTo>
                    <a:lnTo>
                      <a:pt x="1982" y="7144"/>
                    </a:lnTo>
                    <a:lnTo>
                      <a:pt x="1989" y="7141"/>
                    </a:lnTo>
                    <a:cubicBezTo>
                      <a:pt x="1989" y="7143"/>
                      <a:pt x="1989" y="7144"/>
                      <a:pt x="1990" y="7146"/>
                    </a:cubicBezTo>
                    <a:cubicBezTo>
                      <a:pt x="1991" y="7148"/>
                      <a:pt x="1993" y="7149"/>
                      <a:pt x="1994" y="7150"/>
                    </a:cubicBezTo>
                    <a:cubicBezTo>
                      <a:pt x="1996" y="7151"/>
                      <a:pt x="1998" y="7151"/>
                      <a:pt x="2000" y="7151"/>
                    </a:cubicBezTo>
                    <a:cubicBezTo>
                      <a:pt x="2002" y="7151"/>
                      <a:pt x="2004" y="7151"/>
                      <a:pt x="2005" y="7150"/>
                    </a:cubicBezTo>
                    <a:lnTo>
                      <a:pt x="2008" y="7149"/>
                    </a:lnTo>
                    <a:cubicBezTo>
                      <a:pt x="2010" y="7151"/>
                      <a:pt x="2012" y="7154"/>
                      <a:pt x="2014" y="7156"/>
                    </a:cubicBezTo>
                    <a:lnTo>
                      <a:pt x="2014" y="7157"/>
                    </a:lnTo>
                    <a:cubicBezTo>
                      <a:pt x="2014" y="7159"/>
                      <a:pt x="2015" y="7160"/>
                      <a:pt x="2016" y="7162"/>
                    </a:cubicBezTo>
                    <a:cubicBezTo>
                      <a:pt x="2017" y="7163"/>
                      <a:pt x="2018" y="7165"/>
                      <a:pt x="2020" y="7166"/>
                    </a:cubicBezTo>
                    <a:cubicBezTo>
                      <a:pt x="2020" y="7166"/>
                      <a:pt x="2021" y="7167"/>
                      <a:pt x="2022" y="7167"/>
                    </a:cubicBezTo>
                    <a:cubicBezTo>
                      <a:pt x="2026" y="7173"/>
                      <a:pt x="2030" y="7180"/>
                      <a:pt x="2034" y="7187"/>
                    </a:cubicBezTo>
                    <a:cubicBezTo>
                      <a:pt x="2035" y="7189"/>
                      <a:pt x="2036" y="7191"/>
                      <a:pt x="2038" y="7193"/>
                    </a:cubicBezTo>
                    <a:cubicBezTo>
                      <a:pt x="2038" y="7194"/>
                      <a:pt x="2038" y="7194"/>
                      <a:pt x="2038" y="7195"/>
                    </a:cubicBezTo>
                    <a:cubicBezTo>
                      <a:pt x="2038" y="7197"/>
                      <a:pt x="2038" y="7198"/>
                      <a:pt x="2039" y="7200"/>
                    </a:cubicBezTo>
                    <a:cubicBezTo>
                      <a:pt x="2040" y="7201"/>
                      <a:pt x="2041" y="7203"/>
                      <a:pt x="2043" y="7204"/>
                    </a:cubicBezTo>
                    <a:cubicBezTo>
                      <a:pt x="2044" y="7204"/>
                      <a:pt x="2045" y="7205"/>
                      <a:pt x="2047" y="7205"/>
                    </a:cubicBezTo>
                    <a:cubicBezTo>
                      <a:pt x="2052" y="7211"/>
                      <a:pt x="2057" y="7218"/>
                      <a:pt x="2062" y="7225"/>
                    </a:cubicBezTo>
                    <a:cubicBezTo>
                      <a:pt x="2062" y="7225"/>
                      <a:pt x="2062" y="7226"/>
                      <a:pt x="2062" y="7227"/>
                    </a:cubicBezTo>
                    <a:lnTo>
                      <a:pt x="2062" y="7228"/>
                    </a:lnTo>
                    <a:cubicBezTo>
                      <a:pt x="2062" y="7230"/>
                      <a:pt x="2062" y="7231"/>
                      <a:pt x="2063" y="7233"/>
                    </a:cubicBezTo>
                    <a:cubicBezTo>
                      <a:pt x="2064" y="7234"/>
                      <a:pt x="2065" y="7236"/>
                      <a:pt x="2067" y="7237"/>
                    </a:cubicBezTo>
                    <a:cubicBezTo>
                      <a:pt x="2068" y="7238"/>
                      <a:pt x="2069" y="7238"/>
                      <a:pt x="2070" y="7238"/>
                    </a:cubicBezTo>
                    <a:cubicBezTo>
                      <a:pt x="2072" y="7243"/>
                      <a:pt x="2075" y="7247"/>
                      <a:pt x="2077" y="7252"/>
                    </a:cubicBezTo>
                    <a:cubicBezTo>
                      <a:pt x="2076" y="7252"/>
                      <a:pt x="2076" y="7253"/>
                      <a:pt x="2075" y="7254"/>
                    </a:cubicBezTo>
                    <a:cubicBezTo>
                      <a:pt x="2073" y="7257"/>
                      <a:pt x="2072" y="7260"/>
                      <a:pt x="2072" y="7263"/>
                    </a:cubicBezTo>
                    <a:cubicBezTo>
                      <a:pt x="2072" y="7267"/>
                      <a:pt x="2073" y="7270"/>
                      <a:pt x="2075" y="7272"/>
                    </a:cubicBezTo>
                    <a:cubicBezTo>
                      <a:pt x="2075" y="7273"/>
                      <a:pt x="2075" y="7273"/>
                      <a:pt x="2075" y="7273"/>
                    </a:cubicBezTo>
                    <a:cubicBezTo>
                      <a:pt x="2076" y="7274"/>
                      <a:pt x="2077" y="7275"/>
                      <a:pt x="2078" y="7276"/>
                    </a:cubicBezTo>
                    <a:cubicBezTo>
                      <a:pt x="2079" y="7277"/>
                      <a:pt x="2081" y="7277"/>
                      <a:pt x="2082" y="7277"/>
                    </a:cubicBezTo>
                    <a:cubicBezTo>
                      <a:pt x="2083" y="7277"/>
                      <a:pt x="2084" y="7277"/>
                      <a:pt x="2085" y="7277"/>
                    </a:cubicBezTo>
                    <a:cubicBezTo>
                      <a:pt x="2087" y="7286"/>
                      <a:pt x="2089" y="7296"/>
                      <a:pt x="2091" y="7306"/>
                    </a:cubicBezTo>
                    <a:lnTo>
                      <a:pt x="2090" y="7307"/>
                    </a:lnTo>
                    <a:cubicBezTo>
                      <a:pt x="2089" y="7309"/>
                      <a:pt x="2088" y="7312"/>
                      <a:pt x="2088" y="7315"/>
                    </a:cubicBezTo>
                    <a:cubicBezTo>
                      <a:pt x="2088" y="7318"/>
                      <a:pt x="2089" y="7321"/>
                      <a:pt x="2090" y="7324"/>
                    </a:cubicBezTo>
                    <a:cubicBezTo>
                      <a:pt x="2091" y="7325"/>
                      <a:pt x="2092" y="7327"/>
                      <a:pt x="2094" y="7328"/>
                    </a:cubicBezTo>
                    <a:cubicBezTo>
                      <a:pt x="2096" y="7346"/>
                      <a:pt x="2097" y="7365"/>
                      <a:pt x="2097" y="7383"/>
                    </a:cubicBezTo>
                    <a:cubicBezTo>
                      <a:pt x="2097" y="7391"/>
                      <a:pt x="2097" y="7399"/>
                      <a:pt x="2096" y="7407"/>
                    </a:cubicBezTo>
                    <a:cubicBezTo>
                      <a:pt x="2096" y="7408"/>
                      <a:pt x="2096" y="7410"/>
                      <a:pt x="2096" y="7411"/>
                    </a:cubicBezTo>
                    <a:lnTo>
                      <a:pt x="2094" y="7413"/>
                    </a:lnTo>
                    <a:cubicBezTo>
                      <a:pt x="2094" y="7414"/>
                      <a:pt x="2094" y="7414"/>
                      <a:pt x="2094" y="7415"/>
                    </a:cubicBezTo>
                    <a:cubicBezTo>
                      <a:pt x="2093" y="7416"/>
                      <a:pt x="2092" y="7417"/>
                      <a:pt x="2092" y="7419"/>
                    </a:cubicBezTo>
                    <a:cubicBezTo>
                      <a:pt x="2092" y="7420"/>
                      <a:pt x="2093" y="7422"/>
                      <a:pt x="2094" y="7423"/>
                    </a:cubicBezTo>
                    <a:cubicBezTo>
                      <a:pt x="2095" y="7424"/>
                      <a:pt x="2095" y="7425"/>
                      <a:pt x="2097" y="7426"/>
                    </a:cubicBezTo>
                    <a:cubicBezTo>
                      <a:pt x="2100" y="7442"/>
                      <a:pt x="2102" y="7459"/>
                      <a:pt x="2104" y="7475"/>
                    </a:cubicBezTo>
                    <a:cubicBezTo>
                      <a:pt x="2104" y="7489"/>
                      <a:pt x="2104" y="7502"/>
                      <a:pt x="2104" y="7515"/>
                    </a:cubicBezTo>
                    <a:lnTo>
                      <a:pt x="2102" y="7517"/>
                    </a:lnTo>
                    <a:cubicBezTo>
                      <a:pt x="2101" y="7518"/>
                      <a:pt x="2101" y="7518"/>
                      <a:pt x="2101" y="7519"/>
                    </a:cubicBezTo>
                    <a:cubicBezTo>
                      <a:pt x="2100" y="7520"/>
                      <a:pt x="2099" y="7522"/>
                      <a:pt x="2099" y="7524"/>
                    </a:cubicBezTo>
                    <a:cubicBezTo>
                      <a:pt x="2099" y="7526"/>
                      <a:pt x="2100" y="7527"/>
                      <a:pt x="2101" y="7529"/>
                    </a:cubicBezTo>
                    <a:cubicBezTo>
                      <a:pt x="2101" y="7530"/>
                      <a:pt x="2102" y="7531"/>
                      <a:pt x="2104" y="7532"/>
                    </a:cubicBezTo>
                    <a:cubicBezTo>
                      <a:pt x="2104" y="7537"/>
                      <a:pt x="2104" y="7541"/>
                      <a:pt x="2104" y="7546"/>
                    </a:cubicBezTo>
                    <a:cubicBezTo>
                      <a:pt x="2104" y="7576"/>
                      <a:pt x="2099" y="7606"/>
                      <a:pt x="2090" y="7635"/>
                    </a:cubicBezTo>
                    <a:cubicBezTo>
                      <a:pt x="2088" y="7637"/>
                      <a:pt x="2086" y="7639"/>
                      <a:pt x="2085" y="7641"/>
                    </a:cubicBezTo>
                    <a:cubicBezTo>
                      <a:pt x="2084" y="7643"/>
                      <a:pt x="2083" y="7645"/>
                      <a:pt x="2082" y="7647"/>
                    </a:cubicBezTo>
                    <a:cubicBezTo>
                      <a:pt x="2082" y="7648"/>
                      <a:pt x="2082" y="7649"/>
                      <a:pt x="2082" y="7650"/>
                    </a:cubicBezTo>
                    <a:cubicBezTo>
                      <a:pt x="2082" y="7652"/>
                      <a:pt x="2082" y="7653"/>
                      <a:pt x="2083" y="7654"/>
                    </a:cubicBezTo>
                    <a:cubicBezTo>
                      <a:pt x="2084" y="7655"/>
                      <a:pt x="2084" y="7656"/>
                      <a:pt x="2085" y="7657"/>
                    </a:cubicBezTo>
                    <a:cubicBezTo>
                      <a:pt x="2082" y="7673"/>
                      <a:pt x="2079" y="7688"/>
                      <a:pt x="2076" y="7704"/>
                    </a:cubicBezTo>
                    <a:cubicBezTo>
                      <a:pt x="2075" y="7706"/>
                      <a:pt x="2074" y="7708"/>
                      <a:pt x="2074" y="7711"/>
                    </a:cubicBezTo>
                    <a:cubicBezTo>
                      <a:pt x="2071" y="7726"/>
                      <a:pt x="2067" y="7740"/>
                      <a:pt x="2061" y="7754"/>
                    </a:cubicBezTo>
                    <a:cubicBezTo>
                      <a:pt x="2037" y="7815"/>
                      <a:pt x="2011" y="7874"/>
                      <a:pt x="1984" y="7934"/>
                    </a:cubicBezTo>
                    <a:cubicBezTo>
                      <a:pt x="1951" y="8005"/>
                      <a:pt x="1911" y="8070"/>
                      <a:pt x="1871" y="8137"/>
                    </a:cubicBezTo>
                    <a:cubicBezTo>
                      <a:pt x="1839" y="8192"/>
                      <a:pt x="1804" y="8244"/>
                      <a:pt x="1766" y="8295"/>
                    </a:cubicBezTo>
                    <a:lnTo>
                      <a:pt x="1764" y="8298"/>
                    </a:lnTo>
                    <a:cubicBezTo>
                      <a:pt x="1763" y="8298"/>
                      <a:pt x="1762" y="8298"/>
                      <a:pt x="1761" y="8299"/>
                    </a:cubicBezTo>
                    <a:cubicBezTo>
                      <a:pt x="1760" y="8300"/>
                      <a:pt x="1758" y="8300"/>
                      <a:pt x="1757" y="8302"/>
                    </a:cubicBezTo>
                    <a:cubicBezTo>
                      <a:pt x="1756" y="8304"/>
                      <a:pt x="1756" y="8305"/>
                      <a:pt x="1756" y="8307"/>
                    </a:cubicBezTo>
                    <a:cubicBezTo>
                      <a:pt x="1749" y="8316"/>
                      <a:pt x="1741" y="8324"/>
                      <a:pt x="1733" y="8333"/>
                    </a:cubicBezTo>
                    <a:cubicBezTo>
                      <a:pt x="1731" y="8334"/>
                      <a:pt x="1729" y="8336"/>
                      <a:pt x="1728" y="8338"/>
                    </a:cubicBezTo>
                    <a:cubicBezTo>
                      <a:pt x="1728" y="8339"/>
                      <a:pt x="1727" y="8340"/>
                      <a:pt x="1727" y="8342"/>
                    </a:cubicBezTo>
                    <a:cubicBezTo>
                      <a:pt x="1724" y="8345"/>
                      <a:pt x="1722" y="8348"/>
                      <a:pt x="1720" y="8351"/>
                    </a:cubicBezTo>
                    <a:cubicBezTo>
                      <a:pt x="1714" y="8363"/>
                      <a:pt x="1710" y="8375"/>
                      <a:pt x="1710" y="8388"/>
                    </a:cubicBezTo>
                    <a:cubicBezTo>
                      <a:pt x="1710" y="8392"/>
                      <a:pt x="1711" y="8396"/>
                      <a:pt x="1712" y="8401"/>
                    </a:cubicBezTo>
                    <a:cubicBezTo>
                      <a:pt x="1712" y="8403"/>
                      <a:pt x="1712" y="8404"/>
                      <a:pt x="1713" y="8406"/>
                    </a:cubicBezTo>
                    <a:cubicBezTo>
                      <a:pt x="1715" y="8408"/>
                      <a:pt x="1717" y="8410"/>
                      <a:pt x="1719" y="8411"/>
                    </a:cubicBezTo>
                    <a:cubicBezTo>
                      <a:pt x="1720" y="8412"/>
                      <a:pt x="1722" y="8413"/>
                      <a:pt x="1724" y="8413"/>
                    </a:cubicBezTo>
                    <a:cubicBezTo>
                      <a:pt x="1755" y="8417"/>
                      <a:pt x="1799" y="8390"/>
                      <a:pt x="1822" y="8371"/>
                    </a:cubicBezTo>
                    <a:cubicBezTo>
                      <a:pt x="1865" y="8332"/>
                      <a:pt x="1902" y="8287"/>
                      <a:pt x="1933" y="8239"/>
                    </a:cubicBezTo>
                    <a:cubicBezTo>
                      <a:pt x="1959" y="8201"/>
                      <a:pt x="1998" y="8176"/>
                      <a:pt x="2029" y="8142"/>
                    </a:cubicBezTo>
                    <a:cubicBezTo>
                      <a:pt x="2033" y="8137"/>
                      <a:pt x="2037" y="8132"/>
                      <a:pt x="2041" y="8127"/>
                    </a:cubicBezTo>
                    <a:cubicBezTo>
                      <a:pt x="2050" y="8116"/>
                      <a:pt x="2059" y="8105"/>
                      <a:pt x="2066" y="8093"/>
                    </a:cubicBezTo>
                    <a:cubicBezTo>
                      <a:pt x="2072" y="8082"/>
                      <a:pt x="2077" y="8070"/>
                      <a:pt x="2081" y="8059"/>
                    </a:cubicBezTo>
                    <a:cubicBezTo>
                      <a:pt x="2091" y="8047"/>
                      <a:pt x="2099" y="8034"/>
                      <a:pt x="2107" y="8021"/>
                    </a:cubicBezTo>
                    <a:cubicBezTo>
                      <a:pt x="2107" y="8021"/>
                      <a:pt x="2108" y="8020"/>
                      <a:pt x="2108" y="8019"/>
                    </a:cubicBezTo>
                    <a:cubicBezTo>
                      <a:pt x="2109" y="8018"/>
                      <a:pt x="2109" y="8016"/>
                      <a:pt x="2109" y="8014"/>
                    </a:cubicBezTo>
                    <a:cubicBezTo>
                      <a:pt x="2109" y="8012"/>
                      <a:pt x="2109" y="8010"/>
                      <a:pt x="2108" y="8009"/>
                    </a:cubicBezTo>
                    <a:cubicBezTo>
                      <a:pt x="2120" y="7994"/>
                      <a:pt x="2133" y="7980"/>
                      <a:pt x="2144" y="7964"/>
                    </a:cubicBezTo>
                    <a:cubicBezTo>
                      <a:pt x="2144" y="7963"/>
                      <a:pt x="2145" y="7962"/>
                      <a:pt x="2146" y="7961"/>
                    </a:cubicBezTo>
                    <a:cubicBezTo>
                      <a:pt x="2158" y="7939"/>
                      <a:pt x="2168" y="7915"/>
                      <a:pt x="2175" y="7891"/>
                    </a:cubicBezTo>
                    <a:cubicBezTo>
                      <a:pt x="2195" y="7832"/>
                      <a:pt x="2226" y="7777"/>
                      <a:pt x="2247" y="7719"/>
                    </a:cubicBezTo>
                    <a:cubicBezTo>
                      <a:pt x="2266" y="7664"/>
                      <a:pt x="2268" y="7595"/>
                      <a:pt x="2270" y="7537"/>
                    </a:cubicBezTo>
                    <a:cubicBezTo>
                      <a:pt x="2271" y="7468"/>
                      <a:pt x="2267" y="7399"/>
                      <a:pt x="2272" y="7331"/>
                    </a:cubicBezTo>
                    <a:cubicBezTo>
                      <a:pt x="2272" y="7329"/>
                      <a:pt x="2272" y="7326"/>
                      <a:pt x="2272" y="7324"/>
                    </a:cubicBezTo>
                    <a:cubicBezTo>
                      <a:pt x="2272" y="7291"/>
                      <a:pt x="2267" y="7259"/>
                      <a:pt x="2257" y="7227"/>
                    </a:cubicBezTo>
                    <a:cubicBezTo>
                      <a:pt x="2268" y="7227"/>
                      <a:pt x="2280" y="7225"/>
                      <a:pt x="2293" y="7225"/>
                    </a:cubicBezTo>
                    <a:cubicBezTo>
                      <a:pt x="2295" y="7225"/>
                      <a:pt x="2297" y="7225"/>
                      <a:pt x="2300" y="7225"/>
                    </a:cubicBezTo>
                    <a:cubicBezTo>
                      <a:pt x="2325" y="7225"/>
                      <a:pt x="2350" y="7224"/>
                      <a:pt x="2375" y="7221"/>
                    </a:cubicBezTo>
                    <a:cubicBezTo>
                      <a:pt x="2442" y="7214"/>
                      <a:pt x="2509" y="7188"/>
                      <a:pt x="2576" y="7176"/>
                    </a:cubicBezTo>
                    <a:cubicBezTo>
                      <a:pt x="2656" y="7163"/>
                      <a:pt x="2737" y="7152"/>
                      <a:pt x="2816" y="7135"/>
                    </a:cubicBezTo>
                    <a:cubicBezTo>
                      <a:pt x="2842" y="7129"/>
                      <a:pt x="2869" y="7125"/>
                      <a:pt x="2896" y="7123"/>
                    </a:cubicBezTo>
                    <a:cubicBezTo>
                      <a:pt x="2933" y="7121"/>
                      <a:pt x="2969" y="7118"/>
                      <a:pt x="3006" y="7112"/>
                    </a:cubicBezTo>
                    <a:cubicBezTo>
                      <a:pt x="3129" y="7089"/>
                      <a:pt x="3253" y="7075"/>
                      <a:pt x="3378" y="7070"/>
                    </a:cubicBezTo>
                    <a:cubicBezTo>
                      <a:pt x="3443" y="7067"/>
                      <a:pt x="3510" y="7063"/>
                      <a:pt x="3576" y="7056"/>
                    </a:cubicBezTo>
                    <a:cubicBezTo>
                      <a:pt x="3594" y="7054"/>
                      <a:pt x="3612" y="7051"/>
                      <a:pt x="3631" y="7049"/>
                    </a:cubicBezTo>
                    <a:cubicBezTo>
                      <a:pt x="3632" y="7049"/>
                      <a:pt x="3633" y="7050"/>
                      <a:pt x="3634" y="7051"/>
                    </a:cubicBezTo>
                    <a:cubicBezTo>
                      <a:pt x="3634" y="7051"/>
                      <a:pt x="3635" y="7051"/>
                      <a:pt x="3636" y="7052"/>
                    </a:cubicBezTo>
                    <a:cubicBezTo>
                      <a:pt x="3667" y="7065"/>
                      <a:pt x="3708" y="7050"/>
                      <a:pt x="3739" y="7040"/>
                    </a:cubicBezTo>
                    <a:lnTo>
                      <a:pt x="3742" y="7039"/>
                    </a:lnTo>
                    <a:cubicBezTo>
                      <a:pt x="3801" y="7030"/>
                      <a:pt x="3858" y="7008"/>
                      <a:pt x="3916" y="7008"/>
                    </a:cubicBezTo>
                    <a:lnTo>
                      <a:pt x="3917" y="7008"/>
                    </a:lnTo>
                    <a:cubicBezTo>
                      <a:pt x="3919" y="7008"/>
                      <a:pt x="3921" y="7007"/>
                      <a:pt x="3923" y="7006"/>
                    </a:cubicBezTo>
                    <a:cubicBezTo>
                      <a:pt x="3924" y="7005"/>
                      <a:pt x="3924" y="7006"/>
                      <a:pt x="3925" y="7006"/>
                    </a:cubicBezTo>
                    <a:cubicBezTo>
                      <a:pt x="3950" y="7027"/>
                      <a:pt x="3978" y="7046"/>
                      <a:pt x="4003" y="7068"/>
                    </a:cubicBezTo>
                    <a:cubicBezTo>
                      <a:pt x="4023" y="7085"/>
                      <a:pt x="4043" y="7110"/>
                      <a:pt x="4069" y="7114"/>
                    </a:cubicBezTo>
                    <a:cubicBezTo>
                      <a:pt x="4069" y="7115"/>
                      <a:pt x="4070" y="7116"/>
                      <a:pt x="4071" y="7117"/>
                    </a:cubicBezTo>
                    <a:cubicBezTo>
                      <a:pt x="4072" y="7119"/>
                      <a:pt x="4072" y="7120"/>
                      <a:pt x="4074" y="7121"/>
                    </a:cubicBezTo>
                    <a:cubicBezTo>
                      <a:pt x="4075" y="7122"/>
                      <a:pt x="4078" y="7123"/>
                      <a:pt x="4080" y="7123"/>
                    </a:cubicBezTo>
                    <a:lnTo>
                      <a:pt x="4081" y="7123"/>
                    </a:lnTo>
                    <a:cubicBezTo>
                      <a:pt x="4080" y="7124"/>
                      <a:pt x="4080" y="7125"/>
                      <a:pt x="4080" y="7126"/>
                    </a:cubicBezTo>
                    <a:cubicBezTo>
                      <a:pt x="4080" y="7128"/>
                      <a:pt x="4081" y="7130"/>
                      <a:pt x="4082" y="7132"/>
                    </a:cubicBezTo>
                    <a:lnTo>
                      <a:pt x="4084" y="7135"/>
                    </a:lnTo>
                    <a:cubicBezTo>
                      <a:pt x="4088" y="7140"/>
                      <a:pt x="4092" y="7145"/>
                      <a:pt x="4098" y="7149"/>
                    </a:cubicBezTo>
                    <a:cubicBezTo>
                      <a:pt x="4100" y="7152"/>
                      <a:pt x="4103" y="7155"/>
                      <a:pt x="4106" y="7157"/>
                    </a:cubicBezTo>
                    <a:cubicBezTo>
                      <a:pt x="4115" y="7163"/>
                      <a:pt x="4124" y="7165"/>
                      <a:pt x="4131" y="7173"/>
                    </a:cubicBezTo>
                    <a:cubicBezTo>
                      <a:pt x="4132" y="7174"/>
                      <a:pt x="4133" y="7175"/>
                      <a:pt x="4134" y="7176"/>
                    </a:cubicBezTo>
                    <a:cubicBezTo>
                      <a:pt x="4135" y="7176"/>
                      <a:pt x="4135" y="7177"/>
                      <a:pt x="4136" y="7177"/>
                    </a:cubicBezTo>
                    <a:cubicBezTo>
                      <a:pt x="4130" y="7211"/>
                      <a:pt x="4127" y="7249"/>
                      <a:pt x="4145" y="7265"/>
                    </a:cubicBezTo>
                    <a:cubicBezTo>
                      <a:pt x="4148" y="7268"/>
                      <a:pt x="4151" y="7270"/>
                      <a:pt x="4155" y="7272"/>
                    </a:cubicBezTo>
                    <a:cubicBezTo>
                      <a:pt x="4163" y="7277"/>
                      <a:pt x="4172" y="7279"/>
                      <a:pt x="4182" y="7279"/>
                    </a:cubicBezTo>
                    <a:cubicBezTo>
                      <a:pt x="4183" y="7279"/>
                      <a:pt x="4184" y="7279"/>
                      <a:pt x="4184" y="7279"/>
                    </a:cubicBezTo>
                    <a:cubicBezTo>
                      <a:pt x="4212" y="7279"/>
                      <a:pt x="4241" y="7286"/>
                      <a:pt x="4269" y="7288"/>
                    </a:cubicBezTo>
                    <a:cubicBezTo>
                      <a:pt x="4273" y="7288"/>
                      <a:pt x="4276" y="7288"/>
                      <a:pt x="4279" y="7288"/>
                    </a:cubicBezTo>
                    <a:cubicBezTo>
                      <a:pt x="4282" y="7288"/>
                      <a:pt x="4286" y="7288"/>
                      <a:pt x="4289" y="7288"/>
                    </a:cubicBezTo>
                    <a:cubicBezTo>
                      <a:pt x="4316" y="7307"/>
                      <a:pt x="4338" y="7347"/>
                      <a:pt x="4360" y="7370"/>
                    </a:cubicBezTo>
                    <a:cubicBezTo>
                      <a:pt x="4369" y="7379"/>
                      <a:pt x="4379" y="7387"/>
                      <a:pt x="4389" y="7393"/>
                    </a:cubicBezTo>
                    <a:cubicBezTo>
                      <a:pt x="4402" y="7400"/>
                      <a:pt x="4415" y="7405"/>
                      <a:pt x="4429" y="7408"/>
                    </a:cubicBezTo>
                    <a:lnTo>
                      <a:pt x="4429" y="7410"/>
                    </a:lnTo>
                    <a:cubicBezTo>
                      <a:pt x="4429" y="7412"/>
                      <a:pt x="4430" y="7414"/>
                      <a:pt x="4431" y="7416"/>
                    </a:cubicBezTo>
                    <a:cubicBezTo>
                      <a:pt x="4432" y="7418"/>
                      <a:pt x="4434" y="7419"/>
                      <a:pt x="4436" y="7421"/>
                    </a:cubicBezTo>
                    <a:cubicBezTo>
                      <a:pt x="4438" y="7422"/>
                      <a:pt x="4441" y="7423"/>
                      <a:pt x="4443" y="7423"/>
                    </a:cubicBezTo>
                    <a:cubicBezTo>
                      <a:pt x="4444" y="7423"/>
                      <a:pt x="4444" y="7423"/>
                      <a:pt x="4445" y="7423"/>
                    </a:cubicBezTo>
                    <a:cubicBezTo>
                      <a:pt x="4451" y="7422"/>
                      <a:pt x="4458" y="7421"/>
                      <a:pt x="4464" y="7418"/>
                    </a:cubicBezTo>
                    <a:cubicBezTo>
                      <a:pt x="4470" y="7460"/>
                      <a:pt x="4482" y="7501"/>
                      <a:pt x="4497" y="7541"/>
                    </a:cubicBezTo>
                    <a:cubicBezTo>
                      <a:pt x="4506" y="7565"/>
                      <a:pt x="4514" y="7590"/>
                      <a:pt x="4522" y="7615"/>
                    </a:cubicBezTo>
                    <a:cubicBezTo>
                      <a:pt x="4528" y="7643"/>
                      <a:pt x="4535" y="7670"/>
                      <a:pt x="4545" y="7697"/>
                    </a:cubicBezTo>
                    <a:cubicBezTo>
                      <a:pt x="4560" y="7734"/>
                      <a:pt x="4578" y="7770"/>
                      <a:pt x="4598" y="7804"/>
                    </a:cubicBezTo>
                    <a:cubicBezTo>
                      <a:pt x="4604" y="7815"/>
                      <a:pt x="4611" y="7826"/>
                      <a:pt x="4617" y="7836"/>
                    </a:cubicBezTo>
                    <a:cubicBezTo>
                      <a:pt x="4644" y="7875"/>
                      <a:pt x="4661" y="7920"/>
                      <a:pt x="4692" y="7958"/>
                    </a:cubicBezTo>
                    <a:cubicBezTo>
                      <a:pt x="4707" y="7975"/>
                      <a:pt x="4725" y="7982"/>
                      <a:pt x="4738" y="8004"/>
                    </a:cubicBezTo>
                    <a:cubicBezTo>
                      <a:pt x="4740" y="8008"/>
                      <a:pt x="4742" y="8012"/>
                      <a:pt x="4745" y="8016"/>
                    </a:cubicBezTo>
                    <a:cubicBezTo>
                      <a:pt x="4752" y="8029"/>
                      <a:pt x="4761" y="8042"/>
                      <a:pt x="4771" y="8054"/>
                    </a:cubicBezTo>
                    <a:cubicBezTo>
                      <a:pt x="4805" y="8094"/>
                      <a:pt x="4840" y="8133"/>
                      <a:pt x="4877" y="8169"/>
                    </a:cubicBezTo>
                    <a:cubicBezTo>
                      <a:pt x="4911" y="8201"/>
                      <a:pt x="4948" y="8229"/>
                      <a:pt x="4988" y="8252"/>
                    </a:cubicBezTo>
                    <a:cubicBezTo>
                      <a:pt x="5030" y="8279"/>
                      <a:pt x="5071" y="8306"/>
                      <a:pt x="5112" y="8333"/>
                    </a:cubicBezTo>
                    <a:cubicBezTo>
                      <a:pt x="5150" y="8358"/>
                      <a:pt x="5194" y="8390"/>
                      <a:pt x="5239" y="8399"/>
                    </a:cubicBezTo>
                    <a:cubicBezTo>
                      <a:pt x="5266" y="8404"/>
                      <a:pt x="5293" y="8402"/>
                      <a:pt x="5322" y="8405"/>
                    </a:cubicBezTo>
                    <a:cubicBezTo>
                      <a:pt x="5350" y="8408"/>
                      <a:pt x="5379" y="8413"/>
                      <a:pt x="5408" y="8416"/>
                    </a:cubicBezTo>
                    <a:cubicBezTo>
                      <a:pt x="5424" y="8417"/>
                      <a:pt x="5439" y="8418"/>
                      <a:pt x="5456" y="8418"/>
                    </a:cubicBezTo>
                    <a:cubicBezTo>
                      <a:pt x="5472" y="8418"/>
                      <a:pt x="5489" y="8417"/>
                      <a:pt x="5505" y="8416"/>
                    </a:cubicBezTo>
                    <a:cubicBezTo>
                      <a:pt x="5506" y="8417"/>
                      <a:pt x="5506" y="8416"/>
                      <a:pt x="5507" y="8417"/>
                    </a:cubicBezTo>
                    <a:cubicBezTo>
                      <a:pt x="5508" y="8417"/>
                      <a:pt x="5510" y="8419"/>
                      <a:pt x="5512" y="8419"/>
                    </a:cubicBezTo>
                    <a:cubicBezTo>
                      <a:pt x="5523" y="8420"/>
                      <a:pt x="5533" y="8420"/>
                      <a:pt x="5544" y="8420"/>
                    </a:cubicBezTo>
                    <a:cubicBezTo>
                      <a:pt x="5575" y="8420"/>
                      <a:pt x="5606" y="8417"/>
                      <a:pt x="5636" y="8409"/>
                    </a:cubicBezTo>
                    <a:lnTo>
                      <a:pt x="5640" y="8409"/>
                    </a:lnTo>
                    <a:cubicBezTo>
                      <a:pt x="5697" y="8409"/>
                      <a:pt x="5753" y="8412"/>
                      <a:pt x="5810" y="8408"/>
                    </a:cubicBezTo>
                    <a:cubicBezTo>
                      <a:pt x="5898" y="8403"/>
                      <a:pt x="5994" y="8399"/>
                      <a:pt x="6079" y="8375"/>
                    </a:cubicBezTo>
                    <a:cubicBezTo>
                      <a:pt x="6081" y="8374"/>
                      <a:pt x="6083" y="8374"/>
                      <a:pt x="6084" y="8373"/>
                    </a:cubicBezTo>
                    <a:cubicBezTo>
                      <a:pt x="6087" y="8371"/>
                      <a:pt x="6089" y="8369"/>
                      <a:pt x="6091" y="8367"/>
                    </a:cubicBezTo>
                    <a:cubicBezTo>
                      <a:pt x="6096" y="8365"/>
                      <a:pt x="6101" y="8363"/>
                      <a:pt x="6106" y="8360"/>
                    </a:cubicBezTo>
                    <a:cubicBezTo>
                      <a:pt x="6115" y="8355"/>
                      <a:pt x="6123" y="8348"/>
                      <a:pt x="6129" y="8340"/>
                    </a:cubicBezTo>
                    <a:cubicBezTo>
                      <a:pt x="6133" y="8336"/>
                      <a:pt x="6137" y="8332"/>
                      <a:pt x="6141" y="8328"/>
                    </a:cubicBezTo>
                    <a:cubicBezTo>
                      <a:pt x="6181" y="8298"/>
                      <a:pt x="6215" y="8260"/>
                      <a:pt x="6240" y="8216"/>
                    </a:cubicBezTo>
                    <a:cubicBezTo>
                      <a:pt x="6245" y="8208"/>
                      <a:pt x="6250" y="8199"/>
                      <a:pt x="6254" y="8191"/>
                    </a:cubicBezTo>
                    <a:cubicBezTo>
                      <a:pt x="6269" y="8158"/>
                      <a:pt x="6291" y="8129"/>
                      <a:pt x="6306" y="8095"/>
                    </a:cubicBezTo>
                    <a:cubicBezTo>
                      <a:pt x="6326" y="8043"/>
                      <a:pt x="6349" y="7993"/>
                      <a:pt x="6368" y="7941"/>
                    </a:cubicBezTo>
                    <a:cubicBezTo>
                      <a:pt x="6390" y="7883"/>
                      <a:pt x="6408" y="7822"/>
                      <a:pt x="6420" y="7761"/>
                    </a:cubicBezTo>
                    <a:cubicBezTo>
                      <a:pt x="6447" y="7686"/>
                      <a:pt x="6472" y="7604"/>
                      <a:pt x="6473" y="7528"/>
                    </a:cubicBezTo>
                    <a:cubicBezTo>
                      <a:pt x="6473" y="7472"/>
                      <a:pt x="6483" y="7419"/>
                      <a:pt x="6480" y="7362"/>
                    </a:cubicBezTo>
                    <a:cubicBezTo>
                      <a:pt x="6480" y="7355"/>
                      <a:pt x="6480" y="7348"/>
                      <a:pt x="6480" y="7341"/>
                    </a:cubicBezTo>
                    <a:cubicBezTo>
                      <a:pt x="6480" y="7289"/>
                      <a:pt x="6482" y="7237"/>
                      <a:pt x="6487" y="7185"/>
                    </a:cubicBezTo>
                    <a:cubicBezTo>
                      <a:pt x="6487" y="7168"/>
                      <a:pt x="6488" y="7151"/>
                      <a:pt x="6488" y="7134"/>
                    </a:cubicBezTo>
                    <a:cubicBezTo>
                      <a:pt x="6488" y="7041"/>
                      <a:pt x="6479" y="6948"/>
                      <a:pt x="6462" y="6856"/>
                    </a:cubicBezTo>
                    <a:cubicBezTo>
                      <a:pt x="6442" y="6747"/>
                      <a:pt x="6410" y="6640"/>
                      <a:pt x="6366" y="6539"/>
                    </a:cubicBezTo>
                    <a:cubicBezTo>
                      <a:pt x="6368" y="6539"/>
                      <a:pt x="6370" y="6538"/>
                      <a:pt x="6372" y="6537"/>
                    </a:cubicBezTo>
                    <a:cubicBezTo>
                      <a:pt x="6373" y="6536"/>
                      <a:pt x="6375" y="6535"/>
                      <a:pt x="6376" y="6533"/>
                    </a:cubicBezTo>
                    <a:cubicBezTo>
                      <a:pt x="6377" y="6532"/>
                      <a:pt x="6377" y="6530"/>
                      <a:pt x="6377" y="6528"/>
                    </a:cubicBezTo>
                    <a:cubicBezTo>
                      <a:pt x="6381" y="6499"/>
                      <a:pt x="6379" y="6454"/>
                      <a:pt x="6361" y="6430"/>
                    </a:cubicBezTo>
                    <a:cubicBezTo>
                      <a:pt x="6354" y="6429"/>
                      <a:pt x="6348" y="6428"/>
                      <a:pt x="6341" y="6428"/>
                    </a:cubicBezTo>
                    <a:cubicBezTo>
                      <a:pt x="6335" y="6428"/>
                      <a:pt x="6328" y="6429"/>
                      <a:pt x="6322" y="6430"/>
                    </a:cubicBezTo>
                    <a:cubicBezTo>
                      <a:pt x="6302" y="6374"/>
                      <a:pt x="6277" y="6320"/>
                      <a:pt x="6248" y="6269"/>
                    </a:cubicBezTo>
                    <a:cubicBezTo>
                      <a:pt x="6240" y="6256"/>
                      <a:pt x="6233" y="6244"/>
                      <a:pt x="6225" y="6231"/>
                    </a:cubicBezTo>
                    <a:cubicBezTo>
                      <a:pt x="6190" y="6179"/>
                      <a:pt x="6165" y="6126"/>
                      <a:pt x="6134" y="6072"/>
                    </a:cubicBezTo>
                    <a:cubicBezTo>
                      <a:pt x="6118" y="6045"/>
                      <a:pt x="6102" y="6020"/>
                      <a:pt x="6086" y="5995"/>
                    </a:cubicBezTo>
                    <a:cubicBezTo>
                      <a:pt x="6097" y="6006"/>
                      <a:pt x="6109" y="6018"/>
                      <a:pt x="6120" y="6030"/>
                    </a:cubicBezTo>
                    <a:cubicBezTo>
                      <a:pt x="6175" y="6089"/>
                      <a:pt x="6224" y="6157"/>
                      <a:pt x="6284" y="6212"/>
                    </a:cubicBezTo>
                    <a:cubicBezTo>
                      <a:pt x="6337" y="6261"/>
                      <a:pt x="6435" y="6386"/>
                      <a:pt x="6437" y="6388"/>
                    </a:cubicBezTo>
                    <a:cubicBezTo>
                      <a:pt x="6447" y="6395"/>
                      <a:pt x="6437" y="6446"/>
                      <a:pt x="6436" y="6459"/>
                    </a:cubicBezTo>
                    <a:cubicBezTo>
                      <a:pt x="6435" y="6488"/>
                      <a:pt x="6436" y="6518"/>
                      <a:pt x="6436" y="6547"/>
                    </a:cubicBezTo>
                    <a:cubicBezTo>
                      <a:pt x="6436" y="6611"/>
                      <a:pt x="6428" y="6679"/>
                      <a:pt x="6436" y="6743"/>
                    </a:cubicBezTo>
                    <a:cubicBezTo>
                      <a:pt x="6436" y="6745"/>
                      <a:pt x="6436" y="6746"/>
                      <a:pt x="6437" y="6748"/>
                    </a:cubicBezTo>
                    <a:cubicBezTo>
                      <a:pt x="6437" y="6749"/>
                      <a:pt x="6440" y="6751"/>
                      <a:pt x="6442" y="6752"/>
                    </a:cubicBezTo>
                    <a:cubicBezTo>
                      <a:pt x="6444" y="6753"/>
                      <a:pt x="6446" y="6754"/>
                      <a:pt x="6448" y="6754"/>
                    </a:cubicBezTo>
                    <a:cubicBezTo>
                      <a:pt x="6509" y="6751"/>
                      <a:pt x="6570" y="6731"/>
                      <a:pt x="6631" y="6727"/>
                    </a:cubicBezTo>
                    <a:cubicBezTo>
                      <a:pt x="6637" y="6727"/>
                      <a:pt x="6640" y="6721"/>
                      <a:pt x="6641" y="6716"/>
                    </a:cubicBezTo>
                    <a:cubicBezTo>
                      <a:pt x="6644" y="6693"/>
                      <a:pt x="6646" y="6669"/>
                      <a:pt x="6646" y="6645"/>
                    </a:cubicBezTo>
                    <a:cubicBezTo>
                      <a:pt x="6646" y="6628"/>
                      <a:pt x="6645" y="6611"/>
                      <a:pt x="6644" y="6594"/>
                    </a:cubicBezTo>
                    <a:cubicBezTo>
                      <a:pt x="6659" y="6593"/>
                      <a:pt x="6674" y="6589"/>
                      <a:pt x="6687" y="6581"/>
                    </a:cubicBezTo>
                    <a:cubicBezTo>
                      <a:pt x="6712" y="6568"/>
                      <a:pt x="6710" y="6522"/>
                      <a:pt x="6713" y="6499"/>
                    </a:cubicBezTo>
                    <a:cubicBezTo>
                      <a:pt x="6716" y="6482"/>
                      <a:pt x="6717" y="6464"/>
                      <a:pt x="6717" y="6446"/>
                    </a:cubicBezTo>
                    <a:cubicBezTo>
                      <a:pt x="6717" y="6422"/>
                      <a:pt x="6715" y="6398"/>
                      <a:pt x="6710" y="6375"/>
                    </a:cubicBezTo>
                    <a:moveTo>
                      <a:pt x="6496" y="5089"/>
                    </a:moveTo>
                    <a:cubicBezTo>
                      <a:pt x="6505" y="5099"/>
                      <a:pt x="6484" y="5136"/>
                      <a:pt x="6477" y="5148"/>
                    </a:cubicBezTo>
                    <a:cubicBezTo>
                      <a:pt x="6463" y="5168"/>
                      <a:pt x="6448" y="5187"/>
                      <a:pt x="6432" y="5204"/>
                    </a:cubicBezTo>
                    <a:cubicBezTo>
                      <a:pt x="6410" y="5232"/>
                      <a:pt x="6390" y="5263"/>
                      <a:pt x="6369" y="5292"/>
                    </a:cubicBezTo>
                    <a:cubicBezTo>
                      <a:pt x="6346" y="5325"/>
                      <a:pt x="6324" y="5362"/>
                      <a:pt x="6299" y="5393"/>
                    </a:cubicBezTo>
                    <a:cubicBezTo>
                      <a:pt x="6272" y="5424"/>
                      <a:pt x="6247" y="5456"/>
                      <a:pt x="6224" y="5489"/>
                    </a:cubicBezTo>
                    <a:cubicBezTo>
                      <a:pt x="6204" y="5520"/>
                      <a:pt x="6177" y="5546"/>
                      <a:pt x="6155" y="5576"/>
                    </a:cubicBezTo>
                    <a:cubicBezTo>
                      <a:pt x="6127" y="5616"/>
                      <a:pt x="6106" y="5657"/>
                      <a:pt x="6077" y="5695"/>
                    </a:cubicBezTo>
                    <a:cubicBezTo>
                      <a:pt x="6064" y="5712"/>
                      <a:pt x="6059" y="5733"/>
                      <a:pt x="6048" y="5751"/>
                    </a:cubicBezTo>
                    <a:cubicBezTo>
                      <a:pt x="6037" y="5765"/>
                      <a:pt x="6026" y="5780"/>
                      <a:pt x="6017" y="5795"/>
                    </a:cubicBezTo>
                    <a:cubicBezTo>
                      <a:pt x="6005" y="5816"/>
                      <a:pt x="5998" y="5840"/>
                      <a:pt x="5998" y="5865"/>
                    </a:cubicBezTo>
                    <a:cubicBezTo>
                      <a:pt x="5998" y="5875"/>
                      <a:pt x="5999" y="5886"/>
                      <a:pt x="6002" y="5896"/>
                    </a:cubicBezTo>
                    <a:cubicBezTo>
                      <a:pt x="6002" y="5897"/>
                      <a:pt x="6002" y="5897"/>
                      <a:pt x="6003" y="5898"/>
                    </a:cubicBezTo>
                    <a:cubicBezTo>
                      <a:pt x="6003" y="5899"/>
                      <a:pt x="6004" y="5900"/>
                      <a:pt x="6005" y="5901"/>
                    </a:cubicBezTo>
                    <a:cubicBezTo>
                      <a:pt x="6006" y="5901"/>
                      <a:pt x="6007" y="5901"/>
                      <a:pt x="6008" y="5902"/>
                    </a:cubicBezTo>
                    <a:cubicBezTo>
                      <a:pt x="6008" y="5904"/>
                      <a:pt x="6009" y="5906"/>
                      <a:pt x="6010" y="5908"/>
                    </a:cubicBezTo>
                    <a:cubicBezTo>
                      <a:pt x="6001" y="5902"/>
                      <a:pt x="5993" y="5895"/>
                      <a:pt x="5985" y="5888"/>
                    </a:cubicBezTo>
                    <a:cubicBezTo>
                      <a:pt x="5970" y="5874"/>
                      <a:pt x="5956" y="5858"/>
                      <a:pt x="5940" y="5844"/>
                    </a:cubicBezTo>
                    <a:cubicBezTo>
                      <a:pt x="5907" y="5816"/>
                      <a:pt x="5871" y="5791"/>
                      <a:pt x="5840" y="5760"/>
                    </a:cubicBezTo>
                    <a:cubicBezTo>
                      <a:pt x="5808" y="5729"/>
                      <a:pt x="5775" y="5709"/>
                      <a:pt x="5747" y="5681"/>
                    </a:cubicBezTo>
                    <a:cubicBezTo>
                      <a:pt x="5695" y="5632"/>
                      <a:pt x="5641" y="5586"/>
                      <a:pt x="5583" y="5544"/>
                    </a:cubicBezTo>
                    <a:cubicBezTo>
                      <a:pt x="5573" y="5537"/>
                      <a:pt x="5562" y="5530"/>
                      <a:pt x="5551" y="5524"/>
                    </a:cubicBezTo>
                    <a:cubicBezTo>
                      <a:pt x="5528" y="5510"/>
                      <a:pt x="5504" y="5499"/>
                      <a:pt x="5479" y="5489"/>
                    </a:cubicBezTo>
                    <a:cubicBezTo>
                      <a:pt x="5456" y="5476"/>
                      <a:pt x="5431" y="5467"/>
                      <a:pt x="5404" y="5463"/>
                    </a:cubicBezTo>
                    <a:lnTo>
                      <a:pt x="5404" y="5462"/>
                    </a:lnTo>
                    <a:cubicBezTo>
                      <a:pt x="5403" y="5460"/>
                      <a:pt x="5400" y="5457"/>
                      <a:pt x="5398" y="5456"/>
                    </a:cubicBezTo>
                    <a:cubicBezTo>
                      <a:pt x="5395" y="5454"/>
                      <a:pt x="5392" y="5454"/>
                      <a:pt x="5390" y="5454"/>
                    </a:cubicBezTo>
                    <a:cubicBezTo>
                      <a:pt x="5387" y="5454"/>
                      <a:pt x="5384" y="5454"/>
                      <a:pt x="5382" y="5456"/>
                    </a:cubicBezTo>
                    <a:cubicBezTo>
                      <a:pt x="5381" y="5457"/>
                      <a:pt x="5382" y="5457"/>
                      <a:pt x="5381" y="5457"/>
                    </a:cubicBezTo>
                    <a:cubicBezTo>
                      <a:pt x="5370" y="5465"/>
                      <a:pt x="5332" y="5467"/>
                      <a:pt x="5318" y="5471"/>
                    </a:cubicBezTo>
                    <a:cubicBezTo>
                      <a:pt x="5270" y="5482"/>
                      <a:pt x="5223" y="5497"/>
                      <a:pt x="5176" y="5514"/>
                    </a:cubicBezTo>
                    <a:cubicBezTo>
                      <a:pt x="5155" y="5522"/>
                      <a:pt x="5134" y="5530"/>
                      <a:pt x="5112" y="5537"/>
                    </a:cubicBezTo>
                    <a:lnTo>
                      <a:pt x="5107" y="5537"/>
                    </a:lnTo>
                    <a:cubicBezTo>
                      <a:pt x="5099" y="5538"/>
                      <a:pt x="5091" y="5541"/>
                      <a:pt x="5084" y="5545"/>
                    </a:cubicBezTo>
                    <a:cubicBezTo>
                      <a:pt x="5083" y="5546"/>
                      <a:pt x="5083" y="5546"/>
                      <a:pt x="5082" y="5546"/>
                    </a:cubicBezTo>
                    <a:lnTo>
                      <a:pt x="5057" y="5555"/>
                    </a:lnTo>
                    <a:cubicBezTo>
                      <a:pt x="5024" y="5566"/>
                      <a:pt x="4994" y="5581"/>
                      <a:pt x="4962" y="5592"/>
                    </a:cubicBezTo>
                    <a:cubicBezTo>
                      <a:pt x="4962" y="5593"/>
                      <a:pt x="4962" y="5593"/>
                      <a:pt x="4961" y="5593"/>
                    </a:cubicBezTo>
                    <a:cubicBezTo>
                      <a:pt x="4961" y="5593"/>
                      <a:pt x="4961" y="5594"/>
                      <a:pt x="4960" y="5595"/>
                    </a:cubicBezTo>
                    <a:cubicBezTo>
                      <a:pt x="4959" y="5596"/>
                      <a:pt x="4959" y="5596"/>
                      <a:pt x="4959" y="5597"/>
                    </a:cubicBezTo>
                    <a:cubicBezTo>
                      <a:pt x="4959" y="5598"/>
                      <a:pt x="4959" y="5598"/>
                      <a:pt x="4960" y="5599"/>
                    </a:cubicBezTo>
                    <a:lnTo>
                      <a:pt x="4960" y="5600"/>
                    </a:lnTo>
                    <a:cubicBezTo>
                      <a:pt x="4912" y="5615"/>
                      <a:pt x="4866" y="5634"/>
                      <a:pt x="4822" y="5659"/>
                    </a:cubicBezTo>
                    <a:cubicBezTo>
                      <a:pt x="4772" y="5687"/>
                      <a:pt x="4737" y="5749"/>
                      <a:pt x="4702" y="5794"/>
                    </a:cubicBezTo>
                    <a:cubicBezTo>
                      <a:pt x="4641" y="5871"/>
                      <a:pt x="4585" y="5953"/>
                      <a:pt x="4536" y="6039"/>
                    </a:cubicBezTo>
                    <a:cubicBezTo>
                      <a:pt x="4518" y="6070"/>
                      <a:pt x="4500" y="6102"/>
                      <a:pt x="4484" y="6135"/>
                    </a:cubicBezTo>
                    <a:cubicBezTo>
                      <a:pt x="4449" y="6205"/>
                      <a:pt x="4426" y="6281"/>
                      <a:pt x="4416" y="6358"/>
                    </a:cubicBezTo>
                    <a:cubicBezTo>
                      <a:pt x="4409" y="6368"/>
                      <a:pt x="4401" y="6376"/>
                      <a:pt x="4393" y="6384"/>
                    </a:cubicBezTo>
                    <a:cubicBezTo>
                      <a:pt x="4368" y="6414"/>
                      <a:pt x="4347" y="6446"/>
                      <a:pt x="4323" y="6476"/>
                    </a:cubicBezTo>
                    <a:cubicBezTo>
                      <a:pt x="4293" y="6513"/>
                      <a:pt x="4261" y="6548"/>
                      <a:pt x="4231" y="6585"/>
                    </a:cubicBezTo>
                    <a:lnTo>
                      <a:pt x="4227" y="6581"/>
                    </a:lnTo>
                    <a:cubicBezTo>
                      <a:pt x="4220" y="6575"/>
                      <a:pt x="4213" y="6570"/>
                      <a:pt x="4206" y="6566"/>
                    </a:cubicBezTo>
                    <a:cubicBezTo>
                      <a:pt x="4206" y="6565"/>
                      <a:pt x="4206" y="6565"/>
                      <a:pt x="4207" y="6564"/>
                    </a:cubicBezTo>
                    <a:cubicBezTo>
                      <a:pt x="4207" y="6564"/>
                      <a:pt x="4207" y="6563"/>
                      <a:pt x="4207" y="6562"/>
                    </a:cubicBezTo>
                    <a:cubicBezTo>
                      <a:pt x="4225" y="6514"/>
                      <a:pt x="4272" y="6455"/>
                      <a:pt x="4307" y="6417"/>
                    </a:cubicBezTo>
                    <a:cubicBezTo>
                      <a:pt x="4335" y="6387"/>
                      <a:pt x="4355" y="6351"/>
                      <a:pt x="4382" y="6319"/>
                    </a:cubicBezTo>
                    <a:cubicBezTo>
                      <a:pt x="4384" y="6317"/>
                      <a:pt x="4380" y="6313"/>
                      <a:pt x="4378" y="6315"/>
                    </a:cubicBezTo>
                    <a:cubicBezTo>
                      <a:pt x="4344" y="6346"/>
                      <a:pt x="4317" y="6384"/>
                      <a:pt x="4283" y="6415"/>
                    </a:cubicBezTo>
                    <a:cubicBezTo>
                      <a:pt x="4249" y="6446"/>
                      <a:pt x="4193" y="6506"/>
                      <a:pt x="4186" y="6553"/>
                    </a:cubicBezTo>
                    <a:cubicBezTo>
                      <a:pt x="4180" y="6548"/>
                      <a:pt x="4174" y="6543"/>
                      <a:pt x="4168" y="6539"/>
                    </a:cubicBezTo>
                    <a:cubicBezTo>
                      <a:pt x="4185" y="6513"/>
                      <a:pt x="4207" y="6490"/>
                      <a:pt x="4224" y="6464"/>
                    </a:cubicBezTo>
                    <a:cubicBezTo>
                      <a:pt x="4243" y="6435"/>
                      <a:pt x="4264" y="6403"/>
                      <a:pt x="4286" y="6377"/>
                    </a:cubicBezTo>
                    <a:cubicBezTo>
                      <a:pt x="4286" y="6376"/>
                      <a:pt x="4287" y="6376"/>
                      <a:pt x="4287" y="6375"/>
                    </a:cubicBezTo>
                    <a:cubicBezTo>
                      <a:pt x="4287" y="6375"/>
                      <a:pt x="4288" y="6373"/>
                      <a:pt x="4288" y="6372"/>
                    </a:cubicBezTo>
                    <a:cubicBezTo>
                      <a:pt x="4288" y="6371"/>
                      <a:pt x="4287" y="6370"/>
                      <a:pt x="4287" y="6369"/>
                    </a:cubicBezTo>
                    <a:cubicBezTo>
                      <a:pt x="4286" y="6368"/>
                      <a:pt x="4286" y="6367"/>
                      <a:pt x="4285" y="6367"/>
                    </a:cubicBezTo>
                    <a:cubicBezTo>
                      <a:pt x="4284" y="6366"/>
                      <a:pt x="4282" y="6366"/>
                      <a:pt x="4281" y="6366"/>
                    </a:cubicBezTo>
                    <a:cubicBezTo>
                      <a:pt x="4280" y="6366"/>
                      <a:pt x="4279" y="6366"/>
                      <a:pt x="4278" y="6367"/>
                    </a:cubicBezTo>
                    <a:lnTo>
                      <a:pt x="4277" y="6368"/>
                    </a:lnTo>
                    <a:cubicBezTo>
                      <a:pt x="4251" y="6394"/>
                      <a:pt x="4228" y="6422"/>
                      <a:pt x="4206" y="6452"/>
                    </a:cubicBezTo>
                    <a:cubicBezTo>
                      <a:pt x="4188" y="6475"/>
                      <a:pt x="4167" y="6498"/>
                      <a:pt x="4150" y="6524"/>
                    </a:cubicBezTo>
                    <a:cubicBezTo>
                      <a:pt x="4143" y="6518"/>
                      <a:pt x="4136" y="6513"/>
                      <a:pt x="4130" y="6508"/>
                    </a:cubicBezTo>
                    <a:cubicBezTo>
                      <a:pt x="4142" y="6493"/>
                      <a:pt x="4155" y="6478"/>
                      <a:pt x="4168" y="6465"/>
                    </a:cubicBezTo>
                    <a:cubicBezTo>
                      <a:pt x="4184" y="6445"/>
                      <a:pt x="4199" y="6423"/>
                      <a:pt x="4214" y="6402"/>
                    </a:cubicBezTo>
                    <a:cubicBezTo>
                      <a:pt x="4249" y="6350"/>
                      <a:pt x="4286" y="6298"/>
                      <a:pt x="4324" y="6247"/>
                    </a:cubicBezTo>
                    <a:cubicBezTo>
                      <a:pt x="4328" y="6241"/>
                      <a:pt x="4320" y="6234"/>
                      <a:pt x="4316" y="6239"/>
                    </a:cubicBezTo>
                    <a:cubicBezTo>
                      <a:pt x="4263" y="6300"/>
                      <a:pt x="4220" y="6368"/>
                      <a:pt x="4168" y="6428"/>
                    </a:cubicBezTo>
                    <a:cubicBezTo>
                      <a:pt x="4148" y="6449"/>
                      <a:pt x="4129" y="6472"/>
                      <a:pt x="4112" y="6496"/>
                    </a:cubicBezTo>
                    <a:cubicBezTo>
                      <a:pt x="4103" y="6490"/>
                      <a:pt x="4094" y="6484"/>
                      <a:pt x="4085" y="6479"/>
                    </a:cubicBezTo>
                    <a:cubicBezTo>
                      <a:pt x="4091" y="6473"/>
                      <a:pt x="4096" y="6467"/>
                      <a:pt x="4100" y="6460"/>
                    </a:cubicBezTo>
                    <a:cubicBezTo>
                      <a:pt x="4106" y="6450"/>
                      <a:pt x="4113" y="6442"/>
                      <a:pt x="4120" y="6433"/>
                    </a:cubicBezTo>
                    <a:cubicBezTo>
                      <a:pt x="4127" y="6425"/>
                      <a:pt x="4134" y="6416"/>
                      <a:pt x="4139" y="6407"/>
                    </a:cubicBezTo>
                    <a:cubicBezTo>
                      <a:pt x="4143" y="6399"/>
                      <a:pt x="4147" y="6391"/>
                      <a:pt x="4150" y="6383"/>
                    </a:cubicBezTo>
                    <a:lnTo>
                      <a:pt x="4149" y="6382"/>
                    </a:lnTo>
                    <a:cubicBezTo>
                      <a:pt x="4148" y="6381"/>
                      <a:pt x="4149" y="6382"/>
                      <a:pt x="4148" y="6381"/>
                    </a:cubicBezTo>
                    <a:cubicBezTo>
                      <a:pt x="4147" y="6380"/>
                      <a:pt x="4148" y="6380"/>
                      <a:pt x="4147" y="6380"/>
                    </a:cubicBezTo>
                    <a:cubicBezTo>
                      <a:pt x="4147" y="6380"/>
                      <a:pt x="4146" y="6380"/>
                      <a:pt x="4146" y="6381"/>
                    </a:cubicBezTo>
                    <a:lnTo>
                      <a:pt x="4145" y="6381"/>
                    </a:lnTo>
                    <a:cubicBezTo>
                      <a:pt x="4136" y="6392"/>
                      <a:pt x="4125" y="6401"/>
                      <a:pt x="4114" y="6409"/>
                    </a:cubicBezTo>
                    <a:cubicBezTo>
                      <a:pt x="4105" y="6417"/>
                      <a:pt x="4096" y="6426"/>
                      <a:pt x="4088" y="6435"/>
                    </a:cubicBezTo>
                    <a:cubicBezTo>
                      <a:pt x="4080" y="6444"/>
                      <a:pt x="4070" y="6455"/>
                      <a:pt x="4062" y="6464"/>
                    </a:cubicBezTo>
                    <a:lnTo>
                      <a:pt x="4046" y="6454"/>
                    </a:lnTo>
                    <a:lnTo>
                      <a:pt x="4036" y="6448"/>
                    </a:lnTo>
                    <a:cubicBezTo>
                      <a:pt x="4076" y="6402"/>
                      <a:pt x="4112" y="6350"/>
                      <a:pt x="4149" y="6303"/>
                    </a:cubicBezTo>
                    <a:cubicBezTo>
                      <a:pt x="4191" y="6250"/>
                      <a:pt x="4235" y="6199"/>
                      <a:pt x="4275" y="6145"/>
                    </a:cubicBezTo>
                    <a:cubicBezTo>
                      <a:pt x="4281" y="6139"/>
                      <a:pt x="4271" y="6131"/>
                      <a:pt x="4265" y="6136"/>
                    </a:cubicBezTo>
                    <a:cubicBezTo>
                      <a:pt x="4218" y="6176"/>
                      <a:pt x="4183" y="6230"/>
                      <a:pt x="4143" y="6276"/>
                    </a:cubicBezTo>
                    <a:cubicBezTo>
                      <a:pt x="4099" y="6327"/>
                      <a:pt x="4060" y="6384"/>
                      <a:pt x="4014" y="6433"/>
                    </a:cubicBezTo>
                    <a:cubicBezTo>
                      <a:pt x="4007" y="6428"/>
                      <a:pt x="3999" y="6423"/>
                      <a:pt x="3991" y="6417"/>
                    </a:cubicBezTo>
                    <a:cubicBezTo>
                      <a:pt x="3997" y="6411"/>
                      <a:pt x="4003" y="6404"/>
                      <a:pt x="4008" y="6398"/>
                    </a:cubicBezTo>
                    <a:cubicBezTo>
                      <a:pt x="4021" y="6383"/>
                      <a:pt x="4032" y="6369"/>
                      <a:pt x="4046" y="6356"/>
                    </a:cubicBezTo>
                    <a:cubicBezTo>
                      <a:pt x="4071" y="6333"/>
                      <a:pt x="4089" y="6299"/>
                      <a:pt x="4117" y="6278"/>
                    </a:cubicBezTo>
                    <a:cubicBezTo>
                      <a:pt x="4122" y="6275"/>
                      <a:pt x="4119" y="6264"/>
                      <a:pt x="4112" y="6267"/>
                    </a:cubicBezTo>
                    <a:cubicBezTo>
                      <a:pt x="4111" y="6268"/>
                      <a:pt x="4110" y="6268"/>
                      <a:pt x="4109" y="6269"/>
                    </a:cubicBezTo>
                    <a:cubicBezTo>
                      <a:pt x="4083" y="6284"/>
                      <a:pt x="4061" y="6304"/>
                      <a:pt x="4043" y="6328"/>
                    </a:cubicBezTo>
                    <a:cubicBezTo>
                      <a:pt x="4030" y="6343"/>
                      <a:pt x="4013" y="6355"/>
                      <a:pt x="4000" y="6371"/>
                    </a:cubicBezTo>
                    <a:cubicBezTo>
                      <a:pt x="3992" y="6382"/>
                      <a:pt x="3982" y="6392"/>
                      <a:pt x="3971" y="6401"/>
                    </a:cubicBezTo>
                    <a:lnTo>
                      <a:pt x="3970" y="6401"/>
                    </a:lnTo>
                    <a:cubicBezTo>
                      <a:pt x="3962" y="6394"/>
                      <a:pt x="3953" y="6388"/>
                      <a:pt x="3944" y="6381"/>
                    </a:cubicBezTo>
                    <a:cubicBezTo>
                      <a:pt x="3996" y="6316"/>
                      <a:pt x="4059" y="6260"/>
                      <a:pt x="4112" y="6195"/>
                    </a:cubicBezTo>
                    <a:cubicBezTo>
                      <a:pt x="4170" y="6124"/>
                      <a:pt x="4222" y="6049"/>
                      <a:pt x="4276" y="5976"/>
                    </a:cubicBezTo>
                    <a:cubicBezTo>
                      <a:pt x="4279" y="5971"/>
                      <a:pt x="4272" y="5966"/>
                      <a:pt x="4269" y="5970"/>
                    </a:cubicBezTo>
                    <a:cubicBezTo>
                      <a:pt x="4206" y="6031"/>
                      <a:pt x="4158" y="6103"/>
                      <a:pt x="4101" y="6168"/>
                    </a:cubicBezTo>
                    <a:cubicBezTo>
                      <a:pt x="4071" y="6202"/>
                      <a:pt x="4040" y="6235"/>
                      <a:pt x="4011" y="6271"/>
                    </a:cubicBezTo>
                    <a:cubicBezTo>
                      <a:pt x="3982" y="6306"/>
                      <a:pt x="3946" y="6328"/>
                      <a:pt x="3923" y="6366"/>
                    </a:cubicBezTo>
                    <a:cubicBezTo>
                      <a:pt x="3915" y="6360"/>
                      <a:pt x="3906" y="6353"/>
                      <a:pt x="3899" y="6345"/>
                    </a:cubicBezTo>
                    <a:cubicBezTo>
                      <a:pt x="3894" y="6341"/>
                      <a:pt x="3889" y="6336"/>
                      <a:pt x="3885" y="6332"/>
                    </a:cubicBezTo>
                    <a:cubicBezTo>
                      <a:pt x="3939" y="6267"/>
                      <a:pt x="3998" y="6206"/>
                      <a:pt x="4054" y="6142"/>
                    </a:cubicBezTo>
                    <a:cubicBezTo>
                      <a:pt x="4058" y="6138"/>
                      <a:pt x="4052" y="6133"/>
                      <a:pt x="4048" y="6137"/>
                    </a:cubicBezTo>
                    <a:cubicBezTo>
                      <a:pt x="4018" y="6166"/>
                      <a:pt x="3989" y="6197"/>
                      <a:pt x="3959" y="6226"/>
                    </a:cubicBezTo>
                    <a:cubicBezTo>
                      <a:pt x="3927" y="6254"/>
                      <a:pt x="3897" y="6284"/>
                      <a:pt x="3868" y="6315"/>
                    </a:cubicBezTo>
                    <a:lnTo>
                      <a:pt x="3850" y="6299"/>
                    </a:lnTo>
                    <a:cubicBezTo>
                      <a:pt x="3850" y="6299"/>
                      <a:pt x="3850" y="6298"/>
                      <a:pt x="3851" y="6297"/>
                    </a:cubicBezTo>
                    <a:cubicBezTo>
                      <a:pt x="3852" y="6296"/>
                      <a:pt x="3852" y="6295"/>
                      <a:pt x="3852" y="6294"/>
                    </a:cubicBezTo>
                    <a:cubicBezTo>
                      <a:pt x="3855" y="6283"/>
                      <a:pt x="3865" y="6276"/>
                      <a:pt x="3872" y="6268"/>
                    </a:cubicBezTo>
                    <a:cubicBezTo>
                      <a:pt x="3879" y="6260"/>
                      <a:pt x="3891" y="6245"/>
                      <a:pt x="3901" y="6234"/>
                    </a:cubicBezTo>
                    <a:cubicBezTo>
                      <a:pt x="3926" y="6213"/>
                      <a:pt x="3949" y="6190"/>
                      <a:pt x="3970" y="6166"/>
                    </a:cubicBezTo>
                    <a:cubicBezTo>
                      <a:pt x="3973" y="6161"/>
                      <a:pt x="3967" y="6154"/>
                      <a:pt x="3962" y="6158"/>
                    </a:cubicBezTo>
                    <a:cubicBezTo>
                      <a:pt x="3937" y="6179"/>
                      <a:pt x="3911" y="6198"/>
                      <a:pt x="3887" y="6220"/>
                    </a:cubicBezTo>
                    <a:cubicBezTo>
                      <a:pt x="3875" y="6231"/>
                      <a:pt x="3865" y="6245"/>
                      <a:pt x="3853" y="6257"/>
                    </a:cubicBezTo>
                    <a:cubicBezTo>
                      <a:pt x="3844" y="6264"/>
                      <a:pt x="3837" y="6272"/>
                      <a:pt x="3831" y="6280"/>
                    </a:cubicBezTo>
                    <a:cubicBezTo>
                      <a:pt x="3830" y="6280"/>
                      <a:pt x="3831" y="6280"/>
                      <a:pt x="3830" y="6281"/>
                    </a:cubicBezTo>
                    <a:cubicBezTo>
                      <a:pt x="3829" y="6282"/>
                      <a:pt x="3829" y="6281"/>
                      <a:pt x="3828" y="6282"/>
                    </a:cubicBezTo>
                    <a:lnTo>
                      <a:pt x="3809" y="6265"/>
                    </a:lnTo>
                    <a:cubicBezTo>
                      <a:pt x="3810" y="6264"/>
                      <a:pt x="3810" y="6263"/>
                      <a:pt x="3811" y="6261"/>
                    </a:cubicBezTo>
                    <a:cubicBezTo>
                      <a:pt x="3812" y="6258"/>
                      <a:pt x="3814" y="6257"/>
                      <a:pt x="3814" y="6254"/>
                    </a:cubicBezTo>
                    <a:cubicBezTo>
                      <a:pt x="3819" y="6249"/>
                      <a:pt x="3824" y="6244"/>
                      <a:pt x="3829" y="6238"/>
                    </a:cubicBezTo>
                    <a:cubicBezTo>
                      <a:pt x="3840" y="6228"/>
                      <a:pt x="3851" y="6219"/>
                      <a:pt x="3862" y="6210"/>
                    </a:cubicBezTo>
                    <a:cubicBezTo>
                      <a:pt x="3883" y="6190"/>
                      <a:pt x="3903" y="6169"/>
                      <a:pt x="3921" y="6146"/>
                    </a:cubicBezTo>
                    <a:cubicBezTo>
                      <a:pt x="3961" y="6107"/>
                      <a:pt x="3996" y="6060"/>
                      <a:pt x="4038" y="6024"/>
                    </a:cubicBezTo>
                    <a:cubicBezTo>
                      <a:pt x="4042" y="6020"/>
                      <a:pt x="4037" y="6014"/>
                      <a:pt x="4032" y="6016"/>
                    </a:cubicBezTo>
                    <a:cubicBezTo>
                      <a:pt x="3987" y="6039"/>
                      <a:pt x="3948" y="6082"/>
                      <a:pt x="3914" y="6119"/>
                    </a:cubicBezTo>
                    <a:cubicBezTo>
                      <a:pt x="3875" y="6162"/>
                      <a:pt x="3835" y="6201"/>
                      <a:pt x="3793" y="6241"/>
                    </a:cubicBezTo>
                    <a:cubicBezTo>
                      <a:pt x="3792" y="6242"/>
                      <a:pt x="3791" y="6242"/>
                      <a:pt x="3790" y="6243"/>
                    </a:cubicBezTo>
                    <a:cubicBezTo>
                      <a:pt x="3788" y="6244"/>
                      <a:pt x="3786" y="6245"/>
                      <a:pt x="3785" y="6247"/>
                    </a:cubicBezTo>
                    <a:cubicBezTo>
                      <a:pt x="3784" y="6248"/>
                      <a:pt x="3785" y="6248"/>
                      <a:pt x="3785" y="6248"/>
                    </a:cubicBezTo>
                    <a:lnTo>
                      <a:pt x="3753" y="6223"/>
                    </a:lnTo>
                    <a:cubicBezTo>
                      <a:pt x="3763" y="6209"/>
                      <a:pt x="3774" y="6196"/>
                      <a:pt x="3787" y="6184"/>
                    </a:cubicBezTo>
                    <a:cubicBezTo>
                      <a:pt x="3811" y="6161"/>
                      <a:pt x="3832" y="6134"/>
                      <a:pt x="3855" y="6111"/>
                    </a:cubicBezTo>
                    <a:cubicBezTo>
                      <a:pt x="3881" y="6084"/>
                      <a:pt x="3905" y="6055"/>
                      <a:pt x="3932" y="6028"/>
                    </a:cubicBezTo>
                    <a:cubicBezTo>
                      <a:pt x="3937" y="6023"/>
                      <a:pt x="3929" y="6017"/>
                      <a:pt x="3924" y="6021"/>
                    </a:cubicBezTo>
                    <a:cubicBezTo>
                      <a:pt x="3891" y="6050"/>
                      <a:pt x="3861" y="6079"/>
                      <a:pt x="3830" y="6109"/>
                    </a:cubicBezTo>
                    <a:cubicBezTo>
                      <a:pt x="3808" y="6131"/>
                      <a:pt x="3789" y="6155"/>
                      <a:pt x="3766" y="6175"/>
                    </a:cubicBezTo>
                    <a:cubicBezTo>
                      <a:pt x="3754" y="6185"/>
                      <a:pt x="3743" y="6197"/>
                      <a:pt x="3735" y="6210"/>
                    </a:cubicBezTo>
                    <a:lnTo>
                      <a:pt x="3721" y="6200"/>
                    </a:lnTo>
                    <a:lnTo>
                      <a:pt x="3721" y="6199"/>
                    </a:lnTo>
                    <a:cubicBezTo>
                      <a:pt x="3722" y="6198"/>
                      <a:pt x="3722" y="6197"/>
                      <a:pt x="3722" y="6195"/>
                    </a:cubicBezTo>
                    <a:cubicBezTo>
                      <a:pt x="3723" y="6187"/>
                      <a:pt x="3736" y="6177"/>
                      <a:pt x="3742" y="6170"/>
                    </a:cubicBezTo>
                    <a:cubicBezTo>
                      <a:pt x="3751" y="6158"/>
                      <a:pt x="3757" y="6143"/>
                      <a:pt x="3767" y="6132"/>
                    </a:cubicBezTo>
                    <a:cubicBezTo>
                      <a:pt x="3771" y="6127"/>
                      <a:pt x="3764" y="6120"/>
                      <a:pt x="3759" y="6124"/>
                    </a:cubicBezTo>
                    <a:cubicBezTo>
                      <a:pt x="3746" y="6135"/>
                      <a:pt x="3734" y="6148"/>
                      <a:pt x="3722" y="6161"/>
                    </a:cubicBezTo>
                    <a:cubicBezTo>
                      <a:pt x="3715" y="6167"/>
                      <a:pt x="3709" y="6174"/>
                      <a:pt x="3704" y="6182"/>
                    </a:cubicBezTo>
                    <a:cubicBezTo>
                      <a:pt x="3703" y="6183"/>
                      <a:pt x="3703" y="6184"/>
                      <a:pt x="3702" y="6186"/>
                    </a:cubicBezTo>
                    <a:lnTo>
                      <a:pt x="3671" y="6164"/>
                    </a:lnTo>
                    <a:cubicBezTo>
                      <a:pt x="3709" y="6139"/>
                      <a:pt x="3734" y="6096"/>
                      <a:pt x="3763" y="6062"/>
                    </a:cubicBezTo>
                    <a:cubicBezTo>
                      <a:pt x="3785" y="6037"/>
                      <a:pt x="3811" y="6015"/>
                      <a:pt x="3834" y="5992"/>
                    </a:cubicBezTo>
                    <a:cubicBezTo>
                      <a:pt x="3885" y="5940"/>
                      <a:pt x="3933" y="5884"/>
                      <a:pt x="3980" y="5830"/>
                    </a:cubicBezTo>
                    <a:cubicBezTo>
                      <a:pt x="3984" y="5824"/>
                      <a:pt x="3977" y="5818"/>
                      <a:pt x="3972" y="5823"/>
                    </a:cubicBezTo>
                    <a:cubicBezTo>
                      <a:pt x="3862" y="5926"/>
                      <a:pt x="3763" y="6039"/>
                      <a:pt x="3658" y="6145"/>
                    </a:cubicBezTo>
                    <a:cubicBezTo>
                      <a:pt x="3657" y="6145"/>
                      <a:pt x="3657" y="6146"/>
                      <a:pt x="3656" y="6147"/>
                    </a:cubicBezTo>
                    <a:cubicBezTo>
                      <a:pt x="3655" y="6148"/>
                      <a:pt x="3655" y="6150"/>
                      <a:pt x="3655" y="6151"/>
                    </a:cubicBezTo>
                    <a:lnTo>
                      <a:pt x="3633" y="6136"/>
                    </a:lnTo>
                    <a:lnTo>
                      <a:pt x="3634" y="6136"/>
                    </a:lnTo>
                    <a:cubicBezTo>
                      <a:pt x="3659" y="6134"/>
                      <a:pt x="3686" y="6083"/>
                      <a:pt x="3699" y="6067"/>
                    </a:cubicBezTo>
                    <a:cubicBezTo>
                      <a:pt x="3707" y="6057"/>
                      <a:pt x="3717" y="6050"/>
                      <a:pt x="3726" y="6041"/>
                    </a:cubicBezTo>
                    <a:cubicBezTo>
                      <a:pt x="3736" y="6028"/>
                      <a:pt x="3747" y="6017"/>
                      <a:pt x="3760" y="6008"/>
                    </a:cubicBezTo>
                    <a:cubicBezTo>
                      <a:pt x="3761" y="6007"/>
                      <a:pt x="3761" y="6006"/>
                      <a:pt x="3762" y="6005"/>
                    </a:cubicBezTo>
                    <a:cubicBezTo>
                      <a:pt x="3763" y="6004"/>
                      <a:pt x="3763" y="6003"/>
                      <a:pt x="3763" y="6002"/>
                    </a:cubicBezTo>
                    <a:cubicBezTo>
                      <a:pt x="3763" y="6001"/>
                      <a:pt x="3763" y="6000"/>
                      <a:pt x="3762" y="5999"/>
                    </a:cubicBezTo>
                    <a:cubicBezTo>
                      <a:pt x="3761" y="5998"/>
                      <a:pt x="3761" y="5997"/>
                      <a:pt x="3760" y="5997"/>
                    </a:cubicBezTo>
                    <a:cubicBezTo>
                      <a:pt x="3759" y="5996"/>
                      <a:pt x="3758" y="5996"/>
                      <a:pt x="3757" y="5996"/>
                    </a:cubicBezTo>
                    <a:cubicBezTo>
                      <a:pt x="3756" y="5996"/>
                      <a:pt x="3755" y="5996"/>
                      <a:pt x="3754" y="5997"/>
                    </a:cubicBezTo>
                    <a:cubicBezTo>
                      <a:pt x="3731" y="6011"/>
                      <a:pt x="3710" y="6028"/>
                      <a:pt x="3691" y="6047"/>
                    </a:cubicBezTo>
                    <a:cubicBezTo>
                      <a:pt x="3679" y="6059"/>
                      <a:pt x="3668" y="6072"/>
                      <a:pt x="3658" y="6085"/>
                    </a:cubicBezTo>
                    <a:cubicBezTo>
                      <a:pt x="3651" y="6094"/>
                      <a:pt x="3639" y="6110"/>
                      <a:pt x="3627" y="6112"/>
                    </a:cubicBezTo>
                    <a:cubicBezTo>
                      <a:pt x="3615" y="6113"/>
                      <a:pt x="3616" y="6119"/>
                      <a:pt x="3618" y="6124"/>
                    </a:cubicBezTo>
                    <a:lnTo>
                      <a:pt x="3600" y="6112"/>
                    </a:lnTo>
                    <a:cubicBezTo>
                      <a:pt x="3638" y="6050"/>
                      <a:pt x="3688" y="5996"/>
                      <a:pt x="3747" y="5954"/>
                    </a:cubicBezTo>
                    <a:cubicBezTo>
                      <a:pt x="3789" y="5924"/>
                      <a:pt x="3819" y="5873"/>
                      <a:pt x="3856" y="5837"/>
                    </a:cubicBezTo>
                    <a:cubicBezTo>
                      <a:pt x="3857" y="5836"/>
                      <a:pt x="3856" y="5834"/>
                      <a:pt x="3854" y="5835"/>
                    </a:cubicBezTo>
                    <a:cubicBezTo>
                      <a:pt x="3809" y="5873"/>
                      <a:pt x="3764" y="5912"/>
                      <a:pt x="3719" y="5950"/>
                    </a:cubicBezTo>
                    <a:cubicBezTo>
                      <a:pt x="3668" y="5995"/>
                      <a:pt x="3612" y="6037"/>
                      <a:pt x="3577" y="6096"/>
                    </a:cubicBezTo>
                    <a:lnTo>
                      <a:pt x="3554" y="6080"/>
                    </a:lnTo>
                    <a:lnTo>
                      <a:pt x="3555" y="6079"/>
                    </a:lnTo>
                    <a:cubicBezTo>
                      <a:pt x="3557" y="6078"/>
                      <a:pt x="3559" y="6076"/>
                      <a:pt x="3561" y="6075"/>
                    </a:cubicBezTo>
                    <a:cubicBezTo>
                      <a:pt x="3597" y="6041"/>
                      <a:pt x="3630" y="6006"/>
                      <a:pt x="3662" y="5968"/>
                    </a:cubicBezTo>
                    <a:cubicBezTo>
                      <a:pt x="3727" y="5892"/>
                      <a:pt x="3810" y="5831"/>
                      <a:pt x="3860" y="5742"/>
                    </a:cubicBezTo>
                    <a:cubicBezTo>
                      <a:pt x="3860" y="5741"/>
                      <a:pt x="3859" y="5740"/>
                      <a:pt x="3858" y="5740"/>
                    </a:cubicBezTo>
                    <a:cubicBezTo>
                      <a:pt x="3836" y="5756"/>
                      <a:pt x="3816" y="5774"/>
                      <a:pt x="3799" y="5795"/>
                    </a:cubicBezTo>
                    <a:cubicBezTo>
                      <a:pt x="3766" y="5832"/>
                      <a:pt x="3727" y="5863"/>
                      <a:pt x="3692" y="5897"/>
                    </a:cubicBezTo>
                    <a:cubicBezTo>
                      <a:pt x="3668" y="5922"/>
                      <a:pt x="3645" y="5948"/>
                      <a:pt x="3620" y="5972"/>
                    </a:cubicBezTo>
                    <a:cubicBezTo>
                      <a:pt x="3605" y="5987"/>
                      <a:pt x="3590" y="6000"/>
                      <a:pt x="3576" y="6015"/>
                    </a:cubicBezTo>
                    <a:cubicBezTo>
                      <a:pt x="3566" y="6026"/>
                      <a:pt x="3547" y="6049"/>
                      <a:pt x="3539" y="6033"/>
                    </a:cubicBezTo>
                    <a:cubicBezTo>
                      <a:pt x="3538" y="6033"/>
                      <a:pt x="3538" y="6033"/>
                      <a:pt x="3538" y="6033"/>
                    </a:cubicBezTo>
                    <a:cubicBezTo>
                      <a:pt x="3537" y="6030"/>
                      <a:pt x="3535" y="6028"/>
                      <a:pt x="3532" y="6027"/>
                    </a:cubicBezTo>
                    <a:cubicBezTo>
                      <a:pt x="3540" y="6016"/>
                      <a:pt x="3547" y="6007"/>
                      <a:pt x="3554" y="5997"/>
                    </a:cubicBezTo>
                    <a:cubicBezTo>
                      <a:pt x="3578" y="5969"/>
                      <a:pt x="3599" y="5939"/>
                      <a:pt x="3617" y="5908"/>
                    </a:cubicBezTo>
                    <a:cubicBezTo>
                      <a:pt x="3642" y="5869"/>
                      <a:pt x="3669" y="5832"/>
                      <a:pt x="3699" y="5796"/>
                    </a:cubicBezTo>
                    <a:cubicBezTo>
                      <a:pt x="3731" y="5757"/>
                      <a:pt x="3774" y="5728"/>
                      <a:pt x="3811" y="5694"/>
                    </a:cubicBezTo>
                    <a:cubicBezTo>
                      <a:pt x="3839" y="5668"/>
                      <a:pt x="3859" y="5629"/>
                      <a:pt x="3880" y="5597"/>
                    </a:cubicBezTo>
                    <a:cubicBezTo>
                      <a:pt x="3882" y="5594"/>
                      <a:pt x="3884" y="5591"/>
                      <a:pt x="3886" y="5588"/>
                    </a:cubicBezTo>
                    <a:cubicBezTo>
                      <a:pt x="3899" y="5565"/>
                      <a:pt x="3908" y="5539"/>
                      <a:pt x="3912" y="5513"/>
                    </a:cubicBezTo>
                    <a:cubicBezTo>
                      <a:pt x="3912" y="5513"/>
                      <a:pt x="3913" y="5514"/>
                      <a:pt x="3914" y="5515"/>
                    </a:cubicBezTo>
                    <a:cubicBezTo>
                      <a:pt x="3916" y="5516"/>
                      <a:pt x="3917" y="5516"/>
                      <a:pt x="3919" y="5516"/>
                    </a:cubicBezTo>
                    <a:cubicBezTo>
                      <a:pt x="3920" y="5516"/>
                      <a:pt x="3922" y="5516"/>
                      <a:pt x="3924" y="5515"/>
                    </a:cubicBezTo>
                    <a:cubicBezTo>
                      <a:pt x="3925" y="5514"/>
                      <a:pt x="3927" y="5513"/>
                      <a:pt x="3928" y="5511"/>
                    </a:cubicBezTo>
                    <a:lnTo>
                      <a:pt x="3928" y="5510"/>
                    </a:lnTo>
                    <a:cubicBezTo>
                      <a:pt x="3952" y="5467"/>
                      <a:pt x="4019" y="5446"/>
                      <a:pt x="4060" y="5423"/>
                    </a:cubicBezTo>
                    <a:cubicBezTo>
                      <a:pt x="4114" y="5392"/>
                      <a:pt x="4169" y="5361"/>
                      <a:pt x="4223" y="5331"/>
                    </a:cubicBezTo>
                    <a:cubicBezTo>
                      <a:pt x="4323" y="5280"/>
                      <a:pt x="4427" y="5238"/>
                      <a:pt x="4535" y="5207"/>
                    </a:cubicBezTo>
                    <a:cubicBezTo>
                      <a:pt x="4593" y="5190"/>
                      <a:pt x="4653" y="5175"/>
                      <a:pt x="4712" y="5161"/>
                    </a:cubicBezTo>
                    <a:cubicBezTo>
                      <a:pt x="4742" y="5154"/>
                      <a:pt x="4773" y="5149"/>
                      <a:pt x="4802" y="5141"/>
                    </a:cubicBezTo>
                    <a:cubicBezTo>
                      <a:pt x="4825" y="5133"/>
                      <a:pt x="4848" y="5127"/>
                      <a:pt x="4872" y="5124"/>
                    </a:cubicBezTo>
                    <a:cubicBezTo>
                      <a:pt x="4863" y="5136"/>
                      <a:pt x="4854" y="5149"/>
                      <a:pt x="4845" y="5162"/>
                    </a:cubicBezTo>
                    <a:cubicBezTo>
                      <a:pt x="4816" y="5205"/>
                      <a:pt x="4775" y="5237"/>
                      <a:pt x="4747" y="5280"/>
                    </a:cubicBezTo>
                    <a:cubicBezTo>
                      <a:pt x="4719" y="5322"/>
                      <a:pt x="4684" y="5360"/>
                      <a:pt x="4654" y="5402"/>
                    </a:cubicBezTo>
                    <a:cubicBezTo>
                      <a:pt x="4629" y="5437"/>
                      <a:pt x="4607" y="5478"/>
                      <a:pt x="4579" y="5511"/>
                    </a:cubicBezTo>
                    <a:cubicBezTo>
                      <a:pt x="4578" y="5513"/>
                      <a:pt x="4581" y="5515"/>
                      <a:pt x="4582" y="5513"/>
                    </a:cubicBezTo>
                    <a:cubicBezTo>
                      <a:pt x="4613" y="5482"/>
                      <a:pt x="4636" y="5443"/>
                      <a:pt x="4666" y="5413"/>
                    </a:cubicBezTo>
                    <a:cubicBezTo>
                      <a:pt x="4692" y="5386"/>
                      <a:pt x="4717" y="5358"/>
                      <a:pt x="4740" y="5329"/>
                    </a:cubicBezTo>
                    <a:cubicBezTo>
                      <a:pt x="4775" y="5286"/>
                      <a:pt x="4803" y="5237"/>
                      <a:pt x="4844" y="5200"/>
                    </a:cubicBezTo>
                    <a:cubicBezTo>
                      <a:pt x="4862" y="5184"/>
                      <a:pt x="4874" y="5164"/>
                      <a:pt x="4891" y="5147"/>
                    </a:cubicBezTo>
                    <a:cubicBezTo>
                      <a:pt x="4900" y="5139"/>
                      <a:pt x="4908" y="5130"/>
                      <a:pt x="4916" y="5120"/>
                    </a:cubicBezTo>
                    <a:cubicBezTo>
                      <a:pt x="4932" y="5116"/>
                      <a:pt x="4949" y="5110"/>
                      <a:pt x="4963" y="5107"/>
                    </a:cubicBezTo>
                    <a:lnTo>
                      <a:pt x="4969" y="5106"/>
                    </a:lnTo>
                    <a:cubicBezTo>
                      <a:pt x="4960" y="5122"/>
                      <a:pt x="4948" y="5137"/>
                      <a:pt x="4935" y="5150"/>
                    </a:cubicBezTo>
                    <a:cubicBezTo>
                      <a:pt x="4926" y="5160"/>
                      <a:pt x="4918" y="5171"/>
                      <a:pt x="4912" y="5182"/>
                    </a:cubicBezTo>
                    <a:cubicBezTo>
                      <a:pt x="4911" y="5183"/>
                      <a:pt x="4911" y="5184"/>
                      <a:pt x="4910" y="5185"/>
                    </a:cubicBezTo>
                    <a:cubicBezTo>
                      <a:pt x="4897" y="5204"/>
                      <a:pt x="4888" y="5225"/>
                      <a:pt x="4874" y="5241"/>
                    </a:cubicBezTo>
                    <a:cubicBezTo>
                      <a:pt x="4871" y="5245"/>
                      <a:pt x="4875" y="5250"/>
                      <a:pt x="4878" y="5247"/>
                    </a:cubicBezTo>
                    <a:cubicBezTo>
                      <a:pt x="4903" y="5222"/>
                      <a:pt x="4920" y="5188"/>
                      <a:pt x="4946" y="5165"/>
                    </a:cubicBezTo>
                    <a:cubicBezTo>
                      <a:pt x="4967" y="5147"/>
                      <a:pt x="4982" y="5120"/>
                      <a:pt x="5002" y="5101"/>
                    </a:cubicBezTo>
                    <a:lnTo>
                      <a:pt x="5047" y="5094"/>
                    </a:lnTo>
                    <a:lnTo>
                      <a:pt x="5065" y="5091"/>
                    </a:lnTo>
                    <a:lnTo>
                      <a:pt x="5061" y="5095"/>
                    </a:lnTo>
                    <a:cubicBezTo>
                      <a:pt x="5039" y="5121"/>
                      <a:pt x="5024" y="5152"/>
                      <a:pt x="5002" y="5177"/>
                    </a:cubicBezTo>
                    <a:cubicBezTo>
                      <a:pt x="5000" y="5180"/>
                      <a:pt x="5004" y="5186"/>
                      <a:pt x="5007" y="5183"/>
                    </a:cubicBezTo>
                    <a:cubicBezTo>
                      <a:pt x="5029" y="5165"/>
                      <a:pt x="5045" y="5144"/>
                      <a:pt x="5065" y="5124"/>
                    </a:cubicBezTo>
                    <a:cubicBezTo>
                      <a:pt x="5078" y="5111"/>
                      <a:pt x="5089" y="5097"/>
                      <a:pt x="5102" y="5085"/>
                    </a:cubicBezTo>
                    <a:cubicBezTo>
                      <a:pt x="5142" y="5075"/>
                      <a:pt x="5183" y="5070"/>
                      <a:pt x="5224" y="5070"/>
                    </a:cubicBezTo>
                    <a:cubicBezTo>
                      <a:pt x="5225" y="5070"/>
                      <a:pt x="5226" y="5070"/>
                      <a:pt x="5227" y="5070"/>
                    </a:cubicBezTo>
                    <a:cubicBezTo>
                      <a:pt x="5271" y="5072"/>
                      <a:pt x="5314" y="5063"/>
                      <a:pt x="5358" y="5063"/>
                    </a:cubicBezTo>
                    <a:cubicBezTo>
                      <a:pt x="5415" y="5063"/>
                      <a:pt x="5469" y="5054"/>
                      <a:pt x="5526" y="5055"/>
                    </a:cubicBezTo>
                    <a:cubicBezTo>
                      <a:pt x="5646" y="5058"/>
                      <a:pt x="5766" y="5055"/>
                      <a:pt x="5886" y="5055"/>
                    </a:cubicBezTo>
                    <a:lnTo>
                      <a:pt x="6255" y="5055"/>
                    </a:lnTo>
                    <a:cubicBezTo>
                      <a:pt x="6315" y="5056"/>
                      <a:pt x="6373" y="5062"/>
                      <a:pt x="6431" y="5075"/>
                    </a:cubicBezTo>
                    <a:cubicBezTo>
                      <a:pt x="6452" y="5081"/>
                      <a:pt x="6473" y="5086"/>
                      <a:pt x="6494" y="5088"/>
                    </a:cubicBezTo>
                    <a:cubicBezTo>
                      <a:pt x="6495" y="5088"/>
                      <a:pt x="6496" y="5089"/>
                      <a:pt x="6496" y="5089"/>
                    </a:cubicBezTo>
                    <a:moveTo>
                      <a:pt x="5056" y="5575"/>
                    </a:moveTo>
                    <a:lnTo>
                      <a:pt x="5042" y="5577"/>
                    </a:lnTo>
                    <a:lnTo>
                      <a:pt x="5055" y="5573"/>
                    </a:lnTo>
                    <a:lnTo>
                      <a:pt x="5056" y="5575"/>
                    </a:lnTo>
                    <a:moveTo>
                      <a:pt x="4653" y="6246"/>
                    </a:moveTo>
                    <a:cubicBezTo>
                      <a:pt x="4646" y="6241"/>
                      <a:pt x="4640" y="6234"/>
                      <a:pt x="4634" y="6229"/>
                    </a:cubicBezTo>
                    <a:cubicBezTo>
                      <a:pt x="4637" y="6222"/>
                      <a:pt x="4640" y="6215"/>
                      <a:pt x="4643" y="6207"/>
                    </a:cubicBezTo>
                    <a:lnTo>
                      <a:pt x="4646" y="6207"/>
                    </a:lnTo>
                    <a:cubicBezTo>
                      <a:pt x="4648" y="6210"/>
                      <a:pt x="4650" y="6213"/>
                      <a:pt x="4652" y="6216"/>
                    </a:cubicBezTo>
                    <a:cubicBezTo>
                      <a:pt x="4657" y="6223"/>
                      <a:pt x="4667" y="6233"/>
                      <a:pt x="4677" y="6229"/>
                    </a:cubicBezTo>
                    <a:lnTo>
                      <a:pt x="4678" y="6229"/>
                    </a:lnTo>
                    <a:cubicBezTo>
                      <a:pt x="4679" y="6228"/>
                      <a:pt x="4679" y="6227"/>
                      <a:pt x="4680" y="6226"/>
                    </a:cubicBezTo>
                    <a:cubicBezTo>
                      <a:pt x="4680" y="6225"/>
                      <a:pt x="4681" y="6224"/>
                      <a:pt x="4681" y="6223"/>
                    </a:cubicBezTo>
                    <a:cubicBezTo>
                      <a:pt x="4681" y="6222"/>
                      <a:pt x="4681" y="6221"/>
                      <a:pt x="4681" y="6221"/>
                    </a:cubicBezTo>
                    <a:cubicBezTo>
                      <a:pt x="4679" y="6218"/>
                      <a:pt x="4677" y="6215"/>
                      <a:pt x="4675" y="6213"/>
                    </a:cubicBezTo>
                    <a:cubicBezTo>
                      <a:pt x="4681" y="6216"/>
                      <a:pt x="4688" y="6220"/>
                      <a:pt x="4694" y="6223"/>
                    </a:cubicBezTo>
                    <a:cubicBezTo>
                      <a:pt x="4699" y="6226"/>
                      <a:pt x="4704" y="6230"/>
                      <a:pt x="4709" y="6233"/>
                    </a:cubicBezTo>
                    <a:cubicBezTo>
                      <a:pt x="4719" y="6240"/>
                      <a:pt x="4728" y="6254"/>
                      <a:pt x="4741" y="6252"/>
                    </a:cubicBezTo>
                    <a:cubicBezTo>
                      <a:pt x="4742" y="6252"/>
                      <a:pt x="4742" y="6252"/>
                      <a:pt x="4742" y="6252"/>
                    </a:cubicBezTo>
                    <a:cubicBezTo>
                      <a:pt x="4743" y="6252"/>
                      <a:pt x="4743" y="6251"/>
                      <a:pt x="4744" y="6250"/>
                    </a:cubicBezTo>
                    <a:cubicBezTo>
                      <a:pt x="4744" y="6249"/>
                      <a:pt x="4745" y="6249"/>
                      <a:pt x="4745" y="6248"/>
                    </a:cubicBezTo>
                    <a:cubicBezTo>
                      <a:pt x="4745" y="6247"/>
                      <a:pt x="4745" y="6246"/>
                      <a:pt x="4744" y="6245"/>
                    </a:cubicBezTo>
                    <a:cubicBezTo>
                      <a:pt x="4744" y="6245"/>
                      <a:pt x="4743" y="6245"/>
                      <a:pt x="4742" y="6244"/>
                    </a:cubicBezTo>
                    <a:cubicBezTo>
                      <a:pt x="4741" y="6243"/>
                      <a:pt x="4742" y="6243"/>
                      <a:pt x="4742" y="6243"/>
                    </a:cubicBezTo>
                    <a:cubicBezTo>
                      <a:pt x="4735" y="6240"/>
                      <a:pt x="4732" y="6227"/>
                      <a:pt x="4727" y="6221"/>
                    </a:cubicBezTo>
                    <a:cubicBezTo>
                      <a:pt x="4718" y="6214"/>
                      <a:pt x="4709" y="6208"/>
                      <a:pt x="4700" y="6202"/>
                    </a:cubicBezTo>
                    <a:cubicBezTo>
                      <a:pt x="4693" y="6198"/>
                      <a:pt x="4686" y="6194"/>
                      <a:pt x="4678" y="6191"/>
                    </a:cubicBezTo>
                    <a:cubicBezTo>
                      <a:pt x="4676" y="6190"/>
                      <a:pt x="4675" y="6190"/>
                      <a:pt x="4673" y="6190"/>
                    </a:cubicBezTo>
                    <a:cubicBezTo>
                      <a:pt x="4671" y="6190"/>
                      <a:pt x="4669" y="6190"/>
                      <a:pt x="4667" y="6192"/>
                    </a:cubicBezTo>
                    <a:cubicBezTo>
                      <a:pt x="4665" y="6193"/>
                      <a:pt x="4664" y="6194"/>
                      <a:pt x="4663" y="6196"/>
                    </a:cubicBezTo>
                    <a:lnTo>
                      <a:pt x="4662" y="6196"/>
                    </a:lnTo>
                    <a:cubicBezTo>
                      <a:pt x="4663" y="6195"/>
                      <a:pt x="4663" y="6194"/>
                      <a:pt x="4663" y="6194"/>
                    </a:cubicBezTo>
                    <a:cubicBezTo>
                      <a:pt x="4663" y="6191"/>
                      <a:pt x="4662" y="6188"/>
                      <a:pt x="4661" y="6186"/>
                    </a:cubicBezTo>
                    <a:cubicBezTo>
                      <a:pt x="4660" y="6184"/>
                      <a:pt x="4658" y="6183"/>
                      <a:pt x="4657" y="6182"/>
                    </a:cubicBezTo>
                    <a:cubicBezTo>
                      <a:pt x="4665" y="6167"/>
                      <a:pt x="4673" y="6152"/>
                      <a:pt x="4682" y="6137"/>
                    </a:cubicBezTo>
                    <a:cubicBezTo>
                      <a:pt x="4683" y="6140"/>
                      <a:pt x="4684" y="6142"/>
                      <a:pt x="4685" y="6144"/>
                    </a:cubicBezTo>
                    <a:cubicBezTo>
                      <a:pt x="4688" y="6149"/>
                      <a:pt x="4691" y="6153"/>
                      <a:pt x="4695" y="6157"/>
                    </a:cubicBezTo>
                    <a:cubicBezTo>
                      <a:pt x="4698" y="6161"/>
                      <a:pt x="4703" y="6165"/>
                      <a:pt x="4707" y="6169"/>
                    </a:cubicBezTo>
                    <a:cubicBezTo>
                      <a:pt x="4709" y="6171"/>
                      <a:pt x="4710" y="6172"/>
                      <a:pt x="4713" y="6174"/>
                    </a:cubicBezTo>
                    <a:cubicBezTo>
                      <a:pt x="4716" y="6176"/>
                      <a:pt x="4719" y="6176"/>
                      <a:pt x="4723" y="6176"/>
                    </a:cubicBezTo>
                    <a:lnTo>
                      <a:pt x="4724" y="6176"/>
                    </a:lnTo>
                    <a:cubicBezTo>
                      <a:pt x="4725" y="6176"/>
                      <a:pt x="4725" y="6177"/>
                      <a:pt x="4726" y="6176"/>
                    </a:cubicBezTo>
                    <a:cubicBezTo>
                      <a:pt x="4727" y="6175"/>
                      <a:pt x="4727" y="6174"/>
                      <a:pt x="4728" y="6173"/>
                    </a:cubicBezTo>
                    <a:cubicBezTo>
                      <a:pt x="4728" y="6173"/>
                      <a:pt x="4729" y="6171"/>
                      <a:pt x="4729" y="6170"/>
                    </a:cubicBezTo>
                    <a:cubicBezTo>
                      <a:pt x="4729" y="6170"/>
                      <a:pt x="4728" y="6169"/>
                      <a:pt x="4728" y="6168"/>
                    </a:cubicBezTo>
                    <a:cubicBezTo>
                      <a:pt x="4725" y="6164"/>
                      <a:pt x="4724" y="6159"/>
                      <a:pt x="4721" y="6155"/>
                    </a:cubicBezTo>
                    <a:cubicBezTo>
                      <a:pt x="4719" y="6152"/>
                      <a:pt x="4716" y="6149"/>
                      <a:pt x="4713" y="6147"/>
                    </a:cubicBezTo>
                    <a:cubicBezTo>
                      <a:pt x="4705" y="6140"/>
                      <a:pt x="4698" y="6131"/>
                      <a:pt x="4692" y="6122"/>
                    </a:cubicBezTo>
                    <a:lnTo>
                      <a:pt x="4699" y="6110"/>
                    </a:lnTo>
                    <a:cubicBezTo>
                      <a:pt x="4705" y="6118"/>
                      <a:pt x="4703" y="6128"/>
                      <a:pt x="4709" y="6137"/>
                    </a:cubicBezTo>
                    <a:cubicBezTo>
                      <a:pt x="4714" y="6145"/>
                      <a:pt x="4720" y="6152"/>
                      <a:pt x="4724" y="6159"/>
                    </a:cubicBezTo>
                    <a:cubicBezTo>
                      <a:pt x="4726" y="6164"/>
                      <a:pt x="4734" y="6164"/>
                      <a:pt x="4735" y="6159"/>
                    </a:cubicBezTo>
                    <a:cubicBezTo>
                      <a:pt x="4735" y="6158"/>
                      <a:pt x="4735" y="6156"/>
                      <a:pt x="4735" y="6154"/>
                    </a:cubicBezTo>
                    <a:cubicBezTo>
                      <a:pt x="4735" y="6148"/>
                      <a:pt x="4734" y="6142"/>
                      <a:pt x="4731" y="6138"/>
                    </a:cubicBezTo>
                    <a:cubicBezTo>
                      <a:pt x="4730" y="6136"/>
                      <a:pt x="4730" y="6135"/>
                      <a:pt x="4729" y="6134"/>
                    </a:cubicBezTo>
                    <a:cubicBezTo>
                      <a:pt x="4728" y="6132"/>
                      <a:pt x="4726" y="6130"/>
                      <a:pt x="4725" y="6129"/>
                    </a:cubicBezTo>
                    <a:cubicBezTo>
                      <a:pt x="4723" y="6125"/>
                      <a:pt x="4722" y="6122"/>
                      <a:pt x="4720" y="6118"/>
                    </a:cubicBezTo>
                    <a:cubicBezTo>
                      <a:pt x="4719" y="6115"/>
                      <a:pt x="4718" y="6111"/>
                      <a:pt x="4716" y="6108"/>
                    </a:cubicBezTo>
                    <a:cubicBezTo>
                      <a:pt x="4715" y="6106"/>
                      <a:pt x="4713" y="6103"/>
                      <a:pt x="4711" y="6101"/>
                    </a:cubicBezTo>
                    <a:cubicBezTo>
                      <a:pt x="4710" y="6101"/>
                      <a:pt x="4710" y="6100"/>
                      <a:pt x="4709" y="6100"/>
                    </a:cubicBezTo>
                    <a:cubicBezTo>
                      <a:pt x="4708" y="6099"/>
                      <a:pt x="4707" y="6099"/>
                      <a:pt x="4706" y="6099"/>
                    </a:cubicBezTo>
                    <a:lnTo>
                      <a:pt x="4709" y="6094"/>
                    </a:lnTo>
                    <a:cubicBezTo>
                      <a:pt x="4710" y="6094"/>
                      <a:pt x="4711" y="6094"/>
                      <a:pt x="4712" y="6094"/>
                    </a:cubicBezTo>
                    <a:cubicBezTo>
                      <a:pt x="4713" y="6094"/>
                      <a:pt x="4714" y="6094"/>
                      <a:pt x="4714" y="6094"/>
                    </a:cubicBezTo>
                    <a:cubicBezTo>
                      <a:pt x="4744" y="6133"/>
                      <a:pt x="4776" y="6169"/>
                      <a:pt x="4809" y="6205"/>
                    </a:cubicBezTo>
                    <a:cubicBezTo>
                      <a:pt x="4841" y="6240"/>
                      <a:pt x="4867" y="6284"/>
                      <a:pt x="4900" y="6321"/>
                    </a:cubicBezTo>
                    <a:lnTo>
                      <a:pt x="4920" y="6338"/>
                    </a:lnTo>
                    <a:cubicBezTo>
                      <a:pt x="4928" y="6346"/>
                      <a:pt x="4927" y="6357"/>
                      <a:pt x="4933" y="6365"/>
                    </a:cubicBezTo>
                    <a:cubicBezTo>
                      <a:pt x="4951" y="6387"/>
                      <a:pt x="4972" y="6404"/>
                      <a:pt x="4990" y="6427"/>
                    </a:cubicBezTo>
                    <a:cubicBezTo>
                      <a:pt x="5007" y="6449"/>
                      <a:pt x="5025" y="6469"/>
                      <a:pt x="5041" y="6490"/>
                    </a:cubicBezTo>
                    <a:cubicBezTo>
                      <a:pt x="5055" y="6508"/>
                      <a:pt x="5084" y="6524"/>
                      <a:pt x="5083" y="6549"/>
                    </a:cubicBezTo>
                    <a:cubicBezTo>
                      <a:pt x="5083" y="6550"/>
                      <a:pt x="5083" y="6550"/>
                      <a:pt x="5083" y="6550"/>
                    </a:cubicBezTo>
                    <a:cubicBezTo>
                      <a:pt x="5083" y="6552"/>
                      <a:pt x="5084" y="6555"/>
                      <a:pt x="5085" y="6557"/>
                    </a:cubicBezTo>
                    <a:cubicBezTo>
                      <a:pt x="5085" y="6558"/>
                      <a:pt x="5086" y="6559"/>
                      <a:pt x="5087" y="6559"/>
                    </a:cubicBezTo>
                    <a:cubicBezTo>
                      <a:pt x="5086" y="6559"/>
                      <a:pt x="5086" y="6560"/>
                      <a:pt x="5085" y="6560"/>
                    </a:cubicBezTo>
                    <a:cubicBezTo>
                      <a:pt x="5072" y="6568"/>
                      <a:pt x="5060" y="6577"/>
                      <a:pt x="5049" y="6588"/>
                    </a:cubicBezTo>
                    <a:cubicBezTo>
                      <a:pt x="5044" y="6593"/>
                      <a:pt x="5039" y="6599"/>
                      <a:pt x="5035" y="6605"/>
                    </a:cubicBezTo>
                    <a:cubicBezTo>
                      <a:pt x="5034" y="6605"/>
                      <a:pt x="5034" y="6605"/>
                      <a:pt x="5033" y="6604"/>
                    </a:cubicBezTo>
                    <a:cubicBezTo>
                      <a:pt x="5032" y="6603"/>
                      <a:pt x="5032" y="6604"/>
                      <a:pt x="5031" y="6603"/>
                    </a:cubicBezTo>
                    <a:cubicBezTo>
                      <a:pt x="4995" y="6592"/>
                      <a:pt x="4952" y="6544"/>
                      <a:pt x="4924" y="6518"/>
                    </a:cubicBezTo>
                    <a:cubicBezTo>
                      <a:pt x="4896" y="6491"/>
                      <a:pt x="4864" y="6464"/>
                      <a:pt x="4834" y="6437"/>
                    </a:cubicBezTo>
                    <a:cubicBezTo>
                      <a:pt x="4803" y="6410"/>
                      <a:pt x="4768" y="6382"/>
                      <a:pt x="4736" y="6353"/>
                    </a:cubicBezTo>
                    <a:cubicBezTo>
                      <a:pt x="4701" y="6321"/>
                      <a:pt x="4658" y="6299"/>
                      <a:pt x="4619" y="6272"/>
                    </a:cubicBezTo>
                    <a:lnTo>
                      <a:pt x="4626" y="6252"/>
                    </a:lnTo>
                    <a:cubicBezTo>
                      <a:pt x="4630" y="6257"/>
                      <a:pt x="4635" y="6261"/>
                      <a:pt x="4639" y="6264"/>
                    </a:cubicBezTo>
                    <a:cubicBezTo>
                      <a:pt x="4642" y="6267"/>
                      <a:pt x="4645" y="6269"/>
                      <a:pt x="4648" y="6271"/>
                    </a:cubicBezTo>
                    <a:cubicBezTo>
                      <a:pt x="4652" y="6273"/>
                      <a:pt x="4656" y="6275"/>
                      <a:pt x="4661" y="6276"/>
                    </a:cubicBezTo>
                    <a:cubicBezTo>
                      <a:pt x="4663" y="6276"/>
                      <a:pt x="4664" y="6275"/>
                      <a:pt x="4665" y="6275"/>
                    </a:cubicBezTo>
                    <a:cubicBezTo>
                      <a:pt x="4666" y="6274"/>
                      <a:pt x="4666" y="6273"/>
                      <a:pt x="4667" y="6272"/>
                    </a:cubicBezTo>
                    <a:cubicBezTo>
                      <a:pt x="4667" y="6271"/>
                      <a:pt x="4668" y="6270"/>
                      <a:pt x="4668" y="6269"/>
                    </a:cubicBezTo>
                    <a:cubicBezTo>
                      <a:pt x="4668" y="6268"/>
                      <a:pt x="4668" y="6268"/>
                      <a:pt x="4668" y="6267"/>
                    </a:cubicBezTo>
                    <a:cubicBezTo>
                      <a:pt x="4668" y="6264"/>
                      <a:pt x="4666" y="6261"/>
                      <a:pt x="4665" y="6259"/>
                    </a:cubicBezTo>
                    <a:cubicBezTo>
                      <a:pt x="4662" y="6254"/>
                      <a:pt x="4658" y="6250"/>
                      <a:pt x="4653" y="6247"/>
                    </a:cubicBezTo>
                    <a:lnTo>
                      <a:pt x="4653" y="6246"/>
                    </a:lnTo>
                    <a:moveTo>
                      <a:pt x="5089" y="5924"/>
                    </a:moveTo>
                    <a:cubicBezTo>
                      <a:pt x="5085" y="5904"/>
                      <a:pt x="5082" y="5886"/>
                      <a:pt x="5079" y="5867"/>
                    </a:cubicBezTo>
                    <a:lnTo>
                      <a:pt x="5094" y="5867"/>
                    </a:lnTo>
                    <a:cubicBezTo>
                      <a:pt x="5094" y="5873"/>
                      <a:pt x="5093" y="5880"/>
                      <a:pt x="5093" y="5886"/>
                    </a:cubicBezTo>
                    <a:cubicBezTo>
                      <a:pt x="5093" y="5924"/>
                      <a:pt x="5100" y="5960"/>
                      <a:pt x="5114" y="5995"/>
                    </a:cubicBezTo>
                    <a:cubicBezTo>
                      <a:pt x="5114" y="5996"/>
                      <a:pt x="5115" y="5996"/>
                      <a:pt x="5116" y="5997"/>
                    </a:cubicBezTo>
                    <a:cubicBezTo>
                      <a:pt x="5117" y="5998"/>
                      <a:pt x="5118" y="5998"/>
                      <a:pt x="5119" y="5998"/>
                    </a:cubicBezTo>
                    <a:cubicBezTo>
                      <a:pt x="5120" y="5998"/>
                      <a:pt x="5121" y="5997"/>
                      <a:pt x="5122" y="5997"/>
                    </a:cubicBezTo>
                    <a:cubicBezTo>
                      <a:pt x="5123" y="5996"/>
                      <a:pt x="5123" y="5996"/>
                      <a:pt x="5124" y="5995"/>
                    </a:cubicBezTo>
                    <a:cubicBezTo>
                      <a:pt x="5124" y="5994"/>
                      <a:pt x="5125" y="5994"/>
                      <a:pt x="5125" y="5993"/>
                    </a:cubicBezTo>
                    <a:cubicBezTo>
                      <a:pt x="5128" y="5951"/>
                      <a:pt x="5115" y="5909"/>
                      <a:pt x="5112" y="5868"/>
                    </a:cubicBezTo>
                    <a:lnTo>
                      <a:pt x="5137" y="5868"/>
                    </a:lnTo>
                    <a:cubicBezTo>
                      <a:pt x="5135" y="5878"/>
                      <a:pt x="5135" y="5888"/>
                      <a:pt x="5135" y="5898"/>
                    </a:cubicBezTo>
                    <a:cubicBezTo>
                      <a:pt x="5135" y="5915"/>
                      <a:pt x="5136" y="5931"/>
                      <a:pt x="5140" y="5947"/>
                    </a:cubicBezTo>
                    <a:cubicBezTo>
                      <a:pt x="5140" y="5948"/>
                      <a:pt x="5140" y="5948"/>
                      <a:pt x="5140" y="5948"/>
                    </a:cubicBezTo>
                    <a:cubicBezTo>
                      <a:pt x="5141" y="5949"/>
                      <a:pt x="5142" y="5950"/>
                      <a:pt x="5143" y="5951"/>
                    </a:cubicBezTo>
                    <a:cubicBezTo>
                      <a:pt x="5144" y="5951"/>
                      <a:pt x="5145" y="5951"/>
                      <a:pt x="5146" y="5951"/>
                    </a:cubicBezTo>
                    <a:cubicBezTo>
                      <a:pt x="5147" y="5951"/>
                      <a:pt x="5148" y="5951"/>
                      <a:pt x="5150" y="5951"/>
                    </a:cubicBezTo>
                    <a:cubicBezTo>
                      <a:pt x="5151" y="5950"/>
                      <a:pt x="5151" y="5949"/>
                      <a:pt x="5152" y="5948"/>
                    </a:cubicBezTo>
                    <a:lnTo>
                      <a:pt x="5152" y="5947"/>
                    </a:lnTo>
                    <a:cubicBezTo>
                      <a:pt x="5156" y="5931"/>
                      <a:pt x="5158" y="5915"/>
                      <a:pt x="5158" y="5899"/>
                    </a:cubicBezTo>
                    <a:cubicBezTo>
                      <a:pt x="5158" y="5889"/>
                      <a:pt x="5157" y="5879"/>
                      <a:pt x="5156" y="5869"/>
                    </a:cubicBezTo>
                    <a:lnTo>
                      <a:pt x="5172" y="5869"/>
                    </a:lnTo>
                    <a:cubicBezTo>
                      <a:pt x="5165" y="5924"/>
                      <a:pt x="5181" y="5983"/>
                      <a:pt x="5194" y="6035"/>
                    </a:cubicBezTo>
                    <a:cubicBezTo>
                      <a:pt x="5214" y="6103"/>
                      <a:pt x="5227" y="6172"/>
                      <a:pt x="5234" y="6241"/>
                    </a:cubicBezTo>
                    <a:cubicBezTo>
                      <a:pt x="5239" y="6300"/>
                      <a:pt x="5253" y="6358"/>
                      <a:pt x="5260" y="6417"/>
                    </a:cubicBezTo>
                    <a:cubicBezTo>
                      <a:pt x="5263" y="6444"/>
                      <a:pt x="5271" y="6470"/>
                      <a:pt x="5274" y="6498"/>
                    </a:cubicBezTo>
                    <a:cubicBezTo>
                      <a:pt x="5276" y="6518"/>
                      <a:pt x="5283" y="6538"/>
                      <a:pt x="5286" y="6559"/>
                    </a:cubicBezTo>
                    <a:cubicBezTo>
                      <a:pt x="5266" y="6550"/>
                      <a:pt x="5245" y="6545"/>
                      <a:pt x="5224" y="6542"/>
                    </a:cubicBezTo>
                    <a:cubicBezTo>
                      <a:pt x="5205" y="6539"/>
                      <a:pt x="5187" y="6537"/>
                      <a:pt x="5169" y="6537"/>
                    </a:cubicBezTo>
                    <a:cubicBezTo>
                      <a:pt x="5165" y="6537"/>
                      <a:pt x="5162" y="6537"/>
                      <a:pt x="5159" y="6537"/>
                    </a:cubicBezTo>
                    <a:cubicBezTo>
                      <a:pt x="5159" y="6536"/>
                      <a:pt x="5159" y="6534"/>
                      <a:pt x="5159" y="6533"/>
                    </a:cubicBezTo>
                    <a:cubicBezTo>
                      <a:pt x="5159" y="6531"/>
                      <a:pt x="5159" y="6530"/>
                      <a:pt x="5159" y="6529"/>
                    </a:cubicBezTo>
                    <a:lnTo>
                      <a:pt x="5156" y="6516"/>
                    </a:lnTo>
                    <a:cubicBezTo>
                      <a:pt x="5156" y="6515"/>
                      <a:pt x="5156" y="6514"/>
                      <a:pt x="5155" y="6513"/>
                    </a:cubicBezTo>
                    <a:cubicBezTo>
                      <a:pt x="5154" y="6511"/>
                      <a:pt x="5153" y="6510"/>
                      <a:pt x="5152" y="6509"/>
                    </a:cubicBezTo>
                    <a:cubicBezTo>
                      <a:pt x="5150" y="6508"/>
                      <a:pt x="5149" y="6508"/>
                      <a:pt x="5147" y="6508"/>
                    </a:cubicBezTo>
                    <a:cubicBezTo>
                      <a:pt x="5142" y="6466"/>
                      <a:pt x="5139" y="6425"/>
                      <a:pt x="5139" y="6383"/>
                    </a:cubicBezTo>
                    <a:cubicBezTo>
                      <a:pt x="5139" y="6381"/>
                      <a:pt x="5139" y="6379"/>
                      <a:pt x="5139" y="6377"/>
                    </a:cubicBezTo>
                    <a:cubicBezTo>
                      <a:pt x="5139" y="6309"/>
                      <a:pt x="5120" y="6241"/>
                      <a:pt x="5107" y="6175"/>
                    </a:cubicBezTo>
                    <a:cubicBezTo>
                      <a:pt x="5099" y="6131"/>
                      <a:pt x="5086" y="6087"/>
                      <a:pt x="5077" y="6043"/>
                    </a:cubicBezTo>
                    <a:cubicBezTo>
                      <a:pt x="5065" y="5984"/>
                      <a:pt x="5060" y="5924"/>
                      <a:pt x="5050" y="5865"/>
                    </a:cubicBezTo>
                    <a:lnTo>
                      <a:pt x="5059" y="5865"/>
                    </a:lnTo>
                    <a:cubicBezTo>
                      <a:pt x="5060" y="5902"/>
                      <a:pt x="5066" y="5939"/>
                      <a:pt x="5079" y="5974"/>
                    </a:cubicBezTo>
                    <a:cubicBezTo>
                      <a:pt x="5080" y="5975"/>
                      <a:pt x="5081" y="5976"/>
                      <a:pt x="5082" y="5977"/>
                    </a:cubicBezTo>
                    <a:cubicBezTo>
                      <a:pt x="5083" y="5978"/>
                      <a:pt x="5084" y="5978"/>
                      <a:pt x="5085" y="5978"/>
                    </a:cubicBezTo>
                    <a:cubicBezTo>
                      <a:pt x="5086" y="5978"/>
                      <a:pt x="5087" y="5978"/>
                      <a:pt x="5088" y="5977"/>
                    </a:cubicBezTo>
                    <a:cubicBezTo>
                      <a:pt x="5089" y="5976"/>
                      <a:pt x="5090" y="5975"/>
                      <a:pt x="5091" y="5974"/>
                    </a:cubicBezTo>
                    <a:cubicBezTo>
                      <a:pt x="5092" y="5967"/>
                      <a:pt x="5093" y="5961"/>
                      <a:pt x="5093" y="5954"/>
                    </a:cubicBezTo>
                    <a:cubicBezTo>
                      <a:pt x="5093" y="5944"/>
                      <a:pt x="5092" y="5934"/>
                      <a:pt x="5089" y="5925"/>
                    </a:cubicBezTo>
                    <a:lnTo>
                      <a:pt x="5089" y="5924"/>
                    </a:lnTo>
                    <a:moveTo>
                      <a:pt x="5553" y="6292"/>
                    </a:moveTo>
                    <a:cubicBezTo>
                      <a:pt x="5558" y="6275"/>
                      <a:pt x="5565" y="6259"/>
                      <a:pt x="5574" y="6243"/>
                    </a:cubicBezTo>
                    <a:cubicBezTo>
                      <a:pt x="5579" y="6235"/>
                      <a:pt x="5585" y="6227"/>
                      <a:pt x="5590" y="6219"/>
                    </a:cubicBezTo>
                    <a:cubicBezTo>
                      <a:pt x="5601" y="6206"/>
                      <a:pt x="5611" y="6191"/>
                      <a:pt x="5619" y="6177"/>
                    </a:cubicBezTo>
                    <a:cubicBezTo>
                      <a:pt x="5620" y="6176"/>
                      <a:pt x="5620" y="6175"/>
                      <a:pt x="5621" y="6174"/>
                    </a:cubicBezTo>
                    <a:lnTo>
                      <a:pt x="5622" y="6174"/>
                    </a:lnTo>
                    <a:cubicBezTo>
                      <a:pt x="5624" y="6174"/>
                      <a:pt x="5625" y="6174"/>
                      <a:pt x="5626" y="6173"/>
                    </a:cubicBezTo>
                    <a:cubicBezTo>
                      <a:pt x="5627" y="6172"/>
                      <a:pt x="5627" y="6173"/>
                      <a:pt x="5627" y="6172"/>
                    </a:cubicBezTo>
                    <a:cubicBezTo>
                      <a:pt x="5631" y="6169"/>
                      <a:pt x="5634" y="6165"/>
                      <a:pt x="5637" y="6160"/>
                    </a:cubicBezTo>
                    <a:cubicBezTo>
                      <a:pt x="5639" y="6156"/>
                      <a:pt x="5641" y="6152"/>
                      <a:pt x="5642" y="6147"/>
                    </a:cubicBezTo>
                    <a:lnTo>
                      <a:pt x="5645" y="6150"/>
                    </a:lnTo>
                    <a:cubicBezTo>
                      <a:pt x="5643" y="6151"/>
                      <a:pt x="5642" y="6152"/>
                      <a:pt x="5642" y="6154"/>
                    </a:cubicBezTo>
                    <a:cubicBezTo>
                      <a:pt x="5641" y="6155"/>
                      <a:pt x="5640" y="6157"/>
                      <a:pt x="5640" y="6158"/>
                    </a:cubicBezTo>
                    <a:cubicBezTo>
                      <a:pt x="5637" y="6187"/>
                      <a:pt x="5612" y="6208"/>
                      <a:pt x="5599" y="6232"/>
                    </a:cubicBezTo>
                    <a:cubicBezTo>
                      <a:pt x="5581" y="6263"/>
                      <a:pt x="5572" y="6301"/>
                      <a:pt x="5550" y="6330"/>
                    </a:cubicBezTo>
                    <a:cubicBezTo>
                      <a:pt x="5547" y="6334"/>
                      <a:pt x="5553" y="6339"/>
                      <a:pt x="5557" y="6335"/>
                    </a:cubicBezTo>
                    <a:cubicBezTo>
                      <a:pt x="5581" y="6309"/>
                      <a:pt x="5595" y="6272"/>
                      <a:pt x="5614" y="6242"/>
                    </a:cubicBezTo>
                    <a:cubicBezTo>
                      <a:pt x="5630" y="6218"/>
                      <a:pt x="5654" y="6199"/>
                      <a:pt x="5662" y="6173"/>
                    </a:cubicBezTo>
                    <a:cubicBezTo>
                      <a:pt x="5665" y="6178"/>
                      <a:pt x="5668" y="6184"/>
                      <a:pt x="5671" y="6189"/>
                    </a:cubicBezTo>
                    <a:cubicBezTo>
                      <a:pt x="5664" y="6197"/>
                      <a:pt x="5658" y="6205"/>
                      <a:pt x="5653" y="6215"/>
                    </a:cubicBezTo>
                    <a:cubicBezTo>
                      <a:pt x="5648" y="6223"/>
                      <a:pt x="5644" y="6232"/>
                      <a:pt x="5641" y="6241"/>
                    </a:cubicBezTo>
                    <a:cubicBezTo>
                      <a:pt x="5618" y="6294"/>
                      <a:pt x="5593" y="6345"/>
                      <a:pt x="5564" y="6395"/>
                    </a:cubicBezTo>
                    <a:cubicBezTo>
                      <a:pt x="5556" y="6409"/>
                      <a:pt x="5547" y="6424"/>
                      <a:pt x="5538" y="6438"/>
                    </a:cubicBezTo>
                    <a:cubicBezTo>
                      <a:pt x="5509" y="6490"/>
                      <a:pt x="5478" y="6540"/>
                      <a:pt x="5449" y="6593"/>
                    </a:cubicBezTo>
                    <a:cubicBezTo>
                      <a:pt x="5437" y="6615"/>
                      <a:pt x="5410" y="6643"/>
                      <a:pt x="5414" y="6670"/>
                    </a:cubicBezTo>
                    <a:cubicBezTo>
                      <a:pt x="5407" y="6659"/>
                      <a:pt x="5398" y="6647"/>
                      <a:pt x="5389" y="6637"/>
                    </a:cubicBezTo>
                    <a:cubicBezTo>
                      <a:pt x="5381" y="6628"/>
                      <a:pt x="5373" y="6619"/>
                      <a:pt x="5365" y="6612"/>
                    </a:cubicBezTo>
                    <a:cubicBezTo>
                      <a:pt x="5408" y="6540"/>
                      <a:pt x="5439" y="6459"/>
                      <a:pt x="5479" y="6385"/>
                    </a:cubicBezTo>
                    <a:cubicBezTo>
                      <a:pt x="5505" y="6337"/>
                      <a:pt x="5532" y="6289"/>
                      <a:pt x="5558" y="6240"/>
                    </a:cubicBezTo>
                    <a:cubicBezTo>
                      <a:pt x="5565" y="6222"/>
                      <a:pt x="5574" y="6205"/>
                      <a:pt x="5584" y="6188"/>
                    </a:cubicBezTo>
                    <a:cubicBezTo>
                      <a:pt x="5588" y="6180"/>
                      <a:pt x="5592" y="6173"/>
                      <a:pt x="5597" y="6166"/>
                    </a:cubicBezTo>
                    <a:cubicBezTo>
                      <a:pt x="5606" y="6151"/>
                      <a:pt x="5612" y="6134"/>
                      <a:pt x="5615" y="6117"/>
                    </a:cubicBezTo>
                    <a:lnTo>
                      <a:pt x="5625" y="6127"/>
                    </a:lnTo>
                    <a:lnTo>
                      <a:pt x="5622" y="6136"/>
                    </a:lnTo>
                    <a:cubicBezTo>
                      <a:pt x="5621" y="6140"/>
                      <a:pt x="5620" y="6143"/>
                      <a:pt x="5620" y="6147"/>
                    </a:cubicBezTo>
                    <a:cubicBezTo>
                      <a:pt x="5602" y="6168"/>
                      <a:pt x="5591" y="6194"/>
                      <a:pt x="5574" y="6216"/>
                    </a:cubicBezTo>
                    <a:cubicBezTo>
                      <a:pt x="5574" y="6216"/>
                      <a:pt x="5573" y="6217"/>
                      <a:pt x="5573" y="6218"/>
                    </a:cubicBezTo>
                    <a:cubicBezTo>
                      <a:pt x="5560" y="6240"/>
                      <a:pt x="5552" y="6265"/>
                      <a:pt x="5548" y="6290"/>
                    </a:cubicBezTo>
                    <a:cubicBezTo>
                      <a:pt x="5548" y="6291"/>
                      <a:pt x="5548" y="6291"/>
                      <a:pt x="5548" y="6291"/>
                    </a:cubicBezTo>
                    <a:cubicBezTo>
                      <a:pt x="5548" y="6292"/>
                      <a:pt x="5547" y="6292"/>
                      <a:pt x="5548" y="6293"/>
                    </a:cubicBezTo>
                    <a:cubicBezTo>
                      <a:pt x="5549" y="6294"/>
                      <a:pt x="5548" y="6293"/>
                      <a:pt x="5549" y="6294"/>
                    </a:cubicBezTo>
                    <a:cubicBezTo>
                      <a:pt x="5550" y="6295"/>
                      <a:pt x="5550" y="6294"/>
                      <a:pt x="5551" y="6294"/>
                    </a:cubicBezTo>
                    <a:lnTo>
                      <a:pt x="5552" y="6294"/>
                    </a:lnTo>
                    <a:cubicBezTo>
                      <a:pt x="5552" y="6293"/>
                      <a:pt x="5553" y="6293"/>
                      <a:pt x="5553" y="6293"/>
                    </a:cubicBezTo>
                    <a:lnTo>
                      <a:pt x="5553" y="6292"/>
                    </a:lnTo>
                    <a:moveTo>
                      <a:pt x="5937" y="6903"/>
                    </a:moveTo>
                    <a:cubicBezTo>
                      <a:pt x="5937" y="6916"/>
                      <a:pt x="5937" y="6935"/>
                      <a:pt x="5948" y="6943"/>
                    </a:cubicBezTo>
                    <a:cubicBezTo>
                      <a:pt x="5949" y="6943"/>
                      <a:pt x="5949" y="6943"/>
                      <a:pt x="5949" y="6943"/>
                    </a:cubicBezTo>
                    <a:cubicBezTo>
                      <a:pt x="5949" y="6943"/>
                      <a:pt x="5951" y="6944"/>
                      <a:pt x="5952" y="6944"/>
                    </a:cubicBezTo>
                    <a:cubicBezTo>
                      <a:pt x="5953" y="6944"/>
                      <a:pt x="5954" y="6943"/>
                      <a:pt x="5954" y="6943"/>
                    </a:cubicBezTo>
                    <a:cubicBezTo>
                      <a:pt x="5955" y="6943"/>
                      <a:pt x="5955" y="6943"/>
                      <a:pt x="5955" y="6943"/>
                    </a:cubicBezTo>
                    <a:lnTo>
                      <a:pt x="5956" y="6941"/>
                    </a:lnTo>
                    <a:cubicBezTo>
                      <a:pt x="5957" y="6942"/>
                      <a:pt x="5958" y="6942"/>
                      <a:pt x="5959" y="6942"/>
                    </a:cubicBezTo>
                    <a:cubicBezTo>
                      <a:pt x="5960" y="6942"/>
                      <a:pt x="5961" y="6942"/>
                      <a:pt x="5962" y="6941"/>
                    </a:cubicBezTo>
                    <a:cubicBezTo>
                      <a:pt x="5962" y="6944"/>
                      <a:pt x="5962" y="6946"/>
                      <a:pt x="5962" y="6949"/>
                    </a:cubicBezTo>
                    <a:cubicBezTo>
                      <a:pt x="5960" y="6949"/>
                      <a:pt x="5959" y="6949"/>
                      <a:pt x="5957" y="6949"/>
                    </a:cubicBezTo>
                    <a:cubicBezTo>
                      <a:pt x="5950" y="6949"/>
                      <a:pt x="5943" y="6948"/>
                      <a:pt x="5936" y="6947"/>
                    </a:cubicBezTo>
                    <a:cubicBezTo>
                      <a:pt x="5936" y="6946"/>
                      <a:pt x="5936" y="6945"/>
                      <a:pt x="5936" y="6943"/>
                    </a:cubicBezTo>
                    <a:cubicBezTo>
                      <a:pt x="5936" y="6940"/>
                      <a:pt x="5936" y="6936"/>
                      <a:pt x="5935" y="6932"/>
                    </a:cubicBezTo>
                    <a:cubicBezTo>
                      <a:pt x="5933" y="6923"/>
                      <a:pt x="5932" y="6913"/>
                      <a:pt x="5930" y="6903"/>
                    </a:cubicBezTo>
                    <a:cubicBezTo>
                      <a:pt x="5926" y="6884"/>
                      <a:pt x="5923" y="6864"/>
                      <a:pt x="5921" y="6844"/>
                    </a:cubicBezTo>
                    <a:cubicBezTo>
                      <a:pt x="5921" y="6843"/>
                      <a:pt x="5921" y="6842"/>
                      <a:pt x="5920" y="6840"/>
                    </a:cubicBezTo>
                    <a:cubicBezTo>
                      <a:pt x="5919" y="6839"/>
                      <a:pt x="5919" y="6838"/>
                      <a:pt x="5918" y="6838"/>
                    </a:cubicBezTo>
                    <a:cubicBezTo>
                      <a:pt x="5916" y="6837"/>
                      <a:pt x="5915" y="6837"/>
                      <a:pt x="5914" y="6837"/>
                    </a:cubicBezTo>
                    <a:cubicBezTo>
                      <a:pt x="5912" y="6837"/>
                      <a:pt x="5911" y="6837"/>
                      <a:pt x="5910" y="6838"/>
                    </a:cubicBezTo>
                    <a:cubicBezTo>
                      <a:pt x="5909" y="6838"/>
                      <a:pt x="5908" y="6839"/>
                      <a:pt x="5907" y="6840"/>
                    </a:cubicBezTo>
                    <a:cubicBezTo>
                      <a:pt x="5906" y="6842"/>
                      <a:pt x="5906" y="6843"/>
                      <a:pt x="5906" y="6844"/>
                    </a:cubicBezTo>
                    <a:cubicBezTo>
                      <a:pt x="5905" y="6852"/>
                      <a:pt x="5905" y="6859"/>
                      <a:pt x="5905" y="6866"/>
                    </a:cubicBezTo>
                    <a:cubicBezTo>
                      <a:pt x="5905" y="6893"/>
                      <a:pt x="5910" y="6920"/>
                      <a:pt x="5919" y="6945"/>
                    </a:cubicBezTo>
                    <a:cubicBezTo>
                      <a:pt x="5913" y="6945"/>
                      <a:pt x="5907" y="6945"/>
                      <a:pt x="5901" y="6946"/>
                    </a:cubicBezTo>
                    <a:cubicBezTo>
                      <a:pt x="5899" y="6935"/>
                      <a:pt x="5895" y="6923"/>
                      <a:pt x="5893" y="6915"/>
                    </a:cubicBezTo>
                    <a:cubicBezTo>
                      <a:pt x="5888" y="6887"/>
                      <a:pt x="5885" y="6859"/>
                      <a:pt x="5884" y="6831"/>
                    </a:cubicBezTo>
                    <a:cubicBezTo>
                      <a:pt x="5884" y="6830"/>
                      <a:pt x="5883" y="6829"/>
                      <a:pt x="5883" y="6828"/>
                    </a:cubicBezTo>
                    <a:cubicBezTo>
                      <a:pt x="5882" y="6827"/>
                      <a:pt x="5881" y="6825"/>
                      <a:pt x="5880" y="6825"/>
                    </a:cubicBezTo>
                    <a:cubicBezTo>
                      <a:pt x="5879" y="6824"/>
                      <a:pt x="5877" y="6824"/>
                      <a:pt x="5876" y="6824"/>
                    </a:cubicBezTo>
                    <a:cubicBezTo>
                      <a:pt x="5874" y="6824"/>
                      <a:pt x="5874" y="6824"/>
                      <a:pt x="5873" y="6825"/>
                    </a:cubicBezTo>
                    <a:cubicBezTo>
                      <a:pt x="5872" y="6825"/>
                      <a:pt x="5870" y="6827"/>
                      <a:pt x="5870" y="6828"/>
                    </a:cubicBezTo>
                    <a:cubicBezTo>
                      <a:pt x="5869" y="6829"/>
                      <a:pt x="5869" y="6830"/>
                      <a:pt x="5869" y="6831"/>
                    </a:cubicBezTo>
                    <a:cubicBezTo>
                      <a:pt x="5869" y="6836"/>
                      <a:pt x="5869" y="6842"/>
                      <a:pt x="5869" y="6847"/>
                    </a:cubicBezTo>
                    <a:cubicBezTo>
                      <a:pt x="5869" y="6865"/>
                      <a:pt x="5870" y="6882"/>
                      <a:pt x="5871" y="6900"/>
                    </a:cubicBezTo>
                    <a:cubicBezTo>
                      <a:pt x="5872" y="6916"/>
                      <a:pt x="5874" y="6932"/>
                      <a:pt x="5878" y="6948"/>
                    </a:cubicBezTo>
                    <a:lnTo>
                      <a:pt x="5860" y="6948"/>
                    </a:lnTo>
                    <a:cubicBezTo>
                      <a:pt x="5855" y="6926"/>
                      <a:pt x="5851" y="6904"/>
                      <a:pt x="5850" y="6882"/>
                    </a:cubicBezTo>
                    <a:cubicBezTo>
                      <a:pt x="5847" y="6869"/>
                      <a:pt x="5852" y="6857"/>
                      <a:pt x="5843" y="6847"/>
                    </a:cubicBezTo>
                    <a:cubicBezTo>
                      <a:pt x="5839" y="6844"/>
                      <a:pt x="5832" y="6847"/>
                      <a:pt x="5835" y="6853"/>
                    </a:cubicBezTo>
                    <a:cubicBezTo>
                      <a:pt x="5840" y="6861"/>
                      <a:pt x="5835" y="6868"/>
                      <a:pt x="5836" y="6876"/>
                    </a:cubicBezTo>
                    <a:cubicBezTo>
                      <a:pt x="5836" y="6891"/>
                      <a:pt x="5838" y="6907"/>
                      <a:pt x="5839" y="6922"/>
                    </a:cubicBezTo>
                    <a:cubicBezTo>
                      <a:pt x="5839" y="6931"/>
                      <a:pt x="5840" y="6940"/>
                      <a:pt x="5842" y="6949"/>
                    </a:cubicBezTo>
                    <a:lnTo>
                      <a:pt x="5828" y="6949"/>
                    </a:lnTo>
                    <a:cubicBezTo>
                      <a:pt x="5828" y="6948"/>
                      <a:pt x="5828" y="6948"/>
                      <a:pt x="5828" y="6947"/>
                    </a:cubicBezTo>
                    <a:cubicBezTo>
                      <a:pt x="5828" y="6941"/>
                      <a:pt x="5827" y="6934"/>
                      <a:pt x="5826" y="6928"/>
                    </a:cubicBezTo>
                    <a:cubicBezTo>
                      <a:pt x="5822" y="6910"/>
                      <a:pt x="5819" y="6892"/>
                      <a:pt x="5817" y="6874"/>
                    </a:cubicBezTo>
                    <a:cubicBezTo>
                      <a:pt x="5817" y="6867"/>
                      <a:pt x="5807" y="6868"/>
                      <a:pt x="5807" y="6875"/>
                    </a:cubicBezTo>
                    <a:cubicBezTo>
                      <a:pt x="5807" y="6889"/>
                      <a:pt x="5809" y="6903"/>
                      <a:pt x="5811" y="6917"/>
                    </a:cubicBezTo>
                    <a:cubicBezTo>
                      <a:pt x="5812" y="6927"/>
                      <a:pt x="5812" y="6939"/>
                      <a:pt x="5815" y="6949"/>
                    </a:cubicBezTo>
                    <a:lnTo>
                      <a:pt x="5796" y="6949"/>
                    </a:lnTo>
                    <a:cubicBezTo>
                      <a:pt x="5796" y="6947"/>
                      <a:pt x="5796" y="6945"/>
                      <a:pt x="5796" y="6943"/>
                    </a:cubicBezTo>
                    <a:cubicBezTo>
                      <a:pt x="5795" y="6933"/>
                      <a:pt x="5793" y="6923"/>
                      <a:pt x="5791" y="6913"/>
                    </a:cubicBezTo>
                    <a:cubicBezTo>
                      <a:pt x="5789" y="6898"/>
                      <a:pt x="5785" y="6884"/>
                      <a:pt x="5784" y="6870"/>
                    </a:cubicBezTo>
                    <a:cubicBezTo>
                      <a:pt x="5784" y="6869"/>
                      <a:pt x="5783" y="6868"/>
                      <a:pt x="5783" y="6867"/>
                    </a:cubicBezTo>
                    <a:cubicBezTo>
                      <a:pt x="5782" y="6866"/>
                      <a:pt x="5782" y="6864"/>
                      <a:pt x="5781" y="6864"/>
                    </a:cubicBezTo>
                    <a:cubicBezTo>
                      <a:pt x="5780" y="6863"/>
                      <a:pt x="5778" y="6864"/>
                      <a:pt x="5777" y="6864"/>
                    </a:cubicBezTo>
                    <a:cubicBezTo>
                      <a:pt x="5775" y="6864"/>
                      <a:pt x="5775" y="6863"/>
                      <a:pt x="5774" y="6864"/>
                    </a:cubicBezTo>
                    <a:cubicBezTo>
                      <a:pt x="5773" y="6864"/>
                      <a:pt x="5773" y="6866"/>
                      <a:pt x="5772" y="6867"/>
                    </a:cubicBezTo>
                    <a:cubicBezTo>
                      <a:pt x="5771" y="6868"/>
                      <a:pt x="5771" y="6869"/>
                      <a:pt x="5771" y="6870"/>
                    </a:cubicBezTo>
                    <a:cubicBezTo>
                      <a:pt x="5772" y="6890"/>
                      <a:pt x="5774" y="6909"/>
                      <a:pt x="5778" y="6929"/>
                    </a:cubicBezTo>
                    <a:cubicBezTo>
                      <a:pt x="5779" y="6937"/>
                      <a:pt x="5780" y="6944"/>
                      <a:pt x="5781" y="6950"/>
                    </a:cubicBezTo>
                    <a:cubicBezTo>
                      <a:pt x="5775" y="6950"/>
                      <a:pt x="5769" y="6950"/>
                      <a:pt x="5762" y="6952"/>
                    </a:cubicBezTo>
                    <a:cubicBezTo>
                      <a:pt x="5760" y="6935"/>
                      <a:pt x="5758" y="6918"/>
                      <a:pt x="5754" y="6901"/>
                    </a:cubicBezTo>
                    <a:cubicBezTo>
                      <a:pt x="5753" y="6893"/>
                      <a:pt x="5752" y="6884"/>
                      <a:pt x="5749" y="6876"/>
                    </a:cubicBezTo>
                    <a:cubicBezTo>
                      <a:pt x="5747" y="6868"/>
                      <a:pt x="5749" y="6862"/>
                      <a:pt x="5743" y="6856"/>
                    </a:cubicBezTo>
                    <a:cubicBezTo>
                      <a:pt x="5736" y="6849"/>
                      <a:pt x="5732" y="6858"/>
                      <a:pt x="5735" y="6863"/>
                    </a:cubicBezTo>
                    <a:cubicBezTo>
                      <a:pt x="5737" y="6872"/>
                      <a:pt x="5738" y="6882"/>
                      <a:pt x="5738" y="6891"/>
                    </a:cubicBezTo>
                    <a:cubicBezTo>
                      <a:pt x="5738" y="6894"/>
                      <a:pt x="5738" y="6897"/>
                      <a:pt x="5738" y="6900"/>
                    </a:cubicBezTo>
                    <a:cubicBezTo>
                      <a:pt x="5738" y="6903"/>
                      <a:pt x="5737" y="6906"/>
                      <a:pt x="5737" y="6909"/>
                    </a:cubicBezTo>
                    <a:cubicBezTo>
                      <a:pt x="5737" y="6915"/>
                      <a:pt x="5738" y="6922"/>
                      <a:pt x="5739" y="6928"/>
                    </a:cubicBezTo>
                    <a:cubicBezTo>
                      <a:pt x="5740" y="6937"/>
                      <a:pt x="5743" y="6946"/>
                      <a:pt x="5744" y="6955"/>
                    </a:cubicBezTo>
                    <a:lnTo>
                      <a:pt x="5722" y="6959"/>
                    </a:lnTo>
                    <a:cubicBezTo>
                      <a:pt x="5715" y="6923"/>
                      <a:pt x="5710" y="6887"/>
                      <a:pt x="5707" y="6850"/>
                    </a:cubicBezTo>
                    <a:cubicBezTo>
                      <a:pt x="5707" y="6849"/>
                      <a:pt x="5706" y="6848"/>
                      <a:pt x="5706" y="6848"/>
                    </a:cubicBezTo>
                    <a:cubicBezTo>
                      <a:pt x="5706" y="6847"/>
                      <a:pt x="5705" y="6846"/>
                      <a:pt x="5704" y="6846"/>
                    </a:cubicBezTo>
                    <a:cubicBezTo>
                      <a:pt x="5703" y="6845"/>
                      <a:pt x="5703" y="6845"/>
                      <a:pt x="5702" y="6845"/>
                    </a:cubicBezTo>
                    <a:cubicBezTo>
                      <a:pt x="5701" y="6845"/>
                      <a:pt x="5700" y="6845"/>
                      <a:pt x="5699" y="6846"/>
                    </a:cubicBezTo>
                    <a:cubicBezTo>
                      <a:pt x="5699" y="6846"/>
                      <a:pt x="5698" y="6847"/>
                      <a:pt x="5697" y="6848"/>
                    </a:cubicBezTo>
                    <a:cubicBezTo>
                      <a:pt x="5697" y="6848"/>
                      <a:pt x="5697" y="6849"/>
                      <a:pt x="5697" y="6850"/>
                    </a:cubicBezTo>
                    <a:cubicBezTo>
                      <a:pt x="5695" y="6862"/>
                      <a:pt x="5694" y="6875"/>
                      <a:pt x="5694" y="6888"/>
                    </a:cubicBezTo>
                    <a:cubicBezTo>
                      <a:pt x="5694" y="6902"/>
                      <a:pt x="5695" y="6917"/>
                      <a:pt x="5698" y="6931"/>
                    </a:cubicBezTo>
                    <a:cubicBezTo>
                      <a:pt x="5699" y="6942"/>
                      <a:pt x="5700" y="6952"/>
                      <a:pt x="5702" y="6962"/>
                    </a:cubicBezTo>
                    <a:cubicBezTo>
                      <a:pt x="5695" y="6963"/>
                      <a:pt x="5688" y="6965"/>
                      <a:pt x="5682" y="6965"/>
                    </a:cubicBezTo>
                    <a:cubicBezTo>
                      <a:pt x="5680" y="6958"/>
                      <a:pt x="5678" y="6951"/>
                      <a:pt x="5676" y="6944"/>
                    </a:cubicBezTo>
                    <a:cubicBezTo>
                      <a:pt x="5676" y="6939"/>
                      <a:pt x="5676" y="6934"/>
                      <a:pt x="5676" y="6929"/>
                    </a:cubicBezTo>
                    <a:cubicBezTo>
                      <a:pt x="5676" y="6924"/>
                      <a:pt x="5676" y="6919"/>
                      <a:pt x="5676" y="6914"/>
                    </a:cubicBezTo>
                    <a:cubicBezTo>
                      <a:pt x="5676" y="6904"/>
                      <a:pt x="5661" y="6905"/>
                      <a:pt x="5661" y="6915"/>
                    </a:cubicBezTo>
                    <a:cubicBezTo>
                      <a:pt x="5661" y="6925"/>
                      <a:pt x="5661" y="6934"/>
                      <a:pt x="5661" y="6943"/>
                    </a:cubicBezTo>
                    <a:cubicBezTo>
                      <a:pt x="5662" y="6951"/>
                      <a:pt x="5663" y="6959"/>
                      <a:pt x="5666" y="6967"/>
                    </a:cubicBezTo>
                    <a:lnTo>
                      <a:pt x="5663" y="6967"/>
                    </a:lnTo>
                    <a:lnTo>
                      <a:pt x="5649" y="6967"/>
                    </a:lnTo>
                    <a:lnTo>
                      <a:pt x="5649" y="6966"/>
                    </a:lnTo>
                    <a:cubicBezTo>
                      <a:pt x="5645" y="6959"/>
                      <a:pt x="5643" y="6951"/>
                      <a:pt x="5643" y="6943"/>
                    </a:cubicBezTo>
                    <a:cubicBezTo>
                      <a:pt x="5643" y="6942"/>
                      <a:pt x="5643" y="6942"/>
                      <a:pt x="5643" y="6941"/>
                    </a:cubicBezTo>
                    <a:cubicBezTo>
                      <a:pt x="5643" y="6924"/>
                      <a:pt x="5637" y="6907"/>
                      <a:pt x="5636" y="6890"/>
                    </a:cubicBezTo>
                    <a:cubicBezTo>
                      <a:pt x="5636" y="6884"/>
                      <a:pt x="5627" y="6885"/>
                      <a:pt x="5627" y="6890"/>
                    </a:cubicBezTo>
                    <a:cubicBezTo>
                      <a:pt x="5626" y="6909"/>
                      <a:pt x="5627" y="6927"/>
                      <a:pt x="5627" y="6946"/>
                    </a:cubicBezTo>
                    <a:lnTo>
                      <a:pt x="5627" y="6947"/>
                    </a:lnTo>
                    <a:cubicBezTo>
                      <a:pt x="5627" y="6953"/>
                      <a:pt x="5628" y="6960"/>
                      <a:pt x="5630" y="6966"/>
                    </a:cubicBezTo>
                    <a:lnTo>
                      <a:pt x="5611" y="6966"/>
                    </a:lnTo>
                    <a:cubicBezTo>
                      <a:pt x="5611" y="6946"/>
                      <a:pt x="5604" y="6927"/>
                      <a:pt x="5605" y="6906"/>
                    </a:cubicBezTo>
                    <a:cubicBezTo>
                      <a:pt x="5605" y="6885"/>
                      <a:pt x="5603" y="6867"/>
                      <a:pt x="5602" y="6847"/>
                    </a:cubicBezTo>
                    <a:cubicBezTo>
                      <a:pt x="5602" y="6842"/>
                      <a:pt x="5594" y="6842"/>
                      <a:pt x="5594" y="6847"/>
                    </a:cubicBezTo>
                    <a:cubicBezTo>
                      <a:pt x="5592" y="6886"/>
                      <a:pt x="5584" y="6928"/>
                      <a:pt x="5598" y="6965"/>
                    </a:cubicBezTo>
                    <a:lnTo>
                      <a:pt x="5581" y="6965"/>
                    </a:lnTo>
                    <a:cubicBezTo>
                      <a:pt x="5579" y="6960"/>
                      <a:pt x="5578" y="6956"/>
                      <a:pt x="5577" y="6951"/>
                    </a:cubicBezTo>
                    <a:cubicBezTo>
                      <a:pt x="5575" y="6937"/>
                      <a:pt x="5574" y="6922"/>
                      <a:pt x="5574" y="6908"/>
                    </a:cubicBezTo>
                    <a:cubicBezTo>
                      <a:pt x="5574" y="6905"/>
                      <a:pt x="5574" y="6903"/>
                      <a:pt x="5574" y="6901"/>
                    </a:cubicBezTo>
                    <a:cubicBezTo>
                      <a:pt x="5574" y="6900"/>
                      <a:pt x="5573" y="6899"/>
                      <a:pt x="5573" y="6898"/>
                    </a:cubicBezTo>
                    <a:cubicBezTo>
                      <a:pt x="5572" y="6897"/>
                      <a:pt x="5572" y="6895"/>
                      <a:pt x="5571" y="6895"/>
                    </a:cubicBezTo>
                    <a:cubicBezTo>
                      <a:pt x="5570" y="6894"/>
                      <a:pt x="5568" y="6895"/>
                      <a:pt x="5567" y="6895"/>
                    </a:cubicBezTo>
                    <a:cubicBezTo>
                      <a:pt x="5565" y="6895"/>
                      <a:pt x="5565" y="6894"/>
                      <a:pt x="5564" y="6895"/>
                    </a:cubicBezTo>
                    <a:cubicBezTo>
                      <a:pt x="5563" y="6895"/>
                      <a:pt x="5563" y="6897"/>
                      <a:pt x="5562" y="6898"/>
                    </a:cubicBezTo>
                    <a:cubicBezTo>
                      <a:pt x="5561" y="6899"/>
                      <a:pt x="5561" y="6900"/>
                      <a:pt x="5561" y="6901"/>
                    </a:cubicBezTo>
                    <a:cubicBezTo>
                      <a:pt x="5561" y="6915"/>
                      <a:pt x="5560" y="6930"/>
                      <a:pt x="5560" y="6944"/>
                    </a:cubicBezTo>
                    <a:cubicBezTo>
                      <a:pt x="5560" y="6951"/>
                      <a:pt x="5561" y="6958"/>
                      <a:pt x="5563" y="6965"/>
                    </a:cubicBezTo>
                    <a:lnTo>
                      <a:pt x="5555" y="6965"/>
                    </a:lnTo>
                    <a:cubicBezTo>
                      <a:pt x="5551" y="6945"/>
                      <a:pt x="5548" y="6924"/>
                      <a:pt x="5548" y="6904"/>
                    </a:cubicBezTo>
                    <a:cubicBezTo>
                      <a:pt x="5544" y="6883"/>
                      <a:pt x="5538" y="6862"/>
                      <a:pt x="5531" y="6841"/>
                    </a:cubicBezTo>
                    <a:cubicBezTo>
                      <a:pt x="5530" y="6836"/>
                      <a:pt x="5522" y="6837"/>
                      <a:pt x="5522" y="6841"/>
                    </a:cubicBezTo>
                    <a:cubicBezTo>
                      <a:pt x="5522" y="6851"/>
                      <a:pt x="5524" y="6849"/>
                      <a:pt x="5527" y="6861"/>
                    </a:cubicBezTo>
                    <a:cubicBezTo>
                      <a:pt x="5530" y="6880"/>
                      <a:pt x="5532" y="6898"/>
                      <a:pt x="5534" y="6917"/>
                    </a:cubicBezTo>
                    <a:cubicBezTo>
                      <a:pt x="5534" y="6933"/>
                      <a:pt x="5536" y="6949"/>
                      <a:pt x="5538" y="6965"/>
                    </a:cubicBezTo>
                    <a:lnTo>
                      <a:pt x="5533" y="6965"/>
                    </a:lnTo>
                    <a:cubicBezTo>
                      <a:pt x="5531" y="6920"/>
                      <a:pt x="5519" y="6875"/>
                      <a:pt x="5500" y="6834"/>
                    </a:cubicBezTo>
                    <a:cubicBezTo>
                      <a:pt x="5493" y="6821"/>
                      <a:pt x="5487" y="6808"/>
                      <a:pt x="5480" y="6795"/>
                    </a:cubicBezTo>
                    <a:cubicBezTo>
                      <a:pt x="5550" y="6793"/>
                      <a:pt x="5621" y="6784"/>
                      <a:pt x="5689" y="6768"/>
                    </a:cubicBezTo>
                    <a:lnTo>
                      <a:pt x="5768" y="6752"/>
                    </a:lnTo>
                    <a:cubicBezTo>
                      <a:pt x="5807" y="6743"/>
                      <a:pt x="5846" y="6738"/>
                      <a:pt x="5886" y="6738"/>
                    </a:cubicBezTo>
                    <a:cubicBezTo>
                      <a:pt x="5889" y="6738"/>
                      <a:pt x="5892" y="6738"/>
                      <a:pt x="5896" y="6738"/>
                    </a:cubicBezTo>
                    <a:cubicBezTo>
                      <a:pt x="5900" y="6739"/>
                      <a:pt x="5904" y="6739"/>
                      <a:pt x="5908" y="6739"/>
                    </a:cubicBezTo>
                    <a:cubicBezTo>
                      <a:pt x="5915" y="6739"/>
                      <a:pt x="5921" y="6738"/>
                      <a:pt x="5928" y="6737"/>
                    </a:cubicBezTo>
                    <a:cubicBezTo>
                      <a:pt x="5943" y="6792"/>
                      <a:pt x="5953" y="6848"/>
                      <a:pt x="5959" y="6905"/>
                    </a:cubicBezTo>
                    <a:cubicBezTo>
                      <a:pt x="5959" y="6904"/>
                      <a:pt x="5959" y="6902"/>
                      <a:pt x="5959" y="6901"/>
                    </a:cubicBezTo>
                    <a:cubicBezTo>
                      <a:pt x="5959" y="6900"/>
                      <a:pt x="5959" y="6898"/>
                      <a:pt x="5959" y="6897"/>
                    </a:cubicBezTo>
                    <a:cubicBezTo>
                      <a:pt x="5958" y="6879"/>
                      <a:pt x="5955" y="6861"/>
                      <a:pt x="5952" y="6844"/>
                    </a:cubicBezTo>
                    <a:cubicBezTo>
                      <a:pt x="5951" y="6835"/>
                      <a:pt x="5938" y="6837"/>
                      <a:pt x="5937" y="6845"/>
                    </a:cubicBezTo>
                    <a:cubicBezTo>
                      <a:pt x="5935" y="6869"/>
                      <a:pt x="5937" y="6886"/>
                      <a:pt x="5937" y="6903"/>
                    </a:cubicBezTo>
                    <a:moveTo>
                      <a:pt x="5904" y="7615"/>
                    </a:moveTo>
                    <a:cubicBezTo>
                      <a:pt x="5894" y="7624"/>
                      <a:pt x="5891" y="7639"/>
                      <a:pt x="5884" y="7650"/>
                    </a:cubicBezTo>
                    <a:cubicBezTo>
                      <a:pt x="5880" y="7655"/>
                      <a:pt x="5872" y="7660"/>
                      <a:pt x="5871" y="7667"/>
                    </a:cubicBezTo>
                    <a:cubicBezTo>
                      <a:pt x="5870" y="7670"/>
                      <a:pt x="5870" y="7672"/>
                      <a:pt x="5868" y="7675"/>
                    </a:cubicBezTo>
                    <a:cubicBezTo>
                      <a:pt x="5865" y="7671"/>
                      <a:pt x="5861" y="7667"/>
                      <a:pt x="5858" y="7663"/>
                    </a:cubicBezTo>
                    <a:cubicBezTo>
                      <a:pt x="5865" y="7655"/>
                      <a:pt x="5871" y="7647"/>
                      <a:pt x="5877" y="7638"/>
                    </a:cubicBezTo>
                    <a:cubicBezTo>
                      <a:pt x="5878" y="7637"/>
                      <a:pt x="5879" y="7635"/>
                      <a:pt x="5880" y="7634"/>
                    </a:cubicBezTo>
                    <a:cubicBezTo>
                      <a:pt x="5889" y="7618"/>
                      <a:pt x="5898" y="7604"/>
                      <a:pt x="5909" y="7590"/>
                    </a:cubicBezTo>
                    <a:cubicBezTo>
                      <a:pt x="5915" y="7583"/>
                      <a:pt x="5904" y="7573"/>
                      <a:pt x="5897" y="7578"/>
                    </a:cubicBezTo>
                    <a:cubicBezTo>
                      <a:pt x="5880" y="7594"/>
                      <a:pt x="5865" y="7612"/>
                      <a:pt x="5853" y="7633"/>
                    </a:cubicBezTo>
                    <a:cubicBezTo>
                      <a:pt x="5850" y="7637"/>
                      <a:pt x="5845" y="7642"/>
                      <a:pt x="5842" y="7648"/>
                    </a:cubicBezTo>
                    <a:lnTo>
                      <a:pt x="5837" y="7643"/>
                    </a:lnTo>
                    <a:cubicBezTo>
                      <a:pt x="5839" y="7641"/>
                      <a:pt x="5840" y="7639"/>
                      <a:pt x="5842" y="7637"/>
                    </a:cubicBezTo>
                    <a:cubicBezTo>
                      <a:pt x="5843" y="7635"/>
                      <a:pt x="5843" y="7633"/>
                      <a:pt x="5844" y="7631"/>
                    </a:cubicBezTo>
                    <a:cubicBezTo>
                      <a:pt x="5845" y="7628"/>
                      <a:pt x="5847" y="7625"/>
                      <a:pt x="5849" y="7623"/>
                    </a:cubicBezTo>
                    <a:cubicBezTo>
                      <a:pt x="5852" y="7617"/>
                      <a:pt x="5855" y="7613"/>
                      <a:pt x="5859" y="7608"/>
                    </a:cubicBezTo>
                    <a:cubicBezTo>
                      <a:pt x="5871" y="7591"/>
                      <a:pt x="5878" y="7572"/>
                      <a:pt x="5893" y="7555"/>
                    </a:cubicBezTo>
                    <a:cubicBezTo>
                      <a:pt x="5898" y="7550"/>
                      <a:pt x="5890" y="7541"/>
                      <a:pt x="5884" y="7547"/>
                    </a:cubicBezTo>
                    <a:cubicBezTo>
                      <a:pt x="5872" y="7556"/>
                      <a:pt x="5862" y="7568"/>
                      <a:pt x="5854" y="7582"/>
                    </a:cubicBezTo>
                    <a:cubicBezTo>
                      <a:pt x="5853" y="7584"/>
                      <a:pt x="5852" y="7586"/>
                      <a:pt x="5851" y="7588"/>
                    </a:cubicBezTo>
                    <a:cubicBezTo>
                      <a:pt x="5850" y="7589"/>
                      <a:pt x="5850" y="7590"/>
                      <a:pt x="5849" y="7591"/>
                    </a:cubicBezTo>
                    <a:cubicBezTo>
                      <a:pt x="5845" y="7598"/>
                      <a:pt x="5839" y="7606"/>
                      <a:pt x="5833" y="7612"/>
                    </a:cubicBezTo>
                    <a:cubicBezTo>
                      <a:pt x="5833" y="7613"/>
                      <a:pt x="5832" y="7614"/>
                      <a:pt x="5832" y="7614"/>
                    </a:cubicBezTo>
                    <a:cubicBezTo>
                      <a:pt x="5828" y="7620"/>
                      <a:pt x="5826" y="7626"/>
                      <a:pt x="5824" y="7632"/>
                    </a:cubicBezTo>
                    <a:cubicBezTo>
                      <a:pt x="5818" y="7626"/>
                      <a:pt x="5812" y="7620"/>
                      <a:pt x="5807" y="7614"/>
                    </a:cubicBezTo>
                    <a:cubicBezTo>
                      <a:pt x="5814" y="7608"/>
                      <a:pt x="5819" y="7601"/>
                      <a:pt x="5824" y="7593"/>
                    </a:cubicBezTo>
                    <a:cubicBezTo>
                      <a:pt x="5824" y="7592"/>
                      <a:pt x="5825" y="7592"/>
                      <a:pt x="5825" y="7591"/>
                    </a:cubicBezTo>
                    <a:cubicBezTo>
                      <a:pt x="5827" y="7588"/>
                      <a:pt x="5829" y="7584"/>
                      <a:pt x="5831" y="7581"/>
                    </a:cubicBezTo>
                    <a:cubicBezTo>
                      <a:pt x="5839" y="7567"/>
                      <a:pt x="5848" y="7553"/>
                      <a:pt x="5858" y="7539"/>
                    </a:cubicBezTo>
                    <a:cubicBezTo>
                      <a:pt x="5861" y="7535"/>
                      <a:pt x="5855" y="7530"/>
                      <a:pt x="5852" y="7533"/>
                    </a:cubicBezTo>
                    <a:cubicBezTo>
                      <a:pt x="5837" y="7547"/>
                      <a:pt x="5825" y="7562"/>
                      <a:pt x="5815" y="7579"/>
                    </a:cubicBezTo>
                    <a:cubicBezTo>
                      <a:pt x="5814" y="7581"/>
                      <a:pt x="5813" y="7582"/>
                      <a:pt x="5812" y="7584"/>
                    </a:cubicBezTo>
                    <a:cubicBezTo>
                      <a:pt x="5809" y="7589"/>
                      <a:pt x="5802" y="7596"/>
                      <a:pt x="5798" y="7603"/>
                    </a:cubicBezTo>
                    <a:lnTo>
                      <a:pt x="5796" y="7600"/>
                    </a:lnTo>
                    <a:cubicBezTo>
                      <a:pt x="5791" y="7593"/>
                      <a:pt x="5786" y="7586"/>
                      <a:pt x="5780" y="7580"/>
                    </a:cubicBezTo>
                    <a:cubicBezTo>
                      <a:pt x="5783" y="7577"/>
                      <a:pt x="5786" y="7574"/>
                      <a:pt x="5789" y="7571"/>
                    </a:cubicBezTo>
                    <a:cubicBezTo>
                      <a:pt x="5794" y="7563"/>
                      <a:pt x="5798" y="7554"/>
                      <a:pt x="5804" y="7546"/>
                    </a:cubicBezTo>
                    <a:cubicBezTo>
                      <a:pt x="5814" y="7530"/>
                      <a:pt x="5826" y="7514"/>
                      <a:pt x="5838" y="7499"/>
                    </a:cubicBezTo>
                    <a:cubicBezTo>
                      <a:pt x="5841" y="7495"/>
                      <a:pt x="5835" y="7490"/>
                      <a:pt x="5831" y="7494"/>
                    </a:cubicBezTo>
                    <a:cubicBezTo>
                      <a:pt x="5816" y="7509"/>
                      <a:pt x="5801" y="7526"/>
                      <a:pt x="5788" y="7543"/>
                    </a:cubicBezTo>
                    <a:cubicBezTo>
                      <a:pt x="5783" y="7549"/>
                      <a:pt x="5779" y="7555"/>
                      <a:pt x="5776" y="7561"/>
                    </a:cubicBezTo>
                    <a:cubicBezTo>
                      <a:pt x="5774" y="7564"/>
                      <a:pt x="5773" y="7567"/>
                      <a:pt x="5771" y="7570"/>
                    </a:cubicBezTo>
                    <a:cubicBezTo>
                      <a:pt x="5766" y="7564"/>
                      <a:pt x="5761" y="7558"/>
                      <a:pt x="5755" y="7552"/>
                    </a:cubicBezTo>
                    <a:cubicBezTo>
                      <a:pt x="5756" y="7552"/>
                      <a:pt x="5757" y="7553"/>
                      <a:pt x="5757" y="7553"/>
                    </a:cubicBezTo>
                    <a:cubicBezTo>
                      <a:pt x="5758" y="7553"/>
                      <a:pt x="5759" y="7552"/>
                      <a:pt x="5760" y="7552"/>
                    </a:cubicBezTo>
                    <a:cubicBezTo>
                      <a:pt x="5770" y="7546"/>
                      <a:pt x="5775" y="7528"/>
                      <a:pt x="5782" y="7518"/>
                    </a:cubicBezTo>
                    <a:cubicBezTo>
                      <a:pt x="5785" y="7512"/>
                      <a:pt x="5790" y="7506"/>
                      <a:pt x="5793" y="7500"/>
                    </a:cubicBezTo>
                    <a:cubicBezTo>
                      <a:pt x="5795" y="7495"/>
                      <a:pt x="5796" y="7491"/>
                      <a:pt x="5799" y="7487"/>
                    </a:cubicBezTo>
                    <a:cubicBezTo>
                      <a:pt x="5801" y="7483"/>
                      <a:pt x="5805" y="7478"/>
                      <a:pt x="5808" y="7474"/>
                    </a:cubicBezTo>
                    <a:cubicBezTo>
                      <a:pt x="5809" y="7474"/>
                      <a:pt x="5809" y="7473"/>
                      <a:pt x="5809" y="7473"/>
                    </a:cubicBezTo>
                    <a:cubicBezTo>
                      <a:pt x="5810" y="7472"/>
                      <a:pt x="5810" y="7471"/>
                      <a:pt x="5810" y="7470"/>
                    </a:cubicBezTo>
                    <a:cubicBezTo>
                      <a:pt x="5810" y="7469"/>
                      <a:pt x="5809" y="7468"/>
                      <a:pt x="5809" y="7467"/>
                    </a:cubicBezTo>
                    <a:cubicBezTo>
                      <a:pt x="5808" y="7466"/>
                      <a:pt x="5808" y="7464"/>
                      <a:pt x="5807" y="7464"/>
                    </a:cubicBezTo>
                    <a:cubicBezTo>
                      <a:pt x="5806" y="7463"/>
                      <a:pt x="5805" y="7464"/>
                      <a:pt x="5804" y="7464"/>
                    </a:cubicBezTo>
                    <a:cubicBezTo>
                      <a:pt x="5803" y="7464"/>
                      <a:pt x="5802" y="7463"/>
                      <a:pt x="5801" y="7464"/>
                    </a:cubicBezTo>
                    <a:cubicBezTo>
                      <a:pt x="5800" y="7465"/>
                      <a:pt x="5800" y="7465"/>
                      <a:pt x="5800" y="7465"/>
                    </a:cubicBezTo>
                    <a:cubicBezTo>
                      <a:pt x="5788" y="7478"/>
                      <a:pt x="5778" y="7491"/>
                      <a:pt x="5769" y="7506"/>
                    </a:cubicBezTo>
                    <a:cubicBezTo>
                      <a:pt x="5769" y="7507"/>
                      <a:pt x="5768" y="7508"/>
                      <a:pt x="5768" y="7508"/>
                    </a:cubicBezTo>
                    <a:cubicBezTo>
                      <a:pt x="5762" y="7517"/>
                      <a:pt x="5746" y="7537"/>
                      <a:pt x="5751" y="7549"/>
                    </a:cubicBezTo>
                    <a:lnTo>
                      <a:pt x="5729" y="7526"/>
                    </a:lnTo>
                    <a:cubicBezTo>
                      <a:pt x="5730" y="7526"/>
                      <a:pt x="5731" y="7525"/>
                      <a:pt x="5731" y="7524"/>
                    </a:cubicBezTo>
                    <a:cubicBezTo>
                      <a:pt x="5731" y="7524"/>
                      <a:pt x="5732" y="7524"/>
                      <a:pt x="5732" y="7523"/>
                    </a:cubicBezTo>
                    <a:cubicBezTo>
                      <a:pt x="5740" y="7505"/>
                      <a:pt x="5749" y="7490"/>
                      <a:pt x="5758" y="7473"/>
                    </a:cubicBezTo>
                    <a:cubicBezTo>
                      <a:pt x="5763" y="7463"/>
                      <a:pt x="5770" y="7454"/>
                      <a:pt x="5774" y="7444"/>
                    </a:cubicBezTo>
                    <a:cubicBezTo>
                      <a:pt x="5776" y="7440"/>
                      <a:pt x="5769" y="7436"/>
                      <a:pt x="5767" y="7440"/>
                    </a:cubicBezTo>
                    <a:cubicBezTo>
                      <a:pt x="5758" y="7453"/>
                      <a:pt x="5748" y="7464"/>
                      <a:pt x="5738" y="7475"/>
                    </a:cubicBezTo>
                    <a:cubicBezTo>
                      <a:pt x="5734" y="7479"/>
                      <a:pt x="5731" y="7484"/>
                      <a:pt x="5729" y="7488"/>
                    </a:cubicBezTo>
                    <a:cubicBezTo>
                      <a:pt x="5724" y="7497"/>
                      <a:pt x="5721" y="7506"/>
                      <a:pt x="5719" y="7516"/>
                    </a:cubicBezTo>
                    <a:cubicBezTo>
                      <a:pt x="5709" y="7506"/>
                      <a:pt x="5700" y="7495"/>
                      <a:pt x="5692" y="7484"/>
                    </a:cubicBezTo>
                    <a:cubicBezTo>
                      <a:pt x="5693" y="7484"/>
                      <a:pt x="5693" y="7484"/>
                      <a:pt x="5694" y="7483"/>
                    </a:cubicBezTo>
                    <a:cubicBezTo>
                      <a:pt x="5695" y="7482"/>
                      <a:pt x="5696" y="7482"/>
                      <a:pt x="5696" y="7482"/>
                    </a:cubicBezTo>
                    <a:cubicBezTo>
                      <a:pt x="5701" y="7473"/>
                      <a:pt x="5706" y="7464"/>
                      <a:pt x="5711" y="7456"/>
                    </a:cubicBezTo>
                    <a:cubicBezTo>
                      <a:pt x="5713" y="7448"/>
                      <a:pt x="5717" y="7440"/>
                      <a:pt x="5721" y="7433"/>
                    </a:cubicBezTo>
                    <a:cubicBezTo>
                      <a:pt x="5722" y="7430"/>
                      <a:pt x="5724" y="7428"/>
                      <a:pt x="5726" y="7425"/>
                    </a:cubicBezTo>
                    <a:cubicBezTo>
                      <a:pt x="5729" y="7422"/>
                      <a:pt x="5724" y="7416"/>
                      <a:pt x="5721" y="7419"/>
                    </a:cubicBezTo>
                    <a:cubicBezTo>
                      <a:pt x="5713" y="7427"/>
                      <a:pt x="5707" y="7435"/>
                      <a:pt x="5702" y="7445"/>
                    </a:cubicBezTo>
                    <a:cubicBezTo>
                      <a:pt x="5700" y="7448"/>
                      <a:pt x="5698" y="7451"/>
                      <a:pt x="5696" y="7455"/>
                    </a:cubicBezTo>
                    <a:cubicBezTo>
                      <a:pt x="5692" y="7460"/>
                      <a:pt x="5686" y="7469"/>
                      <a:pt x="5686" y="7476"/>
                    </a:cubicBezTo>
                    <a:cubicBezTo>
                      <a:pt x="5684" y="7473"/>
                      <a:pt x="5682" y="7471"/>
                      <a:pt x="5681" y="7468"/>
                    </a:cubicBezTo>
                    <a:cubicBezTo>
                      <a:pt x="5675" y="7460"/>
                      <a:pt x="5670" y="7452"/>
                      <a:pt x="5664" y="7444"/>
                    </a:cubicBezTo>
                    <a:cubicBezTo>
                      <a:pt x="5667" y="7438"/>
                      <a:pt x="5671" y="7431"/>
                      <a:pt x="5675" y="7426"/>
                    </a:cubicBezTo>
                    <a:cubicBezTo>
                      <a:pt x="5680" y="7420"/>
                      <a:pt x="5685" y="7413"/>
                      <a:pt x="5688" y="7406"/>
                    </a:cubicBezTo>
                    <a:cubicBezTo>
                      <a:pt x="5689" y="7406"/>
                      <a:pt x="5689" y="7406"/>
                      <a:pt x="5689" y="7406"/>
                    </a:cubicBezTo>
                    <a:cubicBezTo>
                      <a:pt x="5690" y="7401"/>
                      <a:pt x="5693" y="7396"/>
                      <a:pt x="5695" y="7392"/>
                    </a:cubicBezTo>
                    <a:cubicBezTo>
                      <a:pt x="5697" y="7389"/>
                      <a:pt x="5699" y="7386"/>
                      <a:pt x="5701" y="7383"/>
                    </a:cubicBezTo>
                    <a:cubicBezTo>
                      <a:pt x="5706" y="7377"/>
                      <a:pt x="5698" y="7369"/>
                      <a:pt x="5692" y="7374"/>
                    </a:cubicBezTo>
                    <a:cubicBezTo>
                      <a:pt x="5680" y="7386"/>
                      <a:pt x="5669" y="7399"/>
                      <a:pt x="5659" y="7413"/>
                    </a:cubicBezTo>
                    <a:cubicBezTo>
                      <a:pt x="5656" y="7417"/>
                      <a:pt x="5652" y="7422"/>
                      <a:pt x="5649" y="7426"/>
                    </a:cubicBezTo>
                    <a:cubicBezTo>
                      <a:pt x="5643" y="7420"/>
                      <a:pt x="5638" y="7413"/>
                      <a:pt x="5631" y="7407"/>
                    </a:cubicBezTo>
                    <a:cubicBezTo>
                      <a:pt x="5635" y="7398"/>
                      <a:pt x="5639" y="7390"/>
                      <a:pt x="5643" y="7382"/>
                    </a:cubicBezTo>
                    <a:cubicBezTo>
                      <a:pt x="5644" y="7382"/>
                      <a:pt x="5644" y="7381"/>
                      <a:pt x="5645" y="7380"/>
                    </a:cubicBezTo>
                    <a:cubicBezTo>
                      <a:pt x="5647" y="7373"/>
                      <a:pt x="5650" y="7367"/>
                      <a:pt x="5654" y="7360"/>
                    </a:cubicBezTo>
                    <a:cubicBezTo>
                      <a:pt x="5657" y="7355"/>
                      <a:pt x="5660" y="7350"/>
                      <a:pt x="5664" y="7345"/>
                    </a:cubicBezTo>
                    <a:cubicBezTo>
                      <a:pt x="5668" y="7342"/>
                      <a:pt x="5663" y="7337"/>
                      <a:pt x="5660" y="7339"/>
                    </a:cubicBezTo>
                    <a:cubicBezTo>
                      <a:pt x="5650" y="7348"/>
                      <a:pt x="5641" y="7358"/>
                      <a:pt x="5634" y="7370"/>
                    </a:cubicBezTo>
                    <a:cubicBezTo>
                      <a:pt x="5634" y="7371"/>
                      <a:pt x="5633" y="7372"/>
                      <a:pt x="5633" y="7373"/>
                    </a:cubicBezTo>
                    <a:cubicBezTo>
                      <a:pt x="5630" y="7377"/>
                      <a:pt x="5627" y="7381"/>
                      <a:pt x="5625" y="7385"/>
                    </a:cubicBezTo>
                    <a:cubicBezTo>
                      <a:pt x="5623" y="7388"/>
                      <a:pt x="5621" y="7391"/>
                      <a:pt x="5620" y="7394"/>
                    </a:cubicBezTo>
                    <a:lnTo>
                      <a:pt x="5596" y="7370"/>
                    </a:lnTo>
                    <a:cubicBezTo>
                      <a:pt x="5601" y="7365"/>
                      <a:pt x="5605" y="7360"/>
                      <a:pt x="5609" y="7354"/>
                    </a:cubicBezTo>
                    <a:cubicBezTo>
                      <a:pt x="5611" y="7350"/>
                      <a:pt x="5613" y="7345"/>
                      <a:pt x="5615" y="7340"/>
                    </a:cubicBezTo>
                    <a:cubicBezTo>
                      <a:pt x="5618" y="7330"/>
                      <a:pt x="5622" y="7321"/>
                      <a:pt x="5627" y="7312"/>
                    </a:cubicBezTo>
                    <a:cubicBezTo>
                      <a:pt x="5629" y="7308"/>
                      <a:pt x="5632" y="7304"/>
                      <a:pt x="5635" y="7300"/>
                    </a:cubicBezTo>
                    <a:cubicBezTo>
                      <a:pt x="5638" y="7297"/>
                      <a:pt x="5633" y="7291"/>
                      <a:pt x="5629" y="7294"/>
                    </a:cubicBezTo>
                    <a:cubicBezTo>
                      <a:pt x="5621" y="7301"/>
                      <a:pt x="5614" y="7310"/>
                      <a:pt x="5609" y="7319"/>
                    </a:cubicBezTo>
                    <a:cubicBezTo>
                      <a:pt x="5608" y="7321"/>
                      <a:pt x="5607" y="7323"/>
                      <a:pt x="5606" y="7326"/>
                    </a:cubicBezTo>
                    <a:cubicBezTo>
                      <a:pt x="5601" y="7335"/>
                      <a:pt x="5589" y="7349"/>
                      <a:pt x="5589" y="7362"/>
                    </a:cubicBezTo>
                    <a:lnTo>
                      <a:pt x="5564" y="7336"/>
                    </a:lnTo>
                    <a:cubicBezTo>
                      <a:pt x="5544" y="7316"/>
                      <a:pt x="5529" y="7294"/>
                      <a:pt x="5511" y="7274"/>
                    </a:cubicBezTo>
                    <a:cubicBezTo>
                      <a:pt x="5514" y="7271"/>
                      <a:pt x="5515" y="7266"/>
                      <a:pt x="5517" y="7263"/>
                    </a:cubicBezTo>
                    <a:cubicBezTo>
                      <a:pt x="5519" y="7260"/>
                      <a:pt x="5521" y="7257"/>
                      <a:pt x="5524" y="7254"/>
                    </a:cubicBezTo>
                    <a:cubicBezTo>
                      <a:pt x="5526" y="7255"/>
                      <a:pt x="5528" y="7255"/>
                      <a:pt x="5530" y="7255"/>
                    </a:cubicBezTo>
                    <a:lnTo>
                      <a:pt x="5532" y="7255"/>
                    </a:lnTo>
                    <a:cubicBezTo>
                      <a:pt x="5532" y="7256"/>
                      <a:pt x="5532" y="7256"/>
                      <a:pt x="5532" y="7256"/>
                    </a:cubicBezTo>
                    <a:lnTo>
                      <a:pt x="5532" y="7257"/>
                    </a:lnTo>
                    <a:cubicBezTo>
                      <a:pt x="5535" y="7262"/>
                      <a:pt x="5539" y="7268"/>
                      <a:pt x="5538" y="7274"/>
                    </a:cubicBezTo>
                    <a:cubicBezTo>
                      <a:pt x="5537" y="7276"/>
                      <a:pt x="5537" y="7279"/>
                      <a:pt x="5537" y="7282"/>
                    </a:cubicBezTo>
                    <a:cubicBezTo>
                      <a:pt x="5537" y="7283"/>
                      <a:pt x="5537" y="7285"/>
                      <a:pt x="5537" y="7286"/>
                    </a:cubicBezTo>
                    <a:cubicBezTo>
                      <a:pt x="5537" y="7286"/>
                      <a:pt x="5537" y="7287"/>
                      <a:pt x="5538" y="7287"/>
                    </a:cubicBezTo>
                    <a:lnTo>
                      <a:pt x="5539" y="7287"/>
                    </a:lnTo>
                    <a:cubicBezTo>
                      <a:pt x="5540" y="7287"/>
                      <a:pt x="5540" y="7287"/>
                      <a:pt x="5541" y="7287"/>
                    </a:cubicBezTo>
                    <a:lnTo>
                      <a:pt x="5542" y="7286"/>
                    </a:lnTo>
                    <a:cubicBezTo>
                      <a:pt x="5543" y="7285"/>
                      <a:pt x="5544" y="7283"/>
                      <a:pt x="5545" y="7282"/>
                    </a:cubicBezTo>
                    <a:cubicBezTo>
                      <a:pt x="5547" y="7278"/>
                      <a:pt x="5548" y="7274"/>
                      <a:pt x="5548" y="7270"/>
                    </a:cubicBezTo>
                    <a:cubicBezTo>
                      <a:pt x="5548" y="7265"/>
                      <a:pt x="5546" y="7259"/>
                      <a:pt x="5543" y="7254"/>
                    </a:cubicBezTo>
                    <a:cubicBezTo>
                      <a:pt x="5542" y="7253"/>
                      <a:pt x="5542" y="7252"/>
                      <a:pt x="5541" y="7251"/>
                    </a:cubicBezTo>
                    <a:lnTo>
                      <a:pt x="5541" y="7250"/>
                    </a:lnTo>
                    <a:cubicBezTo>
                      <a:pt x="5542" y="7249"/>
                      <a:pt x="5542" y="7248"/>
                      <a:pt x="5543" y="7247"/>
                    </a:cubicBezTo>
                    <a:cubicBezTo>
                      <a:pt x="5544" y="7245"/>
                      <a:pt x="5545" y="7241"/>
                      <a:pt x="5545" y="7239"/>
                    </a:cubicBezTo>
                    <a:cubicBezTo>
                      <a:pt x="5545" y="7236"/>
                      <a:pt x="5544" y="7234"/>
                      <a:pt x="5543" y="7232"/>
                    </a:cubicBezTo>
                    <a:cubicBezTo>
                      <a:pt x="5542" y="7229"/>
                      <a:pt x="5540" y="7227"/>
                      <a:pt x="5537" y="7226"/>
                    </a:cubicBezTo>
                    <a:cubicBezTo>
                      <a:pt x="5535" y="7225"/>
                      <a:pt x="5532" y="7224"/>
                      <a:pt x="5530" y="7224"/>
                    </a:cubicBezTo>
                    <a:cubicBezTo>
                      <a:pt x="5527" y="7224"/>
                      <a:pt x="5525" y="7224"/>
                      <a:pt x="5523" y="7226"/>
                    </a:cubicBezTo>
                    <a:cubicBezTo>
                      <a:pt x="5520" y="7227"/>
                      <a:pt x="5518" y="7229"/>
                      <a:pt x="5517" y="7231"/>
                    </a:cubicBezTo>
                    <a:cubicBezTo>
                      <a:pt x="5515" y="7233"/>
                      <a:pt x="5515" y="7236"/>
                      <a:pt x="5515" y="7239"/>
                    </a:cubicBezTo>
                    <a:cubicBezTo>
                      <a:pt x="5515" y="7241"/>
                      <a:pt x="5516" y="7243"/>
                      <a:pt x="5517" y="7245"/>
                    </a:cubicBezTo>
                    <a:cubicBezTo>
                      <a:pt x="5514" y="7248"/>
                      <a:pt x="5512" y="7250"/>
                      <a:pt x="5510" y="7253"/>
                    </a:cubicBezTo>
                    <a:cubicBezTo>
                      <a:pt x="5508" y="7255"/>
                      <a:pt x="5506" y="7257"/>
                      <a:pt x="5505" y="7260"/>
                    </a:cubicBezTo>
                    <a:cubicBezTo>
                      <a:pt x="5504" y="7261"/>
                      <a:pt x="5504" y="7262"/>
                      <a:pt x="5503" y="7263"/>
                    </a:cubicBezTo>
                    <a:cubicBezTo>
                      <a:pt x="5499" y="7258"/>
                      <a:pt x="5494" y="7253"/>
                      <a:pt x="5489" y="7248"/>
                    </a:cubicBezTo>
                    <a:cubicBezTo>
                      <a:pt x="5497" y="7239"/>
                      <a:pt x="5504" y="7228"/>
                      <a:pt x="5511" y="7217"/>
                    </a:cubicBezTo>
                    <a:cubicBezTo>
                      <a:pt x="5512" y="7215"/>
                      <a:pt x="5513" y="7213"/>
                      <a:pt x="5514" y="7211"/>
                    </a:cubicBezTo>
                    <a:cubicBezTo>
                      <a:pt x="5514" y="7211"/>
                      <a:pt x="5515" y="7211"/>
                      <a:pt x="5515" y="7210"/>
                    </a:cubicBezTo>
                    <a:cubicBezTo>
                      <a:pt x="5515" y="7209"/>
                      <a:pt x="5516" y="7206"/>
                      <a:pt x="5516" y="7205"/>
                    </a:cubicBezTo>
                    <a:cubicBezTo>
                      <a:pt x="5516" y="7203"/>
                      <a:pt x="5515" y="7202"/>
                      <a:pt x="5515" y="7201"/>
                    </a:cubicBezTo>
                    <a:cubicBezTo>
                      <a:pt x="5514" y="7199"/>
                      <a:pt x="5512" y="7198"/>
                      <a:pt x="5511" y="7197"/>
                    </a:cubicBezTo>
                    <a:cubicBezTo>
                      <a:pt x="5509" y="7196"/>
                      <a:pt x="5508" y="7196"/>
                      <a:pt x="5506" y="7196"/>
                    </a:cubicBezTo>
                    <a:cubicBezTo>
                      <a:pt x="5504" y="7196"/>
                      <a:pt x="5503" y="7196"/>
                      <a:pt x="5501" y="7197"/>
                    </a:cubicBezTo>
                    <a:cubicBezTo>
                      <a:pt x="5500" y="7198"/>
                      <a:pt x="5499" y="7199"/>
                      <a:pt x="5498" y="7200"/>
                    </a:cubicBezTo>
                    <a:cubicBezTo>
                      <a:pt x="5492" y="7209"/>
                      <a:pt x="5486" y="7217"/>
                      <a:pt x="5480" y="7226"/>
                    </a:cubicBezTo>
                    <a:cubicBezTo>
                      <a:pt x="5478" y="7228"/>
                      <a:pt x="5476" y="7231"/>
                      <a:pt x="5474" y="7234"/>
                    </a:cubicBezTo>
                    <a:cubicBezTo>
                      <a:pt x="5471" y="7231"/>
                      <a:pt x="5468" y="7228"/>
                      <a:pt x="5465" y="7226"/>
                    </a:cubicBezTo>
                    <a:cubicBezTo>
                      <a:pt x="5474" y="7215"/>
                      <a:pt x="5481" y="7203"/>
                      <a:pt x="5488" y="7191"/>
                    </a:cubicBezTo>
                    <a:cubicBezTo>
                      <a:pt x="5495" y="7179"/>
                      <a:pt x="5501" y="7167"/>
                      <a:pt x="5506" y="7155"/>
                    </a:cubicBezTo>
                    <a:cubicBezTo>
                      <a:pt x="5508" y="7178"/>
                      <a:pt x="5531" y="7192"/>
                      <a:pt x="5547" y="7207"/>
                    </a:cubicBezTo>
                    <a:cubicBezTo>
                      <a:pt x="5569" y="7228"/>
                      <a:pt x="5585" y="7250"/>
                      <a:pt x="5609" y="7271"/>
                    </a:cubicBezTo>
                    <a:cubicBezTo>
                      <a:pt x="5633" y="7291"/>
                      <a:pt x="5657" y="7305"/>
                      <a:pt x="5678" y="7326"/>
                    </a:cubicBezTo>
                    <a:cubicBezTo>
                      <a:pt x="5766" y="7414"/>
                      <a:pt x="5862" y="7494"/>
                      <a:pt x="5953" y="7579"/>
                    </a:cubicBezTo>
                    <a:cubicBezTo>
                      <a:pt x="5947" y="7599"/>
                      <a:pt x="5944" y="7621"/>
                      <a:pt x="5938" y="7640"/>
                    </a:cubicBezTo>
                    <a:cubicBezTo>
                      <a:pt x="5937" y="7639"/>
                      <a:pt x="5936" y="7639"/>
                      <a:pt x="5935" y="7638"/>
                    </a:cubicBezTo>
                    <a:cubicBezTo>
                      <a:pt x="5934" y="7637"/>
                      <a:pt x="5931" y="7637"/>
                      <a:pt x="5930" y="7637"/>
                    </a:cubicBezTo>
                    <a:cubicBezTo>
                      <a:pt x="5928" y="7637"/>
                      <a:pt x="5927" y="7637"/>
                      <a:pt x="5926" y="7638"/>
                    </a:cubicBezTo>
                    <a:cubicBezTo>
                      <a:pt x="5925" y="7638"/>
                      <a:pt x="5925" y="7638"/>
                      <a:pt x="5925" y="7638"/>
                    </a:cubicBezTo>
                    <a:cubicBezTo>
                      <a:pt x="5915" y="7647"/>
                      <a:pt x="5906" y="7658"/>
                      <a:pt x="5900" y="7669"/>
                    </a:cubicBezTo>
                    <a:cubicBezTo>
                      <a:pt x="5899" y="7670"/>
                      <a:pt x="5899" y="7671"/>
                      <a:pt x="5899" y="7672"/>
                    </a:cubicBezTo>
                    <a:lnTo>
                      <a:pt x="5893" y="7679"/>
                    </a:lnTo>
                    <a:lnTo>
                      <a:pt x="5893" y="7678"/>
                    </a:lnTo>
                    <a:cubicBezTo>
                      <a:pt x="5893" y="7677"/>
                      <a:pt x="5893" y="7677"/>
                      <a:pt x="5893" y="7676"/>
                    </a:cubicBezTo>
                    <a:cubicBezTo>
                      <a:pt x="5893" y="7670"/>
                      <a:pt x="5905" y="7660"/>
                      <a:pt x="5908" y="7655"/>
                    </a:cubicBezTo>
                    <a:cubicBezTo>
                      <a:pt x="5911" y="7649"/>
                      <a:pt x="5914" y="7635"/>
                      <a:pt x="5920" y="7629"/>
                    </a:cubicBezTo>
                    <a:cubicBezTo>
                      <a:pt x="5927" y="7620"/>
                      <a:pt x="5913" y="7606"/>
                      <a:pt x="5903" y="7615"/>
                    </a:cubicBezTo>
                    <a:lnTo>
                      <a:pt x="5904" y="7615"/>
                    </a:lnTo>
                    <a:moveTo>
                      <a:pt x="5461" y="7417"/>
                    </a:moveTo>
                    <a:cubicBezTo>
                      <a:pt x="5481" y="7497"/>
                      <a:pt x="5504" y="7577"/>
                      <a:pt x="5524" y="7657"/>
                    </a:cubicBezTo>
                    <a:cubicBezTo>
                      <a:pt x="5554" y="7775"/>
                      <a:pt x="5595" y="7888"/>
                      <a:pt x="5625" y="8005"/>
                    </a:cubicBezTo>
                    <a:cubicBezTo>
                      <a:pt x="5608" y="8010"/>
                      <a:pt x="5590" y="8013"/>
                      <a:pt x="5572" y="8014"/>
                    </a:cubicBezTo>
                    <a:cubicBezTo>
                      <a:pt x="5568" y="8015"/>
                      <a:pt x="5564" y="8015"/>
                      <a:pt x="5560" y="8017"/>
                    </a:cubicBezTo>
                    <a:cubicBezTo>
                      <a:pt x="5560" y="8016"/>
                      <a:pt x="5561" y="8016"/>
                      <a:pt x="5561" y="8015"/>
                    </a:cubicBezTo>
                    <a:cubicBezTo>
                      <a:pt x="5561" y="8014"/>
                      <a:pt x="5560" y="8013"/>
                      <a:pt x="5560" y="8012"/>
                    </a:cubicBezTo>
                    <a:lnTo>
                      <a:pt x="5559" y="8012"/>
                    </a:lnTo>
                    <a:cubicBezTo>
                      <a:pt x="5558" y="8010"/>
                      <a:pt x="5556" y="8009"/>
                      <a:pt x="5554" y="8008"/>
                    </a:cubicBezTo>
                    <a:cubicBezTo>
                      <a:pt x="5546" y="8003"/>
                      <a:pt x="5537" y="8001"/>
                      <a:pt x="5528" y="8001"/>
                    </a:cubicBezTo>
                    <a:cubicBezTo>
                      <a:pt x="5525" y="8001"/>
                      <a:pt x="5522" y="8002"/>
                      <a:pt x="5518" y="8002"/>
                    </a:cubicBezTo>
                    <a:cubicBezTo>
                      <a:pt x="5503" y="8002"/>
                      <a:pt x="5489" y="8004"/>
                      <a:pt x="5473" y="8005"/>
                    </a:cubicBezTo>
                    <a:lnTo>
                      <a:pt x="5471" y="8005"/>
                    </a:lnTo>
                    <a:cubicBezTo>
                      <a:pt x="5471" y="8000"/>
                      <a:pt x="5470" y="7994"/>
                      <a:pt x="5469" y="7989"/>
                    </a:cubicBezTo>
                    <a:cubicBezTo>
                      <a:pt x="5491" y="7990"/>
                      <a:pt x="5512" y="7992"/>
                      <a:pt x="5533" y="7992"/>
                    </a:cubicBezTo>
                    <a:cubicBezTo>
                      <a:pt x="5547" y="7992"/>
                      <a:pt x="5560" y="7992"/>
                      <a:pt x="5569" y="7981"/>
                    </a:cubicBezTo>
                    <a:cubicBezTo>
                      <a:pt x="5570" y="7980"/>
                      <a:pt x="5570" y="7979"/>
                      <a:pt x="5570" y="7978"/>
                    </a:cubicBezTo>
                    <a:cubicBezTo>
                      <a:pt x="5570" y="7977"/>
                      <a:pt x="5569" y="7976"/>
                      <a:pt x="5569" y="7975"/>
                    </a:cubicBezTo>
                    <a:cubicBezTo>
                      <a:pt x="5568" y="7974"/>
                      <a:pt x="5569" y="7974"/>
                      <a:pt x="5569" y="7974"/>
                    </a:cubicBezTo>
                    <a:cubicBezTo>
                      <a:pt x="5561" y="7964"/>
                      <a:pt x="5549" y="7964"/>
                      <a:pt x="5537" y="7963"/>
                    </a:cubicBezTo>
                    <a:cubicBezTo>
                      <a:pt x="5535" y="7963"/>
                      <a:pt x="5534" y="7963"/>
                      <a:pt x="5532" y="7963"/>
                    </a:cubicBezTo>
                    <a:cubicBezTo>
                      <a:pt x="5511" y="7963"/>
                      <a:pt x="5490" y="7965"/>
                      <a:pt x="5470" y="7967"/>
                    </a:cubicBezTo>
                    <a:cubicBezTo>
                      <a:pt x="5468" y="7967"/>
                      <a:pt x="5466" y="7967"/>
                      <a:pt x="5465" y="7968"/>
                    </a:cubicBezTo>
                    <a:cubicBezTo>
                      <a:pt x="5463" y="7963"/>
                      <a:pt x="5461" y="7957"/>
                      <a:pt x="5460" y="7951"/>
                    </a:cubicBezTo>
                    <a:lnTo>
                      <a:pt x="5461" y="7951"/>
                    </a:lnTo>
                    <a:cubicBezTo>
                      <a:pt x="5481" y="7951"/>
                      <a:pt x="5502" y="7949"/>
                      <a:pt x="5521" y="7945"/>
                    </a:cubicBezTo>
                    <a:cubicBezTo>
                      <a:pt x="5535" y="7942"/>
                      <a:pt x="5558" y="7936"/>
                      <a:pt x="5559" y="7919"/>
                    </a:cubicBezTo>
                    <a:cubicBezTo>
                      <a:pt x="5559" y="7917"/>
                      <a:pt x="5557" y="7915"/>
                      <a:pt x="5557" y="7914"/>
                    </a:cubicBezTo>
                    <a:cubicBezTo>
                      <a:pt x="5556" y="7912"/>
                      <a:pt x="5555" y="7912"/>
                      <a:pt x="5554" y="7911"/>
                    </a:cubicBezTo>
                    <a:cubicBezTo>
                      <a:pt x="5552" y="7910"/>
                      <a:pt x="5551" y="7910"/>
                      <a:pt x="5550" y="7910"/>
                    </a:cubicBezTo>
                    <a:cubicBezTo>
                      <a:pt x="5549" y="7910"/>
                      <a:pt x="5548" y="7910"/>
                      <a:pt x="5548" y="7910"/>
                    </a:cubicBezTo>
                    <a:cubicBezTo>
                      <a:pt x="5547" y="7910"/>
                      <a:pt x="5541" y="7914"/>
                      <a:pt x="5542" y="7914"/>
                    </a:cubicBezTo>
                    <a:cubicBezTo>
                      <a:pt x="5540" y="7912"/>
                      <a:pt x="5533" y="7914"/>
                      <a:pt x="5528" y="7915"/>
                    </a:cubicBezTo>
                    <a:cubicBezTo>
                      <a:pt x="5504" y="7920"/>
                      <a:pt x="5481" y="7927"/>
                      <a:pt x="5457" y="7930"/>
                    </a:cubicBezTo>
                    <a:cubicBezTo>
                      <a:pt x="5456" y="7922"/>
                      <a:pt x="5455" y="7915"/>
                      <a:pt x="5455" y="7908"/>
                    </a:cubicBezTo>
                    <a:cubicBezTo>
                      <a:pt x="5456" y="7909"/>
                      <a:pt x="5457" y="7909"/>
                      <a:pt x="5459" y="7909"/>
                    </a:cubicBezTo>
                    <a:lnTo>
                      <a:pt x="5460" y="7909"/>
                    </a:lnTo>
                    <a:cubicBezTo>
                      <a:pt x="5476" y="7906"/>
                      <a:pt x="5493" y="7902"/>
                      <a:pt x="5509" y="7897"/>
                    </a:cubicBezTo>
                    <a:cubicBezTo>
                      <a:pt x="5515" y="7896"/>
                      <a:pt x="5522" y="7895"/>
                      <a:pt x="5528" y="7891"/>
                    </a:cubicBezTo>
                    <a:cubicBezTo>
                      <a:pt x="5533" y="7888"/>
                      <a:pt x="5538" y="7884"/>
                      <a:pt x="5541" y="7879"/>
                    </a:cubicBezTo>
                    <a:cubicBezTo>
                      <a:pt x="5542" y="7878"/>
                      <a:pt x="5542" y="7877"/>
                      <a:pt x="5542" y="7876"/>
                    </a:cubicBezTo>
                    <a:cubicBezTo>
                      <a:pt x="5542" y="7874"/>
                      <a:pt x="5542" y="7873"/>
                      <a:pt x="5541" y="7872"/>
                    </a:cubicBezTo>
                    <a:cubicBezTo>
                      <a:pt x="5540" y="7871"/>
                      <a:pt x="5539" y="7870"/>
                      <a:pt x="5538" y="7869"/>
                    </a:cubicBezTo>
                    <a:cubicBezTo>
                      <a:pt x="5528" y="7861"/>
                      <a:pt x="5511" y="7869"/>
                      <a:pt x="5499" y="7872"/>
                    </a:cubicBezTo>
                    <a:cubicBezTo>
                      <a:pt x="5484" y="7876"/>
                      <a:pt x="5471" y="7885"/>
                      <a:pt x="5457" y="7890"/>
                    </a:cubicBezTo>
                    <a:cubicBezTo>
                      <a:pt x="5456" y="7890"/>
                      <a:pt x="5456" y="7889"/>
                      <a:pt x="5455" y="7890"/>
                    </a:cubicBezTo>
                    <a:cubicBezTo>
                      <a:pt x="5454" y="7890"/>
                      <a:pt x="5453" y="7892"/>
                      <a:pt x="5452" y="7893"/>
                    </a:cubicBezTo>
                    <a:cubicBezTo>
                      <a:pt x="5452" y="7887"/>
                      <a:pt x="5452" y="7881"/>
                      <a:pt x="5450" y="7874"/>
                    </a:cubicBezTo>
                    <a:cubicBezTo>
                      <a:pt x="5466" y="7873"/>
                      <a:pt x="5482" y="7869"/>
                      <a:pt x="5497" y="7864"/>
                    </a:cubicBezTo>
                    <a:cubicBezTo>
                      <a:pt x="5506" y="7861"/>
                      <a:pt x="5526" y="7850"/>
                      <a:pt x="5516" y="7837"/>
                    </a:cubicBezTo>
                    <a:cubicBezTo>
                      <a:pt x="5516" y="7836"/>
                      <a:pt x="5515" y="7835"/>
                      <a:pt x="5514" y="7835"/>
                    </a:cubicBezTo>
                    <a:cubicBezTo>
                      <a:pt x="5513" y="7834"/>
                      <a:pt x="5511" y="7834"/>
                      <a:pt x="5510" y="7834"/>
                    </a:cubicBezTo>
                    <a:cubicBezTo>
                      <a:pt x="5509" y="7834"/>
                      <a:pt x="5508" y="7834"/>
                      <a:pt x="5507" y="7834"/>
                    </a:cubicBezTo>
                    <a:cubicBezTo>
                      <a:pt x="5496" y="7837"/>
                      <a:pt x="5484" y="7841"/>
                      <a:pt x="5473" y="7844"/>
                    </a:cubicBezTo>
                    <a:cubicBezTo>
                      <a:pt x="5461" y="7847"/>
                      <a:pt x="5456" y="7850"/>
                      <a:pt x="5447" y="7852"/>
                    </a:cubicBezTo>
                    <a:cubicBezTo>
                      <a:pt x="5445" y="7843"/>
                      <a:pt x="5443" y="7834"/>
                      <a:pt x="5441" y="7825"/>
                    </a:cubicBezTo>
                    <a:cubicBezTo>
                      <a:pt x="5453" y="7824"/>
                      <a:pt x="5465" y="7823"/>
                      <a:pt x="5477" y="7820"/>
                    </a:cubicBezTo>
                    <a:cubicBezTo>
                      <a:pt x="5489" y="7817"/>
                      <a:pt x="5503" y="7814"/>
                      <a:pt x="5504" y="7800"/>
                    </a:cubicBezTo>
                    <a:cubicBezTo>
                      <a:pt x="5504" y="7798"/>
                      <a:pt x="5501" y="7792"/>
                      <a:pt x="5498" y="7793"/>
                    </a:cubicBezTo>
                    <a:cubicBezTo>
                      <a:pt x="5491" y="7795"/>
                      <a:pt x="5479" y="7793"/>
                      <a:pt x="5471" y="7795"/>
                    </a:cubicBezTo>
                    <a:cubicBezTo>
                      <a:pt x="5467" y="7796"/>
                      <a:pt x="5463" y="7797"/>
                      <a:pt x="5460" y="7799"/>
                    </a:cubicBezTo>
                    <a:cubicBezTo>
                      <a:pt x="5453" y="7802"/>
                      <a:pt x="5446" y="7803"/>
                      <a:pt x="5438" y="7803"/>
                    </a:cubicBezTo>
                    <a:lnTo>
                      <a:pt x="5437" y="7803"/>
                    </a:lnTo>
                    <a:lnTo>
                      <a:pt x="5435" y="7793"/>
                    </a:lnTo>
                    <a:cubicBezTo>
                      <a:pt x="5448" y="7792"/>
                      <a:pt x="5461" y="7789"/>
                      <a:pt x="5474" y="7786"/>
                    </a:cubicBezTo>
                    <a:cubicBezTo>
                      <a:pt x="5486" y="7784"/>
                      <a:pt x="5504" y="7777"/>
                      <a:pt x="5503" y="7763"/>
                    </a:cubicBezTo>
                    <a:cubicBezTo>
                      <a:pt x="5502" y="7762"/>
                      <a:pt x="5502" y="7761"/>
                      <a:pt x="5502" y="7760"/>
                    </a:cubicBezTo>
                    <a:cubicBezTo>
                      <a:pt x="5501" y="7759"/>
                      <a:pt x="5500" y="7757"/>
                      <a:pt x="5499" y="7757"/>
                    </a:cubicBezTo>
                    <a:cubicBezTo>
                      <a:pt x="5498" y="7756"/>
                      <a:pt x="5497" y="7757"/>
                      <a:pt x="5496" y="7757"/>
                    </a:cubicBezTo>
                    <a:cubicBezTo>
                      <a:pt x="5495" y="7757"/>
                      <a:pt x="5494" y="7757"/>
                      <a:pt x="5493" y="7757"/>
                    </a:cubicBezTo>
                    <a:lnTo>
                      <a:pt x="5493" y="7758"/>
                    </a:lnTo>
                    <a:cubicBezTo>
                      <a:pt x="5486" y="7763"/>
                      <a:pt x="5470" y="7762"/>
                      <a:pt x="5461" y="7764"/>
                    </a:cubicBezTo>
                    <a:cubicBezTo>
                      <a:pt x="5456" y="7765"/>
                      <a:pt x="5451" y="7767"/>
                      <a:pt x="5446" y="7769"/>
                    </a:cubicBezTo>
                    <a:cubicBezTo>
                      <a:pt x="5441" y="7771"/>
                      <a:pt x="5435" y="7773"/>
                      <a:pt x="5429" y="7774"/>
                    </a:cubicBezTo>
                    <a:cubicBezTo>
                      <a:pt x="5426" y="7762"/>
                      <a:pt x="5424" y="7750"/>
                      <a:pt x="5420" y="7738"/>
                    </a:cubicBezTo>
                    <a:cubicBezTo>
                      <a:pt x="5443" y="7740"/>
                      <a:pt x="5471" y="7744"/>
                      <a:pt x="5490" y="7730"/>
                    </a:cubicBezTo>
                    <a:cubicBezTo>
                      <a:pt x="5495" y="7727"/>
                      <a:pt x="5490" y="7721"/>
                      <a:pt x="5486" y="7720"/>
                    </a:cubicBezTo>
                    <a:cubicBezTo>
                      <a:pt x="5475" y="7718"/>
                      <a:pt x="5463" y="7718"/>
                      <a:pt x="5451" y="7718"/>
                    </a:cubicBezTo>
                    <a:cubicBezTo>
                      <a:pt x="5439" y="7718"/>
                      <a:pt x="5428" y="7718"/>
                      <a:pt x="5416" y="7720"/>
                    </a:cubicBezTo>
                    <a:lnTo>
                      <a:pt x="5411" y="7703"/>
                    </a:lnTo>
                    <a:cubicBezTo>
                      <a:pt x="5405" y="7678"/>
                      <a:pt x="5400" y="7653"/>
                      <a:pt x="5395" y="7628"/>
                    </a:cubicBezTo>
                    <a:cubicBezTo>
                      <a:pt x="5395" y="7629"/>
                      <a:pt x="5395" y="7629"/>
                      <a:pt x="5395" y="7629"/>
                    </a:cubicBezTo>
                    <a:cubicBezTo>
                      <a:pt x="5396" y="7629"/>
                      <a:pt x="5398" y="7630"/>
                      <a:pt x="5399" y="7630"/>
                    </a:cubicBezTo>
                    <a:cubicBezTo>
                      <a:pt x="5418" y="7633"/>
                      <a:pt x="5453" y="7636"/>
                      <a:pt x="5461" y="7612"/>
                    </a:cubicBezTo>
                    <a:cubicBezTo>
                      <a:pt x="5463" y="7605"/>
                      <a:pt x="5457" y="7604"/>
                      <a:pt x="5452" y="7605"/>
                    </a:cubicBezTo>
                    <a:cubicBezTo>
                      <a:pt x="5435" y="7607"/>
                      <a:pt x="5418" y="7609"/>
                      <a:pt x="5401" y="7610"/>
                    </a:cubicBezTo>
                    <a:cubicBezTo>
                      <a:pt x="5399" y="7610"/>
                      <a:pt x="5398" y="7610"/>
                      <a:pt x="5396" y="7611"/>
                    </a:cubicBezTo>
                    <a:cubicBezTo>
                      <a:pt x="5394" y="7611"/>
                      <a:pt x="5394" y="7613"/>
                      <a:pt x="5393" y="7615"/>
                    </a:cubicBezTo>
                    <a:cubicBezTo>
                      <a:pt x="5392" y="7616"/>
                      <a:pt x="5392" y="7616"/>
                      <a:pt x="5392" y="7616"/>
                    </a:cubicBezTo>
                    <a:cubicBezTo>
                      <a:pt x="5390" y="7609"/>
                      <a:pt x="5389" y="7602"/>
                      <a:pt x="5387" y="7594"/>
                    </a:cubicBezTo>
                    <a:cubicBezTo>
                      <a:pt x="5388" y="7594"/>
                      <a:pt x="5389" y="7594"/>
                      <a:pt x="5390" y="7594"/>
                    </a:cubicBezTo>
                    <a:cubicBezTo>
                      <a:pt x="5414" y="7594"/>
                      <a:pt x="5437" y="7588"/>
                      <a:pt x="5458" y="7577"/>
                    </a:cubicBezTo>
                    <a:cubicBezTo>
                      <a:pt x="5458" y="7576"/>
                      <a:pt x="5458" y="7576"/>
                      <a:pt x="5459" y="7575"/>
                    </a:cubicBezTo>
                    <a:cubicBezTo>
                      <a:pt x="5459" y="7574"/>
                      <a:pt x="5460" y="7574"/>
                      <a:pt x="5460" y="7573"/>
                    </a:cubicBezTo>
                    <a:cubicBezTo>
                      <a:pt x="5460" y="7572"/>
                      <a:pt x="5460" y="7571"/>
                      <a:pt x="5459" y="7570"/>
                    </a:cubicBezTo>
                    <a:lnTo>
                      <a:pt x="5458" y="7569"/>
                    </a:lnTo>
                    <a:cubicBezTo>
                      <a:pt x="5457" y="7568"/>
                      <a:pt x="5456" y="7568"/>
                      <a:pt x="5455" y="7568"/>
                    </a:cubicBezTo>
                    <a:lnTo>
                      <a:pt x="5454" y="7568"/>
                    </a:lnTo>
                    <a:cubicBezTo>
                      <a:pt x="5430" y="7568"/>
                      <a:pt x="5407" y="7571"/>
                      <a:pt x="5384" y="7577"/>
                    </a:cubicBezTo>
                    <a:cubicBezTo>
                      <a:pt x="5381" y="7565"/>
                      <a:pt x="5378" y="7554"/>
                      <a:pt x="5375" y="7542"/>
                    </a:cubicBezTo>
                    <a:cubicBezTo>
                      <a:pt x="5382" y="7543"/>
                      <a:pt x="5388" y="7543"/>
                      <a:pt x="5395" y="7543"/>
                    </a:cubicBezTo>
                    <a:cubicBezTo>
                      <a:pt x="5401" y="7543"/>
                      <a:pt x="5408" y="7543"/>
                      <a:pt x="5414" y="7542"/>
                    </a:cubicBezTo>
                    <a:cubicBezTo>
                      <a:pt x="5430" y="7540"/>
                      <a:pt x="5445" y="7535"/>
                      <a:pt x="5459" y="7529"/>
                    </a:cubicBezTo>
                    <a:cubicBezTo>
                      <a:pt x="5463" y="7526"/>
                      <a:pt x="5464" y="7517"/>
                      <a:pt x="5457" y="7516"/>
                    </a:cubicBezTo>
                    <a:cubicBezTo>
                      <a:pt x="5452" y="7515"/>
                      <a:pt x="5446" y="7514"/>
                      <a:pt x="5441" y="7514"/>
                    </a:cubicBezTo>
                    <a:cubicBezTo>
                      <a:pt x="5433" y="7514"/>
                      <a:pt x="5425" y="7515"/>
                      <a:pt x="5418" y="7517"/>
                    </a:cubicBezTo>
                    <a:cubicBezTo>
                      <a:pt x="5403" y="7521"/>
                      <a:pt x="5388" y="7523"/>
                      <a:pt x="5372" y="7524"/>
                    </a:cubicBezTo>
                    <a:lnTo>
                      <a:pt x="5370" y="7524"/>
                    </a:lnTo>
                    <a:cubicBezTo>
                      <a:pt x="5368" y="7518"/>
                      <a:pt x="5367" y="7512"/>
                      <a:pt x="5365" y="7507"/>
                    </a:cubicBezTo>
                    <a:lnTo>
                      <a:pt x="5362" y="7496"/>
                    </a:lnTo>
                    <a:cubicBezTo>
                      <a:pt x="5363" y="7497"/>
                      <a:pt x="5364" y="7497"/>
                      <a:pt x="5366" y="7497"/>
                    </a:cubicBezTo>
                    <a:cubicBezTo>
                      <a:pt x="5381" y="7499"/>
                      <a:pt x="5410" y="7505"/>
                      <a:pt x="5420" y="7488"/>
                    </a:cubicBezTo>
                    <a:cubicBezTo>
                      <a:pt x="5421" y="7487"/>
                      <a:pt x="5421" y="7485"/>
                      <a:pt x="5421" y="7484"/>
                    </a:cubicBezTo>
                    <a:cubicBezTo>
                      <a:pt x="5421" y="7482"/>
                      <a:pt x="5421" y="7482"/>
                      <a:pt x="5420" y="7481"/>
                    </a:cubicBezTo>
                    <a:cubicBezTo>
                      <a:pt x="5414" y="7473"/>
                      <a:pt x="5403" y="7474"/>
                      <a:pt x="5394" y="7476"/>
                    </a:cubicBezTo>
                    <a:cubicBezTo>
                      <a:pt x="5385" y="7478"/>
                      <a:pt x="5375" y="7479"/>
                      <a:pt x="5366" y="7479"/>
                    </a:cubicBezTo>
                    <a:cubicBezTo>
                      <a:pt x="5365" y="7479"/>
                      <a:pt x="5364" y="7480"/>
                      <a:pt x="5363" y="7480"/>
                    </a:cubicBezTo>
                    <a:cubicBezTo>
                      <a:pt x="5361" y="7481"/>
                      <a:pt x="5360" y="7482"/>
                      <a:pt x="5360" y="7483"/>
                    </a:cubicBezTo>
                    <a:cubicBezTo>
                      <a:pt x="5359" y="7484"/>
                      <a:pt x="5359" y="7484"/>
                      <a:pt x="5359" y="7485"/>
                    </a:cubicBezTo>
                    <a:cubicBezTo>
                      <a:pt x="5353" y="7467"/>
                      <a:pt x="5347" y="7450"/>
                      <a:pt x="5341" y="7432"/>
                    </a:cubicBezTo>
                    <a:cubicBezTo>
                      <a:pt x="5350" y="7432"/>
                      <a:pt x="5360" y="7431"/>
                      <a:pt x="5369" y="7430"/>
                    </a:cubicBezTo>
                    <a:cubicBezTo>
                      <a:pt x="5386" y="7426"/>
                      <a:pt x="5403" y="7421"/>
                      <a:pt x="5420" y="7415"/>
                    </a:cubicBezTo>
                    <a:cubicBezTo>
                      <a:pt x="5426" y="7414"/>
                      <a:pt x="5424" y="7406"/>
                      <a:pt x="5419" y="7405"/>
                    </a:cubicBezTo>
                    <a:cubicBezTo>
                      <a:pt x="5414" y="7404"/>
                      <a:pt x="5409" y="7404"/>
                      <a:pt x="5404" y="7404"/>
                    </a:cubicBezTo>
                    <a:cubicBezTo>
                      <a:pt x="5396" y="7404"/>
                      <a:pt x="5388" y="7405"/>
                      <a:pt x="5380" y="7407"/>
                    </a:cubicBezTo>
                    <a:cubicBezTo>
                      <a:pt x="5365" y="7410"/>
                      <a:pt x="5350" y="7412"/>
                      <a:pt x="5335" y="7414"/>
                    </a:cubicBezTo>
                    <a:cubicBezTo>
                      <a:pt x="5333" y="7407"/>
                      <a:pt x="5331" y="7400"/>
                      <a:pt x="5328" y="7394"/>
                    </a:cubicBezTo>
                    <a:cubicBezTo>
                      <a:pt x="5330" y="7394"/>
                      <a:pt x="5331" y="7394"/>
                      <a:pt x="5332" y="7394"/>
                    </a:cubicBezTo>
                    <a:cubicBezTo>
                      <a:pt x="5333" y="7394"/>
                      <a:pt x="5334" y="7394"/>
                      <a:pt x="5336" y="7394"/>
                    </a:cubicBezTo>
                    <a:cubicBezTo>
                      <a:pt x="5338" y="7395"/>
                      <a:pt x="5340" y="7395"/>
                      <a:pt x="5342" y="7395"/>
                    </a:cubicBezTo>
                    <a:cubicBezTo>
                      <a:pt x="5347" y="7395"/>
                      <a:pt x="5352" y="7394"/>
                      <a:pt x="5356" y="7391"/>
                    </a:cubicBezTo>
                    <a:cubicBezTo>
                      <a:pt x="5357" y="7391"/>
                      <a:pt x="5357" y="7391"/>
                      <a:pt x="5357" y="7390"/>
                    </a:cubicBezTo>
                    <a:cubicBezTo>
                      <a:pt x="5358" y="7390"/>
                      <a:pt x="5358" y="7389"/>
                      <a:pt x="5359" y="7388"/>
                    </a:cubicBezTo>
                    <a:cubicBezTo>
                      <a:pt x="5359" y="7387"/>
                      <a:pt x="5360" y="7386"/>
                      <a:pt x="5360" y="7385"/>
                    </a:cubicBezTo>
                    <a:cubicBezTo>
                      <a:pt x="5360" y="7384"/>
                      <a:pt x="5359" y="7383"/>
                      <a:pt x="5359" y="7382"/>
                    </a:cubicBezTo>
                    <a:cubicBezTo>
                      <a:pt x="5358" y="7381"/>
                      <a:pt x="5358" y="7380"/>
                      <a:pt x="5357" y="7380"/>
                    </a:cubicBezTo>
                    <a:cubicBezTo>
                      <a:pt x="5356" y="7379"/>
                      <a:pt x="5355" y="7378"/>
                      <a:pt x="5354" y="7378"/>
                    </a:cubicBezTo>
                    <a:cubicBezTo>
                      <a:pt x="5349" y="7375"/>
                      <a:pt x="5343" y="7373"/>
                      <a:pt x="5337" y="7373"/>
                    </a:cubicBezTo>
                    <a:cubicBezTo>
                      <a:pt x="5336" y="7373"/>
                      <a:pt x="5334" y="7373"/>
                      <a:pt x="5333" y="7373"/>
                    </a:cubicBezTo>
                    <a:cubicBezTo>
                      <a:pt x="5329" y="7374"/>
                      <a:pt x="5326" y="7374"/>
                      <a:pt x="5322" y="7376"/>
                    </a:cubicBezTo>
                    <a:cubicBezTo>
                      <a:pt x="5317" y="7358"/>
                      <a:pt x="5313" y="7340"/>
                      <a:pt x="5310" y="7322"/>
                    </a:cubicBezTo>
                    <a:cubicBezTo>
                      <a:pt x="5311" y="7322"/>
                      <a:pt x="5311" y="7322"/>
                      <a:pt x="5312" y="7322"/>
                    </a:cubicBezTo>
                    <a:cubicBezTo>
                      <a:pt x="5322" y="7322"/>
                      <a:pt x="5332" y="7321"/>
                      <a:pt x="5343" y="7320"/>
                    </a:cubicBezTo>
                    <a:cubicBezTo>
                      <a:pt x="5358" y="7318"/>
                      <a:pt x="5373" y="7320"/>
                      <a:pt x="5386" y="7309"/>
                    </a:cubicBezTo>
                    <a:cubicBezTo>
                      <a:pt x="5386" y="7308"/>
                      <a:pt x="5387" y="7308"/>
                      <a:pt x="5387" y="7308"/>
                    </a:cubicBezTo>
                    <a:cubicBezTo>
                      <a:pt x="5387" y="7306"/>
                      <a:pt x="5388" y="7305"/>
                      <a:pt x="5388" y="7304"/>
                    </a:cubicBezTo>
                    <a:cubicBezTo>
                      <a:pt x="5388" y="7302"/>
                      <a:pt x="5387" y="7301"/>
                      <a:pt x="5387" y="7300"/>
                    </a:cubicBezTo>
                    <a:cubicBezTo>
                      <a:pt x="5386" y="7299"/>
                      <a:pt x="5385" y="7297"/>
                      <a:pt x="5384" y="7297"/>
                    </a:cubicBezTo>
                    <a:cubicBezTo>
                      <a:pt x="5383" y="7296"/>
                      <a:pt x="5383" y="7297"/>
                      <a:pt x="5382" y="7296"/>
                    </a:cubicBezTo>
                    <a:cubicBezTo>
                      <a:pt x="5374" y="7295"/>
                      <a:pt x="5366" y="7294"/>
                      <a:pt x="5358" y="7294"/>
                    </a:cubicBezTo>
                    <a:cubicBezTo>
                      <a:pt x="5354" y="7294"/>
                      <a:pt x="5351" y="7294"/>
                      <a:pt x="5347" y="7294"/>
                    </a:cubicBezTo>
                    <a:cubicBezTo>
                      <a:pt x="5334" y="7295"/>
                      <a:pt x="5321" y="7296"/>
                      <a:pt x="5308" y="7298"/>
                    </a:cubicBezTo>
                    <a:cubicBezTo>
                      <a:pt x="5308" y="7291"/>
                      <a:pt x="5306" y="7284"/>
                      <a:pt x="5306" y="7276"/>
                    </a:cubicBezTo>
                    <a:cubicBezTo>
                      <a:pt x="5355" y="7281"/>
                      <a:pt x="5412" y="7278"/>
                      <a:pt x="5447" y="7244"/>
                    </a:cubicBezTo>
                    <a:lnTo>
                      <a:pt x="5457" y="7257"/>
                    </a:lnTo>
                    <a:lnTo>
                      <a:pt x="5456" y="7258"/>
                    </a:lnTo>
                    <a:cubicBezTo>
                      <a:pt x="5456" y="7259"/>
                      <a:pt x="5456" y="7260"/>
                      <a:pt x="5456" y="7260"/>
                    </a:cubicBezTo>
                    <a:cubicBezTo>
                      <a:pt x="5456" y="7261"/>
                      <a:pt x="5456" y="7261"/>
                      <a:pt x="5456" y="7261"/>
                    </a:cubicBezTo>
                    <a:cubicBezTo>
                      <a:pt x="5474" y="7323"/>
                      <a:pt x="5501" y="7381"/>
                      <a:pt x="5518" y="7444"/>
                    </a:cubicBezTo>
                    <a:cubicBezTo>
                      <a:pt x="5533" y="7499"/>
                      <a:pt x="5552" y="7553"/>
                      <a:pt x="5569" y="7607"/>
                    </a:cubicBezTo>
                    <a:cubicBezTo>
                      <a:pt x="5584" y="7651"/>
                      <a:pt x="5599" y="7694"/>
                      <a:pt x="5611" y="7740"/>
                    </a:cubicBezTo>
                    <a:cubicBezTo>
                      <a:pt x="5631" y="7813"/>
                      <a:pt x="5666" y="7881"/>
                      <a:pt x="5680" y="7955"/>
                    </a:cubicBezTo>
                    <a:cubicBezTo>
                      <a:pt x="5680" y="7957"/>
                      <a:pt x="5681" y="7959"/>
                      <a:pt x="5682" y="7961"/>
                    </a:cubicBezTo>
                    <a:cubicBezTo>
                      <a:pt x="5683" y="7963"/>
                      <a:pt x="5685" y="7964"/>
                      <a:pt x="5687" y="7966"/>
                    </a:cubicBezTo>
                    <a:cubicBezTo>
                      <a:pt x="5678" y="7976"/>
                      <a:pt x="5668" y="7984"/>
                      <a:pt x="5657" y="7991"/>
                    </a:cubicBezTo>
                    <a:cubicBezTo>
                      <a:pt x="5630" y="7887"/>
                      <a:pt x="5591" y="7787"/>
                      <a:pt x="5563" y="7682"/>
                    </a:cubicBezTo>
                    <a:cubicBezTo>
                      <a:pt x="5525" y="7543"/>
                      <a:pt x="5480" y="7404"/>
                      <a:pt x="5452" y="7263"/>
                    </a:cubicBezTo>
                    <a:cubicBezTo>
                      <a:pt x="5452" y="7262"/>
                      <a:pt x="5452" y="7262"/>
                      <a:pt x="5452" y="7262"/>
                    </a:cubicBezTo>
                    <a:lnTo>
                      <a:pt x="5452" y="7261"/>
                    </a:lnTo>
                    <a:cubicBezTo>
                      <a:pt x="5450" y="7257"/>
                      <a:pt x="5442" y="7254"/>
                      <a:pt x="5440" y="7261"/>
                    </a:cubicBezTo>
                    <a:cubicBezTo>
                      <a:pt x="5427" y="7313"/>
                      <a:pt x="5449" y="7365"/>
                      <a:pt x="5461" y="7417"/>
                    </a:cubicBezTo>
                    <a:moveTo>
                      <a:pt x="5510" y="8029"/>
                    </a:moveTo>
                    <a:lnTo>
                      <a:pt x="5494" y="8029"/>
                    </a:lnTo>
                    <a:cubicBezTo>
                      <a:pt x="5492" y="8029"/>
                      <a:pt x="5490" y="8029"/>
                      <a:pt x="5489" y="8030"/>
                    </a:cubicBezTo>
                    <a:cubicBezTo>
                      <a:pt x="5487" y="8031"/>
                      <a:pt x="5486" y="8032"/>
                      <a:pt x="5485" y="8034"/>
                    </a:cubicBezTo>
                    <a:cubicBezTo>
                      <a:pt x="5484" y="8035"/>
                      <a:pt x="5484" y="8036"/>
                      <a:pt x="5484" y="8038"/>
                    </a:cubicBezTo>
                    <a:lnTo>
                      <a:pt x="5479" y="8038"/>
                    </a:lnTo>
                    <a:lnTo>
                      <a:pt x="5479" y="8031"/>
                    </a:lnTo>
                    <a:cubicBezTo>
                      <a:pt x="5479" y="8029"/>
                      <a:pt x="5478" y="8028"/>
                      <a:pt x="5477" y="8026"/>
                    </a:cubicBezTo>
                    <a:lnTo>
                      <a:pt x="5477" y="8025"/>
                    </a:lnTo>
                    <a:lnTo>
                      <a:pt x="5510" y="8029"/>
                    </a:lnTo>
                    <a:moveTo>
                      <a:pt x="4751" y="7105"/>
                    </a:moveTo>
                    <a:cubicBezTo>
                      <a:pt x="4735" y="7032"/>
                      <a:pt x="4737" y="6961"/>
                      <a:pt x="4697" y="6895"/>
                    </a:cubicBezTo>
                    <a:cubicBezTo>
                      <a:pt x="4686" y="6876"/>
                      <a:pt x="4670" y="6860"/>
                      <a:pt x="4651" y="6848"/>
                    </a:cubicBezTo>
                    <a:cubicBezTo>
                      <a:pt x="4653" y="6849"/>
                      <a:pt x="4656" y="6849"/>
                      <a:pt x="4659" y="6849"/>
                    </a:cubicBezTo>
                    <a:cubicBezTo>
                      <a:pt x="4661" y="6849"/>
                      <a:pt x="4664" y="6849"/>
                      <a:pt x="4667" y="6848"/>
                    </a:cubicBezTo>
                    <a:cubicBezTo>
                      <a:pt x="4688" y="6842"/>
                      <a:pt x="4754" y="6827"/>
                      <a:pt x="4770" y="6843"/>
                    </a:cubicBezTo>
                    <a:cubicBezTo>
                      <a:pt x="4799" y="6872"/>
                      <a:pt x="4826" y="6904"/>
                      <a:pt x="4848" y="6939"/>
                    </a:cubicBezTo>
                    <a:cubicBezTo>
                      <a:pt x="4868" y="6970"/>
                      <a:pt x="4869" y="7010"/>
                      <a:pt x="4886" y="7041"/>
                    </a:cubicBezTo>
                    <a:cubicBezTo>
                      <a:pt x="4904" y="7076"/>
                      <a:pt x="4900" y="7117"/>
                      <a:pt x="4905" y="7156"/>
                    </a:cubicBezTo>
                    <a:cubicBezTo>
                      <a:pt x="4909" y="7194"/>
                      <a:pt x="4920" y="7232"/>
                      <a:pt x="4871" y="7246"/>
                    </a:cubicBezTo>
                    <a:cubicBezTo>
                      <a:pt x="4837" y="7256"/>
                      <a:pt x="4803" y="7264"/>
                      <a:pt x="4770" y="7275"/>
                    </a:cubicBezTo>
                    <a:cubicBezTo>
                      <a:pt x="4754" y="7281"/>
                      <a:pt x="4739" y="7288"/>
                      <a:pt x="4725" y="7295"/>
                    </a:cubicBezTo>
                    <a:cubicBezTo>
                      <a:pt x="4744" y="7252"/>
                      <a:pt x="4755" y="7206"/>
                      <a:pt x="4755" y="7158"/>
                    </a:cubicBezTo>
                    <a:cubicBezTo>
                      <a:pt x="4755" y="7141"/>
                      <a:pt x="4753" y="7123"/>
                      <a:pt x="4750" y="7105"/>
                    </a:cubicBezTo>
                    <a:lnTo>
                      <a:pt x="4751" y="7105"/>
                    </a:lnTo>
                    <a:moveTo>
                      <a:pt x="4637" y="6728"/>
                    </a:moveTo>
                    <a:cubicBezTo>
                      <a:pt x="4630" y="6763"/>
                      <a:pt x="4625" y="6798"/>
                      <a:pt x="4623" y="6833"/>
                    </a:cubicBezTo>
                    <a:lnTo>
                      <a:pt x="4611" y="6836"/>
                    </a:lnTo>
                    <a:cubicBezTo>
                      <a:pt x="4609" y="6836"/>
                      <a:pt x="4608" y="6836"/>
                      <a:pt x="4607" y="6836"/>
                    </a:cubicBezTo>
                    <a:cubicBezTo>
                      <a:pt x="4595" y="6836"/>
                      <a:pt x="4584" y="6838"/>
                      <a:pt x="4573" y="6843"/>
                    </a:cubicBezTo>
                    <a:cubicBezTo>
                      <a:pt x="4573" y="6840"/>
                      <a:pt x="4573" y="6837"/>
                      <a:pt x="4567" y="6835"/>
                    </a:cubicBezTo>
                    <a:cubicBezTo>
                      <a:pt x="4575" y="6834"/>
                      <a:pt x="4573" y="6840"/>
                      <a:pt x="4574" y="6824"/>
                    </a:cubicBezTo>
                    <a:cubicBezTo>
                      <a:pt x="4573" y="6819"/>
                      <a:pt x="4573" y="6814"/>
                      <a:pt x="4573" y="6809"/>
                    </a:cubicBezTo>
                    <a:cubicBezTo>
                      <a:pt x="4573" y="6793"/>
                      <a:pt x="4574" y="6777"/>
                      <a:pt x="4576" y="6761"/>
                    </a:cubicBezTo>
                    <a:cubicBezTo>
                      <a:pt x="4577" y="6748"/>
                      <a:pt x="4582" y="6736"/>
                      <a:pt x="4582" y="6722"/>
                    </a:cubicBezTo>
                    <a:cubicBezTo>
                      <a:pt x="4582" y="6721"/>
                      <a:pt x="4582" y="6719"/>
                      <a:pt x="4581" y="6718"/>
                    </a:cubicBezTo>
                    <a:cubicBezTo>
                      <a:pt x="4580" y="6717"/>
                      <a:pt x="4579" y="6715"/>
                      <a:pt x="4578" y="6715"/>
                    </a:cubicBezTo>
                    <a:cubicBezTo>
                      <a:pt x="4577" y="6714"/>
                      <a:pt x="4575" y="6714"/>
                      <a:pt x="4574" y="6714"/>
                    </a:cubicBezTo>
                    <a:cubicBezTo>
                      <a:pt x="4572" y="6714"/>
                      <a:pt x="4570" y="6714"/>
                      <a:pt x="4569" y="6715"/>
                    </a:cubicBezTo>
                    <a:cubicBezTo>
                      <a:pt x="4567" y="6715"/>
                      <a:pt x="4567" y="6717"/>
                      <a:pt x="4566" y="6718"/>
                    </a:cubicBezTo>
                    <a:cubicBezTo>
                      <a:pt x="4566" y="6718"/>
                      <a:pt x="4565" y="6719"/>
                      <a:pt x="4565" y="6720"/>
                    </a:cubicBezTo>
                    <a:cubicBezTo>
                      <a:pt x="4561" y="6735"/>
                      <a:pt x="4557" y="6750"/>
                      <a:pt x="4555" y="6765"/>
                    </a:cubicBezTo>
                    <a:cubicBezTo>
                      <a:pt x="4555" y="6734"/>
                      <a:pt x="4553" y="6702"/>
                      <a:pt x="4552" y="6671"/>
                    </a:cubicBezTo>
                    <a:cubicBezTo>
                      <a:pt x="4553" y="6671"/>
                      <a:pt x="4553" y="6671"/>
                      <a:pt x="4554" y="6671"/>
                    </a:cubicBezTo>
                    <a:cubicBezTo>
                      <a:pt x="4560" y="6671"/>
                      <a:pt x="4565" y="6670"/>
                      <a:pt x="4570" y="6667"/>
                    </a:cubicBezTo>
                    <a:lnTo>
                      <a:pt x="4571" y="6666"/>
                    </a:lnTo>
                    <a:cubicBezTo>
                      <a:pt x="4596" y="6680"/>
                      <a:pt x="4624" y="6688"/>
                      <a:pt x="4653" y="6689"/>
                    </a:cubicBezTo>
                    <a:cubicBezTo>
                      <a:pt x="4689" y="6689"/>
                      <a:pt x="4725" y="6713"/>
                      <a:pt x="4762" y="6713"/>
                    </a:cubicBezTo>
                    <a:cubicBezTo>
                      <a:pt x="4773" y="6717"/>
                      <a:pt x="4783" y="6720"/>
                      <a:pt x="4794" y="6725"/>
                    </a:cubicBezTo>
                    <a:cubicBezTo>
                      <a:pt x="4815" y="6729"/>
                      <a:pt x="4835" y="6734"/>
                      <a:pt x="4855" y="6741"/>
                    </a:cubicBezTo>
                    <a:cubicBezTo>
                      <a:pt x="4891" y="6750"/>
                      <a:pt x="4926" y="6761"/>
                      <a:pt x="4960" y="6774"/>
                    </a:cubicBezTo>
                    <a:lnTo>
                      <a:pt x="4959" y="6774"/>
                    </a:lnTo>
                    <a:cubicBezTo>
                      <a:pt x="4941" y="6774"/>
                      <a:pt x="4924" y="6779"/>
                      <a:pt x="4909" y="6787"/>
                    </a:cubicBezTo>
                    <a:cubicBezTo>
                      <a:pt x="4909" y="6788"/>
                      <a:pt x="4909" y="6788"/>
                      <a:pt x="4909" y="6788"/>
                    </a:cubicBezTo>
                    <a:cubicBezTo>
                      <a:pt x="4903" y="6786"/>
                      <a:pt x="4897" y="6784"/>
                      <a:pt x="4891" y="6782"/>
                    </a:cubicBezTo>
                    <a:cubicBezTo>
                      <a:pt x="4883" y="6780"/>
                      <a:pt x="4874" y="6779"/>
                      <a:pt x="4865" y="6779"/>
                    </a:cubicBezTo>
                    <a:cubicBezTo>
                      <a:pt x="4854" y="6779"/>
                      <a:pt x="4843" y="6781"/>
                      <a:pt x="4832" y="6784"/>
                    </a:cubicBezTo>
                    <a:cubicBezTo>
                      <a:pt x="4832" y="6782"/>
                      <a:pt x="4832" y="6781"/>
                      <a:pt x="4832" y="6779"/>
                    </a:cubicBezTo>
                    <a:cubicBezTo>
                      <a:pt x="4834" y="6778"/>
                      <a:pt x="4836" y="6777"/>
                      <a:pt x="4837" y="6775"/>
                    </a:cubicBezTo>
                    <a:cubicBezTo>
                      <a:pt x="4837" y="6774"/>
                      <a:pt x="4837" y="6774"/>
                      <a:pt x="4837" y="6774"/>
                    </a:cubicBezTo>
                    <a:lnTo>
                      <a:pt x="4857" y="6776"/>
                    </a:lnTo>
                    <a:cubicBezTo>
                      <a:pt x="4861" y="6776"/>
                      <a:pt x="4862" y="6771"/>
                      <a:pt x="4858" y="6770"/>
                    </a:cubicBezTo>
                    <a:cubicBezTo>
                      <a:pt x="4852" y="6767"/>
                      <a:pt x="4845" y="6766"/>
                      <a:pt x="4839" y="6765"/>
                    </a:cubicBezTo>
                    <a:cubicBezTo>
                      <a:pt x="4838" y="6763"/>
                      <a:pt x="4838" y="6760"/>
                      <a:pt x="4837" y="6758"/>
                    </a:cubicBezTo>
                    <a:cubicBezTo>
                      <a:pt x="4835" y="6756"/>
                      <a:pt x="4833" y="6754"/>
                      <a:pt x="4831" y="6753"/>
                    </a:cubicBezTo>
                    <a:cubicBezTo>
                      <a:pt x="4828" y="6752"/>
                      <a:pt x="4827" y="6751"/>
                      <a:pt x="4824" y="6751"/>
                    </a:cubicBezTo>
                    <a:cubicBezTo>
                      <a:pt x="4823" y="6751"/>
                      <a:pt x="4821" y="6750"/>
                      <a:pt x="4820" y="6750"/>
                    </a:cubicBezTo>
                    <a:cubicBezTo>
                      <a:pt x="4817" y="6750"/>
                      <a:pt x="4814" y="6750"/>
                      <a:pt x="4812" y="6752"/>
                    </a:cubicBezTo>
                    <a:cubicBezTo>
                      <a:pt x="4809" y="6753"/>
                      <a:pt x="4808" y="6756"/>
                      <a:pt x="4807" y="6758"/>
                    </a:cubicBezTo>
                    <a:cubicBezTo>
                      <a:pt x="4806" y="6760"/>
                      <a:pt x="4805" y="6763"/>
                      <a:pt x="4805" y="6766"/>
                    </a:cubicBezTo>
                    <a:cubicBezTo>
                      <a:pt x="4805" y="6768"/>
                      <a:pt x="4806" y="6771"/>
                      <a:pt x="4807" y="6773"/>
                    </a:cubicBezTo>
                    <a:cubicBezTo>
                      <a:pt x="4808" y="6775"/>
                      <a:pt x="4809" y="6778"/>
                      <a:pt x="4812" y="6779"/>
                    </a:cubicBezTo>
                    <a:cubicBezTo>
                      <a:pt x="4814" y="6780"/>
                      <a:pt x="4815" y="6780"/>
                      <a:pt x="4816" y="6780"/>
                    </a:cubicBezTo>
                    <a:cubicBezTo>
                      <a:pt x="4816" y="6784"/>
                      <a:pt x="4816" y="6788"/>
                      <a:pt x="4816" y="6792"/>
                    </a:cubicBezTo>
                    <a:cubicBezTo>
                      <a:pt x="4815" y="6792"/>
                      <a:pt x="4815" y="6793"/>
                      <a:pt x="4814" y="6793"/>
                    </a:cubicBezTo>
                    <a:cubicBezTo>
                      <a:pt x="4806" y="6798"/>
                      <a:pt x="4799" y="6804"/>
                      <a:pt x="4794" y="6812"/>
                    </a:cubicBezTo>
                    <a:cubicBezTo>
                      <a:pt x="4794" y="6806"/>
                      <a:pt x="4794" y="6800"/>
                      <a:pt x="4794" y="6795"/>
                    </a:cubicBezTo>
                    <a:cubicBezTo>
                      <a:pt x="4794" y="6783"/>
                      <a:pt x="4792" y="6771"/>
                      <a:pt x="4789" y="6760"/>
                    </a:cubicBezTo>
                    <a:cubicBezTo>
                      <a:pt x="4787" y="6755"/>
                      <a:pt x="4780" y="6756"/>
                      <a:pt x="4779" y="6760"/>
                    </a:cubicBezTo>
                    <a:cubicBezTo>
                      <a:pt x="4775" y="6773"/>
                      <a:pt x="4773" y="6786"/>
                      <a:pt x="4773" y="6800"/>
                    </a:cubicBezTo>
                    <a:cubicBezTo>
                      <a:pt x="4773" y="6806"/>
                      <a:pt x="4774" y="6813"/>
                      <a:pt x="4775" y="6819"/>
                    </a:cubicBezTo>
                    <a:cubicBezTo>
                      <a:pt x="4768" y="6816"/>
                      <a:pt x="4762" y="6815"/>
                      <a:pt x="4755" y="6814"/>
                    </a:cubicBezTo>
                    <a:cubicBezTo>
                      <a:pt x="4754" y="6810"/>
                      <a:pt x="4752" y="6805"/>
                      <a:pt x="4751" y="6800"/>
                    </a:cubicBezTo>
                    <a:cubicBezTo>
                      <a:pt x="4747" y="6788"/>
                      <a:pt x="4748" y="6775"/>
                      <a:pt x="4745" y="6763"/>
                    </a:cubicBezTo>
                    <a:cubicBezTo>
                      <a:pt x="4743" y="6758"/>
                      <a:pt x="4736" y="6760"/>
                      <a:pt x="4735" y="6763"/>
                    </a:cubicBezTo>
                    <a:cubicBezTo>
                      <a:pt x="4732" y="6772"/>
                      <a:pt x="4731" y="6780"/>
                      <a:pt x="4731" y="6789"/>
                    </a:cubicBezTo>
                    <a:cubicBezTo>
                      <a:pt x="4731" y="6798"/>
                      <a:pt x="4732" y="6806"/>
                      <a:pt x="4735" y="6815"/>
                    </a:cubicBezTo>
                    <a:cubicBezTo>
                      <a:pt x="4729" y="6815"/>
                      <a:pt x="4724" y="6817"/>
                      <a:pt x="4719" y="6818"/>
                    </a:cubicBezTo>
                    <a:cubicBezTo>
                      <a:pt x="4719" y="6812"/>
                      <a:pt x="4719" y="6807"/>
                      <a:pt x="4719" y="6802"/>
                    </a:cubicBezTo>
                    <a:cubicBezTo>
                      <a:pt x="4719" y="6786"/>
                      <a:pt x="4717" y="6770"/>
                      <a:pt x="4716" y="6754"/>
                    </a:cubicBezTo>
                    <a:cubicBezTo>
                      <a:pt x="4716" y="6748"/>
                      <a:pt x="4706" y="6747"/>
                      <a:pt x="4705" y="6754"/>
                    </a:cubicBezTo>
                    <a:cubicBezTo>
                      <a:pt x="4704" y="6768"/>
                      <a:pt x="4702" y="6782"/>
                      <a:pt x="4702" y="6797"/>
                    </a:cubicBezTo>
                    <a:cubicBezTo>
                      <a:pt x="4701" y="6801"/>
                      <a:pt x="4701" y="6805"/>
                      <a:pt x="4701" y="6809"/>
                    </a:cubicBezTo>
                    <a:cubicBezTo>
                      <a:pt x="4701" y="6814"/>
                      <a:pt x="4701" y="6818"/>
                      <a:pt x="4702" y="6822"/>
                    </a:cubicBezTo>
                    <a:lnTo>
                      <a:pt x="4682" y="6826"/>
                    </a:lnTo>
                    <a:cubicBezTo>
                      <a:pt x="4682" y="6824"/>
                      <a:pt x="4681" y="6821"/>
                      <a:pt x="4680" y="6819"/>
                    </a:cubicBezTo>
                    <a:cubicBezTo>
                      <a:pt x="4679" y="6813"/>
                      <a:pt x="4679" y="6806"/>
                      <a:pt x="4679" y="6800"/>
                    </a:cubicBezTo>
                    <a:cubicBezTo>
                      <a:pt x="4679" y="6790"/>
                      <a:pt x="4680" y="6779"/>
                      <a:pt x="4683" y="6769"/>
                    </a:cubicBezTo>
                    <a:cubicBezTo>
                      <a:pt x="4684" y="6764"/>
                      <a:pt x="4676" y="6760"/>
                      <a:pt x="4673" y="6765"/>
                    </a:cubicBezTo>
                    <a:cubicBezTo>
                      <a:pt x="4672" y="6766"/>
                      <a:pt x="4672" y="6768"/>
                      <a:pt x="4671" y="6769"/>
                    </a:cubicBezTo>
                    <a:cubicBezTo>
                      <a:pt x="4664" y="6781"/>
                      <a:pt x="4660" y="6794"/>
                      <a:pt x="4659" y="6808"/>
                    </a:cubicBezTo>
                    <a:cubicBezTo>
                      <a:pt x="4659" y="6810"/>
                      <a:pt x="4659" y="6812"/>
                      <a:pt x="4659" y="6813"/>
                    </a:cubicBezTo>
                    <a:cubicBezTo>
                      <a:pt x="4659" y="6819"/>
                      <a:pt x="4660" y="6824"/>
                      <a:pt x="4661" y="6829"/>
                    </a:cubicBezTo>
                    <a:lnTo>
                      <a:pt x="4643" y="6832"/>
                    </a:lnTo>
                    <a:cubicBezTo>
                      <a:pt x="4644" y="6798"/>
                      <a:pt x="4647" y="6765"/>
                      <a:pt x="4648" y="6731"/>
                    </a:cubicBezTo>
                    <a:cubicBezTo>
                      <a:pt x="4646" y="6725"/>
                      <a:pt x="4638" y="6723"/>
                      <a:pt x="4637" y="6729"/>
                    </a:cubicBezTo>
                    <a:lnTo>
                      <a:pt x="4637" y="6728"/>
                    </a:lnTo>
                    <a:moveTo>
                      <a:pt x="4680" y="6476"/>
                    </a:moveTo>
                    <a:cubicBezTo>
                      <a:pt x="4691" y="6444"/>
                      <a:pt x="4696" y="6396"/>
                      <a:pt x="4717" y="6366"/>
                    </a:cubicBezTo>
                    <a:cubicBezTo>
                      <a:pt x="4742" y="6390"/>
                      <a:pt x="4767" y="6414"/>
                      <a:pt x="4794" y="6435"/>
                    </a:cubicBezTo>
                    <a:cubicBezTo>
                      <a:pt x="4837" y="6468"/>
                      <a:pt x="4873" y="6511"/>
                      <a:pt x="4915" y="6544"/>
                    </a:cubicBezTo>
                    <a:cubicBezTo>
                      <a:pt x="4948" y="6569"/>
                      <a:pt x="4980" y="6614"/>
                      <a:pt x="5019" y="6627"/>
                    </a:cubicBezTo>
                    <a:lnTo>
                      <a:pt x="5020" y="6627"/>
                    </a:lnTo>
                    <a:cubicBezTo>
                      <a:pt x="5003" y="6661"/>
                      <a:pt x="4993" y="6698"/>
                      <a:pt x="4991" y="6737"/>
                    </a:cubicBezTo>
                    <a:cubicBezTo>
                      <a:pt x="4961" y="6728"/>
                      <a:pt x="4933" y="6708"/>
                      <a:pt x="4904" y="6700"/>
                    </a:cubicBezTo>
                    <a:cubicBezTo>
                      <a:pt x="4874" y="6691"/>
                      <a:pt x="4845" y="6680"/>
                      <a:pt x="4814" y="6671"/>
                    </a:cubicBezTo>
                    <a:cubicBezTo>
                      <a:pt x="4760" y="6656"/>
                      <a:pt x="4712" y="6622"/>
                      <a:pt x="4661" y="6598"/>
                    </a:cubicBezTo>
                    <a:cubicBezTo>
                      <a:pt x="4661" y="6597"/>
                      <a:pt x="4661" y="6597"/>
                      <a:pt x="4661" y="6596"/>
                    </a:cubicBezTo>
                    <a:cubicBezTo>
                      <a:pt x="4661" y="6595"/>
                      <a:pt x="4661" y="6594"/>
                      <a:pt x="4661" y="6593"/>
                    </a:cubicBezTo>
                    <a:cubicBezTo>
                      <a:pt x="4661" y="6553"/>
                      <a:pt x="4668" y="6514"/>
                      <a:pt x="4680" y="6476"/>
                    </a:cubicBezTo>
                    <a:moveTo>
                      <a:pt x="5111" y="7787"/>
                    </a:moveTo>
                    <a:cubicBezTo>
                      <a:pt x="5098" y="7790"/>
                      <a:pt x="5084" y="7793"/>
                      <a:pt x="5070" y="7796"/>
                    </a:cubicBezTo>
                    <a:cubicBezTo>
                      <a:pt x="5053" y="7799"/>
                      <a:pt x="5038" y="7806"/>
                      <a:pt x="5021" y="7810"/>
                    </a:cubicBezTo>
                    <a:cubicBezTo>
                      <a:pt x="5036" y="7774"/>
                      <a:pt x="5049" y="7737"/>
                      <a:pt x="5065" y="7702"/>
                    </a:cubicBezTo>
                    <a:cubicBezTo>
                      <a:pt x="5087" y="7658"/>
                      <a:pt x="5103" y="7607"/>
                      <a:pt x="5121" y="7561"/>
                    </a:cubicBezTo>
                    <a:cubicBezTo>
                      <a:pt x="5142" y="7507"/>
                      <a:pt x="5168" y="7454"/>
                      <a:pt x="5186" y="7399"/>
                    </a:cubicBezTo>
                    <a:cubicBezTo>
                      <a:pt x="5201" y="7356"/>
                      <a:pt x="5229" y="7315"/>
                      <a:pt x="5239" y="7270"/>
                    </a:cubicBezTo>
                    <a:cubicBezTo>
                      <a:pt x="5240" y="7269"/>
                      <a:pt x="5240" y="7269"/>
                      <a:pt x="5240" y="7268"/>
                    </a:cubicBezTo>
                    <a:cubicBezTo>
                      <a:pt x="5240" y="7267"/>
                      <a:pt x="5240" y="7266"/>
                      <a:pt x="5239" y="7266"/>
                    </a:cubicBezTo>
                    <a:lnTo>
                      <a:pt x="5256" y="7269"/>
                    </a:lnTo>
                    <a:cubicBezTo>
                      <a:pt x="5237" y="7298"/>
                      <a:pt x="5234" y="7341"/>
                      <a:pt x="5224" y="7374"/>
                    </a:cubicBezTo>
                    <a:cubicBezTo>
                      <a:pt x="5211" y="7423"/>
                      <a:pt x="5205" y="7472"/>
                      <a:pt x="5192" y="7521"/>
                    </a:cubicBezTo>
                    <a:cubicBezTo>
                      <a:pt x="5179" y="7569"/>
                      <a:pt x="5162" y="7619"/>
                      <a:pt x="5147" y="7669"/>
                    </a:cubicBezTo>
                    <a:cubicBezTo>
                      <a:pt x="5138" y="7706"/>
                      <a:pt x="5126" y="7742"/>
                      <a:pt x="5112" y="7778"/>
                    </a:cubicBezTo>
                    <a:cubicBezTo>
                      <a:pt x="5111" y="7779"/>
                      <a:pt x="5110" y="7781"/>
                      <a:pt x="5110" y="7783"/>
                    </a:cubicBezTo>
                    <a:cubicBezTo>
                      <a:pt x="5110" y="7785"/>
                      <a:pt x="5111" y="7786"/>
                      <a:pt x="5111" y="7787"/>
                    </a:cubicBezTo>
                    <a:moveTo>
                      <a:pt x="5203" y="7228"/>
                    </a:moveTo>
                    <a:cubicBezTo>
                      <a:pt x="5203" y="7228"/>
                      <a:pt x="5203" y="7227"/>
                      <a:pt x="5203" y="7226"/>
                    </a:cubicBezTo>
                    <a:cubicBezTo>
                      <a:pt x="5203" y="7226"/>
                      <a:pt x="5203" y="7225"/>
                      <a:pt x="5203" y="7224"/>
                    </a:cubicBezTo>
                    <a:lnTo>
                      <a:pt x="5203" y="7223"/>
                    </a:lnTo>
                    <a:cubicBezTo>
                      <a:pt x="5218" y="7221"/>
                      <a:pt x="5233" y="7218"/>
                      <a:pt x="5251" y="7217"/>
                    </a:cubicBezTo>
                    <a:cubicBezTo>
                      <a:pt x="5285" y="7215"/>
                      <a:pt x="5325" y="7180"/>
                      <a:pt x="5344" y="7156"/>
                    </a:cubicBezTo>
                    <a:cubicBezTo>
                      <a:pt x="5373" y="7119"/>
                      <a:pt x="5373" y="7071"/>
                      <a:pt x="5365" y="7028"/>
                    </a:cubicBezTo>
                    <a:cubicBezTo>
                      <a:pt x="5356" y="6977"/>
                      <a:pt x="5359" y="6925"/>
                      <a:pt x="5348" y="6874"/>
                    </a:cubicBezTo>
                    <a:cubicBezTo>
                      <a:pt x="5340" y="6833"/>
                      <a:pt x="5312" y="6776"/>
                      <a:pt x="5275" y="6754"/>
                    </a:cubicBezTo>
                    <a:cubicBezTo>
                      <a:pt x="5238" y="6732"/>
                      <a:pt x="5196" y="6684"/>
                      <a:pt x="5149" y="6692"/>
                    </a:cubicBezTo>
                    <a:cubicBezTo>
                      <a:pt x="5126" y="6694"/>
                      <a:pt x="5105" y="6701"/>
                      <a:pt x="5085" y="6712"/>
                    </a:cubicBezTo>
                    <a:cubicBezTo>
                      <a:pt x="5075" y="6718"/>
                      <a:pt x="5065" y="6725"/>
                      <a:pt x="5057" y="6733"/>
                    </a:cubicBezTo>
                    <a:lnTo>
                      <a:pt x="5051" y="6733"/>
                    </a:lnTo>
                    <a:cubicBezTo>
                      <a:pt x="5045" y="6735"/>
                      <a:pt x="5040" y="6738"/>
                      <a:pt x="5034" y="6741"/>
                    </a:cubicBezTo>
                    <a:cubicBezTo>
                      <a:pt x="5028" y="6744"/>
                      <a:pt x="5023" y="6748"/>
                      <a:pt x="5018" y="6753"/>
                    </a:cubicBezTo>
                    <a:cubicBezTo>
                      <a:pt x="5018" y="6751"/>
                      <a:pt x="5018" y="6750"/>
                      <a:pt x="5018" y="6748"/>
                    </a:cubicBezTo>
                    <a:cubicBezTo>
                      <a:pt x="5018" y="6707"/>
                      <a:pt x="5029" y="6666"/>
                      <a:pt x="5049" y="6631"/>
                    </a:cubicBezTo>
                    <a:cubicBezTo>
                      <a:pt x="5057" y="6617"/>
                      <a:pt x="5067" y="6604"/>
                      <a:pt x="5077" y="6592"/>
                    </a:cubicBezTo>
                    <a:cubicBezTo>
                      <a:pt x="5125" y="6543"/>
                      <a:pt x="5233" y="6550"/>
                      <a:pt x="5289" y="6582"/>
                    </a:cubicBezTo>
                    <a:cubicBezTo>
                      <a:pt x="5290" y="6583"/>
                      <a:pt x="5291" y="6583"/>
                      <a:pt x="5291" y="6584"/>
                    </a:cubicBezTo>
                    <a:cubicBezTo>
                      <a:pt x="5343" y="6614"/>
                      <a:pt x="5387" y="6656"/>
                      <a:pt x="5418" y="6707"/>
                    </a:cubicBezTo>
                    <a:cubicBezTo>
                      <a:pt x="5447" y="6755"/>
                      <a:pt x="5465" y="6810"/>
                      <a:pt x="5491" y="6861"/>
                    </a:cubicBezTo>
                    <a:cubicBezTo>
                      <a:pt x="5516" y="6911"/>
                      <a:pt x="5512" y="6979"/>
                      <a:pt x="5512" y="7034"/>
                    </a:cubicBezTo>
                    <a:cubicBezTo>
                      <a:pt x="5509" y="7083"/>
                      <a:pt x="5495" y="7132"/>
                      <a:pt x="5471" y="7174"/>
                    </a:cubicBezTo>
                    <a:cubicBezTo>
                      <a:pt x="5461" y="7191"/>
                      <a:pt x="5450" y="7207"/>
                      <a:pt x="5437" y="7221"/>
                    </a:cubicBezTo>
                    <a:cubicBezTo>
                      <a:pt x="5401" y="7267"/>
                      <a:pt x="5315" y="7253"/>
                      <a:pt x="5266" y="7247"/>
                    </a:cubicBezTo>
                    <a:cubicBezTo>
                      <a:pt x="5244" y="7245"/>
                      <a:pt x="5222" y="7239"/>
                      <a:pt x="5202" y="7228"/>
                    </a:cubicBezTo>
                    <a:lnTo>
                      <a:pt x="5203" y="7228"/>
                    </a:lnTo>
                    <a:moveTo>
                      <a:pt x="5097" y="7282"/>
                    </a:moveTo>
                    <a:cubicBezTo>
                      <a:pt x="5070" y="7325"/>
                      <a:pt x="5041" y="7368"/>
                      <a:pt x="5018" y="7413"/>
                    </a:cubicBezTo>
                    <a:cubicBezTo>
                      <a:pt x="4995" y="7458"/>
                      <a:pt x="4969" y="7504"/>
                      <a:pt x="4949" y="7552"/>
                    </a:cubicBezTo>
                    <a:cubicBezTo>
                      <a:pt x="4922" y="7528"/>
                      <a:pt x="4900" y="7500"/>
                      <a:pt x="4882" y="7469"/>
                    </a:cubicBezTo>
                    <a:cubicBezTo>
                      <a:pt x="4878" y="7462"/>
                      <a:pt x="4874" y="7454"/>
                      <a:pt x="4870" y="7447"/>
                    </a:cubicBezTo>
                    <a:cubicBezTo>
                      <a:pt x="4852" y="7413"/>
                      <a:pt x="4820" y="7380"/>
                      <a:pt x="4819" y="7340"/>
                    </a:cubicBezTo>
                    <a:cubicBezTo>
                      <a:pt x="4818" y="7323"/>
                      <a:pt x="4816" y="7306"/>
                      <a:pt x="4812" y="7289"/>
                    </a:cubicBezTo>
                    <a:cubicBezTo>
                      <a:pt x="4845" y="7283"/>
                      <a:pt x="4876" y="7272"/>
                      <a:pt x="4906" y="7258"/>
                    </a:cubicBezTo>
                    <a:cubicBezTo>
                      <a:pt x="4914" y="7251"/>
                      <a:pt x="4922" y="7244"/>
                      <a:pt x="4927" y="7234"/>
                    </a:cubicBezTo>
                    <a:cubicBezTo>
                      <a:pt x="4931" y="7227"/>
                      <a:pt x="4934" y="7219"/>
                      <a:pt x="4936" y="7210"/>
                    </a:cubicBezTo>
                    <a:cubicBezTo>
                      <a:pt x="4960" y="7206"/>
                      <a:pt x="4995" y="7214"/>
                      <a:pt x="5014" y="7199"/>
                    </a:cubicBezTo>
                    <a:cubicBezTo>
                      <a:pt x="5025" y="7191"/>
                      <a:pt x="5035" y="7182"/>
                      <a:pt x="5044" y="7171"/>
                    </a:cubicBezTo>
                    <a:cubicBezTo>
                      <a:pt x="5045" y="7171"/>
                      <a:pt x="5045" y="7171"/>
                      <a:pt x="5046" y="7171"/>
                    </a:cubicBezTo>
                    <a:cubicBezTo>
                      <a:pt x="5046" y="7171"/>
                      <a:pt x="5047" y="7171"/>
                      <a:pt x="5048" y="7171"/>
                    </a:cubicBezTo>
                    <a:cubicBezTo>
                      <a:pt x="5068" y="7168"/>
                      <a:pt x="5087" y="7161"/>
                      <a:pt x="5105" y="7151"/>
                    </a:cubicBezTo>
                    <a:cubicBezTo>
                      <a:pt x="5106" y="7150"/>
                      <a:pt x="5108" y="7149"/>
                      <a:pt x="5109" y="7148"/>
                    </a:cubicBezTo>
                    <a:cubicBezTo>
                      <a:pt x="5110" y="7160"/>
                      <a:pt x="5113" y="7171"/>
                      <a:pt x="5120" y="7182"/>
                    </a:cubicBezTo>
                    <a:cubicBezTo>
                      <a:pt x="5125" y="7191"/>
                      <a:pt x="5133" y="7200"/>
                      <a:pt x="5142" y="7207"/>
                    </a:cubicBezTo>
                    <a:cubicBezTo>
                      <a:pt x="5120" y="7225"/>
                      <a:pt x="5111" y="7258"/>
                      <a:pt x="5096" y="7282"/>
                    </a:cubicBezTo>
                    <a:lnTo>
                      <a:pt x="5097" y="7282"/>
                    </a:lnTo>
                    <a:moveTo>
                      <a:pt x="5105" y="7320"/>
                    </a:moveTo>
                    <a:lnTo>
                      <a:pt x="5105" y="7320"/>
                    </a:lnTo>
                    <a:moveTo>
                      <a:pt x="5126" y="6901"/>
                    </a:moveTo>
                    <a:cubicBezTo>
                      <a:pt x="5123" y="6894"/>
                      <a:pt x="5119" y="6887"/>
                      <a:pt x="5115" y="6880"/>
                    </a:cubicBezTo>
                    <a:cubicBezTo>
                      <a:pt x="5107" y="6866"/>
                      <a:pt x="5097" y="6852"/>
                      <a:pt x="5087" y="6839"/>
                    </a:cubicBezTo>
                    <a:cubicBezTo>
                      <a:pt x="5072" y="6821"/>
                      <a:pt x="5066" y="6798"/>
                      <a:pt x="5049" y="6780"/>
                    </a:cubicBezTo>
                    <a:cubicBezTo>
                      <a:pt x="5048" y="6780"/>
                      <a:pt x="5047" y="6779"/>
                      <a:pt x="5046" y="6778"/>
                    </a:cubicBezTo>
                    <a:cubicBezTo>
                      <a:pt x="5037" y="6773"/>
                      <a:pt x="5027" y="6771"/>
                      <a:pt x="5017" y="6771"/>
                    </a:cubicBezTo>
                    <a:cubicBezTo>
                      <a:pt x="5013" y="6771"/>
                      <a:pt x="5010" y="6771"/>
                      <a:pt x="5006" y="6772"/>
                    </a:cubicBezTo>
                    <a:cubicBezTo>
                      <a:pt x="5006" y="6771"/>
                      <a:pt x="5006" y="6771"/>
                      <a:pt x="5006" y="6770"/>
                    </a:cubicBezTo>
                    <a:lnTo>
                      <a:pt x="5006" y="6769"/>
                    </a:lnTo>
                    <a:cubicBezTo>
                      <a:pt x="5008" y="6769"/>
                      <a:pt x="5009" y="6769"/>
                      <a:pt x="5011" y="6768"/>
                    </a:cubicBezTo>
                    <a:cubicBezTo>
                      <a:pt x="5043" y="6780"/>
                      <a:pt x="5091" y="6722"/>
                      <a:pt x="5118" y="6768"/>
                    </a:cubicBezTo>
                    <a:cubicBezTo>
                      <a:pt x="5118" y="6769"/>
                      <a:pt x="5119" y="6771"/>
                      <a:pt x="5119" y="6772"/>
                    </a:cubicBezTo>
                    <a:cubicBezTo>
                      <a:pt x="5123" y="6777"/>
                      <a:pt x="5127" y="6782"/>
                      <a:pt x="5133" y="6785"/>
                    </a:cubicBezTo>
                    <a:cubicBezTo>
                      <a:pt x="5135" y="6786"/>
                      <a:pt x="5137" y="6787"/>
                      <a:pt x="5139" y="6788"/>
                    </a:cubicBezTo>
                    <a:cubicBezTo>
                      <a:pt x="5158" y="6792"/>
                      <a:pt x="5190" y="6825"/>
                      <a:pt x="5200" y="6840"/>
                    </a:cubicBezTo>
                    <a:cubicBezTo>
                      <a:pt x="5201" y="6842"/>
                      <a:pt x="5202" y="6844"/>
                      <a:pt x="5203" y="6845"/>
                    </a:cubicBezTo>
                    <a:cubicBezTo>
                      <a:pt x="5237" y="6905"/>
                      <a:pt x="5255" y="6972"/>
                      <a:pt x="5257" y="7040"/>
                    </a:cubicBezTo>
                    <a:cubicBezTo>
                      <a:pt x="5260" y="7103"/>
                      <a:pt x="5199" y="7106"/>
                      <a:pt x="5148" y="7109"/>
                    </a:cubicBezTo>
                    <a:cubicBezTo>
                      <a:pt x="5150" y="7106"/>
                      <a:pt x="5151" y="7104"/>
                      <a:pt x="5152" y="7102"/>
                    </a:cubicBezTo>
                    <a:cubicBezTo>
                      <a:pt x="5181" y="7047"/>
                      <a:pt x="5147" y="6953"/>
                      <a:pt x="5125" y="6901"/>
                    </a:cubicBezTo>
                    <a:lnTo>
                      <a:pt x="5126" y="6901"/>
                    </a:lnTo>
                    <a:moveTo>
                      <a:pt x="5019" y="6792"/>
                    </a:moveTo>
                    <a:cubicBezTo>
                      <a:pt x="5045" y="6792"/>
                      <a:pt x="5067" y="6859"/>
                      <a:pt x="5081" y="6877"/>
                    </a:cubicBezTo>
                    <a:cubicBezTo>
                      <a:pt x="5088" y="6885"/>
                      <a:pt x="5094" y="6894"/>
                      <a:pt x="5100" y="6904"/>
                    </a:cubicBezTo>
                    <a:cubicBezTo>
                      <a:pt x="5117" y="6935"/>
                      <a:pt x="5128" y="6968"/>
                      <a:pt x="5132" y="7004"/>
                    </a:cubicBezTo>
                    <a:cubicBezTo>
                      <a:pt x="5140" y="7050"/>
                      <a:pt x="5134" y="7088"/>
                      <a:pt x="5109" y="7113"/>
                    </a:cubicBezTo>
                    <a:cubicBezTo>
                      <a:pt x="5108" y="7113"/>
                      <a:pt x="5108" y="7114"/>
                      <a:pt x="5107" y="7114"/>
                    </a:cubicBezTo>
                    <a:cubicBezTo>
                      <a:pt x="5105" y="7115"/>
                      <a:pt x="5103" y="7116"/>
                      <a:pt x="5103" y="7117"/>
                    </a:cubicBezTo>
                    <a:cubicBezTo>
                      <a:pt x="5102" y="7118"/>
                      <a:pt x="5103" y="7119"/>
                      <a:pt x="5103" y="7119"/>
                    </a:cubicBezTo>
                    <a:cubicBezTo>
                      <a:pt x="5098" y="7123"/>
                      <a:pt x="5093" y="7126"/>
                      <a:pt x="5088" y="7129"/>
                    </a:cubicBezTo>
                    <a:cubicBezTo>
                      <a:pt x="5080" y="7134"/>
                      <a:pt x="5071" y="7138"/>
                      <a:pt x="5061" y="7140"/>
                    </a:cubicBezTo>
                    <a:cubicBezTo>
                      <a:pt x="5062" y="7138"/>
                      <a:pt x="5063" y="7136"/>
                      <a:pt x="5063" y="7133"/>
                    </a:cubicBezTo>
                    <a:cubicBezTo>
                      <a:pt x="5065" y="7123"/>
                      <a:pt x="5066" y="7112"/>
                      <a:pt x="5066" y="7101"/>
                    </a:cubicBezTo>
                    <a:cubicBezTo>
                      <a:pt x="5066" y="7078"/>
                      <a:pt x="5062" y="7055"/>
                      <a:pt x="5055" y="7034"/>
                    </a:cubicBezTo>
                    <a:cubicBezTo>
                      <a:pt x="5045" y="6997"/>
                      <a:pt x="5046" y="6961"/>
                      <a:pt x="5035" y="6925"/>
                    </a:cubicBezTo>
                    <a:cubicBezTo>
                      <a:pt x="5030" y="6910"/>
                      <a:pt x="5024" y="6896"/>
                      <a:pt x="5016" y="6883"/>
                    </a:cubicBezTo>
                    <a:cubicBezTo>
                      <a:pt x="4996" y="6848"/>
                      <a:pt x="4968" y="6820"/>
                      <a:pt x="4934" y="6800"/>
                    </a:cubicBezTo>
                    <a:cubicBezTo>
                      <a:pt x="4932" y="6799"/>
                      <a:pt x="4931" y="6799"/>
                      <a:pt x="4930" y="6798"/>
                    </a:cubicBezTo>
                    <a:cubicBezTo>
                      <a:pt x="4951" y="6794"/>
                      <a:pt x="4973" y="6791"/>
                      <a:pt x="4995" y="6791"/>
                    </a:cubicBezTo>
                    <a:cubicBezTo>
                      <a:pt x="5003" y="6791"/>
                      <a:pt x="5010" y="6792"/>
                      <a:pt x="5018" y="6792"/>
                    </a:cubicBezTo>
                    <a:lnTo>
                      <a:pt x="5019" y="6792"/>
                    </a:lnTo>
                    <a:moveTo>
                      <a:pt x="4958" y="6847"/>
                    </a:moveTo>
                    <a:cubicBezTo>
                      <a:pt x="4973" y="6860"/>
                      <a:pt x="4985" y="6876"/>
                      <a:pt x="4995" y="6893"/>
                    </a:cubicBezTo>
                    <a:cubicBezTo>
                      <a:pt x="5010" y="6918"/>
                      <a:pt x="5018" y="6947"/>
                      <a:pt x="5020" y="6976"/>
                    </a:cubicBezTo>
                    <a:cubicBezTo>
                      <a:pt x="5021" y="7019"/>
                      <a:pt x="5039" y="7057"/>
                      <a:pt x="5042" y="7099"/>
                    </a:cubicBezTo>
                    <a:cubicBezTo>
                      <a:pt x="5048" y="7171"/>
                      <a:pt x="4985" y="7170"/>
                      <a:pt x="4937" y="7184"/>
                    </a:cubicBezTo>
                    <a:cubicBezTo>
                      <a:pt x="4935" y="7172"/>
                      <a:pt x="4932" y="7161"/>
                      <a:pt x="4930" y="7151"/>
                    </a:cubicBezTo>
                    <a:cubicBezTo>
                      <a:pt x="4924" y="7122"/>
                      <a:pt x="4925" y="7090"/>
                      <a:pt x="4922" y="7060"/>
                    </a:cubicBezTo>
                    <a:cubicBezTo>
                      <a:pt x="4917" y="7021"/>
                      <a:pt x="4894" y="6979"/>
                      <a:pt x="4878" y="6944"/>
                    </a:cubicBezTo>
                    <a:cubicBezTo>
                      <a:pt x="4860" y="6902"/>
                      <a:pt x="4827" y="6873"/>
                      <a:pt x="4798" y="6839"/>
                    </a:cubicBezTo>
                    <a:cubicBezTo>
                      <a:pt x="4799" y="6839"/>
                      <a:pt x="4799" y="6839"/>
                      <a:pt x="4799" y="6839"/>
                    </a:cubicBezTo>
                    <a:cubicBezTo>
                      <a:pt x="4800" y="6838"/>
                      <a:pt x="4801" y="6837"/>
                      <a:pt x="4802" y="6836"/>
                    </a:cubicBezTo>
                    <a:cubicBezTo>
                      <a:pt x="4802" y="6835"/>
                      <a:pt x="4803" y="6835"/>
                      <a:pt x="4803" y="6834"/>
                    </a:cubicBezTo>
                    <a:cubicBezTo>
                      <a:pt x="4804" y="6831"/>
                      <a:pt x="4805" y="6827"/>
                      <a:pt x="4807" y="6824"/>
                    </a:cubicBezTo>
                    <a:cubicBezTo>
                      <a:pt x="4811" y="6817"/>
                      <a:pt x="4817" y="6811"/>
                      <a:pt x="4824" y="6807"/>
                    </a:cubicBezTo>
                    <a:lnTo>
                      <a:pt x="4825" y="6807"/>
                    </a:lnTo>
                    <a:cubicBezTo>
                      <a:pt x="4827" y="6807"/>
                      <a:pt x="4828" y="6806"/>
                      <a:pt x="4830" y="6805"/>
                    </a:cubicBezTo>
                    <a:cubicBezTo>
                      <a:pt x="4831" y="6805"/>
                      <a:pt x="4832" y="6804"/>
                      <a:pt x="4833" y="6802"/>
                    </a:cubicBezTo>
                    <a:cubicBezTo>
                      <a:pt x="4872" y="6788"/>
                      <a:pt x="4934" y="6824"/>
                      <a:pt x="4957" y="6847"/>
                    </a:cubicBezTo>
                    <a:lnTo>
                      <a:pt x="4958" y="6847"/>
                    </a:lnTo>
                    <a:moveTo>
                      <a:pt x="5135" y="7139"/>
                    </a:moveTo>
                    <a:cubicBezTo>
                      <a:pt x="5141" y="7140"/>
                      <a:pt x="5147" y="7140"/>
                      <a:pt x="5154" y="7140"/>
                    </a:cubicBezTo>
                    <a:cubicBezTo>
                      <a:pt x="5185" y="7140"/>
                      <a:pt x="5215" y="7132"/>
                      <a:pt x="5242" y="7117"/>
                    </a:cubicBezTo>
                    <a:cubicBezTo>
                      <a:pt x="5252" y="7111"/>
                      <a:pt x="5261" y="7104"/>
                      <a:pt x="5270" y="7097"/>
                    </a:cubicBezTo>
                    <a:cubicBezTo>
                      <a:pt x="5290" y="7080"/>
                      <a:pt x="5285" y="7051"/>
                      <a:pt x="5283" y="7029"/>
                    </a:cubicBezTo>
                    <a:cubicBezTo>
                      <a:pt x="5282" y="6994"/>
                      <a:pt x="5275" y="6959"/>
                      <a:pt x="5264" y="6925"/>
                    </a:cubicBezTo>
                    <a:cubicBezTo>
                      <a:pt x="5253" y="6890"/>
                      <a:pt x="5238" y="6841"/>
                      <a:pt x="5211" y="6813"/>
                    </a:cubicBezTo>
                    <a:cubicBezTo>
                      <a:pt x="5199" y="6800"/>
                      <a:pt x="5182" y="6792"/>
                      <a:pt x="5170" y="6778"/>
                    </a:cubicBezTo>
                    <a:cubicBezTo>
                      <a:pt x="5163" y="6770"/>
                      <a:pt x="5141" y="6763"/>
                      <a:pt x="5136" y="6757"/>
                    </a:cubicBezTo>
                    <a:cubicBezTo>
                      <a:pt x="5136" y="6756"/>
                      <a:pt x="5136" y="6755"/>
                      <a:pt x="5135" y="6754"/>
                    </a:cubicBezTo>
                    <a:cubicBezTo>
                      <a:pt x="5131" y="6747"/>
                      <a:pt x="5125" y="6741"/>
                      <a:pt x="5118" y="6737"/>
                    </a:cubicBezTo>
                    <a:cubicBezTo>
                      <a:pt x="5111" y="6733"/>
                      <a:pt x="5103" y="6731"/>
                      <a:pt x="5095" y="6731"/>
                    </a:cubicBezTo>
                    <a:cubicBezTo>
                      <a:pt x="5094" y="6731"/>
                      <a:pt x="5093" y="6731"/>
                      <a:pt x="5091" y="6731"/>
                    </a:cubicBezTo>
                    <a:lnTo>
                      <a:pt x="5080" y="6731"/>
                    </a:lnTo>
                    <a:cubicBezTo>
                      <a:pt x="5082" y="6730"/>
                      <a:pt x="5084" y="6728"/>
                      <a:pt x="5087" y="6727"/>
                    </a:cubicBezTo>
                    <a:cubicBezTo>
                      <a:pt x="5093" y="6723"/>
                      <a:pt x="5101" y="6721"/>
                      <a:pt x="5108" y="6719"/>
                    </a:cubicBezTo>
                    <a:cubicBezTo>
                      <a:pt x="5119" y="6716"/>
                      <a:pt x="5129" y="6715"/>
                      <a:pt x="5140" y="6715"/>
                    </a:cubicBezTo>
                    <a:cubicBezTo>
                      <a:pt x="5161" y="6715"/>
                      <a:pt x="5183" y="6720"/>
                      <a:pt x="5201" y="6731"/>
                    </a:cubicBezTo>
                    <a:cubicBezTo>
                      <a:pt x="5205" y="6733"/>
                      <a:pt x="5209" y="6736"/>
                      <a:pt x="5213" y="6738"/>
                    </a:cubicBezTo>
                    <a:cubicBezTo>
                      <a:pt x="5237" y="6754"/>
                      <a:pt x="5260" y="6772"/>
                      <a:pt x="5282" y="6791"/>
                    </a:cubicBezTo>
                    <a:cubicBezTo>
                      <a:pt x="5309" y="6819"/>
                      <a:pt x="5324" y="6874"/>
                      <a:pt x="5329" y="6911"/>
                    </a:cubicBezTo>
                    <a:cubicBezTo>
                      <a:pt x="5333" y="6942"/>
                      <a:pt x="5332" y="6972"/>
                      <a:pt x="5337" y="7003"/>
                    </a:cubicBezTo>
                    <a:cubicBezTo>
                      <a:pt x="5341" y="7020"/>
                      <a:pt x="5343" y="7038"/>
                      <a:pt x="5343" y="7055"/>
                    </a:cubicBezTo>
                    <a:cubicBezTo>
                      <a:pt x="5343" y="7077"/>
                      <a:pt x="5340" y="7098"/>
                      <a:pt x="5334" y="7118"/>
                    </a:cubicBezTo>
                    <a:cubicBezTo>
                      <a:pt x="5308" y="7191"/>
                      <a:pt x="5149" y="7238"/>
                      <a:pt x="5134" y="7139"/>
                    </a:cubicBezTo>
                    <a:lnTo>
                      <a:pt x="5135" y="7139"/>
                    </a:lnTo>
                    <a:moveTo>
                      <a:pt x="4806" y="6693"/>
                    </a:moveTo>
                    <a:cubicBezTo>
                      <a:pt x="4833" y="6703"/>
                      <a:pt x="4860" y="6712"/>
                      <a:pt x="4888" y="6720"/>
                    </a:cubicBezTo>
                    <a:cubicBezTo>
                      <a:pt x="4893" y="6721"/>
                      <a:pt x="4898" y="6723"/>
                      <a:pt x="4902" y="6725"/>
                    </a:cubicBezTo>
                    <a:cubicBezTo>
                      <a:pt x="4884" y="6720"/>
                      <a:pt x="4866" y="6716"/>
                      <a:pt x="4849" y="6711"/>
                    </a:cubicBezTo>
                    <a:cubicBezTo>
                      <a:pt x="4831" y="6706"/>
                      <a:pt x="4800" y="6707"/>
                      <a:pt x="4785" y="6696"/>
                    </a:cubicBezTo>
                    <a:cubicBezTo>
                      <a:pt x="4778" y="6690"/>
                      <a:pt x="4767" y="6692"/>
                      <a:pt x="4758" y="6690"/>
                    </a:cubicBezTo>
                    <a:cubicBezTo>
                      <a:pt x="4733" y="6687"/>
                      <a:pt x="4708" y="6681"/>
                      <a:pt x="4684" y="6673"/>
                    </a:cubicBezTo>
                    <a:cubicBezTo>
                      <a:pt x="4659" y="6664"/>
                      <a:pt x="4634" y="6669"/>
                      <a:pt x="4609" y="6661"/>
                    </a:cubicBezTo>
                    <a:cubicBezTo>
                      <a:pt x="4597" y="6657"/>
                      <a:pt x="4585" y="6653"/>
                      <a:pt x="4572" y="6650"/>
                    </a:cubicBezTo>
                    <a:cubicBezTo>
                      <a:pt x="4572" y="6650"/>
                      <a:pt x="4571" y="6649"/>
                      <a:pt x="4570" y="6649"/>
                    </a:cubicBezTo>
                    <a:cubicBezTo>
                      <a:pt x="4565" y="6646"/>
                      <a:pt x="4560" y="6645"/>
                      <a:pt x="4555" y="6645"/>
                    </a:cubicBezTo>
                    <a:cubicBezTo>
                      <a:pt x="4554" y="6645"/>
                      <a:pt x="4553" y="6645"/>
                      <a:pt x="4553" y="6645"/>
                    </a:cubicBezTo>
                    <a:lnTo>
                      <a:pt x="4553" y="6643"/>
                    </a:lnTo>
                    <a:cubicBezTo>
                      <a:pt x="4553" y="6643"/>
                      <a:pt x="4554" y="6643"/>
                      <a:pt x="4555" y="6643"/>
                    </a:cubicBezTo>
                    <a:cubicBezTo>
                      <a:pt x="4555" y="6643"/>
                      <a:pt x="4556" y="6643"/>
                      <a:pt x="4557" y="6643"/>
                    </a:cubicBezTo>
                    <a:cubicBezTo>
                      <a:pt x="4561" y="6641"/>
                      <a:pt x="4565" y="6639"/>
                      <a:pt x="4569" y="6636"/>
                    </a:cubicBezTo>
                    <a:cubicBezTo>
                      <a:pt x="4570" y="6635"/>
                      <a:pt x="4572" y="6634"/>
                      <a:pt x="4574" y="6633"/>
                    </a:cubicBezTo>
                    <a:cubicBezTo>
                      <a:pt x="4584" y="6629"/>
                      <a:pt x="4594" y="6623"/>
                      <a:pt x="4604" y="6618"/>
                    </a:cubicBezTo>
                    <a:cubicBezTo>
                      <a:pt x="4612" y="6614"/>
                      <a:pt x="4620" y="6611"/>
                      <a:pt x="4628" y="6608"/>
                    </a:cubicBezTo>
                    <a:cubicBezTo>
                      <a:pt x="4630" y="6607"/>
                      <a:pt x="4632" y="6606"/>
                      <a:pt x="4634" y="6605"/>
                    </a:cubicBezTo>
                    <a:cubicBezTo>
                      <a:pt x="4635" y="6606"/>
                      <a:pt x="4636" y="6607"/>
                      <a:pt x="4637" y="6608"/>
                    </a:cubicBezTo>
                    <a:cubicBezTo>
                      <a:pt x="4638" y="6608"/>
                      <a:pt x="4638" y="6609"/>
                      <a:pt x="4639" y="6609"/>
                    </a:cubicBezTo>
                    <a:cubicBezTo>
                      <a:pt x="4685" y="6647"/>
                      <a:pt x="4750" y="6670"/>
                      <a:pt x="4805" y="6693"/>
                    </a:cubicBezTo>
                    <a:lnTo>
                      <a:pt x="4806" y="6693"/>
                    </a:lnTo>
                    <a:moveTo>
                      <a:pt x="4554" y="6828"/>
                    </a:moveTo>
                    <a:cubicBezTo>
                      <a:pt x="4554" y="6834"/>
                      <a:pt x="4554" y="6839"/>
                      <a:pt x="4555" y="6845"/>
                    </a:cubicBezTo>
                    <a:cubicBezTo>
                      <a:pt x="4555" y="6846"/>
                      <a:pt x="4556" y="6848"/>
                      <a:pt x="4556" y="6850"/>
                    </a:cubicBezTo>
                    <a:cubicBezTo>
                      <a:pt x="4557" y="6850"/>
                      <a:pt x="4557" y="6850"/>
                      <a:pt x="4557" y="6850"/>
                    </a:cubicBezTo>
                    <a:lnTo>
                      <a:pt x="4554" y="6851"/>
                    </a:lnTo>
                    <a:lnTo>
                      <a:pt x="4551" y="6854"/>
                    </a:lnTo>
                    <a:cubicBezTo>
                      <a:pt x="4552" y="6845"/>
                      <a:pt x="4552" y="6837"/>
                      <a:pt x="4553" y="6828"/>
                    </a:cubicBezTo>
                    <a:lnTo>
                      <a:pt x="4554" y="6828"/>
                    </a:lnTo>
                    <a:moveTo>
                      <a:pt x="4751" y="7309"/>
                    </a:moveTo>
                    <a:cubicBezTo>
                      <a:pt x="4766" y="7303"/>
                      <a:pt x="4782" y="7297"/>
                      <a:pt x="4798" y="7293"/>
                    </a:cubicBezTo>
                    <a:cubicBezTo>
                      <a:pt x="4789" y="7352"/>
                      <a:pt x="4809" y="7400"/>
                      <a:pt x="4840" y="7452"/>
                    </a:cubicBezTo>
                    <a:cubicBezTo>
                      <a:pt x="4855" y="7479"/>
                      <a:pt x="4867" y="7511"/>
                      <a:pt x="4890" y="7532"/>
                    </a:cubicBezTo>
                    <a:cubicBezTo>
                      <a:pt x="4905" y="7546"/>
                      <a:pt x="4918" y="7572"/>
                      <a:pt x="4938" y="7579"/>
                    </a:cubicBezTo>
                    <a:cubicBezTo>
                      <a:pt x="4931" y="7594"/>
                      <a:pt x="4901" y="7649"/>
                      <a:pt x="4884" y="7683"/>
                    </a:cubicBezTo>
                    <a:cubicBezTo>
                      <a:pt x="4877" y="7674"/>
                      <a:pt x="4871" y="7665"/>
                      <a:pt x="4864" y="7656"/>
                    </a:cubicBezTo>
                    <a:cubicBezTo>
                      <a:pt x="4844" y="7630"/>
                      <a:pt x="4825" y="7602"/>
                      <a:pt x="4808" y="7572"/>
                    </a:cubicBezTo>
                    <a:cubicBezTo>
                      <a:pt x="4790" y="7542"/>
                      <a:pt x="4775" y="7510"/>
                      <a:pt x="4762" y="7477"/>
                    </a:cubicBezTo>
                    <a:cubicBezTo>
                      <a:pt x="4748" y="7447"/>
                      <a:pt x="4725" y="7413"/>
                      <a:pt x="4721" y="7379"/>
                    </a:cubicBezTo>
                    <a:cubicBezTo>
                      <a:pt x="4720" y="7370"/>
                      <a:pt x="4717" y="7361"/>
                      <a:pt x="4713" y="7354"/>
                    </a:cubicBezTo>
                    <a:cubicBezTo>
                      <a:pt x="4708" y="7346"/>
                      <a:pt x="4703" y="7340"/>
                      <a:pt x="4696" y="7335"/>
                    </a:cubicBezTo>
                    <a:lnTo>
                      <a:pt x="4699" y="7333"/>
                    </a:lnTo>
                    <a:cubicBezTo>
                      <a:pt x="4714" y="7326"/>
                      <a:pt x="4731" y="7317"/>
                      <a:pt x="4749" y="7309"/>
                    </a:cubicBezTo>
                    <a:lnTo>
                      <a:pt x="4751" y="7309"/>
                    </a:lnTo>
                    <a:moveTo>
                      <a:pt x="4901" y="7688"/>
                    </a:moveTo>
                    <a:lnTo>
                      <a:pt x="4901" y="7689"/>
                    </a:lnTo>
                    <a:cubicBezTo>
                      <a:pt x="4902" y="7692"/>
                      <a:pt x="4904" y="7695"/>
                      <a:pt x="4905" y="7697"/>
                    </a:cubicBezTo>
                    <a:cubicBezTo>
                      <a:pt x="4914" y="7712"/>
                      <a:pt x="4923" y="7726"/>
                      <a:pt x="4934" y="7740"/>
                    </a:cubicBezTo>
                    <a:cubicBezTo>
                      <a:pt x="4942" y="7751"/>
                      <a:pt x="4954" y="7767"/>
                      <a:pt x="4969" y="7767"/>
                    </a:cubicBezTo>
                    <a:cubicBezTo>
                      <a:pt x="4970" y="7767"/>
                      <a:pt x="4972" y="7766"/>
                      <a:pt x="4973" y="7766"/>
                    </a:cubicBezTo>
                    <a:cubicBezTo>
                      <a:pt x="4974" y="7765"/>
                      <a:pt x="4975" y="7763"/>
                      <a:pt x="4976" y="7762"/>
                    </a:cubicBezTo>
                    <a:cubicBezTo>
                      <a:pt x="4977" y="7760"/>
                      <a:pt x="4977" y="7759"/>
                      <a:pt x="4977" y="7758"/>
                    </a:cubicBezTo>
                    <a:lnTo>
                      <a:pt x="4977" y="7757"/>
                    </a:lnTo>
                    <a:cubicBezTo>
                      <a:pt x="4976" y="7737"/>
                      <a:pt x="4960" y="7723"/>
                      <a:pt x="4949" y="7709"/>
                    </a:cubicBezTo>
                    <a:cubicBezTo>
                      <a:pt x="4941" y="7700"/>
                      <a:pt x="4933" y="7692"/>
                      <a:pt x="4925" y="7684"/>
                    </a:cubicBezTo>
                    <a:cubicBezTo>
                      <a:pt x="4920" y="7679"/>
                      <a:pt x="4916" y="7674"/>
                      <a:pt x="4908" y="7675"/>
                    </a:cubicBezTo>
                    <a:lnTo>
                      <a:pt x="4919" y="7658"/>
                    </a:lnTo>
                    <a:cubicBezTo>
                      <a:pt x="4924" y="7665"/>
                      <a:pt x="4929" y="7672"/>
                      <a:pt x="4934" y="7680"/>
                    </a:cubicBezTo>
                    <a:cubicBezTo>
                      <a:pt x="4939" y="7687"/>
                      <a:pt x="4952" y="7699"/>
                      <a:pt x="4964" y="7698"/>
                    </a:cubicBezTo>
                    <a:cubicBezTo>
                      <a:pt x="4965" y="7698"/>
                      <a:pt x="4967" y="7698"/>
                      <a:pt x="4968" y="7697"/>
                    </a:cubicBezTo>
                    <a:cubicBezTo>
                      <a:pt x="4969" y="7696"/>
                      <a:pt x="4970" y="7695"/>
                      <a:pt x="4971" y="7694"/>
                    </a:cubicBezTo>
                    <a:cubicBezTo>
                      <a:pt x="4972" y="7692"/>
                      <a:pt x="4972" y="7690"/>
                      <a:pt x="4972" y="7689"/>
                    </a:cubicBezTo>
                    <a:cubicBezTo>
                      <a:pt x="4972" y="7687"/>
                      <a:pt x="4972" y="7686"/>
                      <a:pt x="4971" y="7685"/>
                    </a:cubicBezTo>
                    <a:lnTo>
                      <a:pt x="4971" y="7684"/>
                    </a:lnTo>
                    <a:cubicBezTo>
                      <a:pt x="4968" y="7681"/>
                      <a:pt x="4965" y="7677"/>
                      <a:pt x="4961" y="7674"/>
                    </a:cubicBezTo>
                    <a:cubicBezTo>
                      <a:pt x="4956" y="7670"/>
                      <a:pt x="4951" y="7665"/>
                      <a:pt x="4947" y="7660"/>
                    </a:cubicBezTo>
                    <a:cubicBezTo>
                      <a:pt x="4942" y="7654"/>
                      <a:pt x="4937" y="7647"/>
                      <a:pt x="4932" y="7642"/>
                    </a:cubicBezTo>
                    <a:lnTo>
                      <a:pt x="4930" y="7642"/>
                    </a:lnTo>
                    <a:lnTo>
                      <a:pt x="4943" y="7622"/>
                    </a:lnTo>
                    <a:cubicBezTo>
                      <a:pt x="4945" y="7625"/>
                      <a:pt x="4947" y="7628"/>
                      <a:pt x="4949" y="7631"/>
                    </a:cubicBezTo>
                    <a:cubicBezTo>
                      <a:pt x="4951" y="7634"/>
                      <a:pt x="4954" y="7636"/>
                      <a:pt x="4956" y="7639"/>
                    </a:cubicBezTo>
                    <a:cubicBezTo>
                      <a:pt x="4959" y="7642"/>
                      <a:pt x="4962" y="7643"/>
                      <a:pt x="4965" y="7646"/>
                    </a:cubicBezTo>
                    <a:cubicBezTo>
                      <a:pt x="4965" y="7646"/>
                      <a:pt x="4966" y="7647"/>
                      <a:pt x="4967" y="7647"/>
                    </a:cubicBezTo>
                    <a:cubicBezTo>
                      <a:pt x="4969" y="7648"/>
                      <a:pt x="4970" y="7649"/>
                      <a:pt x="4972" y="7649"/>
                    </a:cubicBezTo>
                    <a:cubicBezTo>
                      <a:pt x="4974" y="7649"/>
                      <a:pt x="4975" y="7647"/>
                      <a:pt x="4977" y="7647"/>
                    </a:cubicBezTo>
                    <a:cubicBezTo>
                      <a:pt x="4978" y="7646"/>
                      <a:pt x="4980" y="7645"/>
                      <a:pt x="4981" y="7644"/>
                    </a:cubicBezTo>
                    <a:cubicBezTo>
                      <a:pt x="4981" y="7642"/>
                      <a:pt x="4982" y="7641"/>
                      <a:pt x="4982" y="7639"/>
                    </a:cubicBezTo>
                    <a:cubicBezTo>
                      <a:pt x="4982" y="7638"/>
                      <a:pt x="4982" y="7637"/>
                      <a:pt x="4982" y="7636"/>
                    </a:cubicBezTo>
                    <a:cubicBezTo>
                      <a:pt x="4981" y="7636"/>
                      <a:pt x="4981" y="7636"/>
                      <a:pt x="4981" y="7636"/>
                    </a:cubicBezTo>
                    <a:cubicBezTo>
                      <a:pt x="4980" y="7633"/>
                      <a:pt x="4978" y="7631"/>
                      <a:pt x="4976" y="7629"/>
                    </a:cubicBezTo>
                    <a:cubicBezTo>
                      <a:pt x="4979" y="7629"/>
                      <a:pt x="4980" y="7628"/>
                      <a:pt x="4977" y="7626"/>
                    </a:cubicBezTo>
                    <a:lnTo>
                      <a:pt x="4974" y="7624"/>
                    </a:lnTo>
                    <a:cubicBezTo>
                      <a:pt x="4972" y="7622"/>
                      <a:pt x="4971" y="7620"/>
                      <a:pt x="4969" y="7619"/>
                    </a:cubicBezTo>
                    <a:cubicBezTo>
                      <a:pt x="4966" y="7615"/>
                      <a:pt x="4963" y="7612"/>
                      <a:pt x="4961" y="7608"/>
                    </a:cubicBezTo>
                    <a:cubicBezTo>
                      <a:pt x="4960" y="7606"/>
                      <a:pt x="4959" y="7604"/>
                      <a:pt x="4958" y="7601"/>
                    </a:cubicBezTo>
                    <a:lnTo>
                      <a:pt x="4957" y="7600"/>
                    </a:lnTo>
                    <a:cubicBezTo>
                      <a:pt x="4957" y="7599"/>
                      <a:pt x="4957" y="7599"/>
                      <a:pt x="4956" y="7599"/>
                    </a:cubicBezTo>
                    <a:lnTo>
                      <a:pt x="4959" y="7594"/>
                    </a:lnTo>
                    <a:cubicBezTo>
                      <a:pt x="4965" y="7603"/>
                      <a:pt x="4973" y="7611"/>
                      <a:pt x="4983" y="7617"/>
                    </a:cubicBezTo>
                    <a:cubicBezTo>
                      <a:pt x="4985" y="7618"/>
                      <a:pt x="4987" y="7619"/>
                      <a:pt x="4990" y="7620"/>
                    </a:cubicBezTo>
                    <a:cubicBezTo>
                      <a:pt x="4991" y="7620"/>
                      <a:pt x="4991" y="7621"/>
                      <a:pt x="4992" y="7621"/>
                    </a:cubicBezTo>
                    <a:cubicBezTo>
                      <a:pt x="4993" y="7621"/>
                      <a:pt x="4995" y="7620"/>
                      <a:pt x="4996" y="7620"/>
                    </a:cubicBezTo>
                    <a:cubicBezTo>
                      <a:pt x="4997" y="7619"/>
                      <a:pt x="4998" y="7618"/>
                      <a:pt x="4998" y="7617"/>
                    </a:cubicBezTo>
                    <a:cubicBezTo>
                      <a:pt x="4998" y="7617"/>
                      <a:pt x="4998" y="7616"/>
                      <a:pt x="4999" y="7616"/>
                    </a:cubicBezTo>
                    <a:cubicBezTo>
                      <a:pt x="5003" y="7605"/>
                      <a:pt x="4992" y="7596"/>
                      <a:pt x="4985" y="7588"/>
                    </a:cubicBezTo>
                    <a:cubicBezTo>
                      <a:pt x="4981" y="7584"/>
                      <a:pt x="4978" y="7580"/>
                      <a:pt x="4975" y="7575"/>
                    </a:cubicBezTo>
                    <a:cubicBezTo>
                      <a:pt x="4974" y="7573"/>
                      <a:pt x="4972" y="7571"/>
                      <a:pt x="4971" y="7570"/>
                    </a:cubicBezTo>
                    <a:lnTo>
                      <a:pt x="4974" y="7565"/>
                    </a:lnTo>
                    <a:cubicBezTo>
                      <a:pt x="4976" y="7567"/>
                      <a:pt x="4977" y="7569"/>
                      <a:pt x="4979" y="7571"/>
                    </a:cubicBezTo>
                    <a:cubicBezTo>
                      <a:pt x="4986" y="7578"/>
                      <a:pt x="4997" y="7588"/>
                      <a:pt x="5007" y="7586"/>
                    </a:cubicBezTo>
                    <a:cubicBezTo>
                      <a:pt x="5008" y="7586"/>
                      <a:pt x="5008" y="7585"/>
                      <a:pt x="5009" y="7585"/>
                    </a:cubicBezTo>
                    <a:cubicBezTo>
                      <a:pt x="5010" y="7585"/>
                      <a:pt x="5011" y="7584"/>
                      <a:pt x="5011" y="7583"/>
                    </a:cubicBezTo>
                    <a:cubicBezTo>
                      <a:pt x="5011" y="7582"/>
                      <a:pt x="5012" y="7582"/>
                      <a:pt x="5012" y="7581"/>
                    </a:cubicBezTo>
                    <a:cubicBezTo>
                      <a:pt x="5016" y="7564"/>
                      <a:pt x="4990" y="7555"/>
                      <a:pt x="4985" y="7541"/>
                    </a:cubicBezTo>
                    <a:lnTo>
                      <a:pt x="4991" y="7529"/>
                    </a:lnTo>
                    <a:cubicBezTo>
                      <a:pt x="4993" y="7534"/>
                      <a:pt x="4996" y="7539"/>
                      <a:pt x="4999" y="7544"/>
                    </a:cubicBezTo>
                    <a:cubicBezTo>
                      <a:pt x="5006" y="7554"/>
                      <a:pt x="5015" y="7565"/>
                      <a:pt x="5029" y="7560"/>
                    </a:cubicBezTo>
                    <a:cubicBezTo>
                      <a:pt x="5030" y="7559"/>
                      <a:pt x="5031" y="7557"/>
                      <a:pt x="5032" y="7556"/>
                    </a:cubicBezTo>
                    <a:cubicBezTo>
                      <a:pt x="5033" y="7554"/>
                      <a:pt x="5033" y="7554"/>
                      <a:pt x="5033" y="7552"/>
                    </a:cubicBezTo>
                    <a:cubicBezTo>
                      <a:pt x="5033" y="7551"/>
                      <a:pt x="5033" y="7550"/>
                      <a:pt x="5032" y="7548"/>
                    </a:cubicBezTo>
                    <a:cubicBezTo>
                      <a:pt x="5028" y="7540"/>
                      <a:pt x="5022" y="7533"/>
                      <a:pt x="5018" y="7525"/>
                    </a:cubicBezTo>
                    <a:cubicBezTo>
                      <a:pt x="5013" y="7517"/>
                      <a:pt x="5008" y="7514"/>
                      <a:pt x="5007" y="7508"/>
                    </a:cubicBezTo>
                    <a:cubicBezTo>
                      <a:pt x="5006" y="7507"/>
                      <a:pt x="5005" y="7505"/>
                      <a:pt x="5005" y="7504"/>
                    </a:cubicBezTo>
                    <a:cubicBezTo>
                      <a:pt x="5004" y="7503"/>
                      <a:pt x="5004" y="7502"/>
                      <a:pt x="5004" y="7502"/>
                    </a:cubicBezTo>
                    <a:lnTo>
                      <a:pt x="5009" y="7489"/>
                    </a:lnTo>
                    <a:cubicBezTo>
                      <a:pt x="5011" y="7493"/>
                      <a:pt x="5012" y="7497"/>
                      <a:pt x="5015" y="7501"/>
                    </a:cubicBezTo>
                    <a:cubicBezTo>
                      <a:pt x="5018" y="7506"/>
                      <a:pt x="5022" y="7511"/>
                      <a:pt x="5026" y="7517"/>
                    </a:cubicBezTo>
                    <a:cubicBezTo>
                      <a:pt x="5033" y="7525"/>
                      <a:pt x="5045" y="7533"/>
                      <a:pt x="5056" y="7527"/>
                    </a:cubicBezTo>
                    <a:cubicBezTo>
                      <a:pt x="5057" y="7526"/>
                      <a:pt x="5057" y="7526"/>
                      <a:pt x="5058" y="7525"/>
                    </a:cubicBezTo>
                    <a:cubicBezTo>
                      <a:pt x="5058" y="7524"/>
                      <a:pt x="5059" y="7523"/>
                      <a:pt x="5059" y="7522"/>
                    </a:cubicBezTo>
                    <a:cubicBezTo>
                      <a:pt x="5059" y="7521"/>
                      <a:pt x="5059" y="7521"/>
                      <a:pt x="5059" y="7520"/>
                    </a:cubicBezTo>
                    <a:cubicBezTo>
                      <a:pt x="5058" y="7519"/>
                      <a:pt x="5058" y="7518"/>
                      <a:pt x="5057" y="7517"/>
                    </a:cubicBezTo>
                    <a:cubicBezTo>
                      <a:pt x="5053" y="7510"/>
                      <a:pt x="5048" y="7504"/>
                      <a:pt x="5043" y="7497"/>
                    </a:cubicBezTo>
                    <a:cubicBezTo>
                      <a:pt x="5038" y="7490"/>
                      <a:pt x="5034" y="7482"/>
                      <a:pt x="5030" y="7474"/>
                    </a:cubicBezTo>
                    <a:cubicBezTo>
                      <a:pt x="5029" y="7472"/>
                      <a:pt x="5027" y="7471"/>
                      <a:pt x="5026" y="7470"/>
                    </a:cubicBezTo>
                    <a:cubicBezTo>
                      <a:pt x="5024" y="7469"/>
                      <a:pt x="5022" y="7468"/>
                      <a:pt x="5020" y="7468"/>
                    </a:cubicBezTo>
                    <a:cubicBezTo>
                      <a:pt x="5022" y="7464"/>
                      <a:pt x="5025" y="7459"/>
                      <a:pt x="5027" y="7455"/>
                    </a:cubicBezTo>
                    <a:lnTo>
                      <a:pt x="5031" y="7448"/>
                    </a:lnTo>
                    <a:cubicBezTo>
                      <a:pt x="5031" y="7449"/>
                      <a:pt x="5032" y="7450"/>
                      <a:pt x="5033" y="7451"/>
                    </a:cubicBezTo>
                    <a:cubicBezTo>
                      <a:pt x="5035" y="7456"/>
                      <a:pt x="5038" y="7461"/>
                      <a:pt x="5040" y="7466"/>
                    </a:cubicBezTo>
                    <a:cubicBezTo>
                      <a:pt x="5045" y="7473"/>
                      <a:pt x="5051" y="7479"/>
                      <a:pt x="5058" y="7485"/>
                    </a:cubicBezTo>
                    <a:cubicBezTo>
                      <a:pt x="5059" y="7486"/>
                      <a:pt x="5060" y="7487"/>
                      <a:pt x="5061" y="7488"/>
                    </a:cubicBezTo>
                    <a:cubicBezTo>
                      <a:pt x="5063" y="7489"/>
                      <a:pt x="5064" y="7489"/>
                      <a:pt x="5066" y="7489"/>
                    </a:cubicBezTo>
                    <a:cubicBezTo>
                      <a:pt x="5067" y="7489"/>
                      <a:pt x="5070" y="7489"/>
                      <a:pt x="5072" y="7488"/>
                    </a:cubicBezTo>
                    <a:cubicBezTo>
                      <a:pt x="5074" y="7487"/>
                      <a:pt x="5075" y="7485"/>
                      <a:pt x="5076" y="7484"/>
                    </a:cubicBezTo>
                    <a:cubicBezTo>
                      <a:pt x="5077" y="7482"/>
                      <a:pt x="5078" y="7480"/>
                      <a:pt x="5078" y="7478"/>
                    </a:cubicBezTo>
                    <a:cubicBezTo>
                      <a:pt x="5078" y="7466"/>
                      <a:pt x="5071" y="7461"/>
                      <a:pt x="5065" y="7453"/>
                    </a:cubicBezTo>
                    <a:cubicBezTo>
                      <a:pt x="5059" y="7445"/>
                      <a:pt x="5057" y="7435"/>
                      <a:pt x="5050" y="7427"/>
                    </a:cubicBezTo>
                    <a:cubicBezTo>
                      <a:pt x="5049" y="7426"/>
                      <a:pt x="5048" y="7425"/>
                      <a:pt x="5046" y="7424"/>
                    </a:cubicBezTo>
                    <a:lnTo>
                      <a:pt x="5045" y="7423"/>
                    </a:lnTo>
                    <a:lnTo>
                      <a:pt x="5048" y="7418"/>
                    </a:lnTo>
                    <a:cubicBezTo>
                      <a:pt x="5048" y="7420"/>
                      <a:pt x="5049" y="7422"/>
                      <a:pt x="5050" y="7423"/>
                    </a:cubicBezTo>
                    <a:cubicBezTo>
                      <a:pt x="5052" y="7427"/>
                      <a:pt x="5055" y="7430"/>
                      <a:pt x="5057" y="7433"/>
                    </a:cubicBezTo>
                    <a:cubicBezTo>
                      <a:pt x="5060" y="7437"/>
                      <a:pt x="5064" y="7439"/>
                      <a:pt x="5066" y="7443"/>
                    </a:cubicBezTo>
                    <a:cubicBezTo>
                      <a:pt x="5072" y="7451"/>
                      <a:pt x="5076" y="7457"/>
                      <a:pt x="5086" y="7457"/>
                    </a:cubicBezTo>
                    <a:lnTo>
                      <a:pt x="5087" y="7457"/>
                    </a:lnTo>
                    <a:cubicBezTo>
                      <a:pt x="5088" y="7457"/>
                      <a:pt x="5090" y="7456"/>
                      <a:pt x="5091" y="7456"/>
                    </a:cubicBezTo>
                    <a:cubicBezTo>
                      <a:pt x="5092" y="7455"/>
                      <a:pt x="5093" y="7454"/>
                      <a:pt x="5094" y="7453"/>
                    </a:cubicBezTo>
                    <a:cubicBezTo>
                      <a:pt x="5095" y="7451"/>
                      <a:pt x="5095" y="7451"/>
                      <a:pt x="5095" y="7449"/>
                    </a:cubicBezTo>
                    <a:cubicBezTo>
                      <a:pt x="5095" y="7442"/>
                      <a:pt x="5093" y="7435"/>
                      <a:pt x="5089" y="7428"/>
                    </a:cubicBezTo>
                    <a:cubicBezTo>
                      <a:pt x="5088" y="7426"/>
                      <a:pt x="5086" y="7423"/>
                      <a:pt x="5084" y="7421"/>
                    </a:cubicBezTo>
                    <a:cubicBezTo>
                      <a:pt x="5081" y="7418"/>
                      <a:pt x="5078" y="7415"/>
                      <a:pt x="5075" y="7412"/>
                    </a:cubicBezTo>
                    <a:cubicBezTo>
                      <a:pt x="5074" y="7411"/>
                      <a:pt x="5073" y="7410"/>
                      <a:pt x="5072" y="7408"/>
                    </a:cubicBezTo>
                    <a:cubicBezTo>
                      <a:pt x="5072" y="7408"/>
                      <a:pt x="5071" y="7407"/>
                      <a:pt x="5071" y="7406"/>
                    </a:cubicBezTo>
                    <a:cubicBezTo>
                      <a:pt x="5069" y="7403"/>
                      <a:pt x="5065" y="7398"/>
                      <a:pt x="5064" y="7396"/>
                    </a:cubicBezTo>
                    <a:cubicBezTo>
                      <a:pt x="5064" y="7395"/>
                      <a:pt x="5064" y="7395"/>
                      <a:pt x="5063" y="7394"/>
                    </a:cubicBezTo>
                    <a:cubicBezTo>
                      <a:pt x="5063" y="7394"/>
                      <a:pt x="5063" y="7393"/>
                      <a:pt x="5062" y="7392"/>
                    </a:cubicBezTo>
                    <a:lnTo>
                      <a:pt x="5071" y="7377"/>
                    </a:lnTo>
                    <a:cubicBezTo>
                      <a:pt x="5073" y="7381"/>
                      <a:pt x="5076" y="7386"/>
                      <a:pt x="5077" y="7388"/>
                    </a:cubicBezTo>
                    <a:cubicBezTo>
                      <a:pt x="5078" y="7390"/>
                      <a:pt x="5082" y="7394"/>
                      <a:pt x="5084" y="7397"/>
                    </a:cubicBezTo>
                    <a:cubicBezTo>
                      <a:pt x="5086" y="7399"/>
                      <a:pt x="5091" y="7408"/>
                      <a:pt x="5095" y="7413"/>
                    </a:cubicBezTo>
                    <a:cubicBezTo>
                      <a:pt x="5105" y="7423"/>
                      <a:pt x="5122" y="7421"/>
                      <a:pt x="5117" y="7405"/>
                    </a:cubicBezTo>
                    <a:cubicBezTo>
                      <a:pt x="5115" y="7398"/>
                      <a:pt x="5112" y="7392"/>
                      <a:pt x="5109" y="7387"/>
                    </a:cubicBezTo>
                    <a:cubicBezTo>
                      <a:pt x="5105" y="7380"/>
                      <a:pt x="5100" y="7374"/>
                      <a:pt x="5095" y="7368"/>
                    </a:cubicBezTo>
                    <a:cubicBezTo>
                      <a:pt x="5091" y="7364"/>
                      <a:pt x="5089" y="7358"/>
                      <a:pt x="5083" y="7357"/>
                    </a:cubicBezTo>
                    <a:lnTo>
                      <a:pt x="5092" y="7342"/>
                    </a:lnTo>
                    <a:lnTo>
                      <a:pt x="5097" y="7334"/>
                    </a:lnTo>
                    <a:cubicBezTo>
                      <a:pt x="5099" y="7340"/>
                      <a:pt x="5101" y="7346"/>
                      <a:pt x="5104" y="7352"/>
                    </a:cubicBezTo>
                    <a:cubicBezTo>
                      <a:pt x="5108" y="7359"/>
                      <a:pt x="5114" y="7366"/>
                      <a:pt x="5121" y="7371"/>
                    </a:cubicBezTo>
                    <a:lnTo>
                      <a:pt x="5122" y="7372"/>
                    </a:lnTo>
                    <a:cubicBezTo>
                      <a:pt x="5124" y="7373"/>
                      <a:pt x="5126" y="7373"/>
                      <a:pt x="5128" y="7373"/>
                    </a:cubicBezTo>
                    <a:cubicBezTo>
                      <a:pt x="5130" y="7373"/>
                      <a:pt x="5132" y="7373"/>
                      <a:pt x="5134" y="7372"/>
                    </a:cubicBezTo>
                    <a:lnTo>
                      <a:pt x="5135" y="7371"/>
                    </a:lnTo>
                    <a:cubicBezTo>
                      <a:pt x="5145" y="7361"/>
                      <a:pt x="5137" y="7353"/>
                      <a:pt x="5131" y="7346"/>
                    </a:cubicBezTo>
                    <a:cubicBezTo>
                      <a:pt x="5128" y="7343"/>
                      <a:pt x="5125" y="7339"/>
                      <a:pt x="5123" y="7336"/>
                    </a:cubicBezTo>
                    <a:lnTo>
                      <a:pt x="5125" y="7335"/>
                    </a:lnTo>
                    <a:lnTo>
                      <a:pt x="5127" y="7335"/>
                    </a:lnTo>
                    <a:lnTo>
                      <a:pt x="5129" y="7335"/>
                    </a:lnTo>
                    <a:cubicBezTo>
                      <a:pt x="5133" y="7336"/>
                      <a:pt x="5135" y="7337"/>
                      <a:pt x="5139" y="7337"/>
                    </a:cubicBezTo>
                    <a:cubicBezTo>
                      <a:pt x="5142" y="7337"/>
                      <a:pt x="5146" y="7336"/>
                      <a:pt x="5149" y="7335"/>
                    </a:cubicBezTo>
                    <a:lnTo>
                      <a:pt x="5150" y="7335"/>
                    </a:lnTo>
                    <a:cubicBezTo>
                      <a:pt x="5151" y="7334"/>
                      <a:pt x="5153" y="7332"/>
                      <a:pt x="5154" y="7331"/>
                    </a:cubicBezTo>
                    <a:cubicBezTo>
                      <a:pt x="5155" y="7329"/>
                      <a:pt x="5155" y="7327"/>
                      <a:pt x="5155" y="7325"/>
                    </a:cubicBezTo>
                    <a:cubicBezTo>
                      <a:pt x="5155" y="7323"/>
                      <a:pt x="5155" y="7321"/>
                      <a:pt x="5154" y="7320"/>
                    </a:cubicBezTo>
                    <a:cubicBezTo>
                      <a:pt x="5153" y="7318"/>
                      <a:pt x="5151" y="7316"/>
                      <a:pt x="5150" y="7316"/>
                    </a:cubicBezTo>
                    <a:cubicBezTo>
                      <a:pt x="5149" y="7315"/>
                      <a:pt x="5149" y="7315"/>
                      <a:pt x="5149" y="7315"/>
                    </a:cubicBezTo>
                    <a:cubicBezTo>
                      <a:pt x="5148" y="7315"/>
                      <a:pt x="5148" y="7314"/>
                      <a:pt x="5147" y="7314"/>
                    </a:cubicBezTo>
                    <a:cubicBezTo>
                      <a:pt x="5141" y="7311"/>
                      <a:pt x="5135" y="7309"/>
                      <a:pt x="5128" y="7309"/>
                    </a:cubicBezTo>
                    <a:cubicBezTo>
                      <a:pt x="5122" y="7309"/>
                      <a:pt x="5115" y="7311"/>
                      <a:pt x="5110" y="7314"/>
                    </a:cubicBezTo>
                    <a:cubicBezTo>
                      <a:pt x="5104" y="7317"/>
                      <a:pt x="5110" y="7314"/>
                      <a:pt x="5109" y="7315"/>
                    </a:cubicBezTo>
                    <a:cubicBezTo>
                      <a:pt x="5116" y="7304"/>
                      <a:pt x="5123" y="7292"/>
                      <a:pt x="5131" y="7281"/>
                    </a:cubicBezTo>
                    <a:cubicBezTo>
                      <a:pt x="5142" y="7262"/>
                      <a:pt x="5146" y="7242"/>
                      <a:pt x="5163" y="7228"/>
                    </a:cubicBezTo>
                    <a:cubicBezTo>
                      <a:pt x="5163" y="7233"/>
                      <a:pt x="5164" y="7238"/>
                      <a:pt x="5165" y="7243"/>
                    </a:cubicBezTo>
                    <a:cubicBezTo>
                      <a:pt x="5165" y="7244"/>
                      <a:pt x="5165" y="7246"/>
                      <a:pt x="5166" y="7247"/>
                    </a:cubicBezTo>
                    <a:cubicBezTo>
                      <a:pt x="5167" y="7248"/>
                      <a:pt x="5167" y="7248"/>
                      <a:pt x="5168" y="7249"/>
                    </a:cubicBezTo>
                    <a:cubicBezTo>
                      <a:pt x="5168" y="7250"/>
                      <a:pt x="5168" y="7251"/>
                      <a:pt x="5168" y="7252"/>
                    </a:cubicBezTo>
                    <a:cubicBezTo>
                      <a:pt x="5162" y="7256"/>
                      <a:pt x="5157" y="7260"/>
                      <a:pt x="5152" y="7265"/>
                    </a:cubicBezTo>
                    <a:cubicBezTo>
                      <a:pt x="5151" y="7265"/>
                      <a:pt x="5149" y="7265"/>
                      <a:pt x="5148" y="7266"/>
                    </a:cubicBezTo>
                    <a:cubicBezTo>
                      <a:pt x="5146" y="7267"/>
                      <a:pt x="5145" y="7268"/>
                      <a:pt x="5144" y="7270"/>
                    </a:cubicBezTo>
                    <a:cubicBezTo>
                      <a:pt x="5143" y="7271"/>
                      <a:pt x="5143" y="7272"/>
                      <a:pt x="5143" y="7273"/>
                    </a:cubicBezTo>
                    <a:cubicBezTo>
                      <a:pt x="5142" y="7275"/>
                      <a:pt x="5142" y="7277"/>
                      <a:pt x="5142" y="7279"/>
                    </a:cubicBezTo>
                    <a:cubicBezTo>
                      <a:pt x="5142" y="7282"/>
                      <a:pt x="5143" y="7286"/>
                      <a:pt x="5145" y="7289"/>
                    </a:cubicBezTo>
                    <a:cubicBezTo>
                      <a:pt x="5145" y="7289"/>
                      <a:pt x="5145" y="7290"/>
                      <a:pt x="5146" y="7291"/>
                    </a:cubicBezTo>
                    <a:cubicBezTo>
                      <a:pt x="5147" y="7292"/>
                      <a:pt x="5148" y="7293"/>
                      <a:pt x="5149" y="7294"/>
                    </a:cubicBezTo>
                    <a:cubicBezTo>
                      <a:pt x="5152" y="7295"/>
                      <a:pt x="5154" y="7296"/>
                      <a:pt x="5157" y="7296"/>
                    </a:cubicBezTo>
                    <a:cubicBezTo>
                      <a:pt x="5158" y="7296"/>
                      <a:pt x="5159" y="7296"/>
                      <a:pt x="5160" y="7295"/>
                    </a:cubicBezTo>
                    <a:cubicBezTo>
                      <a:pt x="5162" y="7295"/>
                      <a:pt x="5163" y="7295"/>
                      <a:pt x="5164" y="7294"/>
                    </a:cubicBezTo>
                    <a:cubicBezTo>
                      <a:pt x="5166" y="7293"/>
                      <a:pt x="5167" y="7291"/>
                      <a:pt x="5169" y="7290"/>
                    </a:cubicBezTo>
                    <a:cubicBezTo>
                      <a:pt x="5170" y="7289"/>
                      <a:pt x="5169" y="7288"/>
                      <a:pt x="5169" y="7287"/>
                    </a:cubicBezTo>
                    <a:cubicBezTo>
                      <a:pt x="5171" y="7285"/>
                      <a:pt x="5171" y="7282"/>
                      <a:pt x="5171" y="7279"/>
                    </a:cubicBezTo>
                    <a:cubicBezTo>
                      <a:pt x="5171" y="7278"/>
                      <a:pt x="5171" y="7277"/>
                      <a:pt x="5171" y="7276"/>
                    </a:cubicBezTo>
                    <a:cubicBezTo>
                      <a:pt x="5174" y="7275"/>
                      <a:pt x="5179" y="7272"/>
                      <a:pt x="5177" y="7272"/>
                    </a:cubicBezTo>
                    <a:cubicBezTo>
                      <a:pt x="5178" y="7272"/>
                      <a:pt x="5180" y="7272"/>
                      <a:pt x="5181" y="7272"/>
                    </a:cubicBezTo>
                    <a:cubicBezTo>
                      <a:pt x="5184" y="7272"/>
                      <a:pt x="5186" y="7272"/>
                      <a:pt x="5188" y="7271"/>
                    </a:cubicBezTo>
                    <a:cubicBezTo>
                      <a:pt x="5190" y="7269"/>
                      <a:pt x="5192" y="7268"/>
                      <a:pt x="5193" y="7266"/>
                    </a:cubicBezTo>
                    <a:cubicBezTo>
                      <a:pt x="5193" y="7265"/>
                      <a:pt x="5194" y="7264"/>
                      <a:pt x="5194" y="7264"/>
                    </a:cubicBezTo>
                    <a:cubicBezTo>
                      <a:pt x="5195" y="7259"/>
                      <a:pt x="5196" y="7254"/>
                      <a:pt x="5196" y="7248"/>
                    </a:cubicBezTo>
                    <a:lnTo>
                      <a:pt x="5196" y="7247"/>
                    </a:lnTo>
                    <a:cubicBezTo>
                      <a:pt x="5199" y="7249"/>
                      <a:pt x="5202" y="7251"/>
                      <a:pt x="5205" y="7253"/>
                    </a:cubicBezTo>
                    <a:cubicBezTo>
                      <a:pt x="5208" y="7255"/>
                      <a:pt x="5212" y="7257"/>
                      <a:pt x="5216" y="7259"/>
                    </a:cubicBezTo>
                    <a:cubicBezTo>
                      <a:pt x="5214" y="7260"/>
                      <a:pt x="5213" y="7261"/>
                      <a:pt x="5213" y="7262"/>
                    </a:cubicBezTo>
                    <a:cubicBezTo>
                      <a:pt x="5166" y="7346"/>
                      <a:pt x="5136" y="7439"/>
                      <a:pt x="5100" y="7530"/>
                    </a:cubicBezTo>
                    <a:cubicBezTo>
                      <a:pt x="5079" y="7584"/>
                      <a:pt x="5061" y="7638"/>
                      <a:pt x="5043" y="7694"/>
                    </a:cubicBezTo>
                    <a:cubicBezTo>
                      <a:pt x="5030" y="7735"/>
                      <a:pt x="5013" y="7772"/>
                      <a:pt x="5002" y="7813"/>
                    </a:cubicBezTo>
                    <a:cubicBezTo>
                      <a:pt x="5001" y="7813"/>
                      <a:pt x="5001" y="7813"/>
                      <a:pt x="5000" y="7814"/>
                    </a:cubicBezTo>
                    <a:cubicBezTo>
                      <a:pt x="4999" y="7815"/>
                      <a:pt x="4997" y="7816"/>
                      <a:pt x="4996" y="7817"/>
                    </a:cubicBezTo>
                    <a:cubicBezTo>
                      <a:pt x="4992" y="7812"/>
                      <a:pt x="4988" y="7808"/>
                      <a:pt x="4984" y="7803"/>
                    </a:cubicBezTo>
                    <a:cubicBezTo>
                      <a:pt x="4964" y="7777"/>
                      <a:pt x="4937" y="7756"/>
                      <a:pt x="4917" y="7730"/>
                    </a:cubicBezTo>
                    <a:cubicBezTo>
                      <a:pt x="4909" y="7720"/>
                      <a:pt x="4901" y="7709"/>
                      <a:pt x="4894" y="7699"/>
                    </a:cubicBezTo>
                    <a:lnTo>
                      <a:pt x="4901" y="7688"/>
                    </a:lnTo>
                    <a:moveTo>
                      <a:pt x="5032" y="7831"/>
                    </a:moveTo>
                    <a:cubicBezTo>
                      <a:pt x="5043" y="7828"/>
                      <a:pt x="5054" y="7825"/>
                      <a:pt x="5065" y="7820"/>
                    </a:cubicBezTo>
                    <a:cubicBezTo>
                      <a:pt x="5087" y="7815"/>
                      <a:pt x="5109" y="7810"/>
                      <a:pt x="5131" y="7806"/>
                    </a:cubicBezTo>
                    <a:cubicBezTo>
                      <a:pt x="5132" y="7806"/>
                      <a:pt x="5133" y="7805"/>
                      <a:pt x="5134" y="7805"/>
                    </a:cubicBezTo>
                    <a:cubicBezTo>
                      <a:pt x="5135" y="7804"/>
                      <a:pt x="5137" y="7803"/>
                      <a:pt x="5138" y="7801"/>
                    </a:cubicBezTo>
                    <a:cubicBezTo>
                      <a:pt x="5138" y="7799"/>
                      <a:pt x="5139" y="7798"/>
                      <a:pt x="5139" y="7796"/>
                    </a:cubicBezTo>
                    <a:cubicBezTo>
                      <a:pt x="5139" y="7794"/>
                      <a:pt x="5138" y="7792"/>
                      <a:pt x="5138" y="7791"/>
                    </a:cubicBezTo>
                    <a:cubicBezTo>
                      <a:pt x="5137" y="7790"/>
                      <a:pt x="5137" y="7790"/>
                      <a:pt x="5137" y="7790"/>
                    </a:cubicBezTo>
                    <a:cubicBezTo>
                      <a:pt x="5171" y="7722"/>
                      <a:pt x="5189" y="7636"/>
                      <a:pt x="5207" y="7562"/>
                    </a:cubicBezTo>
                    <a:cubicBezTo>
                      <a:pt x="5219" y="7511"/>
                      <a:pt x="5232" y="7460"/>
                      <a:pt x="5243" y="7409"/>
                    </a:cubicBezTo>
                    <a:cubicBezTo>
                      <a:pt x="5248" y="7391"/>
                      <a:pt x="5251" y="7373"/>
                      <a:pt x="5254" y="7355"/>
                    </a:cubicBezTo>
                    <a:cubicBezTo>
                      <a:pt x="5255" y="7344"/>
                      <a:pt x="5265" y="7283"/>
                      <a:pt x="5271" y="7278"/>
                    </a:cubicBezTo>
                    <a:cubicBezTo>
                      <a:pt x="5272" y="7277"/>
                      <a:pt x="5273" y="7277"/>
                      <a:pt x="5273" y="7276"/>
                    </a:cubicBezTo>
                    <a:cubicBezTo>
                      <a:pt x="5273" y="7275"/>
                      <a:pt x="5274" y="7274"/>
                      <a:pt x="5274" y="7273"/>
                    </a:cubicBezTo>
                    <a:cubicBezTo>
                      <a:pt x="5274" y="7272"/>
                      <a:pt x="5274" y="7272"/>
                      <a:pt x="5274" y="7271"/>
                    </a:cubicBezTo>
                    <a:lnTo>
                      <a:pt x="5278" y="7271"/>
                    </a:lnTo>
                    <a:lnTo>
                      <a:pt x="5288" y="7273"/>
                    </a:lnTo>
                    <a:lnTo>
                      <a:pt x="5288" y="7274"/>
                    </a:lnTo>
                    <a:cubicBezTo>
                      <a:pt x="5288" y="7276"/>
                      <a:pt x="5288" y="7279"/>
                      <a:pt x="5288" y="7282"/>
                    </a:cubicBezTo>
                    <a:cubicBezTo>
                      <a:pt x="5288" y="7318"/>
                      <a:pt x="5294" y="7354"/>
                      <a:pt x="5306" y="7388"/>
                    </a:cubicBezTo>
                    <a:cubicBezTo>
                      <a:pt x="5306" y="7389"/>
                      <a:pt x="5306" y="7390"/>
                      <a:pt x="5307" y="7392"/>
                    </a:cubicBezTo>
                    <a:cubicBezTo>
                      <a:pt x="5310" y="7402"/>
                      <a:pt x="5313" y="7413"/>
                      <a:pt x="5317" y="7424"/>
                    </a:cubicBezTo>
                    <a:cubicBezTo>
                      <a:pt x="5317" y="7425"/>
                      <a:pt x="5317" y="7427"/>
                      <a:pt x="5318" y="7429"/>
                    </a:cubicBezTo>
                    <a:cubicBezTo>
                      <a:pt x="5318" y="7429"/>
                      <a:pt x="5319" y="7429"/>
                      <a:pt x="5319" y="7430"/>
                    </a:cubicBezTo>
                    <a:cubicBezTo>
                      <a:pt x="5323" y="7442"/>
                      <a:pt x="5327" y="7455"/>
                      <a:pt x="5331" y="7469"/>
                    </a:cubicBezTo>
                    <a:cubicBezTo>
                      <a:pt x="5351" y="7543"/>
                      <a:pt x="5365" y="7617"/>
                      <a:pt x="5383" y="7692"/>
                    </a:cubicBezTo>
                    <a:cubicBezTo>
                      <a:pt x="5402" y="7764"/>
                      <a:pt x="5416" y="7838"/>
                      <a:pt x="5426" y="7913"/>
                    </a:cubicBezTo>
                    <a:cubicBezTo>
                      <a:pt x="5428" y="7934"/>
                      <a:pt x="5429" y="7959"/>
                      <a:pt x="5433" y="7983"/>
                    </a:cubicBezTo>
                    <a:cubicBezTo>
                      <a:pt x="5384" y="7963"/>
                      <a:pt x="5342" y="7930"/>
                      <a:pt x="5297" y="7904"/>
                    </a:cubicBezTo>
                    <a:cubicBezTo>
                      <a:pt x="5269" y="7886"/>
                      <a:pt x="5243" y="7865"/>
                      <a:pt x="5219" y="7842"/>
                    </a:cubicBezTo>
                    <a:cubicBezTo>
                      <a:pt x="5196" y="7822"/>
                      <a:pt x="5168" y="7809"/>
                      <a:pt x="5148" y="7783"/>
                    </a:cubicBezTo>
                    <a:cubicBezTo>
                      <a:pt x="5147" y="7782"/>
                      <a:pt x="5147" y="7782"/>
                      <a:pt x="5146" y="7782"/>
                    </a:cubicBezTo>
                    <a:cubicBezTo>
                      <a:pt x="5145" y="7781"/>
                      <a:pt x="5144" y="7781"/>
                      <a:pt x="5143" y="7781"/>
                    </a:cubicBezTo>
                    <a:cubicBezTo>
                      <a:pt x="5142" y="7781"/>
                      <a:pt x="5142" y="7781"/>
                      <a:pt x="5141" y="7782"/>
                    </a:cubicBezTo>
                    <a:cubicBezTo>
                      <a:pt x="5140" y="7782"/>
                      <a:pt x="5139" y="7783"/>
                      <a:pt x="5139" y="7784"/>
                    </a:cubicBezTo>
                    <a:lnTo>
                      <a:pt x="5138" y="7784"/>
                    </a:lnTo>
                    <a:cubicBezTo>
                      <a:pt x="5124" y="7823"/>
                      <a:pt x="5225" y="7885"/>
                      <a:pt x="5250" y="7907"/>
                    </a:cubicBezTo>
                    <a:cubicBezTo>
                      <a:pt x="5277" y="7932"/>
                      <a:pt x="5307" y="7954"/>
                      <a:pt x="5339" y="7973"/>
                    </a:cubicBezTo>
                    <a:cubicBezTo>
                      <a:pt x="5370" y="7991"/>
                      <a:pt x="5403" y="8006"/>
                      <a:pt x="5438" y="8017"/>
                    </a:cubicBezTo>
                    <a:lnTo>
                      <a:pt x="5439" y="8017"/>
                    </a:lnTo>
                    <a:cubicBezTo>
                      <a:pt x="5441" y="8025"/>
                      <a:pt x="5444" y="8034"/>
                      <a:pt x="5447" y="8043"/>
                    </a:cubicBezTo>
                    <a:cubicBezTo>
                      <a:pt x="5432" y="8044"/>
                      <a:pt x="5417" y="8045"/>
                      <a:pt x="5402" y="8045"/>
                    </a:cubicBezTo>
                    <a:cubicBezTo>
                      <a:pt x="5371" y="8045"/>
                      <a:pt x="5341" y="8042"/>
                      <a:pt x="5311" y="8037"/>
                    </a:cubicBezTo>
                    <a:cubicBezTo>
                      <a:pt x="5247" y="8026"/>
                      <a:pt x="5190" y="7980"/>
                      <a:pt x="5140" y="7941"/>
                    </a:cubicBezTo>
                    <a:cubicBezTo>
                      <a:pt x="5094" y="7908"/>
                      <a:pt x="5051" y="7872"/>
                      <a:pt x="5011" y="7833"/>
                    </a:cubicBezTo>
                    <a:cubicBezTo>
                      <a:pt x="5017" y="7832"/>
                      <a:pt x="5024" y="7832"/>
                      <a:pt x="5030" y="7831"/>
                    </a:cubicBezTo>
                    <a:lnTo>
                      <a:pt x="5032" y="7831"/>
                    </a:lnTo>
                    <a:moveTo>
                      <a:pt x="5662" y="7786"/>
                    </a:moveTo>
                    <a:cubicBezTo>
                      <a:pt x="5649" y="7757"/>
                      <a:pt x="5638" y="7727"/>
                      <a:pt x="5630" y="7696"/>
                    </a:cubicBezTo>
                    <a:cubicBezTo>
                      <a:pt x="5627" y="7675"/>
                      <a:pt x="5620" y="7656"/>
                      <a:pt x="5610" y="7637"/>
                    </a:cubicBezTo>
                    <a:cubicBezTo>
                      <a:pt x="5574" y="7580"/>
                      <a:pt x="5558" y="7498"/>
                      <a:pt x="5538" y="7435"/>
                    </a:cubicBezTo>
                    <a:cubicBezTo>
                      <a:pt x="5520" y="7381"/>
                      <a:pt x="5498" y="7328"/>
                      <a:pt x="5471" y="7278"/>
                    </a:cubicBezTo>
                    <a:cubicBezTo>
                      <a:pt x="5496" y="7308"/>
                      <a:pt x="5521" y="7337"/>
                      <a:pt x="5547" y="7364"/>
                    </a:cubicBezTo>
                    <a:cubicBezTo>
                      <a:pt x="5591" y="7411"/>
                      <a:pt x="5628" y="7463"/>
                      <a:pt x="5671" y="7511"/>
                    </a:cubicBezTo>
                    <a:cubicBezTo>
                      <a:pt x="5713" y="7559"/>
                      <a:pt x="5749" y="7615"/>
                      <a:pt x="5797" y="7658"/>
                    </a:cubicBezTo>
                    <a:cubicBezTo>
                      <a:pt x="5822" y="7679"/>
                      <a:pt x="5843" y="7703"/>
                      <a:pt x="5859" y="7731"/>
                    </a:cubicBezTo>
                    <a:cubicBezTo>
                      <a:pt x="5860" y="7732"/>
                      <a:pt x="5860" y="7733"/>
                      <a:pt x="5861" y="7735"/>
                    </a:cubicBezTo>
                    <a:cubicBezTo>
                      <a:pt x="5864" y="7740"/>
                      <a:pt x="5868" y="7745"/>
                      <a:pt x="5872" y="7751"/>
                    </a:cubicBezTo>
                    <a:cubicBezTo>
                      <a:pt x="5870" y="7754"/>
                      <a:pt x="5868" y="7758"/>
                      <a:pt x="5866" y="7761"/>
                    </a:cubicBezTo>
                    <a:cubicBezTo>
                      <a:pt x="5846" y="7795"/>
                      <a:pt x="5822" y="7825"/>
                      <a:pt x="5793" y="7850"/>
                    </a:cubicBezTo>
                    <a:cubicBezTo>
                      <a:pt x="5767" y="7874"/>
                      <a:pt x="5744" y="7900"/>
                      <a:pt x="5720" y="7926"/>
                    </a:cubicBezTo>
                    <a:lnTo>
                      <a:pt x="5710" y="7938"/>
                    </a:lnTo>
                    <a:cubicBezTo>
                      <a:pt x="5697" y="7886"/>
                      <a:pt x="5681" y="7835"/>
                      <a:pt x="5662" y="7786"/>
                    </a:cubicBezTo>
                    <a:moveTo>
                      <a:pt x="5703" y="7314"/>
                    </a:moveTo>
                    <a:cubicBezTo>
                      <a:pt x="5672" y="7284"/>
                      <a:pt x="5638" y="7257"/>
                      <a:pt x="5603" y="7232"/>
                    </a:cubicBezTo>
                    <a:cubicBezTo>
                      <a:pt x="5583" y="7219"/>
                      <a:pt x="5573" y="7198"/>
                      <a:pt x="5556" y="7182"/>
                    </a:cubicBezTo>
                    <a:cubicBezTo>
                      <a:pt x="5542" y="7172"/>
                      <a:pt x="5530" y="7159"/>
                      <a:pt x="5522" y="7144"/>
                    </a:cubicBezTo>
                    <a:lnTo>
                      <a:pt x="5521" y="7143"/>
                    </a:lnTo>
                    <a:lnTo>
                      <a:pt x="5521" y="7142"/>
                    </a:lnTo>
                    <a:cubicBezTo>
                      <a:pt x="5520" y="7141"/>
                      <a:pt x="5519" y="7140"/>
                      <a:pt x="5518" y="7139"/>
                    </a:cubicBezTo>
                    <a:cubicBezTo>
                      <a:pt x="5516" y="7138"/>
                      <a:pt x="5515" y="7138"/>
                      <a:pt x="5513" y="7138"/>
                    </a:cubicBezTo>
                    <a:cubicBezTo>
                      <a:pt x="5512" y="7138"/>
                      <a:pt x="5511" y="7138"/>
                      <a:pt x="5510" y="7138"/>
                    </a:cubicBezTo>
                    <a:lnTo>
                      <a:pt x="5512" y="7133"/>
                    </a:lnTo>
                    <a:lnTo>
                      <a:pt x="5513" y="7134"/>
                    </a:lnTo>
                    <a:cubicBezTo>
                      <a:pt x="5613" y="7171"/>
                      <a:pt x="5713" y="7244"/>
                      <a:pt x="5789" y="7317"/>
                    </a:cubicBezTo>
                    <a:cubicBezTo>
                      <a:pt x="5821" y="7347"/>
                      <a:pt x="5859" y="7372"/>
                      <a:pt x="5890" y="7404"/>
                    </a:cubicBezTo>
                    <a:cubicBezTo>
                      <a:pt x="5909" y="7422"/>
                      <a:pt x="5928" y="7442"/>
                      <a:pt x="5945" y="7462"/>
                    </a:cubicBezTo>
                    <a:cubicBezTo>
                      <a:pt x="5947" y="7465"/>
                      <a:pt x="5949" y="7468"/>
                      <a:pt x="5953" y="7470"/>
                    </a:cubicBezTo>
                    <a:cubicBezTo>
                      <a:pt x="5956" y="7472"/>
                      <a:pt x="5960" y="7473"/>
                      <a:pt x="5964" y="7473"/>
                    </a:cubicBezTo>
                    <a:cubicBezTo>
                      <a:pt x="5967" y="7473"/>
                      <a:pt x="5969" y="7472"/>
                      <a:pt x="5971" y="7472"/>
                    </a:cubicBezTo>
                    <a:cubicBezTo>
                      <a:pt x="5972" y="7471"/>
                      <a:pt x="5973" y="7471"/>
                      <a:pt x="5974" y="7471"/>
                    </a:cubicBezTo>
                    <a:cubicBezTo>
                      <a:pt x="5976" y="7469"/>
                      <a:pt x="5978" y="7468"/>
                      <a:pt x="5979" y="7466"/>
                    </a:cubicBezTo>
                    <a:cubicBezTo>
                      <a:pt x="5980" y="7464"/>
                      <a:pt x="5980" y="7462"/>
                      <a:pt x="5980" y="7460"/>
                    </a:cubicBezTo>
                    <a:cubicBezTo>
                      <a:pt x="5980" y="7457"/>
                      <a:pt x="5980" y="7455"/>
                      <a:pt x="5979" y="7453"/>
                    </a:cubicBezTo>
                    <a:cubicBezTo>
                      <a:pt x="5978" y="7451"/>
                      <a:pt x="5976" y="7450"/>
                      <a:pt x="5974" y="7449"/>
                    </a:cubicBezTo>
                    <a:cubicBezTo>
                      <a:pt x="5961" y="7442"/>
                      <a:pt x="5948" y="7421"/>
                      <a:pt x="5938" y="7411"/>
                    </a:cubicBezTo>
                    <a:cubicBezTo>
                      <a:pt x="5918" y="7391"/>
                      <a:pt x="5897" y="7373"/>
                      <a:pt x="5874" y="7356"/>
                    </a:cubicBezTo>
                    <a:cubicBezTo>
                      <a:pt x="5834" y="7327"/>
                      <a:pt x="5801" y="7290"/>
                      <a:pt x="5764" y="7259"/>
                    </a:cubicBezTo>
                    <a:cubicBezTo>
                      <a:pt x="5731" y="7234"/>
                      <a:pt x="5696" y="7211"/>
                      <a:pt x="5660" y="7190"/>
                    </a:cubicBezTo>
                    <a:cubicBezTo>
                      <a:pt x="5653" y="7186"/>
                      <a:pt x="5647" y="7182"/>
                      <a:pt x="5640" y="7179"/>
                    </a:cubicBezTo>
                    <a:cubicBezTo>
                      <a:pt x="5606" y="7158"/>
                      <a:pt x="5557" y="7118"/>
                      <a:pt x="5516" y="7120"/>
                    </a:cubicBezTo>
                    <a:cubicBezTo>
                      <a:pt x="5520" y="7108"/>
                      <a:pt x="5523" y="7096"/>
                      <a:pt x="5525" y="7084"/>
                    </a:cubicBezTo>
                    <a:cubicBezTo>
                      <a:pt x="5526" y="7084"/>
                      <a:pt x="5526" y="7083"/>
                      <a:pt x="5527" y="7084"/>
                    </a:cubicBezTo>
                    <a:cubicBezTo>
                      <a:pt x="5528" y="7084"/>
                      <a:pt x="5529" y="7086"/>
                      <a:pt x="5530" y="7086"/>
                    </a:cubicBezTo>
                    <a:cubicBezTo>
                      <a:pt x="5532" y="7086"/>
                      <a:pt x="5535" y="7086"/>
                      <a:pt x="5537" y="7086"/>
                    </a:cubicBezTo>
                    <a:cubicBezTo>
                      <a:pt x="5548" y="7086"/>
                      <a:pt x="5559" y="7083"/>
                      <a:pt x="5568" y="7078"/>
                    </a:cubicBezTo>
                    <a:cubicBezTo>
                      <a:pt x="5578" y="7072"/>
                      <a:pt x="5585" y="7065"/>
                      <a:pt x="5591" y="7055"/>
                    </a:cubicBezTo>
                    <a:lnTo>
                      <a:pt x="5591" y="7054"/>
                    </a:lnTo>
                    <a:cubicBezTo>
                      <a:pt x="5591" y="7054"/>
                      <a:pt x="5591" y="7056"/>
                      <a:pt x="5593" y="7056"/>
                    </a:cubicBezTo>
                    <a:cubicBezTo>
                      <a:pt x="5608" y="7063"/>
                      <a:pt x="5624" y="7051"/>
                      <a:pt x="5639" y="7046"/>
                    </a:cubicBezTo>
                    <a:cubicBezTo>
                      <a:pt x="5659" y="7043"/>
                      <a:pt x="5679" y="7038"/>
                      <a:pt x="5698" y="7032"/>
                    </a:cubicBezTo>
                    <a:cubicBezTo>
                      <a:pt x="5702" y="7031"/>
                      <a:pt x="5704" y="7029"/>
                      <a:pt x="5707" y="7028"/>
                    </a:cubicBezTo>
                    <a:cubicBezTo>
                      <a:pt x="5713" y="7024"/>
                      <a:pt x="5719" y="7019"/>
                      <a:pt x="5723" y="7013"/>
                    </a:cubicBezTo>
                    <a:cubicBezTo>
                      <a:pt x="5727" y="7006"/>
                      <a:pt x="5729" y="6999"/>
                      <a:pt x="5729" y="6992"/>
                    </a:cubicBezTo>
                    <a:cubicBezTo>
                      <a:pt x="5729" y="6990"/>
                      <a:pt x="5728" y="6989"/>
                      <a:pt x="5728" y="6987"/>
                    </a:cubicBezTo>
                    <a:cubicBezTo>
                      <a:pt x="5766" y="6984"/>
                      <a:pt x="5803" y="6982"/>
                      <a:pt x="5841" y="6982"/>
                    </a:cubicBezTo>
                    <a:lnTo>
                      <a:pt x="5853" y="6982"/>
                    </a:lnTo>
                    <a:cubicBezTo>
                      <a:pt x="5851" y="6991"/>
                      <a:pt x="5850" y="6999"/>
                      <a:pt x="5850" y="7008"/>
                    </a:cubicBezTo>
                    <a:cubicBezTo>
                      <a:pt x="5852" y="7016"/>
                      <a:pt x="5851" y="7018"/>
                      <a:pt x="5846" y="7015"/>
                    </a:cubicBezTo>
                    <a:cubicBezTo>
                      <a:pt x="5845" y="7015"/>
                      <a:pt x="5844" y="7015"/>
                      <a:pt x="5842" y="7015"/>
                    </a:cubicBezTo>
                    <a:cubicBezTo>
                      <a:pt x="5837" y="7015"/>
                      <a:pt x="5831" y="7015"/>
                      <a:pt x="5825" y="7016"/>
                    </a:cubicBezTo>
                    <a:cubicBezTo>
                      <a:pt x="5799" y="7020"/>
                      <a:pt x="5778" y="7006"/>
                      <a:pt x="5752" y="7006"/>
                    </a:cubicBezTo>
                    <a:cubicBezTo>
                      <a:pt x="5732" y="7006"/>
                      <a:pt x="5698" y="7020"/>
                      <a:pt x="5702" y="7022"/>
                    </a:cubicBezTo>
                    <a:cubicBezTo>
                      <a:pt x="5733" y="7034"/>
                      <a:pt x="5766" y="7042"/>
                      <a:pt x="5798" y="7047"/>
                    </a:cubicBezTo>
                    <a:cubicBezTo>
                      <a:pt x="5800" y="7047"/>
                      <a:pt x="5801" y="7047"/>
                      <a:pt x="5803" y="7047"/>
                    </a:cubicBezTo>
                    <a:cubicBezTo>
                      <a:pt x="5820" y="7047"/>
                      <a:pt x="5837" y="7045"/>
                      <a:pt x="5854" y="7042"/>
                    </a:cubicBezTo>
                    <a:cubicBezTo>
                      <a:pt x="5884" y="7040"/>
                      <a:pt x="5878" y="7003"/>
                      <a:pt x="5873" y="6981"/>
                    </a:cubicBezTo>
                    <a:cubicBezTo>
                      <a:pt x="5895" y="6978"/>
                      <a:pt x="5917" y="6976"/>
                      <a:pt x="5939" y="6976"/>
                    </a:cubicBezTo>
                    <a:cubicBezTo>
                      <a:pt x="5944" y="6976"/>
                      <a:pt x="5950" y="6976"/>
                      <a:pt x="5955" y="6976"/>
                    </a:cubicBezTo>
                    <a:lnTo>
                      <a:pt x="5963" y="6976"/>
                    </a:lnTo>
                    <a:cubicBezTo>
                      <a:pt x="5968" y="7021"/>
                      <a:pt x="5974" y="7065"/>
                      <a:pt x="5983" y="7108"/>
                    </a:cubicBezTo>
                    <a:cubicBezTo>
                      <a:pt x="5999" y="7187"/>
                      <a:pt x="5988" y="7274"/>
                      <a:pt x="5988" y="7354"/>
                    </a:cubicBezTo>
                    <a:cubicBezTo>
                      <a:pt x="5988" y="7357"/>
                      <a:pt x="5988" y="7361"/>
                      <a:pt x="5988" y="7364"/>
                    </a:cubicBezTo>
                    <a:cubicBezTo>
                      <a:pt x="5988" y="7425"/>
                      <a:pt x="5979" y="7485"/>
                      <a:pt x="5962" y="7543"/>
                    </a:cubicBezTo>
                    <a:cubicBezTo>
                      <a:pt x="5878" y="7466"/>
                      <a:pt x="5787" y="7393"/>
                      <a:pt x="5704" y="7314"/>
                    </a:cubicBezTo>
                    <a:lnTo>
                      <a:pt x="5703" y="7314"/>
                    </a:lnTo>
                    <a:moveTo>
                      <a:pt x="5529" y="7058"/>
                    </a:moveTo>
                    <a:cubicBezTo>
                      <a:pt x="5531" y="7038"/>
                      <a:pt x="5533" y="7018"/>
                      <a:pt x="5533" y="6998"/>
                    </a:cubicBezTo>
                    <a:cubicBezTo>
                      <a:pt x="5533" y="6995"/>
                      <a:pt x="5533" y="6992"/>
                      <a:pt x="5533" y="6990"/>
                    </a:cubicBezTo>
                    <a:lnTo>
                      <a:pt x="5548" y="6991"/>
                    </a:lnTo>
                    <a:lnTo>
                      <a:pt x="5551" y="6991"/>
                    </a:lnTo>
                    <a:lnTo>
                      <a:pt x="5569" y="6992"/>
                    </a:lnTo>
                    <a:cubicBezTo>
                      <a:pt x="5569" y="6992"/>
                      <a:pt x="5569" y="6993"/>
                      <a:pt x="5570" y="6993"/>
                    </a:cubicBezTo>
                    <a:cubicBezTo>
                      <a:pt x="5571" y="6993"/>
                      <a:pt x="5572" y="6994"/>
                      <a:pt x="5574" y="6994"/>
                    </a:cubicBezTo>
                    <a:cubicBezTo>
                      <a:pt x="5575" y="6994"/>
                      <a:pt x="5577" y="6993"/>
                      <a:pt x="5578" y="6993"/>
                    </a:cubicBezTo>
                    <a:cubicBezTo>
                      <a:pt x="5578" y="6993"/>
                      <a:pt x="5578" y="6992"/>
                      <a:pt x="5579" y="6992"/>
                    </a:cubicBezTo>
                    <a:lnTo>
                      <a:pt x="5591" y="6992"/>
                    </a:lnTo>
                    <a:cubicBezTo>
                      <a:pt x="5584" y="7020"/>
                      <a:pt x="5569" y="7063"/>
                      <a:pt x="5534" y="7057"/>
                    </a:cubicBezTo>
                    <a:cubicBezTo>
                      <a:pt x="5532" y="7058"/>
                      <a:pt x="5531" y="7058"/>
                      <a:pt x="5529" y="7059"/>
                    </a:cubicBezTo>
                    <a:lnTo>
                      <a:pt x="5529" y="7058"/>
                    </a:lnTo>
                    <a:moveTo>
                      <a:pt x="5610" y="6993"/>
                    </a:moveTo>
                    <a:cubicBezTo>
                      <a:pt x="5642" y="6993"/>
                      <a:pt x="5673" y="6991"/>
                      <a:pt x="5704" y="6989"/>
                    </a:cubicBezTo>
                    <a:cubicBezTo>
                      <a:pt x="5704" y="6992"/>
                      <a:pt x="5703" y="6995"/>
                      <a:pt x="5701" y="6998"/>
                    </a:cubicBezTo>
                    <a:cubicBezTo>
                      <a:pt x="5699" y="7001"/>
                      <a:pt x="5697" y="7004"/>
                      <a:pt x="5694" y="7007"/>
                    </a:cubicBezTo>
                    <a:cubicBezTo>
                      <a:pt x="5680" y="7013"/>
                      <a:pt x="5665" y="7017"/>
                      <a:pt x="5649" y="7019"/>
                    </a:cubicBezTo>
                    <a:cubicBezTo>
                      <a:pt x="5633" y="7021"/>
                      <a:pt x="5618" y="7026"/>
                      <a:pt x="5604" y="7034"/>
                    </a:cubicBezTo>
                    <a:cubicBezTo>
                      <a:pt x="5603" y="7035"/>
                      <a:pt x="5601" y="7036"/>
                      <a:pt x="5600" y="7037"/>
                    </a:cubicBezTo>
                    <a:cubicBezTo>
                      <a:pt x="5602" y="7032"/>
                      <a:pt x="5603" y="7028"/>
                      <a:pt x="5605" y="7024"/>
                    </a:cubicBezTo>
                    <a:cubicBezTo>
                      <a:pt x="5609" y="7016"/>
                      <a:pt x="5611" y="7007"/>
                      <a:pt x="5611" y="6997"/>
                    </a:cubicBezTo>
                    <a:cubicBezTo>
                      <a:pt x="5611" y="6996"/>
                      <a:pt x="5611" y="6995"/>
                      <a:pt x="5611" y="6994"/>
                    </a:cubicBezTo>
                    <a:lnTo>
                      <a:pt x="5610" y="6993"/>
                    </a:lnTo>
                    <a:moveTo>
                      <a:pt x="5675" y="6692"/>
                    </a:moveTo>
                    <a:cubicBezTo>
                      <a:pt x="5673" y="6687"/>
                      <a:pt x="5669" y="6678"/>
                      <a:pt x="5665" y="6669"/>
                    </a:cubicBezTo>
                    <a:cubicBezTo>
                      <a:pt x="5673" y="6671"/>
                      <a:pt x="5681" y="6672"/>
                      <a:pt x="5690" y="6672"/>
                    </a:cubicBezTo>
                    <a:cubicBezTo>
                      <a:pt x="5698" y="6672"/>
                      <a:pt x="5707" y="6671"/>
                      <a:pt x="5715" y="6669"/>
                    </a:cubicBezTo>
                    <a:cubicBezTo>
                      <a:pt x="5743" y="6665"/>
                      <a:pt x="5772" y="6655"/>
                      <a:pt x="5800" y="6648"/>
                    </a:cubicBezTo>
                    <a:cubicBezTo>
                      <a:pt x="5808" y="6671"/>
                      <a:pt x="5811" y="6704"/>
                      <a:pt x="5825" y="6724"/>
                    </a:cubicBezTo>
                    <a:cubicBezTo>
                      <a:pt x="5799" y="6728"/>
                      <a:pt x="5773" y="6731"/>
                      <a:pt x="5746" y="6736"/>
                    </a:cubicBezTo>
                    <a:lnTo>
                      <a:pt x="5694" y="6748"/>
                    </a:lnTo>
                    <a:cubicBezTo>
                      <a:pt x="5690" y="6729"/>
                      <a:pt x="5684" y="6710"/>
                      <a:pt x="5676" y="6692"/>
                    </a:cubicBezTo>
                    <a:lnTo>
                      <a:pt x="5675" y="6692"/>
                    </a:lnTo>
                    <a:moveTo>
                      <a:pt x="5868" y="6717"/>
                    </a:moveTo>
                    <a:lnTo>
                      <a:pt x="5857" y="6719"/>
                    </a:lnTo>
                    <a:cubicBezTo>
                      <a:pt x="5842" y="6693"/>
                      <a:pt x="5836" y="6663"/>
                      <a:pt x="5821" y="6637"/>
                    </a:cubicBezTo>
                    <a:cubicBezTo>
                      <a:pt x="5825" y="6634"/>
                      <a:pt x="5829" y="6630"/>
                      <a:pt x="5834" y="6628"/>
                    </a:cubicBezTo>
                    <a:cubicBezTo>
                      <a:pt x="5840" y="6624"/>
                      <a:pt x="5847" y="6622"/>
                      <a:pt x="5854" y="6620"/>
                    </a:cubicBezTo>
                    <a:cubicBezTo>
                      <a:pt x="5864" y="6616"/>
                      <a:pt x="5874" y="6613"/>
                      <a:pt x="5884" y="6610"/>
                    </a:cubicBezTo>
                    <a:lnTo>
                      <a:pt x="5893" y="6608"/>
                    </a:lnTo>
                    <a:cubicBezTo>
                      <a:pt x="5904" y="6637"/>
                      <a:pt x="5912" y="6668"/>
                      <a:pt x="5918" y="6698"/>
                    </a:cubicBezTo>
                    <a:cubicBezTo>
                      <a:pt x="5918" y="6704"/>
                      <a:pt x="5920" y="6709"/>
                      <a:pt x="5921" y="6714"/>
                    </a:cubicBezTo>
                    <a:cubicBezTo>
                      <a:pt x="5917" y="6721"/>
                      <a:pt x="5878" y="6716"/>
                      <a:pt x="5870" y="6718"/>
                    </a:cubicBezTo>
                    <a:lnTo>
                      <a:pt x="5868" y="6717"/>
                    </a:lnTo>
                    <a:moveTo>
                      <a:pt x="5829" y="6600"/>
                    </a:moveTo>
                    <a:cubicBezTo>
                      <a:pt x="5826" y="6600"/>
                      <a:pt x="5823" y="6601"/>
                      <a:pt x="5820" y="6603"/>
                    </a:cubicBezTo>
                    <a:cubicBezTo>
                      <a:pt x="5815" y="6605"/>
                      <a:pt x="5810" y="6611"/>
                      <a:pt x="5807" y="6617"/>
                    </a:cubicBezTo>
                    <a:cubicBezTo>
                      <a:pt x="5805" y="6619"/>
                      <a:pt x="5804" y="6622"/>
                      <a:pt x="5803" y="6625"/>
                    </a:cubicBezTo>
                    <a:cubicBezTo>
                      <a:pt x="5775" y="6633"/>
                      <a:pt x="5744" y="6634"/>
                      <a:pt x="5716" y="6645"/>
                    </a:cubicBezTo>
                    <a:cubicBezTo>
                      <a:pt x="5696" y="6652"/>
                      <a:pt x="5677" y="6649"/>
                      <a:pt x="5658" y="6658"/>
                    </a:cubicBezTo>
                    <a:cubicBezTo>
                      <a:pt x="5656" y="6654"/>
                      <a:pt x="5652" y="6651"/>
                      <a:pt x="5648" y="6648"/>
                    </a:cubicBezTo>
                    <a:cubicBezTo>
                      <a:pt x="5647" y="6647"/>
                      <a:pt x="5645" y="6647"/>
                      <a:pt x="5644" y="6646"/>
                    </a:cubicBezTo>
                    <a:cubicBezTo>
                      <a:pt x="5635" y="6645"/>
                      <a:pt x="5626" y="6644"/>
                      <a:pt x="5617" y="6644"/>
                    </a:cubicBezTo>
                    <a:cubicBezTo>
                      <a:pt x="5601" y="6644"/>
                      <a:pt x="5584" y="6646"/>
                      <a:pt x="5568" y="6651"/>
                    </a:cubicBezTo>
                    <a:cubicBezTo>
                      <a:pt x="5543" y="6657"/>
                      <a:pt x="5516" y="6654"/>
                      <a:pt x="5495" y="6671"/>
                    </a:cubicBezTo>
                    <a:cubicBezTo>
                      <a:pt x="5490" y="6674"/>
                      <a:pt x="5495" y="6681"/>
                      <a:pt x="5498" y="6681"/>
                    </a:cubicBezTo>
                    <a:cubicBezTo>
                      <a:pt x="5540" y="6685"/>
                      <a:pt x="5579" y="6665"/>
                      <a:pt x="5620" y="6666"/>
                    </a:cubicBezTo>
                    <a:cubicBezTo>
                      <a:pt x="5653" y="6666"/>
                      <a:pt x="5661" y="6719"/>
                      <a:pt x="5672" y="6752"/>
                    </a:cubicBezTo>
                    <a:cubicBezTo>
                      <a:pt x="5643" y="6758"/>
                      <a:pt x="5613" y="6764"/>
                      <a:pt x="5584" y="6769"/>
                    </a:cubicBezTo>
                    <a:cubicBezTo>
                      <a:pt x="5581" y="6754"/>
                      <a:pt x="5570" y="6740"/>
                      <a:pt x="5567" y="6725"/>
                    </a:cubicBezTo>
                    <a:cubicBezTo>
                      <a:pt x="5566" y="6722"/>
                      <a:pt x="5565" y="6719"/>
                      <a:pt x="5563" y="6716"/>
                    </a:cubicBezTo>
                    <a:cubicBezTo>
                      <a:pt x="5559" y="6708"/>
                      <a:pt x="5553" y="6702"/>
                      <a:pt x="5545" y="6698"/>
                    </a:cubicBezTo>
                    <a:cubicBezTo>
                      <a:pt x="5523" y="6686"/>
                      <a:pt x="5499" y="6680"/>
                      <a:pt x="5475" y="6680"/>
                    </a:cubicBezTo>
                    <a:cubicBezTo>
                      <a:pt x="5462" y="6680"/>
                      <a:pt x="5449" y="6681"/>
                      <a:pt x="5437" y="6685"/>
                    </a:cubicBezTo>
                    <a:cubicBezTo>
                      <a:pt x="5433" y="6686"/>
                      <a:pt x="5431" y="6692"/>
                      <a:pt x="5437" y="6693"/>
                    </a:cubicBezTo>
                    <a:cubicBezTo>
                      <a:pt x="5449" y="6695"/>
                      <a:pt x="5461" y="6697"/>
                      <a:pt x="5474" y="6697"/>
                    </a:cubicBezTo>
                    <a:cubicBezTo>
                      <a:pt x="5477" y="6697"/>
                      <a:pt x="5480" y="6697"/>
                      <a:pt x="5484" y="6696"/>
                    </a:cubicBezTo>
                    <a:cubicBezTo>
                      <a:pt x="5501" y="6697"/>
                      <a:pt x="5518" y="6701"/>
                      <a:pt x="5534" y="6709"/>
                    </a:cubicBezTo>
                    <a:cubicBezTo>
                      <a:pt x="5550" y="6716"/>
                      <a:pt x="5559" y="6752"/>
                      <a:pt x="5562" y="6773"/>
                    </a:cubicBezTo>
                    <a:cubicBezTo>
                      <a:pt x="5536" y="6777"/>
                      <a:pt x="5509" y="6779"/>
                      <a:pt x="5483" y="6780"/>
                    </a:cubicBezTo>
                    <a:cubicBezTo>
                      <a:pt x="5481" y="6780"/>
                      <a:pt x="5479" y="6781"/>
                      <a:pt x="5478" y="6782"/>
                    </a:cubicBezTo>
                    <a:cubicBezTo>
                      <a:pt x="5476" y="6783"/>
                      <a:pt x="5475" y="6784"/>
                      <a:pt x="5474" y="6785"/>
                    </a:cubicBezTo>
                    <a:cubicBezTo>
                      <a:pt x="5460" y="6752"/>
                      <a:pt x="5444" y="6719"/>
                      <a:pt x="5425" y="6687"/>
                    </a:cubicBezTo>
                    <a:lnTo>
                      <a:pt x="5427" y="6687"/>
                    </a:lnTo>
                    <a:lnTo>
                      <a:pt x="5431" y="6682"/>
                    </a:lnTo>
                    <a:cubicBezTo>
                      <a:pt x="5432" y="6682"/>
                      <a:pt x="5433" y="6682"/>
                      <a:pt x="5434" y="6682"/>
                    </a:cubicBezTo>
                    <a:cubicBezTo>
                      <a:pt x="5435" y="6681"/>
                      <a:pt x="5435" y="6680"/>
                      <a:pt x="5436" y="6679"/>
                    </a:cubicBezTo>
                    <a:cubicBezTo>
                      <a:pt x="5436" y="6678"/>
                      <a:pt x="5437" y="6678"/>
                      <a:pt x="5437" y="6677"/>
                    </a:cubicBezTo>
                    <a:cubicBezTo>
                      <a:pt x="5462" y="6651"/>
                      <a:pt x="5484" y="6621"/>
                      <a:pt x="5507" y="6593"/>
                    </a:cubicBezTo>
                    <a:cubicBezTo>
                      <a:pt x="5534" y="6564"/>
                      <a:pt x="5560" y="6534"/>
                      <a:pt x="5583" y="6502"/>
                    </a:cubicBezTo>
                    <a:cubicBezTo>
                      <a:pt x="5603" y="6472"/>
                      <a:pt x="5626" y="6443"/>
                      <a:pt x="5651" y="6417"/>
                    </a:cubicBezTo>
                    <a:cubicBezTo>
                      <a:pt x="5677" y="6387"/>
                      <a:pt x="5705" y="6338"/>
                      <a:pt x="5742" y="6317"/>
                    </a:cubicBezTo>
                    <a:lnTo>
                      <a:pt x="5757" y="6343"/>
                    </a:lnTo>
                    <a:cubicBezTo>
                      <a:pt x="5789" y="6400"/>
                      <a:pt x="5828" y="6454"/>
                      <a:pt x="5855" y="6513"/>
                    </a:cubicBezTo>
                    <a:cubicBezTo>
                      <a:pt x="5866" y="6536"/>
                      <a:pt x="5875" y="6558"/>
                      <a:pt x="5885" y="6581"/>
                    </a:cubicBezTo>
                    <a:cubicBezTo>
                      <a:pt x="5866" y="6585"/>
                      <a:pt x="5848" y="6591"/>
                      <a:pt x="5830" y="6599"/>
                    </a:cubicBezTo>
                    <a:lnTo>
                      <a:pt x="5829" y="6600"/>
                    </a:lnTo>
                    <a:moveTo>
                      <a:pt x="5682" y="6340"/>
                    </a:moveTo>
                    <a:cubicBezTo>
                      <a:pt x="5645" y="6379"/>
                      <a:pt x="5619" y="6438"/>
                      <a:pt x="5576" y="6473"/>
                    </a:cubicBezTo>
                    <a:cubicBezTo>
                      <a:pt x="5547" y="6502"/>
                      <a:pt x="5522" y="6534"/>
                      <a:pt x="5500" y="6569"/>
                    </a:cubicBezTo>
                    <a:cubicBezTo>
                      <a:pt x="5488" y="6585"/>
                      <a:pt x="5475" y="6601"/>
                      <a:pt x="5461" y="6615"/>
                    </a:cubicBezTo>
                    <a:cubicBezTo>
                      <a:pt x="5466" y="6608"/>
                      <a:pt x="5470" y="6601"/>
                      <a:pt x="5474" y="6593"/>
                    </a:cubicBezTo>
                    <a:cubicBezTo>
                      <a:pt x="5501" y="6546"/>
                      <a:pt x="5528" y="6499"/>
                      <a:pt x="5557" y="6453"/>
                    </a:cubicBezTo>
                    <a:cubicBezTo>
                      <a:pt x="5586" y="6406"/>
                      <a:pt x="5611" y="6351"/>
                      <a:pt x="5640" y="6302"/>
                    </a:cubicBezTo>
                    <a:cubicBezTo>
                      <a:pt x="5655" y="6277"/>
                      <a:pt x="5663" y="6239"/>
                      <a:pt x="5682" y="6215"/>
                    </a:cubicBezTo>
                    <a:cubicBezTo>
                      <a:pt x="5687" y="6226"/>
                      <a:pt x="5693" y="6238"/>
                      <a:pt x="5699" y="6249"/>
                    </a:cubicBezTo>
                    <a:cubicBezTo>
                      <a:pt x="5701" y="6251"/>
                      <a:pt x="5702" y="6254"/>
                      <a:pt x="5704" y="6256"/>
                    </a:cubicBezTo>
                    <a:cubicBezTo>
                      <a:pt x="5712" y="6269"/>
                      <a:pt x="5720" y="6283"/>
                      <a:pt x="5728" y="6296"/>
                    </a:cubicBezTo>
                    <a:cubicBezTo>
                      <a:pt x="5712" y="6308"/>
                      <a:pt x="5697" y="6323"/>
                      <a:pt x="5684" y="6340"/>
                    </a:cubicBezTo>
                    <a:lnTo>
                      <a:pt x="5682" y="6340"/>
                    </a:lnTo>
                    <a:moveTo>
                      <a:pt x="5588" y="6117"/>
                    </a:moveTo>
                    <a:cubicBezTo>
                      <a:pt x="5580" y="6139"/>
                      <a:pt x="5571" y="6159"/>
                      <a:pt x="5560" y="6178"/>
                    </a:cubicBezTo>
                    <a:cubicBezTo>
                      <a:pt x="5559" y="6180"/>
                      <a:pt x="5558" y="6181"/>
                      <a:pt x="5557" y="6182"/>
                    </a:cubicBezTo>
                    <a:cubicBezTo>
                      <a:pt x="5538" y="6226"/>
                      <a:pt x="5517" y="6267"/>
                      <a:pt x="5494" y="6308"/>
                    </a:cubicBezTo>
                    <a:cubicBezTo>
                      <a:pt x="5493" y="6310"/>
                      <a:pt x="5492" y="6312"/>
                      <a:pt x="5491" y="6314"/>
                    </a:cubicBezTo>
                    <a:cubicBezTo>
                      <a:pt x="5438" y="6406"/>
                      <a:pt x="5391" y="6502"/>
                      <a:pt x="5349" y="6600"/>
                    </a:cubicBezTo>
                    <a:cubicBezTo>
                      <a:pt x="5339" y="6591"/>
                      <a:pt x="5328" y="6583"/>
                      <a:pt x="5316" y="6576"/>
                    </a:cubicBezTo>
                    <a:cubicBezTo>
                      <a:pt x="5316" y="6575"/>
                      <a:pt x="5316" y="6575"/>
                      <a:pt x="5316" y="6574"/>
                    </a:cubicBezTo>
                    <a:lnTo>
                      <a:pt x="5316" y="6573"/>
                    </a:lnTo>
                    <a:cubicBezTo>
                      <a:pt x="5316" y="6558"/>
                      <a:pt x="5312" y="6543"/>
                      <a:pt x="5307" y="6529"/>
                    </a:cubicBezTo>
                    <a:cubicBezTo>
                      <a:pt x="5300" y="6504"/>
                      <a:pt x="5300" y="6480"/>
                      <a:pt x="5292" y="6455"/>
                    </a:cubicBezTo>
                    <a:cubicBezTo>
                      <a:pt x="5285" y="6428"/>
                      <a:pt x="5282" y="6400"/>
                      <a:pt x="5282" y="6372"/>
                    </a:cubicBezTo>
                    <a:cubicBezTo>
                      <a:pt x="5282" y="6370"/>
                      <a:pt x="5282" y="6368"/>
                      <a:pt x="5282" y="6367"/>
                    </a:cubicBezTo>
                    <a:cubicBezTo>
                      <a:pt x="5282" y="6339"/>
                      <a:pt x="5270" y="6309"/>
                      <a:pt x="5265" y="6281"/>
                    </a:cubicBezTo>
                    <a:cubicBezTo>
                      <a:pt x="5255" y="6215"/>
                      <a:pt x="5246" y="6151"/>
                      <a:pt x="5233" y="6086"/>
                    </a:cubicBezTo>
                    <a:cubicBezTo>
                      <a:pt x="5226" y="6055"/>
                      <a:pt x="5216" y="6025"/>
                      <a:pt x="5208" y="5994"/>
                    </a:cubicBezTo>
                    <a:cubicBezTo>
                      <a:pt x="5203" y="5973"/>
                      <a:pt x="5199" y="5952"/>
                      <a:pt x="5196" y="5931"/>
                    </a:cubicBezTo>
                    <a:cubicBezTo>
                      <a:pt x="5199" y="5932"/>
                      <a:pt x="5202" y="5932"/>
                      <a:pt x="5204" y="5932"/>
                    </a:cubicBezTo>
                    <a:cubicBezTo>
                      <a:pt x="5215" y="5932"/>
                      <a:pt x="5225" y="5931"/>
                      <a:pt x="5235" y="5930"/>
                    </a:cubicBezTo>
                    <a:cubicBezTo>
                      <a:pt x="5276" y="5931"/>
                      <a:pt x="5315" y="5940"/>
                      <a:pt x="5352" y="5956"/>
                    </a:cubicBezTo>
                    <a:cubicBezTo>
                      <a:pt x="5385" y="5973"/>
                      <a:pt x="5420" y="5986"/>
                      <a:pt x="5456" y="5993"/>
                    </a:cubicBezTo>
                    <a:cubicBezTo>
                      <a:pt x="5466" y="5994"/>
                      <a:pt x="5471" y="5999"/>
                      <a:pt x="5478" y="6000"/>
                    </a:cubicBezTo>
                    <a:cubicBezTo>
                      <a:pt x="5487" y="6009"/>
                      <a:pt x="5495" y="6018"/>
                      <a:pt x="5502" y="6028"/>
                    </a:cubicBezTo>
                    <a:cubicBezTo>
                      <a:pt x="5513" y="6042"/>
                      <a:pt x="5527" y="6054"/>
                      <a:pt x="5542" y="6063"/>
                    </a:cubicBezTo>
                    <a:cubicBezTo>
                      <a:pt x="5545" y="6064"/>
                      <a:pt x="5547" y="6066"/>
                      <a:pt x="5550" y="6067"/>
                    </a:cubicBezTo>
                    <a:cubicBezTo>
                      <a:pt x="5566" y="6076"/>
                      <a:pt x="5580" y="6087"/>
                      <a:pt x="5594" y="6100"/>
                    </a:cubicBezTo>
                    <a:cubicBezTo>
                      <a:pt x="5592" y="6106"/>
                      <a:pt x="5590" y="6111"/>
                      <a:pt x="5589" y="6117"/>
                    </a:cubicBezTo>
                    <a:lnTo>
                      <a:pt x="5588" y="6117"/>
                    </a:lnTo>
                    <a:moveTo>
                      <a:pt x="5265" y="5906"/>
                    </a:moveTo>
                    <a:cubicBezTo>
                      <a:pt x="5251" y="5904"/>
                      <a:pt x="5238" y="5902"/>
                      <a:pt x="5224" y="5902"/>
                    </a:cubicBezTo>
                    <a:lnTo>
                      <a:pt x="5216" y="5903"/>
                    </a:lnTo>
                    <a:lnTo>
                      <a:pt x="5213" y="5903"/>
                    </a:lnTo>
                    <a:lnTo>
                      <a:pt x="5204" y="5902"/>
                    </a:lnTo>
                    <a:cubicBezTo>
                      <a:pt x="5204" y="5901"/>
                      <a:pt x="5203" y="5901"/>
                      <a:pt x="5203" y="5901"/>
                    </a:cubicBezTo>
                    <a:cubicBezTo>
                      <a:pt x="5201" y="5901"/>
                      <a:pt x="5200" y="5901"/>
                      <a:pt x="5199" y="5902"/>
                    </a:cubicBezTo>
                    <a:cubicBezTo>
                      <a:pt x="5198" y="5903"/>
                      <a:pt x="5198" y="5903"/>
                      <a:pt x="5197" y="5904"/>
                    </a:cubicBezTo>
                    <a:lnTo>
                      <a:pt x="5193" y="5904"/>
                    </a:lnTo>
                    <a:cubicBezTo>
                      <a:pt x="5192" y="5893"/>
                      <a:pt x="5190" y="5882"/>
                      <a:pt x="5187" y="5871"/>
                    </a:cubicBezTo>
                    <a:cubicBezTo>
                      <a:pt x="5201" y="5872"/>
                      <a:pt x="5214" y="5874"/>
                      <a:pt x="5227" y="5876"/>
                    </a:cubicBezTo>
                    <a:cubicBezTo>
                      <a:pt x="5262" y="5885"/>
                      <a:pt x="5295" y="5899"/>
                      <a:pt x="5327" y="5917"/>
                    </a:cubicBezTo>
                    <a:cubicBezTo>
                      <a:pt x="5327" y="5918"/>
                      <a:pt x="5328" y="5918"/>
                      <a:pt x="5328" y="5918"/>
                    </a:cubicBezTo>
                    <a:cubicBezTo>
                      <a:pt x="5309" y="5913"/>
                      <a:pt x="5288" y="5910"/>
                      <a:pt x="5266" y="5906"/>
                    </a:cubicBezTo>
                    <a:lnTo>
                      <a:pt x="5265" y="5906"/>
                    </a:lnTo>
                    <a:moveTo>
                      <a:pt x="5055" y="6033"/>
                    </a:moveTo>
                    <a:cubicBezTo>
                      <a:pt x="5067" y="6092"/>
                      <a:pt x="5081" y="6153"/>
                      <a:pt x="5089" y="6213"/>
                    </a:cubicBezTo>
                    <a:cubicBezTo>
                      <a:pt x="5095" y="6256"/>
                      <a:pt x="5105" y="6298"/>
                      <a:pt x="5110" y="6340"/>
                    </a:cubicBezTo>
                    <a:cubicBezTo>
                      <a:pt x="5114" y="6376"/>
                      <a:pt x="5110" y="6411"/>
                      <a:pt x="5117" y="6447"/>
                    </a:cubicBezTo>
                    <a:cubicBezTo>
                      <a:pt x="5123" y="6475"/>
                      <a:pt x="5105" y="6521"/>
                      <a:pt x="5131" y="6542"/>
                    </a:cubicBezTo>
                    <a:cubicBezTo>
                      <a:pt x="5126" y="6543"/>
                      <a:pt x="5121" y="6544"/>
                      <a:pt x="5115" y="6546"/>
                    </a:cubicBezTo>
                    <a:cubicBezTo>
                      <a:pt x="5115" y="6542"/>
                      <a:pt x="5115" y="6539"/>
                      <a:pt x="5114" y="6536"/>
                    </a:cubicBezTo>
                    <a:cubicBezTo>
                      <a:pt x="5115" y="6534"/>
                      <a:pt x="5115" y="6533"/>
                      <a:pt x="5115" y="6532"/>
                    </a:cubicBezTo>
                    <a:cubicBezTo>
                      <a:pt x="5115" y="6530"/>
                      <a:pt x="5115" y="6529"/>
                      <a:pt x="5114" y="6528"/>
                    </a:cubicBezTo>
                    <a:cubicBezTo>
                      <a:pt x="5095" y="6447"/>
                      <a:pt x="5033" y="6370"/>
                      <a:pt x="4995" y="6298"/>
                    </a:cubicBezTo>
                    <a:cubicBezTo>
                      <a:pt x="4950" y="6209"/>
                      <a:pt x="4872" y="6143"/>
                      <a:pt x="4835" y="6049"/>
                    </a:cubicBezTo>
                    <a:cubicBezTo>
                      <a:pt x="4836" y="6049"/>
                      <a:pt x="4837" y="6049"/>
                      <a:pt x="4839" y="6048"/>
                    </a:cubicBezTo>
                    <a:lnTo>
                      <a:pt x="4840" y="6048"/>
                    </a:lnTo>
                    <a:cubicBezTo>
                      <a:pt x="4866" y="6027"/>
                      <a:pt x="4888" y="6000"/>
                      <a:pt x="4914" y="5979"/>
                    </a:cubicBezTo>
                    <a:cubicBezTo>
                      <a:pt x="4918" y="5977"/>
                      <a:pt x="4921" y="5974"/>
                      <a:pt x="4925" y="5972"/>
                    </a:cubicBezTo>
                    <a:cubicBezTo>
                      <a:pt x="4938" y="5965"/>
                      <a:pt x="4952" y="5959"/>
                      <a:pt x="4967" y="5955"/>
                    </a:cubicBezTo>
                    <a:cubicBezTo>
                      <a:pt x="4990" y="5947"/>
                      <a:pt x="5014" y="5941"/>
                      <a:pt x="5038" y="5936"/>
                    </a:cubicBezTo>
                    <a:cubicBezTo>
                      <a:pt x="5042" y="5969"/>
                      <a:pt x="5050" y="6002"/>
                      <a:pt x="5055" y="6033"/>
                    </a:cubicBezTo>
                    <a:moveTo>
                      <a:pt x="4954" y="6279"/>
                    </a:moveTo>
                    <a:cubicBezTo>
                      <a:pt x="4977" y="6315"/>
                      <a:pt x="4996" y="6354"/>
                      <a:pt x="5016" y="6391"/>
                    </a:cubicBezTo>
                    <a:cubicBezTo>
                      <a:pt x="5025" y="6408"/>
                      <a:pt x="5035" y="6427"/>
                      <a:pt x="5047" y="6446"/>
                    </a:cubicBezTo>
                    <a:cubicBezTo>
                      <a:pt x="5030" y="6426"/>
                      <a:pt x="5014" y="6406"/>
                      <a:pt x="4997" y="6387"/>
                    </a:cubicBezTo>
                    <a:cubicBezTo>
                      <a:pt x="4981" y="6372"/>
                      <a:pt x="4967" y="6355"/>
                      <a:pt x="4954" y="6337"/>
                    </a:cubicBezTo>
                    <a:cubicBezTo>
                      <a:pt x="4942" y="6316"/>
                      <a:pt x="4920" y="6303"/>
                      <a:pt x="4905" y="6284"/>
                    </a:cubicBezTo>
                    <a:cubicBezTo>
                      <a:pt x="4881" y="6250"/>
                      <a:pt x="4854" y="6219"/>
                      <a:pt x="4825" y="6189"/>
                    </a:cubicBezTo>
                    <a:cubicBezTo>
                      <a:pt x="4802" y="6166"/>
                      <a:pt x="4784" y="6139"/>
                      <a:pt x="4761" y="6116"/>
                    </a:cubicBezTo>
                    <a:cubicBezTo>
                      <a:pt x="4750" y="6105"/>
                      <a:pt x="4738" y="6096"/>
                      <a:pt x="4727" y="6085"/>
                    </a:cubicBezTo>
                    <a:cubicBezTo>
                      <a:pt x="4730" y="6083"/>
                      <a:pt x="4733" y="6081"/>
                      <a:pt x="4736" y="6079"/>
                    </a:cubicBezTo>
                    <a:cubicBezTo>
                      <a:pt x="4747" y="6073"/>
                      <a:pt x="4759" y="6068"/>
                      <a:pt x="4771" y="6066"/>
                    </a:cubicBezTo>
                    <a:cubicBezTo>
                      <a:pt x="4786" y="6061"/>
                      <a:pt x="4801" y="6055"/>
                      <a:pt x="4816" y="6050"/>
                    </a:cubicBezTo>
                    <a:cubicBezTo>
                      <a:pt x="4833" y="6131"/>
                      <a:pt x="4909" y="6212"/>
                      <a:pt x="4954" y="6279"/>
                    </a:cubicBezTo>
                    <a:moveTo>
                      <a:pt x="4686" y="6338"/>
                    </a:moveTo>
                    <a:lnTo>
                      <a:pt x="4706" y="6358"/>
                    </a:lnTo>
                    <a:cubicBezTo>
                      <a:pt x="4682" y="6374"/>
                      <a:pt x="4667" y="6432"/>
                      <a:pt x="4661" y="6451"/>
                    </a:cubicBezTo>
                    <a:cubicBezTo>
                      <a:pt x="4646" y="6495"/>
                      <a:pt x="4636" y="6540"/>
                      <a:pt x="4629" y="6586"/>
                    </a:cubicBezTo>
                    <a:lnTo>
                      <a:pt x="4628" y="6586"/>
                    </a:lnTo>
                    <a:lnTo>
                      <a:pt x="4626" y="6585"/>
                    </a:lnTo>
                    <a:cubicBezTo>
                      <a:pt x="4622" y="6584"/>
                      <a:pt x="4619" y="6587"/>
                      <a:pt x="4618" y="6591"/>
                    </a:cubicBezTo>
                    <a:cubicBezTo>
                      <a:pt x="4615" y="6592"/>
                      <a:pt x="4612" y="6593"/>
                      <a:pt x="4610" y="6594"/>
                    </a:cubicBezTo>
                    <a:cubicBezTo>
                      <a:pt x="4601" y="6597"/>
                      <a:pt x="4593" y="6602"/>
                      <a:pt x="4585" y="6606"/>
                    </a:cubicBezTo>
                    <a:cubicBezTo>
                      <a:pt x="4578" y="6608"/>
                      <a:pt x="4571" y="6611"/>
                      <a:pt x="4565" y="6615"/>
                    </a:cubicBezTo>
                    <a:cubicBezTo>
                      <a:pt x="4560" y="6618"/>
                      <a:pt x="4555" y="6622"/>
                      <a:pt x="4550" y="6626"/>
                    </a:cubicBezTo>
                    <a:cubicBezTo>
                      <a:pt x="4550" y="6615"/>
                      <a:pt x="4550" y="6604"/>
                      <a:pt x="4550" y="6593"/>
                    </a:cubicBezTo>
                    <a:cubicBezTo>
                      <a:pt x="4550" y="6586"/>
                      <a:pt x="4549" y="6579"/>
                      <a:pt x="4549" y="6572"/>
                    </a:cubicBezTo>
                    <a:cubicBezTo>
                      <a:pt x="4549" y="6482"/>
                      <a:pt x="4568" y="6392"/>
                      <a:pt x="4605" y="6310"/>
                    </a:cubicBezTo>
                    <a:cubicBezTo>
                      <a:pt x="4608" y="6302"/>
                      <a:pt x="4611" y="6295"/>
                      <a:pt x="4614" y="6287"/>
                    </a:cubicBezTo>
                    <a:cubicBezTo>
                      <a:pt x="4636" y="6305"/>
                      <a:pt x="4663" y="6318"/>
                      <a:pt x="4685" y="6338"/>
                    </a:cubicBezTo>
                    <a:lnTo>
                      <a:pt x="4686" y="6338"/>
                    </a:lnTo>
                    <a:moveTo>
                      <a:pt x="4563" y="6873"/>
                    </a:moveTo>
                    <a:cubicBezTo>
                      <a:pt x="4588" y="6861"/>
                      <a:pt x="4628" y="6851"/>
                      <a:pt x="4648" y="6878"/>
                    </a:cubicBezTo>
                    <a:cubicBezTo>
                      <a:pt x="4660" y="6892"/>
                      <a:pt x="4670" y="6907"/>
                      <a:pt x="4679" y="6922"/>
                    </a:cubicBezTo>
                    <a:cubicBezTo>
                      <a:pt x="4687" y="6936"/>
                      <a:pt x="4694" y="6949"/>
                      <a:pt x="4699" y="6963"/>
                    </a:cubicBezTo>
                    <a:cubicBezTo>
                      <a:pt x="4712" y="6999"/>
                      <a:pt x="4719" y="7036"/>
                      <a:pt x="4721" y="7074"/>
                    </a:cubicBezTo>
                    <a:cubicBezTo>
                      <a:pt x="4717" y="7130"/>
                      <a:pt x="4738" y="7179"/>
                      <a:pt x="4717" y="7235"/>
                    </a:cubicBezTo>
                    <a:cubicBezTo>
                      <a:pt x="4709" y="7257"/>
                      <a:pt x="4703" y="7279"/>
                      <a:pt x="4693" y="7301"/>
                    </a:cubicBezTo>
                    <a:cubicBezTo>
                      <a:pt x="4682" y="7322"/>
                      <a:pt x="4622" y="7318"/>
                      <a:pt x="4613" y="7310"/>
                    </a:cubicBezTo>
                    <a:cubicBezTo>
                      <a:pt x="4613" y="7309"/>
                      <a:pt x="4612" y="7308"/>
                      <a:pt x="4611" y="7308"/>
                    </a:cubicBezTo>
                    <a:cubicBezTo>
                      <a:pt x="4610" y="7307"/>
                      <a:pt x="4608" y="7307"/>
                      <a:pt x="4607" y="7307"/>
                    </a:cubicBezTo>
                    <a:cubicBezTo>
                      <a:pt x="4610" y="7291"/>
                      <a:pt x="4612" y="7275"/>
                      <a:pt x="4612" y="7259"/>
                    </a:cubicBezTo>
                    <a:cubicBezTo>
                      <a:pt x="4613" y="7230"/>
                      <a:pt x="4617" y="7202"/>
                      <a:pt x="4625" y="7175"/>
                    </a:cubicBezTo>
                    <a:cubicBezTo>
                      <a:pt x="4629" y="7150"/>
                      <a:pt x="4632" y="7125"/>
                      <a:pt x="4633" y="7100"/>
                    </a:cubicBezTo>
                    <a:cubicBezTo>
                      <a:pt x="4637" y="7063"/>
                      <a:pt x="4651" y="7013"/>
                      <a:pt x="4635" y="6978"/>
                    </a:cubicBezTo>
                    <a:cubicBezTo>
                      <a:pt x="4632" y="6972"/>
                      <a:pt x="4629" y="6966"/>
                      <a:pt x="4626" y="6960"/>
                    </a:cubicBezTo>
                    <a:cubicBezTo>
                      <a:pt x="4606" y="6926"/>
                      <a:pt x="4580" y="6897"/>
                      <a:pt x="4548" y="6874"/>
                    </a:cubicBezTo>
                    <a:cubicBezTo>
                      <a:pt x="4548" y="6873"/>
                      <a:pt x="4548" y="6874"/>
                      <a:pt x="4549" y="6873"/>
                    </a:cubicBezTo>
                    <a:cubicBezTo>
                      <a:pt x="4550" y="6872"/>
                      <a:pt x="4549" y="6872"/>
                      <a:pt x="4549" y="6871"/>
                    </a:cubicBezTo>
                    <a:cubicBezTo>
                      <a:pt x="4550" y="6872"/>
                      <a:pt x="4550" y="6872"/>
                      <a:pt x="4551" y="6872"/>
                    </a:cubicBezTo>
                    <a:cubicBezTo>
                      <a:pt x="4553" y="6873"/>
                      <a:pt x="4555" y="6874"/>
                      <a:pt x="4557" y="6874"/>
                    </a:cubicBezTo>
                    <a:cubicBezTo>
                      <a:pt x="4559" y="6874"/>
                      <a:pt x="4560" y="6874"/>
                      <a:pt x="4562" y="6873"/>
                    </a:cubicBezTo>
                    <a:lnTo>
                      <a:pt x="4563" y="6873"/>
                    </a:lnTo>
                    <a:moveTo>
                      <a:pt x="4563" y="6927"/>
                    </a:moveTo>
                    <a:cubicBezTo>
                      <a:pt x="4574" y="6937"/>
                      <a:pt x="4584" y="6949"/>
                      <a:pt x="4591" y="6962"/>
                    </a:cubicBezTo>
                    <a:cubicBezTo>
                      <a:pt x="4596" y="6971"/>
                      <a:pt x="4600" y="6980"/>
                      <a:pt x="4603" y="6990"/>
                    </a:cubicBezTo>
                    <a:cubicBezTo>
                      <a:pt x="4572" y="7002"/>
                      <a:pt x="4538" y="7009"/>
                      <a:pt x="4504" y="7011"/>
                    </a:cubicBezTo>
                    <a:cubicBezTo>
                      <a:pt x="4468" y="6965"/>
                      <a:pt x="4410" y="6934"/>
                      <a:pt x="4374" y="6888"/>
                    </a:cubicBezTo>
                    <a:cubicBezTo>
                      <a:pt x="4347" y="6855"/>
                      <a:pt x="4310" y="6830"/>
                      <a:pt x="4283" y="6796"/>
                    </a:cubicBezTo>
                    <a:cubicBezTo>
                      <a:pt x="4264" y="6776"/>
                      <a:pt x="4242" y="6759"/>
                      <a:pt x="4219" y="6744"/>
                    </a:cubicBezTo>
                    <a:cubicBezTo>
                      <a:pt x="4218" y="6742"/>
                      <a:pt x="4217" y="6741"/>
                      <a:pt x="4216" y="6739"/>
                    </a:cubicBezTo>
                    <a:cubicBezTo>
                      <a:pt x="4214" y="6734"/>
                      <a:pt x="4210" y="6730"/>
                      <a:pt x="4206" y="6727"/>
                    </a:cubicBezTo>
                    <a:cubicBezTo>
                      <a:pt x="4206" y="6726"/>
                      <a:pt x="4205" y="6726"/>
                      <a:pt x="4204" y="6725"/>
                    </a:cubicBezTo>
                    <a:cubicBezTo>
                      <a:pt x="4202" y="6724"/>
                      <a:pt x="4199" y="6723"/>
                      <a:pt x="4197" y="6723"/>
                    </a:cubicBezTo>
                    <a:cubicBezTo>
                      <a:pt x="4194" y="6723"/>
                      <a:pt x="4193" y="6724"/>
                      <a:pt x="4191" y="6725"/>
                    </a:cubicBezTo>
                    <a:cubicBezTo>
                      <a:pt x="4190" y="6726"/>
                      <a:pt x="4189" y="6726"/>
                      <a:pt x="4188" y="6727"/>
                    </a:cubicBezTo>
                    <a:cubicBezTo>
                      <a:pt x="4182" y="6722"/>
                      <a:pt x="4177" y="6716"/>
                      <a:pt x="4171" y="6711"/>
                    </a:cubicBezTo>
                    <a:cubicBezTo>
                      <a:pt x="4143" y="6686"/>
                      <a:pt x="4116" y="6663"/>
                      <a:pt x="4090" y="6637"/>
                    </a:cubicBezTo>
                    <a:cubicBezTo>
                      <a:pt x="4055" y="6603"/>
                      <a:pt x="4016" y="6576"/>
                      <a:pt x="3980" y="6543"/>
                    </a:cubicBezTo>
                    <a:cubicBezTo>
                      <a:pt x="3948" y="6513"/>
                      <a:pt x="3914" y="6485"/>
                      <a:pt x="3879" y="6458"/>
                    </a:cubicBezTo>
                    <a:cubicBezTo>
                      <a:pt x="3849" y="6437"/>
                      <a:pt x="3824" y="6412"/>
                      <a:pt x="3794" y="6391"/>
                    </a:cubicBezTo>
                    <a:cubicBezTo>
                      <a:pt x="3631" y="6277"/>
                      <a:pt x="3471" y="6159"/>
                      <a:pt x="3310" y="6043"/>
                    </a:cubicBezTo>
                    <a:cubicBezTo>
                      <a:pt x="3229" y="5984"/>
                      <a:pt x="3148" y="5927"/>
                      <a:pt x="3061" y="5877"/>
                    </a:cubicBezTo>
                    <a:cubicBezTo>
                      <a:pt x="3057" y="5874"/>
                      <a:pt x="3053" y="5872"/>
                      <a:pt x="3049" y="5869"/>
                    </a:cubicBezTo>
                    <a:cubicBezTo>
                      <a:pt x="2956" y="5816"/>
                      <a:pt x="2867" y="5756"/>
                      <a:pt x="2781" y="5691"/>
                    </a:cubicBezTo>
                    <a:cubicBezTo>
                      <a:pt x="2696" y="5625"/>
                      <a:pt x="2609" y="5563"/>
                      <a:pt x="2530" y="5489"/>
                    </a:cubicBezTo>
                    <a:cubicBezTo>
                      <a:pt x="2491" y="5453"/>
                      <a:pt x="2450" y="5420"/>
                      <a:pt x="2406" y="5390"/>
                    </a:cubicBezTo>
                    <a:cubicBezTo>
                      <a:pt x="2379" y="5371"/>
                      <a:pt x="2356" y="5346"/>
                      <a:pt x="2329" y="5326"/>
                    </a:cubicBezTo>
                    <a:cubicBezTo>
                      <a:pt x="2314" y="5315"/>
                      <a:pt x="2285" y="5301"/>
                      <a:pt x="2284" y="5279"/>
                    </a:cubicBezTo>
                    <a:cubicBezTo>
                      <a:pt x="2284" y="5277"/>
                      <a:pt x="2284" y="5277"/>
                      <a:pt x="2283" y="5275"/>
                    </a:cubicBezTo>
                    <a:cubicBezTo>
                      <a:pt x="2282" y="5273"/>
                      <a:pt x="2281" y="5272"/>
                      <a:pt x="2280" y="5272"/>
                    </a:cubicBezTo>
                    <a:cubicBezTo>
                      <a:pt x="2279" y="5271"/>
                      <a:pt x="2278" y="5271"/>
                      <a:pt x="2277" y="5271"/>
                    </a:cubicBezTo>
                    <a:cubicBezTo>
                      <a:pt x="2282" y="5237"/>
                      <a:pt x="2287" y="5204"/>
                      <a:pt x="2294" y="5170"/>
                    </a:cubicBezTo>
                    <a:cubicBezTo>
                      <a:pt x="2312" y="5200"/>
                      <a:pt x="2345" y="5223"/>
                      <a:pt x="2371" y="5246"/>
                    </a:cubicBezTo>
                    <a:cubicBezTo>
                      <a:pt x="2404" y="5275"/>
                      <a:pt x="2437" y="5303"/>
                      <a:pt x="2471" y="5329"/>
                    </a:cubicBezTo>
                    <a:cubicBezTo>
                      <a:pt x="2480" y="5336"/>
                      <a:pt x="2488" y="5343"/>
                      <a:pt x="2496" y="5349"/>
                    </a:cubicBezTo>
                    <a:cubicBezTo>
                      <a:pt x="2497" y="5349"/>
                      <a:pt x="2497" y="5349"/>
                      <a:pt x="2497" y="5349"/>
                    </a:cubicBezTo>
                    <a:cubicBezTo>
                      <a:pt x="2498" y="5351"/>
                      <a:pt x="2499" y="5351"/>
                      <a:pt x="2501" y="5353"/>
                    </a:cubicBezTo>
                    <a:cubicBezTo>
                      <a:pt x="2502" y="5354"/>
                      <a:pt x="2502" y="5354"/>
                      <a:pt x="2503" y="5354"/>
                    </a:cubicBezTo>
                    <a:cubicBezTo>
                      <a:pt x="2535" y="5380"/>
                      <a:pt x="2566" y="5406"/>
                      <a:pt x="2597" y="5433"/>
                    </a:cubicBezTo>
                    <a:cubicBezTo>
                      <a:pt x="2598" y="5435"/>
                      <a:pt x="2599" y="5436"/>
                      <a:pt x="2601" y="5437"/>
                    </a:cubicBezTo>
                    <a:cubicBezTo>
                      <a:pt x="2602" y="5438"/>
                      <a:pt x="2602" y="5438"/>
                      <a:pt x="2603" y="5438"/>
                    </a:cubicBezTo>
                    <a:cubicBezTo>
                      <a:pt x="2635" y="5467"/>
                      <a:pt x="2668" y="5495"/>
                      <a:pt x="2701" y="5523"/>
                    </a:cubicBezTo>
                    <a:cubicBezTo>
                      <a:pt x="2746" y="5560"/>
                      <a:pt x="2789" y="5600"/>
                      <a:pt x="2836" y="5634"/>
                    </a:cubicBezTo>
                    <a:cubicBezTo>
                      <a:pt x="2883" y="5668"/>
                      <a:pt x="2931" y="5712"/>
                      <a:pt x="2983" y="5747"/>
                    </a:cubicBezTo>
                    <a:cubicBezTo>
                      <a:pt x="3073" y="5806"/>
                      <a:pt x="3168" y="5858"/>
                      <a:pt x="3258" y="5918"/>
                    </a:cubicBezTo>
                    <a:cubicBezTo>
                      <a:pt x="3303" y="5949"/>
                      <a:pt x="3352" y="5973"/>
                      <a:pt x="3395" y="6008"/>
                    </a:cubicBezTo>
                    <a:cubicBezTo>
                      <a:pt x="3426" y="6030"/>
                      <a:pt x="3458" y="6052"/>
                      <a:pt x="3492" y="6071"/>
                    </a:cubicBezTo>
                    <a:cubicBezTo>
                      <a:pt x="3525" y="6091"/>
                      <a:pt x="3492" y="6073"/>
                      <a:pt x="3492" y="6074"/>
                    </a:cubicBezTo>
                    <a:cubicBezTo>
                      <a:pt x="3492" y="6075"/>
                      <a:pt x="3492" y="6076"/>
                      <a:pt x="3493" y="6077"/>
                    </a:cubicBezTo>
                    <a:cubicBezTo>
                      <a:pt x="3494" y="6079"/>
                      <a:pt x="3496" y="6081"/>
                      <a:pt x="3498" y="6083"/>
                    </a:cubicBezTo>
                    <a:cubicBezTo>
                      <a:pt x="3500" y="6084"/>
                      <a:pt x="3503" y="6085"/>
                      <a:pt x="3506" y="6085"/>
                    </a:cubicBezTo>
                    <a:cubicBezTo>
                      <a:pt x="3507" y="6085"/>
                      <a:pt x="3509" y="6084"/>
                      <a:pt x="3510" y="6084"/>
                    </a:cubicBezTo>
                    <a:cubicBezTo>
                      <a:pt x="3518" y="6089"/>
                      <a:pt x="3526" y="6094"/>
                      <a:pt x="3534" y="6100"/>
                    </a:cubicBezTo>
                    <a:cubicBezTo>
                      <a:pt x="3576" y="6132"/>
                      <a:pt x="3620" y="6161"/>
                      <a:pt x="3662" y="6194"/>
                    </a:cubicBezTo>
                    <a:cubicBezTo>
                      <a:pt x="3703" y="6227"/>
                      <a:pt x="3750" y="6252"/>
                      <a:pt x="3790" y="6286"/>
                    </a:cubicBezTo>
                    <a:cubicBezTo>
                      <a:pt x="3815" y="6308"/>
                      <a:pt x="3842" y="6326"/>
                      <a:pt x="3864" y="6350"/>
                    </a:cubicBezTo>
                    <a:cubicBezTo>
                      <a:pt x="3876" y="6365"/>
                      <a:pt x="3890" y="6378"/>
                      <a:pt x="3906" y="6389"/>
                    </a:cubicBezTo>
                    <a:cubicBezTo>
                      <a:pt x="3956" y="6418"/>
                      <a:pt x="4001" y="6456"/>
                      <a:pt x="4051" y="6488"/>
                    </a:cubicBezTo>
                    <a:cubicBezTo>
                      <a:pt x="4052" y="6489"/>
                      <a:pt x="4054" y="6491"/>
                      <a:pt x="4056" y="6492"/>
                    </a:cubicBezTo>
                    <a:cubicBezTo>
                      <a:pt x="4057" y="6493"/>
                      <a:pt x="4059" y="6494"/>
                      <a:pt x="4060" y="6494"/>
                    </a:cubicBezTo>
                    <a:cubicBezTo>
                      <a:pt x="4099" y="6518"/>
                      <a:pt x="4132" y="6547"/>
                      <a:pt x="4169" y="6573"/>
                    </a:cubicBezTo>
                    <a:cubicBezTo>
                      <a:pt x="4192" y="6588"/>
                      <a:pt x="4214" y="6605"/>
                      <a:pt x="4234" y="6622"/>
                    </a:cubicBezTo>
                    <a:cubicBezTo>
                      <a:pt x="4256" y="6640"/>
                      <a:pt x="4276" y="6660"/>
                      <a:pt x="4293" y="6682"/>
                    </a:cubicBezTo>
                    <a:lnTo>
                      <a:pt x="4284" y="6684"/>
                    </a:lnTo>
                    <a:lnTo>
                      <a:pt x="4312" y="6705"/>
                    </a:lnTo>
                    <a:lnTo>
                      <a:pt x="4317" y="6708"/>
                    </a:lnTo>
                    <a:cubicBezTo>
                      <a:pt x="4331" y="6724"/>
                      <a:pt x="4348" y="6738"/>
                      <a:pt x="4362" y="6754"/>
                    </a:cubicBezTo>
                    <a:cubicBezTo>
                      <a:pt x="4391" y="6786"/>
                      <a:pt x="4427" y="6809"/>
                      <a:pt x="4458" y="6838"/>
                    </a:cubicBezTo>
                    <a:cubicBezTo>
                      <a:pt x="4488" y="6867"/>
                      <a:pt x="4529" y="6895"/>
                      <a:pt x="4563" y="6927"/>
                    </a:cubicBezTo>
                    <a:moveTo>
                      <a:pt x="3804" y="5457"/>
                    </a:moveTo>
                    <a:cubicBezTo>
                      <a:pt x="3797" y="5439"/>
                      <a:pt x="3798" y="5420"/>
                      <a:pt x="3790" y="5402"/>
                    </a:cubicBezTo>
                    <a:cubicBezTo>
                      <a:pt x="3787" y="5395"/>
                      <a:pt x="3783" y="5388"/>
                      <a:pt x="3779" y="5381"/>
                    </a:cubicBezTo>
                    <a:cubicBezTo>
                      <a:pt x="3773" y="5370"/>
                      <a:pt x="3766" y="5360"/>
                      <a:pt x="3759" y="5351"/>
                    </a:cubicBezTo>
                    <a:cubicBezTo>
                      <a:pt x="3698" y="5270"/>
                      <a:pt x="3598" y="5227"/>
                      <a:pt x="3532" y="5153"/>
                    </a:cubicBezTo>
                    <a:cubicBezTo>
                      <a:pt x="3466" y="5079"/>
                      <a:pt x="3371" y="5042"/>
                      <a:pt x="3293" y="4987"/>
                    </a:cubicBezTo>
                    <a:cubicBezTo>
                      <a:pt x="3211" y="4929"/>
                      <a:pt x="3125" y="4877"/>
                      <a:pt x="3038" y="4824"/>
                    </a:cubicBezTo>
                    <a:cubicBezTo>
                      <a:pt x="2931" y="4760"/>
                      <a:pt x="2816" y="4711"/>
                      <a:pt x="2705" y="4654"/>
                    </a:cubicBezTo>
                    <a:cubicBezTo>
                      <a:pt x="2652" y="4627"/>
                      <a:pt x="2599" y="4601"/>
                      <a:pt x="2545" y="4576"/>
                    </a:cubicBezTo>
                    <a:cubicBezTo>
                      <a:pt x="2497" y="4553"/>
                      <a:pt x="2456" y="4518"/>
                      <a:pt x="2409" y="4494"/>
                    </a:cubicBezTo>
                    <a:cubicBezTo>
                      <a:pt x="2411" y="4484"/>
                      <a:pt x="2413" y="4474"/>
                      <a:pt x="2415" y="4464"/>
                    </a:cubicBezTo>
                    <a:cubicBezTo>
                      <a:pt x="2418" y="4447"/>
                      <a:pt x="2421" y="4429"/>
                      <a:pt x="2424" y="4411"/>
                    </a:cubicBezTo>
                    <a:cubicBezTo>
                      <a:pt x="2430" y="4414"/>
                      <a:pt x="2437" y="4418"/>
                      <a:pt x="2443" y="4421"/>
                    </a:cubicBezTo>
                    <a:cubicBezTo>
                      <a:pt x="2452" y="4427"/>
                      <a:pt x="2462" y="4433"/>
                      <a:pt x="2471" y="4439"/>
                    </a:cubicBezTo>
                    <a:cubicBezTo>
                      <a:pt x="2491" y="4450"/>
                      <a:pt x="2512" y="4459"/>
                      <a:pt x="2533" y="4467"/>
                    </a:cubicBezTo>
                    <a:cubicBezTo>
                      <a:pt x="2556" y="4477"/>
                      <a:pt x="2578" y="4489"/>
                      <a:pt x="2600" y="4502"/>
                    </a:cubicBezTo>
                    <a:cubicBezTo>
                      <a:pt x="2612" y="4509"/>
                      <a:pt x="2624" y="4516"/>
                      <a:pt x="2636" y="4523"/>
                    </a:cubicBezTo>
                    <a:cubicBezTo>
                      <a:pt x="2701" y="4565"/>
                      <a:pt x="2764" y="4607"/>
                      <a:pt x="2827" y="4651"/>
                    </a:cubicBezTo>
                    <a:cubicBezTo>
                      <a:pt x="2846" y="4663"/>
                      <a:pt x="2865" y="4675"/>
                      <a:pt x="2885" y="4686"/>
                    </a:cubicBezTo>
                    <a:cubicBezTo>
                      <a:pt x="2930" y="4712"/>
                      <a:pt x="2976" y="4735"/>
                      <a:pt x="3024" y="4754"/>
                    </a:cubicBezTo>
                    <a:cubicBezTo>
                      <a:pt x="3088" y="4782"/>
                      <a:pt x="3148" y="4810"/>
                      <a:pt x="3210" y="4842"/>
                    </a:cubicBezTo>
                    <a:cubicBezTo>
                      <a:pt x="3262" y="4869"/>
                      <a:pt x="3315" y="4891"/>
                      <a:pt x="3366" y="4921"/>
                    </a:cubicBezTo>
                    <a:cubicBezTo>
                      <a:pt x="3439" y="4965"/>
                      <a:pt x="3509" y="5014"/>
                      <a:pt x="3576" y="5066"/>
                    </a:cubicBezTo>
                    <a:cubicBezTo>
                      <a:pt x="3630" y="5104"/>
                      <a:pt x="3679" y="5148"/>
                      <a:pt x="3724" y="5196"/>
                    </a:cubicBezTo>
                    <a:cubicBezTo>
                      <a:pt x="3751" y="5227"/>
                      <a:pt x="3779" y="5258"/>
                      <a:pt x="3807" y="5289"/>
                    </a:cubicBezTo>
                    <a:cubicBezTo>
                      <a:pt x="3818" y="5303"/>
                      <a:pt x="3828" y="5317"/>
                      <a:pt x="3837" y="5332"/>
                    </a:cubicBezTo>
                    <a:cubicBezTo>
                      <a:pt x="3840" y="5338"/>
                      <a:pt x="3843" y="5343"/>
                      <a:pt x="3845" y="5348"/>
                    </a:cubicBezTo>
                    <a:cubicBezTo>
                      <a:pt x="3854" y="5362"/>
                      <a:pt x="3868" y="5372"/>
                      <a:pt x="3872" y="5389"/>
                    </a:cubicBezTo>
                    <a:cubicBezTo>
                      <a:pt x="3872" y="5391"/>
                      <a:pt x="3873" y="5392"/>
                      <a:pt x="3873" y="5393"/>
                    </a:cubicBezTo>
                    <a:cubicBezTo>
                      <a:pt x="3874" y="5395"/>
                      <a:pt x="3876" y="5396"/>
                      <a:pt x="3878" y="5397"/>
                    </a:cubicBezTo>
                    <a:cubicBezTo>
                      <a:pt x="3880" y="5404"/>
                      <a:pt x="3882" y="5412"/>
                      <a:pt x="3883" y="5419"/>
                    </a:cubicBezTo>
                    <a:cubicBezTo>
                      <a:pt x="3885" y="5434"/>
                      <a:pt x="3886" y="5448"/>
                      <a:pt x="3886" y="5463"/>
                    </a:cubicBezTo>
                    <a:cubicBezTo>
                      <a:pt x="3886" y="5496"/>
                      <a:pt x="3881" y="5528"/>
                      <a:pt x="3869" y="5559"/>
                    </a:cubicBezTo>
                    <a:cubicBezTo>
                      <a:pt x="3844" y="5622"/>
                      <a:pt x="3791" y="5679"/>
                      <a:pt x="3739" y="5723"/>
                    </a:cubicBezTo>
                    <a:cubicBezTo>
                      <a:pt x="3684" y="5769"/>
                      <a:pt x="3637" y="5825"/>
                      <a:pt x="3601" y="5887"/>
                    </a:cubicBezTo>
                    <a:cubicBezTo>
                      <a:pt x="3599" y="5891"/>
                      <a:pt x="3596" y="5896"/>
                      <a:pt x="3594" y="5900"/>
                    </a:cubicBezTo>
                    <a:cubicBezTo>
                      <a:pt x="3574" y="5934"/>
                      <a:pt x="3552" y="5966"/>
                      <a:pt x="3528" y="5997"/>
                    </a:cubicBezTo>
                    <a:lnTo>
                      <a:pt x="3524" y="6002"/>
                    </a:lnTo>
                    <a:cubicBezTo>
                      <a:pt x="3526" y="5972"/>
                      <a:pt x="3530" y="5943"/>
                      <a:pt x="3532" y="5913"/>
                    </a:cubicBezTo>
                    <a:cubicBezTo>
                      <a:pt x="3534" y="5881"/>
                      <a:pt x="3538" y="5849"/>
                      <a:pt x="3544" y="5818"/>
                    </a:cubicBezTo>
                    <a:cubicBezTo>
                      <a:pt x="3552" y="5787"/>
                      <a:pt x="3580" y="5763"/>
                      <a:pt x="3601" y="5740"/>
                    </a:cubicBezTo>
                    <a:cubicBezTo>
                      <a:pt x="3635" y="5704"/>
                      <a:pt x="3670" y="5666"/>
                      <a:pt x="3702" y="5628"/>
                    </a:cubicBezTo>
                    <a:cubicBezTo>
                      <a:pt x="3720" y="5604"/>
                      <a:pt x="3743" y="5584"/>
                      <a:pt x="3769" y="5568"/>
                    </a:cubicBezTo>
                    <a:cubicBezTo>
                      <a:pt x="3773" y="5566"/>
                      <a:pt x="3776" y="5564"/>
                      <a:pt x="3780" y="5562"/>
                    </a:cubicBezTo>
                    <a:cubicBezTo>
                      <a:pt x="3790" y="5557"/>
                      <a:pt x="3798" y="5549"/>
                      <a:pt x="3805" y="5541"/>
                    </a:cubicBezTo>
                    <a:cubicBezTo>
                      <a:pt x="3822" y="5513"/>
                      <a:pt x="3813" y="5485"/>
                      <a:pt x="3803" y="5457"/>
                    </a:cubicBezTo>
                    <a:lnTo>
                      <a:pt x="3804" y="5457"/>
                    </a:lnTo>
                    <a:moveTo>
                      <a:pt x="2535" y="4600"/>
                    </a:moveTo>
                    <a:cubicBezTo>
                      <a:pt x="2591" y="4631"/>
                      <a:pt x="2652" y="4659"/>
                      <a:pt x="2710" y="4689"/>
                    </a:cubicBezTo>
                    <a:cubicBezTo>
                      <a:pt x="2752" y="4711"/>
                      <a:pt x="2797" y="4729"/>
                      <a:pt x="2838" y="4753"/>
                    </a:cubicBezTo>
                    <a:cubicBezTo>
                      <a:pt x="2861" y="4766"/>
                      <a:pt x="2885" y="4773"/>
                      <a:pt x="2908" y="4787"/>
                    </a:cubicBezTo>
                    <a:cubicBezTo>
                      <a:pt x="2930" y="4801"/>
                      <a:pt x="2948" y="4812"/>
                      <a:pt x="2967" y="4822"/>
                    </a:cubicBezTo>
                    <a:cubicBezTo>
                      <a:pt x="3061" y="4868"/>
                      <a:pt x="3140" y="4937"/>
                      <a:pt x="3230" y="4985"/>
                    </a:cubicBezTo>
                    <a:cubicBezTo>
                      <a:pt x="3277" y="5010"/>
                      <a:pt x="3318" y="5044"/>
                      <a:pt x="3364" y="5071"/>
                    </a:cubicBezTo>
                    <a:cubicBezTo>
                      <a:pt x="3367" y="5073"/>
                      <a:pt x="3369" y="5074"/>
                      <a:pt x="3372" y="5075"/>
                    </a:cubicBezTo>
                    <a:cubicBezTo>
                      <a:pt x="3416" y="5101"/>
                      <a:pt x="3458" y="5131"/>
                      <a:pt x="3497" y="5164"/>
                    </a:cubicBezTo>
                    <a:cubicBezTo>
                      <a:pt x="3533" y="5196"/>
                      <a:pt x="3569" y="5227"/>
                      <a:pt x="3606" y="5259"/>
                    </a:cubicBezTo>
                    <a:cubicBezTo>
                      <a:pt x="3651" y="5293"/>
                      <a:pt x="3693" y="5331"/>
                      <a:pt x="3731" y="5372"/>
                    </a:cubicBezTo>
                    <a:cubicBezTo>
                      <a:pt x="3737" y="5380"/>
                      <a:pt x="3742" y="5388"/>
                      <a:pt x="3747" y="5396"/>
                    </a:cubicBezTo>
                    <a:cubicBezTo>
                      <a:pt x="3767" y="5431"/>
                      <a:pt x="3778" y="5470"/>
                      <a:pt x="3780" y="5510"/>
                    </a:cubicBezTo>
                    <a:cubicBezTo>
                      <a:pt x="3781" y="5530"/>
                      <a:pt x="3739" y="5545"/>
                      <a:pt x="3724" y="5552"/>
                    </a:cubicBezTo>
                    <a:cubicBezTo>
                      <a:pt x="3710" y="5562"/>
                      <a:pt x="3698" y="5575"/>
                      <a:pt x="3689" y="5590"/>
                    </a:cubicBezTo>
                    <a:cubicBezTo>
                      <a:pt x="3689" y="5591"/>
                      <a:pt x="3688" y="5592"/>
                      <a:pt x="3688" y="5592"/>
                    </a:cubicBezTo>
                    <a:cubicBezTo>
                      <a:pt x="3634" y="5666"/>
                      <a:pt x="3548" y="5721"/>
                      <a:pt x="3513" y="5809"/>
                    </a:cubicBezTo>
                    <a:cubicBezTo>
                      <a:pt x="3496" y="5852"/>
                      <a:pt x="3505" y="5903"/>
                      <a:pt x="3495" y="5948"/>
                    </a:cubicBezTo>
                    <a:cubicBezTo>
                      <a:pt x="3489" y="5973"/>
                      <a:pt x="3495" y="6001"/>
                      <a:pt x="3489" y="6028"/>
                    </a:cubicBezTo>
                    <a:cubicBezTo>
                      <a:pt x="3489" y="6031"/>
                      <a:pt x="3489" y="6034"/>
                      <a:pt x="3488" y="6037"/>
                    </a:cubicBezTo>
                    <a:lnTo>
                      <a:pt x="3373" y="5958"/>
                    </a:lnTo>
                    <a:cubicBezTo>
                      <a:pt x="3337" y="5933"/>
                      <a:pt x="3299" y="5909"/>
                      <a:pt x="3261" y="5886"/>
                    </a:cubicBezTo>
                    <a:cubicBezTo>
                      <a:pt x="3261" y="5885"/>
                      <a:pt x="3261" y="5884"/>
                      <a:pt x="3261" y="5883"/>
                    </a:cubicBezTo>
                    <a:cubicBezTo>
                      <a:pt x="3261" y="5882"/>
                      <a:pt x="3261" y="5881"/>
                      <a:pt x="3261" y="5880"/>
                    </a:cubicBezTo>
                    <a:cubicBezTo>
                      <a:pt x="3243" y="5847"/>
                      <a:pt x="3253" y="5795"/>
                      <a:pt x="3248" y="5758"/>
                    </a:cubicBezTo>
                    <a:cubicBezTo>
                      <a:pt x="3243" y="5717"/>
                      <a:pt x="3241" y="5676"/>
                      <a:pt x="3241" y="5634"/>
                    </a:cubicBezTo>
                    <a:cubicBezTo>
                      <a:pt x="3241" y="5628"/>
                      <a:pt x="3231" y="5628"/>
                      <a:pt x="3231" y="5634"/>
                    </a:cubicBezTo>
                    <a:cubicBezTo>
                      <a:pt x="3230" y="5686"/>
                      <a:pt x="3233" y="5738"/>
                      <a:pt x="3235" y="5789"/>
                    </a:cubicBezTo>
                    <a:cubicBezTo>
                      <a:pt x="3234" y="5797"/>
                      <a:pt x="3234" y="5806"/>
                      <a:pt x="3234" y="5814"/>
                    </a:cubicBezTo>
                    <a:cubicBezTo>
                      <a:pt x="3234" y="5833"/>
                      <a:pt x="3235" y="5853"/>
                      <a:pt x="3238" y="5872"/>
                    </a:cubicBezTo>
                    <a:lnTo>
                      <a:pt x="3208" y="5854"/>
                    </a:lnTo>
                    <a:cubicBezTo>
                      <a:pt x="3208" y="5842"/>
                      <a:pt x="3206" y="5831"/>
                      <a:pt x="3205" y="5819"/>
                    </a:cubicBezTo>
                    <a:cubicBezTo>
                      <a:pt x="3205" y="5799"/>
                      <a:pt x="3199" y="5779"/>
                      <a:pt x="3197" y="5760"/>
                    </a:cubicBezTo>
                    <a:cubicBezTo>
                      <a:pt x="3197" y="5754"/>
                      <a:pt x="3188" y="5753"/>
                      <a:pt x="3187" y="5760"/>
                    </a:cubicBezTo>
                    <a:cubicBezTo>
                      <a:pt x="3185" y="5773"/>
                      <a:pt x="3185" y="5787"/>
                      <a:pt x="3185" y="5801"/>
                    </a:cubicBezTo>
                    <a:cubicBezTo>
                      <a:pt x="3185" y="5815"/>
                      <a:pt x="3185" y="5828"/>
                      <a:pt x="3187" y="5842"/>
                    </a:cubicBezTo>
                    <a:lnTo>
                      <a:pt x="3172" y="5833"/>
                    </a:lnTo>
                    <a:cubicBezTo>
                      <a:pt x="3169" y="5800"/>
                      <a:pt x="3170" y="5767"/>
                      <a:pt x="3167" y="5734"/>
                    </a:cubicBezTo>
                    <a:cubicBezTo>
                      <a:pt x="3160" y="5673"/>
                      <a:pt x="3154" y="5611"/>
                      <a:pt x="3152" y="5550"/>
                    </a:cubicBezTo>
                    <a:cubicBezTo>
                      <a:pt x="3152" y="5545"/>
                      <a:pt x="3144" y="5545"/>
                      <a:pt x="3144" y="5550"/>
                    </a:cubicBezTo>
                    <a:cubicBezTo>
                      <a:pt x="3141" y="5595"/>
                      <a:pt x="3133" y="5647"/>
                      <a:pt x="3142" y="5692"/>
                    </a:cubicBezTo>
                    <a:cubicBezTo>
                      <a:pt x="3147" y="5733"/>
                      <a:pt x="3149" y="5774"/>
                      <a:pt x="3149" y="5816"/>
                    </a:cubicBezTo>
                    <a:cubicBezTo>
                      <a:pt x="3149" y="5817"/>
                      <a:pt x="3149" y="5818"/>
                      <a:pt x="3149" y="5819"/>
                    </a:cubicBezTo>
                    <a:lnTo>
                      <a:pt x="3119" y="5800"/>
                    </a:lnTo>
                    <a:lnTo>
                      <a:pt x="3116" y="5799"/>
                    </a:lnTo>
                    <a:cubicBezTo>
                      <a:pt x="3116" y="5795"/>
                      <a:pt x="3117" y="5792"/>
                      <a:pt x="3117" y="5789"/>
                    </a:cubicBezTo>
                    <a:cubicBezTo>
                      <a:pt x="3117" y="5781"/>
                      <a:pt x="3116" y="5772"/>
                      <a:pt x="3114" y="5764"/>
                    </a:cubicBezTo>
                    <a:cubicBezTo>
                      <a:pt x="3112" y="5744"/>
                      <a:pt x="3108" y="5727"/>
                      <a:pt x="3105" y="5708"/>
                    </a:cubicBezTo>
                    <a:cubicBezTo>
                      <a:pt x="3105" y="5703"/>
                      <a:pt x="3096" y="5705"/>
                      <a:pt x="3095" y="5710"/>
                    </a:cubicBezTo>
                    <a:cubicBezTo>
                      <a:pt x="3094" y="5722"/>
                      <a:pt x="3094" y="5735"/>
                      <a:pt x="3094" y="5747"/>
                    </a:cubicBezTo>
                    <a:cubicBezTo>
                      <a:pt x="3094" y="5753"/>
                      <a:pt x="3094" y="5759"/>
                      <a:pt x="3094" y="5764"/>
                    </a:cubicBezTo>
                    <a:cubicBezTo>
                      <a:pt x="3094" y="5771"/>
                      <a:pt x="3094" y="5778"/>
                      <a:pt x="3094" y="5786"/>
                    </a:cubicBezTo>
                    <a:cubicBezTo>
                      <a:pt x="3065" y="5768"/>
                      <a:pt x="3035" y="5750"/>
                      <a:pt x="3006" y="5732"/>
                    </a:cubicBezTo>
                    <a:cubicBezTo>
                      <a:pt x="3007" y="5732"/>
                      <a:pt x="3008" y="5731"/>
                      <a:pt x="3008" y="5730"/>
                    </a:cubicBezTo>
                    <a:cubicBezTo>
                      <a:pt x="3009" y="5729"/>
                      <a:pt x="3009" y="5728"/>
                      <a:pt x="3009" y="5727"/>
                    </a:cubicBezTo>
                    <a:cubicBezTo>
                      <a:pt x="3009" y="5726"/>
                      <a:pt x="3009" y="5726"/>
                      <a:pt x="3009" y="5726"/>
                    </a:cubicBezTo>
                    <a:cubicBezTo>
                      <a:pt x="3000" y="5640"/>
                      <a:pt x="2982" y="5554"/>
                      <a:pt x="2976" y="5468"/>
                    </a:cubicBezTo>
                    <a:cubicBezTo>
                      <a:pt x="2976" y="5461"/>
                      <a:pt x="2965" y="5462"/>
                      <a:pt x="2965" y="5468"/>
                    </a:cubicBezTo>
                    <a:cubicBezTo>
                      <a:pt x="2965" y="5518"/>
                      <a:pt x="2974" y="5566"/>
                      <a:pt x="2976" y="5617"/>
                    </a:cubicBezTo>
                    <a:cubicBezTo>
                      <a:pt x="2977" y="5653"/>
                      <a:pt x="2982" y="5688"/>
                      <a:pt x="2992" y="5723"/>
                    </a:cubicBezTo>
                    <a:lnTo>
                      <a:pt x="2980" y="5715"/>
                    </a:lnTo>
                    <a:cubicBezTo>
                      <a:pt x="2973" y="5710"/>
                      <a:pt x="2965" y="5705"/>
                      <a:pt x="2958" y="5700"/>
                    </a:cubicBezTo>
                    <a:cubicBezTo>
                      <a:pt x="2958" y="5699"/>
                      <a:pt x="2958" y="5700"/>
                      <a:pt x="2959" y="5699"/>
                    </a:cubicBezTo>
                    <a:cubicBezTo>
                      <a:pt x="2960" y="5698"/>
                      <a:pt x="2959" y="5697"/>
                      <a:pt x="2959" y="5697"/>
                    </a:cubicBezTo>
                    <a:cubicBezTo>
                      <a:pt x="2960" y="5693"/>
                      <a:pt x="2960" y="5689"/>
                      <a:pt x="2960" y="5685"/>
                    </a:cubicBezTo>
                    <a:cubicBezTo>
                      <a:pt x="2960" y="5672"/>
                      <a:pt x="2958" y="5660"/>
                      <a:pt x="2955" y="5648"/>
                    </a:cubicBezTo>
                    <a:cubicBezTo>
                      <a:pt x="2952" y="5635"/>
                      <a:pt x="2950" y="5619"/>
                      <a:pt x="2948" y="5605"/>
                    </a:cubicBezTo>
                    <a:cubicBezTo>
                      <a:pt x="2947" y="5594"/>
                      <a:pt x="2942" y="5588"/>
                      <a:pt x="2941" y="5576"/>
                    </a:cubicBezTo>
                    <a:cubicBezTo>
                      <a:pt x="2941" y="5575"/>
                      <a:pt x="2942" y="5574"/>
                      <a:pt x="2941" y="5573"/>
                    </a:cubicBezTo>
                    <a:cubicBezTo>
                      <a:pt x="2940" y="5572"/>
                      <a:pt x="2940" y="5572"/>
                      <a:pt x="2939" y="5572"/>
                    </a:cubicBezTo>
                    <a:cubicBezTo>
                      <a:pt x="2938" y="5571"/>
                      <a:pt x="2937" y="5571"/>
                      <a:pt x="2936" y="5571"/>
                    </a:cubicBezTo>
                    <a:cubicBezTo>
                      <a:pt x="2935" y="5571"/>
                      <a:pt x="2934" y="5571"/>
                      <a:pt x="2933" y="5572"/>
                    </a:cubicBezTo>
                    <a:lnTo>
                      <a:pt x="2932" y="5573"/>
                    </a:lnTo>
                    <a:cubicBezTo>
                      <a:pt x="2931" y="5574"/>
                      <a:pt x="2931" y="5575"/>
                      <a:pt x="2931" y="5576"/>
                    </a:cubicBezTo>
                    <a:cubicBezTo>
                      <a:pt x="2930" y="5582"/>
                      <a:pt x="2930" y="5587"/>
                      <a:pt x="2930" y="5593"/>
                    </a:cubicBezTo>
                    <a:cubicBezTo>
                      <a:pt x="2930" y="5607"/>
                      <a:pt x="2931" y="5621"/>
                      <a:pt x="2934" y="5635"/>
                    </a:cubicBezTo>
                    <a:cubicBezTo>
                      <a:pt x="2934" y="5653"/>
                      <a:pt x="2937" y="5671"/>
                      <a:pt x="2942" y="5689"/>
                    </a:cubicBezTo>
                    <a:cubicBezTo>
                      <a:pt x="2932" y="5681"/>
                      <a:pt x="2922" y="5674"/>
                      <a:pt x="2913" y="5666"/>
                    </a:cubicBezTo>
                    <a:cubicBezTo>
                      <a:pt x="2915" y="5665"/>
                      <a:pt x="2916" y="5665"/>
                      <a:pt x="2917" y="5663"/>
                    </a:cubicBezTo>
                    <a:cubicBezTo>
                      <a:pt x="2918" y="5661"/>
                      <a:pt x="2918" y="5659"/>
                      <a:pt x="2918" y="5658"/>
                    </a:cubicBezTo>
                    <a:cubicBezTo>
                      <a:pt x="2918" y="5656"/>
                      <a:pt x="2917" y="5655"/>
                      <a:pt x="2917" y="5654"/>
                    </a:cubicBezTo>
                    <a:cubicBezTo>
                      <a:pt x="2916" y="5652"/>
                      <a:pt x="2915" y="5651"/>
                      <a:pt x="2913" y="5650"/>
                    </a:cubicBezTo>
                    <a:cubicBezTo>
                      <a:pt x="2908" y="5648"/>
                      <a:pt x="2900" y="5560"/>
                      <a:pt x="2899" y="5550"/>
                    </a:cubicBezTo>
                    <a:cubicBezTo>
                      <a:pt x="2894" y="5511"/>
                      <a:pt x="2893" y="5472"/>
                      <a:pt x="2891" y="5433"/>
                    </a:cubicBezTo>
                    <a:cubicBezTo>
                      <a:pt x="2891" y="5427"/>
                      <a:pt x="2880" y="5428"/>
                      <a:pt x="2880" y="5433"/>
                    </a:cubicBezTo>
                    <a:cubicBezTo>
                      <a:pt x="2878" y="5452"/>
                      <a:pt x="2878" y="5471"/>
                      <a:pt x="2878" y="5490"/>
                    </a:cubicBezTo>
                    <a:cubicBezTo>
                      <a:pt x="2878" y="5544"/>
                      <a:pt x="2883" y="5598"/>
                      <a:pt x="2895" y="5651"/>
                    </a:cubicBezTo>
                    <a:lnTo>
                      <a:pt x="2859" y="5620"/>
                    </a:lnTo>
                    <a:cubicBezTo>
                      <a:pt x="2859" y="5614"/>
                      <a:pt x="2856" y="5609"/>
                      <a:pt x="2855" y="5602"/>
                    </a:cubicBezTo>
                    <a:cubicBezTo>
                      <a:pt x="2855" y="5602"/>
                      <a:pt x="2855" y="5601"/>
                      <a:pt x="2854" y="5600"/>
                    </a:cubicBezTo>
                    <a:cubicBezTo>
                      <a:pt x="2854" y="5600"/>
                      <a:pt x="2853" y="5600"/>
                      <a:pt x="2852" y="5599"/>
                    </a:cubicBezTo>
                    <a:cubicBezTo>
                      <a:pt x="2851" y="5598"/>
                      <a:pt x="2851" y="5598"/>
                      <a:pt x="2851" y="5598"/>
                    </a:cubicBezTo>
                    <a:cubicBezTo>
                      <a:pt x="2851" y="5596"/>
                      <a:pt x="2851" y="5594"/>
                      <a:pt x="2851" y="5592"/>
                    </a:cubicBezTo>
                    <a:cubicBezTo>
                      <a:pt x="2851" y="5590"/>
                      <a:pt x="2851" y="5589"/>
                      <a:pt x="2851" y="5587"/>
                    </a:cubicBezTo>
                    <a:cubicBezTo>
                      <a:pt x="2848" y="5570"/>
                      <a:pt x="2846" y="5552"/>
                      <a:pt x="2845" y="5535"/>
                    </a:cubicBezTo>
                    <a:cubicBezTo>
                      <a:pt x="2844" y="5513"/>
                      <a:pt x="2841" y="5491"/>
                      <a:pt x="2835" y="5469"/>
                    </a:cubicBezTo>
                    <a:cubicBezTo>
                      <a:pt x="2821" y="5387"/>
                      <a:pt x="2832" y="5299"/>
                      <a:pt x="2825" y="5216"/>
                    </a:cubicBezTo>
                    <a:cubicBezTo>
                      <a:pt x="2825" y="5215"/>
                      <a:pt x="2825" y="5214"/>
                      <a:pt x="2824" y="5213"/>
                    </a:cubicBezTo>
                    <a:cubicBezTo>
                      <a:pt x="2824" y="5213"/>
                      <a:pt x="2823" y="5213"/>
                      <a:pt x="2822" y="5212"/>
                    </a:cubicBezTo>
                    <a:cubicBezTo>
                      <a:pt x="2821" y="5211"/>
                      <a:pt x="2821" y="5211"/>
                      <a:pt x="2820" y="5211"/>
                    </a:cubicBezTo>
                    <a:cubicBezTo>
                      <a:pt x="2819" y="5211"/>
                      <a:pt x="2818" y="5211"/>
                      <a:pt x="2817" y="5212"/>
                    </a:cubicBezTo>
                    <a:lnTo>
                      <a:pt x="2816" y="5213"/>
                    </a:lnTo>
                    <a:cubicBezTo>
                      <a:pt x="2815" y="5214"/>
                      <a:pt x="2815" y="5215"/>
                      <a:pt x="2815" y="5216"/>
                    </a:cubicBezTo>
                    <a:cubicBezTo>
                      <a:pt x="2805" y="5345"/>
                      <a:pt x="2819" y="5467"/>
                      <a:pt x="2826" y="5593"/>
                    </a:cubicBezTo>
                    <a:lnTo>
                      <a:pt x="2825" y="5592"/>
                    </a:lnTo>
                    <a:lnTo>
                      <a:pt x="2805" y="5578"/>
                    </a:lnTo>
                    <a:cubicBezTo>
                      <a:pt x="2806" y="5577"/>
                      <a:pt x="2806" y="5576"/>
                      <a:pt x="2806" y="5575"/>
                    </a:cubicBezTo>
                    <a:cubicBezTo>
                      <a:pt x="2806" y="5574"/>
                      <a:pt x="2806" y="5573"/>
                      <a:pt x="2805" y="5572"/>
                    </a:cubicBezTo>
                    <a:cubicBezTo>
                      <a:pt x="2799" y="5551"/>
                      <a:pt x="2796" y="5529"/>
                      <a:pt x="2796" y="5507"/>
                    </a:cubicBezTo>
                    <a:cubicBezTo>
                      <a:pt x="2796" y="5505"/>
                      <a:pt x="2796" y="5503"/>
                      <a:pt x="2796" y="5500"/>
                    </a:cubicBezTo>
                    <a:cubicBezTo>
                      <a:pt x="2795" y="5494"/>
                      <a:pt x="2793" y="5487"/>
                      <a:pt x="2791" y="5481"/>
                    </a:cubicBezTo>
                    <a:cubicBezTo>
                      <a:pt x="2788" y="5467"/>
                      <a:pt x="2789" y="5453"/>
                      <a:pt x="2787" y="5439"/>
                    </a:cubicBezTo>
                    <a:cubicBezTo>
                      <a:pt x="2787" y="5434"/>
                      <a:pt x="2778" y="5432"/>
                      <a:pt x="2777" y="5438"/>
                    </a:cubicBezTo>
                    <a:cubicBezTo>
                      <a:pt x="2775" y="5465"/>
                      <a:pt x="2773" y="5491"/>
                      <a:pt x="2773" y="5517"/>
                    </a:cubicBezTo>
                    <a:cubicBezTo>
                      <a:pt x="2773" y="5522"/>
                      <a:pt x="2773" y="5526"/>
                      <a:pt x="2774" y="5531"/>
                    </a:cubicBezTo>
                    <a:cubicBezTo>
                      <a:pt x="2774" y="5538"/>
                      <a:pt x="2774" y="5546"/>
                      <a:pt x="2775" y="5553"/>
                    </a:cubicBezTo>
                    <a:lnTo>
                      <a:pt x="2749" y="5532"/>
                    </a:lnTo>
                    <a:cubicBezTo>
                      <a:pt x="2749" y="5529"/>
                      <a:pt x="2749" y="5527"/>
                      <a:pt x="2749" y="5525"/>
                    </a:cubicBezTo>
                    <a:cubicBezTo>
                      <a:pt x="2749" y="5504"/>
                      <a:pt x="2746" y="5482"/>
                      <a:pt x="2740" y="5462"/>
                    </a:cubicBezTo>
                    <a:cubicBezTo>
                      <a:pt x="2739" y="5453"/>
                      <a:pt x="2739" y="5444"/>
                      <a:pt x="2739" y="5435"/>
                    </a:cubicBezTo>
                    <a:cubicBezTo>
                      <a:pt x="2739" y="5432"/>
                      <a:pt x="2739" y="5429"/>
                      <a:pt x="2739" y="5426"/>
                    </a:cubicBezTo>
                    <a:cubicBezTo>
                      <a:pt x="2739" y="5415"/>
                      <a:pt x="2733" y="5406"/>
                      <a:pt x="2733" y="5395"/>
                    </a:cubicBezTo>
                    <a:lnTo>
                      <a:pt x="2732" y="5394"/>
                    </a:lnTo>
                    <a:cubicBezTo>
                      <a:pt x="2732" y="5393"/>
                      <a:pt x="2731" y="5393"/>
                      <a:pt x="2730" y="5392"/>
                    </a:cubicBezTo>
                    <a:cubicBezTo>
                      <a:pt x="2730" y="5392"/>
                      <a:pt x="2729" y="5392"/>
                      <a:pt x="2728" y="5392"/>
                    </a:cubicBezTo>
                    <a:cubicBezTo>
                      <a:pt x="2727" y="5392"/>
                      <a:pt x="2726" y="5392"/>
                      <a:pt x="2726" y="5392"/>
                    </a:cubicBezTo>
                    <a:cubicBezTo>
                      <a:pt x="2725" y="5393"/>
                      <a:pt x="2724" y="5393"/>
                      <a:pt x="2724" y="5394"/>
                    </a:cubicBezTo>
                    <a:lnTo>
                      <a:pt x="2723" y="5395"/>
                    </a:lnTo>
                    <a:cubicBezTo>
                      <a:pt x="2722" y="5409"/>
                      <a:pt x="2721" y="5423"/>
                      <a:pt x="2721" y="5436"/>
                    </a:cubicBezTo>
                    <a:cubicBezTo>
                      <a:pt x="2721" y="5446"/>
                      <a:pt x="2721" y="5455"/>
                      <a:pt x="2722" y="5465"/>
                    </a:cubicBezTo>
                    <a:cubicBezTo>
                      <a:pt x="2723" y="5482"/>
                      <a:pt x="2727" y="5497"/>
                      <a:pt x="2728" y="5514"/>
                    </a:cubicBezTo>
                    <a:lnTo>
                      <a:pt x="2705" y="5494"/>
                    </a:lnTo>
                    <a:cubicBezTo>
                      <a:pt x="2706" y="5489"/>
                      <a:pt x="2706" y="5484"/>
                      <a:pt x="2706" y="5479"/>
                    </a:cubicBezTo>
                    <a:cubicBezTo>
                      <a:pt x="2706" y="5470"/>
                      <a:pt x="2705" y="5460"/>
                      <a:pt x="2702" y="5451"/>
                    </a:cubicBezTo>
                    <a:cubicBezTo>
                      <a:pt x="2696" y="5420"/>
                      <a:pt x="2693" y="5389"/>
                      <a:pt x="2693" y="5357"/>
                    </a:cubicBezTo>
                    <a:cubicBezTo>
                      <a:pt x="2692" y="5308"/>
                      <a:pt x="2687" y="5259"/>
                      <a:pt x="2680" y="5210"/>
                    </a:cubicBezTo>
                    <a:cubicBezTo>
                      <a:pt x="2679" y="5203"/>
                      <a:pt x="2667" y="5205"/>
                      <a:pt x="2668" y="5212"/>
                    </a:cubicBezTo>
                    <a:cubicBezTo>
                      <a:pt x="2672" y="5262"/>
                      <a:pt x="2676" y="5317"/>
                      <a:pt x="2675" y="5369"/>
                    </a:cubicBezTo>
                    <a:cubicBezTo>
                      <a:pt x="2675" y="5397"/>
                      <a:pt x="2680" y="5426"/>
                      <a:pt x="2681" y="5454"/>
                    </a:cubicBezTo>
                    <a:cubicBezTo>
                      <a:pt x="2681" y="5461"/>
                      <a:pt x="2682" y="5469"/>
                      <a:pt x="2682" y="5476"/>
                    </a:cubicBezTo>
                    <a:lnTo>
                      <a:pt x="2661" y="5458"/>
                    </a:lnTo>
                    <a:cubicBezTo>
                      <a:pt x="2661" y="5457"/>
                      <a:pt x="2661" y="5455"/>
                      <a:pt x="2661" y="5454"/>
                    </a:cubicBezTo>
                    <a:cubicBezTo>
                      <a:pt x="2661" y="5453"/>
                      <a:pt x="2661" y="5452"/>
                      <a:pt x="2661" y="5451"/>
                    </a:cubicBezTo>
                    <a:cubicBezTo>
                      <a:pt x="2657" y="5436"/>
                      <a:pt x="2661" y="5418"/>
                      <a:pt x="2655" y="5404"/>
                    </a:cubicBezTo>
                    <a:cubicBezTo>
                      <a:pt x="2652" y="5395"/>
                      <a:pt x="2653" y="5386"/>
                      <a:pt x="2650" y="5378"/>
                    </a:cubicBezTo>
                    <a:cubicBezTo>
                      <a:pt x="2647" y="5368"/>
                      <a:pt x="2645" y="5357"/>
                      <a:pt x="2644" y="5347"/>
                    </a:cubicBezTo>
                    <a:cubicBezTo>
                      <a:pt x="2644" y="5341"/>
                      <a:pt x="2635" y="5343"/>
                      <a:pt x="2634" y="5347"/>
                    </a:cubicBezTo>
                    <a:cubicBezTo>
                      <a:pt x="2633" y="5360"/>
                      <a:pt x="2632" y="5373"/>
                      <a:pt x="2632" y="5386"/>
                    </a:cubicBezTo>
                    <a:cubicBezTo>
                      <a:pt x="2632" y="5403"/>
                      <a:pt x="2633" y="5420"/>
                      <a:pt x="2636" y="5436"/>
                    </a:cubicBezTo>
                    <a:lnTo>
                      <a:pt x="2622" y="5425"/>
                    </a:lnTo>
                    <a:cubicBezTo>
                      <a:pt x="2620" y="5385"/>
                      <a:pt x="2614" y="5346"/>
                      <a:pt x="2613" y="5307"/>
                    </a:cubicBezTo>
                    <a:cubicBezTo>
                      <a:pt x="2612" y="5267"/>
                      <a:pt x="2613" y="5224"/>
                      <a:pt x="2612" y="5184"/>
                    </a:cubicBezTo>
                    <a:cubicBezTo>
                      <a:pt x="2612" y="5175"/>
                      <a:pt x="2599" y="5176"/>
                      <a:pt x="2599" y="5184"/>
                    </a:cubicBezTo>
                    <a:cubicBezTo>
                      <a:pt x="2594" y="5236"/>
                      <a:pt x="2591" y="5288"/>
                      <a:pt x="2591" y="5340"/>
                    </a:cubicBezTo>
                    <a:cubicBezTo>
                      <a:pt x="2591" y="5359"/>
                      <a:pt x="2592" y="5379"/>
                      <a:pt x="2592" y="5399"/>
                    </a:cubicBezTo>
                    <a:lnTo>
                      <a:pt x="2571" y="5381"/>
                    </a:lnTo>
                    <a:lnTo>
                      <a:pt x="2573" y="5380"/>
                    </a:lnTo>
                    <a:cubicBezTo>
                      <a:pt x="2574" y="5379"/>
                      <a:pt x="2574" y="5378"/>
                      <a:pt x="2575" y="5377"/>
                    </a:cubicBezTo>
                    <a:cubicBezTo>
                      <a:pt x="2576" y="5375"/>
                      <a:pt x="2577" y="5373"/>
                      <a:pt x="2577" y="5371"/>
                    </a:cubicBezTo>
                    <a:cubicBezTo>
                      <a:pt x="2577" y="5368"/>
                      <a:pt x="2576" y="5366"/>
                      <a:pt x="2575" y="5364"/>
                    </a:cubicBezTo>
                    <a:cubicBezTo>
                      <a:pt x="2574" y="5363"/>
                      <a:pt x="2574" y="5362"/>
                      <a:pt x="2573" y="5362"/>
                    </a:cubicBezTo>
                    <a:cubicBezTo>
                      <a:pt x="2569" y="5332"/>
                      <a:pt x="2575" y="5301"/>
                      <a:pt x="2569" y="5272"/>
                    </a:cubicBezTo>
                    <a:cubicBezTo>
                      <a:pt x="2564" y="5244"/>
                      <a:pt x="2561" y="5215"/>
                      <a:pt x="2559" y="5186"/>
                    </a:cubicBezTo>
                    <a:lnTo>
                      <a:pt x="2559" y="5185"/>
                    </a:lnTo>
                    <a:cubicBezTo>
                      <a:pt x="2558" y="5185"/>
                      <a:pt x="2558" y="5185"/>
                      <a:pt x="2558" y="5185"/>
                    </a:cubicBezTo>
                    <a:cubicBezTo>
                      <a:pt x="2557" y="5185"/>
                      <a:pt x="2557" y="5185"/>
                      <a:pt x="2557" y="5185"/>
                    </a:cubicBezTo>
                    <a:lnTo>
                      <a:pt x="2556" y="5186"/>
                    </a:lnTo>
                    <a:cubicBezTo>
                      <a:pt x="2554" y="5209"/>
                      <a:pt x="2552" y="5233"/>
                      <a:pt x="2552" y="5256"/>
                    </a:cubicBezTo>
                    <a:cubicBezTo>
                      <a:pt x="2552" y="5262"/>
                      <a:pt x="2552" y="5268"/>
                      <a:pt x="2553" y="5274"/>
                    </a:cubicBezTo>
                    <a:cubicBezTo>
                      <a:pt x="2554" y="5303"/>
                      <a:pt x="2547" y="5333"/>
                      <a:pt x="2548" y="5362"/>
                    </a:cubicBezTo>
                    <a:lnTo>
                      <a:pt x="2519" y="5336"/>
                    </a:lnTo>
                    <a:cubicBezTo>
                      <a:pt x="2535" y="5267"/>
                      <a:pt x="2516" y="5195"/>
                      <a:pt x="2515" y="5125"/>
                    </a:cubicBezTo>
                    <a:cubicBezTo>
                      <a:pt x="2515" y="5072"/>
                      <a:pt x="2515" y="5019"/>
                      <a:pt x="2515" y="4966"/>
                    </a:cubicBezTo>
                    <a:cubicBezTo>
                      <a:pt x="2515" y="4946"/>
                      <a:pt x="2518" y="4927"/>
                      <a:pt x="2518" y="4906"/>
                    </a:cubicBezTo>
                    <a:cubicBezTo>
                      <a:pt x="2518" y="4880"/>
                      <a:pt x="2510" y="4847"/>
                      <a:pt x="2518" y="4821"/>
                    </a:cubicBezTo>
                    <a:cubicBezTo>
                      <a:pt x="2520" y="4816"/>
                      <a:pt x="2512" y="4812"/>
                      <a:pt x="2510" y="4817"/>
                    </a:cubicBezTo>
                    <a:cubicBezTo>
                      <a:pt x="2494" y="4851"/>
                      <a:pt x="2508" y="4896"/>
                      <a:pt x="2501" y="4933"/>
                    </a:cubicBezTo>
                    <a:cubicBezTo>
                      <a:pt x="2491" y="4980"/>
                      <a:pt x="2500" y="5038"/>
                      <a:pt x="2500" y="5086"/>
                    </a:cubicBezTo>
                    <a:cubicBezTo>
                      <a:pt x="2500" y="5130"/>
                      <a:pt x="2502" y="5173"/>
                      <a:pt x="2499" y="5217"/>
                    </a:cubicBezTo>
                    <a:cubicBezTo>
                      <a:pt x="2497" y="5240"/>
                      <a:pt x="2503" y="5264"/>
                      <a:pt x="2502" y="5288"/>
                    </a:cubicBezTo>
                    <a:cubicBezTo>
                      <a:pt x="2501" y="5298"/>
                      <a:pt x="2500" y="5308"/>
                      <a:pt x="2498" y="5318"/>
                    </a:cubicBezTo>
                    <a:lnTo>
                      <a:pt x="2487" y="5309"/>
                    </a:lnTo>
                    <a:cubicBezTo>
                      <a:pt x="2486" y="5280"/>
                      <a:pt x="2491" y="5248"/>
                      <a:pt x="2481" y="5220"/>
                    </a:cubicBezTo>
                    <a:cubicBezTo>
                      <a:pt x="2472" y="5188"/>
                      <a:pt x="2465" y="5155"/>
                      <a:pt x="2463" y="5122"/>
                    </a:cubicBezTo>
                    <a:lnTo>
                      <a:pt x="2462" y="5121"/>
                    </a:lnTo>
                    <a:cubicBezTo>
                      <a:pt x="2461" y="5120"/>
                      <a:pt x="2462" y="5120"/>
                      <a:pt x="2461" y="5120"/>
                    </a:cubicBezTo>
                    <a:lnTo>
                      <a:pt x="2460" y="5119"/>
                    </a:lnTo>
                    <a:lnTo>
                      <a:pt x="2459" y="5120"/>
                    </a:lnTo>
                    <a:cubicBezTo>
                      <a:pt x="2458" y="5120"/>
                      <a:pt x="2459" y="5120"/>
                      <a:pt x="2458" y="5121"/>
                    </a:cubicBezTo>
                    <a:cubicBezTo>
                      <a:pt x="2457" y="5122"/>
                      <a:pt x="2457" y="5122"/>
                      <a:pt x="2457" y="5122"/>
                    </a:cubicBezTo>
                    <a:cubicBezTo>
                      <a:pt x="2462" y="5180"/>
                      <a:pt x="2464" y="5237"/>
                      <a:pt x="2466" y="5294"/>
                    </a:cubicBezTo>
                    <a:lnTo>
                      <a:pt x="2464" y="5293"/>
                    </a:lnTo>
                    <a:cubicBezTo>
                      <a:pt x="2459" y="5290"/>
                      <a:pt x="2454" y="5286"/>
                      <a:pt x="2449" y="5282"/>
                    </a:cubicBezTo>
                    <a:cubicBezTo>
                      <a:pt x="2457" y="5244"/>
                      <a:pt x="2435" y="5204"/>
                      <a:pt x="2436" y="5164"/>
                    </a:cubicBezTo>
                    <a:cubicBezTo>
                      <a:pt x="2436" y="5133"/>
                      <a:pt x="2424" y="5102"/>
                      <a:pt x="2423" y="5071"/>
                    </a:cubicBezTo>
                    <a:cubicBezTo>
                      <a:pt x="2422" y="5070"/>
                      <a:pt x="2422" y="5070"/>
                      <a:pt x="2422" y="5070"/>
                    </a:cubicBezTo>
                    <a:cubicBezTo>
                      <a:pt x="2422" y="5069"/>
                      <a:pt x="2421" y="5069"/>
                      <a:pt x="2421" y="5069"/>
                    </a:cubicBezTo>
                    <a:cubicBezTo>
                      <a:pt x="2420" y="5068"/>
                      <a:pt x="2420" y="5068"/>
                      <a:pt x="2419" y="5068"/>
                    </a:cubicBezTo>
                    <a:cubicBezTo>
                      <a:pt x="2419" y="5068"/>
                      <a:pt x="2418" y="5068"/>
                      <a:pt x="2417" y="5069"/>
                    </a:cubicBezTo>
                    <a:cubicBezTo>
                      <a:pt x="2417" y="5069"/>
                      <a:pt x="2416" y="5069"/>
                      <a:pt x="2416" y="5070"/>
                    </a:cubicBezTo>
                    <a:lnTo>
                      <a:pt x="2416" y="5071"/>
                    </a:lnTo>
                    <a:cubicBezTo>
                      <a:pt x="2414" y="5102"/>
                      <a:pt x="2423" y="5133"/>
                      <a:pt x="2422" y="5163"/>
                    </a:cubicBezTo>
                    <a:cubicBezTo>
                      <a:pt x="2422" y="5190"/>
                      <a:pt x="2426" y="5217"/>
                      <a:pt x="2425" y="5243"/>
                    </a:cubicBezTo>
                    <a:cubicBezTo>
                      <a:pt x="2425" y="5247"/>
                      <a:pt x="2425" y="5250"/>
                      <a:pt x="2425" y="5253"/>
                    </a:cubicBezTo>
                    <a:cubicBezTo>
                      <a:pt x="2425" y="5257"/>
                      <a:pt x="2425" y="5260"/>
                      <a:pt x="2425" y="5263"/>
                    </a:cubicBezTo>
                    <a:cubicBezTo>
                      <a:pt x="2405" y="5247"/>
                      <a:pt x="2387" y="5228"/>
                      <a:pt x="2373" y="5215"/>
                    </a:cubicBezTo>
                    <a:cubicBezTo>
                      <a:pt x="2351" y="5193"/>
                      <a:pt x="2321" y="5175"/>
                      <a:pt x="2304" y="5149"/>
                    </a:cubicBezTo>
                    <a:cubicBezTo>
                      <a:pt x="2304" y="5148"/>
                      <a:pt x="2303" y="5147"/>
                      <a:pt x="2302" y="5146"/>
                    </a:cubicBezTo>
                    <a:cubicBezTo>
                      <a:pt x="2301" y="5145"/>
                      <a:pt x="2300" y="5145"/>
                      <a:pt x="2298" y="5145"/>
                    </a:cubicBezTo>
                    <a:cubicBezTo>
                      <a:pt x="2304" y="5118"/>
                      <a:pt x="2309" y="5091"/>
                      <a:pt x="2314" y="5064"/>
                    </a:cubicBezTo>
                    <a:cubicBezTo>
                      <a:pt x="2327" y="4996"/>
                      <a:pt x="2355" y="4923"/>
                      <a:pt x="2351" y="4854"/>
                    </a:cubicBezTo>
                    <a:cubicBezTo>
                      <a:pt x="2350" y="4821"/>
                      <a:pt x="2366" y="4779"/>
                      <a:pt x="2373" y="4746"/>
                    </a:cubicBezTo>
                    <a:cubicBezTo>
                      <a:pt x="2381" y="4715"/>
                      <a:pt x="2385" y="4684"/>
                      <a:pt x="2387" y="4652"/>
                    </a:cubicBezTo>
                    <a:cubicBezTo>
                      <a:pt x="2388" y="4606"/>
                      <a:pt x="2394" y="4559"/>
                      <a:pt x="2405" y="4514"/>
                    </a:cubicBezTo>
                    <a:cubicBezTo>
                      <a:pt x="2448" y="4543"/>
                      <a:pt x="2490" y="4574"/>
                      <a:pt x="2535" y="4600"/>
                    </a:cubicBezTo>
                    <a:moveTo>
                      <a:pt x="2845" y="5601"/>
                    </a:moveTo>
                    <a:lnTo>
                      <a:pt x="2845" y="5602"/>
                    </a:lnTo>
                    <a:cubicBezTo>
                      <a:pt x="2845" y="5603"/>
                      <a:pt x="2845" y="5605"/>
                      <a:pt x="2845" y="5606"/>
                    </a:cubicBezTo>
                    <a:cubicBezTo>
                      <a:pt x="2844" y="5606"/>
                      <a:pt x="2842" y="5605"/>
                      <a:pt x="2841" y="5605"/>
                    </a:cubicBezTo>
                    <a:lnTo>
                      <a:pt x="2835" y="5601"/>
                    </a:lnTo>
                    <a:cubicBezTo>
                      <a:pt x="2838" y="5597"/>
                      <a:pt x="2842" y="5599"/>
                      <a:pt x="2845" y="5601"/>
                    </a:cubicBezTo>
                    <a:moveTo>
                      <a:pt x="4371" y="6643"/>
                    </a:moveTo>
                    <a:cubicBezTo>
                      <a:pt x="4368" y="6647"/>
                      <a:pt x="4363" y="6649"/>
                      <a:pt x="4360" y="6653"/>
                    </a:cubicBezTo>
                    <a:cubicBezTo>
                      <a:pt x="4356" y="6657"/>
                      <a:pt x="4353" y="6662"/>
                      <a:pt x="4350" y="6666"/>
                    </a:cubicBezTo>
                    <a:cubicBezTo>
                      <a:pt x="4345" y="6671"/>
                      <a:pt x="4341" y="6677"/>
                      <a:pt x="4337" y="6683"/>
                    </a:cubicBezTo>
                    <a:cubicBezTo>
                      <a:pt x="4336" y="6685"/>
                      <a:pt x="4334" y="6688"/>
                      <a:pt x="4333" y="6691"/>
                    </a:cubicBezTo>
                    <a:lnTo>
                      <a:pt x="4324" y="6684"/>
                    </a:lnTo>
                    <a:cubicBezTo>
                      <a:pt x="4324" y="6680"/>
                      <a:pt x="4322" y="6677"/>
                      <a:pt x="4321" y="6673"/>
                    </a:cubicBezTo>
                    <a:lnTo>
                      <a:pt x="4322" y="6673"/>
                    </a:lnTo>
                    <a:cubicBezTo>
                      <a:pt x="4336" y="6666"/>
                      <a:pt x="4337" y="6659"/>
                      <a:pt x="4346" y="6647"/>
                    </a:cubicBezTo>
                    <a:cubicBezTo>
                      <a:pt x="4355" y="6635"/>
                      <a:pt x="4366" y="6625"/>
                      <a:pt x="4374" y="6614"/>
                    </a:cubicBezTo>
                    <a:lnTo>
                      <a:pt x="4380" y="6607"/>
                    </a:lnTo>
                    <a:cubicBezTo>
                      <a:pt x="4380" y="6618"/>
                      <a:pt x="4378" y="6628"/>
                      <a:pt x="4378" y="6639"/>
                    </a:cubicBezTo>
                    <a:cubicBezTo>
                      <a:pt x="4377" y="6639"/>
                      <a:pt x="4375" y="6639"/>
                      <a:pt x="4374" y="6640"/>
                    </a:cubicBezTo>
                    <a:cubicBezTo>
                      <a:pt x="4373" y="6641"/>
                      <a:pt x="4372" y="6642"/>
                      <a:pt x="4371" y="6643"/>
                    </a:cubicBezTo>
                    <a:moveTo>
                      <a:pt x="4376" y="6687"/>
                    </a:moveTo>
                    <a:lnTo>
                      <a:pt x="4374" y="6687"/>
                    </a:lnTo>
                    <a:lnTo>
                      <a:pt x="4376" y="6685"/>
                    </a:lnTo>
                    <a:lnTo>
                      <a:pt x="4376" y="6683"/>
                    </a:lnTo>
                    <a:cubicBezTo>
                      <a:pt x="4376" y="6683"/>
                      <a:pt x="4376" y="6685"/>
                      <a:pt x="4376" y="6686"/>
                    </a:cubicBezTo>
                    <a:lnTo>
                      <a:pt x="4376" y="6687"/>
                    </a:lnTo>
                    <a:moveTo>
                      <a:pt x="4384" y="6560"/>
                    </a:moveTo>
                    <a:cubicBezTo>
                      <a:pt x="4374" y="6572"/>
                      <a:pt x="4364" y="6584"/>
                      <a:pt x="4355" y="6597"/>
                    </a:cubicBezTo>
                    <a:cubicBezTo>
                      <a:pt x="4348" y="6607"/>
                      <a:pt x="4339" y="6616"/>
                      <a:pt x="4331" y="6625"/>
                    </a:cubicBezTo>
                    <a:cubicBezTo>
                      <a:pt x="4322" y="6633"/>
                      <a:pt x="4319" y="6643"/>
                      <a:pt x="4312" y="6650"/>
                    </a:cubicBezTo>
                    <a:cubicBezTo>
                      <a:pt x="4312" y="6651"/>
                      <a:pt x="4311" y="6652"/>
                      <a:pt x="4311" y="6652"/>
                    </a:cubicBezTo>
                    <a:cubicBezTo>
                      <a:pt x="4310" y="6654"/>
                      <a:pt x="4309" y="6656"/>
                      <a:pt x="4309" y="6658"/>
                    </a:cubicBezTo>
                    <a:lnTo>
                      <a:pt x="4309" y="6659"/>
                    </a:lnTo>
                    <a:cubicBezTo>
                      <a:pt x="4302" y="6651"/>
                      <a:pt x="4294" y="6645"/>
                      <a:pt x="4287" y="6639"/>
                    </a:cubicBezTo>
                    <a:lnTo>
                      <a:pt x="4282" y="6634"/>
                    </a:lnTo>
                    <a:cubicBezTo>
                      <a:pt x="4283" y="6633"/>
                      <a:pt x="4284" y="6633"/>
                      <a:pt x="4285" y="6632"/>
                    </a:cubicBezTo>
                    <a:cubicBezTo>
                      <a:pt x="4302" y="6610"/>
                      <a:pt x="4321" y="6588"/>
                      <a:pt x="4340" y="6568"/>
                    </a:cubicBezTo>
                    <a:cubicBezTo>
                      <a:pt x="4359" y="6547"/>
                      <a:pt x="4377" y="6525"/>
                      <a:pt x="4393" y="6502"/>
                    </a:cubicBezTo>
                    <a:cubicBezTo>
                      <a:pt x="4392" y="6512"/>
                      <a:pt x="4390" y="6523"/>
                      <a:pt x="4388" y="6533"/>
                    </a:cubicBezTo>
                    <a:cubicBezTo>
                      <a:pt x="4386" y="6543"/>
                      <a:pt x="4386" y="6550"/>
                      <a:pt x="4384" y="6560"/>
                    </a:cubicBezTo>
                    <a:moveTo>
                      <a:pt x="4323" y="6547"/>
                    </a:moveTo>
                    <a:cubicBezTo>
                      <a:pt x="4301" y="6568"/>
                      <a:pt x="4282" y="6591"/>
                      <a:pt x="4264" y="6615"/>
                    </a:cubicBezTo>
                    <a:lnTo>
                      <a:pt x="4251" y="6601"/>
                    </a:lnTo>
                    <a:cubicBezTo>
                      <a:pt x="4290" y="6552"/>
                      <a:pt x="4333" y="6505"/>
                      <a:pt x="4368" y="6453"/>
                    </a:cubicBezTo>
                    <a:cubicBezTo>
                      <a:pt x="4377" y="6441"/>
                      <a:pt x="4394" y="6423"/>
                      <a:pt x="4408" y="6404"/>
                    </a:cubicBezTo>
                    <a:cubicBezTo>
                      <a:pt x="4405" y="6424"/>
                      <a:pt x="4402" y="6445"/>
                      <a:pt x="4399" y="6466"/>
                    </a:cubicBezTo>
                    <a:cubicBezTo>
                      <a:pt x="4372" y="6491"/>
                      <a:pt x="4346" y="6518"/>
                      <a:pt x="4323" y="6547"/>
                    </a:cubicBezTo>
                    <a:moveTo>
                      <a:pt x="6473" y="5054"/>
                    </a:moveTo>
                    <a:lnTo>
                      <a:pt x="6467" y="5053"/>
                    </a:lnTo>
                    <a:cubicBezTo>
                      <a:pt x="6402" y="5038"/>
                      <a:pt x="6336" y="5029"/>
                      <a:pt x="6270" y="5026"/>
                    </a:cubicBezTo>
                    <a:cubicBezTo>
                      <a:pt x="6108" y="5026"/>
                      <a:pt x="5945" y="5026"/>
                      <a:pt x="5783" y="5026"/>
                    </a:cubicBezTo>
                    <a:cubicBezTo>
                      <a:pt x="5561" y="5026"/>
                      <a:pt x="5335" y="5025"/>
                      <a:pt x="5114" y="5051"/>
                    </a:cubicBezTo>
                    <a:cubicBezTo>
                      <a:pt x="5112" y="5051"/>
                      <a:pt x="5110" y="5050"/>
                      <a:pt x="5108" y="5050"/>
                    </a:cubicBezTo>
                    <a:cubicBezTo>
                      <a:pt x="5104" y="5050"/>
                      <a:pt x="5101" y="5051"/>
                      <a:pt x="5097" y="5053"/>
                    </a:cubicBezTo>
                    <a:cubicBezTo>
                      <a:pt x="4989" y="5066"/>
                      <a:pt x="4882" y="5088"/>
                      <a:pt x="4777" y="5118"/>
                    </a:cubicBezTo>
                    <a:cubicBezTo>
                      <a:pt x="4694" y="5143"/>
                      <a:pt x="4607" y="5158"/>
                      <a:pt x="4524" y="5183"/>
                    </a:cubicBezTo>
                    <a:cubicBezTo>
                      <a:pt x="4438" y="5209"/>
                      <a:pt x="4354" y="5241"/>
                      <a:pt x="4273" y="5279"/>
                    </a:cubicBezTo>
                    <a:cubicBezTo>
                      <a:pt x="4200" y="5314"/>
                      <a:pt x="4134" y="5358"/>
                      <a:pt x="4063" y="5395"/>
                    </a:cubicBezTo>
                    <a:cubicBezTo>
                      <a:pt x="4014" y="5421"/>
                      <a:pt x="3945" y="5444"/>
                      <a:pt x="3914" y="5492"/>
                    </a:cubicBezTo>
                    <a:lnTo>
                      <a:pt x="3912" y="5492"/>
                    </a:lnTo>
                    <a:cubicBezTo>
                      <a:pt x="3914" y="5479"/>
                      <a:pt x="3914" y="5466"/>
                      <a:pt x="3914" y="5453"/>
                    </a:cubicBezTo>
                    <a:cubicBezTo>
                      <a:pt x="3914" y="5424"/>
                      <a:pt x="3911" y="5395"/>
                      <a:pt x="3904" y="5366"/>
                    </a:cubicBezTo>
                    <a:cubicBezTo>
                      <a:pt x="3923" y="5349"/>
                      <a:pt x="3944" y="5334"/>
                      <a:pt x="3967" y="5321"/>
                    </a:cubicBezTo>
                    <a:cubicBezTo>
                      <a:pt x="3973" y="5318"/>
                      <a:pt x="3978" y="5314"/>
                      <a:pt x="3984" y="5311"/>
                    </a:cubicBezTo>
                    <a:cubicBezTo>
                      <a:pt x="3986" y="5312"/>
                      <a:pt x="3987" y="5312"/>
                      <a:pt x="3988" y="5312"/>
                    </a:cubicBezTo>
                    <a:cubicBezTo>
                      <a:pt x="3990" y="5312"/>
                      <a:pt x="3993" y="5311"/>
                      <a:pt x="3995" y="5310"/>
                    </a:cubicBezTo>
                    <a:cubicBezTo>
                      <a:pt x="3997" y="5309"/>
                      <a:pt x="3999" y="5307"/>
                      <a:pt x="4000" y="5305"/>
                    </a:cubicBezTo>
                    <a:cubicBezTo>
                      <a:pt x="4000" y="5304"/>
                      <a:pt x="4000" y="5304"/>
                      <a:pt x="4001" y="5303"/>
                    </a:cubicBezTo>
                    <a:cubicBezTo>
                      <a:pt x="4027" y="5291"/>
                      <a:pt x="4054" y="5279"/>
                      <a:pt x="4082" y="5270"/>
                    </a:cubicBezTo>
                    <a:cubicBezTo>
                      <a:pt x="4105" y="5261"/>
                      <a:pt x="4127" y="5251"/>
                      <a:pt x="4148" y="5239"/>
                    </a:cubicBezTo>
                    <a:cubicBezTo>
                      <a:pt x="4155" y="5244"/>
                      <a:pt x="4167" y="5239"/>
                      <a:pt x="4165" y="5230"/>
                    </a:cubicBezTo>
                    <a:cubicBezTo>
                      <a:pt x="4178" y="5224"/>
                      <a:pt x="4190" y="5219"/>
                      <a:pt x="4203" y="5215"/>
                    </a:cubicBezTo>
                    <a:lnTo>
                      <a:pt x="4203" y="5216"/>
                    </a:lnTo>
                    <a:cubicBezTo>
                      <a:pt x="4204" y="5216"/>
                      <a:pt x="4204" y="5217"/>
                      <a:pt x="4205" y="5217"/>
                    </a:cubicBezTo>
                    <a:cubicBezTo>
                      <a:pt x="4206" y="5218"/>
                      <a:pt x="4206" y="5218"/>
                      <a:pt x="4208" y="5218"/>
                    </a:cubicBezTo>
                    <a:cubicBezTo>
                      <a:pt x="4209" y="5218"/>
                      <a:pt x="4211" y="5218"/>
                      <a:pt x="4212" y="5217"/>
                    </a:cubicBezTo>
                    <a:cubicBezTo>
                      <a:pt x="4212" y="5217"/>
                      <a:pt x="4213" y="5216"/>
                      <a:pt x="4214" y="5216"/>
                    </a:cubicBezTo>
                    <a:cubicBezTo>
                      <a:pt x="4215" y="5214"/>
                      <a:pt x="4216" y="5213"/>
                      <a:pt x="4217" y="5211"/>
                    </a:cubicBezTo>
                    <a:cubicBezTo>
                      <a:pt x="4217" y="5210"/>
                      <a:pt x="4218" y="5209"/>
                      <a:pt x="4218" y="5208"/>
                    </a:cubicBezTo>
                    <a:cubicBezTo>
                      <a:pt x="4233" y="5203"/>
                      <a:pt x="4249" y="5198"/>
                      <a:pt x="4263" y="5192"/>
                    </a:cubicBezTo>
                    <a:cubicBezTo>
                      <a:pt x="4291" y="5180"/>
                      <a:pt x="4317" y="5183"/>
                      <a:pt x="4344" y="5167"/>
                    </a:cubicBezTo>
                    <a:cubicBezTo>
                      <a:pt x="4370" y="5151"/>
                      <a:pt x="4415" y="5145"/>
                      <a:pt x="4446" y="5134"/>
                    </a:cubicBezTo>
                    <a:cubicBezTo>
                      <a:pt x="4498" y="5114"/>
                      <a:pt x="4549" y="5094"/>
                      <a:pt x="4601" y="5077"/>
                    </a:cubicBezTo>
                    <a:cubicBezTo>
                      <a:pt x="4602" y="5078"/>
                      <a:pt x="4603" y="5079"/>
                      <a:pt x="4605" y="5080"/>
                    </a:cubicBezTo>
                    <a:cubicBezTo>
                      <a:pt x="4606" y="5081"/>
                      <a:pt x="4607" y="5082"/>
                      <a:pt x="4609" y="5082"/>
                    </a:cubicBezTo>
                    <a:cubicBezTo>
                      <a:pt x="4610" y="5082"/>
                      <a:pt x="4612" y="5081"/>
                      <a:pt x="4614" y="5080"/>
                    </a:cubicBezTo>
                    <a:cubicBezTo>
                      <a:pt x="4615" y="5079"/>
                      <a:pt x="4617" y="5078"/>
                      <a:pt x="4618" y="5077"/>
                    </a:cubicBezTo>
                    <a:cubicBezTo>
                      <a:pt x="4618" y="5076"/>
                      <a:pt x="4619" y="5074"/>
                      <a:pt x="4619" y="5073"/>
                    </a:cubicBezTo>
                    <a:cubicBezTo>
                      <a:pt x="4619" y="5071"/>
                      <a:pt x="4619" y="5071"/>
                      <a:pt x="4619" y="5071"/>
                    </a:cubicBezTo>
                    <a:cubicBezTo>
                      <a:pt x="4636" y="5065"/>
                      <a:pt x="4654" y="5059"/>
                      <a:pt x="4672" y="5054"/>
                    </a:cubicBezTo>
                    <a:cubicBezTo>
                      <a:pt x="4702" y="5046"/>
                      <a:pt x="4731" y="5034"/>
                      <a:pt x="4761" y="5026"/>
                    </a:cubicBezTo>
                    <a:cubicBezTo>
                      <a:pt x="4781" y="5020"/>
                      <a:pt x="4801" y="5016"/>
                      <a:pt x="4822" y="5013"/>
                    </a:cubicBezTo>
                    <a:cubicBezTo>
                      <a:pt x="4884" y="5003"/>
                      <a:pt x="4946" y="4982"/>
                      <a:pt x="5008" y="4970"/>
                    </a:cubicBezTo>
                    <a:cubicBezTo>
                      <a:pt x="5076" y="4957"/>
                      <a:pt x="5145" y="4946"/>
                      <a:pt x="5213" y="4937"/>
                    </a:cubicBezTo>
                    <a:cubicBezTo>
                      <a:pt x="5233" y="4936"/>
                      <a:pt x="5252" y="4935"/>
                      <a:pt x="5272" y="4935"/>
                    </a:cubicBezTo>
                    <a:cubicBezTo>
                      <a:pt x="5291" y="4935"/>
                      <a:pt x="5310" y="4936"/>
                      <a:pt x="5330" y="4937"/>
                    </a:cubicBezTo>
                    <a:lnTo>
                      <a:pt x="5559" y="4937"/>
                    </a:lnTo>
                    <a:cubicBezTo>
                      <a:pt x="5560" y="4944"/>
                      <a:pt x="5561" y="4950"/>
                      <a:pt x="5563" y="4957"/>
                    </a:cubicBezTo>
                    <a:cubicBezTo>
                      <a:pt x="5567" y="4972"/>
                      <a:pt x="5588" y="4965"/>
                      <a:pt x="5584" y="4953"/>
                    </a:cubicBezTo>
                    <a:cubicBezTo>
                      <a:pt x="5584" y="4948"/>
                      <a:pt x="5584" y="4942"/>
                      <a:pt x="5584" y="4936"/>
                    </a:cubicBezTo>
                    <a:lnTo>
                      <a:pt x="5710" y="4936"/>
                    </a:lnTo>
                    <a:cubicBezTo>
                      <a:pt x="5745" y="4936"/>
                      <a:pt x="5781" y="4936"/>
                      <a:pt x="5816" y="4935"/>
                    </a:cubicBezTo>
                    <a:cubicBezTo>
                      <a:pt x="5855" y="4933"/>
                      <a:pt x="5896" y="4943"/>
                      <a:pt x="5936" y="4945"/>
                    </a:cubicBezTo>
                    <a:cubicBezTo>
                      <a:pt x="5970" y="4946"/>
                      <a:pt x="6005" y="4943"/>
                      <a:pt x="6040" y="4942"/>
                    </a:cubicBezTo>
                    <a:lnTo>
                      <a:pt x="6044" y="4942"/>
                    </a:lnTo>
                    <a:cubicBezTo>
                      <a:pt x="6045" y="4946"/>
                      <a:pt x="6047" y="4950"/>
                      <a:pt x="6049" y="4954"/>
                    </a:cubicBezTo>
                    <a:lnTo>
                      <a:pt x="6049" y="4955"/>
                    </a:lnTo>
                    <a:cubicBezTo>
                      <a:pt x="6049" y="4955"/>
                      <a:pt x="6050" y="4956"/>
                      <a:pt x="6051" y="4957"/>
                    </a:cubicBezTo>
                    <a:cubicBezTo>
                      <a:pt x="6052" y="4958"/>
                      <a:pt x="6053" y="4957"/>
                      <a:pt x="6053" y="4957"/>
                    </a:cubicBezTo>
                    <a:cubicBezTo>
                      <a:pt x="6054" y="4957"/>
                      <a:pt x="6055" y="4958"/>
                      <a:pt x="6056" y="4957"/>
                    </a:cubicBezTo>
                    <a:cubicBezTo>
                      <a:pt x="6057" y="4956"/>
                      <a:pt x="6058" y="4955"/>
                      <a:pt x="6058" y="4955"/>
                    </a:cubicBezTo>
                    <a:cubicBezTo>
                      <a:pt x="6058" y="4954"/>
                      <a:pt x="6058" y="4954"/>
                      <a:pt x="6058" y="4954"/>
                    </a:cubicBezTo>
                    <a:cubicBezTo>
                      <a:pt x="6060" y="4951"/>
                      <a:pt x="6062" y="4947"/>
                      <a:pt x="6063" y="4942"/>
                    </a:cubicBezTo>
                    <a:cubicBezTo>
                      <a:pt x="6085" y="4944"/>
                      <a:pt x="6107" y="4947"/>
                      <a:pt x="6129" y="4949"/>
                    </a:cubicBezTo>
                    <a:lnTo>
                      <a:pt x="6130" y="4949"/>
                    </a:lnTo>
                    <a:cubicBezTo>
                      <a:pt x="6132" y="4951"/>
                      <a:pt x="6135" y="4952"/>
                      <a:pt x="6137" y="4953"/>
                    </a:cubicBezTo>
                    <a:cubicBezTo>
                      <a:pt x="6139" y="4953"/>
                      <a:pt x="6141" y="4954"/>
                      <a:pt x="6143" y="4954"/>
                    </a:cubicBezTo>
                    <a:cubicBezTo>
                      <a:pt x="6145" y="4954"/>
                      <a:pt x="6148" y="4953"/>
                      <a:pt x="6150" y="4952"/>
                    </a:cubicBezTo>
                    <a:cubicBezTo>
                      <a:pt x="6151" y="4951"/>
                      <a:pt x="6151" y="4951"/>
                      <a:pt x="6152" y="4950"/>
                    </a:cubicBezTo>
                    <a:cubicBezTo>
                      <a:pt x="6176" y="4952"/>
                      <a:pt x="6201" y="4956"/>
                      <a:pt x="6226" y="4958"/>
                    </a:cubicBezTo>
                    <a:cubicBezTo>
                      <a:pt x="6237" y="4960"/>
                      <a:pt x="6248" y="4962"/>
                      <a:pt x="6260" y="4962"/>
                    </a:cubicBezTo>
                    <a:cubicBezTo>
                      <a:pt x="6281" y="4963"/>
                      <a:pt x="6302" y="4967"/>
                      <a:pt x="6322" y="4974"/>
                    </a:cubicBezTo>
                    <a:cubicBezTo>
                      <a:pt x="6354" y="4982"/>
                      <a:pt x="6385" y="4994"/>
                      <a:pt x="6414" y="5010"/>
                    </a:cubicBezTo>
                    <a:cubicBezTo>
                      <a:pt x="6417" y="5012"/>
                      <a:pt x="6420" y="5014"/>
                      <a:pt x="6423" y="5016"/>
                    </a:cubicBezTo>
                    <a:cubicBezTo>
                      <a:pt x="6440" y="5026"/>
                      <a:pt x="6456" y="5037"/>
                      <a:pt x="6472" y="5050"/>
                    </a:cubicBezTo>
                    <a:cubicBezTo>
                      <a:pt x="6472" y="5050"/>
                      <a:pt x="6472" y="5052"/>
                      <a:pt x="6473" y="5054"/>
                    </a:cubicBezTo>
                    <a:moveTo>
                      <a:pt x="3943" y="5300"/>
                    </a:moveTo>
                    <a:cubicBezTo>
                      <a:pt x="3944" y="5300"/>
                      <a:pt x="3945" y="5301"/>
                      <a:pt x="3945" y="5302"/>
                    </a:cubicBezTo>
                    <a:lnTo>
                      <a:pt x="3944" y="5302"/>
                    </a:lnTo>
                    <a:cubicBezTo>
                      <a:pt x="3943" y="5302"/>
                      <a:pt x="3943" y="5301"/>
                      <a:pt x="3943" y="5300"/>
                    </a:cubicBezTo>
                    <a:moveTo>
                      <a:pt x="5617" y="4621"/>
                    </a:moveTo>
                    <a:cubicBezTo>
                      <a:pt x="5631" y="4631"/>
                      <a:pt x="5645" y="4640"/>
                      <a:pt x="5659" y="4649"/>
                    </a:cubicBezTo>
                    <a:cubicBezTo>
                      <a:pt x="5659" y="4650"/>
                      <a:pt x="5659" y="4651"/>
                      <a:pt x="5659" y="4652"/>
                    </a:cubicBezTo>
                    <a:cubicBezTo>
                      <a:pt x="5659" y="4665"/>
                      <a:pt x="5658" y="4679"/>
                      <a:pt x="5655" y="4692"/>
                    </a:cubicBezTo>
                    <a:cubicBezTo>
                      <a:pt x="5653" y="4720"/>
                      <a:pt x="5650" y="4748"/>
                      <a:pt x="5647" y="4776"/>
                    </a:cubicBezTo>
                    <a:cubicBezTo>
                      <a:pt x="5643" y="4819"/>
                      <a:pt x="5634" y="4868"/>
                      <a:pt x="5642" y="4911"/>
                    </a:cubicBezTo>
                    <a:lnTo>
                      <a:pt x="5588" y="4911"/>
                    </a:lnTo>
                    <a:cubicBezTo>
                      <a:pt x="5591" y="4869"/>
                      <a:pt x="5596" y="4827"/>
                      <a:pt x="5601" y="4785"/>
                    </a:cubicBezTo>
                    <a:cubicBezTo>
                      <a:pt x="5605" y="4748"/>
                      <a:pt x="5607" y="4712"/>
                      <a:pt x="5611" y="4675"/>
                    </a:cubicBezTo>
                    <a:cubicBezTo>
                      <a:pt x="5613" y="4658"/>
                      <a:pt x="5614" y="4641"/>
                      <a:pt x="5615" y="4625"/>
                    </a:cubicBezTo>
                    <a:cubicBezTo>
                      <a:pt x="5616" y="4625"/>
                      <a:pt x="5617" y="4623"/>
                      <a:pt x="5617" y="4622"/>
                    </a:cubicBezTo>
                    <a:lnTo>
                      <a:pt x="5617" y="4621"/>
                    </a:lnTo>
                    <a:moveTo>
                      <a:pt x="5664" y="4862"/>
                    </a:moveTo>
                    <a:cubicBezTo>
                      <a:pt x="5664" y="4822"/>
                      <a:pt x="5669" y="4783"/>
                      <a:pt x="5672" y="4742"/>
                    </a:cubicBezTo>
                    <a:cubicBezTo>
                      <a:pt x="5676" y="4720"/>
                      <a:pt x="5677" y="4697"/>
                      <a:pt x="5677" y="4674"/>
                    </a:cubicBezTo>
                    <a:cubicBezTo>
                      <a:pt x="5677" y="4670"/>
                      <a:pt x="5677" y="4666"/>
                      <a:pt x="5677" y="4661"/>
                    </a:cubicBezTo>
                    <a:cubicBezTo>
                      <a:pt x="5692" y="4671"/>
                      <a:pt x="5706" y="4681"/>
                      <a:pt x="5720" y="4692"/>
                    </a:cubicBezTo>
                    <a:cubicBezTo>
                      <a:pt x="5716" y="4734"/>
                      <a:pt x="5709" y="4777"/>
                      <a:pt x="5704" y="4819"/>
                    </a:cubicBezTo>
                    <a:cubicBezTo>
                      <a:pt x="5701" y="4846"/>
                      <a:pt x="5692" y="4885"/>
                      <a:pt x="5703" y="4912"/>
                    </a:cubicBezTo>
                    <a:lnTo>
                      <a:pt x="5663" y="4912"/>
                    </a:lnTo>
                    <a:cubicBezTo>
                      <a:pt x="5664" y="4903"/>
                      <a:pt x="5664" y="4894"/>
                      <a:pt x="5664" y="4884"/>
                    </a:cubicBezTo>
                    <a:cubicBezTo>
                      <a:pt x="5664" y="4877"/>
                      <a:pt x="5664" y="4869"/>
                      <a:pt x="5664" y="4862"/>
                    </a:cubicBezTo>
                    <a:moveTo>
                      <a:pt x="5768" y="4897"/>
                    </a:moveTo>
                    <a:lnTo>
                      <a:pt x="5769" y="4898"/>
                    </a:lnTo>
                    <a:cubicBezTo>
                      <a:pt x="5769" y="4899"/>
                      <a:pt x="5770" y="4899"/>
                      <a:pt x="5771" y="4900"/>
                    </a:cubicBezTo>
                    <a:cubicBezTo>
                      <a:pt x="5772" y="4901"/>
                      <a:pt x="5773" y="4901"/>
                      <a:pt x="5775" y="4901"/>
                    </a:cubicBezTo>
                    <a:cubicBezTo>
                      <a:pt x="5776" y="4901"/>
                      <a:pt x="5777" y="4901"/>
                      <a:pt x="5778" y="4900"/>
                    </a:cubicBezTo>
                    <a:cubicBezTo>
                      <a:pt x="5779" y="4899"/>
                      <a:pt x="5780" y="4899"/>
                      <a:pt x="5781" y="4898"/>
                    </a:cubicBezTo>
                    <a:cubicBezTo>
                      <a:pt x="5781" y="4897"/>
                      <a:pt x="5781" y="4897"/>
                      <a:pt x="5781" y="4897"/>
                    </a:cubicBezTo>
                    <a:cubicBezTo>
                      <a:pt x="5788" y="4872"/>
                      <a:pt x="5792" y="4846"/>
                      <a:pt x="5792" y="4820"/>
                    </a:cubicBezTo>
                    <a:cubicBezTo>
                      <a:pt x="5794" y="4799"/>
                      <a:pt x="5795" y="4778"/>
                      <a:pt x="5795" y="4758"/>
                    </a:cubicBezTo>
                    <a:cubicBezTo>
                      <a:pt x="5795" y="4752"/>
                      <a:pt x="5795" y="4747"/>
                      <a:pt x="5795" y="4741"/>
                    </a:cubicBezTo>
                    <a:lnTo>
                      <a:pt x="5834" y="4764"/>
                    </a:lnTo>
                    <a:cubicBezTo>
                      <a:pt x="5833" y="4764"/>
                      <a:pt x="5833" y="4764"/>
                      <a:pt x="5832" y="4764"/>
                    </a:cubicBezTo>
                    <a:cubicBezTo>
                      <a:pt x="5831" y="4765"/>
                      <a:pt x="5830" y="4766"/>
                      <a:pt x="5829" y="4768"/>
                    </a:cubicBezTo>
                    <a:cubicBezTo>
                      <a:pt x="5828" y="4769"/>
                      <a:pt x="5828" y="4770"/>
                      <a:pt x="5828" y="4772"/>
                    </a:cubicBezTo>
                    <a:cubicBezTo>
                      <a:pt x="5826" y="4798"/>
                      <a:pt x="5824" y="4824"/>
                      <a:pt x="5823" y="4850"/>
                    </a:cubicBezTo>
                    <a:cubicBezTo>
                      <a:pt x="5821" y="4859"/>
                      <a:pt x="5821" y="4868"/>
                      <a:pt x="5821" y="4877"/>
                    </a:cubicBezTo>
                    <a:cubicBezTo>
                      <a:pt x="5821" y="4889"/>
                      <a:pt x="5822" y="4900"/>
                      <a:pt x="5824" y="4911"/>
                    </a:cubicBezTo>
                    <a:cubicBezTo>
                      <a:pt x="5810" y="4911"/>
                      <a:pt x="5797" y="4910"/>
                      <a:pt x="5783" y="4911"/>
                    </a:cubicBezTo>
                    <a:cubicBezTo>
                      <a:pt x="5762" y="4911"/>
                      <a:pt x="5741" y="4911"/>
                      <a:pt x="5719" y="4911"/>
                    </a:cubicBezTo>
                    <a:cubicBezTo>
                      <a:pt x="5731" y="4889"/>
                      <a:pt x="5727" y="4861"/>
                      <a:pt x="5730" y="4837"/>
                    </a:cubicBezTo>
                    <a:cubicBezTo>
                      <a:pt x="5734" y="4793"/>
                      <a:pt x="5739" y="4749"/>
                      <a:pt x="5740" y="4705"/>
                    </a:cubicBezTo>
                    <a:lnTo>
                      <a:pt x="5747" y="4710"/>
                    </a:lnTo>
                    <a:cubicBezTo>
                      <a:pt x="5757" y="4716"/>
                      <a:pt x="5767" y="4723"/>
                      <a:pt x="5776" y="4729"/>
                    </a:cubicBezTo>
                    <a:cubicBezTo>
                      <a:pt x="5769" y="4781"/>
                      <a:pt x="5751" y="4847"/>
                      <a:pt x="5768" y="4897"/>
                    </a:cubicBezTo>
                    <a:moveTo>
                      <a:pt x="5845" y="4854"/>
                    </a:moveTo>
                    <a:cubicBezTo>
                      <a:pt x="5845" y="4826"/>
                      <a:pt x="5845" y="4799"/>
                      <a:pt x="5844" y="4772"/>
                    </a:cubicBezTo>
                    <a:cubicBezTo>
                      <a:pt x="5844" y="4771"/>
                      <a:pt x="5844" y="4771"/>
                      <a:pt x="5844" y="4771"/>
                    </a:cubicBezTo>
                    <a:lnTo>
                      <a:pt x="5844" y="4770"/>
                    </a:lnTo>
                    <a:cubicBezTo>
                      <a:pt x="5857" y="4778"/>
                      <a:pt x="5869" y="4785"/>
                      <a:pt x="5881" y="4793"/>
                    </a:cubicBezTo>
                    <a:cubicBezTo>
                      <a:pt x="5881" y="4794"/>
                      <a:pt x="5881" y="4794"/>
                      <a:pt x="5881" y="4794"/>
                    </a:cubicBezTo>
                    <a:cubicBezTo>
                      <a:pt x="5881" y="4795"/>
                      <a:pt x="5881" y="4795"/>
                      <a:pt x="5881" y="4795"/>
                    </a:cubicBezTo>
                    <a:cubicBezTo>
                      <a:pt x="5879" y="4830"/>
                      <a:pt x="5872" y="4874"/>
                      <a:pt x="5884" y="4907"/>
                    </a:cubicBezTo>
                    <a:cubicBezTo>
                      <a:pt x="5885" y="4907"/>
                      <a:pt x="5885" y="4907"/>
                      <a:pt x="5885" y="4907"/>
                    </a:cubicBezTo>
                    <a:cubicBezTo>
                      <a:pt x="5885" y="4908"/>
                      <a:pt x="5886" y="4909"/>
                      <a:pt x="5887" y="4910"/>
                    </a:cubicBezTo>
                    <a:cubicBezTo>
                      <a:pt x="5888" y="4911"/>
                      <a:pt x="5889" y="4911"/>
                      <a:pt x="5891" y="4911"/>
                    </a:cubicBezTo>
                    <a:cubicBezTo>
                      <a:pt x="5892" y="4911"/>
                      <a:pt x="5893" y="4911"/>
                      <a:pt x="5894" y="4910"/>
                    </a:cubicBezTo>
                    <a:cubicBezTo>
                      <a:pt x="5895" y="4909"/>
                      <a:pt x="5895" y="4908"/>
                      <a:pt x="5896" y="4907"/>
                    </a:cubicBezTo>
                    <a:cubicBezTo>
                      <a:pt x="5897" y="4906"/>
                      <a:pt x="5897" y="4907"/>
                      <a:pt x="5897" y="4907"/>
                    </a:cubicBezTo>
                    <a:cubicBezTo>
                      <a:pt x="5908" y="4878"/>
                      <a:pt x="5904" y="4839"/>
                      <a:pt x="5901" y="4807"/>
                    </a:cubicBezTo>
                    <a:lnTo>
                      <a:pt x="5904" y="4809"/>
                    </a:lnTo>
                    <a:cubicBezTo>
                      <a:pt x="5913" y="4816"/>
                      <a:pt x="5922" y="4822"/>
                      <a:pt x="5931" y="4829"/>
                    </a:cubicBezTo>
                    <a:cubicBezTo>
                      <a:pt x="5929" y="4858"/>
                      <a:pt x="5925" y="4892"/>
                      <a:pt x="5936" y="4918"/>
                    </a:cubicBezTo>
                    <a:cubicBezTo>
                      <a:pt x="5936" y="4918"/>
                      <a:pt x="5936" y="4917"/>
                      <a:pt x="5937" y="4918"/>
                    </a:cubicBezTo>
                    <a:cubicBezTo>
                      <a:pt x="5938" y="4919"/>
                      <a:pt x="5938" y="4919"/>
                      <a:pt x="5938" y="4920"/>
                    </a:cubicBezTo>
                    <a:cubicBezTo>
                      <a:pt x="5906" y="4919"/>
                      <a:pt x="5874" y="4915"/>
                      <a:pt x="5842" y="4913"/>
                    </a:cubicBezTo>
                    <a:cubicBezTo>
                      <a:pt x="5845" y="4899"/>
                      <a:pt x="5846" y="4885"/>
                      <a:pt x="5846" y="4871"/>
                    </a:cubicBezTo>
                    <a:cubicBezTo>
                      <a:pt x="5846" y="4865"/>
                      <a:pt x="5846" y="4859"/>
                      <a:pt x="5845" y="4853"/>
                    </a:cubicBezTo>
                    <a:lnTo>
                      <a:pt x="5845" y="4854"/>
                    </a:lnTo>
                    <a:moveTo>
                      <a:pt x="5953" y="4845"/>
                    </a:moveTo>
                    <a:cubicBezTo>
                      <a:pt x="5966" y="4853"/>
                      <a:pt x="5979" y="4861"/>
                      <a:pt x="5992" y="4869"/>
                    </a:cubicBezTo>
                    <a:cubicBezTo>
                      <a:pt x="5991" y="4877"/>
                      <a:pt x="5990" y="4886"/>
                      <a:pt x="5990" y="4894"/>
                    </a:cubicBezTo>
                    <a:cubicBezTo>
                      <a:pt x="5990" y="4903"/>
                      <a:pt x="5991" y="4911"/>
                      <a:pt x="5992" y="4920"/>
                    </a:cubicBezTo>
                    <a:lnTo>
                      <a:pt x="5972" y="4920"/>
                    </a:lnTo>
                    <a:cubicBezTo>
                      <a:pt x="5963" y="4920"/>
                      <a:pt x="5953" y="4920"/>
                      <a:pt x="5943" y="4920"/>
                    </a:cubicBezTo>
                    <a:lnTo>
                      <a:pt x="5944" y="4920"/>
                    </a:lnTo>
                    <a:cubicBezTo>
                      <a:pt x="5945" y="4919"/>
                      <a:pt x="5945" y="4918"/>
                      <a:pt x="5946" y="4918"/>
                    </a:cubicBezTo>
                    <a:lnTo>
                      <a:pt x="5946" y="4917"/>
                    </a:lnTo>
                    <a:cubicBezTo>
                      <a:pt x="5951" y="4901"/>
                      <a:pt x="5954" y="4884"/>
                      <a:pt x="5954" y="4866"/>
                    </a:cubicBezTo>
                    <a:cubicBezTo>
                      <a:pt x="5954" y="4859"/>
                      <a:pt x="5954" y="4852"/>
                      <a:pt x="5953" y="4845"/>
                    </a:cubicBezTo>
                    <a:moveTo>
                      <a:pt x="6013" y="4881"/>
                    </a:moveTo>
                    <a:cubicBezTo>
                      <a:pt x="6022" y="4885"/>
                      <a:pt x="6030" y="4890"/>
                      <a:pt x="6039" y="4894"/>
                    </a:cubicBezTo>
                    <a:lnTo>
                      <a:pt x="6046" y="4898"/>
                    </a:lnTo>
                    <a:cubicBezTo>
                      <a:pt x="6046" y="4905"/>
                      <a:pt x="6045" y="4913"/>
                      <a:pt x="6045" y="4920"/>
                    </a:cubicBezTo>
                    <a:lnTo>
                      <a:pt x="6012" y="4920"/>
                    </a:lnTo>
                    <a:cubicBezTo>
                      <a:pt x="6013" y="4912"/>
                      <a:pt x="6014" y="4904"/>
                      <a:pt x="6014" y="4896"/>
                    </a:cubicBezTo>
                    <a:cubicBezTo>
                      <a:pt x="6014" y="4891"/>
                      <a:pt x="6014" y="4886"/>
                      <a:pt x="6013" y="4881"/>
                    </a:cubicBezTo>
                    <a:moveTo>
                      <a:pt x="6067" y="4910"/>
                    </a:moveTo>
                    <a:cubicBezTo>
                      <a:pt x="6075" y="4914"/>
                      <a:pt x="6082" y="4919"/>
                      <a:pt x="6090" y="4923"/>
                    </a:cubicBezTo>
                    <a:lnTo>
                      <a:pt x="6067" y="4922"/>
                    </a:lnTo>
                    <a:cubicBezTo>
                      <a:pt x="6067" y="4918"/>
                      <a:pt x="6067" y="4914"/>
                      <a:pt x="6067" y="4910"/>
                    </a:cubicBezTo>
                    <a:moveTo>
                      <a:pt x="5675" y="4421"/>
                    </a:moveTo>
                    <a:cubicBezTo>
                      <a:pt x="5706" y="4436"/>
                      <a:pt x="5736" y="4452"/>
                      <a:pt x="5766" y="4469"/>
                    </a:cubicBezTo>
                    <a:cubicBezTo>
                      <a:pt x="5789" y="4483"/>
                      <a:pt x="5813" y="4497"/>
                      <a:pt x="5836" y="4512"/>
                    </a:cubicBezTo>
                    <a:cubicBezTo>
                      <a:pt x="5885" y="4548"/>
                      <a:pt x="5939" y="4574"/>
                      <a:pt x="5989" y="4608"/>
                    </a:cubicBezTo>
                    <a:cubicBezTo>
                      <a:pt x="6038" y="4641"/>
                      <a:pt x="6085" y="4678"/>
                      <a:pt x="6130" y="4717"/>
                    </a:cubicBezTo>
                    <a:cubicBezTo>
                      <a:pt x="6169" y="4751"/>
                      <a:pt x="6214" y="4778"/>
                      <a:pt x="6254" y="4811"/>
                    </a:cubicBezTo>
                    <a:cubicBezTo>
                      <a:pt x="6294" y="4844"/>
                      <a:pt x="6332" y="4889"/>
                      <a:pt x="6375" y="4926"/>
                    </a:cubicBezTo>
                    <a:cubicBezTo>
                      <a:pt x="6402" y="4948"/>
                      <a:pt x="6426" y="4974"/>
                      <a:pt x="6448" y="5003"/>
                    </a:cubicBezTo>
                    <a:lnTo>
                      <a:pt x="6436" y="4996"/>
                    </a:lnTo>
                    <a:cubicBezTo>
                      <a:pt x="6392" y="4972"/>
                      <a:pt x="6344" y="4953"/>
                      <a:pt x="6295" y="4939"/>
                    </a:cubicBezTo>
                    <a:cubicBezTo>
                      <a:pt x="6271" y="4936"/>
                      <a:pt x="6246" y="4934"/>
                      <a:pt x="6221" y="4934"/>
                    </a:cubicBezTo>
                    <a:cubicBezTo>
                      <a:pt x="6220" y="4934"/>
                      <a:pt x="6218" y="4934"/>
                      <a:pt x="6217" y="4934"/>
                    </a:cubicBezTo>
                    <a:lnTo>
                      <a:pt x="6156" y="4928"/>
                    </a:lnTo>
                    <a:cubicBezTo>
                      <a:pt x="6155" y="4926"/>
                      <a:pt x="6153" y="4925"/>
                      <a:pt x="6151" y="4924"/>
                    </a:cubicBezTo>
                    <a:cubicBezTo>
                      <a:pt x="6150" y="4923"/>
                      <a:pt x="6149" y="4922"/>
                      <a:pt x="6147" y="4922"/>
                    </a:cubicBezTo>
                    <a:cubicBezTo>
                      <a:pt x="6139" y="4919"/>
                      <a:pt x="6129" y="4904"/>
                      <a:pt x="6120" y="4899"/>
                    </a:cubicBezTo>
                    <a:cubicBezTo>
                      <a:pt x="6099" y="4886"/>
                      <a:pt x="6076" y="4874"/>
                      <a:pt x="6054" y="4863"/>
                    </a:cubicBezTo>
                    <a:cubicBezTo>
                      <a:pt x="6042" y="4856"/>
                      <a:pt x="6030" y="4850"/>
                      <a:pt x="6019" y="4843"/>
                    </a:cubicBezTo>
                    <a:cubicBezTo>
                      <a:pt x="5981" y="4822"/>
                      <a:pt x="5945" y="4798"/>
                      <a:pt x="5910" y="4772"/>
                    </a:cubicBezTo>
                    <a:cubicBezTo>
                      <a:pt x="5863" y="4740"/>
                      <a:pt x="5812" y="4714"/>
                      <a:pt x="5764" y="4682"/>
                    </a:cubicBezTo>
                    <a:cubicBezTo>
                      <a:pt x="5712" y="4645"/>
                      <a:pt x="5660" y="4609"/>
                      <a:pt x="5606" y="4575"/>
                    </a:cubicBezTo>
                    <a:cubicBezTo>
                      <a:pt x="5537" y="4532"/>
                      <a:pt x="5472" y="4486"/>
                      <a:pt x="5401" y="4449"/>
                    </a:cubicBezTo>
                    <a:cubicBezTo>
                      <a:pt x="5423" y="4433"/>
                      <a:pt x="5444" y="4418"/>
                      <a:pt x="5465" y="4401"/>
                    </a:cubicBezTo>
                    <a:cubicBezTo>
                      <a:pt x="5489" y="4381"/>
                      <a:pt x="5518" y="4369"/>
                      <a:pt x="5544" y="4351"/>
                    </a:cubicBezTo>
                    <a:cubicBezTo>
                      <a:pt x="5588" y="4373"/>
                      <a:pt x="5631" y="4396"/>
                      <a:pt x="5675" y="4421"/>
                    </a:cubicBezTo>
                    <a:moveTo>
                      <a:pt x="3817" y="3939"/>
                    </a:moveTo>
                    <a:cubicBezTo>
                      <a:pt x="3843" y="3939"/>
                      <a:pt x="3869" y="3934"/>
                      <a:pt x="3893" y="3924"/>
                    </a:cubicBezTo>
                    <a:cubicBezTo>
                      <a:pt x="3954" y="3903"/>
                      <a:pt x="4031" y="3913"/>
                      <a:pt x="4095" y="3914"/>
                    </a:cubicBezTo>
                    <a:cubicBezTo>
                      <a:pt x="4251" y="3916"/>
                      <a:pt x="4406" y="3940"/>
                      <a:pt x="4556" y="3984"/>
                    </a:cubicBezTo>
                    <a:cubicBezTo>
                      <a:pt x="4574" y="3990"/>
                      <a:pt x="4593" y="3994"/>
                      <a:pt x="4611" y="3996"/>
                    </a:cubicBezTo>
                    <a:cubicBezTo>
                      <a:pt x="4650" y="4000"/>
                      <a:pt x="4686" y="4012"/>
                      <a:pt x="4720" y="4030"/>
                    </a:cubicBezTo>
                    <a:cubicBezTo>
                      <a:pt x="4784" y="4059"/>
                      <a:pt x="4849" y="4083"/>
                      <a:pt x="4915" y="4104"/>
                    </a:cubicBezTo>
                    <a:cubicBezTo>
                      <a:pt x="4976" y="4121"/>
                      <a:pt x="5040" y="4134"/>
                      <a:pt x="5100" y="4154"/>
                    </a:cubicBezTo>
                    <a:cubicBezTo>
                      <a:pt x="5170" y="4179"/>
                      <a:pt x="5236" y="4216"/>
                      <a:pt x="5305" y="4245"/>
                    </a:cubicBezTo>
                    <a:cubicBezTo>
                      <a:pt x="5366" y="4270"/>
                      <a:pt x="5430" y="4291"/>
                      <a:pt x="5488" y="4322"/>
                    </a:cubicBezTo>
                    <a:lnTo>
                      <a:pt x="5526" y="4341"/>
                    </a:lnTo>
                    <a:cubicBezTo>
                      <a:pt x="5512" y="4349"/>
                      <a:pt x="5498" y="4356"/>
                      <a:pt x="5484" y="4364"/>
                    </a:cubicBezTo>
                    <a:cubicBezTo>
                      <a:pt x="5446" y="4386"/>
                      <a:pt x="5410" y="4410"/>
                      <a:pt x="5376" y="4436"/>
                    </a:cubicBezTo>
                    <a:cubicBezTo>
                      <a:pt x="5369" y="4432"/>
                      <a:pt x="5361" y="4429"/>
                      <a:pt x="5354" y="4426"/>
                    </a:cubicBezTo>
                    <a:cubicBezTo>
                      <a:pt x="5234" y="4374"/>
                      <a:pt x="5117" y="4314"/>
                      <a:pt x="5000" y="4256"/>
                    </a:cubicBezTo>
                    <a:cubicBezTo>
                      <a:pt x="4926" y="4219"/>
                      <a:pt x="4849" y="4192"/>
                      <a:pt x="4772" y="4162"/>
                    </a:cubicBezTo>
                    <a:cubicBezTo>
                      <a:pt x="4772" y="4161"/>
                      <a:pt x="4772" y="4160"/>
                      <a:pt x="4772" y="4158"/>
                    </a:cubicBezTo>
                    <a:cubicBezTo>
                      <a:pt x="4772" y="4151"/>
                      <a:pt x="4761" y="4149"/>
                      <a:pt x="4760" y="4156"/>
                    </a:cubicBezTo>
                    <a:cubicBezTo>
                      <a:pt x="4738" y="4148"/>
                      <a:pt x="4716" y="4139"/>
                      <a:pt x="4695" y="4129"/>
                    </a:cubicBezTo>
                    <a:cubicBezTo>
                      <a:pt x="4643" y="4106"/>
                      <a:pt x="4587" y="4086"/>
                      <a:pt x="4534" y="4065"/>
                    </a:cubicBezTo>
                    <a:cubicBezTo>
                      <a:pt x="4526" y="4062"/>
                      <a:pt x="4517" y="4059"/>
                      <a:pt x="4509" y="4056"/>
                    </a:cubicBezTo>
                    <a:cubicBezTo>
                      <a:pt x="4509" y="4055"/>
                      <a:pt x="4508" y="4054"/>
                      <a:pt x="4508" y="4053"/>
                    </a:cubicBezTo>
                    <a:cubicBezTo>
                      <a:pt x="4506" y="4050"/>
                      <a:pt x="4504" y="4048"/>
                      <a:pt x="4501" y="4046"/>
                    </a:cubicBezTo>
                    <a:cubicBezTo>
                      <a:pt x="4498" y="4044"/>
                      <a:pt x="4495" y="4043"/>
                      <a:pt x="4492" y="4043"/>
                    </a:cubicBezTo>
                    <a:lnTo>
                      <a:pt x="4491" y="4044"/>
                    </a:lnTo>
                    <a:cubicBezTo>
                      <a:pt x="4490" y="4044"/>
                      <a:pt x="4489" y="4044"/>
                      <a:pt x="4487" y="4045"/>
                    </a:cubicBezTo>
                    <a:cubicBezTo>
                      <a:pt x="4486" y="4045"/>
                      <a:pt x="4485" y="4046"/>
                      <a:pt x="4485" y="4047"/>
                    </a:cubicBezTo>
                    <a:lnTo>
                      <a:pt x="4452" y="4037"/>
                    </a:lnTo>
                    <a:cubicBezTo>
                      <a:pt x="4445" y="4034"/>
                      <a:pt x="4438" y="4032"/>
                      <a:pt x="4432" y="4029"/>
                    </a:cubicBezTo>
                    <a:cubicBezTo>
                      <a:pt x="4431" y="4027"/>
                      <a:pt x="4430" y="4027"/>
                      <a:pt x="4429" y="4026"/>
                    </a:cubicBezTo>
                    <a:cubicBezTo>
                      <a:pt x="4428" y="4026"/>
                      <a:pt x="4426" y="4025"/>
                      <a:pt x="4425" y="4025"/>
                    </a:cubicBezTo>
                    <a:cubicBezTo>
                      <a:pt x="4424" y="4025"/>
                      <a:pt x="4424" y="4025"/>
                      <a:pt x="4423" y="4025"/>
                    </a:cubicBezTo>
                    <a:cubicBezTo>
                      <a:pt x="4402" y="4014"/>
                      <a:pt x="4381" y="4004"/>
                      <a:pt x="4359" y="3995"/>
                    </a:cubicBezTo>
                    <a:cubicBezTo>
                      <a:pt x="4268" y="3961"/>
                      <a:pt x="4171" y="3943"/>
                      <a:pt x="4074" y="3941"/>
                    </a:cubicBezTo>
                    <a:lnTo>
                      <a:pt x="4039" y="3941"/>
                    </a:lnTo>
                    <a:cubicBezTo>
                      <a:pt x="4038" y="3941"/>
                      <a:pt x="4038" y="3941"/>
                      <a:pt x="4037" y="3941"/>
                    </a:cubicBezTo>
                    <a:cubicBezTo>
                      <a:pt x="4036" y="3941"/>
                      <a:pt x="4036" y="3941"/>
                      <a:pt x="4035" y="3941"/>
                    </a:cubicBezTo>
                    <a:cubicBezTo>
                      <a:pt x="3983" y="3941"/>
                      <a:pt x="3931" y="3941"/>
                      <a:pt x="3879" y="3941"/>
                    </a:cubicBezTo>
                    <a:cubicBezTo>
                      <a:pt x="3847" y="3941"/>
                      <a:pt x="3815" y="3941"/>
                      <a:pt x="3782" y="3942"/>
                    </a:cubicBezTo>
                    <a:lnTo>
                      <a:pt x="3781" y="3942"/>
                    </a:lnTo>
                    <a:cubicBezTo>
                      <a:pt x="3790" y="3940"/>
                      <a:pt x="3799" y="3938"/>
                      <a:pt x="3809" y="3938"/>
                    </a:cubicBezTo>
                    <a:cubicBezTo>
                      <a:pt x="3811" y="3938"/>
                      <a:pt x="3814" y="3939"/>
                      <a:pt x="3817" y="3939"/>
                    </a:cubicBezTo>
                    <a:moveTo>
                      <a:pt x="3756" y="3959"/>
                    </a:moveTo>
                    <a:cubicBezTo>
                      <a:pt x="3757" y="3958"/>
                      <a:pt x="3757" y="3958"/>
                      <a:pt x="3757" y="3957"/>
                    </a:cubicBezTo>
                    <a:lnTo>
                      <a:pt x="3767" y="3960"/>
                    </a:lnTo>
                    <a:cubicBezTo>
                      <a:pt x="3767" y="3979"/>
                      <a:pt x="3770" y="3998"/>
                      <a:pt x="3776" y="4016"/>
                    </a:cubicBezTo>
                    <a:cubicBezTo>
                      <a:pt x="3782" y="4042"/>
                      <a:pt x="3792" y="4066"/>
                      <a:pt x="3805" y="4090"/>
                    </a:cubicBezTo>
                    <a:cubicBezTo>
                      <a:pt x="3805" y="4090"/>
                      <a:pt x="3806" y="4091"/>
                      <a:pt x="3807" y="4091"/>
                    </a:cubicBezTo>
                    <a:cubicBezTo>
                      <a:pt x="3808" y="4092"/>
                      <a:pt x="3809" y="4092"/>
                      <a:pt x="3810" y="4092"/>
                    </a:cubicBezTo>
                    <a:cubicBezTo>
                      <a:pt x="3811" y="4092"/>
                      <a:pt x="3812" y="4092"/>
                      <a:pt x="3813" y="4091"/>
                    </a:cubicBezTo>
                    <a:cubicBezTo>
                      <a:pt x="3814" y="4091"/>
                      <a:pt x="3814" y="4090"/>
                      <a:pt x="3815" y="4089"/>
                    </a:cubicBezTo>
                    <a:cubicBezTo>
                      <a:pt x="3816" y="4088"/>
                      <a:pt x="3816" y="4087"/>
                      <a:pt x="3816" y="4086"/>
                    </a:cubicBezTo>
                    <a:cubicBezTo>
                      <a:pt x="3816" y="4066"/>
                      <a:pt x="3811" y="4046"/>
                      <a:pt x="3803" y="4027"/>
                    </a:cubicBezTo>
                    <a:cubicBezTo>
                      <a:pt x="3796" y="4006"/>
                      <a:pt x="3790" y="3985"/>
                      <a:pt x="3786" y="3963"/>
                    </a:cubicBezTo>
                    <a:cubicBezTo>
                      <a:pt x="3798" y="3965"/>
                      <a:pt x="3810" y="3966"/>
                      <a:pt x="3822" y="3966"/>
                    </a:cubicBezTo>
                    <a:lnTo>
                      <a:pt x="3834" y="3966"/>
                    </a:lnTo>
                    <a:cubicBezTo>
                      <a:pt x="3836" y="3978"/>
                      <a:pt x="3838" y="3990"/>
                      <a:pt x="3840" y="4001"/>
                    </a:cubicBezTo>
                    <a:cubicBezTo>
                      <a:pt x="3844" y="4018"/>
                      <a:pt x="3852" y="4031"/>
                      <a:pt x="3856" y="4047"/>
                    </a:cubicBezTo>
                    <a:cubicBezTo>
                      <a:pt x="3857" y="4047"/>
                      <a:pt x="3857" y="4047"/>
                      <a:pt x="3857" y="4048"/>
                    </a:cubicBezTo>
                    <a:cubicBezTo>
                      <a:pt x="3857" y="4048"/>
                      <a:pt x="3858" y="4048"/>
                      <a:pt x="3859" y="4049"/>
                    </a:cubicBezTo>
                    <a:cubicBezTo>
                      <a:pt x="3860" y="4050"/>
                      <a:pt x="3860" y="4050"/>
                      <a:pt x="3861" y="4050"/>
                    </a:cubicBezTo>
                    <a:cubicBezTo>
                      <a:pt x="3862" y="4050"/>
                      <a:pt x="3862" y="4050"/>
                      <a:pt x="3863" y="4049"/>
                    </a:cubicBezTo>
                    <a:cubicBezTo>
                      <a:pt x="3864" y="4048"/>
                      <a:pt x="3865" y="4048"/>
                      <a:pt x="3865" y="4048"/>
                    </a:cubicBezTo>
                    <a:cubicBezTo>
                      <a:pt x="3865" y="4047"/>
                      <a:pt x="3865" y="4047"/>
                      <a:pt x="3866" y="4047"/>
                    </a:cubicBezTo>
                    <a:cubicBezTo>
                      <a:pt x="3866" y="4042"/>
                      <a:pt x="3867" y="4037"/>
                      <a:pt x="3867" y="4032"/>
                    </a:cubicBezTo>
                    <a:cubicBezTo>
                      <a:pt x="3867" y="4020"/>
                      <a:pt x="3864" y="4008"/>
                      <a:pt x="3860" y="3996"/>
                    </a:cubicBezTo>
                    <a:cubicBezTo>
                      <a:pt x="3857" y="3986"/>
                      <a:pt x="3854" y="3976"/>
                      <a:pt x="3851" y="3966"/>
                    </a:cubicBezTo>
                    <a:lnTo>
                      <a:pt x="3890" y="3966"/>
                    </a:lnTo>
                    <a:cubicBezTo>
                      <a:pt x="3892" y="3973"/>
                      <a:pt x="3892" y="3982"/>
                      <a:pt x="3893" y="3987"/>
                    </a:cubicBezTo>
                    <a:cubicBezTo>
                      <a:pt x="3896" y="4003"/>
                      <a:pt x="3900" y="4019"/>
                      <a:pt x="3908" y="4034"/>
                    </a:cubicBezTo>
                    <a:cubicBezTo>
                      <a:pt x="3908" y="4035"/>
                      <a:pt x="3909" y="4036"/>
                      <a:pt x="3910" y="4036"/>
                    </a:cubicBezTo>
                    <a:cubicBezTo>
                      <a:pt x="3911" y="4037"/>
                      <a:pt x="3912" y="4037"/>
                      <a:pt x="3913" y="4037"/>
                    </a:cubicBezTo>
                    <a:cubicBezTo>
                      <a:pt x="3914" y="4037"/>
                      <a:pt x="3914" y="4037"/>
                      <a:pt x="3915" y="4037"/>
                    </a:cubicBezTo>
                    <a:lnTo>
                      <a:pt x="3918" y="4037"/>
                    </a:lnTo>
                    <a:cubicBezTo>
                      <a:pt x="3919" y="4036"/>
                      <a:pt x="3920" y="4035"/>
                      <a:pt x="3920" y="4035"/>
                    </a:cubicBezTo>
                    <a:cubicBezTo>
                      <a:pt x="3921" y="4034"/>
                      <a:pt x="3921" y="4033"/>
                      <a:pt x="3921" y="4032"/>
                    </a:cubicBezTo>
                    <a:cubicBezTo>
                      <a:pt x="3921" y="4031"/>
                      <a:pt x="3921" y="4031"/>
                      <a:pt x="3920" y="4030"/>
                    </a:cubicBezTo>
                    <a:cubicBezTo>
                      <a:pt x="3919" y="4029"/>
                      <a:pt x="3919" y="4028"/>
                      <a:pt x="3918" y="4028"/>
                    </a:cubicBezTo>
                    <a:lnTo>
                      <a:pt x="3918" y="4027"/>
                    </a:lnTo>
                    <a:cubicBezTo>
                      <a:pt x="3917" y="4016"/>
                      <a:pt x="3916" y="4005"/>
                      <a:pt x="3914" y="3994"/>
                    </a:cubicBezTo>
                    <a:cubicBezTo>
                      <a:pt x="3913" y="3986"/>
                      <a:pt x="3910" y="3978"/>
                      <a:pt x="3908" y="3970"/>
                    </a:cubicBezTo>
                    <a:lnTo>
                      <a:pt x="3907" y="3966"/>
                    </a:lnTo>
                    <a:lnTo>
                      <a:pt x="3941" y="3966"/>
                    </a:lnTo>
                    <a:cubicBezTo>
                      <a:pt x="3942" y="3987"/>
                      <a:pt x="3947" y="4007"/>
                      <a:pt x="3954" y="4027"/>
                    </a:cubicBezTo>
                    <a:lnTo>
                      <a:pt x="3955" y="4027"/>
                    </a:lnTo>
                    <a:cubicBezTo>
                      <a:pt x="3955" y="4028"/>
                      <a:pt x="3956" y="4028"/>
                      <a:pt x="3957" y="4029"/>
                    </a:cubicBezTo>
                    <a:cubicBezTo>
                      <a:pt x="3958" y="4030"/>
                      <a:pt x="3958" y="4030"/>
                      <a:pt x="3959" y="4030"/>
                    </a:cubicBezTo>
                    <a:cubicBezTo>
                      <a:pt x="3960" y="4030"/>
                      <a:pt x="3961" y="4030"/>
                      <a:pt x="3962" y="4029"/>
                    </a:cubicBezTo>
                    <a:cubicBezTo>
                      <a:pt x="3963" y="4029"/>
                      <a:pt x="3963" y="4028"/>
                      <a:pt x="3964" y="4027"/>
                    </a:cubicBezTo>
                    <a:cubicBezTo>
                      <a:pt x="3965" y="4023"/>
                      <a:pt x="3966" y="4019"/>
                      <a:pt x="3966" y="4015"/>
                    </a:cubicBezTo>
                    <a:cubicBezTo>
                      <a:pt x="3966" y="4012"/>
                      <a:pt x="3965" y="4008"/>
                      <a:pt x="3964" y="4004"/>
                    </a:cubicBezTo>
                    <a:cubicBezTo>
                      <a:pt x="3961" y="3991"/>
                      <a:pt x="3958" y="3979"/>
                      <a:pt x="3955" y="3966"/>
                    </a:cubicBezTo>
                    <a:lnTo>
                      <a:pt x="3981" y="3966"/>
                    </a:lnTo>
                    <a:cubicBezTo>
                      <a:pt x="3981" y="3969"/>
                      <a:pt x="3980" y="3972"/>
                      <a:pt x="3980" y="3975"/>
                    </a:cubicBezTo>
                    <a:cubicBezTo>
                      <a:pt x="3980" y="4032"/>
                      <a:pt x="3989" y="4089"/>
                      <a:pt x="4005" y="4143"/>
                    </a:cubicBezTo>
                    <a:cubicBezTo>
                      <a:pt x="4005" y="4143"/>
                      <a:pt x="4006" y="4143"/>
                      <a:pt x="4006" y="4144"/>
                    </a:cubicBezTo>
                    <a:cubicBezTo>
                      <a:pt x="4006" y="4145"/>
                      <a:pt x="4007" y="4147"/>
                      <a:pt x="4009" y="4147"/>
                    </a:cubicBezTo>
                    <a:cubicBezTo>
                      <a:pt x="4010" y="4148"/>
                      <a:pt x="4011" y="4148"/>
                      <a:pt x="4013" y="4148"/>
                    </a:cubicBezTo>
                    <a:cubicBezTo>
                      <a:pt x="4014" y="4148"/>
                      <a:pt x="4016" y="4148"/>
                      <a:pt x="4017" y="4147"/>
                    </a:cubicBezTo>
                    <a:cubicBezTo>
                      <a:pt x="4018" y="4147"/>
                      <a:pt x="4019" y="4145"/>
                      <a:pt x="4020" y="4144"/>
                    </a:cubicBezTo>
                    <a:cubicBezTo>
                      <a:pt x="4020" y="4143"/>
                      <a:pt x="4020" y="4143"/>
                      <a:pt x="4020" y="4143"/>
                    </a:cubicBezTo>
                    <a:cubicBezTo>
                      <a:pt x="4022" y="4134"/>
                      <a:pt x="4023" y="4125"/>
                      <a:pt x="4023" y="4116"/>
                    </a:cubicBezTo>
                    <a:cubicBezTo>
                      <a:pt x="4023" y="4100"/>
                      <a:pt x="4020" y="4084"/>
                      <a:pt x="4016" y="4069"/>
                    </a:cubicBezTo>
                    <a:cubicBezTo>
                      <a:pt x="4010" y="4035"/>
                      <a:pt x="4005" y="4001"/>
                      <a:pt x="3999" y="3966"/>
                    </a:cubicBezTo>
                    <a:lnTo>
                      <a:pt x="4030" y="3966"/>
                    </a:lnTo>
                    <a:cubicBezTo>
                      <a:pt x="4030" y="3985"/>
                      <a:pt x="4032" y="4004"/>
                      <a:pt x="4033" y="4022"/>
                    </a:cubicBezTo>
                    <a:cubicBezTo>
                      <a:pt x="4035" y="4051"/>
                      <a:pt x="4039" y="4079"/>
                      <a:pt x="4046" y="4107"/>
                    </a:cubicBezTo>
                    <a:lnTo>
                      <a:pt x="4046" y="4108"/>
                    </a:lnTo>
                    <a:cubicBezTo>
                      <a:pt x="4047" y="4109"/>
                      <a:pt x="4048" y="4110"/>
                      <a:pt x="4048" y="4110"/>
                    </a:cubicBezTo>
                    <a:cubicBezTo>
                      <a:pt x="4049" y="4111"/>
                      <a:pt x="4050" y="4111"/>
                      <a:pt x="4051" y="4111"/>
                    </a:cubicBezTo>
                    <a:cubicBezTo>
                      <a:pt x="4052" y="4111"/>
                      <a:pt x="4053" y="4111"/>
                      <a:pt x="4054" y="4110"/>
                    </a:cubicBezTo>
                    <a:cubicBezTo>
                      <a:pt x="4055" y="4110"/>
                      <a:pt x="4056" y="4109"/>
                      <a:pt x="4057" y="4108"/>
                    </a:cubicBezTo>
                    <a:lnTo>
                      <a:pt x="4057" y="4107"/>
                    </a:lnTo>
                    <a:cubicBezTo>
                      <a:pt x="4061" y="4094"/>
                      <a:pt x="4062" y="4080"/>
                      <a:pt x="4062" y="4067"/>
                    </a:cubicBezTo>
                    <a:cubicBezTo>
                      <a:pt x="4062" y="4057"/>
                      <a:pt x="4061" y="4048"/>
                      <a:pt x="4060" y="4039"/>
                    </a:cubicBezTo>
                    <a:cubicBezTo>
                      <a:pt x="4056" y="4014"/>
                      <a:pt x="4054" y="3990"/>
                      <a:pt x="4049" y="3966"/>
                    </a:cubicBezTo>
                    <a:lnTo>
                      <a:pt x="4083" y="3966"/>
                    </a:lnTo>
                    <a:cubicBezTo>
                      <a:pt x="4085" y="4002"/>
                      <a:pt x="4084" y="4044"/>
                      <a:pt x="4099" y="4077"/>
                    </a:cubicBezTo>
                    <a:cubicBezTo>
                      <a:pt x="4101" y="4083"/>
                      <a:pt x="4110" y="4085"/>
                      <a:pt x="4113" y="4078"/>
                    </a:cubicBezTo>
                    <a:cubicBezTo>
                      <a:pt x="4115" y="4069"/>
                      <a:pt x="4117" y="4059"/>
                      <a:pt x="4117" y="4049"/>
                    </a:cubicBezTo>
                    <a:cubicBezTo>
                      <a:pt x="4117" y="4040"/>
                      <a:pt x="4115" y="4030"/>
                      <a:pt x="4113" y="4020"/>
                    </a:cubicBezTo>
                    <a:cubicBezTo>
                      <a:pt x="4110" y="4001"/>
                      <a:pt x="4109" y="3984"/>
                      <a:pt x="4104" y="3966"/>
                    </a:cubicBezTo>
                    <a:cubicBezTo>
                      <a:pt x="4115" y="3966"/>
                      <a:pt x="4125" y="3966"/>
                      <a:pt x="4136" y="3967"/>
                    </a:cubicBezTo>
                    <a:cubicBezTo>
                      <a:pt x="4136" y="3986"/>
                      <a:pt x="4138" y="4005"/>
                      <a:pt x="4141" y="4023"/>
                    </a:cubicBezTo>
                    <a:cubicBezTo>
                      <a:pt x="4142" y="4046"/>
                      <a:pt x="4145" y="4068"/>
                      <a:pt x="4150" y="4090"/>
                    </a:cubicBezTo>
                    <a:cubicBezTo>
                      <a:pt x="4150" y="4091"/>
                      <a:pt x="4150" y="4091"/>
                      <a:pt x="4151" y="4092"/>
                    </a:cubicBezTo>
                    <a:cubicBezTo>
                      <a:pt x="4151" y="4093"/>
                      <a:pt x="4151" y="4095"/>
                      <a:pt x="4153" y="4095"/>
                    </a:cubicBezTo>
                    <a:cubicBezTo>
                      <a:pt x="4155" y="4096"/>
                      <a:pt x="4155" y="4096"/>
                      <a:pt x="4157" y="4096"/>
                    </a:cubicBezTo>
                    <a:cubicBezTo>
                      <a:pt x="4158" y="4096"/>
                      <a:pt x="4160" y="4096"/>
                      <a:pt x="4161" y="4095"/>
                    </a:cubicBezTo>
                    <a:cubicBezTo>
                      <a:pt x="4162" y="4095"/>
                      <a:pt x="4163" y="4093"/>
                      <a:pt x="4164" y="4092"/>
                    </a:cubicBezTo>
                    <a:cubicBezTo>
                      <a:pt x="4164" y="4091"/>
                      <a:pt x="4164" y="4091"/>
                      <a:pt x="4165" y="4090"/>
                    </a:cubicBezTo>
                    <a:cubicBezTo>
                      <a:pt x="4178" y="4051"/>
                      <a:pt x="4162" y="4009"/>
                      <a:pt x="4154" y="3969"/>
                    </a:cubicBezTo>
                    <a:cubicBezTo>
                      <a:pt x="4169" y="3972"/>
                      <a:pt x="4183" y="3977"/>
                      <a:pt x="4197" y="3982"/>
                    </a:cubicBezTo>
                    <a:cubicBezTo>
                      <a:pt x="4195" y="4034"/>
                      <a:pt x="4190" y="4094"/>
                      <a:pt x="4203" y="4145"/>
                    </a:cubicBezTo>
                    <a:cubicBezTo>
                      <a:pt x="4205" y="4152"/>
                      <a:pt x="4217" y="4154"/>
                      <a:pt x="4219" y="4146"/>
                    </a:cubicBezTo>
                    <a:cubicBezTo>
                      <a:pt x="4232" y="4095"/>
                      <a:pt x="4219" y="4037"/>
                      <a:pt x="4214" y="3985"/>
                    </a:cubicBezTo>
                    <a:lnTo>
                      <a:pt x="4216" y="3985"/>
                    </a:lnTo>
                    <a:cubicBezTo>
                      <a:pt x="4231" y="3986"/>
                      <a:pt x="4245" y="3988"/>
                      <a:pt x="4259" y="3991"/>
                    </a:cubicBezTo>
                    <a:cubicBezTo>
                      <a:pt x="4284" y="4067"/>
                      <a:pt x="4278" y="4154"/>
                      <a:pt x="4287" y="4232"/>
                    </a:cubicBezTo>
                    <a:cubicBezTo>
                      <a:pt x="4287" y="4239"/>
                      <a:pt x="4298" y="4238"/>
                      <a:pt x="4299" y="4232"/>
                    </a:cubicBezTo>
                    <a:cubicBezTo>
                      <a:pt x="4300" y="4214"/>
                      <a:pt x="4301" y="4196"/>
                      <a:pt x="4301" y="4177"/>
                    </a:cubicBezTo>
                    <a:cubicBezTo>
                      <a:pt x="4301" y="4146"/>
                      <a:pt x="4299" y="4114"/>
                      <a:pt x="4295" y="4083"/>
                    </a:cubicBezTo>
                    <a:cubicBezTo>
                      <a:pt x="4293" y="4053"/>
                      <a:pt x="4288" y="4024"/>
                      <a:pt x="4278" y="3997"/>
                    </a:cubicBezTo>
                    <a:cubicBezTo>
                      <a:pt x="4290" y="4000"/>
                      <a:pt x="4302" y="4003"/>
                      <a:pt x="4313" y="4007"/>
                    </a:cubicBezTo>
                    <a:cubicBezTo>
                      <a:pt x="4319" y="4030"/>
                      <a:pt x="4322" y="4053"/>
                      <a:pt x="4323" y="4076"/>
                    </a:cubicBezTo>
                    <a:cubicBezTo>
                      <a:pt x="4327" y="4100"/>
                      <a:pt x="4330" y="4125"/>
                      <a:pt x="4335" y="4148"/>
                    </a:cubicBezTo>
                    <a:cubicBezTo>
                      <a:pt x="4336" y="4154"/>
                      <a:pt x="4344" y="4152"/>
                      <a:pt x="4345" y="4148"/>
                    </a:cubicBezTo>
                    <a:cubicBezTo>
                      <a:pt x="4346" y="4137"/>
                      <a:pt x="4347" y="4126"/>
                      <a:pt x="4347" y="4115"/>
                    </a:cubicBezTo>
                    <a:cubicBezTo>
                      <a:pt x="4347" y="4081"/>
                      <a:pt x="4341" y="4046"/>
                      <a:pt x="4330" y="4013"/>
                    </a:cubicBezTo>
                    <a:lnTo>
                      <a:pt x="4364" y="4026"/>
                    </a:lnTo>
                    <a:cubicBezTo>
                      <a:pt x="4364" y="4032"/>
                      <a:pt x="4364" y="4042"/>
                      <a:pt x="4364" y="4045"/>
                    </a:cubicBezTo>
                    <a:cubicBezTo>
                      <a:pt x="4364" y="4058"/>
                      <a:pt x="4367" y="4070"/>
                      <a:pt x="4368" y="4083"/>
                    </a:cubicBezTo>
                    <a:cubicBezTo>
                      <a:pt x="4368" y="4108"/>
                      <a:pt x="4372" y="4132"/>
                      <a:pt x="4381" y="4155"/>
                    </a:cubicBezTo>
                    <a:cubicBezTo>
                      <a:pt x="4384" y="4163"/>
                      <a:pt x="4394" y="4158"/>
                      <a:pt x="4395" y="4152"/>
                    </a:cubicBezTo>
                    <a:cubicBezTo>
                      <a:pt x="4395" y="4143"/>
                      <a:pt x="4396" y="4135"/>
                      <a:pt x="4396" y="4126"/>
                    </a:cubicBezTo>
                    <a:cubicBezTo>
                      <a:pt x="4396" y="4095"/>
                      <a:pt x="4391" y="4065"/>
                      <a:pt x="4383" y="4035"/>
                    </a:cubicBezTo>
                    <a:cubicBezTo>
                      <a:pt x="4395" y="4041"/>
                      <a:pt x="4407" y="4047"/>
                      <a:pt x="4418" y="4053"/>
                    </a:cubicBezTo>
                    <a:cubicBezTo>
                      <a:pt x="4437" y="4122"/>
                      <a:pt x="4422" y="4200"/>
                      <a:pt x="4437" y="4269"/>
                    </a:cubicBezTo>
                    <a:cubicBezTo>
                      <a:pt x="4437" y="4270"/>
                      <a:pt x="4437" y="4271"/>
                      <a:pt x="4437" y="4271"/>
                    </a:cubicBezTo>
                    <a:cubicBezTo>
                      <a:pt x="4438" y="4273"/>
                      <a:pt x="4439" y="4273"/>
                      <a:pt x="4441" y="4274"/>
                    </a:cubicBezTo>
                    <a:cubicBezTo>
                      <a:pt x="4443" y="4275"/>
                      <a:pt x="4443" y="4276"/>
                      <a:pt x="4445" y="4276"/>
                    </a:cubicBezTo>
                    <a:cubicBezTo>
                      <a:pt x="4447" y="4276"/>
                      <a:pt x="4447" y="4275"/>
                      <a:pt x="4449" y="4274"/>
                    </a:cubicBezTo>
                    <a:cubicBezTo>
                      <a:pt x="4451" y="4273"/>
                      <a:pt x="4452" y="4273"/>
                      <a:pt x="4453" y="4271"/>
                    </a:cubicBezTo>
                    <a:cubicBezTo>
                      <a:pt x="4453" y="4271"/>
                      <a:pt x="4453" y="4270"/>
                      <a:pt x="4453" y="4269"/>
                    </a:cubicBezTo>
                    <a:cubicBezTo>
                      <a:pt x="4457" y="4246"/>
                      <a:pt x="4458" y="4223"/>
                      <a:pt x="4458" y="4200"/>
                    </a:cubicBezTo>
                    <a:cubicBezTo>
                      <a:pt x="4458" y="4177"/>
                      <a:pt x="4457" y="4153"/>
                      <a:pt x="4453" y="4130"/>
                    </a:cubicBezTo>
                    <a:cubicBezTo>
                      <a:pt x="4452" y="4108"/>
                      <a:pt x="4449" y="4086"/>
                      <a:pt x="4445" y="4064"/>
                    </a:cubicBezTo>
                    <a:lnTo>
                      <a:pt x="4493" y="4080"/>
                    </a:lnTo>
                    <a:cubicBezTo>
                      <a:pt x="4493" y="4091"/>
                      <a:pt x="4493" y="4103"/>
                      <a:pt x="4494" y="4108"/>
                    </a:cubicBezTo>
                    <a:cubicBezTo>
                      <a:pt x="4494" y="4140"/>
                      <a:pt x="4497" y="4172"/>
                      <a:pt x="4502" y="4204"/>
                    </a:cubicBezTo>
                    <a:cubicBezTo>
                      <a:pt x="4504" y="4211"/>
                      <a:pt x="4515" y="4214"/>
                      <a:pt x="4518" y="4205"/>
                    </a:cubicBezTo>
                    <a:cubicBezTo>
                      <a:pt x="4521" y="4186"/>
                      <a:pt x="4523" y="4167"/>
                      <a:pt x="4523" y="4147"/>
                    </a:cubicBezTo>
                    <a:cubicBezTo>
                      <a:pt x="4523" y="4128"/>
                      <a:pt x="4521" y="4109"/>
                      <a:pt x="4518" y="4090"/>
                    </a:cubicBezTo>
                    <a:lnTo>
                      <a:pt x="4518" y="4087"/>
                    </a:lnTo>
                    <a:lnTo>
                      <a:pt x="4555" y="4101"/>
                    </a:lnTo>
                    <a:cubicBezTo>
                      <a:pt x="4555" y="4108"/>
                      <a:pt x="4554" y="4116"/>
                      <a:pt x="4554" y="4123"/>
                    </a:cubicBezTo>
                    <a:cubicBezTo>
                      <a:pt x="4554" y="4131"/>
                      <a:pt x="4555" y="4138"/>
                      <a:pt x="4555" y="4146"/>
                    </a:cubicBezTo>
                    <a:cubicBezTo>
                      <a:pt x="4559" y="4179"/>
                      <a:pt x="4555" y="4208"/>
                      <a:pt x="4565" y="4241"/>
                    </a:cubicBezTo>
                    <a:cubicBezTo>
                      <a:pt x="4566" y="4242"/>
                      <a:pt x="4567" y="4243"/>
                      <a:pt x="4568" y="4244"/>
                    </a:cubicBezTo>
                    <a:cubicBezTo>
                      <a:pt x="4569" y="4245"/>
                      <a:pt x="4570" y="4244"/>
                      <a:pt x="4571" y="4244"/>
                    </a:cubicBezTo>
                    <a:cubicBezTo>
                      <a:pt x="4572" y="4244"/>
                      <a:pt x="4573" y="4245"/>
                      <a:pt x="4574" y="4244"/>
                    </a:cubicBezTo>
                    <a:cubicBezTo>
                      <a:pt x="4575" y="4243"/>
                      <a:pt x="4576" y="4242"/>
                      <a:pt x="4577" y="4241"/>
                    </a:cubicBezTo>
                    <a:cubicBezTo>
                      <a:pt x="4577" y="4241"/>
                      <a:pt x="4577" y="4240"/>
                      <a:pt x="4577" y="4239"/>
                    </a:cubicBezTo>
                    <a:cubicBezTo>
                      <a:pt x="4581" y="4220"/>
                      <a:pt x="4583" y="4200"/>
                      <a:pt x="4583" y="4180"/>
                    </a:cubicBezTo>
                    <a:cubicBezTo>
                      <a:pt x="4583" y="4156"/>
                      <a:pt x="4580" y="4132"/>
                      <a:pt x="4575" y="4109"/>
                    </a:cubicBezTo>
                    <a:lnTo>
                      <a:pt x="4612" y="4124"/>
                    </a:lnTo>
                    <a:cubicBezTo>
                      <a:pt x="4612" y="4124"/>
                      <a:pt x="4612" y="4125"/>
                      <a:pt x="4612" y="4126"/>
                    </a:cubicBezTo>
                    <a:cubicBezTo>
                      <a:pt x="4612" y="4127"/>
                      <a:pt x="4612" y="4128"/>
                      <a:pt x="4612" y="4129"/>
                    </a:cubicBezTo>
                    <a:cubicBezTo>
                      <a:pt x="4626" y="4218"/>
                      <a:pt x="4614" y="4308"/>
                      <a:pt x="4626" y="4396"/>
                    </a:cubicBezTo>
                    <a:cubicBezTo>
                      <a:pt x="4627" y="4405"/>
                      <a:pt x="4639" y="4402"/>
                      <a:pt x="4640" y="4395"/>
                    </a:cubicBezTo>
                    <a:cubicBezTo>
                      <a:pt x="4646" y="4357"/>
                      <a:pt x="4650" y="4319"/>
                      <a:pt x="4650" y="4281"/>
                    </a:cubicBezTo>
                    <a:cubicBezTo>
                      <a:pt x="4650" y="4231"/>
                      <a:pt x="4644" y="4181"/>
                      <a:pt x="4633" y="4132"/>
                    </a:cubicBezTo>
                    <a:lnTo>
                      <a:pt x="4680" y="4152"/>
                    </a:lnTo>
                    <a:cubicBezTo>
                      <a:pt x="4684" y="4222"/>
                      <a:pt x="4669" y="4297"/>
                      <a:pt x="4685" y="4366"/>
                    </a:cubicBezTo>
                    <a:cubicBezTo>
                      <a:pt x="4686" y="4367"/>
                      <a:pt x="4685" y="4367"/>
                      <a:pt x="4686" y="4368"/>
                    </a:cubicBezTo>
                    <a:cubicBezTo>
                      <a:pt x="4687" y="4369"/>
                      <a:pt x="4687" y="4370"/>
                      <a:pt x="4689" y="4371"/>
                    </a:cubicBezTo>
                    <a:cubicBezTo>
                      <a:pt x="4690" y="4372"/>
                      <a:pt x="4692" y="4372"/>
                      <a:pt x="4694" y="4372"/>
                    </a:cubicBezTo>
                    <a:cubicBezTo>
                      <a:pt x="4695" y="4372"/>
                      <a:pt x="4697" y="4372"/>
                      <a:pt x="4698" y="4371"/>
                    </a:cubicBezTo>
                    <a:cubicBezTo>
                      <a:pt x="4699" y="4370"/>
                      <a:pt x="4700" y="4369"/>
                      <a:pt x="4701" y="4368"/>
                    </a:cubicBezTo>
                    <a:cubicBezTo>
                      <a:pt x="4702" y="4367"/>
                      <a:pt x="4702" y="4367"/>
                      <a:pt x="4702" y="4366"/>
                    </a:cubicBezTo>
                    <a:cubicBezTo>
                      <a:pt x="4707" y="4338"/>
                      <a:pt x="4709" y="4309"/>
                      <a:pt x="4709" y="4281"/>
                    </a:cubicBezTo>
                    <a:cubicBezTo>
                      <a:pt x="4709" y="4267"/>
                      <a:pt x="4709" y="4253"/>
                      <a:pt x="4707" y="4239"/>
                    </a:cubicBezTo>
                    <a:cubicBezTo>
                      <a:pt x="4708" y="4232"/>
                      <a:pt x="4708" y="4226"/>
                      <a:pt x="4708" y="4219"/>
                    </a:cubicBezTo>
                    <a:cubicBezTo>
                      <a:pt x="4708" y="4200"/>
                      <a:pt x="4706" y="4180"/>
                      <a:pt x="4703" y="4161"/>
                    </a:cubicBezTo>
                    <a:lnTo>
                      <a:pt x="4740" y="4177"/>
                    </a:lnTo>
                    <a:cubicBezTo>
                      <a:pt x="4740" y="4184"/>
                      <a:pt x="4741" y="4192"/>
                      <a:pt x="4742" y="4199"/>
                    </a:cubicBezTo>
                    <a:cubicBezTo>
                      <a:pt x="4741" y="4203"/>
                      <a:pt x="4741" y="4207"/>
                      <a:pt x="4741" y="4210"/>
                    </a:cubicBezTo>
                    <a:cubicBezTo>
                      <a:pt x="4741" y="4219"/>
                      <a:pt x="4742" y="4227"/>
                      <a:pt x="4745" y="4235"/>
                    </a:cubicBezTo>
                    <a:cubicBezTo>
                      <a:pt x="4746" y="4236"/>
                      <a:pt x="4747" y="4237"/>
                      <a:pt x="4748" y="4237"/>
                    </a:cubicBezTo>
                    <a:cubicBezTo>
                      <a:pt x="4749" y="4238"/>
                      <a:pt x="4750" y="4238"/>
                      <a:pt x="4751" y="4238"/>
                    </a:cubicBezTo>
                    <a:cubicBezTo>
                      <a:pt x="4752" y="4238"/>
                      <a:pt x="4752" y="4238"/>
                      <a:pt x="4753" y="4238"/>
                    </a:cubicBezTo>
                    <a:cubicBezTo>
                      <a:pt x="4751" y="4263"/>
                      <a:pt x="4750" y="4289"/>
                      <a:pt x="4750" y="4314"/>
                    </a:cubicBezTo>
                    <a:cubicBezTo>
                      <a:pt x="4750" y="4359"/>
                      <a:pt x="4753" y="4404"/>
                      <a:pt x="4759" y="4449"/>
                    </a:cubicBezTo>
                    <a:cubicBezTo>
                      <a:pt x="4759" y="4456"/>
                      <a:pt x="4771" y="4457"/>
                      <a:pt x="4772" y="4449"/>
                    </a:cubicBezTo>
                    <a:cubicBezTo>
                      <a:pt x="4783" y="4364"/>
                      <a:pt x="4776" y="4276"/>
                      <a:pt x="4775" y="4191"/>
                    </a:cubicBezTo>
                    <a:lnTo>
                      <a:pt x="4805" y="4202"/>
                    </a:lnTo>
                    <a:cubicBezTo>
                      <a:pt x="4803" y="4235"/>
                      <a:pt x="4805" y="4269"/>
                      <a:pt x="4805" y="4302"/>
                    </a:cubicBezTo>
                    <a:lnTo>
                      <a:pt x="4805" y="4303"/>
                    </a:lnTo>
                    <a:cubicBezTo>
                      <a:pt x="4805" y="4303"/>
                      <a:pt x="4805" y="4304"/>
                      <a:pt x="4806" y="4305"/>
                    </a:cubicBezTo>
                    <a:cubicBezTo>
                      <a:pt x="4806" y="4306"/>
                      <a:pt x="4806" y="4306"/>
                      <a:pt x="4807" y="4307"/>
                    </a:cubicBezTo>
                    <a:cubicBezTo>
                      <a:pt x="4808" y="4308"/>
                      <a:pt x="4809" y="4307"/>
                      <a:pt x="4810" y="4307"/>
                    </a:cubicBezTo>
                    <a:cubicBezTo>
                      <a:pt x="4811" y="4307"/>
                      <a:pt x="4812" y="4307"/>
                      <a:pt x="4812" y="4307"/>
                    </a:cubicBezTo>
                    <a:cubicBezTo>
                      <a:pt x="4813" y="4306"/>
                      <a:pt x="4814" y="4306"/>
                      <a:pt x="4814" y="4305"/>
                    </a:cubicBezTo>
                    <a:cubicBezTo>
                      <a:pt x="4814" y="4304"/>
                      <a:pt x="4815" y="4304"/>
                      <a:pt x="4815" y="4303"/>
                    </a:cubicBezTo>
                    <a:cubicBezTo>
                      <a:pt x="4821" y="4283"/>
                      <a:pt x="4824" y="4262"/>
                      <a:pt x="4824" y="4240"/>
                    </a:cubicBezTo>
                    <a:cubicBezTo>
                      <a:pt x="4824" y="4230"/>
                      <a:pt x="4823" y="4219"/>
                      <a:pt x="4822" y="4209"/>
                    </a:cubicBezTo>
                    <a:lnTo>
                      <a:pt x="4867" y="4226"/>
                    </a:lnTo>
                    <a:cubicBezTo>
                      <a:pt x="4866" y="4226"/>
                      <a:pt x="4865" y="4226"/>
                      <a:pt x="4864" y="4226"/>
                    </a:cubicBezTo>
                    <a:cubicBezTo>
                      <a:pt x="4863" y="4226"/>
                      <a:pt x="4861" y="4226"/>
                      <a:pt x="4860" y="4227"/>
                    </a:cubicBezTo>
                    <a:cubicBezTo>
                      <a:pt x="4859" y="4228"/>
                      <a:pt x="4858" y="4229"/>
                      <a:pt x="4857" y="4230"/>
                    </a:cubicBezTo>
                    <a:cubicBezTo>
                      <a:pt x="4856" y="4231"/>
                      <a:pt x="4856" y="4232"/>
                      <a:pt x="4856" y="4234"/>
                    </a:cubicBezTo>
                    <a:cubicBezTo>
                      <a:pt x="4856" y="4260"/>
                      <a:pt x="4856" y="4286"/>
                      <a:pt x="4856" y="4312"/>
                    </a:cubicBezTo>
                    <a:cubicBezTo>
                      <a:pt x="4856" y="4313"/>
                      <a:pt x="4855" y="4314"/>
                      <a:pt x="4856" y="4315"/>
                    </a:cubicBezTo>
                    <a:cubicBezTo>
                      <a:pt x="4857" y="4316"/>
                      <a:pt x="4857" y="4316"/>
                      <a:pt x="4858" y="4317"/>
                    </a:cubicBezTo>
                    <a:cubicBezTo>
                      <a:pt x="4859" y="4318"/>
                      <a:pt x="4860" y="4317"/>
                      <a:pt x="4861" y="4317"/>
                    </a:cubicBezTo>
                    <a:cubicBezTo>
                      <a:pt x="4862" y="4317"/>
                      <a:pt x="4863" y="4317"/>
                      <a:pt x="4863" y="4317"/>
                    </a:cubicBezTo>
                    <a:cubicBezTo>
                      <a:pt x="4864" y="4316"/>
                      <a:pt x="4865" y="4315"/>
                      <a:pt x="4865" y="4315"/>
                    </a:cubicBezTo>
                    <a:lnTo>
                      <a:pt x="4865" y="4314"/>
                    </a:lnTo>
                    <a:cubicBezTo>
                      <a:pt x="4871" y="4296"/>
                      <a:pt x="4874" y="4277"/>
                      <a:pt x="4874" y="4257"/>
                    </a:cubicBezTo>
                    <a:cubicBezTo>
                      <a:pt x="4874" y="4250"/>
                      <a:pt x="4874" y="4242"/>
                      <a:pt x="4873" y="4234"/>
                    </a:cubicBezTo>
                    <a:cubicBezTo>
                      <a:pt x="4873" y="4233"/>
                      <a:pt x="4872" y="4231"/>
                      <a:pt x="4872" y="4230"/>
                    </a:cubicBezTo>
                    <a:cubicBezTo>
                      <a:pt x="4871" y="4229"/>
                      <a:pt x="4870" y="4228"/>
                      <a:pt x="4869" y="4227"/>
                    </a:cubicBezTo>
                    <a:lnTo>
                      <a:pt x="4868" y="4227"/>
                    </a:lnTo>
                    <a:cubicBezTo>
                      <a:pt x="4915" y="4246"/>
                      <a:pt x="4962" y="4265"/>
                      <a:pt x="5008" y="4288"/>
                    </a:cubicBezTo>
                    <a:cubicBezTo>
                      <a:pt x="5108" y="4340"/>
                      <a:pt x="5209" y="4392"/>
                      <a:pt x="5311" y="4439"/>
                    </a:cubicBezTo>
                    <a:cubicBezTo>
                      <a:pt x="5328" y="4446"/>
                      <a:pt x="5345" y="4454"/>
                      <a:pt x="5362" y="4463"/>
                    </a:cubicBezTo>
                    <a:cubicBezTo>
                      <a:pt x="5361" y="4488"/>
                      <a:pt x="5359" y="4513"/>
                      <a:pt x="5355" y="4538"/>
                    </a:cubicBezTo>
                    <a:cubicBezTo>
                      <a:pt x="5351" y="4572"/>
                      <a:pt x="5336" y="4613"/>
                      <a:pt x="5342" y="4646"/>
                    </a:cubicBezTo>
                    <a:cubicBezTo>
                      <a:pt x="5342" y="4647"/>
                      <a:pt x="5343" y="4647"/>
                      <a:pt x="5343" y="4647"/>
                    </a:cubicBezTo>
                    <a:cubicBezTo>
                      <a:pt x="5344" y="4649"/>
                      <a:pt x="5344" y="4649"/>
                      <a:pt x="5346" y="4650"/>
                    </a:cubicBezTo>
                    <a:cubicBezTo>
                      <a:pt x="5347" y="4651"/>
                      <a:pt x="5348" y="4651"/>
                      <a:pt x="5349" y="4651"/>
                    </a:cubicBezTo>
                    <a:cubicBezTo>
                      <a:pt x="5350" y="4651"/>
                      <a:pt x="5352" y="4651"/>
                      <a:pt x="5353" y="4650"/>
                    </a:cubicBezTo>
                    <a:cubicBezTo>
                      <a:pt x="5354" y="4649"/>
                      <a:pt x="5355" y="4649"/>
                      <a:pt x="5356" y="4647"/>
                    </a:cubicBezTo>
                    <a:lnTo>
                      <a:pt x="5356" y="4646"/>
                    </a:lnTo>
                    <a:cubicBezTo>
                      <a:pt x="5365" y="4615"/>
                      <a:pt x="5371" y="4584"/>
                      <a:pt x="5376" y="4553"/>
                    </a:cubicBezTo>
                    <a:cubicBezTo>
                      <a:pt x="5377" y="4526"/>
                      <a:pt x="5380" y="4500"/>
                      <a:pt x="5384" y="4474"/>
                    </a:cubicBezTo>
                    <a:lnTo>
                      <a:pt x="5409" y="4487"/>
                    </a:lnTo>
                    <a:cubicBezTo>
                      <a:pt x="5397" y="4543"/>
                      <a:pt x="5389" y="4600"/>
                      <a:pt x="5386" y="4657"/>
                    </a:cubicBezTo>
                    <a:cubicBezTo>
                      <a:pt x="5386" y="4658"/>
                      <a:pt x="5386" y="4660"/>
                      <a:pt x="5387" y="4661"/>
                    </a:cubicBezTo>
                    <a:cubicBezTo>
                      <a:pt x="5387" y="4662"/>
                      <a:pt x="5389" y="4663"/>
                      <a:pt x="5391" y="4664"/>
                    </a:cubicBezTo>
                    <a:cubicBezTo>
                      <a:pt x="5392" y="4665"/>
                      <a:pt x="5393" y="4665"/>
                      <a:pt x="5395" y="4665"/>
                    </a:cubicBezTo>
                    <a:cubicBezTo>
                      <a:pt x="5396" y="4665"/>
                      <a:pt x="5398" y="4665"/>
                      <a:pt x="5399" y="4664"/>
                    </a:cubicBezTo>
                    <a:cubicBezTo>
                      <a:pt x="5400" y="4664"/>
                      <a:pt x="5401" y="4663"/>
                      <a:pt x="5402" y="4662"/>
                    </a:cubicBezTo>
                    <a:cubicBezTo>
                      <a:pt x="5419" y="4634"/>
                      <a:pt x="5419" y="4601"/>
                      <a:pt x="5421" y="4569"/>
                    </a:cubicBezTo>
                    <a:cubicBezTo>
                      <a:pt x="5423" y="4547"/>
                      <a:pt x="5428" y="4525"/>
                      <a:pt x="5429" y="4504"/>
                    </a:cubicBezTo>
                    <a:lnTo>
                      <a:pt x="5449" y="4516"/>
                    </a:lnTo>
                    <a:cubicBezTo>
                      <a:pt x="5441" y="4614"/>
                      <a:pt x="5431" y="4720"/>
                      <a:pt x="5445" y="4819"/>
                    </a:cubicBezTo>
                    <a:cubicBezTo>
                      <a:pt x="5447" y="4827"/>
                      <a:pt x="5459" y="4825"/>
                      <a:pt x="5460" y="4817"/>
                    </a:cubicBezTo>
                    <a:cubicBezTo>
                      <a:pt x="5465" y="4767"/>
                      <a:pt x="5468" y="4717"/>
                      <a:pt x="5468" y="4667"/>
                    </a:cubicBezTo>
                    <a:cubicBezTo>
                      <a:pt x="5468" y="4622"/>
                      <a:pt x="5473" y="4574"/>
                      <a:pt x="5470" y="4530"/>
                    </a:cubicBezTo>
                    <a:lnTo>
                      <a:pt x="5498" y="4547"/>
                    </a:lnTo>
                    <a:cubicBezTo>
                      <a:pt x="5493" y="4598"/>
                      <a:pt x="5487" y="4658"/>
                      <a:pt x="5500" y="4708"/>
                    </a:cubicBezTo>
                    <a:cubicBezTo>
                      <a:pt x="5500" y="4708"/>
                      <a:pt x="5499" y="4709"/>
                      <a:pt x="5500" y="4710"/>
                    </a:cubicBezTo>
                    <a:cubicBezTo>
                      <a:pt x="5500" y="4711"/>
                      <a:pt x="5502" y="4711"/>
                      <a:pt x="5503" y="4712"/>
                    </a:cubicBezTo>
                    <a:cubicBezTo>
                      <a:pt x="5504" y="4713"/>
                      <a:pt x="5506" y="4713"/>
                      <a:pt x="5507" y="4713"/>
                    </a:cubicBezTo>
                    <a:cubicBezTo>
                      <a:pt x="5508" y="4713"/>
                      <a:pt x="5509" y="4713"/>
                      <a:pt x="5511" y="4712"/>
                    </a:cubicBezTo>
                    <a:cubicBezTo>
                      <a:pt x="5512" y="4711"/>
                      <a:pt x="5512" y="4711"/>
                      <a:pt x="5513" y="4710"/>
                    </a:cubicBezTo>
                    <a:cubicBezTo>
                      <a:pt x="5513" y="4709"/>
                      <a:pt x="5514" y="4708"/>
                      <a:pt x="5514" y="4708"/>
                    </a:cubicBezTo>
                    <a:cubicBezTo>
                      <a:pt x="5519" y="4681"/>
                      <a:pt x="5522" y="4653"/>
                      <a:pt x="5522" y="4626"/>
                    </a:cubicBezTo>
                    <a:cubicBezTo>
                      <a:pt x="5522" y="4603"/>
                      <a:pt x="5520" y="4581"/>
                      <a:pt x="5517" y="4559"/>
                    </a:cubicBezTo>
                    <a:lnTo>
                      <a:pt x="5548" y="4579"/>
                    </a:lnTo>
                    <a:cubicBezTo>
                      <a:pt x="5547" y="4581"/>
                      <a:pt x="5547" y="4582"/>
                      <a:pt x="5547" y="4583"/>
                    </a:cubicBezTo>
                    <a:cubicBezTo>
                      <a:pt x="5547" y="4585"/>
                      <a:pt x="5547" y="4586"/>
                      <a:pt x="5548" y="4587"/>
                    </a:cubicBezTo>
                    <a:lnTo>
                      <a:pt x="5548" y="4588"/>
                    </a:lnTo>
                    <a:cubicBezTo>
                      <a:pt x="5554" y="4596"/>
                      <a:pt x="5548" y="4614"/>
                      <a:pt x="5548" y="4623"/>
                    </a:cubicBezTo>
                    <a:cubicBezTo>
                      <a:pt x="5548" y="4629"/>
                      <a:pt x="5548" y="4635"/>
                      <a:pt x="5548" y="4641"/>
                    </a:cubicBezTo>
                    <a:cubicBezTo>
                      <a:pt x="5548" y="4659"/>
                      <a:pt x="5549" y="4678"/>
                      <a:pt x="5550" y="4696"/>
                    </a:cubicBezTo>
                    <a:cubicBezTo>
                      <a:pt x="5550" y="4696"/>
                      <a:pt x="5551" y="4697"/>
                      <a:pt x="5551" y="4698"/>
                    </a:cubicBezTo>
                    <a:cubicBezTo>
                      <a:pt x="5551" y="4699"/>
                      <a:pt x="5552" y="4699"/>
                      <a:pt x="5553" y="4700"/>
                    </a:cubicBezTo>
                    <a:cubicBezTo>
                      <a:pt x="5554" y="4701"/>
                      <a:pt x="5555" y="4700"/>
                      <a:pt x="5555" y="4700"/>
                    </a:cubicBezTo>
                    <a:cubicBezTo>
                      <a:pt x="5556" y="4700"/>
                      <a:pt x="5557" y="4701"/>
                      <a:pt x="5558" y="4700"/>
                    </a:cubicBezTo>
                    <a:cubicBezTo>
                      <a:pt x="5559" y="4699"/>
                      <a:pt x="5559" y="4699"/>
                      <a:pt x="5560" y="4698"/>
                    </a:cubicBezTo>
                    <a:cubicBezTo>
                      <a:pt x="5567" y="4676"/>
                      <a:pt x="5570" y="4653"/>
                      <a:pt x="5570" y="4629"/>
                    </a:cubicBezTo>
                    <a:cubicBezTo>
                      <a:pt x="5570" y="4624"/>
                      <a:pt x="5570" y="4618"/>
                      <a:pt x="5570" y="4613"/>
                    </a:cubicBezTo>
                    <a:cubicBezTo>
                      <a:pt x="5570" y="4611"/>
                      <a:pt x="5570" y="4609"/>
                      <a:pt x="5570" y="4607"/>
                    </a:cubicBezTo>
                    <a:cubicBezTo>
                      <a:pt x="5570" y="4602"/>
                      <a:pt x="5569" y="4596"/>
                      <a:pt x="5568" y="4591"/>
                    </a:cubicBezTo>
                    <a:lnTo>
                      <a:pt x="5602" y="4613"/>
                    </a:lnTo>
                    <a:lnTo>
                      <a:pt x="5605" y="4615"/>
                    </a:lnTo>
                    <a:cubicBezTo>
                      <a:pt x="5600" y="4627"/>
                      <a:pt x="5597" y="4640"/>
                      <a:pt x="5596" y="4654"/>
                    </a:cubicBezTo>
                    <a:cubicBezTo>
                      <a:pt x="5589" y="4692"/>
                      <a:pt x="5584" y="4729"/>
                      <a:pt x="5580" y="4768"/>
                    </a:cubicBezTo>
                    <a:cubicBezTo>
                      <a:pt x="5575" y="4812"/>
                      <a:pt x="5561" y="4865"/>
                      <a:pt x="5560" y="4913"/>
                    </a:cubicBezTo>
                    <a:lnTo>
                      <a:pt x="5327" y="4913"/>
                    </a:lnTo>
                    <a:cubicBezTo>
                      <a:pt x="5335" y="4837"/>
                      <a:pt x="5350" y="4762"/>
                      <a:pt x="5352" y="4685"/>
                    </a:cubicBezTo>
                    <a:cubicBezTo>
                      <a:pt x="5352" y="4681"/>
                      <a:pt x="5345" y="4681"/>
                      <a:pt x="5344" y="4685"/>
                    </a:cubicBezTo>
                    <a:cubicBezTo>
                      <a:pt x="5334" y="4719"/>
                      <a:pt x="5331" y="4754"/>
                      <a:pt x="5321" y="4788"/>
                    </a:cubicBezTo>
                    <a:cubicBezTo>
                      <a:pt x="5310" y="4828"/>
                      <a:pt x="5303" y="4870"/>
                      <a:pt x="5302" y="4912"/>
                    </a:cubicBezTo>
                    <a:cubicBezTo>
                      <a:pt x="5300" y="4954"/>
                      <a:pt x="5302" y="4912"/>
                      <a:pt x="5302" y="4913"/>
                    </a:cubicBezTo>
                    <a:lnTo>
                      <a:pt x="5259" y="4913"/>
                    </a:lnTo>
                    <a:cubicBezTo>
                      <a:pt x="5262" y="4887"/>
                      <a:pt x="5259" y="4861"/>
                      <a:pt x="5260" y="4835"/>
                    </a:cubicBezTo>
                    <a:cubicBezTo>
                      <a:pt x="5261" y="4808"/>
                      <a:pt x="5265" y="4788"/>
                      <a:pt x="5266" y="4764"/>
                    </a:cubicBezTo>
                    <a:cubicBezTo>
                      <a:pt x="5265" y="4763"/>
                      <a:pt x="5265" y="4762"/>
                      <a:pt x="5265" y="4761"/>
                    </a:cubicBezTo>
                    <a:cubicBezTo>
                      <a:pt x="5264" y="4760"/>
                      <a:pt x="5262" y="4759"/>
                      <a:pt x="5261" y="4758"/>
                    </a:cubicBezTo>
                    <a:cubicBezTo>
                      <a:pt x="5259" y="4757"/>
                      <a:pt x="5258" y="4757"/>
                      <a:pt x="5257" y="4757"/>
                    </a:cubicBezTo>
                    <a:cubicBezTo>
                      <a:pt x="5255" y="4757"/>
                      <a:pt x="5254" y="4757"/>
                      <a:pt x="5253" y="4758"/>
                    </a:cubicBezTo>
                    <a:cubicBezTo>
                      <a:pt x="5251" y="4759"/>
                      <a:pt x="5250" y="4760"/>
                      <a:pt x="5250" y="4761"/>
                    </a:cubicBezTo>
                    <a:cubicBezTo>
                      <a:pt x="5249" y="4762"/>
                      <a:pt x="5249" y="4763"/>
                      <a:pt x="5249" y="4764"/>
                    </a:cubicBezTo>
                    <a:cubicBezTo>
                      <a:pt x="5246" y="4813"/>
                      <a:pt x="5235" y="4863"/>
                      <a:pt x="5242" y="4913"/>
                    </a:cubicBezTo>
                    <a:lnTo>
                      <a:pt x="5235" y="4913"/>
                    </a:lnTo>
                    <a:cubicBezTo>
                      <a:pt x="5234" y="4913"/>
                      <a:pt x="5233" y="4913"/>
                      <a:pt x="5232" y="4913"/>
                    </a:cubicBezTo>
                    <a:cubicBezTo>
                      <a:pt x="5226" y="4913"/>
                      <a:pt x="5220" y="4913"/>
                      <a:pt x="5214" y="4914"/>
                    </a:cubicBezTo>
                    <a:cubicBezTo>
                      <a:pt x="5217" y="4852"/>
                      <a:pt x="5220" y="4788"/>
                      <a:pt x="5219" y="4727"/>
                    </a:cubicBezTo>
                    <a:cubicBezTo>
                      <a:pt x="5219" y="4718"/>
                      <a:pt x="5207" y="4719"/>
                      <a:pt x="5207" y="4727"/>
                    </a:cubicBezTo>
                    <a:cubicBezTo>
                      <a:pt x="5198" y="4790"/>
                      <a:pt x="5193" y="4853"/>
                      <a:pt x="5192" y="4916"/>
                    </a:cubicBezTo>
                    <a:cubicBezTo>
                      <a:pt x="5181" y="4918"/>
                      <a:pt x="5169" y="4920"/>
                      <a:pt x="5157" y="4920"/>
                    </a:cubicBezTo>
                    <a:lnTo>
                      <a:pt x="5156" y="4920"/>
                    </a:lnTo>
                    <a:cubicBezTo>
                      <a:pt x="5156" y="4915"/>
                      <a:pt x="5156" y="4910"/>
                      <a:pt x="5156" y="4905"/>
                    </a:cubicBezTo>
                    <a:cubicBezTo>
                      <a:pt x="5156" y="4891"/>
                      <a:pt x="5155" y="4877"/>
                      <a:pt x="5154" y="4864"/>
                    </a:cubicBezTo>
                    <a:cubicBezTo>
                      <a:pt x="5154" y="4827"/>
                      <a:pt x="5160" y="4790"/>
                      <a:pt x="5158" y="4753"/>
                    </a:cubicBezTo>
                    <a:cubicBezTo>
                      <a:pt x="5158" y="4747"/>
                      <a:pt x="5146" y="4747"/>
                      <a:pt x="5146" y="4753"/>
                    </a:cubicBezTo>
                    <a:cubicBezTo>
                      <a:pt x="5146" y="4792"/>
                      <a:pt x="5139" y="4830"/>
                      <a:pt x="5135" y="4869"/>
                    </a:cubicBezTo>
                    <a:cubicBezTo>
                      <a:pt x="5134" y="4876"/>
                      <a:pt x="5133" y="4884"/>
                      <a:pt x="5133" y="4891"/>
                    </a:cubicBezTo>
                    <a:cubicBezTo>
                      <a:pt x="5133" y="4901"/>
                      <a:pt x="5135" y="4911"/>
                      <a:pt x="5137" y="4921"/>
                    </a:cubicBezTo>
                    <a:cubicBezTo>
                      <a:pt x="5125" y="4921"/>
                      <a:pt x="5114" y="4923"/>
                      <a:pt x="5102" y="4925"/>
                    </a:cubicBezTo>
                    <a:cubicBezTo>
                      <a:pt x="5102" y="4921"/>
                      <a:pt x="5102" y="4917"/>
                      <a:pt x="5102" y="4914"/>
                    </a:cubicBezTo>
                    <a:cubicBezTo>
                      <a:pt x="5102" y="4896"/>
                      <a:pt x="5100" y="4879"/>
                      <a:pt x="5099" y="4862"/>
                    </a:cubicBezTo>
                    <a:cubicBezTo>
                      <a:pt x="5099" y="4854"/>
                      <a:pt x="5085" y="4852"/>
                      <a:pt x="5084" y="4861"/>
                    </a:cubicBezTo>
                    <a:cubicBezTo>
                      <a:pt x="5082" y="4878"/>
                      <a:pt x="5081" y="4895"/>
                      <a:pt x="5080" y="4912"/>
                    </a:cubicBezTo>
                    <a:cubicBezTo>
                      <a:pt x="5080" y="4918"/>
                      <a:pt x="5080" y="4923"/>
                      <a:pt x="5079" y="4929"/>
                    </a:cubicBezTo>
                    <a:lnTo>
                      <a:pt x="5061" y="4932"/>
                    </a:lnTo>
                    <a:lnTo>
                      <a:pt x="5059" y="4929"/>
                    </a:lnTo>
                    <a:cubicBezTo>
                      <a:pt x="5056" y="4908"/>
                      <a:pt x="5055" y="4887"/>
                      <a:pt x="5055" y="4866"/>
                    </a:cubicBezTo>
                    <a:cubicBezTo>
                      <a:pt x="5055" y="4860"/>
                      <a:pt x="5055" y="4854"/>
                      <a:pt x="5055" y="4848"/>
                    </a:cubicBezTo>
                    <a:cubicBezTo>
                      <a:pt x="5055" y="4805"/>
                      <a:pt x="5045" y="4755"/>
                      <a:pt x="5055" y="4713"/>
                    </a:cubicBezTo>
                    <a:cubicBezTo>
                      <a:pt x="5056" y="4708"/>
                      <a:pt x="5048" y="4706"/>
                      <a:pt x="5047" y="4711"/>
                    </a:cubicBezTo>
                    <a:cubicBezTo>
                      <a:pt x="5033" y="4754"/>
                      <a:pt x="5041" y="4803"/>
                      <a:pt x="5039" y="4847"/>
                    </a:cubicBezTo>
                    <a:cubicBezTo>
                      <a:pt x="5038" y="4859"/>
                      <a:pt x="5038" y="4871"/>
                      <a:pt x="5038" y="4882"/>
                    </a:cubicBezTo>
                    <a:cubicBezTo>
                      <a:pt x="5038" y="4901"/>
                      <a:pt x="5039" y="4919"/>
                      <a:pt x="5041" y="4937"/>
                    </a:cubicBezTo>
                    <a:lnTo>
                      <a:pt x="4997" y="4947"/>
                    </a:lnTo>
                    <a:cubicBezTo>
                      <a:pt x="4997" y="4941"/>
                      <a:pt x="4998" y="4935"/>
                      <a:pt x="4998" y="4929"/>
                    </a:cubicBezTo>
                    <a:cubicBezTo>
                      <a:pt x="4998" y="4923"/>
                      <a:pt x="4997" y="4917"/>
                      <a:pt x="4997" y="4911"/>
                    </a:cubicBezTo>
                    <a:cubicBezTo>
                      <a:pt x="4995" y="4888"/>
                      <a:pt x="4994" y="4864"/>
                      <a:pt x="4993" y="4841"/>
                    </a:cubicBezTo>
                    <a:cubicBezTo>
                      <a:pt x="4993" y="4835"/>
                      <a:pt x="4983" y="4834"/>
                      <a:pt x="4982" y="4841"/>
                    </a:cubicBezTo>
                    <a:cubicBezTo>
                      <a:pt x="4981" y="4862"/>
                      <a:pt x="4980" y="4883"/>
                      <a:pt x="4979" y="4904"/>
                    </a:cubicBezTo>
                    <a:cubicBezTo>
                      <a:pt x="4978" y="4912"/>
                      <a:pt x="4977" y="4920"/>
                      <a:pt x="4977" y="4928"/>
                    </a:cubicBezTo>
                    <a:cubicBezTo>
                      <a:pt x="4977" y="4936"/>
                      <a:pt x="4978" y="4944"/>
                      <a:pt x="4979" y="4951"/>
                    </a:cubicBezTo>
                    <a:lnTo>
                      <a:pt x="4976" y="4951"/>
                    </a:lnTo>
                    <a:cubicBezTo>
                      <a:pt x="4957" y="4955"/>
                      <a:pt x="4938" y="4959"/>
                      <a:pt x="4919" y="4963"/>
                    </a:cubicBezTo>
                    <a:cubicBezTo>
                      <a:pt x="4919" y="4881"/>
                      <a:pt x="4913" y="4798"/>
                      <a:pt x="4911" y="4716"/>
                    </a:cubicBezTo>
                    <a:cubicBezTo>
                      <a:pt x="4911" y="4711"/>
                      <a:pt x="4902" y="4710"/>
                      <a:pt x="4902" y="4716"/>
                    </a:cubicBezTo>
                    <a:cubicBezTo>
                      <a:pt x="4899" y="4800"/>
                      <a:pt x="4900" y="4884"/>
                      <a:pt x="4900" y="4968"/>
                    </a:cubicBezTo>
                    <a:lnTo>
                      <a:pt x="4892" y="4970"/>
                    </a:lnTo>
                    <a:cubicBezTo>
                      <a:pt x="4886" y="4971"/>
                      <a:pt x="4878" y="4972"/>
                      <a:pt x="4868" y="4974"/>
                    </a:cubicBezTo>
                    <a:cubicBezTo>
                      <a:pt x="4868" y="4934"/>
                      <a:pt x="4863" y="4892"/>
                      <a:pt x="4861" y="4852"/>
                    </a:cubicBezTo>
                    <a:cubicBezTo>
                      <a:pt x="4861" y="4846"/>
                      <a:pt x="4851" y="4846"/>
                      <a:pt x="4850" y="4852"/>
                    </a:cubicBezTo>
                    <a:cubicBezTo>
                      <a:pt x="4847" y="4879"/>
                      <a:pt x="4845" y="4906"/>
                      <a:pt x="4845" y="4934"/>
                    </a:cubicBezTo>
                    <a:cubicBezTo>
                      <a:pt x="4845" y="4948"/>
                      <a:pt x="4845" y="4963"/>
                      <a:pt x="4846" y="4978"/>
                    </a:cubicBezTo>
                    <a:cubicBezTo>
                      <a:pt x="4839" y="4979"/>
                      <a:pt x="4831" y="4981"/>
                      <a:pt x="4824" y="4985"/>
                    </a:cubicBezTo>
                    <a:cubicBezTo>
                      <a:pt x="4824" y="4986"/>
                      <a:pt x="4824" y="4986"/>
                      <a:pt x="4823" y="4986"/>
                    </a:cubicBezTo>
                    <a:cubicBezTo>
                      <a:pt x="4817" y="4991"/>
                      <a:pt x="4792" y="4989"/>
                      <a:pt x="4782" y="4993"/>
                    </a:cubicBezTo>
                    <a:cubicBezTo>
                      <a:pt x="4755" y="5002"/>
                      <a:pt x="4727" y="5010"/>
                      <a:pt x="4700" y="5020"/>
                    </a:cubicBezTo>
                    <a:lnTo>
                      <a:pt x="4679" y="5027"/>
                    </a:lnTo>
                    <a:cubicBezTo>
                      <a:pt x="4681" y="4945"/>
                      <a:pt x="4665" y="4863"/>
                      <a:pt x="4661" y="4782"/>
                    </a:cubicBezTo>
                    <a:cubicBezTo>
                      <a:pt x="4660" y="4781"/>
                      <a:pt x="4660" y="4780"/>
                      <a:pt x="4660" y="4779"/>
                    </a:cubicBezTo>
                    <a:cubicBezTo>
                      <a:pt x="4659" y="4777"/>
                      <a:pt x="4657" y="4777"/>
                      <a:pt x="4656" y="4776"/>
                    </a:cubicBezTo>
                    <a:cubicBezTo>
                      <a:pt x="4654" y="4775"/>
                      <a:pt x="4653" y="4774"/>
                      <a:pt x="4652" y="4774"/>
                    </a:cubicBezTo>
                    <a:cubicBezTo>
                      <a:pt x="4650" y="4774"/>
                      <a:pt x="4649" y="4775"/>
                      <a:pt x="4648" y="4776"/>
                    </a:cubicBezTo>
                    <a:cubicBezTo>
                      <a:pt x="4646" y="4777"/>
                      <a:pt x="4646" y="4777"/>
                      <a:pt x="4645" y="4779"/>
                    </a:cubicBezTo>
                    <a:cubicBezTo>
                      <a:pt x="4644" y="4780"/>
                      <a:pt x="4644" y="4781"/>
                      <a:pt x="4644" y="4782"/>
                    </a:cubicBezTo>
                    <a:cubicBezTo>
                      <a:pt x="4643" y="4794"/>
                      <a:pt x="4643" y="4807"/>
                      <a:pt x="4643" y="4819"/>
                    </a:cubicBezTo>
                    <a:cubicBezTo>
                      <a:pt x="4643" y="4891"/>
                      <a:pt x="4648" y="4963"/>
                      <a:pt x="4658" y="5035"/>
                    </a:cubicBezTo>
                    <a:lnTo>
                      <a:pt x="4625" y="5045"/>
                    </a:lnTo>
                    <a:cubicBezTo>
                      <a:pt x="4625" y="4954"/>
                      <a:pt x="4614" y="4863"/>
                      <a:pt x="4612" y="4770"/>
                    </a:cubicBezTo>
                    <a:cubicBezTo>
                      <a:pt x="4612" y="4760"/>
                      <a:pt x="4597" y="4762"/>
                      <a:pt x="4597" y="4772"/>
                    </a:cubicBezTo>
                    <a:cubicBezTo>
                      <a:pt x="4595" y="4864"/>
                      <a:pt x="4599" y="4959"/>
                      <a:pt x="4604" y="5052"/>
                    </a:cubicBezTo>
                    <a:lnTo>
                      <a:pt x="4590" y="5056"/>
                    </a:lnTo>
                    <a:cubicBezTo>
                      <a:pt x="4590" y="5054"/>
                      <a:pt x="4590" y="5052"/>
                      <a:pt x="4590" y="5050"/>
                    </a:cubicBezTo>
                    <a:cubicBezTo>
                      <a:pt x="4590" y="5048"/>
                      <a:pt x="4590" y="5045"/>
                      <a:pt x="4590" y="5043"/>
                    </a:cubicBezTo>
                    <a:cubicBezTo>
                      <a:pt x="4590" y="5029"/>
                      <a:pt x="4590" y="5015"/>
                      <a:pt x="4588" y="5001"/>
                    </a:cubicBezTo>
                    <a:cubicBezTo>
                      <a:pt x="4588" y="4991"/>
                      <a:pt x="4573" y="4992"/>
                      <a:pt x="4573" y="5002"/>
                    </a:cubicBezTo>
                    <a:cubicBezTo>
                      <a:pt x="4572" y="5011"/>
                      <a:pt x="4573" y="5027"/>
                      <a:pt x="4572" y="5040"/>
                    </a:cubicBezTo>
                    <a:cubicBezTo>
                      <a:pt x="4571" y="5042"/>
                      <a:pt x="4571" y="5045"/>
                      <a:pt x="4571" y="5047"/>
                    </a:cubicBezTo>
                    <a:cubicBezTo>
                      <a:pt x="4571" y="5052"/>
                      <a:pt x="4572" y="5057"/>
                      <a:pt x="4573" y="5061"/>
                    </a:cubicBezTo>
                    <a:lnTo>
                      <a:pt x="4522" y="5078"/>
                    </a:lnTo>
                    <a:cubicBezTo>
                      <a:pt x="4512" y="5081"/>
                      <a:pt x="4502" y="5085"/>
                      <a:pt x="4492" y="5089"/>
                    </a:cubicBezTo>
                    <a:cubicBezTo>
                      <a:pt x="4496" y="5058"/>
                      <a:pt x="4497" y="5027"/>
                      <a:pt x="4497" y="4997"/>
                    </a:cubicBezTo>
                    <a:cubicBezTo>
                      <a:pt x="4497" y="4976"/>
                      <a:pt x="4496" y="4955"/>
                      <a:pt x="4495" y="4934"/>
                    </a:cubicBezTo>
                    <a:cubicBezTo>
                      <a:pt x="4495" y="4884"/>
                      <a:pt x="4492" y="4835"/>
                      <a:pt x="4488" y="4787"/>
                    </a:cubicBezTo>
                    <a:cubicBezTo>
                      <a:pt x="4488" y="4780"/>
                      <a:pt x="4476" y="4781"/>
                      <a:pt x="4476" y="4787"/>
                    </a:cubicBezTo>
                    <a:cubicBezTo>
                      <a:pt x="4478" y="4885"/>
                      <a:pt x="4461" y="4996"/>
                      <a:pt x="4480" y="5093"/>
                    </a:cubicBezTo>
                    <a:lnTo>
                      <a:pt x="4445" y="5108"/>
                    </a:lnTo>
                    <a:cubicBezTo>
                      <a:pt x="4467" y="5009"/>
                      <a:pt x="4438" y="4903"/>
                      <a:pt x="4436" y="4804"/>
                    </a:cubicBezTo>
                    <a:cubicBezTo>
                      <a:pt x="4436" y="4803"/>
                      <a:pt x="4436" y="4803"/>
                      <a:pt x="4435" y="4802"/>
                    </a:cubicBezTo>
                    <a:cubicBezTo>
                      <a:pt x="4434" y="4801"/>
                      <a:pt x="4434" y="4800"/>
                      <a:pt x="4434" y="4800"/>
                    </a:cubicBezTo>
                    <a:cubicBezTo>
                      <a:pt x="4433" y="4799"/>
                      <a:pt x="4432" y="4799"/>
                      <a:pt x="4431" y="4799"/>
                    </a:cubicBezTo>
                    <a:cubicBezTo>
                      <a:pt x="4430" y="4799"/>
                      <a:pt x="4430" y="4799"/>
                      <a:pt x="4429" y="4800"/>
                    </a:cubicBezTo>
                    <a:cubicBezTo>
                      <a:pt x="4428" y="4801"/>
                      <a:pt x="4427" y="4801"/>
                      <a:pt x="4427" y="4802"/>
                    </a:cubicBezTo>
                    <a:cubicBezTo>
                      <a:pt x="4427" y="4802"/>
                      <a:pt x="4426" y="4803"/>
                      <a:pt x="4426" y="4804"/>
                    </a:cubicBezTo>
                    <a:cubicBezTo>
                      <a:pt x="4426" y="4850"/>
                      <a:pt x="4429" y="4894"/>
                      <a:pt x="4431" y="4940"/>
                    </a:cubicBezTo>
                    <a:cubicBezTo>
                      <a:pt x="4434" y="4995"/>
                      <a:pt x="4426" y="5056"/>
                      <a:pt x="4438" y="5110"/>
                    </a:cubicBezTo>
                    <a:cubicBezTo>
                      <a:pt x="4428" y="5114"/>
                      <a:pt x="4418" y="5117"/>
                      <a:pt x="4409" y="5120"/>
                    </a:cubicBezTo>
                    <a:cubicBezTo>
                      <a:pt x="4411" y="5110"/>
                      <a:pt x="4412" y="5100"/>
                      <a:pt x="4412" y="5090"/>
                    </a:cubicBezTo>
                    <a:cubicBezTo>
                      <a:pt x="4412" y="5083"/>
                      <a:pt x="4412" y="5077"/>
                      <a:pt x="4411" y="5070"/>
                    </a:cubicBezTo>
                    <a:cubicBezTo>
                      <a:pt x="4411" y="5032"/>
                      <a:pt x="4408" y="4994"/>
                      <a:pt x="4406" y="4956"/>
                    </a:cubicBezTo>
                    <a:cubicBezTo>
                      <a:pt x="4406" y="4950"/>
                      <a:pt x="4396" y="4950"/>
                      <a:pt x="4395" y="4956"/>
                    </a:cubicBezTo>
                    <a:cubicBezTo>
                      <a:pt x="4392" y="5012"/>
                      <a:pt x="4395" y="5070"/>
                      <a:pt x="4390" y="5125"/>
                    </a:cubicBezTo>
                    <a:lnTo>
                      <a:pt x="4390" y="5126"/>
                    </a:lnTo>
                    <a:cubicBezTo>
                      <a:pt x="4380" y="5129"/>
                      <a:pt x="4370" y="5132"/>
                      <a:pt x="4360" y="5135"/>
                    </a:cubicBezTo>
                    <a:cubicBezTo>
                      <a:pt x="4360" y="5009"/>
                      <a:pt x="4356" y="4883"/>
                      <a:pt x="4354" y="4757"/>
                    </a:cubicBezTo>
                    <a:cubicBezTo>
                      <a:pt x="4354" y="4756"/>
                      <a:pt x="4353" y="4755"/>
                      <a:pt x="4353" y="4755"/>
                    </a:cubicBezTo>
                    <a:cubicBezTo>
                      <a:pt x="4353" y="4754"/>
                      <a:pt x="4353" y="4754"/>
                      <a:pt x="4352" y="4753"/>
                    </a:cubicBezTo>
                    <a:cubicBezTo>
                      <a:pt x="4351" y="4752"/>
                      <a:pt x="4350" y="4753"/>
                      <a:pt x="4350" y="4753"/>
                    </a:cubicBezTo>
                    <a:cubicBezTo>
                      <a:pt x="4349" y="4753"/>
                      <a:pt x="4348" y="4753"/>
                      <a:pt x="4348" y="4753"/>
                    </a:cubicBezTo>
                    <a:cubicBezTo>
                      <a:pt x="4347" y="4754"/>
                      <a:pt x="4348" y="4754"/>
                      <a:pt x="4347" y="4755"/>
                    </a:cubicBezTo>
                    <a:cubicBezTo>
                      <a:pt x="4346" y="4756"/>
                      <a:pt x="4346" y="4756"/>
                      <a:pt x="4346" y="4757"/>
                    </a:cubicBezTo>
                    <a:cubicBezTo>
                      <a:pt x="4344" y="4885"/>
                      <a:pt x="4340" y="5012"/>
                      <a:pt x="4339" y="5141"/>
                    </a:cubicBezTo>
                    <a:lnTo>
                      <a:pt x="4339" y="5142"/>
                    </a:lnTo>
                    <a:lnTo>
                      <a:pt x="4339" y="5143"/>
                    </a:lnTo>
                    <a:lnTo>
                      <a:pt x="4336" y="5144"/>
                    </a:lnTo>
                    <a:cubicBezTo>
                      <a:pt x="4329" y="5147"/>
                      <a:pt x="4322" y="5149"/>
                      <a:pt x="4315" y="5152"/>
                    </a:cubicBezTo>
                    <a:cubicBezTo>
                      <a:pt x="4320" y="5100"/>
                      <a:pt x="4322" y="5049"/>
                      <a:pt x="4322" y="4997"/>
                    </a:cubicBezTo>
                    <a:cubicBezTo>
                      <a:pt x="4322" y="4983"/>
                      <a:pt x="4322" y="4970"/>
                      <a:pt x="4322" y="4956"/>
                    </a:cubicBezTo>
                    <a:cubicBezTo>
                      <a:pt x="4322" y="4953"/>
                      <a:pt x="4316" y="4953"/>
                      <a:pt x="4316" y="4956"/>
                    </a:cubicBezTo>
                    <a:cubicBezTo>
                      <a:pt x="4316" y="5021"/>
                      <a:pt x="4301" y="5087"/>
                      <a:pt x="4296" y="5152"/>
                    </a:cubicBezTo>
                    <a:cubicBezTo>
                      <a:pt x="4296" y="5154"/>
                      <a:pt x="4296" y="5155"/>
                      <a:pt x="4297" y="5157"/>
                    </a:cubicBezTo>
                    <a:lnTo>
                      <a:pt x="4298" y="5158"/>
                    </a:lnTo>
                    <a:cubicBezTo>
                      <a:pt x="4288" y="5161"/>
                      <a:pt x="4277" y="5164"/>
                      <a:pt x="4266" y="5168"/>
                    </a:cubicBezTo>
                    <a:cubicBezTo>
                      <a:pt x="4267" y="5167"/>
                      <a:pt x="4267" y="5166"/>
                      <a:pt x="4268" y="5165"/>
                    </a:cubicBezTo>
                    <a:cubicBezTo>
                      <a:pt x="4269" y="5164"/>
                      <a:pt x="4269" y="5162"/>
                      <a:pt x="4269" y="5160"/>
                    </a:cubicBezTo>
                    <a:cubicBezTo>
                      <a:pt x="4269" y="5081"/>
                      <a:pt x="4271" y="5001"/>
                      <a:pt x="4269" y="4922"/>
                    </a:cubicBezTo>
                    <a:cubicBezTo>
                      <a:pt x="4268" y="4863"/>
                      <a:pt x="4257" y="4804"/>
                      <a:pt x="4257" y="4745"/>
                    </a:cubicBezTo>
                    <a:cubicBezTo>
                      <a:pt x="4257" y="4739"/>
                      <a:pt x="4247" y="4739"/>
                      <a:pt x="4247" y="4745"/>
                    </a:cubicBezTo>
                    <a:cubicBezTo>
                      <a:pt x="4244" y="4798"/>
                      <a:pt x="4252" y="4851"/>
                      <a:pt x="4254" y="4904"/>
                    </a:cubicBezTo>
                    <a:cubicBezTo>
                      <a:pt x="4258" y="4988"/>
                      <a:pt x="4248" y="5074"/>
                      <a:pt x="4247" y="5159"/>
                    </a:cubicBezTo>
                    <a:lnTo>
                      <a:pt x="4247" y="5160"/>
                    </a:lnTo>
                    <a:cubicBezTo>
                      <a:pt x="4247" y="5161"/>
                      <a:pt x="4247" y="5163"/>
                      <a:pt x="4248" y="5165"/>
                    </a:cubicBezTo>
                    <a:cubicBezTo>
                      <a:pt x="4248" y="5167"/>
                      <a:pt x="4251" y="5167"/>
                      <a:pt x="4252" y="5168"/>
                    </a:cubicBezTo>
                    <a:cubicBezTo>
                      <a:pt x="4253" y="5169"/>
                      <a:pt x="4255" y="5169"/>
                      <a:pt x="4256" y="5170"/>
                    </a:cubicBezTo>
                    <a:lnTo>
                      <a:pt x="4227" y="5178"/>
                    </a:lnTo>
                    <a:lnTo>
                      <a:pt x="4227" y="5177"/>
                    </a:lnTo>
                    <a:cubicBezTo>
                      <a:pt x="4227" y="5152"/>
                      <a:pt x="4225" y="5127"/>
                      <a:pt x="4224" y="5101"/>
                    </a:cubicBezTo>
                    <a:cubicBezTo>
                      <a:pt x="4224" y="5100"/>
                      <a:pt x="4224" y="5099"/>
                      <a:pt x="4223" y="5097"/>
                    </a:cubicBezTo>
                    <a:cubicBezTo>
                      <a:pt x="4222" y="5095"/>
                      <a:pt x="4220" y="5094"/>
                      <a:pt x="4219" y="5093"/>
                    </a:cubicBezTo>
                    <a:cubicBezTo>
                      <a:pt x="4217" y="5092"/>
                      <a:pt x="4216" y="5092"/>
                      <a:pt x="4214" y="5092"/>
                    </a:cubicBezTo>
                    <a:cubicBezTo>
                      <a:pt x="4212" y="5092"/>
                      <a:pt x="4210" y="5092"/>
                      <a:pt x="4209" y="5093"/>
                    </a:cubicBezTo>
                    <a:cubicBezTo>
                      <a:pt x="4207" y="5094"/>
                      <a:pt x="4206" y="5095"/>
                      <a:pt x="4206" y="5097"/>
                    </a:cubicBezTo>
                    <a:cubicBezTo>
                      <a:pt x="4205" y="5099"/>
                      <a:pt x="4204" y="5100"/>
                      <a:pt x="4204" y="5101"/>
                    </a:cubicBezTo>
                    <a:cubicBezTo>
                      <a:pt x="4203" y="5125"/>
                      <a:pt x="4202" y="5148"/>
                      <a:pt x="4201" y="5171"/>
                    </a:cubicBezTo>
                    <a:cubicBezTo>
                      <a:pt x="4201" y="5177"/>
                      <a:pt x="4201" y="5182"/>
                      <a:pt x="4201" y="5187"/>
                    </a:cubicBezTo>
                    <a:cubicBezTo>
                      <a:pt x="4196" y="5189"/>
                      <a:pt x="4190" y="5191"/>
                      <a:pt x="4185" y="5193"/>
                    </a:cubicBezTo>
                    <a:lnTo>
                      <a:pt x="4171" y="5199"/>
                    </a:lnTo>
                    <a:cubicBezTo>
                      <a:pt x="4171" y="5193"/>
                      <a:pt x="4171" y="5186"/>
                      <a:pt x="4171" y="5180"/>
                    </a:cubicBezTo>
                    <a:cubicBezTo>
                      <a:pt x="4171" y="5063"/>
                      <a:pt x="4160" y="4946"/>
                      <a:pt x="4136" y="4832"/>
                    </a:cubicBezTo>
                    <a:cubicBezTo>
                      <a:pt x="4135" y="4824"/>
                      <a:pt x="4122" y="4827"/>
                      <a:pt x="4123" y="4834"/>
                    </a:cubicBezTo>
                    <a:cubicBezTo>
                      <a:pt x="4140" y="4958"/>
                      <a:pt x="4149" y="5083"/>
                      <a:pt x="4150" y="5208"/>
                    </a:cubicBezTo>
                    <a:lnTo>
                      <a:pt x="4116" y="5223"/>
                    </a:lnTo>
                    <a:cubicBezTo>
                      <a:pt x="4116" y="5184"/>
                      <a:pt x="4112" y="5147"/>
                      <a:pt x="4111" y="5108"/>
                    </a:cubicBezTo>
                    <a:cubicBezTo>
                      <a:pt x="4110" y="5036"/>
                      <a:pt x="4105" y="4965"/>
                      <a:pt x="4097" y="4894"/>
                    </a:cubicBezTo>
                    <a:cubicBezTo>
                      <a:pt x="4097" y="4888"/>
                      <a:pt x="4088" y="4889"/>
                      <a:pt x="4088" y="4895"/>
                    </a:cubicBezTo>
                    <a:cubicBezTo>
                      <a:pt x="4097" y="5007"/>
                      <a:pt x="4090" y="5120"/>
                      <a:pt x="4097" y="5232"/>
                    </a:cubicBezTo>
                    <a:lnTo>
                      <a:pt x="4065" y="5247"/>
                    </a:lnTo>
                    <a:cubicBezTo>
                      <a:pt x="4065" y="5133"/>
                      <a:pt x="4058" y="5019"/>
                      <a:pt x="4053" y="4904"/>
                    </a:cubicBezTo>
                    <a:cubicBezTo>
                      <a:pt x="4053" y="4900"/>
                      <a:pt x="4045" y="4899"/>
                      <a:pt x="4044" y="4904"/>
                    </a:cubicBezTo>
                    <a:cubicBezTo>
                      <a:pt x="4039" y="5019"/>
                      <a:pt x="4046" y="5133"/>
                      <a:pt x="4046" y="5247"/>
                    </a:cubicBezTo>
                    <a:cubicBezTo>
                      <a:pt x="4045" y="5248"/>
                      <a:pt x="4045" y="5249"/>
                      <a:pt x="4045" y="5250"/>
                    </a:cubicBezTo>
                    <a:cubicBezTo>
                      <a:pt x="4045" y="5251"/>
                      <a:pt x="4045" y="5253"/>
                      <a:pt x="4046" y="5254"/>
                    </a:cubicBezTo>
                    <a:lnTo>
                      <a:pt x="4047" y="5254"/>
                    </a:lnTo>
                    <a:cubicBezTo>
                      <a:pt x="4047" y="5255"/>
                      <a:pt x="4047" y="5254"/>
                      <a:pt x="4048" y="5256"/>
                    </a:cubicBezTo>
                    <a:lnTo>
                      <a:pt x="4028" y="5265"/>
                    </a:lnTo>
                    <a:cubicBezTo>
                      <a:pt x="4029" y="5253"/>
                      <a:pt x="4030" y="5241"/>
                      <a:pt x="4030" y="5228"/>
                    </a:cubicBezTo>
                    <a:cubicBezTo>
                      <a:pt x="4030" y="5196"/>
                      <a:pt x="4026" y="5164"/>
                      <a:pt x="4019" y="5133"/>
                    </a:cubicBezTo>
                    <a:cubicBezTo>
                      <a:pt x="4011" y="5101"/>
                      <a:pt x="4023" y="5054"/>
                      <a:pt x="4004" y="5027"/>
                    </a:cubicBezTo>
                    <a:cubicBezTo>
                      <a:pt x="3990" y="5007"/>
                      <a:pt x="3990" y="4956"/>
                      <a:pt x="3988" y="4932"/>
                    </a:cubicBezTo>
                    <a:cubicBezTo>
                      <a:pt x="3986" y="4916"/>
                      <a:pt x="3982" y="4900"/>
                      <a:pt x="3976" y="4884"/>
                    </a:cubicBezTo>
                    <a:cubicBezTo>
                      <a:pt x="3964" y="4810"/>
                      <a:pt x="3945" y="4736"/>
                      <a:pt x="3938" y="4662"/>
                    </a:cubicBezTo>
                    <a:cubicBezTo>
                      <a:pt x="3936" y="4646"/>
                      <a:pt x="3933" y="4630"/>
                      <a:pt x="3927" y="4614"/>
                    </a:cubicBezTo>
                    <a:cubicBezTo>
                      <a:pt x="3918" y="4587"/>
                      <a:pt x="3917" y="4559"/>
                      <a:pt x="3910" y="4531"/>
                    </a:cubicBezTo>
                    <a:cubicBezTo>
                      <a:pt x="3895" y="4467"/>
                      <a:pt x="3880" y="4403"/>
                      <a:pt x="3864" y="4339"/>
                    </a:cubicBezTo>
                    <a:cubicBezTo>
                      <a:pt x="3849" y="4282"/>
                      <a:pt x="3837" y="4225"/>
                      <a:pt x="3821" y="4168"/>
                    </a:cubicBezTo>
                    <a:cubicBezTo>
                      <a:pt x="3801" y="4102"/>
                      <a:pt x="3760" y="4052"/>
                      <a:pt x="3753" y="3982"/>
                    </a:cubicBezTo>
                    <a:cubicBezTo>
                      <a:pt x="3753" y="3981"/>
                      <a:pt x="3753" y="3981"/>
                      <a:pt x="3752" y="3980"/>
                    </a:cubicBezTo>
                    <a:cubicBezTo>
                      <a:pt x="3751" y="3979"/>
                      <a:pt x="3751" y="3978"/>
                      <a:pt x="3750" y="3977"/>
                    </a:cubicBezTo>
                    <a:lnTo>
                      <a:pt x="3749" y="3977"/>
                    </a:lnTo>
                    <a:cubicBezTo>
                      <a:pt x="3749" y="3977"/>
                      <a:pt x="3749" y="3976"/>
                      <a:pt x="3750" y="3976"/>
                    </a:cubicBezTo>
                    <a:cubicBezTo>
                      <a:pt x="3752" y="3975"/>
                      <a:pt x="3754" y="3973"/>
                      <a:pt x="3755" y="3971"/>
                    </a:cubicBezTo>
                    <a:cubicBezTo>
                      <a:pt x="3756" y="3969"/>
                      <a:pt x="3757" y="3967"/>
                      <a:pt x="3757" y="3964"/>
                    </a:cubicBezTo>
                    <a:cubicBezTo>
                      <a:pt x="3757" y="3962"/>
                      <a:pt x="3757" y="3961"/>
                      <a:pt x="3756" y="3959"/>
                    </a:cubicBezTo>
                    <a:moveTo>
                      <a:pt x="3730" y="3949"/>
                    </a:moveTo>
                    <a:cubicBezTo>
                      <a:pt x="3730" y="3949"/>
                      <a:pt x="3729" y="3949"/>
                      <a:pt x="3729" y="3950"/>
                    </a:cubicBezTo>
                    <a:cubicBezTo>
                      <a:pt x="3729" y="3950"/>
                      <a:pt x="3729" y="3951"/>
                      <a:pt x="3728" y="3952"/>
                    </a:cubicBezTo>
                    <a:lnTo>
                      <a:pt x="3724" y="3947"/>
                    </a:lnTo>
                    <a:lnTo>
                      <a:pt x="3730" y="3949"/>
                    </a:lnTo>
                    <a:moveTo>
                      <a:pt x="3677" y="3981"/>
                    </a:moveTo>
                    <a:cubicBezTo>
                      <a:pt x="3687" y="4001"/>
                      <a:pt x="3689" y="4023"/>
                      <a:pt x="3699" y="4043"/>
                    </a:cubicBezTo>
                    <a:cubicBezTo>
                      <a:pt x="3729" y="4102"/>
                      <a:pt x="3724" y="4175"/>
                      <a:pt x="3755" y="4234"/>
                    </a:cubicBezTo>
                    <a:cubicBezTo>
                      <a:pt x="3757" y="4239"/>
                      <a:pt x="3765" y="4236"/>
                      <a:pt x="3763" y="4231"/>
                    </a:cubicBezTo>
                    <a:cubicBezTo>
                      <a:pt x="3758" y="4216"/>
                      <a:pt x="3761" y="4195"/>
                      <a:pt x="3757" y="4179"/>
                    </a:cubicBezTo>
                    <a:cubicBezTo>
                      <a:pt x="3751" y="4150"/>
                      <a:pt x="3746" y="4120"/>
                      <a:pt x="3740" y="4091"/>
                    </a:cubicBezTo>
                    <a:cubicBezTo>
                      <a:pt x="3733" y="4057"/>
                      <a:pt x="3715" y="4024"/>
                      <a:pt x="3711" y="3990"/>
                    </a:cubicBezTo>
                    <a:cubicBezTo>
                      <a:pt x="3709" y="3975"/>
                      <a:pt x="3706" y="3959"/>
                      <a:pt x="3701" y="3944"/>
                    </a:cubicBezTo>
                    <a:cubicBezTo>
                      <a:pt x="3703" y="3944"/>
                      <a:pt x="3704" y="3944"/>
                      <a:pt x="3706" y="3943"/>
                    </a:cubicBezTo>
                    <a:cubicBezTo>
                      <a:pt x="3713" y="3947"/>
                      <a:pt x="3720" y="3951"/>
                      <a:pt x="3727" y="3956"/>
                    </a:cubicBezTo>
                    <a:cubicBezTo>
                      <a:pt x="3726" y="3958"/>
                      <a:pt x="3726" y="3959"/>
                      <a:pt x="3726" y="3961"/>
                    </a:cubicBezTo>
                    <a:cubicBezTo>
                      <a:pt x="3726" y="3964"/>
                      <a:pt x="3726" y="3966"/>
                      <a:pt x="3728" y="3969"/>
                    </a:cubicBezTo>
                    <a:cubicBezTo>
                      <a:pt x="3729" y="3972"/>
                      <a:pt x="3731" y="3973"/>
                      <a:pt x="3734" y="3974"/>
                    </a:cubicBezTo>
                    <a:cubicBezTo>
                      <a:pt x="3735" y="3975"/>
                      <a:pt x="3737" y="3976"/>
                      <a:pt x="3739" y="3976"/>
                    </a:cubicBezTo>
                    <a:cubicBezTo>
                      <a:pt x="3738" y="3976"/>
                      <a:pt x="3738" y="3976"/>
                      <a:pt x="3737" y="3976"/>
                    </a:cubicBezTo>
                    <a:cubicBezTo>
                      <a:pt x="3736" y="3977"/>
                      <a:pt x="3736" y="3977"/>
                      <a:pt x="3735" y="3978"/>
                    </a:cubicBezTo>
                    <a:cubicBezTo>
                      <a:pt x="3734" y="3979"/>
                      <a:pt x="3735" y="3980"/>
                      <a:pt x="3735" y="3980"/>
                    </a:cubicBezTo>
                    <a:cubicBezTo>
                      <a:pt x="3733" y="3990"/>
                      <a:pt x="3732" y="3999"/>
                      <a:pt x="3732" y="4008"/>
                    </a:cubicBezTo>
                    <a:cubicBezTo>
                      <a:pt x="3732" y="4032"/>
                      <a:pt x="3738" y="4056"/>
                      <a:pt x="3750" y="4077"/>
                    </a:cubicBezTo>
                    <a:cubicBezTo>
                      <a:pt x="3751" y="4078"/>
                      <a:pt x="3752" y="4079"/>
                      <a:pt x="3752" y="4081"/>
                    </a:cubicBezTo>
                    <a:cubicBezTo>
                      <a:pt x="3782" y="4141"/>
                      <a:pt x="3804" y="4206"/>
                      <a:pt x="3816" y="4272"/>
                    </a:cubicBezTo>
                    <a:cubicBezTo>
                      <a:pt x="3844" y="4397"/>
                      <a:pt x="3869" y="4525"/>
                      <a:pt x="3901" y="4649"/>
                    </a:cubicBezTo>
                    <a:cubicBezTo>
                      <a:pt x="3912" y="4693"/>
                      <a:pt x="3908" y="4741"/>
                      <a:pt x="3920" y="4786"/>
                    </a:cubicBezTo>
                    <a:cubicBezTo>
                      <a:pt x="3924" y="4800"/>
                      <a:pt x="3927" y="4814"/>
                      <a:pt x="3929" y="4828"/>
                    </a:cubicBezTo>
                    <a:cubicBezTo>
                      <a:pt x="3930" y="4841"/>
                      <a:pt x="3931" y="4854"/>
                      <a:pt x="3932" y="4866"/>
                    </a:cubicBezTo>
                    <a:cubicBezTo>
                      <a:pt x="3938" y="4924"/>
                      <a:pt x="3929" y="4988"/>
                      <a:pt x="3941" y="5044"/>
                    </a:cubicBezTo>
                    <a:cubicBezTo>
                      <a:pt x="3948" y="5074"/>
                      <a:pt x="3940" y="5113"/>
                      <a:pt x="3940" y="5143"/>
                    </a:cubicBezTo>
                    <a:cubicBezTo>
                      <a:pt x="3940" y="5182"/>
                      <a:pt x="3938" y="5219"/>
                      <a:pt x="3935" y="5257"/>
                    </a:cubicBezTo>
                    <a:cubicBezTo>
                      <a:pt x="3935" y="5256"/>
                      <a:pt x="3935" y="5254"/>
                      <a:pt x="3934" y="5253"/>
                    </a:cubicBezTo>
                    <a:cubicBezTo>
                      <a:pt x="3933" y="5251"/>
                      <a:pt x="3933" y="5252"/>
                      <a:pt x="3932" y="5251"/>
                    </a:cubicBezTo>
                    <a:cubicBezTo>
                      <a:pt x="3932" y="5237"/>
                      <a:pt x="3929" y="5221"/>
                      <a:pt x="3928" y="5203"/>
                    </a:cubicBezTo>
                    <a:cubicBezTo>
                      <a:pt x="3927" y="5178"/>
                      <a:pt x="3925" y="5153"/>
                      <a:pt x="3921" y="5128"/>
                    </a:cubicBezTo>
                    <a:cubicBezTo>
                      <a:pt x="3906" y="5069"/>
                      <a:pt x="3921" y="5006"/>
                      <a:pt x="3909" y="4947"/>
                    </a:cubicBezTo>
                    <a:cubicBezTo>
                      <a:pt x="3902" y="4905"/>
                      <a:pt x="3895" y="4863"/>
                      <a:pt x="3888" y="4821"/>
                    </a:cubicBezTo>
                    <a:cubicBezTo>
                      <a:pt x="3887" y="4798"/>
                      <a:pt x="3883" y="4774"/>
                      <a:pt x="3877" y="4752"/>
                    </a:cubicBezTo>
                    <a:cubicBezTo>
                      <a:pt x="3864" y="4722"/>
                      <a:pt x="3854" y="4691"/>
                      <a:pt x="3848" y="4660"/>
                    </a:cubicBezTo>
                    <a:cubicBezTo>
                      <a:pt x="3848" y="4659"/>
                      <a:pt x="3848" y="4659"/>
                      <a:pt x="3847" y="4659"/>
                    </a:cubicBezTo>
                    <a:lnTo>
                      <a:pt x="3847" y="4658"/>
                    </a:lnTo>
                    <a:lnTo>
                      <a:pt x="3846" y="4658"/>
                    </a:lnTo>
                    <a:cubicBezTo>
                      <a:pt x="3846" y="4658"/>
                      <a:pt x="3846" y="4657"/>
                      <a:pt x="3845" y="4658"/>
                    </a:cubicBezTo>
                    <a:cubicBezTo>
                      <a:pt x="3844" y="4659"/>
                      <a:pt x="3845" y="4659"/>
                      <a:pt x="3845" y="4659"/>
                    </a:cubicBezTo>
                    <a:lnTo>
                      <a:pt x="3845" y="4660"/>
                    </a:lnTo>
                    <a:cubicBezTo>
                      <a:pt x="3847" y="4695"/>
                      <a:pt x="3853" y="4731"/>
                      <a:pt x="3863" y="4765"/>
                    </a:cubicBezTo>
                    <a:cubicBezTo>
                      <a:pt x="3874" y="4814"/>
                      <a:pt x="3872" y="4866"/>
                      <a:pt x="3884" y="4914"/>
                    </a:cubicBezTo>
                    <a:cubicBezTo>
                      <a:pt x="3899" y="4974"/>
                      <a:pt x="3886" y="5039"/>
                      <a:pt x="3890" y="5101"/>
                    </a:cubicBezTo>
                    <a:lnTo>
                      <a:pt x="3885" y="5074"/>
                    </a:lnTo>
                    <a:cubicBezTo>
                      <a:pt x="3874" y="5009"/>
                      <a:pt x="3869" y="4923"/>
                      <a:pt x="3838" y="4865"/>
                    </a:cubicBezTo>
                    <a:cubicBezTo>
                      <a:pt x="3837" y="4865"/>
                      <a:pt x="3837" y="4864"/>
                      <a:pt x="3837" y="4864"/>
                    </a:cubicBezTo>
                    <a:cubicBezTo>
                      <a:pt x="3836" y="4864"/>
                      <a:pt x="3836" y="4864"/>
                      <a:pt x="3836" y="4864"/>
                    </a:cubicBezTo>
                    <a:cubicBezTo>
                      <a:pt x="3835" y="4864"/>
                      <a:pt x="3835" y="4864"/>
                      <a:pt x="3834" y="4864"/>
                    </a:cubicBezTo>
                    <a:lnTo>
                      <a:pt x="3834" y="4865"/>
                    </a:lnTo>
                    <a:cubicBezTo>
                      <a:pt x="3833" y="4866"/>
                      <a:pt x="3833" y="4866"/>
                      <a:pt x="3833" y="4866"/>
                    </a:cubicBezTo>
                    <a:cubicBezTo>
                      <a:pt x="3833" y="4867"/>
                      <a:pt x="3833" y="4867"/>
                      <a:pt x="3833" y="4867"/>
                    </a:cubicBezTo>
                    <a:cubicBezTo>
                      <a:pt x="3845" y="4900"/>
                      <a:pt x="3842" y="4943"/>
                      <a:pt x="3848" y="4977"/>
                    </a:cubicBezTo>
                    <a:cubicBezTo>
                      <a:pt x="3856" y="5024"/>
                      <a:pt x="3862" y="5071"/>
                      <a:pt x="3864" y="5118"/>
                    </a:cubicBezTo>
                    <a:cubicBezTo>
                      <a:pt x="3865" y="5159"/>
                      <a:pt x="3872" y="5199"/>
                      <a:pt x="3871" y="5240"/>
                    </a:cubicBezTo>
                    <a:cubicBezTo>
                      <a:pt x="3870" y="5252"/>
                      <a:pt x="3869" y="5265"/>
                      <a:pt x="3869" y="5278"/>
                    </a:cubicBezTo>
                    <a:cubicBezTo>
                      <a:pt x="3869" y="5295"/>
                      <a:pt x="3870" y="5313"/>
                      <a:pt x="3873" y="5330"/>
                    </a:cubicBezTo>
                    <a:cubicBezTo>
                      <a:pt x="3872" y="5330"/>
                      <a:pt x="3872" y="5330"/>
                      <a:pt x="3871" y="5330"/>
                    </a:cubicBezTo>
                    <a:lnTo>
                      <a:pt x="3870" y="5330"/>
                    </a:lnTo>
                    <a:cubicBezTo>
                      <a:pt x="3859" y="5316"/>
                      <a:pt x="3850" y="5302"/>
                      <a:pt x="3841" y="5288"/>
                    </a:cubicBezTo>
                    <a:cubicBezTo>
                      <a:pt x="3842" y="5288"/>
                      <a:pt x="3843" y="5287"/>
                      <a:pt x="3844" y="5286"/>
                    </a:cubicBezTo>
                    <a:cubicBezTo>
                      <a:pt x="3845" y="5283"/>
                      <a:pt x="3846" y="5279"/>
                      <a:pt x="3846" y="5276"/>
                    </a:cubicBezTo>
                    <a:cubicBezTo>
                      <a:pt x="3846" y="5274"/>
                      <a:pt x="3846" y="5273"/>
                      <a:pt x="3845" y="5271"/>
                    </a:cubicBezTo>
                    <a:cubicBezTo>
                      <a:pt x="3845" y="5267"/>
                      <a:pt x="3844" y="5263"/>
                      <a:pt x="3842" y="5259"/>
                    </a:cubicBezTo>
                    <a:cubicBezTo>
                      <a:pt x="3842" y="5258"/>
                      <a:pt x="3842" y="5258"/>
                      <a:pt x="3842" y="5257"/>
                    </a:cubicBezTo>
                    <a:cubicBezTo>
                      <a:pt x="3842" y="5256"/>
                      <a:pt x="3842" y="5256"/>
                      <a:pt x="3842" y="5255"/>
                    </a:cubicBezTo>
                    <a:cubicBezTo>
                      <a:pt x="3831" y="5227"/>
                      <a:pt x="3844" y="5181"/>
                      <a:pt x="3837" y="5151"/>
                    </a:cubicBezTo>
                    <a:cubicBezTo>
                      <a:pt x="3827" y="5107"/>
                      <a:pt x="3829" y="5060"/>
                      <a:pt x="3817" y="5016"/>
                    </a:cubicBezTo>
                    <a:cubicBezTo>
                      <a:pt x="3805" y="4972"/>
                      <a:pt x="3804" y="4924"/>
                      <a:pt x="3794" y="4880"/>
                    </a:cubicBezTo>
                    <a:cubicBezTo>
                      <a:pt x="3783" y="4830"/>
                      <a:pt x="3773" y="4781"/>
                      <a:pt x="3763" y="4731"/>
                    </a:cubicBezTo>
                    <a:cubicBezTo>
                      <a:pt x="3762" y="4731"/>
                      <a:pt x="3762" y="4730"/>
                      <a:pt x="3762" y="4730"/>
                    </a:cubicBezTo>
                    <a:cubicBezTo>
                      <a:pt x="3762" y="4730"/>
                      <a:pt x="3762" y="4729"/>
                      <a:pt x="3761" y="4729"/>
                    </a:cubicBezTo>
                    <a:lnTo>
                      <a:pt x="3760" y="4729"/>
                    </a:lnTo>
                    <a:cubicBezTo>
                      <a:pt x="3759" y="4729"/>
                      <a:pt x="3759" y="4729"/>
                      <a:pt x="3758" y="4729"/>
                    </a:cubicBezTo>
                    <a:lnTo>
                      <a:pt x="3757" y="4730"/>
                    </a:lnTo>
                    <a:lnTo>
                      <a:pt x="3757" y="4731"/>
                    </a:lnTo>
                    <a:cubicBezTo>
                      <a:pt x="3759" y="4781"/>
                      <a:pt x="3764" y="4831"/>
                      <a:pt x="3773" y="4881"/>
                    </a:cubicBezTo>
                    <a:cubicBezTo>
                      <a:pt x="3782" y="4938"/>
                      <a:pt x="3779" y="4999"/>
                      <a:pt x="3793" y="5055"/>
                    </a:cubicBezTo>
                    <a:cubicBezTo>
                      <a:pt x="3804" y="5100"/>
                      <a:pt x="3797" y="5149"/>
                      <a:pt x="3807" y="5195"/>
                    </a:cubicBezTo>
                    <a:cubicBezTo>
                      <a:pt x="3807" y="5200"/>
                      <a:pt x="3807" y="5205"/>
                      <a:pt x="3807" y="5210"/>
                    </a:cubicBezTo>
                    <a:cubicBezTo>
                      <a:pt x="3807" y="5220"/>
                      <a:pt x="3806" y="5229"/>
                      <a:pt x="3805" y="5239"/>
                    </a:cubicBezTo>
                    <a:cubicBezTo>
                      <a:pt x="3795" y="5228"/>
                      <a:pt x="3786" y="5216"/>
                      <a:pt x="3774" y="5205"/>
                    </a:cubicBezTo>
                    <a:cubicBezTo>
                      <a:pt x="3776" y="5204"/>
                      <a:pt x="3778" y="5202"/>
                      <a:pt x="3779" y="5200"/>
                    </a:cubicBezTo>
                    <a:cubicBezTo>
                      <a:pt x="3780" y="5198"/>
                      <a:pt x="3781" y="5196"/>
                      <a:pt x="3781" y="5194"/>
                    </a:cubicBezTo>
                    <a:cubicBezTo>
                      <a:pt x="3781" y="5193"/>
                      <a:pt x="3781" y="5192"/>
                      <a:pt x="3781" y="5192"/>
                    </a:cubicBezTo>
                    <a:cubicBezTo>
                      <a:pt x="3773" y="5135"/>
                      <a:pt x="3761" y="5078"/>
                      <a:pt x="3753" y="5021"/>
                    </a:cubicBezTo>
                    <a:cubicBezTo>
                      <a:pt x="3745" y="4964"/>
                      <a:pt x="3727" y="4909"/>
                      <a:pt x="3720" y="4853"/>
                    </a:cubicBezTo>
                    <a:cubicBezTo>
                      <a:pt x="3720" y="4852"/>
                      <a:pt x="3720" y="4851"/>
                      <a:pt x="3720" y="4851"/>
                    </a:cubicBezTo>
                    <a:cubicBezTo>
                      <a:pt x="3719" y="4850"/>
                      <a:pt x="3719" y="4850"/>
                      <a:pt x="3718" y="4849"/>
                    </a:cubicBezTo>
                    <a:cubicBezTo>
                      <a:pt x="3718" y="4849"/>
                      <a:pt x="3717" y="4849"/>
                      <a:pt x="3716" y="4849"/>
                    </a:cubicBezTo>
                    <a:cubicBezTo>
                      <a:pt x="3715" y="4849"/>
                      <a:pt x="3715" y="4848"/>
                      <a:pt x="3714" y="4849"/>
                    </a:cubicBezTo>
                    <a:cubicBezTo>
                      <a:pt x="3713" y="4850"/>
                      <a:pt x="3714" y="4850"/>
                      <a:pt x="3713" y="4851"/>
                    </a:cubicBezTo>
                    <a:cubicBezTo>
                      <a:pt x="3712" y="4852"/>
                      <a:pt x="3712" y="4852"/>
                      <a:pt x="3712" y="4853"/>
                    </a:cubicBezTo>
                    <a:cubicBezTo>
                      <a:pt x="3705" y="4915"/>
                      <a:pt x="3724" y="4974"/>
                      <a:pt x="3727" y="5036"/>
                    </a:cubicBezTo>
                    <a:cubicBezTo>
                      <a:pt x="3729" y="5080"/>
                      <a:pt x="3734" y="5125"/>
                      <a:pt x="3742" y="5168"/>
                    </a:cubicBezTo>
                    <a:lnTo>
                      <a:pt x="3722" y="5147"/>
                    </a:lnTo>
                    <a:cubicBezTo>
                      <a:pt x="3708" y="5132"/>
                      <a:pt x="3692" y="5119"/>
                      <a:pt x="3675" y="5108"/>
                    </a:cubicBezTo>
                    <a:cubicBezTo>
                      <a:pt x="3676" y="5107"/>
                      <a:pt x="3676" y="5107"/>
                      <a:pt x="3677" y="5106"/>
                    </a:cubicBezTo>
                    <a:cubicBezTo>
                      <a:pt x="3679" y="5103"/>
                      <a:pt x="3679" y="5100"/>
                      <a:pt x="3679" y="5097"/>
                    </a:cubicBezTo>
                    <a:cubicBezTo>
                      <a:pt x="3679" y="5096"/>
                      <a:pt x="3679" y="5096"/>
                      <a:pt x="3679" y="5096"/>
                    </a:cubicBezTo>
                    <a:lnTo>
                      <a:pt x="3679" y="5094"/>
                    </a:lnTo>
                    <a:cubicBezTo>
                      <a:pt x="3679" y="5093"/>
                      <a:pt x="3679" y="5092"/>
                      <a:pt x="3679" y="5092"/>
                    </a:cubicBezTo>
                    <a:cubicBezTo>
                      <a:pt x="3679" y="5091"/>
                      <a:pt x="3679" y="5090"/>
                      <a:pt x="3679" y="5089"/>
                    </a:cubicBezTo>
                    <a:cubicBezTo>
                      <a:pt x="3671" y="4987"/>
                      <a:pt x="3655" y="4886"/>
                      <a:pt x="3632" y="4787"/>
                    </a:cubicBezTo>
                    <a:cubicBezTo>
                      <a:pt x="3618" y="4730"/>
                      <a:pt x="3605" y="4672"/>
                      <a:pt x="3596" y="4614"/>
                    </a:cubicBezTo>
                    <a:cubicBezTo>
                      <a:pt x="3591" y="4585"/>
                      <a:pt x="3579" y="4559"/>
                      <a:pt x="3573" y="4531"/>
                    </a:cubicBezTo>
                    <a:lnTo>
                      <a:pt x="3572" y="4530"/>
                    </a:lnTo>
                    <a:cubicBezTo>
                      <a:pt x="3572" y="4530"/>
                      <a:pt x="3572" y="4529"/>
                      <a:pt x="3571" y="4529"/>
                    </a:cubicBezTo>
                    <a:lnTo>
                      <a:pt x="3570" y="4529"/>
                    </a:lnTo>
                    <a:lnTo>
                      <a:pt x="3569" y="4529"/>
                    </a:lnTo>
                    <a:lnTo>
                      <a:pt x="3568" y="4530"/>
                    </a:lnTo>
                    <a:lnTo>
                      <a:pt x="3568" y="4531"/>
                    </a:lnTo>
                    <a:cubicBezTo>
                      <a:pt x="3573" y="4606"/>
                      <a:pt x="3584" y="4680"/>
                      <a:pt x="3599" y="4753"/>
                    </a:cubicBezTo>
                    <a:cubicBezTo>
                      <a:pt x="3613" y="4815"/>
                      <a:pt x="3623" y="4879"/>
                      <a:pt x="3629" y="4943"/>
                    </a:cubicBezTo>
                    <a:cubicBezTo>
                      <a:pt x="3632" y="4987"/>
                      <a:pt x="3636" y="5033"/>
                      <a:pt x="3641" y="5077"/>
                    </a:cubicBezTo>
                    <a:cubicBezTo>
                      <a:pt x="3635" y="5072"/>
                      <a:pt x="3630" y="5065"/>
                      <a:pt x="3625" y="5059"/>
                    </a:cubicBezTo>
                    <a:cubicBezTo>
                      <a:pt x="3621" y="5055"/>
                      <a:pt x="3617" y="5052"/>
                      <a:pt x="3613" y="5049"/>
                    </a:cubicBezTo>
                    <a:cubicBezTo>
                      <a:pt x="3611" y="5048"/>
                      <a:pt x="3609" y="5047"/>
                      <a:pt x="3608" y="5046"/>
                    </a:cubicBezTo>
                    <a:lnTo>
                      <a:pt x="3606" y="5045"/>
                    </a:lnTo>
                    <a:cubicBezTo>
                      <a:pt x="3606" y="5045"/>
                      <a:pt x="3607" y="5044"/>
                      <a:pt x="3607" y="5043"/>
                    </a:cubicBezTo>
                    <a:cubicBezTo>
                      <a:pt x="3608" y="5041"/>
                      <a:pt x="3609" y="5038"/>
                      <a:pt x="3609" y="5036"/>
                    </a:cubicBezTo>
                    <a:cubicBezTo>
                      <a:pt x="3609" y="5033"/>
                      <a:pt x="3608" y="5031"/>
                      <a:pt x="3607" y="5029"/>
                    </a:cubicBezTo>
                    <a:cubicBezTo>
                      <a:pt x="3607" y="5028"/>
                      <a:pt x="3606" y="5028"/>
                      <a:pt x="3606" y="5027"/>
                    </a:cubicBezTo>
                    <a:cubicBezTo>
                      <a:pt x="3602" y="5012"/>
                      <a:pt x="3600" y="4995"/>
                      <a:pt x="3600" y="4979"/>
                    </a:cubicBezTo>
                    <a:cubicBezTo>
                      <a:pt x="3600" y="4976"/>
                      <a:pt x="3600" y="4973"/>
                      <a:pt x="3600" y="4971"/>
                    </a:cubicBezTo>
                    <a:cubicBezTo>
                      <a:pt x="3600" y="4942"/>
                      <a:pt x="3586" y="4912"/>
                      <a:pt x="3583" y="4882"/>
                    </a:cubicBezTo>
                    <a:cubicBezTo>
                      <a:pt x="3576" y="4834"/>
                      <a:pt x="3567" y="4787"/>
                      <a:pt x="3554" y="4740"/>
                    </a:cubicBezTo>
                    <a:cubicBezTo>
                      <a:pt x="3542" y="4684"/>
                      <a:pt x="3526" y="4630"/>
                      <a:pt x="3513" y="4575"/>
                    </a:cubicBezTo>
                    <a:cubicBezTo>
                      <a:pt x="3495" y="4502"/>
                      <a:pt x="3485" y="4428"/>
                      <a:pt x="3463" y="4357"/>
                    </a:cubicBezTo>
                    <a:cubicBezTo>
                      <a:pt x="3461" y="4351"/>
                      <a:pt x="3452" y="4353"/>
                      <a:pt x="3454" y="4359"/>
                    </a:cubicBezTo>
                    <a:cubicBezTo>
                      <a:pt x="3472" y="4431"/>
                      <a:pt x="3483" y="4505"/>
                      <a:pt x="3493" y="4578"/>
                    </a:cubicBezTo>
                    <a:cubicBezTo>
                      <a:pt x="3503" y="4637"/>
                      <a:pt x="3524" y="4699"/>
                      <a:pt x="3524" y="4760"/>
                    </a:cubicBezTo>
                    <a:cubicBezTo>
                      <a:pt x="3524" y="4796"/>
                      <a:pt x="3540" y="4835"/>
                      <a:pt x="3544" y="4872"/>
                    </a:cubicBezTo>
                    <a:cubicBezTo>
                      <a:pt x="3548" y="4908"/>
                      <a:pt x="3554" y="4940"/>
                      <a:pt x="3560" y="4974"/>
                    </a:cubicBezTo>
                    <a:cubicBezTo>
                      <a:pt x="3561" y="4983"/>
                      <a:pt x="3562" y="4992"/>
                      <a:pt x="3562" y="5001"/>
                    </a:cubicBezTo>
                    <a:cubicBezTo>
                      <a:pt x="3562" y="5005"/>
                      <a:pt x="3562" y="5008"/>
                      <a:pt x="3561" y="5011"/>
                    </a:cubicBezTo>
                    <a:lnTo>
                      <a:pt x="3558" y="5008"/>
                    </a:lnTo>
                    <a:cubicBezTo>
                      <a:pt x="3541" y="4993"/>
                      <a:pt x="3524" y="4980"/>
                      <a:pt x="3506" y="4968"/>
                    </a:cubicBezTo>
                    <a:cubicBezTo>
                      <a:pt x="3498" y="4903"/>
                      <a:pt x="3486" y="4841"/>
                      <a:pt x="3476" y="4776"/>
                    </a:cubicBezTo>
                    <a:cubicBezTo>
                      <a:pt x="3461" y="4685"/>
                      <a:pt x="3449" y="4592"/>
                      <a:pt x="3428" y="4503"/>
                    </a:cubicBezTo>
                    <a:cubicBezTo>
                      <a:pt x="3428" y="4501"/>
                      <a:pt x="3424" y="4501"/>
                      <a:pt x="3425" y="4503"/>
                    </a:cubicBezTo>
                    <a:cubicBezTo>
                      <a:pt x="3430" y="4538"/>
                      <a:pt x="3432" y="4574"/>
                      <a:pt x="3432" y="4610"/>
                    </a:cubicBezTo>
                    <a:cubicBezTo>
                      <a:pt x="3432" y="4613"/>
                      <a:pt x="3432" y="4617"/>
                      <a:pt x="3432" y="4621"/>
                    </a:cubicBezTo>
                    <a:cubicBezTo>
                      <a:pt x="3435" y="4674"/>
                      <a:pt x="3442" y="4726"/>
                      <a:pt x="3452" y="4778"/>
                    </a:cubicBezTo>
                    <a:cubicBezTo>
                      <a:pt x="3459" y="4833"/>
                      <a:pt x="3463" y="4890"/>
                      <a:pt x="3471" y="4945"/>
                    </a:cubicBezTo>
                    <a:lnTo>
                      <a:pt x="3453" y="4933"/>
                    </a:lnTo>
                    <a:lnTo>
                      <a:pt x="3453" y="4932"/>
                    </a:lnTo>
                    <a:lnTo>
                      <a:pt x="3453" y="4931"/>
                    </a:lnTo>
                    <a:cubicBezTo>
                      <a:pt x="3438" y="4874"/>
                      <a:pt x="3440" y="4812"/>
                      <a:pt x="3422" y="4755"/>
                    </a:cubicBezTo>
                    <a:cubicBezTo>
                      <a:pt x="3396" y="4669"/>
                      <a:pt x="3396" y="4575"/>
                      <a:pt x="3376" y="4487"/>
                    </a:cubicBezTo>
                    <a:cubicBezTo>
                      <a:pt x="3374" y="4481"/>
                      <a:pt x="3364" y="4481"/>
                      <a:pt x="3364" y="4487"/>
                    </a:cubicBezTo>
                    <a:cubicBezTo>
                      <a:pt x="3367" y="4570"/>
                      <a:pt x="3377" y="4653"/>
                      <a:pt x="3396" y="4734"/>
                    </a:cubicBezTo>
                    <a:cubicBezTo>
                      <a:pt x="3404" y="4774"/>
                      <a:pt x="3411" y="4815"/>
                      <a:pt x="3415" y="4856"/>
                    </a:cubicBezTo>
                    <a:cubicBezTo>
                      <a:pt x="3417" y="4871"/>
                      <a:pt x="3416" y="4892"/>
                      <a:pt x="3420" y="4911"/>
                    </a:cubicBezTo>
                    <a:cubicBezTo>
                      <a:pt x="3405" y="4901"/>
                      <a:pt x="3390" y="4892"/>
                      <a:pt x="3375" y="4883"/>
                    </a:cubicBezTo>
                    <a:cubicBezTo>
                      <a:pt x="3376" y="4883"/>
                      <a:pt x="3376" y="4882"/>
                      <a:pt x="3377" y="4881"/>
                    </a:cubicBezTo>
                    <a:cubicBezTo>
                      <a:pt x="3378" y="4879"/>
                      <a:pt x="3378" y="4877"/>
                      <a:pt x="3378" y="4875"/>
                    </a:cubicBezTo>
                    <a:cubicBezTo>
                      <a:pt x="3378" y="4873"/>
                      <a:pt x="3378" y="4871"/>
                      <a:pt x="3377" y="4869"/>
                    </a:cubicBezTo>
                    <a:cubicBezTo>
                      <a:pt x="3350" y="4801"/>
                      <a:pt x="3366" y="4715"/>
                      <a:pt x="3338" y="4646"/>
                    </a:cubicBezTo>
                    <a:cubicBezTo>
                      <a:pt x="3322" y="4607"/>
                      <a:pt x="3323" y="4562"/>
                      <a:pt x="3308" y="4523"/>
                    </a:cubicBezTo>
                    <a:cubicBezTo>
                      <a:pt x="3306" y="4516"/>
                      <a:pt x="3296" y="4520"/>
                      <a:pt x="3298" y="4527"/>
                    </a:cubicBezTo>
                    <a:cubicBezTo>
                      <a:pt x="3304" y="4549"/>
                      <a:pt x="3302" y="4576"/>
                      <a:pt x="3307" y="4599"/>
                    </a:cubicBezTo>
                    <a:cubicBezTo>
                      <a:pt x="3313" y="4630"/>
                      <a:pt x="3316" y="4662"/>
                      <a:pt x="3321" y="4693"/>
                    </a:cubicBezTo>
                    <a:cubicBezTo>
                      <a:pt x="3327" y="4729"/>
                      <a:pt x="3327" y="4772"/>
                      <a:pt x="3336" y="4806"/>
                    </a:cubicBezTo>
                    <a:cubicBezTo>
                      <a:pt x="3342" y="4826"/>
                      <a:pt x="3340" y="4848"/>
                      <a:pt x="3346" y="4868"/>
                    </a:cubicBezTo>
                    <a:cubicBezTo>
                      <a:pt x="3325" y="4857"/>
                      <a:pt x="3304" y="4846"/>
                      <a:pt x="3282" y="4836"/>
                    </a:cubicBezTo>
                    <a:cubicBezTo>
                      <a:pt x="3284" y="4835"/>
                      <a:pt x="3285" y="4834"/>
                      <a:pt x="3286" y="4833"/>
                    </a:cubicBezTo>
                    <a:cubicBezTo>
                      <a:pt x="3287" y="4831"/>
                      <a:pt x="3287" y="4829"/>
                      <a:pt x="3287" y="4826"/>
                    </a:cubicBezTo>
                    <a:cubicBezTo>
                      <a:pt x="3287" y="4825"/>
                      <a:pt x="3287" y="4824"/>
                      <a:pt x="3287" y="4823"/>
                    </a:cubicBezTo>
                    <a:cubicBezTo>
                      <a:pt x="3277" y="4672"/>
                      <a:pt x="3254" y="4521"/>
                      <a:pt x="3217" y="4374"/>
                    </a:cubicBezTo>
                    <a:cubicBezTo>
                      <a:pt x="3215" y="4368"/>
                      <a:pt x="3206" y="4371"/>
                      <a:pt x="3206" y="4376"/>
                    </a:cubicBezTo>
                    <a:cubicBezTo>
                      <a:pt x="3210" y="4441"/>
                      <a:pt x="3224" y="4505"/>
                      <a:pt x="3230" y="4569"/>
                    </a:cubicBezTo>
                    <a:cubicBezTo>
                      <a:pt x="3240" y="4655"/>
                      <a:pt x="3250" y="4740"/>
                      <a:pt x="3258" y="4825"/>
                    </a:cubicBezTo>
                    <a:lnTo>
                      <a:pt x="3238" y="4816"/>
                    </a:lnTo>
                    <a:cubicBezTo>
                      <a:pt x="3239" y="4815"/>
                      <a:pt x="3240" y="4814"/>
                      <a:pt x="3241" y="4813"/>
                    </a:cubicBezTo>
                    <a:cubicBezTo>
                      <a:pt x="3242" y="4810"/>
                      <a:pt x="3243" y="4808"/>
                      <a:pt x="3243" y="4805"/>
                    </a:cubicBezTo>
                    <a:cubicBezTo>
                      <a:pt x="3243" y="4804"/>
                      <a:pt x="3243" y="4803"/>
                      <a:pt x="3243" y="4802"/>
                    </a:cubicBezTo>
                    <a:cubicBezTo>
                      <a:pt x="3233" y="4736"/>
                      <a:pt x="3213" y="4671"/>
                      <a:pt x="3204" y="4606"/>
                    </a:cubicBezTo>
                    <a:cubicBezTo>
                      <a:pt x="3195" y="4559"/>
                      <a:pt x="3182" y="4513"/>
                      <a:pt x="3164" y="4468"/>
                    </a:cubicBezTo>
                    <a:cubicBezTo>
                      <a:pt x="3152" y="4434"/>
                      <a:pt x="3147" y="4398"/>
                      <a:pt x="3134" y="4365"/>
                    </a:cubicBezTo>
                    <a:cubicBezTo>
                      <a:pt x="3133" y="4364"/>
                      <a:pt x="3133" y="4364"/>
                      <a:pt x="3133" y="4364"/>
                    </a:cubicBezTo>
                    <a:cubicBezTo>
                      <a:pt x="3133" y="4363"/>
                      <a:pt x="3133" y="4363"/>
                      <a:pt x="3132" y="4362"/>
                    </a:cubicBezTo>
                    <a:cubicBezTo>
                      <a:pt x="3131" y="4361"/>
                      <a:pt x="3130" y="4362"/>
                      <a:pt x="3130" y="4362"/>
                    </a:cubicBezTo>
                    <a:cubicBezTo>
                      <a:pt x="3129" y="4362"/>
                      <a:pt x="3128" y="4362"/>
                      <a:pt x="3128" y="4362"/>
                    </a:cubicBezTo>
                    <a:cubicBezTo>
                      <a:pt x="3127" y="4363"/>
                      <a:pt x="3127" y="4363"/>
                      <a:pt x="3126" y="4364"/>
                    </a:cubicBezTo>
                    <a:cubicBezTo>
                      <a:pt x="3126" y="4364"/>
                      <a:pt x="3126" y="4365"/>
                      <a:pt x="3126" y="4366"/>
                    </a:cubicBezTo>
                    <a:lnTo>
                      <a:pt x="3126" y="4367"/>
                    </a:lnTo>
                    <a:cubicBezTo>
                      <a:pt x="3146" y="4442"/>
                      <a:pt x="3162" y="4518"/>
                      <a:pt x="3175" y="4594"/>
                    </a:cubicBezTo>
                    <a:cubicBezTo>
                      <a:pt x="3188" y="4662"/>
                      <a:pt x="3191" y="4737"/>
                      <a:pt x="3212" y="4803"/>
                    </a:cubicBezTo>
                    <a:cubicBezTo>
                      <a:pt x="3201" y="4798"/>
                      <a:pt x="3189" y="4792"/>
                      <a:pt x="3178" y="4785"/>
                    </a:cubicBezTo>
                    <a:cubicBezTo>
                      <a:pt x="3173" y="4783"/>
                      <a:pt x="3169" y="4781"/>
                      <a:pt x="3165" y="4779"/>
                    </a:cubicBezTo>
                    <a:cubicBezTo>
                      <a:pt x="3162" y="4747"/>
                      <a:pt x="3155" y="4715"/>
                      <a:pt x="3145" y="4685"/>
                    </a:cubicBezTo>
                    <a:cubicBezTo>
                      <a:pt x="3138" y="4653"/>
                      <a:pt x="3132" y="4621"/>
                      <a:pt x="3128" y="4588"/>
                    </a:cubicBezTo>
                    <a:cubicBezTo>
                      <a:pt x="3128" y="4582"/>
                      <a:pt x="3116" y="4583"/>
                      <a:pt x="3116" y="4590"/>
                    </a:cubicBezTo>
                    <a:cubicBezTo>
                      <a:pt x="3121" y="4650"/>
                      <a:pt x="3129" y="4707"/>
                      <a:pt x="3138" y="4766"/>
                    </a:cubicBezTo>
                    <a:lnTo>
                      <a:pt x="3119" y="4758"/>
                    </a:lnTo>
                    <a:lnTo>
                      <a:pt x="3119" y="4757"/>
                    </a:lnTo>
                    <a:cubicBezTo>
                      <a:pt x="3119" y="4755"/>
                      <a:pt x="3118" y="4753"/>
                      <a:pt x="3117" y="4752"/>
                    </a:cubicBezTo>
                    <a:cubicBezTo>
                      <a:pt x="3111" y="4732"/>
                      <a:pt x="3113" y="4708"/>
                      <a:pt x="3107" y="4688"/>
                    </a:cubicBezTo>
                    <a:cubicBezTo>
                      <a:pt x="3094" y="4640"/>
                      <a:pt x="3084" y="4591"/>
                      <a:pt x="3079" y="4541"/>
                    </a:cubicBezTo>
                    <a:cubicBezTo>
                      <a:pt x="3079" y="4537"/>
                      <a:pt x="3072" y="4538"/>
                      <a:pt x="3072" y="4541"/>
                    </a:cubicBezTo>
                    <a:cubicBezTo>
                      <a:pt x="3072" y="4553"/>
                      <a:pt x="3071" y="4566"/>
                      <a:pt x="3071" y="4578"/>
                    </a:cubicBezTo>
                    <a:cubicBezTo>
                      <a:pt x="3071" y="4607"/>
                      <a:pt x="3073" y="4636"/>
                      <a:pt x="3077" y="4664"/>
                    </a:cubicBezTo>
                    <a:cubicBezTo>
                      <a:pt x="3082" y="4687"/>
                      <a:pt x="3080" y="4720"/>
                      <a:pt x="3087" y="4745"/>
                    </a:cubicBezTo>
                    <a:lnTo>
                      <a:pt x="3058" y="4734"/>
                    </a:lnTo>
                    <a:cubicBezTo>
                      <a:pt x="3060" y="4733"/>
                      <a:pt x="3062" y="4731"/>
                      <a:pt x="3063" y="4729"/>
                    </a:cubicBezTo>
                    <a:lnTo>
                      <a:pt x="3064" y="4728"/>
                    </a:lnTo>
                    <a:cubicBezTo>
                      <a:pt x="3065" y="4723"/>
                      <a:pt x="3066" y="4718"/>
                      <a:pt x="3066" y="4713"/>
                    </a:cubicBezTo>
                    <a:cubicBezTo>
                      <a:pt x="3066" y="4711"/>
                      <a:pt x="3066" y="4710"/>
                      <a:pt x="3066" y="4709"/>
                    </a:cubicBezTo>
                    <a:cubicBezTo>
                      <a:pt x="3066" y="4668"/>
                      <a:pt x="3051" y="4617"/>
                      <a:pt x="3044" y="4576"/>
                    </a:cubicBezTo>
                    <a:cubicBezTo>
                      <a:pt x="3037" y="4535"/>
                      <a:pt x="3042" y="4473"/>
                      <a:pt x="3019" y="4436"/>
                    </a:cubicBezTo>
                    <a:cubicBezTo>
                      <a:pt x="3018" y="4436"/>
                      <a:pt x="3018" y="4435"/>
                      <a:pt x="3017" y="4435"/>
                    </a:cubicBezTo>
                    <a:cubicBezTo>
                      <a:pt x="3016" y="4435"/>
                      <a:pt x="3015" y="4434"/>
                      <a:pt x="3014" y="4434"/>
                    </a:cubicBezTo>
                    <a:cubicBezTo>
                      <a:pt x="3013" y="4434"/>
                      <a:pt x="3012" y="4435"/>
                      <a:pt x="3012" y="4435"/>
                    </a:cubicBezTo>
                    <a:cubicBezTo>
                      <a:pt x="3011" y="4435"/>
                      <a:pt x="3011" y="4436"/>
                      <a:pt x="3010" y="4437"/>
                    </a:cubicBezTo>
                    <a:cubicBezTo>
                      <a:pt x="3009" y="4438"/>
                      <a:pt x="3009" y="4439"/>
                      <a:pt x="3009" y="4440"/>
                    </a:cubicBezTo>
                    <a:lnTo>
                      <a:pt x="3009" y="4441"/>
                    </a:lnTo>
                    <a:cubicBezTo>
                      <a:pt x="3013" y="4459"/>
                      <a:pt x="3015" y="4476"/>
                      <a:pt x="3015" y="4494"/>
                    </a:cubicBezTo>
                    <a:cubicBezTo>
                      <a:pt x="3015" y="4498"/>
                      <a:pt x="3014" y="4503"/>
                      <a:pt x="3014" y="4507"/>
                    </a:cubicBezTo>
                    <a:cubicBezTo>
                      <a:pt x="3012" y="4539"/>
                      <a:pt x="3024" y="4570"/>
                      <a:pt x="3023" y="4602"/>
                    </a:cubicBezTo>
                    <a:cubicBezTo>
                      <a:pt x="3022" y="4608"/>
                      <a:pt x="3022" y="4613"/>
                      <a:pt x="3022" y="4619"/>
                    </a:cubicBezTo>
                    <a:cubicBezTo>
                      <a:pt x="3022" y="4656"/>
                      <a:pt x="3028" y="4692"/>
                      <a:pt x="3039" y="4727"/>
                    </a:cubicBezTo>
                    <a:lnTo>
                      <a:pt x="3023" y="4720"/>
                    </a:lnTo>
                    <a:cubicBezTo>
                      <a:pt x="3023" y="4663"/>
                      <a:pt x="3004" y="4608"/>
                      <a:pt x="2991" y="4554"/>
                    </a:cubicBezTo>
                    <a:cubicBezTo>
                      <a:pt x="2990" y="4549"/>
                      <a:pt x="2983" y="4551"/>
                      <a:pt x="2983" y="4555"/>
                    </a:cubicBezTo>
                    <a:cubicBezTo>
                      <a:pt x="2984" y="4607"/>
                      <a:pt x="2995" y="4658"/>
                      <a:pt x="2997" y="4709"/>
                    </a:cubicBezTo>
                    <a:lnTo>
                      <a:pt x="2978" y="4701"/>
                    </a:lnTo>
                    <a:cubicBezTo>
                      <a:pt x="2978" y="4700"/>
                      <a:pt x="2978" y="4699"/>
                      <a:pt x="2978" y="4699"/>
                    </a:cubicBezTo>
                    <a:cubicBezTo>
                      <a:pt x="2978" y="4698"/>
                      <a:pt x="2978" y="4697"/>
                      <a:pt x="2978" y="4696"/>
                    </a:cubicBezTo>
                    <a:cubicBezTo>
                      <a:pt x="2971" y="4621"/>
                      <a:pt x="2936" y="4552"/>
                      <a:pt x="2928" y="4477"/>
                    </a:cubicBezTo>
                    <a:cubicBezTo>
                      <a:pt x="2928" y="4477"/>
                      <a:pt x="2929" y="4476"/>
                      <a:pt x="2928" y="4475"/>
                    </a:cubicBezTo>
                    <a:cubicBezTo>
                      <a:pt x="2927" y="4474"/>
                      <a:pt x="2927" y="4474"/>
                      <a:pt x="2926" y="4474"/>
                    </a:cubicBezTo>
                    <a:lnTo>
                      <a:pt x="2922" y="4474"/>
                    </a:lnTo>
                    <a:cubicBezTo>
                      <a:pt x="2918" y="4474"/>
                      <a:pt x="2917" y="4479"/>
                      <a:pt x="2921" y="4480"/>
                    </a:cubicBezTo>
                    <a:cubicBezTo>
                      <a:pt x="2925" y="4481"/>
                      <a:pt x="2928" y="4563"/>
                      <a:pt x="2929" y="4568"/>
                    </a:cubicBezTo>
                    <a:cubicBezTo>
                      <a:pt x="2935" y="4607"/>
                      <a:pt x="2943" y="4646"/>
                      <a:pt x="2946" y="4687"/>
                    </a:cubicBezTo>
                    <a:lnTo>
                      <a:pt x="2922" y="4675"/>
                    </a:lnTo>
                    <a:cubicBezTo>
                      <a:pt x="2923" y="4673"/>
                      <a:pt x="2923" y="4672"/>
                      <a:pt x="2923" y="4670"/>
                    </a:cubicBezTo>
                    <a:cubicBezTo>
                      <a:pt x="2923" y="4668"/>
                      <a:pt x="2923" y="4667"/>
                      <a:pt x="2922" y="4665"/>
                    </a:cubicBezTo>
                    <a:cubicBezTo>
                      <a:pt x="2904" y="4606"/>
                      <a:pt x="2912" y="4542"/>
                      <a:pt x="2899" y="4482"/>
                    </a:cubicBezTo>
                    <a:cubicBezTo>
                      <a:pt x="2886" y="4430"/>
                      <a:pt x="2879" y="4376"/>
                      <a:pt x="2869" y="4324"/>
                    </a:cubicBezTo>
                    <a:cubicBezTo>
                      <a:pt x="2867" y="4317"/>
                      <a:pt x="2858" y="4318"/>
                      <a:pt x="2858" y="4324"/>
                    </a:cubicBezTo>
                    <a:cubicBezTo>
                      <a:pt x="2861" y="4373"/>
                      <a:pt x="2867" y="4422"/>
                      <a:pt x="2875" y="4470"/>
                    </a:cubicBezTo>
                    <a:cubicBezTo>
                      <a:pt x="2882" y="4505"/>
                      <a:pt x="2879" y="4543"/>
                      <a:pt x="2886" y="4577"/>
                    </a:cubicBezTo>
                    <a:cubicBezTo>
                      <a:pt x="2892" y="4603"/>
                      <a:pt x="2886" y="4633"/>
                      <a:pt x="2894" y="4659"/>
                    </a:cubicBezTo>
                    <a:lnTo>
                      <a:pt x="2881" y="4651"/>
                    </a:lnTo>
                    <a:cubicBezTo>
                      <a:pt x="2882" y="4651"/>
                      <a:pt x="2882" y="4650"/>
                      <a:pt x="2883" y="4649"/>
                    </a:cubicBezTo>
                    <a:cubicBezTo>
                      <a:pt x="2884" y="4647"/>
                      <a:pt x="2884" y="4645"/>
                      <a:pt x="2884" y="4642"/>
                    </a:cubicBezTo>
                    <a:cubicBezTo>
                      <a:pt x="2884" y="4641"/>
                      <a:pt x="2884" y="4639"/>
                      <a:pt x="2883" y="4638"/>
                    </a:cubicBezTo>
                    <a:cubicBezTo>
                      <a:pt x="2879" y="4592"/>
                      <a:pt x="2868" y="4546"/>
                      <a:pt x="2865" y="4500"/>
                    </a:cubicBezTo>
                    <a:cubicBezTo>
                      <a:pt x="2861" y="4441"/>
                      <a:pt x="2831" y="4388"/>
                      <a:pt x="2824" y="4331"/>
                    </a:cubicBezTo>
                    <a:lnTo>
                      <a:pt x="2824" y="4330"/>
                    </a:lnTo>
                    <a:cubicBezTo>
                      <a:pt x="2823" y="4329"/>
                      <a:pt x="2823" y="4329"/>
                      <a:pt x="2823" y="4329"/>
                    </a:cubicBezTo>
                    <a:cubicBezTo>
                      <a:pt x="2823" y="4329"/>
                      <a:pt x="2822" y="4329"/>
                      <a:pt x="2822" y="4330"/>
                    </a:cubicBezTo>
                    <a:cubicBezTo>
                      <a:pt x="2821" y="4330"/>
                      <a:pt x="2821" y="4331"/>
                      <a:pt x="2821" y="4331"/>
                    </a:cubicBezTo>
                    <a:cubicBezTo>
                      <a:pt x="2822" y="4383"/>
                      <a:pt x="2835" y="4438"/>
                      <a:pt x="2841" y="4491"/>
                    </a:cubicBezTo>
                    <a:cubicBezTo>
                      <a:pt x="2845" y="4537"/>
                      <a:pt x="2850" y="4586"/>
                      <a:pt x="2852" y="4633"/>
                    </a:cubicBezTo>
                    <a:lnTo>
                      <a:pt x="2842" y="4626"/>
                    </a:lnTo>
                    <a:lnTo>
                      <a:pt x="2825" y="4614"/>
                    </a:lnTo>
                    <a:lnTo>
                      <a:pt x="2825" y="4613"/>
                    </a:lnTo>
                    <a:lnTo>
                      <a:pt x="2825" y="4612"/>
                    </a:lnTo>
                    <a:cubicBezTo>
                      <a:pt x="2821" y="4583"/>
                      <a:pt x="2820" y="4554"/>
                      <a:pt x="2813" y="4525"/>
                    </a:cubicBezTo>
                    <a:cubicBezTo>
                      <a:pt x="2806" y="4496"/>
                      <a:pt x="2808" y="4464"/>
                      <a:pt x="2796" y="4439"/>
                    </a:cubicBezTo>
                    <a:cubicBezTo>
                      <a:pt x="2767" y="4377"/>
                      <a:pt x="2769" y="4300"/>
                      <a:pt x="2744" y="4237"/>
                    </a:cubicBezTo>
                    <a:cubicBezTo>
                      <a:pt x="2743" y="4237"/>
                      <a:pt x="2743" y="4236"/>
                      <a:pt x="2742" y="4235"/>
                    </a:cubicBezTo>
                    <a:cubicBezTo>
                      <a:pt x="2741" y="4235"/>
                      <a:pt x="2740" y="4235"/>
                      <a:pt x="2739" y="4235"/>
                    </a:cubicBezTo>
                    <a:cubicBezTo>
                      <a:pt x="2738" y="4235"/>
                      <a:pt x="2737" y="4234"/>
                      <a:pt x="2736" y="4235"/>
                    </a:cubicBezTo>
                    <a:cubicBezTo>
                      <a:pt x="2735" y="4236"/>
                      <a:pt x="2735" y="4236"/>
                      <a:pt x="2734" y="4237"/>
                    </a:cubicBezTo>
                    <a:cubicBezTo>
                      <a:pt x="2733" y="4238"/>
                      <a:pt x="2734" y="4239"/>
                      <a:pt x="2734" y="4240"/>
                    </a:cubicBezTo>
                    <a:lnTo>
                      <a:pt x="2734" y="4241"/>
                    </a:lnTo>
                    <a:cubicBezTo>
                      <a:pt x="2745" y="4272"/>
                      <a:pt x="2747" y="4309"/>
                      <a:pt x="2756" y="4341"/>
                    </a:cubicBezTo>
                    <a:cubicBezTo>
                      <a:pt x="2765" y="4373"/>
                      <a:pt x="2762" y="4406"/>
                      <a:pt x="2772" y="4435"/>
                    </a:cubicBezTo>
                    <a:cubicBezTo>
                      <a:pt x="2790" y="4482"/>
                      <a:pt x="2789" y="4541"/>
                      <a:pt x="2792" y="4592"/>
                    </a:cubicBezTo>
                    <a:lnTo>
                      <a:pt x="2770" y="4577"/>
                    </a:lnTo>
                    <a:cubicBezTo>
                      <a:pt x="2770" y="4576"/>
                      <a:pt x="2770" y="4576"/>
                      <a:pt x="2770" y="4574"/>
                    </a:cubicBezTo>
                    <a:cubicBezTo>
                      <a:pt x="2770" y="4573"/>
                      <a:pt x="2770" y="4571"/>
                      <a:pt x="2770" y="4570"/>
                    </a:cubicBezTo>
                    <a:cubicBezTo>
                      <a:pt x="2749" y="4519"/>
                      <a:pt x="2745" y="4462"/>
                      <a:pt x="2732" y="4410"/>
                    </a:cubicBezTo>
                    <a:cubicBezTo>
                      <a:pt x="2722" y="4369"/>
                      <a:pt x="2716" y="4315"/>
                      <a:pt x="2693" y="4278"/>
                    </a:cubicBezTo>
                    <a:cubicBezTo>
                      <a:pt x="2691" y="4274"/>
                      <a:pt x="2685" y="4278"/>
                      <a:pt x="2687" y="4281"/>
                    </a:cubicBezTo>
                    <a:cubicBezTo>
                      <a:pt x="2693" y="4295"/>
                      <a:pt x="2696" y="4310"/>
                      <a:pt x="2696" y="4325"/>
                    </a:cubicBezTo>
                    <a:cubicBezTo>
                      <a:pt x="2696" y="4327"/>
                      <a:pt x="2696" y="4330"/>
                      <a:pt x="2696" y="4333"/>
                    </a:cubicBezTo>
                    <a:cubicBezTo>
                      <a:pt x="2693" y="4356"/>
                      <a:pt x="2707" y="4390"/>
                      <a:pt x="2713" y="4413"/>
                    </a:cubicBezTo>
                    <a:cubicBezTo>
                      <a:pt x="2725" y="4457"/>
                      <a:pt x="2722" y="4511"/>
                      <a:pt x="2736" y="4556"/>
                    </a:cubicBezTo>
                    <a:lnTo>
                      <a:pt x="2720" y="4545"/>
                    </a:lnTo>
                    <a:cubicBezTo>
                      <a:pt x="2721" y="4544"/>
                      <a:pt x="2722" y="4543"/>
                      <a:pt x="2722" y="4542"/>
                    </a:cubicBezTo>
                    <a:cubicBezTo>
                      <a:pt x="2723" y="4540"/>
                      <a:pt x="2724" y="4538"/>
                      <a:pt x="2724" y="4536"/>
                    </a:cubicBezTo>
                    <a:cubicBezTo>
                      <a:pt x="2724" y="4534"/>
                      <a:pt x="2723" y="4532"/>
                      <a:pt x="2722" y="4530"/>
                    </a:cubicBezTo>
                    <a:cubicBezTo>
                      <a:pt x="2713" y="4504"/>
                      <a:pt x="2713" y="4474"/>
                      <a:pt x="2703" y="4449"/>
                    </a:cubicBezTo>
                    <a:cubicBezTo>
                      <a:pt x="2690" y="4415"/>
                      <a:pt x="2690" y="4373"/>
                      <a:pt x="2668" y="4343"/>
                    </a:cubicBezTo>
                    <a:cubicBezTo>
                      <a:pt x="2668" y="4342"/>
                      <a:pt x="2667" y="4342"/>
                      <a:pt x="2667" y="4342"/>
                    </a:cubicBezTo>
                    <a:cubicBezTo>
                      <a:pt x="2666" y="4342"/>
                      <a:pt x="2666" y="4341"/>
                      <a:pt x="2665" y="4341"/>
                    </a:cubicBezTo>
                    <a:cubicBezTo>
                      <a:pt x="2665" y="4341"/>
                      <a:pt x="2665" y="4342"/>
                      <a:pt x="2664" y="4342"/>
                    </a:cubicBezTo>
                    <a:cubicBezTo>
                      <a:pt x="2664" y="4342"/>
                      <a:pt x="2663" y="4342"/>
                      <a:pt x="2663" y="4343"/>
                    </a:cubicBezTo>
                    <a:lnTo>
                      <a:pt x="2663" y="4344"/>
                    </a:lnTo>
                    <a:cubicBezTo>
                      <a:pt x="2663" y="4345"/>
                      <a:pt x="2663" y="4345"/>
                      <a:pt x="2663" y="4346"/>
                    </a:cubicBezTo>
                    <a:cubicBezTo>
                      <a:pt x="2668" y="4355"/>
                      <a:pt x="2664" y="4367"/>
                      <a:pt x="2666" y="4377"/>
                    </a:cubicBezTo>
                    <a:cubicBezTo>
                      <a:pt x="2670" y="4399"/>
                      <a:pt x="2675" y="4421"/>
                      <a:pt x="2679" y="4443"/>
                    </a:cubicBezTo>
                    <a:cubicBezTo>
                      <a:pt x="2682" y="4472"/>
                      <a:pt x="2686" y="4500"/>
                      <a:pt x="2693" y="4529"/>
                    </a:cubicBezTo>
                    <a:lnTo>
                      <a:pt x="2659" y="4507"/>
                    </a:lnTo>
                    <a:cubicBezTo>
                      <a:pt x="2659" y="4506"/>
                      <a:pt x="2659" y="4504"/>
                      <a:pt x="2659" y="4503"/>
                    </a:cubicBezTo>
                    <a:cubicBezTo>
                      <a:pt x="2659" y="4501"/>
                      <a:pt x="2659" y="4500"/>
                      <a:pt x="2658" y="4498"/>
                    </a:cubicBezTo>
                    <a:cubicBezTo>
                      <a:pt x="2657" y="4497"/>
                      <a:pt x="2656" y="4495"/>
                      <a:pt x="2654" y="4494"/>
                    </a:cubicBezTo>
                    <a:cubicBezTo>
                      <a:pt x="2654" y="4494"/>
                      <a:pt x="2653" y="4494"/>
                      <a:pt x="2652" y="4493"/>
                    </a:cubicBezTo>
                    <a:cubicBezTo>
                      <a:pt x="2654" y="4493"/>
                      <a:pt x="2630" y="4395"/>
                      <a:pt x="2627" y="4383"/>
                    </a:cubicBezTo>
                    <a:cubicBezTo>
                      <a:pt x="2618" y="4342"/>
                      <a:pt x="2603" y="4302"/>
                      <a:pt x="2583" y="4265"/>
                    </a:cubicBezTo>
                    <a:cubicBezTo>
                      <a:pt x="2581" y="4262"/>
                      <a:pt x="2577" y="4265"/>
                      <a:pt x="2578" y="4267"/>
                    </a:cubicBezTo>
                    <a:cubicBezTo>
                      <a:pt x="2600" y="4341"/>
                      <a:pt x="2617" y="4416"/>
                      <a:pt x="2632" y="4491"/>
                    </a:cubicBezTo>
                    <a:cubicBezTo>
                      <a:pt x="2617" y="4482"/>
                      <a:pt x="2601" y="4473"/>
                      <a:pt x="2585" y="4465"/>
                    </a:cubicBezTo>
                    <a:cubicBezTo>
                      <a:pt x="2583" y="4407"/>
                      <a:pt x="2553" y="4357"/>
                      <a:pt x="2537" y="4304"/>
                    </a:cubicBezTo>
                    <a:cubicBezTo>
                      <a:pt x="2537" y="4303"/>
                      <a:pt x="2536" y="4303"/>
                      <a:pt x="2536" y="4303"/>
                    </a:cubicBezTo>
                    <a:cubicBezTo>
                      <a:pt x="2536" y="4302"/>
                      <a:pt x="2535" y="4302"/>
                      <a:pt x="2535" y="4302"/>
                    </a:cubicBezTo>
                    <a:cubicBezTo>
                      <a:pt x="2534" y="4301"/>
                      <a:pt x="2534" y="4301"/>
                      <a:pt x="2533" y="4301"/>
                    </a:cubicBezTo>
                    <a:cubicBezTo>
                      <a:pt x="2532" y="4301"/>
                      <a:pt x="2532" y="4301"/>
                      <a:pt x="2531" y="4302"/>
                    </a:cubicBezTo>
                    <a:cubicBezTo>
                      <a:pt x="2531" y="4302"/>
                      <a:pt x="2530" y="4302"/>
                      <a:pt x="2530" y="4303"/>
                    </a:cubicBezTo>
                    <a:cubicBezTo>
                      <a:pt x="2530" y="4304"/>
                      <a:pt x="2529" y="4304"/>
                      <a:pt x="2529" y="4305"/>
                    </a:cubicBezTo>
                    <a:cubicBezTo>
                      <a:pt x="2528" y="4356"/>
                      <a:pt x="2554" y="4403"/>
                      <a:pt x="2560" y="4453"/>
                    </a:cubicBezTo>
                    <a:cubicBezTo>
                      <a:pt x="2548" y="4448"/>
                      <a:pt x="2536" y="4442"/>
                      <a:pt x="2524" y="4437"/>
                    </a:cubicBezTo>
                    <a:cubicBezTo>
                      <a:pt x="2515" y="4433"/>
                      <a:pt x="2505" y="4427"/>
                      <a:pt x="2496" y="4422"/>
                    </a:cubicBezTo>
                    <a:lnTo>
                      <a:pt x="2496" y="4421"/>
                    </a:lnTo>
                    <a:cubicBezTo>
                      <a:pt x="2496" y="4420"/>
                      <a:pt x="2496" y="4420"/>
                      <a:pt x="2496" y="4419"/>
                    </a:cubicBezTo>
                    <a:cubicBezTo>
                      <a:pt x="2492" y="4398"/>
                      <a:pt x="2486" y="4377"/>
                      <a:pt x="2478" y="4357"/>
                    </a:cubicBezTo>
                    <a:cubicBezTo>
                      <a:pt x="2474" y="4341"/>
                      <a:pt x="2468" y="4325"/>
                      <a:pt x="2461" y="4310"/>
                    </a:cubicBezTo>
                    <a:lnTo>
                      <a:pt x="2460" y="4309"/>
                    </a:lnTo>
                    <a:cubicBezTo>
                      <a:pt x="2460" y="4309"/>
                      <a:pt x="2459" y="4309"/>
                      <a:pt x="2458" y="4309"/>
                    </a:cubicBezTo>
                    <a:lnTo>
                      <a:pt x="2457" y="4309"/>
                    </a:lnTo>
                    <a:cubicBezTo>
                      <a:pt x="2456" y="4309"/>
                      <a:pt x="2456" y="4310"/>
                      <a:pt x="2456" y="4310"/>
                    </a:cubicBezTo>
                    <a:cubicBezTo>
                      <a:pt x="2455" y="4311"/>
                      <a:pt x="2455" y="4311"/>
                      <a:pt x="2454" y="4312"/>
                    </a:cubicBezTo>
                    <a:cubicBezTo>
                      <a:pt x="2449" y="4319"/>
                      <a:pt x="2448" y="4327"/>
                      <a:pt x="2448" y="4335"/>
                    </a:cubicBezTo>
                    <a:cubicBezTo>
                      <a:pt x="2448" y="4343"/>
                      <a:pt x="2450" y="4351"/>
                      <a:pt x="2454" y="4358"/>
                    </a:cubicBezTo>
                    <a:cubicBezTo>
                      <a:pt x="2457" y="4368"/>
                      <a:pt x="2462" y="4377"/>
                      <a:pt x="2466" y="4387"/>
                    </a:cubicBezTo>
                    <a:cubicBezTo>
                      <a:pt x="2469" y="4395"/>
                      <a:pt x="2471" y="4403"/>
                      <a:pt x="2472" y="4411"/>
                    </a:cubicBezTo>
                    <a:cubicBezTo>
                      <a:pt x="2457" y="4403"/>
                      <a:pt x="2442" y="4397"/>
                      <a:pt x="2426" y="4393"/>
                    </a:cubicBezTo>
                    <a:cubicBezTo>
                      <a:pt x="2432" y="4349"/>
                      <a:pt x="2441" y="4306"/>
                      <a:pt x="2453" y="4264"/>
                    </a:cubicBezTo>
                    <a:cubicBezTo>
                      <a:pt x="2472" y="4197"/>
                      <a:pt x="2486" y="4129"/>
                      <a:pt x="2496" y="4060"/>
                    </a:cubicBezTo>
                    <a:cubicBezTo>
                      <a:pt x="2505" y="4008"/>
                      <a:pt x="2516" y="3956"/>
                      <a:pt x="2523" y="3903"/>
                    </a:cubicBezTo>
                    <a:lnTo>
                      <a:pt x="2523" y="3904"/>
                    </a:lnTo>
                    <a:cubicBezTo>
                      <a:pt x="2525" y="3911"/>
                      <a:pt x="2526" y="3918"/>
                      <a:pt x="2527" y="3924"/>
                    </a:cubicBezTo>
                    <a:lnTo>
                      <a:pt x="2528" y="3925"/>
                    </a:lnTo>
                    <a:cubicBezTo>
                      <a:pt x="2529" y="3926"/>
                      <a:pt x="2529" y="3927"/>
                      <a:pt x="2530" y="3927"/>
                    </a:cubicBezTo>
                    <a:cubicBezTo>
                      <a:pt x="2531" y="3928"/>
                      <a:pt x="2532" y="3928"/>
                      <a:pt x="2533" y="3928"/>
                    </a:cubicBezTo>
                    <a:cubicBezTo>
                      <a:pt x="2534" y="3928"/>
                      <a:pt x="2535" y="3928"/>
                      <a:pt x="2536" y="3927"/>
                    </a:cubicBezTo>
                    <a:cubicBezTo>
                      <a:pt x="2537" y="3927"/>
                      <a:pt x="2537" y="3926"/>
                      <a:pt x="2538" y="3925"/>
                    </a:cubicBezTo>
                    <a:cubicBezTo>
                      <a:pt x="2539" y="3924"/>
                      <a:pt x="2539" y="3924"/>
                      <a:pt x="2539" y="3924"/>
                    </a:cubicBezTo>
                    <a:cubicBezTo>
                      <a:pt x="2541" y="3917"/>
                      <a:pt x="2543" y="3912"/>
                      <a:pt x="2544" y="3906"/>
                    </a:cubicBezTo>
                    <a:cubicBezTo>
                      <a:pt x="2546" y="3896"/>
                      <a:pt x="2541" y="3889"/>
                      <a:pt x="2539" y="3879"/>
                    </a:cubicBezTo>
                    <a:cubicBezTo>
                      <a:pt x="2539" y="3878"/>
                      <a:pt x="2539" y="3876"/>
                      <a:pt x="2538" y="3875"/>
                    </a:cubicBezTo>
                    <a:cubicBezTo>
                      <a:pt x="2537" y="3873"/>
                      <a:pt x="2535" y="3872"/>
                      <a:pt x="2534" y="3871"/>
                    </a:cubicBezTo>
                    <a:lnTo>
                      <a:pt x="2535" y="3870"/>
                    </a:lnTo>
                    <a:cubicBezTo>
                      <a:pt x="2537" y="3864"/>
                      <a:pt x="2551" y="3860"/>
                      <a:pt x="2569" y="3857"/>
                    </a:cubicBezTo>
                    <a:cubicBezTo>
                      <a:pt x="2570" y="3858"/>
                      <a:pt x="2570" y="3859"/>
                      <a:pt x="2571" y="3860"/>
                    </a:cubicBezTo>
                    <a:cubicBezTo>
                      <a:pt x="2571" y="3860"/>
                      <a:pt x="2571" y="3861"/>
                      <a:pt x="2572" y="3861"/>
                    </a:cubicBezTo>
                    <a:cubicBezTo>
                      <a:pt x="2573" y="3864"/>
                      <a:pt x="2574" y="3867"/>
                      <a:pt x="2575" y="3871"/>
                    </a:cubicBezTo>
                    <a:cubicBezTo>
                      <a:pt x="2576" y="3871"/>
                      <a:pt x="2576" y="3871"/>
                      <a:pt x="2576" y="3872"/>
                    </a:cubicBezTo>
                    <a:cubicBezTo>
                      <a:pt x="2580" y="3878"/>
                      <a:pt x="2585" y="3884"/>
                      <a:pt x="2592" y="3888"/>
                    </a:cubicBezTo>
                    <a:cubicBezTo>
                      <a:pt x="2593" y="3889"/>
                      <a:pt x="2593" y="3889"/>
                      <a:pt x="2594" y="3889"/>
                    </a:cubicBezTo>
                    <a:cubicBezTo>
                      <a:pt x="2595" y="3890"/>
                      <a:pt x="2597" y="3890"/>
                      <a:pt x="2598" y="3890"/>
                    </a:cubicBezTo>
                    <a:cubicBezTo>
                      <a:pt x="2599" y="3890"/>
                      <a:pt x="2600" y="3890"/>
                      <a:pt x="2601" y="3889"/>
                    </a:cubicBezTo>
                    <a:cubicBezTo>
                      <a:pt x="2602" y="3889"/>
                      <a:pt x="2603" y="3888"/>
                      <a:pt x="2604" y="3887"/>
                    </a:cubicBezTo>
                    <a:cubicBezTo>
                      <a:pt x="2605" y="3886"/>
                      <a:pt x="2605" y="3884"/>
                      <a:pt x="2605" y="3883"/>
                    </a:cubicBezTo>
                    <a:cubicBezTo>
                      <a:pt x="2605" y="3882"/>
                      <a:pt x="2604" y="3882"/>
                      <a:pt x="2604" y="3881"/>
                    </a:cubicBezTo>
                    <a:cubicBezTo>
                      <a:pt x="2601" y="3872"/>
                      <a:pt x="2600" y="3862"/>
                      <a:pt x="2596" y="3854"/>
                    </a:cubicBezTo>
                    <a:cubicBezTo>
                      <a:pt x="2607" y="3854"/>
                      <a:pt x="2617" y="3852"/>
                      <a:pt x="2628" y="3851"/>
                    </a:cubicBezTo>
                    <a:cubicBezTo>
                      <a:pt x="2632" y="3859"/>
                      <a:pt x="2636" y="3867"/>
                      <a:pt x="2639" y="3875"/>
                    </a:cubicBezTo>
                    <a:cubicBezTo>
                      <a:pt x="2644" y="3885"/>
                      <a:pt x="2648" y="3896"/>
                      <a:pt x="2651" y="3907"/>
                    </a:cubicBezTo>
                    <a:cubicBezTo>
                      <a:pt x="2651" y="3913"/>
                      <a:pt x="2660" y="3914"/>
                      <a:pt x="2660" y="3908"/>
                    </a:cubicBezTo>
                    <a:cubicBezTo>
                      <a:pt x="2661" y="3904"/>
                      <a:pt x="2662" y="3899"/>
                      <a:pt x="2662" y="3894"/>
                    </a:cubicBezTo>
                    <a:cubicBezTo>
                      <a:pt x="2662" y="3889"/>
                      <a:pt x="2661" y="3884"/>
                      <a:pt x="2660" y="3880"/>
                    </a:cubicBezTo>
                    <a:cubicBezTo>
                      <a:pt x="2658" y="3870"/>
                      <a:pt x="2658" y="3864"/>
                      <a:pt x="2655" y="3854"/>
                    </a:cubicBezTo>
                    <a:cubicBezTo>
                      <a:pt x="2655" y="3853"/>
                      <a:pt x="2654" y="3852"/>
                      <a:pt x="2654" y="3850"/>
                    </a:cubicBezTo>
                    <a:lnTo>
                      <a:pt x="2674" y="3850"/>
                    </a:lnTo>
                    <a:lnTo>
                      <a:pt x="2694" y="3849"/>
                    </a:lnTo>
                    <a:cubicBezTo>
                      <a:pt x="2696" y="3851"/>
                      <a:pt x="2697" y="3854"/>
                      <a:pt x="2699" y="3856"/>
                    </a:cubicBezTo>
                    <a:cubicBezTo>
                      <a:pt x="2706" y="3868"/>
                      <a:pt x="2711" y="3881"/>
                      <a:pt x="2716" y="3895"/>
                    </a:cubicBezTo>
                    <a:cubicBezTo>
                      <a:pt x="2716" y="3896"/>
                      <a:pt x="2716" y="3896"/>
                      <a:pt x="2717" y="3897"/>
                    </a:cubicBezTo>
                    <a:cubicBezTo>
                      <a:pt x="2718" y="3898"/>
                      <a:pt x="2718" y="3899"/>
                      <a:pt x="2718" y="3899"/>
                    </a:cubicBezTo>
                    <a:cubicBezTo>
                      <a:pt x="2719" y="3900"/>
                      <a:pt x="2720" y="3900"/>
                      <a:pt x="2721" y="3900"/>
                    </a:cubicBezTo>
                    <a:cubicBezTo>
                      <a:pt x="2722" y="3900"/>
                      <a:pt x="2723" y="3900"/>
                      <a:pt x="2724" y="3899"/>
                    </a:cubicBezTo>
                    <a:cubicBezTo>
                      <a:pt x="2724" y="3899"/>
                      <a:pt x="2724" y="3898"/>
                      <a:pt x="2725" y="3897"/>
                    </a:cubicBezTo>
                    <a:cubicBezTo>
                      <a:pt x="2726" y="3896"/>
                      <a:pt x="2726" y="3896"/>
                      <a:pt x="2726" y="3895"/>
                    </a:cubicBezTo>
                    <a:cubicBezTo>
                      <a:pt x="2726" y="3892"/>
                      <a:pt x="2726" y="3890"/>
                      <a:pt x="2726" y="3888"/>
                    </a:cubicBezTo>
                    <a:cubicBezTo>
                      <a:pt x="2726" y="3883"/>
                      <a:pt x="2726" y="3877"/>
                      <a:pt x="2725" y="3872"/>
                    </a:cubicBezTo>
                    <a:cubicBezTo>
                      <a:pt x="2724" y="3867"/>
                      <a:pt x="2723" y="3862"/>
                      <a:pt x="2722" y="3856"/>
                    </a:cubicBezTo>
                    <a:cubicBezTo>
                      <a:pt x="2721" y="3853"/>
                      <a:pt x="2720" y="3850"/>
                      <a:pt x="2719" y="3847"/>
                    </a:cubicBezTo>
                    <a:lnTo>
                      <a:pt x="2745" y="3844"/>
                    </a:lnTo>
                    <a:cubicBezTo>
                      <a:pt x="2751" y="3863"/>
                      <a:pt x="2758" y="3882"/>
                      <a:pt x="2767" y="3900"/>
                    </a:cubicBezTo>
                    <a:cubicBezTo>
                      <a:pt x="2775" y="3921"/>
                      <a:pt x="2767" y="3942"/>
                      <a:pt x="2787" y="3959"/>
                    </a:cubicBezTo>
                    <a:cubicBezTo>
                      <a:pt x="2789" y="3961"/>
                      <a:pt x="2793" y="3958"/>
                      <a:pt x="2792" y="3955"/>
                    </a:cubicBezTo>
                    <a:cubicBezTo>
                      <a:pt x="2789" y="3944"/>
                      <a:pt x="2788" y="3932"/>
                      <a:pt x="2788" y="3920"/>
                    </a:cubicBezTo>
                    <a:cubicBezTo>
                      <a:pt x="2788" y="3916"/>
                      <a:pt x="2788" y="3911"/>
                      <a:pt x="2788" y="3906"/>
                    </a:cubicBezTo>
                    <a:cubicBezTo>
                      <a:pt x="2788" y="3884"/>
                      <a:pt x="2775" y="3863"/>
                      <a:pt x="2773" y="3842"/>
                    </a:cubicBezTo>
                    <a:cubicBezTo>
                      <a:pt x="2790" y="3840"/>
                      <a:pt x="2807" y="3839"/>
                      <a:pt x="2824" y="3839"/>
                    </a:cubicBezTo>
                    <a:lnTo>
                      <a:pt x="2859" y="3839"/>
                    </a:lnTo>
                    <a:cubicBezTo>
                      <a:pt x="2861" y="3865"/>
                      <a:pt x="2879" y="3887"/>
                      <a:pt x="2885" y="3912"/>
                    </a:cubicBezTo>
                    <a:cubicBezTo>
                      <a:pt x="2895" y="3946"/>
                      <a:pt x="2915" y="3983"/>
                      <a:pt x="2919" y="4018"/>
                    </a:cubicBezTo>
                    <a:cubicBezTo>
                      <a:pt x="2919" y="4019"/>
                      <a:pt x="2919" y="4020"/>
                      <a:pt x="2920" y="4021"/>
                    </a:cubicBezTo>
                    <a:cubicBezTo>
                      <a:pt x="2921" y="4022"/>
                      <a:pt x="2921" y="4023"/>
                      <a:pt x="2922" y="4023"/>
                    </a:cubicBezTo>
                    <a:cubicBezTo>
                      <a:pt x="2923" y="4024"/>
                      <a:pt x="2924" y="4023"/>
                      <a:pt x="2925" y="4023"/>
                    </a:cubicBezTo>
                    <a:cubicBezTo>
                      <a:pt x="2925" y="4023"/>
                      <a:pt x="2926" y="4024"/>
                      <a:pt x="2927" y="4023"/>
                    </a:cubicBezTo>
                    <a:cubicBezTo>
                      <a:pt x="2928" y="4023"/>
                      <a:pt x="2929" y="4021"/>
                      <a:pt x="2929" y="4021"/>
                    </a:cubicBezTo>
                    <a:cubicBezTo>
                      <a:pt x="2929" y="4020"/>
                      <a:pt x="2930" y="4019"/>
                      <a:pt x="2930" y="4018"/>
                    </a:cubicBezTo>
                    <a:cubicBezTo>
                      <a:pt x="2928" y="3986"/>
                      <a:pt x="2924" y="3954"/>
                      <a:pt x="2915" y="3923"/>
                    </a:cubicBezTo>
                    <a:cubicBezTo>
                      <a:pt x="2904" y="3896"/>
                      <a:pt x="2896" y="3868"/>
                      <a:pt x="2890" y="3839"/>
                    </a:cubicBezTo>
                    <a:lnTo>
                      <a:pt x="2958" y="3837"/>
                    </a:lnTo>
                    <a:cubicBezTo>
                      <a:pt x="2959" y="3845"/>
                      <a:pt x="2962" y="3853"/>
                      <a:pt x="2966" y="3861"/>
                    </a:cubicBezTo>
                    <a:cubicBezTo>
                      <a:pt x="2967" y="3862"/>
                      <a:pt x="2967" y="3863"/>
                      <a:pt x="2968" y="3864"/>
                    </a:cubicBezTo>
                    <a:cubicBezTo>
                      <a:pt x="2972" y="3872"/>
                      <a:pt x="2973" y="3881"/>
                      <a:pt x="2977" y="3889"/>
                    </a:cubicBezTo>
                    <a:cubicBezTo>
                      <a:pt x="2980" y="3894"/>
                      <a:pt x="2984" y="3899"/>
                      <a:pt x="2986" y="3904"/>
                    </a:cubicBezTo>
                    <a:cubicBezTo>
                      <a:pt x="2987" y="3905"/>
                      <a:pt x="2987" y="3905"/>
                      <a:pt x="2988" y="3905"/>
                    </a:cubicBezTo>
                    <a:lnTo>
                      <a:pt x="2989" y="3906"/>
                    </a:lnTo>
                    <a:cubicBezTo>
                      <a:pt x="2990" y="3906"/>
                      <a:pt x="2990" y="3905"/>
                      <a:pt x="2991" y="3905"/>
                    </a:cubicBezTo>
                    <a:cubicBezTo>
                      <a:pt x="2991" y="3905"/>
                      <a:pt x="2992" y="3905"/>
                      <a:pt x="2992" y="3904"/>
                    </a:cubicBezTo>
                    <a:cubicBezTo>
                      <a:pt x="2992" y="3904"/>
                      <a:pt x="2992" y="3903"/>
                      <a:pt x="2992" y="3902"/>
                    </a:cubicBezTo>
                    <a:cubicBezTo>
                      <a:pt x="2989" y="3885"/>
                      <a:pt x="2987" y="3868"/>
                      <a:pt x="2987" y="3851"/>
                    </a:cubicBezTo>
                    <a:cubicBezTo>
                      <a:pt x="2987" y="3846"/>
                      <a:pt x="2987" y="3841"/>
                      <a:pt x="2987" y="3836"/>
                    </a:cubicBezTo>
                    <a:lnTo>
                      <a:pt x="3044" y="3834"/>
                    </a:lnTo>
                    <a:cubicBezTo>
                      <a:pt x="3044" y="3835"/>
                      <a:pt x="3044" y="3836"/>
                      <a:pt x="3044" y="3837"/>
                    </a:cubicBezTo>
                    <a:cubicBezTo>
                      <a:pt x="3044" y="3845"/>
                      <a:pt x="3046" y="3852"/>
                      <a:pt x="3050" y="3859"/>
                    </a:cubicBezTo>
                    <a:cubicBezTo>
                      <a:pt x="3051" y="3861"/>
                      <a:pt x="3052" y="3863"/>
                      <a:pt x="3054" y="3865"/>
                    </a:cubicBezTo>
                    <a:cubicBezTo>
                      <a:pt x="3057" y="3869"/>
                      <a:pt x="3059" y="3872"/>
                      <a:pt x="3062" y="3876"/>
                    </a:cubicBezTo>
                    <a:cubicBezTo>
                      <a:pt x="3067" y="3885"/>
                      <a:pt x="3070" y="3894"/>
                      <a:pt x="3072" y="3903"/>
                    </a:cubicBezTo>
                    <a:cubicBezTo>
                      <a:pt x="3074" y="3915"/>
                      <a:pt x="3080" y="3927"/>
                      <a:pt x="3083" y="3939"/>
                    </a:cubicBezTo>
                    <a:cubicBezTo>
                      <a:pt x="3084" y="3945"/>
                      <a:pt x="3093" y="3942"/>
                      <a:pt x="3093" y="3937"/>
                    </a:cubicBezTo>
                    <a:cubicBezTo>
                      <a:pt x="3091" y="3925"/>
                      <a:pt x="3090" y="3913"/>
                      <a:pt x="3089" y="3902"/>
                    </a:cubicBezTo>
                    <a:cubicBezTo>
                      <a:pt x="3089" y="3891"/>
                      <a:pt x="3082" y="3877"/>
                      <a:pt x="3085" y="3867"/>
                    </a:cubicBezTo>
                    <a:cubicBezTo>
                      <a:pt x="3087" y="3858"/>
                      <a:pt x="3080" y="3849"/>
                      <a:pt x="3078" y="3839"/>
                    </a:cubicBezTo>
                    <a:cubicBezTo>
                      <a:pt x="3078" y="3837"/>
                      <a:pt x="3078" y="3836"/>
                      <a:pt x="3078" y="3834"/>
                    </a:cubicBezTo>
                    <a:lnTo>
                      <a:pt x="3119" y="3834"/>
                    </a:lnTo>
                    <a:lnTo>
                      <a:pt x="3125" y="3834"/>
                    </a:lnTo>
                    <a:cubicBezTo>
                      <a:pt x="3125" y="3835"/>
                      <a:pt x="3125" y="3837"/>
                      <a:pt x="3125" y="3838"/>
                    </a:cubicBezTo>
                    <a:cubicBezTo>
                      <a:pt x="3125" y="3842"/>
                      <a:pt x="3126" y="3847"/>
                      <a:pt x="3128" y="3851"/>
                    </a:cubicBezTo>
                    <a:cubicBezTo>
                      <a:pt x="3129" y="3852"/>
                      <a:pt x="3130" y="3854"/>
                      <a:pt x="3132" y="3855"/>
                    </a:cubicBezTo>
                    <a:cubicBezTo>
                      <a:pt x="3132" y="3856"/>
                      <a:pt x="3133" y="3857"/>
                      <a:pt x="3133" y="3858"/>
                    </a:cubicBezTo>
                    <a:cubicBezTo>
                      <a:pt x="3135" y="3861"/>
                      <a:pt x="3137" y="3863"/>
                      <a:pt x="3139" y="3866"/>
                    </a:cubicBezTo>
                    <a:cubicBezTo>
                      <a:pt x="3140" y="3866"/>
                      <a:pt x="3140" y="3867"/>
                      <a:pt x="3141" y="3867"/>
                    </a:cubicBezTo>
                    <a:cubicBezTo>
                      <a:pt x="3142" y="3868"/>
                      <a:pt x="3143" y="3868"/>
                      <a:pt x="3145" y="3868"/>
                    </a:cubicBezTo>
                    <a:cubicBezTo>
                      <a:pt x="3146" y="3868"/>
                      <a:pt x="3148" y="3868"/>
                      <a:pt x="3150" y="3867"/>
                    </a:cubicBezTo>
                    <a:cubicBezTo>
                      <a:pt x="3151" y="3866"/>
                      <a:pt x="3152" y="3865"/>
                      <a:pt x="3153" y="3864"/>
                    </a:cubicBezTo>
                    <a:cubicBezTo>
                      <a:pt x="3154" y="3863"/>
                      <a:pt x="3154" y="3861"/>
                      <a:pt x="3154" y="3860"/>
                    </a:cubicBezTo>
                    <a:cubicBezTo>
                      <a:pt x="3154" y="3855"/>
                      <a:pt x="3154" y="3850"/>
                      <a:pt x="3154" y="3844"/>
                    </a:cubicBezTo>
                    <a:cubicBezTo>
                      <a:pt x="3154" y="3843"/>
                      <a:pt x="3153" y="3842"/>
                      <a:pt x="3153" y="3842"/>
                    </a:cubicBezTo>
                    <a:cubicBezTo>
                      <a:pt x="3153" y="3841"/>
                      <a:pt x="3152" y="3841"/>
                      <a:pt x="3152" y="3840"/>
                    </a:cubicBezTo>
                    <a:lnTo>
                      <a:pt x="3152" y="3831"/>
                    </a:lnTo>
                    <a:lnTo>
                      <a:pt x="3152" y="3830"/>
                    </a:lnTo>
                    <a:lnTo>
                      <a:pt x="3152" y="3829"/>
                    </a:lnTo>
                    <a:lnTo>
                      <a:pt x="3173" y="3829"/>
                    </a:lnTo>
                    <a:lnTo>
                      <a:pt x="3173" y="3831"/>
                    </a:lnTo>
                    <a:cubicBezTo>
                      <a:pt x="3177" y="3843"/>
                      <a:pt x="3185" y="3852"/>
                      <a:pt x="3188" y="3864"/>
                    </a:cubicBezTo>
                    <a:cubicBezTo>
                      <a:pt x="3189" y="3865"/>
                      <a:pt x="3190" y="3867"/>
                      <a:pt x="3191" y="3867"/>
                    </a:cubicBezTo>
                    <a:cubicBezTo>
                      <a:pt x="3192" y="3868"/>
                      <a:pt x="3193" y="3868"/>
                      <a:pt x="3194" y="3868"/>
                    </a:cubicBezTo>
                    <a:cubicBezTo>
                      <a:pt x="3195" y="3868"/>
                      <a:pt x="3196" y="3868"/>
                      <a:pt x="3197" y="3867"/>
                    </a:cubicBezTo>
                    <a:cubicBezTo>
                      <a:pt x="3198" y="3867"/>
                      <a:pt x="3199" y="3865"/>
                      <a:pt x="3200" y="3864"/>
                    </a:cubicBezTo>
                    <a:cubicBezTo>
                      <a:pt x="3202" y="3859"/>
                      <a:pt x="3203" y="3854"/>
                      <a:pt x="3204" y="3849"/>
                    </a:cubicBezTo>
                    <a:cubicBezTo>
                      <a:pt x="3205" y="3843"/>
                      <a:pt x="3200" y="3839"/>
                      <a:pt x="3199" y="3833"/>
                    </a:cubicBezTo>
                    <a:cubicBezTo>
                      <a:pt x="3199" y="3831"/>
                      <a:pt x="3199" y="3830"/>
                      <a:pt x="3199" y="3829"/>
                    </a:cubicBezTo>
                    <a:lnTo>
                      <a:pt x="3224" y="3829"/>
                    </a:lnTo>
                    <a:lnTo>
                      <a:pt x="3226" y="3834"/>
                    </a:lnTo>
                    <a:cubicBezTo>
                      <a:pt x="3234" y="3851"/>
                      <a:pt x="3251" y="3866"/>
                      <a:pt x="3254" y="3885"/>
                    </a:cubicBezTo>
                    <a:cubicBezTo>
                      <a:pt x="3254" y="3887"/>
                      <a:pt x="3258" y="3886"/>
                      <a:pt x="3258" y="3885"/>
                    </a:cubicBezTo>
                    <a:cubicBezTo>
                      <a:pt x="3259" y="3879"/>
                      <a:pt x="3259" y="3873"/>
                      <a:pt x="3259" y="3867"/>
                    </a:cubicBezTo>
                    <a:cubicBezTo>
                      <a:pt x="3259" y="3861"/>
                      <a:pt x="3259" y="3855"/>
                      <a:pt x="3258" y="3849"/>
                    </a:cubicBezTo>
                    <a:cubicBezTo>
                      <a:pt x="3257" y="3843"/>
                      <a:pt x="3255" y="3836"/>
                      <a:pt x="3253" y="3830"/>
                    </a:cubicBezTo>
                    <a:lnTo>
                      <a:pt x="3285" y="3832"/>
                    </a:lnTo>
                    <a:cubicBezTo>
                      <a:pt x="3285" y="3832"/>
                      <a:pt x="3285" y="3834"/>
                      <a:pt x="3285" y="3835"/>
                    </a:cubicBezTo>
                    <a:cubicBezTo>
                      <a:pt x="3286" y="3840"/>
                      <a:pt x="3288" y="3844"/>
                      <a:pt x="3290" y="3849"/>
                    </a:cubicBezTo>
                    <a:cubicBezTo>
                      <a:pt x="3294" y="3857"/>
                      <a:pt x="3298" y="3866"/>
                      <a:pt x="3301" y="3876"/>
                    </a:cubicBezTo>
                    <a:lnTo>
                      <a:pt x="3301" y="3877"/>
                    </a:lnTo>
                    <a:cubicBezTo>
                      <a:pt x="3302" y="3878"/>
                      <a:pt x="3303" y="3879"/>
                      <a:pt x="3304" y="3879"/>
                    </a:cubicBezTo>
                    <a:cubicBezTo>
                      <a:pt x="3305" y="3880"/>
                      <a:pt x="3306" y="3880"/>
                      <a:pt x="3307" y="3880"/>
                    </a:cubicBezTo>
                    <a:cubicBezTo>
                      <a:pt x="3308" y="3880"/>
                      <a:pt x="3309" y="3880"/>
                      <a:pt x="3310" y="3879"/>
                    </a:cubicBezTo>
                    <a:cubicBezTo>
                      <a:pt x="3311" y="3879"/>
                      <a:pt x="3311" y="3878"/>
                      <a:pt x="3312" y="3877"/>
                    </a:cubicBezTo>
                    <a:cubicBezTo>
                      <a:pt x="3313" y="3876"/>
                      <a:pt x="3313" y="3876"/>
                      <a:pt x="3313" y="3876"/>
                    </a:cubicBezTo>
                    <a:cubicBezTo>
                      <a:pt x="3315" y="3870"/>
                      <a:pt x="3315" y="3864"/>
                      <a:pt x="3315" y="3859"/>
                    </a:cubicBezTo>
                    <a:cubicBezTo>
                      <a:pt x="3315" y="3854"/>
                      <a:pt x="3315" y="3850"/>
                      <a:pt x="3314" y="3846"/>
                    </a:cubicBezTo>
                    <a:cubicBezTo>
                      <a:pt x="3313" y="3842"/>
                      <a:pt x="3312" y="3839"/>
                      <a:pt x="3310" y="3836"/>
                    </a:cubicBezTo>
                    <a:lnTo>
                      <a:pt x="3327" y="3838"/>
                    </a:lnTo>
                    <a:cubicBezTo>
                      <a:pt x="3333" y="3852"/>
                      <a:pt x="3337" y="3867"/>
                      <a:pt x="3341" y="3881"/>
                    </a:cubicBezTo>
                    <a:cubicBezTo>
                      <a:pt x="3345" y="3906"/>
                      <a:pt x="3352" y="3930"/>
                      <a:pt x="3364" y="3951"/>
                    </a:cubicBezTo>
                    <a:cubicBezTo>
                      <a:pt x="3364" y="3952"/>
                      <a:pt x="3364" y="3952"/>
                      <a:pt x="3364" y="3952"/>
                    </a:cubicBezTo>
                    <a:lnTo>
                      <a:pt x="3365" y="3953"/>
                    </a:lnTo>
                    <a:cubicBezTo>
                      <a:pt x="3366" y="3954"/>
                      <a:pt x="3367" y="3954"/>
                      <a:pt x="3368" y="3954"/>
                    </a:cubicBezTo>
                    <a:cubicBezTo>
                      <a:pt x="3369" y="3954"/>
                      <a:pt x="3369" y="3954"/>
                      <a:pt x="3370" y="3953"/>
                    </a:cubicBezTo>
                    <a:cubicBezTo>
                      <a:pt x="3371" y="3953"/>
                      <a:pt x="3371" y="3953"/>
                      <a:pt x="3372" y="3952"/>
                    </a:cubicBezTo>
                    <a:cubicBezTo>
                      <a:pt x="3373" y="3951"/>
                      <a:pt x="3372" y="3951"/>
                      <a:pt x="3372" y="3951"/>
                    </a:cubicBezTo>
                    <a:cubicBezTo>
                      <a:pt x="3379" y="3928"/>
                      <a:pt x="3368" y="3902"/>
                      <a:pt x="3367" y="3879"/>
                    </a:cubicBezTo>
                    <a:cubicBezTo>
                      <a:pt x="3366" y="3867"/>
                      <a:pt x="3363" y="3855"/>
                      <a:pt x="3359" y="3843"/>
                    </a:cubicBezTo>
                    <a:cubicBezTo>
                      <a:pt x="3370" y="3846"/>
                      <a:pt x="3381" y="3848"/>
                      <a:pt x="3392" y="3851"/>
                    </a:cubicBezTo>
                    <a:cubicBezTo>
                      <a:pt x="3414" y="3894"/>
                      <a:pt x="3432" y="3940"/>
                      <a:pt x="3443" y="3987"/>
                    </a:cubicBezTo>
                    <a:cubicBezTo>
                      <a:pt x="3449" y="4012"/>
                      <a:pt x="3450" y="4054"/>
                      <a:pt x="3471" y="4072"/>
                    </a:cubicBezTo>
                    <a:cubicBezTo>
                      <a:pt x="3471" y="4073"/>
                      <a:pt x="3471" y="4073"/>
                      <a:pt x="3472" y="4074"/>
                    </a:cubicBezTo>
                    <a:cubicBezTo>
                      <a:pt x="3473" y="4075"/>
                      <a:pt x="3475" y="4075"/>
                      <a:pt x="3476" y="4075"/>
                    </a:cubicBezTo>
                    <a:cubicBezTo>
                      <a:pt x="3477" y="4075"/>
                      <a:pt x="3477" y="4075"/>
                      <a:pt x="3479" y="4074"/>
                    </a:cubicBezTo>
                    <a:cubicBezTo>
                      <a:pt x="3480" y="4074"/>
                      <a:pt x="3481" y="4072"/>
                      <a:pt x="3482" y="4071"/>
                    </a:cubicBezTo>
                    <a:cubicBezTo>
                      <a:pt x="3483" y="4070"/>
                      <a:pt x="3483" y="4069"/>
                      <a:pt x="3483" y="4068"/>
                    </a:cubicBezTo>
                    <a:cubicBezTo>
                      <a:pt x="3483" y="4067"/>
                      <a:pt x="3483" y="4067"/>
                      <a:pt x="3483" y="4067"/>
                    </a:cubicBezTo>
                    <a:cubicBezTo>
                      <a:pt x="3469" y="3999"/>
                      <a:pt x="3460" y="3920"/>
                      <a:pt x="3424" y="3858"/>
                    </a:cubicBezTo>
                    <a:cubicBezTo>
                      <a:pt x="3435" y="3861"/>
                      <a:pt x="3447" y="3863"/>
                      <a:pt x="3459" y="3865"/>
                    </a:cubicBezTo>
                    <a:cubicBezTo>
                      <a:pt x="3459" y="3865"/>
                      <a:pt x="3455" y="3874"/>
                      <a:pt x="3457" y="3874"/>
                    </a:cubicBezTo>
                    <a:cubicBezTo>
                      <a:pt x="3459" y="3874"/>
                      <a:pt x="3467" y="3905"/>
                      <a:pt x="3468" y="3909"/>
                    </a:cubicBezTo>
                    <a:cubicBezTo>
                      <a:pt x="3471" y="3919"/>
                      <a:pt x="3479" y="3930"/>
                      <a:pt x="3491" y="3928"/>
                    </a:cubicBezTo>
                    <a:cubicBezTo>
                      <a:pt x="3492" y="3928"/>
                      <a:pt x="3492" y="3929"/>
                      <a:pt x="3493" y="3928"/>
                    </a:cubicBezTo>
                    <a:cubicBezTo>
                      <a:pt x="3494" y="3927"/>
                      <a:pt x="3494" y="3926"/>
                      <a:pt x="3495" y="3925"/>
                    </a:cubicBezTo>
                    <a:cubicBezTo>
                      <a:pt x="3495" y="3924"/>
                      <a:pt x="3496" y="3923"/>
                      <a:pt x="3496" y="3922"/>
                    </a:cubicBezTo>
                    <a:cubicBezTo>
                      <a:pt x="3496" y="3921"/>
                      <a:pt x="3496" y="3920"/>
                      <a:pt x="3496" y="3919"/>
                    </a:cubicBezTo>
                    <a:cubicBezTo>
                      <a:pt x="3493" y="3911"/>
                      <a:pt x="3492" y="3899"/>
                      <a:pt x="3490" y="3890"/>
                    </a:cubicBezTo>
                    <a:cubicBezTo>
                      <a:pt x="3488" y="3886"/>
                      <a:pt x="3486" y="3882"/>
                      <a:pt x="3484" y="3878"/>
                    </a:cubicBezTo>
                    <a:cubicBezTo>
                      <a:pt x="3482" y="3875"/>
                      <a:pt x="3481" y="3873"/>
                      <a:pt x="3479" y="3870"/>
                    </a:cubicBezTo>
                    <a:lnTo>
                      <a:pt x="3509" y="3875"/>
                    </a:lnTo>
                    <a:cubicBezTo>
                      <a:pt x="3508" y="3876"/>
                      <a:pt x="3507" y="3879"/>
                      <a:pt x="3507" y="3880"/>
                    </a:cubicBezTo>
                    <a:cubicBezTo>
                      <a:pt x="3507" y="3882"/>
                      <a:pt x="3508" y="3883"/>
                      <a:pt x="3509" y="3885"/>
                    </a:cubicBezTo>
                    <a:cubicBezTo>
                      <a:pt x="3511" y="3894"/>
                      <a:pt x="3513" y="3903"/>
                      <a:pt x="3515" y="3913"/>
                    </a:cubicBezTo>
                    <a:cubicBezTo>
                      <a:pt x="3517" y="3922"/>
                      <a:pt x="3523" y="3937"/>
                      <a:pt x="3534" y="3938"/>
                    </a:cubicBezTo>
                    <a:cubicBezTo>
                      <a:pt x="3535" y="3938"/>
                      <a:pt x="3535" y="3938"/>
                      <a:pt x="3536" y="3938"/>
                    </a:cubicBezTo>
                    <a:cubicBezTo>
                      <a:pt x="3537" y="3938"/>
                      <a:pt x="3538" y="3938"/>
                      <a:pt x="3540" y="3937"/>
                    </a:cubicBezTo>
                    <a:cubicBezTo>
                      <a:pt x="3541" y="3937"/>
                      <a:pt x="3541" y="3936"/>
                      <a:pt x="3542" y="3934"/>
                    </a:cubicBezTo>
                    <a:cubicBezTo>
                      <a:pt x="3542" y="3933"/>
                      <a:pt x="3543" y="3932"/>
                      <a:pt x="3543" y="3931"/>
                    </a:cubicBezTo>
                    <a:cubicBezTo>
                      <a:pt x="3542" y="3919"/>
                      <a:pt x="3539" y="3908"/>
                      <a:pt x="3536" y="3897"/>
                    </a:cubicBezTo>
                    <a:cubicBezTo>
                      <a:pt x="3535" y="3891"/>
                      <a:pt x="3534" y="3885"/>
                      <a:pt x="3531" y="3879"/>
                    </a:cubicBezTo>
                    <a:lnTo>
                      <a:pt x="3540" y="3881"/>
                    </a:lnTo>
                    <a:cubicBezTo>
                      <a:pt x="3550" y="3884"/>
                      <a:pt x="3560" y="3887"/>
                      <a:pt x="3570" y="3890"/>
                    </a:cubicBezTo>
                    <a:cubicBezTo>
                      <a:pt x="3581" y="3952"/>
                      <a:pt x="3613" y="4008"/>
                      <a:pt x="3633" y="4069"/>
                    </a:cubicBezTo>
                    <a:cubicBezTo>
                      <a:pt x="3635" y="4075"/>
                      <a:pt x="3643" y="4071"/>
                      <a:pt x="3643" y="4066"/>
                    </a:cubicBezTo>
                    <a:cubicBezTo>
                      <a:pt x="3643" y="4007"/>
                      <a:pt x="3609" y="3951"/>
                      <a:pt x="3588" y="3896"/>
                    </a:cubicBezTo>
                    <a:lnTo>
                      <a:pt x="3612" y="3904"/>
                    </a:lnTo>
                    <a:cubicBezTo>
                      <a:pt x="3622" y="3907"/>
                      <a:pt x="3637" y="3911"/>
                      <a:pt x="3652" y="3917"/>
                    </a:cubicBezTo>
                    <a:cubicBezTo>
                      <a:pt x="3650" y="3939"/>
                      <a:pt x="3667" y="3960"/>
                      <a:pt x="3677" y="3981"/>
                    </a:cubicBezTo>
                    <a:moveTo>
                      <a:pt x="2634" y="3740"/>
                    </a:moveTo>
                    <a:cubicBezTo>
                      <a:pt x="2657" y="3740"/>
                      <a:pt x="2681" y="3740"/>
                      <a:pt x="2705" y="3738"/>
                    </a:cubicBezTo>
                    <a:cubicBezTo>
                      <a:pt x="2757" y="3737"/>
                      <a:pt x="2803" y="3752"/>
                      <a:pt x="2856" y="3758"/>
                    </a:cubicBezTo>
                    <a:cubicBezTo>
                      <a:pt x="2952" y="3768"/>
                      <a:pt x="3054" y="3758"/>
                      <a:pt x="3152" y="3758"/>
                    </a:cubicBezTo>
                    <a:cubicBezTo>
                      <a:pt x="3155" y="3758"/>
                      <a:pt x="3158" y="3758"/>
                      <a:pt x="3162" y="3758"/>
                    </a:cubicBezTo>
                    <a:cubicBezTo>
                      <a:pt x="3254" y="3758"/>
                      <a:pt x="3346" y="3770"/>
                      <a:pt x="3435" y="3794"/>
                    </a:cubicBezTo>
                    <a:cubicBezTo>
                      <a:pt x="3490" y="3810"/>
                      <a:pt x="3540" y="3841"/>
                      <a:pt x="3594" y="3859"/>
                    </a:cubicBezTo>
                    <a:cubicBezTo>
                      <a:pt x="3601" y="3862"/>
                      <a:pt x="3607" y="3865"/>
                      <a:pt x="3613" y="3868"/>
                    </a:cubicBezTo>
                    <a:cubicBezTo>
                      <a:pt x="3621" y="3873"/>
                      <a:pt x="3630" y="3879"/>
                      <a:pt x="3637" y="3887"/>
                    </a:cubicBezTo>
                    <a:lnTo>
                      <a:pt x="3619" y="3880"/>
                    </a:lnTo>
                    <a:cubicBezTo>
                      <a:pt x="3567" y="3862"/>
                      <a:pt x="3514" y="3849"/>
                      <a:pt x="3460" y="3841"/>
                    </a:cubicBezTo>
                    <a:cubicBezTo>
                      <a:pt x="3422" y="3835"/>
                      <a:pt x="3385" y="3828"/>
                      <a:pt x="3348" y="3821"/>
                    </a:cubicBezTo>
                    <a:cubicBezTo>
                      <a:pt x="3347" y="3821"/>
                      <a:pt x="3346" y="3820"/>
                      <a:pt x="3345" y="3819"/>
                    </a:cubicBezTo>
                    <a:cubicBezTo>
                      <a:pt x="3343" y="3818"/>
                      <a:pt x="3340" y="3817"/>
                      <a:pt x="3338" y="3817"/>
                    </a:cubicBezTo>
                    <a:cubicBezTo>
                      <a:pt x="3336" y="3817"/>
                      <a:pt x="3333" y="3818"/>
                      <a:pt x="3332" y="3819"/>
                    </a:cubicBezTo>
                    <a:lnTo>
                      <a:pt x="3300" y="3814"/>
                    </a:lnTo>
                    <a:cubicBezTo>
                      <a:pt x="3300" y="3813"/>
                      <a:pt x="3299" y="3813"/>
                      <a:pt x="3298" y="3812"/>
                    </a:cubicBezTo>
                    <a:cubicBezTo>
                      <a:pt x="3297" y="3811"/>
                      <a:pt x="3294" y="3811"/>
                      <a:pt x="3292" y="3811"/>
                    </a:cubicBezTo>
                    <a:cubicBezTo>
                      <a:pt x="3291" y="3811"/>
                      <a:pt x="3289" y="3811"/>
                      <a:pt x="3287" y="3812"/>
                    </a:cubicBezTo>
                    <a:cubicBezTo>
                      <a:pt x="3271" y="3809"/>
                      <a:pt x="3254" y="3808"/>
                      <a:pt x="3238" y="3806"/>
                    </a:cubicBezTo>
                    <a:cubicBezTo>
                      <a:pt x="3237" y="3806"/>
                      <a:pt x="3235" y="3806"/>
                      <a:pt x="3234" y="3806"/>
                    </a:cubicBezTo>
                    <a:cubicBezTo>
                      <a:pt x="3233" y="3806"/>
                      <a:pt x="3231" y="3806"/>
                      <a:pt x="3230" y="3806"/>
                    </a:cubicBezTo>
                    <a:cubicBezTo>
                      <a:pt x="3217" y="3805"/>
                      <a:pt x="3204" y="3805"/>
                      <a:pt x="3190" y="3805"/>
                    </a:cubicBezTo>
                    <a:cubicBezTo>
                      <a:pt x="3189" y="3805"/>
                      <a:pt x="3189" y="3804"/>
                      <a:pt x="3189" y="3804"/>
                    </a:cubicBezTo>
                    <a:cubicBezTo>
                      <a:pt x="3188" y="3802"/>
                      <a:pt x="3187" y="3801"/>
                      <a:pt x="3185" y="3799"/>
                    </a:cubicBezTo>
                    <a:lnTo>
                      <a:pt x="3184" y="3798"/>
                    </a:lnTo>
                    <a:cubicBezTo>
                      <a:pt x="3182" y="3797"/>
                      <a:pt x="3181" y="3797"/>
                      <a:pt x="3179" y="3797"/>
                    </a:cubicBezTo>
                    <a:cubicBezTo>
                      <a:pt x="3177" y="3797"/>
                      <a:pt x="3175" y="3797"/>
                      <a:pt x="3173" y="3798"/>
                    </a:cubicBezTo>
                    <a:cubicBezTo>
                      <a:pt x="3172" y="3799"/>
                      <a:pt x="3171" y="3800"/>
                      <a:pt x="3170" y="3801"/>
                    </a:cubicBezTo>
                    <a:cubicBezTo>
                      <a:pt x="3170" y="3802"/>
                      <a:pt x="3169" y="3804"/>
                      <a:pt x="3169" y="3805"/>
                    </a:cubicBezTo>
                    <a:cubicBezTo>
                      <a:pt x="3134" y="3805"/>
                      <a:pt x="3100" y="3807"/>
                      <a:pt x="3065" y="3808"/>
                    </a:cubicBezTo>
                    <a:cubicBezTo>
                      <a:pt x="3064" y="3807"/>
                      <a:pt x="3062" y="3806"/>
                      <a:pt x="3060" y="3806"/>
                    </a:cubicBezTo>
                    <a:cubicBezTo>
                      <a:pt x="3058" y="3806"/>
                      <a:pt x="3056" y="3807"/>
                      <a:pt x="3054" y="3808"/>
                    </a:cubicBezTo>
                    <a:cubicBezTo>
                      <a:pt x="2984" y="3811"/>
                      <a:pt x="2915" y="3813"/>
                      <a:pt x="2845" y="3813"/>
                    </a:cubicBezTo>
                    <a:cubicBezTo>
                      <a:pt x="2839" y="3813"/>
                      <a:pt x="2834" y="3813"/>
                      <a:pt x="2828" y="3813"/>
                    </a:cubicBezTo>
                    <a:cubicBezTo>
                      <a:pt x="2728" y="3813"/>
                      <a:pt x="2629" y="3826"/>
                      <a:pt x="2533" y="3851"/>
                    </a:cubicBezTo>
                    <a:cubicBezTo>
                      <a:pt x="2539" y="3827"/>
                      <a:pt x="2548" y="3803"/>
                      <a:pt x="2556" y="3781"/>
                    </a:cubicBezTo>
                    <a:cubicBezTo>
                      <a:pt x="2561" y="3766"/>
                      <a:pt x="2565" y="3750"/>
                      <a:pt x="2566" y="3734"/>
                    </a:cubicBezTo>
                    <a:cubicBezTo>
                      <a:pt x="2589" y="3733"/>
                      <a:pt x="2611" y="3739"/>
                      <a:pt x="2634" y="3740"/>
                    </a:cubicBezTo>
                    <a:moveTo>
                      <a:pt x="3029" y="53"/>
                    </a:moveTo>
                    <a:lnTo>
                      <a:pt x="3029" y="54"/>
                    </a:lnTo>
                    <a:cubicBezTo>
                      <a:pt x="3029" y="55"/>
                      <a:pt x="3030" y="55"/>
                      <a:pt x="3030" y="55"/>
                    </a:cubicBezTo>
                    <a:cubicBezTo>
                      <a:pt x="3028" y="56"/>
                      <a:pt x="3026" y="57"/>
                      <a:pt x="3024" y="58"/>
                    </a:cubicBezTo>
                    <a:cubicBezTo>
                      <a:pt x="3023" y="59"/>
                      <a:pt x="3021" y="60"/>
                      <a:pt x="3020" y="61"/>
                    </a:cubicBezTo>
                    <a:cubicBezTo>
                      <a:pt x="3023" y="58"/>
                      <a:pt x="3026" y="56"/>
                      <a:pt x="3029" y="53"/>
                    </a:cubicBezTo>
                    <a:moveTo>
                      <a:pt x="2877" y="748"/>
                    </a:moveTo>
                    <a:cubicBezTo>
                      <a:pt x="2889" y="748"/>
                      <a:pt x="2900" y="750"/>
                      <a:pt x="2912" y="751"/>
                    </a:cubicBezTo>
                    <a:lnTo>
                      <a:pt x="2897" y="753"/>
                    </a:lnTo>
                    <a:cubicBezTo>
                      <a:pt x="2891" y="754"/>
                      <a:pt x="2884" y="755"/>
                      <a:pt x="2878" y="757"/>
                    </a:cubicBezTo>
                    <a:cubicBezTo>
                      <a:pt x="2877" y="754"/>
                      <a:pt x="2878" y="751"/>
                      <a:pt x="2878" y="748"/>
                    </a:cubicBezTo>
                    <a:lnTo>
                      <a:pt x="2877" y="748"/>
                    </a:lnTo>
                    <a:moveTo>
                      <a:pt x="2299" y="3906"/>
                    </a:moveTo>
                    <a:lnTo>
                      <a:pt x="2301" y="3906"/>
                    </a:lnTo>
                    <a:cubicBezTo>
                      <a:pt x="2305" y="3904"/>
                      <a:pt x="2310" y="3903"/>
                      <a:pt x="2314" y="3903"/>
                    </a:cubicBezTo>
                    <a:cubicBezTo>
                      <a:pt x="2315" y="3903"/>
                      <a:pt x="2315" y="3903"/>
                      <a:pt x="2315" y="3904"/>
                    </a:cubicBezTo>
                    <a:cubicBezTo>
                      <a:pt x="2318" y="3904"/>
                      <a:pt x="2321" y="3904"/>
                      <a:pt x="2323" y="3904"/>
                    </a:cubicBezTo>
                    <a:cubicBezTo>
                      <a:pt x="2326" y="3904"/>
                      <a:pt x="2329" y="3904"/>
                      <a:pt x="2332" y="3904"/>
                    </a:cubicBezTo>
                    <a:cubicBezTo>
                      <a:pt x="2340" y="3903"/>
                      <a:pt x="2349" y="3900"/>
                      <a:pt x="2356" y="3896"/>
                    </a:cubicBezTo>
                    <a:cubicBezTo>
                      <a:pt x="2359" y="3894"/>
                      <a:pt x="2362" y="3892"/>
                      <a:pt x="2365" y="3890"/>
                    </a:cubicBezTo>
                    <a:cubicBezTo>
                      <a:pt x="2365" y="3889"/>
                      <a:pt x="2366" y="3889"/>
                      <a:pt x="2366" y="3889"/>
                    </a:cubicBezTo>
                    <a:cubicBezTo>
                      <a:pt x="2367" y="3888"/>
                      <a:pt x="2367" y="3888"/>
                      <a:pt x="2367" y="3886"/>
                    </a:cubicBezTo>
                    <a:cubicBezTo>
                      <a:pt x="2367" y="3885"/>
                      <a:pt x="2367" y="3883"/>
                      <a:pt x="2366" y="3882"/>
                    </a:cubicBezTo>
                    <a:cubicBezTo>
                      <a:pt x="2366" y="3882"/>
                      <a:pt x="2365" y="3882"/>
                      <a:pt x="2365" y="3881"/>
                    </a:cubicBezTo>
                    <a:cubicBezTo>
                      <a:pt x="2364" y="3880"/>
                      <a:pt x="2362" y="3879"/>
                      <a:pt x="2361" y="3878"/>
                    </a:cubicBezTo>
                    <a:cubicBezTo>
                      <a:pt x="2357" y="3876"/>
                      <a:pt x="2353" y="3875"/>
                      <a:pt x="2349" y="3875"/>
                    </a:cubicBezTo>
                    <a:cubicBezTo>
                      <a:pt x="2346" y="3875"/>
                      <a:pt x="2342" y="3876"/>
                      <a:pt x="2339" y="3877"/>
                    </a:cubicBezTo>
                    <a:cubicBezTo>
                      <a:pt x="2332" y="3879"/>
                      <a:pt x="2325" y="3881"/>
                      <a:pt x="2318" y="3881"/>
                    </a:cubicBezTo>
                    <a:cubicBezTo>
                      <a:pt x="2313" y="3881"/>
                      <a:pt x="2308" y="3882"/>
                      <a:pt x="2303" y="3884"/>
                    </a:cubicBezTo>
                    <a:cubicBezTo>
                      <a:pt x="2305" y="3875"/>
                      <a:pt x="2307" y="3866"/>
                      <a:pt x="2309" y="3857"/>
                    </a:cubicBezTo>
                    <a:lnTo>
                      <a:pt x="2310" y="3857"/>
                    </a:lnTo>
                    <a:cubicBezTo>
                      <a:pt x="2311" y="3858"/>
                      <a:pt x="2312" y="3858"/>
                      <a:pt x="2313" y="3858"/>
                    </a:cubicBezTo>
                    <a:cubicBezTo>
                      <a:pt x="2315" y="3858"/>
                      <a:pt x="2316" y="3858"/>
                      <a:pt x="2317" y="3857"/>
                    </a:cubicBezTo>
                    <a:cubicBezTo>
                      <a:pt x="2318" y="3857"/>
                      <a:pt x="2319" y="3856"/>
                      <a:pt x="2319" y="3855"/>
                    </a:cubicBezTo>
                    <a:cubicBezTo>
                      <a:pt x="2320" y="3854"/>
                      <a:pt x="2320" y="3853"/>
                      <a:pt x="2320" y="3852"/>
                    </a:cubicBezTo>
                    <a:cubicBezTo>
                      <a:pt x="2320" y="3849"/>
                      <a:pt x="2344" y="3849"/>
                      <a:pt x="2347" y="3849"/>
                    </a:cubicBezTo>
                    <a:cubicBezTo>
                      <a:pt x="2357" y="3849"/>
                      <a:pt x="2368" y="3851"/>
                      <a:pt x="2379" y="3851"/>
                    </a:cubicBezTo>
                    <a:cubicBezTo>
                      <a:pt x="2379" y="3851"/>
                      <a:pt x="2380" y="3852"/>
                      <a:pt x="2381" y="3851"/>
                    </a:cubicBezTo>
                    <a:cubicBezTo>
                      <a:pt x="2382" y="3850"/>
                      <a:pt x="2383" y="3849"/>
                      <a:pt x="2384" y="3848"/>
                    </a:cubicBezTo>
                    <a:cubicBezTo>
                      <a:pt x="2385" y="3847"/>
                      <a:pt x="2384" y="3846"/>
                      <a:pt x="2384" y="3845"/>
                    </a:cubicBezTo>
                    <a:lnTo>
                      <a:pt x="2384" y="3844"/>
                    </a:lnTo>
                    <a:cubicBezTo>
                      <a:pt x="2379" y="3819"/>
                      <a:pt x="2333" y="3821"/>
                      <a:pt x="2314" y="3834"/>
                    </a:cubicBezTo>
                    <a:cubicBezTo>
                      <a:pt x="2315" y="3828"/>
                      <a:pt x="2317" y="3821"/>
                      <a:pt x="2318" y="3815"/>
                    </a:cubicBezTo>
                    <a:lnTo>
                      <a:pt x="2319" y="3815"/>
                    </a:lnTo>
                    <a:cubicBezTo>
                      <a:pt x="2321" y="3815"/>
                      <a:pt x="2324" y="3814"/>
                      <a:pt x="2326" y="3813"/>
                    </a:cubicBezTo>
                    <a:lnTo>
                      <a:pt x="2327" y="3813"/>
                    </a:lnTo>
                    <a:cubicBezTo>
                      <a:pt x="2328" y="3810"/>
                      <a:pt x="2329" y="3810"/>
                      <a:pt x="2328" y="3813"/>
                    </a:cubicBezTo>
                    <a:cubicBezTo>
                      <a:pt x="2330" y="3813"/>
                      <a:pt x="2332" y="3813"/>
                      <a:pt x="2333" y="3813"/>
                    </a:cubicBezTo>
                    <a:cubicBezTo>
                      <a:pt x="2335" y="3813"/>
                      <a:pt x="2335" y="3813"/>
                      <a:pt x="2337" y="3813"/>
                    </a:cubicBezTo>
                    <a:cubicBezTo>
                      <a:pt x="2338" y="3813"/>
                      <a:pt x="2338" y="3813"/>
                      <a:pt x="2339" y="3813"/>
                    </a:cubicBezTo>
                    <a:cubicBezTo>
                      <a:pt x="2345" y="3813"/>
                      <a:pt x="2350" y="3811"/>
                      <a:pt x="2355" y="3808"/>
                    </a:cubicBezTo>
                    <a:cubicBezTo>
                      <a:pt x="2357" y="3807"/>
                      <a:pt x="2359" y="3806"/>
                      <a:pt x="2361" y="3804"/>
                    </a:cubicBezTo>
                    <a:cubicBezTo>
                      <a:pt x="2362" y="3804"/>
                      <a:pt x="2362" y="3803"/>
                      <a:pt x="2363" y="3802"/>
                    </a:cubicBezTo>
                    <a:cubicBezTo>
                      <a:pt x="2363" y="3801"/>
                      <a:pt x="2364" y="3800"/>
                      <a:pt x="2364" y="3798"/>
                    </a:cubicBezTo>
                    <a:cubicBezTo>
                      <a:pt x="2364" y="3797"/>
                      <a:pt x="2364" y="3797"/>
                      <a:pt x="2363" y="3796"/>
                    </a:cubicBezTo>
                    <a:cubicBezTo>
                      <a:pt x="2363" y="3795"/>
                      <a:pt x="2364" y="3795"/>
                      <a:pt x="2363" y="3794"/>
                    </a:cubicBezTo>
                    <a:cubicBezTo>
                      <a:pt x="2362" y="3793"/>
                      <a:pt x="2362" y="3793"/>
                      <a:pt x="2362" y="3793"/>
                    </a:cubicBezTo>
                    <a:lnTo>
                      <a:pt x="2360" y="3792"/>
                    </a:lnTo>
                    <a:lnTo>
                      <a:pt x="2359" y="3792"/>
                    </a:lnTo>
                    <a:lnTo>
                      <a:pt x="2358" y="3792"/>
                    </a:lnTo>
                    <a:cubicBezTo>
                      <a:pt x="2353" y="3790"/>
                      <a:pt x="2347" y="3793"/>
                      <a:pt x="2342" y="3793"/>
                    </a:cubicBezTo>
                    <a:cubicBezTo>
                      <a:pt x="2339" y="3793"/>
                      <a:pt x="2338" y="3793"/>
                      <a:pt x="2335" y="3793"/>
                    </a:cubicBezTo>
                    <a:cubicBezTo>
                      <a:pt x="2333" y="3793"/>
                      <a:pt x="2330" y="3793"/>
                      <a:pt x="2327" y="3793"/>
                    </a:cubicBezTo>
                    <a:lnTo>
                      <a:pt x="2322" y="3794"/>
                    </a:lnTo>
                    <a:cubicBezTo>
                      <a:pt x="2323" y="3787"/>
                      <a:pt x="2324" y="3779"/>
                      <a:pt x="2324" y="3771"/>
                    </a:cubicBezTo>
                    <a:cubicBezTo>
                      <a:pt x="2324" y="3768"/>
                      <a:pt x="2324" y="3764"/>
                      <a:pt x="2323" y="3761"/>
                    </a:cubicBezTo>
                    <a:cubicBezTo>
                      <a:pt x="2323" y="3758"/>
                      <a:pt x="2323" y="3761"/>
                      <a:pt x="2323" y="3760"/>
                    </a:cubicBezTo>
                    <a:cubicBezTo>
                      <a:pt x="2332" y="3759"/>
                      <a:pt x="2342" y="3758"/>
                      <a:pt x="2351" y="3758"/>
                    </a:cubicBezTo>
                    <a:cubicBezTo>
                      <a:pt x="2353" y="3758"/>
                      <a:pt x="2356" y="3758"/>
                      <a:pt x="2358" y="3758"/>
                    </a:cubicBezTo>
                    <a:cubicBezTo>
                      <a:pt x="2367" y="3758"/>
                      <a:pt x="2375" y="3756"/>
                      <a:pt x="2383" y="3752"/>
                    </a:cubicBezTo>
                    <a:cubicBezTo>
                      <a:pt x="2384" y="3751"/>
                      <a:pt x="2385" y="3751"/>
                      <a:pt x="2386" y="3749"/>
                    </a:cubicBezTo>
                    <a:cubicBezTo>
                      <a:pt x="2386" y="3748"/>
                      <a:pt x="2387" y="3747"/>
                      <a:pt x="2387" y="3746"/>
                    </a:cubicBezTo>
                    <a:cubicBezTo>
                      <a:pt x="2387" y="3745"/>
                      <a:pt x="2386" y="3743"/>
                      <a:pt x="2386" y="3742"/>
                    </a:cubicBezTo>
                    <a:cubicBezTo>
                      <a:pt x="2385" y="3741"/>
                      <a:pt x="2384" y="3740"/>
                      <a:pt x="2383" y="3740"/>
                    </a:cubicBezTo>
                    <a:cubicBezTo>
                      <a:pt x="2373" y="3734"/>
                      <a:pt x="2361" y="3731"/>
                      <a:pt x="2350" y="3731"/>
                    </a:cubicBezTo>
                    <a:cubicBezTo>
                      <a:pt x="2341" y="3731"/>
                      <a:pt x="2332" y="3733"/>
                      <a:pt x="2324" y="3736"/>
                    </a:cubicBezTo>
                    <a:cubicBezTo>
                      <a:pt x="2324" y="3728"/>
                      <a:pt x="2326" y="3720"/>
                      <a:pt x="2327" y="3711"/>
                    </a:cubicBezTo>
                    <a:cubicBezTo>
                      <a:pt x="2343" y="3707"/>
                      <a:pt x="2358" y="3701"/>
                      <a:pt x="2372" y="3695"/>
                    </a:cubicBezTo>
                    <a:cubicBezTo>
                      <a:pt x="2373" y="3694"/>
                      <a:pt x="2374" y="3693"/>
                      <a:pt x="2375" y="3692"/>
                    </a:cubicBezTo>
                    <a:cubicBezTo>
                      <a:pt x="2375" y="3691"/>
                      <a:pt x="2375" y="3690"/>
                      <a:pt x="2375" y="3688"/>
                    </a:cubicBezTo>
                    <a:cubicBezTo>
                      <a:pt x="2375" y="3687"/>
                      <a:pt x="2375" y="3686"/>
                      <a:pt x="2375" y="3685"/>
                    </a:cubicBezTo>
                    <a:cubicBezTo>
                      <a:pt x="2374" y="3684"/>
                      <a:pt x="2373" y="3683"/>
                      <a:pt x="2372" y="3682"/>
                    </a:cubicBezTo>
                    <a:cubicBezTo>
                      <a:pt x="2368" y="3680"/>
                      <a:pt x="2364" y="3680"/>
                      <a:pt x="2359" y="3680"/>
                    </a:cubicBezTo>
                    <a:cubicBezTo>
                      <a:pt x="2355" y="3680"/>
                      <a:pt x="2351" y="3680"/>
                      <a:pt x="2346" y="3682"/>
                    </a:cubicBezTo>
                    <a:cubicBezTo>
                      <a:pt x="2341" y="3683"/>
                      <a:pt x="2336" y="3685"/>
                      <a:pt x="2331" y="3687"/>
                    </a:cubicBezTo>
                    <a:cubicBezTo>
                      <a:pt x="2332" y="3682"/>
                      <a:pt x="2333" y="3678"/>
                      <a:pt x="2334" y="3674"/>
                    </a:cubicBezTo>
                    <a:cubicBezTo>
                      <a:pt x="2337" y="3665"/>
                      <a:pt x="2339" y="3655"/>
                      <a:pt x="2340" y="3646"/>
                    </a:cubicBezTo>
                    <a:cubicBezTo>
                      <a:pt x="2344" y="3644"/>
                      <a:pt x="2349" y="3643"/>
                      <a:pt x="2354" y="3643"/>
                    </a:cubicBezTo>
                    <a:cubicBezTo>
                      <a:pt x="2356" y="3643"/>
                      <a:pt x="2357" y="3643"/>
                      <a:pt x="2359" y="3643"/>
                    </a:cubicBezTo>
                    <a:cubicBezTo>
                      <a:pt x="2367" y="3643"/>
                      <a:pt x="2374" y="3641"/>
                      <a:pt x="2382" y="3640"/>
                    </a:cubicBezTo>
                    <a:cubicBezTo>
                      <a:pt x="2392" y="3638"/>
                      <a:pt x="2401" y="3638"/>
                      <a:pt x="2405" y="3627"/>
                    </a:cubicBezTo>
                    <a:cubicBezTo>
                      <a:pt x="2406" y="3623"/>
                      <a:pt x="2406" y="3618"/>
                      <a:pt x="2400" y="3618"/>
                    </a:cubicBezTo>
                    <a:cubicBezTo>
                      <a:pt x="2395" y="3618"/>
                      <a:pt x="2387" y="3616"/>
                      <a:pt x="2380" y="3616"/>
                    </a:cubicBezTo>
                    <a:cubicBezTo>
                      <a:pt x="2373" y="3616"/>
                      <a:pt x="2367" y="3617"/>
                      <a:pt x="2360" y="3619"/>
                    </a:cubicBezTo>
                    <a:cubicBezTo>
                      <a:pt x="2354" y="3620"/>
                      <a:pt x="2348" y="3621"/>
                      <a:pt x="2342" y="3623"/>
                    </a:cubicBezTo>
                    <a:cubicBezTo>
                      <a:pt x="2343" y="3611"/>
                      <a:pt x="2344" y="3598"/>
                      <a:pt x="2346" y="3587"/>
                    </a:cubicBezTo>
                    <a:cubicBezTo>
                      <a:pt x="2356" y="3585"/>
                      <a:pt x="2366" y="3583"/>
                      <a:pt x="2374" y="3581"/>
                    </a:cubicBezTo>
                    <a:cubicBezTo>
                      <a:pt x="2386" y="3580"/>
                      <a:pt x="2397" y="3577"/>
                      <a:pt x="2407" y="3571"/>
                    </a:cubicBezTo>
                    <a:cubicBezTo>
                      <a:pt x="2408" y="3570"/>
                      <a:pt x="2409" y="3570"/>
                      <a:pt x="2410" y="3569"/>
                    </a:cubicBezTo>
                    <a:cubicBezTo>
                      <a:pt x="2411" y="3568"/>
                      <a:pt x="2411" y="3568"/>
                      <a:pt x="2412" y="3567"/>
                    </a:cubicBezTo>
                    <a:cubicBezTo>
                      <a:pt x="2412" y="3566"/>
                      <a:pt x="2413" y="3566"/>
                      <a:pt x="2413" y="3564"/>
                    </a:cubicBezTo>
                    <a:cubicBezTo>
                      <a:pt x="2413" y="3563"/>
                      <a:pt x="2412" y="3561"/>
                      <a:pt x="2412" y="3560"/>
                    </a:cubicBezTo>
                    <a:cubicBezTo>
                      <a:pt x="2411" y="3559"/>
                      <a:pt x="2411" y="3559"/>
                      <a:pt x="2410" y="3558"/>
                    </a:cubicBezTo>
                    <a:cubicBezTo>
                      <a:pt x="2409" y="3558"/>
                      <a:pt x="2409" y="3558"/>
                      <a:pt x="2408" y="3557"/>
                    </a:cubicBezTo>
                    <a:cubicBezTo>
                      <a:pt x="2402" y="3554"/>
                      <a:pt x="2395" y="3551"/>
                      <a:pt x="2388" y="3551"/>
                    </a:cubicBezTo>
                    <a:cubicBezTo>
                      <a:pt x="2384" y="3551"/>
                      <a:pt x="2381" y="3552"/>
                      <a:pt x="2377" y="3553"/>
                    </a:cubicBezTo>
                    <a:cubicBezTo>
                      <a:pt x="2371" y="3554"/>
                      <a:pt x="2364" y="3555"/>
                      <a:pt x="2357" y="3557"/>
                    </a:cubicBezTo>
                    <a:lnTo>
                      <a:pt x="2352" y="3559"/>
                    </a:lnTo>
                    <a:cubicBezTo>
                      <a:pt x="2354" y="3550"/>
                      <a:pt x="2355" y="3541"/>
                      <a:pt x="2357" y="3532"/>
                    </a:cubicBezTo>
                    <a:cubicBezTo>
                      <a:pt x="2359" y="3532"/>
                      <a:pt x="2360" y="3531"/>
                      <a:pt x="2362" y="3530"/>
                    </a:cubicBezTo>
                    <a:cubicBezTo>
                      <a:pt x="2365" y="3528"/>
                      <a:pt x="2375" y="3530"/>
                      <a:pt x="2379" y="3530"/>
                    </a:cubicBezTo>
                    <a:cubicBezTo>
                      <a:pt x="2394" y="3529"/>
                      <a:pt x="2409" y="3525"/>
                      <a:pt x="2423" y="3518"/>
                    </a:cubicBezTo>
                    <a:cubicBezTo>
                      <a:pt x="2427" y="3516"/>
                      <a:pt x="2426" y="3509"/>
                      <a:pt x="2422" y="3507"/>
                    </a:cubicBezTo>
                    <a:cubicBezTo>
                      <a:pt x="2415" y="3504"/>
                      <a:pt x="2408" y="3503"/>
                      <a:pt x="2402" y="3503"/>
                    </a:cubicBezTo>
                    <a:cubicBezTo>
                      <a:pt x="2396" y="3503"/>
                      <a:pt x="2391" y="3504"/>
                      <a:pt x="2385" y="3506"/>
                    </a:cubicBezTo>
                    <a:cubicBezTo>
                      <a:pt x="2378" y="3507"/>
                      <a:pt x="2371" y="3508"/>
                      <a:pt x="2363" y="3509"/>
                    </a:cubicBezTo>
                    <a:lnTo>
                      <a:pt x="2360" y="3509"/>
                    </a:lnTo>
                    <a:cubicBezTo>
                      <a:pt x="2360" y="3501"/>
                      <a:pt x="2362" y="3493"/>
                      <a:pt x="2362" y="3486"/>
                    </a:cubicBezTo>
                    <a:cubicBezTo>
                      <a:pt x="2379" y="3486"/>
                      <a:pt x="2395" y="3481"/>
                      <a:pt x="2410" y="3473"/>
                    </a:cubicBezTo>
                    <a:cubicBezTo>
                      <a:pt x="2411" y="3472"/>
                      <a:pt x="2413" y="3471"/>
                      <a:pt x="2415" y="3470"/>
                    </a:cubicBezTo>
                    <a:cubicBezTo>
                      <a:pt x="2415" y="3469"/>
                      <a:pt x="2415" y="3469"/>
                      <a:pt x="2415" y="3469"/>
                    </a:cubicBezTo>
                    <a:cubicBezTo>
                      <a:pt x="2416" y="3467"/>
                      <a:pt x="2416" y="3467"/>
                      <a:pt x="2416" y="3465"/>
                    </a:cubicBezTo>
                    <a:cubicBezTo>
                      <a:pt x="2416" y="3464"/>
                      <a:pt x="2416" y="3462"/>
                      <a:pt x="2415" y="3461"/>
                    </a:cubicBezTo>
                    <a:cubicBezTo>
                      <a:pt x="2414" y="3460"/>
                      <a:pt x="2414" y="3459"/>
                      <a:pt x="2413" y="3458"/>
                    </a:cubicBezTo>
                    <a:cubicBezTo>
                      <a:pt x="2412" y="3458"/>
                      <a:pt x="2412" y="3458"/>
                      <a:pt x="2412" y="3458"/>
                    </a:cubicBezTo>
                    <a:cubicBezTo>
                      <a:pt x="2407" y="3456"/>
                      <a:pt x="2401" y="3456"/>
                      <a:pt x="2395" y="3456"/>
                    </a:cubicBezTo>
                    <a:cubicBezTo>
                      <a:pt x="2390" y="3456"/>
                      <a:pt x="2384" y="3456"/>
                      <a:pt x="2379" y="3458"/>
                    </a:cubicBezTo>
                    <a:lnTo>
                      <a:pt x="2364" y="3460"/>
                    </a:lnTo>
                    <a:cubicBezTo>
                      <a:pt x="2366" y="3447"/>
                      <a:pt x="2367" y="3435"/>
                      <a:pt x="2369" y="3421"/>
                    </a:cubicBezTo>
                    <a:cubicBezTo>
                      <a:pt x="2374" y="3420"/>
                      <a:pt x="2380" y="3420"/>
                      <a:pt x="2386" y="3419"/>
                    </a:cubicBezTo>
                    <a:cubicBezTo>
                      <a:pt x="2388" y="3420"/>
                      <a:pt x="2390" y="3420"/>
                      <a:pt x="2393" y="3420"/>
                    </a:cubicBezTo>
                    <a:cubicBezTo>
                      <a:pt x="2408" y="3420"/>
                      <a:pt x="2424" y="3416"/>
                      <a:pt x="2439" y="3410"/>
                    </a:cubicBezTo>
                    <a:cubicBezTo>
                      <a:pt x="2443" y="3408"/>
                      <a:pt x="2445" y="3400"/>
                      <a:pt x="2439" y="3398"/>
                    </a:cubicBezTo>
                    <a:cubicBezTo>
                      <a:pt x="2429" y="3394"/>
                      <a:pt x="2419" y="3392"/>
                      <a:pt x="2408" y="3392"/>
                    </a:cubicBezTo>
                    <a:cubicBezTo>
                      <a:pt x="2403" y="3392"/>
                      <a:pt x="2397" y="3393"/>
                      <a:pt x="2391" y="3394"/>
                    </a:cubicBezTo>
                    <a:cubicBezTo>
                      <a:pt x="2385" y="3395"/>
                      <a:pt x="2379" y="3395"/>
                      <a:pt x="2373" y="3397"/>
                    </a:cubicBezTo>
                    <a:cubicBezTo>
                      <a:pt x="2373" y="3393"/>
                      <a:pt x="2374" y="3390"/>
                      <a:pt x="2375" y="3386"/>
                    </a:cubicBezTo>
                    <a:cubicBezTo>
                      <a:pt x="2376" y="3383"/>
                      <a:pt x="2377" y="3377"/>
                      <a:pt x="2379" y="3372"/>
                    </a:cubicBezTo>
                    <a:cubicBezTo>
                      <a:pt x="2399" y="3367"/>
                      <a:pt x="2421" y="3370"/>
                      <a:pt x="2441" y="3361"/>
                    </a:cubicBezTo>
                    <a:cubicBezTo>
                      <a:pt x="2441" y="3361"/>
                      <a:pt x="2441" y="3362"/>
                      <a:pt x="2442" y="3361"/>
                    </a:cubicBezTo>
                    <a:cubicBezTo>
                      <a:pt x="2443" y="3360"/>
                      <a:pt x="2443" y="3360"/>
                      <a:pt x="2444" y="3359"/>
                    </a:cubicBezTo>
                    <a:cubicBezTo>
                      <a:pt x="2445" y="3358"/>
                      <a:pt x="2444" y="3357"/>
                      <a:pt x="2444" y="3356"/>
                    </a:cubicBezTo>
                    <a:cubicBezTo>
                      <a:pt x="2444" y="3355"/>
                      <a:pt x="2445" y="3354"/>
                      <a:pt x="2444" y="3353"/>
                    </a:cubicBezTo>
                    <a:cubicBezTo>
                      <a:pt x="2443" y="3352"/>
                      <a:pt x="2442" y="3351"/>
                      <a:pt x="2442" y="3351"/>
                    </a:cubicBezTo>
                    <a:cubicBezTo>
                      <a:pt x="2441" y="3351"/>
                      <a:pt x="2441" y="3351"/>
                      <a:pt x="2441" y="3351"/>
                    </a:cubicBezTo>
                    <a:cubicBezTo>
                      <a:pt x="2430" y="3346"/>
                      <a:pt x="2419" y="3344"/>
                      <a:pt x="2408" y="3344"/>
                    </a:cubicBezTo>
                    <a:cubicBezTo>
                      <a:pt x="2400" y="3344"/>
                      <a:pt x="2393" y="3345"/>
                      <a:pt x="2386" y="3347"/>
                    </a:cubicBezTo>
                    <a:cubicBezTo>
                      <a:pt x="2388" y="3339"/>
                      <a:pt x="2391" y="3332"/>
                      <a:pt x="2393" y="3324"/>
                    </a:cubicBezTo>
                    <a:cubicBezTo>
                      <a:pt x="2393" y="3324"/>
                      <a:pt x="2393" y="3325"/>
                      <a:pt x="2394" y="3324"/>
                    </a:cubicBezTo>
                    <a:cubicBezTo>
                      <a:pt x="2395" y="3323"/>
                      <a:pt x="2397" y="3322"/>
                      <a:pt x="2398" y="3320"/>
                    </a:cubicBezTo>
                    <a:cubicBezTo>
                      <a:pt x="2400" y="3318"/>
                      <a:pt x="2407" y="3320"/>
                      <a:pt x="2410" y="3320"/>
                    </a:cubicBezTo>
                    <a:cubicBezTo>
                      <a:pt x="2416" y="3319"/>
                      <a:pt x="2422" y="3318"/>
                      <a:pt x="2428" y="3318"/>
                    </a:cubicBezTo>
                    <a:cubicBezTo>
                      <a:pt x="2429" y="3318"/>
                      <a:pt x="2430" y="3318"/>
                      <a:pt x="2431" y="3318"/>
                    </a:cubicBezTo>
                    <a:cubicBezTo>
                      <a:pt x="2434" y="3319"/>
                      <a:pt x="2438" y="3319"/>
                      <a:pt x="2441" y="3319"/>
                    </a:cubicBezTo>
                    <a:cubicBezTo>
                      <a:pt x="2451" y="3319"/>
                      <a:pt x="2461" y="3317"/>
                      <a:pt x="2470" y="3313"/>
                    </a:cubicBezTo>
                    <a:cubicBezTo>
                      <a:pt x="2471" y="3312"/>
                      <a:pt x="2472" y="3311"/>
                      <a:pt x="2473" y="3310"/>
                    </a:cubicBezTo>
                    <a:cubicBezTo>
                      <a:pt x="2474" y="3309"/>
                      <a:pt x="2474" y="3308"/>
                      <a:pt x="2474" y="3306"/>
                    </a:cubicBezTo>
                    <a:cubicBezTo>
                      <a:pt x="2474" y="3305"/>
                      <a:pt x="2474" y="3304"/>
                      <a:pt x="2473" y="3303"/>
                    </a:cubicBezTo>
                    <a:cubicBezTo>
                      <a:pt x="2472" y="3302"/>
                      <a:pt x="2471" y="3301"/>
                      <a:pt x="2470" y="3300"/>
                    </a:cubicBezTo>
                    <a:cubicBezTo>
                      <a:pt x="2459" y="3296"/>
                      <a:pt x="2448" y="3293"/>
                      <a:pt x="2436" y="3293"/>
                    </a:cubicBezTo>
                    <a:cubicBezTo>
                      <a:pt x="2428" y="3293"/>
                      <a:pt x="2420" y="3294"/>
                      <a:pt x="2412" y="3296"/>
                    </a:cubicBezTo>
                    <a:cubicBezTo>
                      <a:pt x="2408" y="3296"/>
                      <a:pt x="2403" y="3298"/>
                      <a:pt x="2398" y="3299"/>
                    </a:cubicBezTo>
                    <a:cubicBezTo>
                      <a:pt x="2400" y="3288"/>
                      <a:pt x="2403" y="3278"/>
                      <a:pt x="2405" y="3267"/>
                    </a:cubicBezTo>
                    <a:cubicBezTo>
                      <a:pt x="2414" y="3264"/>
                      <a:pt x="2424" y="3262"/>
                      <a:pt x="2434" y="3262"/>
                    </a:cubicBezTo>
                    <a:cubicBezTo>
                      <a:pt x="2435" y="3262"/>
                      <a:pt x="2435" y="3262"/>
                      <a:pt x="2436" y="3262"/>
                    </a:cubicBezTo>
                    <a:cubicBezTo>
                      <a:pt x="2451" y="3262"/>
                      <a:pt x="2465" y="3258"/>
                      <a:pt x="2478" y="3251"/>
                    </a:cubicBezTo>
                    <a:cubicBezTo>
                      <a:pt x="2479" y="3250"/>
                      <a:pt x="2479" y="3250"/>
                      <a:pt x="2480" y="3249"/>
                    </a:cubicBezTo>
                    <a:cubicBezTo>
                      <a:pt x="2481" y="3248"/>
                      <a:pt x="2481" y="3246"/>
                      <a:pt x="2481" y="3245"/>
                    </a:cubicBezTo>
                    <a:cubicBezTo>
                      <a:pt x="2481" y="3244"/>
                      <a:pt x="2480" y="3243"/>
                      <a:pt x="2480" y="3242"/>
                    </a:cubicBezTo>
                    <a:cubicBezTo>
                      <a:pt x="2479" y="3241"/>
                      <a:pt x="2479" y="3240"/>
                      <a:pt x="2478" y="3240"/>
                    </a:cubicBezTo>
                    <a:cubicBezTo>
                      <a:pt x="2468" y="3235"/>
                      <a:pt x="2458" y="3232"/>
                      <a:pt x="2447" y="3232"/>
                    </a:cubicBezTo>
                    <a:cubicBezTo>
                      <a:pt x="2440" y="3232"/>
                      <a:pt x="2434" y="3233"/>
                      <a:pt x="2428" y="3235"/>
                    </a:cubicBezTo>
                    <a:cubicBezTo>
                      <a:pt x="2422" y="3235"/>
                      <a:pt x="2417" y="3236"/>
                      <a:pt x="2412" y="3238"/>
                    </a:cubicBezTo>
                    <a:cubicBezTo>
                      <a:pt x="2415" y="3226"/>
                      <a:pt x="2417" y="3214"/>
                      <a:pt x="2420" y="3202"/>
                    </a:cubicBezTo>
                    <a:cubicBezTo>
                      <a:pt x="2426" y="3202"/>
                      <a:pt x="2432" y="3201"/>
                      <a:pt x="2438" y="3200"/>
                    </a:cubicBezTo>
                    <a:cubicBezTo>
                      <a:pt x="2448" y="3197"/>
                      <a:pt x="2461" y="3198"/>
                      <a:pt x="2466" y="3188"/>
                    </a:cubicBezTo>
                    <a:cubicBezTo>
                      <a:pt x="2467" y="3187"/>
                      <a:pt x="2467" y="3186"/>
                      <a:pt x="2467" y="3184"/>
                    </a:cubicBezTo>
                    <a:cubicBezTo>
                      <a:pt x="2467" y="3183"/>
                      <a:pt x="2467" y="3182"/>
                      <a:pt x="2466" y="3181"/>
                    </a:cubicBezTo>
                    <a:cubicBezTo>
                      <a:pt x="2457" y="3170"/>
                      <a:pt x="2446" y="3172"/>
                      <a:pt x="2434" y="3175"/>
                    </a:cubicBezTo>
                    <a:lnTo>
                      <a:pt x="2425" y="3177"/>
                    </a:lnTo>
                    <a:cubicBezTo>
                      <a:pt x="2426" y="3171"/>
                      <a:pt x="2427" y="3165"/>
                      <a:pt x="2428" y="3159"/>
                    </a:cubicBezTo>
                    <a:lnTo>
                      <a:pt x="2441" y="3156"/>
                    </a:lnTo>
                    <a:cubicBezTo>
                      <a:pt x="2453" y="3152"/>
                      <a:pt x="2465" y="3149"/>
                      <a:pt x="2477" y="3147"/>
                    </a:cubicBezTo>
                    <a:cubicBezTo>
                      <a:pt x="2496" y="3145"/>
                      <a:pt x="2514" y="3141"/>
                      <a:pt x="2531" y="3134"/>
                    </a:cubicBezTo>
                    <a:lnTo>
                      <a:pt x="2532" y="3134"/>
                    </a:lnTo>
                    <a:cubicBezTo>
                      <a:pt x="2533" y="3133"/>
                      <a:pt x="2534" y="3132"/>
                      <a:pt x="2535" y="3131"/>
                    </a:cubicBezTo>
                    <a:cubicBezTo>
                      <a:pt x="2536" y="3130"/>
                      <a:pt x="2536" y="3129"/>
                      <a:pt x="2536" y="3127"/>
                    </a:cubicBezTo>
                    <a:cubicBezTo>
                      <a:pt x="2536" y="3126"/>
                      <a:pt x="2536" y="3125"/>
                      <a:pt x="2535" y="3123"/>
                    </a:cubicBezTo>
                    <a:cubicBezTo>
                      <a:pt x="2534" y="3122"/>
                      <a:pt x="2533" y="3121"/>
                      <a:pt x="2532" y="3120"/>
                    </a:cubicBezTo>
                    <a:cubicBezTo>
                      <a:pt x="2531" y="3119"/>
                      <a:pt x="2531" y="3119"/>
                      <a:pt x="2531" y="3119"/>
                    </a:cubicBezTo>
                    <a:cubicBezTo>
                      <a:pt x="2504" y="3106"/>
                      <a:pt x="2466" y="3117"/>
                      <a:pt x="2439" y="3127"/>
                    </a:cubicBezTo>
                    <a:lnTo>
                      <a:pt x="2435" y="3129"/>
                    </a:lnTo>
                    <a:lnTo>
                      <a:pt x="2442" y="3090"/>
                    </a:lnTo>
                    <a:lnTo>
                      <a:pt x="2453" y="3090"/>
                    </a:lnTo>
                    <a:cubicBezTo>
                      <a:pt x="2473" y="3089"/>
                      <a:pt x="2493" y="3084"/>
                      <a:pt x="2512" y="3076"/>
                    </a:cubicBezTo>
                    <a:cubicBezTo>
                      <a:pt x="2513" y="3075"/>
                      <a:pt x="2513" y="3074"/>
                      <a:pt x="2514" y="3073"/>
                    </a:cubicBezTo>
                    <a:cubicBezTo>
                      <a:pt x="2515" y="3072"/>
                      <a:pt x="2515" y="3071"/>
                      <a:pt x="2515" y="3069"/>
                    </a:cubicBezTo>
                    <a:cubicBezTo>
                      <a:pt x="2515" y="3068"/>
                      <a:pt x="2515" y="3067"/>
                      <a:pt x="2514" y="3065"/>
                    </a:cubicBezTo>
                    <a:cubicBezTo>
                      <a:pt x="2513" y="3064"/>
                      <a:pt x="2512" y="3063"/>
                      <a:pt x="2511" y="3063"/>
                    </a:cubicBezTo>
                    <a:lnTo>
                      <a:pt x="2511" y="3062"/>
                    </a:lnTo>
                    <a:cubicBezTo>
                      <a:pt x="2501" y="3059"/>
                      <a:pt x="2490" y="3057"/>
                      <a:pt x="2479" y="3057"/>
                    </a:cubicBezTo>
                    <a:cubicBezTo>
                      <a:pt x="2468" y="3057"/>
                      <a:pt x="2457" y="3059"/>
                      <a:pt x="2447" y="3062"/>
                    </a:cubicBezTo>
                    <a:cubicBezTo>
                      <a:pt x="2448" y="3054"/>
                      <a:pt x="2449" y="3046"/>
                      <a:pt x="2451" y="3038"/>
                    </a:cubicBezTo>
                    <a:lnTo>
                      <a:pt x="2455" y="3038"/>
                    </a:lnTo>
                    <a:cubicBezTo>
                      <a:pt x="2464" y="3037"/>
                      <a:pt x="2473" y="3035"/>
                      <a:pt x="2482" y="3034"/>
                    </a:cubicBezTo>
                    <a:cubicBezTo>
                      <a:pt x="2483" y="3034"/>
                      <a:pt x="2483" y="3034"/>
                      <a:pt x="2484" y="3034"/>
                    </a:cubicBezTo>
                    <a:cubicBezTo>
                      <a:pt x="2497" y="3034"/>
                      <a:pt x="2510" y="3031"/>
                      <a:pt x="2522" y="3025"/>
                    </a:cubicBezTo>
                    <a:cubicBezTo>
                      <a:pt x="2523" y="3024"/>
                      <a:pt x="2523" y="3024"/>
                      <a:pt x="2524" y="3022"/>
                    </a:cubicBezTo>
                    <a:cubicBezTo>
                      <a:pt x="2524" y="3021"/>
                      <a:pt x="2525" y="3020"/>
                      <a:pt x="2525" y="3019"/>
                    </a:cubicBezTo>
                    <a:cubicBezTo>
                      <a:pt x="2525" y="3018"/>
                      <a:pt x="2525" y="3016"/>
                      <a:pt x="2524" y="3015"/>
                    </a:cubicBezTo>
                    <a:cubicBezTo>
                      <a:pt x="2524" y="3014"/>
                      <a:pt x="2523" y="3013"/>
                      <a:pt x="2522" y="3013"/>
                    </a:cubicBezTo>
                    <a:cubicBezTo>
                      <a:pt x="2512" y="3009"/>
                      <a:pt x="2502" y="3007"/>
                      <a:pt x="2492" y="3007"/>
                    </a:cubicBezTo>
                    <a:cubicBezTo>
                      <a:pt x="2485" y="3007"/>
                      <a:pt x="2479" y="3008"/>
                      <a:pt x="2473" y="3009"/>
                    </a:cubicBezTo>
                    <a:cubicBezTo>
                      <a:pt x="2467" y="3010"/>
                      <a:pt x="2461" y="3011"/>
                      <a:pt x="2455" y="3012"/>
                    </a:cubicBezTo>
                    <a:cubicBezTo>
                      <a:pt x="2457" y="3003"/>
                      <a:pt x="2458" y="2994"/>
                      <a:pt x="2459" y="2986"/>
                    </a:cubicBezTo>
                    <a:cubicBezTo>
                      <a:pt x="2488" y="2987"/>
                      <a:pt x="2530" y="2987"/>
                      <a:pt x="2554" y="2971"/>
                    </a:cubicBezTo>
                    <a:cubicBezTo>
                      <a:pt x="2555" y="2970"/>
                      <a:pt x="2555" y="2969"/>
                      <a:pt x="2556" y="2968"/>
                    </a:cubicBezTo>
                    <a:cubicBezTo>
                      <a:pt x="2556" y="2967"/>
                      <a:pt x="2557" y="2966"/>
                      <a:pt x="2557" y="2964"/>
                    </a:cubicBezTo>
                    <a:cubicBezTo>
                      <a:pt x="2557" y="2963"/>
                      <a:pt x="2556" y="2961"/>
                      <a:pt x="2556" y="2960"/>
                    </a:cubicBezTo>
                    <a:cubicBezTo>
                      <a:pt x="2555" y="2959"/>
                      <a:pt x="2555" y="2958"/>
                      <a:pt x="2554" y="2958"/>
                    </a:cubicBezTo>
                    <a:cubicBezTo>
                      <a:pt x="2547" y="2954"/>
                      <a:pt x="2539" y="2953"/>
                      <a:pt x="2531" y="2953"/>
                    </a:cubicBezTo>
                    <a:cubicBezTo>
                      <a:pt x="2526" y="2953"/>
                      <a:pt x="2520" y="2954"/>
                      <a:pt x="2514" y="2956"/>
                    </a:cubicBezTo>
                    <a:cubicBezTo>
                      <a:pt x="2498" y="2959"/>
                      <a:pt x="2480" y="2961"/>
                      <a:pt x="2463" y="2963"/>
                    </a:cubicBezTo>
                    <a:cubicBezTo>
                      <a:pt x="2463" y="2956"/>
                      <a:pt x="2465" y="2949"/>
                      <a:pt x="2466" y="2942"/>
                    </a:cubicBezTo>
                    <a:cubicBezTo>
                      <a:pt x="2477" y="2931"/>
                      <a:pt x="2507" y="2937"/>
                      <a:pt x="2521" y="2937"/>
                    </a:cubicBezTo>
                    <a:cubicBezTo>
                      <a:pt x="2523" y="2937"/>
                      <a:pt x="2524" y="2938"/>
                      <a:pt x="2526" y="2938"/>
                    </a:cubicBezTo>
                    <a:cubicBezTo>
                      <a:pt x="2531" y="2938"/>
                      <a:pt x="2537" y="2936"/>
                      <a:pt x="2542" y="2933"/>
                    </a:cubicBezTo>
                    <a:cubicBezTo>
                      <a:pt x="2544" y="2932"/>
                      <a:pt x="2546" y="2930"/>
                      <a:pt x="2548" y="2928"/>
                    </a:cubicBezTo>
                    <a:cubicBezTo>
                      <a:pt x="2549" y="2928"/>
                      <a:pt x="2549" y="2928"/>
                      <a:pt x="2549" y="2927"/>
                    </a:cubicBezTo>
                    <a:cubicBezTo>
                      <a:pt x="2549" y="2926"/>
                      <a:pt x="2550" y="2925"/>
                      <a:pt x="2550" y="2924"/>
                    </a:cubicBezTo>
                    <a:cubicBezTo>
                      <a:pt x="2550" y="2923"/>
                      <a:pt x="2549" y="2922"/>
                      <a:pt x="2549" y="2921"/>
                    </a:cubicBezTo>
                    <a:cubicBezTo>
                      <a:pt x="2549" y="2920"/>
                      <a:pt x="2549" y="2920"/>
                      <a:pt x="2548" y="2920"/>
                    </a:cubicBezTo>
                    <a:cubicBezTo>
                      <a:pt x="2536" y="2905"/>
                      <a:pt x="2509" y="2911"/>
                      <a:pt x="2492" y="2911"/>
                    </a:cubicBezTo>
                    <a:cubicBezTo>
                      <a:pt x="2491" y="2911"/>
                      <a:pt x="2490" y="2911"/>
                      <a:pt x="2489" y="2911"/>
                    </a:cubicBezTo>
                    <a:cubicBezTo>
                      <a:pt x="2483" y="2911"/>
                      <a:pt x="2477" y="2911"/>
                      <a:pt x="2471" y="2913"/>
                    </a:cubicBezTo>
                    <a:cubicBezTo>
                      <a:pt x="2473" y="2902"/>
                      <a:pt x="2475" y="2891"/>
                      <a:pt x="2477" y="2881"/>
                    </a:cubicBezTo>
                    <a:cubicBezTo>
                      <a:pt x="2507" y="2865"/>
                      <a:pt x="2542" y="2885"/>
                      <a:pt x="2574" y="2885"/>
                    </a:cubicBezTo>
                    <a:cubicBezTo>
                      <a:pt x="2575" y="2885"/>
                      <a:pt x="2576" y="2885"/>
                      <a:pt x="2578" y="2884"/>
                    </a:cubicBezTo>
                    <a:cubicBezTo>
                      <a:pt x="2579" y="2883"/>
                      <a:pt x="2580" y="2882"/>
                      <a:pt x="2581" y="2881"/>
                    </a:cubicBezTo>
                    <a:cubicBezTo>
                      <a:pt x="2582" y="2880"/>
                      <a:pt x="2582" y="2878"/>
                      <a:pt x="2582" y="2877"/>
                    </a:cubicBezTo>
                    <a:cubicBezTo>
                      <a:pt x="2582" y="2876"/>
                      <a:pt x="2582" y="2875"/>
                      <a:pt x="2582" y="2874"/>
                    </a:cubicBezTo>
                    <a:cubicBezTo>
                      <a:pt x="2575" y="2854"/>
                      <a:pt x="2549" y="2851"/>
                      <a:pt x="2531" y="2849"/>
                    </a:cubicBezTo>
                    <a:cubicBezTo>
                      <a:pt x="2527" y="2849"/>
                      <a:pt x="2523" y="2849"/>
                      <a:pt x="2520" y="2849"/>
                    </a:cubicBezTo>
                    <a:cubicBezTo>
                      <a:pt x="2506" y="2849"/>
                      <a:pt x="2493" y="2852"/>
                      <a:pt x="2481" y="2857"/>
                    </a:cubicBezTo>
                    <a:cubicBezTo>
                      <a:pt x="2484" y="2844"/>
                      <a:pt x="2487" y="2831"/>
                      <a:pt x="2490" y="2817"/>
                    </a:cubicBezTo>
                    <a:cubicBezTo>
                      <a:pt x="2501" y="2814"/>
                      <a:pt x="2513" y="2813"/>
                      <a:pt x="2525" y="2813"/>
                    </a:cubicBezTo>
                    <a:cubicBezTo>
                      <a:pt x="2531" y="2813"/>
                      <a:pt x="2537" y="2813"/>
                      <a:pt x="2543" y="2814"/>
                    </a:cubicBezTo>
                    <a:cubicBezTo>
                      <a:pt x="2556" y="2814"/>
                      <a:pt x="2570" y="2811"/>
                      <a:pt x="2584" y="2811"/>
                    </a:cubicBezTo>
                    <a:cubicBezTo>
                      <a:pt x="2589" y="2811"/>
                      <a:pt x="2591" y="2805"/>
                      <a:pt x="2589" y="2801"/>
                    </a:cubicBezTo>
                    <a:cubicBezTo>
                      <a:pt x="2579" y="2784"/>
                      <a:pt x="2552" y="2789"/>
                      <a:pt x="2536" y="2789"/>
                    </a:cubicBezTo>
                    <a:cubicBezTo>
                      <a:pt x="2534" y="2789"/>
                      <a:pt x="2533" y="2789"/>
                      <a:pt x="2531" y="2789"/>
                    </a:cubicBezTo>
                    <a:cubicBezTo>
                      <a:pt x="2520" y="2789"/>
                      <a:pt x="2508" y="2790"/>
                      <a:pt x="2496" y="2793"/>
                    </a:cubicBezTo>
                    <a:cubicBezTo>
                      <a:pt x="2498" y="2788"/>
                      <a:pt x="2499" y="2782"/>
                      <a:pt x="2500" y="2777"/>
                    </a:cubicBezTo>
                    <a:cubicBezTo>
                      <a:pt x="2501" y="2772"/>
                      <a:pt x="2502" y="2768"/>
                      <a:pt x="2503" y="2764"/>
                    </a:cubicBezTo>
                    <a:cubicBezTo>
                      <a:pt x="2519" y="2756"/>
                      <a:pt x="2545" y="2764"/>
                      <a:pt x="2562" y="2764"/>
                    </a:cubicBezTo>
                    <a:cubicBezTo>
                      <a:pt x="2580" y="2764"/>
                      <a:pt x="2595" y="2769"/>
                      <a:pt x="2611" y="2770"/>
                    </a:cubicBezTo>
                    <a:cubicBezTo>
                      <a:pt x="2613" y="2770"/>
                      <a:pt x="2614" y="2769"/>
                      <a:pt x="2616" y="2768"/>
                    </a:cubicBezTo>
                    <a:cubicBezTo>
                      <a:pt x="2618" y="2768"/>
                      <a:pt x="2618" y="2767"/>
                      <a:pt x="2619" y="2765"/>
                    </a:cubicBezTo>
                    <a:cubicBezTo>
                      <a:pt x="2620" y="2764"/>
                      <a:pt x="2620" y="2762"/>
                      <a:pt x="2620" y="2761"/>
                    </a:cubicBezTo>
                    <a:cubicBezTo>
                      <a:pt x="2620" y="2760"/>
                      <a:pt x="2620" y="2760"/>
                      <a:pt x="2620" y="2759"/>
                    </a:cubicBezTo>
                    <a:cubicBezTo>
                      <a:pt x="2615" y="2737"/>
                      <a:pt x="2580" y="2737"/>
                      <a:pt x="2564" y="2737"/>
                    </a:cubicBezTo>
                    <a:cubicBezTo>
                      <a:pt x="2560" y="2737"/>
                      <a:pt x="2556" y="2737"/>
                      <a:pt x="2552" y="2737"/>
                    </a:cubicBezTo>
                    <a:cubicBezTo>
                      <a:pt x="2537" y="2737"/>
                      <a:pt x="2523" y="2738"/>
                      <a:pt x="2508" y="2742"/>
                    </a:cubicBezTo>
                    <a:cubicBezTo>
                      <a:pt x="2510" y="2731"/>
                      <a:pt x="2511" y="2720"/>
                      <a:pt x="2513" y="2709"/>
                    </a:cubicBezTo>
                    <a:cubicBezTo>
                      <a:pt x="2542" y="2698"/>
                      <a:pt x="2577" y="2713"/>
                      <a:pt x="2605" y="2700"/>
                    </a:cubicBezTo>
                    <a:cubicBezTo>
                      <a:pt x="2606" y="2699"/>
                      <a:pt x="2607" y="2698"/>
                      <a:pt x="2608" y="2697"/>
                    </a:cubicBezTo>
                    <a:cubicBezTo>
                      <a:pt x="2609" y="2696"/>
                      <a:pt x="2609" y="2695"/>
                      <a:pt x="2609" y="2693"/>
                    </a:cubicBezTo>
                    <a:cubicBezTo>
                      <a:pt x="2609" y="2692"/>
                      <a:pt x="2609" y="2692"/>
                      <a:pt x="2608" y="2690"/>
                    </a:cubicBezTo>
                    <a:cubicBezTo>
                      <a:pt x="2607" y="2689"/>
                      <a:pt x="2606" y="2688"/>
                      <a:pt x="2605" y="2687"/>
                    </a:cubicBezTo>
                    <a:cubicBezTo>
                      <a:pt x="2591" y="2682"/>
                      <a:pt x="2577" y="2679"/>
                      <a:pt x="2562" y="2679"/>
                    </a:cubicBezTo>
                    <a:cubicBezTo>
                      <a:pt x="2547" y="2679"/>
                      <a:pt x="2531" y="2682"/>
                      <a:pt x="2517" y="2688"/>
                    </a:cubicBezTo>
                    <a:cubicBezTo>
                      <a:pt x="2518" y="2682"/>
                      <a:pt x="2519" y="2676"/>
                      <a:pt x="2520" y="2670"/>
                    </a:cubicBezTo>
                    <a:cubicBezTo>
                      <a:pt x="2521" y="2662"/>
                      <a:pt x="2523" y="2655"/>
                      <a:pt x="2526" y="2648"/>
                    </a:cubicBezTo>
                    <a:cubicBezTo>
                      <a:pt x="2527" y="2647"/>
                      <a:pt x="2529" y="2647"/>
                      <a:pt x="2530" y="2646"/>
                    </a:cubicBezTo>
                    <a:cubicBezTo>
                      <a:pt x="2532" y="2645"/>
                      <a:pt x="2533" y="2644"/>
                      <a:pt x="2534" y="2642"/>
                    </a:cubicBezTo>
                    <a:cubicBezTo>
                      <a:pt x="2535" y="2641"/>
                      <a:pt x="2535" y="2640"/>
                      <a:pt x="2535" y="2639"/>
                    </a:cubicBezTo>
                    <a:cubicBezTo>
                      <a:pt x="2537" y="2632"/>
                      <a:pt x="2569" y="2631"/>
                      <a:pt x="2577" y="2629"/>
                    </a:cubicBezTo>
                    <a:cubicBezTo>
                      <a:pt x="2603" y="2624"/>
                      <a:pt x="2632" y="2628"/>
                      <a:pt x="2659" y="2620"/>
                    </a:cubicBezTo>
                    <a:lnTo>
                      <a:pt x="2660" y="2620"/>
                    </a:lnTo>
                    <a:cubicBezTo>
                      <a:pt x="2662" y="2619"/>
                      <a:pt x="2662" y="2618"/>
                      <a:pt x="2663" y="2616"/>
                    </a:cubicBezTo>
                    <a:cubicBezTo>
                      <a:pt x="2664" y="2615"/>
                      <a:pt x="2665" y="2614"/>
                      <a:pt x="2665" y="2612"/>
                    </a:cubicBezTo>
                    <a:cubicBezTo>
                      <a:pt x="2665" y="2611"/>
                      <a:pt x="2664" y="2609"/>
                      <a:pt x="2663" y="2607"/>
                    </a:cubicBezTo>
                    <a:cubicBezTo>
                      <a:pt x="2662" y="2606"/>
                      <a:pt x="2662" y="2605"/>
                      <a:pt x="2660" y="2604"/>
                    </a:cubicBezTo>
                    <a:cubicBezTo>
                      <a:pt x="2632" y="2586"/>
                      <a:pt x="2592" y="2594"/>
                      <a:pt x="2562" y="2602"/>
                    </a:cubicBezTo>
                    <a:cubicBezTo>
                      <a:pt x="2554" y="2603"/>
                      <a:pt x="2546" y="2605"/>
                      <a:pt x="2539" y="2607"/>
                    </a:cubicBezTo>
                    <a:cubicBezTo>
                      <a:pt x="2541" y="2600"/>
                      <a:pt x="2543" y="2592"/>
                      <a:pt x="2543" y="2584"/>
                    </a:cubicBezTo>
                    <a:cubicBezTo>
                      <a:pt x="2543" y="2583"/>
                      <a:pt x="2543" y="2581"/>
                      <a:pt x="2543" y="2580"/>
                    </a:cubicBezTo>
                    <a:cubicBezTo>
                      <a:pt x="2552" y="2580"/>
                      <a:pt x="2561" y="2582"/>
                      <a:pt x="2570" y="2584"/>
                    </a:cubicBezTo>
                    <a:cubicBezTo>
                      <a:pt x="2582" y="2585"/>
                      <a:pt x="2594" y="2590"/>
                      <a:pt x="2606" y="2592"/>
                    </a:cubicBezTo>
                    <a:cubicBezTo>
                      <a:pt x="2607" y="2592"/>
                      <a:pt x="2607" y="2592"/>
                      <a:pt x="2608" y="2592"/>
                    </a:cubicBezTo>
                    <a:cubicBezTo>
                      <a:pt x="2609" y="2592"/>
                      <a:pt x="2611" y="2592"/>
                      <a:pt x="2612" y="2591"/>
                    </a:cubicBezTo>
                    <a:cubicBezTo>
                      <a:pt x="2613" y="2591"/>
                      <a:pt x="2614" y="2590"/>
                      <a:pt x="2615" y="2588"/>
                    </a:cubicBezTo>
                    <a:cubicBezTo>
                      <a:pt x="2616" y="2587"/>
                      <a:pt x="2616" y="2586"/>
                      <a:pt x="2616" y="2585"/>
                    </a:cubicBezTo>
                    <a:cubicBezTo>
                      <a:pt x="2616" y="2584"/>
                      <a:pt x="2615" y="2583"/>
                      <a:pt x="2615" y="2582"/>
                    </a:cubicBezTo>
                    <a:cubicBezTo>
                      <a:pt x="2611" y="2565"/>
                      <a:pt x="2587" y="2561"/>
                      <a:pt x="2572" y="2559"/>
                    </a:cubicBezTo>
                    <a:cubicBezTo>
                      <a:pt x="2567" y="2559"/>
                      <a:pt x="2564" y="2559"/>
                      <a:pt x="2559" y="2559"/>
                    </a:cubicBezTo>
                    <a:cubicBezTo>
                      <a:pt x="2555" y="2559"/>
                      <a:pt x="2550" y="2559"/>
                      <a:pt x="2545" y="2559"/>
                    </a:cubicBezTo>
                    <a:cubicBezTo>
                      <a:pt x="2545" y="2553"/>
                      <a:pt x="2547" y="2546"/>
                      <a:pt x="2548" y="2540"/>
                    </a:cubicBezTo>
                    <a:cubicBezTo>
                      <a:pt x="2549" y="2540"/>
                      <a:pt x="2550" y="2540"/>
                      <a:pt x="2550" y="2540"/>
                    </a:cubicBezTo>
                    <a:cubicBezTo>
                      <a:pt x="2553" y="2540"/>
                      <a:pt x="2555" y="2539"/>
                      <a:pt x="2557" y="2538"/>
                    </a:cubicBezTo>
                    <a:cubicBezTo>
                      <a:pt x="2559" y="2537"/>
                      <a:pt x="2560" y="2535"/>
                      <a:pt x="2561" y="2534"/>
                    </a:cubicBezTo>
                    <a:cubicBezTo>
                      <a:pt x="2562" y="2533"/>
                      <a:pt x="2562" y="2532"/>
                      <a:pt x="2562" y="2531"/>
                    </a:cubicBezTo>
                    <a:cubicBezTo>
                      <a:pt x="2563" y="2530"/>
                      <a:pt x="2593" y="2529"/>
                      <a:pt x="2597" y="2529"/>
                    </a:cubicBezTo>
                    <a:cubicBezTo>
                      <a:pt x="2601" y="2529"/>
                      <a:pt x="2605" y="2530"/>
                      <a:pt x="2608" y="2530"/>
                    </a:cubicBezTo>
                    <a:cubicBezTo>
                      <a:pt x="2624" y="2530"/>
                      <a:pt x="2639" y="2526"/>
                      <a:pt x="2653" y="2521"/>
                    </a:cubicBezTo>
                    <a:cubicBezTo>
                      <a:pt x="2654" y="2520"/>
                      <a:pt x="2655" y="2519"/>
                      <a:pt x="2655" y="2518"/>
                    </a:cubicBezTo>
                    <a:cubicBezTo>
                      <a:pt x="2656" y="2517"/>
                      <a:pt x="2656" y="2515"/>
                      <a:pt x="2656" y="2514"/>
                    </a:cubicBezTo>
                    <a:cubicBezTo>
                      <a:pt x="2656" y="2513"/>
                      <a:pt x="2656" y="2511"/>
                      <a:pt x="2655" y="2510"/>
                    </a:cubicBezTo>
                    <a:cubicBezTo>
                      <a:pt x="2655" y="2509"/>
                      <a:pt x="2654" y="2508"/>
                      <a:pt x="2653" y="2508"/>
                    </a:cubicBezTo>
                    <a:cubicBezTo>
                      <a:pt x="2638" y="2500"/>
                      <a:pt x="2623" y="2496"/>
                      <a:pt x="2607" y="2496"/>
                    </a:cubicBezTo>
                    <a:cubicBezTo>
                      <a:pt x="2599" y="2496"/>
                      <a:pt x="2592" y="2497"/>
                      <a:pt x="2585" y="2499"/>
                    </a:cubicBezTo>
                    <a:cubicBezTo>
                      <a:pt x="2574" y="2500"/>
                      <a:pt x="2564" y="2503"/>
                      <a:pt x="2554" y="2507"/>
                    </a:cubicBezTo>
                    <a:cubicBezTo>
                      <a:pt x="2555" y="2501"/>
                      <a:pt x="2556" y="2495"/>
                      <a:pt x="2557" y="2489"/>
                    </a:cubicBezTo>
                    <a:cubicBezTo>
                      <a:pt x="2561" y="2489"/>
                      <a:pt x="2568" y="2489"/>
                      <a:pt x="2570" y="2489"/>
                    </a:cubicBezTo>
                    <a:cubicBezTo>
                      <a:pt x="2577" y="2489"/>
                      <a:pt x="2583" y="2487"/>
                      <a:pt x="2589" y="2486"/>
                    </a:cubicBezTo>
                    <a:cubicBezTo>
                      <a:pt x="2602" y="2486"/>
                      <a:pt x="2615" y="2483"/>
                      <a:pt x="2626" y="2476"/>
                    </a:cubicBezTo>
                    <a:cubicBezTo>
                      <a:pt x="2627" y="2475"/>
                      <a:pt x="2628" y="2475"/>
                      <a:pt x="2630" y="2474"/>
                    </a:cubicBezTo>
                    <a:cubicBezTo>
                      <a:pt x="2631" y="2473"/>
                      <a:pt x="2631" y="2472"/>
                      <a:pt x="2632" y="2471"/>
                    </a:cubicBezTo>
                    <a:cubicBezTo>
                      <a:pt x="2633" y="2470"/>
                      <a:pt x="2633" y="2469"/>
                      <a:pt x="2633" y="2467"/>
                    </a:cubicBezTo>
                    <a:cubicBezTo>
                      <a:pt x="2633" y="2466"/>
                      <a:pt x="2633" y="2464"/>
                      <a:pt x="2632" y="2463"/>
                    </a:cubicBezTo>
                    <a:cubicBezTo>
                      <a:pt x="2631" y="2462"/>
                      <a:pt x="2631" y="2461"/>
                      <a:pt x="2630" y="2461"/>
                    </a:cubicBezTo>
                    <a:cubicBezTo>
                      <a:pt x="2630" y="2460"/>
                      <a:pt x="2629" y="2460"/>
                      <a:pt x="2629" y="2460"/>
                    </a:cubicBezTo>
                    <a:cubicBezTo>
                      <a:pt x="2622" y="2456"/>
                      <a:pt x="2614" y="2454"/>
                      <a:pt x="2605" y="2454"/>
                    </a:cubicBezTo>
                    <a:cubicBezTo>
                      <a:pt x="2600" y="2454"/>
                      <a:pt x="2595" y="2455"/>
                      <a:pt x="2590" y="2456"/>
                    </a:cubicBezTo>
                    <a:cubicBezTo>
                      <a:pt x="2581" y="2458"/>
                      <a:pt x="2572" y="2460"/>
                      <a:pt x="2562" y="2463"/>
                    </a:cubicBezTo>
                    <a:cubicBezTo>
                      <a:pt x="2564" y="2456"/>
                      <a:pt x="2565" y="2450"/>
                      <a:pt x="2567" y="2443"/>
                    </a:cubicBezTo>
                    <a:cubicBezTo>
                      <a:pt x="2580" y="2443"/>
                      <a:pt x="2593" y="2444"/>
                      <a:pt x="2606" y="2444"/>
                    </a:cubicBezTo>
                    <a:cubicBezTo>
                      <a:pt x="2635" y="2444"/>
                      <a:pt x="2663" y="2442"/>
                      <a:pt x="2691" y="2440"/>
                    </a:cubicBezTo>
                    <a:cubicBezTo>
                      <a:pt x="2696" y="2440"/>
                      <a:pt x="2699" y="2430"/>
                      <a:pt x="2693" y="2427"/>
                    </a:cubicBezTo>
                    <a:cubicBezTo>
                      <a:pt x="2659" y="2407"/>
                      <a:pt x="2611" y="2414"/>
                      <a:pt x="2572" y="2420"/>
                    </a:cubicBezTo>
                    <a:lnTo>
                      <a:pt x="2579" y="2392"/>
                    </a:lnTo>
                    <a:cubicBezTo>
                      <a:pt x="2579" y="2394"/>
                      <a:pt x="2579" y="2396"/>
                      <a:pt x="2580" y="2397"/>
                    </a:cubicBezTo>
                    <a:cubicBezTo>
                      <a:pt x="2581" y="2399"/>
                      <a:pt x="2581" y="2399"/>
                      <a:pt x="2583" y="2400"/>
                    </a:cubicBezTo>
                    <a:cubicBezTo>
                      <a:pt x="2585" y="2401"/>
                      <a:pt x="2586" y="2401"/>
                      <a:pt x="2588" y="2401"/>
                    </a:cubicBezTo>
                    <a:lnTo>
                      <a:pt x="2589" y="2401"/>
                    </a:lnTo>
                    <a:cubicBezTo>
                      <a:pt x="2600" y="2400"/>
                      <a:pt x="2611" y="2399"/>
                      <a:pt x="2622" y="2399"/>
                    </a:cubicBezTo>
                    <a:cubicBezTo>
                      <a:pt x="2627" y="2399"/>
                      <a:pt x="2632" y="2400"/>
                      <a:pt x="2637" y="2400"/>
                    </a:cubicBezTo>
                    <a:cubicBezTo>
                      <a:pt x="2641" y="2400"/>
                      <a:pt x="2645" y="2401"/>
                      <a:pt x="2650" y="2401"/>
                    </a:cubicBezTo>
                    <a:cubicBezTo>
                      <a:pt x="2659" y="2401"/>
                      <a:pt x="2667" y="2400"/>
                      <a:pt x="2676" y="2397"/>
                    </a:cubicBezTo>
                    <a:cubicBezTo>
                      <a:pt x="2681" y="2396"/>
                      <a:pt x="2683" y="2388"/>
                      <a:pt x="2676" y="2386"/>
                    </a:cubicBezTo>
                    <a:cubicBezTo>
                      <a:pt x="2659" y="2381"/>
                      <a:pt x="2641" y="2378"/>
                      <a:pt x="2623" y="2378"/>
                    </a:cubicBezTo>
                    <a:cubicBezTo>
                      <a:pt x="2610" y="2378"/>
                      <a:pt x="2597" y="2380"/>
                      <a:pt x="2585" y="2383"/>
                    </a:cubicBezTo>
                    <a:cubicBezTo>
                      <a:pt x="2584" y="2383"/>
                      <a:pt x="2582" y="2383"/>
                      <a:pt x="2581" y="2384"/>
                    </a:cubicBezTo>
                    <a:cubicBezTo>
                      <a:pt x="2580" y="2385"/>
                      <a:pt x="2579" y="2386"/>
                      <a:pt x="2578" y="2387"/>
                    </a:cubicBezTo>
                    <a:lnTo>
                      <a:pt x="2583" y="2368"/>
                    </a:lnTo>
                    <a:cubicBezTo>
                      <a:pt x="2585" y="2361"/>
                      <a:pt x="2586" y="2354"/>
                      <a:pt x="2588" y="2347"/>
                    </a:cubicBezTo>
                    <a:cubicBezTo>
                      <a:pt x="2594" y="2346"/>
                      <a:pt x="2600" y="2346"/>
                      <a:pt x="2605" y="2346"/>
                    </a:cubicBezTo>
                    <a:cubicBezTo>
                      <a:pt x="2611" y="2346"/>
                      <a:pt x="2616" y="2346"/>
                      <a:pt x="2622" y="2347"/>
                    </a:cubicBezTo>
                    <a:cubicBezTo>
                      <a:pt x="2626" y="2347"/>
                      <a:pt x="2631" y="2348"/>
                      <a:pt x="2635" y="2348"/>
                    </a:cubicBezTo>
                    <a:cubicBezTo>
                      <a:pt x="2642" y="2348"/>
                      <a:pt x="2649" y="2347"/>
                      <a:pt x="2656" y="2345"/>
                    </a:cubicBezTo>
                    <a:cubicBezTo>
                      <a:pt x="2657" y="2345"/>
                      <a:pt x="2657" y="2346"/>
                      <a:pt x="2658" y="2345"/>
                    </a:cubicBezTo>
                    <a:cubicBezTo>
                      <a:pt x="2659" y="2345"/>
                      <a:pt x="2660" y="2343"/>
                      <a:pt x="2661" y="2341"/>
                    </a:cubicBezTo>
                    <a:cubicBezTo>
                      <a:pt x="2662" y="2340"/>
                      <a:pt x="2662" y="2339"/>
                      <a:pt x="2662" y="2337"/>
                    </a:cubicBezTo>
                    <a:cubicBezTo>
                      <a:pt x="2662" y="2336"/>
                      <a:pt x="2662" y="2334"/>
                      <a:pt x="2661" y="2332"/>
                    </a:cubicBezTo>
                    <a:cubicBezTo>
                      <a:pt x="2661" y="2332"/>
                      <a:pt x="2660" y="2331"/>
                      <a:pt x="2659" y="2330"/>
                    </a:cubicBezTo>
                    <a:cubicBezTo>
                      <a:pt x="2657" y="2329"/>
                      <a:pt x="2655" y="2327"/>
                      <a:pt x="2653" y="2326"/>
                    </a:cubicBezTo>
                    <a:cubicBezTo>
                      <a:pt x="2645" y="2322"/>
                      <a:pt x="2637" y="2319"/>
                      <a:pt x="2628" y="2319"/>
                    </a:cubicBezTo>
                    <a:cubicBezTo>
                      <a:pt x="2625" y="2319"/>
                      <a:pt x="2622" y="2320"/>
                      <a:pt x="2619" y="2320"/>
                    </a:cubicBezTo>
                    <a:cubicBezTo>
                      <a:pt x="2614" y="2320"/>
                      <a:pt x="2610" y="2320"/>
                      <a:pt x="2606" y="2320"/>
                    </a:cubicBezTo>
                    <a:cubicBezTo>
                      <a:pt x="2602" y="2320"/>
                      <a:pt x="2598" y="2320"/>
                      <a:pt x="2594" y="2320"/>
                    </a:cubicBezTo>
                    <a:lnTo>
                      <a:pt x="2600" y="2296"/>
                    </a:lnTo>
                    <a:cubicBezTo>
                      <a:pt x="2607" y="2291"/>
                      <a:pt x="2635" y="2296"/>
                      <a:pt x="2642" y="2296"/>
                    </a:cubicBezTo>
                    <a:cubicBezTo>
                      <a:pt x="2646" y="2296"/>
                      <a:pt x="2651" y="2296"/>
                      <a:pt x="2655" y="2296"/>
                    </a:cubicBezTo>
                    <a:cubicBezTo>
                      <a:pt x="2673" y="2296"/>
                      <a:pt x="2690" y="2293"/>
                      <a:pt x="2707" y="2288"/>
                    </a:cubicBezTo>
                    <a:cubicBezTo>
                      <a:pt x="2707" y="2287"/>
                      <a:pt x="2708" y="2287"/>
                      <a:pt x="2708" y="2287"/>
                    </a:cubicBezTo>
                    <a:cubicBezTo>
                      <a:pt x="2709" y="2287"/>
                      <a:pt x="2709" y="2286"/>
                      <a:pt x="2710" y="2285"/>
                    </a:cubicBezTo>
                    <a:cubicBezTo>
                      <a:pt x="2711" y="2284"/>
                      <a:pt x="2711" y="2282"/>
                      <a:pt x="2711" y="2281"/>
                    </a:cubicBezTo>
                    <a:cubicBezTo>
                      <a:pt x="2711" y="2280"/>
                      <a:pt x="2711" y="2279"/>
                      <a:pt x="2710" y="2278"/>
                    </a:cubicBezTo>
                    <a:cubicBezTo>
                      <a:pt x="2709" y="2277"/>
                      <a:pt x="2709" y="2276"/>
                      <a:pt x="2708" y="2275"/>
                    </a:cubicBezTo>
                    <a:lnTo>
                      <a:pt x="2707" y="2275"/>
                    </a:lnTo>
                    <a:cubicBezTo>
                      <a:pt x="2686" y="2269"/>
                      <a:pt x="2664" y="2266"/>
                      <a:pt x="2642" y="2266"/>
                    </a:cubicBezTo>
                    <a:cubicBezTo>
                      <a:pt x="2636" y="2266"/>
                      <a:pt x="2629" y="2266"/>
                      <a:pt x="2623" y="2267"/>
                    </a:cubicBezTo>
                    <a:cubicBezTo>
                      <a:pt x="2622" y="2267"/>
                      <a:pt x="2622" y="2267"/>
                      <a:pt x="2622" y="2267"/>
                    </a:cubicBezTo>
                    <a:cubicBezTo>
                      <a:pt x="2617" y="2267"/>
                      <a:pt x="2611" y="2267"/>
                      <a:pt x="2606" y="2268"/>
                    </a:cubicBezTo>
                    <a:cubicBezTo>
                      <a:pt x="2608" y="2259"/>
                      <a:pt x="2610" y="2251"/>
                      <a:pt x="2612" y="2242"/>
                    </a:cubicBezTo>
                    <a:cubicBezTo>
                      <a:pt x="2623" y="2242"/>
                      <a:pt x="2635" y="2244"/>
                      <a:pt x="2636" y="2244"/>
                    </a:cubicBezTo>
                    <a:cubicBezTo>
                      <a:pt x="2650" y="2246"/>
                      <a:pt x="2670" y="2250"/>
                      <a:pt x="2680" y="2240"/>
                    </a:cubicBezTo>
                    <a:cubicBezTo>
                      <a:pt x="2680" y="2239"/>
                      <a:pt x="2681" y="2239"/>
                      <a:pt x="2681" y="2238"/>
                    </a:cubicBezTo>
                    <a:cubicBezTo>
                      <a:pt x="2682" y="2237"/>
                      <a:pt x="2682" y="2236"/>
                      <a:pt x="2682" y="2234"/>
                    </a:cubicBezTo>
                    <a:cubicBezTo>
                      <a:pt x="2682" y="2233"/>
                      <a:pt x="2682" y="2231"/>
                      <a:pt x="2681" y="2230"/>
                    </a:cubicBezTo>
                    <a:cubicBezTo>
                      <a:pt x="2681" y="2229"/>
                      <a:pt x="2680" y="2228"/>
                      <a:pt x="2680" y="2228"/>
                    </a:cubicBezTo>
                    <a:cubicBezTo>
                      <a:pt x="2677" y="2226"/>
                      <a:pt x="2674" y="2225"/>
                      <a:pt x="2671" y="2223"/>
                    </a:cubicBezTo>
                    <a:cubicBezTo>
                      <a:pt x="2658" y="2216"/>
                      <a:pt x="2643" y="2211"/>
                      <a:pt x="2628" y="2211"/>
                    </a:cubicBezTo>
                    <a:cubicBezTo>
                      <a:pt x="2625" y="2211"/>
                      <a:pt x="2621" y="2211"/>
                      <a:pt x="2618" y="2211"/>
                    </a:cubicBezTo>
                    <a:cubicBezTo>
                      <a:pt x="2620" y="2203"/>
                      <a:pt x="2622" y="2194"/>
                      <a:pt x="2624" y="2185"/>
                    </a:cubicBezTo>
                    <a:cubicBezTo>
                      <a:pt x="2636" y="2184"/>
                      <a:pt x="2648" y="2183"/>
                      <a:pt x="2660" y="2183"/>
                    </a:cubicBezTo>
                    <a:cubicBezTo>
                      <a:pt x="2664" y="2183"/>
                      <a:pt x="2669" y="2184"/>
                      <a:pt x="2674" y="2184"/>
                    </a:cubicBezTo>
                    <a:cubicBezTo>
                      <a:pt x="2693" y="2184"/>
                      <a:pt x="2720" y="2187"/>
                      <a:pt x="2737" y="2175"/>
                    </a:cubicBezTo>
                    <a:cubicBezTo>
                      <a:pt x="2744" y="2171"/>
                      <a:pt x="2737" y="2165"/>
                      <a:pt x="2734" y="2161"/>
                    </a:cubicBezTo>
                    <a:cubicBezTo>
                      <a:pt x="2728" y="2153"/>
                      <a:pt x="2703" y="2154"/>
                      <a:pt x="2695" y="2154"/>
                    </a:cubicBezTo>
                    <a:cubicBezTo>
                      <a:pt x="2690" y="2154"/>
                      <a:pt x="2686" y="2154"/>
                      <a:pt x="2681" y="2154"/>
                    </a:cubicBezTo>
                    <a:cubicBezTo>
                      <a:pt x="2668" y="2154"/>
                      <a:pt x="2655" y="2154"/>
                      <a:pt x="2642" y="2156"/>
                    </a:cubicBezTo>
                    <a:cubicBezTo>
                      <a:pt x="2638" y="2156"/>
                      <a:pt x="2633" y="2157"/>
                      <a:pt x="2629" y="2158"/>
                    </a:cubicBezTo>
                    <a:cubicBezTo>
                      <a:pt x="2631" y="2151"/>
                      <a:pt x="2632" y="2144"/>
                      <a:pt x="2633" y="2137"/>
                    </a:cubicBezTo>
                    <a:cubicBezTo>
                      <a:pt x="2641" y="2138"/>
                      <a:pt x="2649" y="2139"/>
                      <a:pt x="2657" y="2140"/>
                    </a:cubicBezTo>
                    <a:cubicBezTo>
                      <a:pt x="2659" y="2140"/>
                      <a:pt x="2661" y="2140"/>
                      <a:pt x="2663" y="2140"/>
                    </a:cubicBezTo>
                    <a:cubicBezTo>
                      <a:pt x="2676" y="2140"/>
                      <a:pt x="2688" y="2138"/>
                      <a:pt x="2700" y="2133"/>
                    </a:cubicBezTo>
                    <a:cubicBezTo>
                      <a:pt x="2700" y="2132"/>
                      <a:pt x="2700" y="2132"/>
                      <a:pt x="2700" y="2132"/>
                    </a:cubicBezTo>
                    <a:cubicBezTo>
                      <a:pt x="2702" y="2131"/>
                      <a:pt x="2702" y="2130"/>
                      <a:pt x="2703" y="2129"/>
                    </a:cubicBezTo>
                    <a:cubicBezTo>
                      <a:pt x="2704" y="2128"/>
                      <a:pt x="2704" y="2127"/>
                      <a:pt x="2704" y="2125"/>
                    </a:cubicBezTo>
                    <a:cubicBezTo>
                      <a:pt x="2704" y="2124"/>
                      <a:pt x="2704" y="2122"/>
                      <a:pt x="2703" y="2121"/>
                    </a:cubicBezTo>
                    <a:cubicBezTo>
                      <a:pt x="2702" y="2120"/>
                      <a:pt x="2702" y="2119"/>
                      <a:pt x="2700" y="2118"/>
                    </a:cubicBezTo>
                    <a:cubicBezTo>
                      <a:pt x="2688" y="2113"/>
                      <a:pt x="2676" y="2110"/>
                      <a:pt x="2664" y="2110"/>
                    </a:cubicBezTo>
                    <a:cubicBezTo>
                      <a:pt x="2660" y="2110"/>
                      <a:pt x="2656" y="2110"/>
                      <a:pt x="2651" y="2110"/>
                    </a:cubicBezTo>
                    <a:cubicBezTo>
                      <a:pt x="2647" y="2110"/>
                      <a:pt x="2642" y="2110"/>
                      <a:pt x="2637" y="2110"/>
                    </a:cubicBezTo>
                    <a:cubicBezTo>
                      <a:pt x="2639" y="2100"/>
                      <a:pt x="2641" y="2089"/>
                      <a:pt x="2643" y="2079"/>
                    </a:cubicBezTo>
                    <a:lnTo>
                      <a:pt x="2654" y="2079"/>
                    </a:lnTo>
                    <a:cubicBezTo>
                      <a:pt x="2659" y="2078"/>
                      <a:pt x="2664" y="2078"/>
                      <a:pt x="2669" y="2078"/>
                    </a:cubicBezTo>
                    <a:cubicBezTo>
                      <a:pt x="2674" y="2078"/>
                      <a:pt x="2679" y="2078"/>
                      <a:pt x="2683" y="2079"/>
                    </a:cubicBezTo>
                    <a:cubicBezTo>
                      <a:pt x="2689" y="2079"/>
                      <a:pt x="2695" y="2080"/>
                      <a:pt x="2701" y="2080"/>
                    </a:cubicBezTo>
                    <a:cubicBezTo>
                      <a:pt x="2718" y="2080"/>
                      <a:pt x="2735" y="2077"/>
                      <a:pt x="2752" y="2072"/>
                    </a:cubicBezTo>
                    <a:cubicBezTo>
                      <a:pt x="2759" y="2068"/>
                      <a:pt x="2756" y="2059"/>
                      <a:pt x="2750" y="2056"/>
                    </a:cubicBezTo>
                    <a:cubicBezTo>
                      <a:pt x="2736" y="2052"/>
                      <a:pt x="2721" y="2049"/>
                      <a:pt x="2706" y="2049"/>
                    </a:cubicBezTo>
                    <a:cubicBezTo>
                      <a:pt x="2703" y="2049"/>
                      <a:pt x="2699" y="2049"/>
                      <a:pt x="2695" y="2050"/>
                    </a:cubicBezTo>
                    <a:cubicBezTo>
                      <a:pt x="2691" y="2049"/>
                      <a:pt x="2687" y="2049"/>
                      <a:pt x="2683" y="2049"/>
                    </a:cubicBezTo>
                    <a:cubicBezTo>
                      <a:pt x="2671" y="2049"/>
                      <a:pt x="2660" y="2050"/>
                      <a:pt x="2648" y="2051"/>
                    </a:cubicBezTo>
                    <a:cubicBezTo>
                      <a:pt x="2648" y="2048"/>
                      <a:pt x="2648" y="2045"/>
                      <a:pt x="2650" y="2042"/>
                    </a:cubicBezTo>
                    <a:cubicBezTo>
                      <a:pt x="2654" y="2043"/>
                      <a:pt x="2659" y="2043"/>
                      <a:pt x="2664" y="2043"/>
                    </a:cubicBezTo>
                    <a:cubicBezTo>
                      <a:pt x="2675" y="2043"/>
                      <a:pt x="2686" y="2041"/>
                      <a:pt x="2696" y="2038"/>
                    </a:cubicBezTo>
                    <a:cubicBezTo>
                      <a:pt x="2697" y="2038"/>
                      <a:pt x="2697" y="2037"/>
                      <a:pt x="2697" y="2037"/>
                    </a:cubicBezTo>
                    <a:cubicBezTo>
                      <a:pt x="2698" y="2037"/>
                      <a:pt x="2699" y="2036"/>
                      <a:pt x="2700" y="2034"/>
                    </a:cubicBezTo>
                    <a:cubicBezTo>
                      <a:pt x="2701" y="2033"/>
                      <a:pt x="2701" y="2032"/>
                      <a:pt x="2701" y="2030"/>
                    </a:cubicBezTo>
                    <a:cubicBezTo>
                      <a:pt x="2701" y="2029"/>
                      <a:pt x="2701" y="2027"/>
                      <a:pt x="2700" y="2026"/>
                    </a:cubicBezTo>
                    <a:cubicBezTo>
                      <a:pt x="2699" y="2025"/>
                      <a:pt x="2698" y="2024"/>
                      <a:pt x="2697" y="2023"/>
                    </a:cubicBezTo>
                    <a:lnTo>
                      <a:pt x="2696" y="2023"/>
                    </a:lnTo>
                    <a:cubicBezTo>
                      <a:pt x="2691" y="2020"/>
                      <a:pt x="2686" y="2019"/>
                      <a:pt x="2681" y="2018"/>
                    </a:cubicBezTo>
                    <a:cubicBezTo>
                      <a:pt x="2674" y="2018"/>
                      <a:pt x="2668" y="2018"/>
                      <a:pt x="2661" y="2018"/>
                    </a:cubicBezTo>
                    <a:lnTo>
                      <a:pt x="2653" y="2018"/>
                    </a:lnTo>
                    <a:cubicBezTo>
                      <a:pt x="2655" y="2007"/>
                      <a:pt x="2657" y="1995"/>
                      <a:pt x="2659" y="1984"/>
                    </a:cubicBezTo>
                    <a:cubicBezTo>
                      <a:pt x="2670" y="1984"/>
                      <a:pt x="2682" y="1985"/>
                      <a:pt x="2694" y="1984"/>
                    </a:cubicBezTo>
                    <a:cubicBezTo>
                      <a:pt x="2701" y="1984"/>
                      <a:pt x="2708" y="1985"/>
                      <a:pt x="2715" y="1985"/>
                    </a:cubicBezTo>
                    <a:cubicBezTo>
                      <a:pt x="2722" y="1985"/>
                      <a:pt x="2729" y="1984"/>
                      <a:pt x="2736" y="1984"/>
                    </a:cubicBezTo>
                    <a:cubicBezTo>
                      <a:pt x="2741" y="1984"/>
                      <a:pt x="2741" y="1976"/>
                      <a:pt x="2737" y="1973"/>
                    </a:cubicBezTo>
                    <a:cubicBezTo>
                      <a:pt x="2737" y="1973"/>
                      <a:pt x="2737" y="1974"/>
                      <a:pt x="2736" y="1973"/>
                    </a:cubicBezTo>
                    <a:cubicBezTo>
                      <a:pt x="2720" y="1964"/>
                      <a:pt x="2700" y="1958"/>
                      <a:pt x="2681" y="1958"/>
                    </a:cubicBezTo>
                    <a:cubicBezTo>
                      <a:pt x="2675" y="1958"/>
                      <a:pt x="2668" y="1958"/>
                      <a:pt x="2662" y="1959"/>
                    </a:cubicBezTo>
                    <a:lnTo>
                      <a:pt x="2662" y="1957"/>
                    </a:lnTo>
                    <a:cubicBezTo>
                      <a:pt x="2662" y="1952"/>
                      <a:pt x="2664" y="1946"/>
                      <a:pt x="2664" y="1940"/>
                    </a:cubicBezTo>
                    <a:cubicBezTo>
                      <a:pt x="2669" y="1941"/>
                      <a:pt x="2674" y="1941"/>
                      <a:pt x="2678" y="1941"/>
                    </a:cubicBezTo>
                    <a:cubicBezTo>
                      <a:pt x="2694" y="1941"/>
                      <a:pt x="2710" y="1938"/>
                      <a:pt x="2726" y="1933"/>
                    </a:cubicBezTo>
                    <a:cubicBezTo>
                      <a:pt x="2730" y="1931"/>
                      <a:pt x="2732" y="1923"/>
                      <a:pt x="2726" y="1921"/>
                    </a:cubicBezTo>
                    <a:cubicBezTo>
                      <a:pt x="2712" y="1916"/>
                      <a:pt x="2697" y="1913"/>
                      <a:pt x="2683" y="1913"/>
                    </a:cubicBezTo>
                    <a:lnTo>
                      <a:pt x="2682" y="1913"/>
                    </a:lnTo>
                    <a:lnTo>
                      <a:pt x="2668" y="1913"/>
                    </a:lnTo>
                    <a:cubicBezTo>
                      <a:pt x="2669" y="1907"/>
                      <a:pt x="2670" y="1900"/>
                      <a:pt x="2672" y="1894"/>
                    </a:cubicBezTo>
                    <a:cubicBezTo>
                      <a:pt x="2683" y="1893"/>
                      <a:pt x="2693" y="1892"/>
                      <a:pt x="2704" y="1891"/>
                    </a:cubicBezTo>
                    <a:cubicBezTo>
                      <a:pt x="2705" y="1891"/>
                      <a:pt x="2706" y="1891"/>
                      <a:pt x="2708" y="1891"/>
                    </a:cubicBezTo>
                    <a:cubicBezTo>
                      <a:pt x="2724" y="1891"/>
                      <a:pt x="2740" y="1887"/>
                      <a:pt x="2755" y="1881"/>
                    </a:cubicBezTo>
                    <a:cubicBezTo>
                      <a:pt x="2761" y="1876"/>
                      <a:pt x="2757" y="1868"/>
                      <a:pt x="2751" y="1866"/>
                    </a:cubicBezTo>
                    <a:cubicBezTo>
                      <a:pt x="2744" y="1865"/>
                      <a:pt x="2737" y="1865"/>
                      <a:pt x="2730" y="1865"/>
                    </a:cubicBezTo>
                    <a:cubicBezTo>
                      <a:pt x="2712" y="1865"/>
                      <a:pt x="2693" y="1868"/>
                      <a:pt x="2676" y="1873"/>
                    </a:cubicBezTo>
                    <a:cubicBezTo>
                      <a:pt x="2680" y="1849"/>
                      <a:pt x="2685" y="1825"/>
                      <a:pt x="2689" y="1801"/>
                    </a:cubicBezTo>
                    <a:lnTo>
                      <a:pt x="2690" y="1801"/>
                    </a:lnTo>
                    <a:cubicBezTo>
                      <a:pt x="2691" y="1801"/>
                      <a:pt x="2692" y="1801"/>
                      <a:pt x="2693" y="1800"/>
                    </a:cubicBezTo>
                    <a:cubicBezTo>
                      <a:pt x="2704" y="1800"/>
                      <a:pt x="2712" y="1802"/>
                      <a:pt x="2724" y="1802"/>
                    </a:cubicBezTo>
                    <a:cubicBezTo>
                      <a:pt x="2735" y="1802"/>
                      <a:pt x="2744" y="1800"/>
                      <a:pt x="2745" y="1789"/>
                    </a:cubicBezTo>
                    <a:cubicBezTo>
                      <a:pt x="2745" y="1771"/>
                      <a:pt x="2711" y="1772"/>
                      <a:pt x="2693" y="1777"/>
                    </a:cubicBezTo>
                    <a:cubicBezTo>
                      <a:pt x="2695" y="1771"/>
                      <a:pt x="2696" y="1764"/>
                      <a:pt x="2697" y="1758"/>
                    </a:cubicBezTo>
                    <a:lnTo>
                      <a:pt x="2699" y="1758"/>
                    </a:lnTo>
                    <a:cubicBezTo>
                      <a:pt x="2701" y="1758"/>
                      <a:pt x="2703" y="1758"/>
                      <a:pt x="2705" y="1758"/>
                    </a:cubicBezTo>
                    <a:cubicBezTo>
                      <a:pt x="2712" y="1758"/>
                      <a:pt x="2719" y="1758"/>
                      <a:pt x="2727" y="1757"/>
                    </a:cubicBezTo>
                    <a:cubicBezTo>
                      <a:pt x="2727" y="1757"/>
                      <a:pt x="2728" y="1757"/>
                      <a:pt x="2729" y="1757"/>
                    </a:cubicBezTo>
                    <a:cubicBezTo>
                      <a:pt x="2744" y="1757"/>
                      <a:pt x="2759" y="1755"/>
                      <a:pt x="2774" y="1750"/>
                    </a:cubicBezTo>
                    <a:cubicBezTo>
                      <a:pt x="2776" y="1749"/>
                      <a:pt x="2776" y="1748"/>
                      <a:pt x="2777" y="1747"/>
                    </a:cubicBezTo>
                    <a:cubicBezTo>
                      <a:pt x="2778" y="1746"/>
                      <a:pt x="2778" y="1745"/>
                      <a:pt x="2778" y="1743"/>
                    </a:cubicBezTo>
                    <a:cubicBezTo>
                      <a:pt x="2778" y="1742"/>
                      <a:pt x="2778" y="1740"/>
                      <a:pt x="2777" y="1739"/>
                    </a:cubicBezTo>
                    <a:cubicBezTo>
                      <a:pt x="2776" y="1738"/>
                      <a:pt x="2776" y="1736"/>
                      <a:pt x="2774" y="1736"/>
                    </a:cubicBezTo>
                    <a:lnTo>
                      <a:pt x="2774" y="1735"/>
                    </a:lnTo>
                    <a:cubicBezTo>
                      <a:pt x="2764" y="1731"/>
                      <a:pt x="2754" y="1729"/>
                      <a:pt x="2744" y="1729"/>
                    </a:cubicBezTo>
                    <a:cubicBezTo>
                      <a:pt x="2742" y="1729"/>
                      <a:pt x="2740" y="1729"/>
                      <a:pt x="2738" y="1729"/>
                    </a:cubicBezTo>
                    <a:cubicBezTo>
                      <a:pt x="2726" y="1729"/>
                      <a:pt x="2714" y="1731"/>
                      <a:pt x="2702" y="1733"/>
                    </a:cubicBezTo>
                    <a:cubicBezTo>
                      <a:pt x="2704" y="1721"/>
                      <a:pt x="2706" y="1708"/>
                      <a:pt x="2709" y="1696"/>
                    </a:cubicBezTo>
                    <a:cubicBezTo>
                      <a:pt x="2713" y="1695"/>
                      <a:pt x="2716" y="1695"/>
                      <a:pt x="2720" y="1695"/>
                    </a:cubicBezTo>
                    <a:cubicBezTo>
                      <a:pt x="2726" y="1695"/>
                      <a:pt x="2732" y="1695"/>
                      <a:pt x="2738" y="1695"/>
                    </a:cubicBezTo>
                    <a:cubicBezTo>
                      <a:pt x="2742" y="1696"/>
                      <a:pt x="2745" y="1696"/>
                      <a:pt x="2749" y="1696"/>
                    </a:cubicBezTo>
                    <a:cubicBezTo>
                      <a:pt x="2759" y="1696"/>
                      <a:pt x="2770" y="1693"/>
                      <a:pt x="2779" y="1688"/>
                    </a:cubicBezTo>
                    <a:cubicBezTo>
                      <a:pt x="2780" y="1688"/>
                      <a:pt x="2781" y="1687"/>
                      <a:pt x="2781" y="1686"/>
                    </a:cubicBezTo>
                    <a:cubicBezTo>
                      <a:pt x="2782" y="1684"/>
                      <a:pt x="2783" y="1683"/>
                      <a:pt x="2783" y="1681"/>
                    </a:cubicBezTo>
                    <a:cubicBezTo>
                      <a:pt x="2783" y="1680"/>
                      <a:pt x="2782" y="1678"/>
                      <a:pt x="2781" y="1677"/>
                    </a:cubicBezTo>
                    <a:cubicBezTo>
                      <a:pt x="2781" y="1676"/>
                      <a:pt x="2780" y="1675"/>
                      <a:pt x="2779" y="1674"/>
                    </a:cubicBezTo>
                    <a:cubicBezTo>
                      <a:pt x="2768" y="1669"/>
                      <a:pt x="2756" y="1666"/>
                      <a:pt x="2744" y="1666"/>
                    </a:cubicBezTo>
                    <a:cubicBezTo>
                      <a:pt x="2740" y="1666"/>
                      <a:pt x="2735" y="1666"/>
                      <a:pt x="2730" y="1667"/>
                    </a:cubicBezTo>
                    <a:cubicBezTo>
                      <a:pt x="2725" y="1667"/>
                      <a:pt x="2720" y="1667"/>
                      <a:pt x="2715" y="1667"/>
                    </a:cubicBezTo>
                    <a:lnTo>
                      <a:pt x="2720" y="1646"/>
                    </a:lnTo>
                    <a:cubicBezTo>
                      <a:pt x="2748" y="1646"/>
                      <a:pt x="2782" y="1657"/>
                      <a:pt x="2804" y="1636"/>
                    </a:cubicBezTo>
                    <a:cubicBezTo>
                      <a:pt x="2804" y="1635"/>
                      <a:pt x="2805" y="1635"/>
                      <a:pt x="2805" y="1635"/>
                    </a:cubicBezTo>
                    <a:cubicBezTo>
                      <a:pt x="2806" y="1633"/>
                      <a:pt x="2806" y="1632"/>
                      <a:pt x="2806" y="1630"/>
                    </a:cubicBezTo>
                    <a:cubicBezTo>
                      <a:pt x="2806" y="1628"/>
                      <a:pt x="2806" y="1627"/>
                      <a:pt x="2805" y="1625"/>
                    </a:cubicBezTo>
                    <a:cubicBezTo>
                      <a:pt x="2804" y="1624"/>
                      <a:pt x="2803" y="1623"/>
                      <a:pt x="2802" y="1622"/>
                    </a:cubicBezTo>
                    <a:cubicBezTo>
                      <a:pt x="2801" y="1622"/>
                      <a:pt x="2801" y="1622"/>
                      <a:pt x="2801" y="1622"/>
                    </a:cubicBezTo>
                    <a:cubicBezTo>
                      <a:pt x="2790" y="1619"/>
                      <a:pt x="2779" y="1617"/>
                      <a:pt x="2768" y="1617"/>
                    </a:cubicBezTo>
                    <a:cubicBezTo>
                      <a:pt x="2763" y="1617"/>
                      <a:pt x="2757" y="1618"/>
                      <a:pt x="2752" y="1618"/>
                    </a:cubicBezTo>
                    <a:cubicBezTo>
                      <a:pt x="2743" y="1618"/>
                      <a:pt x="2735" y="1618"/>
                      <a:pt x="2727" y="1618"/>
                    </a:cubicBezTo>
                    <a:lnTo>
                      <a:pt x="2735" y="1590"/>
                    </a:lnTo>
                    <a:cubicBezTo>
                      <a:pt x="2736" y="1590"/>
                      <a:pt x="2737" y="1590"/>
                      <a:pt x="2738" y="1590"/>
                    </a:cubicBezTo>
                    <a:cubicBezTo>
                      <a:pt x="2745" y="1590"/>
                      <a:pt x="2752" y="1590"/>
                      <a:pt x="2760" y="1591"/>
                    </a:cubicBezTo>
                    <a:cubicBezTo>
                      <a:pt x="2761" y="1591"/>
                      <a:pt x="2761" y="1591"/>
                      <a:pt x="2762" y="1591"/>
                    </a:cubicBezTo>
                    <a:cubicBezTo>
                      <a:pt x="2776" y="1591"/>
                      <a:pt x="2790" y="1588"/>
                      <a:pt x="2802" y="1582"/>
                    </a:cubicBezTo>
                    <a:cubicBezTo>
                      <a:pt x="2803" y="1581"/>
                      <a:pt x="2804" y="1580"/>
                      <a:pt x="2804" y="1579"/>
                    </a:cubicBezTo>
                    <a:cubicBezTo>
                      <a:pt x="2805" y="1578"/>
                      <a:pt x="2806" y="1577"/>
                      <a:pt x="2806" y="1575"/>
                    </a:cubicBezTo>
                    <a:cubicBezTo>
                      <a:pt x="2806" y="1574"/>
                      <a:pt x="2805" y="1573"/>
                      <a:pt x="2804" y="1571"/>
                    </a:cubicBezTo>
                    <a:cubicBezTo>
                      <a:pt x="2804" y="1570"/>
                      <a:pt x="2803" y="1570"/>
                      <a:pt x="2802" y="1569"/>
                    </a:cubicBezTo>
                    <a:cubicBezTo>
                      <a:pt x="2793" y="1565"/>
                      <a:pt x="2784" y="1563"/>
                      <a:pt x="2774" y="1563"/>
                    </a:cubicBezTo>
                    <a:cubicBezTo>
                      <a:pt x="2768" y="1563"/>
                      <a:pt x="2761" y="1564"/>
                      <a:pt x="2755" y="1566"/>
                    </a:cubicBezTo>
                    <a:cubicBezTo>
                      <a:pt x="2753" y="1566"/>
                      <a:pt x="2750" y="1566"/>
                      <a:pt x="2748" y="1566"/>
                    </a:cubicBezTo>
                    <a:cubicBezTo>
                      <a:pt x="2746" y="1566"/>
                      <a:pt x="2744" y="1566"/>
                      <a:pt x="2741" y="1566"/>
                    </a:cubicBezTo>
                    <a:cubicBezTo>
                      <a:pt x="2743" y="1558"/>
                      <a:pt x="2745" y="1550"/>
                      <a:pt x="2747" y="1542"/>
                    </a:cubicBezTo>
                    <a:lnTo>
                      <a:pt x="2758" y="1542"/>
                    </a:lnTo>
                    <a:cubicBezTo>
                      <a:pt x="2768" y="1542"/>
                      <a:pt x="2778" y="1542"/>
                      <a:pt x="2783" y="1534"/>
                    </a:cubicBezTo>
                    <a:cubicBezTo>
                      <a:pt x="2784" y="1533"/>
                      <a:pt x="2784" y="1532"/>
                      <a:pt x="2784" y="1530"/>
                    </a:cubicBezTo>
                    <a:cubicBezTo>
                      <a:pt x="2784" y="1529"/>
                      <a:pt x="2784" y="1528"/>
                      <a:pt x="2783" y="1527"/>
                    </a:cubicBezTo>
                    <a:cubicBezTo>
                      <a:pt x="2778" y="1519"/>
                      <a:pt x="2770" y="1519"/>
                      <a:pt x="2761" y="1519"/>
                    </a:cubicBezTo>
                    <a:lnTo>
                      <a:pt x="2752" y="1519"/>
                    </a:lnTo>
                    <a:lnTo>
                      <a:pt x="2758" y="1493"/>
                    </a:lnTo>
                    <a:cubicBezTo>
                      <a:pt x="2765" y="1493"/>
                      <a:pt x="2774" y="1493"/>
                      <a:pt x="2778" y="1492"/>
                    </a:cubicBezTo>
                    <a:cubicBezTo>
                      <a:pt x="2794" y="1490"/>
                      <a:pt x="2810" y="1495"/>
                      <a:pt x="2825" y="1486"/>
                    </a:cubicBezTo>
                    <a:cubicBezTo>
                      <a:pt x="2830" y="1484"/>
                      <a:pt x="2833" y="1476"/>
                      <a:pt x="2827" y="1472"/>
                    </a:cubicBezTo>
                    <a:cubicBezTo>
                      <a:pt x="2816" y="1467"/>
                      <a:pt x="2804" y="1465"/>
                      <a:pt x="2791" y="1465"/>
                    </a:cubicBezTo>
                    <a:cubicBezTo>
                      <a:pt x="2788" y="1465"/>
                      <a:pt x="2784" y="1465"/>
                      <a:pt x="2780" y="1465"/>
                    </a:cubicBezTo>
                    <a:cubicBezTo>
                      <a:pt x="2775" y="1466"/>
                      <a:pt x="2770" y="1467"/>
                      <a:pt x="2765" y="1468"/>
                    </a:cubicBezTo>
                    <a:lnTo>
                      <a:pt x="2771" y="1442"/>
                    </a:lnTo>
                    <a:cubicBezTo>
                      <a:pt x="2790" y="1436"/>
                      <a:pt x="2822" y="1451"/>
                      <a:pt x="2838" y="1434"/>
                    </a:cubicBezTo>
                    <a:cubicBezTo>
                      <a:pt x="2839" y="1434"/>
                      <a:pt x="2839" y="1433"/>
                      <a:pt x="2840" y="1432"/>
                    </a:cubicBezTo>
                    <a:cubicBezTo>
                      <a:pt x="2840" y="1431"/>
                      <a:pt x="2841" y="1430"/>
                      <a:pt x="2841" y="1428"/>
                    </a:cubicBezTo>
                    <a:cubicBezTo>
                      <a:pt x="2841" y="1427"/>
                      <a:pt x="2840" y="1425"/>
                      <a:pt x="2840" y="1424"/>
                    </a:cubicBezTo>
                    <a:cubicBezTo>
                      <a:pt x="2839" y="1423"/>
                      <a:pt x="2839" y="1423"/>
                      <a:pt x="2838" y="1422"/>
                    </a:cubicBezTo>
                    <a:cubicBezTo>
                      <a:pt x="2831" y="1414"/>
                      <a:pt x="2799" y="1411"/>
                      <a:pt x="2776" y="1416"/>
                    </a:cubicBezTo>
                    <a:cubicBezTo>
                      <a:pt x="2779" y="1402"/>
                      <a:pt x="2783" y="1387"/>
                      <a:pt x="2786" y="1373"/>
                    </a:cubicBezTo>
                    <a:cubicBezTo>
                      <a:pt x="2793" y="1373"/>
                      <a:pt x="2800" y="1373"/>
                      <a:pt x="2807" y="1374"/>
                    </a:cubicBezTo>
                    <a:cubicBezTo>
                      <a:pt x="2817" y="1374"/>
                      <a:pt x="2832" y="1374"/>
                      <a:pt x="2836" y="1362"/>
                    </a:cubicBezTo>
                    <a:cubicBezTo>
                      <a:pt x="2837" y="1361"/>
                      <a:pt x="2837" y="1360"/>
                      <a:pt x="2837" y="1358"/>
                    </a:cubicBezTo>
                    <a:cubicBezTo>
                      <a:pt x="2837" y="1356"/>
                      <a:pt x="2837" y="1355"/>
                      <a:pt x="2836" y="1353"/>
                    </a:cubicBezTo>
                    <a:cubicBezTo>
                      <a:pt x="2835" y="1352"/>
                      <a:pt x="2833" y="1350"/>
                      <a:pt x="2832" y="1349"/>
                    </a:cubicBezTo>
                    <a:cubicBezTo>
                      <a:pt x="2831" y="1348"/>
                      <a:pt x="2829" y="1348"/>
                      <a:pt x="2828" y="1348"/>
                    </a:cubicBezTo>
                    <a:cubicBezTo>
                      <a:pt x="2823" y="1347"/>
                      <a:pt x="2818" y="1347"/>
                      <a:pt x="2814" y="1347"/>
                    </a:cubicBezTo>
                    <a:cubicBezTo>
                      <a:pt x="2809" y="1347"/>
                      <a:pt x="2805" y="1347"/>
                      <a:pt x="2800" y="1348"/>
                    </a:cubicBezTo>
                    <a:cubicBezTo>
                      <a:pt x="2797" y="1348"/>
                      <a:pt x="2794" y="1348"/>
                      <a:pt x="2791" y="1348"/>
                    </a:cubicBezTo>
                    <a:cubicBezTo>
                      <a:pt x="2792" y="1342"/>
                      <a:pt x="2793" y="1336"/>
                      <a:pt x="2795" y="1329"/>
                    </a:cubicBezTo>
                    <a:cubicBezTo>
                      <a:pt x="2799" y="1330"/>
                      <a:pt x="2803" y="1330"/>
                      <a:pt x="2807" y="1330"/>
                    </a:cubicBezTo>
                    <a:cubicBezTo>
                      <a:pt x="2823" y="1330"/>
                      <a:pt x="2839" y="1328"/>
                      <a:pt x="2854" y="1323"/>
                    </a:cubicBezTo>
                    <a:cubicBezTo>
                      <a:pt x="2854" y="1323"/>
                      <a:pt x="2853" y="1323"/>
                      <a:pt x="2854" y="1322"/>
                    </a:cubicBezTo>
                    <a:cubicBezTo>
                      <a:pt x="2855" y="1322"/>
                      <a:pt x="2856" y="1321"/>
                      <a:pt x="2857" y="1320"/>
                    </a:cubicBezTo>
                    <a:cubicBezTo>
                      <a:pt x="2858" y="1319"/>
                      <a:pt x="2857" y="1319"/>
                      <a:pt x="2857" y="1317"/>
                    </a:cubicBezTo>
                    <a:cubicBezTo>
                      <a:pt x="2857" y="1316"/>
                      <a:pt x="2858" y="1314"/>
                      <a:pt x="2857" y="1313"/>
                    </a:cubicBezTo>
                    <a:cubicBezTo>
                      <a:pt x="2856" y="1312"/>
                      <a:pt x="2855" y="1311"/>
                      <a:pt x="2854" y="1311"/>
                    </a:cubicBezTo>
                    <a:cubicBezTo>
                      <a:pt x="2842" y="1306"/>
                      <a:pt x="2830" y="1304"/>
                      <a:pt x="2818" y="1304"/>
                    </a:cubicBezTo>
                    <a:cubicBezTo>
                      <a:pt x="2811" y="1304"/>
                      <a:pt x="2804" y="1304"/>
                      <a:pt x="2798" y="1306"/>
                    </a:cubicBezTo>
                    <a:cubicBezTo>
                      <a:pt x="2800" y="1294"/>
                      <a:pt x="2802" y="1283"/>
                      <a:pt x="2804" y="1272"/>
                    </a:cubicBezTo>
                    <a:cubicBezTo>
                      <a:pt x="2806" y="1272"/>
                      <a:pt x="2808" y="1272"/>
                      <a:pt x="2811" y="1272"/>
                    </a:cubicBezTo>
                    <a:cubicBezTo>
                      <a:pt x="2817" y="1272"/>
                      <a:pt x="2824" y="1272"/>
                      <a:pt x="2830" y="1274"/>
                    </a:cubicBezTo>
                    <a:cubicBezTo>
                      <a:pt x="2833" y="1274"/>
                      <a:pt x="2837" y="1275"/>
                      <a:pt x="2841" y="1275"/>
                    </a:cubicBezTo>
                    <a:cubicBezTo>
                      <a:pt x="2851" y="1275"/>
                      <a:pt x="2860" y="1272"/>
                      <a:pt x="2869" y="1267"/>
                    </a:cubicBezTo>
                    <a:cubicBezTo>
                      <a:pt x="2870" y="1267"/>
                      <a:pt x="2871" y="1266"/>
                      <a:pt x="2871" y="1265"/>
                    </a:cubicBezTo>
                    <a:cubicBezTo>
                      <a:pt x="2872" y="1264"/>
                      <a:pt x="2872" y="1263"/>
                      <a:pt x="2872" y="1262"/>
                    </a:cubicBezTo>
                    <a:cubicBezTo>
                      <a:pt x="2872" y="1261"/>
                      <a:pt x="2872" y="1259"/>
                      <a:pt x="2871" y="1258"/>
                    </a:cubicBezTo>
                    <a:cubicBezTo>
                      <a:pt x="2871" y="1258"/>
                      <a:pt x="2870" y="1257"/>
                      <a:pt x="2869" y="1256"/>
                    </a:cubicBezTo>
                    <a:cubicBezTo>
                      <a:pt x="2859" y="1252"/>
                      <a:pt x="2847" y="1250"/>
                      <a:pt x="2836" y="1250"/>
                    </a:cubicBezTo>
                    <a:cubicBezTo>
                      <a:pt x="2832" y="1250"/>
                      <a:pt x="2827" y="1250"/>
                      <a:pt x="2823" y="1251"/>
                    </a:cubicBezTo>
                    <a:cubicBezTo>
                      <a:pt x="2821" y="1250"/>
                      <a:pt x="2818" y="1250"/>
                      <a:pt x="2816" y="1250"/>
                    </a:cubicBezTo>
                    <a:cubicBezTo>
                      <a:pt x="2813" y="1250"/>
                      <a:pt x="2811" y="1250"/>
                      <a:pt x="2809" y="1251"/>
                    </a:cubicBezTo>
                    <a:cubicBezTo>
                      <a:pt x="2809" y="1245"/>
                      <a:pt x="2810" y="1240"/>
                      <a:pt x="2811" y="1234"/>
                    </a:cubicBezTo>
                    <a:cubicBezTo>
                      <a:pt x="2812" y="1234"/>
                      <a:pt x="2813" y="1235"/>
                      <a:pt x="2814" y="1234"/>
                    </a:cubicBezTo>
                    <a:cubicBezTo>
                      <a:pt x="2815" y="1234"/>
                      <a:pt x="2815" y="1233"/>
                      <a:pt x="2815" y="1232"/>
                    </a:cubicBezTo>
                    <a:lnTo>
                      <a:pt x="2821" y="1232"/>
                    </a:lnTo>
                    <a:cubicBezTo>
                      <a:pt x="2827" y="1231"/>
                      <a:pt x="2833" y="1231"/>
                      <a:pt x="2840" y="1231"/>
                    </a:cubicBezTo>
                    <a:cubicBezTo>
                      <a:pt x="2841" y="1231"/>
                      <a:pt x="2841" y="1231"/>
                      <a:pt x="2842" y="1231"/>
                    </a:cubicBezTo>
                    <a:cubicBezTo>
                      <a:pt x="2844" y="1231"/>
                      <a:pt x="2846" y="1231"/>
                      <a:pt x="2847" y="1231"/>
                    </a:cubicBezTo>
                    <a:cubicBezTo>
                      <a:pt x="2857" y="1231"/>
                      <a:pt x="2867" y="1229"/>
                      <a:pt x="2876" y="1224"/>
                    </a:cubicBezTo>
                    <a:cubicBezTo>
                      <a:pt x="2877" y="1224"/>
                      <a:pt x="2878" y="1223"/>
                      <a:pt x="2879" y="1222"/>
                    </a:cubicBezTo>
                    <a:cubicBezTo>
                      <a:pt x="2880" y="1220"/>
                      <a:pt x="2880" y="1220"/>
                      <a:pt x="2880" y="1218"/>
                    </a:cubicBezTo>
                    <a:cubicBezTo>
                      <a:pt x="2880" y="1217"/>
                      <a:pt x="2880" y="1215"/>
                      <a:pt x="2879" y="1214"/>
                    </a:cubicBezTo>
                    <a:cubicBezTo>
                      <a:pt x="2878" y="1213"/>
                      <a:pt x="2877" y="1212"/>
                      <a:pt x="2876" y="1211"/>
                    </a:cubicBezTo>
                    <a:cubicBezTo>
                      <a:pt x="2866" y="1206"/>
                      <a:pt x="2854" y="1203"/>
                      <a:pt x="2842" y="1203"/>
                    </a:cubicBezTo>
                    <a:cubicBezTo>
                      <a:pt x="2833" y="1203"/>
                      <a:pt x="2824" y="1205"/>
                      <a:pt x="2816" y="1208"/>
                    </a:cubicBezTo>
                    <a:cubicBezTo>
                      <a:pt x="2817" y="1199"/>
                      <a:pt x="2818" y="1191"/>
                      <a:pt x="2819" y="1183"/>
                    </a:cubicBezTo>
                    <a:cubicBezTo>
                      <a:pt x="2820" y="1182"/>
                      <a:pt x="2821" y="1182"/>
                      <a:pt x="2822" y="1181"/>
                    </a:cubicBezTo>
                    <a:cubicBezTo>
                      <a:pt x="2823" y="1181"/>
                      <a:pt x="2823" y="1181"/>
                      <a:pt x="2824" y="1180"/>
                    </a:cubicBezTo>
                    <a:cubicBezTo>
                      <a:pt x="2824" y="1181"/>
                      <a:pt x="2825" y="1181"/>
                      <a:pt x="2826" y="1181"/>
                    </a:cubicBezTo>
                    <a:cubicBezTo>
                      <a:pt x="2826" y="1181"/>
                      <a:pt x="2827" y="1181"/>
                      <a:pt x="2828" y="1180"/>
                    </a:cubicBezTo>
                    <a:lnTo>
                      <a:pt x="2835" y="1180"/>
                    </a:lnTo>
                    <a:cubicBezTo>
                      <a:pt x="2838" y="1181"/>
                      <a:pt x="2841" y="1181"/>
                      <a:pt x="2844" y="1181"/>
                    </a:cubicBezTo>
                    <a:cubicBezTo>
                      <a:pt x="2846" y="1181"/>
                      <a:pt x="2849" y="1181"/>
                      <a:pt x="2852" y="1180"/>
                    </a:cubicBezTo>
                    <a:cubicBezTo>
                      <a:pt x="2866" y="1179"/>
                      <a:pt x="2879" y="1175"/>
                      <a:pt x="2891" y="1168"/>
                    </a:cubicBezTo>
                    <a:cubicBezTo>
                      <a:pt x="2893" y="1167"/>
                      <a:pt x="2895" y="1166"/>
                      <a:pt x="2897" y="1165"/>
                    </a:cubicBezTo>
                    <a:cubicBezTo>
                      <a:pt x="2898" y="1164"/>
                      <a:pt x="2898" y="1164"/>
                      <a:pt x="2899" y="1163"/>
                    </a:cubicBezTo>
                    <a:cubicBezTo>
                      <a:pt x="2899" y="1162"/>
                      <a:pt x="2900" y="1162"/>
                      <a:pt x="2900" y="1160"/>
                    </a:cubicBezTo>
                    <a:cubicBezTo>
                      <a:pt x="2900" y="1159"/>
                      <a:pt x="2900" y="1157"/>
                      <a:pt x="2899" y="1156"/>
                    </a:cubicBezTo>
                    <a:cubicBezTo>
                      <a:pt x="2898" y="1155"/>
                      <a:pt x="2897" y="1155"/>
                      <a:pt x="2896" y="1154"/>
                    </a:cubicBezTo>
                    <a:cubicBezTo>
                      <a:pt x="2895" y="1154"/>
                      <a:pt x="2895" y="1153"/>
                      <a:pt x="2894" y="1153"/>
                    </a:cubicBezTo>
                    <a:cubicBezTo>
                      <a:pt x="2885" y="1150"/>
                      <a:pt x="2876" y="1149"/>
                      <a:pt x="2866" y="1149"/>
                    </a:cubicBezTo>
                    <a:cubicBezTo>
                      <a:pt x="2863" y="1149"/>
                      <a:pt x="2860" y="1149"/>
                      <a:pt x="2856" y="1150"/>
                    </a:cubicBezTo>
                    <a:cubicBezTo>
                      <a:pt x="2845" y="1151"/>
                      <a:pt x="2834" y="1150"/>
                      <a:pt x="2822" y="1151"/>
                    </a:cubicBezTo>
                    <a:cubicBezTo>
                      <a:pt x="2822" y="1144"/>
                      <a:pt x="2824" y="1136"/>
                      <a:pt x="2825" y="1128"/>
                    </a:cubicBezTo>
                    <a:lnTo>
                      <a:pt x="2833" y="1128"/>
                    </a:lnTo>
                    <a:cubicBezTo>
                      <a:pt x="2840" y="1128"/>
                      <a:pt x="2847" y="1128"/>
                      <a:pt x="2855" y="1127"/>
                    </a:cubicBezTo>
                    <a:cubicBezTo>
                      <a:pt x="2870" y="1127"/>
                      <a:pt x="2884" y="1123"/>
                      <a:pt x="2898" y="1116"/>
                    </a:cubicBezTo>
                    <a:cubicBezTo>
                      <a:pt x="2898" y="1115"/>
                      <a:pt x="2899" y="1114"/>
                      <a:pt x="2900" y="1113"/>
                    </a:cubicBezTo>
                    <a:cubicBezTo>
                      <a:pt x="2900" y="1112"/>
                      <a:pt x="2901" y="1111"/>
                      <a:pt x="2901" y="1109"/>
                    </a:cubicBezTo>
                    <a:cubicBezTo>
                      <a:pt x="2901" y="1108"/>
                      <a:pt x="2901" y="1107"/>
                      <a:pt x="2900" y="1105"/>
                    </a:cubicBezTo>
                    <a:cubicBezTo>
                      <a:pt x="2900" y="1104"/>
                      <a:pt x="2898" y="1104"/>
                      <a:pt x="2898" y="1103"/>
                    </a:cubicBezTo>
                    <a:cubicBezTo>
                      <a:pt x="2897" y="1103"/>
                      <a:pt x="2897" y="1103"/>
                      <a:pt x="2896" y="1102"/>
                    </a:cubicBezTo>
                    <a:cubicBezTo>
                      <a:pt x="2889" y="1098"/>
                      <a:pt x="2880" y="1096"/>
                      <a:pt x="2871" y="1096"/>
                    </a:cubicBezTo>
                    <a:cubicBezTo>
                      <a:pt x="2867" y="1096"/>
                      <a:pt x="2864" y="1096"/>
                      <a:pt x="2860" y="1097"/>
                    </a:cubicBezTo>
                    <a:cubicBezTo>
                      <a:pt x="2850" y="1098"/>
                      <a:pt x="2840" y="1099"/>
                      <a:pt x="2829" y="1100"/>
                    </a:cubicBezTo>
                    <a:cubicBezTo>
                      <a:pt x="2831" y="1092"/>
                      <a:pt x="2834" y="1084"/>
                      <a:pt x="2836" y="1076"/>
                    </a:cubicBezTo>
                    <a:cubicBezTo>
                      <a:pt x="2843" y="1074"/>
                      <a:pt x="2849" y="1073"/>
                      <a:pt x="2856" y="1073"/>
                    </a:cubicBezTo>
                    <a:cubicBezTo>
                      <a:pt x="2861" y="1073"/>
                      <a:pt x="2866" y="1074"/>
                      <a:pt x="2870" y="1075"/>
                    </a:cubicBezTo>
                    <a:cubicBezTo>
                      <a:pt x="2874" y="1075"/>
                      <a:pt x="2878" y="1076"/>
                      <a:pt x="2883" y="1076"/>
                    </a:cubicBezTo>
                    <a:cubicBezTo>
                      <a:pt x="2894" y="1076"/>
                      <a:pt x="2904" y="1073"/>
                      <a:pt x="2914" y="1069"/>
                    </a:cubicBezTo>
                    <a:cubicBezTo>
                      <a:pt x="2915" y="1068"/>
                      <a:pt x="2916" y="1068"/>
                      <a:pt x="2917" y="1066"/>
                    </a:cubicBezTo>
                    <a:cubicBezTo>
                      <a:pt x="2917" y="1065"/>
                      <a:pt x="2919" y="1063"/>
                      <a:pt x="2919" y="1061"/>
                    </a:cubicBezTo>
                    <a:cubicBezTo>
                      <a:pt x="2919" y="1060"/>
                      <a:pt x="2918" y="1058"/>
                      <a:pt x="2917" y="1057"/>
                    </a:cubicBezTo>
                    <a:cubicBezTo>
                      <a:pt x="2916" y="1056"/>
                      <a:pt x="2915" y="1055"/>
                      <a:pt x="2914" y="1054"/>
                    </a:cubicBezTo>
                    <a:cubicBezTo>
                      <a:pt x="2902" y="1049"/>
                      <a:pt x="2890" y="1047"/>
                      <a:pt x="2878" y="1047"/>
                    </a:cubicBezTo>
                    <a:cubicBezTo>
                      <a:pt x="2871" y="1047"/>
                      <a:pt x="2865" y="1048"/>
                      <a:pt x="2859" y="1049"/>
                    </a:cubicBezTo>
                    <a:cubicBezTo>
                      <a:pt x="2854" y="1049"/>
                      <a:pt x="2848" y="1049"/>
                      <a:pt x="2843" y="1050"/>
                    </a:cubicBezTo>
                    <a:cubicBezTo>
                      <a:pt x="2844" y="1044"/>
                      <a:pt x="2844" y="1038"/>
                      <a:pt x="2844" y="1031"/>
                    </a:cubicBezTo>
                    <a:cubicBezTo>
                      <a:pt x="2844" y="1029"/>
                      <a:pt x="2844" y="1028"/>
                      <a:pt x="2844" y="1026"/>
                    </a:cubicBezTo>
                    <a:cubicBezTo>
                      <a:pt x="2844" y="1023"/>
                      <a:pt x="2844" y="1020"/>
                      <a:pt x="2844" y="1017"/>
                    </a:cubicBezTo>
                    <a:cubicBezTo>
                      <a:pt x="2848" y="1016"/>
                      <a:pt x="2851" y="1015"/>
                      <a:pt x="2855" y="1015"/>
                    </a:cubicBezTo>
                    <a:cubicBezTo>
                      <a:pt x="2860" y="1015"/>
                      <a:pt x="2866" y="1015"/>
                      <a:pt x="2872" y="1015"/>
                    </a:cubicBezTo>
                    <a:cubicBezTo>
                      <a:pt x="2874" y="1015"/>
                      <a:pt x="2877" y="1016"/>
                      <a:pt x="2879" y="1016"/>
                    </a:cubicBezTo>
                    <a:cubicBezTo>
                      <a:pt x="2889" y="1016"/>
                      <a:pt x="2898" y="1013"/>
                      <a:pt x="2907" y="1009"/>
                    </a:cubicBezTo>
                    <a:cubicBezTo>
                      <a:pt x="2908" y="1008"/>
                      <a:pt x="2909" y="1007"/>
                      <a:pt x="2910" y="1006"/>
                    </a:cubicBezTo>
                    <a:cubicBezTo>
                      <a:pt x="2911" y="1005"/>
                      <a:pt x="2911" y="1003"/>
                      <a:pt x="2911" y="1001"/>
                    </a:cubicBezTo>
                    <a:cubicBezTo>
                      <a:pt x="2911" y="1000"/>
                      <a:pt x="2911" y="998"/>
                      <a:pt x="2910" y="997"/>
                    </a:cubicBezTo>
                    <a:cubicBezTo>
                      <a:pt x="2909" y="996"/>
                      <a:pt x="2909" y="995"/>
                      <a:pt x="2908" y="995"/>
                    </a:cubicBezTo>
                    <a:cubicBezTo>
                      <a:pt x="2896" y="990"/>
                      <a:pt x="2884" y="987"/>
                      <a:pt x="2871" y="987"/>
                    </a:cubicBezTo>
                    <a:cubicBezTo>
                      <a:pt x="2862" y="987"/>
                      <a:pt x="2854" y="988"/>
                      <a:pt x="2846" y="990"/>
                    </a:cubicBezTo>
                    <a:cubicBezTo>
                      <a:pt x="2847" y="979"/>
                      <a:pt x="2850" y="967"/>
                      <a:pt x="2852" y="956"/>
                    </a:cubicBezTo>
                    <a:cubicBezTo>
                      <a:pt x="2864" y="956"/>
                      <a:pt x="2876" y="953"/>
                      <a:pt x="2888" y="953"/>
                    </a:cubicBezTo>
                    <a:cubicBezTo>
                      <a:pt x="2889" y="953"/>
                      <a:pt x="2891" y="953"/>
                      <a:pt x="2892" y="953"/>
                    </a:cubicBezTo>
                    <a:cubicBezTo>
                      <a:pt x="2903" y="953"/>
                      <a:pt x="2913" y="951"/>
                      <a:pt x="2923" y="947"/>
                    </a:cubicBezTo>
                    <a:cubicBezTo>
                      <a:pt x="2924" y="946"/>
                      <a:pt x="2925" y="946"/>
                      <a:pt x="2926" y="944"/>
                    </a:cubicBezTo>
                    <a:cubicBezTo>
                      <a:pt x="2926" y="943"/>
                      <a:pt x="2927" y="942"/>
                      <a:pt x="2927" y="940"/>
                    </a:cubicBezTo>
                    <a:cubicBezTo>
                      <a:pt x="2927" y="939"/>
                      <a:pt x="2926" y="938"/>
                      <a:pt x="2926" y="937"/>
                    </a:cubicBezTo>
                    <a:cubicBezTo>
                      <a:pt x="2925" y="936"/>
                      <a:pt x="2924" y="935"/>
                      <a:pt x="2923" y="934"/>
                    </a:cubicBezTo>
                    <a:cubicBezTo>
                      <a:pt x="2910" y="929"/>
                      <a:pt x="2897" y="926"/>
                      <a:pt x="2883" y="926"/>
                    </a:cubicBezTo>
                    <a:cubicBezTo>
                      <a:pt x="2874" y="926"/>
                      <a:pt x="2864" y="927"/>
                      <a:pt x="2855" y="930"/>
                    </a:cubicBezTo>
                    <a:cubicBezTo>
                      <a:pt x="2857" y="918"/>
                      <a:pt x="2859" y="906"/>
                      <a:pt x="2861" y="894"/>
                    </a:cubicBezTo>
                    <a:lnTo>
                      <a:pt x="2874" y="894"/>
                    </a:lnTo>
                    <a:cubicBezTo>
                      <a:pt x="2885" y="893"/>
                      <a:pt x="2897" y="891"/>
                      <a:pt x="2908" y="886"/>
                    </a:cubicBezTo>
                    <a:cubicBezTo>
                      <a:pt x="2909" y="886"/>
                      <a:pt x="2910" y="885"/>
                      <a:pt x="2911" y="884"/>
                    </a:cubicBezTo>
                    <a:cubicBezTo>
                      <a:pt x="2912" y="883"/>
                      <a:pt x="2912" y="881"/>
                      <a:pt x="2912" y="880"/>
                    </a:cubicBezTo>
                    <a:cubicBezTo>
                      <a:pt x="2912" y="879"/>
                      <a:pt x="2911" y="878"/>
                      <a:pt x="2911" y="877"/>
                    </a:cubicBezTo>
                    <a:cubicBezTo>
                      <a:pt x="2910" y="876"/>
                      <a:pt x="2910" y="875"/>
                      <a:pt x="2909" y="875"/>
                    </a:cubicBezTo>
                    <a:cubicBezTo>
                      <a:pt x="2898" y="869"/>
                      <a:pt x="2887" y="866"/>
                      <a:pt x="2875" y="866"/>
                    </a:cubicBezTo>
                    <a:cubicBezTo>
                      <a:pt x="2872" y="866"/>
                      <a:pt x="2869" y="866"/>
                      <a:pt x="2866" y="866"/>
                    </a:cubicBezTo>
                    <a:cubicBezTo>
                      <a:pt x="2867" y="857"/>
                      <a:pt x="2868" y="849"/>
                      <a:pt x="2870" y="840"/>
                    </a:cubicBezTo>
                    <a:cubicBezTo>
                      <a:pt x="2878" y="841"/>
                      <a:pt x="2886" y="841"/>
                      <a:pt x="2894" y="841"/>
                    </a:cubicBezTo>
                    <a:cubicBezTo>
                      <a:pt x="2897" y="841"/>
                      <a:pt x="2899" y="841"/>
                      <a:pt x="2902" y="841"/>
                    </a:cubicBezTo>
                    <a:cubicBezTo>
                      <a:pt x="2903" y="841"/>
                      <a:pt x="2904" y="841"/>
                      <a:pt x="2905" y="841"/>
                    </a:cubicBezTo>
                    <a:cubicBezTo>
                      <a:pt x="2912" y="841"/>
                      <a:pt x="2918" y="839"/>
                      <a:pt x="2924" y="836"/>
                    </a:cubicBezTo>
                    <a:cubicBezTo>
                      <a:pt x="2928" y="834"/>
                      <a:pt x="2931" y="831"/>
                      <a:pt x="2934" y="828"/>
                    </a:cubicBezTo>
                    <a:cubicBezTo>
                      <a:pt x="2935" y="826"/>
                      <a:pt x="2935" y="825"/>
                      <a:pt x="2935" y="823"/>
                    </a:cubicBezTo>
                    <a:cubicBezTo>
                      <a:pt x="2935" y="822"/>
                      <a:pt x="2935" y="819"/>
                      <a:pt x="2934" y="818"/>
                    </a:cubicBezTo>
                    <a:cubicBezTo>
                      <a:pt x="2933" y="817"/>
                      <a:pt x="2932" y="815"/>
                      <a:pt x="2930" y="814"/>
                    </a:cubicBezTo>
                    <a:lnTo>
                      <a:pt x="2929" y="814"/>
                    </a:lnTo>
                    <a:cubicBezTo>
                      <a:pt x="2923" y="812"/>
                      <a:pt x="2916" y="811"/>
                      <a:pt x="2908" y="811"/>
                    </a:cubicBezTo>
                    <a:cubicBezTo>
                      <a:pt x="2905" y="811"/>
                      <a:pt x="2902" y="811"/>
                      <a:pt x="2899" y="811"/>
                    </a:cubicBezTo>
                    <a:cubicBezTo>
                      <a:pt x="2895" y="811"/>
                      <a:pt x="2890" y="811"/>
                      <a:pt x="2886" y="811"/>
                    </a:cubicBezTo>
                    <a:cubicBezTo>
                      <a:pt x="2882" y="811"/>
                      <a:pt x="2877" y="811"/>
                      <a:pt x="2873" y="811"/>
                    </a:cubicBezTo>
                    <a:cubicBezTo>
                      <a:pt x="2873" y="802"/>
                      <a:pt x="2875" y="792"/>
                      <a:pt x="2875" y="783"/>
                    </a:cubicBezTo>
                    <a:lnTo>
                      <a:pt x="2877" y="783"/>
                    </a:lnTo>
                    <a:cubicBezTo>
                      <a:pt x="2882" y="778"/>
                      <a:pt x="2899" y="780"/>
                      <a:pt x="2906" y="779"/>
                    </a:cubicBezTo>
                    <a:cubicBezTo>
                      <a:pt x="2920" y="778"/>
                      <a:pt x="2938" y="783"/>
                      <a:pt x="2949" y="772"/>
                    </a:cubicBezTo>
                    <a:cubicBezTo>
                      <a:pt x="2949" y="771"/>
                      <a:pt x="2950" y="770"/>
                      <a:pt x="2950" y="770"/>
                    </a:cubicBezTo>
                    <a:cubicBezTo>
                      <a:pt x="2951" y="769"/>
                      <a:pt x="2951" y="768"/>
                      <a:pt x="2951" y="766"/>
                    </a:cubicBezTo>
                    <a:cubicBezTo>
                      <a:pt x="2951" y="765"/>
                      <a:pt x="2951" y="762"/>
                      <a:pt x="2950" y="761"/>
                    </a:cubicBezTo>
                    <a:cubicBezTo>
                      <a:pt x="2950" y="761"/>
                      <a:pt x="2949" y="760"/>
                      <a:pt x="2949" y="759"/>
                    </a:cubicBezTo>
                    <a:cubicBezTo>
                      <a:pt x="2947" y="758"/>
                      <a:pt x="2945" y="756"/>
                      <a:pt x="2943" y="755"/>
                    </a:cubicBezTo>
                    <a:cubicBezTo>
                      <a:pt x="2940" y="753"/>
                      <a:pt x="2936" y="752"/>
                      <a:pt x="2932" y="751"/>
                    </a:cubicBezTo>
                    <a:cubicBezTo>
                      <a:pt x="2945" y="751"/>
                      <a:pt x="2958" y="747"/>
                      <a:pt x="2970" y="741"/>
                    </a:cubicBezTo>
                    <a:cubicBezTo>
                      <a:pt x="2971" y="741"/>
                      <a:pt x="2971" y="741"/>
                      <a:pt x="2972" y="739"/>
                    </a:cubicBezTo>
                    <a:cubicBezTo>
                      <a:pt x="2972" y="738"/>
                      <a:pt x="2973" y="736"/>
                      <a:pt x="2973" y="735"/>
                    </a:cubicBezTo>
                    <a:cubicBezTo>
                      <a:pt x="2973" y="734"/>
                      <a:pt x="2972" y="733"/>
                      <a:pt x="2972" y="731"/>
                    </a:cubicBezTo>
                    <a:cubicBezTo>
                      <a:pt x="2971" y="730"/>
                      <a:pt x="2971" y="730"/>
                      <a:pt x="2970" y="729"/>
                    </a:cubicBezTo>
                    <a:cubicBezTo>
                      <a:pt x="2969" y="729"/>
                      <a:pt x="2968" y="728"/>
                      <a:pt x="2967" y="728"/>
                    </a:cubicBezTo>
                    <a:cubicBezTo>
                      <a:pt x="2952" y="726"/>
                      <a:pt x="2937" y="726"/>
                      <a:pt x="2922" y="726"/>
                    </a:cubicBezTo>
                    <a:cubicBezTo>
                      <a:pt x="2907" y="726"/>
                      <a:pt x="2892" y="726"/>
                      <a:pt x="2877" y="728"/>
                    </a:cubicBezTo>
                    <a:cubicBezTo>
                      <a:pt x="2879" y="711"/>
                      <a:pt x="2881" y="695"/>
                      <a:pt x="2884" y="678"/>
                    </a:cubicBezTo>
                    <a:cubicBezTo>
                      <a:pt x="2885" y="678"/>
                      <a:pt x="2885" y="678"/>
                      <a:pt x="2885" y="678"/>
                    </a:cubicBezTo>
                    <a:cubicBezTo>
                      <a:pt x="2885" y="678"/>
                      <a:pt x="2886" y="677"/>
                      <a:pt x="2887" y="677"/>
                    </a:cubicBezTo>
                    <a:cubicBezTo>
                      <a:pt x="2892" y="671"/>
                      <a:pt x="2911" y="674"/>
                      <a:pt x="2919" y="673"/>
                    </a:cubicBezTo>
                    <a:cubicBezTo>
                      <a:pt x="2920" y="673"/>
                      <a:pt x="2921" y="673"/>
                      <a:pt x="2921" y="673"/>
                    </a:cubicBezTo>
                    <a:cubicBezTo>
                      <a:pt x="2934" y="673"/>
                      <a:pt x="2946" y="670"/>
                      <a:pt x="2957" y="665"/>
                    </a:cubicBezTo>
                    <a:cubicBezTo>
                      <a:pt x="2961" y="662"/>
                      <a:pt x="2964" y="655"/>
                      <a:pt x="2959" y="651"/>
                    </a:cubicBezTo>
                    <a:cubicBezTo>
                      <a:pt x="2942" y="639"/>
                      <a:pt x="2923" y="646"/>
                      <a:pt x="2904" y="648"/>
                    </a:cubicBezTo>
                    <a:cubicBezTo>
                      <a:pt x="2900" y="648"/>
                      <a:pt x="2895" y="649"/>
                      <a:pt x="2890" y="650"/>
                    </a:cubicBezTo>
                    <a:cubicBezTo>
                      <a:pt x="2894" y="636"/>
                      <a:pt x="2897" y="621"/>
                      <a:pt x="2900" y="606"/>
                    </a:cubicBezTo>
                    <a:cubicBezTo>
                      <a:pt x="2914" y="598"/>
                      <a:pt x="2931" y="606"/>
                      <a:pt x="2946" y="600"/>
                    </a:cubicBezTo>
                    <a:cubicBezTo>
                      <a:pt x="2947" y="599"/>
                      <a:pt x="2947" y="600"/>
                      <a:pt x="2948" y="599"/>
                    </a:cubicBezTo>
                    <a:cubicBezTo>
                      <a:pt x="2949" y="599"/>
                      <a:pt x="2950" y="597"/>
                      <a:pt x="2951" y="595"/>
                    </a:cubicBezTo>
                    <a:cubicBezTo>
                      <a:pt x="2952" y="593"/>
                      <a:pt x="2953" y="592"/>
                      <a:pt x="2953" y="590"/>
                    </a:cubicBezTo>
                    <a:cubicBezTo>
                      <a:pt x="2953" y="588"/>
                      <a:pt x="2952" y="587"/>
                      <a:pt x="2951" y="585"/>
                    </a:cubicBezTo>
                    <a:cubicBezTo>
                      <a:pt x="2951" y="584"/>
                      <a:pt x="2951" y="584"/>
                      <a:pt x="2951" y="584"/>
                    </a:cubicBezTo>
                    <a:lnTo>
                      <a:pt x="2949" y="582"/>
                    </a:lnTo>
                    <a:cubicBezTo>
                      <a:pt x="2949" y="582"/>
                      <a:pt x="2949" y="581"/>
                      <a:pt x="2948" y="581"/>
                    </a:cubicBezTo>
                    <a:cubicBezTo>
                      <a:pt x="2945" y="579"/>
                      <a:pt x="2941" y="578"/>
                      <a:pt x="2937" y="578"/>
                    </a:cubicBezTo>
                    <a:cubicBezTo>
                      <a:pt x="2935" y="577"/>
                      <a:pt x="2932" y="577"/>
                      <a:pt x="2930" y="577"/>
                    </a:cubicBezTo>
                    <a:cubicBezTo>
                      <a:pt x="2927" y="577"/>
                      <a:pt x="2924" y="577"/>
                      <a:pt x="2922" y="578"/>
                    </a:cubicBezTo>
                    <a:cubicBezTo>
                      <a:pt x="2916" y="578"/>
                      <a:pt x="2911" y="578"/>
                      <a:pt x="2905" y="580"/>
                    </a:cubicBezTo>
                    <a:lnTo>
                      <a:pt x="2907" y="574"/>
                    </a:lnTo>
                    <a:cubicBezTo>
                      <a:pt x="2908" y="566"/>
                      <a:pt x="2910" y="557"/>
                      <a:pt x="2912" y="549"/>
                    </a:cubicBezTo>
                    <a:cubicBezTo>
                      <a:pt x="2921" y="540"/>
                      <a:pt x="2943" y="544"/>
                      <a:pt x="2955" y="544"/>
                    </a:cubicBezTo>
                    <a:cubicBezTo>
                      <a:pt x="2957" y="545"/>
                      <a:pt x="2959" y="545"/>
                      <a:pt x="2961" y="545"/>
                    </a:cubicBezTo>
                    <a:cubicBezTo>
                      <a:pt x="2970" y="545"/>
                      <a:pt x="2978" y="543"/>
                      <a:pt x="2985" y="538"/>
                    </a:cubicBezTo>
                    <a:cubicBezTo>
                      <a:pt x="2986" y="538"/>
                      <a:pt x="2987" y="537"/>
                      <a:pt x="2988" y="536"/>
                    </a:cubicBezTo>
                    <a:cubicBezTo>
                      <a:pt x="2989" y="536"/>
                      <a:pt x="2989" y="535"/>
                      <a:pt x="2990" y="534"/>
                    </a:cubicBezTo>
                    <a:cubicBezTo>
                      <a:pt x="2991" y="533"/>
                      <a:pt x="2991" y="532"/>
                      <a:pt x="2991" y="530"/>
                    </a:cubicBezTo>
                    <a:cubicBezTo>
                      <a:pt x="2991" y="529"/>
                      <a:pt x="2991" y="527"/>
                      <a:pt x="2990" y="526"/>
                    </a:cubicBezTo>
                    <a:cubicBezTo>
                      <a:pt x="2989" y="525"/>
                      <a:pt x="2989" y="524"/>
                      <a:pt x="2988" y="523"/>
                    </a:cubicBezTo>
                    <a:cubicBezTo>
                      <a:pt x="2975" y="512"/>
                      <a:pt x="2954" y="516"/>
                      <a:pt x="2938" y="516"/>
                    </a:cubicBezTo>
                    <a:cubicBezTo>
                      <a:pt x="2931" y="516"/>
                      <a:pt x="2924" y="517"/>
                      <a:pt x="2918" y="520"/>
                    </a:cubicBezTo>
                    <a:cubicBezTo>
                      <a:pt x="2921" y="505"/>
                      <a:pt x="2924" y="491"/>
                      <a:pt x="2926" y="476"/>
                    </a:cubicBezTo>
                    <a:cubicBezTo>
                      <a:pt x="2930" y="477"/>
                      <a:pt x="2934" y="477"/>
                      <a:pt x="2939" y="477"/>
                    </a:cubicBezTo>
                    <a:cubicBezTo>
                      <a:pt x="2943" y="477"/>
                      <a:pt x="2947" y="477"/>
                      <a:pt x="2951" y="476"/>
                    </a:cubicBezTo>
                    <a:cubicBezTo>
                      <a:pt x="2963" y="476"/>
                      <a:pt x="2974" y="482"/>
                      <a:pt x="2982" y="468"/>
                    </a:cubicBezTo>
                    <a:cubicBezTo>
                      <a:pt x="2982" y="467"/>
                      <a:pt x="2982" y="466"/>
                      <a:pt x="2982" y="465"/>
                    </a:cubicBezTo>
                    <a:cubicBezTo>
                      <a:pt x="2982" y="463"/>
                      <a:pt x="2982" y="462"/>
                      <a:pt x="2981" y="460"/>
                    </a:cubicBezTo>
                    <a:cubicBezTo>
                      <a:pt x="2981" y="460"/>
                      <a:pt x="2981" y="459"/>
                      <a:pt x="2980" y="459"/>
                    </a:cubicBezTo>
                    <a:cubicBezTo>
                      <a:pt x="2977" y="456"/>
                      <a:pt x="2974" y="454"/>
                      <a:pt x="2970" y="451"/>
                    </a:cubicBezTo>
                    <a:cubicBezTo>
                      <a:pt x="2964" y="448"/>
                      <a:pt x="2958" y="446"/>
                      <a:pt x="2952" y="445"/>
                    </a:cubicBezTo>
                    <a:cubicBezTo>
                      <a:pt x="2948" y="445"/>
                      <a:pt x="2945" y="445"/>
                      <a:pt x="2942" y="445"/>
                    </a:cubicBezTo>
                    <a:cubicBezTo>
                      <a:pt x="2939" y="445"/>
                      <a:pt x="2935" y="445"/>
                      <a:pt x="2932" y="445"/>
                    </a:cubicBezTo>
                    <a:cubicBezTo>
                      <a:pt x="2934" y="435"/>
                      <a:pt x="2936" y="424"/>
                      <a:pt x="2937" y="414"/>
                    </a:cubicBezTo>
                    <a:cubicBezTo>
                      <a:pt x="2941" y="410"/>
                      <a:pt x="2959" y="415"/>
                      <a:pt x="2964" y="415"/>
                    </a:cubicBezTo>
                    <a:cubicBezTo>
                      <a:pt x="2968" y="416"/>
                      <a:pt x="2971" y="416"/>
                      <a:pt x="2975" y="416"/>
                    </a:cubicBezTo>
                    <a:cubicBezTo>
                      <a:pt x="2989" y="416"/>
                      <a:pt x="3004" y="413"/>
                      <a:pt x="3017" y="407"/>
                    </a:cubicBezTo>
                    <a:cubicBezTo>
                      <a:pt x="3018" y="407"/>
                      <a:pt x="3019" y="406"/>
                      <a:pt x="3020" y="404"/>
                    </a:cubicBezTo>
                    <a:cubicBezTo>
                      <a:pt x="3021" y="403"/>
                      <a:pt x="3021" y="402"/>
                      <a:pt x="3021" y="400"/>
                    </a:cubicBezTo>
                    <a:cubicBezTo>
                      <a:pt x="3021" y="399"/>
                      <a:pt x="3021" y="397"/>
                      <a:pt x="3020" y="396"/>
                    </a:cubicBezTo>
                    <a:cubicBezTo>
                      <a:pt x="3019" y="395"/>
                      <a:pt x="3018" y="394"/>
                      <a:pt x="3017" y="393"/>
                    </a:cubicBezTo>
                    <a:cubicBezTo>
                      <a:pt x="3001" y="387"/>
                      <a:pt x="2985" y="384"/>
                      <a:pt x="2968" y="384"/>
                    </a:cubicBezTo>
                    <a:cubicBezTo>
                      <a:pt x="2965" y="384"/>
                      <a:pt x="2961" y="384"/>
                      <a:pt x="2958" y="385"/>
                    </a:cubicBezTo>
                    <a:cubicBezTo>
                      <a:pt x="2955" y="384"/>
                      <a:pt x="2951" y="384"/>
                      <a:pt x="2948" y="384"/>
                    </a:cubicBezTo>
                    <a:cubicBezTo>
                      <a:pt x="2945" y="384"/>
                      <a:pt x="2942" y="384"/>
                      <a:pt x="2938" y="385"/>
                    </a:cubicBezTo>
                    <a:cubicBezTo>
                      <a:pt x="2938" y="379"/>
                      <a:pt x="2939" y="374"/>
                      <a:pt x="2940" y="368"/>
                    </a:cubicBezTo>
                    <a:cubicBezTo>
                      <a:pt x="2940" y="363"/>
                      <a:pt x="2941" y="358"/>
                      <a:pt x="2941" y="354"/>
                    </a:cubicBezTo>
                    <a:cubicBezTo>
                      <a:pt x="2942" y="354"/>
                      <a:pt x="2944" y="354"/>
                      <a:pt x="2945" y="354"/>
                    </a:cubicBezTo>
                    <a:cubicBezTo>
                      <a:pt x="2947" y="354"/>
                      <a:pt x="2949" y="355"/>
                      <a:pt x="2951" y="353"/>
                    </a:cubicBezTo>
                    <a:cubicBezTo>
                      <a:pt x="2952" y="353"/>
                      <a:pt x="2952" y="352"/>
                      <a:pt x="2952" y="352"/>
                    </a:cubicBezTo>
                    <a:cubicBezTo>
                      <a:pt x="2978" y="350"/>
                      <a:pt x="3009" y="355"/>
                      <a:pt x="3031" y="338"/>
                    </a:cubicBezTo>
                    <a:cubicBezTo>
                      <a:pt x="3031" y="338"/>
                      <a:pt x="3032" y="337"/>
                      <a:pt x="3032" y="336"/>
                    </a:cubicBezTo>
                    <a:cubicBezTo>
                      <a:pt x="3033" y="335"/>
                      <a:pt x="3033" y="334"/>
                      <a:pt x="3033" y="332"/>
                    </a:cubicBezTo>
                    <a:cubicBezTo>
                      <a:pt x="3033" y="331"/>
                      <a:pt x="3033" y="329"/>
                      <a:pt x="3032" y="328"/>
                    </a:cubicBezTo>
                    <a:cubicBezTo>
                      <a:pt x="3031" y="327"/>
                      <a:pt x="3031" y="326"/>
                      <a:pt x="3029" y="325"/>
                    </a:cubicBezTo>
                    <a:cubicBezTo>
                      <a:pt x="3028" y="325"/>
                      <a:pt x="3028" y="324"/>
                      <a:pt x="3028" y="324"/>
                    </a:cubicBezTo>
                    <a:cubicBezTo>
                      <a:pt x="3014" y="321"/>
                      <a:pt x="3001" y="320"/>
                      <a:pt x="2987" y="320"/>
                    </a:cubicBezTo>
                    <a:cubicBezTo>
                      <a:pt x="2985" y="320"/>
                      <a:pt x="2983" y="320"/>
                      <a:pt x="2981" y="320"/>
                    </a:cubicBezTo>
                    <a:cubicBezTo>
                      <a:pt x="2974" y="320"/>
                      <a:pt x="2966" y="321"/>
                      <a:pt x="2959" y="324"/>
                    </a:cubicBezTo>
                    <a:cubicBezTo>
                      <a:pt x="2954" y="325"/>
                      <a:pt x="2949" y="325"/>
                      <a:pt x="2944" y="326"/>
                    </a:cubicBezTo>
                    <a:cubicBezTo>
                      <a:pt x="2946" y="311"/>
                      <a:pt x="2949" y="296"/>
                      <a:pt x="2951" y="281"/>
                    </a:cubicBezTo>
                    <a:lnTo>
                      <a:pt x="2954" y="280"/>
                    </a:lnTo>
                    <a:cubicBezTo>
                      <a:pt x="2960" y="277"/>
                      <a:pt x="2975" y="282"/>
                      <a:pt x="2982" y="282"/>
                    </a:cubicBezTo>
                    <a:cubicBezTo>
                      <a:pt x="2988" y="283"/>
                      <a:pt x="2993" y="283"/>
                      <a:pt x="2999" y="283"/>
                    </a:cubicBezTo>
                    <a:cubicBezTo>
                      <a:pt x="3014" y="283"/>
                      <a:pt x="3029" y="280"/>
                      <a:pt x="3044" y="275"/>
                    </a:cubicBezTo>
                    <a:cubicBezTo>
                      <a:pt x="3045" y="274"/>
                      <a:pt x="3046" y="273"/>
                      <a:pt x="3047" y="272"/>
                    </a:cubicBezTo>
                    <a:cubicBezTo>
                      <a:pt x="3048" y="270"/>
                      <a:pt x="3048" y="269"/>
                      <a:pt x="3048" y="267"/>
                    </a:cubicBezTo>
                    <a:cubicBezTo>
                      <a:pt x="3048" y="266"/>
                      <a:pt x="3048" y="264"/>
                      <a:pt x="3047" y="263"/>
                    </a:cubicBezTo>
                    <a:cubicBezTo>
                      <a:pt x="3046" y="261"/>
                      <a:pt x="3045" y="260"/>
                      <a:pt x="3044" y="259"/>
                    </a:cubicBezTo>
                    <a:cubicBezTo>
                      <a:pt x="3028" y="255"/>
                      <a:pt x="3012" y="252"/>
                      <a:pt x="2995" y="252"/>
                    </a:cubicBezTo>
                    <a:cubicBezTo>
                      <a:pt x="2990" y="252"/>
                      <a:pt x="2985" y="252"/>
                      <a:pt x="2980" y="253"/>
                    </a:cubicBezTo>
                    <a:cubicBezTo>
                      <a:pt x="2976" y="252"/>
                      <a:pt x="2971" y="252"/>
                      <a:pt x="2968" y="252"/>
                    </a:cubicBezTo>
                    <a:cubicBezTo>
                      <a:pt x="2964" y="252"/>
                      <a:pt x="2961" y="252"/>
                      <a:pt x="2957" y="253"/>
                    </a:cubicBezTo>
                    <a:cubicBezTo>
                      <a:pt x="2959" y="240"/>
                      <a:pt x="2961" y="227"/>
                      <a:pt x="2963" y="213"/>
                    </a:cubicBezTo>
                    <a:cubicBezTo>
                      <a:pt x="2998" y="216"/>
                      <a:pt x="3036" y="222"/>
                      <a:pt x="3067" y="205"/>
                    </a:cubicBezTo>
                    <a:cubicBezTo>
                      <a:pt x="3069" y="204"/>
                      <a:pt x="3070" y="203"/>
                      <a:pt x="3070" y="202"/>
                    </a:cubicBezTo>
                    <a:cubicBezTo>
                      <a:pt x="3071" y="201"/>
                      <a:pt x="3071" y="200"/>
                      <a:pt x="3071" y="198"/>
                    </a:cubicBezTo>
                    <a:cubicBezTo>
                      <a:pt x="3071" y="197"/>
                      <a:pt x="3071" y="196"/>
                      <a:pt x="3070" y="194"/>
                    </a:cubicBezTo>
                    <a:cubicBezTo>
                      <a:pt x="3070" y="193"/>
                      <a:pt x="3069" y="192"/>
                      <a:pt x="3067" y="192"/>
                    </a:cubicBezTo>
                    <a:cubicBezTo>
                      <a:pt x="3056" y="189"/>
                      <a:pt x="3045" y="187"/>
                      <a:pt x="3033" y="187"/>
                    </a:cubicBezTo>
                    <a:cubicBezTo>
                      <a:pt x="3028" y="187"/>
                      <a:pt x="3023" y="187"/>
                      <a:pt x="3018" y="188"/>
                    </a:cubicBezTo>
                    <a:cubicBezTo>
                      <a:pt x="3001" y="188"/>
                      <a:pt x="2984" y="188"/>
                      <a:pt x="2968" y="190"/>
                    </a:cubicBezTo>
                    <a:cubicBezTo>
                      <a:pt x="2970" y="175"/>
                      <a:pt x="2973" y="160"/>
                      <a:pt x="2977" y="145"/>
                    </a:cubicBezTo>
                    <a:cubicBezTo>
                      <a:pt x="2978" y="145"/>
                      <a:pt x="2979" y="146"/>
                      <a:pt x="2980" y="146"/>
                    </a:cubicBezTo>
                    <a:cubicBezTo>
                      <a:pt x="2981" y="146"/>
                      <a:pt x="2982" y="146"/>
                      <a:pt x="2983" y="145"/>
                    </a:cubicBezTo>
                    <a:cubicBezTo>
                      <a:pt x="2984" y="145"/>
                      <a:pt x="2984" y="144"/>
                      <a:pt x="2984" y="144"/>
                    </a:cubicBezTo>
                    <a:cubicBezTo>
                      <a:pt x="2990" y="138"/>
                      <a:pt x="3015" y="144"/>
                      <a:pt x="3024" y="144"/>
                    </a:cubicBezTo>
                    <a:cubicBezTo>
                      <a:pt x="3029" y="144"/>
                      <a:pt x="3033" y="145"/>
                      <a:pt x="3038" y="145"/>
                    </a:cubicBezTo>
                    <a:cubicBezTo>
                      <a:pt x="3053" y="145"/>
                      <a:pt x="3068" y="142"/>
                      <a:pt x="3083" y="138"/>
                    </a:cubicBezTo>
                    <a:cubicBezTo>
                      <a:pt x="3088" y="136"/>
                      <a:pt x="3091" y="127"/>
                      <a:pt x="3084" y="124"/>
                    </a:cubicBezTo>
                    <a:cubicBezTo>
                      <a:pt x="3059" y="113"/>
                      <a:pt x="3030" y="118"/>
                      <a:pt x="3004" y="117"/>
                    </a:cubicBezTo>
                    <a:cubicBezTo>
                      <a:pt x="3003" y="117"/>
                      <a:pt x="3002" y="117"/>
                      <a:pt x="3001" y="117"/>
                    </a:cubicBezTo>
                    <a:cubicBezTo>
                      <a:pt x="2995" y="117"/>
                      <a:pt x="2990" y="118"/>
                      <a:pt x="2985" y="119"/>
                    </a:cubicBezTo>
                    <a:cubicBezTo>
                      <a:pt x="2990" y="105"/>
                      <a:pt x="2997" y="91"/>
                      <a:pt x="3004" y="78"/>
                    </a:cubicBezTo>
                    <a:lnTo>
                      <a:pt x="3005" y="77"/>
                    </a:lnTo>
                    <a:cubicBezTo>
                      <a:pt x="3005" y="84"/>
                      <a:pt x="3016" y="91"/>
                      <a:pt x="3022" y="85"/>
                    </a:cubicBezTo>
                    <a:cubicBezTo>
                      <a:pt x="3024" y="84"/>
                      <a:pt x="3025" y="83"/>
                      <a:pt x="3027" y="82"/>
                    </a:cubicBezTo>
                    <a:cubicBezTo>
                      <a:pt x="3042" y="73"/>
                      <a:pt x="3060" y="68"/>
                      <a:pt x="3079" y="68"/>
                    </a:cubicBezTo>
                    <a:cubicBezTo>
                      <a:pt x="3080" y="68"/>
                      <a:pt x="3081" y="67"/>
                      <a:pt x="3083" y="66"/>
                    </a:cubicBezTo>
                    <a:cubicBezTo>
                      <a:pt x="3084" y="65"/>
                      <a:pt x="3086" y="65"/>
                      <a:pt x="3087" y="63"/>
                    </a:cubicBezTo>
                    <a:cubicBezTo>
                      <a:pt x="3087" y="62"/>
                      <a:pt x="3088" y="60"/>
                      <a:pt x="3088" y="59"/>
                    </a:cubicBezTo>
                    <a:cubicBezTo>
                      <a:pt x="3088" y="58"/>
                      <a:pt x="3088" y="57"/>
                      <a:pt x="3088" y="57"/>
                    </a:cubicBezTo>
                    <a:cubicBezTo>
                      <a:pt x="3088" y="55"/>
                      <a:pt x="3088" y="53"/>
                      <a:pt x="3087" y="52"/>
                    </a:cubicBezTo>
                    <a:cubicBezTo>
                      <a:pt x="3087" y="51"/>
                      <a:pt x="3087" y="51"/>
                      <a:pt x="3087" y="51"/>
                    </a:cubicBezTo>
                    <a:cubicBezTo>
                      <a:pt x="3086" y="51"/>
                      <a:pt x="3086" y="50"/>
                      <a:pt x="3085" y="49"/>
                    </a:cubicBezTo>
                    <a:cubicBezTo>
                      <a:pt x="3084" y="48"/>
                      <a:pt x="3082" y="47"/>
                      <a:pt x="3081" y="46"/>
                    </a:cubicBezTo>
                    <a:cubicBezTo>
                      <a:pt x="3076" y="44"/>
                      <a:pt x="3071" y="42"/>
                      <a:pt x="3066" y="42"/>
                    </a:cubicBezTo>
                    <a:cubicBezTo>
                      <a:pt x="3062" y="42"/>
                      <a:pt x="3058" y="43"/>
                      <a:pt x="3054" y="45"/>
                    </a:cubicBezTo>
                    <a:cubicBezTo>
                      <a:pt x="3051" y="46"/>
                      <a:pt x="3054" y="45"/>
                      <a:pt x="3054" y="43"/>
                    </a:cubicBezTo>
                    <a:cubicBezTo>
                      <a:pt x="3051" y="12"/>
                      <a:pt x="3118" y="72"/>
                      <a:pt x="3115" y="68"/>
                    </a:cubicBezTo>
                    <a:cubicBezTo>
                      <a:pt x="3135" y="96"/>
                      <a:pt x="3143" y="164"/>
                      <a:pt x="3142" y="193"/>
                    </a:cubicBezTo>
                    <a:cubicBezTo>
                      <a:pt x="3140" y="257"/>
                      <a:pt x="3140" y="322"/>
                      <a:pt x="3136" y="386"/>
                    </a:cubicBezTo>
                    <a:cubicBezTo>
                      <a:pt x="3131" y="444"/>
                      <a:pt x="3120" y="502"/>
                      <a:pt x="3101" y="558"/>
                    </a:cubicBezTo>
                    <a:cubicBezTo>
                      <a:pt x="3082" y="622"/>
                      <a:pt x="3070" y="689"/>
                      <a:pt x="3065" y="756"/>
                    </a:cubicBezTo>
                    <a:cubicBezTo>
                      <a:pt x="3054" y="881"/>
                      <a:pt x="3000" y="998"/>
                      <a:pt x="2993" y="1124"/>
                    </a:cubicBezTo>
                    <a:cubicBezTo>
                      <a:pt x="2990" y="1197"/>
                      <a:pt x="2982" y="1270"/>
                      <a:pt x="2968" y="1342"/>
                    </a:cubicBezTo>
                    <a:cubicBezTo>
                      <a:pt x="2954" y="1411"/>
                      <a:pt x="2931" y="1482"/>
                      <a:pt x="2929" y="1553"/>
                    </a:cubicBezTo>
                    <a:cubicBezTo>
                      <a:pt x="2925" y="1630"/>
                      <a:pt x="2916" y="1706"/>
                      <a:pt x="2902" y="1782"/>
                    </a:cubicBezTo>
                    <a:cubicBezTo>
                      <a:pt x="2894" y="1813"/>
                      <a:pt x="2889" y="1845"/>
                      <a:pt x="2887" y="1877"/>
                    </a:cubicBezTo>
                    <a:cubicBezTo>
                      <a:pt x="2887" y="1885"/>
                      <a:pt x="2887" y="1892"/>
                      <a:pt x="2887" y="1900"/>
                    </a:cubicBezTo>
                    <a:cubicBezTo>
                      <a:pt x="2887" y="1935"/>
                      <a:pt x="2884" y="1970"/>
                      <a:pt x="2879" y="2005"/>
                    </a:cubicBezTo>
                    <a:cubicBezTo>
                      <a:pt x="2868" y="2062"/>
                      <a:pt x="2849" y="2118"/>
                      <a:pt x="2842" y="2176"/>
                    </a:cubicBezTo>
                    <a:cubicBezTo>
                      <a:pt x="2833" y="2248"/>
                      <a:pt x="2805" y="2318"/>
                      <a:pt x="2798" y="2390"/>
                    </a:cubicBezTo>
                    <a:cubicBezTo>
                      <a:pt x="2794" y="2425"/>
                      <a:pt x="2785" y="2459"/>
                      <a:pt x="2773" y="2493"/>
                    </a:cubicBezTo>
                    <a:cubicBezTo>
                      <a:pt x="2763" y="2523"/>
                      <a:pt x="2760" y="2555"/>
                      <a:pt x="2752" y="2586"/>
                    </a:cubicBezTo>
                    <a:cubicBezTo>
                      <a:pt x="2735" y="2656"/>
                      <a:pt x="2711" y="2724"/>
                      <a:pt x="2696" y="2793"/>
                    </a:cubicBezTo>
                    <a:cubicBezTo>
                      <a:pt x="2683" y="2853"/>
                      <a:pt x="2686" y="2917"/>
                      <a:pt x="2668" y="2976"/>
                    </a:cubicBezTo>
                    <a:cubicBezTo>
                      <a:pt x="2661" y="3001"/>
                      <a:pt x="2668" y="3029"/>
                      <a:pt x="2661" y="3055"/>
                    </a:cubicBezTo>
                    <a:cubicBezTo>
                      <a:pt x="2653" y="3093"/>
                      <a:pt x="2647" y="3131"/>
                      <a:pt x="2644" y="3169"/>
                    </a:cubicBezTo>
                    <a:cubicBezTo>
                      <a:pt x="2638" y="3232"/>
                      <a:pt x="2628" y="3295"/>
                      <a:pt x="2615" y="3357"/>
                    </a:cubicBezTo>
                    <a:cubicBezTo>
                      <a:pt x="2607" y="3389"/>
                      <a:pt x="2602" y="3422"/>
                      <a:pt x="2599" y="3455"/>
                    </a:cubicBezTo>
                    <a:cubicBezTo>
                      <a:pt x="2595" y="3490"/>
                      <a:pt x="2577" y="3525"/>
                      <a:pt x="2568" y="3560"/>
                    </a:cubicBezTo>
                    <a:cubicBezTo>
                      <a:pt x="2556" y="3608"/>
                      <a:pt x="2547" y="3658"/>
                      <a:pt x="2541" y="3708"/>
                    </a:cubicBezTo>
                    <a:lnTo>
                      <a:pt x="2540" y="3708"/>
                    </a:lnTo>
                    <a:cubicBezTo>
                      <a:pt x="2539" y="3711"/>
                      <a:pt x="2538" y="3713"/>
                      <a:pt x="2538" y="3716"/>
                    </a:cubicBezTo>
                    <a:cubicBezTo>
                      <a:pt x="2538" y="3717"/>
                      <a:pt x="2539" y="3719"/>
                      <a:pt x="2539" y="3720"/>
                    </a:cubicBezTo>
                    <a:cubicBezTo>
                      <a:pt x="2538" y="3728"/>
                      <a:pt x="2537" y="3736"/>
                      <a:pt x="2536" y="3744"/>
                    </a:cubicBezTo>
                    <a:cubicBezTo>
                      <a:pt x="2528" y="3780"/>
                      <a:pt x="2517" y="3814"/>
                      <a:pt x="2503" y="3847"/>
                    </a:cubicBezTo>
                    <a:cubicBezTo>
                      <a:pt x="2491" y="3881"/>
                      <a:pt x="2490" y="3921"/>
                      <a:pt x="2481" y="3957"/>
                    </a:cubicBezTo>
                    <a:cubicBezTo>
                      <a:pt x="2466" y="4017"/>
                      <a:pt x="2462" y="4083"/>
                      <a:pt x="2450" y="4144"/>
                    </a:cubicBezTo>
                    <a:cubicBezTo>
                      <a:pt x="2437" y="4209"/>
                      <a:pt x="2415" y="4273"/>
                      <a:pt x="2408" y="4338"/>
                    </a:cubicBezTo>
                    <a:cubicBezTo>
                      <a:pt x="2402" y="4404"/>
                      <a:pt x="2379" y="4474"/>
                      <a:pt x="2370" y="4542"/>
                    </a:cubicBezTo>
                    <a:cubicBezTo>
                      <a:pt x="2362" y="4610"/>
                      <a:pt x="2356" y="4675"/>
                      <a:pt x="2343" y="4740"/>
                    </a:cubicBezTo>
                    <a:cubicBezTo>
                      <a:pt x="2336" y="4772"/>
                      <a:pt x="2329" y="4803"/>
                      <a:pt x="2322" y="4835"/>
                    </a:cubicBezTo>
                    <a:cubicBezTo>
                      <a:pt x="2314" y="4870"/>
                      <a:pt x="2317" y="4906"/>
                      <a:pt x="2307" y="4942"/>
                    </a:cubicBezTo>
                    <a:cubicBezTo>
                      <a:pt x="2289" y="5014"/>
                      <a:pt x="2275" y="5088"/>
                      <a:pt x="2265" y="5162"/>
                    </a:cubicBezTo>
                    <a:cubicBezTo>
                      <a:pt x="2254" y="5227"/>
                      <a:pt x="2246" y="5291"/>
                      <a:pt x="2236" y="5356"/>
                    </a:cubicBezTo>
                    <a:cubicBezTo>
                      <a:pt x="2230" y="5414"/>
                      <a:pt x="2219" y="5471"/>
                      <a:pt x="2203" y="5527"/>
                    </a:cubicBezTo>
                    <a:cubicBezTo>
                      <a:pt x="2179" y="5596"/>
                      <a:pt x="2179" y="5675"/>
                      <a:pt x="2163" y="5746"/>
                    </a:cubicBezTo>
                    <a:cubicBezTo>
                      <a:pt x="2149" y="5809"/>
                      <a:pt x="2141" y="5873"/>
                      <a:pt x="2140" y="5937"/>
                    </a:cubicBezTo>
                    <a:cubicBezTo>
                      <a:pt x="2142" y="6001"/>
                      <a:pt x="2124" y="6066"/>
                      <a:pt x="2121" y="6130"/>
                    </a:cubicBezTo>
                    <a:cubicBezTo>
                      <a:pt x="2116" y="6197"/>
                      <a:pt x="2105" y="6263"/>
                      <a:pt x="2087" y="6328"/>
                    </a:cubicBezTo>
                    <a:cubicBezTo>
                      <a:pt x="2075" y="6364"/>
                      <a:pt x="2066" y="6402"/>
                      <a:pt x="2059" y="6439"/>
                    </a:cubicBezTo>
                    <a:cubicBezTo>
                      <a:pt x="2055" y="6436"/>
                      <a:pt x="2050" y="6433"/>
                      <a:pt x="2045" y="6430"/>
                    </a:cubicBezTo>
                    <a:cubicBezTo>
                      <a:pt x="2013" y="6412"/>
                      <a:pt x="1977" y="6401"/>
                      <a:pt x="1940" y="6400"/>
                    </a:cubicBezTo>
                    <a:cubicBezTo>
                      <a:pt x="1911" y="6402"/>
                      <a:pt x="1858" y="6397"/>
                      <a:pt x="1811" y="6403"/>
                    </a:cubicBezTo>
                    <a:cubicBezTo>
                      <a:pt x="1813" y="6394"/>
                      <a:pt x="1815" y="6385"/>
                      <a:pt x="1817" y="6376"/>
                    </a:cubicBezTo>
                    <a:cubicBezTo>
                      <a:pt x="1826" y="6374"/>
                      <a:pt x="1834" y="6372"/>
                      <a:pt x="1842" y="6370"/>
                    </a:cubicBezTo>
                    <a:cubicBezTo>
                      <a:pt x="1855" y="6367"/>
                      <a:pt x="1867" y="6370"/>
                      <a:pt x="1878" y="6362"/>
                    </a:cubicBezTo>
                    <a:cubicBezTo>
                      <a:pt x="1878" y="6362"/>
                      <a:pt x="1879" y="6361"/>
                      <a:pt x="1880" y="6360"/>
                    </a:cubicBezTo>
                    <a:cubicBezTo>
                      <a:pt x="1881" y="6358"/>
                      <a:pt x="1881" y="6356"/>
                      <a:pt x="1881" y="6354"/>
                    </a:cubicBezTo>
                    <a:cubicBezTo>
                      <a:pt x="1881" y="6354"/>
                      <a:pt x="1881" y="6353"/>
                      <a:pt x="1881" y="6352"/>
                    </a:cubicBezTo>
                    <a:cubicBezTo>
                      <a:pt x="1876" y="6339"/>
                      <a:pt x="1856" y="6342"/>
                      <a:pt x="1845" y="6343"/>
                    </a:cubicBezTo>
                    <a:cubicBezTo>
                      <a:pt x="1838" y="6343"/>
                      <a:pt x="1831" y="6345"/>
                      <a:pt x="1825" y="6349"/>
                    </a:cubicBezTo>
                    <a:cubicBezTo>
                      <a:pt x="1827" y="6343"/>
                      <a:pt x="1829" y="6337"/>
                      <a:pt x="1831" y="6333"/>
                    </a:cubicBezTo>
                    <a:cubicBezTo>
                      <a:pt x="1834" y="6325"/>
                      <a:pt x="1836" y="6318"/>
                      <a:pt x="1837" y="6310"/>
                    </a:cubicBezTo>
                    <a:cubicBezTo>
                      <a:pt x="1843" y="6311"/>
                      <a:pt x="1848" y="6311"/>
                      <a:pt x="1854" y="6311"/>
                    </a:cubicBezTo>
                    <a:cubicBezTo>
                      <a:pt x="1869" y="6311"/>
                      <a:pt x="1883" y="6310"/>
                      <a:pt x="1898" y="6308"/>
                    </a:cubicBezTo>
                    <a:cubicBezTo>
                      <a:pt x="1903" y="6308"/>
                      <a:pt x="1909" y="6309"/>
                      <a:pt x="1915" y="6309"/>
                    </a:cubicBezTo>
                    <a:cubicBezTo>
                      <a:pt x="1936" y="6309"/>
                      <a:pt x="1956" y="6306"/>
                      <a:pt x="1976" y="6300"/>
                    </a:cubicBezTo>
                    <a:cubicBezTo>
                      <a:pt x="1977" y="6300"/>
                      <a:pt x="1977" y="6300"/>
                      <a:pt x="1978" y="6300"/>
                    </a:cubicBezTo>
                    <a:cubicBezTo>
                      <a:pt x="1979" y="6299"/>
                      <a:pt x="1979" y="6299"/>
                      <a:pt x="1980" y="6298"/>
                    </a:cubicBezTo>
                    <a:cubicBezTo>
                      <a:pt x="1981" y="6297"/>
                      <a:pt x="1981" y="6296"/>
                      <a:pt x="1981" y="6295"/>
                    </a:cubicBezTo>
                    <a:cubicBezTo>
                      <a:pt x="1981" y="6293"/>
                      <a:pt x="1981" y="6292"/>
                      <a:pt x="1980" y="6292"/>
                    </a:cubicBezTo>
                    <a:cubicBezTo>
                      <a:pt x="1979" y="6291"/>
                      <a:pt x="1979" y="6290"/>
                      <a:pt x="1978" y="6289"/>
                    </a:cubicBezTo>
                    <a:cubicBezTo>
                      <a:pt x="1977" y="6288"/>
                      <a:pt x="1977" y="6289"/>
                      <a:pt x="1976" y="6289"/>
                    </a:cubicBezTo>
                    <a:cubicBezTo>
                      <a:pt x="1955" y="6282"/>
                      <a:pt x="1933" y="6279"/>
                      <a:pt x="1910" y="6279"/>
                    </a:cubicBezTo>
                    <a:cubicBezTo>
                      <a:pt x="1887" y="6279"/>
                      <a:pt x="1863" y="6283"/>
                      <a:pt x="1840" y="6290"/>
                    </a:cubicBezTo>
                    <a:cubicBezTo>
                      <a:pt x="1840" y="6280"/>
                      <a:pt x="1842" y="6270"/>
                      <a:pt x="1844" y="6260"/>
                    </a:cubicBezTo>
                    <a:cubicBezTo>
                      <a:pt x="1877" y="6253"/>
                      <a:pt x="1912" y="6263"/>
                      <a:pt x="1946" y="6256"/>
                    </a:cubicBezTo>
                    <a:lnTo>
                      <a:pt x="1947" y="6256"/>
                    </a:lnTo>
                    <a:cubicBezTo>
                      <a:pt x="1948" y="6255"/>
                      <a:pt x="1949" y="6255"/>
                      <a:pt x="1949" y="6254"/>
                    </a:cubicBezTo>
                    <a:cubicBezTo>
                      <a:pt x="1950" y="6253"/>
                      <a:pt x="1950" y="6251"/>
                      <a:pt x="1950" y="6250"/>
                    </a:cubicBezTo>
                    <a:cubicBezTo>
                      <a:pt x="1950" y="6248"/>
                      <a:pt x="1950" y="6248"/>
                      <a:pt x="1949" y="6247"/>
                    </a:cubicBezTo>
                    <a:cubicBezTo>
                      <a:pt x="1949" y="6246"/>
                      <a:pt x="1948" y="6246"/>
                      <a:pt x="1947" y="6245"/>
                    </a:cubicBezTo>
                    <a:cubicBezTo>
                      <a:pt x="1929" y="6237"/>
                      <a:pt x="1910" y="6233"/>
                      <a:pt x="1890" y="6233"/>
                    </a:cubicBezTo>
                    <a:cubicBezTo>
                      <a:pt x="1876" y="6233"/>
                      <a:pt x="1861" y="6236"/>
                      <a:pt x="1847" y="6240"/>
                    </a:cubicBezTo>
                    <a:lnTo>
                      <a:pt x="1851" y="6217"/>
                    </a:lnTo>
                    <a:cubicBezTo>
                      <a:pt x="1884" y="6212"/>
                      <a:pt x="1922" y="6223"/>
                      <a:pt x="1956" y="6212"/>
                    </a:cubicBezTo>
                    <a:lnTo>
                      <a:pt x="1957" y="6212"/>
                    </a:lnTo>
                    <a:cubicBezTo>
                      <a:pt x="1958" y="6211"/>
                      <a:pt x="1958" y="6209"/>
                      <a:pt x="1959" y="6209"/>
                    </a:cubicBezTo>
                    <a:cubicBezTo>
                      <a:pt x="1960" y="6208"/>
                      <a:pt x="1960" y="6207"/>
                      <a:pt x="1960" y="6206"/>
                    </a:cubicBezTo>
                    <a:cubicBezTo>
                      <a:pt x="1960" y="6205"/>
                      <a:pt x="1960" y="6204"/>
                      <a:pt x="1959" y="6203"/>
                    </a:cubicBezTo>
                    <a:cubicBezTo>
                      <a:pt x="1958" y="6202"/>
                      <a:pt x="1958" y="6202"/>
                      <a:pt x="1957" y="6201"/>
                    </a:cubicBezTo>
                    <a:cubicBezTo>
                      <a:pt x="1956" y="6200"/>
                      <a:pt x="1956" y="6201"/>
                      <a:pt x="1956" y="6201"/>
                    </a:cubicBezTo>
                    <a:cubicBezTo>
                      <a:pt x="1936" y="6196"/>
                      <a:pt x="1915" y="6194"/>
                      <a:pt x="1895" y="6194"/>
                    </a:cubicBezTo>
                    <a:cubicBezTo>
                      <a:pt x="1883" y="6194"/>
                      <a:pt x="1871" y="6195"/>
                      <a:pt x="1859" y="6196"/>
                    </a:cubicBezTo>
                    <a:lnTo>
                      <a:pt x="1854" y="6196"/>
                    </a:lnTo>
                    <a:lnTo>
                      <a:pt x="1859" y="6162"/>
                    </a:lnTo>
                    <a:cubicBezTo>
                      <a:pt x="1865" y="6161"/>
                      <a:pt x="1870" y="6161"/>
                      <a:pt x="1875" y="6161"/>
                    </a:cubicBezTo>
                    <a:cubicBezTo>
                      <a:pt x="1881" y="6161"/>
                      <a:pt x="1886" y="6161"/>
                      <a:pt x="1892" y="6162"/>
                    </a:cubicBezTo>
                    <a:cubicBezTo>
                      <a:pt x="1896" y="6163"/>
                      <a:pt x="1901" y="6163"/>
                      <a:pt x="1905" y="6163"/>
                    </a:cubicBezTo>
                    <a:cubicBezTo>
                      <a:pt x="1915" y="6163"/>
                      <a:pt x="1926" y="6161"/>
                      <a:pt x="1936" y="6158"/>
                    </a:cubicBezTo>
                    <a:lnTo>
                      <a:pt x="1937" y="6158"/>
                    </a:lnTo>
                    <a:cubicBezTo>
                      <a:pt x="1938" y="6157"/>
                      <a:pt x="1939" y="6156"/>
                      <a:pt x="1939" y="6155"/>
                    </a:cubicBezTo>
                    <a:cubicBezTo>
                      <a:pt x="1940" y="6154"/>
                      <a:pt x="1940" y="6153"/>
                      <a:pt x="1940" y="6152"/>
                    </a:cubicBezTo>
                    <a:cubicBezTo>
                      <a:pt x="1940" y="6151"/>
                      <a:pt x="1940" y="6149"/>
                      <a:pt x="1939" y="6148"/>
                    </a:cubicBezTo>
                    <a:cubicBezTo>
                      <a:pt x="1939" y="6147"/>
                      <a:pt x="1938" y="6147"/>
                      <a:pt x="1937" y="6146"/>
                    </a:cubicBezTo>
                    <a:cubicBezTo>
                      <a:pt x="1936" y="6145"/>
                      <a:pt x="1936" y="6146"/>
                      <a:pt x="1936" y="6146"/>
                    </a:cubicBezTo>
                    <a:cubicBezTo>
                      <a:pt x="1925" y="6142"/>
                      <a:pt x="1913" y="6140"/>
                      <a:pt x="1901" y="6140"/>
                    </a:cubicBezTo>
                    <a:cubicBezTo>
                      <a:pt x="1896" y="6140"/>
                      <a:pt x="1891" y="6141"/>
                      <a:pt x="1886" y="6141"/>
                    </a:cubicBezTo>
                    <a:lnTo>
                      <a:pt x="1885" y="6141"/>
                    </a:lnTo>
                    <a:cubicBezTo>
                      <a:pt x="1878" y="6141"/>
                      <a:pt x="1870" y="6142"/>
                      <a:pt x="1862" y="6144"/>
                    </a:cubicBezTo>
                    <a:cubicBezTo>
                      <a:pt x="1862" y="6139"/>
                      <a:pt x="1864" y="6134"/>
                      <a:pt x="1864" y="6129"/>
                    </a:cubicBezTo>
                    <a:cubicBezTo>
                      <a:pt x="1878" y="6127"/>
                      <a:pt x="1891" y="6123"/>
                      <a:pt x="1904" y="6122"/>
                    </a:cubicBezTo>
                    <a:cubicBezTo>
                      <a:pt x="1923" y="6120"/>
                      <a:pt x="1943" y="6125"/>
                      <a:pt x="1961" y="6117"/>
                    </a:cubicBezTo>
                    <a:cubicBezTo>
                      <a:pt x="1962" y="6117"/>
                      <a:pt x="1962" y="6117"/>
                      <a:pt x="1962" y="6117"/>
                    </a:cubicBezTo>
                    <a:cubicBezTo>
                      <a:pt x="1963" y="6116"/>
                      <a:pt x="1965" y="6115"/>
                      <a:pt x="1965" y="6114"/>
                    </a:cubicBezTo>
                    <a:cubicBezTo>
                      <a:pt x="1966" y="6113"/>
                      <a:pt x="1965" y="6112"/>
                      <a:pt x="1965" y="6111"/>
                    </a:cubicBezTo>
                    <a:cubicBezTo>
                      <a:pt x="1965" y="6110"/>
                      <a:pt x="1965" y="6109"/>
                      <a:pt x="1965" y="6108"/>
                    </a:cubicBezTo>
                    <a:cubicBezTo>
                      <a:pt x="1964" y="6107"/>
                      <a:pt x="1963" y="6106"/>
                      <a:pt x="1962" y="6105"/>
                    </a:cubicBezTo>
                    <a:cubicBezTo>
                      <a:pt x="1949" y="6100"/>
                      <a:pt x="1934" y="6097"/>
                      <a:pt x="1919" y="6097"/>
                    </a:cubicBezTo>
                    <a:cubicBezTo>
                      <a:pt x="1901" y="6097"/>
                      <a:pt x="1883" y="6102"/>
                      <a:pt x="1867" y="6109"/>
                    </a:cubicBezTo>
                    <a:cubicBezTo>
                      <a:pt x="1869" y="6096"/>
                      <a:pt x="1872" y="6084"/>
                      <a:pt x="1874" y="6070"/>
                    </a:cubicBezTo>
                    <a:cubicBezTo>
                      <a:pt x="1894" y="6068"/>
                      <a:pt x="1913" y="6063"/>
                      <a:pt x="1932" y="6061"/>
                    </a:cubicBezTo>
                    <a:cubicBezTo>
                      <a:pt x="1957" y="6059"/>
                      <a:pt x="1982" y="6056"/>
                      <a:pt x="2006" y="6050"/>
                    </a:cubicBezTo>
                    <a:lnTo>
                      <a:pt x="2007" y="6049"/>
                    </a:lnTo>
                    <a:cubicBezTo>
                      <a:pt x="2008" y="6049"/>
                      <a:pt x="2009" y="6047"/>
                      <a:pt x="2010" y="6046"/>
                    </a:cubicBezTo>
                    <a:cubicBezTo>
                      <a:pt x="2011" y="6044"/>
                      <a:pt x="2011" y="6044"/>
                      <a:pt x="2011" y="6043"/>
                    </a:cubicBezTo>
                    <a:cubicBezTo>
                      <a:pt x="2011" y="6041"/>
                      <a:pt x="2011" y="6040"/>
                      <a:pt x="2010" y="6039"/>
                    </a:cubicBezTo>
                    <a:cubicBezTo>
                      <a:pt x="2009" y="6037"/>
                      <a:pt x="2008" y="6036"/>
                      <a:pt x="2007" y="6036"/>
                    </a:cubicBezTo>
                    <a:lnTo>
                      <a:pt x="2006" y="6035"/>
                    </a:lnTo>
                    <a:cubicBezTo>
                      <a:pt x="1993" y="6032"/>
                      <a:pt x="1980" y="6030"/>
                      <a:pt x="1967" y="6030"/>
                    </a:cubicBezTo>
                    <a:cubicBezTo>
                      <a:pt x="1954" y="6030"/>
                      <a:pt x="1940" y="6032"/>
                      <a:pt x="1927" y="6035"/>
                    </a:cubicBezTo>
                    <a:cubicBezTo>
                      <a:pt x="1911" y="6037"/>
                      <a:pt x="1895" y="6040"/>
                      <a:pt x="1879" y="6045"/>
                    </a:cubicBezTo>
                    <a:cubicBezTo>
                      <a:pt x="1879" y="6043"/>
                      <a:pt x="1879" y="6040"/>
                      <a:pt x="1881" y="6038"/>
                    </a:cubicBezTo>
                    <a:cubicBezTo>
                      <a:pt x="1882" y="6031"/>
                      <a:pt x="1884" y="6025"/>
                      <a:pt x="1885" y="6018"/>
                    </a:cubicBezTo>
                    <a:cubicBezTo>
                      <a:pt x="1886" y="6018"/>
                      <a:pt x="1887" y="6018"/>
                      <a:pt x="1887" y="6018"/>
                    </a:cubicBezTo>
                    <a:cubicBezTo>
                      <a:pt x="1888" y="6017"/>
                      <a:pt x="1889" y="6016"/>
                      <a:pt x="1889" y="6016"/>
                    </a:cubicBezTo>
                    <a:cubicBezTo>
                      <a:pt x="1890" y="6015"/>
                      <a:pt x="1890" y="6014"/>
                      <a:pt x="1890" y="6013"/>
                    </a:cubicBezTo>
                    <a:cubicBezTo>
                      <a:pt x="1890" y="6012"/>
                      <a:pt x="1890" y="6011"/>
                      <a:pt x="1889" y="6010"/>
                    </a:cubicBezTo>
                    <a:cubicBezTo>
                      <a:pt x="1894" y="6018"/>
                      <a:pt x="1939" y="6005"/>
                      <a:pt x="1948" y="6004"/>
                    </a:cubicBezTo>
                    <a:cubicBezTo>
                      <a:pt x="1974" y="6004"/>
                      <a:pt x="1999" y="6001"/>
                      <a:pt x="2024" y="5995"/>
                    </a:cubicBezTo>
                    <a:lnTo>
                      <a:pt x="2025" y="5995"/>
                    </a:lnTo>
                    <a:cubicBezTo>
                      <a:pt x="2026" y="5994"/>
                      <a:pt x="2026" y="5993"/>
                      <a:pt x="2027" y="5992"/>
                    </a:cubicBezTo>
                    <a:cubicBezTo>
                      <a:pt x="2028" y="5991"/>
                      <a:pt x="2028" y="5990"/>
                      <a:pt x="2028" y="5989"/>
                    </a:cubicBezTo>
                    <a:cubicBezTo>
                      <a:pt x="2028" y="5988"/>
                      <a:pt x="2028" y="5986"/>
                      <a:pt x="2027" y="5985"/>
                    </a:cubicBezTo>
                    <a:cubicBezTo>
                      <a:pt x="2026" y="5983"/>
                      <a:pt x="2026" y="5984"/>
                      <a:pt x="2025" y="5983"/>
                    </a:cubicBezTo>
                    <a:cubicBezTo>
                      <a:pt x="2024" y="5982"/>
                      <a:pt x="2024" y="5983"/>
                      <a:pt x="2024" y="5983"/>
                    </a:cubicBezTo>
                    <a:cubicBezTo>
                      <a:pt x="2008" y="5979"/>
                      <a:pt x="1991" y="5977"/>
                      <a:pt x="1975" y="5977"/>
                    </a:cubicBezTo>
                    <a:cubicBezTo>
                      <a:pt x="1955" y="5977"/>
                      <a:pt x="1936" y="5979"/>
                      <a:pt x="1917" y="5985"/>
                    </a:cubicBezTo>
                    <a:cubicBezTo>
                      <a:pt x="1911" y="5986"/>
                      <a:pt x="1901" y="5987"/>
                      <a:pt x="1893" y="5990"/>
                    </a:cubicBezTo>
                    <a:cubicBezTo>
                      <a:pt x="1896" y="5978"/>
                      <a:pt x="1899" y="5965"/>
                      <a:pt x="1901" y="5953"/>
                    </a:cubicBezTo>
                    <a:cubicBezTo>
                      <a:pt x="1914" y="5951"/>
                      <a:pt x="1928" y="5951"/>
                      <a:pt x="1941" y="5951"/>
                    </a:cubicBezTo>
                    <a:cubicBezTo>
                      <a:pt x="1944" y="5951"/>
                      <a:pt x="1948" y="5951"/>
                      <a:pt x="1951" y="5951"/>
                    </a:cubicBezTo>
                    <a:cubicBezTo>
                      <a:pt x="1956" y="5952"/>
                      <a:pt x="1960" y="5952"/>
                      <a:pt x="1965" y="5952"/>
                    </a:cubicBezTo>
                    <a:cubicBezTo>
                      <a:pt x="1974" y="5952"/>
                      <a:pt x="1982" y="5950"/>
                      <a:pt x="1991" y="5947"/>
                    </a:cubicBezTo>
                    <a:cubicBezTo>
                      <a:pt x="1992" y="5946"/>
                      <a:pt x="1992" y="5946"/>
                      <a:pt x="1993" y="5945"/>
                    </a:cubicBezTo>
                    <a:cubicBezTo>
                      <a:pt x="1993" y="5944"/>
                      <a:pt x="1994" y="5943"/>
                      <a:pt x="1994" y="5942"/>
                    </a:cubicBezTo>
                    <a:cubicBezTo>
                      <a:pt x="1994" y="5940"/>
                      <a:pt x="1993" y="5939"/>
                      <a:pt x="1993" y="5938"/>
                    </a:cubicBezTo>
                    <a:cubicBezTo>
                      <a:pt x="1992" y="5937"/>
                      <a:pt x="1992" y="5937"/>
                      <a:pt x="1991" y="5936"/>
                    </a:cubicBezTo>
                    <a:cubicBezTo>
                      <a:pt x="1975" y="5929"/>
                      <a:pt x="1959" y="5926"/>
                      <a:pt x="1942" y="5926"/>
                    </a:cubicBezTo>
                    <a:cubicBezTo>
                      <a:pt x="1937" y="5926"/>
                      <a:pt x="1932" y="5926"/>
                      <a:pt x="1927" y="5927"/>
                    </a:cubicBezTo>
                    <a:cubicBezTo>
                      <a:pt x="1926" y="5926"/>
                      <a:pt x="1925" y="5926"/>
                      <a:pt x="1923" y="5926"/>
                    </a:cubicBezTo>
                    <a:cubicBezTo>
                      <a:pt x="1919" y="5926"/>
                      <a:pt x="1914" y="5927"/>
                      <a:pt x="1910" y="5928"/>
                    </a:cubicBezTo>
                    <a:cubicBezTo>
                      <a:pt x="1909" y="5928"/>
                      <a:pt x="1910" y="5928"/>
                      <a:pt x="1909" y="5929"/>
                    </a:cubicBezTo>
                    <a:cubicBezTo>
                      <a:pt x="1908" y="5930"/>
                      <a:pt x="1907" y="5930"/>
                      <a:pt x="1906" y="5930"/>
                    </a:cubicBezTo>
                    <a:cubicBezTo>
                      <a:pt x="1908" y="5924"/>
                      <a:pt x="1909" y="5917"/>
                      <a:pt x="1911" y="5911"/>
                    </a:cubicBezTo>
                    <a:lnTo>
                      <a:pt x="1913" y="5910"/>
                    </a:lnTo>
                    <a:cubicBezTo>
                      <a:pt x="1922" y="5907"/>
                      <a:pt x="1932" y="5906"/>
                      <a:pt x="1941" y="5906"/>
                    </a:cubicBezTo>
                    <a:cubicBezTo>
                      <a:pt x="1943" y="5906"/>
                      <a:pt x="1944" y="5906"/>
                      <a:pt x="1946" y="5906"/>
                    </a:cubicBezTo>
                    <a:cubicBezTo>
                      <a:pt x="1949" y="5906"/>
                      <a:pt x="1952" y="5906"/>
                      <a:pt x="1955" y="5906"/>
                    </a:cubicBezTo>
                    <a:cubicBezTo>
                      <a:pt x="1975" y="5906"/>
                      <a:pt x="1995" y="5903"/>
                      <a:pt x="2014" y="5897"/>
                    </a:cubicBezTo>
                    <a:lnTo>
                      <a:pt x="2015" y="5897"/>
                    </a:lnTo>
                    <a:cubicBezTo>
                      <a:pt x="2016" y="5896"/>
                      <a:pt x="2017" y="5895"/>
                      <a:pt x="2017" y="5894"/>
                    </a:cubicBezTo>
                    <a:cubicBezTo>
                      <a:pt x="2018" y="5893"/>
                      <a:pt x="2018" y="5892"/>
                      <a:pt x="2018" y="5891"/>
                    </a:cubicBezTo>
                    <a:cubicBezTo>
                      <a:pt x="2018" y="5890"/>
                      <a:pt x="2018" y="5888"/>
                      <a:pt x="2017" y="5887"/>
                    </a:cubicBezTo>
                    <a:cubicBezTo>
                      <a:pt x="2017" y="5885"/>
                      <a:pt x="2016" y="5886"/>
                      <a:pt x="2015" y="5885"/>
                    </a:cubicBezTo>
                    <a:lnTo>
                      <a:pt x="2014" y="5885"/>
                    </a:lnTo>
                    <a:cubicBezTo>
                      <a:pt x="2001" y="5882"/>
                      <a:pt x="1988" y="5880"/>
                      <a:pt x="1975" y="5880"/>
                    </a:cubicBezTo>
                    <a:cubicBezTo>
                      <a:pt x="1966" y="5880"/>
                      <a:pt x="1957" y="5881"/>
                      <a:pt x="1948" y="5882"/>
                    </a:cubicBezTo>
                    <a:cubicBezTo>
                      <a:pt x="1938" y="5882"/>
                      <a:pt x="1928" y="5885"/>
                      <a:pt x="1919" y="5887"/>
                    </a:cubicBezTo>
                    <a:lnTo>
                      <a:pt x="1916" y="5887"/>
                    </a:lnTo>
                    <a:cubicBezTo>
                      <a:pt x="1917" y="5878"/>
                      <a:pt x="1919" y="5868"/>
                      <a:pt x="1921" y="5859"/>
                    </a:cubicBezTo>
                    <a:cubicBezTo>
                      <a:pt x="1938" y="5856"/>
                      <a:pt x="1954" y="5854"/>
                      <a:pt x="1970" y="5853"/>
                    </a:cubicBezTo>
                    <a:cubicBezTo>
                      <a:pt x="1971" y="5853"/>
                      <a:pt x="1971" y="5853"/>
                      <a:pt x="1971" y="5853"/>
                    </a:cubicBezTo>
                    <a:cubicBezTo>
                      <a:pt x="1992" y="5853"/>
                      <a:pt x="2013" y="5850"/>
                      <a:pt x="2033" y="5845"/>
                    </a:cubicBezTo>
                    <a:cubicBezTo>
                      <a:pt x="2034" y="5845"/>
                      <a:pt x="2034" y="5845"/>
                      <a:pt x="2035" y="5845"/>
                    </a:cubicBezTo>
                    <a:cubicBezTo>
                      <a:pt x="2036" y="5844"/>
                      <a:pt x="2037" y="5843"/>
                      <a:pt x="2037" y="5842"/>
                    </a:cubicBezTo>
                    <a:cubicBezTo>
                      <a:pt x="2038" y="5841"/>
                      <a:pt x="2038" y="5840"/>
                      <a:pt x="2038" y="5839"/>
                    </a:cubicBezTo>
                    <a:cubicBezTo>
                      <a:pt x="2038" y="5838"/>
                      <a:pt x="2038" y="5837"/>
                      <a:pt x="2037" y="5836"/>
                    </a:cubicBezTo>
                    <a:cubicBezTo>
                      <a:pt x="2037" y="5835"/>
                      <a:pt x="2036" y="5835"/>
                      <a:pt x="2035" y="5834"/>
                    </a:cubicBezTo>
                    <a:cubicBezTo>
                      <a:pt x="2034" y="5833"/>
                      <a:pt x="2034" y="5834"/>
                      <a:pt x="2033" y="5834"/>
                    </a:cubicBezTo>
                    <a:cubicBezTo>
                      <a:pt x="2017" y="5829"/>
                      <a:pt x="2001" y="5826"/>
                      <a:pt x="1984" y="5826"/>
                    </a:cubicBezTo>
                    <a:cubicBezTo>
                      <a:pt x="1964" y="5826"/>
                      <a:pt x="1944" y="5830"/>
                      <a:pt x="1925" y="5837"/>
                    </a:cubicBezTo>
                    <a:cubicBezTo>
                      <a:pt x="1928" y="5824"/>
                      <a:pt x="1930" y="5811"/>
                      <a:pt x="1933" y="5799"/>
                    </a:cubicBezTo>
                    <a:cubicBezTo>
                      <a:pt x="1933" y="5800"/>
                      <a:pt x="1934" y="5802"/>
                      <a:pt x="1934" y="5803"/>
                    </a:cubicBezTo>
                    <a:cubicBezTo>
                      <a:pt x="1935" y="5804"/>
                      <a:pt x="1935" y="5804"/>
                      <a:pt x="1936" y="5805"/>
                    </a:cubicBezTo>
                    <a:cubicBezTo>
                      <a:pt x="1937" y="5805"/>
                      <a:pt x="1939" y="5806"/>
                      <a:pt x="1940" y="5806"/>
                    </a:cubicBezTo>
                    <a:lnTo>
                      <a:pt x="1941" y="5806"/>
                    </a:lnTo>
                    <a:cubicBezTo>
                      <a:pt x="1980" y="5800"/>
                      <a:pt x="2022" y="5800"/>
                      <a:pt x="2060" y="5791"/>
                    </a:cubicBezTo>
                    <a:cubicBezTo>
                      <a:pt x="2061" y="5791"/>
                      <a:pt x="2061" y="5791"/>
                      <a:pt x="2062" y="5790"/>
                    </a:cubicBezTo>
                    <a:cubicBezTo>
                      <a:pt x="2063" y="5789"/>
                      <a:pt x="2064" y="5789"/>
                      <a:pt x="2064" y="5788"/>
                    </a:cubicBezTo>
                    <a:cubicBezTo>
                      <a:pt x="2065" y="5787"/>
                      <a:pt x="2065" y="5786"/>
                      <a:pt x="2065" y="5785"/>
                    </a:cubicBezTo>
                    <a:cubicBezTo>
                      <a:pt x="2065" y="5784"/>
                      <a:pt x="2065" y="5783"/>
                      <a:pt x="2064" y="5782"/>
                    </a:cubicBezTo>
                    <a:cubicBezTo>
                      <a:pt x="2064" y="5781"/>
                      <a:pt x="2063" y="5780"/>
                      <a:pt x="2062" y="5780"/>
                    </a:cubicBezTo>
                    <a:cubicBezTo>
                      <a:pt x="2061" y="5780"/>
                      <a:pt x="2061" y="5779"/>
                      <a:pt x="2060" y="5779"/>
                    </a:cubicBezTo>
                    <a:cubicBezTo>
                      <a:pt x="2021" y="5770"/>
                      <a:pt x="1976" y="5783"/>
                      <a:pt x="1938" y="5791"/>
                    </a:cubicBezTo>
                    <a:cubicBezTo>
                      <a:pt x="1937" y="5792"/>
                      <a:pt x="1936" y="5792"/>
                      <a:pt x="1936" y="5792"/>
                    </a:cubicBezTo>
                    <a:cubicBezTo>
                      <a:pt x="1935" y="5793"/>
                      <a:pt x="1934" y="5793"/>
                      <a:pt x="1934" y="5794"/>
                    </a:cubicBezTo>
                    <a:cubicBezTo>
                      <a:pt x="1933" y="5794"/>
                      <a:pt x="1933" y="5794"/>
                      <a:pt x="1933" y="5795"/>
                    </a:cubicBezTo>
                    <a:cubicBezTo>
                      <a:pt x="1936" y="5783"/>
                      <a:pt x="1938" y="5772"/>
                      <a:pt x="1940" y="5761"/>
                    </a:cubicBezTo>
                    <a:cubicBezTo>
                      <a:pt x="1942" y="5761"/>
                      <a:pt x="1945" y="5760"/>
                      <a:pt x="1947" y="5759"/>
                    </a:cubicBezTo>
                    <a:cubicBezTo>
                      <a:pt x="1953" y="5759"/>
                      <a:pt x="1958" y="5759"/>
                      <a:pt x="1964" y="5757"/>
                    </a:cubicBezTo>
                    <a:cubicBezTo>
                      <a:pt x="1970" y="5755"/>
                      <a:pt x="1981" y="5753"/>
                      <a:pt x="1989" y="5751"/>
                    </a:cubicBezTo>
                    <a:cubicBezTo>
                      <a:pt x="1993" y="5750"/>
                      <a:pt x="1997" y="5748"/>
                      <a:pt x="2001" y="5746"/>
                    </a:cubicBezTo>
                    <a:cubicBezTo>
                      <a:pt x="2006" y="5743"/>
                      <a:pt x="2010" y="5739"/>
                      <a:pt x="2014" y="5734"/>
                    </a:cubicBezTo>
                    <a:cubicBezTo>
                      <a:pt x="2014" y="5733"/>
                      <a:pt x="2014" y="5732"/>
                      <a:pt x="2014" y="5731"/>
                    </a:cubicBezTo>
                    <a:cubicBezTo>
                      <a:pt x="2014" y="5730"/>
                      <a:pt x="2014" y="5729"/>
                      <a:pt x="2013" y="5728"/>
                    </a:cubicBezTo>
                    <a:cubicBezTo>
                      <a:pt x="2013" y="5727"/>
                      <a:pt x="2012" y="5725"/>
                      <a:pt x="2011" y="5725"/>
                    </a:cubicBezTo>
                    <a:cubicBezTo>
                      <a:pt x="2010" y="5724"/>
                      <a:pt x="2009" y="5724"/>
                      <a:pt x="2008" y="5724"/>
                    </a:cubicBezTo>
                    <a:cubicBezTo>
                      <a:pt x="2007" y="5724"/>
                      <a:pt x="2006" y="5725"/>
                      <a:pt x="2006" y="5725"/>
                    </a:cubicBezTo>
                    <a:cubicBezTo>
                      <a:pt x="2003" y="5725"/>
                      <a:pt x="2001" y="5725"/>
                      <a:pt x="1998" y="5725"/>
                    </a:cubicBezTo>
                    <a:cubicBezTo>
                      <a:pt x="1996" y="5725"/>
                      <a:pt x="1992" y="5725"/>
                      <a:pt x="1990" y="5725"/>
                    </a:cubicBezTo>
                    <a:cubicBezTo>
                      <a:pt x="1980" y="5725"/>
                      <a:pt x="1971" y="5726"/>
                      <a:pt x="1962" y="5729"/>
                    </a:cubicBezTo>
                    <a:cubicBezTo>
                      <a:pt x="1956" y="5730"/>
                      <a:pt x="1950" y="5731"/>
                      <a:pt x="1945" y="5732"/>
                    </a:cubicBezTo>
                    <a:cubicBezTo>
                      <a:pt x="1948" y="5714"/>
                      <a:pt x="1951" y="5696"/>
                      <a:pt x="1954" y="5679"/>
                    </a:cubicBezTo>
                    <a:cubicBezTo>
                      <a:pt x="1967" y="5679"/>
                      <a:pt x="1980" y="5679"/>
                      <a:pt x="1993" y="5679"/>
                    </a:cubicBezTo>
                    <a:cubicBezTo>
                      <a:pt x="1997" y="5679"/>
                      <a:pt x="2000" y="5679"/>
                      <a:pt x="2003" y="5679"/>
                    </a:cubicBezTo>
                    <a:cubicBezTo>
                      <a:pt x="2016" y="5679"/>
                      <a:pt x="2029" y="5677"/>
                      <a:pt x="2041" y="5672"/>
                    </a:cubicBezTo>
                    <a:cubicBezTo>
                      <a:pt x="2042" y="5672"/>
                      <a:pt x="2042" y="5672"/>
                      <a:pt x="2042" y="5672"/>
                    </a:cubicBezTo>
                    <a:cubicBezTo>
                      <a:pt x="2043" y="5671"/>
                      <a:pt x="2044" y="5670"/>
                      <a:pt x="2044" y="5669"/>
                    </a:cubicBezTo>
                    <a:cubicBezTo>
                      <a:pt x="2045" y="5668"/>
                      <a:pt x="2045" y="5667"/>
                      <a:pt x="2045" y="5666"/>
                    </a:cubicBezTo>
                    <a:cubicBezTo>
                      <a:pt x="2045" y="5665"/>
                      <a:pt x="2045" y="5664"/>
                      <a:pt x="2044" y="5663"/>
                    </a:cubicBezTo>
                    <a:cubicBezTo>
                      <a:pt x="2044" y="5662"/>
                      <a:pt x="2043" y="5661"/>
                      <a:pt x="2042" y="5660"/>
                    </a:cubicBezTo>
                    <a:lnTo>
                      <a:pt x="2041" y="5660"/>
                    </a:lnTo>
                    <a:cubicBezTo>
                      <a:pt x="2027" y="5655"/>
                      <a:pt x="2011" y="5652"/>
                      <a:pt x="1996" y="5652"/>
                    </a:cubicBezTo>
                    <a:cubicBezTo>
                      <a:pt x="1983" y="5652"/>
                      <a:pt x="1970" y="5654"/>
                      <a:pt x="1958" y="5658"/>
                    </a:cubicBezTo>
                    <a:lnTo>
                      <a:pt x="1961" y="5637"/>
                    </a:lnTo>
                    <a:cubicBezTo>
                      <a:pt x="1973" y="5637"/>
                      <a:pt x="1985" y="5636"/>
                      <a:pt x="1997" y="5636"/>
                    </a:cubicBezTo>
                    <a:cubicBezTo>
                      <a:pt x="2000" y="5636"/>
                      <a:pt x="2003" y="5636"/>
                      <a:pt x="2006" y="5636"/>
                    </a:cubicBezTo>
                    <a:cubicBezTo>
                      <a:pt x="2017" y="5636"/>
                      <a:pt x="2029" y="5633"/>
                      <a:pt x="2039" y="5628"/>
                    </a:cubicBezTo>
                    <a:cubicBezTo>
                      <a:pt x="2040" y="5628"/>
                      <a:pt x="2041" y="5627"/>
                      <a:pt x="2042" y="5626"/>
                    </a:cubicBezTo>
                    <a:cubicBezTo>
                      <a:pt x="2043" y="5624"/>
                      <a:pt x="2043" y="5623"/>
                      <a:pt x="2043" y="5622"/>
                    </a:cubicBezTo>
                    <a:cubicBezTo>
                      <a:pt x="2043" y="5620"/>
                      <a:pt x="2043" y="5619"/>
                      <a:pt x="2042" y="5618"/>
                    </a:cubicBezTo>
                    <a:cubicBezTo>
                      <a:pt x="2041" y="5617"/>
                      <a:pt x="2040" y="5616"/>
                      <a:pt x="2039" y="5615"/>
                    </a:cubicBezTo>
                    <a:cubicBezTo>
                      <a:pt x="2029" y="5610"/>
                      <a:pt x="2018" y="5607"/>
                      <a:pt x="2006" y="5607"/>
                    </a:cubicBezTo>
                    <a:cubicBezTo>
                      <a:pt x="2003" y="5607"/>
                      <a:pt x="2000" y="5608"/>
                      <a:pt x="1997" y="5608"/>
                    </a:cubicBezTo>
                    <a:cubicBezTo>
                      <a:pt x="1996" y="5608"/>
                      <a:pt x="1996" y="5608"/>
                      <a:pt x="1995" y="5608"/>
                    </a:cubicBezTo>
                    <a:cubicBezTo>
                      <a:pt x="1986" y="5608"/>
                      <a:pt x="1976" y="5609"/>
                      <a:pt x="1966" y="5611"/>
                    </a:cubicBezTo>
                    <a:lnTo>
                      <a:pt x="1972" y="5578"/>
                    </a:lnTo>
                    <a:lnTo>
                      <a:pt x="1980" y="5579"/>
                    </a:lnTo>
                    <a:cubicBezTo>
                      <a:pt x="1984" y="5580"/>
                      <a:pt x="1987" y="5580"/>
                      <a:pt x="1991" y="5580"/>
                    </a:cubicBezTo>
                    <a:cubicBezTo>
                      <a:pt x="1997" y="5580"/>
                      <a:pt x="2003" y="5579"/>
                      <a:pt x="2008" y="5578"/>
                    </a:cubicBezTo>
                    <a:cubicBezTo>
                      <a:pt x="2026" y="5576"/>
                      <a:pt x="2050" y="5578"/>
                      <a:pt x="2062" y="5563"/>
                    </a:cubicBezTo>
                    <a:cubicBezTo>
                      <a:pt x="2062" y="5562"/>
                      <a:pt x="2062" y="5562"/>
                      <a:pt x="2063" y="5561"/>
                    </a:cubicBezTo>
                    <a:cubicBezTo>
                      <a:pt x="2063" y="5560"/>
                      <a:pt x="2064" y="5558"/>
                      <a:pt x="2064" y="5557"/>
                    </a:cubicBezTo>
                    <a:cubicBezTo>
                      <a:pt x="2064" y="5555"/>
                      <a:pt x="2064" y="5555"/>
                      <a:pt x="2063" y="5554"/>
                    </a:cubicBezTo>
                    <a:cubicBezTo>
                      <a:pt x="2063" y="5552"/>
                      <a:pt x="2061" y="5552"/>
                      <a:pt x="2060" y="5551"/>
                    </a:cubicBezTo>
                    <a:cubicBezTo>
                      <a:pt x="2059" y="5550"/>
                      <a:pt x="2057" y="5550"/>
                      <a:pt x="2056" y="5550"/>
                    </a:cubicBezTo>
                    <a:cubicBezTo>
                      <a:pt x="2055" y="5550"/>
                      <a:pt x="2054" y="5550"/>
                      <a:pt x="2054" y="5550"/>
                    </a:cubicBezTo>
                    <a:cubicBezTo>
                      <a:pt x="2043" y="5551"/>
                      <a:pt x="2032" y="5552"/>
                      <a:pt x="2021" y="5552"/>
                    </a:cubicBezTo>
                    <a:cubicBezTo>
                      <a:pt x="2018" y="5552"/>
                      <a:pt x="2015" y="5552"/>
                      <a:pt x="2012" y="5552"/>
                    </a:cubicBezTo>
                    <a:cubicBezTo>
                      <a:pt x="2002" y="5552"/>
                      <a:pt x="1992" y="5555"/>
                      <a:pt x="1983" y="5555"/>
                    </a:cubicBezTo>
                    <a:lnTo>
                      <a:pt x="1976" y="5555"/>
                    </a:lnTo>
                    <a:lnTo>
                      <a:pt x="1982" y="5520"/>
                    </a:lnTo>
                    <a:cubicBezTo>
                      <a:pt x="1994" y="5515"/>
                      <a:pt x="2007" y="5513"/>
                      <a:pt x="2021" y="5513"/>
                    </a:cubicBezTo>
                    <a:cubicBezTo>
                      <a:pt x="2024" y="5513"/>
                      <a:pt x="2026" y="5513"/>
                      <a:pt x="2029" y="5513"/>
                    </a:cubicBezTo>
                    <a:cubicBezTo>
                      <a:pt x="2040" y="5513"/>
                      <a:pt x="2051" y="5512"/>
                      <a:pt x="2062" y="5508"/>
                    </a:cubicBezTo>
                    <a:cubicBezTo>
                      <a:pt x="2062" y="5508"/>
                      <a:pt x="2062" y="5509"/>
                      <a:pt x="2063" y="5508"/>
                    </a:cubicBezTo>
                    <a:cubicBezTo>
                      <a:pt x="2064" y="5507"/>
                      <a:pt x="2065" y="5507"/>
                      <a:pt x="2065" y="5506"/>
                    </a:cubicBezTo>
                    <a:cubicBezTo>
                      <a:pt x="2066" y="5505"/>
                      <a:pt x="2065" y="5504"/>
                      <a:pt x="2065" y="5503"/>
                    </a:cubicBezTo>
                    <a:cubicBezTo>
                      <a:pt x="2065" y="5502"/>
                      <a:pt x="2066" y="5501"/>
                      <a:pt x="2065" y="5500"/>
                    </a:cubicBezTo>
                    <a:cubicBezTo>
                      <a:pt x="2065" y="5499"/>
                      <a:pt x="2064" y="5499"/>
                      <a:pt x="2063" y="5498"/>
                    </a:cubicBezTo>
                    <a:cubicBezTo>
                      <a:pt x="2062" y="5497"/>
                      <a:pt x="2062" y="5498"/>
                      <a:pt x="2062" y="5498"/>
                    </a:cubicBezTo>
                    <a:cubicBezTo>
                      <a:pt x="2050" y="5493"/>
                      <a:pt x="2038" y="5490"/>
                      <a:pt x="2026" y="5490"/>
                    </a:cubicBezTo>
                    <a:cubicBezTo>
                      <a:pt x="2012" y="5490"/>
                      <a:pt x="1998" y="5494"/>
                      <a:pt x="1985" y="5500"/>
                    </a:cubicBezTo>
                    <a:lnTo>
                      <a:pt x="1988" y="5483"/>
                    </a:lnTo>
                    <a:cubicBezTo>
                      <a:pt x="1997" y="5481"/>
                      <a:pt x="2005" y="5479"/>
                      <a:pt x="2014" y="5477"/>
                    </a:cubicBezTo>
                    <a:cubicBezTo>
                      <a:pt x="2029" y="5473"/>
                      <a:pt x="2044" y="5477"/>
                      <a:pt x="2058" y="5469"/>
                    </a:cubicBezTo>
                    <a:cubicBezTo>
                      <a:pt x="2058" y="5468"/>
                      <a:pt x="2059" y="5467"/>
                      <a:pt x="2060" y="5466"/>
                    </a:cubicBezTo>
                    <a:cubicBezTo>
                      <a:pt x="2060" y="5465"/>
                      <a:pt x="2061" y="5463"/>
                      <a:pt x="2061" y="5462"/>
                    </a:cubicBezTo>
                    <a:cubicBezTo>
                      <a:pt x="2061" y="5460"/>
                      <a:pt x="2060" y="5460"/>
                      <a:pt x="2060" y="5459"/>
                    </a:cubicBezTo>
                    <a:cubicBezTo>
                      <a:pt x="2059" y="5458"/>
                      <a:pt x="2058" y="5457"/>
                      <a:pt x="2058" y="5456"/>
                    </a:cubicBezTo>
                    <a:cubicBezTo>
                      <a:pt x="2048" y="5452"/>
                      <a:pt x="2038" y="5449"/>
                      <a:pt x="2028" y="5449"/>
                    </a:cubicBezTo>
                    <a:cubicBezTo>
                      <a:pt x="2019" y="5449"/>
                      <a:pt x="2009" y="5451"/>
                      <a:pt x="2001" y="5455"/>
                    </a:cubicBezTo>
                    <a:lnTo>
                      <a:pt x="1992" y="5458"/>
                    </a:lnTo>
                    <a:lnTo>
                      <a:pt x="1997" y="5422"/>
                    </a:lnTo>
                    <a:cubicBezTo>
                      <a:pt x="2022" y="5414"/>
                      <a:pt x="2052" y="5419"/>
                      <a:pt x="2076" y="5410"/>
                    </a:cubicBezTo>
                    <a:cubicBezTo>
                      <a:pt x="2076" y="5410"/>
                      <a:pt x="2076" y="5409"/>
                      <a:pt x="2077" y="5409"/>
                    </a:cubicBezTo>
                    <a:cubicBezTo>
                      <a:pt x="2078" y="5409"/>
                      <a:pt x="2078" y="5408"/>
                      <a:pt x="2079" y="5407"/>
                    </a:cubicBezTo>
                    <a:cubicBezTo>
                      <a:pt x="2080" y="5406"/>
                      <a:pt x="2080" y="5405"/>
                      <a:pt x="2080" y="5404"/>
                    </a:cubicBezTo>
                    <a:cubicBezTo>
                      <a:pt x="2080" y="5403"/>
                      <a:pt x="2079" y="5402"/>
                      <a:pt x="2079" y="5402"/>
                    </a:cubicBezTo>
                    <a:cubicBezTo>
                      <a:pt x="2078" y="5401"/>
                      <a:pt x="2078" y="5400"/>
                      <a:pt x="2077" y="5399"/>
                    </a:cubicBezTo>
                    <a:cubicBezTo>
                      <a:pt x="2076" y="5399"/>
                      <a:pt x="2076" y="5399"/>
                      <a:pt x="2076" y="5399"/>
                    </a:cubicBezTo>
                    <a:cubicBezTo>
                      <a:pt x="2064" y="5395"/>
                      <a:pt x="2052" y="5393"/>
                      <a:pt x="2039" y="5393"/>
                    </a:cubicBezTo>
                    <a:cubicBezTo>
                      <a:pt x="2027" y="5393"/>
                      <a:pt x="2014" y="5395"/>
                      <a:pt x="2002" y="5399"/>
                    </a:cubicBezTo>
                    <a:lnTo>
                      <a:pt x="2006" y="5378"/>
                    </a:lnTo>
                    <a:cubicBezTo>
                      <a:pt x="2007" y="5378"/>
                      <a:pt x="2007" y="5378"/>
                      <a:pt x="2008" y="5378"/>
                    </a:cubicBezTo>
                    <a:lnTo>
                      <a:pt x="2009" y="5378"/>
                    </a:lnTo>
                    <a:cubicBezTo>
                      <a:pt x="2022" y="5372"/>
                      <a:pt x="2034" y="5369"/>
                      <a:pt x="2048" y="5366"/>
                    </a:cubicBezTo>
                    <a:cubicBezTo>
                      <a:pt x="2062" y="5366"/>
                      <a:pt x="2076" y="5363"/>
                      <a:pt x="2089" y="5357"/>
                    </a:cubicBezTo>
                    <a:cubicBezTo>
                      <a:pt x="2089" y="5356"/>
                      <a:pt x="2090" y="5356"/>
                      <a:pt x="2091" y="5355"/>
                    </a:cubicBezTo>
                    <a:cubicBezTo>
                      <a:pt x="2092" y="5354"/>
                      <a:pt x="2091" y="5352"/>
                      <a:pt x="2091" y="5351"/>
                    </a:cubicBezTo>
                    <a:cubicBezTo>
                      <a:pt x="2091" y="5350"/>
                      <a:pt x="2091" y="5349"/>
                      <a:pt x="2091" y="5348"/>
                    </a:cubicBezTo>
                    <a:cubicBezTo>
                      <a:pt x="2090" y="5347"/>
                      <a:pt x="2089" y="5346"/>
                      <a:pt x="2089" y="5346"/>
                    </a:cubicBezTo>
                    <a:cubicBezTo>
                      <a:pt x="2068" y="5332"/>
                      <a:pt x="2034" y="5344"/>
                      <a:pt x="2010" y="5355"/>
                    </a:cubicBezTo>
                    <a:lnTo>
                      <a:pt x="2015" y="5325"/>
                    </a:lnTo>
                    <a:lnTo>
                      <a:pt x="2037" y="5323"/>
                    </a:lnTo>
                    <a:cubicBezTo>
                      <a:pt x="2040" y="5323"/>
                      <a:pt x="2042" y="5323"/>
                      <a:pt x="2045" y="5323"/>
                    </a:cubicBezTo>
                    <a:cubicBezTo>
                      <a:pt x="2056" y="5323"/>
                      <a:pt x="2066" y="5320"/>
                      <a:pt x="2075" y="5315"/>
                    </a:cubicBezTo>
                    <a:cubicBezTo>
                      <a:pt x="2077" y="5314"/>
                      <a:pt x="2078" y="5313"/>
                      <a:pt x="2079" y="5312"/>
                    </a:cubicBezTo>
                    <a:cubicBezTo>
                      <a:pt x="2080" y="5312"/>
                      <a:pt x="2080" y="5312"/>
                      <a:pt x="2081" y="5311"/>
                    </a:cubicBezTo>
                    <a:cubicBezTo>
                      <a:pt x="2082" y="5310"/>
                      <a:pt x="2081" y="5308"/>
                      <a:pt x="2081" y="5307"/>
                    </a:cubicBezTo>
                    <a:cubicBezTo>
                      <a:pt x="2081" y="5305"/>
                      <a:pt x="2082" y="5306"/>
                      <a:pt x="2081" y="5304"/>
                    </a:cubicBezTo>
                    <a:cubicBezTo>
                      <a:pt x="2081" y="5302"/>
                      <a:pt x="2079" y="5302"/>
                      <a:pt x="2078" y="5301"/>
                    </a:cubicBezTo>
                    <a:cubicBezTo>
                      <a:pt x="2077" y="5301"/>
                      <a:pt x="2077" y="5300"/>
                      <a:pt x="2076" y="5300"/>
                    </a:cubicBezTo>
                    <a:cubicBezTo>
                      <a:pt x="2068" y="5298"/>
                      <a:pt x="2059" y="5297"/>
                      <a:pt x="2050" y="5297"/>
                    </a:cubicBezTo>
                    <a:cubicBezTo>
                      <a:pt x="2040" y="5297"/>
                      <a:pt x="2029" y="5299"/>
                      <a:pt x="2019" y="5301"/>
                    </a:cubicBezTo>
                    <a:lnTo>
                      <a:pt x="2023" y="5279"/>
                    </a:lnTo>
                    <a:cubicBezTo>
                      <a:pt x="2023" y="5278"/>
                      <a:pt x="2024" y="5278"/>
                      <a:pt x="2024" y="5277"/>
                    </a:cubicBezTo>
                    <a:cubicBezTo>
                      <a:pt x="2024" y="5276"/>
                      <a:pt x="2023" y="5276"/>
                      <a:pt x="2023" y="5275"/>
                    </a:cubicBezTo>
                    <a:lnTo>
                      <a:pt x="2024" y="5266"/>
                    </a:lnTo>
                    <a:lnTo>
                      <a:pt x="2029" y="5261"/>
                    </a:lnTo>
                    <a:cubicBezTo>
                      <a:pt x="2032" y="5259"/>
                      <a:pt x="2035" y="5257"/>
                      <a:pt x="2037" y="5255"/>
                    </a:cubicBezTo>
                    <a:cubicBezTo>
                      <a:pt x="2040" y="5253"/>
                      <a:pt x="2043" y="5252"/>
                      <a:pt x="2047" y="5251"/>
                    </a:cubicBezTo>
                    <a:cubicBezTo>
                      <a:pt x="2065" y="5245"/>
                      <a:pt x="2084" y="5253"/>
                      <a:pt x="2102" y="5246"/>
                    </a:cubicBezTo>
                    <a:cubicBezTo>
                      <a:pt x="2102" y="5246"/>
                      <a:pt x="2102" y="5247"/>
                      <a:pt x="2103" y="5246"/>
                    </a:cubicBezTo>
                    <a:cubicBezTo>
                      <a:pt x="2104" y="5245"/>
                      <a:pt x="2103" y="5245"/>
                      <a:pt x="2104" y="5244"/>
                    </a:cubicBezTo>
                    <a:cubicBezTo>
                      <a:pt x="2105" y="5243"/>
                      <a:pt x="2105" y="5242"/>
                      <a:pt x="2105" y="5241"/>
                    </a:cubicBezTo>
                    <a:cubicBezTo>
                      <a:pt x="2105" y="5240"/>
                      <a:pt x="2105" y="5240"/>
                      <a:pt x="2104" y="5239"/>
                    </a:cubicBezTo>
                    <a:cubicBezTo>
                      <a:pt x="2103" y="5238"/>
                      <a:pt x="2103" y="5237"/>
                      <a:pt x="2103" y="5237"/>
                    </a:cubicBezTo>
                    <a:cubicBezTo>
                      <a:pt x="2102" y="5237"/>
                      <a:pt x="2102" y="5236"/>
                      <a:pt x="2102" y="5236"/>
                    </a:cubicBezTo>
                    <a:cubicBezTo>
                      <a:pt x="2092" y="5232"/>
                      <a:pt x="2081" y="5230"/>
                      <a:pt x="2069" y="5230"/>
                    </a:cubicBezTo>
                    <a:cubicBezTo>
                      <a:pt x="2055" y="5230"/>
                      <a:pt x="2041" y="5234"/>
                      <a:pt x="2028" y="5240"/>
                    </a:cubicBezTo>
                    <a:lnTo>
                      <a:pt x="2033" y="5212"/>
                    </a:lnTo>
                    <a:cubicBezTo>
                      <a:pt x="2043" y="5199"/>
                      <a:pt x="2071" y="5194"/>
                      <a:pt x="2083" y="5190"/>
                    </a:cubicBezTo>
                    <a:cubicBezTo>
                      <a:pt x="2102" y="5183"/>
                      <a:pt x="2126" y="5184"/>
                      <a:pt x="2145" y="5174"/>
                    </a:cubicBezTo>
                    <a:cubicBezTo>
                      <a:pt x="2146" y="5173"/>
                      <a:pt x="2147" y="5172"/>
                      <a:pt x="2148" y="5171"/>
                    </a:cubicBezTo>
                    <a:cubicBezTo>
                      <a:pt x="2149" y="5170"/>
                      <a:pt x="2149" y="5168"/>
                      <a:pt x="2149" y="5167"/>
                    </a:cubicBezTo>
                    <a:cubicBezTo>
                      <a:pt x="2149" y="5165"/>
                      <a:pt x="2149" y="5164"/>
                      <a:pt x="2148" y="5162"/>
                    </a:cubicBezTo>
                    <a:cubicBezTo>
                      <a:pt x="2147" y="5160"/>
                      <a:pt x="2146" y="5160"/>
                      <a:pt x="2145" y="5159"/>
                    </a:cubicBezTo>
                    <a:cubicBezTo>
                      <a:pt x="2114" y="5143"/>
                      <a:pt x="2079" y="5163"/>
                      <a:pt x="2050" y="5173"/>
                    </a:cubicBezTo>
                    <a:cubicBezTo>
                      <a:pt x="2046" y="5174"/>
                      <a:pt x="2042" y="5176"/>
                      <a:pt x="2039" y="5178"/>
                    </a:cubicBezTo>
                    <a:lnTo>
                      <a:pt x="2046" y="5138"/>
                    </a:lnTo>
                    <a:cubicBezTo>
                      <a:pt x="2047" y="5137"/>
                      <a:pt x="2049" y="5136"/>
                      <a:pt x="2050" y="5135"/>
                    </a:cubicBezTo>
                    <a:cubicBezTo>
                      <a:pt x="2081" y="5129"/>
                      <a:pt x="2114" y="5135"/>
                      <a:pt x="2143" y="5121"/>
                    </a:cubicBezTo>
                    <a:cubicBezTo>
                      <a:pt x="2144" y="5120"/>
                      <a:pt x="2145" y="5119"/>
                      <a:pt x="2146" y="5118"/>
                    </a:cubicBezTo>
                    <a:cubicBezTo>
                      <a:pt x="2147" y="5117"/>
                      <a:pt x="2147" y="5116"/>
                      <a:pt x="2147" y="5115"/>
                    </a:cubicBezTo>
                    <a:cubicBezTo>
                      <a:pt x="2147" y="5114"/>
                      <a:pt x="2147" y="5112"/>
                      <a:pt x="2146" y="5111"/>
                    </a:cubicBezTo>
                    <a:cubicBezTo>
                      <a:pt x="2145" y="5110"/>
                      <a:pt x="2144" y="5110"/>
                      <a:pt x="2143" y="5109"/>
                    </a:cubicBezTo>
                    <a:cubicBezTo>
                      <a:pt x="2129" y="5104"/>
                      <a:pt x="2114" y="5101"/>
                      <a:pt x="2100" y="5101"/>
                    </a:cubicBezTo>
                    <a:cubicBezTo>
                      <a:pt x="2083" y="5101"/>
                      <a:pt x="2066" y="5105"/>
                      <a:pt x="2051" y="5111"/>
                    </a:cubicBezTo>
                    <a:lnTo>
                      <a:pt x="2053" y="5097"/>
                    </a:lnTo>
                    <a:cubicBezTo>
                      <a:pt x="2066" y="5091"/>
                      <a:pt x="2079" y="5088"/>
                      <a:pt x="2093" y="5087"/>
                    </a:cubicBezTo>
                    <a:cubicBezTo>
                      <a:pt x="2107" y="5086"/>
                      <a:pt x="2122" y="5083"/>
                      <a:pt x="2135" y="5076"/>
                    </a:cubicBezTo>
                    <a:cubicBezTo>
                      <a:pt x="2136" y="5075"/>
                      <a:pt x="2137" y="5075"/>
                      <a:pt x="2137" y="5074"/>
                    </a:cubicBezTo>
                    <a:cubicBezTo>
                      <a:pt x="2138" y="5073"/>
                      <a:pt x="2138" y="5071"/>
                      <a:pt x="2138" y="5070"/>
                    </a:cubicBezTo>
                    <a:cubicBezTo>
                      <a:pt x="2138" y="5068"/>
                      <a:pt x="2138" y="5068"/>
                      <a:pt x="2137" y="5067"/>
                    </a:cubicBezTo>
                    <a:cubicBezTo>
                      <a:pt x="2137" y="5066"/>
                      <a:pt x="2136" y="5065"/>
                      <a:pt x="2135" y="5065"/>
                    </a:cubicBezTo>
                    <a:cubicBezTo>
                      <a:pt x="2126" y="5061"/>
                      <a:pt x="2117" y="5059"/>
                      <a:pt x="2107" y="5059"/>
                    </a:cubicBezTo>
                    <a:cubicBezTo>
                      <a:pt x="2098" y="5059"/>
                      <a:pt x="2090" y="5060"/>
                      <a:pt x="2082" y="5064"/>
                    </a:cubicBezTo>
                    <a:cubicBezTo>
                      <a:pt x="2074" y="5065"/>
                      <a:pt x="2067" y="5068"/>
                      <a:pt x="2060" y="5070"/>
                    </a:cubicBezTo>
                    <a:lnTo>
                      <a:pt x="2066" y="5040"/>
                    </a:lnTo>
                    <a:cubicBezTo>
                      <a:pt x="2076" y="5038"/>
                      <a:pt x="2085" y="5037"/>
                      <a:pt x="2095" y="5037"/>
                    </a:cubicBezTo>
                    <a:cubicBezTo>
                      <a:pt x="2099" y="5037"/>
                      <a:pt x="2103" y="5037"/>
                      <a:pt x="2107" y="5037"/>
                    </a:cubicBezTo>
                    <a:cubicBezTo>
                      <a:pt x="2116" y="5037"/>
                      <a:pt x="2126" y="5036"/>
                      <a:pt x="2135" y="5033"/>
                    </a:cubicBezTo>
                    <a:lnTo>
                      <a:pt x="2135" y="5032"/>
                    </a:lnTo>
                    <a:cubicBezTo>
                      <a:pt x="2136" y="5032"/>
                      <a:pt x="2137" y="5031"/>
                      <a:pt x="2138" y="5030"/>
                    </a:cubicBezTo>
                    <a:cubicBezTo>
                      <a:pt x="2139" y="5029"/>
                      <a:pt x="2139" y="5027"/>
                      <a:pt x="2139" y="5026"/>
                    </a:cubicBezTo>
                    <a:cubicBezTo>
                      <a:pt x="2139" y="5024"/>
                      <a:pt x="2139" y="5024"/>
                      <a:pt x="2138" y="5023"/>
                    </a:cubicBezTo>
                    <a:cubicBezTo>
                      <a:pt x="2137" y="5022"/>
                      <a:pt x="2136" y="5021"/>
                      <a:pt x="2135" y="5020"/>
                    </a:cubicBezTo>
                    <a:cubicBezTo>
                      <a:pt x="2124" y="5016"/>
                      <a:pt x="2113" y="5014"/>
                      <a:pt x="2102" y="5014"/>
                    </a:cubicBezTo>
                    <a:cubicBezTo>
                      <a:pt x="2091" y="5014"/>
                      <a:pt x="2080" y="5016"/>
                      <a:pt x="2070" y="5020"/>
                    </a:cubicBezTo>
                    <a:lnTo>
                      <a:pt x="2073" y="5008"/>
                    </a:lnTo>
                    <a:cubicBezTo>
                      <a:pt x="2073" y="5008"/>
                      <a:pt x="2074" y="5008"/>
                      <a:pt x="2075" y="5007"/>
                    </a:cubicBezTo>
                    <a:cubicBezTo>
                      <a:pt x="2077" y="5005"/>
                      <a:pt x="2079" y="5003"/>
                      <a:pt x="2081" y="5001"/>
                    </a:cubicBezTo>
                    <a:cubicBezTo>
                      <a:pt x="2093" y="4999"/>
                      <a:pt x="2104" y="4998"/>
                      <a:pt x="2116" y="4995"/>
                    </a:cubicBezTo>
                    <a:cubicBezTo>
                      <a:pt x="2136" y="4993"/>
                      <a:pt x="2156" y="4989"/>
                      <a:pt x="2175" y="4982"/>
                    </a:cubicBezTo>
                    <a:cubicBezTo>
                      <a:pt x="2175" y="4981"/>
                      <a:pt x="2175" y="4981"/>
                      <a:pt x="2176" y="4981"/>
                    </a:cubicBezTo>
                    <a:cubicBezTo>
                      <a:pt x="2177" y="4981"/>
                      <a:pt x="2177" y="4980"/>
                      <a:pt x="2178" y="4979"/>
                    </a:cubicBezTo>
                    <a:cubicBezTo>
                      <a:pt x="2179" y="4978"/>
                      <a:pt x="2179" y="4976"/>
                      <a:pt x="2179" y="4975"/>
                    </a:cubicBezTo>
                    <a:cubicBezTo>
                      <a:pt x="2179" y="4973"/>
                      <a:pt x="2179" y="4973"/>
                      <a:pt x="2178" y="4972"/>
                    </a:cubicBezTo>
                    <a:cubicBezTo>
                      <a:pt x="2177" y="4971"/>
                      <a:pt x="2177" y="4970"/>
                      <a:pt x="2176" y="4970"/>
                    </a:cubicBezTo>
                    <a:cubicBezTo>
                      <a:pt x="2175" y="4969"/>
                      <a:pt x="2175" y="4969"/>
                      <a:pt x="2175" y="4969"/>
                    </a:cubicBezTo>
                    <a:cubicBezTo>
                      <a:pt x="2147" y="4955"/>
                      <a:pt x="2109" y="4969"/>
                      <a:pt x="2078" y="4980"/>
                    </a:cubicBezTo>
                    <a:cubicBezTo>
                      <a:pt x="2080" y="4967"/>
                      <a:pt x="2083" y="4953"/>
                      <a:pt x="2086" y="4940"/>
                    </a:cubicBezTo>
                    <a:lnTo>
                      <a:pt x="2087" y="4940"/>
                    </a:lnTo>
                    <a:cubicBezTo>
                      <a:pt x="2088" y="4939"/>
                      <a:pt x="2089" y="4938"/>
                      <a:pt x="2090" y="4937"/>
                    </a:cubicBezTo>
                    <a:lnTo>
                      <a:pt x="2090" y="4936"/>
                    </a:lnTo>
                    <a:cubicBezTo>
                      <a:pt x="2091" y="4936"/>
                      <a:pt x="2113" y="4926"/>
                      <a:pt x="2114" y="4926"/>
                    </a:cubicBezTo>
                    <a:cubicBezTo>
                      <a:pt x="2127" y="4920"/>
                      <a:pt x="2140" y="4915"/>
                      <a:pt x="2154" y="4911"/>
                    </a:cubicBezTo>
                    <a:cubicBezTo>
                      <a:pt x="2176" y="4904"/>
                      <a:pt x="2200" y="4908"/>
                      <a:pt x="2222" y="4900"/>
                    </a:cubicBezTo>
                    <a:cubicBezTo>
                      <a:pt x="2223" y="4899"/>
                      <a:pt x="2224" y="4899"/>
                      <a:pt x="2225" y="4898"/>
                    </a:cubicBezTo>
                    <a:cubicBezTo>
                      <a:pt x="2226" y="4897"/>
                      <a:pt x="2226" y="4895"/>
                      <a:pt x="2226" y="4894"/>
                    </a:cubicBezTo>
                    <a:cubicBezTo>
                      <a:pt x="2226" y="4893"/>
                      <a:pt x="2226" y="4892"/>
                      <a:pt x="2225" y="4891"/>
                    </a:cubicBezTo>
                    <a:cubicBezTo>
                      <a:pt x="2224" y="4890"/>
                      <a:pt x="2223" y="4889"/>
                      <a:pt x="2222" y="4888"/>
                    </a:cubicBezTo>
                    <a:cubicBezTo>
                      <a:pt x="2209" y="4884"/>
                      <a:pt x="2195" y="4882"/>
                      <a:pt x="2182" y="4882"/>
                    </a:cubicBezTo>
                    <a:cubicBezTo>
                      <a:pt x="2161" y="4882"/>
                      <a:pt x="2140" y="4887"/>
                      <a:pt x="2121" y="4897"/>
                    </a:cubicBezTo>
                    <a:cubicBezTo>
                      <a:pt x="2113" y="4901"/>
                      <a:pt x="2101" y="4905"/>
                      <a:pt x="2091" y="4912"/>
                    </a:cubicBezTo>
                    <a:lnTo>
                      <a:pt x="2096" y="4889"/>
                    </a:lnTo>
                    <a:cubicBezTo>
                      <a:pt x="2098" y="4883"/>
                      <a:pt x="2119" y="4882"/>
                      <a:pt x="2124" y="4881"/>
                    </a:cubicBezTo>
                    <a:cubicBezTo>
                      <a:pt x="2139" y="4877"/>
                      <a:pt x="2154" y="4874"/>
                      <a:pt x="2169" y="4871"/>
                    </a:cubicBezTo>
                    <a:cubicBezTo>
                      <a:pt x="2184" y="4868"/>
                      <a:pt x="2202" y="4871"/>
                      <a:pt x="2212" y="4855"/>
                    </a:cubicBezTo>
                    <a:cubicBezTo>
                      <a:pt x="2215" y="4850"/>
                      <a:pt x="2212" y="4841"/>
                      <a:pt x="2204" y="4842"/>
                    </a:cubicBezTo>
                    <a:cubicBezTo>
                      <a:pt x="2192" y="4844"/>
                      <a:pt x="2179" y="4845"/>
                      <a:pt x="2167" y="4845"/>
                    </a:cubicBezTo>
                    <a:cubicBezTo>
                      <a:pt x="2166" y="4845"/>
                      <a:pt x="2165" y="4845"/>
                      <a:pt x="2164" y="4845"/>
                    </a:cubicBezTo>
                    <a:cubicBezTo>
                      <a:pt x="2148" y="4847"/>
                      <a:pt x="2132" y="4851"/>
                      <a:pt x="2116" y="4856"/>
                    </a:cubicBezTo>
                    <a:lnTo>
                      <a:pt x="2102" y="4860"/>
                    </a:lnTo>
                    <a:lnTo>
                      <a:pt x="2104" y="4851"/>
                    </a:lnTo>
                    <a:cubicBezTo>
                      <a:pt x="2106" y="4845"/>
                      <a:pt x="2107" y="4839"/>
                      <a:pt x="2108" y="4833"/>
                    </a:cubicBezTo>
                    <a:cubicBezTo>
                      <a:pt x="2139" y="4832"/>
                      <a:pt x="2171" y="4827"/>
                      <a:pt x="2201" y="4819"/>
                    </a:cubicBezTo>
                    <a:lnTo>
                      <a:pt x="2202" y="4819"/>
                    </a:lnTo>
                    <a:cubicBezTo>
                      <a:pt x="2203" y="4818"/>
                      <a:pt x="2203" y="4817"/>
                      <a:pt x="2204" y="4816"/>
                    </a:cubicBezTo>
                    <a:cubicBezTo>
                      <a:pt x="2205" y="4815"/>
                      <a:pt x="2205" y="4814"/>
                      <a:pt x="2205" y="4813"/>
                    </a:cubicBezTo>
                    <a:cubicBezTo>
                      <a:pt x="2205" y="4812"/>
                      <a:pt x="2205" y="4810"/>
                      <a:pt x="2204" y="4809"/>
                    </a:cubicBezTo>
                    <a:cubicBezTo>
                      <a:pt x="2203" y="4808"/>
                      <a:pt x="2203" y="4808"/>
                      <a:pt x="2202" y="4807"/>
                    </a:cubicBezTo>
                    <a:lnTo>
                      <a:pt x="2201" y="4807"/>
                    </a:lnTo>
                    <a:cubicBezTo>
                      <a:pt x="2191" y="4804"/>
                      <a:pt x="2181" y="4803"/>
                      <a:pt x="2171" y="4803"/>
                    </a:cubicBezTo>
                    <a:cubicBezTo>
                      <a:pt x="2163" y="4803"/>
                      <a:pt x="2154" y="4804"/>
                      <a:pt x="2146" y="4805"/>
                    </a:cubicBezTo>
                    <a:cubicBezTo>
                      <a:pt x="2135" y="4807"/>
                      <a:pt x="2124" y="4808"/>
                      <a:pt x="2113" y="4810"/>
                    </a:cubicBezTo>
                    <a:cubicBezTo>
                      <a:pt x="2115" y="4799"/>
                      <a:pt x="2117" y="4788"/>
                      <a:pt x="2120" y="4777"/>
                    </a:cubicBezTo>
                    <a:lnTo>
                      <a:pt x="2122" y="4777"/>
                    </a:lnTo>
                    <a:cubicBezTo>
                      <a:pt x="2136" y="4771"/>
                      <a:pt x="2150" y="4767"/>
                      <a:pt x="2164" y="4764"/>
                    </a:cubicBezTo>
                    <a:cubicBezTo>
                      <a:pt x="2176" y="4763"/>
                      <a:pt x="2188" y="4760"/>
                      <a:pt x="2199" y="4754"/>
                    </a:cubicBezTo>
                    <a:cubicBezTo>
                      <a:pt x="2200" y="4754"/>
                      <a:pt x="2200" y="4753"/>
                      <a:pt x="2201" y="4752"/>
                    </a:cubicBezTo>
                    <a:cubicBezTo>
                      <a:pt x="2202" y="4751"/>
                      <a:pt x="2202" y="4750"/>
                      <a:pt x="2202" y="4749"/>
                    </a:cubicBezTo>
                    <a:cubicBezTo>
                      <a:pt x="2202" y="4748"/>
                      <a:pt x="2202" y="4747"/>
                      <a:pt x="2201" y="4746"/>
                    </a:cubicBezTo>
                    <a:cubicBezTo>
                      <a:pt x="2200" y="4745"/>
                      <a:pt x="2200" y="4744"/>
                      <a:pt x="2199" y="4743"/>
                    </a:cubicBezTo>
                    <a:cubicBezTo>
                      <a:pt x="2177" y="4731"/>
                      <a:pt x="2148" y="4740"/>
                      <a:pt x="2125" y="4750"/>
                    </a:cubicBezTo>
                    <a:cubicBezTo>
                      <a:pt x="2128" y="4736"/>
                      <a:pt x="2130" y="4723"/>
                      <a:pt x="2133" y="4709"/>
                    </a:cubicBezTo>
                    <a:cubicBezTo>
                      <a:pt x="2153" y="4701"/>
                      <a:pt x="2179" y="4704"/>
                      <a:pt x="2197" y="4689"/>
                    </a:cubicBezTo>
                    <a:cubicBezTo>
                      <a:pt x="2198" y="4689"/>
                      <a:pt x="2198" y="4688"/>
                      <a:pt x="2198" y="4687"/>
                    </a:cubicBezTo>
                    <a:cubicBezTo>
                      <a:pt x="2199" y="4686"/>
                      <a:pt x="2199" y="4685"/>
                      <a:pt x="2199" y="4684"/>
                    </a:cubicBezTo>
                    <a:cubicBezTo>
                      <a:pt x="2199" y="4683"/>
                      <a:pt x="2199" y="4681"/>
                      <a:pt x="2198" y="4680"/>
                    </a:cubicBezTo>
                    <a:cubicBezTo>
                      <a:pt x="2197" y="4679"/>
                      <a:pt x="2197" y="4678"/>
                      <a:pt x="2196" y="4678"/>
                    </a:cubicBezTo>
                    <a:lnTo>
                      <a:pt x="2195" y="4677"/>
                    </a:lnTo>
                    <a:cubicBezTo>
                      <a:pt x="2189" y="4676"/>
                      <a:pt x="2184" y="4676"/>
                      <a:pt x="2179" y="4676"/>
                    </a:cubicBezTo>
                    <a:cubicBezTo>
                      <a:pt x="2165" y="4676"/>
                      <a:pt x="2151" y="4679"/>
                      <a:pt x="2138" y="4684"/>
                    </a:cubicBezTo>
                    <a:lnTo>
                      <a:pt x="2143" y="4654"/>
                    </a:lnTo>
                    <a:cubicBezTo>
                      <a:pt x="2154" y="4652"/>
                      <a:pt x="2164" y="4651"/>
                      <a:pt x="2174" y="4649"/>
                    </a:cubicBezTo>
                    <a:cubicBezTo>
                      <a:pt x="2185" y="4648"/>
                      <a:pt x="2203" y="4651"/>
                      <a:pt x="2207" y="4634"/>
                    </a:cubicBezTo>
                    <a:cubicBezTo>
                      <a:pt x="2208" y="4634"/>
                      <a:pt x="2208" y="4633"/>
                      <a:pt x="2208" y="4633"/>
                    </a:cubicBezTo>
                    <a:cubicBezTo>
                      <a:pt x="2208" y="4631"/>
                      <a:pt x="2208" y="4630"/>
                      <a:pt x="2207" y="4629"/>
                    </a:cubicBezTo>
                    <a:cubicBezTo>
                      <a:pt x="2206" y="4628"/>
                      <a:pt x="2205" y="4627"/>
                      <a:pt x="2204" y="4626"/>
                    </a:cubicBezTo>
                    <a:cubicBezTo>
                      <a:pt x="2203" y="4626"/>
                      <a:pt x="2202" y="4625"/>
                      <a:pt x="2201" y="4625"/>
                    </a:cubicBezTo>
                    <a:cubicBezTo>
                      <a:pt x="2195" y="4625"/>
                      <a:pt x="2189" y="4624"/>
                      <a:pt x="2183" y="4624"/>
                    </a:cubicBezTo>
                    <a:cubicBezTo>
                      <a:pt x="2171" y="4624"/>
                      <a:pt x="2160" y="4626"/>
                      <a:pt x="2148" y="4628"/>
                    </a:cubicBezTo>
                    <a:lnTo>
                      <a:pt x="2148" y="4627"/>
                    </a:lnTo>
                    <a:cubicBezTo>
                      <a:pt x="2148" y="4622"/>
                      <a:pt x="2150" y="4617"/>
                      <a:pt x="2151" y="4613"/>
                    </a:cubicBezTo>
                    <a:cubicBezTo>
                      <a:pt x="2160" y="4611"/>
                      <a:pt x="2169" y="4610"/>
                      <a:pt x="2179" y="4610"/>
                    </a:cubicBezTo>
                    <a:cubicBezTo>
                      <a:pt x="2193" y="4608"/>
                      <a:pt x="2208" y="4604"/>
                      <a:pt x="2221" y="4598"/>
                    </a:cubicBezTo>
                    <a:cubicBezTo>
                      <a:pt x="2222" y="4597"/>
                      <a:pt x="2223" y="4596"/>
                      <a:pt x="2223" y="4596"/>
                    </a:cubicBezTo>
                    <a:cubicBezTo>
                      <a:pt x="2224" y="4595"/>
                      <a:pt x="2224" y="4593"/>
                      <a:pt x="2224" y="4592"/>
                    </a:cubicBezTo>
                    <a:cubicBezTo>
                      <a:pt x="2224" y="4591"/>
                      <a:pt x="2224" y="4590"/>
                      <a:pt x="2223" y="4589"/>
                    </a:cubicBezTo>
                    <a:cubicBezTo>
                      <a:pt x="2223" y="4588"/>
                      <a:pt x="2222" y="4588"/>
                      <a:pt x="2221" y="4587"/>
                    </a:cubicBezTo>
                    <a:cubicBezTo>
                      <a:pt x="2209" y="4583"/>
                      <a:pt x="2197" y="4582"/>
                      <a:pt x="2185" y="4582"/>
                    </a:cubicBezTo>
                    <a:cubicBezTo>
                      <a:pt x="2175" y="4582"/>
                      <a:pt x="2164" y="4583"/>
                      <a:pt x="2154" y="4586"/>
                    </a:cubicBezTo>
                    <a:cubicBezTo>
                      <a:pt x="2156" y="4578"/>
                      <a:pt x="2157" y="4570"/>
                      <a:pt x="2159" y="4562"/>
                    </a:cubicBezTo>
                    <a:cubicBezTo>
                      <a:pt x="2159" y="4562"/>
                      <a:pt x="2160" y="4562"/>
                      <a:pt x="2161" y="4562"/>
                    </a:cubicBezTo>
                    <a:cubicBezTo>
                      <a:pt x="2170" y="4562"/>
                      <a:pt x="2178" y="4561"/>
                      <a:pt x="2187" y="4560"/>
                    </a:cubicBezTo>
                    <a:cubicBezTo>
                      <a:pt x="2207" y="4558"/>
                      <a:pt x="2227" y="4553"/>
                      <a:pt x="2246" y="4543"/>
                    </a:cubicBezTo>
                    <a:cubicBezTo>
                      <a:pt x="2246" y="4543"/>
                      <a:pt x="2247" y="4542"/>
                      <a:pt x="2248" y="4541"/>
                    </a:cubicBezTo>
                    <a:cubicBezTo>
                      <a:pt x="2248" y="4540"/>
                      <a:pt x="2248" y="4539"/>
                      <a:pt x="2248" y="4538"/>
                    </a:cubicBezTo>
                    <a:cubicBezTo>
                      <a:pt x="2248" y="4537"/>
                      <a:pt x="2249" y="4536"/>
                      <a:pt x="2248" y="4535"/>
                    </a:cubicBezTo>
                    <a:cubicBezTo>
                      <a:pt x="2247" y="4534"/>
                      <a:pt x="2246" y="4534"/>
                      <a:pt x="2245" y="4533"/>
                    </a:cubicBezTo>
                    <a:cubicBezTo>
                      <a:pt x="2244" y="4532"/>
                      <a:pt x="2244" y="4532"/>
                      <a:pt x="2244" y="4532"/>
                    </a:cubicBezTo>
                    <a:cubicBezTo>
                      <a:pt x="2236" y="4531"/>
                      <a:pt x="2229" y="4531"/>
                      <a:pt x="2221" y="4531"/>
                    </a:cubicBezTo>
                    <a:cubicBezTo>
                      <a:pt x="2202" y="4531"/>
                      <a:pt x="2183" y="4533"/>
                      <a:pt x="2165" y="4538"/>
                    </a:cubicBezTo>
                    <a:lnTo>
                      <a:pt x="2171" y="4510"/>
                    </a:lnTo>
                    <a:cubicBezTo>
                      <a:pt x="2172" y="4511"/>
                      <a:pt x="2172" y="4511"/>
                      <a:pt x="2173" y="4511"/>
                    </a:cubicBezTo>
                    <a:cubicBezTo>
                      <a:pt x="2174" y="4511"/>
                      <a:pt x="2175" y="4511"/>
                      <a:pt x="2176" y="4510"/>
                    </a:cubicBezTo>
                    <a:cubicBezTo>
                      <a:pt x="2187" y="4506"/>
                      <a:pt x="2198" y="4503"/>
                      <a:pt x="2210" y="4501"/>
                    </a:cubicBezTo>
                    <a:cubicBezTo>
                      <a:pt x="2222" y="4500"/>
                      <a:pt x="2235" y="4497"/>
                      <a:pt x="2246" y="4494"/>
                    </a:cubicBezTo>
                    <a:cubicBezTo>
                      <a:pt x="2247" y="4493"/>
                      <a:pt x="2248" y="4492"/>
                      <a:pt x="2249" y="4491"/>
                    </a:cubicBezTo>
                    <a:cubicBezTo>
                      <a:pt x="2249" y="4490"/>
                      <a:pt x="2249" y="4489"/>
                      <a:pt x="2249" y="4488"/>
                    </a:cubicBezTo>
                    <a:cubicBezTo>
                      <a:pt x="2249" y="4487"/>
                      <a:pt x="2249" y="4486"/>
                      <a:pt x="2249" y="4485"/>
                    </a:cubicBezTo>
                    <a:cubicBezTo>
                      <a:pt x="2248" y="4484"/>
                      <a:pt x="2247" y="4483"/>
                      <a:pt x="2246" y="4483"/>
                    </a:cubicBezTo>
                    <a:cubicBezTo>
                      <a:pt x="2237" y="4480"/>
                      <a:pt x="2228" y="4478"/>
                      <a:pt x="2218" y="4478"/>
                    </a:cubicBezTo>
                    <a:cubicBezTo>
                      <a:pt x="2203" y="4478"/>
                      <a:pt x="2188" y="4482"/>
                      <a:pt x="2175" y="4489"/>
                    </a:cubicBezTo>
                    <a:cubicBezTo>
                      <a:pt x="2177" y="4480"/>
                      <a:pt x="2179" y="4470"/>
                      <a:pt x="2181" y="4461"/>
                    </a:cubicBezTo>
                    <a:cubicBezTo>
                      <a:pt x="2181" y="4461"/>
                      <a:pt x="2182" y="4461"/>
                      <a:pt x="2183" y="4461"/>
                    </a:cubicBezTo>
                    <a:lnTo>
                      <a:pt x="2184" y="4461"/>
                    </a:lnTo>
                    <a:lnTo>
                      <a:pt x="2193" y="4461"/>
                    </a:lnTo>
                    <a:lnTo>
                      <a:pt x="2194" y="4461"/>
                    </a:lnTo>
                    <a:cubicBezTo>
                      <a:pt x="2198" y="4461"/>
                      <a:pt x="2202" y="4460"/>
                      <a:pt x="2205" y="4460"/>
                    </a:cubicBezTo>
                    <a:cubicBezTo>
                      <a:pt x="2212" y="4459"/>
                      <a:pt x="2219" y="4458"/>
                      <a:pt x="2226" y="4458"/>
                    </a:cubicBezTo>
                    <a:cubicBezTo>
                      <a:pt x="2228" y="4458"/>
                      <a:pt x="2230" y="4458"/>
                      <a:pt x="2232" y="4458"/>
                    </a:cubicBezTo>
                    <a:cubicBezTo>
                      <a:pt x="2240" y="4457"/>
                      <a:pt x="2247" y="4455"/>
                      <a:pt x="2254" y="4451"/>
                    </a:cubicBezTo>
                    <a:cubicBezTo>
                      <a:pt x="2255" y="4450"/>
                      <a:pt x="2257" y="4449"/>
                      <a:pt x="2258" y="4448"/>
                    </a:cubicBezTo>
                    <a:cubicBezTo>
                      <a:pt x="2259" y="4447"/>
                      <a:pt x="2260" y="4446"/>
                      <a:pt x="2260" y="4445"/>
                    </a:cubicBezTo>
                    <a:cubicBezTo>
                      <a:pt x="2261" y="4444"/>
                      <a:pt x="2261" y="4444"/>
                      <a:pt x="2261" y="4442"/>
                    </a:cubicBezTo>
                    <a:cubicBezTo>
                      <a:pt x="2261" y="4441"/>
                      <a:pt x="2261" y="4440"/>
                      <a:pt x="2260" y="4438"/>
                    </a:cubicBezTo>
                    <a:cubicBezTo>
                      <a:pt x="2259" y="4436"/>
                      <a:pt x="2259" y="4435"/>
                      <a:pt x="2258" y="4435"/>
                    </a:cubicBezTo>
                    <a:cubicBezTo>
                      <a:pt x="2257" y="4435"/>
                      <a:pt x="2257" y="4434"/>
                      <a:pt x="2257" y="4434"/>
                    </a:cubicBezTo>
                    <a:cubicBezTo>
                      <a:pt x="2240" y="4426"/>
                      <a:pt x="2214" y="4433"/>
                      <a:pt x="2196" y="4436"/>
                    </a:cubicBezTo>
                    <a:lnTo>
                      <a:pt x="2186" y="4438"/>
                    </a:lnTo>
                    <a:cubicBezTo>
                      <a:pt x="2187" y="4429"/>
                      <a:pt x="2189" y="4420"/>
                      <a:pt x="2190" y="4411"/>
                    </a:cubicBezTo>
                    <a:cubicBezTo>
                      <a:pt x="2214" y="4408"/>
                      <a:pt x="2242" y="4409"/>
                      <a:pt x="2262" y="4396"/>
                    </a:cubicBezTo>
                    <a:cubicBezTo>
                      <a:pt x="2262" y="4395"/>
                      <a:pt x="2263" y="4395"/>
                      <a:pt x="2263" y="4394"/>
                    </a:cubicBezTo>
                    <a:cubicBezTo>
                      <a:pt x="2264" y="4393"/>
                      <a:pt x="2264" y="4393"/>
                      <a:pt x="2264" y="4391"/>
                    </a:cubicBezTo>
                    <a:cubicBezTo>
                      <a:pt x="2264" y="4390"/>
                      <a:pt x="2264" y="4388"/>
                      <a:pt x="2263" y="4387"/>
                    </a:cubicBezTo>
                    <a:cubicBezTo>
                      <a:pt x="2263" y="4386"/>
                      <a:pt x="2262" y="4386"/>
                      <a:pt x="2262" y="4385"/>
                    </a:cubicBezTo>
                    <a:cubicBezTo>
                      <a:pt x="2252" y="4381"/>
                      <a:pt x="2243" y="4379"/>
                      <a:pt x="2233" y="4379"/>
                    </a:cubicBezTo>
                    <a:cubicBezTo>
                      <a:pt x="2226" y="4379"/>
                      <a:pt x="2220" y="4380"/>
                      <a:pt x="2213" y="4382"/>
                    </a:cubicBezTo>
                    <a:cubicBezTo>
                      <a:pt x="2207" y="4382"/>
                      <a:pt x="2201" y="4384"/>
                      <a:pt x="2195" y="4385"/>
                    </a:cubicBezTo>
                    <a:cubicBezTo>
                      <a:pt x="2196" y="4378"/>
                      <a:pt x="2197" y="4370"/>
                      <a:pt x="2198" y="4363"/>
                    </a:cubicBezTo>
                    <a:cubicBezTo>
                      <a:pt x="2198" y="4360"/>
                      <a:pt x="2199" y="4356"/>
                      <a:pt x="2200" y="4352"/>
                    </a:cubicBezTo>
                    <a:cubicBezTo>
                      <a:pt x="2207" y="4351"/>
                      <a:pt x="2214" y="4351"/>
                      <a:pt x="2221" y="4351"/>
                    </a:cubicBezTo>
                    <a:cubicBezTo>
                      <a:pt x="2228" y="4351"/>
                      <a:pt x="2235" y="4351"/>
                      <a:pt x="2242" y="4352"/>
                    </a:cubicBezTo>
                    <a:cubicBezTo>
                      <a:pt x="2253" y="4352"/>
                      <a:pt x="2267" y="4355"/>
                      <a:pt x="2275" y="4348"/>
                    </a:cubicBezTo>
                    <a:cubicBezTo>
                      <a:pt x="2276" y="4348"/>
                      <a:pt x="2276" y="4347"/>
                      <a:pt x="2277" y="4346"/>
                    </a:cubicBezTo>
                    <a:cubicBezTo>
                      <a:pt x="2277" y="4345"/>
                      <a:pt x="2278" y="4344"/>
                      <a:pt x="2278" y="4343"/>
                    </a:cubicBezTo>
                    <a:cubicBezTo>
                      <a:pt x="2278" y="4342"/>
                      <a:pt x="2277" y="4341"/>
                      <a:pt x="2277" y="4340"/>
                    </a:cubicBezTo>
                    <a:cubicBezTo>
                      <a:pt x="2276" y="4339"/>
                      <a:pt x="2276" y="4338"/>
                      <a:pt x="2275" y="4338"/>
                    </a:cubicBezTo>
                    <a:cubicBezTo>
                      <a:pt x="2274" y="4337"/>
                      <a:pt x="2272" y="4336"/>
                      <a:pt x="2270" y="4335"/>
                    </a:cubicBezTo>
                    <a:cubicBezTo>
                      <a:pt x="2260" y="4329"/>
                      <a:pt x="2249" y="4326"/>
                      <a:pt x="2237" y="4326"/>
                    </a:cubicBezTo>
                    <a:cubicBezTo>
                      <a:pt x="2233" y="4326"/>
                      <a:pt x="2228" y="4326"/>
                      <a:pt x="2224" y="4327"/>
                    </a:cubicBezTo>
                    <a:cubicBezTo>
                      <a:pt x="2217" y="4328"/>
                      <a:pt x="2211" y="4328"/>
                      <a:pt x="2204" y="4330"/>
                    </a:cubicBezTo>
                    <a:cubicBezTo>
                      <a:pt x="2204" y="4324"/>
                      <a:pt x="2206" y="4319"/>
                      <a:pt x="2207" y="4314"/>
                    </a:cubicBezTo>
                    <a:lnTo>
                      <a:pt x="2208" y="4313"/>
                    </a:lnTo>
                    <a:cubicBezTo>
                      <a:pt x="2222" y="4310"/>
                      <a:pt x="2236" y="4308"/>
                      <a:pt x="2250" y="4308"/>
                    </a:cubicBezTo>
                    <a:cubicBezTo>
                      <a:pt x="2253" y="4308"/>
                      <a:pt x="2255" y="4308"/>
                      <a:pt x="2258" y="4308"/>
                    </a:cubicBezTo>
                    <a:cubicBezTo>
                      <a:pt x="2269" y="4308"/>
                      <a:pt x="2280" y="4306"/>
                      <a:pt x="2289" y="4301"/>
                    </a:cubicBezTo>
                    <a:cubicBezTo>
                      <a:pt x="2290" y="4300"/>
                      <a:pt x="2291" y="4300"/>
                      <a:pt x="2291" y="4299"/>
                    </a:cubicBezTo>
                    <a:cubicBezTo>
                      <a:pt x="2292" y="4298"/>
                      <a:pt x="2292" y="4297"/>
                      <a:pt x="2292" y="4296"/>
                    </a:cubicBezTo>
                    <a:cubicBezTo>
                      <a:pt x="2292" y="4295"/>
                      <a:pt x="2292" y="4293"/>
                      <a:pt x="2291" y="4292"/>
                    </a:cubicBezTo>
                    <a:cubicBezTo>
                      <a:pt x="2291" y="4292"/>
                      <a:pt x="2290" y="4291"/>
                      <a:pt x="2289" y="4290"/>
                    </a:cubicBezTo>
                    <a:cubicBezTo>
                      <a:pt x="2277" y="4284"/>
                      <a:pt x="2263" y="4280"/>
                      <a:pt x="2248" y="4280"/>
                    </a:cubicBezTo>
                    <a:cubicBezTo>
                      <a:pt x="2236" y="4280"/>
                      <a:pt x="2224" y="4283"/>
                      <a:pt x="2212" y="4288"/>
                    </a:cubicBezTo>
                    <a:cubicBezTo>
                      <a:pt x="2214" y="4279"/>
                      <a:pt x="2216" y="4269"/>
                      <a:pt x="2218" y="4260"/>
                    </a:cubicBezTo>
                    <a:lnTo>
                      <a:pt x="2248" y="4257"/>
                    </a:lnTo>
                    <a:cubicBezTo>
                      <a:pt x="2264" y="4255"/>
                      <a:pt x="2285" y="4261"/>
                      <a:pt x="2299" y="4250"/>
                    </a:cubicBezTo>
                    <a:cubicBezTo>
                      <a:pt x="2299" y="4249"/>
                      <a:pt x="2300" y="4249"/>
                      <a:pt x="2300" y="4248"/>
                    </a:cubicBezTo>
                    <a:cubicBezTo>
                      <a:pt x="2301" y="4247"/>
                      <a:pt x="2301" y="4246"/>
                      <a:pt x="2301" y="4245"/>
                    </a:cubicBezTo>
                    <a:cubicBezTo>
                      <a:pt x="2301" y="4244"/>
                      <a:pt x="2301" y="4243"/>
                      <a:pt x="2300" y="4242"/>
                    </a:cubicBezTo>
                    <a:cubicBezTo>
                      <a:pt x="2300" y="4241"/>
                      <a:pt x="2299" y="4240"/>
                      <a:pt x="2299" y="4240"/>
                    </a:cubicBezTo>
                    <a:cubicBezTo>
                      <a:pt x="2282" y="4226"/>
                      <a:pt x="2254" y="4231"/>
                      <a:pt x="2234" y="4234"/>
                    </a:cubicBezTo>
                    <a:cubicBezTo>
                      <a:pt x="2230" y="4235"/>
                      <a:pt x="2226" y="4236"/>
                      <a:pt x="2222" y="4237"/>
                    </a:cubicBezTo>
                    <a:lnTo>
                      <a:pt x="2229" y="4206"/>
                    </a:lnTo>
                    <a:cubicBezTo>
                      <a:pt x="2230" y="4206"/>
                      <a:pt x="2231" y="4205"/>
                      <a:pt x="2231" y="4205"/>
                    </a:cubicBezTo>
                    <a:cubicBezTo>
                      <a:pt x="2232" y="4205"/>
                      <a:pt x="2232" y="4205"/>
                      <a:pt x="2232" y="4205"/>
                    </a:cubicBezTo>
                    <a:cubicBezTo>
                      <a:pt x="2239" y="4200"/>
                      <a:pt x="2244" y="4202"/>
                      <a:pt x="2252" y="4201"/>
                    </a:cubicBezTo>
                    <a:cubicBezTo>
                      <a:pt x="2261" y="4201"/>
                      <a:pt x="2263" y="4199"/>
                      <a:pt x="2270" y="4198"/>
                    </a:cubicBezTo>
                    <a:cubicBezTo>
                      <a:pt x="2272" y="4198"/>
                      <a:pt x="2275" y="4199"/>
                      <a:pt x="2278" y="4199"/>
                    </a:cubicBezTo>
                    <a:cubicBezTo>
                      <a:pt x="2286" y="4199"/>
                      <a:pt x="2295" y="4197"/>
                      <a:pt x="2303" y="4194"/>
                    </a:cubicBezTo>
                    <a:cubicBezTo>
                      <a:pt x="2304" y="4193"/>
                      <a:pt x="2305" y="4192"/>
                      <a:pt x="2305" y="4191"/>
                    </a:cubicBezTo>
                    <a:cubicBezTo>
                      <a:pt x="2306" y="4190"/>
                      <a:pt x="2306" y="4188"/>
                      <a:pt x="2306" y="4187"/>
                    </a:cubicBezTo>
                    <a:cubicBezTo>
                      <a:pt x="2306" y="4186"/>
                      <a:pt x="2306" y="4184"/>
                      <a:pt x="2305" y="4183"/>
                    </a:cubicBezTo>
                    <a:cubicBezTo>
                      <a:pt x="2305" y="4182"/>
                      <a:pt x="2304" y="4181"/>
                      <a:pt x="2303" y="4181"/>
                    </a:cubicBezTo>
                    <a:cubicBezTo>
                      <a:pt x="2294" y="4176"/>
                      <a:pt x="2284" y="4174"/>
                      <a:pt x="2275" y="4174"/>
                    </a:cubicBezTo>
                    <a:cubicBezTo>
                      <a:pt x="2268" y="4174"/>
                      <a:pt x="2262" y="4175"/>
                      <a:pt x="2256" y="4177"/>
                    </a:cubicBezTo>
                    <a:cubicBezTo>
                      <a:pt x="2250" y="4178"/>
                      <a:pt x="2242" y="4178"/>
                      <a:pt x="2236" y="4180"/>
                    </a:cubicBezTo>
                    <a:lnTo>
                      <a:pt x="2240" y="4159"/>
                    </a:lnTo>
                    <a:cubicBezTo>
                      <a:pt x="2254" y="4157"/>
                      <a:pt x="2266" y="4155"/>
                      <a:pt x="2280" y="4154"/>
                    </a:cubicBezTo>
                    <a:cubicBezTo>
                      <a:pt x="2296" y="4154"/>
                      <a:pt x="2311" y="4150"/>
                      <a:pt x="2326" y="4145"/>
                    </a:cubicBezTo>
                    <a:cubicBezTo>
                      <a:pt x="2327" y="4144"/>
                      <a:pt x="2328" y="4143"/>
                      <a:pt x="2328" y="4143"/>
                    </a:cubicBezTo>
                    <a:cubicBezTo>
                      <a:pt x="2329" y="4142"/>
                      <a:pt x="2329" y="4142"/>
                      <a:pt x="2329" y="4140"/>
                    </a:cubicBezTo>
                    <a:cubicBezTo>
                      <a:pt x="2329" y="4139"/>
                      <a:pt x="2329" y="4138"/>
                      <a:pt x="2328" y="4137"/>
                    </a:cubicBezTo>
                    <a:cubicBezTo>
                      <a:pt x="2327" y="4136"/>
                      <a:pt x="2327" y="4135"/>
                      <a:pt x="2326" y="4134"/>
                    </a:cubicBezTo>
                    <a:cubicBezTo>
                      <a:pt x="2318" y="4131"/>
                      <a:pt x="2309" y="4129"/>
                      <a:pt x="2300" y="4129"/>
                    </a:cubicBezTo>
                    <a:cubicBezTo>
                      <a:pt x="2294" y="4129"/>
                      <a:pt x="2288" y="4130"/>
                      <a:pt x="2282" y="4131"/>
                    </a:cubicBezTo>
                    <a:cubicBezTo>
                      <a:pt x="2276" y="4132"/>
                      <a:pt x="2269" y="4133"/>
                      <a:pt x="2263" y="4133"/>
                    </a:cubicBezTo>
                    <a:cubicBezTo>
                      <a:pt x="2257" y="4134"/>
                      <a:pt x="2251" y="4136"/>
                      <a:pt x="2246" y="4138"/>
                    </a:cubicBezTo>
                    <a:cubicBezTo>
                      <a:pt x="2247" y="4130"/>
                      <a:pt x="2249" y="4123"/>
                      <a:pt x="2251" y="4115"/>
                    </a:cubicBezTo>
                    <a:cubicBezTo>
                      <a:pt x="2256" y="4114"/>
                      <a:pt x="2261" y="4114"/>
                      <a:pt x="2266" y="4113"/>
                    </a:cubicBezTo>
                    <a:cubicBezTo>
                      <a:pt x="2274" y="4112"/>
                      <a:pt x="2282" y="4110"/>
                      <a:pt x="2289" y="4110"/>
                    </a:cubicBezTo>
                    <a:cubicBezTo>
                      <a:pt x="2291" y="4110"/>
                      <a:pt x="2293" y="4110"/>
                      <a:pt x="2295" y="4110"/>
                    </a:cubicBezTo>
                    <a:cubicBezTo>
                      <a:pt x="2304" y="4110"/>
                      <a:pt x="2314" y="4108"/>
                      <a:pt x="2322" y="4104"/>
                    </a:cubicBezTo>
                    <a:cubicBezTo>
                      <a:pt x="2325" y="4102"/>
                      <a:pt x="2327" y="4097"/>
                      <a:pt x="2323" y="4095"/>
                    </a:cubicBezTo>
                    <a:cubicBezTo>
                      <a:pt x="2323" y="4095"/>
                      <a:pt x="2323" y="4094"/>
                      <a:pt x="2322" y="4094"/>
                    </a:cubicBezTo>
                    <a:cubicBezTo>
                      <a:pt x="2314" y="4089"/>
                      <a:pt x="2305" y="4087"/>
                      <a:pt x="2295" y="4087"/>
                    </a:cubicBezTo>
                    <a:cubicBezTo>
                      <a:pt x="2293" y="4087"/>
                      <a:pt x="2291" y="4087"/>
                      <a:pt x="2289" y="4087"/>
                    </a:cubicBezTo>
                    <a:cubicBezTo>
                      <a:pt x="2281" y="4088"/>
                      <a:pt x="2273" y="4090"/>
                      <a:pt x="2266" y="4093"/>
                    </a:cubicBezTo>
                    <a:cubicBezTo>
                      <a:pt x="2263" y="4094"/>
                      <a:pt x="2260" y="4095"/>
                      <a:pt x="2257" y="4096"/>
                    </a:cubicBezTo>
                    <a:cubicBezTo>
                      <a:pt x="2259" y="4088"/>
                      <a:pt x="2261" y="4080"/>
                      <a:pt x="2263" y="4073"/>
                    </a:cubicBezTo>
                    <a:cubicBezTo>
                      <a:pt x="2270" y="4069"/>
                      <a:pt x="2271" y="4071"/>
                      <a:pt x="2280" y="4069"/>
                    </a:cubicBezTo>
                    <a:cubicBezTo>
                      <a:pt x="2285" y="4067"/>
                      <a:pt x="2290" y="4064"/>
                      <a:pt x="2294" y="4061"/>
                    </a:cubicBezTo>
                    <a:cubicBezTo>
                      <a:pt x="2295" y="4061"/>
                      <a:pt x="2296" y="4060"/>
                      <a:pt x="2297" y="4060"/>
                    </a:cubicBezTo>
                    <a:cubicBezTo>
                      <a:pt x="2314" y="4053"/>
                      <a:pt x="2332" y="4060"/>
                      <a:pt x="2348" y="4051"/>
                    </a:cubicBezTo>
                    <a:cubicBezTo>
                      <a:pt x="2349" y="4051"/>
                      <a:pt x="2350" y="4050"/>
                      <a:pt x="2351" y="4048"/>
                    </a:cubicBezTo>
                    <a:cubicBezTo>
                      <a:pt x="2352" y="4047"/>
                      <a:pt x="2352" y="4047"/>
                      <a:pt x="2352" y="4045"/>
                    </a:cubicBezTo>
                    <a:cubicBezTo>
                      <a:pt x="2352" y="4044"/>
                      <a:pt x="2352" y="4042"/>
                      <a:pt x="2351" y="4041"/>
                    </a:cubicBezTo>
                    <a:cubicBezTo>
                      <a:pt x="2350" y="4040"/>
                      <a:pt x="2349" y="4039"/>
                      <a:pt x="2348" y="4038"/>
                    </a:cubicBezTo>
                    <a:cubicBezTo>
                      <a:pt x="2339" y="4034"/>
                      <a:pt x="2329" y="4032"/>
                      <a:pt x="2319" y="4032"/>
                    </a:cubicBezTo>
                    <a:cubicBezTo>
                      <a:pt x="2309" y="4032"/>
                      <a:pt x="2299" y="4034"/>
                      <a:pt x="2289" y="4038"/>
                    </a:cubicBezTo>
                    <a:cubicBezTo>
                      <a:pt x="2282" y="4040"/>
                      <a:pt x="2277" y="4044"/>
                      <a:pt x="2271" y="4047"/>
                    </a:cubicBezTo>
                    <a:cubicBezTo>
                      <a:pt x="2274" y="4036"/>
                      <a:pt x="2277" y="4026"/>
                      <a:pt x="2280" y="4015"/>
                    </a:cubicBezTo>
                    <a:cubicBezTo>
                      <a:pt x="2281" y="4015"/>
                      <a:pt x="2282" y="4015"/>
                      <a:pt x="2283" y="4015"/>
                    </a:cubicBezTo>
                    <a:cubicBezTo>
                      <a:pt x="2283" y="4015"/>
                      <a:pt x="2284" y="4015"/>
                      <a:pt x="2285" y="4015"/>
                    </a:cubicBezTo>
                    <a:cubicBezTo>
                      <a:pt x="2292" y="4014"/>
                      <a:pt x="2299" y="4013"/>
                      <a:pt x="2306" y="4012"/>
                    </a:cubicBezTo>
                    <a:cubicBezTo>
                      <a:pt x="2309" y="4013"/>
                      <a:pt x="2311" y="4013"/>
                      <a:pt x="2314" y="4013"/>
                    </a:cubicBezTo>
                    <a:cubicBezTo>
                      <a:pt x="2324" y="4013"/>
                      <a:pt x="2333" y="4011"/>
                      <a:pt x="2341" y="4007"/>
                    </a:cubicBezTo>
                    <a:cubicBezTo>
                      <a:pt x="2342" y="4007"/>
                      <a:pt x="2343" y="4006"/>
                      <a:pt x="2344" y="4005"/>
                    </a:cubicBezTo>
                    <a:cubicBezTo>
                      <a:pt x="2345" y="4004"/>
                      <a:pt x="2345" y="4003"/>
                      <a:pt x="2345" y="4001"/>
                    </a:cubicBezTo>
                    <a:cubicBezTo>
                      <a:pt x="2345" y="4000"/>
                      <a:pt x="2345" y="3998"/>
                      <a:pt x="2344" y="3997"/>
                    </a:cubicBezTo>
                    <a:cubicBezTo>
                      <a:pt x="2343" y="3996"/>
                      <a:pt x="2342" y="3995"/>
                      <a:pt x="2341" y="3994"/>
                    </a:cubicBezTo>
                    <a:cubicBezTo>
                      <a:pt x="2333" y="3990"/>
                      <a:pt x="2323" y="3988"/>
                      <a:pt x="2314" y="3988"/>
                    </a:cubicBezTo>
                    <a:cubicBezTo>
                      <a:pt x="2310" y="3988"/>
                      <a:pt x="2307" y="3989"/>
                      <a:pt x="2304" y="3989"/>
                    </a:cubicBezTo>
                    <a:cubicBezTo>
                      <a:pt x="2298" y="3990"/>
                      <a:pt x="2292" y="3991"/>
                      <a:pt x="2286" y="3993"/>
                    </a:cubicBezTo>
                    <a:cubicBezTo>
                      <a:pt x="2288" y="3985"/>
                      <a:pt x="2290" y="3978"/>
                      <a:pt x="2292" y="3971"/>
                    </a:cubicBezTo>
                    <a:cubicBezTo>
                      <a:pt x="2293" y="3970"/>
                      <a:pt x="2294" y="3970"/>
                      <a:pt x="2295" y="3969"/>
                    </a:cubicBezTo>
                    <a:cubicBezTo>
                      <a:pt x="2296" y="3969"/>
                      <a:pt x="2296" y="3969"/>
                      <a:pt x="2296" y="3969"/>
                    </a:cubicBezTo>
                    <a:cubicBezTo>
                      <a:pt x="2300" y="3965"/>
                      <a:pt x="2304" y="3967"/>
                      <a:pt x="2309" y="3964"/>
                    </a:cubicBezTo>
                    <a:cubicBezTo>
                      <a:pt x="2314" y="3962"/>
                      <a:pt x="2317" y="3957"/>
                      <a:pt x="2322" y="3956"/>
                    </a:cubicBezTo>
                    <a:cubicBezTo>
                      <a:pt x="2336" y="3950"/>
                      <a:pt x="2353" y="3952"/>
                      <a:pt x="2364" y="3938"/>
                    </a:cubicBezTo>
                    <a:lnTo>
                      <a:pt x="2365" y="3937"/>
                    </a:lnTo>
                    <a:cubicBezTo>
                      <a:pt x="2366" y="3936"/>
                      <a:pt x="2366" y="3935"/>
                      <a:pt x="2366" y="3933"/>
                    </a:cubicBezTo>
                    <a:cubicBezTo>
                      <a:pt x="2366" y="3932"/>
                      <a:pt x="2366" y="3930"/>
                      <a:pt x="2365" y="3929"/>
                    </a:cubicBezTo>
                    <a:cubicBezTo>
                      <a:pt x="2364" y="3928"/>
                      <a:pt x="2363" y="3927"/>
                      <a:pt x="2362" y="3926"/>
                    </a:cubicBezTo>
                    <a:lnTo>
                      <a:pt x="2361" y="3926"/>
                    </a:lnTo>
                    <a:cubicBezTo>
                      <a:pt x="2357" y="3924"/>
                      <a:pt x="2352" y="3923"/>
                      <a:pt x="2347" y="3923"/>
                    </a:cubicBezTo>
                    <a:cubicBezTo>
                      <a:pt x="2343" y="3923"/>
                      <a:pt x="2339" y="3924"/>
                      <a:pt x="2335" y="3925"/>
                    </a:cubicBezTo>
                    <a:cubicBezTo>
                      <a:pt x="2327" y="3925"/>
                      <a:pt x="2318" y="3927"/>
                      <a:pt x="2310" y="3930"/>
                    </a:cubicBezTo>
                    <a:cubicBezTo>
                      <a:pt x="2310" y="3931"/>
                      <a:pt x="2309" y="3931"/>
                      <a:pt x="2309" y="3931"/>
                    </a:cubicBezTo>
                    <a:cubicBezTo>
                      <a:pt x="2306" y="3933"/>
                      <a:pt x="2303" y="3935"/>
                      <a:pt x="2301" y="3937"/>
                    </a:cubicBezTo>
                    <a:lnTo>
                      <a:pt x="2298" y="3939"/>
                    </a:lnTo>
                    <a:cubicBezTo>
                      <a:pt x="2298" y="3934"/>
                      <a:pt x="2301" y="3929"/>
                      <a:pt x="2301" y="3923"/>
                    </a:cubicBezTo>
                    <a:cubicBezTo>
                      <a:pt x="2302" y="3918"/>
                      <a:pt x="2298" y="3910"/>
                      <a:pt x="2299" y="3906"/>
                    </a:cubicBezTo>
                    <a:moveTo>
                      <a:pt x="1931" y="5578"/>
                    </a:moveTo>
                    <a:cubicBezTo>
                      <a:pt x="1930" y="5572"/>
                      <a:pt x="1928" y="5566"/>
                      <a:pt x="1926" y="5560"/>
                    </a:cubicBezTo>
                    <a:cubicBezTo>
                      <a:pt x="1930" y="5563"/>
                      <a:pt x="1933" y="5565"/>
                      <a:pt x="1937" y="5568"/>
                    </a:cubicBezTo>
                    <a:cubicBezTo>
                      <a:pt x="1938" y="5569"/>
                      <a:pt x="1939" y="5569"/>
                      <a:pt x="1940" y="5570"/>
                    </a:cubicBezTo>
                    <a:cubicBezTo>
                      <a:pt x="1941" y="5571"/>
                      <a:pt x="1941" y="5571"/>
                      <a:pt x="1941" y="5571"/>
                    </a:cubicBezTo>
                    <a:lnTo>
                      <a:pt x="1939" y="5578"/>
                    </a:lnTo>
                    <a:cubicBezTo>
                      <a:pt x="1932" y="5608"/>
                      <a:pt x="1934" y="5643"/>
                      <a:pt x="1924" y="5672"/>
                    </a:cubicBezTo>
                    <a:cubicBezTo>
                      <a:pt x="1920" y="5686"/>
                      <a:pt x="1918" y="5700"/>
                      <a:pt x="1917" y="5714"/>
                    </a:cubicBezTo>
                    <a:cubicBezTo>
                      <a:pt x="1913" y="5685"/>
                      <a:pt x="1910" y="5657"/>
                      <a:pt x="1903" y="5628"/>
                    </a:cubicBezTo>
                    <a:cubicBezTo>
                      <a:pt x="1894" y="5595"/>
                      <a:pt x="1885" y="5557"/>
                      <a:pt x="1879" y="5521"/>
                    </a:cubicBezTo>
                    <a:cubicBezTo>
                      <a:pt x="1888" y="5527"/>
                      <a:pt x="1896" y="5533"/>
                      <a:pt x="1905" y="5540"/>
                    </a:cubicBezTo>
                    <a:cubicBezTo>
                      <a:pt x="1906" y="5553"/>
                      <a:pt x="1908" y="5565"/>
                      <a:pt x="1911" y="5577"/>
                    </a:cubicBezTo>
                    <a:cubicBezTo>
                      <a:pt x="1912" y="5590"/>
                      <a:pt x="1915" y="5603"/>
                      <a:pt x="1919" y="5616"/>
                    </a:cubicBezTo>
                    <a:cubicBezTo>
                      <a:pt x="1920" y="5621"/>
                      <a:pt x="1927" y="5620"/>
                      <a:pt x="1929" y="5616"/>
                    </a:cubicBezTo>
                    <a:cubicBezTo>
                      <a:pt x="1930" y="5609"/>
                      <a:pt x="1931" y="5601"/>
                      <a:pt x="1931" y="5593"/>
                    </a:cubicBezTo>
                    <a:cubicBezTo>
                      <a:pt x="1931" y="5588"/>
                      <a:pt x="1931" y="5583"/>
                      <a:pt x="1930" y="5578"/>
                    </a:cubicBezTo>
                    <a:lnTo>
                      <a:pt x="1931" y="5578"/>
                    </a:lnTo>
                    <a:moveTo>
                      <a:pt x="1721" y="4082"/>
                    </a:moveTo>
                    <a:cubicBezTo>
                      <a:pt x="1739" y="4091"/>
                      <a:pt x="1757" y="4101"/>
                      <a:pt x="1774" y="4111"/>
                    </a:cubicBezTo>
                    <a:cubicBezTo>
                      <a:pt x="1789" y="4120"/>
                      <a:pt x="1804" y="4128"/>
                      <a:pt x="1818" y="4138"/>
                    </a:cubicBezTo>
                    <a:cubicBezTo>
                      <a:pt x="1834" y="4148"/>
                      <a:pt x="1850" y="4157"/>
                      <a:pt x="1867" y="4166"/>
                    </a:cubicBezTo>
                    <a:cubicBezTo>
                      <a:pt x="1867" y="4167"/>
                      <a:pt x="1868" y="4166"/>
                      <a:pt x="1869" y="4167"/>
                    </a:cubicBezTo>
                    <a:cubicBezTo>
                      <a:pt x="1870" y="4168"/>
                      <a:pt x="1870" y="4168"/>
                      <a:pt x="1871" y="4168"/>
                    </a:cubicBezTo>
                    <a:cubicBezTo>
                      <a:pt x="1904" y="4185"/>
                      <a:pt x="1938" y="4200"/>
                      <a:pt x="1972" y="4216"/>
                    </a:cubicBezTo>
                    <a:cubicBezTo>
                      <a:pt x="1952" y="4219"/>
                      <a:pt x="1932" y="4225"/>
                      <a:pt x="1913" y="4234"/>
                    </a:cubicBezTo>
                    <a:cubicBezTo>
                      <a:pt x="1902" y="4240"/>
                      <a:pt x="1890" y="4245"/>
                      <a:pt x="1879" y="4252"/>
                    </a:cubicBezTo>
                    <a:cubicBezTo>
                      <a:pt x="1868" y="4259"/>
                      <a:pt x="1848" y="4258"/>
                      <a:pt x="1837" y="4267"/>
                    </a:cubicBezTo>
                    <a:cubicBezTo>
                      <a:pt x="1836" y="4268"/>
                      <a:pt x="1835" y="4269"/>
                      <a:pt x="1833" y="4270"/>
                    </a:cubicBezTo>
                    <a:cubicBezTo>
                      <a:pt x="1795" y="4253"/>
                      <a:pt x="1757" y="4231"/>
                      <a:pt x="1722" y="4211"/>
                    </a:cubicBezTo>
                    <a:cubicBezTo>
                      <a:pt x="1653" y="4174"/>
                      <a:pt x="1583" y="4147"/>
                      <a:pt x="1516" y="4107"/>
                    </a:cubicBezTo>
                    <a:cubicBezTo>
                      <a:pt x="1515" y="4106"/>
                      <a:pt x="1513" y="4105"/>
                      <a:pt x="1512" y="4104"/>
                    </a:cubicBezTo>
                    <a:cubicBezTo>
                      <a:pt x="1501" y="4098"/>
                      <a:pt x="1490" y="4092"/>
                      <a:pt x="1479" y="4087"/>
                    </a:cubicBezTo>
                    <a:cubicBezTo>
                      <a:pt x="1519" y="4087"/>
                      <a:pt x="1560" y="4083"/>
                      <a:pt x="1600" y="4082"/>
                    </a:cubicBezTo>
                    <a:cubicBezTo>
                      <a:pt x="1641" y="4081"/>
                      <a:pt x="1682" y="4063"/>
                      <a:pt x="1720" y="4082"/>
                    </a:cubicBezTo>
                    <a:lnTo>
                      <a:pt x="1721" y="4082"/>
                    </a:lnTo>
                    <a:moveTo>
                      <a:pt x="1713" y="4054"/>
                    </a:moveTo>
                    <a:cubicBezTo>
                      <a:pt x="1728" y="4050"/>
                      <a:pt x="1742" y="4045"/>
                      <a:pt x="1756" y="4040"/>
                    </a:cubicBezTo>
                    <a:cubicBezTo>
                      <a:pt x="1756" y="4041"/>
                      <a:pt x="1756" y="4043"/>
                      <a:pt x="1756" y="4044"/>
                    </a:cubicBezTo>
                    <a:cubicBezTo>
                      <a:pt x="1756" y="4046"/>
                      <a:pt x="1756" y="4048"/>
                      <a:pt x="1756" y="4049"/>
                    </a:cubicBezTo>
                    <a:cubicBezTo>
                      <a:pt x="1759" y="4058"/>
                      <a:pt x="1763" y="4067"/>
                      <a:pt x="1767" y="4076"/>
                    </a:cubicBezTo>
                    <a:lnTo>
                      <a:pt x="1769" y="4083"/>
                    </a:lnTo>
                    <a:lnTo>
                      <a:pt x="1758" y="4077"/>
                    </a:lnTo>
                    <a:cubicBezTo>
                      <a:pt x="1740" y="4069"/>
                      <a:pt x="1728" y="4059"/>
                      <a:pt x="1713" y="4054"/>
                    </a:cubicBezTo>
                    <a:moveTo>
                      <a:pt x="1901" y="4035"/>
                    </a:moveTo>
                    <a:cubicBezTo>
                      <a:pt x="1898" y="4023"/>
                      <a:pt x="1897" y="4010"/>
                      <a:pt x="1894" y="3998"/>
                    </a:cubicBezTo>
                    <a:lnTo>
                      <a:pt x="1915" y="3991"/>
                    </a:lnTo>
                    <a:cubicBezTo>
                      <a:pt x="1918" y="4018"/>
                      <a:pt x="1923" y="4044"/>
                      <a:pt x="1930" y="4070"/>
                    </a:cubicBezTo>
                    <a:cubicBezTo>
                      <a:pt x="1937" y="4107"/>
                      <a:pt x="1947" y="4144"/>
                      <a:pt x="1960" y="4180"/>
                    </a:cubicBezTo>
                    <a:lnTo>
                      <a:pt x="1941" y="4172"/>
                    </a:lnTo>
                    <a:cubicBezTo>
                      <a:pt x="1941" y="4169"/>
                      <a:pt x="1939" y="4165"/>
                      <a:pt x="1938" y="4161"/>
                    </a:cubicBezTo>
                    <a:lnTo>
                      <a:pt x="1936" y="4157"/>
                    </a:lnTo>
                    <a:lnTo>
                      <a:pt x="1934" y="4154"/>
                    </a:lnTo>
                    <a:cubicBezTo>
                      <a:pt x="1931" y="4153"/>
                      <a:pt x="1931" y="4152"/>
                      <a:pt x="1934" y="4152"/>
                    </a:cubicBezTo>
                    <a:cubicBezTo>
                      <a:pt x="1934" y="4143"/>
                      <a:pt x="1926" y="4135"/>
                      <a:pt x="1921" y="4127"/>
                    </a:cubicBezTo>
                    <a:cubicBezTo>
                      <a:pt x="1918" y="4123"/>
                      <a:pt x="1912" y="4126"/>
                      <a:pt x="1911" y="4130"/>
                    </a:cubicBezTo>
                    <a:cubicBezTo>
                      <a:pt x="1909" y="4139"/>
                      <a:pt x="1914" y="4147"/>
                      <a:pt x="1913" y="4155"/>
                    </a:cubicBezTo>
                    <a:cubicBezTo>
                      <a:pt x="1913" y="4156"/>
                      <a:pt x="1913" y="4156"/>
                      <a:pt x="1913" y="4157"/>
                    </a:cubicBezTo>
                    <a:cubicBezTo>
                      <a:pt x="1913" y="4158"/>
                      <a:pt x="1913" y="4159"/>
                      <a:pt x="1913" y="4160"/>
                    </a:cubicBezTo>
                    <a:cubicBezTo>
                      <a:pt x="1900" y="4154"/>
                      <a:pt x="1888" y="4148"/>
                      <a:pt x="1876" y="4142"/>
                    </a:cubicBezTo>
                    <a:cubicBezTo>
                      <a:pt x="1863" y="4099"/>
                      <a:pt x="1855" y="4055"/>
                      <a:pt x="1839" y="4013"/>
                    </a:cubicBezTo>
                    <a:cubicBezTo>
                      <a:pt x="1848" y="4011"/>
                      <a:pt x="1857" y="4009"/>
                      <a:pt x="1865" y="4007"/>
                    </a:cubicBezTo>
                    <a:cubicBezTo>
                      <a:pt x="1868" y="4017"/>
                      <a:pt x="1872" y="4026"/>
                      <a:pt x="1877" y="4036"/>
                    </a:cubicBezTo>
                    <a:cubicBezTo>
                      <a:pt x="1886" y="4053"/>
                      <a:pt x="1893" y="4072"/>
                      <a:pt x="1897" y="4091"/>
                    </a:cubicBezTo>
                    <a:cubicBezTo>
                      <a:pt x="1897" y="4092"/>
                      <a:pt x="1897" y="4093"/>
                      <a:pt x="1897" y="4093"/>
                    </a:cubicBezTo>
                    <a:cubicBezTo>
                      <a:pt x="1898" y="4094"/>
                      <a:pt x="1899" y="4096"/>
                      <a:pt x="1900" y="4096"/>
                    </a:cubicBezTo>
                    <a:cubicBezTo>
                      <a:pt x="1901" y="4097"/>
                      <a:pt x="1902" y="4097"/>
                      <a:pt x="1903" y="4097"/>
                    </a:cubicBezTo>
                    <a:cubicBezTo>
                      <a:pt x="1905" y="4097"/>
                      <a:pt x="1906" y="4097"/>
                      <a:pt x="1907" y="4096"/>
                    </a:cubicBezTo>
                    <a:cubicBezTo>
                      <a:pt x="1908" y="4096"/>
                      <a:pt x="1908" y="4094"/>
                      <a:pt x="1909" y="4093"/>
                    </a:cubicBezTo>
                    <a:cubicBezTo>
                      <a:pt x="1910" y="4092"/>
                      <a:pt x="1910" y="4092"/>
                      <a:pt x="1910" y="4091"/>
                    </a:cubicBezTo>
                    <a:lnTo>
                      <a:pt x="1910" y="4090"/>
                    </a:lnTo>
                    <a:cubicBezTo>
                      <a:pt x="1910" y="4071"/>
                      <a:pt x="1907" y="4053"/>
                      <a:pt x="1901" y="4035"/>
                    </a:cubicBezTo>
                    <a:moveTo>
                      <a:pt x="2149" y="3944"/>
                    </a:moveTo>
                    <a:cubicBezTo>
                      <a:pt x="2148" y="3939"/>
                      <a:pt x="2147" y="3934"/>
                      <a:pt x="2145" y="3929"/>
                    </a:cubicBezTo>
                    <a:lnTo>
                      <a:pt x="2179" y="3923"/>
                    </a:lnTo>
                    <a:cubicBezTo>
                      <a:pt x="2179" y="3927"/>
                      <a:pt x="2181" y="3931"/>
                      <a:pt x="2183" y="3935"/>
                    </a:cubicBezTo>
                    <a:cubicBezTo>
                      <a:pt x="2183" y="3936"/>
                      <a:pt x="2184" y="3936"/>
                      <a:pt x="2185" y="3937"/>
                    </a:cubicBezTo>
                    <a:cubicBezTo>
                      <a:pt x="2185" y="3938"/>
                      <a:pt x="2185" y="3937"/>
                      <a:pt x="2186" y="3938"/>
                    </a:cubicBezTo>
                    <a:cubicBezTo>
                      <a:pt x="2187" y="3939"/>
                      <a:pt x="2187" y="3939"/>
                      <a:pt x="2188" y="3939"/>
                    </a:cubicBezTo>
                    <a:cubicBezTo>
                      <a:pt x="2189" y="3939"/>
                      <a:pt x="2190" y="3939"/>
                      <a:pt x="2191" y="3938"/>
                    </a:cubicBezTo>
                    <a:lnTo>
                      <a:pt x="2192" y="3937"/>
                    </a:lnTo>
                    <a:cubicBezTo>
                      <a:pt x="2192" y="3937"/>
                      <a:pt x="2192" y="3936"/>
                      <a:pt x="2193" y="3935"/>
                    </a:cubicBezTo>
                    <a:cubicBezTo>
                      <a:pt x="2195" y="3933"/>
                      <a:pt x="2195" y="3930"/>
                      <a:pt x="2195" y="3928"/>
                    </a:cubicBezTo>
                    <a:cubicBezTo>
                      <a:pt x="2195" y="3926"/>
                      <a:pt x="2195" y="3925"/>
                      <a:pt x="2194" y="3923"/>
                    </a:cubicBezTo>
                    <a:cubicBezTo>
                      <a:pt x="2194" y="3922"/>
                      <a:pt x="2194" y="3921"/>
                      <a:pt x="2193" y="3919"/>
                    </a:cubicBezTo>
                    <a:cubicBezTo>
                      <a:pt x="2214" y="3911"/>
                      <a:pt x="2235" y="3905"/>
                      <a:pt x="2257" y="3902"/>
                    </a:cubicBezTo>
                    <a:cubicBezTo>
                      <a:pt x="2258" y="3902"/>
                      <a:pt x="2259" y="3902"/>
                      <a:pt x="2260" y="3902"/>
                    </a:cubicBezTo>
                    <a:cubicBezTo>
                      <a:pt x="2266" y="3902"/>
                      <a:pt x="2271" y="3902"/>
                      <a:pt x="2277" y="3901"/>
                    </a:cubicBezTo>
                    <a:cubicBezTo>
                      <a:pt x="2270" y="3940"/>
                      <a:pt x="2262" y="3978"/>
                      <a:pt x="2251" y="4016"/>
                    </a:cubicBezTo>
                    <a:cubicBezTo>
                      <a:pt x="2234" y="4074"/>
                      <a:pt x="2220" y="4132"/>
                      <a:pt x="2206" y="4191"/>
                    </a:cubicBezTo>
                    <a:cubicBezTo>
                      <a:pt x="2201" y="4171"/>
                      <a:pt x="2193" y="4152"/>
                      <a:pt x="2189" y="4132"/>
                    </a:cubicBezTo>
                    <a:cubicBezTo>
                      <a:pt x="2182" y="4100"/>
                      <a:pt x="2170" y="4070"/>
                      <a:pt x="2162" y="4038"/>
                    </a:cubicBezTo>
                    <a:cubicBezTo>
                      <a:pt x="2162" y="4035"/>
                      <a:pt x="2157" y="4037"/>
                      <a:pt x="2157" y="4040"/>
                    </a:cubicBezTo>
                    <a:cubicBezTo>
                      <a:pt x="2160" y="4066"/>
                      <a:pt x="2161" y="4089"/>
                      <a:pt x="2166" y="4115"/>
                    </a:cubicBezTo>
                    <a:cubicBezTo>
                      <a:pt x="2172" y="4153"/>
                      <a:pt x="2173" y="4199"/>
                      <a:pt x="2190" y="4233"/>
                    </a:cubicBezTo>
                    <a:cubicBezTo>
                      <a:pt x="2190" y="4234"/>
                      <a:pt x="2190" y="4234"/>
                      <a:pt x="2190" y="4234"/>
                    </a:cubicBezTo>
                    <a:cubicBezTo>
                      <a:pt x="2191" y="4236"/>
                      <a:pt x="2193" y="4238"/>
                      <a:pt x="2195" y="4239"/>
                    </a:cubicBezTo>
                    <a:cubicBezTo>
                      <a:pt x="2195" y="4239"/>
                      <a:pt x="2196" y="4239"/>
                      <a:pt x="2196" y="4240"/>
                    </a:cubicBezTo>
                    <a:cubicBezTo>
                      <a:pt x="2193" y="4254"/>
                      <a:pt x="2190" y="4269"/>
                      <a:pt x="2186" y="4284"/>
                    </a:cubicBezTo>
                    <a:lnTo>
                      <a:pt x="2182" y="4281"/>
                    </a:lnTo>
                    <a:cubicBezTo>
                      <a:pt x="2182" y="4281"/>
                      <a:pt x="2182" y="4280"/>
                      <a:pt x="2183" y="4280"/>
                    </a:cubicBezTo>
                    <a:cubicBezTo>
                      <a:pt x="2184" y="4278"/>
                      <a:pt x="2184" y="4276"/>
                      <a:pt x="2184" y="4273"/>
                    </a:cubicBezTo>
                    <a:lnTo>
                      <a:pt x="2184" y="4272"/>
                    </a:lnTo>
                    <a:cubicBezTo>
                      <a:pt x="2184" y="4270"/>
                      <a:pt x="2183" y="4268"/>
                      <a:pt x="2182" y="4266"/>
                    </a:cubicBezTo>
                    <a:cubicBezTo>
                      <a:pt x="2181" y="4264"/>
                      <a:pt x="2179" y="4263"/>
                      <a:pt x="2177" y="4261"/>
                    </a:cubicBezTo>
                    <a:cubicBezTo>
                      <a:pt x="2176" y="4260"/>
                      <a:pt x="2176" y="4260"/>
                      <a:pt x="2176" y="4260"/>
                    </a:cubicBezTo>
                    <a:cubicBezTo>
                      <a:pt x="2170" y="4259"/>
                      <a:pt x="2171" y="4258"/>
                      <a:pt x="2179" y="4256"/>
                    </a:cubicBezTo>
                    <a:cubicBezTo>
                      <a:pt x="2178" y="4250"/>
                      <a:pt x="2171" y="4238"/>
                      <a:pt x="2170" y="4233"/>
                    </a:cubicBezTo>
                    <a:cubicBezTo>
                      <a:pt x="2164" y="4212"/>
                      <a:pt x="2153" y="4192"/>
                      <a:pt x="2147" y="4170"/>
                    </a:cubicBezTo>
                    <a:cubicBezTo>
                      <a:pt x="2141" y="4145"/>
                      <a:pt x="2138" y="4109"/>
                      <a:pt x="2121" y="4088"/>
                    </a:cubicBezTo>
                    <a:cubicBezTo>
                      <a:pt x="2121" y="4088"/>
                      <a:pt x="2121" y="4089"/>
                      <a:pt x="2120" y="4088"/>
                    </a:cubicBezTo>
                    <a:cubicBezTo>
                      <a:pt x="2119" y="4087"/>
                      <a:pt x="2120" y="4087"/>
                      <a:pt x="2119" y="4087"/>
                    </a:cubicBezTo>
                    <a:lnTo>
                      <a:pt x="2118" y="4088"/>
                    </a:lnTo>
                    <a:cubicBezTo>
                      <a:pt x="2117" y="4089"/>
                      <a:pt x="2117" y="4088"/>
                      <a:pt x="2117" y="4088"/>
                    </a:cubicBezTo>
                    <a:cubicBezTo>
                      <a:pt x="2117" y="4089"/>
                      <a:pt x="2117" y="4089"/>
                      <a:pt x="2117" y="4090"/>
                    </a:cubicBezTo>
                    <a:lnTo>
                      <a:pt x="2117" y="4091"/>
                    </a:lnTo>
                    <a:cubicBezTo>
                      <a:pt x="2121" y="4101"/>
                      <a:pt x="2123" y="4112"/>
                      <a:pt x="2123" y="4123"/>
                    </a:cubicBezTo>
                    <a:cubicBezTo>
                      <a:pt x="2123" y="4124"/>
                      <a:pt x="2123" y="4125"/>
                      <a:pt x="2123" y="4126"/>
                    </a:cubicBezTo>
                    <a:cubicBezTo>
                      <a:pt x="2124" y="4142"/>
                      <a:pt x="2126" y="4159"/>
                      <a:pt x="2130" y="4175"/>
                    </a:cubicBezTo>
                    <a:cubicBezTo>
                      <a:pt x="2136" y="4205"/>
                      <a:pt x="2149" y="4236"/>
                      <a:pt x="2154" y="4266"/>
                    </a:cubicBezTo>
                    <a:lnTo>
                      <a:pt x="2138" y="4259"/>
                    </a:lnTo>
                    <a:cubicBezTo>
                      <a:pt x="2139" y="4258"/>
                      <a:pt x="2139" y="4256"/>
                      <a:pt x="2139" y="4254"/>
                    </a:cubicBezTo>
                    <a:cubicBezTo>
                      <a:pt x="2139" y="4252"/>
                      <a:pt x="2139" y="4251"/>
                      <a:pt x="2138" y="4249"/>
                    </a:cubicBezTo>
                    <a:cubicBezTo>
                      <a:pt x="2132" y="4233"/>
                      <a:pt x="2127" y="4217"/>
                      <a:pt x="2125" y="4200"/>
                    </a:cubicBezTo>
                    <a:cubicBezTo>
                      <a:pt x="2122" y="4184"/>
                      <a:pt x="2117" y="4169"/>
                      <a:pt x="2111" y="4154"/>
                    </a:cubicBezTo>
                    <a:cubicBezTo>
                      <a:pt x="2106" y="4138"/>
                      <a:pt x="2104" y="4123"/>
                      <a:pt x="2099" y="4106"/>
                    </a:cubicBezTo>
                    <a:cubicBezTo>
                      <a:pt x="2094" y="4090"/>
                      <a:pt x="2082" y="4072"/>
                      <a:pt x="2079" y="4055"/>
                    </a:cubicBezTo>
                    <a:cubicBezTo>
                      <a:pt x="2079" y="4054"/>
                      <a:pt x="2079" y="4054"/>
                      <a:pt x="2079" y="4054"/>
                    </a:cubicBezTo>
                    <a:cubicBezTo>
                      <a:pt x="2078" y="4053"/>
                      <a:pt x="2078" y="4052"/>
                      <a:pt x="2077" y="4052"/>
                    </a:cubicBezTo>
                    <a:cubicBezTo>
                      <a:pt x="2076" y="4052"/>
                      <a:pt x="2076" y="4051"/>
                      <a:pt x="2075" y="4051"/>
                    </a:cubicBezTo>
                    <a:cubicBezTo>
                      <a:pt x="2074" y="4051"/>
                      <a:pt x="2073" y="4052"/>
                      <a:pt x="2073" y="4052"/>
                    </a:cubicBezTo>
                    <a:cubicBezTo>
                      <a:pt x="2072" y="4052"/>
                      <a:pt x="2072" y="4053"/>
                      <a:pt x="2071" y="4054"/>
                    </a:cubicBezTo>
                    <a:cubicBezTo>
                      <a:pt x="2071" y="4054"/>
                      <a:pt x="2071" y="4055"/>
                      <a:pt x="2071" y="4056"/>
                    </a:cubicBezTo>
                    <a:cubicBezTo>
                      <a:pt x="2076" y="4093"/>
                      <a:pt x="2083" y="4131"/>
                      <a:pt x="2092" y="4167"/>
                    </a:cubicBezTo>
                    <a:cubicBezTo>
                      <a:pt x="2095" y="4182"/>
                      <a:pt x="2100" y="4201"/>
                      <a:pt x="2104" y="4216"/>
                    </a:cubicBezTo>
                    <a:cubicBezTo>
                      <a:pt x="2108" y="4226"/>
                      <a:pt x="2109" y="4237"/>
                      <a:pt x="2112" y="4248"/>
                    </a:cubicBezTo>
                    <a:lnTo>
                      <a:pt x="2093" y="4238"/>
                    </a:lnTo>
                    <a:cubicBezTo>
                      <a:pt x="2092" y="4234"/>
                      <a:pt x="2090" y="4230"/>
                      <a:pt x="2089" y="4227"/>
                    </a:cubicBezTo>
                    <a:cubicBezTo>
                      <a:pt x="2089" y="4226"/>
                      <a:pt x="2088" y="4226"/>
                      <a:pt x="2088" y="4226"/>
                    </a:cubicBezTo>
                    <a:cubicBezTo>
                      <a:pt x="2087" y="4224"/>
                      <a:pt x="2086" y="4222"/>
                      <a:pt x="2085" y="4221"/>
                    </a:cubicBezTo>
                    <a:cubicBezTo>
                      <a:pt x="2082" y="4218"/>
                      <a:pt x="2085" y="4216"/>
                      <a:pt x="2083" y="4212"/>
                    </a:cubicBezTo>
                    <a:cubicBezTo>
                      <a:pt x="2073" y="4189"/>
                      <a:pt x="2065" y="4166"/>
                      <a:pt x="2058" y="4143"/>
                    </a:cubicBezTo>
                    <a:cubicBezTo>
                      <a:pt x="2058" y="4139"/>
                      <a:pt x="2052" y="4140"/>
                      <a:pt x="2052" y="4143"/>
                    </a:cubicBezTo>
                    <a:lnTo>
                      <a:pt x="2052" y="4144"/>
                    </a:lnTo>
                    <a:cubicBezTo>
                      <a:pt x="2052" y="4161"/>
                      <a:pt x="2053" y="4178"/>
                      <a:pt x="2056" y="4194"/>
                    </a:cubicBezTo>
                    <a:cubicBezTo>
                      <a:pt x="2057" y="4202"/>
                      <a:pt x="2058" y="4210"/>
                      <a:pt x="2060" y="4218"/>
                    </a:cubicBezTo>
                    <a:cubicBezTo>
                      <a:pt x="2058" y="4217"/>
                      <a:pt x="2056" y="4216"/>
                      <a:pt x="2054" y="4215"/>
                    </a:cubicBezTo>
                    <a:cubicBezTo>
                      <a:pt x="2050" y="4213"/>
                      <a:pt x="2046" y="4211"/>
                      <a:pt x="2042" y="4209"/>
                    </a:cubicBezTo>
                    <a:cubicBezTo>
                      <a:pt x="2042" y="4181"/>
                      <a:pt x="2029" y="4157"/>
                      <a:pt x="2024" y="4130"/>
                    </a:cubicBezTo>
                    <a:cubicBezTo>
                      <a:pt x="2020" y="4108"/>
                      <a:pt x="2005" y="4091"/>
                      <a:pt x="2001" y="4069"/>
                    </a:cubicBezTo>
                    <a:cubicBezTo>
                      <a:pt x="2001" y="4068"/>
                      <a:pt x="2001" y="4068"/>
                      <a:pt x="2000" y="4067"/>
                    </a:cubicBezTo>
                    <a:cubicBezTo>
                      <a:pt x="1999" y="4066"/>
                      <a:pt x="2000" y="4066"/>
                      <a:pt x="1999" y="4065"/>
                    </a:cubicBezTo>
                    <a:cubicBezTo>
                      <a:pt x="1998" y="4065"/>
                      <a:pt x="1998" y="4065"/>
                      <a:pt x="1997" y="4065"/>
                    </a:cubicBezTo>
                    <a:cubicBezTo>
                      <a:pt x="1996" y="4065"/>
                      <a:pt x="1996" y="4064"/>
                      <a:pt x="1995" y="4065"/>
                    </a:cubicBezTo>
                    <a:cubicBezTo>
                      <a:pt x="1994" y="4066"/>
                      <a:pt x="1994" y="4066"/>
                      <a:pt x="1994" y="4067"/>
                    </a:cubicBezTo>
                    <a:cubicBezTo>
                      <a:pt x="1994" y="4067"/>
                      <a:pt x="1993" y="4068"/>
                      <a:pt x="1993" y="4069"/>
                    </a:cubicBezTo>
                    <a:cubicBezTo>
                      <a:pt x="1992" y="4112"/>
                      <a:pt x="2007" y="4155"/>
                      <a:pt x="2012" y="4197"/>
                    </a:cubicBezTo>
                    <a:cubicBezTo>
                      <a:pt x="2001" y="4194"/>
                      <a:pt x="1990" y="4190"/>
                      <a:pt x="1980" y="4186"/>
                    </a:cubicBezTo>
                    <a:lnTo>
                      <a:pt x="1981" y="4186"/>
                    </a:lnTo>
                    <a:cubicBezTo>
                      <a:pt x="1982" y="4185"/>
                      <a:pt x="1983" y="4184"/>
                      <a:pt x="1984" y="4182"/>
                    </a:cubicBezTo>
                    <a:cubicBezTo>
                      <a:pt x="1985" y="4181"/>
                      <a:pt x="1985" y="4179"/>
                      <a:pt x="1985" y="4178"/>
                    </a:cubicBezTo>
                    <a:cubicBezTo>
                      <a:pt x="1985" y="4176"/>
                      <a:pt x="1985" y="4175"/>
                      <a:pt x="1984" y="4174"/>
                    </a:cubicBezTo>
                    <a:cubicBezTo>
                      <a:pt x="1959" y="4114"/>
                      <a:pt x="1949" y="4048"/>
                      <a:pt x="1930" y="3986"/>
                    </a:cubicBezTo>
                    <a:cubicBezTo>
                      <a:pt x="1953" y="3979"/>
                      <a:pt x="1976" y="3971"/>
                      <a:pt x="2000" y="3964"/>
                    </a:cubicBezTo>
                    <a:cubicBezTo>
                      <a:pt x="2039" y="3952"/>
                      <a:pt x="2081" y="3942"/>
                      <a:pt x="2123" y="3933"/>
                    </a:cubicBezTo>
                    <a:cubicBezTo>
                      <a:pt x="2123" y="3939"/>
                      <a:pt x="2125" y="3945"/>
                      <a:pt x="2126" y="3950"/>
                    </a:cubicBezTo>
                    <a:cubicBezTo>
                      <a:pt x="2127" y="3958"/>
                      <a:pt x="2129" y="3965"/>
                      <a:pt x="2133" y="3972"/>
                    </a:cubicBezTo>
                    <a:cubicBezTo>
                      <a:pt x="2135" y="3974"/>
                      <a:pt x="2136" y="3976"/>
                      <a:pt x="2137" y="3978"/>
                    </a:cubicBezTo>
                    <a:cubicBezTo>
                      <a:pt x="2138" y="3979"/>
                      <a:pt x="2138" y="3980"/>
                      <a:pt x="2139" y="3980"/>
                    </a:cubicBezTo>
                    <a:cubicBezTo>
                      <a:pt x="2141" y="3981"/>
                      <a:pt x="2142" y="3981"/>
                      <a:pt x="2143" y="3981"/>
                    </a:cubicBezTo>
                    <a:cubicBezTo>
                      <a:pt x="2144" y="3981"/>
                      <a:pt x="2145" y="3981"/>
                      <a:pt x="2147" y="3980"/>
                    </a:cubicBezTo>
                    <a:cubicBezTo>
                      <a:pt x="2148" y="3980"/>
                      <a:pt x="2148" y="3979"/>
                      <a:pt x="2148" y="3978"/>
                    </a:cubicBezTo>
                    <a:cubicBezTo>
                      <a:pt x="2151" y="3973"/>
                      <a:pt x="2153" y="3967"/>
                      <a:pt x="2153" y="3961"/>
                    </a:cubicBezTo>
                    <a:cubicBezTo>
                      <a:pt x="2153" y="3955"/>
                      <a:pt x="2151" y="3949"/>
                      <a:pt x="2149" y="3944"/>
                    </a:cubicBezTo>
                    <a:moveTo>
                      <a:pt x="1851" y="4128"/>
                    </a:moveTo>
                    <a:lnTo>
                      <a:pt x="1835" y="4119"/>
                    </a:lnTo>
                    <a:cubicBezTo>
                      <a:pt x="1832" y="4100"/>
                      <a:pt x="1825" y="4081"/>
                      <a:pt x="1817" y="4064"/>
                    </a:cubicBezTo>
                    <a:cubicBezTo>
                      <a:pt x="1812" y="4050"/>
                      <a:pt x="1809" y="4036"/>
                      <a:pt x="1804" y="4023"/>
                    </a:cubicBezTo>
                    <a:cubicBezTo>
                      <a:pt x="1810" y="4021"/>
                      <a:pt x="1815" y="4019"/>
                      <a:pt x="1821" y="4018"/>
                    </a:cubicBezTo>
                    <a:lnTo>
                      <a:pt x="1829" y="4016"/>
                    </a:lnTo>
                    <a:cubicBezTo>
                      <a:pt x="1838" y="4052"/>
                      <a:pt x="1841" y="4091"/>
                      <a:pt x="1851" y="4128"/>
                    </a:cubicBezTo>
                    <a:moveTo>
                      <a:pt x="1820" y="4110"/>
                    </a:moveTo>
                    <a:lnTo>
                      <a:pt x="1802" y="4099"/>
                    </a:lnTo>
                    <a:cubicBezTo>
                      <a:pt x="1797" y="4090"/>
                      <a:pt x="1793" y="4080"/>
                      <a:pt x="1789" y="4070"/>
                    </a:cubicBezTo>
                    <a:cubicBezTo>
                      <a:pt x="1788" y="4064"/>
                      <a:pt x="1786" y="4059"/>
                      <a:pt x="1783" y="4054"/>
                    </a:cubicBezTo>
                    <a:cubicBezTo>
                      <a:pt x="1780" y="4047"/>
                      <a:pt x="1778" y="4039"/>
                      <a:pt x="1778" y="4032"/>
                    </a:cubicBezTo>
                    <a:lnTo>
                      <a:pt x="1793" y="4026"/>
                    </a:lnTo>
                    <a:cubicBezTo>
                      <a:pt x="1796" y="4037"/>
                      <a:pt x="1799" y="4048"/>
                      <a:pt x="1802" y="4059"/>
                    </a:cubicBezTo>
                    <a:cubicBezTo>
                      <a:pt x="1809" y="4076"/>
                      <a:pt x="1815" y="4093"/>
                      <a:pt x="1820" y="4110"/>
                    </a:cubicBezTo>
                    <a:moveTo>
                      <a:pt x="1885" y="4279"/>
                    </a:moveTo>
                    <a:cubicBezTo>
                      <a:pt x="1916" y="4261"/>
                      <a:pt x="1962" y="4251"/>
                      <a:pt x="1985" y="4222"/>
                    </a:cubicBezTo>
                    <a:lnTo>
                      <a:pt x="2005" y="4231"/>
                    </a:lnTo>
                    <a:cubicBezTo>
                      <a:pt x="2030" y="4242"/>
                      <a:pt x="2055" y="4254"/>
                      <a:pt x="2080" y="4266"/>
                    </a:cubicBezTo>
                    <a:cubicBezTo>
                      <a:pt x="2095" y="4273"/>
                      <a:pt x="2110" y="4281"/>
                      <a:pt x="2125" y="4288"/>
                    </a:cubicBezTo>
                    <a:cubicBezTo>
                      <a:pt x="2140" y="4296"/>
                      <a:pt x="2167" y="4301"/>
                      <a:pt x="2176" y="4314"/>
                    </a:cubicBezTo>
                    <a:cubicBezTo>
                      <a:pt x="2177" y="4316"/>
                      <a:pt x="2178" y="4317"/>
                      <a:pt x="2180" y="4319"/>
                    </a:cubicBezTo>
                    <a:cubicBezTo>
                      <a:pt x="2175" y="4343"/>
                      <a:pt x="2171" y="4368"/>
                      <a:pt x="2166" y="4393"/>
                    </a:cubicBezTo>
                    <a:lnTo>
                      <a:pt x="2165" y="4394"/>
                    </a:lnTo>
                    <a:cubicBezTo>
                      <a:pt x="2164" y="4396"/>
                      <a:pt x="2164" y="4398"/>
                      <a:pt x="2164" y="4400"/>
                    </a:cubicBezTo>
                    <a:cubicBezTo>
                      <a:pt x="2164" y="4401"/>
                      <a:pt x="2164" y="4402"/>
                      <a:pt x="2164" y="4403"/>
                    </a:cubicBezTo>
                    <a:cubicBezTo>
                      <a:pt x="2135" y="4371"/>
                      <a:pt x="2059" y="4358"/>
                      <a:pt x="2029" y="4350"/>
                    </a:cubicBezTo>
                    <a:cubicBezTo>
                      <a:pt x="1981" y="4338"/>
                      <a:pt x="1930" y="4311"/>
                      <a:pt x="1884" y="4291"/>
                    </a:cubicBezTo>
                    <a:lnTo>
                      <a:pt x="1871" y="4286"/>
                    </a:lnTo>
                    <a:cubicBezTo>
                      <a:pt x="1875" y="4284"/>
                      <a:pt x="1880" y="4282"/>
                      <a:pt x="1885" y="4279"/>
                    </a:cubicBezTo>
                    <a:moveTo>
                      <a:pt x="2258" y="3772"/>
                    </a:moveTo>
                    <a:cubicBezTo>
                      <a:pt x="2260" y="3772"/>
                      <a:pt x="2262" y="3772"/>
                      <a:pt x="2263" y="3772"/>
                    </a:cubicBezTo>
                    <a:cubicBezTo>
                      <a:pt x="2265" y="3772"/>
                      <a:pt x="2265" y="3772"/>
                      <a:pt x="2267" y="3772"/>
                    </a:cubicBezTo>
                    <a:cubicBezTo>
                      <a:pt x="2276" y="3771"/>
                      <a:pt x="2286" y="3770"/>
                      <a:pt x="2295" y="3768"/>
                    </a:cubicBezTo>
                    <a:cubicBezTo>
                      <a:pt x="2292" y="3799"/>
                      <a:pt x="2288" y="3829"/>
                      <a:pt x="2283" y="3860"/>
                    </a:cubicBezTo>
                    <a:cubicBezTo>
                      <a:pt x="2281" y="3855"/>
                      <a:pt x="2278" y="3850"/>
                      <a:pt x="2275" y="3845"/>
                    </a:cubicBezTo>
                    <a:cubicBezTo>
                      <a:pt x="2270" y="3836"/>
                      <a:pt x="2264" y="3827"/>
                      <a:pt x="2257" y="3818"/>
                    </a:cubicBezTo>
                    <a:cubicBezTo>
                      <a:pt x="2245" y="3802"/>
                      <a:pt x="2230" y="3789"/>
                      <a:pt x="2212" y="3779"/>
                    </a:cubicBezTo>
                    <a:cubicBezTo>
                      <a:pt x="2228" y="3779"/>
                      <a:pt x="2244" y="3777"/>
                      <a:pt x="2259" y="3772"/>
                    </a:cubicBezTo>
                    <a:lnTo>
                      <a:pt x="2258" y="3772"/>
                    </a:lnTo>
                    <a:moveTo>
                      <a:pt x="1403" y="4047"/>
                    </a:moveTo>
                    <a:cubicBezTo>
                      <a:pt x="1410" y="4042"/>
                      <a:pt x="1417" y="4038"/>
                      <a:pt x="1425" y="4033"/>
                    </a:cubicBezTo>
                    <a:cubicBezTo>
                      <a:pt x="1439" y="4026"/>
                      <a:pt x="1453" y="4019"/>
                      <a:pt x="1468" y="4013"/>
                    </a:cubicBezTo>
                    <a:cubicBezTo>
                      <a:pt x="1504" y="3999"/>
                      <a:pt x="1540" y="3984"/>
                      <a:pt x="1576" y="3971"/>
                    </a:cubicBezTo>
                    <a:cubicBezTo>
                      <a:pt x="1659" y="3939"/>
                      <a:pt x="1735" y="3892"/>
                      <a:pt x="1823" y="3877"/>
                    </a:cubicBezTo>
                    <a:cubicBezTo>
                      <a:pt x="1905" y="3862"/>
                      <a:pt x="1984" y="3829"/>
                      <a:pt x="2065" y="3811"/>
                    </a:cubicBezTo>
                    <a:cubicBezTo>
                      <a:pt x="2103" y="3803"/>
                      <a:pt x="2140" y="3794"/>
                      <a:pt x="2178" y="3785"/>
                    </a:cubicBezTo>
                    <a:cubicBezTo>
                      <a:pt x="2186" y="3795"/>
                      <a:pt x="2196" y="3805"/>
                      <a:pt x="2207" y="3812"/>
                    </a:cubicBezTo>
                    <a:cubicBezTo>
                      <a:pt x="2219" y="3822"/>
                      <a:pt x="2230" y="3834"/>
                      <a:pt x="2238" y="3847"/>
                    </a:cubicBezTo>
                    <a:cubicBezTo>
                      <a:pt x="2243" y="3855"/>
                      <a:pt x="2248" y="3865"/>
                      <a:pt x="2254" y="3873"/>
                    </a:cubicBezTo>
                    <a:cubicBezTo>
                      <a:pt x="2238" y="3876"/>
                      <a:pt x="2219" y="3877"/>
                      <a:pt x="2211" y="3878"/>
                    </a:cubicBezTo>
                    <a:cubicBezTo>
                      <a:pt x="2189" y="3882"/>
                      <a:pt x="2167" y="3893"/>
                      <a:pt x="2144" y="3898"/>
                    </a:cubicBezTo>
                    <a:cubicBezTo>
                      <a:pt x="2079" y="3911"/>
                      <a:pt x="2015" y="3929"/>
                      <a:pt x="1952" y="3950"/>
                    </a:cubicBezTo>
                    <a:cubicBezTo>
                      <a:pt x="1929" y="3958"/>
                      <a:pt x="1906" y="3965"/>
                      <a:pt x="1883" y="3972"/>
                    </a:cubicBezTo>
                    <a:cubicBezTo>
                      <a:pt x="1882" y="3971"/>
                      <a:pt x="1882" y="3971"/>
                      <a:pt x="1881" y="3970"/>
                    </a:cubicBezTo>
                    <a:cubicBezTo>
                      <a:pt x="1879" y="3968"/>
                      <a:pt x="1878" y="3969"/>
                      <a:pt x="1876" y="3969"/>
                    </a:cubicBezTo>
                    <a:cubicBezTo>
                      <a:pt x="1875" y="3969"/>
                      <a:pt x="1872" y="3969"/>
                      <a:pt x="1870" y="3970"/>
                    </a:cubicBezTo>
                    <a:cubicBezTo>
                      <a:pt x="1869" y="3971"/>
                      <a:pt x="1867" y="3973"/>
                      <a:pt x="1866" y="3974"/>
                    </a:cubicBezTo>
                    <a:cubicBezTo>
                      <a:pt x="1866" y="3975"/>
                      <a:pt x="1866" y="3975"/>
                      <a:pt x="1866" y="3975"/>
                    </a:cubicBezTo>
                    <a:lnTo>
                      <a:pt x="1866" y="3977"/>
                    </a:lnTo>
                    <a:cubicBezTo>
                      <a:pt x="1838" y="3986"/>
                      <a:pt x="1809" y="3994"/>
                      <a:pt x="1781" y="4002"/>
                    </a:cubicBezTo>
                    <a:cubicBezTo>
                      <a:pt x="1753" y="4010"/>
                      <a:pt x="1699" y="4023"/>
                      <a:pt x="1681" y="4051"/>
                    </a:cubicBezTo>
                    <a:lnTo>
                      <a:pt x="1680" y="4051"/>
                    </a:lnTo>
                    <a:cubicBezTo>
                      <a:pt x="1642" y="4052"/>
                      <a:pt x="1605" y="4057"/>
                      <a:pt x="1568" y="4065"/>
                    </a:cubicBezTo>
                    <a:cubicBezTo>
                      <a:pt x="1524" y="4077"/>
                      <a:pt x="1476" y="4065"/>
                      <a:pt x="1430" y="4072"/>
                    </a:cubicBezTo>
                    <a:lnTo>
                      <a:pt x="1420" y="4071"/>
                    </a:lnTo>
                    <a:cubicBezTo>
                      <a:pt x="1419" y="4071"/>
                      <a:pt x="1418" y="4071"/>
                      <a:pt x="1416" y="4071"/>
                    </a:cubicBezTo>
                    <a:cubicBezTo>
                      <a:pt x="1408" y="4071"/>
                      <a:pt x="1400" y="4073"/>
                      <a:pt x="1393" y="4077"/>
                    </a:cubicBezTo>
                    <a:cubicBezTo>
                      <a:pt x="1390" y="4079"/>
                      <a:pt x="1388" y="4080"/>
                      <a:pt x="1385" y="4082"/>
                    </a:cubicBezTo>
                    <a:cubicBezTo>
                      <a:pt x="1393" y="4071"/>
                      <a:pt x="1384" y="4061"/>
                      <a:pt x="1403" y="4047"/>
                    </a:cubicBezTo>
                    <a:moveTo>
                      <a:pt x="1336" y="4185"/>
                    </a:moveTo>
                    <a:cubicBezTo>
                      <a:pt x="1337" y="4168"/>
                      <a:pt x="1342" y="4152"/>
                      <a:pt x="1350" y="4138"/>
                    </a:cubicBezTo>
                    <a:cubicBezTo>
                      <a:pt x="1352" y="4134"/>
                      <a:pt x="1355" y="4130"/>
                      <a:pt x="1358" y="4126"/>
                    </a:cubicBezTo>
                    <a:cubicBezTo>
                      <a:pt x="1365" y="4125"/>
                      <a:pt x="1372" y="4124"/>
                      <a:pt x="1378" y="4120"/>
                    </a:cubicBezTo>
                    <a:cubicBezTo>
                      <a:pt x="1380" y="4119"/>
                      <a:pt x="1382" y="4117"/>
                      <a:pt x="1384" y="4115"/>
                    </a:cubicBezTo>
                    <a:cubicBezTo>
                      <a:pt x="1419" y="4082"/>
                      <a:pt x="1453" y="4108"/>
                      <a:pt x="1490" y="4126"/>
                    </a:cubicBezTo>
                    <a:cubicBezTo>
                      <a:pt x="1510" y="4134"/>
                      <a:pt x="1530" y="4144"/>
                      <a:pt x="1549" y="4155"/>
                    </a:cubicBezTo>
                    <a:cubicBezTo>
                      <a:pt x="1568" y="4166"/>
                      <a:pt x="1587" y="4178"/>
                      <a:pt x="1604" y="4192"/>
                    </a:cubicBezTo>
                    <a:cubicBezTo>
                      <a:pt x="1605" y="4192"/>
                      <a:pt x="1605" y="4193"/>
                      <a:pt x="1606" y="4193"/>
                    </a:cubicBezTo>
                    <a:cubicBezTo>
                      <a:pt x="1617" y="4199"/>
                      <a:pt x="1629" y="4203"/>
                      <a:pt x="1641" y="4205"/>
                    </a:cubicBezTo>
                    <a:cubicBezTo>
                      <a:pt x="1652" y="4209"/>
                      <a:pt x="1664" y="4213"/>
                      <a:pt x="1674" y="4220"/>
                    </a:cubicBezTo>
                    <a:cubicBezTo>
                      <a:pt x="1678" y="4222"/>
                      <a:pt x="1681" y="4225"/>
                      <a:pt x="1685" y="4228"/>
                    </a:cubicBezTo>
                    <a:cubicBezTo>
                      <a:pt x="1732" y="4251"/>
                      <a:pt x="1778" y="4276"/>
                      <a:pt x="1826" y="4298"/>
                    </a:cubicBezTo>
                    <a:cubicBezTo>
                      <a:pt x="1826" y="4307"/>
                      <a:pt x="1827" y="4316"/>
                      <a:pt x="1830" y="4324"/>
                    </a:cubicBezTo>
                    <a:cubicBezTo>
                      <a:pt x="1834" y="4355"/>
                      <a:pt x="1841" y="4385"/>
                      <a:pt x="1852" y="4414"/>
                    </a:cubicBezTo>
                    <a:cubicBezTo>
                      <a:pt x="1853" y="4416"/>
                      <a:pt x="1854" y="4417"/>
                      <a:pt x="1855" y="4417"/>
                    </a:cubicBezTo>
                    <a:cubicBezTo>
                      <a:pt x="1856" y="4418"/>
                      <a:pt x="1858" y="4418"/>
                      <a:pt x="1859" y="4418"/>
                    </a:cubicBezTo>
                    <a:cubicBezTo>
                      <a:pt x="1861" y="4418"/>
                      <a:pt x="1863" y="4418"/>
                      <a:pt x="1864" y="4417"/>
                    </a:cubicBezTo>
                    <a:cubicBezTo>
                      <a:pt x="1866" y="4416"/>
                      <a:pt x="1866" y="4415"/>
                      <a:pt x="1867" y="4414"/>
                    </a:cubicBezTo>
                    <a:cubicBezTo>
                      <a:pt x="1867" y="4413"/>
                      <a:pt x="1868" y="4413"/>
                      <a:pt x="1868" y="4412"/>
                    </a:cubicBezTo>
                    <a:cubicBezTo>
                      <a:pt x="1874" y="4386"/>
                      <a:pt x="1860" y="4358"/>
                      <a:pt x="1858" y="4332"/>
                    </a:cubicBezTo>
                    <a:cubicBezTo>
                      <a:pt x="1858" y="4329"/>
                      <a:pt x="1854" y="4319"/>
                      <a:pt x="1853" y="4311"/>
                    </a:cubicBezTo>
                    <a:cubicBezTo>
                      <a:pt x="1877" y="4322"/>
                      <a:pt x="1902" y="4332"/>
                      <a:pt x="1928" y="4341"/>
                    </a:cubicBezTo>
                    <a:cubicBezTo>
                      <a:pt x="1969" y="4356"/>
                      <a:pt x="2005" y="4376"/>
                      <a:pt x="2048" y="4387"/>
                    </a:cubicBezTo>
                    <a:cubicBezTo>
                      <a:pt x="2060" y="4391"/>
                      <a:pt x="2146" y="4414"/>
                      <a:pt x="2146" y="4430"/>
                    </a:cubicBezTo>
                    <a:cubicBezTo>
                      <a:pt x="2146" y="4433"/>
                      <a:pt x="2147" y="4435"/>
                      <a:pt x="2148" y="4437"/>
                    </a:cubicBezTo>
                    <a:cubicBezTo>
                      <a:pt x="2149" y="4440"/>
                      <a:pt x="2151" y="4442"/>
                      <a:pt x="2154" y="4443"/>
                    </a:cubicBezTo>
                    <a:cubicBezTo>
                      <a:pt x="2155" y="4443"/>
                      <a:pt x="2156" y="4444"/>
                      <a:pt x="2157" y="4444"/>
                    </a:cubicBezTo>
                    <a:cubicBezTo>
                      <a:pt x="2145" y="4510"/>
                      <a:pt x="2133" y="4575"/>
                      <a:pt x="2121" y="4641"/>
                    </a:cubicBezTo>
                    <a:cubicBezTo>
                      <a:pt x="2120" y="4641"/>
                      <a:pt x="2119" y="4642"/>
                      <a:pt x="2119" y="4643"/>
                    </a:cubicBezTo>
                    <a:cubicBezTo>
                      <a:pt x="2118" y="4644"/>
                      <a:pt x="2118" y="4646"/>
                      <a:pt x="2118" y="4647"/>
                    </a:cubicBezTo>
                    <a:cubicBezTo>
                      <a:pt x="2118" y="4649"/>
                      <a:pt x="2118" y="4650"/>
                      <a:pt x="2119" y="4651"/>
                    </a:cubicBezTo>
                    <a:cubicBezTo>
                      <a:pt x="2116" y="4667"/>
                      <a:pt x="2112" y="4684"/>
                      <a:pt x="2109" y="4700"/>
                    </a:cubicBezTo>
                    <a:cubicBezTo>
                      <a:pt x="2108" y="4701"/>
                      <a:pt x="2107" y="4702"/>
                      <a:pt x="2107" y="4703"/>
                    </a:cubicBezTo>
                    <a:lnTo>
                      <a:pt x="2106" y="4703"/>
                    </a:lnTo>
                    <a:cubicBezTo>
                      <a:pt x="2106" y="4705"/>
                      <a:pt x="2105" y="4706"/>
                      <a:pt x="2105" y="4708"/>
                    </a:cubicBezTo>
                    <a:cubicBezTo>
                      <a:pt x="2105" y="4710"/>
                      <a:pt x="2106" y="4712"/>
                      <a:pt x="2106" y="4713"/>
                    </a:cubicBezTo>
                    <a:cubicBezTo>
                      <a:pt x="2107" y="4713"/>
                      <a:pt x="2107" y="4714"/>
                      <a:pt x="2107" y="4714"/>
                    </a:cubicBezTo>
                    <a:cubicBezTo>
                      <a:pt x="2097" y="4764"/>
                      <a:pt x="2087" y="4814"/>
                      <a:pt x="2075" y="4864"/>
                    </a:cubicBezTo>
                    <a:cubicBezTo>
                      <a:pt x="2067" y="4897"/>
                      <a:pt x="2060" y="4929"/>
                      <a:pt x="2053" y="4961"/>
                    </a:cubicBezTo>
                    <a:lnTo>
                      <a:pt x="2040" y="4950"/>
                    </a:lnTo>
                    <a:cubicBezTo>
                      <a:pt x="2038" y="4944"/>
                      <a:pt x="2037" y="4938"/>
                      <a:pt x="2037" y="4932"/>
                    </a:cubicBezTo>
                    <a:cubicBezTo>
                      <a:pt x="2037" y="4927"/>
                      <a:pt x="2038" y="4923"/>
                      <a:pt x="2039" y="4918"/>
                    </a:cubicBezTo>
                    <a:cubicBezTo>
                      <a:pt x="2039" y="4905"/>
                      <a:pt x="2034" y="4892"/>
                      <a:pt x="2034" y="4879"/>
                    </a:cubicBezTo>
                    <a:cubicBezTo>
                      <a:pt x="2034" y="4843"/>
                      <a:pt x="2029" y="4809"/>
                      <a:pt x="2027" y="4773"/>
                    </a:cubicBezTo>
                    <a:cubicBezTo>
                      <a:pt x="2027" y="4772"/>
                      <a:pt x="2027" y="4771"/>
                      <a:pt x="2027" y="4771"/>
                    </a:cubicBezTo>
                    <a:cubicBezTo>
                      <a:pt x="2026" y="4770"/>
                      <a:pt x="2025" y="4769"/>
                      <a:pt x="2025" y="4769"/>
                    </a:cubicBezTo>
                    <a:cubicBezTo>
                      <a:pt x="2024" y="4768"/>
                      <a:pt x="2023" y="4768"/>
                      <a:pt x="2022" y="4768"/>
                    </a:cubicBezTo>
                    <a:cubicBezTo>
                      <a:pt x="2021" y="4768"/>
                      <a:pt x="2021" y="4768"/>
                      <a:pt x="2020" y="4769"/>
                    </a:cubicBezTo>
                    <a:cubicBezTo>
                      <a:pt x="2019" y="4770"/>
                      <a:pt x="2018" y="4770"/>
                      <a:pt x="2018" y="4771"/>
                    </a:cubicBezTo>
                    <a:cubicBezTo>
                      <a:pt x="2018" y="4771"/>
                      <a:pt x="2017" y="4772"/>
                      <a:pt x="2017" y="4773"/>
                    </a:cubicBezTo>
                    <a:cubicBezTo>
                      <a:pt x="2015" y="4812"/>
                      <a:pt x="2016" y="4852"/>
                      <a:pt x="2016" y="4891"/>
                    </a:cubicBezTo>
                    <a:cubicBezTo>
                      <a:pt x="2016" y="4904"/>
                      <a:pt x="2016" y="4917"/>
                      <a:pt x="2016" y="4930"/>
                    </a:cubicBezTo>
                    <a:lnTo>
                      <a:pt x="1996" y="4914"/>
                    </a:lnTo>
                    <a:cubicBezTo>
                      <a:pt x="1996" y="4895"/>
                      <a:pt x="1994" y="4876"/>
                      <a:pt x="1991" y="4857"/>
                    </a:cubicBezTo>
                    <a:cubicBezTo>
                      <a:pt x="1989" y="4846"/>
                      <a:pt x="1989" y="4835"/>
                      <a:pt x="1989" y="4824"/>
                    </a:cubicBezTo>
                    <a:cubicBezTo>
                      <a:pt x="1989" y="4818"/>
                      <a:pt x="1989" y="4811"/>
                      <a:pt x="1990" y="4804"/>
                    </a:cubicBezTo>
                    <a:cubicBezTo>
                      <a:pt x="1989" y="4795"/>
                      <a:pt x="1988" y="4786"/>
                      <a:pt x="1988" y="4776"/>
                    </a:cubicBezTo>
                    <a:cubicBezTo>
                      <a:pt x="1988" y="4767"/>
                      <a:pt x="1989" y="4758"/>
                      <a:pt x="1990" y="4749"/>
                    </a:cubicBezTo>
                    <a:lnTo>
                      <a:pt x="1990" y="4748"/>
                    </a:lnTo>
                    <a:cubicBezTo>
                      <a:pt x="1990" y="4747"/>
                      <a:pt x="1990" y="4747"/>
                      <a:pt x="1989" y="4746"/>
                    </a:cubicBezTo>
                    <a:cubicBezTo>
                      <a:pt x="1989" y="4745"/>
                      <a:pt x="1989" y="4745"/>
                      <a:pt x="1988" y="4744"/>
                    </a:cubicBezTo>
                    <a:cubicBezTo>
                      <a:pt x="1987" y="4743"/>
                      <a:pt x="1986" y="4744"/>
                      <a:pt x="1986" y="4744"/>
                    </a:cubicBezTo>
                    <a:cubicBezTo>
                      <a:pt x="1985" y="4744"/>
                      <a:pt x="1984" y="4743"/>
                      <a:pt x="1983" y="4744"/>
                    </a:cubicBezTo>
                    <a:cubicBezTo>
                      <a:pt x="1982" y="4745"/>
                      <a:pt x="1982" y="4745"/>
                      <a:pt x="1982" y="4746"/>
                    </a:cubicBezTo>
                    <a:lnTo>
                      <a:pt x="1982" y="4747"/>
                    </a:lnTo>
                    <a:cubicBezTo>
                      <a:pt x="1962" y="4791"/>
                      <a:pt x="1973" y="4849"/>
                      <a:pt x="1978" y="4898"/>
                    </a:cubicBezTo>
                    <a:lnTo>
                      <a:pt x="1969" y="4890"/>
                    </a:lnTo>
                    <a:cubicBezTo>
                      <a:pt x="1961" y="4884"/>
                      <a:pt x="1953" y="4878"/>
                      <a:pt x="1945" y="4873"/>
                    </a:cubicBezTo>
                    <a:cubicBezTo>
                      <a:pt x="1950" y="4834"/>
                      <a:pt x="1937" y="4788"/>
                      <a:pt x="1931" y="4749"/>
                    </a:cubicBezTo>
                    <a:cubicBezTo>
                      <a:pt x="1927" y="4723"/>
                      <a:pt x="1923" y="4696"/>
                      <a:pt x="1920" y="4671"/>
                    </a:cubicBezTo>
                    <a:cubicBezTo>
                      <a:pt x="1919" y="4670"/>
                      <a:pt x="1919" y="4670"/>
                      <a:pt x="1919" y="4669"/>
                    </a:cubicBezTo>
                    <a:cubicBezTo>
                      <a:pt x="1919" y="4669"/>
                      <a:pt x="1918" y="4668"/>
                      <a:pt x="1917" y="4667"/>
                    </a:cubicBezTo>
                    <a:cubicBezTo>
                      <a:pt x="1916" y="4666"/>
                      <a:pt x="1915" y="4667"/>
                      <a:pt x="1914" y="4667"/>
                    </a:cubicBezTo>
                    <a:cubicBezTo>
                      <a:pt x="1913" y="4667"/>
                      <a:pt x="1912" y="4667"/>
                      <a:pt x="1912" y="4667"/>
                    </a:cubicBezTo>
                    <a:cubicBezTo>
                      <a:pt x="1911" y="4668"/>
                      <a:pt x="1910" y="4669"/>
                      <a:pt x="1910" y="4669"/>
                    </a:cubicBezTo>
                    <a:cubicBezTo>
                      <a:pt x="1909" y="4670"/>
                      <a:pt x="1909" y="4671"/>
                      <a:pt x="1909" y="4672"/>
                    </a:cubicBezTo>
                    <a:cubicBezTo>
                      <a:pt x="1911" y="4736"/>
                      <a:pt x="1917" y="4799"/>
                      <a:pt x="1928" y="4862"/>
                    </a:cubicBezTo>
                    <a:lnTo>
                      <a:pt x="1919" y="4856"/>
                    </a:lnTo>
                    <a:cubicBezTo>
                      <a:pt x="1919" y="4848"/>
                      <a:pt x="1918" y="4840"/>
                      <a:pt x="1916" y="4833"/>
                    </a:cubicBezTo>
                    <a:cubicBezTo>
                      <a:pt x="1915" y="4828"/>
                      <a:pt x="1913" y="4823"/>
                      <a:pt x="1911" y="4819"/>
                    </a:cubicBezTo>
                    <a:lnTo>
                      <a:pt x="1910" y="4817"/>
                    </a:lnTo>
                    <a:cubicBezTo>
                      <a:pt x="1895" y="4772"/>
                      <a:pt x="1897" y="4729"/>
                      <a:pt x="1895" y="4681"/>
                    </a:cubicBezTo>
                    <a:cubicBezTo>
                      <a:pt x="1893" y="4644"/>
                      <a:pt x="1887" y="4607"/>
                      <a:pt x="1877" y="4572"/>
                    </a:cubicBezTo>
                    <a:cubicBezTo>
                      <a:pt x="1876" y="4567"/>
                      <a:pt x="1869" y="4569"/>
                      <a:pt x="1869" y="4574"/>
                    </a:cubicBezTo>
                    <a:cubicBezTo>
                      <a:pt x="1872" y="4659"/>
                      <a:pt x="1859" y="4751"/>
                      <a:pt x="1889" y="4832"/>
                    </a:cubicBezTo>
                    <a:cubicBezTo>
                      <a:pt x="1889" y="4833"/>
                      <a:pt x="1890" y="4833"/>
                      <a:pt x="1890" y="4834"/>
                    </a:cubicBezTo>
                    <a:cubicBezTo>
                      <a:pt x="1891" y="4836"/>
                      <a:pt x="1892" y="4837"/>
                      <a:pt x="1894" y="4838"/>
                    </a:cubicBezTo>
                    <a:cubicBezTo>
                      <a:pt x="1894" y="4838"/>
                      <a:pt x="1895" y="4838"/>
                      <a:pt x="1895" y="4839"/>
                    </a:cubicBezTo>
                    <a:cubicBezTo>
                      <a:pt x="1896" y="4839"/>
                      <a:pt x="1895" y="4840"/>
                      <a:pt x="1895" y="4841"/>
                    </a:cubicBezTo>
                    <a:cubicBezTo>
                      <a:pt x="1882" y="4832"/>
                      <a:pt x="1869" y="4824"/>
                      <a:pt x="1856" y="4815"/>
                    </a:cubicBezTo>
                    <a:cubicBezTo>
                      <a:pt x="1855" y="4791"/>
                      <a:pt x="1851" y="4767"/>
                      <a:pt x="1844" y="4744"/>
                    </a:cubicBezTo>
                    <a:cubicBezTo>
                      <a:pt x="1839" y="4715"/>
                      <a:pt x="1833" y="4686"/>
                      <a:pt x="1828" y="4657"/>
                    </a:cubicBezTo>
                    <a:cubicBezTo>
                      <a:pt x="1828" y="4656"/>
                      <a:pt x="1828" y="4655"/>
                      <a:pt x="1827" y="4654"/>
                    </a:cubicBezTo>
                    <a:cubicBezTo>
                      <a:pt x="1827" y="4653"/>
                      <a:pt x="1826" y="4653"/>
                      <a:pt x="1825" y="4652"/>
                    </a:cubicBezTo>
                    <a:cubicBezTo>
                      <a:pt x="1824" y="4651"/>
                      <a:pt x="1824" y="4651"/>
                      <a:pt x="1822" y="4651"/>
                    </a:cubicBezTo>
                    <a:cubicBezTo>
                      <a:pt x="1821" y="4651"/>
                      <a:pt x="1819" y="4651"/>
                      <a:pt x="1818" y="4652"/>
                    </a:cubicBezTo>
                    <a:cubicBezTo>
                      <a:pt x="1817" y="4653"/>
                      <a:pt x="1817" y="4653"/>
                      <a:pt x="1816" y="4654"/>
                    </a:cubicBezTo>
                    <a:cubicBezTo>
                      <a:pt x="1816" y="4655"/>
                      <a:pt x="1815" y="4656"/>
                      <a:pt x="1815" y="4657"/>
                    </a:cubicBezTo>
                    <a:cubicBezTo>
                      <a:pt x="1815" y="4658"/>
                      <a:pt x="1815" y="4658"/>
                      <a:pt x="1815" y="4658"/>
                    </a:cubicBezTo>
                    <a:cubicBezTo>
                      <a:pt x="1816" y="4688"/>
                      <a:pt x="1819" y="4717"/>
                      <a:pt x="1823" y="4746"/>
                    </a:cubicBezTo>
                    <a:cubicBezTo>
                      <a:pt x="1825" y="4763"/>
                      <a:pt x="1827" y="4781"/>
                      <a:pt x="1830" y="4798"/>
                    </a:cubicBezTo>
                    <a:cubicBezTo>
                      <a:pt x="1758" y="4749"/>
                      <a:pt x="1678" y="4710"/>
                      <a:pt x="1614" y="4650"/>
                    </a:cubicBezTo>
                    <a:cubicBezTo>
                      <a:pt x="1598" y="4634"/>
                      <a:pt x="1581" y="4620"/>
                      <a:pt x="1563" y="4607"/>
                    </a:cubicBezTo>
                    <a:cubicBezTo>
                      <a:pt x="1563" y="4606"/>
                      <a:pt x="1563" y="4606"/>
                      <a:pt x="1563" y="4606"/>
                    </a:cubicBezTo>
                    <a:cubicBezTo>
                      <a:pt x="1563" y="4605"/>
                      <a:pt x="1563" y="4605"/>
                      <a:pt x="1563" y="4604"/>
                    </a:cubicBezTo>
                    <a:cubicBezTo>
                      <a:pt x="1563" y="4565"/>
                      <a:pt x="1560" y="4526"/>
                      <a:pt x="1558" y="4486"/>
                    </a:cubicBezTo>
                    <a:cubicBezTo>
                      <a:pt x="1555" y="4460"/>
                      <a:pt x="1551" y="4435"/>
                      <a:pt x="1545" y="4409"/>
                    </a:cubicBezTo>
                    <a:cubicBezTo>
                      <a:pt x="1545" y="4392"/>
                      <a:pt x="1542" y="4374"/>
                      <a:pt x="1536" y="4358"/>
                    </a:cubicBezTo>
                    <a:cubicBezTo>
                      <a:pt x="1533" y="4354"/>
                      <a:pt x="1527" y="4358"/>
                      <a:pt x="1529" y="4361"/>
                    </a:cubicBezTo>
                    <a:cubicBezTo>
                      <a:pt x="1531" y="4368"/>
                      <a:pt x="1532" y="4375"/>
                      <a:pt x="1532" y="4382"/>
                    </a:cubicBezTo>
                    <a:cubicBezTo>
                      <a:pt x="1532" y="4387"/>
                      <a:pt x="1531" y="4392"/>
                      <a:pt x="1530" y="4397"/>
                    </a:cubicBezTo>
                    <a:cubicBezTo>
                      <a:pt x="1531" y="4419"/>
                      <a:pt x="1533" y="4440"/>
                      <a:pt x="1537" y="4462"/>
                    </a:cubicBezTo>
                    <a:cubicBezTo>
                      <a:pt x="1540" y="4500"/>
                      <a:pt x="1542" y="4538"/>
                      <a:pt x="1542" y="4575"/>
                    </a:cubicBezTo>
                    <a:cubicBezTo>
                      <a:pt x="1542" y="4581"/>
                      <a:pt x="1542" y="4586"/>
                      <a:pt x="1542" y="4591"/>
                    </a:cubicBezTo>
                    <a:lnTo>
                      <a:pt x="1531" y="4582"/>
                    </a:lnTo>
                    <a:cubicBezTo>
                      <a:pt x="1531" y="4578"/>
                      <a:pt x="1532" y="4575"/>
                      <a:pt x="1532" y="4571"/>
                    </a:cubicBezTo>
                    <a:cubicBezTo>
                      <a:pt x="1532" y="4565"/>
                      <a:pt x="1530" y="4558"/>
                      <a:pt x="1528" y="4552"/>
                    </a:cubicBezTo>
                    <a:cubicBezTo>
                      <a:pt x="1523" y="4536"/>
                      <a:pt x="1522" y="4518"/>
                      <a:pt x="1518" y="4502"/>
                    </a:cubicBezTo>
                    <a:cubicBezTo>
                      <a:pt x="1518" y="4501"/>
                      <a:pt x="1519" y="4500"/>
                      <a:pt x="1518" y="4499"/>
                    </a:cubicBezTo>
                    <a:cubicBezTo>
                      <a:pt x="1517" y="4498"/>
                      <a:pt x="1516" y="4498"/>
                      <a:pt x="1515" y="4497"/>
                    </a:cubicBezTo>
                    <a:cubicBezTo>
                      <a:pt x="1514" y="4496"/>
                      <a:pt x="1513" y="4496"/>
                      <a:pt x="1512" y="4496"/>
                    </a:cubicBezTo>
                    <a:cubicBezTo>
                      <a:pt x="1511" y="4496"/>
                      <a:pt x="1509" y="4496"/>
                      <a:pt x="1508" y="4497"/>
                    </a:cubicBezTo>
                    <a:cubicBezTo>
                      <a:pt x="1507" y="4498"/>
                      <a:pt x="1507" y="4498"/>
                      <a:pt x="1506" y="4499"/>
                    </a:cubicBezTo>
                    <a:cubicBezTo>
                      <a:pt x="1506" y="4500"/>
                      <a:pt x="1505" y="4501"/>
                      <a:pt x="1505" y="4502"/>
                    </a:cubicBezTo>
                    <a:cubicBezTo>
                      <a:pt x="1504" y="4509"/>
                      <a:pt x="1503" y="4517"/>
                      <a:pt x="1503" y="4524"/>
                    </a:cubicBezTo>
                    <a:cubicBezTo>
                      <a:pt x="1503" y="4532"/>
                      <a:pt x="1504" y="4540"/>
                      <a:pt x="1505" y="4547"/>
                    </a:cubicBezTo>
                    <a:cubicBezTo>
                      <a:pt x="1505" y="4552"/>
                      <a:pt x="1507" y="4558"/>
                      <a:pt x="1508" y="4564"/>
                    </a:cubicBezTo>
                    <a:lnTo>
                      <a:pt x="1488" y="4549"/>
                    </a:lnTo>
                    <a:cubicBezTo>
                      <a:pt x="1485" y="4514"/>
                      <a:pt x="1473" y="4479"/>
                      <a:pt x="1470" y="4444"/>
                    </a:cubicBezTo>
                    <a:lnTo>
                      <a:pt x="1470" y="4443"/>
                    </a:lnTo>
                    <a:cubicBezTo>
                      <a:pt x="1469" y="4442"/>
                      <a:pt x="1469" y="4442"/>
                      <a:pt x="1468" y="4441"/>
                    </a:cubicBezTo>
                    <a:cubicBezTo>
                      <a:pt x="1467" y="4440"/>
                      <a:pt x="1467" y="4441"/>
                      <a:pt x="1466" y="4441"/>
                    </a:cubicBezTo>
                    <a:cubicBezTo>
                      <a:pt x="1465" y="4441"/>
                      <a:pt x="1464" y="4441"/>
                      <a:pt x="1464" y="4441"/>
                    </a:cubicBezTo>
                    <a:cubicBezTo>
                      <a:pt x="1463" y="4442"/>
                      <a:pt x="1463" y="4442"/>
                      <a:pt x="1462" y="4443"/>
                    </a:cubicBezTo>
                    <a:lnTo>
                      <a:pt x="1462" y="4444"/>
                    </a:lnTo>
                    <a:cubicBezTo>
                      <a:pt x="1461" y="4452"/>
                      <a:pt x="1461" y="4461"/>
                      <a:pt x="1461" y="4469"/>
                    </a:cubicBezTo>
                    <a:cubicBezTo>
                      <a:pt x="1461" y="4478"/>
                      <a:pt x="1461" y="4486"/>
                      <a:pt x="1462" y="4495"/>
                    </a:cubicBezTo>
                    <a:cubicBezTo>
                      <a:pt x="1462" y="4506"/>
                      <a:pt x="1464" y="4518"/>
                      <a:pt x="1466" y="4529"/>
                    </a:cubicBezTo>
                    <a:lnTo>
                      <a:pt x="1455" y="4520"/>
                    </a:lnTo>
                    <a:cubicBezTo>
                      <a:pt x="1452" y="4485"/>
                      <a:pt x="1442" y="4451"/>
                      <a:pt x="1441" y="4416"/>
                    </a:cubicBezTo>
                    <a:cubicBezTo>
                      <a:pt x="1439" y="4373"/>
                      <a:pt x="1438" y="4331"/>
                      <a:pt x="1436" y="4288"/>
                    </a:cubicBezTo>
                    <a:cubicBezTo>
                      <a:pt x="1436" y="4285"/>
                      <a:pt x="1430" y="4285"/>
                      <a:pt x="1430" y="4288"/>
                    </a:cubicBezTo>
                    <a:cubicBezTo>
                      <a:pt x="1427" y="4335"/>
                      <a:pt x="1424" y="4382"/>
                      <a:pt x="1425" y="4429"/>
                    </a:cubicBezTo>
                    <a:cubicBezTo>
                      <a:pt x="1426" y="4455"/>
                      <a:pt x="1430" y="4481"/>
                      <a:pt x="1436" y="4506"/>
                    </a:cubicBezTo>
                    <a:lnTo>
                      <a:pt x="1427" y="4500"/>
                    </a:lnTo>
                    <a:cubicBezTo>
                      <a:pt x="1425" y="4482"/>
                      <a:pt x="1417" y="4465"/>
                      <a:pt x="1414" y="4448"/>
                    </a:cubicBezTo>
                    <a:cubicBezTo>
                      <a:pt x="1414" y="4445"/>
                      <a:pt x="1410" y="4446"/>
                      <a:pt x="1410" y="4448"/>
                    </a:cubicBezTo>
                    <a:cubicBezTo>
                      <a:pt x="1410" y="4462"/>
                      <a:pt x="1413" y="4477"/>
                      <a:pt x="1415" y="4491"/>
                    </a:cubicBezTo>
                    <a:lnTo>
                      <a:pt x="1409" y="4487"/>
                    </a:lnTo>
                    <a:cubicBezTo>
                      <a:pt x="1409" y="4462"/>
                      <a:pt x="1401" y="4436"/>
                      <a:pt x="1398" y="4410"/>
                    </a:cubicBezTo>
                    <a:cubicBezTo>
                      <a:pt x="1394" y="4382"/>
                      <a:pt x="1402" y="4355"/>
                      <a:pt x="1396" y="4327"/>
                    </a:cubicBezTo>
                    <a:cubicBezTo>
                      <a:pt x="1394" y="4319"/>
                      <a:pt x="1382" y="4320"/>
                      <a:pt x="1381" y="4328"/>
                    </a:cubicBezTo>
                    <a:cubicBezTo>
                      <a:pt x="1377" y="4346"/>
                      <a:pt x="1375" y="4365"/>
                      <a:pt x="1375" y="4383"/>
                    </a:cubicBezTo>
                    <a:cubicBezTo>
                      <a:pt x="1375" y="4394"/>
                      <a:pt x="1376" y="4404"/>
                      <a:pt x="1377" y="4414"/>
                    </a:cubicBezTo>
                    <a:cubicBezTo>
                      <a:pt x="1380" y="4432"/>
                      <a:pt x="1385" y="4453"/>
                      <a:pt x="1387" y="4473"/>
                    </a:cubicBezTo>
                    <a:lnTo>
                      <a:pt x="1370" y="4462"/>
                    </a:lnTo>
                    <a:cubicBezTo>
                      <a:pt x="1361" y="4456"/>
                      <a:pt x="1352" y="4450"/>
                      <a:pt x="1343" y="4442"/>
                    </a:cubicBezTo>
                    <a:cubicBezTo>
                      <a:pt x="1344" y="4441"/>
                      <a:pt x="1345" y="4439"/>
                      <a:pt x="1345" y="4437"/>
                    </a:cubicBezTo>
                    <a:cubicBezTo>
                      <a:pt x="1345" y="4434"/>
                      <a:pt x="1345" y="4431"/>
                      <a:pt x="1343" y="4429"/>
                    </a:cubicBezTo>
                    <a:cubicBezTo>
                      <a:pt x="1342" y="4428"/>
                      <a:pt x="1342" y="4428"/>
                      <a:pt x="1342" y="4428"/>
                    </a:cubicBezTo>
                    <a:cubicBezTo>
                      <a:pt x="1330" y="4412"/>
                      <a:pt x="1337" y="4369"/>
                      <a:pt x="1337" y="4349"/>
                    </a:cubicBezTo>
                    <a:cubicBezTo>
                      <a:pt x="1336" y="4321"/>
                      <a:pt x="1336" y="4293"/>
                      <a:pt x="1335" y="4265"/>
                    </a:cubicBezTo>
                    <a:cubicBezTo>
                      <a:pt x="1336" y="4238"/>
                      <a:pt x="1335" y="4211"/>
                      <a:pt x="1336" y="4185"/>
                    </a:cubicBezTo>
                    <a:moveTo>
                      <a:pt x="201" y="3674"/>
                    </a:moveTo>
                    <a:cubicBezTo>
                      <a:pt x="260" y="3687"/>
                      <a:pt x="319" y="3727"/>
                      <a:pt x="374" y="3754"/>
                    </a:cubicBezTo>
                    <a:cubicBezTo>
                      <a:pt x="400" y="3768"/>
                      <a:pt x="425" y="3781"/>
                      <a:pt x="451" y="3796"/>
                    </a:cubicBezTo>
                    <a:cubicBezTo>
                      <a:pt x="506" y="3827"/>
                      <a:pt x="559" y="3862"/>
                      <a:pt x="611" y="3898"/>
                    </a:cubicBezTo>
                    <a:cubicBezTo>
                      <a:pt x="690" y="3949"/>
                      <a:pt x="760" y="4007"/>
                      <a:pt x="835" y="4064"/>
                    </a:cubicBezTo>
                    <a:cubicBezTo>
                      <a:pt x="882" y="4102"/>
                      <a:pt x="928" y="4144"/>
                      <a:pt x="971" y="4187"/>
                    </a:cubicBezTo>
                    <a:cubicBezTo>
                      <a:pt x="1011" y="4223"/>
                      <a:pt x="1054" y="4256"/>
                      <a:pt x="1098" y="4288"/>
                    </a:cubicBezTo>
                    <a:cubicBezTo>
                      <a:pt x="1137" y="4316"/>
                      <a:pt x="1176" y="4345"/>
                      <a:pt x="1214" y="4374"/>
                    </a:cubicBezTo>
                    <a:cubicBezTo>
                      <a:pt x="1233" y="4390"/>
                      <a:pt x="1258" y="4400"/>
                      <a:pt x="1278" y="4416"/>
                    </a:cubicBezTo>
                    <a:cubicBezTo>
                      <a:pt x="1299" y="4433"/>
                      <a:pt x="1322" y="4458"/>
                      <a:pt x="1345" y="4475"/>
                    </a:cubicBezTo>
                    <a:cubicBezTo>
                      <a:pt x="1381" y="4502"/>
                      <a:pt x="1420" y="4525"/>
                      <a:pt x="1454" y="4554"/>
                    </a:cubicBezTo>
                    <a:cubicBezTo>
                      <a:pt x="1477" y="4572"/>
                      <a:pt x="1497" y="4593"/>
                      <a:pt x="1518" y="4613"/>
                    </a:cubicBezTo>
                    <a:cubicBezTo>
                      <a:pt x="1536" y="4629"/>
                      <a:pt x="1558" y="4638"/>
                      <a:pt x="1576" y="4654"/>
                    </a:cubicBezTo>
                    <a:cubicBezTo>
                      <a:pt x="1642" y="4715"/>
                      <a:pt x="1714" y="4769"/>
                      <a:pt x="1792" y="4814"/>
                    </a:cubicBezTo>
                    <a:cubicBezTo>
                      <a:pt x="1794" y="4815"/>
                      <a:pt x="1796" y="4816"/>
                      <a:pt x="1798" y="4817"/>
                    </a:cubicBezTo>
                    <a:cubicBezTo>
                      <a:pt x="1888" y="4866"/>
                      <a:pt x="1966" y="4935"/>
                      <a:pt x="2045" y="4999"/>
                    </a:cubicBezTo>
                    <a:cubicBezTo>
                      <a:pt x="2040" y="5023"/>
                      <a:pt x="2035" y="5048"/>
                      <a:pt x="2031" y="5073"/>
                    </a:cubicBezTo>
                    <a:cubicBezTo>
                      <a:pt x="2030" y="5080"/>
                      <a:pt x="2029" y="5087"/>
                      <a:pt x="2028" y="5094"/>
                    </a:cubicBezTo>
                    <a:cubicBezTo>
                      <a:pt x="1997" y="5071"/>
                      <a:pt x="1969" y="5046"/>
                      <a:pt x="1937" y="5025"/>
                    </a:cubicBezTo>
                    <a:cubicBezTo>
                      <a:pt x="1911" y="5009"/>
                      <a:pt x="1887" y="4991"/>
                      <a:pt x="1865" y="4972"/>
                    </a:cubicBezTo>
                    <a:cubicBezTo>
                      <a:pt x="1852" y="4959"/>
                      <a:pt x="1843" y="4943"/>
                      <a:pt x="1826" y="4935"/>
                    </a:cubicBezTo>
                    <a:cubicBezTo>
                      <a:pt x="1815" y="4930"/>
                      <a:pt x="1805" y="4924"/>
                      <a:pt x="1795" y="4918"/>
                    </a:cubicBezTo>
                    <a:cubicBezTo>
                      <a:pt x="1758" y="4897"/>
                      <a:pt x="1724" y="4873"/>
                      <a:pt x="1693" y="4845"/>
                    </a:cubicBezTo>
                    <a:cubicBezTo>
                      <a:pt x="1648" y="4805"/>
                      <a:pt x="1592" y="4782"/>
                      <a:pt x="1548" y="4743"/>
                    </a:cubicBezTo>
                    <a:cubicBezTo>
                      <a:pt x="1469" y="4672"/>
                      <a:pt x="1378" y="4619"/>
                      <a:pt x="1298" y="4550"/>
                    </a:cubicBezTo>
                    <a:cubicBezTo>
                      <a:pt x="1199" y="4465"/>
                      <a:pt x="1104" y="4375"/>
                      <a:pt x="1004" y="4293"/>
                    </a:cubicBezTo>
                    <a:cubicBezTo>
                      <a:pt x="922" y="4225"/>
                      <a:pt x="843" y="4155"/>
                      <a:pt x="758" y="4090"/>
                    </a:cubicBezTo>
                    <a:cubicBezTo>
                      <a:pt x="707" y="4051"/>
                      <a:pt x="658" y="4010"/>
                      <a:pt x="607" y="3972"/>
                    </a:cubicBezTo>
                    <a:cubicBezTo>
                      <a:pt x="564" y="3940"/>
                      <a:pt x="528" y="3897"/>
                      <a:pt x="482" y="3871"/>
                    </a:cubicBezTo>
                    <a:cubicBezTo>
                      <a:pt x="408" y="3831"/>
                      <a:pt x="343" y="3777"/>
                      <a:pt x="273" y="3729"/>
                    </a:cubicBezTo>
                    <a:lnTo>
                      <a:pt x="271" y="3728"/>
                    </a:lnTo>
                    <a:cubicBezTo>
                      <a:pt x="249" y="3712"/>
                      <a:pt x="225" y="3696"/>
                      <a:pt x="201" y="3683"/>
                    </a:cubicBezTo>
                    <a:cubicBezTo>
                      <a:pt x="195" y="3679"/>
                      <a:pt x="189" y="3676"/>
                      <a:pt x="183" y="3674"/>
                    </a:cubicBezTo>
                    <a:cubicBezTo>
                      <a:pt x="187" y="3674"/>
                      <a:pt x="190" y="3673"/>
                      <a:pt x="194" y="3673"/>
                    </a:cubicBezTo>
                    <a:cubicBezTo>
                      <a:pt x="196" y="3673"/>
                      <a:pt x="198" y="3674"/>
                      <a:pt x="201" y="3674"/>
                    </a:cubicBezTo>
                    <a:moveTo>
                      <a:pt x="1439" y="5162"/>
                    </a:moveTo>
                    <a:cubicBezTo>
                      <a:pt x="1393" y="5129"/>
                      <a:pt x="1345" y="5099"/>
                      <a:pt x="1299" y="5064"/>
                    </a:cubicBezTo>
                    <a:cubicBezTo>
                      <a:pt x="1284" y="5052"/>
                      <a:pt x="1268" y="5040"/>
                      <a:pt x="1252" y="5029"/>
                    </a:cubicBezTo>
                    <a:cubicBezTo>
                      <a:pt x="1252" y="5025"/>
                      <a:pt x="1252" y="5021"/>
                      <a:pt x="1251" y="5017"/>
                    </a:cubicBezTo>
                    <a:cubicBezTo>
                      <a:pt x="1248" y="5001"/>
                      <a:pt x="1243" y="4985"/>
                      <a:pt x="1242" y="4969"/>
                    </a:cubicBezTo>
                    <a:cubicBezTo>
                      <a:pt x="1242" y="4959"/>
                      <a:pt x="1227" y="4959"/>
                      <a:pt x="1227" y="4969"/>
                    </a:cubicBezTo>
                    <a:cubicBezTo>
                      <a:pt x="1228" y="4983"/>
                      <a:pt x="1230" y="4997"/>
                      <a:pt x="1232" y="5011"/>
                    </a:cubicBezTo>
                    <a:cubicBezTo>
                      <a:pt x="1232" y="5012"/>
                      <a:pt x="1232" y="5013"/>
                      <a:pt x="1232" y="5015"/>
                    </a:cubicBezTo>
                    <a:lnTo>
                      <a:pt x="1210" y="4998"/>
                    </a:lnTo>
                    <a:cubicBezTo>
                      <a:pt x="1209" y="4993"/>
                      <a:pt x="1208" y="4988"/>
                      <a:pt x="1207" y="4982"/>
                    </a:cubicBezTo>
                    <a:cubicBezTo>
                      <a:pt x="1206" y="4968"/>
                      <a:pt x="1200" y="4956"/>
                      <a:pt x="1199" y="4942"/>
                    </a:cubicBezTo>
                    <a:cubicBezTo>
                      <a:pt x="1199" y="4941"/>
                      <a:pt x="1199" y="4940"/>
                      <a:pt x="1198" y="4939"/>
                    </a:cubicBezTo>
                    <a:cubicBezTo>
                      <a:pt x="1198" y="4938"/>
                      <a:pt x="1197" y="4937"/>
                      <a:pt x="1196" y="4936"/>
                    </a:cubicBezTo>
                    <a:cubicBezTo>
                      <a:pt x="1195" y="4935"/>
                      <a:pt x="1194" y="4936"/>
                      <a:pt x="1193" y="4936"/>
                    </a:cubicBezTo>
                    <a:cubicBezTo>
                      <a:pt x="1192" y="4936"/>
                      <a:pt x="1191" y="4935"/>
                      <a:pt x="1190" y="4936"/>
                    </a:cubicBezTo>
                    <a:cubicBezTo>
                      <a:pt x="1189" y="4937"/>
                      <a:pt x="1189" y="4938"/>
                      <a:pt x="1188" y="4939"/>
                    </a:cubicBezTo>
                    <a:cubicBezTo>
                      <a:pt x="1188" y="4940"/>
                      <a:pt x="1187" y="4941"/>
                      <a:pt x="1187" y="4942"/>
                    </a:cubicBezTo>
                    <a:cubicBezTo>
                      <a:pt x="1187" y="4945"/>
                      <a:pt x="1187" y="4949"/>
                      <a:pt x="1187" y="4953"/>
                    </a:cubicBezTo>
                    <a:cubicBezTo>
                      <a:pt x="1187" y="4963"/>
                      <a:pt x="1187" y="4973"/>
                      <a:pt x="1189" y="4983"/>
                    </a:cubicBezTo>
                    <a:lnTo>
                      <a:pt x="1179" y="4976"/>
                    </a:lnTo>
                    <a:cubicBezTo>
                      <a:pt x="1176" y="4931"/>
                      <a:pt x="1167" y="4885"/>
                      <a:pt x="1163" y="4840"/>
                    </a:cubicBezTo>
                    <a:cubicBezTo>
                      <a:pt x="1163" y="4839"/>
                      <a:pt x="1163" y="4839"/>
                      <a:pt x="1162" y="4838"/>
                    </a:cubicBezTo>
                    <a:cubicBezTo>
                      <a:pt x="1162" y="4837"/>
                      <a:pt x="1162" y="4838"/>
                      <a:pt x="1161" y="4837"/>
                    </a:cubicBezTo>
                    <a:cubicBezTo>
                      <a:pt x="1160" y="4836"/>
                      <a:pt x="1160" y="4836"/>
                      <a:pt x="1159" y="4836"/>
                    </a:cubicBezTo>
                    <a:lnTo>
                      <a:pt x="1158" y="4837"/>
                    </a:lnTo>
                    <a:cubicBezTo>
                      <a:pt x="1157" y="4838"/>
                      <a:pt x="1157" y="4837"/>
                      <a:pt x="1156" y="4838"/>
                    </a:cubicBezTo>
                    <a:cubicBezTo>
                      <a:pt x="1156" y="4839"/>
                      <a:pt x="1156" y="4839"/>
                      <a:pt x="1156" y="4840"/>
                    </a:cubicBezTo>
                    <a:cubicBezTo>
                      <a:pt x="1154" y="4857"/>
                      <a:pt x="1154" y="4875"/>
                      <a:pt x="1154" y="4892"/>
                    </a:cubicBezTo>
                    <a:cubicBezTo>
                      <a:pt x="1154" y="4915"/>
                      <a:pt x="1155" y="4937"/>
                      <a:pt x="1157" y="4960"/>
                    </a:cubicBezTo>
                    <a:lnTo>
                      <a:pt x="1151" y="4955"/>
                    </a:lnTo>
                    <a:cubicBezTo>
                      <a:pt x="1106" y="4921"/>
                      <a:pt x="1070" y="4878"/>
                      <a:pt x="1026" y="4843"/>
                    </a:cubicBezTo>
                    <a:cubicBezTo>
                      <a:pt x="978" y="4805"/>
                      <a:pt x="947" y="4753"/>
                      <a:pt x="904" y="4712"/>
                    </a:cubicBezTo>
                    <a:cubicBezTo>
                      <a:pt x="815" y="4627"/>
                      <a:pt x="756" y="4511"/>
                      <a:pt x="689" y="4410"/>
                    </a:cubicBezTo>
                    <a:cubicBezTo>
                      <a:pt x="620" y="4312"/>
                      <a:pt x="544" y="4218"/>
                      <a:pt x="462" y="4129"/>
                    </a:cubicBezTo>
                    <a:cubicBezTo>
                      <a:pt x="400" y="4054"/>
                      <a:pt x="328" y="3987"/>
                      <a:pt x="249" y="3929"/>
                    </a:cubicBezTo>
                    <a:cubicBezTo>
                      <a:pt x="224" y="3910"/>
                      <a:pt x="197" y="3892"/>
                      <a:pt x="170" y="3876"/>
                    </a:cubicBezTo>
                    <a:cubicBezTo>
                      <a:pt x="146" y="3863"/>
                      <a:pt x="122" y="3850"/>
                      <a:pt x="97" y="3840"/>
                    </a:cubicBezTo>
                    <a:cubicBezTo>
                      <a:pt x="65" y="3828"/>
                      <a:pt x="27" y="3824"/>
                      <a:pt x="19" y="3782"/>
                    </a:cubicBezTo>
                    <a:cubicBezTo>
                      <a:pt x="16" y="3769"/>
                      <a:pt x="29" y="3743"/>
                      <a:pt x="34" y="3719"/>
                    </a:cubicBezTo>
                    <a:cubicBezTo>
                      <a:pt x="52" y="3718"/>
                      <a:pt x="60" y="3705"/>
                      <a:pt x="78" y="3695"/>
                    </a:cubicBezTo>
                    <a:cubicBezTo>
                      <a:pt x="93" y="3687"/>
                      <a:pt x="108" y="3683"/>
                      <a:pt x="124" y="3683"/>
                    </a:cubicBezTo>
                    <a:cubicBezTo>
                      <a:pt x="138" y="3683"/>
                      <a:pt x="151" y="3686"/>
                      <a:pt x="164" y="3692"/>
                    </a:cubicBezTo>
                    <a:cubicBezTo>
                      <a:pt x="165" y="3698"/>
                      <a:pt x="166" y="3705"/>
                      <a:pt x="167" y="3711"/>
                    </a:cubicBezTo>
                    <a:cubicBezTo>
                      <a:pt x="171" y="3725"/>
                      <a:pt x="172" y="3764"/>
                      <a:pt x="195" y="3759"/>
                    </a:cubicBezTo>
                    <a:cubicBezTo>
                      <a:pt x="196" y="3759"/>
                      <a:pt x="197" y="3759"/>
                      <a:pt x="197" y="3759"/>
                    </a:cubicBezTo>
                    <a:cubicBezTo>
                      <a:pt x="198" y="3758"/>
                      <a:pt x="198" y="3757"/>
                      <a:pt x="199" y="3756"/>
                    </a:cubicBezTo>
                    <a:cubicBezTo>
                      <a:pt x="200" y="3755"/>
                      <a:pt x="200" y="3755"/>
                      <a:pt x="200" y="3754"/>
                    </a:cubicBezTo>
                    <a:cubicBezTo>
                      <a:pt x="200" y="3753"/>
                      <a:pt x="200" y="3752"/>
                      <a:pt x="199" y="3751"/>
                    </a:cubicBezTo>
                    <a:lnTo>
                      <a:pt x="199" y="3750"/>
                    </a:lnTo>
                    <a:cubicBezTo>
                      <a:pt x="193" y="3738"/>
                      <a:pt x="190" y="3724"/>
                      <a:pt x="189" y="3711"/>
                    </a:cubicBezTo>
                    <a:cubicBezTo>
                      <a:pt x="189" y="3707"/>
                      <a:pt x="188" y="3704"/>
                      <a:pt x="186" y="3701"/>
                    </a:cubicBezTo>
                    <a:cubicBezTo>
                      <a:pt x="194" y="3704"/>
                      <a:pt x="201" y="3708"/>
                      <a:pt x="208" y="3713"/>
                    </a:cubicBezTo>
                    <a:cubicBezTo>
                      <a:pt x="209" y="3716"/>
                      <a:pt x="210" y="3720"/>
                      <a:pt x="211" y="3724"/>
                    </a:cubicBezTo>
                    <a:cubicBezTo>
                      <a:pt x="214" y="3736"/>
                      <a:pt x="218" y="3748"/>
                      <a:pt x="224" y="3758"/>
                    </a:cubicBezTo>
                    <a:cubicBezTo>
                      <a:pt x="224" y="3759"/>
                      <a:pt x="224" y="3759"/>
                      <a:pt x="224" y="3759"/>
                    </a:cubicBezTo>
                    <a:cubicBezTo>
                      <a:pt x="225" y="3760"/>
                      <a:pt x="225" y="3760"/>
                      <a:pt x="226" y="3760"/>
                    </a:cubicBezTo>
                    <a:cubicBezTo>
                      <a:pt x="227" y="3761"/>
                      <a:pt x="228" y="3761"/>
                      <a:pt x="228" y="3761"/>
                    </a:cubicBezTo>
                    <a:cubicBezTo>
                      <a:pt x="229" y="3761"/>
                      <a:pt x="230" y="3761"/>
                      <a:pt x="231" y="3760"/>
                    </a:cubicBezTo>
                    <a:cubicBezTo>
                      <a:pt x="231" y="3760"/>
                      <a:pt x="232" y="3760"/>
                      <a:pt x="232" y="3759"/>
                    </a:cubicBezTo>
                    <a:cubicBezTo>
                      <a:pt x="233" y="3758"/>
                      <a:pt x="233" y="3757"/>
                      <a:pt x="233" y="3757"/>
                    </a:cubicBezTo>
                    <a:cubicBezTo>
                      <a:pt x="233" y="3755"/>
                      <a:pt x="233" y="3754"/>
                      <a:pt x="233" y="3753"/>
                    </a:cubicBezTo>
                    <a:cubicBezTo>
                      <a:pt x="233" y="3744"/>
                      <a:pt x="232" y="3735"/>
                      <a:pt x="229" y="3726"/>
                    </a:cubicBezTo>
                    <a:cubicBezTo>
                      <a:pt x="240" y="3733"/>
                      <a:pt x="251" y="3741"/>
                      <a:pt x="261" y="3747"/>
                    </a:cubicBezTo>
                    <a:cubicBezTo>
                      <a:pt x="264" y="3762"/>
                      <a:pt x="268" y="3777"/>
                      <a:pt x="275" y="3792"/>
                    </a:cubicBezTo>
                    <a:cubicBezTo>
                      <a:pt x="277" y="3802"/>
                      <a:pt x="282" y="3812"/>
                      <a:pt x="287" y="3821"/>
                    </a:cubicBezTo>
                    <a:cubicBezTo>
                      <a:pt x="290" y="3826"/>
                      <a:pt x="293" y="3831"/>
                      <a:pt x="296" y="3835"/>
                    </a:cubicBezTo>
                    <a:cubicBezTo>
                      <a:pt x="300" y="3839"/>
                      <a:pt x="307" y="3834"/>
                      <a:pt x="305" y="3829"/>
                    </a:cubicBezTo>
                    <a:cubicBezTo>
                      <a:pt x="299" y="3816"/>
                      <a:pt x="302" y="3802"/>
                      <a:pt x="297" y="3789"/>
                    </a:cubicBezTo>
                    <a:cubicBezTo>
                      <a:pt x="294" y="3782"/>
                      <a:pt x="291" y="3774"/>
                      <a:pt x="289" y="3766"/>
                    </a:cubicBezTo>
                    <a:cubicBezTo>
                      <a:pt x="323" y="3792"/>
                      <a:pt x="355" y="3822"/>
                      <a:pt x="391" y="3845"/>
                    </a:cubicBezTo>
                    <a:cubicBezTo>
                      <a:pt x="438" y="3874"/>
                      <a:pt x="488" y="3900"/>
                      <a:pt x="526" y="3940"/>
                    </a:cubicBezTo>
                    <a:cubicBezTo>
                      <a:pt x="533" y="3949"/>
                      <a:pt x="541" y="3958"/>
                      <a:pt x="550" y="3966"/>
                    </a:cubicBezTo>
                    <a:cubicBezTo>
                      <a:pt x="564" y="4028"/>
                      <a:pt x="569" y="4093"/>
                      <a:pt x="591" y="4153"/>
                    </a:cubicBezTo>
                    <a:cubicBezTo>
                      <a:pt x="593" y="4158"/>
                      <a:pt x="601" y="4157"/>
                      <a:pt x="601" y="4151"/>
                    </a:cubicBezTo>
                    <a:cubicBezTo>
                      <a:pt x="596" y="4115"/>
                      <a:pt x="593" y="4080"/>
                      <a:pt x="585" y="4045"/>
                    </a:cubicBezTo>
                    <a:cubicBezTo>
                      <a:pt x="581" y="4025"/>
                      <a:pt x="577" y="4004"/>
                      <a:pt x="572" y="3984"/>
                    </a:cubicBezTo>
                    <a:cubicBezTo>
                      <a:pt x="581" y="3991"/>
                      <a:pt x="591" y="3998"/>
                      <a:pt x="601" y="4006"/>
                    </a:cubicBezTo>
                    <a:cubicBezTo>
                      <a:pt x="602" y="4017"/>
                      <a:pt x="604" y="4028"/>
                      <a:pt x="605" y="4038"/>
                    </a:cubicBezTo>
                    <a:cubicBezTo>
                      <a:pt x="608" y="4056"/>
                      <a:pt x="613" y="4073"/>
                      <a:pt x="617" y="4090"/>
                    </a:cubicBezTo>
                    <a:cubicBezTo>
                      <a:pt x="617" y="4091"/>
                      <a:pt x="617" y="4092"/>
                      <a:pt x="618" y="4093"/>
                    </a:cubicBezTo>
                    <a:cubicBezTo>
                      <a:pt x="619" y="4094"/>
                      <a:pt x="619" y="4095"/>
                      <a:pt x="620" y="4095"/>
                    </a:cubicBezTo>
                    <a:cubicBezTo>
                      <a:pt x="621" y="4096"/>
                      <a:pt x="622" y="4096"/>
                      <a:pt x="623" y="4096"/>
                    </a:cubicBezTo>
                    <a:cubicBezTo>
                      <a:pt x="623" y="4096"/>
                      <a:pt x="624" y="4096"/>
                      <a:pt x="625" y="4095"/>
                    </a:cubicBezTo>
                    <a:cubicBezTo>
                      <a:pt x="626" y="4095"/>
                      <a:pt x="627" y="4094"/>
                      <a:pt x="627" y="4093"/>
                    </a:cubicBezTo>
                    <a:cubicBezTo>
                      <a:pt x="628" y="4092"/>
                      <a:pt x="628" y="4091"/>
                      <a:pt x="628" y="4090"/>
                    </a:cubicBezTo>
                    <a:cubicBezTo>
                      <a:pt x="630" y="4080"/>
                      <a:pt x="631" y="4069"/>
                      <a:pt x="631" y="4058"/>
                    </a:cubicBezTo>
                    <a:cubicBezTo>
                      <a:pt x="631" y="4047"/>
                      <a:pt x="630" y="4036"/>
                      <a:pt x="628" y="4026"/>
                    </a:cubicBezTo>
                    <a:cubicBezTo>
                      <a:pt x="635" y="4031"/>
                      <a:pt x="642" y="4036"/>
                      <a:pt x="649" y="4042"/>
                    </a:cubicBezTo>
                    <a:lnTo>
                      <a:pt x="662" y="4052"/>
                    </a:lnTo>
                    <a:cubicBezTo>
                      <a:pt x="668" y="4075"/>
                      <a:pt x="666" y="4101"/>
                      <a:pt x="671" y="4125"/>
                    </a:cubicBezTo>
                    <a:cubicBezTo>
                      <a:pt x="672" y="4137"/>
                      <a:pt x="675" y="4150"/>
                      <a:pt x="682" y="4161"/>
                    </a:cubicBezTo>
                    <a:cubicBezTo>
                      <a:pt x="684" y="4164"/>
                      <a:pt x="686" y="4168"/>
                      <a:pt x="689" y="4172"/>
                    </a:cubicBezTo>
                    <a:cubicBezTo>
                      <a:pt x="690" y="4172"/>
                      <a:pt x="690" y="4172"/>
                      <a:pt x="690" y="4172"/>
                    </a:cubicBezTo>
                    <a:cubicBezTo>
                      <a:pt x="691" y="4173"/>
                      <a:pt x="692" y="4173"/>
                      <a:pt x="693" y="4173"/>
                    </a:cubicBezTo>
                    <a:cubicBezTo>
                      <a:pt x="694" y="4173"/>
                      <a:pt x="695" y="4173"/>
                      <a:pt x="696" y="4172"/>
                    </a:cubicBezTo>
                    <a:cubicBezTo>
                      <a:pt x="697" y="4172"/>
                      <a:pt x="698" y="4171"/>
                      <a:pt x="698" y="4170"/>
                    </a:cubicBezTo>
                    <a:cubicBezTo>
                      <a:pt x="699" y="4169"/>
                      <a:pt x="699" y="4168"/>
                      <a:pt x="699" y="4167"/>
                    </a:cubicBezTo>
                    <a:cubicBezTo>
                      <a:pt x="699" y="4166"/>
                      <a:pt x="699" y="4166"/>
                      <a:pt x="699" y="4165"/>
                    </a:cubicBezTo>
                    <a:cubicBezTo>
                      <a:pt x="695" y="4148"/>
                      <a:pt x="693" y="4131"/>
                      <a:pt x="693" y="4114"/>
                    </a:cubicBezTo>
                    <a:cubicBezTo>
                      <a:pt x="691" y="4101"/>
                      <a:pt x="690" y="4085"/>
                      <a:pt x="687" y="4071"/>
                    </a:cubicBezTo>
                    <a:lnTo>
                      <a:pt x="726" y="4101"/>
                    </a:lnTo>
                    <a:cubicBezTo>
                      <a:pt x="729" y="4136"/>
                      <a:pt x="742" y="4170"/>
                      <a:pt x="748" y="4204"/>
                    </a:cubicBezTo>
                    <a:cubicBezTo>
                      <a:pt x="753" y="4247"/>
                      <a:pt x="763" y="4289"/>
                      <a:pt x="778" y="4330"/>
                    </a:cubicBezTo>
                    <a:cubicBezTo>
                      <a:pt x="779" y="4330"/>
                      <a:pt x="779" y="4330"/>
                      <a:pt x="779" y="4330"/>
                    </a:cubicBezTo>
                    <a:cubicBezTo>
                      <a:pt x="779" y="4332"/>
                      <a:pt x="781" y="4332"/>
                      <a:pt x="782" y="4333"/>
                    </a:cubicBezTo>
                    <a:cubicBezTo>
                      <a:pt x="784" y="4334"/>
                      <a:pt x="785" y="4334"/>
                      <a:pt x="786" y="4334"/>
                    </a:cubicBezTo>
                    <a:cubicBezTo>
                      <a:pt x="788" y="4334"/>
                      <a:pt x="789" y="4334"/>
                      <a:pt x="790" y="4333"/>
                    </a:cubicBezTo>
                    <a:cubicBezTo>
                      <a:pt x="791" y="4332"/>
                      <a:pt x="793" y="4332"/>
                      <a:pt x="793" y="4330"/>
                    </a:cubicBezTo>
                    <a:cubicBezTo>
                      <a:pt x="794" y="4328"/>
                      <a:pt x="794" y="4328"/>
                      <a:pt x="794" y="4326"/>
                    </a:cubicBezTo>
                    <a:cubicBezTo>
                      <a:pt x="792" y="4288"/>
                      <a:pt x="788" y="4250"/>
                      <a:pt x="780" y="4213"/>
                    </a:cubicBezTo>
                    <a:cubicBezTo>
                      <a:pt x="773" y="4182"/>
                      <a:pt x="762" y="4152"/>
                      <a:pt x="753" y="4123"/>
                    </a:cubicBezTo>
                    <a:cubicBezTo>
                      <a:pt x="770" y="4137"/>
                      <a:pt x="787" y="4151"/>
                      <a:pt x="803" y="4167"/>
                    </a:cubicBezTo>
                    <a:cubicBezTo>
                      <a:pt x="816" y="4179"/>
                      <a:pt x="830" y="4190"/>
                      <a:pt x="846" y="4199"/>
                    </a:cubicBezTo>
                    <a:cubicBezTo>
                      <a:pt x="849" y="4201"/>
                      <a:pt x="853" y="4203"/>
                      <a:pt x="856" y="4205"/>
                    </a:cubicBezTo>
                    <a:cubicBezTo>
                      <a:pt x="873" y="4218"/>
                      <a:pt x="889" y="4232"/>
                      <a:pt x="904" y="4247"/>
                    </a:cubicBezTo>
                    <a:cubicBezTo>
                      <a:pt x="950" y="4282"/>
                      <a:pt x="993" y="4324"/>
                      <a:pt x="1037" y="4363"/>
                    </a:cubicBezTo>
                    <a:lnTo>
                      <a:pt x="1063" y="4386"/>
                    </a:lnTo>
                    <a:cubicBezTo>
                      <a:pt x="1063" y="4397"/>
                      <a:pt x="1064" y="4409"/>
                      <a:pt x="1065" y="4420"/>
                    </a:cubicBezTo>
                    <a:cubicBezTo>
                      <a:pt x="1067" y="4442"/>
                      <a:pt x="1070" y="4464"/>
                      <a:pt x="1075" y="4485"/>
                    </a:cubicBezTo>
                    <a:cubicBezTo>
                      <a:pt x="1075" y="4486"/>
                      <a:pt x="1076" y="4486"/>
                      <a:pt x="1076" y="4487"/>
                    </a:cubicBezTo>
                    <a:cubicBezTo>
                      <a:pt x="1076" y="4488"/>
                      <a:pt x="1077" y="4488"/>
                      <a:pt x="1078" y="4489"/>
                    </a:cubicBezTo>
                    <a:cubicBezTo>
                      <a:pt x="1079" y="4490"/>
                      <a:pt x="1080" y="4490"/>
                      <a:pt x="1081" y="4490"/>
                    </a:cubicBezTo>
                    <a:cubicBezTo>
                      <a:pt x="1082" y="4490"/>
                      <a:pt x="1083" y="4490"/>
                      <a:pt x="1084" y="4489"/>
                    </a:cubicBezTo>
                    <a:cubicBezTo>
                      <a:pt x="1085" y="4488"/>
                      <a:pt x="1086" y="4488"/>
                      <a:pt x="1087" y="4487"/>
                    </a:cubicBezTo>
                    <a:cubicBezTo>
                      <a:pt x="1088" y="4486"/>
                      <a:pt x="1087" y="4486"/>
                      <a:pt x="1087" y="4485"/>
                    </a:cubicBezTo>
                    <a:cubicBezTo>
                      <a:pt x="1089" y="4477"/>
                      <a:pt x="1090" y="4469"/>
                      <a:pt x="1090" y="4460"/>
                    </a:cubicBezTo>
                    <a:cubicBezTo>
                      <a:pt x="1090" y="4452"/>
                      <a:pt x="1089" y="4444"/>
                      <a:pt x="1087" y="4436"/>
                    </a:cubicBezTo>
                    <a:cubicBezTo>
                      <a:pt x="1086" y="4425"/>
                      <a:pt x="1085" y="4415"/>
                      <a:pt x="1083" y="4404"/>
                    </a:cubicBezTo>
                    <a:lnTo>
                      <a:pt x="1120" y="4436"/>
                    </a:lnTo>
                    <a:cubicBezTo>
                      <a:pt x="1119" y="4446"/>
                      <a:pt x="1118" y="4456"/>
                      <a:pt x="1118" y="4467"/>
                    </a:cubicBezTo>
                    <a:cubicBezTo>
                      <a:pt x="1118" y="4483"/>
                      <a:pt x="1120" y="4499"/>
                      <a:pt x="1123" y="4515"/>
                    </a:cubicBezTo>
                    <a:cubicBezTo>
                      <a:pt x="1123" y="4540"/>
                      <a:pt x="1127" y="4565"/>
                      <a:pt x="1136" y="4589"/>
                    </a:cubicBezTo>
                    <a:cubicBezTo>
                      <a:pt x="1137" y="4589"/>
                      <a:pt x="1137" y="4589"/>
                      <a:pt x="1137" y="4589"/>
                    </a:cubicBezTo>
                    <a:cubicBezTo>
                      <a:pt x="1137" y="4591"/>
                      <a:pt x="1138" y="4591"/>
                      <a:pt x="1139" y="4592"/>
                    </a:cubicBezTo>
                    <a:cubicBezTo>
                      <a:pt x="1140" y="4593"/>
                      <a:pt x="1142" y="4593"/>
                      <a:pt x="1143" y="4593"/>
                    </a:cubicBezTo>
                    <a:cubicBezTo>
                      <a:pt x="1144" y="4593"/>
                      <a:pt x="1145" y="4593"/>
                      <a:pt x="1146" y="4592"/>
                    </a:cubicBezTo>
                    <a:cubicBezTo>
                      <a:pt x="1147" y="4591"/>
                      <a:pt x="1148" y="4591"/>
                      <a:pt x="1149" y="4589"/>
                    </a:cubicBezTo>
                    <a:cubicBezTo>
                      <a:pt x="1149" y="4589"/>
                      <a:pt x="1150" y="4588"/>
                      <a:pt x="1150" y="4587"/>
                    </a:cubicBezTo>
                    <a:cubicBezTo>
                      <a:pt x="1151" y="4578"/>
                      <a:pt x="1151" y="4570"/>
                      <a:pt x="1151" y="4562"/>
                    </a:cubicBezTo>
                    <a:cubicBezTo>
                      <a:pt x="1151" y="4545"/>
                      <a:pt x="1149" y="4529"/>
                      <a:pt x="1146" y="4512"/>
                    </a:cubicBezTo>
                    <a:cubicBezTo>
                      <a:pt x="1143" y="4493"/>
                      <a:pt x="1141" y="4472"/>
                      <a:pt x="1136" y="4452"/>
                    </a:cubicBezTo>
                    <a:lnTo>
                      <a:pt x="1163" y="4477"/>
                    </a:lnTo>
                    <a:cubicBezTo>
                      <a:pt x="1164" y="4492"/>
                      <a:pt x="1166" y="4508"/>
                      <a:pt x="1168" y="4523"/>
                    </a:cubicBezTo>
                    <a:cubicBezTo>
                      <a:pt x="1169" y="4541"/>
                      <a:pt x="1172" y="4559"/>
                      <a:pt x="1175" y="4577"/>
                    </a:cubicBezTo>
                    <a:cubicBezTo>
                      <a:pt x="1176" y="4577"/>
                      <a:pt x="1176" y="4578"/>
                      <a:pt x="1176" y="4578"/>
                    </a:cubicBezTo>
                    <a:cubicBezTo>
                      <a:pt x="1176" y="4579"/>
                      <a:pt x="1177" y="4579"/>
                      <a:pt x="1178" y="4580"/>
                    </a:cubicBezTo>
                    <a:cubicBezTo>
                      <a:pt x="1178" y="4580"/>
                      <a:pt x="1179" y="4580"/>
                      <a:pt x="1180" y="4580"/>
                    </a:cubicBezTo>
                    <a:cubicBezTo>
                      <a:pt x="1181" y="4580"/>
                      <a:pt x="1182" y="4580"/>
                      <a:pt x="1182" y="4580"/>
                    </a:cubicBezTo>
                    <a:cubicBezTo>
                      <a:pt x="1183" y="4579"/>
                      <a:pt x="1184" y="4579"/>
                      <a:pt x="1184" y="4578"/>
                    </a:cubicBezTo>
                    <a:lnTo>
                      <a:pt x="1184" y="4577"/>
                    </a:lnTo>
                    <a:cubicBezTo>
                      <a:pt x="1192" y="4546"/>
                      <a:pt x="1183" y="4519"/>
                      <a:pt x="1178" y="4490"/>
                    </a:cubicBezTo>
                    <a:cubicBezTo>
                      <a:pt x="1221" y="4529"/>
                      <a:pt x="1264" y="4569"/>
                      <a:pt x="1309" y="4605"/>
                    </a:cubicBezTo>
                    <a:cubicBezTo>
                      <a:pt x="1329" y="4620"/>
                      <a:pt x="1348" y="4636"/>
                      <a:pt x="1366" y="4652"/>
                    </a:cubicBezTo>
                    <a:cubicBezTo>
                      <a:pt x="1385" y="4672"/>
                      <a:pt x="1412" y="4678"/>
                      <a:pt x="1432" y="4695"/>
                    </a:cubicBezTo>
                    <a:cubicBezTo>
                      <a:pt x="1473" y="4731"/>
                      <a:pt x="1516" y="4765"/>
                      <a:pt x="1561" y="4797"/>
                    </a:cubicBezTo>
                    <a:cubicBezTo>
                      <a:pt x="1607" y="4826"/>
                      <a:pt x="1651" y="4858"/>
                      <a:pt x="1693" y="4892"/>
                    </a:cubicBezTo>
                    <a:cubicBezTo>
                      <a:pt x="1706" y="4904"/>
                      <a:pt x="1719" y="4913"/>
                      <a:pt x="1734" y="4922"/>
                    </a:cubicBezTo>
                    <a:cubicBezTo>
                      <a:pt x="1737" y="4924"/>
                      <a:pt x="1741" y="4926"/>
                      <a:pt x="1745" y="4928"/>
                    </a:cubicBezTo>
                    <a:cubicBezTo>
                      <a:pt x="1761" y="4936"/>
                      <a:pt x="1770" y="4952"/>
                      <a:pt x="1787" y="4958"/>
                    </a:cubicBezTo>
                    <a:cubicBezTo>
                      <a:pt x="1816" y="4969"/>
                      <a:pt x="1827" y="4993"/>
                      <a:pt x="1851" y="5009"/>
                    </a:cubicBezTo>
                    <a:cubicBezTo>
                      <a:pt x="1875" y="5024"/>
                      <a:pt x="1894" y="5039"/>
                      <a:pt x="1916" y="5055"/>
                    </a:cubicBezTo>
                    <a:cubicBezTo>
                      <a:pt x="1950" y="5080"/>
                      <a:pt x="1982" y="5108"/>
                      <a:pt x="2016" y="5132"/>
                    </a:cubicBezTo>
                    <a:cubicBezTo>
                      <a:pt x="2017" y="5133"/>
                      <a:pt x="2018" y="5134"/>
                      <a:pt x="2020" y="5136"/>
                    </a:cubicBezTo>
                    <a:cubicBezTo>
                      <a:pt x="2009" y="5189"/>
                      <a:pt x="1997" y="5242"/>
                      <a:pt x="1988" y="5296"/>
                    </a:cubicBezTo>
                    <a:cubicBezTo>
                      <a:pt x="1983" y="5333"/>
                      <a:pt x="1974" y="5368"/>
                      <a:pt x="1971" y="5405"/>
                    </a:cubicBezTo>
                    <a:cubicBezTo>
                      <a:pt x="1971" y="5410"/>
                      <a:pt x="1970" y="5415"/>
                      <a:pt x="1969" y="5420"/>
                    </a:cubicBezTo>
                    <a:cubicBezTo>
                      <a:pt x="1968" y="5421"/>
                      <a:pt x="1968" y="5422"/>
                      <a:pt x="1968" y="5422"/>
                    </a:cubicBezTo>
                    <a:cubicBezTo>
                      <a:pt x="1968" y="5423"/>
                      <a:pt x="1968" y="5424"/>
                      <a:pt x="1969" y="5424"/>
                    </a:cubicBezTo>
                    <a:cubicBezTo>
                      <a:pt x="1963" y="5442"/>
                      <a:pt x="1959" y="5461"/>
                      <a:pt x="1957" y="5480"/>
                    </a:cubicBezTo>
                    <a:cubicBezTo>
                      <a:pt x="1956" y="5498"/>
                      <a:pt x="1954" y="5515"/>
                      <a:pt x="1950" y="5532"/>
                    </a:cubicBezTo>
                    <a:cubicBezTo>
                      <a:pt x="1916" y="5501"/>
                      <a:pt x="1879" y="5474"/>
                      <a:pt x="1840" y="5449"/>
                    </a:cubicBezTo>
                    <a:cubicBezTo>
                      <a:pt x="1790" y="5417"/>
                      <a:pt x="1734" y="5390"/>
                      <a:pt x="1689" y="5354"/>
                    </a:cubicBezTo>
                    <a:cubicBezTo>
                      <a:pt x="1606" y="5288"/>
                      <a:pt x="1524" y="5222"/>
                      <a:pt x="1439" y="5162"/>
                    </a:cubicBezTo>
                    <a:moveTo>
                      <a:pt x="1749" y="5966"/>
                    </a:moveTo>
                    <a:cubicBezTo>
                      <a:pt x="1744" y="5947"/>
                      <a:pt x="1749" y="5925"/>
                      <a:pt x="1746" y="5906"/>
                    </a:cubicBezTo>
                    <a:cubicBezTo>
                      <a:pt x="1742" y="5880"/>
                      <a:pt x="1740" y="5855"/>
                      <a:pt x="1736" y="5829"/>
                    </a:cubicBezTo>
                    <a:cubicBezTo>
                      <a:pt x="1729" y="5778"/>
                      <a:pt x="1729" y="5731"/>
                      <a:pt x="1715" y="5680"/>
                    </a:cubicBezTo>
                    <a:cubicBezTo>
                      <a:pt x="1703" y="5637"/>
                      <a:pt x="1696" y="5593"/>
                      <a:pt x="1680" y="5551"/>
                    </a:cubicBezTo>
                    <a:cubicBezTo>
                      <a:pt x="1665" y="5509"/>
                      <a:pt x="1646" y="5466"/>
                      <a:pt x="1631" y="5423"/>
                    </a:cubicBezTo>
                    <a:cubicBezTo>
                      <a:pt x="1622" y="5399"/>
                      <a:pt x="1620" y="5363"/>
                      <a:pt x="1609" y="5335"/>
                    </a:cubicBezTo>
                    <a:cubicBezTo>
                      <a:pt x="1619" y="5342"/>
                      <a:pt x="1629" y="5349"/>
                      <a:pt x="1639" y="5358"/>
                    </a:cubicBezTo>
                    <a:cubicBezTo>
                      <a:pt x="1650" y="5366"/>
                      <a:pt x="1657" y="5373"/>
                      <a:pt x="1666" y="5380"/>
                    </a:cubicBezTo>
                    <a:cubicBezTo>
                      <a:pt x="1670" y="5402"/>
                      <a:pt x="1681" y="5421"/>
                      <a:pt x="1687" y="5443"/>
                    </a:cubicBezTo>
                    <a:cubicBezTo>
                      <a:pt x="1698" y="5483"/>
                      <a:pt x="1707" y="5523"/>
                      <a:pt x="1719" y="5562"/>
                    </a:cubicBezTo>
                    <a:cubicBezTo>
                      <a:pt x="1719" y="5563"/>
                      <a:pt x="1719" y="5563"/>
                      <a:pt x="1719" y="5564"/>
                    </a:cubicBezTo>
                    <a:cubicBezTo>
                      <a:pt x="1720" y="5565"/>
                      <a:pt x="1722" y="5566"/>
                      <a:pt x="1723" y="5567"/>
                    </a:cubicBezTo>
                    <a:cubicBezTo>
                      <a:pt x="1725" y="5568"/>
                      <a:pt x="1726" y="5568"/>
                      <a:pt x="1727" y="5568"/>
                    </a:cubicBezTo>
                    <a:cubicBezTo>
                      <a:pt x="1729" y="5568"/>
                      <a:pt x="1731" y="5568"/>
                      <a:pt x="1732" y="5567"/>
                    </a:cubicBezTo>
                    <a:cubicBezTo>
                      <a:pt x="1734" y="5566"/>
                      <a:pt x="1734" y="5565"/>
                      <a:pt x="1735" y="5564"/>
                    </a:cubicBezTo>
                    <a:cubicBezTo>
                      <a:pt x="1736" y="5563"/>
                      <a:pt x="1736" y="5562"/>
                      <a:pt x="1736" y="5560"/>
                    </a:cubicBezTo>
                    <a:cubicBezTo>
                      <a:pt x="1739" y="5525"/>
                      <a:pt x="1727" y="5494"/>
                      <a:pt x="1719" y="5460"/>
                    </a:cubicBezTo>
                    <a:cubicBezTo>
                      <a:pt x="1713" y="5440"/>
                      <a:pt x="1706" y="5420"/>
                      <a:pt x="1696" y="5401"/>
                    </a:cubicBezTo>
                    <a:cubicBezTo>
                      <a:pt x="1715" y="5414"/>
                      <a:pt x="1735" y="5427"/>
                      <a:pt x="1755" y="5439"/>
                    </a:cubicBezTo>
                    <a:cubicBezTo>
                      <a:pt x="1755" y="5443"/>
                      <a:pt x="1755" y="5446"/>
                      <a:pt x="1755" y="5449"/>
                    </a:cubicBezTo>
                    <a:cubicBezTo>
                      <a:pt x="1755" y="5469"/>
                      <a:pt x="1757" y="5490"/>
                      <a:pt x="1762" y="5509"/>
                    </a:cubicBezTo>
                    <a:cubicBezTo>
                      <a:pt x="1766" y="5531"/>
                      <a:pt x="1772" y="5553"/>
                      <a:pt x="1780" y="5573"/>
                    </a:cubicBezTo>
                    <a:cubicBezTo>
                      <a:pt x="1780" y="5574"/>
                      <a:pt x="1780" y="5574"/>
                      <a:pt x="1780" y="5574"/>
                    </a:cubicBezTo>
                    <a:cubicBezTo>
                      <a:pt x="1781" y="5575"/>
                      <a:pt x="1781" y="5576"/>
                      <a:pt x="1782" y="5577"/>
                    </a:cubicBezTo>
                    <a:cubicBezTo>
                      <a:pt x="1783" y="5578"/>
                      <a:pt x="1784" y="5577"/>
                      <a:pt x="1785" y="5577"/>
                    </a:cubicBezTo>
                    <a:cubicBezTo>
                      <a:pt x="1786" y="5577"/>
                      <a:pt x="1787" y="5577"/>
                      <a:pt x="1788" y="5577"/>
                    </a:cubicBezTo>
                    <a:cubicBezTo>
                      <a:pt x="1789" y="5576"/>
                      <a:pt x="1790" y="5575"/>
                      <a:pt x="1791" y="5574"/>
                    </a:cubicBezTo>
                    <a:lnTo>
                      <a:pt x="1791" y="5573"/>
                    </a:lnTo>
                    <a:cubicBezTo>
                      <a:pt x="1793" y="5565"/>
                      <a:pt x="1793" y="5557"/>
                      <a:pt x="1793" y="5549"/>
                    </a:cubicBezTo>
                    <a:cubicBezTo>
                      <a:pt x="1793" y="5538"/>
                      <a:pt x="1792" y="5527"/>
                      <a:pt x="1789" y="5517"/>
                    </a:cubicBezTo>
                    <a:cubicBezTo>
                      <a:pt x="1786" y="5496"/>
                      <a:pt x="1783" y="5474"/>
                      <a:pt x="1778" y="5453"/>
                    </a:cubicBezTo>
                    <a:lnTo>
                      <a:pt x="1809" y="5473"/>
                    </a:lnTo>
                    <a:cubicBezTo>
                      <a:pt x="1829" y="5584"/>
                      <a:pt x="1845" y="5695"/>
                      <a:pt x="1873" y="5804"/>
                    </a:cubicBezTo>
                    <a:cubicBezTo>
                      <a:pt x="1874" y="5805"/>
                      <a:pt x="1874" y="5806"/>
                      <a:pt x="1874" y="5806"/>
                    </a:cubicBezTo>
                    <a:cubicBezTo>
                      <a:pt x="1875" y="5807"/>
                      <a:pt x="1876" y="5808"/>
                      <a:pt x="1877" y="5809"/>
                    </a:cubicBezTo>
                    <a:cubicBezTo>
                      <a:pt x="1878" y="5810"/>
                      <a:pt x="1879" y="5810"/>
                      <a:pt x="1880" y="5810"/>
                    </a:cubicBezTo>
                    <a:cubicBezTo>
                      <a:pt x="1882" y="5810"/>
                      <a:pt x="1883" y="5810"/>
                      <a:pt x="1884" y="5809"/>
                    </a:cubicBezTo>
                    <a:cubicBezTo>
                      <a:pt x="1885" y="5808"/>
                      <a:pt x="1886" y="5807"/>
                      <a:pt x="1887" y="5806"/>
                    </a:cubicBezTo>
                    <a:cubicBezTo>
                      <a:pt x="1887" y="5805"/>
                      <a:pt x="1888" y="5804"/>
                      <a:pt x="1888" y="5803"/>
                    </a:cubicBezTo>
                    <a:cubicBezTo>
                      <a:pt x="1891" y="5741"/>
                      <a:pt x="1869" y="5680"/>
                      <a:pt x="1859" y="5619"/>
                    </a:cubicBezTo>
                    <a:cubicBezTo>
                      <a:pt x="1853" y="5574"/>
                      <a:pt x="1844" y="5530"/>
                      <a:pt x="1831" y="5486"/>
                    </a:cubicBezTo>
                    <a:cubicBezTo>
                      <a:pt x="1840" y="5492"/>
                      <a:pt x="1849" y="5498"/>
                      <a:pt x="1858" y="5504"/>
                    </a:cubicBezTo>
                    <a:cubicBezTo>
                      <a:pt x="1861" y="5553"/>
                      <a:pt x="1868" y="5601"/>
                      <a:pt x="1880" y="5648"/>
                    </a:cubicBezTo>
                    <a:cubicBezTo>
                      <a:pt x="1887" y="5676"/>
                      <a:pt x="1888" y="5713"/>
                      <a:pt x="1910" y="5733"/>
                    </a:cubicBezTo>
                    <a:lnTo>
                      <a:pt x="1911" y="5734"/>
                    </a:lnTo>
                    <a:cubicBezTo>
                      <a:pt x="1912" y="5735"/>
                      <a:pt x="1913" y="5734"/>
                      <a:pt x="1914" y="5734"/>
                    </a:cubicBezTo>
                    <a:cubicBezTo>
                      <a:pt x="1915" y="5734"/>
                      <a:pt x="1916" y="5735"/>
                      <a:pt x="1917" y="5734"/>
                    </a:cubicBezTo>
                    <a:cubicBezTo>
                      <a:pt x="1918" y="5733"/>
                      <a:pt x="1917" y="5733"/>
                      <a:pt x="1917" y="5733"/>
                    </a:cubicBezTo>
                    <a:cubicBezTo>
                      <a:pt x="1917" y="5736"/>
                      <a:pt x="1917" y="5740"/>
                      <a:pt x="1917" y="5742"/>
                    </a:cubicBezTo>
                    <a:cubicBezTo>
                      <a:pt x="1914" y="5777"/>
                      <a:pt x="1908" y="5811"/>
                      <a:pt x="1901" y="5845"/>
                    </a:cubicBezTo>
                    <a:cubicBezTo>
                      <a:pt x="1901" y="5848"/>
                      <a:pt x="1899" y="5851"/>
                      <a:pt x="1899" y="5855"/>
                    </a:cubicBezTo>
                    <a:cubicBezTo>
                      <a:pt x="1885" y="5920"/>
                      <a:pt x="1867" y="5986"/>
                      <a:pt x="1852" y="6051"/>
                    </a:cubicBezTo>
                    <a:cubicBezTo>
                      <a:pt x="1839" y="6106"/>
                      <a:pt x="1832" y="6161"/>
                      <a:pt x="1823" y="6217"/>
                    </a:cubicBezTo>
                    <a:lnTo>
                      <a:pt x="1822" y="6218"/>
                    </a:lnTo>
                    <a:cubicBezTo>
                      <a:pt x="1822" y="6219"/>
                      <a:pt x="1823" y="6219"/>
                      <a:pt x="1823" y="6220"/>
                    </a:cubicBezTo>
                    <a:cubicBezTo>
                      <a:pt x="1821" y="6230"/>
                      <a:pt x="1820" y="6239"/>
                      <a:pt x="1818" y="6251"/>
                    </a:cubicBezTo>
                    <a:cubicBezTo>
                      <a:pt x="1815" y="6278"/>
                      <a:pt x="1810" y="6305"/>
                      <a:pt x="1802" y="6331"/>
                    </a:cubicBezTo>
                    <a:cubicBezTo>
                      <a:pt x="1795" y="6355"/>
                      <a:pt x="1789" y="6380"/>
                      <a:pt x="1786" y="6406"/>
                    </a:cubicBezTo>
                    <a:lnTo>
                      <a:pt x="1785" y="6404"/>
                    </a:lnTo>
                    <a:cubicBezTo>
                      <a:pt x="1785" y="6400"/>
                      <a:pt x="1785" y="6395"/>
                      <a:pt x="1785" y="6391"/>
                    </a:cubicBezTo>
                    <a:cubicBezTo>
                      <a:pt x="1785" y="6381"/>
                      <a:pt x="1785" y="6371"/>
                      <a:pt x="1786" y="6361"/>
                    </a:cubicBezTo>
                    <a:cubicBezTo>
                      <a:pt x="1788" y="6335"/>
                      <a:pt x="1778" y="6310"/>
                      <a:pt x="1779" y="6283"/>
                    </a:cubicBezTo>
                    <a:cubicBezTo>
                      <a:pt x="1780" y="6223"/>
                      <a:pt x="1766" y="6162"/>
                      <a:pt x="1765" y="6101"/>
                    </a:cubicBezTo>
                    <a:cubicBezTo>
                      <a:pt x="1765" y="6056"/>
                      <a:pt x="1759" y="6011"/>
                      <a:pt x="1749" y="5966"/>
                    </a:cubicBezTo>
                    <a:moveTo>
                      <a:pt x="1735" y="6531"/>
                    </a:moveTo>
                    <a:lnTo>
                      <a:pt x="1738" y="6531"/>
                    </a:lnTo>
                    <a:cubicBezTo>
                      <a:pt x="1741" y="6530"/>
                      <a:pt x="1745" y="6530"/>
                      <a:pt x="1749" y="6530"/>
                    </a:cubicBezTo>
                    <a:cubicBezTo>
                      <a:pt x="1753" y="6530"/>
                      <a:pt x="1757" y="6530"/>
                      <a:pt x="1761" y="6531"/>
                    </a:cubicBezTo>
                    <a:cubicBezTo>
                      <a:pt x="1762" y="6531"/>
                      <a:pt x="1764" y="6531"/>
                      <a:pt x="1765" y="6531"/>
                    </a:cubicBezTo>
                    <a:cubicBezTo>
                      <a:pt x="1773" y="6531"/>
                      <a:pt x="1781" y="6529"/>
                      <a:pt x="1788" y="6525"/>
                    </a:cubicBezTo>
                    <a:lnTo>
                      <a:pt x="1788" y="6524"/>
                    </a:lnTo>
                    <a:cubicBezTo>
                      <a:pt x="1788" y="6527"/>
                      <a:pt x="1788" y="6530"/>
                      <a:pt x="1788" y="6534"/>
                    </a:cubicBezTo>
                    <a:cubicBezTo>
                      <a:pt x="1788" y="6537"/>
                      <a:pt x="1788" y="6541"/>
                      <a:pt x="1788" y="6545"/>
                    </a:cubicBezTo>
                    <a:cubicBezTo>
                      <a:pt x="1780" y="6541"/>
                      <a:pt x="1771" y="6539"/>
                      <a:pt x="1762" y="6539"/>
                    </a:cubicBezTo>
                    <a:cubicBezTo>
                      <a:pt x="1751" y="6539"/>
                      <a:pt x="1740" y="6542"/>
                      <a:pt x="1731" y="6547"/>
                    </a:cubicBezTo>
                    <a:lnTo>
                      <a:pt x="1735" y="6531"/>
                    </a:lnTo>
                    <a:moveTo>
                      <a:pt x="1471" y="6814"/>
                    </a:moveTo>
                    <a:lnTo>
                      <a:pt x="1471" y="6815"/>
                    </a:lnTo>
                    <a:cubicBezTo>
                      <a:pt x="1472" y="6815"/>
                      <a:pt x="1473" y="6815"/>
                      <a:pt x="1474" y="6816"/>
                    </a:cubicBezTo>
                    <a:lnTo>
                      <a:pt x="1469" y="6816"/>
                    </a:lnTo>
                    <a:lnTo>
                      <a:pt x="1471" y="6814"/>
                    </a:lnTo>
                    <a:moveTo>
                      <a:pt x="2228" y="7682"/>
                    </a:moveTo>
                    <a:cubicBezTo>
                      <a:pt x="2217" y="7745"/>
                      <a:pt x="2181" y="7803"/>
                      <a:pt x="2160" y="7863"/>
                    </a:cubicBezTo>
                    <a:cubicBezTo>
                      <a:pt x="2152" y="7885"/>
                      <a:pt x="2146" y="7907"/>
                      <a:pt x="2138" y="7928"/>
                    </a:cubicBezTo>
                    <a:cubicBezTo>
                      <a:pt x="2127" y="7953"/>
                      <a:pt x="2106" y="7971"/>
                      <a:pt x="2090" y="7993"/>
                    </a:cubicBezTo>
                    <a:cubicBezTo>
                      <a:pt x="2087" y="7998"/>
                      <a:pt x="2085" y="8003"/>
                      <a:pt x="2082" y="8008"/>
                    </a:cubicBezTo>
                    <a:cubicBezTo>
                      <a:pt x="2073" y="8025"/>
                      <a:pt x="2063" y="8044"/>
                      <a:pt x="2055" y="8062"/>
                    </a:cubicBezTo>
                    <a:lnTo>
                      <a:pt x="2055" y="8064"/>
                    </a:lnTo>
                    <a:cubicBezTo>
                      <a:pt x="2043" y="8080"/>
                      <a:pt x="2031" y="8096"/>
                      <a:pt x="2020" y="8111"/>
                    </a:cubicBezTo>
                    <a:cubicBezTo>
                      <a:pt x="1998" y="8139"/>
                      <a:pt x="1961" y="8151"/>
                      <a:pt x="1944" y="8183"/>
                    </a:cubicBezTo>
                    <a:cubicBezTo>
                      <a:pt x="1932" y="8202"/>
                      <a:pt x="1918" y="8219"/>
                      <a:pt x="1903" y="8235"/>
                    </a:cubicBezTo>
                    <a:cubicBezTo>
                      <a:pt x="1889" y="8255"/>
                      <a:pt x="1875" y="8273"/>
                      <a:pt x="1861" y="8291"/>
                    </a:cubicBezTo>
                    <a:cubicBezTo>
                      <a:pt x="1844" y="8315"/>
                      <a:pt x="1823" y="8336"/>
                      <a:pt x="1798" y="8353"/>
                    </a:cubicBezTo>
                    <a:cubicBezTo>
                      <a:pt x="1793" y="8356"/>
                      <a:pt x="1788" y="8359"/>
                      <a:pt x="1783" y="8362"/>
                    </a:cubicBezTo>
                    <a:cubicBezTo>
                      <a:pt x="1770" y="8370"/>
                      <a:pt x="1756" y="8377"/>
                      <a:pt x="1741" y="8383"/>
                    </a:cubicBezTo>
                    <a:cubicBezTo>
                      <a:pt x="1743" y="8375"/>
                      <a:pt x="1745" y="8368"/>
                      <a:pt x="1749" y="8362"/>
                    </a:cubicBezTo>
                    <a:cubicBezTo>
                      <a:pt x="1750" y="8361"/>
                      <a:pt x="1751" y="8359"/>
                      <a:pt x="1752" y="8358"/>
                    </a:cubicBezTo>
                    <a:lnTo>
                      <a:pt x="1757" y="8361"/>
                    </a:lnTo>
                    <a:cubicBezTo>
                      <a:pt x="1757" y="8362"/>
                      <a:pt x="1758" y="8362"/>
                      <a:pt x="1758" y="8362"/>
                    </a:cubicBezTo>
                    <a:cubicBezTo>
                      <a:pt x="1762" y="8364"/>
                      <a:pt x="1767" y="8366"/>
                      <a:pt x="1771" y="8366"/>
                    </a:cubicBezTo>
                    <a:cubicBezTo>
                      <a:pt x="1772" y="8366"/>
                      <a:pt x="1773" y="8366"/>
                      <a:pt x="1774" y="8366"/>
                    </a:cubicBezTo>
                    <a:cubicBezTo>
                      <a:pt x="1788" y="8363"/>
                      <a:pt x="1775" y="8346"/>
                      <a:pt x="1767" y="8341"/>
                    </a:cubicBezTo>
                    <a:lnTo>
                      <a:pt x="1765" y="8340"/>
                    </a:lnTo>
                    <a:cubicBezTo>
                      <a:pt x="1772" y="8333"/>
                      <a:pt x="1778" y="8326"/>
                      <a:pt x="1785" y="8321"/>
                    </a:cubicBezTo>
                    <a:lnTo>
                      <a:pt x="1791" y="8321"/>
                    </a:lnTo>
                    <a:cubicBezTo>
                      <a:pt x="1795" y="8321"/>
                      <a:pt x="1798" y="8322"/>
                      <a:pt x="1801" y="8323"/>
                    </a:cubicBezTo>
                    <a:cubicBezTo>
                      <a:pt x="1802" y="8323"/>
                      <a:pt x="1803" y="8323"/>
                      <a:pt x="1804" y="8323"/>
                    </a:cubicBezTo>
                    <a:cubicBezTo>
                      <a:pt x="1807" y="8323"/>
                      <a:pt x="1810" y="8322"/>
                      <a:pt x="1812" y="8321"/>
                    </a:cubicBezTo>
                    <a:lnTo>
                      <a:pt x="1813" y="8320"/>
                    </a:lnTo>
                    <a:cubicBezTo>
                      <a:pt x="1814" y="8320"/>
                      <a:pt x="1815" y="8319"/>
                      <a:pt x="1815" y="8318"/>
                    </a:cubicBezTo>
                    <a:cubicBezTo>
                      <a:pt x="1816" y="8317"/>
                      <a:pt x="1816" y="8316"/>
                      <a:pt x="1816" y="8314"/>
                    </a:cubicBezTo>
                    <a:lnTo>
                      <a:pt x="1816" y="8313"/>
                    </a:lnTo>
                    <a:cubicBezTo>
                      <a:pt x="1816" y="8312"/>
                      <a:pt x="1815" y="8310"/>
                      <a:pt x="1814" y="8309"/>
                    </a:cubicBezTo>
                    <a:cubicBezTo>
                      <a:pt x="1812" y="8306"/>
                      <a:pt x="1810" y="8303"/>
                      <a:pt x="1807" y="8301"/>
                    </a:cubicBezTo>
                    <a:cubicBezTo>
                      <a:pt x="1805" y="8300"/>
                      <a:pt x="1803" y="8300"/>
                      <a:pt x="1802" y="8299"/>
                    </a:cubicBezTo>
                    <a:lnTo>
                      <a:pt x="1811" y="8287"/>
                    </a:lnTo>
                    <a:lnTo>
                      <a:pt x="1826" y="8287"/>
                    </a:lnTo>
                    <a:cubicBezTo>
                      <a:pt x="1833" y="8287"/>
                      <a:pt x="1840" y="8287"/>
                      <a:pt x="1844" y="8281"/>
                    </a:cubicBezTo>
                    <a:lnTo>
                      <a:pt x="1845" y="8281"/>
                    </a:lnTo>
                    <a:cubicBezTo>
                      <a:pt x="1845" y="8280"/>
                      <a:pt x="1845" y="8279"/>
                      <a:pt x="1845" y="8278"/>
                    </a:cubicBezTo>
                    <a:cubicBezTo>
                      <a:pt x="1845" y="8277"/>
                      <a:pt x="1845" y="8276"/>
                      <a:pt x="1845" y="8275"/>
                    </a:cubicBezTo>
                    <a:lnTo>
                      <a:pt x="1844" y="8274"/>
                    </a:lnTo>
                    <a:cubicBezTo>
                      <a:pt x="1843" y="8273"/>
                      <a:pt x="1841" y="8272"/>
                      <a:pt x="1840" y="8271"/>
                    </a:cubicBezTo>
                    <a:cubicBezTo>
                      <a:pt x="1837" y="8269"/>
                      <a:pt x="1833" y="8268"/>
                      <a:pt x="1830" y="8268"/>
                    </a:cubicBezTo>
                    <a:cubicBezTo>
                      <a:pt x="1829" y="8268"/>
                      <a:pt x="1828" y="8268"/>
                      <a:pt x="1827" y="8268"/>
                    </a:cubicBezTo>
                    <a:lnTo>
                      <a:pt x="1826" y="8268"/>
                    </a:lnTo>
                    <a:lnTo>
                      <a:pt x="1846" y="8240"/>
                    </a:lnTo>
                    <a:cubicBezTo>
                      <a:pt x="1852" y="8238"/>
                      <a:pt x="1859" y="8237"/>
                      <a:pt x="1865" y="8237"/>
                    </a:cubicBezTo>
                    <a:cubicBezTo>
                      <a:pt x="1867" y="8237"/>
                      <a:pt x="1868" y="8238"/>
                      <a:pt x="1869" y="8238"/>
                    </a:cubicBezTo>
                    <a:cubicBezTo>
                      <a:pt x="1875" y="8238"/>
                      <a:pt x="1881" y="8236"/>
                      <a:pt x="1886" y="8233"/>
                    </a:cubicBezTo>
                    <a:cubicBezTo>
                      <a:pt x="1888" y="8232"/>
                      <a:pt x="1891" y="8230"/>
                      <a:pt x="1893" y="8228"/>
                    </a:cubicBezTo>
                    <a:cubicBezTo>
                      <a:pt x="1893" y="8227"/>
                      <a:pt x="1893" y="8227"/>
                      <a:pt x="1893" y="8227"/>
                    </a:cubicBezTo>
                    <a:cubicBezTo>
                      <a:pt x="1894" y="8226"/>
                      <a:pt x="1894" y="8225"/>
                      <a:pt x="1894" y="8224"/>
                    </a:cubicBezTo>
                    <a:cubicBezTo>
                      <a:pt x="1894" y="8222"/>
                      <a:pt x="1894" y="8221"/>
                      <a:pt x="1893" y="8220"/>
                    </a:cubicBezTo>
                    <a:cubicBezTo>
                      <a:pt x="1886" y="8211"/>
                      <a:pt x="1872" y="8215"/>
                      <a:pt x="1862" y="8216"/>
                    </a:cubicBezTo>
                    <a:cubicBezTo>
                      <a:pt x="1869" y="8205"/>
                      <a:pt x="1877" y="8196"/>
                      <a:pt x="1884" y="8185"/>
                    </a:cubicBezTo>
                    <a:cubicBezTo>
                      <a:pt x="1887" y="8184"/>
                      <a:pt x="1891" y="8183"/>
                      <a:pt x="1895" y="8183"/>
                    </a:cubicBezTo>
                    <a:cubicBezTo>
                      <a:pt x="1908" y="8182"/>
                      <a:pt x="1923" y="8187"/>
                      <a:pt x="1933" y="8177"/>
                    </a:cubicBezTo>
                    <a:cubicBezTo>
                      <a:pt x="1933" y="8176"/>
                      <a:pt x="1934" y="8176"/>
                      <a:pt x="1934" y="8176"/>
                    </a:cubicBezTo>
                    <a:cubicBezTo>
                      <a:pt x="1935" y="8175"/>
                      <a:pt x="1935" y="8173"/>
                      <a:pt x="1935" y="8172"/>
                    </a:cubicBezTo>
                    <a:cubicBezTo>
                      <a:pt x="1935" y="8171"/>
                      <a:pt x="1935" y="8170"/>
                      <a:pt x="1934" y="8169"/>
                    </a:cubicBezTo>
                    <a:lnTo>
                      <a:pt x="1933" y="8168"/>
                    </a:lnTo>
                    <a:cubicBezTo>
                      <a:pt x="1926" y="8159"/>
                      <a:pt x="1911" y="8160"/>
                      <a:pt x="1900" y="8160"/>
                    </a:cubicBezTo>
                    <a:cubicBezTo>
                      <a:pt x="1906" y="8151"/>
                      <a:pt x="1911" y="8143"/>
                      <a:pt x="1916" y="8134"/>
                    </a:cubicBezTo>
                    <a:cubicBezTo>
                      <a:pt x="1918" y="8134"/>
                      <a:pt x="1919" y="8133"/>
                      <a:pt x="1920" y="8133"/>
                    </a:cubicBezTo>
                    <a:cubicBezTo>
                      <a:pt x="1921" y="8132"/>
                      <a:pt x="1922" y="8131"/>
                      <a:pt x="1923" y="8129"/>
                    </a:cubicBezTo>
                    <a:cubicBezTo>
                      <a:pt x="1924" y="8128"/>
                      <a:pt x="1924" y="8127"/>
                      <a:pt x="1924" y="8126"/>
                    </a:cubicBezTo>
                    <a:cubicBezTo>
                      <a:pt x="1924" y="8128"/>
                      <a:pt x="1927" y="8126"/>
                      <a:pt x="1927" y="8126"/>
                    </a:cubicBezTo>
                    <a:cubicBezTo>
                      <a:pt x="1930" y="8126"/>
                      <a:pt x="1933" y="8125"/>
                      <a:pt x="1936" y="8125"/>
                    </a:cubicBezTo>
                    <a:cubicBezTo>
                      <a:pt x="1937" y="8125"/>
                      <a:pt x="1937" y="8125"/>
                      <a:pt x="1938" y="8125"/>
                    </a:cubicBezTo>
                    <a:cubicBezTo>
                      <a:pt x="1944" y="8125"/>
                      <a:pt x="1950" y="8125"/>
                      <a:pt x="1956" y="8124"/>
                    </a:cubicBezTo>
                    <a:cubicBezTo>
                      <a:pt x="1964" y="8123"/>
                      <a:pt x="1967" y="8107"/>
                      <a:pt x="1956" y="8105"/>
                    </a:cubicBezTo>
                    <a:cubicBezTo>
                      <a:pt x="1953" y="8104"/>
                      <a:pt x="1950" y="8103"/>
                      <a:pt x="1947" y="8103"/>
                    </a:cubicBezTo>
                    <a:lnTo>
                      <a:pt x="1937" y="8103"/>
                    </a:lnTo>
                    <a:lnTo>
                      <a:pt x="1934" y="8103"/>
                    </a:lnTo>
                    <a:cubicBezTo>
                      <a:pt x="1942" y="8090"/>
                      <a:pt x="1950" y="8077"/>
                      <a:pt x="1958" y="8063"/>
                    </a:cubicBezTo>
                    <a:cubicBezTo>
                      <a:pt x="1965" y="8060"/>
                      <a:pt x="1972" y="8059"/>
                      <a:pt x="1979" y="8057"/>
                    </a:cubicBezTo>
                    <a:cubicBezTo>
                      <a:pt x="1989" y="8057"/>
                      <a:pt x="1998" y="8055"/>
                      <a:pt x="2007" y="8051"/>
                    </a:cubicBezTo>
                    <a:cubicBezTo>
                      <a:pt x="2008" y="8050"/>
                      <a:pt x="2008" y="8050"/>
                      <a:pt x="2009" y="8049"/>
                    </a:cubicBezTo>
                    <a:cubicBezTo>
                      <a:pt x="2010" y="8048"/>
                      <a:pt x="2010" y="8046"/>
                      <a:pt x="2010" y="8045"/>
                    </a:cubicBezTo>
                    <a:cubicBezTo>
                      <a:pt x="2010" y="8043"/>
                      <a:pt x="2009" y="8043"/>
                      <a:pt x="2009" y="8042"/>
                    </a:cubicBezTo>
                    <a:cubicBezTo>
                      <a:pt x="2008" y="8041"/>
                      <a:pt x="2008" y="8041"/>
                      <a:pt x="2007" y="8040"/>
                    </a:cubicBezTo>
                    <a:cubicBezTo>
                      <a:pt x="2000" y="8036"/>
                      <a:pt x="1992" y="8034"/>
                      <a:pt x="1984" y="8034"/>
                    </a:cubicBezTo>
                    <a:cubicBezTo>
                      <a:pt x="1980" y="8034"/>
                      <a:pt x="1976" y="8035"/>
                      <a:pt x="1973" y="8035"/>
                    </a:cubicBezTo>
                    <a:lnTo>
                      <a:pt x="1979" y="8023"/>
                    </a:lnTo>
                    <a:cubicBezTo>
                      <a:pt x="1995" y="8018"/>
                      <a:pt x="2008" y="8026"/>
                      <a:pt x="2022" y="8030"/>
                    </a:cubicBezTo>
                    <a:cubicBezTo>
                      <a:pt x="2023" y="8030"/>
                      <a:pt x="2024" y="8030"/>
                      <a:pt x="2024" y="8030"/>
                    </a:cubicBezTo>
                    <a:cubicBezTo>
                      <a:pt x="2026" y="8030"/>
                      <a:pt x="2028" y="8030"/>
                      <a:pt x="2029" y="8029"/>
                    </a:cubicBezTo>
                    <a:cubicBezTo>
                      <a:pt x="2031" y="8028"/>
                      <a:pt x="2032" y="8026"/>
                      <a:pt x="2033" y="8025"/>
                    </a:cubicBezTo>
                    <a:cubicBezTo>
                      <a:pt x="2034" y="8023"/>
                      <a:pt x="2034" y="8022"/>
                      <a:pt x="2034" y="8021"/>
                    </a:cubicBezTo>
                    <a:lnTo>
                      <a:pt x="2034" y="8020"/>
                    </a:lnTo>
                    <a:lnTo>
                      <a:pt x="2034" y="8022"/>
                    </a:lnTo>
                    <a:cubicBezTo>
                      <a:pt x="2034" y="8021"/>
                      <a:pt x="2034" y="8020"/>
                      <a:pt x="2034" y="8019"/>
                    </a:cubicBezTo>
                    <a:cubicBezTo>
                      <a:pt x="2034" y="8018"/>
                      <a:pt x="2034" y="8017"/>
                      <a:pt x="2034" y="8016"/>
                    </a:cubicBezTo>
                    <a:cubicBezTo>
                      <a:pt x="2034" y="8015"/>
                      <a:pt x="2033" y="8014"/>
                      <a:pt x="2033" y="8014"/>
                    </a:cubicBezTo>
                    <a:cubicBezTo>
                      <a:pt x="2032" y="8012"/>
                      <a:pt x="2031" y="8011"/>
                      <a:pt x="2030" y="8010"/>
                    </a:cubicBezTo>
                    <a:cubicBezTo>
                      <a:pt x="2028" y="8008"/>
                      <a:pt x="2026" y="8006"/>
                      <a:pt x="2023" y="8005"/>
                    </a:cubicBezTo>
                    <a:cubicBezTo>
                      <a:pt x="2020" y="8003"/>
                      <a:pt x="2017" y="8002"/>
                      <a:pt x="2013" y="8001"/>
                    </a:cubicBezTo>
                    <a:cubicBezTo>
                      <a:pt x="2010" y="8000"/>
                      <a:pt x="2006" y="8000"/>
                      <a:pt x="2002" y="8000"/>
                    </a:cubicBezTo>
                    <a:cubicBezTo>
                      <a:pt x="1999" y="8000"/>
                      <a:pt x="1995" y="8000"/>
                      <a:pt x="1991" y="8001"/>
                    </a:cubicBezTo>
                    <a:cubicBezTo>
                      <a:pt x="1995" y="7994"/>
                      <a:pt x="1998" y="7986"/>
                      <a:pt x="2002" y="7979"/>
                    </a:cubicBezTo>
                    <a:cubicBezTo>
                      <a:pt x="2007" y="7978"/>
                      <a:pt x="2012" y="7977"/>
                      <a:pt x="2018" y="7976"/>
                    </a:cubicBezTo>
                    <a:cubicBezTo>
                      <a:pt x="2036" y="7973"/>
                      <a:pt x="2055" y="7968"/>
                      <a:pt x="2072" y="7959"/>
                    </a:cubicBezTo>
                    <a:cubicBezTo>
                      <a:pt x="2073" y="7958"/>
                      <a:pt x="2074" y="7957"/>
                      <a:pt x="2075" y="7956"/>
                    </a:cubicBezTo>
                    <a:cubicBezTo>
                      <a:pt x="2076" y="7954"/>
                      <a:pt x="2077" y="7952"/>
                      <a:pt x="2077" y="7951"/>
                    </a:cubicBezTo>
                    <a:cubicBezTo>
                      <a:pt x="2077" y="7949"/>
                      <a:pt x="2076" y="7947"/>
                      <a:pt x="2075" y="7946"/>
                    </a:cubicBezTo>
                    <a:cubicBezTo>
                      <a:pt x="2075" y="7945"/>
                      <a:pt x="2074" y="7944"/>
                      <a:pt x="2074" y="7944"/>
                    </a:cubicBezTo>
                    <a:cubicBezTo>
                      <a:pt x="2062" y="7933"/>
                      <a:pt x="2035" y="7941"/>
                      <a:pt x="2018" y="7946"/>
                    </a:cubicBezTo>
                    <a:lnTo>
                      <a:pt x="2036" y="7907"/>
                    </a:lnTo>
                    <a:cubicBezTo>
                      <a:pt x="2041" y="7906"/>
                      <a:pt x="2047" y="7904"/>
                      <a:pt x="2052" y="7902"/>
                    </a:cubicBezTo>
                    <a:cubicBezTo>
                      <a:pt x="2065" y="7897"/>
                      <a:pt x="2079" y="7902"/>
                      <a:pt x="2090" y="7891"/>
                    </a:cubicBezTo>
                    <a:lnTo>
                      <a:pt x="2091" y="7890"/>
                    </a:lnTo>
                    <a:cubicBezTo>
                      <a:pt x="2092" y="7889"/>
                      <a:pt x="2092" y="7887"/>
                      <a:pt x="2092" y="7886"/>
                    </a:cubicBezTo>
                    <a:cubicBezTo>
                      <a:pt x="2092" y="7885"/>
                      <a:pt x="2092" y="7883"/>
                      <a:pt x="2091" y="7882"/>
                    </a:cubicBezTo>
                    <a:cubicBezTo>
                      <a:pt x="2091" y="7881"/>
                      <a:pt x="2090" y="7881"/>
                      <a:pt x="2090" y="7880"/>
                    </a:cubicBezTo>
                    <a:cubicBezTo>
                      <a:pt x="2089" y="7880"/>
                      <a:pt x="2087" y="7879"/>
                      <a:pt x="2086" y="7878"/>
                    </a:cubicBezTo>
                    <a:cubicBezTo>
                      <a:pt x="2080" y="7874"/>
                      <a:pt x="2073" y="7873"/>
                      <a:pt x="2066" y="7873"/>
                    </a:cubicBezTo>
                    <a:cubicBezTo>
                      <a:pt x="2061" y="7873"/>
                      <a:pt x="2056" y="7874"/>
                      <a:pt x="2051" y="7876"/>
                    </a:cubicBezTo>
                    <a:lnTo>
                      <a:pt x="2059" y="7858"/>
                    </a:lnTo>
                    <a:lnTo>
                      <a:pt x="2066" y="7842"/>
                    </a:lnTo>
                    <a:cubicBezTo>
                      <a:pt x="2074" y="7840"/>
                      <a:pt x="2081" y="7838"/>
                      <a:pt x="2089" y="7837"/>
                    </a:cubicBezTo>
                    <a:cubicBezTo>
                      <a:pt x="2102" y="7837"/>
                      <a:pt x="2115" y="7834"/>
                      <a:pt x="2126" y="7828"/>
                    </a:cubicBezTo>
                    <a:cubicBezTo>
                      <a:pt x="2127" y="7828"/>
                      <a:pt x="2128" y="7827"/>
                      <a:pt x="2128" y="7826"/>
                    </a:cubicBezTo>
                    <a:cubicBezTo>
                      <a:pt x="2129" y="7825"/>
                      <a:pt x="2129" y="7823"/>
                      <a:pt x="2129" y="7822"/>
                    </a:cubicBezTo>
                    <a:cubicBezTo>
                      <a:pt x="2129" y="7821"/>
                      <a:pt x="2129" y="7819"/>
                      <a:pt x="2128" y="7818"/>
                    </a:cubicBezTo>
                    <a:cubicBezTo>
                      <a:pt x="2128" y="7817"/>
                      <a:pt x="2127" y="7817"/>
                      <a:pt x="2126" y="7816"/>
                    </a:cubicBezTo>
                    <a:cubicBezTo>
                      <a:pt x="2118" y="7811"/>
                      <a:pt x="2108" y="7809"/>
                      <a:pt x="2099" y="7809"/>
                    </a:cubicBezTo>
                    <a:cubicBezTo>
                      <a:pt x="2092" y="7809"/>
                      <a:pt x="2085" y="7810"/>
                      <a:pt x="2078" y="7813"/>
                    </a:cubicBezTo>
                    <a:cubicBezTo>
                      <a:pt x="2082" y="7803"/>
                      <a:pt x="2086" y="7793"/>
                      <a:pt x="2090" y="7784"/>
                    </a:cubicBezTo>
                    <a:cubicBezTo>
                      <a:pt x="2092" y="7783"/>
                      <a:pt x="2093" y="7781"/>
                      <a:pt x="2096" y="7780"/>
                    </a:cubicBezTo>
                    <a:cubicBezTo>
                      <a:pt x="2104" y="7775"/>
                      <a:pt x="2115" y="7772"/>
                      <a:pt x="2125" y="7772"/>
                    </a:cubicBezTo>
                    <a:cubicBezTo>
                      <a:pt x="2126" y="7772"/>
                      <a:pt x="2128" y="7772"/>
                      <a:pt x="2129" y="7772"/>
                    </a:cubicBezTo>
                    <a:cubicBezTo>
                      <a:pt x="2139" y="7772"/>
                      <a:pt x="2151" y="7775"/>
                      <a:pt x="2152" y="7763"/>
                    </a:cubicBezTo>
                    <a:cubicBezTo>
                      <a:pt x="2154" y="7750"/>
                      <a:pt x="2133" y="7747"/>
                      <a:pt x="2124" y="7747"/>
                    </a:cubicBezTo>
                    <a:lnTo>
                      <a:pt x="2123" y="7747"/>
                    </a:lnTo>
                    <a:cubicBezTo>
                      <a:pt x="2117" y="7747"/>
                      <a:pt x="2110" y="7748"/>
                      <a:pt x="2103" y="7750"/>
                    </a:cubicBezTo>
                    <a:lnTo>
                      <a:pt x="2102" y="7750"/>
                    </a:lnTo>
                    <a:cubicBezTo>
                      <a:pt x="2106" y="7735"/>
                      <a:pt x="2110" y="7719"/>
                      <a:pt x="2113" y="7704"/>
                    </a:cubicBezTo>
                    <a:lnTo>
                      <a:pt x="2118" y="7703"/>
                    </a:lnTo>
                    <a:cubicBezTo>
                      <a:pt x="2133" y="7699"/>
                      <a:pt x="2153" y="7705"/>
                      <a:pt x="2164" y="7693"/>
                    </a:cubicBezTo>
                    <a:cubicBezTo>
                      <a:pt x="2164" y="7692"/>
                      <a:pt x="2164" y="7692"/>
                      <a:pt x="2164" y="7692"/>
                    </a:cubicBezTo>
                    <a:cubicBezTo>
                      <a:pt x="2165" y="7691"/>
                      <a:pt x="2165" y="7690"/>
                      <a:pt x="2165" y="7689"/>
                    </a:cubicBezTo>
                    <a:cubicBezTo>
                      <a:pt x="2165" y="7688"/>
                      <a:pt x="2165" y="7686"/>
                      <a:pt x="2164" y="7685"/>
                    </a:cubicBezTo>
                    <a:cubicBezTo>
                      <a:pt x="2154" y="7672"/>
                      <a:pt x="2133" y="7674"/>
                      <a:pt x="2116" y="7679"/>
                    </a:cubicBezTo>
                    <a:cubicBezTo>
                      <a:pt x="2116" y="7678"/>
                      <a:pt x="2116" y="7676"/>
                      <a:pt x="2116" y="7675"/>
                    </a:cubicBezTo>
                    <a:cubicBezTo>
                      <a:pt x="2117" y="7663"/>
                      <a:pt x="2120" y="7650"/>
                      <a:pt x="2123" y="7638"/>
                    </a:cubicBezTo>
                    <a:cubicBezTo>
                      <a:pt x="2132" y="7635"/>
                      <a:pt x="2143" y="7633"/>
                      <a:pt x="2150" y="7630"/>
                    </a:cubicBezTo>
                    <a:cubicBezTo>
                      <a:pt x="2163" y="7626"/>
                      <a:pt x="2183" y="7624"/>
                      <a:pt x="2186" y="7608"/>
                    </a:cubicBezTo>
                    <a:lnTo>
                      <a:pt x="2186" y="7607"/>
                    </a:lnTo>
                    <a:cubicBezTo>
                      <a:pt x="2186" y="7606"/>
                      <a:pt x="2186" y="7605"/>
                      <a:pt x="2185" y="7604"/>
                    </a:cubicBezTo>
                    <a:cubicBezTo>
                      <a:pt x="2184" y="7603"/>
                      <a:pt x="2183" y="7601"/>
                      <a:pt x="2182" y="7601"/>
                    </a:cubicBezTo>
                    <a:cubicBezTo>
                      <a:pt x="2181" y="7600"/>
                      <a:pt x="2180" y="7600"/>
                      <a:pt x="2179" y="7600"/>
                    </a:cubicBezTo>
                    <a:cubicBezTo>
                      <a:pt x="2163" y="7602"/>
                      <a:pt x="2146" y="7605"/>
                      <a:pt x="2131" y="7611"/>
                    </a:cubicBezTo>
                    <a:cubicBezTo>
                      <a:pt x="2133" y="7604"/>
                      <a:pt x="2135" y="7596"/>
                      <a:pt x="2136" y="7589"/>
                    </a:cubicBezTo>
                    <a:cubicBezTo>
                      <a:pt x="2137" y="7584"/>
                      <a:pt x="2138" y="7580"/>
                      <a:pt x="2138" y="7575"/>
                    </a:cubicBezTo>
                    <a:cubicBezTo>
                      <a:pt x="2153" y="7563"/>
                      <a:pt x="2185" y="7569"/>
                      <a:pt x="2197" y="7554"/>
                    </a:cubicBezTo>
                    <a:cubicBezTo>
                      <a:pt x="2197" y="7554"/>
                      <a:pt x="2198" y="7554"/>
                      <a:pt x="2198" y="7553"/>
                    </a:cubicBezTo>
                    <a:cubicBezTo>
                      <a:pt x="2198" y="7552"/>
                      <a:pt x="2199" y="7551"/>
                      <a:pt x="2199" y="7550"/>
                    </a:cubicBezTo>
                    <a:cubicBezTo>
                      <a:pt x="2199" y="7549"/>
                      <a:pt x="2198" y="7548"/>
                      <a:pt x="2198" y="7547"/>
                    </a:cubicBezTo>
                    <a:cubicBezTo>
                      <a:pt x="2198" y="7547"/>
                      <a:pt x="2197" y="7547"/>
                      <a:pt x="2197" y="7546"/>
                    </a:cubicBezTo>
                    <a:cubicBezTo>
                      <a:pt x="2184" y="7530"/>
                      <a:pt x="2156" y="7539"/>
                      <a:pt x="2138" y="7545"/>
                    </a:cubicBezTo>
                    <a:lnTo>
                      <a:pt x="2137" y="7545"/>
                    </a:lnTo>
                    <a:cubicBezTo>
                      <a:pt x="2137" y="7536"/>
                      <a:pt x="2136" y="7527"/>
                      <a:pt x="2136" y="7519"/>
                    </a:cubicBezTo>
                    <a:cubicBezTo>
                      <a:pt x="2142" y="7516"/>
                      <a:pt x="2148" y="7513"/>
                      <a:pt x="2155" y="7510"/>
                    </a:cubicBezTo>
                    <a:cubicBezTo>
                      <a:pt x="2173" y="7503"/>
                      <a:pt x="2194" y="7505"/>
                      <a:pt x="2212" y="7495"/>
                    </a:cubicBezTo>
                    <a:cubicBezTo>
                      <a:pt x="2213" y="7494"/>
                      <a:pt x="2214" y="7493"/>
                      <a:pt x="2214" y="7492"/>
                    </a:cubicBezTo>
                    <a:cubicBezTo>
                      <a:pt x="2215" y="7491"/>
                      <a:pt x="2215" y="7489"/>
                      <a:pt x="2215" y="7488"/>
                    </a:cubicBezTo>
                    <a:cubicBezTo>
                      <a:pt x="2215" y="7487"/>
                      <a:pt x="2215" y="7486"/>
                      <a:pt x="2214" y="7484"/>
                    </a:cubicBezTo>
                    <a:cubicBezTo>
                      <a:pt x="2214" y="7483"/>
                      <a:pt x="2213" y="7482"/>
                      <a:pt x="2212" y="7482"/>
                    </a:cubicBezTo>
                    <a:cubicBezTo>
                      <a:pt x="2189" y="7467"/>
                      <a:pt x="2159" y="7477"/>
                      <a:pt x="2135" y="7491"/>
                    </a:cubicBezTo>
                    <a:cubicBezTo>
                      <a:pt x="2135" y="7480"/>
                      <a:pt x="2135" y="7468"/>
                      <a:pt x="2133" y="7456"/>
                    </a:cubicBezTo>
                    <a:cubicBezTo>
                      <a:pt x="2139" y="7453"/>
                      <a:pt x="2145" y="7450"/>
                      <a:pt x="2150" y="7448"/>
                    </a:cubicBezTo>
                    <a:cubicBezTo>
                      <a:pt x="2158" y="7444"/>
                      <a:pt x="2165" y="7442"/>
                      <a:pt x="2173" y="7441"/>
                    </a:cubicBezTo>
                    <a:cubicBezTo>
                      <a:pt x="2181" y="7440"/>
                      <a:pt x="2189" y="7437"/>
                      <a:pt x="2196" y="7433"/>
                    </a:cubicBezTo>
                    <a:cubicBezTo>
                      <a:pt x="2200" y="7431"/>
                      <a:pt x="2203" y="7428"/>
                      <a:pt x="2206" y="7425"/>
                    </a:cubicBezTo>
                    <a:cubicBezTo>
                      <a:pt x="2207" y="7425"/>
                      <a:pt x="2207" y="7425"/>
                      <a:pt x="2208" y="7424"/>
                    </a:cubicBezTo>
                    <a:cubicBezTo>
                      <a:pt x="2209" y="7423"/>
                      <a:pt x="2209" y="7421"/>
                      <a:pt x="2209" y="7420"/>
                    </a:cubicBezTo>
                    <a:cubicBezTo>
                      <a:pt x="2209" y="7418"/>
                      <a:pt x="2209" y="7418"/>
                      <a:pt x="2208" y="7416"/>
                    </a:cubicBezTo>
                    <a:cubicBezTo>
                      <a:pt x="2208" y="7415"/>
                      <a:pt x="2207" y="7416"/>
                      <a:pt x="2206" y="7415"/>
                    </a:cubicBezTo>
                    <a:cubicBezTo>
                      <a:pt x="2195" y="7401"/>
                      <a:pt x="2169" y="7415"/>
                      <a:pt x="2155" y="7419"/>
                    </a:cubicBezTo>
                    <a:cubicBezTo>
                      <a:pt x="2147" y="7421"/>
                      <a:pt x="2140" y="7424"/>
                      <a:pt x="2133" y="7428"/>
                    </a:cubicBezTo>
                    <a:cubicBezTo>
                      <a:pt x="2132" y="7429"/>
                      <a:pt x="2132" y="7429"/>
                      <a:pt x="2131" y="7429"/>
                    </a:cubicBezTo>
                    <a:cubicBezTo>
                      <a:pt x="2131" y="7423"/>
                      <a:pt x="2130" y="7417"/>
                      <a:pt x="2129" y="7410"/>
                    </a:cubicBezTo>
                    <a:cubicBezTo>
                      <a:pt x="2140" y="7404"/>
                      <a:pt x="2152" y="7398"/>
                      <a:pt x="2164" y="7394"/>
                    </a:cubicBezTo>
                    <a:cubicBezTo>
                      <a:pt x="2177" y="7389"/>
                      <a:pt x="2195" y="7387"/>
                      <a:pt x="2201" y="7372"/>
                    </a:cubicBezTo>
                    <a:cubicBezTo>
                      <a:pt x="2202" y="7371"/>
                      <a:pt x="2202" y="7370"/>
                      <a:pt x="2202" y="7369"/>
                    </a:cubicBezTo>
                    <a:cubicBezTo>
                      <a:pt x="2202" y="7367"/>
                      <a:pt x="2202" y="7366"/>
                      <a:pt x="2201" y="7365"/>
                    </a:cubicBezTo>
                    <a:cubicBezTo>
                      <a:pt x="2200" y="7364"/>
                      <a:pt x="2199" y="7363"/>
                      <a:pt x="2198" y="7362"/>
                    </a:cubicBezTo>
                    <a:cubicBezTo>
                      <a:pt x="2197" y="7361"/>
                      <a:pt x="2197" y="7361"/>
                      <a:pt x="2196" y="7361"/>
                    </a:cubicBezTo>
                    <a:cubicBezTo>
                      <a:pt x="2193" y="7361"/>
                      <a:pt x="2191" y="7361"/>
                      <a:pt x="2188" y="7361"/>
                    </a:cubicBezTo>
                    <a:cubicBezTo>
                      <a:pt x="2174" y="7361"/>
                      <a:pt x="2161" y="7364"/>
                      <a:pt x="2148" y="7371"/>
                    </a:cubicBezTo>
                    <a:cubicBezTo>
                      <a:pt x="2143" y="7373"/>
                      <a:pt x="2139" y="7375"/>
                      <a:pt x="2134" y="7378"/>
                    </a:cubicBezTo>
                    <a:cubicBezTo>
                      <a:pt x="2131" y="7379"/>
                      <a:pt x="2129" y="7381"/>
                      <a:pt x="2127" y="7383"/>
                    </a:cubicBezTo>
                    <a:cubicBezTo>
                      <a:pt x="2127" y="7376"/>
                      <a:pt x="2125" y="7368"/>
                      <a:pt x="2124" y="7361"/>
                    </a:cubicBezTo>
                    <a:cubicBezTo>
                      <a:pt x="2128" y="7359"/>
                      <a:pt x="2132" y="7358"/>
                      <a:pt x="2136" y="7357"/>
                    </a:cubicBezTo>
                    <a:cubicBezTo>
                      <a:pt x="2144" y="7354"/>
                      <a:pt x="2152" y="7350"/>
                      <a:pt x="2160" y="7348"/>
                    </a:cubicBezTo>
                    <a:cubicBezTo>
                      <a:pt x="2168" y="7346"/>
                      <a:pt x="2174" y="7343"/>
                      <a:pt x="2181" y="7340"/>
                    </a:cubicBezTo>
                    <a:cubicBezTo>
                      <a:pt x="2189" y="7335"/>
                      <a:pt x="2197" y="7328"/>
                      <a:pt x="2203" y="7321"/>
                    </a:cubicBezTo>
                    <a:cubicBezTo>
                      <a:pt x="2203" y="7320"/>
                      <a:pt x="2204" y="7319"/>
                      <a:pt x="2204" y="7318"/>
                    </a:cubicBezTo>
                    <a:cubicBezTo>
                      <a:pt x="2204" y="7317"/>
                      <a:pt x="2204" y="7316"/>
                      <a:pt x="2203" y="7315"/>
                    </a:cubicBezTo>
                    <a:cubicBezTo>
                      <a:pt x="2202" y="7314"/>
                      <a:pt x="2202" y="7313"/>
                      <a:pt x="2201" y="7313"/>
                    </a:cubicBezTo>
                    <a:cubicBezTo>
                      <a:pt x="2200" y="7312"/>
                      <a:pt x="2199" y="7312"/>
                      <a:pt x="2198" y="7312"/>
                    </a:cubicBezTo>
                    <a:cubicBezTo>
                      <a:pt x="2197" y="7312"/>
                      <a:pt x="2196" y="7312"/>
                      <a:pt x="2195" y="7312"/>
                    </a:cubicBezTo>
                    <a:cubicBezTo>
                      <a:pt x="2186" y="7316"/>
                      <a:pt x="2177" y="7316"/>
                      <a:pt x="2168" y="7320"/>
                    </a:cubicBezTo>
                    <a:cubicBezTo>
                      <a:pt x="2159" y="7323"/>
                      <a:pt x="2150" y="7326"/>
                      <a:pt x="2141" y="7330"/>
                    </a:cubicBezTo>
                    <a:cubicBezTo>
                      <a:pt x="2135" y="7332"/>
                      <a:pt x="2128" y="7334"/>
                      <a:pt x="2122" y="7337"/>
                    </a:cubicBezTo>
                    <a:cubicBezTo>
                      <a:pt x="2122" y="7333"/>
                      <a:pt x="2122" y="7328"/>
                      <a:pt x="2120" y="7323"/>
                    </a:cubicBezTo>
                    <a:cubicBezTo>
                      <a:pt x="2119" y="7318"/>
                      <a:pt x="2120" y="7318"/>
                      <a:pt x="2120" y="7316"/>
                    </a:cubicBezTo>
                    <a:cubicBezTo>
                      <a:pt x="2127" y="7314"/>
                      <a:pt x="2135" y="7312"/>
                      <a:pt x="2142" y="7311"/>
                    </a:cubicBezTo>
                    <a:cubicBezTo>
                      <a:pt x="2147" y="7310"/>
                      <a:pt x="2151" y="7308"/>
                      <a:pt x="2155" y="7306"/>
                    </a:cubicBezTo>
                    <a:cubicBezTo>
                      <a:pt x="2160" y="7303"/>
                      <a:pt x="2163" y="7300"/>
                      <a:pt x="2167" y="7296"/>
                    </a:cubicBezTo>
                    <a:cubicBezTo>
                      <a:pt x="2168" y="7295"/>
                      <a:pt x="2168" y="7292"/>
                      <a:pt x="2168" y="7290"/>
                    </a:cubicBezTo>
                    <a:cubicBezTo>
                      <a:pt x="2168" y="7288"/>
                      <a:pt x="2167" y="7286"/>
                      <a:pt x="2166" y="7284"/>
                    </a:cubicBezTo>
                    <a:cubicBezTo>
                      <a:pt x="2166" y="7283"/>
                      <a:pt x="2165" y="7283"/>
                      <a:pt x="2165" y="7282"/>
                    </a:cubicBezTo>
                    <a:cubicBezTo>
                      <a:pt x="2163" y="7281"/>
                      <a:pt x="2152" y="7276"/>
                      <a:pt x="2151" y="7280"/>
                    </a:cubicBezTo>
                    <a:cubicBezTo>
                      <a:pt x="2151" y="7275"/>
                      <a:pt x="2132" y="7282"/>
                      <a:pt x="2117" y="7287"/>
                    </a:cubicBezTo>
                    <a:cubicBezTo>
                      <a:pt x="2116" y="7279"/>
                      <a:pt x="2114" y="7272"/>
                      <a:pt x="2112" y="7264"/>
                    </a:cubicBezTo>
                    <a:cubicBezTo>
                      <a:pt x="2113" y="7264"/>
                      <a:pt x="2114" y="7264"/>
                      <a:pt x="2115" y="7264"/>
                    </a:cubicBezTo>
                    <a:cubicBezTo>
                      <a:pt x="2123" y="7264"/>
                      <a:pt x="2131" y="7262"/>
                      <a:pt x="2138" y="7258"/>
                    </a:cubicBezTo>
                    <a:cubicBezTo>
                      <a:pt x="2141" y="7256"/>
                      <a:pt x="2143" y="7254"/>
                      <a:pt x="2146" y="7252"/>
                    </a:cubicBezTo>
                    <a:lnTo>
                      <a:pt x="2147" y="7251"/>
                    </a:lnTo>
                    <a:cubicBezTo>
                      <a:pt x="2147" y="7250"/>
                      <a:pt x="2148" y="7249"/>
                      <a:pt x="2148" y="7248"/>
                    </a:cubicBezTo>
                    <a:cubicBezTo>
                      <a:pt x="2148" y="7247"/>
                      <a:pt x="2147" y="7245"/>
                      <a:pt x="2147" y="7245"/>
                    </a:cubicBezTo>
                    <a:cubicBezTo>
                      <a:pt x="2147" y="7244"/>
                      <a:pt x="2146" y="7244"/>
                      <a:pt x="2146" y="7243"/>
                    </a:cubicBezTo>
                    <a:cubicBezTo>
                      <a:pt x="2145" y="7242"/>
                      <a:pt x="2144" y="7242"/>
                      <a:pt x="2143" y="7241"/>
                    </a:cubicBezTo>
                    <a:cubicBezTo>
                      <a:pt x="2139" y="7239"/>
                      <a:pt x="2135" y="7238"/>
                      <a:pt x="2131" y="7238"/>
                    </a:cubicBezTo>
                    <a:cubicBezTo>
                      <a:pt x="2122" y="7238"/>
                      <a:pt x="2112" y="7238"/>
                      <a:pt x="2104" y="7238"/>
                    </a:cubicBezTo>
                    <a:cubicBezTo>
                      <a:pt x="2101" y="7232"/>
                      <a:pt x="2099" y="7226"/>
                      <a:pt x="2096" y="7220"/>
                    </a:cubicBezTo>
                    <a:cubicBezTo>
                      <a:pt x="2101" y="7218"/>
                      <a:pt x="2106" y="7217"/>
                      <a:pt x="2109" y="7216"/>
                    </a:cubicBezTo>
                    <a:cubicBezTo>
                      <a:pt x="2122" y="7211"/>
                      <a:pt x="2141" y="7216"/>
                      <a:pt x="2150" y="7204"/>
                    </a:cubicBezTo>
                    <a:lnTo>
                      <a:pt x="2150" y="7203"/>
                    </a:lnTo>
                    <a:cubicBezTo>
                      <a:pt x="2151" y="7202"/>
                      <a:pt x="2151" y="7201"/>
                      <a:pt x="2151" y="7200"/>
                    </a:cubicBezTo>
                    <a:cubicBezTo>
                      <a:pt x="2151" y="7199"/>
                      <a:pt x="2151" y="7198"/>
                      <a:pt x="2150" y="7197"/>
                    </a:cubicBezTo>
                    <a:lnTo>
                      <a:pt x="2150" y="7196"/>
                    </a:lnTo>
                    <a:cubicBezTo>
                      <a:pt x="2138" y="7180"/>
                      <a:pt x="2105" y="7184"/>
                      <a:pt x="2083" y="7198"/>
                    </a:cubicBezTo>
                    <a:lnTo>
                      <a:pt x="2077" y="7188"/>
                    </a:lnTo>
                    <a:cubicBezTo>
                      <a:pt x="2082" y="7186"/>
                      <a:pt x="2088" y="7185"/>
                      <a:pt x="2093" y="7184"/>
                    </a:cubicBezTo>
                    <a:cubicBezTo>
                      <a:pt x="2108" y="7182"/>
                      <a:pt x="2122" y="7184"/>
                      <a:pt x="2135" y="7174"/>
                    </a:cubicBezTo>
                    <a:lnTo>
                      <a:pt x="2136" y="7173"/>
                    </a:lnTo>
                    <a:cubicBezTo>
                      <a:pt x="2137" y="7172"/>
                      <a:pt x="2137" y="7170"/>
                      <a:pt x="2137" y="7169"/>
                    </a:cubicBezTo>
                    <a:cubicBezTo>
                      <a:pt x="2137" y="7168"/>
                      <a:pt x="2137" y="7167"/>
                      <a:pt x="2136" y="7166"/>
                    </a:cubicBezTo>
                    <a:cubicBezTo>
                      <a:pt x="2136" y="7165"/>
                      <a:pt x="2135" y="7165"/>
                      <a:pt x="2135" y="7164"/>
                    </a:cubicBezTo>
                    <a:cubicBezTo>
                      <a:pt x="2116" y="7149"/>
                      <a:pt x="2085" y="7154"/>
                      <a:pt x="2062" y="7168"/>
                    </a:cubicBezTo>
                    <a:cubicBezTo>
                      <a:pt x="2059" y="7163"/>
                      <a:pt x="2055" y="7158"/>
                      <a:pt x="2050" y="7153"/>
                    </a:cubicBezTo>
                    <a:cubicBezTo>
                      <a:pt x="2056" y="7150"/>
                      <a:pt x="2062" y="7148"/>
                      <a:pt x="2069" y="7147"/>
                    </a:cubicBezTo>
                    <a:cubicBezTo>
                      <a:pt x="2081" y="7145"/>
                      <a:pt x="2095" y="7147"/>
                      <a:pt x="2105" y="7137"/>
                    </a:cubicBezTo>
                    <a:cubicBezTo>
                      <a:pt x="2105" y="7136"/>
                      <a:pt x="2106" y="7136"/>
                      <a:pt x="2106" y="7135"/>
                    </a:cubicBezTo>
                    <a:cubicBezTo>
                      <a:pt x="2107" y="7134"/>
                      <a:pt x="2107" y="7133"/>
                      <a:pt x="2107" y="7132"/>
                    </a:cubicBezTo>
                    <a:cubicBezTo>
                      <a:pt x="2107" y="7130"/>
                      <a:pt x="2107" y="7129"/>
                      <a:pt x="2106" y="7128"/>
                    </a:cubicBezTo>
                    <a:cubicBezTo>
                      <a:pt x="2106" y="7127"/>
                      <a:pt x="2105" y="7127"/>
                      <a:pt x="2105" y="7126"/>
                    </a:cubicBezTo>
                    <a:cubicBezTo>
                      <a:pt x="2104" y="7125"/>
                      <a:pt x="2102" y="7124"/>
                      <a:pt x="2100" y="7123"/>
                    </a:cubicBezTo>
                    <a:cubicBezTo>
                      <a:pt x="2097" y="7121"/>
                      <a:pt x="2093" y="7120"/>
                      <a:pt x="2089" y="7120"/>
                    </a:cubicBezTo>
                    <a:cubicBezTo>
                      <a:pt x="2089" y="7119"/>
                      <a:pt x="2089" y="7119"/>
                      <a:pt x="2089" y="7118"/>
                    </a:cubicBezTo>
                    <a:lnTo>
                      <a:pt x="2089" y="7117"/>
                    </a:lnTo>
                    <a:cubicBezTo>
                      <a:pt x="2079" y="7104"/>
                      <a:pt x="2054" y="7108"/>
                      <a:pt x="2039" y="7110"/>
                    </a:cubicBezTo>
                    <a:cubicBezTo>
                      <a:pt x="2032" y="7112"/>
                      <a:pt x="2024" y="7115"/>
                      <a:pt x="2018" y="7119"/>
                    </a:cubicBezTo>
                    <a:lnTo>
                      <a:pt x="2015" y="7117"/>
                    </a:lnTo>
                    <a:cubicBezTo>
                      <a:pt x="2015" y="7117"/>
                      <a:pt x="2015" y="7116"/>
                      <a:pt x="2015" y="7115"/>
                    </a:cubicBezTo>
                    <a:cubicBezTo>
                      <a:pt x="2014" y="7113"/>
                      <a:pt x="2012" y="7111"/>
                      <a:pt x="2010" y="7110"/>
                    </a:cubicBezTo>
                    <a:cubicBezTo>
                      <a:pt x="2008" y="7108"/>
                      <a:pt x="2006" y="7108"/>
                      <a:pt x="2003" y="7108"/>
                    </a:cubicBezTo>
                    <a:cubicBezTo>
                      <a:pt x="2003" y="7108"/>
                      <a:pt x="2002" y="7108"/>
                      <a:pt x="2001" y="7108"/>
                    </a:cubicBezTo>
                    <a:cubicBezTo>
                      <a:pt x="1997" y="7106"/>
                      <a:pt x="1992" y="7104"/>
                      <a:pt x="1987" y="7104"/>
                    </a:cubicBezTo>
                    <a:cubicBezTo>
                      <a:pt x="1983" y="7104"/>
                      <a:pt x="1979" y="7105"/>
                      <a:pt x="1975" y="7107"/>
                    </a:cubicBezTo>
                    <a:cubicBezTo>
                      <a:pt x="1924" y="7135"/>
                      <a:pt x="1948" y="7184"/>
                      <a:pt x="1938" y="7233"/>
                    </a:cubicBezTo>
                    <a:cubicBezTo>
                      <a:pt x="1931" y="7263"/>
                      <a:pt x="1938" y="7293"/>
                      <a:pt x="1933" y="7323"/>
                    </a:cubicBezTo>
                    <a:cubicBezTo>
                      <a:pt x="1926" y="7362"/>
                      <a:pt x="1927" y="7402"/>
                      <a:pt x="1919" y="7441"/>
                    </a:cubicBezTo>
                    <a:cubicBezTo>
                      <a:pt x="1905" y="7509"/>
                      <a:pt x="1863" y="7573"/>
                      <a:pt x="1831" y="7634"/>
                    </a:cubicBezTo>
                    <a:cubicBezTo>
                      <a:pt x="1814" y="7666"/>
                      <a:pt x="1799" y="7699"/>
                      <a:pt x="1781" y="7732"/>
                    </a:cubicBezTo>
                    <a:cubicBezTo>
                      <a:pt x="1761" y="7768"/>
                      <a:pt x="1734" y="7799"/>
                      <a:pt x="1713" y="7835"/>
                    </a:cubicBezTo>
                    <a:cubicBezTo>
                      <a:pt x="1638" y="7969"/>
                      <a:pt x="1556" y="8110"/>
                      <a:pt x="1442" y="8216"/>
                    </a:cubicBezTo>
                    <a:cubicBezTo>
                      <a:pt x="1397" y="8260"/>
                      <a:pt x="1350" y="8301"/>
                      <a:pt x="1300" y="8339"/>
                    </a:cubicBezTo>
                    <a:cubicBezTo>
                      <a:pt x="1245" y="8376"/>
                      <a:pt x="1308" y="8319"/>
                      <a:pt x="1320" y="8308"/>
                    </a:cubicBezTo>
                    <a:cubicBezTo>
                      <a:pt x="1321" y="8307"/>
                      <a:pt x="1322" y="8306"/>
                      <a:pt x="1323" y="8304"/>
                    </a:cubicBezTo>
                    <a:lnTo>
                      <a:pt x="1342" y="8299"/>
                    </a:lnTo>
                    <a:cubicBezTo>
                      <a:pt x="1348" y="8298"/>
                      <a:pt x="1357" y="8294"/>
                      <a:pt x="1358" y="8287"/>
                    </a:cubicBezTo>
                    <a:cubicBezTo>
                      <a:pt x="1358" y="8286"/>
                      <a:pt x="1358" y="8286"/>
                      <a:pt x="1358" y="8285"/>
                    </a:cubicBezTo>
                    <a:cubicBezTo>
                      <a:pt x="1358" y="8284"/>
                      <a:pt x="1358" y="8283"/>
                      <a:pt x="1357" y="8282"/>
                    </a:cubicBezTo>
                    <a:cubicBezTo>
                      <a:pt x="1357" y="8281"/>
                      <a:pt x="1356" y="8280"/>
                      <a:pt x="1355" y="8280"/>
                    </a:cubicBezTo>
                    <a:cubicBezTo>
                      <a:pt x="1352" y="8278"/>
                      <a:pt x="1349" y="8278"/>
                      <a:pt x="1346" y="8278"/>
                    </a:cubicBezTo>
                    <a:lnTo>
                      <a:pt x="1345" y="8278"/>
                    </a:lnTo>
                    <a:lnTo>
                      <a:pt x="1351" y="8268"/>
                    </a:lnTo>
                    <a:lnTo>
                      <a:pt x="1358" y="8268"/>
                    </a:lnTo>
                    <a:cubicBezTo>
                      <a:pt x="1360" y="8268"/>
                      <a:pt x="1362" y="8268"/>
                      <a:pt x="1364" y="8268"/>
                    </a:cubicBezTo>
                    <a:cubicBezTo>
                      <a:pt x="1369" y="8268"/>
                      <a:pt x="1375" y="8267"/>
                      <a:pt x="1380" y="8264"/>
                    </a:cubicBezTo>
                    <a:cubicBezTo>
                      <a:pt x="1381" y="8263"/>
                      <a:pt x="1382" y="8263"/>
                      <a:pt x="1383" y="8262"/>
                    </a:cubicBezTo>
                    <a:lnTo>
                      <a:pt x="1384" y="8261"/>
                    </a:lnTo>
                    <a:cubicBezTo>
                      <a:pt x="1384" y="8260"/>
                      <a:pt x="1385" y="8259"/>
                      <a:pt x="1385" y="8258"/>
                    </a:cubicBezTo>
                    <a:cubicBezTo>
                      <a:pt x="1385" y="8257"/>
                      <a:pt x="1384" y="8256"/>
                      <a:pt x="1384" y="8255"/>
                    </a:cubicBezTo>
                    <a:cubicBezTo>
                      <a:pt x="1384" y="8254"/>
                      <a:pt x="1383" y="8254"/>
                      <a:pt x="1383" y="8254"/>
                    </a:cubicBezTo>
                    <a:cubicBezTo>
                      <a:pt x="1382" y="8253"/>
                      <a:pt x="1380" y="8252"/>
                      <a:pt x="1379" y="8251"/>
                    </a:cubicBezTo>
                    <a:cubicBezTo>
                      <a:pt x="1375" y="8248"/>
                      <a:pt x="1371" y="8247"/>
                      <a:pt x="1366" y="8247"/>
                    </a:cubicBezTo>
                    <a:cubicBezTo>
                      <a:pt x="1365" y="8247"/>
                      <a:pt x="1365" y="8247"/>
                      <a:pt x="1365" y="8247"/>
                    </a:cubicBezTo>
                    <a:cubicBezTo>
                      <a:pt x="1366" y="8245"/>
                      <a:pt x="1368" y="8243"/>
                      <a:pt x="1369" y="8240"/>
                    </a:cubicBezTo>
                    <a:cubicBezTo>
                      <a:pt x="1376" y="8232"/>
                      <a:pt x="1382" y="8224"/>
                      <a:pt x="1388" y="8215"/>
                    </a:cubicBezTo>
                    <a:lnTo>
                      <a:pt x="1390" y="8215"/>
                    </a:lnTo>
                    <a:cubicBezTo>
                      <a:pt x="1395" y="8215"/>
                      <a:pt x="1400" y="8214"/>
                      <a:pt x="1405" y="8211"/>
                    </a:cubicBezTo>
                    <a:cubicBezTo>
                      <a:pt x="1406" y="8210"/>
                      <a:pt x="1408" y="8209"/>
                      <a:pt x="1410" y="8207"/>
                    </a:cubicBezTo>
                    <a:lnTo>
                      <a:pt x="1411" y="8206"/>
                    </a:lnTo>
                    <a:cubicBezTo>
                      <a:pt x="1412" y="8205"/>
                      <a:pt x="1411" y="8205"/>
                      <a:pt x="1411" y="8204"/>
                    </a:cubicBezTo>
                    <a:cubicBezTo>
                      <a:pt x="1411" y="8203"/>
                      <a:pt x="1412" y="8201"/>
                      <a:pt x="1411" y="8201"/>
                    </a:cubicBezTo>
                    <a:cubicBezTo>
                      <a:pt x="1410" y="8200"/>
                      <a:pt x="1410" y="8200"/>
                      <a:pt x="1410" y="8200"/>
                    </a:cubicBezTo>
                    <a:cubicBezTo>
                      <a:pt x="1409" y="8199"/>
                      <a:pt x="1407" y="8198"/>
                      <a:pt x="1406" y="8197"/>
                    </a:cubicBezTo>
                    <a:cubicBezTo>
                      <a:pt x="1404" y="8196"/>
                      <a:pt x="1403" y="8196"/>
                      <a:pt x="1401" y="8195"/>
                    </a:cubicBezTo>
                    <a:cubicBezTo>
                      <a:pt x="1407" y="8186"/>
                      <a:pt x="1412" y="8177"/>
                      <a:pt x="1418" y="8167"/>
                    </a:cubicBezTo>
                    <a:cubicBezTo>
                      <a:pt x="1432" y="8166"/>
                      <a:pt x="1445" y="8162"/>
                      <a:pt x="1457" y="8156"/>
                    </a:cubicBezTo>
                    <a:cubicBezTo>
                      <a:pt x="1460" y="8154"/>
                      <a:pt x="1459" y="8150"/>
                      <a:pt x="1456" y="8149"/>
                    </a:cubicBezTo>
                    <a:cubicBezTo>
                      <a:pt x="1451" y="8147"/>
                      <a:pt x="1445" y="8145"/>
                      <a:pt x="1440" y="8145"/>
                    </a:cubicBezTo>
                    <a:cubicBezTo>
                      <a:pt x="1436" y="8145"/>
                      <a:pt x="1433" y="8146"/>
                      <a:pt x="1430" y="8147"/>
                    </a:cubicBezTo>
                    <a:lnTo>
                      <a:pt x="1443" y="8123"/>
                    </a:lnTo>
                    <a:lnTo>
                      <a:pt x="1470" y="8118"/>
                    </a:lnTo>
                    <a:cubicBezTo>
                      <a:pt x="1477" y="8117"/>
                      <a:pt x="1484" y="8115"/>
                      <a:pt x="1491" y="8112"/>
                    </a:cubicBezTo>
                    <a:cubicBezTo>
                      <a:pt x="1495" y="8109"/>
                      <a:pt x="1499" y="8106"/>
                      <a:pt x="1502" y="8102"/>
                    </a:cubicBezTo>
                    <a:cubicBezTo>
                      <a:pt x="1504" y="8100"/>
                      <a:pt x="1504" y="8096"/>
                      <a:pt x="1501" y="8095"/>
                    </a:cubicBezTo>
                    <a:cubicBezTo>
                      <a:pt x="1497" y="8094"/>
                      <a:pt x="1493" y="8093"/>
                      <a:pt x="1489" y="8093"/>
                    </a:cubicBezTo>
                    <a:cubicBezTo>
                      <a:pt x="1483" y="8093"/>
                      <a:pt x="1477" y="8094"/>
                      <a:pt x="1472" y="8096"/>
                    </a:cubicBezTo>
                    <a:cubicBezTo>
                      <a:pt x="1466" y="8096"/>
                      <a:pt x="1461" y="8098"/>
                      <a:pt x="1456" y="8100"/>
                    </a:cubicBezTo>
                    <a:lnTo>
                      <a:pt x="1466" y="8083"/>
                    </a:lnTo>
                    <a:lnTo>
                      <a:pt x="1467" y="8081"/>
                    </a:lnTo>
                    <a:cubicBezTo>
                      <a:pt x="1468" y="8081"/>
                      <a:pt x="1467" y="8080"/>
                      <a:pt x="1468" y="8080"/>
                    </a:cubicBezTo>
                    <a:cubicBezTo>
                      <a:pt x="1469" y="8079"/>
                      <a:pt x="1470" y="8079"/>
                      <a:pt x="1471" y="8078"/>
                    </a:cubicBezTo>
                    <a:cubicBezTo>
                      <a:pt x="1475" y="8069"/>
                      <a:pt x="1497" y="8075"/>
                      <a:pt x="1506" y="8076"/>
                    </a:cubicBezTo>
                    <a:cubicBezTo>
                      <a:pt x="1519" y="8077"/>
                      <a:pt x="1531" y="8080"/>
                      <a:pt x="1539" y="8069"/>
                    </a:cubicBezTo>
                    <a:cubicBezTo>
                      <a:pt x="1540" y="8068"/>
                      <a:pt x="1540" y="8066"/>
                      <a:pt x="1540" y="8065"/>
                    </a:cubicBezTo>
                    <a:cubicBezTo>
                      <a:pt x="1540" y="8063"/>
                      <a:pt x="1540" y="8063"/>
                      <a:pt x="1539" y="8062"/>
                    </a:cubicBezTo>
                    <a:cubicBezTo>
                      <a:pt x="1532" y="8052"/>
                      <a:pt x="1506" y="8047"/>
                      <a:pt x="1485" y="8049"/>
                    </a:cubicBezTo>
                    <a:cubicBezTo>
                      <a:pt x="1492" y="8037"/>
                      <a:pt x="1499" y="8025"/>
                      <a:pt x="1507" y="8013"/>
                    </a:cubicBezTo>
                    <a:cubicBezTo>
                      <a:pt x="1511" y="8013"/>
                      <a:pt x="1515" y="8013"/>
                      <a:pt x="1519" y="8013"/>
                    </a:cubicBezTo>
                    <a:cubicBezTo>
                      <a:pt x="1523" y="8013"/>
                      <a:pt x="1528" y="8013"/>
                      <a:pt x="1532" y="8013"/>
                    </a:cubicBezTo>
                    <a:cubicBezTo>
                      <a:pt x="1545" y="8013"/>
                      <a:pt x="1561" y="8017"/>
                      <a:pt x="1571" y="8006"/>
                    </a:cubicBezTo>
                    <a:lnTo>
                      <a:pt x="1572" y="8005"/>
                    </a:lnTo>
                    <a:cubicBezTo>
                      <a:pt x="1573" y="8004"/>
                      <a:pt x="1573" y="8003"/>
                      <a:pt x="1573" y="8002"/>
                    </a:cubicBezTo>
                    <a:cubicBezTo>
                      <a:pt x="1573" y="8000"/>
                      <a:pt x="1573" y="7999"/>
                      <a:pt x="1572" y="7998"/>
                    </a:cubicBezTo>
                    <a:cubicBezTo>
                      <a:pt x="1571" y="7997"/>
                      <a:pt x="1571" y="7997"/>
                      <a:pt x="1571" y="7997"/>
                    </a:cubicBezTo>
                    <a:cubicBezTo>
                      <a:pt x="1570" y="7996"/>
                      <a:pt x="1569" y="7996"/>
                      <a:pt x="1568" y="7995"/>
                    </a:cubicBezTo>
                    <a:cubicBezTo>
                      <a:pt x="1558" y="7989"/>
                      <a:pt x="1545" y="7986"/>
                      <a:pt x="1533" y="7986"/>
                    </a:cubicBezTo>
                    <a:cubicBezTo>
                      <a:pt x="1530" y="7986"/>
                      <a:pt x="1526" y="7986"/>
                      <a:pt x="1523" y="7986"/>
                    </a:cubicBezTo>
                    <a:lnTo>
                      <a:pt x="1527" y="7980"/>
                    </a:lnTo>
                    <a:cubicBezTo>
                      <a:pt x="1533" y="7972"/>
                      <a:pt x="1539" y="7964"/>
                      <a:pt x="1544" y="7956"/>
                    </a:cubicBezTo>
                    <a:lnTo>
                      <a:pt x="1549" y="7954"/>
                    </a:lnTo>
                    <a:cubicBezTo>
                      <a:pt x="1556" y="7954"/>
                      <a:pt x="1562" y="7953"/>
                      <a:pt x="1568" y="7953"/>
                    </a:cubicBezTo>
                    <a:cubicBezTo>
                      <a:pt x="1575" y="7953"/>
                      <a:pt x="1581" y="7954"/>
                      <a:pt x="1587" y="7954"/>
                    </a:cubicBezTo>
                    <a:cubicBezTo>
                      <a:pt x="1588" y="7954"/>
                      <a:pt x="1589" y="7954"/>
                      <a:pt x="1590" y="7954"/>
                    </a:cubicBezTo>
                    <a:cubicBezTo>
                      <a:pt x="1591" y="7953"/>
                      <a:pt x="1592" y="7952"/>
                      <a:pt x="1592" y="7951"/>
                    </a:cubicBezTo>
                    <a:cubicBezTo>
                      <a:pt x="1593" y="7950"/>
                      <a:pt x="1593" y="7949"/>
                      <a:pt x="1593" y="7947"/>
                    </a:cubicBezTo>
                    <a:lnTo>
                      <a:pt x="1593" y="7946"/>
                    </a:lnTo>
                    <a:cubicBezTo>
                      <a:pt x="1591" y="7932"/>
                      <a:pt x="1579" y="7926"/>
                      <a:pt x="1564" y="7926"/>
                    </a:cubicBezTo>
                    <a:cubicBezTo>
                      <a:pt x="1566" y="7923"/>
                      <a:pt x="1568" y="7919"/>
                      <a:pt x="1570" y="7915"/>
                    </a:cubicBezTo>
                    <a:lnTo>
                      <a:pt x="1575" y="7907"/>
                    </a:lnTo>
                    <a:cubicBezTo>
                      <a:pt x="1579" y="7905"/>
                      <a:pt x="1583" y="7904"/>
                      <a:pt x="1587" y="7904"/>
                    </a:cubicBezTo>
                    <a:lnTo>
                      <a:pt x="1588" y="7904"/>
                    </a:lnTo>
                    <a:lnTo>
                      <a:pt x="1614" y="7905"/>
                    </a:lnTo>
                    <a:cubicBezTo>
                      <a:pt x="1625" y="7905"/>
                      <a:pt x="1634" y="7914"/>
                      <a:pt x="1646" y="7910"/>
                    </a:cubicBezTo>
                    <a:cubicBezTo>
                      <a:pt x="1646" y="7910"/>
                      <a:pt x="1646" y="7909"/>
                      <a:pt x="1647" y="7909"/>
                    </a:cubicBezTo>
                    <a:cubicBezTo>
                      <a:pt x="1648" y="7909"/>
                      <a:pt x="1649" y="7908"/>
                      <a:pt x="1649" y="7907"/>
                    </a:cubicBezTo>
                    <a:cubicBezTo>
                      <a:pt x="1650" y="7906"/>
                      <a:pt x="1650" y="7905"/>
                      <a:pt x="1650" y="7904"/>
                    </a:cubicBezTo>
                    <a:cubicBezTo>
                      <a:pt x="1650" y="7903"/>
                      <a:pt x="1650" y="7902"/>
                      <a:pt x="1649" y="7901"/>
                    </a:cubicBezTo>
                    <a:cubicBezTo>
                      <a:pt x="1649" y="7900"/>
                      <a:pt x="1648" y="7900"/>
                      <a:pt x="1648" y="7899"/>
                    </a:cubicBezTo>
                    <a:cubicBezTo>
                      <a:pt x="1642" y="7894"/>
                      <a:pt x="1637" y="7885"/>
                      <a:pt x="1628" y="7883"/>
                    </a:cubicBezTo>
                    <a:cubicBezTo>
                      <a:pt x="1624" y="7882"/>
                      <a:pt x="1620" y="7882"/>
                      <a:pt x="1616" y="7882"/>
                    </a:cubicBezTo>
                    <a:cubicBezTo>
                      <a:pt x="1612" y="7882"/>
                      <a:pt x="1608" y="7882"/>
                      <a:pt x="1604" y="7883"/>
                    </a:cubicBezTo>
                    <a:cubicBezTo>
                      <a:pt x="1597" y="7883"/>
                      <a:pt x="1592" y="7883"/>
                      <a:pt x="1587" y="7884"/>
                    </a:cubicBezTo>
                    <a:lnTo>
                      <a:pt x="1597" y="7865"/>
                    </a:lnTo>
                    <a:lnTo>
                      <a:pt x="1604" y="7863"/>
                    </a:lnTo>
                    <a:cubicBezTo>
                      <a:pt x="1607" y="7863"/>
                      <a:pt x="1611" y="7862"/>
                      <a:pt x="1614" y="7862"/>
                    </a:cubicBezTo>
                    <a:cubicBezTo>
                      <a:pt x="1617" y="7862"/>
                      <a:pt x="1620" y="7863"/>
                      <a:pt x="1624" y="7863"/>
                    </a:cubicBezTo>
                    <a:cubicBezTo>
                      <a:pt x="1627" y="7864"/>
                      <a:pt x="1630" y="7864"/>
                      <a:pt x="1634" y="7864"/>
                    </a:cubicBezTo>
                    <a:cubicBezTo>
                      <a:pt x="1643" y="7864"/>
                      <a:pt x="1653" y="7861"/>
                      <a:pt x="1661" y="7857"/>
                    </a:cubicBezTo>
                    <a:cubicBezTo>
                      <a:pt x="1662" y="7856"/>
                      <a:pt x="1662" y="7856"/>
                      <a:pt x="1663" y="7855"/>
                    </a:cubicBezTo>
                    <a:lnTo>
                      <a:pt x="1664" y="7854"/>
                    </a:lnTo>
                    <a:cubicBezTo>
                      <a:pt x="1665" y="7853"/>
                      <a:pt x="1665" y="7851"/>
                      <a:pt x="1665" y="7850"/>
                    </a:cubicBezTo>
                    <a:cubicBezTo>
                      <a:pt x="1665" y="7848"/>
                      <a:pt x="1665" y="7848"/>
                      <a:pt x="1664" y="7847"/>
                    </a:cubicBezTo>
                    <a:cubicBezTo>
                      <a:pt x="1664" y="7846"/>
                      <a:pt x="1663" y="7846"/>
                      <a:pt x="1663" y="7845"/>
                    </a:cubicBezTo>
                    <a:cubicBezTo>
                      <a:pt x="1663" y="7845"/>
                      <a:pt x="1662" y="7845"/>
                      <a:pt x="1662" y="7844"/>
                    </a:cubicBezTo>
                    <a:cubicBezTo>
                      <a:pt x="1652" y="7839"/>
                      <a:pt x="1642" y="7836"/>
                      <a:pt x="1632" y="7836"/>
                    </a:cubicBezTo>
                    <a:cubicBezTo>
                      <a:pt x="1628" y="7836"/>
                      <a:pt x="1625" y="7837"/>
                      <a:pt x="1621" y="7837"/>
                    </a:cubicBezTo>
                    <a:lnTo>
                      <a:pt x="1611" y="7837"/>
                    </a:lnTo>
                    <a:lnTo>
                      <a:pt x="1628" y="7807"/>
                    </a:lnTo>
                    <a:cubicBezTo>
                      <a:pt x="1644" y="7803"/>
                      <a:pt x="1659" y="7801"/>
                      <a:pt x="1675" y="7799"/>
                    </a:cubicBezTo>
                    <a:cubicBezTo>
                      <a:pt x="1688" y="7799"/>
                      <a:pt x="1709" y="7799"/>
                      <a:pt x="1708" y="7782"/>
                    </a:cubicBezTo>
                    <a:cubicBezTo>
                      <a:pt x="1708" y="7780"/>
                      <a:pt x="1708" y="7779"/>
                      <a:pt x="1707" y="7778"/>
                    </a:cubicBezTo>
                    <a:cubicBezTo>
                      <a:pt x="1706" y="7777"/>
                      <a:pt x="1705" y="7775"/>
                      <a:pt x="1704" y="7775"/>
                    </a:cubicBezTo>
                    <a:cubicBezTo>
                      <a:pt x="1703" y="7774"/>
                      <a:pt x="1702" y="7775"/>
                      <a:pt x="1702" y="7775"/>
                    </a:cubicBezTo>
                    <a:cubicBezTo>
                      <a:pt x="1695" y="7773"/>
                      <a:pt x="1687" y="7773"/>
                      <a:pt x="1680" y="7773"/>
                    </a:cubicBezTo>
                    <a:cubicBezTo>
                      <a:pt x="1668" y="7773"/>
                      <a:pt x="1656" y="7774"/>
                      <a:pt x="1645" y="7778"/>
                    </a:cubicBezTo>
                    <a:cubicBezTo>
                      <a:pt x="1649" y="7770"/>
                      <a:pt x="1654" y="7762"/>
                      <a:pt x="1658" y="7754"/>
                    </a:cubicBezTo>
                    <a:cubicBezTo>
                      <a:pt x="1659" y="7752"/>
                      <a:pt x="1660" y="7749"/>
                      <a:pt x="1661" y="7747"/>
                    </a:cubicBezTo>
                    <a:cubicBezTo>
                      <a:pt x="1666" y="7747"/>
                      <a:pt x="1671" y="7746"/>
                      <a:pt x="1676" y="7746"/>
                    </a:cubicBezTo>
                    <a:cubicBezTo>
                      <a:pt x="1681" y="7746"/>
                      <a:pt x="1686" y="7747"/>
                      <a:pt x="1691" y="7747"/>
                    </a:cubicBezTo>
                    <a:cubicBezTo>
                      <a:pt x="1702" y="7747"/>
                      <a:pt x="1718" y="7750"/>
                      <a:pt x="1726" y="7740"/>
                    </a:cubicBezTo>
                    <a:lnTo>
                      <a:pt x="1726" y="7739"/>
                    </a:lnTo>
                    <a:cubicBezTo>
                      <a:pt x="1727" y="7738"/>
                      <a:pt x="1727" y="7736"/>
                      <a:pt x="1727" y="7735"/>
                    </a:cubicBezTo>
                    <a:cubicBezTo>
                      <a:pt x="1727" y="7733"/>
                      <a:pt x="1727" y="7733"/>
                      <a:pt x="1726" y="7731"/>
                    </a:cubicBezTo>
                    <a:cubicBezTo>
                      <a:pt x="1725" y="7731"/>
                      <a:pt x="1721" y="7726"/>
                      <a:pt x="1720" y="7726"/>
                    </a:cubicBezTo>
                    <a:cubicBezTo>
                      <a:pt x="1714" y="7722"/>
                      <a:pt x="1708" y="7721"/>
                      <a:pt x="1701" y="7721"/>
                    </a:cubicBezTo>
                    <a:cubicBezTo>
                      <a:pt x="1700" y="7721"/>
                      <a:pt x="1699" y="7721"/>
                      <a:pt x="1699" y="7721"/>
                    </a:cubicBezTo>
                    <a:cubicBezTo>
                      <a:pt x="1694" y="7720"/>
                      <a:pt x="1690" y="7720"/>
                      <a:pt x="1686" y="7720"/>
                    </a:cubicBezTo>
                    <a:cubicBezTo>
                      <a:pt x="1682" y="7720"/>
                      <a:pt x="1677" y="7720"/>
                      <a:pt x="1673" y="7721"/>
                    </a:cubicBezTo>
                    <a:cubicBezTo>
                      <a:pt x="1677" y="7713"/>
                      <a:pt x="1680" y="7705"/>
                      <a:pt x="1683" y="7696"/>
                    </a:cubicBezTo>
                    <a:cubicBezTo>
                      <a:pt x="1695" y="7692"/>
                      <a:pt x="1707" y="7689"/>
                      <a:pt x="1720" y="7687"/>
                    </a:cubicBezTo>
                    <a:cubicBezTo>
                      <a:pt x="1731" y="7684"/>
                      <a:pt x="1742" y="7687"/>
                      <a:pt x="1752" y="7679"/>
                    </a:cubicBezTo>
                    <a:cubicBezTo>
                      <a:pt x="1752" y="7678"/>
                      <a:pt x="1753" y="7677"/>
                      <a:pt x="1753" y="7677"/>
                    </a:cubicBezTo>
                    <a:cubicBezTo>
                      <a:pt x="1754" y="7676"/>
                      <a:pt x="1754" y="7674"/>
                      <a:pt x="1754" y="7673"/>
                    </a:cubicBezTo>
                    <a:cubicBezTo>
                      <a:pt x="1754" y="7672"/>
                      <a:pt x="1754" y="7671"/>
                      <a:pt x="1753" y="7670"/>
                    </a:cubicBezTo>
                    <a:cubicBezTo>
                      <a:pt x="1753" y="7669"/>
                      <a:pt x="1752" y="7668"/>
                      <a:pt x="1752" y="7668"/>
                    </a:cubicBezTo>
                    <a:cubicBezTo>
                      <a:pt x="1740" y="7658"/>
                      <a:pt x="1722" y="7664"/>
                      <a:pt x="1710" y="7668"/>
                    </a:cubicBezTo>
                    <a:cubicBezTo>
                      <a:pt x="1704" y="7669"/>
                      <a:pt x="1699" y="7671"/>
                      <a:pt x="1693" y="7673"/>
                    </a:cubicBezTo>
                    <a:cubicBezTo>
                      <a:pt x="1697" y="7663"/>
                      <a:pt x="1700" y="7654"/>
                      <a:pt x="1704" y="7644"/>
                    </a:cubicBezTo>
                    <a:cubicBezTo>
                      <a:pt x="1722" y="7629"/>
                      <a:pt x="1751" y="7638"/>
                      <a:pt x="1771" y="7630"/>
                    </a:cubicBezTo>
                    <a:cubicBezTo>
                      <a:pt x="1779" y="7627"/>
                      <a:pt x="1784" y="7614"/>
                      <a:pt x="1774" y="7609"/>
                    </a:cubicBezTo>
                    <a:cubicBezTo>
                      <a:pt x="1771" y="7608"/>
                      <a:pt x="1769" y="7607"/>
                      <a:pt x="1767" y="7606"/>
                    </a:cubicBezTo>
                    <a:cubicBezTo>
                      <a:pt x="1763" y="7606"/>
                      <a:pt x="1759" y="7605"/>
                      <a:pt x="1755" y="7605"/>
                    </a:cubicBezTo>
                    <a:cubicBezTo>
                      <a:pt x="1748" y="7605"/>
                      <a:pt x="1742" y="7606"/>
                      <a:pt x="1736" y="7608"/>
                    </a:cubicBezTo>
                    <a:cubicBezTo>
                      <a:pt x="1728" y="7610"/>
                      <a:pt x="1721" y="7612"/>
                      <a:pt x="1713" y="7615"/>
                    </a:cubicBezTo>
                    <a:lnTo>
                      <a:pt x="1723" y="7587"/>
                    </a:lnTo>
                    <a:cubicBezTo>
                      <a:pt x="1729" y="7587"/>
                      <a:pt x="1738" y="7585"/>
                      <a:pt x="1743" y="7585"/>
                    </a:cubicBezTo>
                    <a:cubicBezTo>
                      <a:pt x="1758" y="7584"/>
                      <a:pt x="1774" y="7578"/>
                      <a:pt x="1787" y="7571"/>
                    </a:cubicBezTo>
                    <a:cubicBezTo>
                      <a:pt x="1790" y="7569"/>
                      <a:pt x="1792" y="7568"/>
                      <a:pt x="1795" y="7566"/>
                    </a:cubicBezTo>
                    <a:cubicBezTo>
                      <a:pt x="1796" y="7566"/>
                      <a:pt x="1796" y="7565"/>
                      <a:pt x="1797" y="7564"/>
                    </a:cubicBezTo>
                    <a:cubicBezTo>
                      <a:pt x="1798" y="7563"/>
                      <a:pt x="1797" y="7562"/>
                      <a:pt x="1797" y="7561"/>
                    </a:cubicBezTo>
                    <a:cubicBezTo>
                      <a:pt x="1797" y="7560"/>
                      <a:pt x="1798" y="7559"/>
                      <a:pt x="1797" y="7558"/>
                    </a:cubicBezTo>
                    <a:cubicBezTo>
                      <a:pt x="1797" y="7557"/>
                      <a:pt x="1795" y="7557"/>
                      <a:pt x="1794" y="7556"/>
                    </a:cubicBezTo>
                    <a:cubicBezTo>
                      <a:pt x="1793" y="7555"/>
                      <a:pt x="1793" y="7555"/>
                      <a:pt x="1792" y="7555"/>
                    </a:cubicBezTo>
                    <a:cubicBezTo>
                      <a:pt x="1786" y="7554"/>
                      <a:pt x="1779" y="7553"/>
                      <a:pt x="1772" y="7553"/>
                    </a:cubicBezTo>
                    <a:cubicBezTo>
                      <a:pt x="1759" y="7553"/>
                      <a:pt x="1746" y="7555"/>
                      <a:pt x="1733" y="7559"/>
                    </a:cubicBezTo>
                    <a:cubicBezTo>
                      <a:pt x="1737" y="7550"/>
                      <a:pt x="1740" y="7541"/>
                      <a:pt x="1743" y="7532"/>
                    </a:cubicBezTo>
                    <a:cubicBezTo>
                      <a:pt x="1747" y="7531"/>
                      <a:pt x="1752" y="7530"/>
                      <a:pt x="1756" y="7529"/>
                    </a:cubicBezTo>
                    <a:cubicBezTo>
                      <a:pt x="1765" y="7526"/>
                      <a:pt x="1774" y="7524"/>
                      <a:pt x="1783" y="7521"/>
                    </a:cubicBezTo>
                    <a:cubicBezTo>
                      <a:pt x="1792" y="7518"/>
                      <a:pt x="1810" y="7516"/>
                      <a:pt x="1812" y="7501"/>
                    </a:cubicBezTo>
                    <a:cubicBezTo>
                      <a:pt x="1812" y="7501"/>
                      <a:pt x="1813" y="7501"/>
                      <a:pt x="1813" y="7500"/>
                    </a:cubicBezTo>
                    <a:cubicBezTo>
                      <a:pt x="1813" y="7499"/>
                      <a:pt x="1812" y="7497"/>
                      <a:pt x="1811" y="7496"/>
                    </a:cubicBezTo>
                    <a:cubicBezTo>
                      <a:pt x="1811" y="7495"/>
                      <a:pt x="1810" y="7494"/>
                      <a:pt x="1808" y="7493"/>
                    </a:cubicBezTo>
                    <a:cubicBezTo>
                      <a:pt x="1807" y="7493"/>
                      <a:pt x="1806" y="7492"/>
                      <a:pt x="1805" y="7492"/>
                    </a:cubicBezTo>
                    <a:cubicBezTo>
                      <a:pt x="1803" y="7492"/>
                      <a:pt x="1802" y="7492"/>
                      <a:pt x="1800" y="7492"/>
                    </a:cubicBezTo>
                    <a:cubicBezTo>
                      <a:pt x="1783" y="7492"/>
                      <a:pt x="1767" y="7496"/>
                      <a:pt x="1752" y="7503"/>
                    </a:cubicBezTo>
                    <a:cubicBezTo>
                      <a:pt x="1754" y="7496"/>
                      <a:pt x="1756" y="7490"/>
                      <a:pt x="1758" y="7484"/>
                    </a:cubicBezTo>
                    <a:lnTo>
                      <a:pt x="1761" y="7482"/>
                    </a:lnTo>
                    <a:cubicBezTo>
                      <a:pt x="1765" y="7481"/>
                      <a:pt x="1768" y="7480"/>
                      <a:pt x="1772" y="7479"/>
                    </a:cubicBezTo>
                    <a:cubicBezTo>
                      <a:pt x="1773" y="7479"/>
                      <a:pt x="1773" y="7479"/>
                      <a:pt x="1774" y="7479"/>
                    </a:cubicBezTo>
                    <a:cubicBezTo>
                      <a:pt x="1784" y="7479"/>
                      <a:pt x="1794" y="7477"/>
                      <a:pt x="1803" y="7472"/>
                    </a:cubicBezTo>
                    <a:cubicBezTo>
                      <a:pt x="1804" y="7471"/>
                      <a:pt x="1805" y="7470"/>
                      <a:pt x="1807" y="7469"/>
                    </a:cubicBezTo>
                    <a:cubicBezTo>
                      <a:pt x="1807" y="7469"/>
                      <a:pt x="1808" y="7468"/>
                      <a:pt x="1808" y="7467"/>
                    </a:cubicBezTo>
                    <a:cubicBezTo>
                      <a:pt x="1809" y="7466"/>
                      <a:pt x="1809" y="7465"/>
                      <a:pt x="1809" y="7464"/>
                    </a:cubicBezTo>
                    <a:cubicBezTo>
                      <a:pt x="1809" y="7462"/>
                      <a:pt x="1809" y="7461"/>
                      <a:pt x="1808" y="7460"/>
                    </a:cubicBezTo>
                    <a:cubicBezTo>
                      <a:pt x="1808" y="7459"/>
                      <a:pt x="1807" y="7459"/>
                      <a:pt x="1807" y="7458"/>
                    </a:cubicBezTo>
                    <a:cubicBezTo>
                      <a:pt x="1806" y="7458"/>
                      <a:pt x="1806" y="7458"/>
                      <a:pt x="1805" y="7457"/>
                    </a:cubicBezTo>
                    <a:cubicBezTo>
                      <a:pt x="1798" y="7453"/>
                      <a:pt x="1790" y="7451"/>
                      <a:pt x="1782" y="7451"/>
                    </a:cubicBezTo>
                    <a:cubicBezTo>
                      <a:pt x="1777" y="7451"/>
                      <a:pt x="1772" y="7452"/>
                      <a:pt x="1767" y="7454"/>
                    </a:cubicBezTo>
                    <a:cubicBezTo>
                      <a:pt x="1770" y="7445"/>
                      <a:pt x="1772" y="7437"/>
                      <a:pt x="1774" y="7428"/>
                    </a:cubicBezTo>
                    <a:cubicBezTo>
                      <a:pt x="1787" y="7422"/>
                      <a:pt x="1800" y="7417"/>
                      <a:pt x="1814" y="7414"/>
                    </a:cubicBezTo>
                    <a:cubicBezTo>
                      <a:pt x="1828" y="7409"/>
                      <a:pt x="1844" y="7409"/>
                      <a:pt x="1853" y="7398"/>
                    </a:cubicBezTo>
                    <a:lnTo>
                      <a:pt x="1854" y="7397"/>
                    </a:lnTo>
                    <a:cubicBezTo>
                      <a:pt x="1855" y="7396"/>
                      <a:pt x="1855" y="7394"/>
                      <a:pt x="1855" y="7393"/>
                    </a:cubicBezTo>
                    <a:cubicBezTo>
                      <a:pt x="1855" y="7391"/>
                      <a:pt x="1855" y="7389"/>
                      <a:pt x="1854" y="7388"/>
                    </a:cubicBezTo>
                    <a:cubicBezTo>
                      <a:pt x="1853" y="7387"/>
                      <a:pt x="1852" y="7386"/>
                      <a:pt x="1851" y="7385"/>
                    </a:cubicBezTo>
                    <a:cubicBezTo>
                      <a:pt x="1838" y="7372"/>
                      <a:pt x="1813" y="7380"/>
                      <a:pt x="1798" y="7386"/>
                    </a:cubicBezTo>
                    <a:lnTo>
                      <a:pt x="1782" y="7394"/>
                    </a:lnTo>
                    <a:cubicBezTo>
                      <a:pt x="1783" y="7389"/>
                      <a:pt x="1784" y="7385"/>
                      <a:pt x="1785" y="7380"/>
                    </a:cubicBezTo>
                    <a:cubicBezTo>
                      <a:pt x="1789" y="7378"/>
                      <a:pt x="1793" y="7377"/>
                      <a:pt x="1798" y="7375"/>
                    </a:cubicBezTo>
                    <a:cubicBezTo>
                      <a:pt x="1802" y="7375"/>
                      <a:pt x="1807" y="7375"/>
                      <a:pt x="1811" y="7375"/>
                    </a:cubicBezTo>
                    <a:cubicBezTo>
                      <a:pt x="1816" y="7375"/>
                      <a:pt x="1821" y="7375"/>
                      <a:pt x="1825" y="7375"/>
                    </a:cubicBezTo>
                    <a:cubicBezTo>
                      <a:pt x="1833" y="7375"/>
                      <a:pt x="1857" y="7372"/>
                      <a:pt x="1850" y="7358"/>
                    </a:cubicBezTo>
                    <a:cubicBezTo>
                      <a:pt x="1843" y="7344"/>
                      <a:pt x="1823" y="7347"/>
                      <a:pt x="1810" y="7348"/>
                    </a:cubicBezTo>
                    <a:cubicBezTo>
                      <a:pt x="1804" y="7349"/>
                      <a:pt x="1797" y="7351"/>
                      <a:pt x="1791" y="7353"/>
                    </a:cubicBezTo>
                    <a:cubicBezTo>
                      <a:pt x="1792" y="7346"/>
                      <a:pt x="1793" y="7339"/>
                      <a:pt x="1794" y="7332"/>
                    </a:cubicBezTo>
                    <a:cubicBezTo>
                      <a:pt x="1795" y="7331"/>
                      <a:pt x="1796" y="7330"/>
                      <a:pt x="1797" y="7330"/>
                    </a:cubicBezTo>
                    <a:cubicBezTo>
                      <a:pt x="1798" y="7329"/>
                      <a:pt x="1799" y="7330"/>
                      <a:pt x="1799" y="7329"/>
                    </a:cubicBezTo>
                    <a:cubicBezTo>
                      <a:pt x="1802" y="7327"/>
                      <a:pt x="1805" y="7325"/>
                      <a:pt x="1808" y="7323"/>
                    </a:cubicBezTo>
                    <a:cubicBezTo>
                      <a:pt x="1821" y="7316"/>
                      <a:pt x="1836" y="7312"/>
                      <a:pt x="1851" y="7312"/>
                    </a:cubicBezTo>
                    <a:cubicBezTo>
                      <a:pt x="1852" y="7312"/>
                      <a:pt x="1853" y="7312"/>
                      <a:pt x="1854" y="7312"/>
                    </a:cubicBezTo>
                    <a:cubicBezTo>
                      <a:pt x="1864" y="7312"/>
                      <a:pt x="1878" y="7312"/>
                      <a:pt x="1881" y="7300"/>
                    </a:cubicBezTo>
                    <a:cubicBezTo>
                      <a:pt x="1884" y="7288"/>
                      <a:pt x="1872" y="7284"/>
                      <a:pt x="1857" y="7284"/>
                    </a:cubicBezTo>
                    <a:lnTo>
                      <a:pt x="1858" y="7284"/>
                    </a:lnTo>
                    <a:cubicBezTo>
                      <a:pt x="1860" y="7283"/>
                      <a:pt x="1862" y="7281"/>
                      <a:pt x="1863" y="7279"/>
                    </a:cubicBezTo>
                    <a:cubicBezTo>
                      <a:pt x="1865" y="7277"/>
                      <a:pt x="1864" y="7274"/>
                      <a:pt x="1864" y="7272"/>
                    </a:cubicBezTo>
                    <a:cubicBezTo>
                      <a:pt x="1864" y="7269"/>
                      <a:pt x="1865" y="7268"/>
                      <a:pt x="1863" y="7266"/>
                    </a:cubicBezTo>
                    <a:cubicBezTo>
                      <a:pt x="1862" y="7264"/>
                      <a:pt x="1860" y="7262"/>
                      <a:pt x="1858" y="7261"/>
                    </a:cubicBezTo>
                    <a:lnTo>
                      <a:pt x="1857" y="7261"/>
                    </a:lnTo>
                    <a:cubicBezTo>
                      <a:pt x="1849" y="7257"/>
                      <a:pt x="1839" y="7255"/>
                      <a:pt x="1830" y="7255"/>
                    </a:cubicBezTo>
                    <a:cubicBezTo>
                      <a:pt x="1819" y="7255"/>
                      <a:pt x="1809" y="7257"/>
                      <a:pt x="1799" y="7262"/>
                    </a:cubicBezTo>
                    <a:cubicBezTo>
                      <a:pt x="1799" y="7255"/>
                      <a:pt x="1799" y="7248"/>
                      <a:pt x="1799" y="7242"/>
                    </a:cubicBezTo>
                    <a:cubicBezTo>
                      <a:pt x="1823" y="7238"/>
                      <a:pt x="1851" y="7251"/>
                      <a:pt x="1872" y="7236"/>
                    </a:cubicBezTo>
                    <a:cubicBezTo>
                      <a:pt x="1873" y="7236"/>
                      <a:pt x="1874" y="7235"/>
                      <a:pt x="1874" y="7234"/>
                    </a:cubicBezTo>
                    <a:cubicBezTo>
                      <a:pt x="1875" y="7233"/>
                      <a:pt x="1875" y="7231"/>
                      <a:pt x="1875" y="7230"/>
                    </a:cubicBezTo>
                    <a:cubicBezTo>
                      <a:pt x="1875" y="7229"/>
                      <a:pt x="1875" y="7227"/>
                      <a:pt x="1874" y="7226"/>
                    </a:cubicBezTo>
                    <a:cubicBezTo>
                      <a:pt x="1874" y="7225"/>
                      <a:pt x="1873" y="7225"/>
                      <a:pt x="1872" y="7224"/>
                    </a:cubicBezTo>
                    <a:cubicBezTo>
                      <a:pt x="1862" y="7219"/>
                      <a:pt x="1851" y="7216"/>
                      <a:pt x="1839" y="7216"/>
                    </a:cubicBezTo>
                    <a:cubicBezTo>
                      <a:pt x="1835" y="7216"/>
                      <a:pt x="1830" y="7216"/>
                      <a:pt x="1826" y="7217"/>
                    </a:cubicBezTo>
                    <a:lnTo>
                      <a:pt x="1825" y="7217"/>
                    </a:lnTo>
                    <a:cubicBezTo>
                      <a:pt x="1816" y="7217"/>
                      <a:pt x="1807" y="7218"/>
                      <a:pt x="1799" y="7220"/>
                    </a:cubicBezTo>
                    <a:cubicBezTo>
                      <a:pt x="1799" y="7211"/>
                      <a:pt x="1799" y="7202"/>
                      <a:pt x="1799" y="7192"/>
                    </a:cubicBezTo>
                    <a:cubicBezTo>
                      <a:pt x="1805" y="7191"/>
                      <a:pt x="1812" y="7190"/>
                      <a:pt x="1819" y="7190"/>
                    </a:cubicBezTo>
                    <a:cubicBezTo>
                      <a:pt x="1821" y="7190"/>
                      <a:pt x="1824" y="7190"/>
                      <a:pt x="1826" y="7190"/>
                    </a:cubicBezTo>
                    <a:cubicBezTo>
                      <a:pt x="1827" y="7190"/>
                      <a:pt x="1828" y="7190"/>
                      <a:pt x="1829" y="7190"/>
                    </a:cubicBezTo>
                    <a:cubicBezTo>
                      <a:pt x="1838" y="7190"/>
                      <a:pt x="1847" y="7189"/>
                      <a:pt x="1856" y="7187"/>
                    </a:cubicBezTo>
                    <a:cubicBezTo>
                      <a:pt x="1859" y="7187"/>
                      <a:pt x="1860" y="7182"/>
                      <a:pt x="1858" y="7179"/>
                    </a:cubicBezTo>
                    <a:cubicBezTo>
                      <a:pt x="1849" y="7164"/>
                      <a:pt x="1831" y="7167"/>
                      <a:pt x="1816" y="7167"/>
                    </a:cubicBezTo>
                    <a:cubicBezTo>
                      <a:pt x="1810" y="7167"/>
                      <a:pt x="1804" y="7168"/>
                      <a:pt x="1799" y="7170"/>
                    </a:cubicBezTo>
                    <a:cubicBezTo>
                      <a:pt x="1799" y="7162"/>
                      <a:pt x="1799" y="7154"/>
                      <a:pt x="1799" y="7146"/>
                    </a:cubicBezTo>
                    <a:lnTo>
                      <a:pt x="1805" y="7146"/>
                    </a:lnTo>
                    <a:cubicBezTo>
                      <a:pt x="1817" y="7146"/>
                      <a:pt x="1829" y="7148"/>
                      <a:pt x="1842" y="7148"/>
                    </a:cubicBezTo>
                    <a:cubicBezTo>
                      <a:pt x="1843" y="7148"/>
                      <a:pt x="1844" y="7147"/>
                      <a:pt x="1845" y="7147"/>
                    </a:cubicBezTo>
                    <a:cubicBezTo>
                      <a:pt x="1846" y="7146"/>
                      <a:pt x="1847" y="7146"/>
                      <a:pt x="1848" y="7145"/>
                    </a:cubicBezTo>
                    <a:cubicBezTo>
                      <a:pt x="1849" y="7143"/>
                      <a:pt x="1849" y="7142"/>
                      <a:pt x="1849" y="7141"/>
                    </a:cubicBezTo>
                    <a:cubicBezTo>
                      <a:pt x="1849" y="7140"/>
                      <a:pt x="1849" y="7139"/>
                      <a:pt x="1849" y="7138"/>
                    </a:cubicBezTo>
                    <a:cubicBezTo>
                      <a:pt x="1840" y="7119"/>
                      <a:pt x="1823" y="7121"/>
                      <a:pt x="1805" y="7122"/>
                    </a:cubicBezTo>
                    <a:lnTo>
                      <a:pt x="1797" y="7122"/>
                    </a:lnTo>
                    <a:cubicBezTo>
                      <a:pt x="1795" y="7116"/>
                      <a:pt x="1794" y="7109"/>
                      <a:pt x="1792" y="7103"/>
                    </a:cubicBezTo>
                    <a:cubicBezTo>
                      <a:pt x="1793" y="7103"/>
                      <a:pt x="1795" y="7103"/>
                      <a:pt x="1796" y="7103"/>
                    </a:cubicBezTo>
                    <a:cubicBezTo>
                      <a:pt x="1806" y="7103"/>
                      <a:pt x="1817" y="7104"/>
                      <a:pt x="1827" y="7106"/>
                    </a:cubicBezTo>
                    <a:cubicBezTo>
                      <a:pt x="1838" y="7107"/>
                      <a:pt x="1866" y="7106"/>
                      <a:pt x="1849" y="7088"/>
                    </a:cubicBezTo>
                    <a:cubicBezTo>
                      <a:pt x="1840" y="7079"/>
                      <a:pt x="1819" y="7080"/>
                      <a:pt x="1808" y="7080"/>
                    </a:cubicBezTo>
                    <a:cubicBezTo>
                      <a:pt x="1806" y="7080"/>
                      <a:pt x="1804" y="7080"/>
                      <a:pt x="1803" y="7080"/>
                    </a:cubicBezTo>
                    <a:cubicBezTo>
                      <a:pt x="1797" y="7080"/>
                      <a:pt x="1791" y="7080"/>
                      <a:pt x="1785" y="7082"/>
                    </a:cubicBezTo>
                    <a:cubicBezTo>
                      <a:pt x="1783" y="7076"/>
                      <a:pt x="1780" y="7070"/>
                      <a:pt x="1777" y="7065"/>
                    </a:cubicBezTo>
                    <a:cubicBezTo>
                      <a:pt x="1782" y="7066"/>
                      <a:pt x="1787" y="7066"/>
                      <a:pt x="1792" y="7066"/>
                    </a:cubicBezTo>
                    <a:cubicBezTo>
                      <a:pt x="1803" y="7066"/>
                      <a:pt x="1815" y="7064"/>
                      <a:pt x="1825" y="7059"/>
                    </a:cubicBezTo>
                    <a:cubicBezTo>
                      <a:pt x="1826" y="7058"/>
                      <a:pt x="1827" y="7057"/>
                      <a:pt x="1828" y="7056"/>
                    </a:cubicBezTo>
                    <a:cubicBezTo>
                      <a:pt x="1829" y="7055"/>
                      <a:pt x="1829" y="7053"/>
                      <a:pt x="1829" y="7052"/>
                    </a:cubicBezTo>
                    <a:cubicBezTo>
                      <a:pt x="1829" y="7050"/>
                      <a:pt x="1828" y="7050"/>
                      <a:pt x="1828" y="7049"/>
                    </a:cubicBezTo>
                    <a:cubicBezTo>
                      <a:pt x="1827" y="7047"/>
                      <a:pt x="1826" y="7047"/>
                      <a:pt x="1825" y="7046"/>
                    </a:cubicBezTo>
                    <a:cubicBezTo>
                      <a:pt x="1813" y="7041"/>
                      <a:pt x="1800" y="7039"/>
                      <a:pt x="1787" y="7039"/>
                    </a:cubicBezTo>
                    <a:cubicBezTo>
                      <a:pt x="1779" y="7039"/>
                      <a:pt x="1771" y="7040"/>
                      <a:pt x="1763" y="7042"/>
                    </a:cubicBezTo>
                    <a:cubicBezTo>
                      <a:pt x="1759" y="7037"/>
                      <a:pt x="1754" y="7033"/>
                      <a:pt x="1749" y="7030"/>
                    </a:cubicBezTo>
                    <a:cubicBezTo>
                      <a:pt x="1747" y="7029"/>
                      <a:pt x="1745" y="7028"/>
                      <a:pt x="1743" y="7027"/>
                    </a:cubicBezTo>
                    <a:cubicBezTo>
                      <a:pt x="1711" y="7015"/>
                      <a:pt x="1673" y="7013"/>
                      <a:pt x="1651" y="7043"/>
                    </a:cubicBezTo>
                    <a:cubicBezTo>
                      <a:pt x="1618" y="7088"/>
                      <a:pt x="1624" y="7167"/>
                      <a:pt x="1613" y="7218"/>
                    </a:cubicBezTo>
                    <a:cubicBezTo>
                      <a:pt x="1606" y="7249"/>
                      <a:pt x="1603" y="7281"/>
                      <a:pt x="1597" y="7312"/>
                    </a:cubicBezTo>
                    <a:cubicBezTo>
                      <a:pt x="1589" y="7340"/>
                      <a:pt x="1580" y="7366"/>
                      <a:pt x="1568" y="7392"/>
                    </a:cubicBezTo>
                    <a:cubicBezTo>
                      <a:pt x="1526" y="7504"/>
                      <a:pt x="1475" y="7613"/>
                      <a:pt x="1415" y="7717"/>
                    </a:cubicBezTo>
                    <a:cubicBezTo>
                      <a:pt x="1411" y="7725"/>
                      <a:pt x="1406" y="7733"/>
                      <a:pt x="1401" y="7741"/>
                    </a:cubicBezTo>
                    <a:cubicBezTo>
                      <a:pt x="1367" y="7799"/>
                      <a:pt x="1337" y="7861"/>
                      <a:pt x="1300" y="7917"/>
                    </a:cubicBezTo>
                    <a:cubicBezTo>
                      <a:pt x="1263" y="7972"/>
                      <a:pt x="1222" y="8018"/>
                      <a:pt x="1182" y="8069"/>
                    </a:cubicBezTo>
                    <a:cubicBezTo>
                      <a:pt x="1174" y="8080"/>
                      <a:pt x="1161" y="8082"/>
                      <a:pt x="1151" y="8092"/>
                    </a:cubicBezTo>
                    <a:cubicBezTo>
                      <a:pt x="1140" y="8103"/>
                      <a:pt x="1130" y="8115"/>
                      <a:pt x="1121" y="8128"/>
                    </a:cubicBezTo>
                    <a:cubicBezTo>
                      <a:pt x="1096" y="8158"/>
                      <a:pt x="1068" y="8185"/>
                      <a:pt x="1038" y="8209"/>
                    </a:cubicBezTo>
                    <a:cubicBezTo>
                      <a:pt x="1012" y="8231"/>
                      <a:pt x="979" y="8241"/>
                      <a:pt x="953" y="8262"/>
                    </a:cubicBezTo>
                    <a:cubicBezTo>
                      <a:pt x="937" y="8276"/>
                      <a:pt x="896" y="8305"/>
                      <a:pt x="866" y="8307"/>
                    </a:cubicBezTo>
                    <a:cubicBezTo>
                      <a:pt x="870" y="8303"/>
                      <a:pt x="874" y="8299"/>
                      <a:pt x="877" y="8295"/>
                    </a:cubicBezTo>
                    <a:cubicBezTo>
                      <a:pt x="881" y="8294"/>
                      <a:pt x="884" y="8293"/>
                      <a:pt x="888" y="8293"/>
                    </a:cubicBezTo>
                    <a:cubicBezTo>
                      <a:pt x="895" y="8293"/>
                      <a:pt x="901" y="8292"/>
                      <a:pt x="908" y="8291"/>
                    </a:cubicBezTo>
                    <a:cubicBezTo>
                      <a:pt x="908" y="8290"/>
                      <a:pt x="909" y="8290"/>
                      <a:pt x="910" y="8290"/>
                    </a:cubicBezTo>
                    <a:cubicBezTo>
                      <a:pt x="911" y="8289"/>
                      <a:pt x="913" y="8287"/>
                      <a:pt x="913" y="8286"/>
                    </a:cubicBezTo>
                    <a:cubicBezTo>
                      <a:pt x="914" y="8284"/>
                      <a:pt x="915" y="8283"/>
                      <a:pt x="915" y="8281"/>
                    </a:cubicBezTo>
                    <a:cubicBezTo>
                      <a:pt x="915" y="8279"/>
                      <a:pt x="914" y="8278"/>
                      <a:pt x="913" y="8276"/>
                    </a:cubicBezTo>
                    <a:cubicBezTo>
                      <a:pt x="913" y="8275"/>
                      <a:pt x="912" y="8274"/>
                      <a:pt x="911" y="8274"/>
                    </a:cubicBezTo>
                    <a:cubicBezTo>
                      <a:pt x="911" y="8273"/>
                      <a:pt x="911" y="8274"/>
                      <a:pt x="911" y="8274"/>
                    </a:cubicBezTo>
                    <a:lnTo>
                      <a:pt x="910" y="8274"/>
                    </a:lnTo>
                    <a:lnTo>
                      <a:pt x="909" y="8274"/>
                    </a:lnTo>
                    <a:lnTo>
                      <a:pt x="905" y="8273"/>
                    </a:lnTo>
                    <a:lnTo>
                      <a:pt x="900" y="8273"/>
                    </a:lnTo>
                    <a:lnTo>
                      <a:pt x="915" y="8254"/>
                    </a:lnTo>
                    <a:lnTo>
                      <a:pt x="927" y="8252"/>
                    </a:lnTo>
                    <a:cubicBezTo>
                      <a:pt x="937" y="8251"/>
                      <a:pt x="946" y="8252"/>
                      <a:pt x="955" y="8244"/>
                    </a:cubicBezTo>
                    <a:cubicBezTo>
                      <a:pt x="955" y="8243"/>
                      <a:pt x="955" y="8243"/>
                      <a:pt x="956" y="8243"/>
                    </a:cubicBezTo>
                    <a:cubicBezTo>
                      <a:pt x="957" y="8242"/>
                      <a:pt x="956" y="8240"/>
                      <a:pt x="956" y="8239"/>
                    </a:cubicBezTo>
                    <a:cubicBezTo>
                      <a:pt x="956" y="8238"/>
                      <a:pt x="957" y="8236"/>
                      <a:pt x="956" y="8236"/>
                    </a:cubicBezTo>
                    <a:cubicBezTo>
                      <a:pt x="955" y="8235"/>
                      <a:pt x="955" y="8235"/>
                      <a:pt x="955" y="8235"/>
                    </a:cubicBezTo>
                    <a:cubicBezTo>
                      <a:pt x="953" y="8234"/>
                      <a:pt x="952" y="8233"/>
                      <a:pt x="951" y="8232"/>
                    </a:cubicBezTo>
                    <a:cubicBezTo>
                      <a:pt x="947" y="8229"/>
                      <a:pt x="943" y="8229"/>
                      <a:pt x="938" y="8229"/>
                    </a:cubicBezTo>
                    <a:cubicBezTo>
                      <a:pt x="937" y="8229"/>
                      <a:pt x="935" y="8229"/>
                      <a:pt x="934" y="8229"/>
                    </a:cubicBezTo>
                    <a:cubicBezTo>
                      <a:pt x="942" y="8218"/>
                      <a:pt x="950" y="8208"/>
                      <a:pt x="959" y="8197"/>
                    </a:cubicBezTo>
                    <a:cubicBezTo>
                      <a:pt x="960" y="8197"/>
                      <a:pt x="961" y="8197"/>
                      <a:pt x="961" y="8197"/>
                    </a:cubicBezTo>
                    <a:cubicBezTo>
                      <a:pt x="967" y="8197"/>
                      <a:pt x="973" y="8196"/>
                      <a:pt x="978" y="8193"/>
                    </a:cubicBezTo>
                    <a:cubicBezTo>
                      <a:pt x="979" y="8192"/>
                      <a:pt x="981" y="8191"/>
                      <a:pt x="983" y="8189"/>
                    </a:cubicBezTo>
                    <a:cubicBezTo>
                      <a:pt x="984" y="8188"/>
                      <a:pt x="984" y="8186"/>
                      <a:pt x="984" y="8185"/>
                    </a:cubicBezTo>
                    <a:cubicBezTo>
                      <a:pt x="984" y="8183"/>
                      <a:pt x="984" y="8183"/>
                      <a:pt x="983" y="8182"/>
                    </a:cubicBezTo>
                    <a:lnTo>
                      <a:pt x="983" y="8181"/>
                    </a:lnTo>
                    <a:cubicBezTo>
                      <a:pt x="981" y="8180"/>
                      <a:pt x="980" y="8179"/>
                      <a:pt x="978" y="8178"/>
                    </a:cubicBezTo>
                    <a:cubicBezTo>
                      <a:pt x="977" y="8177"/>
                      <a:pt x="977" y="8177"/>
                      <a:pt x="976" y="8177"/>
                    </a:cubicBezTo>
                    <a:lnTo>
                      <a:pt x="982" y="8170"/>
                    </a:lnTo>
                    <a:cubicBezTo>
                      <a:pt x="989" y="8168"/>
                      <a:pt x="995" y="8166"/>
                      <a:pt x="1002" y="8164"/>
                    </a:cubicBezTo>
                    <a:cubicBezTo>
                      <a:pt x="1012" y="8161"/>
                      <a:pt x="1023" y="8162"/>
                      <a:pt x="1025" y="8149"/>
                    </a:cubicBezTo>
                    <a:lnTo>
                      <a:pt x="1025" y="8148"/>
                    </a:lnTo>
                    <a:cubicBezTo>
                      <a:pt x="1025" y="8147"/>
                      <a:pt x="1025" y="8146"/>
                      <a:pt x="1024" y="8145"/>
                    </a:cubicBezTo>
                    <a:cubicBezTo>
                      <a:pt x="1024" y="8144"/>
                      <a:pt x="1022" y="8142"/>
                      <a:pt x="1021" y="8142"/>
                    </a:cubicBezTo>
                    <a:cubicBezTo>
                      <a:pt x="1020" y="8141"/>
                      <a:pt x="1019" y="8141"/>
                      <a:pt x="1018" y="8141"/>
                    </a:cubicBezTo>
                    <a:lnTo>
                      <a:pt x="1008" y="8141"/>
                    </a:lnTo>
                    <a:lnTo>
                      <a:pt x="1023" y="8124"/>
                    </a:lnTo>
                    <a:cubicBezTo>
                      <a:pt x="1033" y="8121"/>
                      <a:pt x="1044" y="8118"/>
                      <a:pt x="1054" y="8118"/>
                    </a:cubicBezTo>
                    <a:cubicBezTo>
                      <a:pt x="1055" y="8118"/>
                      <a:pt x="1056" y="8118"/>
                      <a:pt x="1057" y="8118"/>
                    </a:cubicBezTo>
                    <a:cubicBezTo>
                      <a:pt x="1064" y="8118"/>
                      <a:pt x="1070" y="8116"/>
                      <a:pt x="1075" y="8113"/>
                    </a:cubicBezTo>
                    <a:cubicBezTo>
                      <a:pt x="1079" y="8111"/>
                      <a:pt x="1083" y="8107"/>
                      <a:pt x="1086" y="8104"/>
                    </a:cubicBezTo>
                    <a:cubicBezTo>
                      <a:pt x="1086" y="8103"/>
                      <a:pt x="1087" y="8102"/>
                      <a:pt x="1087" y="8101"/>
                    </a:cubicBezTo>
                    <a:cubicBezTo>
                      <a:pt x="1087" y="8099"/>
                      <a:pt x="1087" y="8098"/>
                      <a:pt x="1086" y="8097"/>
                    </a:cubicBezTo>
                    <a:cubicBezTo>
                      <a:pt x="1085" y="8096"/>
                      <a:pt x="1085" y="8096"/>
                      <a:pt x="1085" y="8096"/>
                    </a:cubicBezTo>
                    <a:cubicBezTo>
                      <a:pt x="1077" y="8085"/>
                      <a:pt x="1065" y="8092"/>
                      <a:pt x="1054" y="8092"/>
                    </a:cubicBezTo>
                    <a:lnTo>
                      <a:pt x="1051" y="8092"/>
                    </a:lnTo>
                    <a:lnTo>
                      <a:pt x="1062" y="8079"/>
                    </a:lnTo>
                    <a:cubicBezTo>
                      <a:pt x="1070" y="8077"/>
                      <a:pt x="1078" y="8077"/>
                      <a:pt x="1086" y="8076"/>
                    </a:cubicBezTo>
                    <a:cubicBezTo>
                      <a:pt x="1100" y="8075"/>
                      <a:pt x="1114" y="8071"/>
                      <a:pt x="1128" y="8065"/>
                    </a:cubicBezTo>
                    <a:cubicBezTo>
                      <a:pt x="1130" y="8064"/>
                      <a:pt x="1131" y="8063"/>
                      <a:pt x="1132" y="8061"/>
                    </a:cubicBezTo>
                    <a:cubicBezTo>
                      <a:pt x="1133" y="8059"/>
                      <a:pt x="1133" y="8058"/>
                      <a:pt x="1134" y="8056"/>
                    </a:cubicBezTo>
                    <a:lnTo>
                      <a:pt x="1134" y="8054"/>
                    </a:lnTo>
                    <a:lnTo>
                      <a:pt x="1134" y="8053"/>
                    </a:lnTo>
                    <a:cubicBezTo>
                      <a:pt x="1134" y="8051"/>
                      <a:pt x="1134" y="8050"/>
                      <a:pt x="1133" y="8049"/>
                    </a:cubicBezTo>
                    <a:cubicBezTo>
                      <a:pt x="1133" y="8048"/>
                      <a:pt x="1131" y="8046"/>
                      <a:pt x="1130" y="8046"/>
                    </a:cubicBezTo>
                    <a:cubicBezTo>
                      <a:pt x="1129" y="8045"/>
                      <a:pt x="1128" y="8045"/>
                      <a:pt x="1127" y="8045"/>
                    </a:cubicBezTo>
                    <a:cubicBezTo>
                      <a:pt x="1124" y="8044"/>
                      <a:pt x="1121" y="8044"/>
                      <a:pt x="1118" y="8044"/>
                    </a:cubicBezTo>
                    <a:cubicBezTo>
                      <a:pt x="1115" y="8044"/>
                      <a:pt x="1112" y="8044"/>
                      <a:pt x="1109" y="8045"/>
                    </a:cubicBezTo>
                    <a:cubicBezTo>
                      <a:pt x="1101" y="8047"/>
                      <a:pt x="1094" y="8049"/>
                      <a:pt x="1087" y="8050"/>
                    </a:cubicBezTo>
                    <a:lnTo>
                      <a:pt x="1086" y="8050"/>
                    </a:lnTo>
                    <a:cubicBezTo>
                      <a:pt x="1090" y="8044"/>
                      <a:pt x="1094" y="8039"/>
                      <a:pt x="1098" y="8033"/>
                    </a:cubicBezTo>
                    <a:cubicBezTo>
                      <a:pt x="1110" y="8030"/>
                      <a:pt x="1121" y="8027"/>
                      <a:pt x="1133" y="8025"/>
                    </a:cubicBezTo>
                    <a:cubicBezTo>
                      <a:pt x="1145" y="8023"/>
                      <a:pt x="1153" y="8015"/>
                      <a:pt x="1165" y="8012"/>
                    </a:cubicBezTo>
                    <a:cubicBezTo>
                      <a:pt x="1169" y="8012"/>
                      <a:pt x="1172" y="8010"/>
                      <a:pt x="1176" y="8008"/>
                    </a:cubicBezTo>
                    <a:cubicBezTo>
                      <a:pt x="1179" y="8006"/>
                      <a:pt x="1182" y="8004"/>
                      <a:pt x="1184" y="8001"/>
                    </a:cubicBezTo>
                    <a:cubicBezTo>
                      <a:pt x="1189" y="7995"/>
                      <a:pt x="1184" y="7984"/>
                      <a:pt x="1176" y="7987"/>
                    </a:cubicBezTo>
                    <a:cubicBezTo>
                      <a:pt x="1169" y="7989"/>
                      <a:pt x="1163" y="7990"/>
                      <a:pt x="1156" y="7991"/>
                    </a:cubicBezTo>
                    <a:cubicBezTo>
                      <a:pt x="1146" y="7994"/>
                      <a:pt x="1136" y="7998"/>
                      <a:pt x="1126" y="8003"/>
                    </a:cubicBezTo>
                    <a:lnTo>
                      <a:pt x="1116" y="8006"/>
                    </a:lnTo>
                    <a:cubicBezTo>
                      <a:pt x="1123" y="7996"/>
                      <a:pt x="1129" y="7986"/>
                      <a:pt x="1136" y="7977"/>
                    </a:cubicBezTo>
                    <a:cubicBezTo>
                      <a:pt x="1144" y="7977"/>
                      <a:pt x="1151" y="7979"/>
                      <a:pt x="1159" y="7979"/>
                    </a:cubicBezTo>
                    <a:cubicBezTo>
                      <a:pt x="1172" y="7979"/>
                      <a:pt x="1184" y="7984"/>
                      <a:pt x="1196" y="7976"/>
                    </a:cubicBezTo>
                    <a:cubicBezTo>
                      <a:pt x="1197" y="7975"/>
                      <a:pt x="1198" y="7974"/>
                      <a:pt x="1198" y="7973"/>
                    </a:cubicBezTo>
                    <a:cubicBezTo>
                      <a:pt x="1199" y="7972"/>
                      <a:pt x="1200" y="7970"/>
                      <a:pt x="1200" y="7969"/>
                    </a:cubicBezTo>
                    <a:cubicBezTo>
                      <a:pt x="1200" y="7967"/>
                      <a:pt x="1199" y="7966"/>
                      <a:pt x="1198" y="7964"/>
                    </a:cubicBezTo>
                    <a:cubicBezTo>
                      <a:pt x="1198" y="7963"/>
                      <a:pt x="1197" y="7962"/>
                      <a:pt x="1196" y="7961"/>
                    </a:cubicBezTo>
                    <a:cubicBezTo>
                      <a:pt x="1194" y="7960"/>
                      <a:pt x="1193" y="7959"/>
                      <a:pt x="1191" y="7958"/>
                    </a:cubicBezTo>
                    <a:cubicBezTo>
                      <a:pt x="1182" y="7953"/>
                      <a:pt x="1173" y="7951"/>
                      <a:pt x="1163" y="7951"/>
                    </a:cubicBezTo>
                    <a:cubicBezTo>
                      <a:pt x="1161" y="7951"/>
                      <a:pt x="1159" y="7951"/>
                      <a:pt x="1158" y="7951"/>
                    </a:cubicBezTo>
                    <a:lnTo>
                      <a:pt x="1157" y="7951"/>
                    </a:lnTo>
                    <a:cubicBezTo>
                      <a:pt x="1167" y="7938"/>
                      <a:pt x="1176" y="7926"/>
                      <a:pt x="1187" y="7913"/>
                    </a:cubicBezTo>
                    <a:cubicBezTo>
                      <a:pt x="1192" y="7912"/>
                      <a:pt x="1197" y="7911"/>
                      <a:pt x="1202" y="7911"/>
                    </a:cubicBezTo>
                    <a:cubicBezTo>
                      <a:pt x="1203" y="7911"/>
                      <a:pt x="1205" y="7911"/>
                      <a:pt x="1207" y="7911"/>
                    </a:cubicBezTo>
                    <a:cubicBezTo>
                      <a:pt x="1222" y="7911"/>
                      <a:pt x="1236" y="7908"/>
                      <a:pt x="1250" y="7901"/>
                    </a:cubicBezTo>
                    <a:cubicBezTo>
                      <a:pt x="1250" y="7900"/>
                      <a:pt x="1252" y="7900"/>
                      <a:pt x="1252" y="7899"/>
                    </a:cubicBezTo>
                    <a:cubicBezTo>
                      <a:pt x="1253" y="7897"/>
                      <a:pt x="1253" y="7895"/>
                      <a:pt x="1253" y="7894"/>
                    </a:cubicBezTo>
                    <a:cubicBezTo>
                      <a:pt x="1253" y="7892"/>
                      <a:pt x="1253" y="7892"/>
                      <a:pt x="1252" y="7890"/>
                    </a:cubicBezTo>
                    <a:cubicBezTo>
                      <a:pt x="1252" y="7888"/>
                      <a:pt x="1250" y="7889"/>
                      <a:pt x="1250" y="7888"/>
                    </a:cubicBezTo>
                    <a:cubicBezTo>
                      <a:pt x="1249" y="7888"/>
                      <a:pt x="1249" y="7887"/>
                      <a:pt x="1248" y="7887"/>
                    </a:cubicBezTo>
                    <a:cubicBezTo>
                      <a:pt x="1238" y="7881"/>
                      <a:pt x="1227" y="7878"/>
                      <a:pt x="1216" y="7878"/>
                    </a:cubicBezTo>
                    <a:cubicBezTo>
                      <a:pt x="1214" y="7878"/>
                      <a:pt x="1212" y="7879"/>
                      <a:pt x="1210" y="7879"/>
                    </a:cubicBezTo>
                    <a:cubicBezTo>
                      <a:pt x="1212" y="7876"/>
                      <a:pt x="1214" y="7874"/>
                      <a:pt x="1215" y="7872"/>
                    </a:cubicBezTo>
                    <a:lnTo>
                      <a:pt x="1227" y="7854"/>
                    </a:lnTo>
                    <a:lnTo>
                      <a:pt x="1242" y="7854"/>
                    </a:lnTo>
                    <a:cubicBezTo>
                      <a:pt x="1256" y="7854"/>
                      <a:pt x="1270" y="7859"/>
                      <a:pt x="1281" y="7849"/>
                    </a:cubicBezTo>
                    <a:cubicBezTo>
                      <a:pt x="1282" y="7849"/>
                      <a:pt x="1282" y="7849"/>
                      <a:pt x="1283" y="7848"/>
                    </a:cubicBezTo>
                    <a:cubicBezTo>
                      <a:pt x="1284" y="7847"/>
                      <a:pt x="1284" y="7845"/>
                      <a:pt x="1284" y="7844"/>
                    </a:cubicBezTo>
                    <a:cubicBezTo>
                      <a:pt x="1284" y="7843"/>
                      <a:pt x="1284" y="7841"/>
                      <a:pt x="1283" y="7840"/>
                    </a:cubicBezTo>
                    <a:cubicBezTo>
                      <a:pt x="1282" y="7839"/>
                      <a:pt x="1282" y="7839"/>
                      <a:pt x="1281" y="7839"/>
                    </a:cubicBezTo>
                    <a:cubicBezTo>
                      <a:pt x="1281" y="7838"/>
                      <a:pt x="1280" y="7838"/>
                      <a:pt x="1280" y="7838"/>
                    </a:cubicBezTo>
                    <a:cubicBezTo>
                      <a:pt x="1271" y="7833"/>
                      <a:pt x="1262" y="7830"/>
                      <a:pt x="1252" y="7830"/>
                    </a:cubicBezTo>
                    <a:cubicBezTo>
                      <a:pt x="1249" y="7830"/>
                      <a:pt x="1245" y="7831"/>
                      <a:pt x="1242" y="7831"/>
                    </a:cubicBezTo>
                    <a:lnTo>
                      <a:pt x="1268" y="7792"/>
                    </a:lnTo>
                    <a:cubicBezTo>
                      <a:pt x="1276" y="7794"/>
                      <a:pt x="1284" y="7795"/>
                      <a:pt x="1292" y="7795"/>
                    </a:cubicBezTo>
                    <a:cubicBezTo>
                      <a:pt x="1305" y="7795"/>
                      <a:pt x="1318" y="7792"/>
                      <a:pt x="1330" y="7787"/>
                    </a:cubicBezTo>
                    <a:cubicBezTo>
                      <a:pt x="1331" y="7787"/>
                      <a:pt x="1332" y="7786"/>
                      <a:pt x="1332" y="7785"/>
                    </a:cubicBezTo>
                    <a:cubicBezTo>
                      <a:pt x="1333" y="7784"/>
                      <a:pt x="1333" y="7783"/>
                      <a:pt x="1333" y="7782"/>
                    </a:cubicBezTo>
                    <a:cubicBezTo>
                      <a:pt x="1333" y="7781"/>
                      <a:pt x="1333" y="7780"/>
                      <a:pt x="1332" y="7779"/>
                    </a:cubicBezTo>
                    <a:cubicBezTo>
                      <a:pt x="1332" y="7778"/>
                      <a:pt x="1331" y="7777"/>
                      <a:pt x="1330" y="7777"/>
                    </a:cubicBezTo>
                    <a:cubicBezTo>
                      <a:pt x="1323" y="7773"/>
                      <a:pt x="1314" y="7771"/>
                      <a:pt x="1306" y="7771"/>
                    </a:cubicBezTo>
                    <a:cubicBezTo>
                      <a:pt x="1303" y="7771"/>
                      <a:pt x="1301" y="7771"/>
                      <a:pt x="1299" y="7771"/>
                    </a:cubicBezTo>
                    <a:lnTo>
                      <a:pt x="1281" y="7771"/>
                    </a:lnTo>
                    <a:cubicBezTo>
                      <a:pt x="1287" y="7763"/>
                      <a:pt x="1292" y="7754"/>
                      <a:pt x="1298" y="7745"/>
                    </a:cubicBezTo>
                    <a:cubicBezTo>
                      <a:pt x="1300" y="7745"/>
                      <a:pt x="1302" y="7745"/>
                      <a:pt x="1304" y="7745"/>
                    </a:cubicBezTo>
                    <a:cubicBezTo>
                      <a:pt x="1314" y="7745"/>
                      <a:pt x="1323" y="7746"/>
                      <a:pt x="1332" y="7749"/>
                    </a:cubicBezTo>
                    <a:cubicBezTo>
                      <a:pt x="1333" y="7749"/>
                      <a:pt x="1333" y="7750"/>
                      <a:pt x="1333" y="7750"/>
                    </a:cubicBezTo>
                    <a:cubicBezTo>
                      <a:pt x="1336" y="7751"/>
                      <a:pt x="1340" y="7752"/>
                      <a:pt x="1343" y="7752"/>
                    </a:cubicBezTo>
                    <a:cubicBezTo>
                      <a:pt x="1347" y="7752"/>
                      <a:pt x="1350" y="7751"/>
                      <a:pt x="1353" y="7750"/>
                    </a:cubicBezTo>
                    <a:cubicBezTo>
                      <a:pt x="1355" y="7749"/>
                      <a:pt x="1357" y="7747"/>
                      <a:pt x="1358" y="7745"/>
                    </a:cubicBezTo>
                    <a:lnTo>
                      <a:pt x="1359" y="7744"/>
                    </a:lnTo>
                    <a:cubicBezTo>
                      <a:pt x="1360" y="7743"/>
                      <a:pt x="1360" y="7741"/>
                      <a:pt x="1360" y="7740"/>
                    </a:cubicBezTo>
                    <a:cubicBezTo>
                      <a:pt x="1360" y="7738"/>
                      <a:pt x="1360" y="7737"/>
                      <a:pt x="1359" y="7736"/>
                    </a:cubicBezTo>
                    <a:cubicBezTo>
                      <a:pt x="1358" y="7735"/>
                      <a:pt x="1358" y="7735"/>
                      <a:pt x="1358" y="7735"/>
                    </a:cubicBezTo>
                    <a:cubicBezTo>
                      <a:pt x="1355" y="7732"/>
                      <a:pt x="1352" y="7729"/>
                      <a:pt x="1348" y="7727"/>
                    </a:cubicBezTo>
                    <a:cubicBezTo>
                      <a:pt x="1340" y="7722"/>
                      <a:pt x="1331" y="7720"/>
                      <a:pt x="1322" y="7720"/>
                    </a:cubicBezTo>
                    <a:cubicBezTo>
                      <a:pt x="1319" y="7720"/>
                      <a:pt x="1316" y="7721"/>
                      <a:pt x="1313" y="7721"/>
                    </a:cubicBezTo>
                    <a:cubicBezTo>
                      <a:pt x="1316" y="7716"/>
                      <a:pt x="1319" y="7710"/>
                      <a:pt x="1322" y="7705"/>
                    </a:cubicBezTo>
                    <a:cubicBezTo>
                      <a:pt x="1330" y="7702"/>
                      <a:pt x="1339" y="7701"/>
                      <a:pt x="1347" y="7701"/>
                    </a:cubicBezTo>
                    <a:cubicBezTo>
                      <a:pt x="1348" y="7701"/>
                      <a:pt x="1348" y="7701"/>
                      <a:pt x="1349" y="7701"/>
                    </a:cubicBezTo>
                    <a:cubicBezTo>
                      <a:pt x="1358" y="7701"/>
                      <a:pt x="1367" y="7699"/>
                      <a:pt x="1375" y="7695"/>
                    </a:cubicBezTo>
                    <a:cubicBezTo>
                      <a:pt x="1376" y="7694"/>
                      <a:pt x="1377" y="7694"/>
                      <a:pt x="1377" y="7693"/>
                    </a:cubicBezTo>
                    <a:cubicBezTo>
                      <a:pt x="1378" y="7692"/>
                      <a:pt x="1378" y="7691"/>
                      <a:pt x="1378" y="7690"/>
                    </a:cubicBezTo>
                    <a:cubicBezTo>
                      <a:pt x="1378" y="7689"/>
                      <a:pt x="1378" y="7688"/>
                      <a:pt x="1377" y="7687"/>
                    </a:cubicBezTo>
                    <a:cubicBezTo>
                      <a:pt x="1377" y="7686"/>
                      <a:pt x="1376" y="7685"/>
                      <a:pt x="1375" y="7685"/>
                    </a:cubicBezTo>
                    <a:cubicBezTo>
                      <a:pt x="1368" y="7682"/>
                      <a:pt x="1361" y="7680"/>
                      <a:pt x="1353" y="7680"/>
                    </a:cubicBezTo>
                    <a:cubicBezTo>
                      <a:pt x="1347" y="7680"/>
                      <a:pt x="1340" y="7681"/>
                      <a:pt x="1334" y="7683"/>
                    </a:cubicBezTo>
                    <a:lnTo>
                      <a:pt x="1350" y="7653"/>
                    </a:lnTo>
                    <a:cubicBezTo>
                      <a:pt x="1370" y="7648"/>
                      <a:pt x="1392" y="7650"/>
                      <a:pt x="1408" y="7637"/>
                    </a:cubicBezTo>
                    <a:lnTo>
                      <a:pt x="1409" y="7636"/>
                    </a:lnTo>
                    <a:cubicBezTo>
                      <a:pt x="1410" y="7635"/>
                      <a:pt x="1410" y="7633"/>
                      <a:pt x="1410" y="7632"/>
                    </a:cubicBezTo>
                    <a:cubicBezTo>
                      <a:pt x="1410" y="7630"/>
                      <a:pt x="1410" y="7630"/>
                      <a:pt x="1409" y="7629"/>
                    </a:cubicBezTo>
                    <a:cubicBezTo>
                      <a:pt x="1408" y="7628"/>
                      <a:pt x="1408" y="7628"/>
                      <a:pt x="1408" y="7627"/>
                    </a:cubicBezTo>
                    <a:cubicBezTo>
                      <a:pt x="1397" y="7617"/>
                      <a:pt x="1378" y="7624"/>
                      <a:pt x="1366" y="7627"/>
                    </a:cubicBezTo>
                    <a:lnTo>
                      <a:pt x="1361" y="7629"/>
                    </a:lnTo>
                    <a:lnTo>
                      <a:pt x="1375" y="7600"/>
                    </a:lnTo>
                    <a:cubicBezTo>
                      <a:pt x="1381" y="7599"/>
                      <a:pt x="1387" y="7597"/>
                      <a:pt x="1393" y="7597"/>
                    </a:cubicBezTo>
                    <a:cubicBezTo>
                      <a:pt x="1395" y="7597"/>
                      <a:pt x="1398" y="7597"/>
                      <a:pt x="1400" y="7597"/>
                    </a:cubicBezTo>
                    <a:cubicBezTo>
                      <a:pt x="1408" y="7597"/>
                      <a:pt x="1417" y="7595"/>
                      <a:pt x="1425" y="7592"/>
                    </a:cubicBezTo>
                    <a:cubicBezTo>
                      <a:pt x="1426" y="7592"/>
                      <a:pt x="1426" y="7591"/>
                      <a:pt x="1427" y="7590"/>
                    </a:cubicBezTo>
                    <a:cubicBezTo>
                      <a:pt x="1427" y="7590"/>
                      <a:pt x="1428" y="7589"/>
                      <a:pt x="1428" y="7588"/>
                    </a:cubicBezTo>
                    <a:cubicBezTo>
                      <a:pt x="1428" y="7587"/>
                      <a:pt x="1428" y="7586"/>
                      <a:pt x="1427" y="7585"/>
                    </a:cubicBezTo>
                    <a:cubicBezTo>
                      <a:pt x="1426" y="7584"/>
                      <a:pt x="1426" y="7583"/>
                      <a:pt x="1425" y="7583"/>
                    </a:cubicBezTo>
                    <a:cubicBezTo>
                      <a:pt x="1416" y="7579"/>
                      <a:pt x="1406" y="7576"/>
                      <a:pt x="1396" y="7576"/>
                    </a:cubicBezTo>
                    <a:cubicBezTo>
                      <a:pt x="1393" y="7576"/>
                      <a:pt x="1389" y="7577"/>
                      <a:pt x="1386" y="7577"/>
                    </a:cubicBezTo>
                    <a:cubicBezTo>
                      <a:pt x="1390" y="7568"/>
                      <a:pt x="1394" y="7558"/>
                      <a:pt x="1399" y="7549"/>
                    </a:cubicBezTo>
                    <a:cubicBezTo>
                      <a:pt x="1406" y="7547"/>
                      <a:pt x="1414" y="7545"/>
                      <a:pt x="1422" y="7545"/>
                    </a:cubicBezTo>
                    <a:cubicBezTo>
                      <a:pt x="1434" y="7545"/>
                      <a:pt x="1446" y="7542"/>
                      <a:pt x="1458" y="7538"/>
                    </a:cubicBezTo>
                    <a:cubicBezTo>
                      <a:pt x="1459" y="7537"/>
                      <a:pt x="1461" y="7537"/>
                      <a:pt x="1461" y="7536"/>
                    </a:cubicBezTo>
                    <a:cubicBezTo>
                      <a:pt x="1462" y="7535"/>
                      <a:pt x="1461" y="7534"/>
                      <a:pt x="1461" y="7533"/>
                    </a:cubicBezTo>
                    <a:cubicBezTo>
                      <a:pt x="1461" y="7532"/>
                      <a:pt x="1462" y="7531"/>
                      <a:pt x="1461" y="7530"/>
                    </a:cubicBezTo>
                    <a:cubicBezTo>
                      <a:pt x="1461" y="7529"/>
                      <a:pt x="1459" y="7529"/>
                      <a:pt x="1458" y="7528"/>
                    </a:cubicBezTo>
                    <a:cubicBezTo>
                      <a:pt x="1447" y="7523"/>
                      <a:pt x="1436" y="7521"/>
                      <a:pt x="1424" y="7521"/>
                    </a:cubicBezTo>
                    <a:cubicBezTo>
                      <a:pt x="1420" y="7521"/>
                      <a:pt x="1415" y="7521"/>
                      <a:pt x="1411" y="7522"/>
                    </a:cubicBezTo>
                    <a:cubicBezTo>
                      <a:pt x="1415" y="7514"/>
                      <a:pt x="1418" y="7506"/>
                      <a:pt x="1421" y="7498"/>
                    </a:cubicBezTo>
                    <a:cubicBezTo>
                      <a:pt x="1423" y="7497"/>
                      <a:pt x="1425" y="7496"/>
                      <a:pt x="1427" y="7495"/>
                    </a:cubicBezTo>
                    <a:cubicBezTo>
                      <a:pt x="1432" y="7491"/>
                      <a:pt x="1438" y="7489"/>
                      <a:pt x="1444" y="7487"/>
                    </a:cubicBezTo>
                    <a:cubicBezTo>
                      <a:pt x="1456" y="7486"/>
                      <a:pt x="1469" y="7482"/>
                      <a:pt x="1480" y="7476"/>
                    </a:cubicBezTo>
                    <a:cubicBezTo>
                      <a:pt x="1481" y="7476"/>
                      <a:pt x="1481" y="7475"/>
                      <a:pt x="1481" y="7475"/>
                    </a:cubicBezTo>
                    <a:cubicBezTo>
                      <a:pt x="1482" y="7474"/>
                      <a:pt x="1482" y="7473"/>
                      <a:pt x="1482" y="7472"/>
                    </a:cubicBezTo>
                    <a:cubicBezTo>
                      <a:pt x="1482" y="7471"/>
                      <a:pt x="1482" y="7470"/>
                      <a:pt x="1481" y="7469"/>
                    </a:cubicBezTo>
                    <a:cubicBezTo>
                      <a:pt x="1481" y="7468"/>
                      <a:pt x="1481" y="7468"/>
                      <a:pt x="1480" y="7467"/>
                    </a:cubicBezTo>
                    <a:cubicBezTo>
                      <a:pt x="1473" y="7464"/>
                      <a:pt x="1465" y="7462"/>
                      <a:pt x="1457" y="7462"/>
                    </a:cubicBezTo>
                    <a:cubicBezTo>
                      <a:pt x="1449" y="7462"/>
                      <a:pt x="1441" y="7464"/>
                      <a:pt x="1434" y="7467"/>
                    </a:cubicBezTo>
                    <a:cubicBezTo>
                      <a:pt x="1437" y="7459"/>
                      <a:pt x="1441" y="7451"/>
                      <a:pt x="1444" y="7442"/>
                    </a:cubicBezTo>
                    <a:cubicBezTo>
                      <a:pt x="1448" y="7439"/>
                      <a:pt x="1451" y="7436"/>
                      <a:pt x="1456" y="7434"/>
                    </a:cubicBezTo>
                    <a:cubicBezTo>
                      <a:pt x="1460" y="7432"/>
                      <a:pt x="1464" y="7429"/>
                      <a:pt x="1469" y="7428"/>
                    </a:cubicBezTo>
                    <a:cubicBezTo>
                      <a:pt x="1475" y="7424"/>
                      <a:pt x="1481" y="7419"/>
                      <a:pt x="1487" y="7416"/>
                    </a:cubicBezTo>
                    <a:cubicBezTo>
                      <a:pt x="1493" y="7412"/>
                      <a:pt x="1501" y="7412"/>
                      <a:pt x="1507" y="7405"/>
                    </a:cubicBezTo>
                    <a:cubicBezTo>
                      <a:pt x="1507" y="7404"/>
                      <a:pt x="1508" y="7402"/>
                      <a:pt x="1508" y="7401"/>
                    </a:cubicBezTo>
                    <a:cubicBezTo>
                      <a:pt x="1508" y="7399"/>
                      <a:pt x="1507" y="7399"/>
                      <a:pt x="1507" y="7398"/>
                    </a:cubicBezTo>
                    <a:cubicBezTo>
                      <a:pt x="1499" y="7387"/>
                      <a:pt x="1487" y="7389"/>
                      <a:pt x="1475" y="7394"/>
                    </a:cubicBezTo>
                    <a:cubicBezTo>
                      <a:pt x="1480" y="7385"/>
                      <a:pt x="1483" y="7376"/>
                      <a:pt x="1486" y="7367"/>
                    </a:cubicBezTo>
                    <a:cubicBezTo>
                      <a:pt x="1488" y="7365"/>
                      <a:pt x="1491" y="7363"/>
                      <a:pt x="1494" y="7362"/>
                    </a:cubicBezTo>
                    <a:cubicBezTo>
                      <a:pt x="1496" y="7361"/>
                      <a:pt x="1498" y="7359"/>
                      <a:pt x="1500" y="7358"/>
                    </a:cubicBezTo>
                    <a:cubicBezTo>
                      <a:pt x="1506" y="7357"/>
                      <a:pt x="1511" y="7354"/>
                      <a:pt x="1515" y="7352"/>
                    </a:cubicBezTo>
                    <a:cubicBezTo>
                      <a:pt x="1523" y="7347"/>
                      <a:pt x="1531" y="7341"/>
                      <a:pt x="1537" y="7334"/>
                    </a:cubicBezTo>
                    <a:lnTo>
                      <a:pt x="1537" y="7333"/>
                    </a:lnTo>
                    <a:cubicBezTo>
                      <a:pt x="1538" y="7332"/>
                      <a:pt x="1538" y="7331"/>
                      <a:pt x="1538" y="7330"/>
                    </a:cubicBezTo>
                    <a:cubicBezTo>
                      <a:pt x="1538" y="7329"/>
                      <a:pt x="1538" y="7327"/>
                      <a:pt x="1537" y="7326"/>
                    </a:cubicBezTo>
                    <a:cubicBezTo>
                      <a:pt x="1536" y="7325"/>
                      <a:pt x="1536" y="7324"/>
                      <a:pt x="1535" y="7324"/>
                    </a:cubicBezTo>
                    <a:cubicBezTo>
                      <a:pt x="1522" y="7317"/>
                      <a:pt x="1507" y="7326"/>
                      <a:pt x="1494" y="7333"/>
                    </a:cubicBezTo>
                    <a:cubicBezTo>
                      <a:pt x="1496" y="7325"/>
                      <a:pt x="1497" y="7316"/>
                      <a:pt x="1498" y="7308"/>
                    </a:cubicBezTo>
                    <a:cubicBezTo>
                      <a:pt x="1505" y="7307"/>
                      <a:pt x="1511" y="7305"/>
                      <a:pt x="1517" y="7302"/>
                    </a:cubicBezTo>
                    <a:cubicBezTo>
                      <a:pt x="1519" y="7301"/>
                      <a:pt x="1521" y="7299"/>
                      <a:pt x="1522" y="7298"/>
                    </a:cubicBezTo>
                    <a:cubicBezTo>
                      <a:pt x="1523" y="7297"/>
                      <a:pt x="1523" y="7297"/>
                      <a:pt x="1524" y="7296"/>
                    </a:cubicBezTo>
                    <a:cubicBezTo>
                      <a:pt x="1525" y="7295"/>
                      <a:pt x="1525" y="7294"/>
                      <a:pt x="1525" y="7293"/>
                    </a:cubicBezTo>
                    <a:cubicBezTo>
                      <a:pt x="1525" y="7292"/>
                      <a:pt x="1525" y="7290"/>
                      <a:pt x="1524" y="7289"/>
                    </a:cubicBezTo>
                    <a:cubicBezTo>
                      <a:pt x="1523" y="7288"/>
                      <a:pt x="1523" y="7288"/>
                      <a:pt x="1522" y="7288"/>
                    </a:cubicBezTo>
                    <a:cubicBezTo>
                      <a:pt x="1521" y="7287"/>
                      <a:pt x="1520" y="7286"/>
                      <a:pt x="1519" y="7285"/>
                    </a:cubicBezTo>
                    <a:cubicBezTo>
                      <a:pt x="1515" y="7283"/>
                      <a:pt x="1510" y="7281"/>
                      <a:pt x="1505" y="7281"/>
                    </a:cubicBezTo>
                    <a:cubicBezTo>
                      <a:pt x="1504" y="7281"/>
                      <a:pt x="1503" y="7282"/>
                      <a:pt x="1501" y="7282"/>
                    </a:cubicBezTo>
                    <a:cubicBezTo>
                      <a:pt x="1503" y="7270"/>
                      <a:pt x="1504" y="7259"/>
                      <a:pt x="1505" y="7249"/>
                    </a:cubicBezTo>
                    <a:cubicBezTo>
                      <a:pt x="1515" y="7246"/>
                      <a:pt x="1525" y="7242"/>
                      <a:pt x="1534" y="7237"/>
                    </a:cubicBezTo>
                    <a:cubicBezTo>
                      <a:pt x="1537" y="7235"/>
                      <a:pt x="1541" y="7233"/>
                      <a:pt x="1544" y="7230"/>
                    </a:cubicBezTo>
                    <a:cubicBezTo>
                      <a:pt x="1545" y="7230"/>
                      <a:pt x="1545" y="7229"/>
                      <a:pt x="1546" y="7228"/>
                    </a:cubicBezTo>
                    <a:cubicBezTo>
                      <a:pt x="1547" y="7227"/>
                      <a:pt x="1547" y="7226"/>
                      <a:pt x="1547" y="7225"/>
                    </a:cubicBezTo>
                    <a:cubicBezTo>
                      <a:pt x="1547" y="7224"/>
                      <a:pt x="1547" y="7223"/>
                      <a:pt x="1546" y="7222"/>
                    </a:cubicBezTo>
                    <a:cubicBezTo>
                      <a:pt x="1546" y="7221"/>
                      <a:pt x="1544" y="7220"/>
                      <a:pt x="1543" y="7219"/>
                    </a:cubicBezTo>
                    <a:cubicBezTo>
                      <a:pt x="1539" y="7217"/>
                      <a:pt x="1535" y="7217"/>
                      <a:pt x="1531" y="7217"/>
                    </a:cubicBezTo>
                    <a:cubicBezTo>
                      <a:pt x="1528" y="7217"/>
                      <a:pt x="1524" y="7217"/>
                      <a:pt x="1520" y="7219"/>
                    </a:cubicBezTo>
                    <a:lnTo>
                      <a:pt x="1507" y="7223"/>
                    </a:lnTo>
                    <a:lnTo>
                      <a:pt x="1507" y="7221"/>
                    </a:lnTo>
                    <a:cubicBezTo>
                      <a:pt x="1507" y="7216"/>
                      <a:pt x="1508" y="7211"/>
                      <a:pt x="1508" y="7206"/>
                    </a:cubicBezTo>
                    <a:cubicBezTo>
                      <a:pt x="1514" y="7204"/>
                      <a:pt x="1521" y="7204"/>
                      <a:pt x="1526" y="7202"/>
                    </a:cubicBezTo>
                    <a:cubicBezTo>
                      <a:pt x="1540" y="7199"/>
                      <a:pt x="1554" y="7194"/>
                      <a:pt x="1566" y="7188"/>
                    </a:cubicBezTo>
                    <a:cubicBezTo>
                      <a:pt x="1570" y="7185"/>
                      <a:pt x="1569" y="7180"/>
                      <a:pt x="1566" y="7178"/>
                    </a:cubicBezTo>
                    <a:cubicBezTo>
                      <a:pt x="1557" y="7175"/>
                      <a:pt x="1549" y="7174"/>
                      <a:pt x="1540" y="7174"/>
                    </a:cubicBezTo>
                    <a:cubicBezTo>
                      <a:pt x="1529" y="7174"/>
                      <a:pt x="1518" y="7176"/>
                      <a:pt x="1509" y="7181"/>
                    </a:cubicBezTo>
                    <a:cubicBezTo>
                      <a:pt x="1509" y="7174"/>
                      <a:pt x="1509" y="7168"/>
                      <a:pt x="1508" y="7161"/>
                    </a:cubicBezTo>
                    <a:cubicBezTo>
                      <a:pt x="1523" y="7150"/>
                      <a:pt x="1548" y="7154"/>
                      <a:pt x="1562" y="7142"/>
                    </a:cubicBezTo>
                    <a:cubicBezTo>
                      <a:pt x="1562" y="7141"/>
                      <a:pt x="1562" y="7141"/>
                      <a:pt x="1563" y="7140"/>
                    </a:cubicBezTo>
                    <a:cubicBezTo>
                      <a:pt x="1564" y="7139"/>
                      <a:pt x="1564" y="7137"/>
                      <a:pt x="1564" y="7136"/>
                    </a:cubicBezTo>
                    <a:cubicBezTo>
                      <a:pt x="1564" y="7134"/>
                      <a:pt x="1564" y="7134"/>
                      <a:pt x="1563" y="7133"/>
                    </a:cubicBezTo>
                    <a:cubicBezTo>
                      <a:pt x="1562" y="7132"/>
                      <a:pt x="1562" y="7132"/>
                      <a:pt x="1562" y="7131"/>
                    </a:cubicBezTo>
                    <a:cubicBezTo>
                      <a:pt x="1546" y="7117"/>
                      <a:pt x="1522" y="7127"/>
                      <a:pt x="1506" y="7135"/>
                    </a:cubicBezTo>
                    <a:lnTo>
                      <a:pt x="1504" y="7135"/>
                    </a:lnTo>
                    <a:cubicBezTo>
                      <a:pt x="1504" y="7133"/>
                      <a:pt x="1504" y="7131"/>
                      <a:pt x="1504" y="7129"/>
                    </a:cubicBezTo>
                    <a:cubicBezTo>
                      <a:pt x="1504" y="7127"/>
                      <a:pt x="1504" y="7123"/>
                      <a:pt x="1504" y="7120"/>
                    </a:cubicBezTo>
                    <a:cubicBezTo>
                      <a:pt x="1505" y="7118"/>
                      <a:pt x="1507" y="7116"/>
                      <a:pt x="1508" y="7116"/>
                    </a:cubicBezTo>
                    <a:cubicBezTo>
                      <a:pt x="1510" y="7115"/>
                      <a:pt x="1511" y="7115"/>
                      <a:pt x="1513" y="7114"/>
                    </a:cubicBezTo>
                    <a:cubicBezTo>
                      <a:pt x="1521" y="7112"/>
                      <a:pt x="1528" y="7109"/>
                      <a:pt x="1535" y="7106"/>
                    </a:cubicBezTo>
                    <a:cubicBezTo>
                      <a:pt x="1543" y="7103"/>
                      <a:pt x="1551" y="7100"/>
                      <a:pt x="1559" y="7095"/>
                    </a:cubicBezTo>
                    <a:cubicBezTo>
                      <a:pt x="1563" y="7092"/>
                      <a:pt x="1568" y="7089"/>
                      <a:pt x="1572" y="7086"/>
                    </a:cubicBezTo>
                    <a:cubicBezTo>
                      <a:pt x="1573" y="7086"/>
                      <a:pt x="1573" y="7085"/>
                      <a:pt x="1573" y="7085"/>
                    </a:cubicBezTo>
                    <a:cubicBezTo>
                      <a:pt x="1574" y="7084"/>
                      <a:pt x="1574" y="7083"/>
                      <a:pt x="1574" y="7082"/>
                    </a:cubicBezTo>
                    <a:cubicBezTo>
                      <a:pt x="1574" y="7080"/>
                      <a:pt x="1574" y="7079"/>
                      <a:pt x="1573" y="7078"/>
                    </a:cubicBezTo>
                    <a:cubicBezTo>
                      <a:pt x="1573" y="7078"/>
                      <a:pt x="1573" y="7077"/>
                      <a:pt x="1572" y="7077"/>
                    </a:cubicBezTo>
                    <a:cubicBezTo>
                      <a:pt x="1553" y="7062"/>
                      <a:pt x="1530" y="7079"/>
                      <a:pt x="1512" y="7088"/>
                    </a:cubicBezTo>
                    <a:lnTo>
                      <a:pt x="1506" y="7091"/>
                    </a:lnTo>
                    <a:cubicBezTo>
                      <a:pt x="1506" y="7085"/>
                      <a:pt x="1506" y="7080"/>
                      <a:pt x="1506" y="7075"/>
                    </a:cubicBezTo>
                    <a:cubicBezTo>
                      <a:pt x="1509" y="7074"/>
                      <a:pt x="1512" y="7073"/>
                      <a:pt x="1516" y="7072"/>
                    </a:cubicBezTo>
                    <a:cubicBezTo>
                      <a:pt x="1527" y="7070"/>
                      <a:pt x="1539" y="7066"/>
                      <a:pt x="1549" y="7061"/>
                    </a:cubicBezTo>
                    <a:cubicBezTo>
                      <a:pt x="1550" y="7061"/>
                      <a:pt x="1551" y="7060"/>
                      <a:pt x="1552" y="7059"/>
                    </a:cubicBezTo>
                    <a:cubicBezTo>
                      <a:pt x="1553" y="7058"/>
                      <a:pt x="1553" y="7056"/>
                      <a:pt x="1553" y="7055"/>
                    </a:cubicBezTo>
                    <a:cubicBezTo>
                      <a:pt x="1553" y="7054"/>
                      <a:pt x="1553" y="7052"/>
                      <a:pt x="1552" y="7051"/>
                    </a:cubicBezTo>
                    <a:cubicBezTo>
                      <a:pt x="1552" y="7050"/>
                      <a:pt x="1550" y="7048"/>
                      <a:pt x="1549" y="7048"/>
                    </a:cubicBezTo>
                    <a:cubicBezTo>
                      <a:pt x="1548" y="7047"/>
                      <a:pt x="1548" y="7048"/>
                      <a:pt x="1548" y="7048"/>
                    </a:cubicBezTo>
                    <a:cubicBezTo>
                      <a:pt x="1554" y="7051"/>
                      <a:pt x="1548" y="7046"/>
                      <a:pt x="1546" y="7045"/>
                    </a:cubicBezTo>
                    <a:cubicBezTo>
                      <a:pt x="1542" y="7044"/>
                      <a:pt x="1538" y="7043"/>
                      <a:pt x="1534" y="7043"/>
                    </a:cubicBezTo>
                    <a:cubicBezTo>
                      <a:pt x="1533" y="7043"/>
                      <a:pt x="1533" y="7043"/>
                      <a:pt x="1532" y="7043"/>
                    </a:cubicBezTo>
                    <a:cubicBezTo>
                      <a:pt x="1522" y="7043"/>
                      <a:pt x="1512" y="7046"/>
                      <a:pt x="1503" y="7050"/>
                    </a:cubicBezTo>
                    <a:cubicBezTo>
                      <a:pt x="1503" y="7044"/>
                      <a:pt x="1501" y="7038"/>
                      <a:pt x="1500" y="7032"/>
                    </a:cubicBezTo>
                    <a:cubicBezTo>
                      <a:pt x="1520" y="7025"/>
                      <a:pt x="1543" y="7030"/>
                      <a:pt x="1561" y="7016"/>
                    </a:cubicBezTo>
                    <a:cubicBezTo>
                      <a:pt x="1561" y="7015"/>
                      <a:pt x="1561" y="7015"/>
                      <a:pt x="1562" y="7014"/>
                    </a:cubicBezTo>
                    <a:cubicBezTo>
                      <a:pt x="1563" y="7013"/>
                      <a:pt x="1563" y="7011"/>
                      <a:pt x="1563" y="7010"/>
                    </a:cubicBezTo>
                    <a:cubicBezTo>
                      <a:pt x="1563" y="7008"/>
                      <a:pt x="1563" y="7008"/>
                      <a:pt x="1562" y="7007"/>
                    </a:cubicBezTo>
                    <a:cubicBezTo>
                      <a:pt x="1561" y="7006"/>
                      <a:pt x="1561" y="7006"/>
                      <a:pt x="1561" y="7005"/>
                    </a:cubicBezTo>
                    <a:cubicBezTo>
                      <a:pt x="1550" y="6996"/>
                      <a:pt x="1535" y="7001"/>
                      <a:pt x="1522" y="7003"/>
                    </a:cubicBezTo>
                    <a:cubicBezTo>
                      <a:pt x="1514" y="7005"/>
                      <a:pt x="1506" y="7007"/>
                      <a:pt x="1499" y="7012"/>
                    </a:cubicBezTo>
                    <a:cubicBezTo>
                      <a:pt x="1497" y="7013"/>
                      <a:pt x="1495" y="7014"/>
                      <a:pt x="1494" y="7015"/>
                    </a:cubicBezTo>
                    <a:cubicBezTo>
                      <a:pt x="1493" y="7014"/>
                      <a:pt x="1493" y="7013"/>
                      <a:pt x="1492" y="7012"/>
                    </a:cubicBezTo>
                    <a:cubicBezTo>
                      <a:pt x="1490" y="7008"/>
                      <a:pt x="1487" y="7004"/>
                      <a:pt x="1483" y="7001"/>
                    </a:cubicBezTo>
                    <a:cubicBezTo>
                      <a:pt x="1383" y="6919"/>
                      <a:pt x="1307" y="7093"/>
                      <a:pt x="1289" y="7162"/>
                    </a:cubicBezTo>
                    <a:cubicBezTo>
                      <a:pt x="1247" y="7320"/>
                      <a:pt x="1196" y="7471"/>
                      <a:pt x="1102" y="7605"/>
                    </a:cubicBezTo>
                    <a:cubicBezTo>
                      <a:pt x="1063" y="7661"/>
                      <a:pt x="1013" y="7711"/>
                      <a:pt x="976" y="7768"/>
                    </a:cubicBezTo>
                    <a:cubicBezTo>
                      <a:pt x="939" y="7825"/>
                      <a:pt x="878" y="7905"/>
                      <a:pt x="819" y="7940"/>
                    </a:cubicBezTo>
                    <a:cubicBezTo>
                      <a:pt x="798" y="7956"/>
                      <a:pt x="779" y="7973"/>
                      <a:pt x="761" y="7992"/>
                    </a:cubicBezTo>
                    <a:cubicBezTo>
                      <a:pt x="734" y="8016"/>
                      <a:pt x="713" y="8046"/>
                      <a:pt x="683" y="8067"/>
                    </a:cubicBezTo>
                    <a:cubicBezTo>
                      <a:pt x="625" y="8109"/>
                      <a:pt x="565" y="8148"/>
                      <a:pt x="503" y="8185"/>
                    </a:cubicBezTo>
                    <a:cubicBezTo>
                      <a:pt x="491" y="8191"/>
                      <a:pt x="477" y="8196"/>
                      <a:pt x="464" y="8199"/>
                    </a:cubicBezTo>
                    <a:cubicBezTo>
                      <a:pt x="450" y="8203"/>
                      <a:pt x="410" y="8223"/>
                      <a:pt x="425" y="8203"/>
                    </a:cubicBezTo>
                    <a:cubicBezTo>
                      <a:pt x="429" y="8197"/>
                      <a:pt x="434" y="8191"/>
                      <a:pt x="439" y="8186"/>
                    </a:cubicBezTo>
                    <a:cubicBezTo>
                      <a:pt x="442" y="8185"/>
                      <a:pt x="445" y="8184"/>
                      <a:pt x="448" y="8184"/>
                    </a:cubicBezTo>
                    <a:cubicBezTo>
                      <a:pt x="457" y="8182"/>
                      <a:pt x="469" y="8175"/>
                      <a:pt x="459" y="8169"/>
                    </a:cubicBezTo>
                    <a:lnTo>
                      <a:pt x="461" y="8167"/>
                    </a:lnTo>
                    <a:cubicBezTo>
                      <a:pt x="467" y="8167"/>
                      <a:pt x="474" y="8169"/>
                      <a:pt x="477" y="8169"/>
                    </a:cubicBezTo>
                    <a:cubicBezTo>
                      <a:pt x="480" y="8170"/>
                      <a:pt x="483" y="8170"/>
                      <a:pt x="487" y="8170"/>
                    </a:cubicBezTo>
                    <a:cubicBezTo>
                      <a:pt x="496" y="8170"/>
                      <a:pt x="506" y="8167"/>
                      <a:pt x="515" y="8163"/>
                    </a:cubicBezTo>
                    <a:cubicBezTo>
                      <a:pt x="515" y="8162"/>
                      <a:pt x="517" y="8162"/>
                      <a:pt x="517" y="8161"/>
                    </a:cubicBezTo>
                    <a:cubicBezTo>
                      <a:pt x="518" y="8160"/>
                      <a:pt x="517" y="8159"/>
                      <a:pt x="517" y="8158"/>
                    </a:cubicBezTo>
                    <a:cubicBezTo>
                      <a:pt x="517" y="8157"/>
                      <a:pt x="518" y="8156"/>
                      <a:pt x="517" y="8155"/>
                    </a:cubicBezTo>
                    <a:cubicBezTo>
                      <a:pt x="517" y="8154"/>
                      <a:pt x="515" y="8153"/>
                      <a:pt x="515" y="8153"/>
                    </a:cubicBezTo>
                    <a:cubicBezTo>
                      <a:pt x="514" y="8152"/>
                      <a:pt x="514" y="8152"/>
                      <a:pt x="513" y="8152"/>
                    </a:cubicBezTo>
                    <a:cubicBezTo>
                      <a:pt x="506" y="8148"/>
                      <a:pt x="498" y="8146"/>
                      <a:pt x="490" y="8146"/>
                    </a:cubicBezTo>
                    <a:cubicBezTo>
                      <a:pt x="489" y="8146"/>
                      <a:pt x="489" y="8146"/>
                      <a:pt x="488" y="8146"/>
                    </a:cubicBezTo>
                    <a:lnTo>
                      <a:pt x="495" y="8140"/>
                    </a:lnTo>
                    <a:cubicBezTo>
                      <a:pt x="500" y="8141"/>
                      <a:pt x="505" y="8142"/>
                      <a:pt x="510" y="8142"/>
                    </a:cubicBezTo>
                    <a:cubicBezTo>
                      <a:pt x="525" y="8142"/>
                      <a:pt x="539" y="8138"/>
                      <a:pt x="552" y="8131"/>
                    </a:cubicBezTo>
                    <a:lnTo>
                      <a:pt x="553" y="8130"/>
                    </a:lnTo>
                    <a:cubicBezTo>
                      <a:pt x="554" y="8129"/>
                      <a:pt x="554" y="8128"/>
                      <a:pt x="554" y="8127"/>
                    </a:cubicBezTo>
                    <a:cubicBezTo>
                      <a:pt x="554" y="8126"/>
                      <a:pt x="554" y="8125"/>
                      <a:pt x="553" y="8124"/>
                    </a:cubicBezTo>
                    <a:cubicBezTo>
                      <a:pt x="553" y="8123"/>
                      <a:pt x="552" y="8123"/>
                      <a:pt x="551" y="8122"/>
                    </a:cubicBezTo>
                    <a:cubicBezTo>
                      <a:pt x="544" y="8119"/>
                      <a:pt x="537" y="8118"/>
                      <a:pt x="530" y="8118"/>
                    </a:cubicBezTo>
                    <a:cubicBezTo>
                      <a:pt x="527" y="8118"/>
                      <a:pt x="523" y="8118"/>
                      <a:pt x="520" y="8119"/>
                    </a:cubicBezTo>
                    <a:cubicBezTo>
                      <a:pt x="527" y="8112"/>
                      <a:pt x="535" y="8104"/>
                      <a:pt x="543" y="8097"/>
                    </a:cubicBezTo>
                    <a:lnTo>
                      <a:pt x="569" y="8097"/>
                    </a:lnTo>
                    <a:cubicBezTo>
                      <a:pt x="570" y="8097"/>
                      <a:pt x="571" y="8097"/>
                      <a:pt x="572" y="8097"/>
                    </a:cubicBezTo>
                    <a:cubicBezTo>
                      <a:pt x="581" y="8097"/>
                      <a:pt x="591" y="8095"/>
                      <a:pt x="599" y="8090"/>
                    </a:cubicBezTo>
                    <a:cubicBezTo>
                      <a:pt x="600" y="8089"/>
                      <a:pt x="602" y="8088"/>
                      <a:pt x="604" y="8087"/>
                    </a:cubicBezTo>
                    <a:cubicBezTo>
                      <a:pt x="607" y="8084"/>
                      <a:pt x="605" y="8079"/>
                      <a:pt x="603" y="8077"/>
                    </a:cubicBezTo>
                    <a:cubicBezTo>
                      <a:pt x="593" y="8070"/>
                      <a:pt x="580" y="8075"/>
                      <a:pt x="569" y="8075"/>
                    </a:cubicBezTo>
                    <a:lnTo>
                      <a:pt x="563" y="8075"/>
                    </a:lnTo>
                    <a:lnTo>
                      <a:pt x="581" y="8060"/>
                    </a:lnTo>
                    <a:cubicBezTo>
                      <a:pt x="583" y="8059"/>
                      <a:pt x="585" y="8059"/>
                      <a:pt x="588" y="8059"/>
                    </a:cubicBezTo>
                    <a:cubicBezTo>
                      <a:pt x="595" y="8059"/>
                      <a:pt x="603" y="8060"/>
                      <a:pt x="610" y="8061"/>
                    </a:cubicBezTo>
                    <a:cubicBezTo>
                      <a:pt x="615" y="8063"/>
                      <a:pt x="620" y="8063"/>
                      <a:pt x="625" y="8063"/>
                    </a:cubicBezTo>
                    <a:cubicBezTo>
                      <a:pt x="633" y="8063"/>
                      <a:pt x="641" y="8062"/>
                      <a:pt x="648" y="8058"/>
                    </a:cubicBezTo>
                    <a:cubicBezTo>
                      <a:pt x="649" y="8058"/>
                      <a:pt x="649" y="8057"/>
                      <a:pt x="650" y="8056"/>
                    </a:cubicBezTo>
                    <a:cubicBezTo>
                      <a:pt x="651" y="8055"/>
                      <a:pt x="651" y="8054"/>
                      <a:pt x="651" y="8053"/>
                    </a:cubicBezTo>
                    <a:cubicBezTo>
                      <a:pt x="651" y="8051"/>
                      <a:pt x="651" y="8050"/>
                      <a:pt x="650" y="8049"/>
                    </a:cubicBezTo>
                    <a:cubicBezTo>
                      <a:pt x="649" y="8048"/>
                      <a:pt x="649" y="8048"/>
                      <a:pt x="648" y="8047"/>
                    </a:cubicBezTo>
                    <a:cubicBezTo>
                      <a:pt x="647" y="8047"/>
                      <a:pt x="647" y="8046"/>
                      <a:pt x="646" y="8046"/>
                    </a:cubicBezTo>
                    <a:cubicBezTo>
                      <a:pt x="636" y="8040"/>
                      <a:pt x="624" y="8037"/>
                      <a:pt x="612" y="8037"/>
                    </a:cubicBezTo>
                    <a:cubicBezTo>
                      <a:pt x="611" y="8037"/>
                      <a:pt x="610" y="8037"/>
                      <a:pt x="609" y="8037"/>
                    </a:cubicBezTo>
                    <a:lnTo>
                      <a:pt x="625" y="8022"/>
                    </a:lnTo>
                    <a:cubicBezTo>
                      <a:pt x="631" y="8022"/>
                      <a:pt x="636" y="8021"/>
                      <a:pt x="641" y="8020"/>
                    </a:cubicBezTo>
                    <a:cubicBezTo>
                      <a:pt x="651" y="8020"/>
                      <a:pt x="661" y="8022"/>
                      <a:pt x="671" y="8022"/>
                    </a:cubicBezTo>
                    <a:cubicBezTo>
                      <a:pt x="672" y="8022"/>
                      <a:pt x="673" y="8022"/>
                      <a:pt x="674" y="8022"/>
                    </a:cubicBezTo>
                    <a:cubicBezTo>
                      <a:pt x="681" y="8022"/>
                      <a:pt x="688" y="8022"/>
                      <a:pt x="695" y="8023"/>
                    </a:cubicBezTo>
                    <a:cubicBezTo>
                      <a:pt x="696" y="8023"/>
                      <a:pt x="697" y="8024"/>
                      <a:pt x="698" y="8024"/>
                    </a:cubicBezTo>
                    <a:cubicBezTo>
                      <a:pt x="700" y="8024"/>
                      <a:pt x="702" y="8023"/>
                      <a:pt x="705" y="8022"/>
                    </a:cubicBezTo>
                    <a:lnTo>
                      <a:pt x="705" y="8021"/>
                    </a:lnTo>
                    <a:cubicBezTo>
                      <a:pt x="706" y="8021"/>
                      <a:pt x="708" y="8020"/>
                      <a:pt x="708" y="8019"/>
                    </a:cubicBezTo>
                    <a:cubicBezTo>
                      <a:pt x="709" y="8018"/>
                      <a:pt x="709" y="8017"/>
                      <a:pt x="709" y="8015"/>
                    </a:cubicBezTo>
                    <a:cubicBezTo>
                      <a:pt x="709" y="8014"/>
                      <a:pt x="708" y="8014"/>
                      <a:pt x="708" y="8013"/>
                    </a:cubicBezTo>
                    <a:cubicBezTo>
                      <a:pt x="708" y="8012"/>
                      <a:pt x="707" y="8011"/>
                      <a:pt x="707" y="8011"/>
                    </a:cubicBezTo>
                    <a:cubicBezTo>
                      <a:pt x="704" y="8006"/>
                      <a:pt x="701" y="8001"/>
                      <a:pt x="696" y="7999"/>
                    </a:cubicBezTo>
                    <a:cubicBezTo>
                      <a:pt x="692" y="7996"/>
                      <a:pt x="685" y="7995"/>
                      <a:pt x="680" y="7995"/>
                    </a:cubicBezTo>
                    <a:cubicBezTo>
                      <a:pt x="676" y="7995"/>
                      <a:pt x="672" y="7995"/>
                      <a:pt x="668" y="7995"/>
                    </a:cubicBezTo>
                    <a:cubicBezTo>
                      <a:pt x="664" y="7995"/>
                      <a:pt x="661" y="7995"/>
                      <a:pt x="657" y="7995"/>
                    </a:cubicBezTo>
                    <a:lnTo>
                      <a:pt x="679" y="7975"/>
                    </a:lnTo>
                    <a:cubicBezTo>
                      <a:pt x="688" y="7974"/>
                      <a:pt x="697" y="7974"/>
                      <a:pt x="703" y="7974"/>
                    </a:cubicBezTo>
                    <a:cubicBezTo>
                      <a:pt x="711" y="7972"/>
                      <a:pt x="719" y="7970"/>
                      <a:pt x="727" y="7968"/>
                    </a:cubicBezTo>
                    <a:cubicBezTo>
                      <a:pt x="738" y="7964"/>
                      <a:pt x="746" y="7966"/>
                      <a:pt x="750" y="7953"/>
                    </a:cubicBezTo>
                    <a:cubicBezTo>
                      <a:pt x="750" y="7952"/>
                      <a:pt x="750" y="7952"/>
                      <a:pt x="750" y="7951"/>
                    </a:cubicBezTo>
                    <a:cubicBezTo>
                      <a:pt x="750" y="7950"/>
                      <a:pt x="750" y="7948"/>
                      <a:pt x="749" y="7947"/>
                    </a:cubicBezTo>
                    <a:cubicBezTo>
                      <a:pt x="749" y="7945"/>
                      <a:pt x="747" y="7945"/>
                      <a:pt x="746" y="7945"/>
                    </a:cubicBezTo>
                    <a:cubicBezTo>
                      <a:pt x="745" y="7944"/>
                      <a:pt x="744" y="7944"/>
                      <a:pt x="743" y="7944"/>
                    </a:cubicBezTo>
                    <a:cubicBezTo>
                      <a:pt x="739" y="7943"/>
                      <a:pt x="735" y="7943"/>
                      <a:pt x="731" y="7943"/>
                    </a:cubicBezTo>
                    <a:cubicBezTo>
                      <a:pt x="724" y="7943"/>
                      <a:pt x="717" y="7944"/>
                      <a:pt x="710" y="7945"/>
                    </a:cubicBezTo>
                    <a:cubicBezTo>
                      <a:pt x="715" y="7941"/>
                      <a:pt x="719" y="7937"/>
                      <a:pt x="723" y="7933"/>
                    </a:cubicBezTo>
                    <a:lnTo>
                      <a:pt x="728" y="7928"/>
                    </a:lnTo>
                    <a:cubicBezTo>
                      <a:pt x="733" y="7927"/>
                      <a:pt x="738" y="7926"/>
                      <a:pt x="743" y="7926"/>
                    </a:cubicBezTo>
                    <a:cubicBezTo>
                      <a:pt x="744" y="7926"/>
                      <a:pt x="744" y="7926"/>
                      <a:pt x="745" y="7926"/>
                    </a:cubicBezTo>
                    <a:cubicBezTo>
                      <a:pt x="750" y="7927"/>
                      <a:pt x="755" y="7927"/>
                      <a:pt x="759" y="7927"/>
                    </a:cubicBezTo>
                    <a:cubicBezTo>
                      <a:pt x="769" y="7927"/>
                      <a:pt x="778" y="7926"/>
                      <a:pt x="788" y="7924"/>
                    </a:cubicBezTo>
                    <a:cubicBezTo>
                      <a:pt x="788" y="7923"/>
                      <a:pt x="789" y="7923"/>
                      <a:pt x="789" y="7923"/>
                    </a:cubicBezTo>
                    <a:cubicBezTo>
                      <a:pt x="790" y="7922"/>
                      <a:pt x="791" y="7922"/>
                      <a:pt x="791" y="7921"/>
                    </a:cubicBezTo>
                    <a:cubicBezTo>
                      <a:pt x="792" y="7920"/>
                      <a:pt x="792" y="7919"/>
                      <a:pt x="792" y="7918"/>
                    </a:cubicBezTo>
                    <a:cubicBezTo>
                      <a:pt x="792" y="7916"/>
                      <a:pt x="792" y="7915"/>
                      <a:pt x="791" y="7914"/>
                    </a:cubicBezTo>
                    <a:cubicBezTo>
                      <a:pt x="785" y="7900"/>
                      <a:pt x="767" y="7901"/>
                      <a:pt x="753" y="7902"/>
                    </a:cubicBezTo>
                    <a:lnTo>
                      <a:pt x="773" y="7881"/>
                    </a:lnTo>
                    <a:cubicBezTo>
                      <a:pt x="777" y="7880"/>
                      <a:pt x="782" y="7880"/>
                      <a:pt x="786" y="7880"/>
                    </a:cubicBezTo>
                    <a:cubicBezTo>
                      <a:pt x="793" y="7880"/>
                      <a:pt x="799" y="7880"/>
                      <a:pt x="805" y="7881"/>
                    </a:cubicBezTo>
                    <a:cubicBezTo>
                      <a:pt x="807" y="7882"/>
                      <a:pt x="809" y="7882"/>
                      <a:pt x="812" y="7882"/>
                    </a:cubicBezTo>
                    <a:cubicBezTo>
                      <a:pt x="819" y="7882"/>
                      <a:pt x="826" y="7879"/>
                      <a:pt x="832" y="7876"/>
                    </a:cubicBezTo>
                    <a:cubicBezTo>
                      <a:pt x="833" y="7875"/>
                      <a:pt x="834" y="7875"/>
                      <a:pt x="835" y="7874"/>
                    </a:cubicBezTo>
                    <a:cubicBezTo>
                      <a:pt x="836" y="7874"/>
                      <a:pt x="836" y="7874"/>
                      <a:pt x="836" y="7873"/>
                    </a:cubicBezTo>
                    <a:cubicBezTo>
                      <a:pt x="837" y="7872"/>
                      <a:pt x="837" y="7871"/>
                      <a:pt x="837" y="7870"/>
                    </a:cubicBezTo>
                    <a:cubicBezTo>
                      <a:pt x="837" y="7869"/>
                      <a:pt x="837" y="7868"/>
                      <a:pt x="836" y="7867"/>
                    </a:cubicBezTo>
                    <a:cubicBezTo>
                      <a:pt x="836" y="7866"/>
                      <a:pt x="836" y="7866"/>
                      <a:pt x="835" y="7866"/>
                    </a:cubicBezTo>
                    <a:cubicBezTo>
                      <a:pt x="826" y="7861"/>
                      <a:pt x="817" y="7858"/>
                      <a:pt x="807" y="7858"/>
                    </a:cubicBezTo>
                    <a:cubicBezTo>
                      <a:pt x="803" y="7858"/>
                      <a:pt x="799" y="7858"/>
                      <a:pt x="796" y="7859"/>
                    </a:cubicBezTo>
                    <a:lnTo>
                      <a:pt x="792" y="7859"/>
                    </a:lnTo>
                    <a:lnTo>
                      <a:pt x="808" y="7839"/>
                    </a:lnTo>
                    <a:cubicBezTo>
                      <a:pt x="811" y="7837"/>
                      <a:pt x="813" y="7835"/>
                      <a:pt x="816" y="7834"/>
                    </a:cubicBezTo>
                    <a:cubicBezTo>
                      <a:pt x="824" y="7829"/>
                      <a:pt x="832" y="7827"/>
                      <a:pt x="841" y="7827"/>
                    </a:cubicBezTo>
                    <a:cubicBezTo>
                      <a:pt x="849" y="7828"/>
                      <a:pt x="858" y="7829"/>
                      <a:pt x="867" y="7829"/>
                    </a:cubicBezTo>
                    <a:cubicBezTo>
                      <a:pt x="872" y="7829"/>
                      <a:pt x="878" y="7828"/>
                      <a:pt x="884" y="7828"/>
                    </a:cubicBezTo>
                    <a:cubicBezTo>
                      <a:pt x="885" y="7828"/>
                      <a:pt x="884" y="7828"/>
                      <a:pt x="885" y="7827"/>
                    </a:cubicBezTo>
                    <a:cubicBezTo>
                      <a:pt x="886" y="7826"/>
                      <a:pt x="888" y="7826"/>
                      <a:pt x="888" y="7825"/>
                    </a:cubicBezTo>
                    <a:cubicBezTo>
                      <a:pt x="889" y="7824"/>
                      <a:pt x="889" y="7823"/>
                      <a:pt x="889" y="7822"/>
                    </a:cubicBezTo>
                    <a:cubicBezTo>
                      <a:pt x="889" y="7821"/>
                      <a:pt x="888" y="7820"/>
                      <a:pt x="888" y="7819"/>
                    </a:cubicBezTo>
                    <a:cubicBezTo>
                      <a:pt x="880" y="7799"/>
                      <a:pt x="858" y="7801"/>
                      <a:pt x="840" y="7802"/>
                    </a:cubicBezTo>
                    <a:lnTo>
                      <a:pt x="837" y="7802"/>
                    </a:lnTo>
                    <a:lnTo>
                      <a:pt x="843" y="7793"/>
                    </a:lnTo>
                    <a:cubicBezTo>
                      <a:pt x="855" y="7787"/>
                      <a:pt x="868" y="7782"/>
                      <a:pt x="881" y="7778"/>
                    </a:cubicBezTo>
                    <a:cubicBezTo>
                      <a:pt x="898" y="7773"/>
                      <a:pt x="920" y="7774"/>
                      <a:pt x="934" y="7762"/>
                    </a:cubicBezTo>
                    <a:cubicBezTo>
                      <a:pt x="934" y="7762"/>
                      <a:pt x="935" y="7761"/>
                      <a:pt x="935" y="7760"/>
                    </a:cubicBezTo>
                    <a:cubicBezTo>
                      <a:pt x="936" y="7759"/>
                      <a:pt x="936" y="7758"/>
                      <a:pt x="936" y="7757"/>
                    </a:cubicBezTo>
                    <a:cubicBezTo>
                      <a:pt x="936" y="7756"/>
                      <a:pt x="936" y="7754"/>
                      <a:pt x="935" y="7753"/>
                    </a:cubicBezTo>
                    <a:cubicBezTo>
                      <a:pt x="935" y="7753"/>
                      <a:pt x="934" y="7752"/>
                      <a:pt x="934" y="7751"/>
                    </a:cubicBezTo>
                    <a:cubicBezTo>
                      <a:pt x="926" y="7748"/>
                      <a:pt x="918" y="7746"/>
                      <a:pt x="910" y="7746"/>
                    </a:cubicBezTo>
                    <a:cubicBezTo>
                      <a:pt x="902" y="7746"/>
                      <a:pt x="895" y="7747"/>
                      <a:pt x="888" y="7750"/>
                    </a:cubicBezTo>
                    <a:cubicBezTo>
                      <a:pt x="881" y="7752"/>
                      <a:pt x="875" y="7754"/>
                      <a:pt x="869" y="7757"/>
                    </a:cubicBezTo>
                    <a:cubicBezTo>
                      <a:pt x="874" y="7748"/>
                      <a:pt x="880" y="7739"/>
                      <a:pt x="885" y="7729"/>
                    </a:cubicBezTo>
                    <a:cubicBezTo>
                      <a:pt x="885" y="7730"/>
                      <a:pt x="886" y="7730"/>
                      <a:pt x="886" y="7730"/>
                    </a:cubicBezTo>
                    <a:cubicBezTo>
                      <a:pt x="888" y="7731"/>
                      <a:pt x="889" y="7731"/>
                      <a:pt x="890" y="7731"/>
                    </a:cubicBezTo>
                    <a:cubicBezTo>
                      <a:pt x="892" y="7731"/>
                      <a:pt x="893" y="7731"/>
                      <a:pt x="895" y="7730"/>
                    </a:cubicBezTo>
                    <a:lnTo>
                      <a:pt x="896" y="7729"/>
                    </a:lnTo>
                    <a:cubicBezTo>
                      <a:pt x="900" y="7726"/>
                      <a:pt x="904" y="7723"/>
                      <a:pt x="909" y="7720"/>
                    </a:cubicBezTo>
                    <a:cubicBezTo>
                      <a:pt x="917" y="7715"/>
                      <a:pt x="927" y="7712"/>
                      <a:pt x="937" y="7710"/>
                    </a:cubicBezTo>
                    <a:cubicBezTo>
                      <a:pt x="946" y="7709"/>
                      <a:pt x="956" y="7706"/>
                      <a:pt x="964" y="7702"/>
                    </a:cubicBezTo>
                    <a:cubicBezTo>
                      <a:pt x="965" y="7701"/>
                      <a:pt x="966" y="7701"/>
                      <a:pt x="966" y="7700"/>
                    </a:cubicBezTo>
                    <a:cubicBezTo>
                      <a:pt x="967" y="7699"/>
                      <a:pt x="967" y="7698"/>
                      <a:pt x="967" y="7697"/>
                    </a:cubicBezTo>
                    <a:cubicBezTo>
                      <a:pt x="967" y="7696"/>
                      <a:pt x="967" y="7695"/>
                      <a:pt x="966" y="7694"/>
                    </a:cubicBezTo>
                    <a:cubicBezTo>
                      <a:pt x="966" y="7693"/>
                      <a:pt x="965" y="7692"/>
                      <a:pt x="964" y="7692"/>
                    </a:cubicBezTo>
                    <a:lnTo>
                      <a:pt x="964" y="7691"/>
                    </a:lnTo>
                    <a:cubicBezTo>
                      <a:pt x="957" y="7688"/>
                      <a:pt x="950" y="7685"/>
                      <a:pt x="942" y="7685"/>
                    </a:cubicBezTo>
                    <a:cubicBezTo>
                      <a:pt x="935" y="7685"/>
                      <a:pt x="926" y="7688"/>
                      <a:pt x="919" y="7691"/>
                    </a:cubicBezTo>
                    <a:cubicBezTo>
                      <a:pt x="919" y="7692"/>
                      <a:pt x="919" y="7692"/>
                      <a:pt x="919" y="7692"/>
                    </a:cubicBezTo>
                    <a:lnTo>
                      <a:pt x="921" y="7689"/>
                    </a:lnTo>
                    <a:cubicBezTo>
                      <a:pt x="923" y="7687"/>
                      <a:pt x="924" y="7685"/>
                      <a:pt x="926" y="7682"/>
                    </a:cubicBezTo>
                    <a:cubicBezTo>
                      <a:pt x="932" y="7682"/>
                      <a:pt x="940" y="7684"/>
                      <a:pt x="946" y="7684"/>
                    </a:cubicBezTo>
                    <a:cubicBezTo>
                      <a:pt x="953" y="7685"/>
                      <a:pt x="961" y="7686"/>
                      <a:pt x="969" y="7687"/>
                    </a:cubicBezTo>
                    <a:cubicBezTo>
                      <a:pt x="970" y="7687"/>
                      <a:pt x="971" y="7686"/>
                      <a:pt x="972" y="7686"/>
                    </a:cubicBezTo>
                    <a:cubicBezTo>
                      <a:pt x="973" y="7685"/>
                      <a:pt x="974" y="7684"/>
                      <a:pt x="975" y="7683"/>
                    </a:cubicBezTo>
                    <a:cubicBezTo>
                      <a:pt x="976" y="7682"/>
                      <a:pt x="976" y="7680"/>
                      <a:pt x="976" y="7679"/>
                    </a:cubicBezTo>
                    <a:lnTo>
                      <a:pt x="976" y="7678"/>
                    </a:lnTo>
                    <a:cubicBezTo>
                      <a:pt x="976" y="7661"/>
                      <a:pt x="953" y="7660"/>
                      <a:pt x="940" y="7660"/>
                    </a:cubicBezTo>
                    <a:lnTo>
                      <a:pt x="946" y="7649"/>
                    </a:lnTo>
                    <a:cubicBezTo>
                      <a:pt x="947" y="7650"/>
                      <a:pt x="949" y="7650"/>
                      <a:pt x="951" y="7650"/>
                    </a:cubicBezTo>
                    <a:cubicBezTo>
                      <a:pt x="953" y="7650"/>
                      <a:pt x="955" y="7650"/>
                      <a:pt x="957" y="7649"/>
                    </a:cubicBezTo>
                    <a:lnTo>
                      <a:pt x="958" y="7649"/>
                    </a:lnTo>
                    <a:cubicBezTo>
                      <a:pt x="960" y="7648"/>
                      <a:pt x="961" y="7647"/>
                      <a:pt x="961" y="7646"/>
                    </a:cubicBezTo>
                    <a:cubicBezTo>
                      <a:pt x="962" y="7644"/>
                      <a:pt x="962" y="7643"/>
                      <a:pt x="962" y="7642"/>
                    </a:cubicBezTo>
                    <a:lnTo>
                      <a:pt x="962" y="7641"/>
                    </a:lnTo>
                    <a:cubicBezTo>
                      <a:pt x="968" y="7634"/>
                      <a:pt x="987" y="7634"/>
                      <a:pt x="994" y="7633"/>
                    </a:cubicBezTo>
                    <a:cubicBezTo>
                      <a:pt x="1006" y="7632"/>
                      <a:pt x="1021" y="7633"/>
                      <a:pt x="1027" y="7622"/>
                    </a:cubicBezTo>
                    <a:cubicBezTo>
                      <a:pt x="1028" y="7620"/>
                      <a:pt x="1028" y="7618"/>
                      <a:pt x="1028" y="7617"/>
                    </a:cubicBezTo>
                    <a:cubicBezTo>
                      <a:pt x="1028" y="7615"/>
                      <a:pt x="1028" y="7614"/>
                      <a:pt x="1027" y="7613"/>
                    </a:cubicBezTo>
                    <a:cubicBezTo>
                      <a:pt x="1017" y="7595"/>
                      <a:pt x="985" y="7601"/>
                      <a:pt x="968" y="7606"/>
                    </a:cubicBezTo>
                    <a:lnTo>
                      <a:pt x="981" y="7580"/>
                    </a:lnTo>
                    <a:cubicBezTo>
                      <a:pt x="982" y="7580"/>
                      <a:pt x="983" y="7579"/>
                      <a:pt x="983" y="7579"/>
                    </a:cubicBezTo>
                    <a:cubicBezTo>
                      <a:pt x="991" y="7575"/>
                      <a:pt x="999" y="7572"/>
                      <a:pt x="1007" y="7571"/>
                    </a:cubicBezTo>
                    <a:cubicBezTo>
                      <a:pt x="1021" y="7568"/>
                      <a:pt x="1034" y="7571"/>
                      <a:pt x="1046" y="7562"/>
                    </a:cubicBezTo>
                    <a:cubicBezTo>
                      <a:pt x="1047" y="7561"/>
                      <a:pt x="1048" y="7561"/>
                      <a:pt x="1048" y="7560"/>
                    </a:cubicBezTo>
                    <a:cubicBezTo>
                      <a:pt x="1049" y="7559"/>
                      <a:pt x="1049" y="7558"/>
                      <a:pt x="1049" y="7557"/>
                    </a:cubicBezTo>
                    <a:cubicBezTo>
                      <a:pt x="1049" y="7556"/>
                      <a:pt x="1049" y="7555"/>
                      <a:pt x="1048" y="7554"/>
                    </a:cubicBezTo>
                    <a:cubicBezTo>
                      <a:pt x="1048" y="7553"/>
                      <a:pt x="1047" y="7552"/>
                      <a:pt x="1046" y="7552"/>
                    </a:cubicBezTo>
                    <a:cubicBezTo>
                      <a:pt x="1045" y="7551"/>
                      <a:pt x="1044" y="7550"/>
                      <a:pt x="1043" y="7550"/>
                    </a:cubicBezTo>
                    <a:cubicBezTo>
                      <a:pt x="1035" y="7545"/>
                      <a:pt x="1025" y="7542"/>
                      <a:pt x="1015" y="7542"/>
                    </a:cubicBezTo>
                    <a:cubicBezTo>
                      <a:pt x="1009" y="7542"/>
                      <a:pt x="1002" y="7543"/>
                      <a:pt x="996" y="7546"/>
                    </a:cubicBezTo>
                    <a:cubicBezTo>
                      <a:pt x="1000" y="7538"/>
                      <a:pt x="1003" y="7531"/>
                      <a:pt x="1006" y="7524"/>
                    </a:cubicBezTo>
                    <a:cubicBezTo>
                      <a:pt x="1012" y="7521"/>
                      <a:pt x="1019" y="7518"/>
                      <a:pt x="1025" y="7516"/>
                    </a:cubicBezTo>
                    <a:cubicBezTo>
                      <a:pt x="1043" y="7513"/>
                      <a:pt x="1059" y="7507"/>
                      <a:pt x="1074" y="7498"/>
                    </a:cubicBezTo>
                    <a:cubicBezTo>
                      <a:pt x="1075" y="7498"/>
                      <a:pt x="1076" y="7497"/>
                      <a:pt x="1076" y="7496"/>
                    </a:cubicBezTo>
                    <a:cubicBezTo>
                      <a:pt x="1077" y="7495"/>
                      <a:pt x="1077" y="7493"/>
                      <a:pt x="1077" y="7492"/>
                    </a:cubicBezTo>
                    <a:cubicBezTo>
                      <a:pt x="1077" y="7491"/>
                      <a:pt x="1077" y="7489"/>
                      <a:pt x="1076" y="7488"/>
                    </a:cubicBezTo>
                    <a:cubicBezTo>
                      <a:pt x="1076" y="7487"/>
                      <a:pt x="1075" y="7486"/>
                      <a:pt x="1074" y="7485"/>
                    </a:cubicBezTo>
                    <a:cubicBezTo>
                      <a:pt x="1073" y="7485"/>
                      <a:pt x="1073" y="7485"/>
                      <a:pt x="1073" y="7485"/>
                    </a:cubicBezTo>
                    <a:cubicBezTo>
                      <a:pt x="1067" y="7482"/>
                      <a:pt x="1059" y="7481"/>
                      <a:pt x="1052" y="7481"/>
                    </a:cubicBezTo>
                    <a:cubicBezTo>
                      <a:pt x="1043" y="7481"/>
                      <a:pt x="1034" y="7483"/>
                      <a:pt x="1026" y="7487"/>
                    </a:cubicBezTo>
                    <a:lnTo>
                      <a:pt x="1019" y="7490"/>
                    </a:lnTo>
                    <a:lnTo>
                      <a:pt x="1026" y="7472"/>
                    </a:lnTo>
                    <a:cubicBezTo>
                      <a:pt x="1054" y="7457"/>
                      <a:pt x="1087" y="7455"/>
                      <a:pt x="1115" y="7441"/>
                    </a:cubicBezTo>
                    <a:cubicBezTo>
                      <a:pt x="1116" y="7440"/>
                      <a:pt x="1117" y="7439"/>
                      <a:pt x="1117" y="7438"/>
                    </a:cubicBezTo>
                    <a:cubicBezTo>
                      <a:pt x="1118" y="7437"/>
                      <a:pt x="1118" y="7435"/>
                      <a:pt x="1118" y="7434"/>
                    </a:cubicBezTo>
                    <a:cubicBezTo>
                      <a:pt x="1118" y="7432"/>
                      <a:pt x="1118" y="7432"/>
                      <a:pt x="1117" y="7431"/>
                    </a:cubicBezTo>
                    <a:cubicBezTo>
                      <a:pt x="1116" y="7429"/>
                      <a:pt x="1115" y="7428"/>
                      <a:pt x="1114" y="7428"/>
                    </a:cubicBezTo>
                    <a:lnTo>
                      <a:pt x="1114" y="7427"/>
                    </a:lnTo>
                    <a:cubicBezTo>
                      <a:pt x="1105" y="7425"/>
                      <a:pt x="1095" y="7423"/>
                      <a:pt x="1086" y="7423"/>
                    </a:cubicBezTo>
                    <a:cubicBezTo>
                      <a:pt x="1070" y="7423"/>
                      <a:pt x="1054" y="7427"/>
                      <a:pt x="1040" y="7435"/>
                    </a:cubicBezTo>
                    <a:lnTo>
                      <a:pt x="1040" y="7432"/>
                    </a:lnTo>
                    <a:cubicBezTo>
                      <a:pt x="1041" y="7431"/>
                      <a:pt x="1042" y="7430"/>
                      <a:pt x="1043" y="7429"/>
                    </a:cubicBezTo>
                    <a:cubicBezTo>
                      <a:pt x="1044" y="7428"/>
                      <a:pt x="1044" y="7427"/>
                      <a:pt x="1044" y="7426"/>
                    </a:cubicBezTo>
                    <a:cubicBezTo>
                      <a:pt x="1050" y="7388"/>
                      <a:pt x="1114" y="7398"/>
                      <a:pt x="1138" y="7383"/>
                    </a:cubicBezTo>
                    <a:cubicBezTo>
                      <a:pt x="1138" y="7383"/>
                      <a:pt x="1139" y="7382"/>
                      <a:pt x="1140" y="7381"/>
                    </a:cubicBezTo>
                    <a:cubicBezTo>
                      <a:pt x="1141" y="7380"/>
                      <a:pt x="1141" y="7378"/>
                      <a:pt x="1141" y="7377"/>
                    </a:cubicBezTo>
                    <a:cubicBezTo>
                      <a:pt x="1141" y="7375"/>
                      <a:pt x="1141" y="7375"/>
                      <a:pt x="1140" y="7373"/>
                    </a:cubicBezTo>
                    <a:cubicBezTo>
                      <a:pt x="1140" y="7371"/>
                      <a:pt x="1138" y="7372"/>
                      <a:pt x="1138" y="7371"/>
                    </a:cubicBezTo>
                    <a:cubicBezTo>
                      <a:pt x="1126" y="7366"/>
                      <a:pt x="1114" y="7363"/>
                      <a:pt x="1101" y="7363"/>
                    </a:cubicBezTo>
                    <a:cubicBezTo>
                      <a:pt x="1086" y="7363"/>
                      <a:pt x="1072" y="7366"/>
                      <a:pt x="1059" y="7374"/>
                    </a:cubicBezTo>
                    <a:lnTo>
                      <a:pt x="1061" y="7368"/>
                    </a:lnTo>
                    <a:cubicBezTo>
                      <a:pt x="1066" y="7356"/>
                      <a:pt x="1100" y="7345"/>
                      <a:pt x="1111" y="7341"/>
                    </a:cubicBezTo>
                    <a:cubicBezTo>
                      <a:pt x="1125" y="7338"/>
                      <a:pt x="1138" y="7332"/>
                      <a:pt x="1150" y="7326"/>
                    </a:cubicBezTo>
                    <a:cubicBezTo>
                      <a:pt x="1151" y="7325"/>
                      <a:pt x="1152" y="7324"/>
                      <a:pt x="1152" y="7323"/>
                    </a:cubicBezTo>
                    <a:cubicBezTo>
                      <a:pt x="1153" y="7322"/>
                      <a:pt x="1153" y="7320"/>
                      <a:pt x="1153" y="7319"/>
                    </a:cubicBezTo>
                    <a:cubicBezTo>
                      <a:pt x="1153" y="7317"/>
                      <a:pt x="1153" y="7316"/>
                      <a:pt x="1152" y="7315"/>
                    </a:cubicBezTo>
                    <a:cubicBezTo>
                      <a:pt x="1152" y="7314"/>
                      <a:pt x="1151" y="7313"/>
                      <a:pt x="1150" y="7313"/>
                    </a:cubicBezTo>
                    <a:cubicBezTo>
                      <a:pt x="1129" y="7298"/>
                      <a:pt x="1101" y="7314"/>
                      <a:pt x="1080" y="7324"/>
                    </a:cubicBezTo>
                    <a:lnTo>
                      <a:pt x="1075" y="7327"/>
                    </a:lnTo>
                    <a:cubicBezTo>
                      <a:pt x="1078" y="7321"/>
                      <a:pt x="1080" y="7314"/>
                      <a:pt x="1082" y="7307"/>
                    </a:cubicBezTo>
                    <a:cubicBezTo>
                      <a:pt x="1098" y="7299"/>
                      <a:pt x="1115" y="7293"/>
                      <a:pt x="1131" y="7287"/>
                    </a:cubicBezTo>
                    <a:cubicBezTo>
                      <a:pt x="1143" y="7283"/>
                      <a:pt x="1156" y="7284"/>
                      <a:pt x="1159" y="7270"/>
                    </a:cubicBezTo>
                    <a:cubicBezTo>
                      <a:pt x="1160" y="7269"/>
                      <a:pt x="1160" y="7269"/>
                      <a:pt x="1160" y="7268"/>
                    </a:cubicBezTo>
                    <a:cubicBezTo>
                      <a:pt x="1160" y="7267"/>
                      <a:pt x="1160" y="7265"/>
                      <a:pt x="1159" y="7264"/>
                    </a:cubicBezTo>
                    <a:cubicBezTo>
                      <a:pt x="1159" y="7263"/>
                      <a:pt x="1157" y="7261"/>
                      <a:pt x="1156" y="7261"/>
                    </a:cubicBezTo>
                    <a:cubicBezTo>
                      <a:pt x="1155" y="7260"/>
                      <a:pt x="1153" y="7260"/>
                      <a:pt x="1152" y="7260"/>
                    </a:cubicBezTo>
                    <a:cubicBezTo>
                      <a:pt x="1150" y="7260"/>
                      <a:pt x="1148" y="7260"/>
                      <a:pt x="1146" y="7260"/>
                    </a:cubicBezTo>
                    <a:cubicBezTo>
                      <a:pt x="1132" y="7260"/>
                      <a:pt x="1119" y="7263"/>
                      <a:pt x="1107" y="7269"/>
                    </a:cubicBezTo>
                    <a:lnTo>
                      <a:pt x="1095" y="7275"/>
                    </a:lnTo>
                    <a:cubicBezTo>
                      <a:pt x="1098" y="7267"/>
                      <a:pt x="1101" y="7260"/>
                      <a:pt x="1105" y="7252"/>
                    </a:cubicBezTo>
                    <a:cubicBezTo>
                      <a:pt x="1132" y="7235"/>
                      <a:pt x="1164" y="7230"/>
                      <a:pt x="1190" y="7213"/>
                    </a:cubicBezTo>
                    <a:cubicBezTo>
                      <a:pt x="1191" y="7212"/>
                      <a:pt x="1191" y="7212"/>
                      <a:pt x="1192" y="7211"/>
                    </a:cubicBezTo>
                    <a:cubicBezTo>
                      <a:pt x="1193" y="7210"/>
                      <a:pt x="1193" y="7209"/>
                      <a:pt x="1193" y="7208"/>
                    </a:cubicBezTo>
                    <a:cubicBezTo>
                      <a:pt x="1193" y="7206"/>
                      <a:pt x="1193" y="7205"/>
                      <a:pt x="1192" y="7204"/>
                    </a:cubicBezTo>
                    <a:cubicBezTo>
                      <a:pt x="1191" y="7203"/>
                      <a:pt x="1191" y="7203"/>
                      <a:pt x="1190" y="7202"/>
                    </a:cubicBezTo>
                    <a:cubicBezTo>
                      <a:pt x="1171" y="7186"/>
                      <a:pt x="1145" y="7206"/>
                      <a:pt x="1126" y="7212"/>
                    </a:cubicBezTo>
                    <a:cubicBezTo>
                      <a:pt x="1128" y="7207"/>
                      <a:pt x="1130" y="7202"/>
                      <a:pt x="1132" y="7196"/>
                    </a:cubicBezTo>
                    <a:cubicBezTo>
                      <a:pt x="1142" y="7186"/>
                      <a:pt x="1153" y="7178"/>
                      <a:pt x="1166" y="7171"/>
                    </a:cubicBezTo>
                    <a:cubicBezTo>
                      <a:pt x="1167" y="7170"/>
                      <a:pt x="1168" y="7169"/>
                      <a:pt x="1169" y="7169"/>
                    </a:cubicBezTo>
                    <a:cubicBezTo>
                      <a:pt x="1186" y="7160"/>
                      <a:pt x="1208" y="7162"/>
                      <a:pt x="1222" y="7147"/>
                    </a:cubicBezTo>
                    <a:lnTo>
                      <a:pt x="1223" y="7147"/>
                    </a:lnTo>
                    <a:cubicBezTo>
                      <a:pt x="1223" y="7145"/>
                      <a:pt x="1224" y="7144"/>
                      <a:pt x="1224" y="7143"/>
                    </a:cubicBezTo>
                    <a:cubicBezTo>
                      <a:pt x="1224" y="7142"/>
                      <a:pt x="1223" y="7141"/>
                      <a:pt x="1223" y="7140"/>
                    </a:cubicBezTo>
                    <a:lnTo>
                      <a:pt x="1222" y="7139"/>
                    </a:lnTo>
                    <a:cubicBezTo>
                      <a:pt x="1205" y="7122"/>
                      <a:pt x="1177" y="7135"/>
                      <a:pt x="1159" y="7145"/>
                    </a:cubicBezTo>
                    <a:cubicBezTo>
                      <a:pt x="1156" y="7147"/>
                      <a:pt x="1152" y="7149"/>
                      <a:pt x="1149" y="7151"/>
                    </a:cubicBezTo>
                    <a:cubicBezTo>
                      <a:pt x="1151" y="7146"/>
                      <a:pt x="1154" y="7140"/>
                      <a:pt x="1157" y="7134"/>
                    </a:cubicBezTo>
                    <a:cubicBezTo>
                      <a:pt x="1161" y="7131"/>
                      <a:pt x="1165" y="7128"/>
                      <a:pt x="1169" y="7126"/>
                    </a:cubicBezTo>
                    <a:cubicBezTo>
                      <a:pt x="1187" y="7115"/>
                      <a:pt x="1207" y="7108"/>
                      <a:pt x="1228" y="7103"/>
                    </a:cubicBezTo>
                    <a:cubicBezTo>
                      <a:pt x="1241" y="7100"/>
                      <a:pt x="1260" y="7096"/>
                      <a:pt x="1259" y="7078"/>
                    </a:cubicBezTo>
                    <a:cubicBezTo>
                      <a:pt x="1258" y="7077"/>
                      <a:pt x="1259" y="7076"/>
                      <a:pt x="1258" y="7075"/>
                    </a:cubicBezTo>
                    <a:cubicBezTo>
                      <a:pt x="1257" y="7074"/>
                      <a:pt x="1257" y="7073"/>
                      <a:pt x="1255" y="7072"/>
                    </a:cubicBezTo>
                    <a:cubicBezTo>
                      <a:pt x="1254" y="7071"/>
                      <a:pt x="1252" y="7071"/>
                      <a:pt x="1251" y="7071"/>
                    </a:cubicBezTo>
                    <a:cubicBezTo>
                      <a:pt x="1250" y="7071"/>
                      <a:pt x="1249" y="7071"/>
                      <a:pt x="1248" y="7072"/>
                    </a:cubicBezTo>
                    <a:cubicBezTo>
                      <a:pt x="1240" y="7073"/>
                      <a:pt x="1232" y="7074"/>
                      <a:pt x="1224" y="7074"/>
                    </a:cubicBezTo>
                    <a:cubicBezTo>
                      <a:pt x="1223" y="7074"/>
                      <a:pt x="1222" y="7074"/>
                      <a:pt x="1221" y="7074"/>
                    </a:cubicBezTo>
                    <a:cubicBezTo>
                      <a:pt x="1211" y="7076"/>
                      <a:pt x="1202" y="7079"/>
                      <a:pt x="1193" y="7084"/>
                    </a:cubicBezTo>
                    <a:lnTo>
                      <a:pt x="1177" y="7091"/>
                    </a:lnTo>
                    <a:lnTo>
                      <a:pt x="1189" y="7068"/>
                    </a:lnTo>
                    <a:cubicBezTo>
                      <a:pt x="1214" y="7051"/>
                      <a:pt x="1248" y="7046"/>
                      <a:pt x="1274" y="7030"/>
                    </a:cubicBezTo>
                    <a:cubicBezTo>
                      <a:pt x="1275" y="7030"/>
                      <a:pt x="1276" y="7029"/>
                      <a:pt x="1276" y="7028"/>
                    </a:cubicBezTo>
                    <a:cubicBezTo>
                      <a:pt x="1277" y="7027"/>
                      <a:pt x="1277" y="7026"/>
                      <a:pt x="1277" y="7025"/>
                    </a:cubicBezTo>
                    <a:cubicBezTo>
                      <a:pt x="1277" y="7024"/>
                      <a:pt x="1277" y="7023"/>
                      <a:pt x="1276" y="7022"/>
                    </a:cubicBezTo>
                    <a:cubicBezTo>
                      <a:pt x="1276" y="7021"/>
                      <a:pt x="1275" y="7020"/>
                      <a:pt x="1274" y="7020"/>
                    </a:cubicBezTo>
                    <a:cubicBezTo>
                      <a:pt x="1273" y="7019"/>
                      <a:pt x="1272" y="7019"/>
                      <a:pt x="1272" y="7019"/>
                    </a:cubicBezTo>
                    <a:cubicBezTo>
                      <a:pt x="1268" y="7019"/>
                      <a:pt x="1265" y="7018"/>
                      <a:pt x="1261" y="7018"/>
                    </a:cubicBezTo>
                    <a:cubicBezTo>
                      <a:pt x="1243" y="7018"/>
                      <a:pt x="1224" y="7023"/>
                      <a:pt x="1208" y="7031"/>
                    </a:cubicBezTo>
                    <a:cubicBezTo>
                      <a:pt x="1211" y="7026"/>
                      <a:pt x="1214" y="7020"/>
                      <a:pt x="1217" y="7015"/>
                    </a:cubicBezTo>
                    <a:cubicBezTo>
                      <a:pt x="1217" y="7014"/>
                      <a:pt x="1218" y="7014"/>
                      <a:pt x="1218" y="7014"/>
                    </a:cubicBezTo>
                    <a:cubicBezTo>
                      <a:pt x="1233" y="7006"/>
                      <a:pt x="1248" y="6999"/>
                      <a:pt x="1264" y="6995"/>
                    </a:cubicBezTo>
                    <a:cubicBezTo>
                      <a:pt x="1280" y="6990"/>
                      <a:pt x="1295" y="6984"/>
                      <a:pt x="1309" y="6977"/>
                    </a:cubicBezTo>
                    <a:cubicBezTo>
                      <a:pt x="1310" y="6977"/>
                      <a:pt x="1312" y="6976"/>
                      <a:pt x="1312" y="6975"/>
                    </a:cubicBezTo>
                    <a:cubicBezTo>
                      <a:pt x="1313" y="6973"/>
                      <a:pt x="1313" y="6972"/>
                      <a:pt x="1313" y="6971"/>
                    </a:cubicBezTo>
                    <a:cubicBezTo>
                      <a:pt x="1313" y="6969"/>
                      <a:pt x="1313" y="6968"/>
                      <a:pt x="1312" y="6967"/>
                    </a:cubicBezTo>
                    <a:cubicBezTo>
                      <a:pt x="1311" y="6966"/>
                      <a:pt x="1310" y="6965"/>
                      <a:pt x="1309" y="6964"/>
                    </a:cubicBezTo>
                    <a:cubicBezTo>
                      <a:pt x="1291" y="6955"/>
                      <a:pt x="1268" y="6971"/>
                      <a:pt x="1250" y="6977"/>
                    </a:cubicBezTo>
                    <a:lnTo>
                      <a:pt x="1236" y="6983"/>
                    </a:lnTo>
                    <a:cubicBezTo>
                      <a:pt x="1243" y="6973"/>
                      <a:pt x="1249" y="6963"/>
                      <a:pt x="1256" y="6953"/>
                    </a:cubicBezTo>
                    <a:cubicBezTo>
                      <a:pt x="1267" y="6948"/>
                      <a:pt x="1279" y="6946"/>
                      <a:pt x="1290" y="6945"/>
                    </a:cubicBezTo>
                    <a:cubicBezTo>
                      <a:pt x="1303" y="6945"/>
                      <a:pt x="1316" y="6941"/>
                      <a:pt x="1327" y="6935"/>
                    </a:cubicBezTo>
                    <a:cubicBezTo>
                      <a:pt x="1328" y="6935"/>
                      <a:pt x="1329" y="6934"/>
                      <a:pt x="1329" y="6933"/>
                    </a:cubicBezTo>
                    <a:cubicBezTo>
                      <a:pt x="1330" y="6932"/>
                      <a:pt x="1330" y="6931"/>
                      <a:pt x="1330" y="6930"/>
                    </a:cubicBezTo>
                    <a:cubicBezTo>
                      <a:pt x="1330" y="6929"/>
                      <a:pt x="1330" y="6928"/>
                      <a:pt x="1329" y="6927"/>
                    </a:cubicBezTo>
                    <a:cubicBezTo>
                      <a:pt x="1329" y="6927"/>
                      <a:pt x="1328" y="6926"/>
                      <a:pt x="1327" y="6925"/>
                    </a:cubicBezTo>
                    <a:cubicBezTo>
                      <a:pt x="1320" y="6922"/>
                      <a:pt x="1312" y="6920"/>
                      <a:pt x="1305" y="6920"/>
                    </a:cubicBezTo>
                    <a:cubicBezTo>
                      <a:pt x="1303" y="6920"/>
                      <a:pt x="1301" y="6921"/>
                      <a:pt x="1299" y="6921"/>
                    </a:cubicBezTo>
                    <a:cubicBezTo>
                      <a:pt x="1320" y="6910"/>
                      <a:pt x="1342" y="6902"/>
                      <a:pt x="1365" y="6896"/>
                    </a:cubicBezTo>
                    <a:cubicBezTo>
                      <a:pt x="1382" y="6892"/>
                      <a:pt x="1407" y="6885"/>
                      <a:pt x="1415" y="6868"/>
                    </a:cubicBezTo>
                    <a:cubicBezTo>
                      <a:pt x="1418" y="6863"/>
                      <a:pt x="1412" y="6858"/>
                      <a:pt x="1407" y="6860"/>
                    </a:cubicBezTo>
                    <a:cubicBezTo>
                      <a:pt x="1374" y="6867"/>
                      <a:pt x="1342" y="6878"/>
                      <a:pt x="1311" y="6891"/>
                    </a:cubicBezTo>
                    <a:cubicBezTo>
                      <a:pt x="1325" y="6879"/>
                      <a:pt x="1339" y="6869"/>
                      <a:pt x="1355" y="6859"/>
                    </a:cubicBezTo>
                    <a:lnTo>
                      <a:pt x="1356" y="6860"/>
                    </a:lnTo>
                    <a:cubicBezTo>
                      <a:pt x="1357" y="6860"/>
                      <a:pt x="1359" y="6861"/>
                      <a:pt x="1360" y="6861"/>
                    </a:cubicBezTo>
                    <a:cubicBezTo>
                      <a:pt x="1362" y="6861"/>
                      <a:pt x="1364" y="6861"/>
                      <a:pt x="1365" y="6860"/>
                    </a:cubicBezTo>
                    <a:cubicBezTo>
                      <a:pt x="1366" y="6859"/>
                      <a:pt x="1366" y="6859"/>
                      <a:pt x="1366" y="6859"/>
                    </a:cubicBezTo>
                    <a:cubicBezTo>
                      <a:pt x="1383" y="6845"/>
                      <a:pt x="1410" y="6848"/>
                      <a:pt x="1430" y="6845"/>
                    </a:cubicBezTo>
                    <a:cubicBezTo>
                      <a:pt x="1451" y="6842"/>
                      <a:pt x="1469" y="6844"/>
                      <a:pt x="1484" y="6830"/>
                    </a:cubicBezTo>
                    <a:lnTo>
                      <a:pt x="1484" y="6829"/>
                    </a:lnTo>
                    <a:cubicBezTo>
                      <a:pt x="1485" y="6828"/>
                      <a:pt x="1485" y="6826"/>
                      <a:pt x="1485" y="6825"/>
                    </a:cubicBezTo>
                    <a:cubicBezTo>
                      <a:pt x="1485" y="6823"/>
                      <a:pt x="1485" y="6823"/>
                      <a:pt x="1484" y="6822"/>
                    </a:cubicBezTo>
                    <a:lnTo>
                      <a:pt x="1484" y="6821"/>
                    </a:lnTo>
                    <a:cubicBezTo>
                      <a:pt x="1483" y="6820"/>
                      <a:pt x="1482" y="6820"/>
                      <a:pt x="1481" y="6819"/>
                    </a:cubicBezTo>
                    <a:cubicBezTo>
                      <a:pt x="1479" y="6818"/>
                      <a:pt x="1477" y="6817"/>
                      <a:pt x="1475" y="6817"/>
                    </a:cubicBezTo>
                    <a:cubicBezTo>
                      <a:pt x="1477" y="6817"/>
                      <a:pt x="1478" y="6817"/>
                      <a:pt x="1479" y="6817"/>
                    </a:cubicBezTo>
                    <a:cubicBezTo>
                      <a:pt x="1482" y="6817"/>
                      <a:pt x="1485" y="6817"/>
                      <a:pt x="1488" y="6815"/>
                    </a:cubicBezTo>
                    <a:cubicBezTo>
                      <a:pt x="1490" y="6814"/>
                      <a:pt x="1492" y="6812"/>
                      <a:pt x="1494" y="6809"/>
                    </a:cubicBezTo>
                    <a:lnTo>
                      <a:pt x="1494" y="6808"/>
                    </a:lnTo>
                    <a:lnTo>
                      <a:pt x="1494" y="6807"/>
                    </a:lnTo>
                    <a:cubicBezTo>
                      <a:pt x="1500" y="6805"/>
                      <a:pt x="1506" y="6803"/>
                      <a:pt x="1512" y="6803"/>
                    </a:cubicBezTo>
                    <a:cubicBezTo>
                      <a:pt x="1529" y="6800"/>
                      <a:pt x="1545" y="6798"/>
                      <a:pt x="1562" y="6798"/>
                    </a:cubicBezTo>
                    <a:cubicBezTo>
                      <a:pt x="1601" y="6798"/>
                      <a:pt x="1639" y="6806"/>
                      <a:pt x="1675" y="6821"/>
                    </a:cubicBezTo>
                    <a:cubicBezTo>
                      <a:pt x="1676" y="6821"/>
                      <a:pt x="1678" y="6822"/>
                      <a:pt x="1679" y="6822"/>
                    </a:cubicBezTo>
                    <a:cubicBezTo>
                      <a:pt x="1680" y="6822"/>
                      <a:pt x="1681" y="6820"/>
                      <a:pt x="1683" y="6820"/>
                    </a:cubicBezTo>
                    <a:cubicBezTo>
                      <a:pt x="1685" y="6819"/>
                      <a:pt x="1686" y="6818"/>
                      <a:pt x="1687" y="6817"/>
                    </a:cubicBezTo>
                    <a:cubicBezTo>
                      <a:pt x="1688" y="6816"/>
                      <a:pt x="1688" y="6813"/>
                      <a:pt x="1688" y="6812"/>
                    </a:cubicBezTo>
                    <a:cubicBezTo>
                      <a:pt x="1688" y="6810"/>
                      <a:pt x="1688" y="6809"/>
                      <a:pt x="1687" y="6808"/>
                    </a:cubicBezTo>
                    <a:cubicBezTo>
                      <a:pt x="1686" y="6807"/>
                      <a:pt x="1685" y="6806"/>
                      <a:pt x="1683" y="6805"/>
                    </a:cubicBezTo>
                    <a:cubicBezTo>
                      <a:pt x="1682" y="6804"/>
                      <a:pt x="1683" y="6804"/>
                      <a:pt x="1683" y="6804"/>
                    </a:cubicBezTo>
                    <a:cubicBezTo>
                      <a:pt x="1675" y="6801"/>
                      <a:pt x="1668" y="6797"/>
                      <a:pt x="1660" y="6794"/>
                    </a:cubicBezTo>
                    <a:lnTo>
                      <a:pt x="1660" y="6793"/>
                    </a:lnTo>
                    <a:lnTo>
                      <a:pt x="1660" y="6792"/>
                    </a:lnTo>
                    <a:cubicBezTo>
                      <a:pt x="1660" y="6790"/>
                      <a:pt x="1660" y="6788"/>
                      <a:pt x="1660" y="6787"/>
                    </a:cubicBezTo>
                    <a:cubicBezTo>
                      <a:pt x="1663" y="6787"/>
                      <a:pt x="1665" y="6787"/>
                      <a:pt x="1668" y="6787"/>
                    </a:cubicBezTo>
                    <a:cubicBezTo>
                      <a:pt x="1671" y="6787"/>
                      <a:pt x="1673" y="6787"/>
                      <a:pt x="1676" y="6787"/>
                    </a:cubicBezTo>
                    <a:cubicBezTo>
                      <a:pt x="1678" y="6787"/>
                      <a:pt x="1679" y="6787"/>
                      <a:pt x="1681" y="6787"/>
                    </a:cubicBezTo>
                    <a:cubicBezTo>
                      <a:pt x="1687" y="6787"/>
                      <a:pt x="1693" y="6785"/>
                      <a:pt x="1699" y="6782"/>
                    </a:cubicBezTo>
                    <a:cubicBezTo>
                      <a:pt x="1700" y="6781"/>
                      <a:pt x="1702" y="6780"/>
                      <a:pt x="1704" y="6779"/>
                    </a:cubicBezTo>
                    <a:cubicBezTo>
                      <a:pt x="1704" y="6778"/>
                      <a:pt x="1704" y="6778"/>
                      <a:pt x="1704" y="6778"/>
                    </a:cubicBezTo>
                    <a:cubicBezTo>
                      <a:pt x="1705" y="6777"/>
                      <a:pt x="1705" y="6776"/>
                      <a:pt x="1705" y="6775"/>
                    </a:cubicBezTo>
                    <a:cubicBezTo>
                      <a:pt x="1705" y="6773"/>
                      <a:pt x="1705" y="6772"/>
                      <a:pt x="1704" y="6771"/>
                    </a:cubicBezTo>
                    <a:cubicBezTo>
                      <a:pt x="1702" y="6769"/>
                      <a:pt x="1700" y="6768"/>
                      <a:pt x="1698" y="6767"/>
                    </a:cubicBezTo>
                    <a:cubicBezTo>
                      <a:pt x="1693" y="6764"/>
                      <a:pt x="1687" y="6762"/>
                      <a:pt x="1681" y="6762"/>
                    </a:cubicBezTo>
                    <a:cubicBezTo>
                      <a:pt x="1680" y="6762"/>
                      <a:pt x="1679" y="6762"/>
                      <a:pt x="1678" y="6762"/>
                    </a:cubicBezTo>
                    <a:lnTo>
                      <a:pt x="1665" y="6762"/>
                    </a:lnTo>
                    <a:cubicBezTo>
                      <a:pt x="1666" y="6759"/>
                      <a:pt x="1668" y="6755"/>
                      <a:pt x="1670" y="6751"/>
                    </a:cubicBezTo>
                    <a:cubicBezTo>
                      <a:pt x="1674" y="6751"/>
                      <a:pt x="1678" y="6751"/>
                      <a:pt x="1682" y="6751"/>
                    </a:cubicBezTo>
                    <a:cubicBezTo>
                      <a:pt x="1690" y="6751"/>
                      <a:pt x="1697" y="6751"/>
                      <a:pt x="1705" y="6753"/>
                    </a:cubicBezTo>
                    <a:cubicBezTo>
                      <a:pt x="1710" y="6754"/>
                      <a:pt x="1714" y="6754"/>
                      <a:pt x="1719" y="6754"/>
                    </a:cubicBezTo>
                    <a:cubicBezTo>
                      <a:pt x="1733" y="6754"/>
                      <a:pt x="1746" y="6750"/>
                      <a:pt x="1758" y="6744"/>
                    </a:cubicBezTo>
                    <a:cubicBezTo>
                      <a:pt x="1759" y="6743"/>
                      <a:pt x="1759" y="6743"/>
                      <a:pt x="1760" y="6743"/>
                    </a:cubicBezTo>
                    <a:cubicBezTo>
                      <a:pt x="1761" y="6742"/>
                      <a:pt x="1761" y="6742"/>
                      <a:pt x="1762" y="6741"/>
                    </a:cubicBezTo>
                    <a:cubicBezTo>
                      <a:pt x="1763" y="6740"/>
                      <a:pt x="1763" y="6738"/>
                      <a:pt x="1763" y="6737"/>
                    </a:cubicBezTo>
                    <a:cubicBezTo>
                      <a:pt x="1763" y="6736"/>
                      <a:pt x="1763" y="6735"/>
                      <a:pt x="1762" y="6734"/>
                    </a:cubicBezTo>
                    <a:cubicBezTo>
                      <a:pt x="1762" y="6733"/>
                      <a:pt x="1760" y="6732"/>
                      <a:pt x="1759" y="6731"/>
                    </a:cubicBezTo>
                    <a:cubicBezTo>
                      <a:pt x="1759" y="6731"/>
                      <a:pt x="1758" y="6731"/>
                      <a:pt x="1757" y="6731"/>
                    </a:cubicBezTo>
                    <a:cubicBezTo>
                      <a:pt x="1742" y="6729"/>
                      <a:pt x="1727" y="6728"/>
                      <a:pt x="1712" y="6728"/>
                    </a:cubicBezTo>
                    <a:cubicBezTo>
                      <a:pt x="1704" y="6728"/>
                      <a:pt x="1697" y="6728"/>
                      <a:pt x="1690" y="6728"/>
                    </a:cubicBezTo>
                    <a:lnTo>
                      <a:pt x="1681" y="6728"/>
                    </a:lnTo>
                    <a:cubicBezTo>
                      <a:pt x="1684" y="6723"/>
                      <a:pt x="1686" y="6717"/>
                      <a:pt x="1688" y="6712"/>
                    </a:cubicBezTo>
                    <a:cubicBezTo>
                      <a:pt x="1695" y="6712"/>
                      <a:pt x="1705" y="6710"/>
                      <a:pt x="1706" y="6710"/>
                    </a:cubicBezTo>
                    <a:cubicBezTo>
                      <a:pt x="1720" y="6710"/>
                      <a:pt x="1734" y="6706"/>
                      <a:pt x="1747" y="6699"/>
                    </a:cubicBezTo>
                    <a:cubicBezTo>
                      <a:pt x="1747" y="6698"/>
                      <a:pt x="1747" y="6698"/>
                      <a:pt x="1748" y="6698"/>
                    </a:cubicBezTo>
                    <a:cubicBezTo>
                      <a:pt x="1748" y="6698"/>
                      <a:pt x="1749" y="6698"/>
                      <a:pt x="1749" y="6697"/>
                    </a:cubicBezTo>
                    <a:cubicBezTo>
                      <a:pt x="1750" y="6695"/>
                      <a:pt x="1750" y="6694"/>
                      <a:pt x="1750" y="6693"/>
                    </a:cubicBezTo>
                    <a:cubicBezTo>
                      <a:pt x="1750" y="6692"/>
                      <a:pt x="1750" y="6690"/>
                      <a:pt x="1749" y="6689"/>
                    </a:cubicBezTo>
                    <a:cubicBezTo>
                      <a:pt x="1748" y="6688"/>
                      <a:pt x="1747" y="6687"/>
                      <a:pt x="1746" y="6686"/>
                    </a:cubicBezTo>
                    <a:cubicBezTo>
                      <a:pt x="1732" y="6676"/>
                      <a:pt x="1712" y="6684"/>
                      <a:pt x="1695" y="6686"/>
                    </a:cubicBezTo>
                    <a:cubicBezTo>
                      <a:pt x="1698" y="6676"/>
                      <a:pt x="1701" y="6665"/>
                      <a:pt x="1703" y="6655"/>
                    </a:cubicBezTo>
                    <a:cubicBezTo>
                      <a:pt x="1712" y="6653"/>
                      <a:pt x="1721" y="6651"/>
                      <a:pt x="1729" y="6650"/>
                    </a:cubicBezTo>
                    <a:cubicBezTo>
                      <a:pt x="1744" y="6650"/>
                      <a:pt x="1758" y="6648"/>
                      <a:pt x="1772" y="6643"/>
                    </a:cubicBezTo>
                    <a:cubicBezTo>
                      <a:pt x="1773" y="6643"/>
                      <a:pt x="1774" y="6642"/>
                      <a:pt x="1774" y="6641"/>
                    </a:cubicBezTo>
                    <a:cubicBezTo>
                      <a:pt x="1775" y="6640"/>
                      <a:pt x="1775" y="6639"/>
                      <a:pt x="1775" y="6638"/>
                    </a:cubicBezTo>
                    <a:cubicBezTo>
                      <a:pt x="1775" y="6637"/>
                      <a:pt x="1775" y="6636"/>
                      <a:pt x="1774" y="6635"/>
                    </a:cubicBezTo>
                    <a:cubicBezTo>
                      <a:pt x="1774" y="6634"/>
                      <a:pt x="1773" y="6634"/>
                      <a:pt x="1772" y="6633"/>
                    </a:cubicBezTo>
                    <a:cubicBezTo>
                      <a:pt x="1764" y="6630"/>
                      <a:pt x="1755" y="6629"/>
                      <a:pt x="1746" y="6629"/>
                    </a:cubicBezTo>
                    <a:cubicBezTo>
                      <a:pt x="1737" y="6629"/>
                      <a:pt x="1727" y="6630"/>
                      <a:pt x="1719" y="6633"/>
                    </a:cubicBezTo>
                    <a:lnTo>
                      <a:pt x="1708" y="6636"/>
                    </a:lnTo>
                    <a:cubicBezTo>
                      <a:pt x="1711" y="6626"/>
                      <a:pt x="1713" y="6617"/>
                      <a:pt x="1716" y="6606"/>
                    </a:cubicBezTo>
                    <a:lnTo>
                      <a:pt x="1719" y="6606"/>
                    </a:lnTo>
                    <a:cubicBezTo>
                      <a:pt x="1730" y="6603"/>
                      <a:pt x="1741" y="6602"/>
                      <a:pt x="1752" y="6602"/>
                    </a:cubicBezTo>
                    <a:cubicBezTo>
                      <a:pt x="1768" y="6601"/>
                      <a:pt x="1785" y="6598"/>
                      <a:pt x="1799" y="6591"/>
                    </a:cubicBezTo>
                    <a:cubicBezTo>
                      <a:pt x="1800" y="6591"/>
                      <a:pt x="1801" y="6590"/>
                      <a:pt x="1802" y="6589"/>
                    </a:cubicBezTo>
                    <a:cubicBezTo>
                      <a:pt x="1803" y="6588"/>
                      <a:pt x="1802" y="6587"/>
                      <a:pt x="1802" y="6586"/>
                    </a:cubicBezTo>
                    <a:cubicBezTo>
                      <a:pt x="1802" y="6585"/>
                      <a:pt x="1803" y="6584"/>
                      <a:pt x="1802" y="6583"/>
                    </a:cubicBezTo>
                    <a:cubicBezTo>
                      <a:pt x="1801" y="6582"/>
                      <a:pt x="1800" y="6581"/>
                      <a:pt x="1799" y="6581"/>
                    </a:cubicBezTo>
                    <a:cubicBezTo>
                      <a:pt x="1791" y="6578"/>
                      <a:pt x="1782" y="6576"/>
                      <a:pt x="1773" y="6576"/>
                    </a:cubicBezTo>
                    <a:cubicBezTo>
                      <a:pt x="1764" y="6576"/>
                      <a:pt x="1755" y="6578"/>
                      <a:pt x="1747" y="6581"/>
                    </a:cubicBezTo>
                    <a:lnTo>
                      <a:pt x="1725" y="6585"/>
                    </a:lnTo>
                    <a:lnTo>
                      <a:pt x="1721" y="6586"/>
                    </a:lnTo>
                    <a:lnTo>
                      <a:pt x="1724" y="6571"/>
                    </a:lnTo>
                    <a:cubicBezTo>
                      <a:pt x="1733" y="6569"/>
                      <a:pt x="1742" y="6567"/>
                      <a:pt x="1751" y="6566"/>
                    </a:cubicBezTo>
                    <a:cubicBezTo>
                      <a:pt x="1763" y="6565"/>
                      <a:pt x="1776" y="6562"/>
                      <a:pt x="1787" y="6557"/>
                    </a:cubicBezTo>
                    <a:cubicBezTo>
                      <a:pt x="1788" y="6556"/>
                      <a:pt x="1788" y="6556"/>
                      <a:pt x="1788" y="6555"/>
                    </a:cubicBezTo>
                    <a:lnTo>
                      <a:pt x="1789" y="6555"/>
                    </a:lnTo>
                    <a:cubicBezTo>
                      <a:pt x="1789" y="6556"/>
                      <a:pt x="1789" y="6557"/>
                      <a:pt x="1789" y="6558"/>
                    </a:cubicBezTo>
                    <a:cubicBezTo>
                      <a:pt x="1789" y="6560"/>
                      <a:pt x="1790" y="6561"/>
                      <a:pt x="1791" y="6563"/>
                    </a:cubicBezTo>
                    <a:cubicBezTo>
                      <a:pt x="1793" y="6566"/>
                      <a:pt x="1795" y="6568"/>
                      <a:pt x="1798" y="6570"/>
                    </a:cubicBezTo>
                    <a:cubicBezTo>
                      <a:pt x="1800" y="6571"/>
                      <a:pt x="1803" y="6572"/>
                      <a:pt x="1805" y="6573"/>
                    </a:cubicBezTo>
                    <a:cubicBezTo>
                      <a:pt x="1811" y="6575"/>
                      <a:pt x="1818" y="6576"/>
                      <a:pt x="1825" y="6576"/>
                    </a:cubicBezTo>
                    <a:cubicBezTo>
                      <a:pt x="1837" y="6576"/>
                      <a:pt x="1849" y="6572"/>
                      <a:pt x="1859" y="6566"/>
                    </a:cubicBezTo>
                    <a:cubicBezTo>
                      <a:pt x="1861" y="6565"/>
                      <a:pt x="1863" y="6564"/>
                      <a:pt x="1864" y="6563"/>
                    </a:cubicBezTo>
                    <a:cubicBezTo>
                      <a:pt x="1868" y="6560"/>
                      <a:pt x="1871" y="6556"/>
                      <a:pt x="1873" y="6552"/>
                    </a:cubicBezTo>
                    <a:cubicBezTo>
                      <a:pt x="1877" y="6545"/>
                      <a:pt x="1879" y="6538"/>
                      <a:pt x="1879" y="6530"/>
                    </a:cubicBezTo>
                    <a:cubicBezTo>
                      <a:pt x="1879" y="6522"/>
                      <a:pt x="1877" y="6515"/>
                      <a:pt x="1873" y="6508"/>
                    </a:cubicBezTo>
                    <a:cubicBezTo>
                      <a:pt x="1873" y="6507"/>
                      <a:pt x="1872" y="6507"/>
                      <a:pt x="1872" y="6506"/>
                    </a:cubicBezTo>
                    <a:lnTo>
                      <a:pt x="1870" y="6504"/>
                    </a:lnTo>
                    <a:cubicBezTo>
                      <a:pt x="1870" y="6503"/>
                      <a:pt x="1870" y="6501"/>
                      <a:pt x="1870" y="6500"/>
                    </a:cubicBezTo>
                    <a:cubicBezTo>
                      <a:pt x="1870" y="6498"/>
                      <a:pt x="1870" y="6498"/>
                      <a:pt x="1870" y="6496"/>
                    </a:cubicBezTo>
                    <a:cubicBezTo>
                      <a:pt x="1868" y="6471"/>
                      <a:pt x="1839" y="6466"/>
                      <a:pt x="1819" y="6475"/>
                    </a:cubicBezTo>
                    <a:cubicBezTo>
                      <a:pt x="1818" y="6476"/>
                      <a:pt x="1817" y="6476"/>
                      <a:pt x="1816" y="6477"/>
                    </a:cubicBezTo>
                    <a:cubicBezTo>
                      <a:pt x="1807" y="6482"/>
                      <a:pt x="1800" y="6489"/>
                      <a:pt x="1795" y="6498"/>
                    </a:cubicBezTo>
                    <a:cubicBezTo>
                      <a:pt x="1791" y="6504"/>
                      <a:pt x="1789" y="6511"/>
                      <a:pt x="1787" y="6518"/>
                    </a:cubicBezTo>
                    <a:lnTo>
                      <a:pt x="1787" y="6517"/>
                    </a:lnTo>
                    <a:lnTo>
                      <a:pt x="1786" y="6516"/>
                    </a:lnTo>
                    <a:cubicBezTo>
                      <a:pt x="1776" y="6511"/>
                      <a:pt x="1765" y="6509"/>
                      <a:pt x="1755" y="6509"/>
                    </a:cubicBezTo>
                    <a:cubicBezTo>
                      <a:pt x="1750" y="6509"/>
                      <a:pt x="1744" y="6509"/>
                      <a:pt x="1739" y="6510"/>
                    </a:cubicBezTo>
                    <a:lnTo>
                      <a:pt x="1736" y="6510"/>
                    </a:lnTo>
                    <a:lnTo>
                      <a:pt x="1736" y="6508"/>
                    </a:lnTo>
                    <a:cubicBezTo>
                      <a:pt x="1737" y="6502"/>
                      <a:pt x="1738" y="6495"/>
                      <a:pt x="1739" y="6489"/>
                    </a:cubicBezTo>
                    <a:cubicBezTo>
                      <a:pt x="1746" y="6488"/>
                      <a:pt x="1753" y="6487"/>
                      <a:pt x="1760" y="6487"/>
                    </a:cubicBezTo>
                    <a:cubicBezTo>
                      <a:pt x="1766" y="6486"/>
                      <a:pt x="1773" y="6485"/>
                      <a:pt x="1779" y="6485"/>
                    </a:cubicBezTo>
                    <a:cubicBezTo>
                      <a:pt x="1790" y="6485"/>
                      <a:pt x="1802" y="6483"/>
                      <a:pt x="1805" y="6471"/>
                    </a:cubicBezTo>
                    <a:lnTo>
                      <a:pt x="1806" y="6470"/>
                    </a:lnTo>
                    <a:cubicBezTo>
                      <a:pt x="1806" y="6468"/>
                      <a:pt x="1806" y="6467"/>
                      <a:pt x="1805" y="6466"/>
                    </a:cubicBezTo>
                    <a:cubicBezTo>
                      <a:pt x="1805" y="6465"/>
                      <a:pt x="1803" y="6464"/>
                      <a:pt x="1802" y="6463"/>
                    </a:cubicBezTo>
                    <a:cubicBezTo>
                      <a:pt x="1801" y="6462"/>
                      <a:pt x="1799" y="6462"/>
                      <a:pt x="1798" y="6462"/>
                    </a:cubicBezTo>
                    <a:cubicBezTo>
                      <a:pt x="1790" y="6462"/>
                      <a:pt x="1782" y="6461"/>
                      <a:pt x="1774" y="6461"/>
                    </a:cubicBezTo>
                    <a:cubicBezTo>
                      <a:pt x="1766" y="6462"/>
                      <a:pt x="1759" y="6463"/>
                      <a:pt x="1751" y="6465"/>
                    </a:cubicBezTo>
                    <a:lnTo>
                      <a:pt x="1743" y="6466"/>
                    </a:lnTo>
                    <a:cubicBezTo>
                      <a:pt x="1744" y="6465"/>
                      <a:pt x="1744" y="6463"/>
                      <a:pt x="1745" y="6461"/>
                    </a:cubicBezTo>
                    <a:cubicBezTo>
                      <a:pt x="1747" y="6459"/>
                      <a:pt x="1748" y="6457"/>
                      <a:pt x="1750" y="6455"/>
                    </a:cubicBezTo>
                    <a:cubicBezTo>
                      <a:pt x="1750" y="6456"/>
                      <a:pt x="1750" y="6456"/>
                      <a:pt x="1750" y="6456"/>
                    </a:cubicBezTo>
                    <a:cubicBezTo>
                      <a:pt x="1751" y="6456"/>
                      <a:pt x="1753" y="6457"/>
                      <a:pt x="1754" y="6457"/>
                    </a:cubicBezTo>
                    <a:cubicBezTo>
                      <a:pt x="1760" y="6456"/>
                      <a:pt x="1765" y="6454"/>
                      <a:pt x="1769" y="6451"/>
                    </a:cubicBezTo>
                    <a:cubicBezTo>
                      <a:pt x="1771" y="6450"/>
                      <a:pt x="1774" y="6449"/>
                      <a:pt x="1775" y="6447"/>
                    </a:cubicBezTo>
                    <a:cubicBezTo>
                      <a:pt x="1776" y="6447"/>
                      <a:pt x="1776" y="6446"/>
                      <a:pt x="1777" y="6446"/>
                    </a:cubicBezTo>
                    <a:cubicBezTo>
                      <a:pt x="1781" y="6444"/>
                      <a:pt x="1785" y="6442"/>
                      <a:pt x="1790" y="6440"/>
                    </a:cubicBezTo>
                    <a:lnTo>
                      <a:pt x="1793" y="6440"/>
                    </a:lnTo>
                    <a:cubicBezTo>
                      <a:pt x="1794" y="6439"/>
                      <a:pt x="1796" y="6439"/>
                      <a:pt x="1797" y="6438"/>
                    </a:cubicBezTo>
                    <a:cubicBezTo>
                      <a:pt x="1798" y="6437"/>
                      <a:pt x="1799" y="6436"/>
                      <a:pt x="1800" y="6435"/>
                    </a:cubicBezTo>
                    <a:cubicBezTo>
                      <a:pt x="1812" y="6434"/>
                      <a:pt x="1824" y="6433"/>
                      <a:pt x="1836" y="6433"/>
                    </a:cubicBezTo>
                    <a:cubicBezTo>
                      <a:pt x="1842" y="6433"/>
                      <a:pt x="1848" y="6433"/>
                      <a:pt x="1855" y="6434"/>
                    </a:cubicBezTo>
                    <a:cubicBezTo>
                      <a:pt x="1859" y="6434"/>
                      <a:pt x="1864" y="6434"/>
                      <a:pt x="1868" y="6434"/>
                    </a:cubicBezTo>
                    <a:cubicBezTo>
                      <a:pt x="1920" y="6434"/>
                      <a:pt x="1971" y="6442"/>
                      <a:pt x="2020" y="6459"/>
                    </a:cubicBezTo>
                    <a:cubicBezTo>
                      <a:pt x="2088" y="6484"/>
                      <a:pt x="2046" y="6575"/>
                      <a:pt x="2033" y="6627"/>
                    </a:cubicBezTo>
                    <a:cubicBezTo>
                      <a:pt x="2024" y="6676"/>
                      <a:pt x="2010" y="6724"/>
                      <a:pt x="1994" y="6772"/>
                    </a:cubicBezTo>
                    <a:cubicBezTo>
                      <a:pt x="1993" y="6775"/>
                      <a:pt x="1991" y="6778"/>
                      <a:pt x="1990" y="6780"/>
                    </a:cubicBezTo>
                    <a:cubicBezTo>
                      <a:pt x="1988" y="6781"/>
                      <a:pt x="1986" y="6781"/>
                      <a:pt x="1985" y="6782"/>
                    </a:cubicBezTo>
                    <a:cubicBezTo>
                      <a:pt x="1982" y="6783"/>
                      <a:pt x="1979" y="6784"/>
                      <a:pt x="1976" y="6786"/>
                    </a:cubicBezTo>
                    <a:cubicBezTo>
                      <a:pt x="1971" y="6789"/>
                      <a:pt x="1967" y="6792"/>
                      <a:pt x="1962" y="6795"/>
                    </a:cubicBezTo>
                    <a:cubicBezTo>
                      <a:pt x="1961" y="6796"/>
                      <a:pt x="1961" y="6797"/>
                      <a:pt x="1960" y="6798"/>
                    </a:cubicBezTo>
                    <a:cubicBezTo>
                      <a:pt x="1960" y="6799"/>
                      <a:pt x="1959" y="6800"/>
                      <a:pt x="1959" y="6802"/>
                    </a:cubicBezTo>
                    <a:lnTo>
                      <a:pt x="1959" y="6803"/>
                    </a:lnTo>
                    <a:cubicBezTo>
                      <a:pt x="1956" y="6802"/>
                      <a:pt x="1954" y="6801"/>
                      <a:pt x="1951" y="6801"/>
                    </a:cubicBezTo>
                    <a:cubicBezTo>
                      <a:pt x="1949" y="6801"/>
                      <a:pt x="1946" y="6802"/>
                      <a:pt x="1944" y="6803"/>
                    </a:cubicBezTo>
                    <a:cubicBezTo>
                      <a:pt x="1941" y="6804"/>
                      <a:pt x="1939" y="6806"/>
                      <a:pt x="1938" y="6809"/>
                    </a:cubicBezTo>
                    <a:cubicBezTo>
                      <a:pt x="1937" y="6811"/>
                      <a:pt x="1936" y="6813"/>
                      <a:pt x="1936" y="6816"/>
                    </a:cubicBezTo>
                    <a:cubicBezTo>
                      <a:pt x="1936" y="6818"/>
                      <a:pt x="1937" y="6821"/>
                      <a:pt x="1938" y="6824"/>
                    </a:cubicBezTo>
                    <a:cubicBezTo>
                      <a:pt x="1939" y="6826"/>
                      <a:pt x="1941" y="6827"/>
                      <a:pt x="1944" y="6829"/>
                    </a:cubicBezTo>
                    <a:cubicBezTo>
                      <a:pt x="1946" y="6830"/>
                      <a:pt x="1949" y="6831"/>
                      <a:pt x="1951" y="6831"/>
                    </a:cubicBezTo>
                    <a:lnTo>
                      <a:pt x="1952" y="6831"/>
                    </a:lnTo>
                    <a:cubicBezTo>
                      <a:pt x="1954" y="6831"/>
                      <a:pt x="1956" y="6831"/>
                      <a:pt x="1958" y="6830"/>
                    </a:cubicBezTo>
                    <a:cubicBezTo>
                      <a:pt x="1960" y="6829"/>
                      <a:pt x="1961" y="6827"/>
                      <a:pt x="1962" y="6826"/>
                    </a:cubicBezTo>
                    <a:lnTo>
                      <a:pt x="1965" y="6827"/>
                    </a:lnTo>
                    <a:lnTo>
                      <a:pt x="1975" y="6831"/>
                    </a:lnTo>
                    <a:lnTo>
                      <a:pt x="1972" y="6847"/>
                    </a:lnTo>
                    <a:cubicBezTo>
                      <a:pt x="1964" y="6844"/>
                      <a:pt x="1955" y="6842"/>
                      <a:pt x="1947" y="6842"/>
                    </a:cubicBezTo>
                    <a:cubicBezTo>
                      <a:pt x="1940" y="6842"/>
                      <a:pt x="1933" y="6843"/>
                      <a:pt x="1926" y="6845"/>
                    </a:cubicBezTo>
                    <a:cubicBezTo>
                      <a:pt x="1926" y="6846"/>
                      <a:pt x="1925" y="6846"/>
                      <a:pt x="1925" y="6846"/>
                    </a:cubicBezTo>
                    <a:cubicBezTo>
                      <a:pt x="1924" y="6846"/>
                      <a:pt x="1923" y="6847"/>
                      <a:pt x="1923" y="6848"/>
                    </a:cubicBezTo>
                    <a:cubicBezTo>
                      <a:pt x="1923" y="6848"/>
                      <a:pt x="1922" y="6849"/>
                      <a:pt x="1922" y="6850"/>
                    </a:cubicBezTo>
                    <a:cubicBezTo>
                      <a:pt x="1922" y="6851"/>
                      <a:pt x="1923" y="6852"/>
                      <a:pt x="1923" y="6852"/>
                    </a:cubicBezTo>
                    <a:cubicBezTo>
                      <a:pt x="1923" y="6853"/>
                      <a:pt x="1924" y="6854"/>
                      <a:pt x="1925" y="6854"/>
                    </a:cubicBezTo>
                    <a:lnTo>
                      <a:pt x="1926" y="6855"/>
                    </a:lnTo>
                    <a:cubicBezTo>
                      <a:pt x="1937" y="6858"/>
                      <a:pt x="1946" y="6861"/>
                      <a:pt x="1957" y="6864"/>
                    </a:cubicBezTo>
                    <a:cubicBezTo>
                      <a:pt x="1961" y="6865"/>
                      <a:pt x="1965" y="6866"/>
                      <a:pt x="1968" y="6868"/>
                    </a:cubicBezTo>
                    <a:cubicBezTo>
                      <a:pt x="1966" y="6877"/>
                      <a:pt x="1964" y="6888"/>
                      <a:pt x="1961" y="6897"/>
                    </a:cubicBezTo>
                    <a:cubicBezTo>
                      <a:pt x="1951" y="6933"/>
                      <a:pt x="1981" y="6953"/>
                      <a:pt x="2011" y="6964"/>
                    </a:cubicBezTo>
                    <a:cubicBezTo>
                      <a:pt x="2021" y="6968"/>
                      <a:pt x="2030" y="6972"/>
                      <a:pt x="2039" y="6977"/>
                    </a:cubicBezTo>
                    <a:cubicBezTo>
                      <a:pt x="2048" y="6982"/>
                      <a:pt x="2056" y="6988"/>
                      <a:pt x="2064" y="6995"/>
                    </a:cubicBezTo>
                    <a:cubicBezTo>
                      <a:pt x="2076" y="7003"/>
                      <a:pt x="2089" y="7011"/>
                      <a:pt x="2102" y="7019"/>
                    </a:cubicBezTo>
                    <a:cubicBezTo>
                      <a:pt x="2113" y="7025"/>
                      <a:pt x="2124" y="7031"/>
                      <a:pt x="2136" y="7037"/>
                    </a:cubicBezTo>
                    <a:cubicBezTo>
                      <a:pt x="2191" y="7069"/>
                      <a:pt x="2201" y="7143"/>
                      <a:pt x="2216" y="7199"/>
                    </a:cubicBezTo>
                    <a:cubicBezTo>
                      <a:pt x="2232" y="7251"/>
                      <a:pt x="2241" y="7306"/>
                      <a:pt x="2241" y="7361"/>
                    </a:cubicBezTo>
                    <a:cubicBezTo>
                      <a:pt x="2239" y="7413"/>
                      <a:pt x="2242" y="7466"/>
                      <a:pt x="2242" y="7518"/>
                    </a:cubicBezTo>
                    <a:lnTo>
                      <a:pt x="2242" y="7519"/>
                    </a:lnTo>
                    <a:cubicBezTo>
                      <a:pt x="2242" y="7573"/>
                      <a:pt x="2238" y="7628"/>
                      <a:pt x="2228" y="7682"/>
                    </a:cubicBezTo>
                    <a:moveTo>
                      <a:pt x="1797" y="7301"/>
                    </a:moveTo>
                    <a:cubicBezTo>
                      <a:pt x="1797" y="7297"/>
                      <a:pt x="1797" y="7293"/>
                      <a:pt x="1798" y="7288"/>
                    </a:cubicBezTo>
                    <a:cubicBezTo>
                      <a:pt x="1799" y="7288"/>
                      <a:pt x="1799" y="7288"/>
                      <a:pt x="1800" y="7288"/>
                    </a:cubicBezTo>
                    <a:cubicBezTo>
                      <a:pt x="1801" y="7287"/>
                      <a:pt x="1802" y="7286"/>
                      <a:pt x="1803" y="7285"/>
                    </a:cubicBezTo>
                    <a:cubicBezTo>
                      <a:pt x="1804" y="7284"/>
                      <a:pt x="1803" y="7283"/>
                      <a:pt x="1804" y="7282"/>
                    </a:cubicBezTo>
                    <a:cubicBezTo>
                      <a:pt x="1804" y="7287"/>
                      <a:pt x="1806" y="7283"/>
                      <a:pt x="1810" y="7282"/>
                    </a:cubicBezTo>
                    <a:cubicBezTo>
                      <a:pt x="1814" y="7280"/>
                      <a:pt x="1819" y="7282"/>
                      <a:pt x="1823" y="7282"/>
                    </a:cubicBezTo>
                    <a:lnTo>
                      <a:pt x="1845" y="7282"/>
                    </a:lnTo>
                    <a:cubicBezTo>
                      <a:pt x="1839" y="7283"/>
                      <a:pt x="1833" y="7284"/>
                      <a:pt x="1827" y="7286"/>
                    </a:cubicBezTo>
                    <a:cubicBezTo>
                      <a:pt x="1820" y="7288"/>
                      <a:pt x="1813" y="7290"/>
                      <a:pt x="1806" y="7294"/>
                    </a:cubicBezTo>
                    <a:cubicBezTo>
                      <a:pt x="1803" y="7295"/>
                      <a:pt x="1800" y="7298"/>
                      <a:pt x="1797" y="7300"/>
                    </a:cubicBezTo>
                    <a:lnTo>
                      <a:pt x="1797" y="7301"/>
                    </a:lnTo>
                    <a:moveTo>
                      <a:pt x="1985" y="6803"/>
                    </a:moveTo>
                    <a:cubicBezTo>
                      <a:pt x="1983" y="6808"/>
                      <a:pt x="1982" y="6812"/>
                      <a:pt x="1981" y="6817"/>
                    </a:cubicBezTo>
                    <a:lnTo>
                      <a:pt x="1972" y="6815"/>
                    </a:lnTo>
                    <a:lnTo>
                      <a:pt x="1968" y="6815"/>
                    </a:lnTo>
                    <a:cubicBezTo>
                      <a:pt x="1968" y="6813"/>
                      <a:pt x="1968" y="6811"/>
                      <a:pt x="1967" y="6810"/>
                    </a:cubicBezTo>
                    <a:cubicBezTo>
                      <a:pt x="1969" y="6811"/>
                      <a:pt x="1970" y="6811"/>
                      <a:pt x="1972" y="6811"/>
                    </a:cubicBezTo>
                    <a:cubicBezTo>
                      <a:pt x="1974" y="6811"/>
                      <a:pt x="1975" y="6811"/>
                      <a:pt x="1977" y="6810"/>
                    </a:cubicBezTo>
                    <a:lnTo>
                      <a:pt x="1985" y="6803"/>
                    </a:lnTo>
                    <a:moveTo>
                      <a:pt x="2224" y="7116"/>
                    </a:moveTo>
                    <a:lnTo>
                      <a:pt x="2226" y="7116"/>
                    </a:lnTo>
                    <a:cubicBezTo>
                      <a:pt x="2226" y="7117"/>
                      <a:pt x="2226" y="7118"/>
                      <a:pt x="2226" y="7119"/>
                    </a:cubicBezTo>
                    <a:lnTo>
                      <a:pt x="2224" y="7116"/>
                    </a:lnTo>
                    <a:moveTo>
                      <a:pt x="2264" y="7196"/>
                    </a:moveTo>
                    <a:cubicBezTo>
                      <a:pt x="2263" y="7195"/>
                      <a:pt x="2262" y="7195"/>
                      <a:pt x="2261" y="7194"/>
                    </a:cubicBezTo>
                    <a:lnTo>
                      <a:pt x="2261" y="7193"/>
                    </a:lnTo>
                    <a:lnTo>
                      <a:pt x="2261" y="7192"/>
                    </a:lnTo>
                    <a:cubicBezTo>
                      <a:pt x="2266" y="7191"/>
                      <a:pt x="2271" y="7190"/>
                      <a:pt x="2276" y="7190"/>
                    </a:cubicBezTo>
                    <a:cubicBezTo>
                      <a:pt x="2281" y="7190"/>
                      <a:pt x="2286" y="7191"/>
                      <a:pt x="2291" y="7192"/>
                    </a:cubicBezTo>
                    <a:cubicBezTo>
                      <a:pt x="2282" y="7194"/>
                      <a:pt x="2273" y="7195"/>
                      <a:pt x="2264" y="7196"/>
                    </a:cubicBezTo>
                    <a:moveTo>
                      <a:pt x="2287" y="7137"/>
                    </a:moveTo>
                    <a:cubicBezTo>
                      <a:pt x="2287" y="7127"/>
                      <a:pt x="2285" y="7117"/>
                      <a:pt x="2284" y="7107"/>
                    </a:cubicBezTo>
                    <a:cubicBezTo>
                      <a:pt x="2284" y="7105"/>
                      <a:pt x="2284" y="7104"/>
                      <a:pt x="2283" y="7103"/>
                    </a:cubicBezTo>
                    <a:cubicBezTo>
                      <a:pt x="2283" y="7102"/>
                      <a:pt x="2282" y="7101"/>
                      <a:pt x="2281" y="7101"/>
                    </a:cubicBezTo>
                    <a:cubicBezTo>
                      <a:pt x="2277" y="7052"/>
                      <a:pt x="2273" y="7002"/>
                      <a:pt x="2265" y="6955"/>
                    </a:cubicBezTo>
                    <a:cubicBezTo>
                      <a:pt x="2257" y="6907"/>
                      <a:pt x="2260" y="6848"/>
                      <a:pt x="2240" y="6806"/>
                    </a:cubicBezTo>
                    <a:cubicBezTo>
                      <a:pt x="2239" y="6805"/>
                      <a:pt x="2239" y="6804"/>
                      <a:pt x="2238" y="6804"/>
                    </a:cubicBezTo>
                    <a:cubicBezTo>
                      <a:pt x="2237" y="6803"/>
                      <a:pt x="2236" y="6803"/>
                      <a:pt x="2235" y="6803"/>
                    </a:cubicBezTo>
                    <a:cubicBezTo>
                      <a:pt x="2234" y="6803"/>
                      <a:pt x="2233" y="6803"/>
                      <a:pt x="2232" y="6804"/>
                    </a:cubicBezTo>
                    <a:cubicBezTo>
                      <a:pt x="2231" y="6804"/>
                      <a:pt x="2231" y="6805"/>
                      <a:pt x="2230" y="6806"/>
                    </a:cubicBezTo>
                    <a:cubicBezTo>
                      <a:pt x="2229" y="6807"/>
                      <a:pt x="2229" y="6808"/>
                      <a:pt x="2229" y="6809"/>
                    </a:cubicBezTo>
                    <a:lnTo>
                      <a:pt x="2230" y="6810"/>
                    </a:lnTo>
                    <a:cubicBezTo>
                      <a:pt x="2244" y="6850"/>
                      <a:pt x="2232" y="6902"/>
                      <a:pt x="2240" y="6944"/>
                    </a:cubicBezTo>
                    <a:cubicBezTo>
                      <a:pt x="2250" y="7001"/>
                      <a:pt x="2250" y="7061"/>
                      <a:pt x="2255" y="7118"/>
                    </a:cubicBezTo>
                    <a:cubicBezTo>
                      <a:pt x="2255" y="7120"/>
                      <a:pt x="2256" y="7122"/>
                      <a:pt x="2257" y="7123"/>
                    </a:cubicBezTo>
                    <a:cubicBezTo>
                      <a:pt x="2258" y="7125"/>
                      <a:pt x="2259" y="7126"/>
                      <a:pt x="2262" y="7128"/>
                    </a:cubicBezTo>
                    <a:cubicBezTo>
                      <a:pt x="2263" y="7128"/>
                      <a:pt x="2264" y="7130"/>
                      <a:pt x="2265" y="7130"/>
                    </a:cubicBezTo>
                    <a:cubicBezTo>
                      <a:pt x="2265" y="7136"/>
                      <a:pt x="2264" y="7142"/>
                      <a:pt x="2264" y="7148"/>
                    </a:cubicBezTo>
                    <a:cubicBezTo>
                      <a:pt x="2264" y="7149"/>
                      <a:pt x="2264" y="7150"/>
                      <a:pt x="2264" y="7151"/>
                    </a:cubicBezTo>
                    <a:cubicBezTo>
                      <a:pt x="2259" y="7154"/>
                      <a:pt x="2254" y="7156"/>
                      <a:pt x="2248" y="7158"/>
                    </a:cubicBezTo>
                    <a:cubicBezTo>
                      <a:pt x="2249" y="7157"/>
                      <a:pt x="2249" y="7157"/>
                      <a:pt x="2249" y="7156"/>
                    </a:cubicBezTo>
                    <a:cubicBezTo>
                      <a:pt x="2250" y="7154"/>
                      <a:pt x="2251" y="7153"/>
                      <a:pt x="2251" y="7151"/>
                    </a:cubicBezTo>
                    <a:lnTo>
                      <a:pt x="2251" y="7150"/>
                    </a:lnTo>
                    <a:cubicBezTo>
                      <a:pt x="2251" y="7132"/>
                      <a:pt x="2246" y="7114"/>
                      <a:pt x="2244" y="7096"/>
                    </a:cubicBezTo>
                    <a:cubicBezTo>
                      <a:pt x="2244" y="7095"/>
                      <a:pt x="2244" y="7094"/>
                      <a:pt x="2243" y="7093"/>
                    </a:cubicBezTo>
                    <a:cubicBezTo>
                      <a:pt x="2243" y="7092"/>
                      <a:pt x="2243" y="7092"/>
                      <a:pt x="2243" y="7092"/>
                    </a:cubicBezTo>
                    <a:cubicBezTo>
                      <a:pt x="2237" y="7008"/>
                      <a:pt x="2205" y="6926"/>
                      <a:pt x="2198" y="6842"/>
                    </a:cubicBezTo>
                    <a:cubicBezTo>
                      <a:pt x="2198" y="6841"/>
                      <a:pt x="2197" y="6840"/>
                      <a:pt x="2197" y="6839"/>
                    </a:cubicBezTo>
                    <a:cubicBezTo>
                      <a:pt x="2196" y="6838"/>
                      <a:pt x="2195" y="6837"/>
                      <a:pt x="2194" y="6836"/>
                    </a:cubicBezTo>
                    <a:cubicBezTo>
                      <a:pt x="2194" y="6836"/>
                      <a:pt x="2192" y="6835"/>
                      <a:pt x="2191" y="6835"/>
                    </a:cubicBezTo>
                    <a:cubicBezTo>
                      <a:pt x="2190" y="6835"/>
                      <a:pt x="2189" y="6835"/>
                      <a:pt x="2188" y="6836"/>
                    </a:cubicBezTo>
                    <a:cubicBezTo>
                      <a:pt x="2187" y="6836"/>
                      <a:pt x="2186" y="6838"/>
                      <a:pt x="2186" y="6839"/>
                    </a:cubicBezTo>
                    <a:cubicBezTo>
                      <a:pt x="2185" y="6840"/>
                      <a:pt x="2185" y="6841"/>
                      <a:pt x="2185" y="6842"/>
                    </a:cubicBezTo>
                    <a:cubicBezTo>
                      <a:pt x="2185" y="6930"/>
                      <a:pt x="2210" y="7016"/>
                      <a:pt x="2220" y="7102"/>
                    </a:cubicBezTo>
                    <a:cubicBezTo>
                      <a:pt x="2216" y="7090"/>
                      <a:pt x="2210" y="7078"/>
                      <a:pt x="2204" y="7067"/>
                    </a:cubicBezTo>
                    <a:cubicBezTo>
                      <a:pt x="2196" y="7054"/>
                      <a:pt x="2187" y="7042"/>
                      <a:pt x="2177" y="7031"/>
                    </a:cubicBezTo>
                    <a:cubicBezTo>
                      <a:pt x="2169" y="6958"/>
                      <a:pt x="2156" y="6887"/>
                      <a:pt x="2146" y="6814"/>
                    </a:cubicBezTo>
                    <a:cubicBezTo>
                      <a:pt x="2146" y="6813"/>
                      <a:pt x="2145" y="6813"/>
                      <a:pt x="2145" y="6812"/>
                    </a:cubicBezTo>
                    <a:cubicBezTo>
                      <a:pt x="2145" y="6812"/>
                      <a:pt x="2144" y="6810"/>
                      <a:pt x="2143" y="6810"/>
                    </a:cubicBezTo>
                    <a:cubicBezTo>
                      <a:pt x="2142" y="6809"/>
                      <a:pt x="2141" y="6810"/>
                      <a:pt x="2141" y="6810"/>
                    </a:cubicBezTo>
                    <a:cubicBezTo>
                      <a:pt x="2140" y="6810"/>
                      <a:pt x="2139" y="6809"/>
                      <a:pt x="2138" y="6810"/>
                    </a:cubicBezTo>
                    <a:cubicBezTo>
                      <a:pt x="2137" y="6810"/>
                      <a:pt x="2136" y="6812"/>
                      <a:pt x="2136" y="6812"/>
                    </a:cubicBezTo>
                    <a:cubicBezTo>
                      <a:pt x="2136" y="6813"/>
                      <a:pt x="2135" y="6813"/>
                      <a:pt x="2135" y="6814"/>
                    </a:cubicBezTo>
                    <a:cubicBezTo>
                      <a:pt x="2138" y="6880"/>
                      <a:pt x="2147" y="6945"/>
                      <a:pt x="2154" y="7011"/>
                    </a:cubicBezTo>
                    <a:cubicBezTo>
                      <a:pt x="2147" y="7006"/>
                      <a:pt x="2139" y="7001"/>
                      <a:pt x="2132" y="6997"/>
                    </a:cubicBezTo>
                    <a:cubicBezTo>
                      <a:pt x="2141" y="6983"/>
                      <a:pt x="2128" y="6966"/>
                      <a:pt x="2129" y="6949"/>
                    </a:cubicBezTo>
                    <a:cubicBezTo>
                      <a:pt x="2128" y="6939"/>
                      <a:pt x="2126" y="6929"/>
                      <a:pt x="2123" y="6920"/>
                    </a:cubicBezTo>
                    <a:cubicBezTo>
                      <a:pt x="2121" y="6905"/>
                      <a:pt x="2119" y="6890"/>
                      <a:pt x="2118" y="6875"/>
                    </a:cubicBezTo>
                    <a:cubicBezTo>
                      <a:pt x="2118" y="6868"/>
                      <a:pt x="2109" y="6869"/>
                      <a:pt x="2108" y="6875"/>
                    </a:cubicBezTo>
                    <a:cubicBezTo>
                      <a:pt x="2107" y="6882"/>
                      <a:pt x="2107" y="6890"/>
                      <a:pt x="2107" y="6897"/>
                    </a:cubicBezTo>
                    <a:cubicBezTo>
                      <a:pt x="2107" y="6910"/>
                      <a:pt x="2108" y="6924"/>
                      <a:pt x="2111" y="6937"/>
                    </a:cubicBezTo>
                    <a:cubicBezTo>
                      <a:pt x="2111" y="6954"/>
                      <a:pt x="2114" y="6971"/>
                      <a:pt x="2118" y="6989"/>
                    </a:cubicBezTo>
                    <a:cubicBezTo>
                      <a:pt x="2110" y="6984"/>
                      <a:pt x="2102" y="6980"/>
                      <a:pt x="2094" y="6975"/>
                    </a:cubicBezTo>
                    <a:cubicBezTo>
                      <a:pt x="2093" y="6940"/>
                      <a:pt x="2088" y="6905"/>
                      <a:pt x="2085" y="6870"/>
                    </a:cubicBezTo>
                    <a:cubicBezTo>
                      <a:pt x="2085" y="6864"/>
                      <a:pt x="2074" y="6864"/>
                      <a:pt x="2074" y="6870"/>
                    </a:cubicBezTo>
                    <a:cubicBezTo>
                      <a:pt x="2074" y="6877"/>
                      <a:pt x="2073" y="6885"/>
                      <a:pt x="2073" y="6892"/>
                    </a:cubicBezTo>
                    <a:cubicBezTo>
                      <a:pt x="2073" y="6916"/>
                      <a:pt x="2074" y="6939"/>
                      <a:pt x="2077" y="6962"/>
                    </a:cubicBezTo>
                    <a:lnTo>
                      <a:pt x="2072" y="6959"/>
                    </a:lnTo>
                    <a:cubicBezTo>
                      <a:pt x="2064" y="6953"/>
                      <a:pt x="2056" y="6947"/>
                      <a:pt x="2048" y="6943"/>
                    </a:cubicBezTo>
                    <a:cubicBezTo>
                      <a:pt x="2036" y="6936"/>
                      <a:pt x="2024" y="6931"/>
                      <a:pt x="2012" y="6926"/>
                    </a:cubicBezTo>
                    <a:cubicBezTo>
                      <a:pt x="1996" y="6921"/>
                      <a:pt x="1994" y="6899"/>
                      <a:pt x="1999" y="6872"/>
                    </a:cubicBezTo>
                    <a:cubicBezTo>
                      <a:pt x="2000" y="6871"/>
                      <a:pt x="2002" y="6870"/>
                      <a:pt x="2002" y="6868"/>
                    </a:cubicBezTo>
                    <a:cubicBezTo>
                      <a:pt x="2003" y="6866"/>
                      <a:pt x="2004" y="6864"/>
                      <a:pt x="2004" y="6862"/>
                    </a:cubicBezTo>
                    <a:cubicBezTo>
                      <a:pt x="2004" y="6861"/>
                      <a:pt x="2004" y="6861"/>
                      <a:pt x="2004" y="6860"/>
                    </a:cubicBezTo>
                    <a:lnTo>
                      <a:pt x="2004" y="6859"/>
                    </a:lnTo>
                    <a:lnTo>
                      <a:pt x="2004" y="6858"/>
                    </a:lnTo>
                    <a:lnTo>
                      <a:pt x="2004" y="6857"/>
                    </a:lnTo>
                    <a:lnTo>
                      <a:pt x="2004" y="6856"/>
                    </a:lnTo>
                    <a:cubicBezTo>
                      <a:pt x="2014" y="6820"/>
                      <a:pt x="2026" y="6783"/>
                      <a:pt x="2041" y="6748"/>
                    </a:cubicBezTo>
                    <a:cubicBezTo>
                      <a:pt x="2052" y="6718"/>
                      <a:pt x="2054" y="6683"/>
                      <a:pt x="2063" y="6652"/>
                    </a:cubicBezTo>
                    <a:cubicBezTo>
                      <a:pt x="2073" y="6621"/>
                      <a:pt x="2078" y="6587"/>
                      <a:pt x="2088" y="6555"/>
                    </a:cubicBezTo>
                    <a:cubicBezTo>
                      <a:pt x="2097" y="6526"/>
                      <a:pt x="2105" y="6484"/>
                      <a:pt x="2085" y="6457"/>
                    </a:cubicBezTo>
                    <a:cubicBezTo>
                      <a:pt x="2089" y="6421"/>
                      <a:pt x="2098" y="6385"/>
                      <a:pt x="2110" y="6351"/>
                    </a:cubicBezTo>
                    <a:cubicBezTo>
                      <a:pt x="2118" y="6323"/>
                      <a:pt x="2125" y="6295"/>
                      <a:pt x="2130" y="6266"/>
                    </a:cubicBezTo>
                    <a:cubicBezTo>
                      <a:pt x="2144" y="6201"/>
                      <a:pt x="2147" y="6135"/>
                      <a:pt x="2157" y="6070"/>
                    </a:cubicBezTo>
                    <a:cubicBezTo>
                      <a:pt x="2167" y="6009"/>
                      <a:pt x="2162" y="5946"/>
                      <a:pt x="2174" y="5886"/>
                    </a:cubicBezTo>
                    <a:cubicBezTo>
                      <a:pt x="2180" y="5860"/>
                      <a:pt x="2180" y="5831"/>
                      <a:pt x="2184" y="5804"/>
                    </a:cubicBezTo>
                    <a:cubicBezTo>
                      <a:pt x="2187" y="5784"/>
                      <a:pt x="2191" y="5766"/>
                      <a:pt x="2194" y="5748"/>
                    </a:cubicBezTo>
                    <a:cubicBezTo>
                      <a:pt x="2201" y="5754"/>
                      <a:pt x="2207" y="5760"/>
                      <a:pt x="2213" y="5766"/>
                    </a:cubicBezTo>
                    <a:cubicBezTo>
                      <a:pt x="2216" y="5809"/>
                      <a:pt x="2222" y="5852"/>
                      <a:pt x="2230" y="5895"/>
                    </a:cubicBezTo>
                    <a:cubicBezTo>
                      <a:pt x="2237" y="5950"/>
                      <a:pt x="2235" y="6013"/>
                      <a:pt x="2255" y="6065"/>
                    </a:cubicBezTo>
                    <a:cubicBezTo>
                      <a:pt x="2258" y="6072"/>
                      <a:pt x="2269" y="6070"/>
                      <a:pt x="2268" y="6063"/>
                    </a:cubicBezTo>
                    <a:cubicBezTo>
                      <a:pt x="2263" y="6019"/>
                      <a:pt x="2264" y="5973"/>
                      <a:pt x="2259" y="5929"/>
                    </a:cubicBezTo>
                    <a:cubicBezTo>
                      <a:pt x="2254" y="5881"/>
                      <a:pt x="2245" y="5835"/>
                      <a:pt x="2235" y="5788"/>
                    </a:cubicBezTo>
                    <a:cubicBezTo>
                      <a:pt x="2247" y="5800"/>
                      <a:pt x="2260" y="5810"/>
                      <a:pt x="2274" y="5818"/>
                    </a:cubicBezTo>
                    <a:cubicBezTo>
                      <a:pt x="2276" y="5819"/>
                      <a:pt x="2278" y="5821"/>
                      <a:pt x="2281" y="5822"/>
                    </a:cubicBezTo>
                    <a:lnTo>
                      <a:pt x="2288" y="5826"/>
                    </a:lnTo>
                    <a:cubicBezTo>
                      <a:pt x="2289" y="5848"/>
                      <a:pt x="2297" y="5871"/>
                      <a:pt x="2299" y="5894"/>
                    </a:cubicBezTo>
                    <a:cubicBezTo>
                      <a:pt x="2302" y="5928"/>
                      <a:pt x="2306" y="5962"/>
                      <a:pt x="2308" y="5996"/>
                    </a:cubicBezTo>
                    <a:cubicBezTo>
                      <a:pt x="2312" y="6057"/>
                      <a:pt x="2309" y="6123"/>
                      <a:pt x="2330" y="6181"/>
                    </a:cubicBezTo>
                    <a:lnTo>
                      <a:pt x="2330" y="6182"/>
                    </a:lnTo>
                    <a:cubicBezTo>
                      <a:pt x="2331" y="6183"/>
                      <a:pt x="2332" y="6183"/>
                      <a:pt x="2333" y="6184"/>
                    </a:cubicBezTo>
                    <a:cubicBezTo>
                      <a:pt x="2334" y="6185"/>
                      <a:pt x="2335" y="6185"/>
                      <a:pt x="2336" y="6185"/>
                    </a:cubicBezTo>
                    <a:cubicBezTo>
                      <a:pt x="2337" y="6185"/>
                      <a:pt x="2338" y="6185"/>
                      <a:pt x="2339" y="6184"/>
                    </a:cubicBezTo>
                    <a:cubicBezTo>
                      <a:pt x="2340" y="6183"/>
                      <a:pt x="2341" y="6183"/>
                      <a:pt x="2342" y="6182"/>
                    </a:cubicBezTo>
                    <a:cubicBezTo>
                      <a:pt x="2343" y="6181"/>
                      <a:pt x="2343" y="6179"/>
                      <a:pt x="2343" y="6178"/>
                    </a:cubicBezTo>
                    <a:cubicBezTo>
                      <a:pt x="2336" y="6111"/>
                      <a:pt x="2338" y="6043"/>
                      <a:pt x="2333" y="5976"/>
                    </a:cubicBezTo>
                    <a:cubicBezTo>
                      <a:pt x="2328" y="5930"/>
                      <a:pt x="2320" y="5883"/>
                      <a:pt x="2309" y="5837"/>
                    </a:cubicBezTo>
                    <a:cubicBezTo>
                      <a:pt x="2320" y="5843"/>
                      <a:pt x="2330" y="5850"/>
                      <a:pt x="2341" y="5857"/>
                    </a:cubicBezTo>
                    <a:cubicBezTo>
                      <a:pt x="2337" y="5900"/>
                      <a:pt x="2348" y="5943"/>
                      <a:pt x="2351" y="5986"/>
                    </a:cubicBezTo>
                    <a:cubicBezTo>
                      <a:pt x="2353" y="6020"/>
                      <a:pt x="2356" y="6073"/>
                      <a:pt x="2377" y="6100"/>
                    </a:cubicBezTo>
                    <a:cubicBezTo>
                      <a:pt x="2383" y="6107"/>
                      <a:pt x="2393" y="6100"/>
                      <a:pt x="2392" y="6092"/>
                    </a:cubicBezTo>
                    <a:cubicBezTo>
                      <a:pt x="2380" y="6019"/>
                      <a:pt x="2372" y="5944"/>
                      <a:pt x="2361" y="5870"/>
                    </a:cubicBezTo>
                    <a:cubicBezTo>
                      <a:pt x="2370" y="5876"/>
                      <a:pt x="2378" y="5882"/>
                      <a:pt x="2386" y="5889"/>
                    </a:cubicBezTo>
                    <a:cubicBezTo>
                      <a:pt x="2388" y="5924"/>
                      <a:pt x="2393" y="5960"/>
                      <a:pt x="2400" y="5995"/>
                    </a:cubicBezTo>
                    <a:cubicBezTo>
                      <a:pt x="2403" y="6019"/>
                      <a:pt x="2400" y="6050"/>
                      <a:pt x="2420" y="6068"/>
                    </a:cubicBezTo>
                    <a:cubicBezTo>
                      <a:pt x="2424" y="6072"/>
                      <a:pt x="2434" y="6069"/>
                      <a:pt x="2432" y="6061"/>
                    </a:cubicBezTo>
                    <a:cubicBezTo>
                      <a:pt x="2427" y="6034"/>
                      <a:pt x="2423" y="6006"/>
                      <a:pt x="2422" y="5978"/>
                    </a:cubicBezTo>
                    <a:cubicBezTo>
                      <a:pt x="2418" y="5953"/>
                      <a:pt x="2413" y="5929"/>
                      <a:pt x="2406" y="5905"/>
                    </a:cubicBezTo>
                    <a:cubicBezTo>
                      <a:pt x="2411" y="5909"/>
                      <a:pt x="2416" y="5913"/>
                      <a:pt x="2420" y="5918"/>
                    </a:cubicBezTo>
                    <a:cubicBezTo>
                      <a:pt x="2425" y="5922"/>
                      <a:pt x="2431" y="5928"/>
                      <a:pt x="2436" y="5933"/>
                    </a:cubicBezTo>
                    <a:lnTo>
                      <a:pt x="2436" y="5934"/>
                    </a:lnTo>
                    <a:lnTo>
                      <a:pt x="2436" y="5935"/>
                    </a:lnTo>
                    <a:cubicBezTo>
                      <a:pt x="2452" y="6020"/>
                      <a:pt x="2453" y="6108"/>
                      <a:pt x="2471" y="6194"/>
                    </a:cubicBezTo>
                    <a:cubicBezTo>
                      <a:pt x="2471" y="6194"/>
                      <a:pt x="2471" y="6195"/>
                      <a:pt x="2472" y="6196"/>
                    </a:cubicBezTo>
                    <a:cubicBezTo>
                      <a:pt x="2473" y="6197"/>
                      <a:pt x="2474" y="6198"/>
                      <a:pt x="2475" y="6199"/>
                    </a:cubicBezTo>
                    <a:cubicBezTo>
                      <a:pt x="2476" y="6199"/>
                      <a:pt x="2478" y="6200"/>
                      <a:pt x="2479" y="6200"/>
                    </a:cubicBezTo>
                    <a:cubicBezTo>
                      <a:pt x="2481" y="6200"/>
                      <a:pt x="2481" y="6199"/>
                      <a:pt x="2483" y="6199"/>
                    </a:cubicBezTo>
                    <a:cubicBezTo>
                      <a:pt x="2485" y="6198"/>
                      <a:pt x="2486" y="6197"/>
                      <a:pt x="2486" y="6196"/>
                    </a:cubicBezTo>
                    <a:cubicBezTo>
                      <a:pt x="2487" y="6195"/>
                      <a:pt x="2487" y="6194"/>
                      <a:pt x="2487" y="6193"/>
                    </a:cubicBezTo>
                    <a:cubicBezTo>
                      <a:pt x="2489" y="6179"/>
                      <a:pt x="2489" y="6166"/>
                      <a:pt x="2489" y="6153"/>
                    </a:cubicBezTo>
                    <a:cubicBezTo>
                      <a:pt x="2489" y="6127"/>
                      <a:pt x="2487" y="6100"/>
                      <a:pt x="2482" y="6075"/>
                    </a:cubicBezTo>
                    <a:cubicBezTo>
                      <a:pt x="2477" y="6034"/>
                      <a:pt x="2470" y="5995"/>
                      <a:pt x="2460" y="5955"/>
                    </a:cubicBezTo>
                    <a:cubicBezTo>
                      <a:pt x="2472" y="5966"/>
                      <a:pt x="2484" y="5976"/>
                      <a:pt x="2497" y="5986"/>
                    </a:cubicBezTo>
                    <a:cubicBezTo>
                      <a:pt x="2499" y="5994"/>
                      <a:pt x="2501" y="6002"/>
                      <a:pt x="2502" y="6010"/>
                    </a:cubicBezTo>
                    <a:cubicBezTo>
                      <a:pt x="2502" y="6018"/>
                      <a:pt x="2505" y="6027"/>
                      <a:pt x="2509" y="6034"/>
                    </a:cubicBezTo>
                    <a:cubicBezTo>
                      <a:pt x="2510" y="6036"/>
                      <a:pt x="2512" y="6038"/>
                      <a:pt x="2513" y="6040"/>
                    </a:cubicBezTo>
                    <a:cubicBezTo>
                      <a:pt x="2516" y="6044"/>
                      <a:pt x="2523" y="6040"/>
                      <a:pt x="2521" y="6034"/>
                    </a:cubicBezTo>
                    <a:cubicBezTo>
                      <a:pt x="2519" y="6026"/>
                      <a:pt x="2518" y="6018"/>
                      <a:pt x="2518" y="6010"/>
                    </a:cubicBezTo>
                    <a:cubicBezTo>
                      <a:pt x="2518" y="6007"/>
                      <a:pt x="2518" y="6005"/>
                      <a:pt x="2518" y="6002"/>
                    </a:cubicBezTo>
                    <a:lnTo>
                      <a:pt x="2546" y="6023"/>
                    </a:lnTo>
                    <a:cubicBezTo>
                      <a:pt x="2545" y="6034"/>
                      <a:pt x="2545" y="6045"/>
                      <a:pt x="2545" y="6056"/>
                    </a:cubicBezTo>
                    <a:cubicBezTo>
                      <a:pt x="2545" y="6063"/>
                      <a:pt x="2545" y="6070"/>
                      <a:pt x="2545" y="6077"/>
                    </a:cubicBezTo>
                    <a:cubicBezTo>
                      <a:pt x="2546" y="6087"/>
                      <a:pt x="2548" y="6096"/>
                      <a:pt x="2551" y="6105"/>
                    </a:cubicBezTo>
                    <a:cubicBezTo>
                      <a:pt x="2555" y="6123"/>
                      <a:pt x="2553" y="6141"/>
                      <a:pt x="2558" y="6159"/>
                    </a:cubicBezTo>
                    <a:cubicBezTo>
                      <a:pt x="2558" y="6160"/>
                      <a:pt x="2559" y="6160"/>
                      <a:pt x="2559" y="6161"/>
                    </a:cubicBezTo>
                    <a:cubicBezTo>
                      <a:pt x="2559" y="6161"/>
                      <a:pt x="2560" y="6162"/>
                      <a:pt x="2561" y="6163"/>
                    </a:cubicBezTo>
                    <a:cubicBezTo>
                      <a:pt x="2562" y="6163"/>
                      <a:pt x="2563" y="6164"/>
                      <a:pt x="2564" y="6164"/>
                    </a:cubicBezTo>
                    <a:cubicBezTo>
                      <a:pt x="2565" y="6164"/>
                      <a:pt x="2566" y="6163"/>
                      <a:pt x="2567" y="6163"/>
                    </a:cubicBezTo>
                    <a:cubicBezTo>
                      <a:pt x="2568" y="6162"/>
                      <a:pt x="2568" y="6162"/>
                      <a:pt x="2569" y="6161"/>
                    </a:cubicBezTo>
                    <a:cubicBezTo>
                      <a:pt x="2570" y="6160"/>
                      <a:pt x="2569" y="6160"/>
                      <a:pt x="2569" y="6159"/>
                    </a:cubicBezTo>
                    <a:cubicBezTo>
                      <a:pt x="2574" y="6146"/>
                      <a:pt x="2576" y="6132"/>
                      <a:pt x="2576" y="6118"/>
                    </a:cubicBezTo>
                    <a:cubicBezTo>
                      <a:pt x="2576" y="6108"/>
                      <a:pt x="2575" y="6099"/>
                      <a:pt x="2573" y="6089"/>
                    </a:cubicBezTo>
                    <a:cubicBezTo>
                      <a:pt x="2570" y="6073"/>
                      <a:pt x="2569" y="6057"/>
                      <a:pt x="2569" y="6040"/>
                    </a:cubicBezTo>
                    <a:lnTo>
                      <a:pt x="2585" y="6053"/>
                    </a:lnTo>
                    <a:lnTo>
                      <a:pt x="2585" y="6054"/>
                    </a:lnTo>
                    <a:cubicBezTo>
                      <a:pt x="2585" y="6055"/>
                      <a:pt x="2585" y="6056"/>
                      <a:pt x="2586" y="6057"/>
                    </a:cubicBezTo>
                    <a:cubicBezTo>
                      <a:pt x="2586" y="6058"/>
                      <a:pt x="2586" y="6058"/>
                      <a:pt x="2587" y="6059"/>
                    </a:cubicBezTo>
                    <a:lnTo>
                      <a:pt x="2587" y="6060"/>
                    </a:lnTo>
                    <a:cubicBezTo>
                      <a:pt x="2587" y="6060"/>
                      <a:pt x="2587" y="6059"/>
                      <a:pt x="2588" y="6060"/>
                    </a:cubicBezTo>
                    <a:cubicBezTo>
                      <a:pt x="2589" y="6061"/>
                      <a:pt x="2589" y="6061"/>
                      <a:pt x="2590" y="6061"/>
                    </a:cubicBezTo>
                    <a:cubicBezTo>
                      <a:pt x="2572" y="6066"/>
                      <a:pt x="2609" y="6308"/>
                      <a:pt x="2615" y="6332"/>
                    </a:cubicBezTo>
                    <a:cubicBezTo>
                      <a:pt x="2615" y="6333"/>
                      <a:pt x="2615" y="6333"/>
                      <a:pt x="2616" y="6334"/>
                    </a:cubicBezTo>
                    <a:cubicBezTo>
                      <a:pt x="2617" y="6335"/>
                      <a:pt x="2617" y="6335"/>
                      <a:pt x="2618" y="6336"/>
                    </a:cubicBezTo>
                    <a:cubicBezTo>
                      <a:pt x="2619" y="6336"/>
                      <a:pt x="2620" y="6337"/>
                      <a:pt x="2621" y="6337"/>
                    </a:cubicBezTo>
                    <a:cubicBezTo>
                      <a:pt x="2622" y="6337"/>
                      <a:pt x="2623" y="6336"/>
                      <a:pt x="2624" y="6336"/>
                    </a:cubicBezTo>
                    <a:cubicBezTo>
                      <a:pt x="2625" y="6335"/>
                      <a:pt x="2625" y="6335"/>
                      <a:pt x="2626" y="6334"/>
                    </a:cubicBezTo>
                    <a:cubicBezTo>
                      <a:pt x="2627" y="6333"/>
                      <a:pt x="2627" y="6332"/>
                      <a:pt x="2627" y="6331"/>
                    </a:cubicBezTo>
                    <a:cubicBezTo>
                      <a:pt x="2627" y="6324"/>
                      <a:pt x="2627" y="6318"/>
                      <a:pt x="2627" y="6311"/>
                    </a:cubicBezTo>
                    <a:cubicBezTo>
                      <a:pt x="2627" y="6265"/>
                      <a:pt x="2624" y="6219"/>
                      <a:pt x="2620" y="6173"/>
                    </a:cubicBezTo>
                    <a:cubicBezTo>
                      <a:pt x="2619" y="6139"/>
                      <a:pt x="2615" y="6105"/>
                      <a:pt x="2608" y="6072"/>
                    </a:cubicBezTo>
                    <a:lnTo>
                      <a:pt x="2636" y="6097"/>
                    </a:lnTo>
                    <a:cubicBezTo>
                      <a:pt x="2634" y="6114"/>
                      <a:pt x="2632" y="6132"/>
                      <a:pt x="2632" y="6150"/>
                    </a:cubicBezTo>
                    <a:cubicBezTo>
                      <a:pt x="2632" y="6177"/>
                      <a:pt x="2635" y="6203"/>
                      <a:pt x="2642" y="6229"/>
                    </a:cubicBezTo>
                    <a:cubicBezTo>
                      <a:pt x="2642" y="6230"/>
                      <a:pt x="2642" y="6230"/>
                      <a:pt x="2642" y="6230"/>
                    </a:cubicBezTo>
                    <a:cubicBezTo>
                      <a:pt x="2643" y="6231"/>
                      <a:pt x="2644" y="6232"/>
                      <a:pt x="2645" y="6233"/>
                    </a:cubicBezTo>
                    <a:cubicBezTo>
                      <a:pt x="2646" y="6233"/>
                      <a:pt x="2647" y="6233"/>
                      <a:pt x="2648" y="6233"/>
                    </a:cubicBezTo>
                    <a:cubicBezTo>
                      <a:pt x="2649" y="6233"/>
                      <a:pt x="2650" y="6234"/>
                      <a:pt x="2651" y="6233"/>
                    </a:cubicBezTo>
                    <a:cubicBezTo>
                      <a:pt x="2652" y="6232"/>
                      <a:pt x="2652" y="6231"/>
                      <a:pt x="2653" y="6230"/>
                    </a:cubicBezTo>
                    <a:lnTo>
                      <a:pt x="2653" y="6229"/>
                    </a:lnTo>
                    <a:cubicBezTo>
                      <a:pt x="2657" y="6214"/>
                      <a:pt x="2659" y="6198"/>
                      <a:pt x="2659" y="6182"/>
                    </a:cubicBezTo>
                    <a:cubicBezTo>
                      <a:pt x="2659" y="6171"/>
                      <a:pt x="2658" y="6160"/>
                      <a:pt x="2656" y="6149"/>
                    </a:cubicBezTo>
                    <a:cubicBezTo>
                      <a:pt x="2655" y="6138"/>
                      <a:pt x="2656" y="6125"/>
                      <a:pt x="2656" y="6113"/>
                    </a:cubicBezTo>
                    <a:lnTo>
                      <a:pt x="2679" y="6132"/>
                    </a:lnTo>
                    <a:cubicBezTo>
                      <a:pt x="2682" y="6135"/>
                      <a:pt x="2686" y="6139"/>
                      <a:pt x="2690" y="6142"/>
                    </a:cubicBezTo>
                    <a:cubicBezTo>
                      <a:pt x="2691" y="6153"/>
                      <a:pt x="2692" y="6163"/>
                      <a:pt x="2692" y="6174"/>
                    </a:cubicBezTo>
                    <a:cubicBezTo>
                      <a:pt x="2692" y="6196"/>
                      <a:pt x="2697" y="6217"/>
                      <a:pt x="2705" y="6237"/>
                    </a:cubicBezTo>
                    <a:cubicBezTo>
                      <a:pt x="2707" y="6242"/>
                      <a:pt x="2714" y="6239"/>
                      <a:pt x="2714" y="6235"/>
                    </a:cubicBezTo>
                    <a:cubicBezTo>
                      <a:pt x="2714" y="6228"/>
                      <a:pt x="2714" y="6221"/>
                      <a:pt x="2714" y="6214"/>
                    </a:cubicBezTo>
                    <a:cubicBezTo>
                      <a:pt x="2714" y="6200"/>
                      <a:pt x="2714" y="6187"/>
                      <a:pt x="2713" y="6173"/>
                    </a:cubicBezTo>
                    <a:cubicBezTo>
                      <a:pt x="2713" y="6169"/>
                      <a:pt x="2711" y="6165"/>
                      <a:pt x="2711" y="6162"/>
                    </a:cubicBezTo>
                    <a:cubicBezTo>
                      <a:pt x="2713" y="6164"/>
                      <a:pt x="2716" y="6166"/>
                      <a:pt x="2718" y="6168"/>
                    </a:cubicBezTo>
                    <a:cubicBezTo>
                      <a:pt x="2723" y="6172"/>
                      <a:pt x="2728" y="6176"/>
                      <a:pt x="2733" y="6179"/>
                    </a:cubicBezTo>
                    <a:cubicBezTo>
                      <a:pt x="2742" y="6219"/>
                      <a:pt x="2740" y="6267"/>
                      <a:pt x="2744" y="6305"/>
                    </a:cubicBezTo>
                    <a:cubicBezTo>
                      <a:pt x="2750" y="6346"/>
                      <a:pt x="2750" y="6398"/>
                      <a:pt x="2769" y="6435"/>
                    </a:cubicBezTo>
                    <a:cubicBezTo>
                      <a:pt x="2770" y="6435"/>
                      <a:pt x="2770" y="6436"/>
                      <a:pt x="2770" y="6437"/>
                    </a:cubicBezTo>
                    <a:cubicBezTo>
                      <a:pt x="2771" y="6438"/>
                      <a:pt x="2772" y="6439"/>
                      <a:pt x="2773" y="6440"/>
                    </a:cubicBezTo>
                    <a:cubicBezTo>
                      <a:pt x="2774" y="6440"/>
                      <a:pt x="2775" y="6441"/>
                      <a:pt x="2777" y="6441"/>
                    </a:cubicBezTo>
                    <a:cubicBezTo>
                      <a:pt x="2778" y="6441"/>
                      <a:pt x="2780" y="6440"/>
                      <a:pt x="2781" y="6440"/>
                    </a:cubicBezTo>
                    <a:cubicBezTo>
                      <a:pt x="2782" y="6439"/>
                      <a:pt x="2783" y="6438"/>
                      <a:pt x="2784" y="6437"/>
                    </a:cubicBezTo>
                    <a:cubicBezTo>
                      <a:pt x="2785" y="6435"/>
                      <a:pt x="2785" y="6434"/>
                      <a:pt x="2785" y="6433"/>
                    </a:cubicBezTo>
                    <a:cubicBezTo>
                      <a:pt x="2785" y="6432"/>
                      <a:pt x="2785" y="6431"/>
                      <a:pt x="2785" y="6430"/>
                    </a:cubicBezTo>
                    <a:cubicBezTo>
                      <a:pt x="2781" y="6375"/>
                      <a:pt x="2773" y="6321"/>
                      <a:pt x="2765" y="6266"/>
                    </a:cubicBezTo>
                    <a:cubicBezTo>
                      <a:pt x="2763" y="6246"/>
                      <a:pt x="2763" y="6219"/>
                      <a:pt x="2758" y="6194"/>
                    </a:cubicBezTo>
                    <a:cubicBezTo>
                      <a:pt x="2759" y="6194"/>
                      <a:pt x="2760" y="6195"/>
                      <a:pt x="2761" y="6196"/>
                    </a:cubicBezTo>
                    <a:cubicBezTo>
                      <a:pt x="2767" y="6200"/>
                      <a:pt x="2774" y="6204"/>
                      <a:pt x="2780" y="6209"/>
                    </a:cubicBezTo>
                    <a:cubicBezTo>
                      <a:pt x="2784" y="6212"/>
                      <a:pt x="2788" y="6214"/>
                      <a:pt x="2792" y="6217"/>
                    </a:cubicBezTo>
                    <a:cubicBezTo>
                      <a:pt x="2792" y="6250"/>
                      <a:pt x="2795" y="6284"/>
                      <a:pt x="2803" y="6316"/>
                    </a:cubicBezTo>
                    <a:cubicBezTo>
                      <a:pt x="2809" y="6346"/>
                      <a:pt x="2808" y="6381"/>
                      <a:pt x="2824" y="6408"/>
                    </a:cubicBezTo>
                    <a:cubicBezTo>
                      <a:pt x="2825" y="6409"/>
                      <a:pt x="2826" y="6410"/>
                      <a:pt x="2827" y="6411"/>
                    </a:cubicBezTo>
                    <a:cubicBezTo>
                      <a:pt x="2828" y="6411"/>
                      <a:pt x="2830" y="6412"/>
                      <a:pt x="2831" y="6412"/>
                    </a:cubicBezTo>
                    <a:cubicBezTo>
                      <a:pt x="2832" y="6412"/>
                      <a:pt x="2834" y="6411"/>
                      <a:pt x="2835" y="6411"/>
                    </a:cubicBezTo>
                    <a:cubicBezTo>
                      <a:pt x="2836" y="6410"/>
                      <a:pt x="2836" y="6409"/>
                      <a:pt x="2837" y="6408"/>
                    </a:cubicBezTo>
                    <a:cubicBezTo>
                      <a:pt x="2838" y="6407"/>
                      <a:pt x="2838" y="6405"/>
                      <a:pt x="2838" y="6404"/>
                    </a:cubicBezTo>
                    <a:cubicBezTo>
                      <a:pt x="2833" y="6345"/>
                      <a:pt x="2819" y="6288"/>
                      <a:pt x="2810" y="6229"/>
                    </a:cubicBezTo>
                    <a:cubicBezTo>
                      <a:pt x="2821" y="6236"/>
                      <a:pt x="2830" y="6242"/>
                      <a:pt x="2841" y="6248"/>
                    </a:cubicBezTo>
                    <a:cubicBezTo>
                      <a:pt x="2844" y="6254"/>
                      <a:pt x="2846" y="6260"/>
                      <a:pt x="2848" y="6266"/>
                    </a:cubicBezTo>
                    <a:lnTo>
                      <a:pt x="2848" y="6267"/>
                    </a:lnTo>
                    <a:lnTo>
                      <a:pt x="2849" y="6267"/>
                    </a:lnTo>
                    <a:cubicBezTo>
                      <a:pt x="2856" y="6295"/>
                      <a:pt x="2856" y="6326"/>
                      <a:pt x="2861" y="6352"/>
                    </a:cubicBezTo>
                    <a:cubicBezTo>
                      <a:pt x="2866" y="6378"/>
                      <a:pt x="2866" y="6406"/>
                      <a:pt x="2883" y="6423"/>
                    </a:cubicBezTo>
                    <a:cubicBezTo>
                      <a:pt x="2884" y="6423"/>
                      <a:pt x="2884" y="6424"/>
                      <a:pt x="2885" y="6424"/>
                    </a:cubicBezTo>
                    <a:cubicBezTo>
                      <a:pt x="2886" y="6424"/>
                      <a:pt x="2886" y="6425"/>
                      <a:pt x="2888" y="6425"/>
                    </a:cubicBezTo>
                    <a:cubicBezTo>
                      <a:pt x="2889" y="6425"/>
                      <a:pt x="2891" y="6424"/>
                      <a:pt x="2892" y="6424"/>
                    </a:cubicBezTo>
                    <a:cubicBezTo>
                      <a:pt x="2893" y="6423"/>
                      <a:pt x="2894" y="6422"/>
                      <a:pt x="2895" y="6421"/>
                    </a:cubicBezTo>
                    <a:cubicBezTo>
                      <a:pt x="2896" y="6420"/>
                      <a:pt x="2896" y="6418"/>
                      <a:pt x="2896" y="6417"/>
                    </a:cubicBezTo>
                    <a:cubicBezTo>
                      <a:pt x="2896" y="6416"/>
                      <a:pt x="2896" y="6416"/>
                      <a:pt x="2896" y="6415"/>
                    </a:cubicBezTo>
                    <a:cubicBezTo>
                      <a:pt x="2890" y="6380"/>
                      <a:pt x="2890" y="6343"/>
                      <a:pt x="2882" y="6307"/>
                    </a:cubicBezTo>
                    <a:cubicBezTo>
                      <a:pt x="2880" y="6294"/>
                      <a:pt x="2879" y="6280"/>
                      <a:pt x="2876" y="6266"/>
                    </a:cubicBezTo>
                    <a:cubicBezTo>
                      <a:pt x="2887" y="6272"/>
                      <a:pt x="2898" y="6278"/>
                      <a:pt x="2908" y="6284"/>
                    </a:cubicBezTo>
                    <a:lnTo>
                      <a:pt x="2911" y="6286"/>
                    </a:lnTo>
                    <a:lnTo>
                      <a:pt x="2910" y="6287"/>
                    </a:lnTo>
                    <a:cubicBezTo>
                      <a:pt x="2910" y="6288"/>
                      <a:pt x="2909" y="6289"/>
                      <a:pt x="2909" y="6291"/>
                    </a:cubicBezTo>
                    <a:cubicBezTo>
                      <a:pt x="2909" y="6292"/>
                      <a:pt x="2909" y="6295"/>
                      <a:pt x="2910" y="6296"/>
                    </a:cubicBezTo>
                    <a:cubicBezTo>
                      <a:pt x="2911" y="6297"/>
                      <a:pt x="2911" y="6297"/>
                      <a:pt x="2911" y="6297"/>
                    </a:cubicBezTo>
                    <a:cubicBezTo>
                      <a:pt x="2916" y="6309"/>
                      <a:pt x="2919" y="6321"/>
                      <a:pt x="2920" y="6334"/>
                    </a:cubicBezTo>
                    <a:cubicBezTo>
                      <a:pt x="2921" y="6348"/>
                      <a:pt x="2925" y="6361"/>
                      <a:pt x="2932" y="6372"/>
                    </a:cubicBezTo>
                    <a:cubicBezTo>
                      <a:pt x="2933" y="6373"/>
                      <a:pt x="2933" y="6374"/>
                      <a:pt x="2934" y="6375"/>
                    </a:cubicBezTo>
                    <a:cubicBezTo>
                      <a:pt x="2934" y="6376"/>
                      <a:pt x="2935" y="6376"/>
                      <a:pt x="2935" y="6376"/>
                    </a:cubicBezTo>
                    <a:cubicBezTo>
                      <a:pt x="2937" y="6377"/>
                      <a:pt x="2938" y="6378"/>
                      <a:pt x="2940" y="6378"/>
                    </a:cubicBezTo>
                    <a:cubicBezTo>
                      <a:pt x="2941" y="6378"/>
                      <a:pt x="2943" y="6377"/>
                      <a:pt x="2944" y="6376"/>
                    </a:cubicBezTo>
                    <a:cubicBezTo>
                      <a:pt x="2944" y="6376"/>
                      <a:pt x="2945" y="6376"/>
                      <a:pt x="2946" y="6375"/>
                    </a:cubicBezTo>
                    <a:cubicBezTo>
                      <a:pt x="2961" y="6361"/>
                      <a:pt x="2948" y="6330"/>
                      <a:pt x="2944" y="6314"/>
                    </a:cubicBezTo>
                    <a:cubicBezTo>
                      <a:pt x="2944" y="6310"/>
                      <a:pt x="2942" y="6307"/>
                      <a:pt x="2941" y="6303"/>
                    </a:cubicBezTo>
                    <a:cubicBezTo>
                      <a:pt x="2972" y="6324"/>
                      <a:pt x="3000" y="6347"/>
                      <a:pt x="3031" y="6369"/>
                    </a:cubicBezTo>
                    <a:cubicBezTo>
                      <a:pt x="3045" y="6379"/>
                      <a:pt x="3059" y="6388"/>
                      <a:pt x="3074" y="6397"/>
                    </a:cubicBezTo>
                    <a:cubicBezTo>
                      <a:pt x="3084" y="6403"/>
                      <a:pt x="3095" y="6408"/>
                      <a:pt x="3105" y="6413"/>
                    </a:cubicBezTo>
                    <a:lnTo>
                      <a:pt x="3105" y="6414"/>
                    </a:lnTo>
                    <a:cubicBezTo>
                      <a:pt x="3103" y="6415"/>
                      <a:pt x="3101" y="6416"/>
                      <a:pt x="3100" y="6418"/>
                    </a:cubicBezTo>
                    <a:cubicBezTo>
                      <a:pt x="3092" y="6427"/>
                      <a:pt x="3082" y="6435"/>
                      <a:pt x="3072" y="6441"/>
                    </a:cubicBezTo>
                    <a:cubicBezTo>
                      <a:pt x="3067" y="6443"/>
                      <a:pt x="3062" y="6446"/>
                      <a:pt x="3057" y="6448"/>
                    </a:cubicBezTo>
                    <a:cubicBezTo>
                      <a:pt x="3035" y="6461"/>
                      <a:pt x="3020" y="6486"/>
                      <a:pt x="3001" y="6502"/>
                    </a:cubicBezTo>
                    <a:cubicBezTo>
                      <a:pt x="2982" y="6518"/>
                      <a:pt x="2965" y="6527"/>
                      <a:pt x="2947" y="6544"/>
                    </a:cubicBezTo>
                    <a:cubicBezTo>
                      <a:pt x="2927" y="6564"/>
                      <a:pt x="2906" y="6583"/>
                      <a:pt x="2884" y="6601"/>
                    </a:cubicBezTo>
                    <a:lnTo>
                      <a:pt x="2879" y="6605"/>
                    </a:lnTo>
                    <a:cubicBezTo>
                      <a:pt x="2880" y="6604"/>
                      <a:pt x="2880" y="6603"/>
                      <a:pt x="2880" y="6603"/>
                    </a:cubicBezTo>
                    <a:cubicBezTo>
                      <a:pt x="2880" y="6586"/>
                      <a:pt x="2878" y="6569"/>
                      <a:pt x="2876" y="6552"/>
                    </a:cubicBezTo>
                    <a:cubicBezTo>
                      <a:pt x="2876" y="6551"/>
                      <a:pt x="2875" y="6548"/>
                      <a:pt x="2874" y="6547"/>
                    </a:cubicBezTo>
                    <a:cubicBezTo>
                      <a:pt x="2873" y="6545"/>
                      <a:pt x="2873" y="6545"/>
                      <a:pt x="2871" y="6544"/>
                    </a:cubicBezTo>
                    <a:cubicBezTo>
                      <a:pt x="2869" y="6543"/>
                      <a:pt x="2867" y="6543"/>
                      <a:pt x="2866" y="6543"/>
                    </a:cubicBezTo>
                    <a:cubicBezTo>
                      <a:pt x="2864" y="6543"/>
                      <a:pt x="2863" y="6543"/>
                      <a:pt x="2861" y="6544"/>
                    </a:cubicBezTo>
                    <a:cubicBezTo>
                      <a:pt x="2859" y="6545"/>
                      <a:pt x="2858" y="6545"/>
                      <a:pt x="2857" y="6547"/>
                    </a:cubicBezTo>
                    <a:cubicBezTo>
                      <a:pt x="2856" y="6548"/>
                      <a:pt x="2856" y="6551"/>
                      <a:pt x="2856" y="6552"/>
                    </a:cubicBezTo>
                    <a:cubicBezTo>
                      <a:pt x="2856" y="6564"/>
                      <a:pt x="2856" y="6575"/>
                      <a:pt x="2856" y="6586"/>
                    </a:cubicBezTo>
                    <a:cubicBezTo>
                      <a:pt x="2856" y="6588"/>
                      <a:pt x="2856" y="6589"/>
                      <a:pt x="2856" y="6590"/>
                    </a:cubicBezTo>
                    <a:cubicBezTo>
                      <a:pt x="2856" y="6600"/>
                      <a:pt x="2858" y="6609"/>
                      <a:pt x="2862" y="6618"/>
                    </a:cubicBezTo>
                    <a:cubicBezTo>
                      <a:pt x="2848" y="6630"/>
                      <a:pt x="2834" y="6641"/>
                      <a:pt x="2821" y="6653"/>
                    </a:cubicBezTo>
                    <a:cubicBezTo>
                      <a:pt x="2821" y="6651"/>
                      <a:pt x="2820" y="6650"/>
                      <a:pt x="2820" y="6649"/>
                    </a:cubicBezTo>
                    <a:cubicBezTo>
                      <a:pt x="2819" y="6644"/>
                      <a:pt x="2818" y="6638"/>
                      <a:pt x="2818" y="6633"/>
                    </a:cubicBezTo>
                    <a:cubicBezTo>
                      <a:pt x="2818" y="6633"/>
                      <a:pt x="2818" y="6632"/>
                      <a:pt x="2818" y="6631"/>
                    </a:cubicBezTo>
                    <a:cubicBezTo>
                      <a:pt x="2817" y="6628"/>
                      <a:pt x="2816" y="6625"/>
                      <a:pt x="2815" y="6622"/>
                    </a:cubicBezTo>
                    <a:cubicBezTo>
                      <a:pt x="2813" y="6618"/>
                      <a:pt x="2813" y="6613"/>
                      <a:pt x="2813" y="6609"/>
                    </a:cubicBezTo>
                    <a:cubicBezTo>
                      <a:pt x="2813" y="6608"/>
                      <a:pt x="2813" y="6607"/>
                      <a:pt x="2813" y="6606"/>
                    </a:cubicBezTo>
                    <a:cubicBezTo>
                      <a:pt x="2813" y="6604"/>
                      <a:pt x="2812" y="6603"/>
                      <a:pt x="2812" y="6602"/>
                    </a:cubicBezTo>
                    <a:cubicBezTo>
                      <a:pt x="2811" y="6601"/>
                      <a:pt x="2810" y="6600"/>
                      <a:pt x="2808" y="6599"/>
                    </a:cubicBezTo>
                    <a:cubicBezTo>
                      <a:pt x="2806" y="6598"/>
                      <a:pt x="2805" y="6598"/>
                      <a:pt x="2804" y="6598"/>
                    </a:cubicBezTo>
                    <a:cubicBezTo>
                      <a:pt x="2802" y="6598"/>
                      <a:pt x="2800" y="6598"/>
                      <a:pt x="2799" y="6599"/>
                    </a:cubicBezTo>
                    <a:cubicBezTo>
                      <a:pt x="2798" y="6600"/>
                      <a:pt x="2797" y="6601"/>
                      <a:pt x="2796" y="6602"/>
                    </a:cubicBezTo>
                    <a:cubicBezTo>
                      <a:pt x="2795" y="6603"/>
                      <a:pt x="2795" y="6604"/>
                      <a:pt x="2795" y="6606"/>
                    </a:cubicBezTo>
                    <a:cubicBezTo>
                      <a:pt x="2794" y="6609"/>
                      <a:pt x="2794" y="6612"/>
                      <a:pt x="2794" y="6616"/>
                    </a:cubicBezTo>
                    <a:cubicBezTo>
                      <a:pt x="2794" y="6622"/>
                      <a:pt x="2795" y="6628"/>
                      <a:pt x="2796" y="6633"/>
                    </a:cubicBezTo>
                    <a:cubicBezTo>
                      <a:pt x="2796" y="6636"/>
                      <a:pt x="2796" y="6638"/>
                      <a:pt x="2796" y="6641"/>
                    </a:cubicBezTo>
                    <a:cubicBezTo>
                      <a:pt x="2796" y="6643"/>
                      <a:pt x="2796" y="6646"/>
                      <a:pt x="2796" y="6649"/>
                    </a:cubicBezTo>
                    <a:cubicBezTo>
                      <a:pt x="2797" y="6653"/>
                      <a:pt x="2798" y="6658"/>
                      <a:pt x="2800" y="6662"/>
                    </a:cubicBezTo>
                    <a:cubicBezTo>
                      <a:pt x="2801" y="6662"/>
                      <a:pt x="2801" y="6663"/>
                      <a:pt x="2801" y="6664"/>
                    </a:cubicBezTo>
                    <a:cubicBezTo>
                      <a:pt x="2802" y="6665"/>
                      <a:pt x="2804" y="6666"/>
                      <a:pt x="2805" y="6667"/>
                    </a:cubicBezTo>
                    <a:cubicBezTo>
                      <a:pt x="2806" y="6668"/>
                      <a:pt x="2806" y="6668"/>
                      <a:pt x="2806" y="6668"/>
                    </a:cubicBezTo>
                    <a:cubicBezTo>
                      <a:pt x="2794" y="6678"/>
                      <a:pt x="2783" y="6687"/>
                      <a:pt x="2772" y="6699"/>
                    </a:cubicBezTo>
                    <a:cubicBezTo>
                      <a:pt x="2771" y="6692"/>
                      <a:pt x="2771" y="6685"/>
                      <a:pt x="2771" y="6677"/>
                    </a:cubicBezTo>
                    <a:cubicBezTo>
                      <a:pt x="2769" y="6665"/>
                      <a:pt x="2767" y="6653"/>
                      <a:pt x="2764" y="6641"/>
                    </a:cubicBezTo>
                    <a:cubicBezTo>
                      <a:pt x="2764" y="6639"/>
                      <a:pt x="2764" y="6638"/>
                      <a:pt x="2763" y="6637"/>
                    </a:cubicBezTo>
                    <a:cubicBezTo>
                      <a:pt x="2763" y="6636"/>
                      <a:pt x="2763" y="6634"/>
                      <a:pt x="2761" y="6634"/>
                    </a:cubicBezTo>
                    <a:cubicBezTo>
                      <a:pt x="2759" y="6633"/>
                      <a:pt x="2758" y="6633"/>
                      <a:pt x="2757" y="6633"/>
                    </a:cubicBezTo>
                    <a:cubicBezTo>
                      <a:pt x="2755" y="6633"/>
                      <a:pt x="2754" y="6633"/>
                      <a:pt x="2753" y="6634"/>
                    </a:cubicBezTo>
                    <a:cubicBezTo>
                      <a:pt x="2752" y="6634"/>
                      <a:pt x="2751" y="6636"/>
                      <a:pt x="2750" y="6637"/>
                    </a:cubicBezTo>
                    <a:cubicBezTo>
                      <a:pt x="2750" y="6638"/>
                      <a:pt x="2749" y="6639"/>
                      <a:pt x="2749" y="6641"/>
                    </a:cubicBezTo>
                    <a:cubicBezTo>
                      <a:pt x="2749" y="6656"/>
                      <a:pt x="2749" y="6671"/>
                      <a:pt x="2749" y="6686"/>
                    </a:cubicBezTo>
                    <a:cubicBezTo>
                      <a:pt x="2749" y="6689"/>
                      <a:pt x="2749" y="6692"/>
                      <a:pt x="2749" y="6695"/>
                    </a:cubicBezTo>
                    <a:cubicBezTo>
                      <a:pt x="2749" y="6702"/>
                      <a:pt x="2750" y="6709"/>
                      <a:pt x="2753" y="6716"/>
                    </a:cubicBezTo>
                    <a:cubicBezTo>
                      <a:pt x="2748" y="6721"/>
                      <a:pt x="2742" y="6727"/>
                      <a:pt x="2736" y="6732"/>
                    </a:cubicBezTo>
                    <a:cubicBezTo>
                      <a:pt x="2731" y="6665"/>
                      <a:pt x="2706" y="6602"/>
                      <a:pt x="2702" y="6535"/>
                    </a:cubicBezTo>
                    <a:cubicBezTo>
                      <a:pt x="2702" y="6534"/>
                      <a:pt x="2702" y="6534"/>
                      <a:pt x="2701" y="6533"/>
                    </a:cubicBezTo>
                    <a:cubicBezTo>
                      <a:pt x="2701" y="6532"/>
                      <a:pt x="2700" y="6531"/>
                      <a:pt x="2699" y="6531"/>
                    </a:cubicBezTo>
                    <a:cubicBezTo>
                      <a:pt x="2698" y="6530"/>
                      <a:pt x="2697" y="6530"/>
                      <a:pt x="2696" y="6530"/>
                    </a:cubicBezTo>
                    <a:cubicBezTo>
                      <a:pt x="2695" y="6530"/>
                      <a:pt x="2694" y="6530"/>
                      <a:pt x="2693" y="6531"/>
                    </a:cubicBezTo>
                    <a:cubicBezTo>
                      <a:pt x="2692" y="6532"/>
                      <a:pt x="2692" y="6532"/>
                      <a:pt x="2691" y="6533"/>
                    </a:cubicBezTo>
                    <a:cubicBezTo>
                      <a:pt x="2691" y="6534"/>
                      <a:pt x="2691" y="6534"/>
                      <a:pt x="2691" y="6535"/>
                    </a:cubicBezTo>
                    <a:cubicBezTo>
                      <a:pt x="2689" y="6608"/>
                      <a:pt x="2715" y="6676"/>
                      <a:pt x="2717" y="6748"/>
                    </a:cubicBezTo>
                    <a:cubicBezTo>
                      <a:pt x="2700" y="6762"/>
                      <a:pt x="2683" y="6777"/>
                      <a:pt x="2667" y="6792"/>
                    </a:cubicBezTo>
                    <a:cubicBezTo>
                      <a:pt x="2667" y="6790"/>
                      <a:pt x="2667" y="6788"/>
                      <a:pt x="2667" y="6786"/>
                    </a:cubicBezTo>
                    <a:cubicBezTo>
                      <a:pt x="2667" y="6770"/>
                      <a:pt x="2666" y="6754"/>
                      <a:pt x="2663" y="6738"/>
                    </a:cubicBezTo>
                    <a:cubicBezTo>
                      <a:pt x="2663" y="6737"/>
                      <a:pt x="2662" y="6737"/>
                      <a:pt x="2662" y="6736"/>
                    </a:cubicBezTo>
                    <a:cubicBezTo>
                      <a:pt x="2661" y="6734"/>
                      <a:pt x="2662" y="6734"/>
                      <a:pt x="2660" y="6733"/>
                    </a:cubicBezTo>
                    <a:cubicBezTo>
                      <a:pt x="2658" y="6732"/>
                      <a:pt x="2657" y="6732"/>
                      <a:pt x="2656" y="6732"/>
                    </a:cubicBezTo>
                    <a:cubicBezTo>
                      <a:pt x="2655" y="6732"/>
                      <a:pt x="2653" y="6732"/>
                      <a:pt x="2652" y="6733"/>
                    </a:cubicBezTo>
                    <a:cubicBezTo>
                      <a:pt x="2651" y="6734"/>
                      <a:pt x="2651" y="6734"/>
                      <a:pt x="2650" y="6736"/>
                    </a:cubicBezTo>
                    <a:cubicBezTo>
                      <a:pt x="2650" y="6737"/>
                      <a:pt x="2649" y="6737"/>
                      <a:pt x="2649" y="6738"/>
                    </a:cubicBezTo>
                    <a:cubicBezTo>
                      <a:pt x="2647" y="6751"/>
                      <a:pt x="2645" y="6764"/>
                      <a:pt x="2645" y="6777"/>
                    </a:cubicBezTo>
                    <a:cubicBezTo>
                      <a:pt x="2645" y="6787"/>
                      <a:pt x="2641" y="6800"/>
                      <a:pt x="2651" y="6807"/>
                    </a:cubicBezTo>
                    <a:lnTo>
                      <a:pt x="2652" y="6807"/>
                    </a:lnTo>
                    <a:lnTo>
                      <a:pt x="2635" y="6825"/>
                    </a:lnTo>
                    <a:cubicBezTo>
                      <a:pt x="2634" y="6813"/>
                      <a:pt x="2632" y="6800"/>
                      <a:pt x="2629" y="6788"/>
                    </a:cubicBezTo>
                    <a:cubicBezTo>
                      <a:pt x="2626" y="6774"/>
                      <a:pt x="2626" y="6759"/>
                      <a:pt x="2622" y="6745"/>
                    </a:cubicBezTo>
                    <a:cubicBezTo>
                      <a:pt x="2621" y="6738"/>
                      <a:pt x="2610" y="6737"/>
                      <a:pt x="2609" y="6745"/>
                    </a:cubicBezTo>
                    <a:cubicBezTo>
                      <a:pt x="2607" y="6754"/>
                      <a:pt x="2606" y="6763"/>
                      <a:pt x="2606" y="6773"/>
                    </a:cubicBezTo>
                    <a:cubicBezTo>
                      <a:pt x="2606" y="6780"/>
                      <a:pt x="2606" y="6787"/>
                      <a:pt x="2607" y="6793"/>
                    </a:cubicBezTo>
                    <a:cubicBezTo>
                      <a:pt x="2607" y="6795"/>
                      <a:pt x="2607" y="6796"/>
                      <a:pt x="2607" y="6798"/>
                    </a:cubicBezTo>
                    <a:cubicBezTo>
                      <a:pt x="2607" y="6812"/>
                      <a:pt x="2611" y="6826"/>
                      <a:pt x="2618" y="6839"/>
                    </a:cubicBezTo>
                    <a:cubicBezTo>
                      <a:pt x="2619" y="6839"/>
                      <a:pt x="2619" y="6840"/>
                      <a:pt x="2619" y="6840"/>
                    </a:cubicBezTo>
                    <a:lnTo>
                      <a:pt x="2620" y="6840"/>
                    </a:lnTo>
                    <a:lnTo>
                      <a:pt x="2594" y="6867"/>
                    </a:lnTo>
                    <a:cubicBezTo>
                      <a:pt x="2594" y="6861"/>
                      <a:pt x="2592" y="6856"/>
                      <a:pt x="2592" y="6850"/>
                    </a:cubicBezTo>
                    <a:cubicBezTo>
                      <a:pt x="2589" y="6825"/>
                      <a:pt x="2585" y="6800"/>
                      <a:pt x="2582" y="6775"/>
                    </a:cubicBezTo>
                    <a:cubicBezTo>
                      <a:pt x="2581" y="6767"/>
                      <a:pt x="2567" y="6768"/>
                      <a:pt x="2567" y="6776"/>
                    </a:cubicBezTo>
                    <a:cubicBezTo>
                      <a:pt x="2567" y="6796"/>
                      <a:pt x="2570" y="6815"/>
                      <a:pt x="2571" y="6834"/>
                    </a:cubicBezTo>
                    <a:cubicBezTo>
                      <a:pt x="2571" y="6834"/>
                      <a:pt x="2571" y="6835"/>
                      <a:pt x="2571" y="6836"/>
                    </a:cubicBezTo>
                    <a:cubicBezTo>
                      <a:pt x="2571" y="6853"/>
                      <a:pt x="2572" y="6870"/>
                      <a:pt x="2574" y="6887"/>
                    </a:cubicBezTo>
                    <a:lnTo>
                      <a:pt x="2560" y="6902"/>
                    </a:lnTo>
                    <a:cubicBezTo>
                      <a:pt x="2560" y="6894"/>
                      <a:pt x="2556" y="6887"/>
                      <a:pt x="2556" y="6879"/>
                    </a:cubicBezTo>
                    <a:cubicBezTo>
                      <a:pt x="2556" y="6859"/>
                      <a:pt x="2549" y="6840"/>
                      <a:pt x="2547" y="6820"/>
                    </a:cubicBezTo>
                    <a:cubicBezTo>
                      <a:pt x="2546" y="6812"/>
                      <a:pt x="2534" y="6812"/>
                      <a:pt x="2534" y="6820"/>
                    </a:cubicBezTo>
                    <a:cubicBezTo>
                      <a:pt x="2535" y="6840"/>
                      <a:pt x="2538" y="6859"/>
                      <a:pt x="2539" y="6879"/>
                    </a:cubicBezTo>
                    <a:cubicBezTo>
                      <a:pt x="2538" y="6882"/>
                      <a:pt x="2538" y="6885"/>
                      <a:pt x="2538" y="6887"/>
                    </a:cubicBezTo>
                    <a:cubicBezTo>
                      <a:pt x="2538" y="6897"/>
                      <a:pt x="2540" y="6907"/>
                      <a:pt x="2545" y="6915"/>
                    </a:cubicBezTo>
                    <a:lnTo>
                      <a:pt x="2520" y="6940"/>
                    </a:lnTo>
                    <a:cubicBezTo>
                      <a:pt x="2520" y="6932"/>
                      <a:pt x="2517" y="6924"/>
                      <a:pt x="2517" y="6915"/>
                    </a:cubicBezTo>
                    <a:cubicBezTo>
                      <a:pt x="2515" y="6893"/>
                      <a:pt x="2512" y="6872"/>
                      <a:pt x="2506" y="6850"/>
                    </a:cubicBezTo>
                    <a:cubicBezTo>
                      <a:pt x="2506" y="6850"/>
                      <a:pt x="2506" y="6849"/>
                      <a:pt x="2505" y="6848"/>
                    </a:cubicBezTo>
                    <a:cubicBezTo>
                      <a:pt x="2505" y="6847"/>
                      <a:pt x="2504" y="6846"/>
                      <a:pt x="2503" y="6846"/>
                    </a:cubicBezTo>
                    <a:cubicBezTo>
                      <a:pt x="2502" y="6845"/>
                      <a:pt x="2502" y="6845"/>
                      <a:pt x="2500" y="6845"/>
                    </a:cubicBezTo>
                    <a:cubicBezTo>
                      <a:pt x="2499" y="6845"/>
                      <a:pt x="2497" y="6845"/>
                      <a:pt x="2496" y="6846"/>
                    </a:cubicBezTo>
                    <a:cubicBezTo>
                      <a:pt x="2495" y="6846"/>
                      <a:pt x="2494" y="6847"/>
                      <a:pt x="2494" y="6848"/>
                    </a:cubicBezTo>
                    <a:cubicBezTo>
                      <a:pt x="2493" y="6849"/>
                      <a:pt x="2493" y="6850"/>
                      <a:pt x="2493" y="6850"/>
                    </a:cubicBezTo>
                    <a:cubicBezTo>
                      <a:pt x="2488" y="6872"/>
                      <a:pt x="2497" y="6891"/>
                      <a:pt x="2496" y="6913"/>
                    </a:cubicBezTo>
                    <a:cubicBezTo>
                      <a:pt x="2496" y="6916"/>
                      <a:pt x="2496" y="6919"/>
                      <a:pt x="2496" y="6922"/>
                    </a:cubicBezTo>
                    <a:cubicBezTo>
                      <a:pt x="2496" y="6934"/>
                      <a:pt x="2497" y="6946"/>
                      <a:pt x="2501" y="6957"/>
                    </a:cubicBezTo>
                    <a:cubicBezTo>
                      <a:pt x="2493" y="6964"/>
                      <a:pt x="2485" y="6971"/>
                      <a:pt x="2477" y="6977"/>
                    </a:cubicBezTo>
                    <a:cubicBezTo>
                      <a:pt x="2470" y="6910"/>
                      <a:pt x="2473" y="6839"/>
                      <a:pt x="2453" y="6774"/>
                    </a:cubicBezTo>
                    <a:cubicBezTo>
                      <a:pt x="2451" y="6768"/>
                      <a:pt x="2442" y="6771"/>
                      <a:pt x="2444" y="6777"/>
                    </a:cubicBezTo>
                    <a:cubicBezTo>
                      <a:pt x="2458" y="6848"/>
                      <a:pt x="2449" y="6923"/>
                      <a:pt x="2458" y="6994"/>
                    </a:cubicBezTo>
                    <a:lnTo>
                      <a:pt x="2448" y="7003"/>
                    </a:lnTo>
                    <a:lnTo>
                      <a:pt x="2446" y="7004"/>
                    </a:lnTo>
                    <a:cubicBezTo>
                      <a:pt x="2445" y="6990"/>
                      <a:pt x="2444" y="6976"/>
                      <a:pt x="2444" y="6963"/>
                    </a:cubicBezTo>
                    <a:cubicBezTo>
                      <a:pt x="2444" y="6962"/>
                      <a:pt x="2444" y="6962"/>
                      <a:pt x="2444" y="6962"/>
                    </a:cubicBezTo>
                    <a:cubicBezTo>
                      <a:pt x="2444" y="6941"/>
                      <a:pt x="2441" y="6920"/>
                      <a:pt x="2436" y="6899"/>
                    </a:cubicBezTo>
                    <a:cubicBezTo>
                      <a:pt x="2434" y="6895"/>
                      <a:pt x="2428" y="6896"/>
                      <a:pt x="2428" y="6901"/>
                    </a:cubicBezTo>
                    <a:cubicBezTo>
                      <a:pt x="2428" y="6920"/>
                      <a:pt x="2429" y="6941"/>
                      <a:pt x="2427" y="6962"/>
                    </a:cubicBezTo>
                    <a:cubicBezTo>
                      <a:pt x="2426" y="6983"/>
                      <a:pt x="2429" y="7000"/>
                      <a:pt x="2429" y="7020"/>
                    </a:cubicBezTo>
                    <a:lnTo>
                      <a:pt x="2412" y="7037"/>
                    </a:lnTo>
                    <a:cubicBezTo>
                      <a:pt x="2412" y="7032"/>
                      <a:pt x="2412" y="7027"/>
                      <a:pt x="2412" y="7022"/>
                    </a:cubicBezTo>
                    <a:cubicBezTo>
                      <a:pt x="2412" y="7016"/>
                      <a:pt x="2412" y="7011"/>
                      <a:pt x="2412" y="7006"/>
                    </a:cubicBezTo>
                    <a:cubicBezTo>
                      <a:pt x="2412" y="6999"/>
                      <a:pt x="2413" y="6992"/>
                      <a:pt x="2413" y="6984"/>
                    </a:cubicBezTo>
                    <a:cubicBezTo>
                      <a:pt x="2413" y="6971"/>
                      <a:pt x="2412" y="6959"/>
                      <a:pt x="2410" y="6946"/>
                    </a:cubicBezTo>
                    <a:cubicBezTo>
                      <a:pt x="2401" y="6908"/>
                      <a:pt x="2402" y="6868"/>
                      <a:pt x="2388" y="6831"/>
                    </a:cubicBezTo>
                    <a:cubicBezTo>
                      <a:pt x="2388" y="6830"/>
                      <a:pt x="2388" y="6830"/>
                      <a:pt x="2387" y="6829"/>
                    </a:cubicBezTo>
                    <a:cubicBezTo>
                      <a:pt x="2386" y="6828"/>
                      <a:pt x="2385" y="6829"/>
                      <a:pt x="2385" y="6829"/>
                    </a:cubicBezTo>
                    <a:cubicBezTo>
                      <a:pt x="2384" y="6829"/>
                      <a:pt x="2383" y="6829"/>
                      <a:pt x="2383" y="6829"/>
                    </a:cubicBezTo>
                    <a:cubicBezTo>
                      <a:pt x="2382" y="6830"/>
                      <a:pt x="2382" y="6830"/>
                      <a:pt x="2381" y="6831"/>
                    </a:cubicBezTo>
                    <a:cubicBezTo>
                      <a:pt x="2381" y="6831"/>
                      <a:pt x="2381" y="6832"/>
                      <a:pt x="2381" y="6833"/>
                    </a:cubicBezTo>
                    <a:lnTo>
                      <a:pt x="2381" y="6834"/>
                    </a:lnTo>
                    <a:cubicBezTo>
                      <a:pt x="2385" y="6852"/>
                      <a:pt x="2388" y="6871"/>
                      <a:pt x="2389" y="6890"/>
                    </a:cubicBezTo>
                    <a:cubicBezTo>
                      <a:pt x="2388" y="6895"/>
                      <a:pt x="2388" y="6900"/>
                      <a:pt x="2388" y="6906"/>
                    </a:cubicBezTo>
                    <a:cubicBezTo>
                      <a:pt x="2388" y="6917"/>
                      <a:pt x="2389" y="6929"/>
                      <a:pt x="2391" y="6941"/>
                    </a:cubicBezTo>
                    <a:cubicBezTo>
                      <a:pt x="2402" y="6974"/>
                      <a:pt x="2377" y="7021"/>
                      <a:pt x="2396" y="7050"/>
                    </a:cubicBezTo>
                    <a:lnTo>
                      <a:pt x="2397" y="7050"/>
                    </a:lnTo>
                    <a:cubicBezTo>
                      <a:pt x="2385" y="7062"/>
                      <a:pt x="2371" y="7073"/>
                      <a:pt x="2355" y="7082"/>
                    </a:cubicBezTo>
                    <a:cubicBezTo>
                      <a:pt x="2350" y="7085"/>
                      <a:pt x="2344" y="7089"/>
                      <a:pt x="2339" y="7093"/>
                    </a:cubicBezTo>
                    <a:cubicBezTo>
                      <a:pt x="2318" y="7016"/>
                      <a:pt x="2318" y="6932"/>
                      <a:pt x="2297" y="6854"/>
                    </a:cubicBezTo>
                    <a:cubicBezTo>
                      <a:pt x="2295" y="6849"/>
                      <a:pt x="2288" y="6852"/>
                      <a:pt x="2289" y="6856"/>
                    </a:cubicBezTo>
                    <a:cubicBezTo>
                      <a:pt x="2306" y="6939"/>
                      <a:pt x="2297" y="7028"/>
                      <a:pt x="2317" y="7109"/>
                    </a:cubicBezTo>
                    <a:cubicBezTo>
                      <a:pt x="2305" y="7123"/>
                      <a:pt x="2297" y="7130"/>
                      <a:pt x="2287" y="7137"/>
                    </a:cubicBezTo>
                    <a:moveTo>
                      <a:pt x="3796" y="6967"/>
                    </a:moveTo>
                    <a:cubicBezTo>
                      <a:pt x="3792" y="6969"/>
                      <a:pt x="3789" y="6972"/>
                      <a:pt x="3785" y="6975"/>
                    </a:cubicBezTo>
                    <a:cubicBezTo>
                      <a:pt x="3781" y="6978"/>
                      <a:pt x="3777" y="6980"/>
                      <a:pt x="3773" y="6983"/>
                    </a:cubicBezTo>
                    <a:cubicBezTo>
                      <a:pt x="3769" y="6985"/>
                      <a:pt x="3766" y="6987"/>
                      <a:pt x="3762" y="6989"/>
                    </a:cubicBezTo>
                    <a:lnTo>
                      <a:pt x="3759" y="6989"/>
                    </a:lnTo>
                    <a:lnTo>
                      <a:pt x="3754" y="6989"/>
                    </a:lnTo>
                    <a:lnTo>
                      <a:pt x="3763" y="6979"/>
                    </a:lnTo>
                    <a:cubicBezTo>
                      <a:pt x="3769" y="6973"/>
                      <a:pt x="3774" y="6967"/>
                      <a:pt x="3780" y="6960"/>
                    </a:cubicBezTo>
                    <a:cubicBezTo>
                      <a:pt x="3780" y="6959"/>
                      <a:pt x="3780" y="6958"/>
                      <a:pt x="3781" y="6957"/>
                    </a:cubicBezTo>
                    <a:cubicBezTo>
                      <a:pt x="3782" y="6956"/>
                      <a:pt x="3783" y="6953"/>
                      <a:pt x="3783" y="6952"/>
                    </a:cubicBezTo>
                    <a:cubicBezTo>
                      <a:pt x="3783" y="6950"/>
                      <a:pt x="3782" y="6949"/>
                      <a:pt x="3781" y="6948"/>
                    </a:cubicBezTo>
                    <a:cubicBezTo>
                      <a:pt x="3780" y="6946"/>
                      <a:pt x="3779" y="6945"/>
                      <a:pt x="3778" y="6944"/>
                    </a:cubicBezTo>
                    <a:cubicBezTo>
                      <a:pt x="3776" y="6943"/>
                      <a:pt x="3774" y="6943"/>
                      <a:pt x="3773" y="6943"/>
                    </a:cubicBezTo>
                    <a:cubicBezTo>
                      <a:pt x="3771" y="6943"/>
                      <a:pt x="3769" y="6943"/>
                      <a:pt x="3768" y="6944"/>
                    </a:cubicBezTo>
                    <a:cubicBezTo>
                      <a:pt x="3767" y="6944"/>
                      <a:pt x="3766" y="6945"/>
                      <a:pt x="3766" y="6945"/>
                    </a:cubicBezTo>
                    <a:cubicBezTo>
                      <a:pt x="3760" y="6951"/>
                      <a:pt x="3753" y="6955"/>
                      <a:pt x="3746" y="6961"/>
                    </a:cubicBezTo>
                    <a:cubicBezTo>
                      <a:pt x="3739" y="6966"/>
                      <a:pt x="3732" y="6976"/>
                      <a:pt x="3724" y="6979"/>
                    </a:cubicBezTo>
                    <a:cubicBezTo>
                      <a:pt x="3723" y="6979"/>
                      <a:pt x="3723" y="6979"/>
                      <a:pt x="3722" y="6980"/>
                    </a:cubicBezTo>
                    <a:cubicBezTo>
                      <a:pt x="3717" y="6983"/>
                      <a:pt x="3714" y="6986"/>
                      <a:pt x="3711" y="6990"/>
                    </a:cubicBezTo>
                    <a:cubicBezTo>
                      <a:pt x="3710" y="6992"/>
                      <a:pt x="3710" y="6993"/>
                      <a:pt x="3709" y="6995"/>
                    </a:cubicBezTo>
                    <a:lnTo>
                      <a:pt x="3699" y="6997"/>
                    </a:lnTo>
                    <a:cubicBezTo>
                      <a:pt x="3707" y="6991"/>
                      <a:pt x="3714" y="6985"/>
                      <a:pt x="3721" y="6978"/>
                    </a:cubicBezTo>
                    <a:cubicBezTo>
                      <a:pt x="3726" y="6973"/>
                      <a:pt x="3730" y="6968"/>
                      <a:pt x="3734" y="6962"/>
                    </a:cubicBezTo>
                    <a:cubicBezTo>
                      <a:pt x="3737" y="6958"/>
                      <a:pt x="3740" y="6949"/>
                      <a:pt x="3744" y="6947"/>
                    </a:cubicBezTo>
                    <a:cubicBezTo>
                      <a:pt x="3745" y="6947"/>
                      <a:pt x="3744" y="6947"/>
                      <a:pt x="3745" y="6946"/>
                    </a:cubicBezTo>
                    <a:cubicBezTo>
                      <a:pt x="3746" y="6945"/>
                      <a:pt x="3747" y="6944"/>
                      <a:pt x="3748" y="6943"/>
                    </a:cubicBezTo>
                    <a:cubicBezTo>
                      <a:pt x="3749" y="6941"/>
                      <a:pt x="3749" y="6940"/>
                      <a:pt x="3749" y="6939"/>
                    </a:cubicBezTo>
                    <a:cubicBezTo>
                      <a:pt x="3749" y="6937"/>
                      <a:pt x="3749" y="6936"/>
                      <a:pt x="3748" y="6935"/>
                    </a:cubicBezTo>
                    <a:cubicBezTo>
                      <a:pt x="3747" y="6933"/>
                      <a:pt x="3746" y="6932"/>
                      <a:pt x="3745" y="6932"/>
                    </a:cubicBezTo>
                    <a:cubicBezTo>
                      <a:pt x="3744" y="6931"/>
                      <a:pt x="3742" y="6931"/>
                      <a:pt x="3741" y="6931"/>
                    </a:cubicBezTo>
                    <a:lnTo>
                      <a:pt x="3740" y="6931"/>
                    </a:lnTo>
                    <a:cubicBezTo>
                      <a:pt x="3737" y="6932"/>
                      <a:pt x="3733" y="6933"/>
                      <a:pt x="3730" y="6935"/>
                    </a:cubicBezTo>
                    <a:cubicBezTo>
                      <a:pt x="3726" y="6937"/>
                      <a:pt x="3723" y="6940"/>
                      <a:pt x="3721" y="6943"/>
                    </a:cubicBezTo>
                    <a:cubicBezTo>
                      <a:pt x="3711" y="6953"/>
                      <a:pt x="3700" y="6962"/>
                      <a:pt x="3689" y="6970"/>
                    </a:cubicBezTo>
                    <a:cubicBezTo>
                      <a:pt x="3674" y="6980"/>
                      <a:pt x="3660" y="6991"/>
                      <a:pt x="3647" y="7004"/>
                    </a:cubicBezTo>
                    <a:lnTo>
                      <a:pt x="3640" y="7004"/>
                    </a:lnTo>
                    <a:cubicBezTo>
                      <a:pt x="3643" y="7000"/>
                      <a:pt x="3646" y="6996"/>
                      <a:pt x="3650" y="6993"/>
                    </a:cubicBezTo>
                    <a:cubicBezTo>
                      <a:pt x="3662" y="6980"/>
                      <a:pt x="3673" y="6966"/>
                      <a:pt x="3687" y="6954"/>
                    </a:cubicBezTo>
                    <a:cubicBezTo>
                      <a:pt x="3688" y="6953"/>
                      <a:pt x="3688" y="6953"/>
                      <a:pt x="3689" y="6952"/>
                    </a:cubicBezTo>
                    <a:cubicBezTo>
                      <a:pt x="3690" y="6951"/>
                      <a:pt x="3690" y="6949"/>
                      <a:pt x="3690" y="6948"/>
                    </a:cubicBezTo>
                    <a:cubicBezTo>
                      <a:pt x="3690" y="6947"/>
                      <a:pt x="3689" y="6946"/>
                      <a:pt x="3689" y="6945"/>
                    </a:cubicBezTo>
                    <a:cubicBezTo>
                      <a:pt x="3688" y="6944"/>
                      <a:pt x="3687" y="6943"/>
                      <a:pt x="3686" y="6943"/>
                    </a:cubicBezTo>
                    <a:cubicBezTo>
                      <a:pt x="3685" y="6942"/>
                      <a:pt x="3684" y="6942"/>
                      <a:pt x="3683" y="6942"/>
                    </a:cubicBezTo>
                    <a:cubicBezTo>
                      <a:pt x="3682" y="6942"/>
                      <a:pt x="3681" y="6942"/>
                      <a:pt x="3680" y="6943"/>
                    </a:cubicBezTo>
                    <a:lnTo>
                      <a:pt x="3679" y="6943"/>
                    </a:lnTo>
                    <a:cubicBezTo>
                      <a:pt x="3664" y="6954"/>
                      <a:pt x="3650" y="6965"/>
                      <a:pt x="3636" y="6977"/>
                    </a:cubicBezTo>
                    <a:cubicBezTo>
                      <a:pt x="3625" y="6986"/>
                      <a:pt x="3616" y="6997"/>
                      <a:pt x="3605" y="7006"/>
                    </a:cubicBezTo>
                    <a:lnTo>
                      <a:pt x="3602" y="7006"/>
                    </a:lnTo>
                    <a:lnTo>
                      <a:pt x="3587" y="7008"/>
                    </a:lnTo>
                    <a:lnTo>
                      <a:pt x="3594" y="6999"/>
                    </a:lnTo>
                    <a:cubicBezTo>
                      <a:pt x="3605" y="6987"/>
                      <a:pt x="3615" y="6974"/>
                      <a:pt x="3623" y="6960"/>
                    </a:cubicBezTo>
                    <a:cubicBezTo>
                      <a:pt x="3626" y="6955"/>
                      <a:pt x="3628" y="6951"/>
                      <a:pt x="3630" y="6946"/>
                    </a:cubicBezTo>
                    <a:cubicBezTo>
                      <a:pt x="3635" y="6936"/>
                      <a:pt x="3643" y="6925"/>
                      <a:pt x="3641" y="6914"/>
                    </a:cubicBezTo>
                    <a:cubicBezTo>
                      <a:pt x="3641" y="6908"/>
                      <a:pt x="3631" y="6907"/>
                      <a:pt x="3630" y="6914"/>
                    </a:cubicBezTo>
                    <a:cubicBezTo>
                      <a:pt x="3628" y="6918"/>
                      <a:pt x="3626" y="6923"/>
                      <a:pt x="3623" y="6927"/>
                    </a:cubicBezTo>
                    <a:cubicBezTo>
                      <a:pt x="3621" y="6931"/>
                      <a:pt x="3619" y="6934"/>
                      <a:pt x="3617" y="6938"/>
                    </a:cubicBezTo>
                    <a:cubicBezTo>
                      <a:pt x="3609" y="6947"/>
                      <a:pt x="3601" y="6957"/>
                      <a:pt x="3594" y="6968"/>
                    </a:cubicBezTo>
                    <a:cubicBezTo>
                      <a:pt x="3581" y="6987"/>
                      <a:pt x="3564" y="7003"/>
                      <a:pt x="3544" y="7014"/>
                    </a:cubicBezTo>
                    <a:cubicBezTo>
                      <a:pt x="3544" y="7015"/>
                      <a:pt x="3543" y="7015"/>
                      <a:pt x="3543" y="7015"/>
                    </a:cubicBezTo>
                    <a:lnTo>
                      <a:pt x="3539" y="7015"/>
                    </a:lnTo>
                    <a:lnTo>
                      <a:pt x="3515" y="7016"/>
                    </a:lnTo>
                    <a:cubicBezTo>
                      <a:pt x="3530" y="7004"/>
                      <a:pt x="3543" y="6988"/>
                      <a:pt x="3553" y="6971"/>
                    </a:cubicBezTo>
                    <a:cubicBezTo>
                      <a:pt x="3556" y="6966"/>
                      <a:pt x="3558" y="6961"/>
                      <a:pt x="3561" y="6956"/>
                    </a:cubicBezTo>
                    <a:cubicBezTo>
                      <a:pt x="3565" y="6947"/>
                      <a:pt x="3551" y="6938"/>
                      <a:pt x="3545" y="6946"/>
                    </a:cubicBezTo>
                    <a:cubicBezTo>
                      <a:pt x="3533" y="6964"/>
                      <a:pt x="3519" y="6980"/>
                      <a:pt x="3504" y="6995"/>
                    </a:cubicBezTo>
                    <a:cubicBezTo>
                      <a:pt x="3496" y="7002"/>
                      <a:pt x="3484" y="7004"/>
                      <a:pt x="3477" y="7011"/>
                    </a:cubicBezTo>
                    <a:cubicBezTo>
                      <a:pt x="3474" y="7013"/>
                      <a:pt x="3472" y="7015"/>
                      <a:pt x="3469" y="7018"/>
                    </a:cubicBezTo>
                    <a:lnTo>
                      <a:pt x="3451" y="7018"/>
                    </a:lnTo>
                    <a:lnTo>
                      <a:pt x="3455" y="7015"/>
                    </a:lnTo>
                    <a:cubicBezTo>
                      <a:pt x="3469" y="7001"/>
                      <a:pt x="3482" y="6987"/>
                      <a:pt x="3495" y="6972"/>
                    </a:cubicBezTo>
                    <a:cubicBezTo>
                      <a:pt x="3508" y="6957"/>
                      <a:pt x="3514" y="6938"/>
                      <a:pt x="3528" y="6923"/>
                    </a:cubicBezTo>
                    <a:cubicBezTo>
                      <a:pt x="3534" y="6916"/>
                      <a:pt x="3526" y="6906"/>
                      <a:pt x="3519" y="6911"/>
                    </a:cubicBezTo>
                    <a:cubicBezTo>
                      <a:pt x="3500" y="6928"/>
                      <a:pt x="3483" y="6947"/>
                      <a:pt x="3469" y="6968"/>
                    </a:cubicBezTo>
                    <a:cubicBezTo>
                      <a:pt x="3452" y="6986"/>
                      <a:pt x="3433" y="7004"/>
                      <a:pt x="3414" y="7020"/>
                    </a:cubicBezTo>
                    <a:lnTo>
                      <a:pt x="3390" y="7022"/>
                    </a:lnTo>
                    <a:lnTo>
                      <a:pt x="3384" y="7022"/>
                    </a:lnTo>
                    <a:cubicBezTo>
                      <a:pt x="3393" y="7017"/>
                      <a:pt x="3401" y="7012"/>
                      <a:pt x="3409" y="7005"/>
                    </a:cubicBezTo>
                    <a:cubicBezTo>
                      <a:pt x="3427" y="6989"/>
                      <a:pt x="3444" y="6972"/>
                      <a:pt x="3460" y="6953"/>
                    </a:cubicBezTo>
                    <a:cubicBezTo>
                      <a:pt x="3466" y="6945"/>
                      <a:pt x="3457" y="6934"/>
                      <a:pt x="3449" y="6941"/>
                    </a:cubicBezTo>
                    <a:cubicBezTo>
                      <a:pt x="3432" y="6956"/>
                      <a:pt x="3417" y="6972"/>
                      <a:pt x="3400" y="6987"/>
                    </a:cubicBezTo>
                    <a:cubicBezTo>
                      <a:pt x="3383" y="6998"/>
                      <a:pt x="3367" y="7009"/>
                      <a:pt x="3352" y="7022"/>
                    </a:cubicBezTo>
                    <a:lnTo>
                      <a:pt x="3351" y="7022"/>
                    </a:lnTo>
                    <a:cubicBezTo>
                      <a:pt x="3351" y="7023"/>
                      <a:pt x="3351" y="7024"/>
                      <a:pt x="3351" y="7025"/>
                    </a:cubicBezTo>
                    <a:lnTo>
                      <a:pt x="3333" y="7025"/>
                    </a:lnTo>
                    <a:cubicBezTo>
                      <a:pt x="3357" y="7006"/>
                      <a:pt x="3380" y="6986"/>
                      <a:pt x="3402" y="6963"/>
                    </a:cubicBezTo>
                    <a:cubicBezTo>
                      <a:pt x="3408" y="6957"/>
                      <a:pt x="3402" y="6944"/>
                      <a:pt x="3393" y="6949"/>
                    </a:cubicBezTo>
                    <a:cubicBezTo>
                      <a:pt x="3369" y="6964"/>
                      <a:pt x="3349" y="6983"/>
                      <a:pt x="3326" y="6999"/>
                    </a:cubicBezTo>
                    <a:cubicBezTo>
                      <a:pt x="3315" y="7007"/>
                      <a:pt x="3301" y="7014"/>
                      <a:pt x="3288" y="7022"/>
                    </a:cubicBezTo>
                    <a:lnTo>
                      <a:pt x="3290" y="7020"/>
                    </a:lnTo>
                    <a:cubicBezTo>
                      <a:pt x="3309" y="7002"/>
                      <a:pt x="3326" y="6982"/>
                      <a:pt x="3342" y="6961"/>
                    </a:cubicBezTo>
                    <a:cubicBezTo>
                      <a:pt x="3353" y="6945"/>
                      <a:pt x="3366" y="6929"/>
                      <a:pt x="3381" y="6915"/>
                    </a:cubicBezTo>
                    <a:cubicBezTo>
                      <a:pt x="3388" y="6910"/>
                      <a:pt x="3379" y="6899"/>
                      <a:pt x="3373" y="6904"/>
                    </a:cubicBezTo>
                    <a:cubicBezTo>
                      <a:pt x="3343" y="6922"/>
                      <a:pt x="3322" y="6959"/>
                      <a:pt x="3299" y="6984"/>
                    </a:cubicBezTo>
                    <a:cubicBezTo>
                      <a:pt x="3283" y="7001"/>
                      <a:pt x="3266" y="7018"/>
                      <a:pt x="3248" y="7033"/>
                    </a:cubicBezTo>
                    <a:lnTo>
                      <a:pt x="3246" y="7033"/>
                    </a:lnTo>
                    <a:lnTo>
                      <a:pt x="3228" y="7035"/>
                    </a:lnTo>
                    <a:lnTo>
                      <a:pt x="3199" y="7038"/>
                    </a:lnTo>
                    <a:cubicBezTo>
                      <a:pt x="3203" y="7034"/>
                      <a:pt x="3207" y="7030"/>
                      <a:pt x="3211" y="7026"/>
                    </a:cubicBezTo>
                    <a:cubicBezTo>
                      <a:pt x="3222" y="7018"/>
                      <a:pt x="3232" y="7010"/>
                      <a:pt x="3241" y="7000"/>
                    </a:cubicBezTo>
                    <a:cubicBezTo>
                      <a:pt x="3247" y="6993"/>
                      <a:pt x="3239" y="6983"/>
                      <a:pt x="3232" y="6989"/>
                    </a:cubicBezTo>
                    <a:cubicBezTo>
                      <a:pt x="3216" y="7006"/>
                      <a:pt x="3193" y="7014"/>
                      <a:pt x="3177" y="7032"/>
                    </a:cubicBezTo>
                    <a:cubicBezTo>
                      <a:pt x="3173" y="7036"/>
                      <a:pt x="3169" y="7039"/>
                      <a:pt x="3164" y="7042"/>
                    </a:cubicBezTo>
                    <a:lnTo>
                      <a:pt x="3135" y="7047"/>
                    </a:lnTo>
                    <a:cubicBezTo>
                      <a:pt x="3139" y="7043"/>
                      <a:pt x="3143" y="7039"/>
                      <a:pt x="3146" y="7035"/>
                    </a:cubicBezTo>
                    <a:cubicBezTo>
                      <a:pt x="3158" y="7021"/>
                      <a:pt x="3169" y="7005"/>
                      <a:pt x="3182" y="6990"/>
                    </a:cubicBezTo>
                    <a:cubicBezTo>
                      <a:pt x="3191" y="6980"/>
                      <a:pt x="3201" y="6955"/>
                      <a:pt x="3212" y="6947"/>
                    </a:cubicBezTo>
                    <a:cubicBezTo>
                      <a:pt x="3216" y="6944"/>
                      <a:pt x="3212" y="6937"/>
                      <a:pt x="3208" y="6940"/>
                    </a:cubicBezTo>
                    <a:cubicBezTo>
                      <a:pt x="3202" y="6944"/>
                      <a:pt x="3196" y="6949"/>
                      <a:pt x="3193" y="6956"/>
                    </a:cubicBezTo>
                    <a:cubicBezTo>
                      <a:pt x="3192" y="6957"/>
                      <a:pt x="3191" y="6958"/>
                      <a:pt x="3191" y="6959"/>
                    </a:cubicBezTo>
                    <a:cubicBezTo>
                      <a:pt x="3179" y="6973"/>
                      <a:pt x="3167" y="6986"/>
                      <a:pt x="3154" y="6999"/>
                    </a:cubicBezTo>
                    <a:cubicBezTo>
                      <a:pt x="3139" y="7017"/>
                      <a:pt x="3122" y="7034"/>
                      <a:pt x="3104" y="7049"/>
                    </a:cubicBezTo>
                    <a:cubicBezTo>
                      <a:pt x="3087" y="7049"/>
                      <a:pt x="3071" y="7050"/>
                      <a:pt x="3054" y="7051"/>
                    </a:cubicBezTo>
                    <a:cubicBezTo>
                      <a:pt x="3075" y="7031"/>
                      <a:pt x="3094" y="7010"/>
                      <a:pt x="3113" y="6987"/>
                    </a:cubicBezTo>
                    <a:cubicBezTo>
                      <a:pt x="3118" y="6981"/>
                      <a:pt x="3108" y="6973"/>
                      <a:pt x="3102" y="6978"/>
                    </a:cubicBezTo>
                    <a:cubicBezTo>
                      <a:pt x="3084" y="6995"/>
                      <a:pt x="3065" y="7011"/>
                      <a:pt x="3046" y="7027"/>
                    </a:cubicBezTo>
                    <a:cubicBezTo>
                      <a:pt x="3036" y="7035"/>
                      <a:pt x="3026" y="7043"/>
                      <a:pt x="3017" y="7052"/>
                    </a:cubicBezTo>
                    <a:lnTo>
                      <a:pt x="3015" y="7052"/>
                    </a:lnTo>
                    <a:lnTo>
                      <a:pt x="2998" y="7052"/>
                    </a:lnTo>
                    <a:lnTo>
                      <a:pt x="3006" y="7045"/>
                    </a:lnTo>
                    <a:cubicBezTo>
                      <a:pt x="3047" y="7003"/>
                      <a:pt x="3082" y="6957"/>
                      <a:pt x="3120" y="6913"/>
                    </a:cubicBezTo>
                    <a:cubicBezTo>
                      <a:pt x="3127" y="6904"/>
                      <a:pt x="3114" y="6896"/>
                      <a:pt x="3107" y="6903"/>
                    </a:cubicBezTo>
                    <a:cubicBezTo>
                      <a:pt x="3081" y="6931"/>
                      <a:pt x="3051" y="6959"/>
                      <a:pt x="3027" y="6988"/>
                    </a:cubicBezTo>
                    <a:cubicBezTo>
                      <a:pt x="3010" y="7009"/>
                      <a:pt x="2992" y="7029"/>
                      <a:pt x="2972" y="7047"/>
                    </a:cubicBezTo>
                    <a:cubicBezTo>
                      <a:pt x="2969" y="7051"/>
                      <a:pt x="2965" y="7054"/>
                      <a:pt x="2961" y="7056"/>
                    </a:cubicBezTo>
                    <a:cubicBezTo>
                      <a:pt x="2948" y="7058"/>
                      <a:pt x="2935" y="7061"/>
                      <a:pt x="2922" y="7063"/>
                    </a:cubicBezTo>
                    <a:lnTo>
                      <a:pt x="2914" y="7065"/>
                    </a:lnTo>
                    <a:cubicBezTo>
                      <a:pt x="2923" y="7056"/>
                      <a:pt x="2931" y="7045"/>
                      <a:pt x="2939" y="7039"/>
                    </a:cubicBezTo>
                    <a:cubicBezTo>
                      <a:pt x="2975" y="7008"/>
                      <a:pt x="3000" y="6965"/>
                      <a:pt x="3030" y="6929"/>
                    </a:cubicBezTo>
                    <a:cubicBezTo>
                      <a:pt x="3034" y="6923"/>
                      <a:pt x="3026" y="6917"/>
                      <a:pt x="3021" y="6921"/>
                    </a:cubicBezTo>
                    <a:cubicBezTo>
                      <a:pt x="2997" y="6941"/>
                      <a:pt x="2976" y="6963"/>
                      <a:pt x="2957" y="6988"/>
                    </a:cubicBezTo>
                    <a:cubicBezTo>
                      <a:pt x="2945" y="7003"/>
                      <a:pt x="2931" y="7017"/>
                      <a:pt x="2915" y="7029"/>
                    </a:cubicBezTo>
                    <a:cubicBezTo>
                      <a:pt x="2902" y="7041"/>
                      <a:pt x="2892" y="7061"/>
                      <a:pt x="2873" y="7065"/>
                    </a:cubicBezTo>
                    <a:cubicBezTo>
                      <a:pt x="2872" y="7065"/>
                      <a:pt x="2872" y="7065"/>
                      <a:pt x="2871" y="7066"/>
                    </a:cubicBezTo>
                    <a:cubicBezTo>
                      <a:pt x="2870" y="7066"/>
                      <a:pt x="2869" y="7067"/>
                      <a:pt x="2869" y="7068"/>
                    </a:cubicBezTo>
                    <a:cubicBezTo>
                      <a:pt x="2856" y="7068"/>
                      <a:pt x="2843" y="7068"/>
                      <a:pt x="2831" y="7069"/>
                    </a:cubicBezTo>
                    <a:cubicBezTo>
                      <a:pt x="2854" y="7052"/>
                      <a:pt x="2876" y="7032"/>
                      <a:pt x="2895" y="7010"/>
                    </a:cubicBezTo>
                    <a:cubicBezTo>
                      <a:pt x="2914" y="6989"/>
                      <a:pt x="2931" y="6965"/>
                      <a:pt x="2946" y="6940"/>
                    </a:cubicBezTo>
                    <a:cubicBezTo>
                      <a:pt x="2948" y="6938"/>
                      <a:pt x="2944" y="6935"/>
                      <a:pt x="2942" y="6937"/>
                    </a:cubicBezTo>
                    <a:cubicBezTo>
                      <a:pt x="2916" y="6964"/>
                      <a:pt x="2888" y="6990"/>
                      <a:pt x="2860" y="7014"/>
                    </a:cubicBezTo>
                    <a:cubicBezTo>
                      <a:pt x="2844" y="7027"/>
                      <a:pt x="2831" y="7042"/>
                      <a:pt x="2814" y="7054"/>
                    </a:cubicBezTo>
                    <a:cubicBezTo>
                      <a:pt x="2801" y="7063"/>
                      <a:pt x="2786" y="7069"/>
                      <a:pt x="2775" y="7079"/>
                    </a:cubicBezTo>
                    <a:lnTo>
                      <a:pt x="2741" y="7084"/>
                    </a:lnTo>
                    <a:lnTo>
                      <a:pt x="2746" y="7080"/>
                    </a:lnTo>
                    <a:cubicBezTo>
                      <a:pt x="2762" y="7064"/>
                      <a:pt x="2777" y="7048"/>
                      <a:pt x="2793" y="7033"/>
                    </a:cubicBezTo>
                    <a:cubicBezTo>
                      <a:pt x="2809" y="7017"/>
                      <a:pt x="2824" y="6999"/>
                      <a:pt x="2838" y="6981"/>
                    </a:cubicBezTo>
                    <a:cubicBezTo>
                      <a:pt x="2840" y="6979"/>
                      <a:pt x="2836" y="6975"/>
                      <a:pt x="2834" y="6977"/>
                    </a:cubicBezTo>
                    <a:cubicBezTo>
                      <a:pt x="2813" y="6997"/>
                      <a:pt x="2790" y="7015"/>
                      <a:pt x="2767" y="7032"/>
                    </a:cubicBezTo>
                    <a:cubicBezTo>
                      <a:pt x="2743" y="7051"/>
                      <a:pt x="2722" y="7075"/>
                      <a:pt x="2698" y="7093"/>
                    </a:cubicBezTo>
                    <a:cubicBezTo>
                      <a:pt x="2678" y="7098"/>
                      <a:pt x="2659" y="7103"/>
                      <a:pt x="2639" y="7107"/>
                    </a:cubicBezTo>
                    <a:cubicBezTo>
                      <a:pt x="2647" y="7101"/>
                      <a:pt x="2656" y="7094"/>
                      <a:pt x="2663" y="7087"/>
                    </a:cubicBezTo>
                    <a:cubicBezTo>
                      <a:pt x="2672" y="7080"/>
                      <a:pt x="2683" y="7077"/>
                      <a:pt x="2691" y="7068"/>
                    </a:cubicBezTo>
                    <a:cubicBezTo>
                      <a:pt x="2714" y="7041"/>
                      <a:pt x="2741" y="7018"/>
                      <a:pt x="2772" y="7000"/>
                    </a:cubicBezTo>
                    <a:cubicBezTo>
                      <a:pt x="2785" y="6990"/>
                      <a:pt x="2797" y="6979"/>
                      <a:pt x="2808" y="6966"/>
                    </a:cubicBezTo>
                    <a:cubicBezTo>
                      <a:pt x="2830" y="6944"/>
                      <a:pt x="2855" y="6925"/>
                      <a:pt x="2878" y="6903"/>
                    </a:cubicBezTo>
                    <a:cubicBezTo>
                      <a:pt x="2896" y="6884"/>
                      <a:pt x="2914" y="6866"/>
                      <a:pt x="2932" y="6847"/>
                    </a:cubicBezTo>
                    <a:cubicBezTo>
                      <a:pt x="2949" y="6828"/>
                      <a:pt x="2963" y="6796"/>
                      <a:pt x="2989" y="6781"/>
                    </a:cubicBezTo>
                    <a:cubicBezTo>
                      <a:pt x="2994" y="6777"/>
                      <a:pt x="2991" y="6767"/>
                      <a:pt x="2984" y="6770"/>
                    </a:cubicBezTo>
                    <a:cubicBezTo>
                      <a:pt x="2945" y="6783"/>
                      <a:pt x="2925" y="6827"/>
                      <a:pt x="2896" y="6854"/>
                    </a:cubicBezTo>
                    <a:cubicBezTo>
                      <a:pt x="2860" y="6889"/>
                      <a:pt x="2820" y="6921"/>
                      <a:pt x="2784" y="6957"/>
                    </a:cubicBezTo>
                    <a:cubicBezTo>
                      <a:pt x="2731" y="7006"/>
                      <a:pt x="2673" y="7049"/>
                      <a:pt x="2610" y="7085"/>
                    </a:cubicBezTo>
                    <a:cubicBezTo>
                      <a:pt x="2591" y="7096"/>
                      <a:pt x="2571" y="7106"/>
                      <a:pt x="2551" y="7116"/>
                    </a:cubicBezTo>
                    <a:lnTo>
                      <a:pt x="2550" y="7116"/>
                    </a:lnTo>
                    <a:lnTo>
                      <a:pt x="2548" y="7117"/>
                    </a:lnTo>
                    <a:cubicBezTo>
                      <a:pt x="2547" y="7118"/>
                      <a:pt x="2547" y="7118"/>
                      <a:pt x="2546" y="7119"/>
                    </a:cubicBezTo>
                    <a:cubicBezTo>
                      <a:pt x="2535" y="7119"/>
                      <a:pt x="2524" y="7121"/>
                      <a:pt x="2512" y="7122"/>
                    </a:cubicBezTo>
                    <a:cubicBezTo>
                      <a:pt x="2540" y="7104"/>
                      <a:pt x="2567" y="7085"/>
                      <a:pt x="2595" y="7066"/>
                    </a:cubicBezTo>
                    <a:cubicBezTo>
                      <a:pt x="2633" y="7039"/>
                      <a:pt x="2667" y="6996"/>
                      <a:pt x="2701" y="6964"/>
                    </a:cubicBezTo>
                    <a:cubicBezTo>
                      <a:pt x="2740" y="6926"/>
                      <a:pt x="2785" y="6895"/>
                      <a:pt x="2824" y="6857"/>
                    </a:cubicBezTo>
                    <a:cubicBezTo>
                      <a:pt x="2855" y="6828"/>
                      <a:pt x="2897" y="6795"/>
                      <a:pt x="2917" y="6757"/>
                    </a:cubicBezTo>
                    <a:cubicBezTo>
                      <a:pt x="2917" y="6756"/>
                      <a:pt x="2917" y="6755"/>
                      <a:pt x="2917" y="6754"/>
                    </a:cubicBezTo>
                    <a:cubicBezTo>
                      <a:pt x="2917" y="6753"/>
                      <a:pt x="2918" y="6752"/>
                      <a:pt x="2917" y="6751"/>
                    </a:cubicBezTo>
                    <a:cubicBezTo>
                      <a:pt x="2916" y="6750"/>
                      <a:pt x="2915" y="6749"/>
                      <a:pt x="2914" y="6749"/>
                    </a:cubicBezTo>
                    <a:cubicBezTo>
                      <a:pt x="2913" y="6748"/>
                      <a:pt x="2912" y="6748"/>
                      <a:pt x="2911" y="6748"/>
                    </a:cubicBezTo>
                    <a:cubicBezTo>
                      <a:pt x="2910" y="6748"/>
                      <a:pt x="2910" y="6748"/>
                      <a:pt x="2909" y="6748"/>
                    </a:cubicBezTo>
                    <a:cubicBezTo>
                      <a:pt x="2873" y="6764"/>
                      <a:pt x="2845" y="6801"/>
                      <a:pt x="2818" y="6828"/>
                    </a:cubicBezTo>
                    <a:cubicBezTo>
                      <a:pt x="2780" y="6868"/>
                      <a:pt x="2733" y="6899"/>
                      <a:pt x="2693" y="6936"/>
                    </a:cubicBezTo>
                    <a:cubicBezTo>
                      <a:pt x="2653" y="6972"/>
                      <a:pt x="2620" y="7011"/>
                      <a:pt x="2580" y="7044"/>
                    </a:cubicBezTo>
                    <a:cubicBezTo>
                      <a:pt x="2545" y="7074"/>
                      <a:pt x="2508" y="7098"/>
                      <a:pt x="2474" y="7128"/>
                    </a:cubicBezTo>
                    <a:cubicBezTo>
                      <a:pt x="2449" y="7132"/>
                      <a:pt x="2424" y="7138"/>
                      <a:pt x="2399" y="7143"/>
                    </a:cubicBezTo>
                    <a:cubicBezTo>
                      <a:pt x="2406" y="7137"/>
                      <a:pt x="2413" y="7133"/>
                      <a:pt x="2419" y="7129"/>
                    </a:cubicBezTo>
                    <a:cubicBezTo>
                      <a:pt x="2441" y="7116"/>
                      <a:pt x="2462" y="7100"/>
                      <a:pt x="2481" y="7082"/>
                    </a:cubicBezTo>
                    <a:cubicBezTo>
                      <a:pt x="2491" y="7073"/>
                      <a:pt x="2500" y="7064"/>
                      <a:pt x="2509" y="7055"/>
                    </a:cubicBezTo>
                    <a:cubicBezTo>
                      <a:pt x="2516" y="7044"/>
                      <a:pt x="2523" y="7034"/>
                      <a:pt x="2532" y="7024"/>
                    </a:cubicBezTo>
                    <a:cubicBezTo>
                      <a:pt x="2533" y="7024"/>
                      <a:pt x="2533" y="7023"/>
                      <a:pt x="2534" y="7022"/>
                    </a:cubicBezTo>
                    <a:cubicBezTo>
                      <a:pt x="2535" y="7021"/>
                      <a:pt x="2535" y="7020"/>
                      <a:pt x="2535" y="7019"/>
                    </a:cubicBezTo>
                    <a:cubicBezTo>
                      <a:pt x="2535" y="7018"/>
                      <a:pt x="2535" y="7017"/>
                      <a:pt x="2534" y="7016"/>
                    </a:cubicBezTo>
                    <a:cubicBezTo>
                      <a:pt x="2533" y="7015"/>
                      <a:pt x="2533" y="7013"/>
                      <a:pt x="2532" y="7013"/>
                    </a:cubicBezTo>
                    <a:cubicBezTo>
                      <a:pt x="2531" y="7012"/>
                      <a:pt x="2530" y="7013"/>
                      <a:pt x="2529" y="7013"/>
                    </a:cubicBezTo>
                    <a:cubicBezTo>
                      <a:pt x="2528" y="7013"/>
                      <a:pt x="2528" y="7013"/>
                      <a:pt x="2528" y="7013"/>
                    </a:cubicBezTo>
                    <a:cubicBezTo>
                      <a:pt x="2498" y="7011"/>
                      <a:pt x="2461" y="7058"/>
                      <a:pt x="2441" y="7075"/>
                    </a:cubicBezTo>
                    <a:cubicBezTo>
                      <a:pt x="2407" y="7104"/>
                      <a:pt x="2362" y="7123"/>
                      <a:pt x="2330" y="7154"/>
                    </a:cubicBezTo>
                    <a:lnTo>
                      <a:pt x="2308" y="7154"/>
                    </a:lnTo>
                    <a:cubicBezTo>
                      <a:pt x="2320" y="7145"/>
                      <a:pt x="2332" y="7135"/>
                      <a:pt x="2342" y="7128"/>
                    </a:cubicBezTo>
                    <a:cubicBezTo>
                      <a:pt x="2378" y="7102"/>
                      <a:pt x="2420" y="7080"/>
                      <a:pt x="2449" y="7045"/>
                    </a:cubicBezTo>
                    <a:cubicBezTo>
                      <a:pt x="2478" y="7010"/>
                      <a:pt x="2518" y="6992"/>
                      <a:pt x="2546" y="6960"/>
                    </a:cubicBezTo>
                    <a:cubicBezTo>
                      <a:pt x="2576" y="6925"/>
                      <a:pt x="2608" y="6893"/>
                      <a:pt x="2642" y="6863"/>
                    </a:cubicBezTo>
                    <a:cubicBezTo>
                      <a:pt x="2683" y="6828"/>
                      <a:pt x="2719" y="6788"/>
                      <a:pt x="2760" y="6753"/>
                    </a:cubicBezTo>
                    <a:cubicBezTo>
                      <a:pt x="2809" y="6714"/>
                      <a:pt x="2853" y="6668"/>
                      <a:pt x="2903" y="6628"/>
                    </a:cubicBezTo>
                    <a:cubicBezTo>
                      <a:pt x="2943" y="6596"/>
                      <a:pt x="2976" y="6557"/>
                      <a:pt x="3020" y="6530"/>
                    </a:cubicBezTo>
                    <a:cubicBezTo>
                      <a:pt x="3042" y="6516"/>
                      <a:pt x="3054" y="6491"/>
                      <a:pt x="3075" y="6476"/>
                    </a:cubicBezTo>
                    <a:cubicBezTo>
                      <a:pt x="3095" y="6461"/>
                      <a:pt x="3115" y="6456"/>
                      <a:pt x="3126" y="6434"/>
                    </a:cubicBezTo>
                    <a:cubicBezTo>
                      <a:pt x="3127" y="6432"/>
                      <a:pt x="3127" y="6430"/>
                      <a:pt x="3127" y="6428"/>
                    </a:cubicBezTo>
                    <a:cubicBezTo>
                      <a:pt x="3127" y="6427"/>
                      <a:pt x="3127" y="6427"/>
                      <a:pt x="3127" y="6427"/>
                    </a:cubicBezTo>
                    <a:cubicBezTo>
                      <a:pt x="3139" y="6433"/>
                      <a:pt x="3152" y="6439"/>
                      <a:pt x="3163" y="6447"/>
                    </a:cubicBezTo>
                    <a:cubicBezTo>
                      <a:pt x="3101" y="6484"/>
                      <a:pt x="3051" y="6549"/>
                      <a:pt x="3000" y="6600"/>
                    </a:cubicBezTo>
                    <a:cubicBezTo>
                      <a:pt x="2940" y="6660"/>
                      <a:pt x="2870" y="6712"/>
                      <a:pt x="2814" y="6776"/>
                    </a:cubicBezTo>
                    <a:cubicBezTo>
                      <a:pt x="2811" y="6779"/>
                      <a:pt x="2815" y="6783"/>
                      <a:pt x="2818" y="6781"/>
                    </a:cubicBezTo>
                    <a:cubicBezTo>
                      <a:pt x="2874" y="6734"/>
                      <a:pt x="2933" y="6691"/>
                      <a:pt x="2985" y="6640"/>
                    </a:cubicBezTo>
                    <a:cubicBezTo>
                      <a:pt x="3023" y="6600"/>
                      <a:pt x="3063" y="6564"/>
                      <a:pt x="3105" y="6529"/>
                    </a:cubicBezTo>
                    <a:cubicBezTo>
                      <a:pt x="3129" y="6508"/>
                      <a:pt x="3154" y="6488"/>
                      <a:pt x="3181" y="6470"/>
                    </a:cubicBezTo>
                    <a:cubicBezTo>
                      <a:pt x="3183" y="6469"/>
                      <a:pt x="3185" y="6467"/>
                      <a:pt x="3187" y="6464"/>
                    </a:cubicBezTo>
                    <a:cubicBezTo>
                      <a:pt x="3187" y="6464"/>
                      <a:pt x="3188" y="6463"/>
                      <a:pt x="3188" y="6462"/>
                    </a:cubicBezTo>
                    <a:cubicBezTo>
                      <a:pt x="3195" y="6466"/>
                      <a:pt x="3201" y="6471"/>
                      <a:pt x="3208" y="6475"/>
                    </a:cubicBezTo>
                    <a:cubicBezTo>
                      <a:pt x="3198" y="6484"/>
                      <a:pt x="3187" y="6492"/>
                      <a:pt x="3175" y="6499"/>
                    </a:cubicBezTo>
                    <a:cubicBezTo>
                      <a:pt x="3163" y="6508"/>
                      <a:pt x="3152" y="6520"/>
                      <a:pt x="3141" y="6530"/>
                    </a:cubicBezTo>
                    <a:cubicBezTo>
                      <a:pt x="3129" y="6540"/>
                      <a:pt x="3117" y="6554"/>
                      <a:pt x="3105" y="6566"/>
                    </a:cubicBezTo>
                    <a:cubicBezTo>
                      <a:pt x="3099" y="6570"/>
                      <a:pt x="3093" y="6576"/>
                      <a:pt x="3089" y="6583"/>
                    </a:cubicBezTo>
                    <a:cubicBezTo>
                      <a:pt x="3088" y="6586"/>
                      <a:pt x="3086" y="6589"/>
                      <a:pt x="3085" y="6592"/>
                    </a:cubicBezTo>
                    <a:cubicBezTo>
                      <a:pt x="3085" y="6597"/>
                      <a:pt x="3092" y="6598"/>
                      <a:pt x="3094" y="6594"/>
                    </a:cubicBezTo>
                    <a:cubicBezTo>
                      <a:pt x="3097" y="6583"/>
                      <a:pt x="3111" y="6582"/>
                      <a:pt x="3119" y="6577"/>
                    </a:cubicBezTo>
                    <a:cubicBezTo>
                      <a:pt x="3134" y="6567"/>
                      <a:pt x="3146" y="6554"/>
                      <a:pt x="3160" y="6543"/>
                    </a:cubicBezTo>
                    <a:cubicBezTo>
                      <a:pt x="3172" y="6533"/>
                      <a:pt x="3184" y="6525"/>
                      <a:pt x="3197" y="6517"/>
                    </a:cubicBezTo>
                    <a:cubicBezTo>
                      <a:pt x="3199" y="6516"/>
                      <a:pt x="3201" y="6515"/>
                      <a:pt x="3203" y="6514"/>
                    </a:cubicBezTo>
                    <a:cubicBezTo>
                      <a:pt x="3213" y="6508"/>
                      <a:pt x="3222" y="6501"/>
                      <a:pt x="3229" y="6492"/>
                    </a:cubicBezTo>
                    <a:lnTo>
                      <a:pt x="3252" y="6510"/>
                    </a:lnTo>
                    <a:cubicBezTo>
                      <a:pt x="3251" y="6511"/>
                      <a:pt x="3251" y="6511"/>
                      <a:pt x="3250" y="6512"/>
                    </a:cubicBezTo>
                    <a:cubicBezTo>
                      <a:pt x="3244" y="6516"/>
                      <a:pt x="3239" y="6519"/>
                      <a:pt x="3234" y="6525"/>
                    </a:cubicBezTo>
                    <a:cubicBezTo>
                      <a:pt x="3224" y="6536"/>
                      <a:pt x="3212" y="6547"/>
                      <a:pt x="3201" y="6559"/>
                    </a:cubicBezTo>
                    <a:cubicBezTo>
                      <a:pt x="3186" y="6573"/>
                      <a:pt x="3173" y="6590"/>
                      <a:pt x="3161" y="6607"/>
                    </a:cubicBezTo>
                    <a:cubicBezTo>
                      <a:pt x="3159" y="6611"/>
                      <a:pt x="3163" y="6614"/>
                      <a:pt x="3166" y="6612"/>
                    </a:cubicBezTo>
                    <a:cubicBezTo>
                      <a:pt x="3169" y="6611"/>
                      <a:pt x="3170" y="6609"/>
                      <a:pt x="3173" y="6608"/>
                    </a:cubicBezTo>
                    <a:cubicBezTo>
                      <a:pt x="3180" y="6604"/>
                      <a:pt x="3185" y="6600"/>
                      <a:pt x="3190" y="6595"/>
                    </a:cubicBezTo>
                    <a:cubicBezTo>
                      <a:pt x="3197" y="6588"/>
                      <a:pt x="3206" y="6585"/>
                      <a:pt x="3213" y="6577"/>
                    </a:cubicBezTo>
                    <a:cubicBezTo>
                      <a:pt x="3220" y="6569"/>
                      <a:pt x="3230" y="6557"/>
                      <a:pt x="3239" y="6548"/>
                    </a:cubicBezTo>
                    <a:cubicBezTo>
                      <a:pt x="3246" y="6539"/>
                      <a:pt x="3254" y="6531"/>
                      <a:pt x="3263" y="6525"/>
                    </a:cubicBezTo>
                    <a:cubicBezTo>
                      <a:pt x="3264" y="6524"/>
                      <a:pt x="3265" y="6523"/>
                      <a:pt x="3266" y="6522"/>
                    </a:cubicBezTo>
                    <a:lnTo>
                      <a:pt x="3295" y="6545"/>
                    </a:lnTo>
                    <a:cubicBezTo>
                      <a:pt x="3251" y="6579"/>
                      <a:pt x="3210" y="6616"/>
                      <a:pt x="3172" y="6656"/>
                    </a:cubicBezTo>
                    <a:cubicBezTo>
                      <a:pt x="3129" y="6702"/>
                      <a:pt x="3076" y="6740"/>
                      <a:pt x="3045" y="6796"/>
                    </a:cubicBezTo>
                    <a:cubicBezTo>
                      <a:pt x="3042" y="6800"/>
                      <a:pt x="3047" y="6806"/>
                      <a:pt x="3051" y="6803"/>
                    </a:cubicBezTo>
                    <a:cubicBezTo>
                      <a:pt x="3071" y="6786"/>
                      <a:pt x="3090" y="6768"/>
                      <a:pt x="3107" y="6748"/>
                    </a:cubicBezTo>
                    <a:cubicBezTo>
                      <a:pt x="3130" y="6726"/>
                      <a:pt x="3153" y="6704"/>
                      <a:pt x="3176" y="6682"/>
                    </a:cubicBezTo>
                    <a:cubicBezTo>
                      <a:pt x="3204" y="6653"/>
                      <a:pt x="3231" y="6624"/>
                      <a:pt x="3260" y="6597"/>
                    </a:cubicBezTo>
                    <a:cubicBezTo>
                      <a:pt x="3273" y="6584"/>
                      <a:pt x="3293" y="6570"/>
                      <a:pt x="3308" y="6555"/>
                    </a:cubicBezTo>
                    <a:lnTo>
                      <a:pt x="3340" y="6580"/>
                    </a:lnTo>
                    <a:cubicBezTo>
                      <a:pt x="3290" y="6619"/>
                      <a:pt x="3250" y="6674"/>
                      <a:pt x="3205" y="6720"/>
                    </a:cubicBezTo>
                    <a:cubicBezTo>
                      <a:pt x="3147" y="6781"/>
                      <a:pt x="3084" y="6838"/>
                      <a:pt x="3029" y="6902"/>
                    </a:cubicBezTo>
                    <a:cubicBezTo>
                      <a:pt x="3025" y="6906"/>
                      <a:pt x="3031" y="6910"/>
                      <a:pt x="3035" y="6907"/>
                    </a:cubicBezTo>
                    <a:cubicBezTo>
                      <a:pt x="3158" y="6827"/>
                      <a:pt x="3261" y="6703"/>
                      <a:pt x="3354" y="6591"/>
                    </a:cubicBezTo>
                    <a:lnTo>
                      <a:pt x="3354" y="6590"/>
                    </a:lnTo>
                    <a:lnTo>
                      <a:pt x="3382" y="6612"/>
                    </a:lnTo>
                    <a:cubicBezTo>
                      <a:pt x="3362" y="6642"/>
                      <a:pt x="3324" y="6668"/>
                      <a:pt x="3300" y="6692"/>
                    </a:cubicBezTo>
                    <a:cubicBezTo>
                      <a:pt x="3269" y="6721"/>
                      <a:pt x="3241" y="6752"/>
                      <a:pt x="3216" y="6785"/>
                    </a:cubicBezTo>
                    <a:cubicBezTo>
                      <a:pt x="3211" y="6792"/>
                      <a:pt x="3220" y="6798"/>
                      <a:pt x="3226" y="6794"/>
                    </a:cubicBezTo>
                    <a:cubicBezTo>
                      <a:pt x="3266" y="6762"/>
                      <a:pt x="3304" y="6727"/>
                      <a:pt x="3339" y="6690"/>
                    </a:cubicBezTo>
                    <a:cubicBezTo>
                      <a:pt x="3357" y="6672"/>
                      <a:pt x="3387" y="6650"/>
                      <a:pt x="3398" y="6624"/>
                    </a:cubicBezTo>
                    <a:lnTo>
                      <a:pt x="3422" y="6644"/>
                    </a:lnTo>
                    <a:cubicBezTo>
                      <a:pt x="3380" y="6687"/>
                      <a:pt x="3338" y="6730"/>
                      <a:pt x="3296" y="6774"/>
                    </a:cubicBezTo>
                    <a:cubicBezTo>
                      <a:pt x="3254" y="6817"/>
                      <a:pt x="3201" y="6867"/>
                      <a:pt x="3175" y="6919"/>
                    </a:cubicBezTo>
                    <a:cubicBezTo>
                      <a:pt x="3174" y="6920"/>
                      <a:pt x="3174" y="6921"/>
                      <a:pt x="3174" y="6922"/>
                    </a:cubicBezTo>
                    <a:cubicBezTo>
                      <a:pt x="3174" y="6923"/>
                      <a:pt x="3174" y="6924"/>
                      <a:pt x="3175" y="6925"/>
                    </a:cubicBezTo>
                    <a:cubicBezTo>
                      <a:pt x="3176" y="6926"/>
                      <a:pt x="3176" y="6927"/>
                      <a:pt x="3177" y="6928"/>
                    </a:cubicBezTo>
                    <a:cubicBezTo>
                      <a:pt x="3178" y="6928"/>
                      <a:pt x="3180" y="6929"/>
                      <a:pt x="3181" y="6929"/>
                    </a:cubicBezTo>
                    <a:cubicBezTo>
                      <a:pt x="3182" y="6929"/>
                      <a:pt x="3183" y="6929"/>
                      <a:pt x="3184" y="6928"/>
                    </a:cubicBezTo>
                    <a:cubicBezTo>
                      <a:pt x="3185" y="6927"/>
                      <a:pt x="3185" y="6927"/>
                      <a:pt x="3185" y="6927"/>
                    </a:cubicBezTo>
                    <a:cubicBezTo>
                      <a:pt x="3234" y="6882"/>
                      <a:pt x="3281" y="6834"/>
                      <a:pt x="3324" y="6783"/>
                    </a:cubicBezTo>
                    <a:cubicBezTo>
                      <a:pt x="3347" y="6758"/>
                      <a:pt x="3368" y="6733"/>
                      <a:pt x="3390" y="6708"/>
                    </a:cubicBezTo>
                    <a:cubicBezTo>
                      <a:pt x="3405" y="6690"/>
                      <a:pt x="3424" y="6675"/>
                      <a:pt x="3439" y="6658"/>
                    </a:cubicBezTo>
                    <a:cubicBezTo>
                      <a:pt x="3446" y="6663"/>
                      <a:pt x="3454" y="6669"/>
                      <a:pt x="3461" y="6674"/>
                    </a:cubicBezTo>
                    <a:cubicBezTo>
                      <a:pt x="3450" y="6684"/>
                      <a:pt x="3439" y="6695"/>
                      <a:pt x="3430" y="6707"/>
                    </a:cubicBezTo>
                    <a:cubicBezTo>
                      <a:pt x="3402" y="6740"/>
                      <a:pt x="3368" y="6766"/>
                      <a:pt x="3344" y="6803"/>
                    </a:cubicBezTo>
                    <a:cubicBezTo>
                      <a:pt x="3343" y="6804"/>
                      <a:pt x="3343" y="6805"/>
                      <a:pt x="3343" y="6806"/>
                    </a:cubicBezTo>
                    <a:cubicBezTo>
                      <a:pt x="3343" y="6808"/>
                      <a:pt x="3343" y="6809"/>
                      <a:pt x="3344" y="6810"/>
                    </a:cubicBezTo>
                    <a:cubicBezTo>
                      <a:pt x="3345" y="6811"/>
                      <a:pt x="3346" y="6812"/>
                      <a:pt x="3347" y="6813"/>
                    </a:cubicBezTo>
                    <a:cubicBezTo>
                      <a:pt x="3348" y="6813"/>
                      <a:pt x="3349" y="6814"/>
                      <a:pt x="3351" y="6814"/>
                    </a:cubicBezTo>
                    <a:cubicBezTo>
                      <a:pt x="3352" y="6814"/>
                      <a:pt x="3353" y="6813"/>
                      <a:pt x="3354" y="6813"/>
                    </a:cubicBezTo>
                    <a:cubicBezTo>
                      <a:pt x="3381" y="6792"/>
                      <a:pt x="3406" y="6769"/>
                      <a:pt x="3429" y="6744"/>
                    </a:cubicBezTo>
                    <a:cubicBezTo>
                      <a:pt x="3446" y="6728"/>
                      <a:pt x="3462" y="6700"/>
                      <a:pt x="3482" y="6685"/>
                    </a:cubicBezTo>
                    <a:lnTo>
                      <a:pt x="3518" y="6705"/>
                    </a:lnTo>
                    <a:cubicBezTo>
                      <a:pt x="3510" y="6713"/>
                      <a:pt x="3499" y="6722"/>
                      <a:pt x="3494" y="6727"/>
                    </a:cubicBezTo>
                    <a:cubicBezTo>
                      <a:pt x="3474" y="6745"/>
                      <a:pt x="3458" y="6766"/>
                      <a:pt x="3438" y="6786"/>
                    </a:cubicBezTo>
                    <a:cubicBezTo>
                      <a:pt x="3407" y="6813"/>
                      <a:pt x="3380" y="6844"/>
                      <a:pt x="3357" y="6880"/>
                    </a:cubicBezTo>
                    <a:cubicBezTo>
                      <a:pt x="3354" y="6887"/>
                      <a:pt x="3362" y="6893"/>
                      <a:pt x="3368" y="6890"/>
                    </a:cubicBezTo>
                    <a:cubicBezTo>
                      <a:pt x="3404" y="6870"/>
                      <a:pt x="3428" y="6834"/>
                      <a:pt x="3456" y="6806"/>
                    </a:cubicBezTo>
                    <a:cubicBezTo>
                      <a:pt x="3473" y="6788"/>
                      <a:pt x="3487" y="6769"/>
                      <a:pt x="3503" y="6751"/>
                    </a:cubicBezTo>
                    <a:cubicBezTo>
                      <a:pt x="3515" y="6740"/>
                      <a:pt x="3526" y="6728"/>
                      <a:pt x="3535" y="6714"/>
                    </a:cubicBezTo>
                    <a:cubicBezTo>
                      <a:pt x="3544" y="6720"/>
                      <a:pt x="3553" y="6726"/>
                      <a:pt x="3561" y="6732"/>
                    </a:cubicBezTo>
                    <a:cubicBezTo>
                      <a:pt x="3548" y="6745"/>
                      <a:pt x="3536" y="6761"/>
                      <a:pt x="3524" y="6775"/>
                    </a:cubicBezTo>
                    <a:cubicBezTo>
                      <a:pt x="3504" y="6799"/>
                      <a:pt x="3485" y="6823"/>
                      <a:pt x="3468" y="6848"/>
                    </a:cubicBezTo>
                    <a:cubicBezTo>
                      <a:pt x="3464" y="6854"/>
                      <a:pt x="3470" y="6862"/>
                      <a:pt x="3476" y="6858"/>
                    </a:cubicBezTo>
                    <a:cubicBezTo>
                      <a:pt x="3516" y="6826"/>
                      <a:pt x="3551" y="6788"/>
                      <a:pt x="3579" y="6745"/>
                    </a:cubicBezTo>
                    <a:lnTo>
                      <a:pt x="3603" y="6763"/>
                    </a:lnTo>
                    <a:cubicBezTo>
                      <a:pt x="3599" y="6768"/>
                      <a:pt x="3594" y="6773"/>
                      <a:pt x="3589" y="6778"/>
                    </a:cubicBezTo>
                    <a:cubicBezTo>
                      <a:pt x="3582" y="6785"/>
                      <a:pt x="3575" y="6793"/>
                      <a:pt x="3570" y="6802"/>
                    </a:cubicBezTo>
                    <a:cubicBezTo>
                      <a:pt x="3564" y="6812"/>
                      <a:pt x="3555" y="6820"/>
                      <a:pt x="3548" y="6829"/>
                    </a:cubicBezTo>
                    <a:cubicBezTo>
                      <a:pt x="3546" y="6832"/>
                      <a:pt x="3544" y="6835"/>
                      <a:pt x="3542" y="6838"/>
                    </a:cubicBezTo>
                    <a:cubicBezTo>
                      <a:pt x="3537" y="6848"/>
                      <a:pt x="3532" y="6858"/>
                      <a:pt x="3528" y="6868"/>
                    </a:cubicBezTo>
                    <a:cubicBezTo>
                      <a:pt x="3525" y="6875"/>
                      <a:pt x="3534" y="6878"/>
                      <a:pt x="3538" y="6875"/>
                    </a:cubicBezTo>
                    <a:cubicBezTo>
                      <a:pt x="3558" y="6857"/>
                      <a:pt x="3576" y="6838"/>
                      <a:pt x="3591" y="6817"/>
                    </a:cubicBezTo>
                    <a:cubicBezTo>
                      <a:pt x="3597" y="6808"/>
                      <a:pt x="3603" y="6799"/>
                      <a:pt x="3611" y="6792"/>
                    </a:cubicBezTo>
                    <a:cubicBezTo>
                      <a:pt x="3614" y="6788"/>
                      <a:pt x="3617" y="6784"/>
                      <a:pt x="3619" y="6780"/>
                    </a:cubicBezTo>
                    <a:lnTo>
                      <a:pt x="3620" y="6779"/>
                    </a:lnTo>
                    <a:lnTo>
                      <a:pt x="3622" y="6776"/>
                    </a:lnTo>
                    <a:lnTo>
                      <a:pt x="3641" y="6789"/>
                    </a:lnTo>
                    <a:cubicBezTo>
                      <a:pt x="3634" y="6797"/>
                      <a:pt x="3627" y="6805"/>
                      <a:pt x="3620" y="6813"/>
                    </a:cubicBezTo>
                    <a:cubicBezTo>
                      <a:pt x="3607" y="6826"/>
                      <a:pt x="3595" y="6840"/>
                      <a:pt x="3587" y="6855"/>
                    </a:cubicBezTo>
                    <a:cubicBezTo>
                      <a:pt x="3585" y="6858"/>
                      <a:pt x="3584" y="6861"/>
                      <a:pt x="3583" y="6864"/>
                    </a:cubicBezTo>
                    <a:cubicBezTo>
                      <a:pt x="3580" y="6869"/>
                      <a:pt x="3585" y="6877"/>
                      <a:pt x="3591" y="6874"/>
                    </a:cubicBezTo>
                    <a:cubicBezTo>
                      <a:pt x="3609" y="6867"/>
                      <a:pt x="3618" y="6850"/>
                      <a:pt x="3631" y="6835"/>
                    </a:cubicBezTo>
                    <a:cubicBezTo>
                      <a:pt x="3643" y="6820"/>
                      <a:pt x="3650" y="6811"/>
                      <a:pt x="3660" y="6801"/>
                    </a:cubicBezTo>
                    <a:lnTo>
                      <a:pt x="3682" y="6816"/>
                    </a:lnTo>
                    <a:lnTo>
                      <a:pt x="3684" y="6818"/>
                    </a:lnTo>
                    <a:cubicBezTo>
                      <a:pt x="3676" y="6824"/>
                      <a:pt x="3670" y="6833"/>
                      <a:pt x="3662" y="6840"/>
                    </a:cubicBezTo>
                    <a:cubicBezTo>
                      <a:pt x="3645" y="6852"/>
                      <a:pt x="3631" y="6866"/>
                      <a:pt x="3619" y="6883"/>
                    </a:cubicBezTo>
                    <a:cubicBezTo>
                      <a:pt x="3616" y="6890"/>
                      <a:pt x="3623" y="6896"/>
                      <a:pt x="3630" y="6894"/>
                    </a:cubicBezTo>
                    <a:cubicBezTo>
                      <a:pt x="3634" y="6892"/>
                      <a:pt x="3638" y="6889"/>
                      <a:pt x="3642" y="6887"/>
                    </a:cubicBezTo>
                    <a:cubicBezTo>
                      <a:pt x="3653" y="6880"/>
                      <a:pt x="3663" y="6873"/>
                      <a:pt x="3672" y="6864"/>
                    </a:cubicBezTo>
                    <a:cubicBezTo>
                      <a:pt x="3679" y="6859"/>
                      <a:pt x="3685" y="6853"/>
                      <a:pt x="3691" y="6846"/>
                    </a:cubicBezTo>
                    <a:cubicBezTo>
                      <a:pt x="3694" y="6841"/>
                      <a:pt x="3699" y="6836"/>
                      <a:pt x="3704" y="6832"/>
                    </a:cubicBezTo>
                    <a:lnTo>
                      <a:pt x="3720" y="6845"/>
                    </a:lnTo>
                    <a:cubicBezTo>
                      <a:pt x="3715" y="6849"/>
                      <a:pt x="3710" y="6854"/>
                      <a:pt x="3705" y="6859"/>
                    </a:cubicBezTo>
                    <a:cubicBezTo>
                      <a:pt x="3697" y="6868"/>
                      <a:pt x="3689" y="6879"/>
                      <a:pt x="3683" y="6889"/>
                    </a:cubicBezTo>
                    <a:cubicBezTo>
                      <a:pt x="3681" y="6892"/>
                      <a:pt x="3679" y="6896"/>
                      <a:pt x="3678" y="6899"/>
                    </a:cubicBezTo>
                    <a:cubicBezTo>
                      <a:pt x="3675" y="6905"/>
                      <a:pt x="3682" y="6910"/>
                      <a:pt x="3687" y="6907"/>
                    </a:cubicBezTo>
                    <a:cubicBezTo>
                      <a:pt x="3688" y="6907"/>
                      <a:pt x="3688" y="6907"/>
                      <a:pt x="3688" y="6907"/>
                    </a:cubicBezTo>
                    <a:cubicBezTo>
                      <a:pt x="3704" y="6898"/>
                      <a:pt x="3718" y="6885"/>
                      <a:pt x="3728" y="6871"/>
                    </a:cubicBezTo>
                    <a:cubicBezTo>
                      <a:pt x="3731" y="6867"/>
                      <a:pt x="3735" y="6863"/>
                      <a:pt x="3739" y="6860"/>
                    </a:cubicBezTo>
                    <a:lnTo>
                      <a:pt x="3756" y="6874"/>
                    </a:lnTo>
                    <a:cubicBezTo>
                      <a:pt x="3751" y="6880"/>
                      <a:pt x="3744" y="6886"/>
                      <a:pt x="3739" y="6892"/>
                    </a:cubicBezTo>
                    <a:cubicBezTo>
                      <a:pt x="3729" y="6902"/>
                      <a:pt x="3718" y="6911"/>
                      <a:pt x="3721" y="6926"/>
                    </a:cubicBezTo>
                    <a:cubicBezTo>
                      <a:pt x="3722" y="6927"/>
                      <a:pt x="3722" y="6928"/>
                      <a:pt x="3722" y="6928"/>
                    </a:cubicBezTo>
                    <a:cubicBezTo>
                      <a:pt x="3723" y="6929"/>
                      <a:pt x="3724" y="6930"/>
                      <a:pt x="3725" y="6931"/>
                    </a:cubicBezTo>
                    <a:cubicBezTo>
                      <a:pt x="3726" y="6932"/>
                      <a:pt x="3727" y="6932"/>
                      <a:pt x="3729" y="6932"/>
                    </a:cubicBezTo>
                    <a:cubicBezTo>
                      <a:pt x="3730" y="6932"/>
                      <a:pt x="3731" y="6932"/>
                      <a:pt x="3732" y="6931"/>
                    </a:cubicBezTo>
                    <a:cubicBezTo>
                      <a:pt x="3733" y="6930"/>
                      <a:pt x="3734" y="6929"/>
                      <a:pt x="3735" y="6928"/>
                    </a:cubicBezTo>
                    <a:cubicBezTo>
                      <a:pt x="3740" y="6922"/>
                      <a:pt x="3746" y="6916"/>
                      <a:pt x="3753" y="6911"/>
                    </a:cubicBezTo>
                    <a:cubicBezTo>
                      <a:pt x="3758" y="6906"/>
                      <a:pt x="3762" y="6901"/>
                      <a:pt x="3767" y="6896"/>
                    </a:cubicBezTo>
                    <a:cubicBezTo>
                      <a:pt x="3770" y="6894"/>
                      <a:pt x="3773" y="6891"/>
                      <a:pt x="3775" y="6888"/>
                    </a:cubicBezTo>
                    <a:lnTo>
                      <a:pt x="3791" y="6900"/>
                    </a:lnTo>
                    <a:lnTo>
                      <a:pt x="3795" y="6903"/>
                    </a:lnTo>
                    <a:lnTo>
                      <a:pt x="3791" y="6905"/>
                    </a:lnTo>
                    <a:lnTo>
                      <a:pt x="3790" y="6906"/>
                    </a:lnTo>
                    <a:cubicBezTo>
                      <a:pt x="3787" y="6908"/>
                      <a:pt x="3784" y="6910"/>
                      <a:pt x="3781" y="6913"/>
                    </a:cubicBezTo>
                    <a:cubicBezTo>
                      <a:pt x="3780" y="6914"/>
                      <a:pt x="3780" y="6915"/>
                      <a:pt x="3779" y="6916"/>
                    </a:cubicBezTo>
                    <a:cubicBezTo>
                      <a:pt x="3777" y="6919"/>
                      <a:pt x="3776" y="6922"/>
                      <a:pt x="3775" y="6926"/>
                    </a:cubicBezTo>
                    <a:cubicBezTo>
                      <a:pt x="3775" y="6927"/>
                      <a:pt x="3775" y="6927"/>
                      <a:pt x="3775" y="6928"/>
                    </a:cubicBezTo>
                    <a:cubicBezTo>
                      <a:pt x="3775" y="6929"/>
                      <a:pt x="3775" y="6931"/>
                      <a:pt x="3776" y="6932"/>
                    </a:cubicBezTo>
                    <a:cubicBezTo>
                      <a:pt x="3777" y="6933"/>
                      <a:pt x="3778" y="6934"/>
                      <a:pt x="3779" y="6934"/>
                    </a:cubicBezTo>
                    <a:lnTo>
                      <a:pt x="3779" y="6935"/>
                    </a:lnTo>
                    <a:cubicBezTo>
                      <a:pt x="3781" y="6935"/>
                      <a:pt x="3783" y="6936"/>
                      <a:pt x="3785" y="6936"/>
                    </a:cubicBezTo>
                    <a:cubicBezTo>
                      <a:pt x="3787" y="6936"/>
                      <a:pt x="3790" y="6935"/>
                      <a:pt x="3792" y="6934"/>
                    </a:cubicBezTo>
                    <a:cubicBezTo>
                      <a:pt x="3793" y="6933"/>
                      <a:pt x="3795" y="6932"/>
                      <a:pt x="3796" y="6931"/>
                    </a:cubicBezTo>
                    <a:cubicBezTo>
                      <a:pt x="3799" y="6928"/>
                      <a:pt x="3801" y="6926"/>
                      <a:pt x="3804" y="6924"/>
                    </a:cubicBezTo>
                    <a:cubicBezTo>
                      <a:pt x="3806" y="6924"/>
                      <a:pt x="3807" y="6923"/>
                      <a:pt x="3808" y="6923"/>
                    </a:cubicBezTo>
                    <a:cubicBezTo>
                      <a:pt x="3810" y="6921"/>
                      <a:pt x="3812" y="6919"/>
                      <a:pt x="3814" y="6917"/>
                    </a:cubicBezTo>
                    <a:cubicBezTo>
                      <a:pt x="3822" y="6923"/>
                      <a:pt x="3829" y="6930"/>
                      <a:pt x="3836" y="6936"/>
                    </a:cubicBezTo>
                    <a:cubicBezTo>
                      <a:pt x="3833" y="6937"/>
                      <a:pt x="3831" y="6938"/>
                      <a:pt x="3828" y="6940"/>
                    </a:cubicBezTo>
                    <a:cubicBezTo>
                      <a:pt x="3816" y="6946"/>
                      <a:pt x="3805" y="6956"/>
                      <a:pt x="3797" y="6967"/>
                    </a:cubicBezTo>
                    <a:lnTo>
                      <a:pt x="3796" y="6967"/>
                    </a:lnTo>
                    <a:moveTo>
                      <a:pt x="3882" y="6983"/>
                    </a:moveTo>
                    <a:cubicBezTo>
                      <a:pt x="3883" y="6981"/>
                      <a:pt x="3884" y="6980"/>
                      <a:pt x="3884" y="6979"/>
                    </a:cubicBezTo>
                    <a:cubicBezTo>
                      <a:pt x="3884" y="6979"/>
                      <a:pt x="3885" y="6979"/>
                      <a:pt x="3885" y="6978"/>
                    </a:cubicBezTo>
                    <a:lnTo>
                      <a:pt x="3890" y="6982"/>
                    </a:lnTo>
                    <a:lnTo>
                      <a:pt x="3882" y="6983"/>
                    </a:lnTo>
                    <a:moveTo>
                      <a:pt x="4258" y="7261"/>
                    </a:moveTo>
                    <a:cubicBezTo>
                      <a:pt x="4245" y="7260"/>
                      <a:pt x="4231" y="7256"/>
                      <a:pt x="4219" y="7255"/>
                    </a:cubicBezTo>
                    <a:cubicBezTo>
                      <a:pt x="4218" y="7255"/>
                      <a:pt x="4218" y="7255"/>
                      <a:pt x="4217" y="7255"/>
                    </a:cubicBezTo>
                    <a:cubicBezTo>
                      <a:pt x="4201" y="7255"/>
                      <a:pt x="4186" y="7251"/>
                      <a:pt x="4172" y="7243"/>
                    </a:cubicBezTo>
                    <a:cubicBezTo>
                      <a:pt x="4169" y="7241"/>
                      <a:pt x="4165" y="7239"/>
                      <a:pt x="4162" y="7236"/>
                    </a:cubicBezTo>
                    <a:cubicBezTo>
                      <a:pt x="4162" y="7234"/>
                      <a:pt x="4162" y="7231"/>
                      <a:pt x="4162" y="7229"/>
                    </a:cubicBezTo>
                    <a:cubicBezTo>
                      <a:pt x="4162" y="7216"/>
                      <a:pt x="4163" y="7204"/>
                      <a:pt x="4166" y="7192"/>
                    </a:cubicBezTo>
                    <a:cubicBezTo>
                      <a:pt x="4169" y="7167"/>
                      <a:pt x="4171" y="7141"/>
                      <a:pt x="4171" y="7116"/>
                    </a:cubicBezTo>
                    <a:cubicBezTo>
                      <a:pt x="4171" y="7098"/>
                      <a:pt x="4170" y="7080"/>
                      <a:pt x="4168" y="7061"/>
                    </a:cubicBezTo>
                    <a:cubicBezTo>
                      <a:pt x="4166" y="7025"/>
                      <a:pt x="4177" y="6990"/>
                      <a:pt x="4174" y="6954"/>
                    </a:cubicBezTo>
                    <a:cubicBezTo>
                      <a:pt x="4171" y="6925"/>
                      <a:pt x="4200" y="6942"/>
                      <a:pt x="4219" y="6935"/>
                    </a:cubicBezTo>
                    <a:cubicBezTo>
                      <a:pt x="4216" y="6935"/>
                      <a:pt x="4218" y="6935"/>
                      <a:pt x="4221" y="6935"/>
                    </a:cubicBezTo>
                    <a:cubicBezTo>
                      <a:pt x="4238" y="6936"/>
                      <a:pt x="4254" y="6938"/>
                      <a:pt x="4256" y="6938"/>
                    </a:cubicBezTo>
                    <a:cubicBezTo>
                      <a:pt x="4298" y="6938"/>
                      <a:pt x="4303" y="6980"/>
                      <a:pt x="4301" y="7018"/>
                    </a:cubicBezTo>
                    <a:cubicBezTo>
                      <a:pt x="4299" y="7019"/>
                      <a:pt x="4298" y="7020"/>
                      <a:pt x="4297" y="7022"/>
                    </a:cubicBezTo>
                    <a:cubicBezTo>
                      <a:pt x="4296" y="7023"/>
                      <a:pt x="4295" y="7026"/>
                      <a:pt x="4295" y="7028"/>
                    </a:cubicBezTo>
                    <a:cubicBezTo>
                      <a:pt x="4295" y="7030"/>
                      <a:pt x="4296" y="7031"/>
                      <a:pt x="4297" y="7033"/>
                    </a:cubicBezTo>
                    <a:cubicBezTo>
                      <a:pt x="4298" y="7034"/>
                      <a:pt x="4299" y="7036"/>
                      <a:pt x="4301" y="7037"/>
                    </a:cubicBezTo>
                    <a:lnTo>
                      <a:pt x="4301" y="7038"/>
                    </a:lnTo>
                    <a:cubicBezTo>
                      <a:pt x="4301" y="7047"/>
                      <a:pt x="4300" y="7055"/>
                      <a:pt x="4300" y="7062"/>
                    </a:cubicBezTo>
                    <a:cubicBezTo>
                      <a:pt x="4300" y="7101"/>
                      <a:pt x="4298" y="7140"/>
                      <a:pt x="4300" y="7180"/>
                    </a:cubicBezTo>
                    <a:cubicBezTo>
                      <a:pt x="4302" y="7219"/>
                      <a:pt x="4314" y="7265"/>
                      <a:pt x="4259" y="7261"/>
                    </a:cubicBezTo>
                    <a:lnTo>
                      <a:pt x="4258" y="7261"/>
                    </a:lnTo>
                    <a:moveTo>
                      <a:pt x="4433" y="7380"/>
                    </a:moveTo>
                    <a:cubicBezTo>
                      <a:pt x="4379" y="7374"/>
                      <a:pt x="4353" y="7310"/>
                      <a:pt x="4315" y="7275"/>
                    </a:cubicBezTo>
                    <a:cubicBezTo>
                      <a:pt x="4316" y="7274"/>
                      <a:pt x="4317" y="7272"/>
                      <a:pt x="4318" y="7271"/>
                    </a:cubicBezTo>
                    <a:cubicBezTo>
                      <a:pt x="4321" y="7265"/>
                      <a:pt x="4324" y="7259"/>
                      <a:pt x="4325" y="7252"/>
                    </a:cubicBezTo>
                    <a:cubicBezTo>
                      <a:pt x="4327" y="7238"/>
                      <a:pt x="4329" y="7223"/>
                      <a:pt x="4329" y="7208"/>
                    </a:cubicBezTo>
                    <a:cubicBezTo>
                      <a:pt x="4329" y="7200"/>
                      <a:pt x="4328" y="7193"/>
                      <a:pt x="4328" y="7185"/>
                    </a:cubicBezTo>
                    <a:cubicBezTo>
                      <a:pt x="4331" y="7184"/>
                      <a:pt x="4334" y="7182"/>
                      <a:pt x="4337" y="7181"/>
                    </a:cubicBezTo>
                    <a:cubicBezTo>
                      <a:pt x="4353" y="7173"/>
                      <a:pt x="4372" y="7182"/>
                      <a:pt x="4388" y="7171"/>
                    </a:cubicBezTo>
                    <a:cubicBezTo>
                      <a:pt x="4414" y="7151"/>
                      <a:pt x="4414" y="7124"/>
                      <a:pt x="4412" y="7094"/>
                    </a:cubicBezTo>
                    <a:cubicBezTo>
                      <a:pt x="4412" y="7074"/>
                      <a:pt x="4411" y="7055"/>
                      <a:pt x="4412" y="7037"/>
                    </a:cubicBezTo>
                    <a:cubicBezTo>
                      <a:pt x="4413" y="7035"/>
                      <a:pt x="4413" y="7034"/>
                      <a:pt x="4413" y="7032"/>
                    </a:cubicBezTo>
                    <a:cubicBezTo>
                      <a:pt x="4413" y="7028"/>
                      <a:pt x="4411" y="7023"/>
                      <a:pt x="4409" y="7019"/>
                    </a:cubicBezTo>
                    <a:cubicBezTo>
                      <a:pt x="4408" y="7017"/>
                      <a:pt x="4407" y="7015"/>
                      <a:pt x="4405" y="7014"/>
                    </a:cubicBezTo>
                    <a:lnTo>
                      <a:pt x="4404" y="7014"/>
                    </a:lnTo>
                    <a:cubicBezTo>
                      <a:pt x="4399" y="7011"/>
                      <a:pt x="4394" y="7009"/>
                      <a:pt x="4388" y="7009"/>
                    </a:cubicBezTo>
                    <a:cubicBezTo>
                      <a:pt x="4383" y="7009"/>
                      <a:pt x="4378" y="7010"/>
                      <a:pt x="4374" y="7012"/>
                    </a:cubicBezTo>
                    <a:cubicBezTo>
                      <a:pt x="4362" y="7016"/>
                      <a:pt x="4348" y="7018"/>
                      <a:pt x="4335" y="7018"/>
                    </a:cubicBezTo>
                    <a:cubicBezTo>
                      <a:pt x="4332" y="7018"/>
                      <a:pt x="4329" y="7018"/>
                      <a:pt x="4327" y="7018"/>
                    </a:cubicBezTo>
                    <a:cubicBezTo>
                      <a:pt x="4326" y="6999"/>
                      <a:pt x="4325" y="6980"/>
                      <a:pt x="4321" y="6961"/>
                    </a:cubicBezTo>
                    <a:cubicBezTo>
                      <a:pt x="4320" y="6955"/>
                      <a:pt x="4318" y="6949"/>
                      <a:pt x="4315" y="6943"/>
                    </a:cubicBezTo>
                    <a:cubicBezTo>
                      <a:pt x="4310" y="6935"/>
                      <a:pt x="4303" y="6929"/>
                      <a:pt x="4295" y="6924"/>
                    </a:cubicBezTo>
                    <a:cubicBezTo>
                      <a:pt x="4291" y="6922"/>
                      <a:pt x="4287" y="6920"/>
                      <a:pt x="4283" y="6919"/>
                    </a:cubicBezTo>
                    <a:cubicBezTo>
                      <a:pt x="4284" y="6918"/>
                      <a:pt x="4284" y="6918"/>
                      <a:pt x="4285" y="6917"/>
                    </a:cubicBezTo>
                    <a:cubicBezTo>
                      <a:pt x="4286" y="6916"/>
                      <a:pt x="4286" y="6914"/>
                      <a:pt x="4286" y="6913"/>
                    </a:cubicBezTo>
                    <a:cubicBezTo>
                      <a:pt x="4286" y="6911"/>
                      <a:pt x="4286" y="6910"/>
                      <a:pt x="4285" y="6909"/>
                    </a:cubicBezTo>
                    <a:cubicBezTo>
                      <a:pt x="4284" y="6907"/>
                      <a:pt x="4283" y="6906"/>
                      <a:pt x="4282" y="6906"/>
                    </a:cubicBezTo>
                    <a:cubicBezTo>
                      <a:pt x="4281" y="6905"/>
                      <a:pt x="4279" y="6905"/>
                      <a:pt x="4278" y="6905"/>
                    </a:cubicBezTo>
                    <a:cubicBezTo>
                      <a:pt x="4277" y="6905"/>
                      <a:pt x="4277" y="6905"/>
                      <a:pt x="4277" y="6905"/>
                    </a:cubicBezTo>
                    <a:cubicBezTo>
                      <a:pt x="4257" y="6906"/>
                      <a:pt x="4239" y="6908"/>
                      <a:pt x="4220" y="6911"/>
                    </a:cubicBezTo>
                    <a:cubicBezTo>
                      <a:pt x="4200" y="6907"/>
                      <a:pt x="4182" y="6903"/>
                      <a:pt x="4170" y="6916"/>
                    </a:cubicBezTo>
                    <a:lnTo>
                      <a:pt x="4162" y="6916"/>
                    </a:lnTo>
                    <a:cubicBezTo>
                      <a:pt x="4157" y="6916"/>
                      <a:pt x="4154" y="6921"/>
                      <a:pt x="4153" y="6926"/>
                    </a:cubicBezTo>
                    <a:cubicBezTo>
                      <a:pt x="4147" y="6970"/>
                      <a:pt x="4144" y="7015"/>
                      <a:pt x="4144" y="7059"/>
                    </a:cubicBezTo>
                    <a:cubicBezTo>
                      <a:pt x="4144" y="7078"/>
                      <a:pt x="4145" y="7096"/>
                      <a:pt x="4146" y="7115"/>
                    </a:cubicBezTo>
                    <a:cubicBezTo>
                      <a:pt x="4145" y="7125"/>
                      <a:pt x="4144" y="7135"/>
                      <a:pt x="4142" y="7146"/>
                    </a:cubicBezTo>
                    <a:lnTo>
                      <a:pt x="4140" y="7144"/>
                    </a:lnTo>
                    <a:cubicBezTo>
                      <a:pt x="4141" y="7143"/>
                      <a:pt x="4141" y="7143"/>
                      <a:pt x="4141" y="7142"/>
                    </a:cubicBezTo>
                    <a:cubicBezTo>
                      <a:pt x="4141" y="7139"/>
                      <a:pt x="4141" y="7136"/>
                      <a:pt x="4139" y="7134"/>
                    </a:cubicBezTo>
                    <a:cubicBezTo>
                      <a:pt x="4138" y="7133"/>
                      <a:pt x="4138" y="7133"/>
                      <a:pt x="4138" y="7133"/>
                    </a:cubicBezTo>
                    <a:cubicBezTo>
                      <a:pt x="4125" y="7116"/>
                      <a:pt x="4112" y="7098"/>
                      <a:pt x="4091" y="7096"/>
                    </a:cubicBezTo>
                    <a:cubicBezTo>
                      <a:pt x="4092" y="7096"/>
                      <a:pt x="4092" y="7095"/>
                      <a:pt x="4092" y="7094"/>
                    </a:cubicBezTo>
                    <a:cubicBezTo>
                      <a:pt x="4092" y="7091"/>
                      <a:pt x="4090" y="7087"/>
                      <a:pt x="4089" y="7085"/>
                    </a:cubicBezTo>
                    <a:cubicBezTo>
                      <a:pt x="4087" y="7082"/>
                      <a:pt x="4085" y="7080"/>
                      <a:pt x="4083" y="7079"/>
                    </a:cubicBezTo>
                    <a:cubicBezTo>
                      <a:pt x="4080" y="7077"/>
                      <a:pt x="4077" y="7077"/>
                      <a:pt x="4074" y="7077"/>
                    </a:cubicBezTo>
                    <a:cubicBezTo>
                      <a:pt x="4068" y="7077"/>
                      <a:pt x="4058" y="7061"/>
                      <a:pt x="4054" y="7057"/>
                    </a:cubicBezTo>
                    <a:cubicBezTo>
                      <a:pt x="4034" y="7043"/>
                      <a:pt x="4014" y="7028"/>
                      <a:pt x="3996" y="7011"/>
                    </a:cubicBezTo>
                    <a:cubicBezTo>
                      <a:pt x="3979" y="6996"/>
                      <a:pt x="3958" y="6988"/>
                      <a:pt x="3941" y="6972"/>
                    </a:cubicBezTo>
                    <a:cubicBezTo>
                      <a:pt x="3924" y="6955"/>
                      <a:pt x="3900" y="6947"/>
                      <a:pt x="3880" y="6931"/>
                    </a:cubicBezTo>
                    <a:cubicBezTo>
                      <a:pt x="3848" y="6906"/>
                      <a:pt x="3818" y="6879"/>
                      <a:pt x="3785" y="6855"/>
                    </a:cubicBezTo>
                    <a:cubicBezTo>
                      <a:pt x="3747" y="6828"/>
                      <a:pt x="3712" y="6796"/>
                      <a:pt x="3671" y="6772"/>
                    </a:cubicBezTo>
                    <a:cubicBezTo>
                      <a:pt x="3627" y="6745"/>
                      <a:pt x="3589" y="6707"/>
                      <a:pt x="3543" y="6685"/>
                    </a:cubicBezTo>
                    <a:cubicBezTo>
                      <a:pt x="3535" y="6680"/>
                      <a:pt x="3527" y="6676"/>
                      <a:pt x="3519" y="6671"/>
                    </a:cubicBezTo>
                    <a:cubicBezTo>
                      <a:pt x="3497" y="6659"/>
                      <a:pt x="3475" y="6644"/>
                      <a:pt x="3455" y="6628"/>
                    </a:cubicBezTo>
                    <a:lnTo>
                      <a:pt x="3455" y="6627"/>
                    </a:lnTo>
                    <a:cubicBezTo>
                      <a:pt x="3454" y="6626"/>
                      <a:pt x="3453" y="6625"/>
                      <a:pt x="3451" y="6624"/>
                    </a:cubicBezTo>
                    <a:cubicBezTo>
                      <a:pt x="3450" y="6623"/>
                      <a:pt x="3449" y="6623"/>
                      <a:pt x="3447" y="6623"/>
                    </a:cubicBezTo>
                    <a:lnTo>
                      <a:pt x="3417" y="6603"/>
                    </a:lnTo>
                    <a:cubicBezTo>
                      <a:pt x="3334" y="6539"/>
                      <a:pt x="3248" y="6459"/>
                      <a:pt x="3153" y="6413"/>
                    </a:cubicBezTo>
                    <a:cubicBezTo>
                      <a:pt x="3132" y="6404"/>
                      <a:pt x="3113" y="6393"/>
                      <a:pt x="3093" y="6382"/>
                    </a:cubicBezTo>
                    <a:cubicBezTo>
                      <a:pt x="3072" y="6370"/>
                      <a:pt x="3051" y="6357"/>
                      <a:pt x="3031" y="6343"/>
                    </a:cubicBezTo>
                    <a:cubicBezTo>
                      <a:pt x="2996" y="6313"/>
                      <a:pt x="2958" y="6287"/>
                      <a:pt x="2918" y="6264"/>
                    </a:cubicBezTo>
                    <a:cubicBezTo>
                      <a:pt x="2914" y="6261"/>
                      <a:pt x="2909" y="6259"/>
                      <a:pt x="2905" y="6256"/>
                    </a:cubicBezTo>
                    <a:cubicBezTo>
                      <a:pt x="2888" y="6248"/>
                      <a:pt x="2871" y="6238"/>
                      <a:pt x="2854" y="6229"/>
                    </a:cubicBezTo>
                    <a:cubicBezTo>
                      <a:pt x="2789" y="6191"/>
                      <a:pt x="2729" y="6147"/>
                      <a:pt x="2673" y="6097"/>
                    </a:cubicBezTo>
                    <a:cubicBezTo>
                      <a:pt x="2636" y="6065"/>
                      <a:pt x="2599" y="6034"/>
                      <a:pt x="2562" y="6003"/>
                    </a:cubicBezTo>
                    <a:lnTo>
                      <a:pt x="2561" y="6003"/>
                    </a:lnTo>
                    <a:cubicBezTo>
                      <a:pt x="2561" y="6002"/>
                      <a:pt x="2560" y="6002"/>
                      <a:pt x="2559" y="6001"/>
                    </a:cubicBezTo>
                    <a:lnTo>
                      <a:pt x="2558" y="6001"/>
                    </a:lnTo>
                    <a:cubicBezTo>
                      <a:pt x="2508" y="5960"/>
                      <a:pt x="2458" y="5919"/>
                      <a:pt x="2409" y="5875"/>
                    </a:cubicBezTo>
                    <a:cubicBezTo>
                      <a:pt x="2378" y="5847"/>
                      <a:pt x="2336" y="5830"/>
                      <a:pt x="2300" y="5807"/>
                    </a:cubicBezTo>
                    <a:cubicBezTo>
                      <a:pt x="2299" y="5806"/>
                      <a:pt x="2298" y="5805"/>
                      <a:pt x="2298" y="5805"/>
                    </a:cubicBezTo>
                    <a:cubicBezTo>
                      <a:pt x="2297" y="5804"/>
                      <a:pt x="2296" y="5804"/>
                      <a:pt x="2295" y="5804"/>
                    </a:cubicBezTo>
                    <a:cubicBezTo>
                      <a:pt x="2291" y="5801"/>
                      <a:pt x="2287" y="5798"/>
                      <a:pt x="2283" y="5795"/>
                    </a:cubicBezTo>
                    <a:cubicBezTo>
                      <a:pt x="2262" y="5782"/>
                      <a:pt x="2242" y="5768"/>
                      <a:pt x="2224" y="5752"/>
                    </a:cubicBezTo>
                    <a:cubicBezTo>
                      <a:pt x="2216" y="5741"/>
                      <a:pt x="2207" y="5733"/>
                      <a:pt x="2197" y="5725"/>
                    </a:cubicBezTo>
                    <a:cubicBezTo>
                      <a:pt x="2200" y="5709"/>
                      <a:pt x="2203" y="5693"/>
                      <a:pt x="2205" y="5677"/>
                    </a:cubicBezTo>
                    <a:cubicBezTo>
                      <a:pt x="2212" y="5635"/>
                      <a:pt x="2215" y="5592"/>
                      <a:pt x="2225" y="5551"/>
                    </a:cubicBezTo>
                    <a:cubicBezTo>
                      <a:pt x="2230" y="5525"/>
                      <a:pt x="2238" y="5499"/>
                      <a:pt x="2248" y="5475"/>
                    </a:cubicBezTo>
                    <a:cubicBezTo>
                      <a:pt x="2259" y="5458"/>
                      <a:pt x="2256" y="5417"/>
                      <a:pt x="2259" y="5396"/>
                    </a:cubicBezTo>
                    <a:cubicBezTo>
                      <a:pt x="2262" y="5364"/>
                      <a:pt x="2268" y="5332"/>
                      <a:pt x="2273" y="5300"/>
                    </a:cubicBezTo>
                    <a:cubicBezTo>
                      <a:pt x="2279" y="5311"/>
                      <a:pt x="2288" y="5321"/>
                      <a:pt x="2298" y="5328"/>
                    </a:cubicBezTo>
                    <a:cubicBezTo>
                      <a:pt x="2332" y="5359"/>
                      <a:pt x="2368" y="5390"/>
                      <a:pt x="2405" y="5417"/>
                    </a:cubicBezTo>
                    <a:cubicBezTo>
                      <a:pt x="2504" y="5488"/>
                      <a:pt x="2587" y="5577"/>
                      <a:pt x="2683" y="5651"/>
                    </a:cubicBezTo>
                    <a:cubicBezTo>
                      <a:pt x="2772" y="5718"/>
                      <a:pt x="2857" y="5794"/>
                      <a:pt x="2955" y="5847"/>
                    </a:cubicBezTo>
                    <a:cubicBezTo>
                      <a:pt x="3011" y="5878"/>
                      <a:pt x="3068" y="5914"/>
                      <a:pt x="3120" y="5950"/>
                    </a:cubicBezTo>
                    <a:cubicBezTo>
                      <a:pt x="3167" y="5978"/>
                      <a:pt x="3211" y="6010"/>
                      <a:pt x="3253" y="6044"/>
                    </a:cubicBezTo>
                    <a:cubicBezTo>
                      <a:pt x="3285" y="6073"/>
                      <a:pt x="3324" y="6091"/>
                      <a:pt x="3356" y="6120"/>
                    </a:cubicBezTo>
                    <a:cubicBezTo>
                      <a:pt x="3398" y="6156"/>
                      <a:pt x="3442" y="6189"/>
                      <a:pt x="3488" y="6218"/>
                    </a:cubicBezTo>
                    <a:cubicBezTo>
                      <a:pt x="3584" y="6286"/>
                      <a:pt x="3678" y="6356"/>
                      <a:pt x="3775" y="6423"/>
                    </a:cubicBezTo>
                    <a:cubicBezTo>
                      <a:pt x="3791" y="6435"/>
                      <a:pt x="3807" y="6449"/>
                      <a:pt x="3820" y="6464"/>
                    </a:cubicBezTo>
                    <a:cubicBezTo>
                      <a:pt x="3834" y="6481"/>
                      <a:pt x="3860" y="6490"/>
                      <a:pt x="3877" y="6504"/>
                    </a:cubicBezTo>
                    <a:cubicBezTo>
                      <a:pt x="3916" y="6538"/>
                      <a:pt x="3954" y="6574"/>
                      <a:pt x="3997" y="6606"/>
                    </a:cubicBezTo>
                    <a:cubicBezTo>
                      <a:pt x="4044" y="6641"/>
                      <a:pt x="4083" y="6687"/>
                      <a:pt x="4128" y="6725"/>
                    </a:cubicBezTo>
                    <a:cubicBezTo>
                      <a:pt x="4149" y="6743"/>
                      <a:pt x="4173" y="6775"/>
                      <a:pt x="4204" y="6775"/>
                    </a:cubicBezTo>
                    <a:lnTo>
                      <a:pt x="4205" y="6775"/>
                    </a:lnTo>
                    <a:cubicBezTo>
                      <a:pt x="4207" y="6775"/>
                      <a:pt x="4210" y="6774"/>
                      <a:pt x="4212" y="6773"/>
                    </a:cubicBezTo>
                    <a:lnTo>
                      <a:pt x="4213" y="6773"/>
                    </a:lnTo>
                    <a:cubicBezTo>
                      <a:pt x="4231" y="6784"/>
                      <a:pt x="4248" y="6798"/>
                      <a:pt x="4263" y="6813"/>
                    </a:cubicBezTo>
                    <a:cubicBezTo>
                      <a:pt x="4287" y="6843"/>
                      <a:pt x="4315" y="6870"/>
                      <a:pt x="4344" y="6893"/>
                    </a:cubicBezTo>
                    <a:cubicBezTo>
                      <a:pt x="4375" y="6916"/>
                      <a:pt x="4396" y="6950"/>
                      <a:pt x="4427" y="6972"/>
                    </a:cubicBezTo>
                    <a:cubicBezTo>
                      <a:pt x="4439" y="6981"/>
                      <a:pt x="4496" y="7023"/>
                      <a:pt x="4491" y="7036"/>
                    </a:cubicBezTo>
                    <a:cubicBezTo>
                      <a:pt x="4488" y="7048"/>
                      <a:pt x="4487" y="7061"/>
                      <a:pt x="4487" y="7073"/>
                    </a:cubicBezTo>
                    <a:cubicBezTo>
                      <a:pt x="4487" y="7082"/>
                      <a:pt x="4488" y="7091"/>
                      <a:pt x="4489" y="7101"/>
                    </a:cubicBezTo>
                    <a:cubicBezTo>
                      <a:pt x="4490" y="7140"/>
                      <a:pt x="4468" y="7185"/>
                      <a:pt x="4458" y="7223"/>
                    </a:cubicBezTo>
                    <a:cubicBezTo>
                      <a:pt x="4445" y="7274"/>
                      <a:pt x="4437" y="7327"/>
                      <a:pt x="4434" y="7380"/>
                    </a:cubicBezTo>
                    <a:lnTo>
                      <a:pt x="4433" y="7380"/>
                    </a:lnTo>
                    <a:moveTo>
                      <a:pt x="4356" y="7149"/>
                    </a:moveTo>
                    <a:cubicBezTo>
                      <a:pt x="4352" y="7148"/>
                      <a:pt x="4347" y="7148"/>
                      <a:pt x="4344" y="7148"/>
                    </a:cubicBezTo>
                    <a:cubicBezTo>
                      <a:pt x="4340" y="7148"/>
                      <a:pt x="4337" y="7148"/>
                      <a:pt x="4333" y="7149"/>
                    </a:cubicBezTo>
                    <a:lnTo>
                      <a:pt x="4327" y="7151"/>
                    </a:lnTo>
                    <a:cubicBezTo>
                      <a:pt x="4326" y="7151"/>
                      <a:pt x="4326" y="7150"/>
                      <a:pt x="4325" y="7150"/>
                    </a:cubicBezTo>
                    <a:cubicBezTo>
                      <a:pt x="4325" y="7140"/>
                      <a:pt x="4324" y="7131"/>
                      <a:pt x="4324" y="7123"/>
                    </a:cubicBezTo>
                    <a:cubicBezTo>
                      <a:pt x="4324" y="7096"/>
                      <a:pt x="4325" y="7068"/>
                      <a:pt x="4326" y="7040"/>
                    </a:cubicBezTo>
                    <a:cubicBezTo>
                      <a:pt x="4332" y="7041"/>
                      <a:pt x="4338" y="7042"/>
                      <a:pt x="4345" y="7042"/>
                    </a:cubicBezTo>
                    <a:cubicBezTo>
                      <a:pt x="4351" y="7042"/>
                      <a:pt x="4358" y="7041"/>
                      <a:pt x="4364" y="7040"/>
                    </a:cubicBezTo>
                    <a:cubicBezTo>
                      <a:pt x="4373" y="7038"/>
                      <a:pt x="4387" y="7027"/>
                      <a:pt x="4387" y="7042"/>
                    </a:cubicBezTo>
                    <a:cubicBezTo>
                      <a:pt x="4386" y="7056"/>
                      <a:pt x="4387" y="7067"/>
                      <a:pt x="4387" y="7080"/>
                    </a:cubicBezTo>
                    <a:cubicBezTo>
                      <a:pt x="4387" y="7103"/>
                      <a:pt x="4397" y="7151"/>
                      <a:pt x="4356" y="7149"/>
                    </a:cubicBezTo>
                    <a:moveTo>
                      <a:pt x="4460" y="7392"/>
                    </a:moveTo>
                    <a:cubicBezTo>
                      <a:pt x="4468" y="7315"/>
                      <a:pt x="4481" y="7239"/>
                      <a:pt x="4500" y="7164"/>
                    </a:cubicBezTo>
                    <a:cubicBezTo>
                      <a:pt x="4507" y="7140"/>
                      <a:pt x="4511" y="7115"/>
                      <a:pt x="4511" y="7091"/>
                    </a:cubicBezTo>
                    <a:cubicBezTo>
                      <a:pt x="4511" y="7086"/>
                      <a:pt x="4511" y="7082"/>
                      <a:pt x="4511" y="7078"/>
                    </a:cubicBezTo>
                    <a:cubicBezTo>
                      <a:pt x="4511" y="7065"/>
                      <a:pt x="4518" y="7046"/>
                      <a:pt x="4516" y="7033"/>
                    </a:cubicBezTo>
                    <a:cubicBezTo>
                      <a:pt x="4533" y="7033"/>
                      <a:pt x="4549" y="7030"/>
                      <a:pt x="4565" y="7026"/>
                    </a:cubicBezTo>
                    <a:cubicBezTo>
                      <a:pt x="4579" y="7022"/>
                      <a:pt x="4593" y="7019"/>
                      <a:pt x="4607" y="7014"/>
                    </a:cubicBezTo>
                    <a:cubicBezTo>
                      <a:pt x="4608" y="7024"/>
                      <a:pt x="4609" y="7035"/>
                      <a:pt x="4609" y="7045"/>
                    </a:cubicBezTo>
                    <a:cubicBezTo>
                      <a:pt x="4609" y="7048"/>
                      <a:pt x="4609" y="7052"/>
                      <a:pt x="4609" y="7055"/>
                    </a:cubicBezTo>
                    <a:cubicBezTo>
                      <a:pt x="4606" y="7133"/>
                      <a:pt x="4572" y="7212"/>
                      <a:pt x="4574" y="7289"/>
                    </a:cubicBezTo>
                    <a:cubicBezTo>
                      <a:pt x="4574" y="7323"/>
                      <a:pt x="4574" y="7375"/>
                      <a:pt x="4533" y="7375"/>
                    </a:cubicBezTo>
                    <a:cubicBezTo>
                      <a:pt x="4524" y="7374"/>
                      <a:pt x="4483" y="7387"/>
                      <a:pt x="4461" y="7391"/>
                    </a:cubicBezTo>
                    <a:lnTo>
                      <a:pt x="4460" y="7392"/>
                    </a:lnTo>
                    <a:moveTo>
                      <a:pt x="5743" y="8329"/>
                    </a:moveTo>
                    <a:lnTo>
                      <a:pt x="5750" y="8325"/>
                    </a:lnTo>
                    <a:lnTo>
                      <a:pt x="5743" y="8329"/>
                    </a:lnTo>
                    <a:moveTo>
                      <a:pt x="5882" y="8244"/>
                    </a:moveTo>
                    <a:lnTo>
                      <a:pt x="5880" y="8246"/>
                    </a:lnTo>
                    <a:lnTo>
                      <a:pt x="5884" y="8244"/>
                    </a:lnTo>
                    <a:lnTo>
                      <a:pt x="5882" y="8244"/>
                    </a:lnTo>
                    <a:moveTo>
                      <a:pt x="5688" y="8302"/>
                    </a:moveTo>
                    <a:cubicBezTo>
                      <a:pt x="5595" y="8347"/>
                      <a:pt x="5491" y="8379"/>
                      <a:pt x="5386" y="8363"/>
                    </a:cubicBezTo>
                    <a:cubicBezTo>
                      <a:pt x="5369" y="8361"/>
                      <a:pt x="5353" y="8361"/>
                      <a:pt x="5337" y="8361"/>
                    </a:cubicBezTo>
                    <a:cubicBezTo>
                      <a:pt x="5317" y="8361"/>
                      <a:pt x="5297" y="8362"/>
                      <a:pt x="5278" y="8364"/>
                    </a:cubicBezTo>
                    <a:cubicBezTo>
                      <a:pt x="5261" y="8365"/>
                      <a:pt x="5244" y="8360"/>
                      <a:pt x="5227" y="8360"/>
                    </a:cubicBezTo>
                    <a:cubicBezTo>
                      <a:pt x="5214" y="8354"/>
                      <a:pt x="5200" y="8347"/>
                      <a:pt x="5187" y="8339"/>
                    </a:cubicBezTo>
                    <a:cubicBezTo>
                      <a:pt x="5181" y="8336"/>
                      <a:pt x="5175" y="8332"/>
                      <a:pt x="5169" y="8329"/>
                    </a:cubicBezTo>
                    <a:cubicBezTo>
                      <a:pt x="5133" y="8309"/>
                      <a:pt x="5099" y="8286"/>
                      <a:pt x="5067" y="8260"/>
                    </a:cubicBezTo>
                    <a:cubicBezTo>
                      <a:pt x="5039" y="8239"/>
                      <a:pt x="5006" y="8225"/>
                      <a:pt x="4976" y="8205"/>
                    </a:cubicBezTo>
                    <a:cubicBezTo>
                      <a:pt x="4937" y="8178"/>
                      <a:pt x="4900" y="8147"/>
                      <a:pt x="4867" y="8112"/>
                    </a:cubicBezTo>
                    <a:cubicBezTo>
                      <a:pt x="4853" y="8097"/>
                      <a:pt x="4842" y="8078"/>
                      <a:pt x="4828" y="8063"/>
                    </a:cubicBezTo>
                    <a:cubicBezTo>
                      <a:pt x="4814" y="8047"/>
                      <a:pt x="4798" y="8037"/>
                      <a:pt x="4785" y="8023"/>
                    </a:cubicBezTo>
                    <a:cubicBezTo>
                      <a:pt x="4772" y="8009"/>
                      <a:pt x="4763" y="7983"/>
                      <a:pt x="4748" y="7965"/>
                    </a:cubicBezTo>
                    <a:cubicBezTo>
                      <a:pt x="4737" y="7952"/>
                      <a:pt x="4720" y="7943"/>
                      <a:pt x="4709" y="7929"/>
                    </a:cubicBezTo>
                    <a:cubicBezTo>
                      <a:pt x="4681" y="7898"/>
                      <a:pt x="4665" y="7857"/>
                      <a:pt x="4642" y="7822"/>
                    </a:cubicBezTo>
                    <a:cubicBezTo>
                      <a:pt x="4633" y="7809"/>
                      <a:pt x="4625" y="7796"/>
                      <a:pt x="4617" y="7782"/>
                    </a:cubicBezTo>
                    <a:cubicBezTo>
                      <a:pt x="4591" y="7738"/>
                      <a:pt x="4571" y="7691"/>
                      <a:pt x="4556" y="7642"/>
                    </a:cubicBezTo>
                    <a:cubicBezTo>
                      <a:pt x="4534" y="7568"/>
                      <a:pt x="4503" y="7497"/>
                      <a:pt x="4486" y="7423"/>
                    </a:cubicBezTo>
                    <a:cubicBezTo>
                      <a:pt x="4487" y="7422"/>
                      <a:pt x="4487" y="7421"/>
                      <a:pt x="4488" y="7420"/>
                    </a:cubicBezTo>
                    <a:cubicBezTo>
                      <a:pt x="4489" y="7419"/>
                      <a:pt x="4489" y="7417"/>
                      <a:pt x="4489" y="7416"/>
                    </a:cubicBezTo>
                    <a:cubicBezTo>
                      <a:pt x="4489" y="7414"/>
                      <a:pt x="4489" y="7413"/>
                      <a:pt x="4488" y="7412"/>
                    </a:cubicBezTo>
                    <a:lnTo>
                      <a:pt x="4488" y="7411"/>
                    </a:lnTo>
                    <a:lnTo>
                      <a:pt x="4491" y="7410"/>
                    </a:lnTo>
                    <a:cubicBezTo>
                      <a:pt x="4495" y="7410"/>
                      <a:pt x="4499" y="7409"/>
                      <a:pt x="4503" y="7408"/>
                    </a:cubicBezTo>
                    <a:cubicBezTo>
                      <a:pt x="4503" y="7421"/>
                      <a:pt x="4507" y="7434"/>
                      <a:pt x="4513" y="7445"/>
                    </a:cubicBezTo>
                    <a:cubicBezTo>
                      <a:pt x="4514" y="7446"/>
                      <a:pt x="4514" y="7447"/>
                      <a:pt x="4515" y="7447"/>
                    </a:cubicBezTo>
                    <a:cubicBezTo>
                      <a:pt x="4521" y="7459"/>
                      <a:pt x="4524" y="7475"/>
                      <a:pt x="4536" y="7481"/>
                    </a:cubicBezTo>
                    <a:cubicBezTo>
                      <a:pt x="4537" y="7482"/>
                      <a:pt x="4538" y="7482"/>
                      <a:pt x="4539" y="7482"/>
                    </a:cubicBezTo>
                    <a:cubicBezTo>
                      <a:pt x="4540" y="7482"/>
                      <a:pt x="4541" y="7481"/>
                      <a:pt x="4542" y="7481"/>
                    </a:cubicBezTo>
                    <a:cubicBezTo>
                      <a:pt x="4543" y="7480"/>
                      <a:pt x="4543" y="7480"/>
                      <a:pt x="4544" y="7479"/>
                    </a:cubicBezTo>
                    <a:cubicBezTo>
                      <a:pt x="4544" y="7478"/>
                      <a:pt x="4545" y="7477"/>
                      <a:pt x="4545" y="7476"/>
                    </a:cubicBezTo>
                    <a:cubicBezTo>
                      <a:pt x="4545" y="7475"/>
                      <a:pt x="4545" y="7475"/>
                      <a:pt x="4545" y="7474"/>
                    </a:cubicBezTo>
                    <a:cubicBezTo>
                      <a:pt x="4542" y="7464"/>
                      <a:pt x="4542" y="7455"/>
                      <a:pt x="4538" y="7445"/>
                    </a:cubicBezTo>
                    <a:cubicBezTo>
                      <a:pt x="4536" y="7440"/>
                      <a:pt x="4534" y="7435"/>
                      <a:pt x="4531" y="7431"/>
                    </a:cubicBezTo>
                    <a:cubicBezTo>
                      <a:pt x="4531" y="7430"/>
                      <a:pt x="4530" y="7429"/>
                      <a:pt x="4530" y="7428"/>
                    </a:cubicBezTo>
                    <a:cubicBezTo>
                      <a:pt x="4526" y="7421"/>
                      <a:pt x="4524" y="7413"/>
                      <a:pt x="4522" y="7405"/>
                    </a:cubicBezTo>
                    <a:cubicBezTo>
                      <a:pt x="4533" y="7405"/>
                      <a:pt x="4543" y="7403"/>
                      <a:pt x="4554" y="7402"/>
                    </a:cubicBezTo>
                    <a:cubicBezTo>
                      <a:pt x="4553" y="7437"/>
                      <a:pt x="4568" y="7469"/>
                      <a:pt x="4580" y="7502"/>
                    </a:cubicBezTo>
                    <a:cubicBezTo>
                      <a:pt x="4594" y="7542"/>
                      <a:pt x="4611" y="7581"/>
                      <a:pt x="4633" y="7617"/>
                    </a:cubicBezTo>
                    <a:cubicBezTo>
                      <a:pt x="4635" y="7622"/>
                      <a:pt x="4645" y="7621"/>
                      <a:pt x="4643" y="7614"/>
                    </a:cubicBezTo>
                    <a:cubicBezTo>
                      <a:pt x="4623" y="7542"/>
                      <a:pt x="4573" y="7475"/>
                      <a:pt x="4565" y="7401"/>
                    </a:cubicBezTo>
                    <a:cubicBezTo>
                      <a:pt x="4570" y="7399"/>
                      <a:pt x="4575" y="7398"/>
                      <a:pt x="4579" y="7395"/>
                    </a:cubicBezTo>
                    <a:cubicBezTo>
                      <a:pt x="4579" y="7399"/>
                      <a:pt x="4580" y="7403"/>
                      <a:pt x="4581" y="7406"/>
                    </a:cubicBezTo>
                    <a:cubicBezTo>
                      <a:pt x="4588" y="7427"/>
                      <a:pt x="4597" y="7446"/>
                      <a:pt x="4608" y="7465"/>
                    </a:cubicBezTo>
                    <a:cubicBezTo>
                      <a:pt x="4608" y="7466"/>
                      <a:pt x="4609" y="7466"/>
                      <a:pt x="4610" y="7467"/>
                    </a:cubicBezTo>
                    <a:cubicBezTo>
                      <a:pt x="4611" y="7467"/>
                      <a:pt x="4612" y="7468"/>
                      <a:pt x="4613" y="7468"/>
                    </a:cubicBezTo>
                    <a:cubicBezTo>
                      <a:pt x="4614" y="7468"/>
                      <a:pt x="4615" y="7467"/>
                      <a:pt x="4616" y="7467"/>
                    </a:cubicBezTo>
                    <a:cubicBezTo>
                      <a:pt x="4617" y="7466"/>
                      <a:pt x="4618" y="7466"/>
                      <a:pt x="4619" y="7465"/>
                    </a:cubicBezTo>
                    <a:cubicBezTo>
                      <a:pt x="4619" y="7464"/>
                      <a:pt x="4619" y="7464"/>
                      <a:pt x="4619" y="7463"/>
                    </a:cubicBezTo>
                    <a:cubicBezTo>
                      <a:pt x="4619" y="7462"/>
                      <a:pt x="4619" y="7460"/>
                      <a:pt x="4619" y="7459"/>
                    </a:cubicBezTo>
                    <a:cubicBezTo>
                      <a:pt x="4619" y="7449"/>
                      <a:pt x="4617" y="7438"/>
                      <a:pt x="4613" y="7428"/>
                    </a:cubicBezTo>
                    <a:cubicBezTo>
                      <a:pt x="4608" y="7417"/>
                      <a:pt x="4603" y="7406"/>
                      <a:pt x="4599" y="7394"/>
                    </a:cubicBezTo>
                    <a:cubicBezTo>
                      <a:pt x="4599" y="7392"/>
                      <a:pt x="4596" y="7386"/>
                      <a:pt x="4594" y="7380"/>
                    </a:cubicBezTo>
                    <a:cubicBezTo>
                      <a:pt x="4596" y="7376"/>
                      <a:pt x="4598" y="7370"/>
                      <a:pt x="4598" y="7365"/>
                    </a:cubicBezTo>
                    <a:cubicBezTo>
                      <a:pt x="4598" y="7365"/>
                      <a:pt x="4598" y="7364"/>
                      <a:pt x="4598" y="7363"/>
                    </a:cubicBezTo>
                    <a:cubicBezTo>
                      <a:pt x="4598" y="7361"/>
                      <a:pt x="4598" y="7359"/>
                      <a:pt x="4598" y="7357"/>
                    </a:cubicBezTo>
                    <a:cubicBezTo>
                      <a:pt x="4598" y="7350"/>
                      <a:pt x="4598" y="7343"/>
                      <a:pt x="4599" y="7335"/>
                    </a:cubicBezTo>
                    <a:lnTo>
                      <a:pt x="4604" y="7338"/>
                    </a:lnTo>
                    <a:cubicBezTo>
                      <a:pt x="4604" y="7340"/>
                      <a:pt x="4604" y="7342"/>
                      <a:pt x="4604" y="7344"/>
                    </a:cubicBezTo>
                    <a:cubicBezTo>
                      <a:pt x="4604" y="7369"/>
                      <a:pt x="4608" y="7393"/>
                      <a:pt x="4617" y="7416"/>
                    </a:cubicBezTo>
                    <a:cubicBezTo>
                      <a:pt x="4628" y="7449"/>
                      <a:pt x="4634" y="7490"/>
                      <a:pt x="4657" y="7517"/>
                    </a:cubicBezTo>
                    <a:cubicBezTo>
                      <a:pt x="4661" y="7521"/>
                      <a:pt x="4667" y="7517"/>
                      <a:pt x="4665" y="7511"/>
                    </a:cubicBezTo>
                    <a:cubicBezTo>
                      <a:pt x="4655" y="7477"/>
                      <a:pt x="4649" y="7442"/>
                      <a:pt x="4638" y="7409"/>
                    </a:cubicBezTo>
                    <a:cubicBezTo>
                      <a:pt x="4632" y="7389"/>
                      <a:pt x="4627" y="7368"/>
                      <a:pt x="4624" y="7347"/>
                    </a:cubicBezTo>
                    <a:cubicBezTo>
                      <a:pt x="4630" y="7349"/>
                      <a:pt x="4636" y="7349"/>
                      <a:pt x="4643" y="7349"/>
                    </a:cubicBezTo>
                    <a:cubicBezTo>
                      <a:pt x="4645" y="7349"/>
                      <a:pt x="4647" y="7349"/>
                      <a:pt x="4649" y="7349"/>
                    </a:cubicBezTo>
                    <a:cubicBezTo>
                      <a:pt x="4651" y="7390"/>
                      <a:pt x="4661" y="7430"/>
                      <a:pt x="4679" y="7466"/>
                    </a:cubicBezTo>
                    <a:cubicBezTo>
                      <a:pt x="4693" y="7494"/>
                      <a:pt x="4699" y="7530"/>
                      <a:pt x="4712" y="7560"/>
                    </a:cubicBezTo>
                    <a:cubicBezTo>
                      <a:pt x="4718" y="7574"/>
                      <a:pt x="4725" y="7595"/>
                      <a:pt x="4742" y="7600"/>
                    </a:cubicBezTo>
                    <a:cubicBezTo>
                      <a:pt x="4747" y="7601"/>
                      <a:pt x="4749" y="7596"/>
                      <a:pt x="4747" y="7592"/>
                    </a:cubicBezTo>
                    <a:cubicBezTo>
                      <a:pt x="4728" y="7552"/>
                      <a:pt x="4712" y="7509"/>
                      <a:pt x="4701" y="7466"/>
                    </a:cubicBezTo>
                    <a:cubicBezTo>
                      <a:pt x="4689" y="7427"/>
                      <a:pt x="4669" y="7389"/>
                      <a:pt x="4660" y="7348"/>
                    </a:cubicBezTo>
                    <a:cubicBezTo>
                      <a:pt x="4664" y="7347"/>
                      <a:pt x="4667" y="7347"/>
                      <a:pt x="4671" y="7345"/>
                    </a:cubicBezTo>
                    <a:cubicBezTo>
                      <a:pt x="4670" y="7346"/>
                      <a:pt x="4670" y="7347"/>
                      <a:pt x="4670" y="7348"/>
                    </a:cubicBezTo>
                    <a:cubicBezTo>
                      <a:pt x="4670" y="7350"/>
                      <a:pt x="4671" y="7353"/>
                      <a:pt x="4672" y="7355"/>
                    </a:cubicBezTo>
                    <a:cubicBezTo>
                      <a:pt x="4673" y="7357"/>
                      <a:pt x="4675" y="7358"/>
                      <a:pt x="4677" y="7359"/>
                    </a:cubicBezTo>
                    <a:cubicBezTo>
                      <a:pt x="4694" y="7370"/>
                      <a:pt x="4691" y="7404"/>
                      <a:pt x="4700" y="7422"/>
                    </a:cubicBezTo>
                    <a:cubicBezTo>
                      <a:pt x="4716" y="7455"/>
                      <a:pt x="4733" y="7487"/>
                      <a:pt x="4748" y="7520"/>
                    </a:cubicBezTo>
                    <a:cubicBezTo>
                      <a:pt x="4758" y="7541"/>
                      <a:pt x="4768" y="7562"/>
                      <a:pt x="4780" y="7583"/>
                    </a:cubicBezTo>
                    <a:cubicBezTo>
                      <a:pt x="4801" y="7618"/>
                      <a:pt x="4825" y="7652"/>
                      <a:pt x="4851" y="7684"/>
                    </a:cubicBezTo>
                    <a:cubicBezTo>
                      <a:pt x="4858" y="7692"/>
                      <a:pt x="4864" y="7700"/>
                      <a:pt x="4871" y="7708"/>
                    </a:cubicBezTo>
                    <a:cubicBezTo>
                      <a:pt x="4859" y="7706"/>
                      <a:pt x="4857" y="7724"/>
                      <a:pt x="4868" y="7727"/>
                    </a:cubicBezTo>
                    <a:lnTo>
                      <a:pt x="4871" y="7727"/>
                    </a:lnTo>
                    <a:cubicBezTo>
                      <a:pt x="4872" y="7727"/>
                      <a:pt x="4873" y="7727"/>
                      <a:pt x="4874" y="7727"/>
                    </a:cubicBezTo>
                    <a:cubicBezTo>
                      <a:pt x="4875" y="7727"/>
                      <a:pt x="4877" y="7727"/>
                      <a:pt x="4879" y="7726"/>
                    </a:cubicBezTo>
                    <a:cubicBezTo>
                      <a:pt x="4880" y="7725"/>
                      <a:pt x="4881" y="7724"/>
                      <a:pt x="4882" y="7723"/>
                    </a:cubicBezTo>
                    <a:cubicBezTo>
                      <a:pt x="4890" y="7734"/>
                      <a:pt x="4898" y="7745"/>
                      <a:pt x="4906" y="7755"/>
                    </a:cubicBezTo>
                    <a:cubicBezTo>
                      <a:pt x="4927" y="7781"/>
                      <a:pt x="4954" y="7802"/>
                      <a:pt x="4975" y="7828"/>
                    </a:cubicBezTo>
                    <a:cubicBezTo>
                      <a:pt x="4993" y="7850"/>
                      <a:pt x="5018" y="7867"/>
                      <a:pt x="5037" y="7889"/>
                    </a:cubicBezTo>
                    <a:cubicBezTo>
                      <a:pt x="5056" y="7910"/>
                      <a:pt x="5078" y="7928"/>
                      <a:pt x="5102" y="7942"/>
                    </a:cubicBezTo>
                    <a:cubicBezTo>
                      <a:pt x="5103" y="7942"/>
                      <a:pt x="5103" y="7942"/>
                      <a:pt x="5104" y="7942"/>
                    </a:cubicBezTo>
                    <a:cubicBezTo>
                      <a:pt x="5135" y="7962"/>
                      <a:pt x="5164" y="7984"/>
                      <a:pt x="5192" y="8009"/>
                    </a:cubicBezTo>
                    <a:cubicBezTo>
                      <a:pt x="5209" y="8027"/>
                      <a:pt x="5231" y="8026"/>
                      <a:pt x="5251" y="8039"/>
                    </a:cubicBezTo>
                    <a:cubicBezTo>
                      <a:pt x="5252" y="8039"/>
                      <a:pt x="5253" y="8040"/>
                      <a:pt x="5254" y="8041"/>
                    </a:cubicBezTo>
                    <a:cubicBezTo>
                      <a:pt x="5267" y="8048"/>
                      <a:pt x="5280" y="8053"/>
                      <a:pt x="5293" y="8056"/>
                    </a:cubicBezTo>
                    <a:lnTo>
                      <a:pt x="5293" y="8060"/>
                    </a:lnTo>
                    <a:cubicBezTo>
                      <a:pt x="5293" y="8061"/>
                      <a:pt x="5293" y="8061"/>
                      <a:pt x="5294" y="8062"/>
                    </a:cubicBezTo>
                    <a:cubicBezTo>
                      <a:pt x="5295" y="8063"/>
                      <a:pt x="5295" y="8064"/>
                      <a:pt x="5296" y="8064"/>
                    </a:cubicBezTo>
                    <a:lnTo>
                      <a:pt x="5297" y="8065"/>
                    </a:lnTo>
                    <a:cubicBezTo>
                      <a:pt x="5350" y="8083"/>
                      <a:pt x="5406" y="8092"/>
                      <a:pt x="5462" y="8092"/>
                    </a:cubicBezTo>
                    <a:cubicBezTo>
                      <a:pt x="5492" y="8092"/>
                      <a:pt x="5522" y="8089"/>
                      <a:pt x="5551" y="8084"/>
                    </a:cubicBezTo>
                    <a:cubicBezTo>
                      <a:pt x="5584" y="8075"/>
                      <a:pt x="5616" y="8062"/>
                      <a:pt x="5646" y="8045"/>
                    </a:cubicBezTo>
                    <a:cubicBezTo>
                      <a:pt x="5648" y="8045"/>
                      <a:pt x="5649" y="8046"/>
                      <a:pt x="5651" y="8046"/>
                    </a:cubicBezTo>
                    <a:cubicBezTo>
                      <a:pt x="5655" y="8046"/>
                      <a:pt x="5658" y="8044"/>
                      <a:pt x="5660" y="8043"/>
                    </a:cubicBezTo>
                    <a:cubicBezTo>
                      <a:pt x="5662" y="8041"/>
                      <a:pt x="5664" y="8041"/>
                      <a:pt x="5665" y="8039"/>
                    </a:cubicBezTo>
                    <a:lnTo>
                      <a:pt x="5670" y="8034"/>
                    </a:lnTo>
                    <a:lnTo>
                      <a:pt x="5671" y="8033"/>
                    </a:lnTo>
                    <a:cubicBezTo>
                      <a:pt x="5671" y="8032"/>
                      <a:pt x="5672" y="8031"/>
                      <a:pt x="5672" y="8030"/>
                    </a:cubicBezTo>
                    <a:cubicBezTo>
                      <a:pt x="5677" y="8027"/>
                      <a:pt x="5683" y="8025"/>
                      <a:pt x="5688" y="8021"/>
                    </a:cubicBezTo>
                    <a:cubicBezTo>
                      <a:pt x="5726" y="7999"/>
                      <a:pt x="5762" y="7972"/>
                      <a:pt x="5793" y="7940"/>
                    </a:cubicBezTo>
                    <a:cubicBezTo>
                      <a:pt x="5830" y="7899"/>
                      <a:pt x="5862" y="7853"/>
                      <a:pt x="5890" y="7805"/>
                    </a:cubicBezTo>
                    <a:cubicBezTo>
                      <a:pt x="5897" y="7792"/>
                      <a:pt x="5904" y="7781"/>
                      <a:pt x="5911" y="7768"/>
                    </a:cubicBezTo>
                    <a:cubicBezTo>
                      <a:pt x="5912" y="7768"/>
                      <a:pt x="5914" y="7766"/>
                      <a:pt x="5915" y="7766"/>
                    </a:cubicBezTo>
                    <a:cubicBezTo>
                      <a:pt x="5918" y="7764"/>
                      <a:pt x="5920" y="7762"/>
                      <a:pt x="5922" y="7760"/>
                    </a:cubicBezTo>
                    <a:cubicBezTo>
                      <a:pt x="5923" y="7757"/>
                      <a:pt x="5924" y="7754"/>
                      <a:pt x="5924" y="7751"/>
                    </a:cubicBezTo>
                    <a:cubicBezTo>
                      <a:pt x="5924" y="7750"/>
                      <a:pt x="5924" y="7749"/>
                      <a:pt x="5924" y="7748"/>
                    </a:cubicBezTo>
                    <a:lnTo>
                      <a:pt x="5924" y="7745"/>
                    </a:lnTo>
                    <a:lnTo>
                      <a:pt x="5947" y="7702"/>
                    </a:lnTo>
                    <a:cubicBezTo>
                      <a:pt x="5966" y="7667"/>
                      <a:pt x="5981" y="7631"/>
                      <a:pt x="5994" y="7594"/>
                    </a:cubicBezTo>
                    <a:cubicBezTo>
                      <a:pt x="5996" y="7593"/>
                      <a:pt x="5998" y="7591"/>
                      <a:pt x="5999" y="7589"/>
                    </a:cubicBezTo>
                    <a:cubicBezTo>
                      <a:pt x="6000" y="7587"/>
                      <a:pt x="6001" y="7584"/>
                      <a:pt x="6001" y="7581"/>
                    </a:cubicBezTo>
                    <a:cubicBezTo>
                      <a:pt x="6001" y="7579"/>
                      <a:pt x="6001" y="7577"/>
                      <a:pt x="6000" y="7576"/>
                    </a:cubicBezTo>
                    <a:cubicBezTo>
                      <a:pt x="6012" y="7536"/>
                      <a:pt x="6019" y="7495"/>
                      <a:pt x="6019" y="7453"/>
                    </a:cubicBezTo>
                    <a:cubicBezTo>
                      <a:pt x="6019" y="7440"/>
                      <a:pt x="6018" y="7426"/>
                      <a:pt x="6017" y="7413"/>
                    </a:cubicBezTo>
                    <a:cubicBezTo>
                      <a:pt x="6019" y="7372"/>
                      <a:pt x="6017" y="7331"/>
                      <a:pt x="6017" y="7291"/>
                    </a:cubicBezTo>
                    <a:cubicBezTo>
                      <a:pt x="6017" y="7221"/>
                      <a:pt x="6016" y="7153"/>
                      <a:pt x="6010" y="7085"/>
                    </a:cubicBezTo>
                    <a:cubicBezTo>
                      <a:pt x="6007" y="7053"/>
                      <a:pt x="5998" y="7023"/>
                      <a:pt x="5996" y="6992"/>
                    </a:cubicBezTo>
                    <a:cubicBezTo>
                      <a:pt x="5996" y="6980"/>
                      <a:pt x="5995" y="6968"/>
                      <a:pt x="5994" y="6956"/>
                    </a:cubicBezTo>
                    <a:lnTo>
                      <a:pt x="5994" y="6955"/>
                    </a:lnTo>
                    <a:cubicBezTo>
                      <a:pt x="5995" y="6954"/>
                      <a:pt x="5995" y="6953"/>
                      <a:pt x="5995" y="6952"/>
                    </a:cubicBezTo>
                    <a:cubicBezTo>
                      <a:pt x="5995" y="6950"/>
                      <a:pt x="5994" y="6948"/>
                      <a:pt x="5993" y="6946"/>
                    </a:cubicBezTo>
                    <a:cubicBezTo>
                      <a:pt x="5992" y="6928"/>
                      <a:pt x="5990" y="6911"/>
                      <a:pt x="5987" y="6894"/>
                    </a:cubicBezTo>
                    <a:cubicBezTo>
                      <a:pt x="5974" y="6825"/>
                      <a:pt x="5958" y="6757"/>
                      <a:pt x="5946" y="6687"/>
                    </a:cubicBezTo>
                    <a:cubicBezTo>
                      <a:pt x="5931" y="6617"/>
                      <a:pt x="5907" y="6549"/>
                      <a:pt x="5875" y="6485"/>
                    </a:cubicBezTo>
                    <a:cubicBezTo>
                      <a:pt x="5855" y="6442"/>
                      <a:pt x="5826" y="6407"/>
                      <a:pt x="5806" y="6365"/>
                    </a:cubicBezTo>
                    <a:cubicBezTo>
                      <a:pt x="5780" y="6312"/>
                      <a:pt x="5741" y="6265"/>
                      <a:pt x="5715" y="6213"/>
                    </a:cubicBezTo>
                    <a:cubicBezTo>
                      <a:pt x="5711" y="6206"/>
                      <a:pt x="5708" y="6199"/>
                      <a:pt x="5704" y="6193"/>
                    </a:cubicBezTo>
                    <a:cubicBezTo>
                      <a:pt x="5705" y="6192"/>
                      <a:pt x="5705" y="6191"/>
                      <a:pt x="5706" y="6190"/>
                    </a:cubicBezTo>
                    <a:cubicBezTo>
                      <a:pt x="5707" y="6188"/>
                      <a:pt x="5708" y="6186"/>
                      <a:pt x="5708" y="6184"/>
                    </a:cubicBezTo>
                    <a:cubicBezTo>
                      <a:pt x="5708" y="6182"/>
                      <a:pt x="5707" y="6179"/>
                      <a:pt x="5706" y="6178"/>
                    </a:cubicBezTo>
                    <a:cubicBezTo>
                      <a:pt x="5705" y="6176"/>
                      <a:pt x="5704" y="6175"/>
                      <a:pt x="5702" y="6174"/>
                    </a:cubicBezTo>
                    <a:cubicBezTo>
                      <a:pt x="5700" y="6173"/>
                      <a:pt x="5698" y="6173"/>
                      <a:pt x="5696" y="6173"/>
                    </a:cubicBezTo>
                    <a:cubicBezTo>
                      <a:pt x="5695" y="6173"/>
                      <a:pt x="5694" y="6173"/>
                      <a:pt x="5693" y="6173"/>
                    </a:cubicBezTo>
                    <a:cubicBezTo>
                      <a:pt x="5681" y="6154"/>
                      <a:pt x="5669" y="6135"/>
                      <a:pt x="5655" y="6118"/>
                    </a:cubicBezTo>
                    <a:cubicBezTo>
                      <a:pt x="5655" y="6117"/>
                      <a:pt x="5655" y="6115"/>
                      <a:pt x="5655" y="6114"/>
                    </a:cubicBezTo>
                    <a:cubicBezTo>
                      <a:pt x="5655" y="6112"/>
                      <a:pt x="5655" y="6111"/>
                      <a:pt x="5655" y="6110"/>
                    </a:cubicBezTo>
                    <a:cubicBezTo>
                      <a:pt x="5654" y="6109"/>
                      <a:pt x="5654" y="6108"/>
                      <a:pt x="5654" y="6107"/>
                    </a:cubicBezTo>
                    <a:cubicBezTo>
                      <a:pt x="5653" y="6106"/>
                      <a:pt x="5650" y="6104"/>
                      <a:pt x="5649" y="6103"/>
                    </a:cubicBezTo>
                    <a:cubicBezTo>
                      <a:pt x="5647" y="6102"/>
                      <a:pt x="5646" y="6102"/>
                      <a:pt x="5644" y="6102"/>
                    </a:cubicBezTo>
                    <a:cubicBezTo>
                      <a:pt x="5643" y="6102"/>
                      <a:pt x="5642" y="6102"/>
                      <a:pt x="5642" y="6102"/>
                    </a:cubicBezTo>
                    <a:lnTo>
                      <a:pt x="5630" y="6089"/>
                    </a:lnTo>
                    <a:lnTo>
                      <a:pt x="5626" y="6085"/>
                    </a:lnTo>
                    <a:lnTo>
                      <a:pt x="5626" y="6084"/>
                    </a:lnTo>
                    <a:cubicBezTo>
                      <a:pt x="5625" y="6082"/>
                      <a:pt x="5623" y="6080"/>
                      <a:pt x="5621" y="6079"/>
                    </a:cubicBezTo>
                    <a:cubicBezTo>
                      <a:pt x="5620" y="6079"/>
                      <a:pt x="5620" y="6078"/>
                      <a:pt x="5620" y="6078"/>
                    </a:cubicBezTo>
                    <a:cubicBezTo>
                      <a:pt x="5608" y="6066"/>
                      <a:pt x="5595" y="6054"/>
                      <a:pt x="5580" y="6045"/>
                    </a:cubicBezTo>
                    <a:cubicBezTo>
                      <a:pt x="5554" y="6030"/>
                      <a:pt x="5531" y="6010"/>
                      <a:pt x="5513" y="5985"/>
                    </a:cubicBezTo>
                    <a:cubicBezTo>
                      <a:pt x="5484" y="5949"/>
                      <a:pt x="5437" y="5930"/>
                      <a:pt x="5396" y="5908"/>
                    </a:cubicBezTo>
                    <a:cubicBezTo>
                      <a:pt x="5380" y="5899"/>
                      <a:pt x="5360" y="5895"/>
                      <a:pt x="5342" y="5889"/>
                    </a:cubicBezTo>
                    <a:cubicBezTo>
                      <a:pt x="5314" y="5873"/>
                      <a:pt x="5284" y="5860"/>
                      <a:pt x="5253" y="5849"/>
                    </a:cubicBezTo>
                    <a:cubicBezTo>
                      <a:pt x="5196" y="5832"/>
                      <a:pt x="5133" y="5839"/>
                      <a:pt x="5073" y="5840"/>
                    </a:cubicBezTo>
                    <a:cubicBezTo>
                      <a:pt x="5044" y="5840"/>
                      <a:pt x="5016" y="5840"/>
                      <a:pt x="4987" y="5842"/>
                    </a:cubicBezTo>
                    <a:cubicBezTo>
                      <a:pt x="4962" y="5843"/>
                      <a:pt x="4944" y="5856"/>
                      <a:pt x="4919" y="5857"/>
                    </a:cubicBezTo>
                    <a:lnTo>
                      <a:pt x="4919" y="5856"/>
                    </a:lnTo>
                    <a:cubicBezTo>
                      <a:pt x="4918" y="5855"/>
                      <a:pt x="4917" y="5853"/>
                      <a:pt x="4916" y="5853"/>
                    </a:cubicBezTo>
                    <a:cubicBezTo>
                      <a:pt x="4914" y="5852"/>
                      <a:pt x="4912" y="5852"/>
                      <a:pt x="4911" y="5852"/>
                    </a:cubicBezTo>
                    <a:cubicBezTo>
                      <a:pt x="4909" y="5852"/>
                      <a:pt x="4908" y="5852"/>
                      <a:pt x="4907" y="5853"/>
                    </a:cubicBezTo>
                    <a:cubicBezTo>
                      <a:pt x="4906" y="5853"/>
                      <a:pt x="4905" y="5854"/>
                      <a:pt x="4905" y="5855"/>
                    </a:cubicBezTo>
                    <a:lnTo>
                      <a:pt x="4900" y="5860"/>
                    </a:lnTo>
                    <a:cubicBezTo>
                      <a:pt x="4900" y="5861"/>
                      <a:pt x="4900" y="5861"/>
                      <a:pt x="4900" y="5861"/>
                    </a:cubicBezTo>
                    <a:cubicBezTo>
                      <a:pt x="4899" y="5862"/>
                      <a:pt x="4899" y="5863"/>
                      <a:pt x="4899" y="5865"/>
                    </a:cubicBezTo>
                    <a:cubicBezTo>
                      <a:pt x="4899" y="5866"/>
                      <a:pt x="4899" y="5868"/>
                      <a:pt x="4900" y="5869"/>
                    </a:cubicBezTo>
                    <a:cubicBezTo>
                      <a:pt x="4900" y="5870"/>
                      <a:pt x="4902" y="5871"/>
                      <a:pt x="4903" y="5872"/>
                    </a:cubicBezTo>
                    <a:cubicBezTo>
                      <a:pt x="4904" y="5873"/>
                      <a:pt x="4904" y="5873"/>
                      <a:pt x="4904" y="5873"/>
                    </a:cubicBezTo>
                    <a:cubicBezTo>
                      <a:pt x="4940" y="5881"/>
                      <a:pt x="4968" y="5863"/>
                      <a:pt x="5004" y="5863"/>
                    </a:cubicBezTo>
                    <a:cubicBezTo>
                      <a:pt x="5016" y="5863"/>
                      <a:pt x="5029" y="5863"/>
                      <a:pt x="5041" y="5863"/>
                    </a:cubicBezTo>
                    <a:cubicBezTo>
                      <a:pt x="5039" y="5874"/>
                      <a:pt x="5038" y="5885"/>
                      <a:pt x="5038" y="5896"/>
                    </a:cubicBezTo>
                    <a:cubicBezTo>
                      <a:pt x="5038" y="5897"/>
                      <a:pt x="5038" y="5899"/>
                      <a:pt x="5038" y="5900"/>
                    </a:cubicBezTo>
                    <a:cubicBezTo>
                      <a:pt x="4990" y="5902"/>
                      <a:pt x="4943" y="5928"/>
                      <a:pt x="4902" y="5952"/>
                    </a:cubicBezTo>
                    <a:cubicBezTo>
                      <a:pt x="4887" y="5964"/>
                      <a:pt x="4873" y="5977"/>
                      <a:pt x="4862" y="5993"/>
                    </a:cubicBezTo>
                    <a:cubicBezTo>
                      <a:pt x="4852" y="6002"/>
                      <a:pt x="4843" y="6012"/>
                      <a:pt x="4834" y="6022"/>
                    </a:cubicBezTo>
                    <a:lnTo>
                      <a:pt x="4832" y="6022"/>
                    </a:lnTo>
                    <a:cubicBezTo>
                      <a:pt x="4806" y="6020"/>
                      <a:pt x="4778" y="6038"/>
                      <a:pt x="4752" y="6044"/>
                    </a:cubicBezTo>
                    <a:cubicBezTo>
                      <a:pt x="4748" y="6045"/>
                      <a:pt x="4744" y="6047"/>
                      <a:pt x="4740" y="6048"/>
                    </a:cubicBezTo>
                    <a:cubicBezTo>
                      <a:pt x="4757" y="6022"/>
                      <a:pt x="4775" y="5995"/>
                      <a:pt x="4795" y="5971"/>
                    </a:cubicBezTo>
                    <a:cubicBezTo>
                      <a:pt x="4809" y="5950"/>
                      <a:pt x="4827" y="5932"/>
                      <a:pt x="4849" y="5919"/>
                    </a:cubicBezTo>
                    <a:cubicBezTo>
                      <a:pt x="4850" y="5919"/>
                      <a:pt x="4851" y="5918"/>
                      <a:pt x="4851" y="5918"/>
                    </a:cubicBezTo>
                    <a:cubicBezTo>
                      <a:pt x="4866" y="5913"/>
                      <a:pt x="4879" y="5907"/>
                      <a:pt x="4892" y="5900"/>
                    </a:cubicBezTo>
                    <a:cubicBezTo>
                      <a:pt x="4895" y="5900"/>
                      <a:pt x="4897" y="5899"/>
                      <a:pt x="4898" y="5898"/>
                    </a:cubicBezTo>
                    <a:cubicBezTo>
                      <a:pt x="4900" y="5897"/>
                      <a:pt x="4901" y="5896"/>
                      <a:pt x="4903" y="5893"/>
                    </a:cubicBezTo>
                    <a:cubicBezTo>
                      <a:pt x="4903" y="5892"/>
                      <a:pt x="4904" y="5891"/>
                      <a:pt x="4905" y="5890"/>
                    </a:cubicBezTo>
                    <a:lnTo>
                      <a:pt x="4906" y="5884"/>
                    </a:lnTo>
                    <a:cubicBezTo>
                      <a:pt x="4909" y="5871"/>
                      <a:pt x="4892" y="5865"/>
                      <a:pt x="4882" y="5871"/>
                    </a:cubicBezTo>
                    <a:cubicBezTo>
                      <a:pt x="4855" y="5891"/>
                      <a:pt x="4825" y="5893"/>
                      <a:pt x="4800" y="5917"/>
                    </a:cubicBezTo>
                    <a:cubicBezTo>
                      <a:pt x="4764" y="5950"/>
                      <a:pt x="4741" y="5996"/>
                      <a:pt x="4713" y="6035"/>
                    </a:cubicBezTo>
                    <a:cubicBezTo>
                      <a:pt x="4668" y="6098"/>
                      <a:pt x="4616" y="6171"/>
                      <a:pt x="4592" y="6247"/>
                    </a:cubicBezTo>
                    <a:cubicBezTo>
                      <a:pt x="4588" y="6247"/>
                      <a:pt x="4584" y="6252"/>
                      <a:pt x="4587" y="6256"/>
                    </a:cubicBezTo>
                    <a:lnTo>
                      <a:pt x="4589" y="6258"/>
                    </a:lnTo>
                    <a:cubicBezTo>
                      <a:pt x="4589" y="6261"/>
                      <a:pt x="4587" y="6264"/>
                      <a:pt x="4586" y="6267"/>
                    </a:cubicBezTo>
                    <a:cubicBezTo>
                      <a:pt x="4575" y="6313"/>
                      <a:pt x="4550" y="6353"/>
                      <a:pt x="4539" y="6399"/>
                    </a:cubicBezTo>
                    <a:cubicBezTo>
                      <a:pt x="4528" y="6446"/>
                      <a:pt x="4522" y="6494"/>
                      <a:pt x="4522" y="6542"/>
                    </a:cubicBezTo>
                    <a:cubicBezTo>
                      <a:pt x="4523" y="6593"/>
                      <a:pt x="4532" y="6645"/>
                      <a:pt x="4533" y="6695"/>
                    </a:cubicBezTo>
                    <a:cubicBezTo>
                      <a:pt x="4532" y="6708"/>
                      <a:pt x="4532" y="6721"/>
                      <a:pt x="4532" y="6734"/>
                    </a:cubicBezTo>
                    <a:cubicBezTo>
                      <a:pt x="4532" y="6777"/>
                      <a:pt x="4534" y="6819"/>
                      <a:pt x="4538" y="6862"/>
                    </a:cubicBezTo>
                    <a:cubicBezTo>
                      <a:pt x="4488" y="6821"/>
                      <a:pt x="4440" y="6779"/>
                      <a:pt x="4391" y="6737"/>
                    </a:cubicBezTo>
                    <a:cubicBezTo>
                      <a:pt x="4392" y="6737"/>
                      <a:pt x="4393" y="6737"/>
                      <a:pt x="4394" y="6736"/>
                    </a:cubicBezTo>
                    <a:cubicBezTo>
                      <a:pt x="4395" y="6735"/>
                      <a:pt x="4396" y="6734"/>
                      <a:pt x="4397" y="6733"/>
                    </a:cubicBezTo>
                    <a:cubicBezTo>
                      <a:pt x="4397" y="6731"/>
                      <a:pt x="4399" y="6730"/>
                      <a:pt x="4399" y="6728"/>
                    </a:cubicBezTo>
                    <a:cubicBezTo>
                      <a:pt x="4399" y="6671"/>
                      <a:pt x="4403" y="6613"/>
                      <a:pt x="4411" y="6557"/>
                    </a:cubicBezTo>
                    <a:cubicBezTo>
                      <a:pt x="4411" y="6555"/>
                      <a:pt x="4413" y="6554"/>
                      <a:pt x="4413" y="6553"/>
                    </a:cubicBezTo>
                    <a:cubicBezTo>
                      <a:pt x="4413" y="6552"/>
                      <a:pt x="4414" y="6551"/>
                      <a:pt x="4414" y="6551"/>
                    </a:cubicBezTo>
                    <a:cubicBezTo>
                      <a:pt x="4414" y="6550"/>
                      <a:pt x="4413" y="6549"/>
                      <a:pt x="4413" y="6548"/>
                    </a:cubicBezTo>
                    <a:cubicBezTo>
                      <a:pt x="4415" y="6534"/>
                      <a:pt x="4417" y="6520"/>
                      <a:pt x="4420" y="6507"/>
                    </a:cubicBezTo>
                    <a:cubicBezTo>
                      <a:pt x="4429" y="6457"/>
                      <a:pt x="4438" y="6403"/>
                      <a:pt x="4443" y="6353"/>
                    </a:cubicBezTo>
                    <a:cubicBezTo>
                      <a:pt x="4457" y="6203"/>
                      <a:pt x="4553" y="6080"/>
                      <a:pt x="4624" y="5954"/>
                    </a:cubicBezTo>
                    <a:cubicBezTo>
                      <a:pt x="4661" y="5893"/>
                      <a:pt x="4702" y="5835"/>
                      <a:pt x="4748" y="5781"/>
                    </a:cubicBezTo>
                    <a:cubicBezTo>
                      <a:pt x="4768" y="5757"/>
                      <a:pt x="4790" y="5735"/>
                      <a:pt x="4807" y="5710"/>
                    </a:cubicBezTo>
                    <a:cubicBezTo>
                      <a:pt x="4827" y="5682"/>
                      <a:pt x="4864" y="5665"/>
                      <a:pt x="4895" y="5651"/>
                    </a:cubicBezTo>
                    <a:cubicBezTo>
                      <a:pt x="4962" y="5618"/>
                      <a:pt x="5036" y="5602"/>
                      <a:pt x="5110" y="5602"/>
                    </a:cubicBezTo>
                    <a:cubicBezTo>
                      <a:pt x="5114" y="5602"/>
                      <a:pt x="5119" y="5602"/>
                      <a:pt x="5123" y="5602"/>
                    </a:cubicBezTo>
                    <a:cubicBezTo>
                      <a:pt x="5194" y="5606"/>
                      <a:pt x="5261" y="5652"/>
                      <a:pt x="5327" y="5676"/>
                    </a:cubicBezTo>
                    <a:cubicBezTo>
                      <a:pt x="5345" y="5684"/>
                      <a:pt x="5362" y="5692"/>
                      <a:pt x="5379" y="5702"/>
                    </a:cubicBezTo>
                    <a:cubicBezTo>
                      <a:pt x="5395" y="5711"/>
                      <a:pt x="5410" y="5721"/>
                      <a:pt x="5425" y="5732"/>
                    </a:cubicBezTo>
                    <a:cubicBezTo>
                      <a:pt x="5452" y="5750"/>
                      <a:pt x="5479" y="5762"/>
                      <a:pt x="5507" y="5779"/>
                    </a:cubicBezTo>
                    <a:cubicBezTo>
                      <a:pt x="5534" y="5795"/>
                      <a:pt x="5558" y="5812"/>
                      <a:pt x="5585" y="5826"/>
                    </a:cubicBezTo>
                    <a:cubicBezTo>
                      <a:pt x="5611" y="5840"/>
                      <a:pt x="5636" y="5873"/>
                      <a:pt x="5658" y="5896"/>
                    </a:cubicBezTo>
                    <a:cubicBezTo>
                      <a:pt x="5673" y="5915"/>
                      <a:pt x="5690" y="5932"/>
                      <a:pt x="5709" y="5947"/>
                    </a:cubicBezTo>
                    <a:cubicBezTo>
                      <a:pt x="5727" y="5960"/>
                      <a:pt x="5744" y="5974"/>
                      <a:pt x="5761" y="5989"/>
                    </a:cubicBezTo>
                    <a:cubicBezTo>
                      <a:pt x="5806" y="6027"/>
                      <a:pt x="5845" y="6073"/>
                      <a:pt x="5875" y="6125"/>
                    </a:cubicBezTo>
                    <a:cubicBezTo>
                      <a:pt x="5880" y="6134"/>
                      <a:pt x="5886" y="6144"/>
                      <a:pt x="5890" y="6154"/>
                    </a:cubicBezTo>
                    <a:cubicBezTo>
                      <a:pt x="5916" y="6207"/>
                      <a:pt x="5948" y="6258"/>
                      <a:pt x="5979" y="6309"/>
                    </a:cubicBezTo>
                    <a:cubicBezTo>
                      <a:pt x="6013" y="6363"/>
                      <a:pt x="6041" y="6421"/>
                      <a:pt x="6076" y="6474"/>
                    </a:cubicBezTo>
                    <a:cubicBezTo>
                      <a:pt x="6085" y="6488"/>
                      <a:pt x="6094" y="6503"/>
                      <a:pt x="6103" y="6517"/>
                    </a:cubicBezTo>
                    <a:cubicBezTo>
                      <a:pt x="6128" y="6561"/>
                      <a:pt x="6149" y="6607"/>
                      <a:pt x="6165" y="6654"/>
                    </a:cubicBezTo>
                    <a:cubicBezTo>
                      <a:pt x="6171" y="6677"/>
                      <a:pt x="6180" y="6699"/>
                      <a:pt x="6188" y="6721"/>
                    </a:cubicBezTo>
                    <a:cubicBezTo>
                      <a:pt x="6193" y="6743"/>
                      <a:pt x="6196" y="6765"/>
                      <a:pt x="6202" y="6787"/>
                    </a:cubicBezTo>
                    <a:cubicBezTo>
                      <a:pt x="6207" y="6808"/>
                      <a:pt x="6204" y="6830"/>
                      <a:pt x="6210" y="6847"/>
                    </a:cubicBezTo>
                    <a:cubicBezTo>
                      <a:pt x="6218" y="6867"/>
                      <a:pt x="6215" y="6896"/>
                      <a:pt x="6218" y="6918"/>
                    </a:cubicBezTo>
                    <a:cubicBezTo>
                      <a:pt x="6222" y="6948"/>
                      <a:pt x="6223" y="6978"/>
                      <a:pt x="6223" y="7008"/>
                    </a:cubicBezTo>
                    <a:cubicBezTo>
                      <a:pt x="6223" y="7018"/>
                      <a:pt x="6223" y="7027"/>
                      <a:pt x="6223" y="7036"/>
                    </a:cubicBezTo>
                    <a:cubicBezTo>
                      <a:pt x="6223" y="7112"/>
                      <a:pt x="6222" y="7188"/>
                      <a:pt x="6222" y="7264"/>
                    </a:cubicBezTo>
                    <a:cubicBezTo>
                      <a:pt x="6222" y="7400"/>
                      <a:pt x="6189" y="7528"/>
                      <a:pt x="6149" y="7657"/>
                    </a:cubicBezTo>
                    <a:cubicBezTo>
                      <a:pt x="6133" y="7711"/>
                      <a:pt x="6121" y="7769"/>
                      <a:pt x="6101" y="7822"/>
                    </a:cubicBezTo>
                    <a:cubicBezTo>
                      <a:pt x="6089" y="7853"/>
                      <a:pt x="6080" y="7884"/>
                      <a:pt x="6068" y="7914"/>
                    </a:cubicBezTo>
                    <a:cubicBezTo>
                      <a:pt x="6065" y="7921"/>
                      <a:pt x="6062" y="7927"/>
                      <a:pt x="6058" y="7934"/>
                    </a:cubicBezTo>
                    <a:cubicBezTo>
                      <a:pt x="6054" y="7941"/>
                      <a:pt x="6049" y="7948"/>
                      <a:pt x="6044" y="7955"/>
                    </a:cubicBezTo>
                    <a:cubicBezTo>
                      <a:pt x="6043" y="7958"/>
                      <a:pt x="6033" y="7985"/>
                      <a:pt x="6031" y="7986"/>
                    </a:cubicBezTo>
                    <a:cubicBezTo>
                      <a:pt x="6030" y="7987"/>
                      <a:pt x="6027" y="7989"/>
                      <a:pt x="6027" y="7990"/>
                    </a:cubicBezTo>
                    <a:cubicBezTo>
                      <a:pt x="6025" y="7993"/>
                      <a:pt x="6025" y="7996"/>
                      <a:pt x="6025" y="7999"/>
                    </a:cubicBezTo>
                    <a:cubicBezTo>
                      <a:pt x="6025" y="8001"/>
                      <a:pt x="6026" y="8004"/>
                      <a:pt x="6027" y="8006"/>
                    </a:cubicBezTo>
                    <a:cubicBezTo>
                      <a:pt x="6021" y="8016"/>
                      <a:pt x="6015" y="8025"/>
                      <a:pt x="6007" y="8035"/>
                    </a:cubicBezTo>
                    <a:cubicBezTo>
                      <a:pt x="5980" y="8073"/>
                      <a:pt x="5950" y="8107"/>
                      <a:pt x="5919" y="8142"/>
                    </a:cubicBezTo>
                    <a:cubicBezTo>
                      <a:pt x="5860" y="8214"/>
                      <a:pt x="5768" y="8263"/>
                      <a:pt x="5688" y="8302"/>
                    </a:cubicBezTo>
                    <a:moveTo>
                      <a:pt x="6343" y="6442"/>
                    </a:moveTo>
                    <a:cubicBezTo>
                      <a:pt x="6345" y="6451"/>
                      <a:pt x="6346" y="6460"/>
                      <a:pt x="6348" y="6469"/>
                    </a:cubicBezTo>
                    <a:cubicBezTo>
                      <a:pt x="6349" y="6476"/>
                      <a:pt x="6350" y="6484"/>
                      <a:pt x="6350" y="6491"/>
                    </a:cubicBezTo>
                    <a:cubicBezTo>
                      <a:pt x="6350" y="6494"/>
                      <a:pt x="6350" y="6496"/>
                      <a:pt x="6349" y="6498"/>
                    </a:cubicBezTo>
                    <a:cubicBezTo>
                      <a:pt x="6342" y="6479"/>
                      <a:pt x="6334" y="6460"/>
                      <a:pt x="6327" y="6441"/>
                    </a:cubicBezTo>
                    <a:cubicBezTo>
                      <a:pt x="6335" y="6440"/>
                      <a:pt x="6343" y="6439"/>
                      <a:pt x="6344" y="6442"/>
                    </a:cubicBezTo>
                    <a:lnTo>
                      <a:pt x="6343" y="6442"/>
                    </a:lnTo>
                    <a:moveTo>
                      <a:pt x="6088" y="6047"/>
                    </a:moveTo>
                    <a:cubicBezTo>
                      <a:pt x="6125" y="6093"/>
                      <a:pt x="6143" y="6156"/>
                      <a:pt x="6173" y="6207"/>
                    </a:cubicBezTo>
                    <a:cubicBezTo>
                      <a:pt x="6199" y="6252"/>
                      <a:pt x="6233" y="6291"/>
                      <a:pt x="6255" y="6339"/>
                    </a:cubicBezTo>
                    <a:cubicBezTo>
                      <a:pt x="6275" y="6382"/>
                      <a:pt x="6293" y="6426"/>
                      <a:pt x="6307" y="6471"/>
                    </a:cubicBezTo>
                    <a:cubicBezTo>
                      <a:pt x="6339" y="6576"/>
                      <a:pt x="6396" y="6671"/>
                      <a:pt x="6423" y="6779"/>
                    </a:cubicBezTo>
                    <a:cubicBezTo>
                      <a:pt x="6450" y="6897"/>
                      <a:pt x="6463" y="7018"/>
                      <a:pt x="6463" y="7139"/>
                    </a:cubicBezTo>
                    <a:cubicBezTo>
                      <a:pt x="6463" y="7149"/>
                      <a:pt x="6463" y="7158"/>
                      <a:pt x="6463" y="7167"/>
                    </a:cubicBezTo>
                    <a:cubicBezTo>
                      <a:pt x="6463" y="7217"/>
                      <a:pt x="6454" y="7264"/>
                      <a:pt x="6456" y="7314"/>
                    </a:cubicBezTo>
                    <a:cubicBezTo>
                      <a:pt x="6458" y="7335"/>
                      <a:pt x="6459" y="7356"/>
                      <a:pt x="6459" y="7377"/>
                    </a:cubicBezTo>
                    <a:cubicBezTo>
                      <a:pt x="6459" y="7409"/>
                      <a:pt x="6457" y="7441"/>
                      <a:pt x="6453" y="7473"/>
                    </a:cubicBezTo>
                    <a:cubicBezTo>
                      <a:pt x="6448" y="7502"/>
                      <a:pt x="6453" y="7532"/>
                      <a:pt x="6449" y="7562"/>
                    </a:cubicBezTo>
                    <a:cubicBezTo>
                      <a:pt x="6449" y="7563"/>
                      <a:pt x="6449" y="7564"/>
                      <a:pt x="6449" y="7565"/>
                    </a:cubicBezTo>
                    <a:cubicBezTo>
                      <a:pt x="6448" y="7565"/>
                      <a:pt x="6448" y="7566"/>
                      <a:pt x="6448" y="7566"/>
                    </a:cubicBezTo>
                    <a:cubicBezTo>
                      <a:pt x="6395" y="7662"/>
                      <a:pt x="6391" y="7779"/>
                      <a:pt x="6343" y="7877"/>
                    </a:cubicBezTo>
                    <a:cubicBezTo>
                      <a:pt x="6342" y="7879"/>
                      <a:pt x="6341" y="7882"/>
                      <a:pt x="6340" y="7884"/>
                    </a:cubicBezTo>
                    <a:cubicBezTo>
                      <a:pt x="6341" y="7877"/>
                      <a:pt x="6341" y="7869"/>
                      <a:pt x="6341" y="7861"/>
                    </a:cubicBezTo>
                    <a:cubicBezTo>
                      <a:pt x="6341" y="7860"/>
                      <a:pt x="6340" y="7859"/>
                      <a:pt x="6340" y="7858"/>
                    </a:cubicBezTo>
                    <a:cubicBezTo>
                      <a:pt x="6339" y="7856"/>
                      <a:pt x="6338" y="7855"/>
                      <a:pt x="6337" y="7855"/>
                    </a:cubicBezTo>
                    <a:cubicBezTo>
                      <a:pt x="6336" y="7854"/>
                      <a:pt x="6334" y="7854"/>
                      <a:pt x="6333" y="7854"/>
                    </a:cubicBezTo>
                    <a:cubicBezTo>
                      <a:pt x="6331" y="7854"/>
                      <a:pt x="6330" y="7854"/>
                      <a:pt x="6329" y="7855"/>
                    </a:cubicBezTo>
                    <a:cubicBezTo>
                      <a:pt x="6328" y="7855"/>
                      <a:pt x="6327" y="7856"/>
                      <a:pt x="6326" y="7858"/>
                    </a:cubicBezTo>
                    <a:cubicBezTo>
                      <a:pt x="6326" y="7858"/>
                      <a:pt x="6325" y="7859"/>
                      <a:pt x="6325" y="7860"/>
                    </a:cubicBezTo>
                    <a:cubicBezTo>
                      <a:pt x="6316" y="7911"/>
                      <a:pt x="6302" y="7961"/>
                      <a:pt x="6283" y="8009"/>
                    </a:cubicBezTo>
                    <a:cubicBezTo>
                      <a:pt x="6279" y="8016"/>
                      <a:pt x="6276" y="8023"/>
                      <a:pt x="6272" y="8030"/>
                    </a:cubicBezTo>
                    <a:cubicBezTo>
                      <a:pt x="6266" y="8039"/>
                      <a:pt x="6260" y="8048"/>
                      <a:pt x="6254" y="8057"/>
                    </a:cubicBezTo>
                    <a:cubicBezTo>
                      <a:pt x="6251" y="8058"/>
                      <a:pt x="6247" y="8059"/>
                      <a:pt x="6244" y="8061"/>
                    </a:cubicBezTo>
                    <a:cubicBezTo>
                      <a:pt x="6243" y="8061"/>
                      <a:pt x="6242" y="8062"/>
                      <a:pt x="6241" y="8063"/>
                    </a:cubicBezTo>
                    <a:cubicBezTo>
                      <a:pt x="6233" y="8069"/>
                      <a:pt x="6226" y="8077"/>
                      <a:pt x="6220" y="8085"/>
                    </a:cubicBezTo>
                    <a:cubicBezTo>
                      <a:pt x="6244" y="8040"/>
                      <a:pt x="6264" y="7994"/>
                      <a:pt x="6285" y="7948"/>
                    </a:cubicBezTo>
                    <a:cubicBezTo>
                      <a:pt x="6285" y="7948"/>
                      <a:pt x="6285" y="7947"/>
                      <a:pt x="6285" y="7946"/>
                    </a:cubicBezTo>
                    <a:cubicBezTo>
                      <a:pt x="6285" y="7945"/>
                      <a:pt x="6284" y="7944"/>
                      <a:pt x="6284" y="7943"/>
                    </a:cubicBezTo>
                    <a:cubicBezTo>
                      <a:pt x="6283" y="7942"/>
                      <a:pt x="6283" y="7940"/>
                      <a:pt x="6282" y="7940"/>
                    </a:cubicBezTo>
                    <a:cubicBezTo>
                      <a:pt x="6281" y="7939"/>
                      <a:pt x="6280" y="7939"/>
                      <a:pt x="6279" y="7939"/>
                    </a:cubicBezTo>
                    <a:cubicBezTo>
                      <a:pt x="6278" y="7939"/>
                      <a:pt x="6276" y="7940"/>
                      <a:pt x="6275" y="7940"/>
                    </a:cubicBezTo>
                    <a:cubicBezTo>
                      <a:pt x="6275" y="7940"/>
                      <a:pt x="6275" y="7941"/>
                      <a:pt x="6274" y="7941"/>
                    </a:cubicBezTo>
                    <a:cubicBezTo>
                      <a:pt x="6222" y="8004"/>
                      <a:pt x="6189" y="8081"/>
                      <a:pt x="6141" y="8147"/>
                    </a:cubicBezTo>
                    <a:cubicBezTo>
                      <a:pt x="6102" y="8200"/>
                      <a:pt x="6052" y="8236"/>
                      <a:pt x="6004" y="8278"/>
                    </a:cubicBezTo>
                    <a:cubicBezTo>
                      <a:pt x="5991" y="8280"/>
                      <a:pt x="5977" y="8281"/>
                      <a:pt x="5964" y="8281"/>
                    </a:cubicBezTo>
                    <a:cubicBezTo>
                      <a:pt x="6022" y="8244"/>
                      <a:pt x="6074" y="8198"/>
                      <a:pt x="6119" y="8146"/>
                    </a:cubicBezTo>
                    <a:cubicBezTo>
                      <a:pt x="6148" y="8110"/>
                      <a:pt x="6174" y="8072"/>
                      <a:pt x="6197" y="8033"/>
                    </a:cubicBezTo>
                    <a:cubicBezTo>
                      <a:pt x="6222" y="7990"/>
                      <a:pt x="6243" y="7945"/>
                      <a:pt x="6260" y="7899"/>
                    </a:cubicBezTo>
                    <a:lnTo>
                      <a:pt x="6260" y="7898"/>
                    </a:lnTo>
                    <a:lnTo>
                      <a:pt x="6260" y="7897"/>
                    </a:lnTo>
                    <a:lnTo>
                      <a:pt x="6259" y="7896"/>
                    </a:lnTo>
                    <a:cubicBezTo>
                      <a:pt x="6258" y="7896"/>
                      <a:pt x="6258" y="7895"/>
                      <a:pt x="6257" y="7895"/>
                    </a:cubicBezTo>
                    <a:lnTo>
                      <a:pt x="6256" y="7896"/>
                    </a:lnTo>
                    <a:cubicBezTo>
                      <a:pt x="6255" y="7896"/>
                      <a:pt x="6255" y="7896"/>
                      <a:pt x="6255" y="7897"/>
                    </a:cubicBezTo>
                    <a:cubicBezTo>
                      <a:pt x="6247" y="7911"/>
                      <a:pt x="6240" y="7925"/>
                      <a:pt x="6232" y="7939"/>
                    </a:cubicBezTo>
                    <a:cubicBezTo>
                      <a:pt x="6193" y="8005"/>
                      <a:pt x="6148" y="8068"/>
                      <a:pt x="6098" y="8125"/>
                    </a:cubicBezTo>
                    <a:cubicBezTo>
                      <a:pt x="6074" y="8153"/>
                      <a:pt x="6048" y="8177"/>
                      <a:pt x="6019" y="8199"/>
                    </a:cubicBezTo>
                    <a:cubicBezTo>
                      <a:pt x="6041" y="8173"/>
                      <a:pt x="6061" y="8147"/>
                      <a:pt x="6082" y="8120"/>
                    </a:cubicBezTo>
                    <a:cubicBezTo>
                      <a:pt x="6141" y="8048"/>
                      <a:pt x="6196" y="7951"/>
                      <a:pt x="6214" y="7858"/>
                    </a:cubicBezTo>
                    <a:lnTo>
                      <a:pt x="6214" y="7857"/>
                    </a:lnTo>
                    <a:lnTo>
                      <a:pt x="6214" y="7856"/>
                    </a:lnTo>
                    <a:cubicBezTo>
                      <a:pt x="6213" y="7855"/>
                      <a:pt x="6212" y="7856"/>
                      <a:pt x="6212" y="7855"/>
                    </a:cubicBezTo>
                    <a:cubicBezTo>
                      <a:pt x="6211" y="7854"/>
                      <a:pt x="6211" y="7854"/>
                      <a:pt x="6211" y="7854"/>
                    </a:cubicBezTo>
                    <a:cubicBezTo>
                      <a:pt x="6210" y="7854"/>
                      <a:pt x="6210" y="7854"/>
                      <a:pt x="6209" y="7855"/>
                    </a:cubicBezTo>
                    <a:cubicBezTo>
                      <a:pt x="6209" y="7855"/>
                      <a:pt x="6208" y="7855"/>
                      <a:pt x="6208" y="7856"/>
                    </a:cubicBezTo>
                    <a:cubicBezTo>
                      <a:pt x="6192" y="7903"/>
                      <a:pt x="6171" y="7948"/>
                      <a:pt x="6146" y="7991"/>
                    </a:cubicBezTo>
                    <a:cubicBezTo>
                      <a:pt x="6130" y="8019"/>
                      <a:pt x="6112" y="8046"/>
                      <a:pt x="6092" y="8072"/>
                    </a:cubicBezTo>
                    <a:cubicBezTo>
                      <a:pt x="6083" y="8083"/>
                      <a:pt x="6052" y="8123"/>
                      <a:pt x="6019" y="8162"/>
                    </a:cubicBezTo>
                    <a:cubicBezTo>
                      <a:pt x="6057" y="8087"/>
                      <a:pt x="6098" y="8016"/>
                      <a:pt x="6128" y="7938"/>
                    </a:cubicBezTo>
                    <a:cubicBezTo>
                      <a:pt x="6196" y="7759"/>
                      <a:pt x="6254" y="7568"/>
                      <a:pt x="6267" y="7377"/>
                    </a:cubicBezTo>
                    <a:cubicBezTo>
                      <a:pt x="6274" y="7275"/>
                      <a:pt x="6268" y="7172"/>
                      <a:pt x="6268" y="7070"/>
                    </a:cubicBezTo>
                    <a:cubicBezTo>
                      <a:pt x="6268" y="7023"/>
                      <a:pt x="6260" y="6977"/>
                      <a:pt x="6260" y="6930"/>
                    </a:cubicBezTo>
                    <a:cubicBezTo>
                      <a:pt x="6260" y="6926"/>
                      <a:pt x="6260" y="6922"/>
                      <a:pt x="6260" y="6918"/>
                    </a:cubicBezTo>
                    <a:cubicBezTo>
                      <a:pt x="6260" y="6881"/>
                      <a:pt x="6255" y="6844"/>
                      <a:pt x="6244" y="6809"/>
                    </a:cubicBezTo>
                    <a:lnTo>
                      <a:pt x="6244" y="6806"/>
                    </a:lnTo>
                    <a:cubicBezTo>
                      <a:pt x="6237" y="6769"/>
                      <a:pt x="6227" y="6732"/>
                      <a:pt x="6214" y="6697"/>
                    </a:cubicBezTo>
                    <a:cubicBezTo>
                      <a:pt x="6196" y="6616"/>
                      <a:pt x="6167" y="6539"/>
                      <a:pt x="6126" y="6468"/>
                    </a:cubicBezTo>
                    <a:cubicBezTo>
                      <a:pt x="6122" y="6461"/>
                      <a:pt x="6118" y="6455"/>
                      <a:pt x="6114" y="6448"/>
                    </a:cubicBezTo>
                    <a:cubicBezTo>
                      <a:pt x="6105" y="6434"/>
                      <a:pt x="6076" y="6403"/>
                      <a:pt x="6072" y="6384"/>
                    </a:cubicBezTo>
                    <a:cubicBezTo>
                      <a:pt x="6072" y="6382"/>
                      <a:pt x="6069" y="6382"/>
                      <a:pt x="6069" y="6384"/>
                    </a:cubicBezTo>
                    <a:cubicBezTo>
                      <a:pt x="6069" y="6393"/>
                      <a:pt x="6071" y="6403"/>
                      <a:pt x="6076" y="6411"/>
                    </a:cubicBezTo>
                    <a:lnTo>
                      <a:pt x="6076" y="6412"/>
                    </a:lnTo>
                    <a:cubicBezTo>
                      <a:pt x="6014" y="6315"/>
                      <a:pt x="5958" y="6212"/>
                      <a:pt x="5902" y="6112"/>
                    </a:cubicBezTo>
                    <a:cubicBezTo>
                      <a:pt x="5846" y="6012"/>
                      <a:pt x="5755" y="5955"/>
                      <a:pt x="5679" y="5876"/>
                    </a:cubicBezTo>
                    <a:cubicBezTo>
                      <a:pt x="5658" y="5855"/>
                      <a:pt x="5638" y="5832"/>
                      <a:pt x="5615" y="5813"/>
                    </a:cubicBezTo>
                    <a:cubicBezTo>
                      <a:pt x="5600" y="5802"/>
                      <a:pt x="5583" y="5792"/>
                      <a:pt x="5567" y="5782"/>
                    </a:cubicBezTo>
                    <a:cubicBezTo>
                      <a:pt x="5556" y="5776"/>
                      <a:pt x="5546" y="5770"/>
                      <a:pt x="5535" y="5765"/>
                    </a:cubicBezTo>
                    <a:cubicBezTo>
                      <a:pt x="5509" y="5748"/>
                      <a:pt x="5480" y="5737"/>
                      <a:pt x="5454" y="5720"/>
                    </a:cubicBezTo>
                    <a:cubicBezTo>
                      <a:pt x="5431" y="5704"/>
                      <a:pt x="5407" y="5688"/>
                      <a:pt x="5382" y="5674"/>
                    </a:cubicBezTo>
                    <a:cubicBezTo>
                      <a:pt x="5377" y="5671"/>
                      <a:pt x="5372" y="5668"/>
                      <a:pt x="5367" y="5665"/>
                    </a:cubicBezTo>
                    <a:cubicBezTo>
                      <a:pt x="5335" y="5649"/>
                      <a:pt x="5299" y="5637"/>
                      <a:pt x="5266" y="5624"/>
                    </a:cubicBezTo>
                    <a:cubicBezTo>
                      <a:pt x="5232" y="5610"/>
                      <a:pt x="5207" y="5594"/>
                      <a:pt x="5177" y="5582"/>
                    </a:cubicBezTo>
                    <a:cubicBezTo>
                      <a:pt x="5157" y="5575"/>
                      <a:pt x="5136" y="5571"/>
                      <a:pt x="5115" y="5571"/>
                    </a:cubicBezTo>
                    <a:cubicBezTo>
                      <a:pt x="5113" y="5571"/>
                      <a:pt x="5112" y="5571"/>
                      <a:pt x="5111" y="5571"/>
                    </a:cubicBezTo>
                    <a:cubicBezTo>
                      <a:pt x="5139" y="5559"/>
                      <a:pt x="5182" y="5572"/>
                      <a:pt x="5209" y="5579"/>
                    </a:cubicBezTo>
                    <a:cubicBezTo>
                      <a:pt x="5232" y="5585"/>
                      <a:pt x="5258" y="5593"/>
                      <a:pt x="5280" y="5601"/>
                    </a:cubicBezTo>
                    <a:cubicBezTo>
                      <a:pt x="5299" y="5612"/>
                      <a:pt x="5321" y="5619"/>
                      <a:pt x="5343" y="5624"/>
                    </a:cubicBezTo>
                    <a:cubicBezTo>
                      <a:pt x="5344" y="5624"/>
                      <a:pt x="5345" y="5624"/>
                      <a:pt x="5345" y="5624"/>
                    </a:cubicBezTo>
                    <a:cubicBezTo>
                      <a:pt x="5346" y="5623"/>
                      <a:pt x="5346" y="5623"/>
                      <a:pt x="5347" y="5622"/>
                    </a:cubicBezTo>
                    <a:cubicBezTo>
                      <a:pt x="5347" y="5622"/>
                      <a:pt x="5347" y="5621"/>
                      <a:pt x="5347" y="5620"/>
                    </a:cubicBezTo>
                    <a:cubicBezTo>
                      <a:pt x="5347" y="5619"/>
                      <a:pt x="5347" y="5618"/>
                      <a:pt x="5347" y="5618"/>
                    </a:cubicBezTo>
                    <a:cubicBezTo>
                      <a:pt x="5346" y="5617"/>
                      <a:pt x="5346" y="5617"/>
                      <a:pt x="5345" y="5616"/>
                    </a:cubicBezTo>
                    <a:cubicBezTo>
                      <a:pt x="5315" y="5604"/>
                      <a:pt x="5288" y="5585"/>
                      <a:pt x="5259" y="5571"/>
                    </a:cubicBezTo>
                    <a:lnTo>
                      <a:pt x="5268" y="5573"/>
                    </a:lnTo>
                    <a:cubicBezTo>
                      <a:pt x="5318" y="5582"/>
                      <a:pt x="5366" y="5599"/>
                      <a:pt x="5410" y="5624"/>
                    </a:cubicBezTo>
                    <a:cubicBezTo>
                      <a:pt x="5416" y="5628"/>
                      <a:pt x="5423" y="5633"/>
                      <a:pt x="5430" y="5637"/>
                    </a:cubicBezTo>
                    <a:cubicBezTo>
                      <a:pt x="5433" y="5639"/>
                      <a:pt x="5437" y="5634"/>
                      <a:pt x="5434" y="5631"/>
                    </a:cubicBezTo>
                    <a:cubicBezTo>
                      <a:pt x="5415" y="5617"/>
                      <a:pt x="5395" y="5603"/>
                      <a:pt x="5374" y="5591"/>
                    </a:cubicBezTo>
                    <a:cubicBezTo>
                      <a:pt x="5350" y="5578"/>
                      <a:pt x="5326" y="5565"/>
                      <a:pt x="5300" y="5555"/>
                    </a:cubicBezTo>
                    <a:lnTo>
                      <a:pt x="5288" y="5549"/>
                    </a:lnTo>
                    <a:cubicBezTo>
                      <a:pt x="5295" y="5551"/>
                      <a:pt x="5303" y="5552"/>
                      <a:pt x="5311" y="5552"/>
                    </a:cubicBezTo>
                    <a:cubicBezTo>
                      <a:pt x="5342" y="5554"/>
                      <a:pt x="5390" y="5548"/>
                      <a:pt x="5416" y="5566"/>
                    </a:cubicBezTo>
                    <a:cubicBezTo>
                      <a:pt x="5420" y="5568"/>
                      <a:pt x="5424" y="5562"/>
                      <a:pt x="5421" y="5559"/>
                    </a:cubicBezTo>
                    <a:cubicBezTo>
                      <a:pt x="5414" y="5554"/>
                      <a:pt x="5407" y="5549"/>
                      <a:pt x="5400" y="5545"/>
                    </a:cubicBezTo>
                    <a:cubicBezTo>
                      <a:pt x="5384" y="5536"/>
                      <a:pt x="5367" y="5530"/>
                      <a:pt x="5349" y="5527"/>
                    </a:cubicBezTo>
                    <a:cubicBezTo>
                      <a:pt x="5331" y="5525"/>
                      <a:pt x="5314" y="5524"/>
                      <a:pt x="5297" y="5521"/>
                    </a:cubicBezTo>
                    <a:cubicBezTo>
                      <a:pt x="5322" y="5517"/>
                      <a:pt x="5348" y="5516"/>
                      <a:pt x="5374" y="5515"/>
                    </a:cubicBezTo>
                    <a:cubicBezTo>
                      <a:pt x="5407" y="5516"/>
                      <a:pt x="5431" y="5538"/>
                      <a:pt x="5460" y="5549"/>
                    </a:cubicBezTo>
                    <a:cubicBezTo>
                      <a:pt x="5465" y="5551"/>
                      <a:pt x="5469" y="5545"/>
                      <a:pt x="5465" y="5542"/>
                    </a:cubicBezTo>
                    <a:cubicBezTo>
                      <a:pt x="5444" y="5530"/>
                      <a:pt x="5431" y="5515"/>
                      <a:pt x="5413" y="5504"/>
                    </a:cubicBezTo>
                    <a:cubicBezTo>
                      <a:pt x="5425" y="5506"/>
                      <a:pt x="5438" y="5508"/>
                      <a:pt x="5450" y="5513"/>
                    </a:cubicBezTo>
                    <a:cubicBezTo>
                      <a:pt x="5451" y="5513"/>
                      <a:pt x="5451" y="5513"/>
                      <a:pt x="5452" y="5513"/>
                    </a:cubicBezTo>
                    <a:cubicBezTo>
                      <a:pt x="5465" y="5521"/>
                      <a:pt x="5478" y="5527"/>
                      <a:pt x="5492" y="5531"/>
                    </a:cubicBezTo>
                    <a:cubicBezTo>
                      <a:pt x="5493" y="5531"/>
                      <a:pt x="5494" y="5530"/>
                      <a:pt x="5495" y="5530"/>
                    </a:cubicBezTo>
                    <a:cubicBezTo>
                      <a:pt x="5496" y="5529"/>
                      <a:pt x="5496" y="5529"/>
                      <a:pt x="5497" y="5528"/>
                    </a:cubicBezTo>
                    <a:cubicBezTo>
                      <a:pt x="5497" y="5527"/>
                      <a:pt x="5498" y="5526"/>
                      <a:pt x="5498" y="5525"/>
                    </a:cubicBezTo>
                    <a:cubicBezTo>
                      <a:pt x="5498" y="5524"/>
                      <a:pt x="5498" y="5523"/>
                      <a:pt x="5498" y="5523"/>
                    </a:cubicBezTo>
                    <a:cubicBezTo>
                      <a:pt x="5504" y="5526"/>
                      <a:pt x="5510" y="5529"/>
                      <a:pt x="5515" y="5533"/>
                    </a:cubicBezTo>
                    <a:cubicBezTo>
                      <a:pt x="5541" y="5548"/>
                      <a:pt x="5566" y="5565"/>
                      <a:pt x="5589" y="5585"/>
                    </a:cubicBezTo>
                    <a:cubicBezTo>
                      <a:pt x="5614" y="5607"/>
                      <a:pt x="5651" y="5621"/>
                      <a:pt x="5671" y="5648"/>
                    </a:cubicBezTo>
                    <a:cubicBezTo>
                      <a:pt x="5690" y="5669"/>
                      <a:pt x="5711" y="5689"/>
                      <a:pt x="5732" y="5707"/>
                    </a:cubicBezTo>
                    <a:cubicBezTo>
                      <a:pt x="5755" y="5730"/>
                      <a:pt x="5784" y="5745"/>
                      <a:pt x="5807" y="5768"/>
                    </a:cubicBezTo>
                    <a:cubicBezTo>
                      <a:pt x="5831" y="5793"/>
                      <a:pt x="5857" y="5816"/>
                      <a:pt x="5885" y="5836"/>
                    </a:cubicBezTo>
                    <a:cubicBezTo>
                      <a:pt x="5913" y="5858"/>
                      <a:pt x="5939" y="5882"/>
                      <a:pt x="5962" y="5908"/>
                    </a:cubicBezTo>
                    <a:cubicBezTo>
                      <a:pt x="5993" y="5939"/>
                      <a:pt x="6031" y="5962"/>
                      <a:pt x="6053" y="6001"/>
                    </a:cubicBezTo>
                    <a:cubicBezTo>
                      <a:pt x="6054" y="6003"/>
                      <a:pt x="6055" y="6005"/>
                      <a:pt x="6057" y="6006"/>
                    </a:cubicBezTo>
                    <a:cubicBezTo>
                      <a:pt x="6059" y="6006"/>
                      <a:pt x="6060" y="6007"/>
                      <a:pt x="6062" y="6007"/>
                    </a:cubicBezTo>
                    <a:cubicBezTo>
                      <a:pt x="6070" y="6021"/>
                      <a:pt x="6079" y="6034"/>
                      <a:pt x="6089" y="6047"/>
                    </a:cubicBezTo>
                    <a:lnTo>
                      <a:pt x="6088" y="6047"/>
                    </a:lnTo>
                    <a:moveTo>
                      <a:pt x="6380" y="6289"/>
                    </a:moveTo>
                    <a:cubicBezTo>
                      <a:pt x="6357" y="6263"/>
                      <a:pt x="6338" y="6235"/>
                      <a:pt x="6315" y="6210"/>
                    </a:cubicBezTo>
                    <a:cubicBezTo>
                      <a:pt x="6268" y="6158"/>
                      <a:pt x="6217" y="6109"/>
                      <a:pt x="6170" y="6057"/>
                    </a:cubicBezTo>
                    <a:cubicBezTo>
                      <a:pt x="6146" y="6031"/>
                      <a:pt x="6123" y="6005"/>
                      <a:pt x="6098" y="5980"/>
                    </a:cubicBezTo>
                    <a:cubicBezTo>
                      <a:pt x="6086" y="5967"/>
                      <a:pt x="6072" y="5956"/>
                      <a:pt x="6059" y="5944"/>
                    </a:cubicBezTo>
                    <a:cubicBezTo>
                      <a:pt x="6057" y="5940"/>
                      <a:pt x="6055" y="5937"/>
                      <a:pt x="6053" y="5933"/>
                    </a:cubicBezTo>
                    <a:lnTo>
                      <a:pt x="6053" y="5932"/>
                    </a:lnTo>
                    <a:cubicBezTo>
                      <a:pt x="6052" y="5930"/>
                      <a:pt x="6050" y="5928"/>
                      <a:pt x="6049" y="5927"/>
                    </a:cubicBezTo>
                    <a:cubicBezTo>
                      <a:pt x="6047" y="5926"/>
                      <a:pt x="6045" y="5926"/>
                      <a:pt x="6043" y="5926"/>
                    </a:cubicBezTo>
                    <a:cubicBezTo>
                      <a:pt x="6042" y="5926"/>
                      <a:pt x="6042" y="5926"/>
                      <a:pt x="6041" y="5926"/>
                    </a:cubicBezTo>
                    <a:cubicBezTo>
                      <a:pt x="6034" y="5919"/>
                      <a:pt x="6028" y="5910"/>
                      <a:pt x="6023" y="5901"/>
                    </a:cubicBezTo>
                    <a:cubicBezTo>
                      <a:pt x="6021" y="5898"/>
                      <a:pt x="6019" y="5894"/>
                      <a:pt x="6017" y="5890"/>
                    </a:cubicBezTo>
                    <a:cubicBezTo>
                      <a:pt x="6021" y="5867"/>
                      <a:pt x="6026" y="5844"/>
                      <a:pt x="6033" y="5822"/>
                    </a:cubicBezTo>
                    <a:cubicBezTo>
                      <a:pt x="6035" y="5816"/>
                      <a:pt x="6039" y="5810"/>
                      <a:pt x="6042" y="5805"/>
                    </a:cubicBezTo>
                    <a:cubicBezTo>
                      <a:pt x="6049" y="5793"/>
                      <a:pt x="6056" y="5783"/>
                      <a:pt x="6065" y="5773"/>
                    </a:cubicBezTo>
                    <a:cubicBezTo>
                      <a:pt x="6090" y="5828"/>
                      <a:pt x="6152" y="5873"/>
                      <a:pt x="6190" y="5920"/>
                    </a:cubicBezTo>
                    <a:cubicBezTo>
                      <a:pt x="6236" y="5978"/>
                      <a:pt x="6294" y="6024"/>
                      <a:pt x="6347" y="6075"/>
                    </a:cubicBezTo>
                    <a:cubicBezTo>
                      <a:pt x="6386" y="6115"/>
                      <a:pt x="6429" y="6153"/>
                      <a:pt x="6474" y="6187"/>
                    </a:cubicBezTo>
                    <a:cubicBezTo>
                      <a:pt x="6509" y="6214"/>
                      <a:pt x="6540" y="6245"/>
                      <a:pt x="6568" y="6278"/>
                    </a:cubicBezTo>
                    <a:cubicBezTo>
                      <a:pt x="6578" y="6289"/>
                      <a:pt x="6587" y="6301"/>
                      <a:pt x="6596" y="6313"/>
                    </a:cubicBezTo>
                    <a:cubicBezTo>
                      <a:pt x="6597" y="6316"/>
                      <a:pt x="6604" y="6321"/>
                      <a:pt x="6610" y="6326"/>
                    </a:cubicBezTo>
                    <a:cubicBezTo>
                      <a:pt x="6561" y="6329"/>
                      <a:pt x="6513" y="6341"/>
                      <a:pt x="6468" y="6361"/>
                    </a:cubicBezTo>
                    <a:cubicBezTo>
                      <a:pt x="6443" y="6371"/>
                      <a:pt x="6393" y="6304"/>
                      <a:pt x="6380" y="6289"/>
                    </a:cubicBezTo>
                    <a:moveTo>
                      <a:pt x="6607" y="6705"/>
                    </a:moveTo>
                    <a:cubicBezTo>
                      <a:pt x="6591" y="6705"/>
                      <a:pt x="6576" y="6712"/>
                      <a:pt x="6560" y="6711"/>
                    </a:cubicBezTo>
                    <a:cubicBezTo>
                      <a:pt x="6526" y="6710"/>
                      <a:pt x="6494" y="6726"/>
                      <a:pt x="6461" y="6731"/>
                    </a:cubicBezTo>
                    <a:cubicBezTo>
                      <a:pt x="6455" y="6672"/>
                      <a:pt x="6461" y="6605"/>
                      <a:pt x="6461" y="6546"/>
                    </a:cubicBezTo>
                    <a:cubicBezTo>
                      <a:pt x="6461" y="6497"/>
                      <a:pt x="6471" y="6437"/>
                      <a:pt x="6458" y="6389"/>
                    </a:cubicBezTo>
                    <a:cubicBezTo>
                      <a:pt x="6478" y="6389"/>
                      <a:pt x="6502" y="6374"/>
                      <a:pt x="6517" y="6369"/>
                    </a:cubicBezTo>
                    <a:cubicBezTo>
                      <a:pt x="6549" y="6356"/>
                      <a:pt x="6584" y="6349"/>
                      <a:pt x="6619" y="6348"/>
                    </a:cubicBezTo>
                    <a:lnTo>
                      <a:pt x="6619" y="6349"/>
                    </a:lnTo>
                    <a:lnTo>
                      <a:pt x="6619" y="6350"/>
                    </a:lnTo>
                    <a:cubicBezTo>
                      <a:pt x="6618" y="6422"/>
                      <a:pt x="6616" y="6494"/>
                      <a:pt x="6619" y="6566"/>
                    </a:cubicBezTo>
                    <a:cubicBezTo>
                      <a:pt x="6617" y="6569"/>
                      <a:pt x="6617" y="6572"/>
                      <a:pt x="6617" y="6575"/>
                    </a:cubicBezTo>
                    <a:cubicBezTo>
                      <a:pt x="6617" y="6578"/>
                      <a:pt x="6617" y="6582"/>
                      <a:pt x="6619" y="6584"/>
                    </a:cubicBezTo>
                    <a:cubicBezTo>
                      <a:pt x="6619" y="6604"/>
                      <a:pt x="6620" y="6624"/>
                      <a:pt x="6622" y="6645"/>
                    </a:cubicBezTo>
                    <a:cubicBezTo>
                      <a:pt x="6623" y="6665"/>
                      <a:pt x="6635" y="6705"/>
                      <a:pt x="6606" y="6705"/>
                    </a:cubicBezTo>
                    <a:lnTo>
                      <a:pt x="6607" y="6705"/>
                    </a:lnTo>
                    <a:moveTo>
                      <a:pt x="6685" y="6473"/>
                    </a:moveTo>
                    <a:cubicBezTo>
                      <a:pt x="6682" y="6496"/>
                      <a:pt x="6681" y="6566"/>
                      <a:pt x="6646" y="6561"/>
                    </a:cubicBezTo>
                    <a:cubicBezTo>
                      <a:pt x="6646" y="6502"/>
                      <a:pt x="6647" y="6445"/>
                      <a:pt x="6646" y="6387"/>
                    </a:cubicBezTo>
                    <a:lnTo>
                      <a:pt x="6654" y="6384"/>
                    </a:lnTo>
                    <a:lnTo>
                      <a:pt x="6655" y="6384"/>
                    </a:lnTo>
                    <a:cubicBezTo>
                      <a:pt x="6656" y="6385"/>
                      <a:pt x="6656" y="6385"/>
                      <a:pt x="6656" y="6385"/>
                    </a:cubicBezTo>
                    <a:cubicBezTo>
                      <a:pt x="6657" y="6386"/>
                      <a:pt x="6658" y="6386"/>
                      <a:pt x="6659" y="6386"/>
                    </a:cubicBezTo>
                    <a:cubicBezTo>
                      <a:pt x="6660" y="6386"/>
                      <a:pt x="6660" y="6386"/>
                      <a:pt x="6662" y="6385"/>
                    </a:cubicBezTo>
                    <a:cubicBezTo>
                      <a:pt x="6663" y="6384"/>
                      <a:pt x="6663" y="6385"/>
                      <a:pt x="6663" y="6384"/>
                    </a:cubicBezTo>
                    <a:cubicBezTo>
                      <a:pt x="6695" y="6364"/>
                      <a:pt x="6686" y="6460"/>
                      <a:pt x="6684" y="6473"/>
                    </a:cubicBezTo>
                    <a:lnTo>
                      <a:pt x="6685" y="647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9"/>
              <p:cNvSpPr/>
              <p:nvPr/>
            </p:nvSpPr>
            <p:spPr>
              <a:xfrm>
                <a:off x="3514195" y="6872327"/>
                <a:ext cx="24840" cy="50400"/>
              </a:xfrm>
              <a:custGeom>
                <a:rect b="b" l="l" r="r" t="t"/>
                <a:pathLst>
                  <a:path extrusionOk="0" h="140" w="69">
                    <a:moveTo>
                      <a:pt x="62" y="108"/>
                    </a:moveTo>
                    <a:cubicBezTo>
                      <a:pt x="58" y="99"/>
                      <a:pt x="55" y="91"/>
                      <a:pt x="51" y="82"/>
                    </a:cubicBezTo>
                    <a:cubicBezTo>
                      <a:pt x="48" y="73"/>
                      <a:pt x="43" y="64"/>
                      <a:pt x="39" y="56"/>
                    </a:cubicBezTo>
                    <a:cubicBezTo>
                      <a:pt x="32" y="41"/>
                      <a:pt x="28" y="25"/>
                      <a:pt x="27" y="8"/>
                    </a:cubicBezTo>
                    <a:cubicBezTo>
                      <a:pt x="27" y="7"/>
                      <a:pt x="26" y="6"/>
                      <a:pt x="26" y="5"/>
                    </a:cubicBezTo>
                    <a:cubicBezTo>
                      <a:pt x="25" y="3"/>
                      <a:pt x="24" y="2"/>
                      <a:pt x="23" y="1"/>
                    </a:cubicBezTo>
                    <a:cubicBezTo>
                      <a:pt x="21" y="0"/>
                      <a:pt x="19" y="0"/>
                      <a:pt x="18" y="0"/>
                    </a:cubicBezTo>
                    <a:cubicBezTo>
                      <a:pt x="16" y="0"/>
                      <a:pt x="15" y="0"/>
                      <a:pt x="14" y="1"/>
                    </a:cubicBezTo>
                    <a:cubicBezTo>
                      <a:pt x="12" y="2"/>
                      <a:pt x="10" y="3"/>
                      <a:pt x="10" y="5"/>
                    </a:cubicBezTo>
                    <a:cubicBezTo>
                      <a:pt x="9" y="6"/>
                      <a:pt x="9" y="7"/>
                      <a:pt x="9" y="8"/>
                    </a:cubicBezTo>
                    <a:cubicBezTo>
                      <a:pt x="0" y="54"/>
                      <a:pt x="32" y="97"/>
                      <a:pt x="53" y="135"/>
                    </a:cubicBezTo>
                    <a:cubicBezTo>
                      <a:pt x="54" y="136"/>
                      <a:pt x="55" y="137"/>
                      <a:pt x="56" y="137"/>
                    </a:cubicBezTo>
                    <a:cubicBezTo>
                      <a:pt x="57" y="138"/>
                      <a:pt x="58" y="139"/>
                      <a:pt x="60" y="139"/>
                    </a:cubicBezTo>
                    <a:cubicBezTo>
                      <a:pt x="61" y="139"/>
                      <a:pt x="62" y="138"/>
                      <a:pt x="63" y="138"/>
                    </a:cubicBezTo>
                    <a:lnTo>
                      <a:pt x="65" y="138"/>
                    </a:lnTo>
                    <a:cubicBezTo>
                      <a:pt x="65" y="137"/>
                      <a:pt x="65" y="137"/>
                      <a:pt x="65" y="137"/>
                    </a:cubicBezTo>
                    <a:cubicBezTo>
                      <a:pt x="66" y="137"/>
                      <a:pt x="66" y="136"/>
                      <a:pt x="67" y="135"/>
                    </a:cubicBezTo>
                    <a:cubicBezTo>
                      <a:pt x="67" y="134"/>
                      <a:pt x="68" y="133"/>
                      <a:pt x="68" y="132"/>
                    </a:cubicBezTo>
                    <a:cubicBezTo>
                      <a:pt x="68" y="131"/>
                      <a:pt x="67" y="131"/>
                      <a:pt x="67" y="130"/>
                    </a:cubicBezTo>
                    <a:cubicBezTo>
                      <a:pt x="66" y="129"/>
                      <a:pt x="67" y="129"/>
                      <a:pt x="67" y="129"/>
                    </a:cubicBezTo>
                    <a:cubicBezTo>
                      <a:pt x="65" y="126"/>
                      <a:pt x="63" y="111"/>
                      <a:pt x="62" y="1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9"/>
              <p:cNvSpPr/>
              <p:nvPr/>
            </p:nvSpPr>
            <p:spPr>
              <a:xfrm>
                <a:off x="3541195" y="6943968"/>
                <a:ext cx="14400" cy="23760"/>
              </a:xfrm>
              <a:custGeom>
                <a:rect b="b" l="l" r="r" t="t"/>
                <a:pathLst>
                  <a:path extrusionOk="0" h="66" w="40">
                    <a:moveTo>
                      <a:pt x="26" y="26"/>
                    </a:moveTo>
                    <a:cubicBezTo>
                      <a:pt x="25" y="22"/>
                      <a:pt x="23" y="18"/>
                      <a:pt x="20" y="15"/>
                    </a:cubicBezTo>
                    <a:cubicBezTo>
                      <a:pt x="19" y="12"/>
                      <a:pt x="17" y="9"/>
                      <a:pt x="15" y="7"/>
                    </a:cubicBezTo>
                    <a:cubicBezTo>
                      <a:pt x="10" y="0"/>
                      <a:pt x="0" y="8"/>
                      <a:pt x="5" y="16"/>
                    </a:cubicBezTo>
                    <a:cubicBezTo>
                      <a:pt x="12" y="26"/>
                      <a:pt x="15" y="65"/>
                      <a:pt x="34" y="61"/>
                    </a:cubicBezTo>
                    <a:lnTo>
                      <a:pt x="36" y="60"/>
                    </a:lnTo>
                    <a:cubicBezTo>
                      <a:pt x="37" y="59"/>
                      <a:pt x="38" y="59"/>
                      <a:pt x="38" y="58"/>
                    </a:cubicBezTo>
                    <a:cubicBezTo>
                      <a:pt x="39" y="57"/>
                      <a:pt x="38" y="56"/>
                      <a:pt x="38" y="55"/>
                    </a:cubicBezTo>
                    <a:cubicBezTo>
                      <a:pt x="38" y="54"/>
                      <a:pt x="38" y="54"/>
                      <a:pt x="38" y="53"/>
                    </a:cubicBezTo>
                    <a:cubicBezTo>
                      <a:pt x="34" y="44"/>
                      <a:pt x="30" y="35"/>
                      <a:pt x="2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9"/>
              <p:cNvSpPr/>
              <p:nvPr/>
            </p:nvSpPr>
            <p:spPr>
              <a:xfrm>
                <a:off x="3562435" y="6884927"/>
                <a:ext cx="24120" cy="57240"/>
              </a:xfrm>
              <a:custGeom>
                <a:rect b="b" l="l" r="r" t="t"/>
                <a:pathLst>
                  <a:path extrusionOk="0" h="159" w="67">
                    <a:moveTo>
                      <a:pt x="12" y="6"/>
                    </a:moveTo>
                    <a:cubicBezTo>
                      <a:pt x="11" y="1"/>
                      <a:pt x="2" y="0"/>
                      <a:pt x="1" y="6"/>
                    </a:cubicBezTo>
                    <a:cubicBezTo>
                      <a:pt x="0" y="10"/>
                      <a:pt x="0" y="14"/>
                      <a:pt x="0" y="19"/>
                    </a:cubicBezTo>
                    <a:cubicBezTo>
                      <a:pt x="0" y="36"/>
                      <a:pt x="4" y="53"/>
                      <a:pt x="11" y="68"/>
                    </a:cubicBezTo>
                    <a:cubicBezTo>
                      <a:pt x="20" y="86"/>
                      <a:pt x="26" y="104"/>
                      <a:pt x="34" y="123"/>
                    </a:cubicBezTo>
                    <a:cubicBezTo>
                      <a:pt x="39" y="135"/>
                      <a:pt x="50" y="142"/>
                      <a:pt x="56" y="153"/>
                    </a:cubicBezTo>
                    <a:cubicBezTo>
                      <a:pt x="59" y="158"/>
                      <a:pt x="66" y="155"/>
                      <a:pt x="66" y="150"/>
                    </a:cubicBezTo>
                    <a:cubicBezTo>
                      <a:pt x="66" y="129"/>
                      <a:pt x="50" y="106"/>
                      <a:pt x="42" y="87"/>
                    </a:cubicBezTo>
                    <a:cubicBezTo>
                      <a:pt x="30" y="61"/>
                      <a:pt x="20" y="34"/>
                      <a:pt x="1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9"/>
              <p:cNvSpPr/>
              <p:nvPr/>
            </p:nvSpPr>
            <p:spPr>
              <a:xfrm>
                <a:off x="3593395" y="6919127"/>
                <a:ext cx="43200" cy="55440"/>
              </a:xfrm>
              <a:custGeom>
                <a:rect b="b" l="l" r="r" t="t"/>
                <a:pathLst>
                  <a:path extrusionOk="0" h="154" w="120">
                    <a:moveTo>
                      <a:pt x="85" y="107"/>
                    </a:moveTo>
                    <a:cubicBezTo>
                      <a:pt x="74" y="96"/>
                      <a:pt x="64" y="80"/>
                      <a:pt x="53" y="68"/>
                    </a:cubicBezTo>
                    <a:cubicBezTo>
                      <a:pt x="46" y="59"/>
                      <a:pt x="40" y="50"/>
                      <a:pt x="34" y="40"/>
                    </a:cubicBezTo>
                    <a:cubicBezTo>
                      <a:pt x="28" y="31"/>
                      <a:pt x="26" y="16"/>
                      <a:pt x="17" y="6"/>
                    </a:cubicBezTo>
                    <a:cubicBezTo>
                      <a:pt x="12" y="0"/>
                      <a:pt x="0" y="8"/>
                      <a:pt x="5" y="15"/>
                    </a:cubicBezTo>
                    <a:cubicBezTo>
                      <a:pt x="11" y="26"/>
                      <a:pt x="15" y="37"/>
                      <a:pt x="18" y="49"/>
                    </a:cubicBezTo>
                    <a:cubicBezTo>
                      <a:pt x="19" y="52"/>
                      <a:pt x="21" y="56"/>
                      <a:pt x="23" y="59"/>
                    </a:cubicBezTo>
                    <a:cubicBezTo>
                      <a:pt x="30" y="71"/>
                      <a:pt x="39" y="83"/>
                      <a:pt x="49" y="93"/>
                    </a:cubicBezTo>
                    <a:cubicBezTo>
                      <a:pt x="68" y="117"/>
                      <a:pt x="81" y="138"/>
                      <a:pt x="111" y="152"/>
                    </a:cubicBezTo>
                    <a:cubicBezTo>
                      <a:pt x="112" y="153"/>
                      <a:pt x="113" y="153"/>
                      <a:pt x="114" y="153"/>
                    </a:cubicBezTo>
                    <a:cubicBezTo>
                      <a:pt x="114" y="153"/>
                      <a:pt x="115" y="153"/>
                      <a:pt x="116" y="152"/>
                    </a:cubicBezTo>
                    <a:cubicBezTo>
                      <a:pt x="117" y="152"/>
                      <a:pt x="118" y="151"/>
                      <a:pt x="118" y="150"/>
                    </a:cubicBezTo>
                    <a:cubicBezTo>
                      <a:pt x="119" y="149"/>
                      <a:pt x="119" y="148"/>
                      <a:pt x="119" y="147"/>
                    </a:cubicBezTo>
                    <a:cubicBezTo>
                      <a:pt x="119" y="147"/>
                      <a:pt x="119" y="146"/>
                      <a:pt x="118" y="145"/>
                    </a:cubicBezTo>
                    <a:lnTo>
                      <a:pt x="118" y="144"/>
                    </a:lnTo>
                    <a:cubicBezTo>
                      <a:pt x="108" y="131"/>
                      <a:pt x="97" y="118"/>
                      <a:pt x="85"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9"/>
              <p:cNvSpPr/>
              <p:nvPr/>
            </p:nvSpPr>
            <p:spPr>
              <a:xfrm>
                <a:off x="2623915" y="6604488"/>
                <a:ext cx="10080" cy="21600"/>
              </a:xfrm>
              <a:custGeom>
                <a:rect b="b" l="l" r="r" t="t"/>
                <a:pathLst>
                  <a:path extrusionOk="0" h="60" w="28">
                    <a:moveTo>
                      <a:pt x="0" y="7"/>
                    </a:moveTo>
                    <a:cubicBezTo>
                      <a:pt x="0" y="9"/>
                      <a:pt x="0" y="12"/>
                      <a:pt x="0" y="14"/>
                    </a:cubicBezTo>
                    <a:cubicBezTo>
                      <a:pt x="0" y="29"/>
                      <a:pt x="3" y="43"/>
                      <a:pt x="10" y="56"/>
                    </a:cubicBezTo>
                    <a:cubicBezTo>
                      <a:pt x="11" y="57"/>
                      <a:pt x="11" y="58"/>
                      <a:pt x="12" y="58"/>
                    </a:cubicBezTo>
                    <a:cubicBezTo>
                      <a:pt x="13" y="58"/>
                      <a:pt x="13" y="59"/>
                      <a:pt x="14" y="59"/>
                    </a:cubicBezTo>
                    <a:cubicBezTo>
                      <a:pt x="15" y="59"/>
                      <a:pt x="16" y="58"/>
                      <a:pt x="17" y="58"/>
                    </a:cubicBezTo>
                    <a:cubicBezTo>
                      <a:pt x="17" y="58"/>
                      <a:pt x="18" y="57"/>
                      <a:pt x="18" y="56"/>
                    </a:cubicBezTo>
                    <a:cubicBezTo>
                      <a:pt x="27" y="40"/>
                      <a:pt x="18" y="23"/>
                      <a:pt x="15" y="6"/>
                    </a:cubicBezTo>
                    <a:cubicBezTo>
                      <a:pt x="15" y="5"/>
                      <a:pt x="15" y="5"/>
                      <a:pt x="14" y="4"/>
                    </a:cubicBezTo>
                    <a:cubicBezTo>
                      <a:pt x="13" y="3"/>
                      <a:pt x="13" y="2"/>
                      <a:pt x="11" y="1"/>
                    </a:cubicBezTo>
                    <a:cubicBezTo>
                      <a:pt x="9" y="0"/>
                      <a:pt x="9" y="0"/>
                      <a:pt x="8" y="0"/>
                    </a:cubicBezTo>
                    <a:cubicBezTo>
                      <a:pt x="6" y="0"/>
                      <a:pt x="5" y="0"/>
                      <a:pt x="4" y="1"/>
                    </a:cubicBezTo>
                    <a:cubicBezTo>
                      <a:pt x="3" y="2"/>
                      <a:pt x="2" y="3"/>
                      <a:pt x="1" y="4"/>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9"/>
              <p:cNvSpPr/>
              <p:nvPr/>
            </p:nvSpPr>
            <p:spPr>
              <a:xfrm>
                <a:off x="3593035" y="5830848"/>
                <a:ext cx="11520" cy="45720"/>
              </a:xfrm>
              <a:custGeom>
                <a:rect b="b" l="l" r="r" t="t"/>
                <a:pathLst>
                  <a:path extrusionOk="0" h="127" w="32">
                    <a:moveTo>
                      <a:pt x="15" y="123"/>
                    </a:moveTo>
                    <a:cubicBezTo>
                      <a:pt x="31" y="88"/>
                      <a:pt x="25" y="45"/>
                      <a:pt x="25" y="9"/>
                    </a:cubicBezTo>
                    <a:cubicBezTo>
                      <a:pt x="25" y="8"/>
                      <a:pt x="25" y="8"/>
                      <a:pt x="25" y="8"/>
                    </a:cubicBezTo>
                    <a:cubicBezTo>
                      <a:pt x="25" y="6"/>
                      <a:pt x="25" y="6"/>
                      <a:pt x="24" y="4"/>
                    </a:cubicBezTo>
                    <a:cubicBezTo>
                      <a:pt x="23" y="2"/>
                      <a:pt x="23" y="2"/>
                      <a:pt x="21" y="1"/>
                    </a:cubicBezTo>
                    <a:cubicBezTo>
                      <a:pt x="19" y="0"/>
                      <a:pt x="18" y="0"/>
                      <a:pt x="17" y="0"/>
                    </a:cubicBezTo>
                    <a:cubicBezTo>
                      <a:pt x="15" y="0"/>
                      <a:pt x="14" y="0"/>
                      <a:pt x="12" y="1"/>
                    </a:cubicBezTo>
                    <a:cubicBezTo>
                      <a:pt x="10" y="2"/>
                      <a:pt x="10" y="2"/>
                      <a:pt x="9" y="4"/>
                    </a:cubicBezTo>
                    <a:cubicBezTo>
                      <a:pt x="9" y="5"/>
                      <a:pt x="9" y="6"/>
                      <a:pt x="8" y="7"/>
                    </a:cubicBezTo>
                    <a:cubicBezTo>
                      <a:pt x="4" y="28"/>
                      <a:pt x="1" y="49"/>
                      <a:pt x="1" y="71"/>
                    </a:cubicBezTo>
                    <a:cubicBezTo>
                      <a:pt x="1" y="77"/>
                      <a:pt x="0" y="83"/>
                      <a:pt x="0" y="89"/>
                    </a:cubicBezTo>
                    <a:cubicBezTo>
                      <a:pt x="0" y="100"/>
                      <a:pt x="2" y="111"/>
                      <a:pt x="4" y="123"/>
                    </a:cubicBezTo>
                    <a:cubicBezTo>
                      <a:pt x="5" y="124"/>
                      <a:pt x="6" y="124"/>
                      <a:pt x="7" y="125"/>
                    </a:cubicBezTo>
                    <a:cubicBezTo>
                      <a:pt x="8" y="126"/>
                      <a:pt x="9" y="126"/>
                      <a:pt x="10" y="126"/>
                    </a:cubicBezTo>
                    <a:cubicBezTo>
                      <a:pt x="11" y="126"/>
                      <a:pt x="12" y="126"/>
                      <a:pt x="13" y="125"/>
                    </a:cubicBezTo>
                    <a:cubicBezTo>
                      <a:pt x="14" y="124"/>
                      <a:pt x="14" y="124"/>
                      <a:pt x="15" y="1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9"/>
              <p:cNvSpPr/>
              <p:nvPr/>
            </p:nvSpPr>
            <p:spPr>
              <a:xfrm>
                <a:off x="3594115" y="5889528"/>
                <a:ext cx="7920" cy="76680"/>
              </a:xfrm>
              <a:custGeom>
                <a:rect b="b" l="l" r="r" t="t"/>
                <a:pathLst>
                  <a:path extrusionOk="0" h="213" w="22">
                    <a:moveTo>
                      <a:pt x="5" y="4"/>
                    </a:moveTo>
                    <a:cubicBezTo>
                      <a:pt x="2" y="48"/>
                      <a:pt x="0" y="91"/>
                      <a:pt x="0" y="135"/>
                    </a:cubicBezTo>
                    <a:cubicBezTo>
                      <a:pt x="0" y="157"/>
                      <a:pt x="0" y="179"/>
                      <a:pt x="1" y="201"/>
                    </a:cubicBezTo>
                    <a:cubicBezTo>
                      <a:pt x="1" y="212"/>
                      <a:pt x="19" y="211"/>
                      <a:pt x="19" y="200"/>
                    </a:cubicBezTo>
                    <a:cubicBezTo>
                      <a:pt x="20" y="177"/>
                      <a:pt x="21" y="155"/>
                      <a:pt x="21" y="132"/>
                    </a:cubicBezTo>
                    <a:cubicBezTo>
                      <a:pt x="21" y="89"/>
                      <a:pt x="19" y="46"/>
                      <a:pt x="15" y="3"/>
                    </a:cubicBezTo>
                    <a:lnTo>
                      <a:pt x="14" y="2"/>
                    </a:lnTo>
                    <a:cubicBezTo>
                      <a:pt x="13" y="2"/>
                      <a:pt x="14" y="1"/>
                      <a:pt x="13" y="0"/>
                    </a:cubicBezTo>
                    <a:cubicBezTo>
                      <a:pt x="12" y="0"/>
                      <a:pt x="11" y="0"/>
                      <a:pt x="10" y="0"/>
                    </a:cubicBezTo>
                    <a:cubicBezTo>
                      <a:pt x="9" y="0"/>
                      <a:pt x="8" y="0"/>
                      <a:pt x="8" y="0"/>
                    </a:cubicBezTo>
                    <a:cubicBezTo>
                      <a:pt x="7" y="1"/>
                      <a:pt x="6" y="1"/>
                      <a:pt x="6" y="2"/>
                    </a:cubicBezTo>
                    <a:cubicBezTo>
                      <a:pt x="6" y="3"/>
                      <a:pt x="5" y="3"/>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9"/>
              <p:cNvSpPr/>
              <p:nvPr/>
            </p:nvSpPr>
            <p:spPr>
              <a:xfrm>
                <a:off x="3607435" y="5841648"/>
                <a:ext cx="14400" cy="119520"/>
              </a:xfrm>
              <a:custGeom>
                <a:rect b="b" l="l" r="r" t="t"/>
                <a:pathLst>
                  <a:path extrusionOk="0" h="332" w="40">
                    <a:moveTo>
                      <a:pt x="23" y="331"/>
                    </a:moveTo>
                    <a:lnTo>
                      <a:pt x="26" y="331"/>
                    </a:lnTo>
                    <a:cubicBezTo>
                      <a:pt x="35" y="331"/>
                      <a:pt x="39" y="316"/>
                      <a:pt x="30" y="312"/>
                    </a:cubicBezTo>
                    <a:cubicBezTo>
                      <a:pt x="30" y="312"/>
                      <a:pt x="23" y="218"/>
                      <a:pt x="23" y="208"/>
                    </a:cubicBezTo>
                    <a:cubicBezTo>
                      <a:pt x="20" y="141"/>
                      <a:pt x="19" y="73"/>
                      <a:pt x="18" y="5"/>
                    </a:cubicBezTo>
                    <a:cubicBezTo>
                      <a:pt x="18" y="0"/>
                      <a:pt x="10" y="1"/>
                      <a:pt x="10" y="5"/>
                    </a:cubicBezTo>
                    <a:cubicBezTo>
                      <a:pt x="8" y="110"/>
                      <a:pt x="0" y="216"/>
                      <a:pt x="10" y="321"/>
                    </a:cubicBezTo>
                    <a:cubicBezTo>
                      <a:pt x="10" y="323"/>
                      <a:pt x="10" y="324"/>
                      <a:pt x="11" y="326"/>
                    </a:cubicBezTo>
                    <a:cubicBezTo>
                      <a:pt x="11" y="328"/>
                      <a:pt x="14" y="329"/>
                      <a:pt x="16" y="330"/>
                    </a:cubicBezTo>
                    <a:cubicBezTo>
                      <a:pt x="18" y="331"/>
                      <a:pt x="20" y="331"/>
                      <a:pt x="22" y="331"/>
                    </a:cubicBezTo>
                    <a:lnTo>
                      <a:pt x="23" y="3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9"/>
              <p:cNvSpPr/>
              <p:nvPr/>
            </p:nvSpPr>
            <p:spPr>
              <a:xfrm>
                <a:off x="3658915" y="5884848"/>
                <a:ext cx="7560" cy="68400"/>
              </a:xfrm>
              <a:custGeom>
                <a:rect b="b" l="l" r="r" t="t"/>
                <a:pathLst>
                  <a:path extrusionOk="0" h="190" w="21">
                    <a:moveTo>
                      <a:pt x="15" y="185"/>
                    </a:moveTo>
                    <a:cubicBezTo>
                      <a:pt x="18" y="172"/>
                      <a:pt x="20" y="158"/>
                      <a:pt x="20" y="143"/>
                    </a:cubicBezTo>
                    <a:cubicBezTo>
                      <a:pt x="20" y="134"/>
                      <a:pt x="19" y="124"/>
                      <a:pt x="18" y="115"/>
                    </a:cubicBezTo>
                    <a:cubicBezTo>
                      <a:pt x="18" y="79"/>
                      <a:pt x="16" y="43"/>
                      <a:pt x="15" y="7"/>
                    </a:cubicBezTo>
                    <a:cubicBezTo>
                      <a:pt x="15" y="0"/>
                      <a:pt x="5" y="1"/>
                      <a:pt x="5" y="7"/>
                    </a:cubicBezTo>
                    <a:cubicBezTo>
                      <a:pt x="5" y="43"/>
                      <a:pt x="3" y="79"/>
                      <a:pt x="2" y="115"/>
                    </a:cubicBezTo>
                    <a:cubicBezTo>
                      <a:pt x="1" y="124"/>
                      <a:pt x="0" y="134"/>
                      <a:pt x="0" y="143"/>
                    </a:cubicBezTo>
                    <a:cubicBezTo>
                      <a:pt x="0" y="157"/>
                      <a:pt x="2" y="171"/>
                      <a:pt x="5" y="185"/>
                    </a:cubicBezTo>
                    <a:lnTo>
                      <a:pt x="5" y="186"/>
                    </a:lnTo>
                    <a:cubicBezTo>
                      <a:pt x="6" y="187"/>
                      <a:pt x="6" y="187"/>
                      <a:pt x="7" y="188"/>
                    </a:cubicBezTo>
                    <a:cubicBezTo>
                      <a:pt x="8" y="188"/>
                      <a:pt x="9" y="189"/>
                      <a:pt x="10" y="189"/>
                    </a:cubicBezTo>
                    <a:cubicBezTo>
                      <a:pt x="11" y="189"/>
                      <a:pt x="12" y="188"/>
                      <a:pt x="13" y="188"/>
                    </a:cubicBezTo>
                    <a:cubicBezTo>
                      <a:pt x="14" y="187"/>
                      <a:pt x="14" y="187"/>
                      <a:pt x="15" y="186"/>
                    </a:cubicBezTo>
                    <a:lnTo>
                      <a:pt x="15" y="18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9"/>
              <p:cNvSpPr/>
              <p:nvPr/>
            </p:nvSpPr>
            <p:spPr>
              <a:xfrm>
                <a:off x="3777715" y="5924088"/>
                <a:ext cx="6480" cy="7920"/>
              </a:xfrm>
              <a:custGeom>
                <a:rect b="b" l="l" r="r" t="t"/>
                <a:pathLst>
                  <a:path extrusionOk="0" h="22" w="18">
                    <a:moveTo>
                      <a:pt x="5" y="20"/>
                    </a:moveTo>
                    <a:cubicBezTo>
                      <a:pt x="12" y="19"/>
                      <a:pt x="13" y="13"/>
                      <a:pt x="15" y="8"/>
                    </a:cubicBezTo>
                    <a:cubicBezTo>
                      <a:pt x="17" y="2"/>
                      <a:pt x="10" y="0"/>
                      <a:pt x="8" y="5"/>
                    </a:cubicBezTo>
                    <a:cubicBezTo>
                      <a:pt x="6" y="10"/>
                      <a:pt x="7" y="12"/>
                      <a:pt x="3" y="14"/>
                    </a:cubicBezTo>
                    <a:cubicBezTo>
                      <a:pt x="0" y="15"/>
                      <a:pt x="2" y="21"/>
                      <a:pt x="5"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9"/>
              <p:cNvSpPr/>
              <p:nvPr/>
            </p:nvSpPr>
            <p:spPr>
              <a:xfrm>
                <a:off x="3396475" y="5802047"/>
                <a:ext cx="14760" cy="42840"/>
              </a:xfrm>
              <a:custGeom>
                <a:rect b="b" l="l" r="r" t="t"/>
                <a:pathLst>
                  <a:path extrusionOk="0" h="119" w="41">
                    <a:moveTo>
                      <a:pt x="31" y="113"/>
                    </a:moveTo>
                    <a:cubicBezTo>
                      <a:pt x="40" y="78"/>
                      <a:pt x="21" y="47"/>
                      <a:pt x="19" y="13"/>
                    </a:cubicBezTo>
                    <a:cubicBezTo>
                      <a:pt x="19" y="1"/>
                      <a:pt x="0" y="0"/>
                      <a:pt x="0" y="13"/>
                    </a:cubicBezTo>
                    <a:cubicBezTo>
                      <a:pt x="2" y="47"/>
                      <a:pt x="10" y="81"/>
                      <a:pt x="22" y="113"/>
                    </a:cubicBezTo>
                    <a:cubicBezTo>
                      <a:pt x="23" y="116"/>
                      <a:pt x="29" y="118"/>
                      <a:pt x="31" y="1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9"/>
              <p:cNvSpPr/>
              <p:nvPr/>
            </p:nvSpPr>
            <p:spPr>
              <a:xfrm>
                <a:off x="3507715" y="5897448"/>
                <a:ext cx="9720" cy="96480"/>
              </a:xfrm>
              <a:custGeom>
                <a:rect b="b" l="l" r="r" t="t"/>
                <a:pathLst>
                  <a:path extrusionOk="0" h="268" w="27">
                    <a:moveTo>
                      <a:pt x="26" y="257"/>
                    </a:moveTo>
                    <a:cubicBezTo>
                      <a:pt x="26" y="173"/>
                      <a:pt x="18" y="90"/>
                      <a:pt x="15" y="6"/>
                    </a:cubicBezTo>
                    <a:cubicBezTo>
                      <a:pt x="15" y="5"/>
                      <a:pt x="14" y="4"/>
                      <a:pt x="14" y="3"/>
                    </a:cubicBezTo>
                    <a:cubicBezTo>
                      <a:pt x="13" y="2"/>
                      <a:pt x="13" y="2"/>
                      <a:pt x="12" y="1"/>
                    </a:cubicBezTo>
                    <a:cubicBezTo>
                      <a:pt x="11" y="0"/>
                      <a:pt x="10" y="0"/>
                      <a:pt x="9" y="0"/>
                    </a:cubicBezTo>
                    <a:cubicBezTo>
                      <a:pt x="8" y="0"/>
                      <a:pt x="7" y="0"/>
                      <a:pt x="6" y="1"/>
                    </a:cubicBezTo>
                    <a:cubicBezTo>
                      <a:pt x="5" y="2"/>
                      <a:pt x="4" y="2"/>
                      <a:pt x="4" y="3"/>
                    </a:cubicBezTo>
                    <a:cubicBezTo>
                      <a:pt x="3" y="4"/>
                      <a:pt x="3" y="5"/>
                      <a:pt x="3" y="6"/>
                    </a:cubicBezTo>
                    <a:cubicBezTo>
                      <a:pt x="0" y="90"/>
                      <a:pt x="6" y="173"/>
                      <a:pt x="6" y="257"/>
                    </a:cubicBezTo>
                    <a:cubicBezTo>
                      <a:pt x="6" y="259"/>
                      <a:pt x="6" y="261"/>
                      <a:pt x="7" y="262"/>
                    </a:cubicBezTo>
                    <a:cubicBezTo>
                      <a:pt x="8" y="264"/>
                      <a:pt x="9" y="265"/>
                      <a:pt x="11" y="266"/>
                    </a:cubicBezTo>
                    <a:cubicBezTo>
                      <a:pt x="13" y="267"/>
                      <a:pt x="14" y="267"/>
                      <a:pt x="16" y="267"/>
                    </a:cubicBezTo>
                    <a:cubicBezTo>
                      <a:pt x="18" y="267"/>
                      <a:pt x="19" y="267"/>
                      <a:pt x="21" y="266"/>
                    </a:cubicBezTo>
                    <a:cubicBezTo>
                      <a:pt x="23" y="265"/>
                      <a:pt x="24" y="264"/>
                      <a:pt x="25" y="262"/>
                    </a:cubicBezTo>
                    <a:cubicBezTo>
                      <a:pt x="26" y="260"/>
                      <a:pt x="26" y="259"/>
                      <a:pt x="26" y="2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9"/>
              <p:cNvSpPr/>
              <p:nvPr/>
            </p:nvSpPr>
            <p:spPr>
              <a:xfrm>
                <a:off x="3569275" y="5900328"/>
                <a:ext cx="14040" cy="74880"/>
              </a:xfrm>
              <a:custGeom>
                <a:rect b="b" l="l" r="r" t="t"/>
                <a:pathLst>
                  <a:path extrusionOk="0" h="208" w="39">
                    <a:moveTo>
                      <a:pt x="13" y="204"/>
                    </a:moveTo>
                    <a:cubicBezTo>
                      <a:pt x="38" y="145"/>
                      <a:pt x="26" y="71"/>
                      <a:pt x="23" y="8"/>
                    </a:cubicBezTo>
                    <a:cubicBezTo>
                      <a:pt x="23" y="7"/>
                      <a:pt x="22" y="6"/>
                      <a:pt x="22" y="5"/>
                    </a:cubicBezTo>
                    <a:cubicBezTo>
                      <a:pt x="21" y="3"/>
                      <a:pt x="20" y="3"/>
                      <a:pt x="19" y="2"/>
                    </a:cubicBezTo>
                    <a:cubicBezTo>
                      <a:pt x="18" y="1"/>
                      <a:pt x="16" y="0"/>
                      <a:pt x="15" y="0"/>
                    </a:cubicBezTo>
                    <a:cubicBezTo>
                      <a:pt x="13" y="0"/>
                      <a:pt x="12" y="1"/>
                      <a:pt x="10" y="2"/>
                    </a:cubicBezTo>
                    <a:cubicBezTo>
                      <a:pt x="8" y="3"/>
                      <a:pt x="8" y="3"/>
                      <a:pt x="7" y="5"/>
                    </a:cubicBezTo>
                    <a:cubicBezTo>
                      <a:pt x="7" y="6"/>
                      <a:pt x="6" y="7"/>
                      <a:pt x="6" y="8"/>
                    </a:cubicBezTo>
                    <a:cubicBezTo>
                      <a:pt x="5" y="47"/>
                      <a:pt x="4" y="86"/>
                      <a:pt x="3" y="127"/>
                    </a:cubicBezTo>
                    <a:cubicBezTo>
                      <a:pt x="1" y="140"/>
                      <a:pt x="0" y="152"/>
                      <a:pt x="0" y="165"/>
                    </a:cubicBezTo>
                    <a:cubicBezTo>
                      <a:pt x="0" y="178"/>
                      <a:pt x="1" y="191"/>
                      <a:pt x="3" y="203"/>
                    </a:cubicBezTo>
                    <a:lnTo>
                      <a:pt x="3" y="204"/>
                    </a:lnTo>
                    <a:cubicBezTo>
                      <a:pt x="4" y="205"/>
                      <a:pt x="4" y="205"/>
                      <a:pt x="5" y="206"/>
                    </a:cubicBezTo>
                    <a:cubicBezTo>
                      <a:pt x="6" y="207"/>
                      <a:pt x="7" y="207"/>
                      <a:pt x="9" y="207"/>
                    </a:cubicBezTo>
                    <a:cubicBezTo>
                      <a:pt x="10" y="207"/>
                      <a:pt x="11" y="207"/>
                      <a:pt x="12" y="206"/>
                    </a:cubicBezTo>
                    <a:cubicBezTo>
                      <a:pt x="12" y="206"/>
                      <a:pt x="13" y="205"/>
                      <a:pt x="13" y="20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9"/>
              <p:cNvSpPr/>
              <p:nvPr/>
            </p:nvSpPr>
            <p:spPr>
              <a:xfrm>
                <a:off x="3321235" y="5856048"/>
                <a:ext cx="13680" cy="40320"/>
              </a:xfrm>
              <a:custGeom>
                <a:rect b="b" l="l" r="r" t="t"/>
                <a:pathLst>
                  <a:path extrusionOk="0" h="112" w="38">
                    <a:moveTo>
                      <a:pt x="34" y="105"/>
                    </a:moveTo>
                    <a:cubicBezTo>
                      <a:pt x="37" y="72"/>
                      <a:pt x="18" y="38"/>
                      <a:pt x="15" y="6"/>
                    </a:cubicBezTo>
                    <a:cubicBezTo>
                      <a:pt x="15" y="5"/>
                      <a:pt x="15" y="5"/>
                      <a:pt x="14" y="4"/>
                    </a:cubicBezTo>
                    <a:cubicBezTo>
                      <a:pt x="14" y="3"/>
                      <a:pt x="13" y="2"/>
                      <a:pt x="12" y="1"/>
                    </a:cubicBezTo>
                    <a:cubicBezTo>
                      <a:pt x="11" y="0"/>
                      <a:pt x="9" y="0"/>
                      <a:pt x="8" y="0"/>
                    </a:cubicBezTo>
                    <a:cubicBezTo>
                      <a:pt x="7" y="0"/>
                      <a:pt x="5" y="0"/>
                      <a:pt x="4" y="1"/>
                    </a:cubicBezTo>
                    <a:cubicBezTo>
                      <a:pt x="3" y="2"/>
                      <a:pt x="2" y="3"/>
                      <a:pt x="1" y="4"/>
                    </a:cubicBezTo>
                    <a:cubicBezTo>
                      <a:pt x="1" y="5"/>
                      <a:pt x="1" y="5"/>
                      <a:pt x="1" y="6"/>
                    </a:cubicBezTo>
                    <a:cubicBezTo>
                      <a:pt x="1" y="8"/>
                      <a:pt x="0" y="11"/>
                      <a:pt x="0" y="13"/>
                    </a:cubicBezTo>
                    <a:cubicBezTo>
                      <a:pt x="0" y="46"/>
                      <a:pt x="9" y="79"/>
                      <a:pt x="24" y="108"/>
                    </a:cubicBezTo>
                    <a:cubicBezTo>
                      <a:pt x="24" y="109"/>
                      <a:pt x="25" y="109"/>
                      <a:pt x="26" y="110"/>
                    </a:cubicBezTo>
                    <a:cubicBezTo>
                      <a:pt x="26" y="110"/>
                      <a:pt x="27" y="110"/>
                      <a:pt x="28" y="110"/>
                    </a:cubicBezTo>
                    <a:cubicBezTo>
                      <a:pt x="29" y="110"/>
                      <a:pt x="30" y="111"/>
                      <a:pt x="31" y="110"/>
                    </a:cubicBezTo>
                    <a:cubicBezTo>
                      <a:pt x="32" y="109"/>
                      <a:pt x="32" y="109"/>
                      <a:pt x="33" y="108"/>
                    </a:cubicBezTo>
                    <a:cubicBezTo>
                      <a:pt x="34" y="107"/>
                      <a:pt x="34" y="106"/>
                      <a:pt x="34"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9"/>
              <p:cNvSpPr/>
              <p:nvPr/>
            </p:nvSpPr>
            <p:spPr>
              <a:xfrm>
                <a:off x="3386395" y="5926968"/>
                <a:ext cx="10800" cy="51840"/>
              </a:xfrm>
              <a:custGeom>
                <a:rect b="b" l="l" r="r" t="t"/>
                <a:pathLst>
                  <a:path extrusionOk="0" h="144" w="30">
                    <a:moveTo>
                      <a:pt x="5" y="140"/>
                    </a:moveTo>
                    <a:cubicBezTo>
                      <a:pt x="6" y="141"/>
                      <a:pt x="7" y="141"/>
                      <a:pt x="8" y="142"/>
                    </a:cubicBezTo>
                    <a:cubicBezTo>
                      <a:pt x="9" y="143"/>
                      <a:pt x="9" y="143"/>
                      <a:pt x="10" y="143"/>
                    </a:cubicBezTo>
                    <a:cubicBezTo>
                      <a:pt x="11" y="143"/>
                      <a:pt x="12" y="143"/>
                      <a:pt x="13" y="142"/>
                    </a:cubicBezTo>
                    <a:cubicBezTo>
                      <a:pt x="14" y="141"/>
                      <a:pt x="15" y="141"/>
                      <a:pt x="15" y="140"/>
                    </a:cubicBezTo>
                    <a:lnTo>
                      <a:pt x="16" y="140"/>
                    </a:lnTo>
                    <a:cubicBezTo>
                      <a:pt x="29" y="101"/>
                      <a:pt x="16" y="49"/>
                      <a:pt x="14" y="8"/>
                    </a:cubicBezTo>
                    <a:cubicBezTo>
                      <a:pt x="14" y="0"/>
                      <a:pt x="0" y="0"/>
                      <a:pt x="0" y="8"/>
                    </a:cubicBezTo>
                    <a:cubicBezTo>
                      <a:pt x="0" y="31"/>
                      <a:pt x="2" y="53"/>
                      <a:pt x="2" y="76"/>
                    </a:cubicBezTo>
                    <a:cubicBezTo>
                      <a:pt x="1" y="83"/>
                      <a:pt x="1" y="90"/>
                      <a:pt x="1" y="98"/>
                    </a:cubicBezTo>
                    <a:cubicBezTo>
                      <a:pt x="1" y="112"/>
                      <a:pt x="2" y="126"/>
                      <a:pt x="5" y="1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9"/>
              <p:cNvSpPr/>
              <p:nvPr/>
            </p:nvSpPr>
            <p:spPr>
              <a:xfrm>
                <a:off x="3398995" y="5908968"/>
                <a:ext cx="4680" cy="15480"/>
              </a:xfrm>
              <a:custGeom>
                <a:rect b="b" l="l" r="r" t="t"/>
                <a:pathLst>
                  <a:path extrusionOk="0" h="43" w="13">
                    <a:moveTo>
                      <a:pt x="0" y="8"/>
                    </a:moveTo>
                    <a:cubicBezTo>
                      <a:pt x="0" y="18"/>
                      <a:pt x="1" y="29"/>
                      <a:pt x="2" y="39"/>
                    </a:cubicBezTo>
                    <a:cubicBezTo>
                      <a:pt x="3" y="40"/>
                      <a:pt x="3" y="40"/>
                      <a:pt x="3" y="40"/>
                    </a:cubicBezTo>
                    <a:cubicBezTo>
                      <a:pt x="3" y="41"/>
                      <a:pt x="4" y="41"/>
                      <a:pt x="4" y="41"/>
                    </a:cubicBezTo>
                    <a:cubicBezTo>
                      <a:pt x="5" y="42"/>
                      <a:pt x="5" y="42"/>
                      <a:pt x="6" y="42"/>
                    </a:cubicBezTo>
                    <a:cubicBezTo>
                      <a:pt x="6" y="42"/>
                      <a:pt x="7" y="42"/>
                      <a:pt x="8" y="41"/>
                    </a:cubicBezTo>
                    <a:cubicBezTo>
                      <a:pt x="8" y="41"/>
                      <a:pt x="9" y="41"/>
                      <a:pt x="9" y="40"/>
                    </a:cubicBezTo>
                    <a:lnTo>
                      <a:pt x="9" y="39"/>
                    </a:lnTo>
                    <a:cubicBezTo>
                      <a:pt x="11" y="29"/>
                      <a:pt x="12" y="18"/>
                      <a:pt x="12" y="8"/>
                    </a:cubicBezTo>
                    <a:cubicBezTo>
                      <a:pt x="12" y="0"/>
                      <a:pt x="0" y="0"/>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49"/>
            <p:cNvGrpSpPr/>
            <p:nvPr/>
          </p:nvGrpSpPr>
          <p:grpSpPr>
            <a:xfrm flipH="1" rot="4993480">
              <a:off x="7266881" y="3509083"/>
              <a:ext cx="2566154" cy="702576"/>
              <a:chOff x="5" y="-1281455"/>
              <a:chExt cx="3587040" cy="982080"/>
            </a:xfrm>
          </p:grpSpPr>
          <p:sp>
            <p:nvSpPr>
              <p:cNvPr id="6064" name="Google Shape;6064;p49"/>
              <p:cNvSpPr/>
              <p:nvPr/>
            </p:nvSpPr>
            <p:spPr>
              <a:xfrm>
                <a:off x="3030845" y="-706175"/>
                <a:ext cx="543240" cy="164520"/>
              </a:xfrm>
              <a:custGeom>
                <a:rect b="b" l="l" r="r" t="t"/>
                <a:pathLst>
                  <a:path extrusionOk="0" h="457" w="1509">
                    <a:moveTo>
                      <a:pt x="1490" y="392"/>
                    </a:moveTo>
                    <a:cubicBezTo>
                      <a:pt x="1484" y="396"/>
                      <a:pt x="1475" y="388"/>
                      <a:pt x="1481" y="382"/>
                    </a:cubicBezTo>
                    <a:lnTo>
                      <a:pt x="1481" y="381"/>
                    </a:lnTo>
                    <a:cubicBezTo>
                      <a:pt x="1463" y="389"/>
                      <a:pt x="1444" y="396"/>
                      <a:pt x="1425" y="401"/>
                    </a:cubicBezTo>
                    <a:cubicBezTo>
                      <a:pt x="1397" y="406"/>
                      <a:pt x="1368" y="410"/>
                      <a:pt x="1339" y="416"/>
                    </a:cubicBezTo>
                    <a:cubicBezTo>
                      <a:pt x="1280" y="426"/>
                      <a:pt x="1219" y="431"/>
                      <a:pt x="1158" y="431"/>
                    </a:cubicBezTo>
                    <a:cubicBezTo>
                      <a:pt x="1144" y="431"/>
                      <a:pt x="1130" y="431"/>
                      <a:pt x="1116" y="431"/>
                    </a:cubicBezTo>
                    <a:cubicBezTo>
                      <a:pt x="973" y="428"/>
                      <a:pt x="825" y="439"/>
                      <a:pt x="686" y="398"/>
                    </a:cubicBezTo>
                    <a:cubicBezTo>
                      <a:pt x="537" y="355"/>
                      <a:pt x="364" y="287"/>
                      <a:pt x="246" y="184"/>
                    </a:cubicBezTo>
                    <a:cubicBezTo>
                      <a:pt x="205" y="149"/>
                      <a:pt x="161" y="112"/>
                      <a:pt x="117" y="80"/>
                    </a:cubicBezTo>
                    <a:cubicBezTo>
                      <a:pt x="83" y="55"/>
                      <a:pt x="54" y="16"/>
                      <a:pt x="15" y="0"/>
                    </a:cubicBezTo>
                    <a:lnTo>
                      <a:pt x="10" y="3"/>
                    </a:lnTo>
                    <a:cubicBezTo>
                      <a:pt x="11" y="5"/>
                      <a:pt x="11" y="6"/>
                      <a:pt x="11" y="8"/>
                    </a:cubicBezTo>
                    <a:cubicBezTo>
                      <a:pt x="11" y="10"/>
                      <a:pt x="11" y="12"/>
                      <a:pt x="10" y="13"/>
                    </a:cubicBezTo>
                    <a:cubicBezTo>
                      <a:pt x="10" y="14"/>
                      <a:pt x="9" y="15"/>
                      <a:pt x="9" y="15"/>
                    </a:cubicBezTo>
                    <a:cubicBezTo>
                      <a:pt x="7" y="19"/>
                      <a:pt x="4" y="23"/>
                      <a:pt x="0" y="25"/>
                    </a:cubicBezTo>
                    <a:cubicBezTo>
                      <a:pt x="24" y="42"/>
                      <a:pt x="46" y="61"/>
                      <a:pt x="65" y="83"/>
                    </a:cubicBezTo>
                    <a:cubicBezTo>
                      <a:pt x="86" y="102"/>
                      <a:pt x="110" y="117"/>
                      <a:pt x="131" y="136"/>
                    </a:cubicBezTo>
                    <a:cubicBezTo>
                      <a:pt x="183" y="186"/>
                      <a:pt x="241" y="230"/>
                      <a:pt x="304" y="266"/>
                    </a:cubicBezTo>
                    <a:cubicBezTo>
                      <a:pt x="306" y="267"/>
                      <a:pt x="308" y="269"/>
                      <a:pt x="311" y="270"/>
                    </a:cubicBezTo>
                    <a:cubicBezTo>
                      <a:pt x="438" y="341"/>
                      <a:pt x="575" y="394"/>
                      <a:pt x="717" y="426"/>
                    </a:cubicBezTo>
                    <a:cubicBezTo>
                      <a:pt x="863" y="456"/>
                      <a:pt x="1015" y="448"/>
                      <a:pt x="1163" y="448"/>
                    </a:cubicBezTo>
                    <a:cubicBezTo>
                      <a:pt x="1228" y="446"/>
                      <a:pt x="1294" y="440"/>
                      <a:pt x="1359" y="430"/>
                    </a:cubicBezTo>
                    <a:cubicBezTo>
                      <a:pt x="1412" y="423"/>
                      <a:pt x="1455" y="402"/>
                      <a:pt x="1504" y="388"/>
                    </a:cubicBezTo>
                    <a:lnTo>
                      <a:pt x="1505" y="388"/>
                    </a:lnTo>
                    <a:cubicBezTo>
                      <a:pt x="1506" y="387"/>
                      <a:pt x="1507" y="388"/>
                      <a:pt x="1508" y="386"/>
                    </a:cubicBezTo>
                    <a:cubicBezTo>
                      <a:pt x="1508" y="384"/>
                      <a:pt x="1508" y="383"/>
                      <a:pt x="1508" y="382"/>
                    </a:cubicBezTo>
                    <a:cubicBezTo>
                      <a:pt x="1508" y="381"/>
                      <a:pt x="1508" y="380"/>
                      <a:pt x="1508" y="379"/>
                    </a:cubicBezTo>
                    <a:cubicBezTo>
                      <a:pt x="1507" y="378"/>
                      <a:pt x="1507" y="378"/>
                      <a:pt x="1506" y="377"/>
                    </a:cubicBezTo>
                    <a:cubicBezTo>
                      <a:pt x="1502" y="383"/>
                      <a:pt x="1497" y="389"/>
                      <a:pt x="1490" y="3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9"/>
              <p:cNvSpPr/>
              <p:nvPr/>
            </p:nvSpPr>
            <p:spPr>
              <a:xfrm>
                <a:off x="3489485" y="-590255"/>
                <a:ext cx="6480" cy="5040"/>
              </a:xfrm>
              <a:custGeom>
                <a:rect b="b" l="l" r="r" t="t"/>
                <a:pathLst>
                  <a:path extrusionOk="0" h="14" w="18">
                    <a:moveTo>
                      <a:pt x="5" y="5"/>
                    </a:moveTo>
                    <a:cubicBezTo>
                      <a:pt x="4" y="8"/>
                      <a:pt x="2" y="11"/>
                      <a:pt x="0" y="13"/>
                    </a:cubicBezTo>
                    <a:cubicBezTo>
                      <a:pt x="4" y="11"/>
                      <a:pt x="8" y="10"/>
                      <a:pt x="12" y="9"/>
                    </a:cubicBezTo>
                    <a:cubicBezTo>
                      <a:pt x="13" y="9"/>
                      <a:pt x="13" y="9"/>
                      <a:pt x="14" y="8"/>
                    </a:cubicBezTo>
                    <a:cubicBezTo>
                      <a:pt x="15" y="8"/>
                      <a:pt x="15" y="8"/>
                      <a:pt x="16" y="7"/>
                    </a:cubicBezTo>
                    <a:cubicBezTo>
                      <a:pt x="17" y="6"/>
                      <a:pt x="16" y="5"/>
                      <a:pt x="16" y="4"/>
                    </a:cubicBezTo>
                    <a:cubicBezTo>
                      <a:pt x="16" y="3"/>
                      <a:pt x="17" y="2"/>
                      <a:pt x="16" y="1"/>
                    </a:cubicBezTo>
                    <a:cubicBezTo>
                      <a:pt x="15" y="0"/>
                      <a:pt x="15" y="0"/>
                      <a:pt x="14" y="0"/>
                    </a:cubicBezTo>
                    <a:cubicBezTo>
                      <a:pt x="13" y="1"/>
                      <a:pt x="12" y="2"/>
                      <a:pt x="11" y="3"/>
                    </a:cubicBezTo>
                    <a:cubicBezTo>
                      <a:pt x="11" y="4"/>
                      <a:pt x="10" y="4"/>
                      <a:pt x="10" y="4"/>
                    </a:cubicBezTo>
                    <a:cubicBezTo>
                      <a:pt x="8" y="5"/>
                      <a:pt x="7" y="5"/>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9"/>
              <p:cNvSpPr/>
              <p:nvPr/>
            </p:nvSpPr>
            <p:spPr>
              <a:xfrm>
                <a:off x="3363845" y="-593855"/>
                <a:ext cx="7560" cy="3600"/>
              </a:xfrm>
              <a:custGeom>
                <a:rect b="b" l="l" r="r" t="t"/>
                <a:pathLst>
                  <a:path extrusionOk="0" h="10" w="21">
                    <a:moveTo>
                      <a:pt x="6" y="1"/>
                    </a:moveTo>
                    <a:cubicBezTo>
                      <a:pt x="4" y="1"/>
                      <a:pt x="2" y="0"/>
                      <a:pt x="0" y="0"/>
                    </a:cubicBezTo>
                    <a:cubicBezTo>
                      <a:pt x="0" y="2"/>
                      <a:pt x="0" y="3"/>
                      <a:pt x="0" y="5"/>
                    </a:cubicBezTo>
                    <a:cubicBezTo>
                      <a:pt x="7" y="7"/>
                      <a:pt x="13" y="8"/>
                      <a:pt x="20" y="9"/>
                    </a:cubicBezTo>
                    <a:lnTo>
                      <a:pt x="15" y="7"/>
                    </a:lnTo>
                    <a:cubicBezTo>
                      <a:pt x="11" y="6"/>
                      <a:pt x="10" y="3"/>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9"/>
              <p:cNvSpPr/>
              <p:nvPr/>
            </p:nvSpPr>
            <p:spPr>
              <a:xfrm>
                <a:off x="3312725" y="-869975"/>
                <a:ext cx="39600" cy="39960"/>
              </a:xfrm>
              <a:custGeom>
                <a:rect b="b" l="l" r="r" t="t"/>
                <a:pathLst>
                  <a:path extrusionOk="0" h="111" w="110">
                    <a:moveTo>
                      <a:pt x="109" y="0"/>
                    </a:moveTo>
                    <a:cubicBezTo>
                      <a:pt x="73" y="23"/>
                      <a:pt x="42" y="51"/>
                      <a:pt x="16" y="85"/>
                    </a:cubicBezTo>
                    <a:cubicBezTo>
                      <a:pt x="11" y="92"/>
                      <a:pt x="6" y="100"/>
                      <a:pt x="2" y="107"/>
                    </a:cubicBezTo>
                    <a:cubicBezTo>
                      <a:pt x="1" y="108"/>
                      <a:pt x="0" y="109"/>
                      <a:pt x="0" y="110"/>
                    </a:cubicBezTo>
                    <a:cubicBezTo>
                      <a:pt x="32" y="70"/>
                      <a:pt x="69" y="33"/>
                      <a:pt x="10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9"/>
              <p:cNvSpPr/>
              <p:nvPr/>
            </p:nvSpPr>
            <p:spPr>
              <a:xfrm>
                <a:off x="3260165" y="-809135"/>
                <a:ext cx="59040" cy="202680"/>
              </a:xfrm>
              <a:custGeom>
                <a:rect b="b" l="l" r="r" t="t"/>
                <a:pathLst>
                  <a:path extrusionOk="0" h="563" w="164">
                    <a:moveTo>
                      <a:pt x="58" y="459"/>
                    </a:moveTo>
                    <a:cubicBezTo>
                      <a:pt x="83" y="502"/>
                      <a:pt x="119" y="537"/>
                      <a:pt x="162" y="561"/>
                    </a:cubicBezTo>
                    <a:cubicBezTo>
                      <a:pt x="162" y="562"/>
                      <a:pt x="163" y="562"/>
                      <a:pt x="163" y="562"/>
                    </a:cubicBezTo>
                    <a:cubicBezTo>
                      <a:pt x="161" y="558"/>
                      <a:pt x="159" y="553"/>
                      <a:pt x="159" y="548"/>
                    </a:cubicBezTo>
                    <a:cubicBezTo>
                      <a:pt x="159" y="547"/>
                      <a:pt x="159" y="547"/>
                      <a:pt x="159" y="546"/>
                    </a:cubicBezTo>
                    <a:cubicBezTo>
                      <a:pt x="160" y="545"/>
                      <a:pt x="160" y="544"/>
                      <a:pt x="160" y="544"/>
                    </a:cubicBezTo>
                    <a:cubicBezTo>
                      <a:pt x="160" y="543"/>
                      <a:pt x="161" y="543"/>
                      <a:pt x="161" y="543"/>
                    </a:cubicBezTo>
                    <a:cubicBezTo>
                      <a:pt x="57" y="461"/>
                      <a:pt x="0" y="309"/>
                      <a:pt x="41" y="184"/>
                    </a:cubicBezTo>
                    <a:cubicBezTo>
                      <a:pt x="46" y="169"/>
                      <a:pt x="51" y="154"/>
                      <a:pt x="56" y="139"/>
                    </a:cubicBezTo>
                    <a:cubicBezTo>
                      <a:pt x="58" y="104"/>
                      <a:pt x="63" y="69"/>
                      <a:pt x="72" y="35"/>
                    </a:cubicBezTo>
                    <a:cubicBezTo>
                      <a:pt x="72" y="34"/>
                      <a:pt x="72" y="33"/>
                      <a:pt x="72" y="33"/>
                    </a:cubicBezTo>
                    <a:cubicBezTo>
                      <a:pt x="73" y="31"/>
                      <a:pt x="74" y="31"/>
                      <a:pt x="76" y="30"/>
                    </a:cubicBezTo>
                    <a:cubicBezTo>
                      <a:pt x="78" y="29"/>
                      <a:pt x="78" y="28"/>
                      <a:pt x="80" y="28"/>
                    </a:cubicBezTo>
                    <a:cubicBezTo>
                      <a:pt x="81" y="28"/>
                      <a:pt x="82" y="29"/>
                      <a:pt x="84" y="30"/>
                    </a:cubicBezTo>
                    <a:cubicBezTo>
                      <a:pt x="86" y="31"/>
                      <a:pt x="87" y="31"/>
                      <a:pt x="88" y="33"/>
                    </a:cubicBezTo>
                    <a:cubicBezTo>
                      <a:pt x="88" y="34"/>
                      <a:pt x="89" y="35"/>
                      <a:pt x="89" y="37"/>
                    </a:cubicBezTo>
                    <a:cubicBezTo>
                      <a:pt x="89" y="44"/>
                      <a:pt x="88" y="51"/>
                      <a:pt x="87" y="59"/>
                    </a:cubicBezTo>
                    <a:cubicBezTo>
                      <a:pt x="95" y="40"/>
                      <a:pt x="102" y="22"/>
                      <a:pt x="111" y="4"/>
                    </a:cubicBezTo>
                    <a:cubicBezTo>
                      <a:pt x="106" y="12"/>
                      <a:pt x="100" y="19"/>
                      <a:pt x="95" y="26"/>
                    </a:cubicBezTo>
                    <a:cubicBezTo>
                      <a:pt x="90" y="31"/>
                      <a:pt x="78" y="28"/>
                      <a:pt x="80" y="20"/>
                    </a:cubicBezTo>
                    <a:cubicBezTo>
                      <a:pt x="82" y="12"/>
                      <a:pt x="84" y="6"/>
                      <a:pt x="86" y="0"/>
                    </a:cubicBezTo>
                    <a:cubicBezTo>
                      <a:pt x="70" y="32"/>
                      <a:pt x="57" y="65"/>
                      <a:pt x="46" y="99"/>
                    </a:cubicBezTo>
                    <a:cubicBezTo>
                      <a:pt x="32" y="136"/>
                      <a:pt x="8" y="177"/>
                      <a:pt x="7" y="219"/>
                    </a:cubicBezTo>
                    <a:cubicBezTo>
                      <a:pt x="7" y="266"/>
                      <a:pt x="10" y="313"/>
                      <a:pt x="11" y="360"/>
                    </a:cubicBezTo>
                    <a:cubicBezTo>
                      <a:pt x="10" y="394"/>
                      <a:pt x="42" y="430"/>
                      <a:pt x="58" y="4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9"/>
              <p:cNvSpPr/>
              <p:nvPr/>
            </p:nvSpPr>
            <p:spPr>
              <a:xfrm>
                <a:off x="3400565" y="-917495"/>
                <a:ext cx="63360" cy="16560"/>
              </a:xfrm>
              <a:custGeom>
                <a:rect b="b" l="l" r="r" t="t"/>
                <a:pathLst>
                  <a:path extrusionOk="0" h="46" w="176">
                    <a:moveTo>
                      <a:pt x="171" y="7"/>
                    </a:moveTo>
                    <a:cubicBezTo>
                      <a:pt x="171" y="6"/>
                      <a:pt x="172" y="4"/>
                      <a:pt x="172" y="3"/>
                    </a:cubicBezTo>
                    <a:cubicBezTo>
                      <a:pt x="173" y="2"/>
                      <a:pt x="174" y="1"/>
                      <a:pt x="175" y="0"/>
                    </a:cubicBezTo>
                    <a:cubicBezTo>
                      <a:pt x="114" y="0"/>
                      <a:pt x="54" y="16"/>
                      <a:pt x="0" y="45"/>
                    </a:cubicBezTo>
                    <a:cubicBezTo>
                      <a:pt x="22" y="39"/>
                      <a:pt x="44" y="34"/>
                      <a:pt x="65" y="29"/>
                    </a:cubicBezTo>
                    <a:cubicBezTo>
                      <a:pt x="100" y="20"/>
                      <a:pt x="135" y="13"/>
                      <a:pt x="171"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9"/>
              <p:cNvSpPr/>
              <p:nvPr/>
            </p:nvSpPr>
            <p:spPr>
              <a:xfrm>
                <a:off x="3299765" y="-830375"/>
                <a:ext cx="13320" cy="23040"/>
              </a:xfrm>
              <a:custGeom>
                <a:rect b="b" l="l" r="r" t="t"/>
                <a:pathLst>
                  <a:path extrusionOk="0" h="64" w="37">
                    <a:moveTo>
                      <a:pt x="7" y="47"/>
                    </a:moveTo>
                    <a:cubicBezTo>
                      <a:pt x="5" y="52"/>
                      <a:pt x="3" y="58"/>
                      <a:pt x="0" y="63"/>
                    </a:cubicBezTo>
                    <a:cubicBezTo>
                      <a:pt x="13" y="43"/>
                      <a:pt x="24" y="21"/>
                      <a:pt x="36" y="0"/>
                    </a:cubicBezTo>
                    <a:cubicBezTo>
                      <a:pt x="29" y="9"/>
                      <a:pt x="23" y="18"/>
                      <a:pt x="18" y="28"/>
                    </a:cubicBezTo>
                    <a:cubicBezTo>
                      <a:pt x="14" y="34"/>
                      <a:pt x="11" y="41"/>
                      <a:pt x="7"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9"/>
              <p:cNvSpPr/>
              <p:nvPr/>
            </p:nvSpPr>
            <p:spPr>
              <a:xfrm>
                <a:off x="3291125" y="-909215"/>
                <a:ext cx="170280" cy="100080"/>
              </a:xfrm>
              <a:custGeom>
                <a:rect b="b" l="l" r="r" t="t"/>
                <a:pathLst>
                  <a:path extrusionOk="0" h="278" w="473">
                    <a:moveTo>
                      <a:pt x="71" y="176"/>
                    </a:moveTo>
                    <a:cubicBezTo>
                      <a:pt x="108" y="145"/>
                      <a:pt x="146" y="116"/>
                      <a:pt x="186" y="89"/>
                    </a:cubicBezTo>
                    <a:cubicBezTo>
                      <a:pt x="188" y="88"/>
                      <a:pt x="190" y="89"/>
                      <a:pt x="188" y="91"/>
                    </a:cubicBezTo>
                    <a:lnTo>
                      <a:pt x="169" y="110"/>
                    </a:lnTo>
                    <a:cubicBezTo>
                      <a:pt x="173" y="107"/>
                      <a:pt x="177" y="104"/>
                      <a:pt x="181" y="102"/>
                    </a:cubicBezTo>
                    <a:cubicBezTo>
                      <a:pt x="194" y="94"/>
                      <a:pt x="208" y="88"/>
                      <a:pt x="222" y="83"/>
                    </a:cubicBezTo>
                    <a:cubicBezTo>
                      <a:pt x="304" y="55"/>
                      <a:pt x="386" y="20"/>
                      <a:pt x="472" y="0"/>
                    </a:cubicBezTo>
                    <a:cubicBezTo>
                      <a:pt x="404" y="9"/>
                      <a:pt x="336" y="13"/>
                      <a:pt x="273" y="49"/>
                    </a:cubicBezTo>
                    <a:lnTo>
                      <a:pt x="272" y="49"/>
                    </a:lnTo>
                    <a:cubicBezTo>
                      <a:pt x="271" y="49"/>
                      <a:pt x="271" y="49"/>
                      <a:pt x="271" y="49"/>
                    </a:cubicBezTo>
                    <a:cubicBezTo>
                      <a:pt x="270" y="48"/>
                      <a:pt x="270" y="48"/>
                      <a:pt x="270" y="48"/>
                    </a:cubicBezTo>
                    <a:cubicBezTo>
                      <a:pt x="270" y="47"/>
                      <a:pt x="269" y="47"/>
                      <a:pt x="269" y="46"/>
                    </a:cubicBezTo>
                    <a:cubicBezTo>
                      <a:pt x="269" y="46"/>
                      <a:pt x="270" y="46"/>
                      <a:pt x="270" y="45"/>
                    </a:cubicBezTo>
                    <a:cubicBezTo>
                      <a:pt x="279" y="38"/>
                      <a:pt x="289" y="32"/>
                      <a:pt x="298" y="26"/>
                    </a:cubicBezTo>
                    <a:cubicBezTo>
                      <a:pt x="301" y="25"/>
                      <a:pt x="303" y="24"/>
                      <a:pt x="305" y="22"/>
                    </a:cubicBezTo>
                    <a:cubicBezTo>
                      <a:pt x="269" y="32"/>
                      <a:pt x="234" y="46"/>
                      <a:pt x="201" y="64"/>
                    </a:cubicBezTo>
                    <a:cubicBezTo>
                      <a:pt x="110" y="114"/>
                      <a:pt x="31" y="176"/>
                      <a:pt x="0" y="277"/>
                    </a:cubicBezTo>
                    <a:cubicBezTo>
                      <a:pt x="1" y="275"/>
                      <a:pt x="2" y="273"/>
                      <a:pt x="3" y="271"/>
                    </a:cubicBezTo>
                    <a:cubicBezTo>
                      <a:pt x="25" y="237"/>
                      <a:pt x="40" y="204"/>
                      <a:pt x="71" y="17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9"/>
              <p:cNvSpPr/>
              <p:nvPr/>
            </p:nvSpPr>
            <p:spPr>
              <a:xfrm>
                <a:off x="3288245" y="-877535"/>
                <a:ext cx="71640" cy="80280"/>
              </a:xfrm>
              <a:custGeom>
                <a:rect b="b" l="l" r="r" t="t"/>
                <a:pathLst>
                  <a:path extrusionOk="0" h="223" w="199">
                    <a:moveTo>
                      <a:pt x="16" y="216"/>
                    </a:moveTo>
                    <a:cubicBezTo>
                      <a:pt x="22" y="209"/>
                      <a:pt x="28" y="202"/>
                      <a:pt x="33" y="194"/>
                    </a:cubicBezTo>
                    <a:cubicBezTo>
                      <a:pt x="35" y="189"/>
                      <a:pt x="37" y="184"/>
                      <a:pt x="40" y="178"/>
                    </a:cubicBezTo>
                    <a:cubicBezTo>
                      <a:pt x="54" y="154"/>
                      <a:pt x="69" y="130"/>
                      <a:pt x="84" y="106"/>
                    </a:cubicBezTo>
                    <a:cubicBezTo>
                      <a:pt x="110" y="73"/>
                      <a:pt x="141" y="44"/>
                      <a:pt x="177" y="22"/>
                    </a:cubicBezTo>
                    <a:lnTo>
                      <a:pt x="197" y="3"/>
                    </a:lnTo>
                    <a:cubicBezTo>
                      <a:pt x="198" y="2"/>
                      <a:pt x="197" y="0"/>
                      <a:pt x="195" y="1"/>
                    </a:cubicBezTo>
                    <a:cubicBezTo>
                      <a:pt x="155" y="28"/>
                      <a:pt x="116" y="57"/>
                      <a:pt x="80" y="88"/>
                    </a:cubicBezTo>
                    <a:cubicBezTo>
                      <a:pt x="48" y="116"/>
                      <a:pt x="33" y="149"/>
                      <a:pt x="11" y="183"/>
                    </a:cubicBezTo>
                    <a:cubicBezTo>
                      <a:pt x="10" y="185"/>
                      <a:pt x="9" y="187"/>
                      <a:pt x="8" y="189"/>
                    </a:cubicBezTo>
                    <a:cubicBezTo>
                      <a:pt x="6" y="196"/>
                      <a:pt x="4" y="202"/>
                      <a:pt x="2" y="209"/>
                    </a:cubicBezTo>
                    <a:cubicBezTo>
                      <a:pt x="0" y="218"/>
                      <a:pt x="11" y="222"/>
                      <a:pt x="16" y="2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9"/>
              <p:cNvSpPr/>
              <p:nvPr/>
            </p:nvSpPr>
            <p:spPr>
              <a:xfrm>
                <a:off x="3388325" y="-914615"/>
                <a:ext cx="74520" cy="23040"/>
              </a:xfrm>
              <a:custGeom>
                <a:rect b="b" l="l" r="r" t="t"/>
                <a:pathLst>
                  <a:path extrusionOk="0" h="64" w="207">
                    <a:moveTo>
                      <a:pt x="3" y="63"/>
                    </a:moveTo>
                    <a:cubicBezTo>
                      <a:pt x="66" y="27"/>
                      <a:pt x="134" y="24"/>
                      <a:pt x="202" y="15"/>
                    </a:cubicBezTo>
                    <a:lnTo>
                      <a:pt x="206" y="15"/>
                    </a:lnTo>
                    <a:cubicBezTo>
                      <a:pt x="205" y="14"/>
                      <a:pt x="205" y="13"/>
                      <a:pt x="205" y="12"/>
                    </a:cubicBezTo>
                    <a:cubicBezTo>
                      <a:pt x="205" y="11"/>
                      <a:pt x="205" y="10"/>
                      <a:pt x="206" y="9"/>
                    </a:cubicBezTo>
                    <a:cubicBezTo>
                      <a:pt x="205" y="8"/>
                      <a:pt x="205" y="6"/>
                      <a:pt x="205" y="5"/>
                    </a:cubicBezTo>
                    <a:cubicBezTo>
                      <a:pt x="205" y="3"/>
                      <a:pt x="205" y="2"/>
                      <a:pt x="206" y="0"/>
                    </a:cubicBezTo>
                    <a:cubicBezTo>
                      <a:pt x="170" y="6"/>
                      <a:pt x="135" y="13"/>
                      <a:pt x="100" y="22"/>
                    </a:cubicBezTo>
                    <a:cubicBezTo>
                      <a:pt x="79" y="27"/>
                      <a:pt x="57" y="32"/>
                      <a:pt x="35" y="38"/>
                    </a:cubicBezTo>
                    <a:cubicBezTo>
                      <a:pt x="33" y="39"/>
                      <a:pt x="30" y="41"/>
                      <a:pt x="28" y="42"/>
                    </a:cubicBezTo>
                    <a:cubicBezTo>
                      <a:pt x="18" y="48"/>
                      <a:pt x="9" y="54"/>
                      <a:pt x="0" y="60"/>
                    </a:cubicBezTo>
                    <a:cubicBezTo>
                      <a:pt x="0" y="61"/>
                      <a:pt x="0" y="61"/>
                      <a:pt x="0" y="61"/>
                    </a:cubicBezTo>
                    <a:lnTo>
                      <a:pt x="0" y="62"/>
                    </a:lnTo>
                    <a:cubicBezTo>
                      <a:pt x="1" y="63"/>
                      <a:pt x="1" y="63"/>
                      <a:pt x="1" y="63"/>
                    </a:cubicBezTo>
                    <a:cubicBezTo>
                      <a:pt x="2" y="63"/>
                      <a:pt x="2" y="63"/>
                      <a:pt x="2" y="63"/>
                    </a:cubicBezTo>
                    <a:cubicBezTo>
                      <a:pt x="3" y="63"/>
                      <a:pt x="3" y="63"/>
                      <a:pt x="3" y="6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9"/>
              <p:cNvSpPr/>
              <p:nvPr/>
            </p:nvSpPr>
            <p:spPr>
              <a:xfrm>
                <a:off x="3462845" y="-920375"/>
                <a:ext cx="54000" cy="330120"/>
              </a:xfrm>
              <a:custGeom>
                <a:rect b="b" l="l" r="r" t="t"/>
                <a:pathLst>
                  <a:path extrusionOk="0" h="917" w="150">
                    <a:moveTo>
                      <a:pt x="51" y="15"/>
                    </a:moveTo>
                    <a:lnTo>
                      <a:pt x="52" y="15"/>
                    </a:lnTo>
                    <a:cubicBezTo>
                      <a:pt x="52" y="15"/>
                      <a:pt x="52" y="14"/>
                      <a:pt x="53" y="15"/>
                    </a:cubicBezTo>
                    <a:cubicBezTo>
                      <a:pt x="54" y="16"/>
                      <a:pt x="53" y="15"/>
                      <a:pt x="54" y="16"/>
                    </a:cubicBezTo>
                    <a:cubicBezTo>
                      <a:pt x="55" y="17"/>
                      <a:pt x="54" y="17"/>
                      <a:pt x="54" y="18"/>
                    </a:cubicBezTo>
                    <a:lnTo>
                      <a:pt x="54" y="19"/>
                    </a:lnTo>
                    <a:cubicBezTo>
                      <a:pt x="53" y="19"/>
                      <a:pt x="53" y="20"/>
                      <a:pt x="53" y="20"/>
                    </a:cubicBezTo>
                    <a:cubicBezTo>
                      <a:pt x="52" y="20"/>
                      <a:pt x="52" y="20"/>
                      <a:pt x="52" y="20"/>
                    </a:cubicBezTo>
                    <a:lnTo>
                      <a:pt x="51" y="20"/>
                    </a:lnTo>
                    <a:cubicBezTo>
                      <a:pt x="50" y="21"/>
                      <a:pt x="50" y="21"/>
                      <a:pt x="50" y="21"/>
                    </a:cubicBezTo>
                    <a:cubicBezTo>
                      <a:pt x="49" y="21"/>
                      <a:pt x="49" y="21"/>
                      <a:pt x="49" y="22"/>
                    </a:cubicBezTo>
                    <a:cubicBezTo>
                      <a:pt x="40" y="23"/>
                      <a:pt x="32" y="25"/>
                      <a:pt x="23" y="26"/>
                    </a:cubicBezTo>
                    <a:cubicBezTo>
                      <a:pt x="23" y="27"/>
                      <a:pt x="23" y="27"/>
                      <a:pt x="23" y="28"/>
                    </a:cubicBezTo>
                    <a:lnTo>
                      <a:pt x="23" y="29"/>
                    </a:lnTo>
                    <a:lnTo>
                      <a:pt x="23" y="34"/>
                    </a:lnTo>
                    <a:cubicBezTo>
                      <a:pt x="24" y="34"/>
                      <a:pt x="24" y="34"/>
                      <a:pt x="25" y="34"/>
                    </a:cubicBezTo>
                    <a:cubicBezTo>
                      <a:pt x="32" y="34"/>
                      <a:pt x="39" y="34"/>
                      <a:pt x="46" y="35"/>
                    </a:cubicBezTo>
                    <a:cubicBezTo>
                      <a:pt x="63" y="38"/>
                      <a:pt x="69" y="69"/>
                      <a:pt x="76" y="84"/>
                    </a:cubicBezTo>
                    <a:cubicBezTo>
                      <a:pt x="89" y="112"/>
                      <a:pt x="88" y="141"/>
                      <a:pt x="99" y="168"/>
                    </a:cubicBezTo>
                    <a:cubicBezTo>
                      <a:pt x="134" y="253"/>
                      <a:pt x="127" y="356"/>
                      <a:pt x="126" y="447"/>
                    </a:cubicBezTo>
                    <a:cubicBezTo>
                      <a:pt x="126" y="510"/>
                      <a:pt x="121" y="578"/>
                      <a:pt x="115" y="641"/>
                    </a:cubicBezTo>
                    <a:cubicBezTo>
                      <a:pt x="110" y="690"/>
                      <a:pt x="98" y="738"/>
                      <a:pt x="94" y="786"/>
                    </a:cubicBezTo>
                    <a:cubicBezTo>
                      <a:pt x="92" y="820"/>
                      <a:pt x="87" y="853"/>
                      <a:pt x="79" y="886"/>
                    </a:cubicBezTo>
                    <a:cubicBezTo>
                      <a:pt x="80" y="887"/>
                      <a:pt x="80" y="887"/>
                      <a:pt x="80" y="888"/>
                    </a:cubicBezTo>
                    <a:cubicBezTo>
                      <a:pt x="81" y="889"/>
                      <a:pt x="82" y="891"/>
                      <a:pt x="82" y="892"/>
                    </a:cubicBezTo>
                    <a:cubicBezTo>
                      <a:pt x="83" y="895"/>
                      <a:pt x="83" y="898"/>
                      <a:pt x="83" y="901"/>
                    </a:cubicBezTo>
                    <a:cubicBezTo>
                      <a:pt x="83" y="906"/>
                      <a:pt x="82" y="911"/>
                      <a:pt x="80" y="916"/>
                    </a:cubicBezTo>
                    <a:lnTo>
                      <a:pt x="85" y="916"/>
                    </a:lnTo>
                    <a:lnTo>
                      <a:pt x="86" y="916"/>
                    </a:lnTo>
                    <a:cubicBezTo>
                      <a:pt x="103" y="899"/>
                      <a:pt x="102" y="864"/>
                      <a:pt x="106" y="843"/>
                    </a:cubicBezTo>
                    <a:cubicBezTo>
                      <a:pt x="116" y="796"/>
                      <a:pt x="119" y="747"/>
                      <a:pt x="126" y="700"/>
                    </a:cubicBezTo>
                    <a:cubicBezTo>
                      <a:pt x="140" y="604"/>
                      <a:pt x="147" y="507"/>
                      <a:pt x="147" y="410"/>
                    </a:cubicBezTo>
                    <a:cubicBezTo>
                      <a:pt x="148" y="394"/>
                      <a:pt x="149" y="379"/>
                      <a:pt x="149" y="363"/>
                    </a:cubicBezTo>
                    <a:cubicBezTo>
                      <a:pt x="149" y="333"/>
                      <a:pt x="147" y="302"/>
                      <a:pt x="143" y="272"/>
                    </a:cubicBezTo>
                    <a:cubicBezTo>
                      <a:pt x="137" y="226"/>
                      <a:pt x="121" y="180"/>
                      <a:pt x="117" y="134"/>
                    </a:cubicBezTo>
                    <a:cubicBezTo>
                      <a:pt x="112" y="98"/>
                      <a:pt x="100" y="63"/>
                      <a:pt x="82" y="31"/>
                    </a:cubicBezTo>
                    <a:cubicBezTo>
                      <a:pt x="81" y="31"/>
                      <a:pt x="81" y="30"/>
                      <a:pt x="81" y="30"/>
                    </a:cubicBezTo>
                    <a:cubicBezTo>
                      <a:pt x="64" y="0"/>
                      <a:pt x="41" y="14"/>
                      <a:pt x="14" y="3"/>
                    </a:cubicBezTo>
                    <a:cubicBezTo>
                      <a:pt x="12" y="2"/>
                      <a:pt x="10" y="2"/>
                      <a:pt x="9" y="2"/>
                    </a:cubicBezTo>
                    <a:cubicBezTo>
                      <a:pt x="7" y="2"/>
                      <a:pt x="4" y="3"/>
                      <a:pt x="2" y="4"/>
                    </a:cubicBezTo>
                    <a:cubicBezTo>
                      <a:pt x="1" y="4"/>
                      <a:pt x="0" y="5"/>
                      <a:pt x="0" y="6"/>
                    </a:cubicBezTo>
                    <a:cubicBezTo>
                      <a:pt x="15" y="6"/>
                      <a:pt x="31" y="8"/>
                      <a:pt x="46" y="12"/>
                    </a:cubicBezTo>
                    <a:cubicBezTo>
                      <a:pt x="47" y="12"/>
                      <a:pt x="47" y="12"/>
                      <a:pt x="47" y="12"/>
                    </a:cubicBezTo>
                    <a:cubicBezTo>
                      <a:pt x="48" y="12"/>
                      <a:pt x="49" y="12"/>
                      <a:pt x="49" y="12"/>
                    </a:cubicBezTo>
                    <a:cubicBezTo>
                      <a:pt x="50" y="13"/>
                      <a:pt x="50" y="13"/>
                      <a:pt x="51" y="14"/>
                    </a:cubicBezTo>
                    <a:lnTo>
                      <a:pt x="5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9"/>
              <p:cNvSpPr/>
              <p:nvPr/>
            </p:nvSpPr>
            <p:spPr>
              <a:xfrm>
                <a:off x="3491285" y="-590615"/>
                <a:ext cx="3960" cy="2520"/>
              </a:xfrm>
              <a:custGeom>
                <a:rect b="b" l="l" r="r" t="t"/>
                <a:pathLst>
                  <a:path extrusionOk="0" h="7" w="11">
                    <a:moveTo>
                      <a:pt x="3" y="0"/>
                    </a:moveTo>
                    <a:cubicBezTo>
                      <a:pt x="2" y="2"/>
                      <a:pt x="1" y="4"/>
                      <a:pt x="0" y="6"/>
                    </a:cubicBezTo>
                    <a:cubicBezTo>
                      <a:pt x="2" y="6"/>
                      <a:pt x="3" y="6"/>
                      <a:pt x="5" y="5"/>
                    </a:cubicBezTo>
                    <a:lnTo>
                      <a:pt x="6" y="4"/>
                    </a:lnTo>
                    <a:cubicBezTo>
                      <a:pt x="7" y="3"/>
                      <a:pt x="8" y="2"/>
                      <a:pt x="9" y="1"/>
                    </a:cubicBezTo>
                    <a:cubicBezTo>
                      <a:pt x="10" y="0"/>
                      <a:pt x="9" y="1"/>
                      <a:pt x="7"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9"/>
              <p:cNvSpPr/>
              <p:nvPr/>
            </p:nvSpPr>
            <p:spPr>
              <a:xfrm>
                <a:off x="3462125" y="-917495"/>
                <a:ext cx="19080" cy="2880"/>
              </a:xfrm>
              <a:custGeom>
                <a:rect b="b" l="l" r="r" t="t"/>
                <a:pathLst>
                  <a:path extrusionOk="0" h="8" w="53">
                    <a:moveTo>
                      <a:pt x="0" y="7"/>
                    </a:moveTo>
                    <a:cubicBezTo>
                      <a:pt x="8" y="6"/>
                      <a:pt x="17" y="6"/>
                      <a:pt x="26" y="6"/>
                    </a:cubicBezTo>
                    <a:cubicBezTo>
                      <a:pt x="35" y="6"/>
                      <a:pt x="43" y="6"/>
                      <a:pt x="52" y="7"/>
                    </a:cubicBezTo>
                    <a:lnTo>
                      <a:pt x="51" y="6"/>
                    </a:lnTo>
                    <a:lnTo>
                      <a:pt x="50" y="6"/>
                    </a:lnTo>
                    <a:cubicBezTo>
                      <a:pt x="35" y="2"/>
                      <a:pt x="19" y="0"/>
                      <a:pt x="3" y="0"/>
                    </a:cubicBezTo>
                    <a:cubicBezTo>
                      <a:pt x="3" y="1"/>
                      <a:pt x="1" y="1"/>
                      <a:pt x="1" y="2"/>
                    </a:cubicBezTo>
                    <a:cubicBezTo>
                      <a:pt x="0" y="4"/>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9"/>
              <p:cNvSpPr/>
              <p:nvPr/>
            </p:nvSpPr>
            <p:spPr>
              <a:xfrm>
                <a:off x="3471125" y="-913175"/>
                <a:ext cx="10440" cy="2520"/>
              </a:xfrm>
              <a:custGeom>
                <a:rect b="b" l="l" r="r" t="t"/>
                <a:pathLst>
                  <a:path extrusionOk="0" h="7" w="29">
                    <a:moveTo>
                      <a:pt x="1" y="6"/>
                    </a:moveTo>
                    <a:cubicBezTo>
                      <a:pt x="9" y="5"/>
                      <a:pt x="17" y="3"/>
                      <a:pt x="26" y="1"/>
                    </a:cubicBezTo>
                    <a:lnTo>
                      <a:pt x="27" y="1"/>
                    </a:lnTo>
                    <a:lnTo>
                      <a:pt x="28" y="0"/>
                    </a:lnTo>
                    <a:cubicBezTo>
                      <a:pt x="18" y="1"/>
                      <a:pt x="9" y="3"/>
                      <a:pt x="0" y="5"/>
                    </a:cubicBezTo>
                    <a:lnTo>
                      <a:pt x="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9"/>
              <p:cNvSpPr/>
              <p:nvPr/>
            </p:nvSpPr>
            <p:spPr>
              <a:xfrm>
                <a:off x="3481205" y="-914975"/>
                <a:ext cx="1440" cy="2520"/>
              </a:xfrm>
              <a:custGeom>
                <a:rect b="b" l="l" r="r" t="t"/>
                <a:pathLst>
                  <a:path extrusionOk="0" h="7" w="4">
                    <a:moveTo>
                      <a:pt x="0" y="6"/>
                    </a:moveTo>
                    <a:lnTo>
                      <a:pt x="1" y="6"/>
                    </a:lnTo>
                    <a:cubicBezTo>
                      <a:pt x="2" y="6"/>
                      <a:pt x="2" y="5"/>
                      <a:pt x="2" y="5"/>
                    </a:cubicBezTo>
                    <a:cubicBezTo>
                      <a:pt x="2" y="5"/>
                      <a:pt x="3" y="5"/>
                      <a:pt x="3" y="4"/>
                    </a:cubicBezTo>
                    <a:lnTo>
                      <a:pt x="3" y="3"/>
                    </a:lnTo>
                    <a:lnTo>
                      <a:pt x="3" y="2"/>
                    </a:lnTo>
                    <a:cubicBezTo>
                      <a:pt x="3" y="1"/>
                      <a:pt x="2" y="1"/>
                      <a:pt x="2" y="1"/>
                    </a:cubicBezTo>
                    <a:lnTo>
                      <a:pt x="1" y="0"/>
                    </a:lnTo>
                    <a:lnTo>
                      <a:pt x="0" y="0"/>
                    </a:lnTo>
                    <a:cubicBezTo>
                      <a:pt x="1" y="1"/>
                      <a:pt x="1" y="2"/>
                      <a:pt x="1" y="3"/>
                    </a:cubicBezTo>
                    <a:cubicBezTo>
                      <a:pt x="1" y="4"/>
                      <a:pt x="1"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9"/>
              <p:cNvSpPr/>
              <p:nvPr/>
            </p:nvSpPr>
            <p:spPr>
              <a:xfrm>
                <a:off x="3462125" y="-915335"/>
                <a:ext cx="19800" cy="4680"/>
              </a:xfrm>
              <a:custGeom>
                <a:rect b="b" l="l" r="r" t="t"/>
                <a:pathLst>
                  <a:path extrusionOk="0" h="13" w="55">
                    <a:moveTo>
                      <a:pt x="25" y="12"/>
                    </a:moveTo>
                    <a:cubicBezTo>
                      <a:pt x="34" y="11"/>
                      <a:pt x="43" y="9"/>
                      <a:pt x="53" y="8"/>
                    </a:cubicBezTo>
                    <a:cubicBezTo>
                      <a:pt x="53" y="7"/>
                      <a:pt x="53" y="7"/>
                      <a:pt x="53" y="7"/>
                    </a:cubicBezTo>
                    <a:cubicBezTo>
                      <a:pt x="54" y="6"/>
                      <a:pt x="54" y="6"/>
                      <a:pt x="54" y="5"/>
                    </a:cubicBezTo>
                    <a:cubicBezTo>
                      <a:pt x="54" y="4"/>
                      <a:pt x="54" y="4"/>
                      <a:pt x="53" y="3"/>
                    </a:cubicBezTo>
                    <a:cubicBezTo>
                      <a:pt x="52" y="2"/>
                      <a:pt x="53" y="2"/>
                      <a:pt x="53" y="2"/>
                    </a:cubicBezTo>
                    <a:cubicBezTo>
                      <a:pt x="44" y="1"/>
                      <a:pt x="35" y="0"/>
                      <a:pt x="27" y="0"/>
                    </a:cubicBezTo>
                    <a:cubicBezTo>
                      <a:pt x="18" y="0"/>
                      <a:pt x="9" y="1"/>
                      <a:pt x="0" y="2"/>
                    </a:cubicBezTo>
                    <a:cubicBezTo>
                      <a:pt x="0" y="3"/>
                      <a:pt x="0" y="5"/>
                      <a:pt x="0" y="7"/>
                    </a:cubicBezTo>
                    <a:cubicBezTo>
                      <a:pt x="0" y="8"/>
                      <a:pt x="0" y="10"/>
                      <a:pt x="0" y="11"/>
                    </a:cubicBezTo>
                    <a:cubicBezTo>
                      <a:pt x="1" y="11"/>
                      <a:pt x="1" y="10"/>
                      <a:pt x="1" y="10"/>
                    </a:cubicBezTo>
                    <a:cubicBezTo>
                      <a:pt x="2" y="8"/>
                      <a:pt x="4" y="6"/>
                      <a:pt x="6" y="5"/>
                    </a:cubicBezTo>
                    <a:cubicBezTo>
                      <a:pt x="8" y="4"/>
                      <a:pt x="9" y="3"/>
                      <a:pt x="12" y="3"/>
                    </a:cubicBezTo>
                    <a:cubicBezTo>
                      <a:pt x="14" y="3"/>
                      <a:pt x="17" y="4"/>
                      <a:pt x="19" y="5"/>
                    </a:cubicBezTo>
                    <a:cubicBezTo>
                      <a:pt x="21" y="6"/>
                      <a:pt x="23" y="8"/>
                      <a:pt x="24" y="10"/>
                    </a:cubicBezTo>
                    <a:cubicBezTo>
                      <a:pt x="24" y="11"/>
                      <a:pt x="25" y="12"/>
                      <a:pt x="2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9"/>
              <p:cNvSpPr/>
              <p:nvPr/>
            </p:nvSpPr>
            <p:spPr>
              <a:xfrm>
                <a:off x="3461405" y="-909575"/>
                <a:ext cx="25920" cy="313920"/>
              </a:xfrm>
              <a:custGeom>
                <a:rect b="b" l="l" r="r" t="t"/>
                <a:pathLst>
                  <a:path extrusionOk="0" h="872" w="72">
                    <a:moveTo>
                      <a:pt x="9" y="0"/>
                    </a:moveTo>
                    <a:lnTo>
                      <a:pt x="3" y="0"/>
                    </a:lnTo>
                    <a:cubicBezTo>
                      <a:pt x="17" y="78"/>
                      <a:pt x="20" y="158"/>
                      <a:pt x="33" y="237"/>
                    </a:cubicBezTo>
                    <a:cubicBezTo>
                      <a:pt x="48" y="322"/>
                      <a:pt x="44" y="404"/>
                      <a:pt x="46" y="490"/>
                    </a:cubicBezTo>
                    <a:cubicBezTo>
                      <a:pt x="49" y="585"/>
                      <a:pt x="26" y="682"/>
                      <a:pt x="15" y="777"/>
                    </a:cubicBezTo>
                    <a:cubicBezTo>
                      <a:pt x="13" y="793"/>
                      <a:pt x="0" y="805"/>
                      <a:pt x="6" y="822"/>
                    </a:cubicBezTo>
                    <a:lnTo>
                      <a:pt x="18" y="822"/>
                    </a:lnTo>
                    <a:cubicBezTo>
                      <a:pt x="19" y="822"/>
                      <a:pt x="20" y="822"/>
                      <a:pt x="21" y="823"/>
                    </a:cubicBezTo>
                    <a:cubicBezTo>
                      <a:pt x="22" y="824"/>
                      <a:pt x="23" y="825"/>
                      <a:pt x="24" y="826"/>
                    </a:cubicBezTo>
                    <a:cubicBezTo>
                      <a:pt x="25" y="827"/>
                      <a:pt x="25" y="827"/>
                      <a:pt x="25" y="829"/>
                    </a:cubicBezTo>
                    <a:cubicBezTo>
                      <a:pt x="25" y="830"/>
                      <a:pt x="25" y="832"/>
                      <a:pt x="24" y="833"/>
                    </a:cubicBezTo>
                    <a:cubicBezTo>
                      <a:pt x="23" y="834"/>
                      <a:pt x="23" y="834"/>
                      <a:pt x="23" y="834"/>
                    </a:cubicBezTo>
                    <a:cubicBezTo>
                      <a:pt x="23" y="834"/>
                      <a:pt x="23" y="835"/>
                      <a:pt x="24" y="834"/>
                    </a:cubicBezTo>
                    <a:cubicBezTo>
                      <a:pt x="25" y="833"/>
                      <a:pt x="25" y="833"/>
                      <a:pt x="26" y="833"/>
                    </a:cubicBezTo>
                    <a:cubicBezTo>
                      <a:pt x="27" y="833"/>
                      <a:pt x="28" y="833"/>
                      <a:pt x="29" y="834"/>
                    </a:cubicBezTo>
                    <a:lnTo>
                      <a:pt x="30" y="834"/>
                    </a:lnTo>
                    <a:cubicBezTo>
                      <a:pt x="31" y="836"/>
                      <a:pt x="32" y="838"/>
                      <a:pt x="33" y="840"/>
                    </a:cubicBezTo>
                    <a:cubicBezTo>
                      <a:pt x="36" y="844"/>
                      <a:pt x="38" y="849"/>
                      <a:pt x="39" y="854"/>
                    </a:cubicBezTo>
                    <a:cubicBezTo>
                      <a:pt x="39" y="855"/>
                      <a:pt x="39" y="855"/>
                      <a:pt x="39" y="856"/>
                    </a:cubicBezTo>
                    <a:cubicBezTo>
                      <a:pt x="39" y="856"/>
                      <a:pt x="39" y="857"/>
                      <a:pt x="39" y="858"/>
                    </a:cubicBezTo>
                    <a:cubicBezTo>
                      <a:pt x="44" y="862"/>
                      <a:pt x="49" y="866"/>
                      <a:pt x="53" y="871"/>
                    </a:cubicBezTo>
                    <a:cubicBezTo>
                      <a:pt x="55" y="869"/>
                      <a:pt x="56" y="868"/>
                      <a:pt x="57" y="866"/>
                    </a:cubicBezTo>
                    <a:cubicBezTo>
                      <a:pt x="58" y="864"/>
                      <a:pt x="59" y="862"/>
                      <a:pt x="60" y="860"/>
                    </a:cubicBezTo>
                    <a:cubicBezTo>
                      <a:pt x="60" y="858"/>
                      <a:pt x="60" y="857"/>
                      <a:pt x="61" y="856"/>
                    </a:cubicBezTo>
                    <a:cubicBezTo>
                      <a:pt x="62" y="854"/>
                      <a:pt x="64" y="852"/>
                      <a:pt x="66" y="851"/>
                    </a:cubicBezTo>
                    <a:cubicBezTo>
                      <a:pt x="67" y="851"/>
                      <a:pt x="67" y="850"/>
                      <a:pt x="67" y="850"/>
                    </a:cubicBezTo>
                    <a:cubicBezTo>
                      <a:pt x="60" y="839"/>
                      <a:pt x="51" y="830"/>
                      <a:pt x="40" y="823"/>
                    </a:cubicBezTo>
                    <a:cubicBezTo>
                      <a:pt x="23" y="813"/>
                      <a:pt x="48" y="737"/>
                      <a:pt x="50" y="725"/>
                    </a:cubicBezTo>
                    <a:cubicBezTo>
                      <a:pt x="64" y="629"/>
                      <a:pt x="71" y="533"/>
                      <a:pt x="71" y="436"/>
                    </a:cubicBezTo>
                    <a:cubicBezTo>
                      <a:pt x="71" y="434"/>
                      <a:pt x="71" y="432"/>
                      <a:pt x="71" y="430"/>
                    </a:cubicBezTo>
                    <a:cubicBezTo>
                      <a:pt x="68" y="286"/>
                      <a:pt x="54" y="144"/>
                      <a:pt x="29" y="3"/>
                    </a:cubicBezTo>
                    <a:cubicBezTo>
                      <a:pt x="23" y="3"/>
                      <a:pt x="17" y="2"/>
                      <a:pt x="11"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9"/>
              <p:cNvSpPr/>
              <p:nvPr/>
            </p:nvSpPr>
            <p:spPr>
              <a:xfrm>
                <a:off x="3467165" y="-608615"/>
                <a:ext cx="2520" cy="2520"/>
              </a:xfrm>
              <a:custGeom>
                <a:rect b="b" l="l" r="r" t="t"/>
                <a:pathLst>
                  <a:path extrusionOk="0" h="7" w="7">
                    <a:moveTo>
                      <a:pt x="3" y="6"/>
                    </a:moveTo>
                    <a:cubicBezTo>
                      <a:pt x="3" y="5"/>
                      <a:pt x="3" y="4"/>
                      <a:pt x="4" y="3"/>
                    </a:cubicBezTo>
                    <a:cubicBezTo>
                      <a:pt x="4" y="2"/>
                      <a:pt x="5" y="1"/>
                      <a:pt x="6" y="0"/>
                    </a:cubicBezTo>
                    <a:cubicBezTo>
                      <a:pt x="6" y="1"/>
                      <a:pt x="5" y="1"/>
                      <a:pt x="5" y="1"/>
                    </a:cubicBezTo>
                    <a:cubicBezTo>
                      <a:pt x="4" y="2"/>
                      <a:pt x="3" y="2"/>
                      <a:pt x="2" y="2"/>
                    </a:cubicBezTo>
                    <a:lnTo>
                      <a:pt x="0" y="2"/>
                    </a:lnTo>
                    <a:lnTo>
                      <a:pt x="3"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9"/>
              <p:cNvSpPr/>
              <p:nvPr/>
            </p:nvSpPr>
            <p:spPr>
              <a:xfrm>
                <a:off x="3462485" y="-909215"/>
                <a:ext cx="2520" cy="720"/>
              </a:xfrm>
              <a:custGeom>
                <a:rect b="b" l="l" r="r" t="t"/>
                <a:pathLst>
                  <a:path extrusionOk="0" h="2" w="7">
                    <a:moveTo>
                      <a:pt x="0" y="0"/>
                    </a:moveTo>
                    <a:lnTo>
                      <a:pt x="6" y="0"/>
                    </a:lnTo>
                    <a:lnTo>
                      <a:pt x="5" y="0"/>
                    </a:lnTo>
                    <a:lnTo>
                      <a:pt x="0" y="1"/>
                    </a:lnTo>
                    <a:lnTo>
                      <a:pt x="0" y="1"/>
                    </a:lnTo>
                    <a:lnTo>
                      <a:pt x="0" y="0"/>
                    </a:lnTo>
                  </a:path>
                </a:pathLst>
              </a:custGeom>
              <a:solidFill>
                <a:schemeClr val="dk1"/>
              </a:solidFill>
              <a:ln>
                <a:noFill/>
              </a:ln>
            </p:spPr>
          </p:sp>
          <p:sp>
            <p:nvSpPr>
              <p:cNvPr id="6083" name="Google Shape;6083;p49"/>
              <p:cNvSpPr/>
              <p:nvPr/>
            </p:nvSpPr>
            <p:spPr>
              <a:xfrm>
                <a:off x="3462485" y="-911735"/>
                <a:ext cx="2520" cy="2520"/>
              </a:xfrm>
              <a:custGeom>
                <a:rect b="b" l="l" r="r" t="t"/>
                <a:pathLst>
                  <a:path extrusionOk="0" h="7" w="7">
                    <a:moveTo>
                      <a:pt x="0" y="0"/>
                    </a:moveTo>
                    <a:cubicBezTo>
                      <a:pt x="0" y="1"/>
                      <a:pt x="0" y="2"/>
                      <a:pt x="0" y="3"/>
                    </a:cubicBezTo>
                    <a:cubicBezTo>
                      <a:pt x="0" y="4"/>
                      <a:pt x="0" y="5"/>
                      <a:pt x="0" y="6"/>
                    </a:cubicBezTo>
                    <a:lnTo>
                      <a:pt x="6" y="5"/>
                    </a:lnTo>
                    <a:cubicBezTo>
                      <a:pt x="5" y="5"/>
                      <a:pt x="5" y="5"/>
                      <a:pt x="5" y="5"/>
                    </a:cubicBezTo>
                    <a:cubicBezTo>
                      <a:pt x="3" y="4"/>
                      <a:pt x="1"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9"/>
              <p:cNvSpPr/>
              <p:nvPr/>
            </p:nvSpPr>
            <p:spPr>
              <a:xfrm>
                <a:off x="3465365" y="-910655"/>
                <a:ext cx="6840" cy="2880"/>
              </a:xfrm>
              <a:custGeom>
                <a:rect b="b" l="l" r="r" t="t"/>
                <a:pathLst>
                  <a:path extrusionOk="0" h="8" w="19">
                    <a:moveTo>
                      <a:pt x="0" y="4"/>
                    </a:moveTo>
                    <a:cubicBezTo>
                      <a:pt x="6" y="6"/>
                      <a:pt x="12" y="7"/>
                      <a:pt x="18" y="7"/>
                    </a:cubicBezTo>
                    <a:lnTo>
                      <a:pt x="18" y="2"/>
                    </a:lnTo>
                    <a:cubicBezTo>
                      <a:pt x="18" y="1"/>
                      <a:pt x="18" y="1"/>
                      <a:pt x="18" y="1"/>
                    </a:cubicBezTo>
                    <a:cubicBezTo>
                      <a:pt x="18" y="0"/>
                      <a:pt x="18" y="0"/>
                      <a:pt x="18" y="0"/>
                    </a:cubicBezTo>
                    <a:lnTo>
                      <a:pt x="0" y="3"/>
                    </a:lnTo>
                    <a:lnTo>
                      <a:pt x="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9"/>
              <p:cNvSpPr/>
              <p:nvPr/>
            </p:nvSpPr>
            <p:spPr>
              <a:xfrm>
                <a:off x="3464285" y="-911375"/>
                <a:ext cx="7560" cy="1800"/>
              </a:xfrm>
              <a:custGeom>
                <a:rect b="b" l="l" r="r" t="t"/>
                <a:pathLst>
                  <a:path extrusionOk="0" h="5" w="21">
                    <a:moveTo>
                      <a:pt x="0" y="4"/>
                    </a:moveTo>
                    <a:lnTo>
                      <a:pt x="1" y="4"/>
                    </a:lnTo>
                    <a:lnTo>
                      <a:pt x="20" y="1"/>
                    </a:lnTo>
                    <a:lnTo>
                      <a:pt x="20" y="0"/>
                    </a:lnTo>
                    <a:lnTo>
                      <a:pt x="0" y="4"/>
                    </a:lnTo>
                  </a:path>
                </a:pathLst>
              </a:custGeom>
              <a:solidFill>
                <a:schemeClr val="dk1"/>
              </a:solidFill>
              <a:ln>
                <a:noFill/>
              </a:ln>
            </p:spPr>
          </p:sp>
          <p:sp>
            <p:nvSpPr>
              <p:cNvPr id="6086" name="Google Shape;6086;p49"/>
              <p:cNvSpPr/>
              <p:nvPr/>
            </p:nvSpPr>
            <p:spPr>
              <a:xfrm>
                <a:off x="3462845" y="-913895"/>
                <a:ext cx="9000" cy="4320"/>
              </a:xfrm>
              <a:custGeom>
                <a:rect b="b" l="l" r="r" t="t"/>
                <a:pathLst>
                  <a:path extrusionOk="0" h="12" w="25">
                    <a:moveTo>
                      <a:pt x="4" y="11"/>
                    </a:moveTo>
                    <a:lnTo>
                      <a:pt x="24" y="7"/>
                    </a:lnTo>
                    <a:cubicBezTo>
                      <a:pt x="24" y="7"/>
                      <a:pt x="23" y="7"/>
                      <a:pt x="23" y="6"/>
                    </a:cubicBezTo>
                    <a:cubicBezTo>
                      <a:pt x="22" y="4"/>
                      <a:pt x="20" y="3"/>
                      <a:pt x="18" y="1"/>
                    </a:cubicBezTo>
                    <a:cubicBezTo>
                      <a:pt x="16" y="0"/>
                      <a:pt x="14" y="0"/>
                      <a:pt x="12" y="0"/>
                    </a:cubicBezTo>
                    <a:cubicBezTo>
                      <a:pt x="9" y="0"/>
                      <a:pt x="7" y="0"/>
                      <a:pt x="5" y="1"/>
                    </a:cubicBezTo>
                    <a:cubicBezTo>
                      <a:pt x="3" y="3"/>
                      <a:pt x="1" y="4"/>
                      <a:pt x="0" y="6"/>
                    </a:cubicBezTo>
                    <a:cubicBezTo>
                      <a:pt x="0" y="7"/>
                      <a:pt x="1" y="7"/>
                      <a:pt x="1" y="7"/>
                    </a:cubicBezTo>
                    <a:cubicBezTo>
                      <a:pt x="2" y="9"/>
                      <a:pt x="3" y="10"/>
                      <a:pt x="4"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9"/>
              <p:cNvSpPr/>
              <p:nvPr/>
            </p:nvSpPr>
            <p:spPr>
              <a:xfrm>
                <a:off x="3277445" y="-787895"/>
                <a:ext cx="189720" cy="183960"/>
              </a:xfrm>
              <a:custGeom>
                <a:rect b="b" l="l" r="r" t="t"/>
                <a:pathLst>
                  <a:path extrusionOk="0" h="511" w="527">
                    <a:moveTo>
                      <a:pt x="111" y="417"/>
                    </a:moveTo>
                    <a:cubicBezTo>
                      <a:pt x="130" y="432"/>
                      <a:pt x="150" y="446"/>
                      <a:pt x="170" y="458"/>
                    </a:cubicBezTo>
                    <a:cubicBezTo>
                      <a:pt x="171" y="458"/>
                      <a:pt x="171" y="457"/>
                      <a:pt x="171" y="457"/>
                    </a:cubicBezTo>
                    <a:cubicBezTo>
                      <a:pt x="172" y="455"/>
                      <a:pt x="173" y="454"/>
                      <a:pt x="173" y="453"/>
                    </a:cubicBezTo>
                    <a:cubicBezTo>
                      <a:pt x="174" y="453"/>
                      <a:pt x="174" y="453"/>
                      <a:pt x="174" y="453"/>
                    </a:cubicBezTo>
                    <a:cubicBezTo>
                      <a:pt x="176" y="452"/>
                      <a:pt x="178" y="452"/>
                      <a:pt x="179" y="452"/>
                    </a:cubicBezTo>
                    <a:cubicBezTo>
                      <a:pt x="181" y="452"/>
                      <a:pt x="182" y="452"/>
                      <a:pt x="183" y="453"/>
                    </a:cubicBezTo>
                    <a:cubicBezTo>
                      <a:pt x="184" y="453"/>
                      <a:pt x="184" y="453"/>
                      <a:pt x="184" y="453"/>
                    </a:cubicBezTo>
                    <a:lnTo>
                      <a:pt x="187" y="455"/>
                    </a:lnTo>
                    <a:cubicBezTo>
                      <a:pt x="187" y="456"/>
                      <a:pt x="188" y="456"/>
                      <a:pt x="188" y="457"/>
                    </a:cubicBezTo>
                    <a:cubicBezTo>
                      <a:pt x="189" y="458"/>
                      <a:pt x="189" y="459"/>
                      <a:pt x="189" y="460"/>
                    </a:cubicBezTo>
                    <a:cubicBezTo>
                      <a:pt x="189" y="461"/>
                      <a:pt x="189" y="462"/>
                      <a:pt x="188" y="463"/>
                    </a:cubicBezTo>
                    <a:cubicBezTo>
                      <a:pt x="188" y="464"/>
                      <a:pt x="187" y="464"/>
                      <a:pt x="187" y="465"/>
                    </a:cubicBezTo>
                    <a:cubicBezTo>
                      <a:pt x="187" y="465"/>
                      <a:pt x="187" y="466"/>
                      <a:pt x="187" y="467"/>
                    </a:cubicBezTo>
                    <a:cubicBezTo>
                      <a:pt x="187" y="467"/>
                      <a:pt x="187" y="468"/>
                      <a:pt x="187" y="469"/>
                    </a:cubicBezTo>
                    <a:cubicBezTo>
                      <a:pt x="200" y="475"/>
                      <a:pt x="213" y="481"/>
                      <a:pt x="226" y="487"/>
                    </a:cubicBezTo>
                    <a:cubicBezTo>
                      <a:pt x="227" y="486"/>
                      <a:pt x="228" y="484"/>
                      <a:pt x="229" y="483"/>
                    </a:cubicBezTo>
                    <a:cubicBezTo>
                      <a:pt x="230" y="483"/>
                      <a:pt x="230" y="483"/>
                      <a:pt x="231" y="482"/>
                    </a:cubicBezTo>
                    <a:cubicBezTo>
                      <a:pt x="232" y="482"/>
                      <a:pt x="234" y="481"/>
                      <a:pt x="235" y="481"/>
                    </a:cubicBezTo>
                    <a:cubicBezTo>
                      <a:pt x="237" y="481"/>
                      <a:pt x="238" y="481"/>
                      <a:pt x="239" y="482"/>
                    </a:cubicBezTo>
                    <a:cubicBezTo>
                      <a:pt x="240" y="482"/>
                      <a:pt x="240" y="483"/>
                      <a:pt x="240" y="483"/>
                    </a:cubicBezTo>
                    <a:cubicBezTo>
                      <a:pt x="241" y="484"/>
                      <a:pt x="242" y="485"/>
                      <a:pt x="243" y="487"/>
                    </a:cubicBezTo>
                    <a:cubicBezTo>
                      <a:pt x="244" y="489"/>
                      <a:pt x="245" y="491"/>
                      <a:pt x="245" y="493"/>
                    </a:cubicBezTo>
                    <a:cubicBezTo>
                      <a:pt x="251" y="495"/>
                      <a:pt x="257" y="497"/>
                      <a:pt x="264" y="499"/>
                    </a:cubicBezTo>
                    <a:cubicBezTo>
                      <a:pt x="265" y="498"/>
                      <a:pt x="265" y="498"/>
                      <a:pt x="265" y="498"/>
                    </a:cubicBezTo>
                    <a:cubicBezTo>
                      <a:pt x="267" y="495"/>
                      <a:pt x="268" y="493"/>
                      <a:pt x="271" y="491"/>
                    </a:cubicBezTo>
                    <a:cubicBezTo>
                      <a:pt x="271" y="490"/>
                      <a:pt x="272" y="490"/>
                      <a:pt x="272" y="490"/>
                    </a:cubicBezTo>
                    <a:cubicBezTo>
                      <a:pt x="274" y="489"/>
                      <a:pt x="274" y="489"/>
                      <a:pt x="275" y="489"/>
                    </a:cubicBezTo>
                    <a:cubicBezTo>
                      <a:pt x="277" y="489"/>
                      <a:pt x="278" y="489"/>
                      <a:pt x="279" y="490"/>
                    </a:cubicBezTo>
                    <a:cubicBezTo>
                      <a:pt x="280" y="490"/>
                      <a:pt x="281" y="491"/>
                      <a:pt x="282" y="492"/>
                    </a:cubicBezTo>
                    <a:cubicBezTo>
                      <a:pt x="282" y="493"/>
                      <a:pt x="284" y="494"/>
                      <a:pt x="284" y="495"/>
                    </a:cubicBezTo>
                    <a:cubicBezTo>
                      <a:pt x="287" y="498"/>
                      <a:pt x="286" y="501"/>
                      <a:pt x="287" y="504"/>
                    </a:cubicBezTo>
                    <a:cubicBezTo>
                      <a:pt x="295" y="505"/>
                      <a:pt x="302" y="506"/>
                      <a:pt x="310" y="507"/>
                    </a:cubicBezTo>
                    <a:cubicBezTo>
                      <a:pt x="312" y="504"/>
                      <a:pt x="314" y="501"/>
                      <a:pt x="317" y="499"/>
                    </a:cubicBezTo>
                    <a:cubicBezTo>
                      <a:pt x="319" y="498"/>
                      <a:pt x="321" y="498"/>
                      <a:pt x="322" y="497"/>
                    </a:cubicBezTo>
                    <a:cubicBezTo>
                      <a:pt x="326" y="496"/>
                      <a:pt x="329" y="499"/>
                      <a:pt x="331" y="502"/>
                    </a:cubicBezTo>
                    <a:cubicBezTo>
                      <a:pt x="331" y="502"/>
                      <a:pt x="332" y="502"/>
                      <a:pt x="332" y="503"/>
                    </a:cubicBezTo>
                    <a:cubicBezTo>
                      <a:pt x="334" y="505"/>
                      <a:pt x="333" y="507"/>
                      <a:pt x="334" y="509"/>
                    </a:cubicBezTo>
                    <a:cubicBezTo>
                      <a:pt x="347" y="510"/>
                      <a:pt x="361" y="510"/>
                      <a:pt x="374" y="510"/>
                    </a:cubicBezTo>
                    <a:cubicBezTo>
                      <a:pt x="398" y="510"/>
                      <a:pt x="422" y="509"/>
                      <a:pt x="447" y="507"/>
                    </a:cubicBezTo>
                    <a:cubicBezTo>
                      <a:pt x="447" y="505"/>
                      <a:pt x="448" y="504"/>
                      <a:pt x="449" y="502"/>
                    </a:cubicBezTo>
                    <a:cubicBezTo>
                      <a:pt x="450" y="500"/>
                      <a:pt x="451" y="499"/>
                      <a:pt x="452" y="497"/>
                    </a:cubicBezTo>
                    <a:cubicBezTo>
                      <a:pt x="453" y="497"/>
                      <a:pt x="453" y="497"/>
                      <a:pt x="454" y="496"/>
                    </a:cubicBezTo>
                    <a:cubicBezTo>
                      <a:pt x="454" y="496"/>
                      <a:pt x="456" y="495"/>
                      <a:pt x="457" y="495"/>
                    </a:cubicBezTo>
                    <a:cubicBezTo>
                      <a:pt x="459" y="495"/>
                      <a:pt x="460" y="495"/>
                      <a:pt x="460" y="496"/>
                    </a:cubicBezTo>
                    <a:cubicBezTo>
                      <a:pt x="461" y="497"/>
                      <a:pt x="461" y="497"/>
                      <a:pt x="461" y="497"/>
                    </a:cubicBezTo>
                    <a:cubicBezTo>
                      <a:pt x="462" y="498"/>
                      <a:pt x="463" y="499"/>
                      <a:pt x="463" y="500"/>
                    </a:cubicBezTo>
                    <a:cubicBezTo>
                      <a:pt x="465" y="502"/>
                      <a:pt x="464" y="503"/>
                      <a:pt x="465" y="505"/>
                    </a:cubicBezTo>
                    <a:lnTo>
                      <a:pt x="486" y="503"/>
                    </a:lnTo>
                    <a:cubicBezTo>
                      <a:pt x="487" y="501"/>
                      <a:pt x="488" y="498"/>
                      <a:pt x="489" y="496"/>
                    </a:cubicBezTo>
                    <a:cubicBezTo>
                      <a:pt x="490" y="495"/>
                      <a:pt x="491" y="494"/>
                      <a:pt x="491" y="493"/>
                    </a:cubicBezTo>
                    <a:cubicBezTo>
                      <a:pt x="492" y="492"/>
                      <a:pt x="493" y="492"/>
                      <a:pt x="493" y="492"/>
                    </a:cubicBezTo>
                    <a:cubicBezTo>
                      <a:pt x="495" y="491"/>
                      <a:pt x="495" y="491"/>
                      <a:pt x="496" y="491"/>
                    </a:cubicBezTo>
                    <a:cubicBezTo>
                      <a:pt x="497" y="491"/>
                      <a:pt x="499" y="491"/>
                      <a:pt x="500" y="492"/>
                    </a:cubicBezTo>
                    <a:cubicBezTo>
                      <a:pt x="500" y="492"/>
                      <a:pt x="501" y="492"/>
                      <a:pt x="501" y="493"/>
                    </a:cubicBezTo>
                    <a:cubicBezTo>
                      <a:pt x="502" y="494"/>
                      <a:pt x="503" y="495"/>
                      <a:pt x="504" y="497"/>
                    </a:cubicBezTo>
                    <a:cubicBezTo>
                      <a:pt x="505" y="498"/>
                      <a:pt x="506" y="500"/>
                      <a:pt x="506" y="502"/>
                    </a:cubicBezTo>
                    <a:lnTo>
                      <a:pt x="526" y="501"/>
                    </a:lnTo>
                    <a:cubicBezTo>
                      <a:pt x="523" y="498"/>
                      <a:pt x="522" y="494"/>
                      <a:pt x="519" y="491"/>
                    </a:cubicBezTo>
                    <a:cubicBezTo>
                      <a:pt x="519" y="490"/>
                      <a:pt x="518" y="489"/>
                      <a:pt x="517" y="488"/>
                    </a:cubicBezTo>
                    <a:cubicBezTo>
                      <a:pt x="517" y="486"/>
                      <a:pt x="517" y="486"/>
                      <a:pt x="517" y="485"/>
                    </a:cubicBezTo>
                    <a:cubicBezTo>
                      <a:pt x="445" y="482"/>
                      <a:pt x="375" y="497"/>
                      <a:pt x="303" y="481"/>
                    </a:cubicBezTo>
                    <a:cubicBezTo>
                      <a:pt x="241" y="467"/>
                      <a:pt x="165" y="440"/>
                      <a:pt x="123" y="392"/>
                    </a:cubicBezTo>
                    <a:cubicBezTo>
                      <a:pt x="108" y="374"/>
                      <a:pt x="94" y="355"/>
                      <a:pt x="82" y="335"/>
                    </a:cubicBezTo>
                    <a:cubicBezTo>
                      <a:pt x="53" y="284"/>
                      <a:pt x="36" y="227"/>
                      <a:pt x="34" y="168"/>
                    </a:cubicBezTo>
                    <a:cubicBezTo>
                      <a:pt x="32" y="133"/>
                      <a:pt x="29" y="97"/>
                      <a:pt x="29" y="61"/>
                    </a:cubicBezTo>
                    <a:cubicBezTo>
                      <a:pt x="31" y="41"/>
                      <a:pt x="34" y="20"/>
                      <a:pt x="39" y="0"/>
                    </a:cubicBezTo>
                    <a:cubicBezTo>
                      <a:pt x="28" y="26"/>
                      <a:pt x="18" y="53"/>
                      <a:pt x="8" y="80"/>
                    </a:cubicBezTo>
                    <a:cubicBezTo>
                      <a:pt x="0" y="203"/>
                      <a:pt x="23" y="348"/>
                      <a:pt x="111" y="4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9"/>
              <p:cNvSpPr/>
              <p:nvPr/>
            </p:nvSpPr>
            <p:spPr>
              <a:xfrm>
                <a:off x="3280325" y="-799055"/>
                <a:ext cx="12240" cy="40320"/>
              </a:xfrm>
              <a:custGeom>
                <a:rect b="b" l="l" r="r" t="t"/>
                <a:pathLst>
                  <a:path extrusionOk="0" h="112" w="34">
                    <a:moveTo>
                      <a:pt x="33" y="9"/>
                    </a:moveTo>
                    <a:cubicBezTo>
                      <a:pt x="33" y="7"/>
                      <a:pt x="32" y="6"/>
                      <a:pt x="32" y="5"/>
                    </a:cubicBezTo>
                    <a:cubicBezTo>
                      <a:pt x="31" y="3"/>
                      <a:pt x="30" y="2"/>
                      <a:pt x="28" y="1"/>
                    </a:cubicBezTo>
                    <a:cubicBezTo>
                      <a:pt x="26" y="0"/>
                      <a:pt x="25" y="0"/>
                      <a:pt x="24" y="0"/>
                    </a:cubicBezTo>
                    <a:cubicBezTo>
                      <a:pt x="22" y="0"/>
                      <a:pt x="21" y="0"/>
                      <a:pt x="19" y="1"/>
                    </a:cubicBezTo>
                    <a:cubicBezTo>
                      <a:pt x="17" y="2"/>
                      <a:pt x="17" y="3"/>
                      <a:pt x="16" y="5"/>
                    </a:cubicBezTo>
                    <a:cubicBezTo>
                      <a:pt x="16" y="5"/>
                      <a:pt x="16" y="6"/>
                      <a:pt x="15" y="6"/>
                    </a:cubicBezTo>
                    <a:cubicBezTo>
                      <a:pt x="7" y="41"/>
                      <a:pt x="2" y="76"/>
                      <a:pt x="0" y="111"/>
                    </a:cubicBezTo>
                    <a:cubicBezTo>
                      <a:pt x="10" y="84"/>
                      <a:pt x="20" y="57"/>
                      <a:pt x="31" y="30"/>
                    </a:cubicBezTo>
                    <a:cubicBezTo>
                      <a:pt x="32" y="23"/>
                      <a:pt x="33" y="16"/>
                      <a:pt x="33"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9"/>
              <p:cNvSpPr/>
              <p:nvPr/>
            </p:nvSpPr>
            <p:spPr>
              <a:xfrm>
                <a:off x="3463205" y="-612935"/>
                <a:ext cx="6840" cy="5760"/>
              </a:xfrm>
              <a:custGeom>
                <a:rect b="b" l="l" r="r" t="t"/>
                <a:pathLst>
                  <a:path extrusionOk="0" h="16" w="19">
                    <a:moveTo>
                      <a:pt x="16" y="12"/>
                    </a:moveTo>
                    <a:cubicBezTo>
                      <a:pt x="17" y="12"/>
                      <a:pt x="17" y="11"/>
                      <a:pt x="17" y="11"/>
                    </a:cubicBezTo>
                    <a:cubicBezTo>
                      <a:pt x="18" y="10"/>
                      <a:pt x="18" y="8"/>
                      <a:pt x="18" y="7"/>
                    </a:cubicBezTo>
                    <a:cubicBezTo>
                      <a:pt x="18" y="6"/>
                      <a:pt x="18" y="5"/>
                      <a:pt x="17" y="3"/>
                    </a:cubicBezTo>
                    <a:cubicBezTo>
                      <a:pt x="16" y="1"/>
                      <a:pt x="16" y="1"/>
                      <a:pt x="15" y="1"/>
                    </a:cubicBezTo>
                    <a:cubicBezTo>
                      <a:pt x="13" y="0"/>
                      <a:pt x="12" y="0"/>
                      <a:pt x="11" y="0"/>
                    </a:cubicBezTo>
                    <a:lnTo>
                      <a:pt x="0" y="0"/>
                    </a:lnTo>
                    <a:cubicBezTo>
                      <a:pt x="0" y="0"/>
                      <a:pt x="0" y="1"/>
                      <a:pt x="0" y="2"/>
                    </a:cubicBezTo>
                    <a:cubicBezTo>
                      <a:pt x="0" y="3"/>
                      <a:pt x="1" y="4"/>
                      <a:pt x="1" y="5"/>
                    </a:cubicBezTo>
                    <a:cubicBezTo>
                      <a:pt x="3" y="9"/>
                      <a:pt x="6" y="12"/>
                      <a:pt x="8" y="15"/>
                    </a:cubicBezTo>
                    <a:lnTo>
                      <a:pt x="10" y="15"/>
                    </a:lnTo>
                    <a:cubicBezTo>
                      <a:pt x="12" y="15"/>
                      <a:pt x="13" y="15"/>
                      <a:pt x="14" y="14"/>
                    </a:cubicBezTo>
                    <a:cubicBezTo>
                      <a:pt x="15" y="14"/>
                      <a:pt x="16" y="13"/>
                      <a:pt x="1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9"/>
              <p:cNvSpPr/>
              <p:nvPr/>
            </p:nvSpPr>
            <p:spPr>
              <a:xfrm>
                <a:off x="3555365" y="-980855"/>
                <a:ext cx="31680" cy="412200"/>
              </a:xfrm>
              <a:custGeom>
                <a:rect b="b" l="l" r="r" t="t"/>
                <a:pathLst>
                  <a:path extrusionOk="0" h="1145" w="88">
                    <a:moveTo>
                      <a:pt x="8" y="29"/>
                    </a:moveTo>
                    <a:lnTo>
                      <a:pt x="0" y="30"/>
                    </a:lnTo>
                    <a:cubicBezTo>
                      <a:pt x="9" y="67"/>
                      <a:pt x="16" y="106"/>
                      <a:pt x="21" y="144"/>
                    </a:cubicBezTo>
                    <a:cubicBezTo>
                      <a:pt x="21" y="169"/>
                      <a:pt x="24" y="194"/>
                      <a:pt x="29" y="218"/>
                    </a:cubicBezTo>
                    <a:cubicBezTo>
                      <a:pt x="40" y="275"/>
                      <a:pt x="46" y="333"/>
                      <a:pt x="46" y="391"/>
                    </a:cubicBezTo>
                    <a:cubicBezTo>
                      <a:pt x="46" y="397"/>
                      <a:pt x="46" y="402"/>
                      <a:pt x="46" y="408"/>
                    </a:cubicBezTo>
                    <a:cubicBezTo>
                      <a:pt x="46" y="461"/>
                      <a:pt x="46" y="512"/>
                      <a:pt x="46" y="564"/>
                    </a:cubicBezTo>
                    <a:cubicBezTo>
                      <a:pt x="46" y="671"/>
                      <a:pt x="42" y="777"/>
                      <a:pt x="41" y="883"/>
                    </a:cubicBezTo>
                    <a:cubicBezTo>
                      <a:pt x="41" y="933"/>
                      <a:pt x="41" y="983"/>
                      <a:pt x="41" y="1032"/>
                    </a:cubicBezTo>
                    <a:cubicBezTo>
                      <a:pt x="41" y="1061"/>
                      <a:pt x="47" y="1120"/>
                      <a:pt x="25" y="1144"/>
                    </a:cubicBezTo>
                    <a:cubicBezTo>
                      <a:pt x="32" y="1142"/>
                      <a:pt x="38" y="1140"/>
                      <a:pt x="45" y="1139"/>
                    </a:cubicBezTo>
                    <a:lnTo>
                      <a:pt x="46" y="1139"/>
                    </a:lnTo>
                    <a:cubicBezTo>
                      <a:pt x="47" y="1139"/>
                      <a:pt x="48" y="1139"/>
                      <a:pt x="49" y="1140"/>
                    </a:cubicBezTo>
                    <a:cubicBezTo>
                      <a:pt x="50" y="1140"/>
                      <a:pt x="50" y="1140"/>
                      <a:pt x="50" y="1141"/>
                    </a:cubicBezTo>
                    <a:cubicBezTo>
                      <a:pt x="87" y="1096"/>
                      <a:pt x="67" y="992"/>
                      <a:pt x="67" y="947"/>
                    </a:cubicBezTo>
                    <a:cubicBezTo>
                      <a:pt x="67" y="834"/>
                      <a:pt x="72" y="721"/>
                      <a:pt x="72" y="609"/>
                    </a:cubicBezTo>
                    <a:cubicBezTo>
                      <a:pt x="72" y="542"/>
                      <a:pt x="72" y="475"/>
                      <a:pt x="72" y="409"/>
                    </a:cubicBezTo>
                    <a:cubicBezTo>
                      <a:pt x="72" y="407"/>
                      <a:pt x="72" y="405"/>
                      <a:pt x="72" y="404"/>
                    </a:cubicBezTo>
                    <a:cubicBezTo>
                      <a:pt x="72" y="383"/>
                      <a:pt x="71" y="362"/>
                      <a:pt x="67" y="341"/>
                    </a:cubicBezTo>
                    <a:cubicBezTo>
                      <a:pt x="63" y="312"/>
                      <a:pt x="70" y="283"/>
                      <a:pt x="65" y="255"/>
                    </a:cubicBezTo>
                    <a:cubicBezTo>
                      <a:pt x="57" y="216"/>
                      <a:pt x="55" y="178"/>
                      <a:pt x="48" y="140"/>
                    </a:cubicBezTo>
                    <a:cubicBezTo>
                      <a:pt x="44" y="117"/>
                      <a:pt x="47" y="90"/>
                      <a:pt x="41" y="67"/>
                    </a:cubicBezTo>
                    <a:cubicBezTo>
                      <a:pt x="35" y="49"/>
                      <a:pt x="29" y="30"/>
                      <a:pt x="25" y="11"/>
                    </a:cubicBezTo>
                    <a:cubicBezTo>
                      <a:pt x="25" y="9"/>
                      <a:pt x="25" y="8"/>
                      <a:pt x="24" y="6"/>
                    </a:cubicBezTo>
                    <a:cubicBezTo>
                      <a:pt x="23" y="4"/>
                      <a:pt x="21" y="3"/>
                      <a:pt x="19" y="1"/>
                    </a:cubicBezTo>
                    <a:cubicBezTo>
                      <a:pt x="17" y="0"/>
                      <a:pt x="15" y="0"/>
                      <a:pt x="13" y="0"/>
                    </a:cubicBezTo>
                    <a:cubicBezTo>
                      <a:pt x="10" y="0"/>
                      <a:pt x="8" y="0"/>
                      <a:pt x="6" y="1"/>
                    </a:cubicBezTo>
                    <a:cubicBezTo>
                      <a:pt x="5" y="2"/>
                      <a:pt x="5" y="2"/>
                      <a:pt x="4" y="3"/>
                    </a:cubicBezTo>
                    <a:cubicBezTo>
                      <a:pt x="7" y="6"/>
                      <a:pt x="9" y="9"/>
                      <a:pt x="11" y="13"/>
                    </a:cubicBezTo>
                    <a:cubicBezTo>
                      <a:pt x="12" y="14"/>
                      <a:pt x="13" y="16"/>
                      <a:pt x="13" y="17"/>
                    </a:cubicBezTo>
                    <a:cubicBezTo>
                      <a:pt x="14" y="18"/>
                      <a:pt x="14" y="20"/>
                      <a:pt x="14" y="21"/>
                    </a:cubicBezTo>
                    <a:cubicBezTo>
                      <a:pt x="14" y="22"/>
                      <a:pt x="14" y="24"/>
                      <a:pt x="13" y="25"/>
                    </a:cubicBezTo>
                    <a:cubicBezTo>
                      <a:pt x="12" y="26"/>
                      <a:pt x="12" y="27"/>
                      <a:pt x="10" y="28"/>
                    </a:cubicBezTo>
                    <a:cubicBezTo>
                      <a:pt x="10" y="28"/>
                      <a:pt x="9" y="28"/>
                      <a:pt x="8"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9"/>
              <p:cNvSpPr/>
              <p:nvPr/>
            </p:nvSpPr>
            <p:spPr>
              <a:xfrm>
                <a:off x="3562205" y="-571175"/>
                <a:ext cx="11880" cy="7560"/>
              </a:xfrm>
              <a:custGeom>
                <a:rect b="b" l="l" r="r" t="t"/>
                <a:pathLst>
                  <a:path extrusionOk="0" h="21" w="33">
                    <a:moveTo>
                      <a:pt x="26" y="0"/>
                    </a:moveTo>
                    <a:cubicBezTo>
                      <a:pt x="19" y="1"/>
                      <a:pt x="12" y="3"/>
                      <a:pt x="6" y="5"/>
                    </a:cubicBezTo>
                    <a:lnTo>
                      <a:pt x="6" y="6"/>
                    </a:lnTo>
                    <a:cubicBezTo>
                      <a:pt x="0" y="12"/>
                      <a:pt x="9" y="20"/>
                      <a:pt x="15" y="16"/>
                    </a:cubicBezTo>
                    <a:cubicBezTo>
                      <a:pt x="16" y="16"/>
                      <a:pt x="16" y="16"/>
                      <a:pt x="16" y="16"/>
                    </a:cubicBezTo>
                    <a:cubicBezTo>
                      <a:pt x="22" y="12"/>
                      <a:pt x="28" y="8"/>
                      <a:pt x="32" y="2"/>
                    </a:cubicBezTo>
                    <a:cubicBezTo>
                      <a:pt x="32" y="1"/>
                      <a:pt x="31" y="2"/>
                      <a:pt x="30" y="1"/>
                    </a:cubicBezTo>
                    <a:cubicBezTo>
                      <a:pt x="29" y="0"/>
                      <a:pt x="29" y="0"/>
                      <a:pt x="28" y="0"/>
                    </a:cubicBezTo>
                    <a:cubicBezTo>
                      <a:pt x="27" y="0"/>
                      <a:pt x="26" y="0"/>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9"/>
              <p:cNvSpPr/>
              <p:nvPr/>
            </p:nvSpPr>
            <p:spPr>
              <a:xfrm>
                <a:off x="3468605" y="-1000295"/>
                <a:ext cx="15120" cy="7200"/>
              </a:xfrm>
              <a:custGeom>
                <a:rect b="b" l="l" r="r" t="t"/>
                <a:pathLst>
                  <a:path extrusionOk="0" h="20" w="42">
                    <a:moveTo>
                      <a:pt x="14" y="19"/>
                    </a:moveTo>
                    <a:lnTo>
                      <a:pt x="40" y="19"/>
                    </a:lnTo>
                    <a:cubicBezTo>
                      <a:pt x="39" y="18"/>
                      <a:pt x="38" y="16"/>
                      <a:pt x="37" y="15"/>
                    </a:cubicBezTo>
                    <a:cubicBezTo>
                      <a:pt x="37" y="14"/>
                      <a:pt x="36" y="14"/>
                      <a:pt x="36" y="14"/>
                    </a:cubicBezTo>
                    <a:cubicBezTo>
                      <a:pt x="35" y="12"/>
                      <a:pt x="35" y="11"/>
                      <a:pt x="35" y="9"/>
                    </a:cubicBezTo>
                    <a:cubicBezTo>
                      <a:pt x="35" y="7"/>
                      <a:pt x="35" y="6"/>
                      <a:pt x="36" y="4"/>
                    </a:cubicBezTo>
                    <a:cubicBezTo>
                      <a:pt x="37" y="2"/>
                      <a:pt x="38" y="1"/>
                      <a:pt x="40" y="0"/>
                    </a:cubicBezTo>
                    <a:lnTo>
                      <a:pt x="41" y="0"/>
                    </a:lnTo>
                    <a:cubicBezTo>
                      <a:pt x="28" y="0"/>
                      <a:pt x="14" y="0"/>
                      <a:pt x="0" y="0"/>
                    </a:cubicBezTo>
                    <a:cubicBezTo>
                      <a:pt x="5" y="4"/>
                      <a:pt x="9" y="9"/>
                      <a:pt x="12" y="14"/>
                    </a:cubicBezTo>
                    <a:cubicBezTo>
                      <a:pt x="13" y="16"/>
                      <a:pt x="14" y="17"/>
                      <a:pt x="1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9"/>
              <p:cNvSpPr/>
              <p:nvPr/>
            </p:nvSpPr>
            <p:spPr>
              <a:xfrm>
                <a:off x="3190325" y="-999575"/>
                <a:ext cx="274320" cy="37440"/>
              </a:xfrm>
              <a:custGeom>
                <a:rect b="b" l="l" r="r" t="t"/>
                <a:pathLst>
                  <a:path extrusionOk="0" h="104" w="762">
                    <a:moveTo>
                      <a:pt x="58" y="95"/>
                    </a:moveTo>
                    <a:cubicBezTo>
                      <a:pt x="57" y="93"/>
                      <a:pt x="56" y="92"/>
                      <a:pt x="56" y="90"/>
                    </a:cubicBezTo>
                    <a:cubicBezTo>
                      <a:pt x="56" y="89"/>
                      <a:pt x="57" y="88"/>
                      <a:pt x="58" y="86"/>
                    </a:cubicBezTo>
                    <a:cubicBezTo>
                      <a:pt x="59" y="84"/>
                      <a:pt x="60" y="83"/>
                      <a:pt x="61" y="82"/>
                    </a:cubicBezTo>
                    <a:cubicBezTo>
                      <a:pt x="62" y="82"/>
                      <a:pt x="63" y="82"/>
                      <a:pt x="63" y="81"/>
                    </a:cubicBezTo>
                    <a:cubicBezTo>
                      <a:pt x="66" y="81"/>
                      <a:pt x="69" y="81"/>
                      <a:pt x="72" y="81"/>
                    </a:cubicBezTo>
                    <a:cubicBezTo>
                      <a:pt x="80" y="81"/>
                      <a:pt x="88" y="83"/>
                      <a:pt x="95" y="87"/>
                    </a:cubicBezTo>
                    <a:lnTo>
                      <a:pt x="121" y="82"/>
                    </a:lnTo>
                    <a:cubicBezTo>
                      <a:pt x="121" y="81"/>
                      <a:pt x="120" y="80"/>
                      <a:pt x="120" y="79"/>
                    </a:cubicBezTo>
                    <a:cubicBezTo>
                      <a:pt x="120" y="78"/>
                      <a:pt x="120" y="77"/>
                      <a:pt x="121" y="76"/>
                    </a:cubicBezTo>
                    <a:cubicBezTo>
                      <a:pt x="122" y="75"/>
                      <a:pt x="122" y="74"/>
                      <a:pt x="123" y="74"/>
                    </a:cubicBezTo>
                    <a:cubicBezTo>
                      <a:pt x="124" y="73"/>
                      <a:pt x="124" y="73"/>
                      <a:pt x="124" y="73"/>
                    </a:cubicBezTo>
                    <a:cubicBezTo>
                      <a:pt x="129" y="71"/>
                      <a:pt x="133" y="71"/>
                      <a:pt x="138" y="71"/>
                    </a:cubicBezTo>
                    <a:cubicBezTo>
                      <a:pt x="145" y="71"/>
                      <a:pt x="152" y="72"/>
                      <a:pt x="158" y="76"/>
                    </a:cubicBezTo>
                    <a:cubicBezTo>
                      <a:pt x="178" y="72"/>
                      <a:pt x="198" y="70"/>
                      <a:pt x="219" y="68"/>
                    </a:cubicBezTo>
                    <a:cubicBezTo>
                      <a:pt x="220" y="68"/>
                      <a:pt x="221" y="68"/>
                      <a:pt x="223" y="68"/>
                    </a:cubicBezTo>
                    <a:cubicBezTo>
                      <a:pt x="224" y="68"/>
                      <a:pt x="226" y="68"/>
                      <a:pt x="227" y="68"/>
                    </a:cubicBezTo>
                    <a:cubicBezTo>
                      <a:pt x="248" y="66"/>
                      <a:pt x="268" y="65"/>
                      <a:pt x="288" y="64"/>
                    </a:cubicBezTo>
                    <a:cubicBezTo>
                      <a:pt x="288" y="64"/>
                      <a:pt x="287" y="64"/>
                      <a:pt x="286" y="63"/>
                    </a:cubicBezTo>
                    <a:cubicBezTo>
                      <a:pt x="285" y="62"/>
                      <a:pt x="283" y="62"/>
                      <a:pt x="282" y="61"/>
                    </a:cubicBezTo>
                    <a:cubicBezTo>
                      <a:pt x="281" y="61"/>
                      <a:pt x="280" y="61"/>
                      <a:pt x="279" y="60"/>
                    </a:cubicBezTo>
                    <a:cubicBezTo>
                      <a:pt x="277" y="59"/>
                      <a:pt x="276" y="59"/>
                      <a:pt x="275" y="57"/>
                    </a:cubicBezTo>
                    <a:cubicBezTo>
                      <a:pt x="274" y="55"/>
                      <a:pt x="274" y="54"/>
                      <a:pt x="274" y="52"/>
                    </a:cubicBezTo>
                    <a:cubicBezTo>
                      <a:pt x="274" y="50"/>
                      <a:pt x="274" y="49"/>
                      <a:pt x="275" y="47"/>
                    </a:cubicBezTo>
                    <a:cubicBezTo>
                      <a:pt x="276" y="45"/>
                      <a:pt x="277" y="45"/>
                      <a:pt x="279" y="44"/>
                    </a:cubicBezTo>
                    <a:cubicBezTo>
                      <a:pt x="280" y="43"/>
                      <a:pt x="281" y="43"/>
                      <a:pt x="282" y="43"/>
                    </a:cubicBezTo>
                    <a:cubicBezTo>
                      <a:pt x="291" y="43"/>
                      <a:pt x="301" y="46"/>
                      <a:pt x="309" y="50"/>
                    </a:cubicBezTo>
                    <a:cubicBezTo>
                      <a:pt x="315" y="54"/>
                      <a:pt x="320" y="58"/>
                      <a:pt x="324" y="62"/>
                    </a:cubicBezTo>
                    <a:lnTo>
                      <a:pt x="335" y="61"/>
                    </a:lnTo>
                    <a:lnTo>
                      <a:pt x="330" y="59"/>
                    </a:lnTo>
                    <a:cubicBezTo>
                      <a:pt x="323" y="56"/>
                      <a:pt x="327" y="45"/>
                      <a:pt x="333" y="43"/>
                    </a:cubicBezTo>
                    <a:cubicBezTo>
                      <a:pt x="337" y="42"/>
                      <a:pt x="341" y="41"/>
                      <a:pt x="345" y="41"/>
                    </a:cubicBezTo>
                    <a:cubicBezTo>
                      <a:pt x="353" y="41"/>
                      <a:pt x="360" y="43"/>
                      <a:pt x="366" y="47"/>
                    </a:cubicBezTo>
                    <a:cubicBezTo>
                      <a:pt x="370" y="49"/>
                      <a:pt x="374" y="52"/>
                      <a:pt x="377" y="56"/>
                    </a:cubicBezTo>
                    <a:lnTo>
                      <a:pt x="382" y="56"/>
                    </a:lnTo>
                    <a:cubicBezTo>
                      <a:pt x="386" y="56"/>
                      <a:pt x="391" y="55"/>
                      <a:pt x="396" y="54"/>
                    </a:cubicBezTo>
                    <a:cubicBezTo>
                      <a:pt x="396" y="53"/>
                      <a:pt x="396" y="53"/>
                      <a:pt x="397" y="52"/>
                    </a:cubicBezTo>
                    <a:cubicBezTo>
                      <a:pt x="397" y="51"/>
                      <a:pt x="398" y="51"/>
                      <a:pt x="399" y="50"/>
                    </a:cubicBezTo>
                    <a:cubicBezTo>
                      <a:pt x="400" y="49"/>
                      <a:pt x="400" y="49"/>
                      <a:pt x="401" y="49"/>
                    </a:cubicBezTo>
                    <a:cubicBezTo>
                      <a:pt x="403" y="49"/>
                      <a:pt x="406" y="48"/>
                      <a:pt x="408" y="48"/>
                    </a:cubicBezTo>
                    <a:cubicBezTo>
                      <a:pt x="414" y="48"/>
                      <a:pt x="420" y="50"/>
                      <a:pt x="425" y="52"/>
                    </a:cubicBezTo>
                    <a:cubicBezTo>
                      <a:pt x="426" y="52"/>
                      <a:pt x="426" y="52"/>
                      <a:pt x="427" y="52"/>
                    </a:cubicBezTo>
                    <a:cubicBezTo>
                      <a:pt x="444" y="52"/>
                      <a:pt x="461" y="51"/>
                      <a:pt x="478" y="48"/>
                    </a:cubicBezTo>
                    <a:lnTo>
                      <a:pt x="482" y="48"/>
                    </a:lnTo>
                    <a:cubicBezTo>
                      <a:pt x="481" y="48"/>
                      <a:pt x="482" y="48"/>
                      <a:pt x="481" y="47"/>
                    </a:cubicBezTo>
                    <a:cubicBezTo>
                      <a:pt x="480" y="46"/>
                      <a:pt x="479" y="46"/>
                      <a:pt x="478" y="45"/>
                    </a:cubicBezTo>
                    <a:cubicBezTo>
                      <a:pt x="477" y="44"/>
                      <a:pt x="478" y="43"/>
                      <a:pt x="478" y="42"/>
                    </a:cubicBezTo>
                    <a:cubicBezTo>
                      <a:pt x="478" y="41"/>
                      <a:pt x="477" y="40"/>
                      <a:pt x="478" y="39"/>
                    </a:cubicBezTo>
                    <a:cubicBezTo>
                      <a:pt x="479" y="38"/>
                      <a:pt x="480" y="37"/>
                      <a:pt x="481" y="37"/>
                    </a:cubicBezTo>
                    <a:cubicBezTo>
                      <a:pt x="481" y="37"/>
                      <a:pt x="481" y="36"/>
                      <a:pt x="482" y="36"/>
                    </a:cubicBezTo>
                    <a:cubicBezTo>
                      <a:pt x="485" y="36"/>
                      <a:pt x="488" y="35"/>
                      <a:pt x="490" y="35"/>
                    </a:cubicBezTo>
                    <a:cubicBezTo>
                      <a:pt x="497" y="35"/>
                      <a:pt x="503" y="37"/>
                      <a:pt x="508" y="40"/>
                    </a:cubicBezTo>
                    <a:cubicBezTo>
                      <a:pt x="510" y="41"/>
                      <a:pt x="513" y="43"/>
                      <a:pt x="515" y="45"/>
                    </a:cubicBezTo>
                    <a:cubicBezTo>
                      <a:pt x="527" y="45"/>
                      <a:pt x="538" y="45"/>
                      <a:pt x="550" y="45"/>
                    </a:cubicBezTo>
                    <a:cubicBezTo>
                      <a:pt x="550" y="38"/>
                      <a:pt x="559" y="30"/>
                      <a:pt x="565" y="36"/>
                    </a:cubicBezTo>
                    <a:lnTo>
                      <a:pt x="573" y="43"/>
                    </a:lnTo>
                    <a:lnTo>
                      <a:pt x="584" y="41"/>
                    </a:lnTo>
                    <a:cubicBezTo>
                      <a:pt x="597" y="38"/>
                      <a:pt x="609" y="36"/>
                      <a:pt x="621" y="35"/>
                    </a:cubicBezTo>
                    <a:cubicBezTo>
                      <a:pt x="622" y="34"/>
                      <a:pt x="622" y="34"/>
                      <a:pt x="622" y="34"/>
                    </a:cubicBezTo>
                    <a:cubicBezTo>
                      <a:pt x="623" y="32"/>
                      <a:pt x="624" y="32"/>
                      <a:pt x="626" y="30"/>
                    </a:cubicBezTo>
                    <a:cubicBezTo>
                      <a:pt x="627" y="29"/>
                      <a:pt x="627" y="29"/>
                      <a:pt x="628" y="29"/>
                    </a:cubicBezTo>
                    <a:cubicBezTo>
                      <a:pt x="637" y="27"/>
                      <a:pt x="648" y="24"/>
                      <a:pt x="655" y="29"/>
                    </a:cubicBezTo>
                    <a:lnTo>
                      <a:pt x="656" y="30"/>
                    </a:lnTo>
                    <a:lnTo>
                      <a:pt x="682" y="27"/>
                    </a:lnTo>
                    <a:lnTo>
                      <a:pt x="692" y="26"/>
                    </a:lnTo>
                    <a:cubicBezTo>
                      <a:pt x="692" y="26"/>
                      <a:pt x="691" y="25"/>
                      <a:pt x="691" y="24"/>
                    </a:cubicBezTo>
                    <a:cubicBezTo>
                      <a:pt x="690" y="23"/>
                      <a:pt x="689" y="20"/>
                      <a:pt x="689" y="19"/>
                    </a:cubicBezTo>
                    <a:cubicBezTo>
                      <a:pt x="689" y="17"/>
                      <a:pt x="690" y="16"/>
                      <a:pt x="691" y="14"/>
                    </a:cubicBezTo>
                    <a:cubicBezTo>
                      <a:pt x="692" y="12"/>
                      <a:pt x="693" y="11"/>
                      <a:pt x="695" y="10"/>
                    </a:cubicBezTo>
                    <a:cubicBezTo>
                      <a:pt x="696" y="9"/>
                      <a:pt x="698" y="9"/>
                      <a:pt x="700" y="9"/>
                    </a:cubicBezTo>
                    <a:cubicBezTo>
                      <a:pt x="702" y="9"/>
                      <a:pt x="703" y="9"/>
                      <a:pt x="705" y="10"/>
                    </a:cubicBezTo>
                    <a:cubicBezTo>
                      <a:pt x="706" y="10"/>
                      <a:pt x="707" y="12"/>
                      <a:pt x="707" y="13"/>
                    </a:cubicBezTo>
                    <a:cubicBezTo>
                      <a:pt x="711" y="16"/>
                      <a:pt x="714" y="19"/>
                      <a:pt x="718" y="23"/>
                    </a:cubicBezTo>
                    <a:cubicBezTo>
                      <a:pt x="732" y="22"/>
                      <a:pt x="746" y="21"/>
                      <a:pt x="761" y="20"/>
                    </a:cubicBezTo>
                    <a:cubicBezTo>
                      <a:pt x="760" y="19"/>
                      <a:pt x="760" y="18"/>
                      <a:pt x="759" y="18"/>
                    </a:cubicBezTo>
                    <a:cubicBezTo>
                      <a:pt x="758" y="15"/>
                      <a:pt x="756" y="12"/>
                      <a:pt x="754" y="10"/>
                    </a:cubicBezTo>
                    <a:cubicBezTo>
                      <a:pt x="753" y="9"/>
                      <a:pt x="753" y="9"/>
                      <a:pt x="752" y="8"/>
                    </a:cubicBezTo>
                    <a:cubicBezTo>
                      <a:pt x="752" y="7"/>
                      <a:pt x="751" y="5"/>
                      <a:pt x="751" y="4"/>
                    </a:cubicBezTo>
                    <a:cubicBezTo>
                      <a:pt x="751" y="2"/>
                      <a:pt x="752" y="2"/>
                      <a:pt x="752" y="0"/>
                    </a:cubicBezTo>
                    <a:cubicBezTo>
                      <a:pt x="734" y="0"/>
                      <a:pt x="715" y="2"/>
                      <a:pt x="698" y="5"/>
                    </a:cubicBezTo>
                    <a:cubicBezTo>
                      <a:pt x="556" y="25"/>
                      <a:pt x="412" y="31"/>
                      <a:pt x="270" y="43"/>
                    </a:cubicBezTo>
                    <a:cubicBezTo>
                      <a:pt x="194" y="50"/>
                      <a:pt x="120" y="63"/>
                      <a:pt x="47" y="83"/>
                    </a:cubicBezTo>
                    <a:lnTo>
                      <a:pt x="0" y="95"/>
                    </a:lnTo>
                    <a:cubicBezTo>
                      <a:pt x="9" y="95"/>
                      <a:pt x="17" y="97"/>
                      <a:pt x="24" y="101"/>
                    </a:cubicBezTo>
                    <a:cubicBezTo>
                      <a:pt x="25" y="102"/>
                      <a:pt x="26" y="102"/>
                      <a:pt x="26" y="103"/>
                    </a:cubicBezTo>
                    <a:lnTo>
                      <a:pt x="58" y="9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9"/>
              <p:cNvSpPr/>
              <p:nvPr/>
            </p:nvSpPr>
            <p:spPr>
              <a:xfrm>
                <a:off x="3025445" y="-874295"/>
                <a:ext cx="10080" cy="7560"/>
              </a:xfrm>
              <a:custGeom>
                <a:rect b="b" l="l" r="r" t="t"/>
                <a:pathLst>
                  <a:path extrusionOk="0" h="21" w="28">
                    <a:moveTo>
                      <a:pt x="27" y="13"/>
                    </a:moveTo>
                    <a:lnTo>
                      <a:pt x="26" y="13"/>
                    </a:lnTo>
                    <a:cubicBezTo>
                      <a:pt x="24" y="13"/>
                      <a:pt x="23" y="13"/>
                      <a:pt x="21" y="12"/>
                    </a:cubicBezTo>
                    <a:cubicBezTo>
                      <a:pt x="20" y="11"/>
                      <a:pt x="18" y="9"/>
                      <a:pt x="17" y="7"/>
                    </a:cubicBezTo>
                    <a:cubicBezTo>
                      <a:pt x="16" y="5"/>
                      <a:pt x="15" y="4"/>
                      <a:pt x="15" y="1"/>
                    </a:cubicBezTo>
                    <a:lnTo>
                      <a:pt x="16" y="0"/>
                    </a:lnTo>
                    <a:cubicBezTo>
                      <a:pt x="11" y="6"/>
                      <a:pt x="6" y="12"/>
                      <a:pt x="0" y="18"/>
                    </a:cubicBezTo>
                    <a:lnTo>
                      <a:pt x="1" y="18"/>
                    </a:lnTo>
                    <a:cubicBezTo>
                      <a:pt x="7" y="18"/>
                      <a:pt x="13" y="18"/>
                      <a:pt x="20" y="20"/>
                    </a:cubicBezTo>
                    <a:lnTo>
                      <a:pt x="2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9"/>
              <p:cNvSpPr/>
              <p:nvPr/>
            </p:nvSpPr>
            <p:spPr>
              <a:xfrm>
                <a:off x="3096005" y="-963575"/>
                <a:ext cx="88560" cy="34200"/>
              </a:xfrm>
              <a:custGeom>
                <a:rect b="b" l="l" r="r" t="t"/>
                <a:pathLst>
                  <a:path extrusionOk="0" h="95" w="246">
                    <a:moveTo>
                      <a:pt x="44" y="94"/>
                    </a:moveTo>
                    <a:lnTo>
                      <a:pt x="73" y="81"/>
                    </a:lnTo>
                    <a:lnTo>
                      <a:pt x="69" y="80"/>
                    </a:lnTo>
                    <a:cubicBezTo>
                      <a:pt x="63" y="78"/>
                      <a:pt x="61" y="69"/>
                      <a:pt x="68" y="67"/>
                    </a:cubicBezTo>
                    <a:cubicBezTo>
                      <a:pt x="73" y="65"/>
                      <a:pt x="80" y="64"/>
                      <a:pt x="86" y="64"/>
                    </a:cubicBezTo>
                    <a:cubicBezTo>
                      <a:pt x="92" y="64"/>
                      <a:pt x="98" y="65"/>
                      <a:pt x="104" y="67"/>
                    </a:cubicBezTo>
                    <a:lnTo>
                      <a:pt x="124" y="58"/>
                    </a:lnTo>
                    <a:cubicBezTo>
                      <a:pt x="123" y="58"/>
                      <a:pt x="122" y="58"/>
                      <a:pt x="121" y="57"/>
                    </a:cubicBezTo>
                    <a:cubicBezTo>
                      <a:pt x="120" y="57"/>
                      <a:pt x="119" y="56"/>
                      <a:pt x="118" y="54"/>
                    </a:cubicBezTo>
                    <a:cubicBezTo>
                      <a:pt x="117" y="52"/>
                      <a:pt x="117" y="51"/>
                      <a:pt x="117" y="50"/>
                    </a:cubicBezTo>
                    <a:cubicBezTo>
                      <a:pt x="117" y="48"/>
                      <a:pt x="117" y="47"/>
                      <a:pt x="118" y="45"/>
                    </a:cubicBezTo>
                    <a:cubicBezTo>
                      <a:pt x="119" y="43"/>
                      <a:pt x="120" y="43"/>
                      <a:pt x="121" y="42"/>
                    </a:cubicBezTo>
                    <a:cubicBezTo>
                      <a:pt x="122" y="41"/>
                      <a:pt x="123" y="41"/>
                      <a:pt x="124" y="41"/>
                    </a:cubicBezTo>
                    <a:cubicBezTo>
                      <a:pt x="127" y="40"/>
                      <a:pt x="131" y="40"/>
                      <a:pt x="135" y="40"/>
                    </a:cubicBezTo>
                    <a:cubicBezTo>
                      <a:pt x="144" y="40"/>
                      <a:pt x="152" y="41"/>
                      <a:pt x="160" y="44"/>
                    </a:cubicBezTo>
                    <a:lnTo>
                      <a:pt x="187" y="34"/>
                    </a:lnTo>
                    <a:cubicBezTo>
                      <a:pt x="187" y="33"/>
                      <a:pt x="187" y="33"/>
                      <a:pt x="186" y="33"/>
                    </a:cubicBezTo>
                    <a:cubicBezTo>
                      <a:pt x="185" y="32"/>
                      <a:pt x="184" y="31"/>
                      <a:pt x="183" y="30"/>
                    </a:cubicBezTo>
                    <a:cubicBezTo>
                      <a:pt x="182" y="29"/>
                      <a:pt x="182" y="27"/>
                      <a:pt x="182" y="26"/>
                    </a:cubicBezTo>
                    <a:cubicBezTo>
                      <a:pt x="182" y="24"/>
                      <a:pt x="182" y="23"/>
                      <a:pt x="183" y="22"/>
                    </a:cubicBezTo>
                    <a:cubicBezTo>
                      <a:pt x="184" y="21"/>
                      <a:pt x="185" y="19"/>
                      <a:pt x="186" y="19"/>
                    </a:cubicBezTo>
                    <a:cubicBezTo>
                      <a:pt x="187" y="18"/>
                      <a:pt x="188" y="18"/>
                      <a:pt x="189" y="18"/>
                    </a:cubicBezTo>
                    <a:cubicBezTo>
                      <a:pt x="191" y="17"/>
                      <a:pt x="193" y="17"/>
                      <a:pt x="195" y="17"/>
                    </a:cubicBezTo>
                    <a:cubicBezTo>
                      <a:pt x="203" y="17"/>
                      <a:pt x="211" y="19"/>
                      <a:pt x="218" y="23"/>
                    </a:cubicBezTo>
                    <a:lnTo>
                      <a:pt x="245" y="15"/>
                    </a:lnTo>
                    <a:lnTo>
                      <a:pt x="244" y="15"/>
                    </a:lnTo>
                    <a:cubicBezTo>
                      <a:pt x="244" y="15"/>
                      <a:pt x="243" y="14"/>
                      <a:pt x="242" y="14"/>
                    </a:cubicBezTo>
                    <a:cubicBezTo>
                      <a:pt x="241" y="13"/>
                      <a:pt x="240" y="12"/>
                      <a:pt x="239" y="11"/>
                    </a:cubicBezTo>
                    <a:cubicBezTo>
                      <a:pt x="238" y="10"/>
                      <a:pt x="238" y="8"/>
                      <a:pt x="238" y="7"/>
                    </a:cubicBezTo>
                    <a:cubicBezTo>
                      <a:pt x="238" y="5"/>
                      <a:pt x="238" y="4"/>
                      <a:pt x="239" y="3"/>
                    </a:cubicBezTo>
                    <a:cubicBezTo>
                      <a:pt x="240" y="2"/>
                      <a:pt x="240" y="1"/>
                      <a:pt x="241" y="0"/>
                    </a:cubicBezTo>
                    <a:cubicBezTo>
                      <a:pt x="202" y="9"/>
                      <a:pt x="164" y="21"/>
                      <a:pt x="127" y="36"/>
                    </a:cubicBezTo>
                    <a:cubicBezTo>
                      <a:pt x="84" y="53"/>
                      <a:pt x="41" y="72"/>
                      <a:pt x="0" y="93"/>
                    </a:cubicBezTo>
                    <a:cubicBezTo>
                      <a:pt x="7" y="91"/>
                      <a:pt x="14" y="90"/>
                      <a:pt x="21" y="90"/>
                    </a:cubicBezTo>
                    <a:cubicBezTo>
                      <a:pt x="29" y="90"/>
                      <a:pt x="37" y="92"/>
                      <a:pt x="4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9"/>
              <p:cNvSpPr/>
              <p:nvPr/>
            </p:nvSpPr>
            <p:spPr>
              <a:xfrm>
                <a:off x="3033725" y="-928295"/>
                <a:ext cx="66240" cy="50400"/>
              </a:xfrm>
              <a:custGeom>
                <a:rect b="b" l="l" r="r" t="t"/>
                <a:pathLst>
                  <a:path extrusionOk="0" h="140" w="184">
                    <a:moveTo>
                      <a:pt x="26" y="138"/>
                    </a:moveTo>
                    <a:lnTo>
                      <a:pt x="44" y="117"/>
                    </a:lnTo>
                    <a:lnTo>
                      <a:pt x="42" y="117"/>
                    </a:lnTo>
                    <a:cubicBezTo>
                      <a:pt x="41" y="117"/>
                      <a:pt x="40" y="117"/>
                      <a:pt x="39" y="116"/>
                    </a:cubicBezTo>
                    <a:cubicBezTo>
                      <a:pt x="38" y="115"/>
                      <a:pt x="38" y="115"/>
                      <a:pt x="37" y="114"/>
                    </a:cubicBezTo>
                    <a:cubicBezTo>
                      <a:pt x="36" y="113"/>
                      <a:pt x="36" y="112"/>
                      <a:pt x="36" y="111"/>
                    </a:cubicBezTo>
                    <a:cubicBezTo>
                      <a:pt x="36" y="110"/>
                      <a:pt x="36" y="109"/>
                      <a:pt x="37" y="108"/>
                    </a:cubicBezTo>
                    <a:cubicBezTo>
                      <a:pt x="38" y="107"/>
                      <a:pt x="38" y="107"/>
                      <a:pt x="39" y="106"/>
                    </a:cubicBezTo>
                    <a:cubicBezTo>
                      <a:pt x="40" y="105"/>
                      <a:pt x="41" y="105"/>
                      <a:pt x="42" y="105"/>
                    </a:cubicBezTo>
                    <a:cubicBezTo>
                      <a:pt x="45" y="105"/>
                      <a:pt x="49" y="105"/>
                      <a:pt x="53" y="105"/>
                    </a:cubicBezTo>
                    <a:cubicBezTo>
                      <a:pt x="57" y="101"/>
                      <a:pt x="60" y="97"/>
                      <a:pt x="64" y="94"/>
                    </a:cubicBezTo>
                    <a:cubicBezTo>
                      <a:pt x="68" y="91"/>
                      <a:pt x="75" y="85"/>
                      <a:pt x="80" y="80"/>
                    </a:cubicBezTo>
                    <a:cubicBezTo>
                      <a:pt x="80" y="79"/>
                      <a:pt x="80" y="78"/>
                      <a:pt x="80" y="78"/>
                    </a:cubicBezTo>
                    <a:cubicBezTo>
                      <a:pt x="80" y="76"/>
                      <a:pt x="80" y="75"/>
                      <a:pt x="81" y="73"/>
                    </a:cubicBezTo>
                    <a:cubicBezTo>
                      <a:pt x="82" y="71"/>
                      <a:pt x="82" y="70"/>
                      <a:pt x="84" y="69"/>
                    </a:cubicBezTo>
                    <a:cubicBezTo>
                      <a:pt x="86" y="68"/>
                      <a:pt x="88" y="68"/>
                      <a:pt x="89" y="68"/>
                    </a:cubicBezTo>
                    <a:cubicBezTo>
                      <a:pt x="90" y="68"/>
                      <a:pt x="90" y="68"/>
                      <a:pt x="90" y="68"/>
                    </a:cubicBezTo>
                    <a:lnTo>
                      <a:pt x="94" y="68"/>
                    </a:lnTo>
                    <a:cubicBezTo>
                      <a:pt x="104" y="61"/>
                      <a:pt x="113" y="55"/>
                      <a:pt x="123" y="48"/>
                    </a:cubicBezTo>
                    <a:cubicBezTo>
                      <a:pt x="123" y="48"/>
                      <a:pt x="123" y="47"/>
                      <a:pt x="123" y="46"/>
                    </a:cubicBezTo>
                    <a:cubicBezTo>
                      <a:pt x="123" y="45"/>
                      <a:pt x="123" y="44"/>
                      <a:pt x="124" y="43"/>
                    </a:cubicBezTo>
                    <a:cubicBezTo>
                      <a:pt x="125" y="42"/>
                      <a:pt x="125" y="41"/>
                      <a:pt x="126" y="40"/>
                    </a:cubicBezTo>
                    <a:cubicBezTo>
                      <a:pt x="127" y="40"/>
                      <a:pt x="128" y="40"/>
                      <a:pt x="129" y="39"/>
                    </a:cubicBezTo>
                    <a:cubicBezTo>
                      <a:pt x="132" y="39"/>
                      <a:pt x="135" y="39"/>
                      <a:pt x="138" y="39"/>
                    </a:cubicBezTo>
                    <a:cubicBezTo>
                      <a:pt x="153" y="31"/>
                      <a:pt x="168" y="22"/>
                      <a:pt x="183" y="14"/>
                    </a:cubicBezTo>
                    <a:lnTo>
                      <a:pt x="169" y="10"/>
                    </a:lnTo>
                    <a:lnTo>
                      <a:pt x="168" y="10"/>
                    </a:lnTo>
                    <a:cubicBezTo>
                      <a:pt x="167" y="9"/>
                      <a:pt x="166" y="8"/>
                      <a:pt x="165" y="7"/>
                    </a:cubicBezTo>
                    <a:cubicBezTo>
                      <a:pt x="164" y="6"/>
                      <a:pt x="164" y="4"/>
                      <a:pt x="164" y="3"/>
                    </a:cubicBezTo>
                    <a:cubicBezTo>
                      <a:pt x="164" y="2"/>
                      <a:pt x="164" y="1"/>
                      <a:pt x="165" y="0"/>
                    </a:cubicBezTo>
                    <a:cubicBezTo>
                      <a:pt x="154" y="6"/>
                      <a:pt x="144" y="11"/>
                      <a:pt x="134" y="17"/>
                    </a:cubicBezTo>
                    <a:cubicBezTo>
                      <a:pt x="121" y="25"/>
                      <a:pt x="107" y="33"/>
                      <a:pt x="94" y="42"/>
                    </a:cubicBezTo>
                    <a:cubicBezTo>
                      <a:pt x="63" y="62"/>
                      <a:pt x="36" y="87"/>
                      <a:pt x="14" y="117"/>
                    </a:cubicBezTo>
                    <a:cubicBezTo>
                      <a:pt x="10" y="123"/>
                      <a:pt x="5" y="131"/>
                      <a:pt x="0" y="139"/>
                    </a:cubicBezTo>
                    <a:lnTo>
                      <a:pt x="1" y="139"/>
                    </a:lnTo>
                    <a:cubicBezTo>
                      <a:pt x="6" y="138"/>
                      <a:pt x="10" y="137"/>
                      <a:pt x="15" y="137"/>
                    </a:cubicBezTo>
                    <a:cubicBezTo>
                      <a:pt x="19" y="137"/>
                      <a:pt x="23" y="138"/>
                      <a:pt x="26"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9"/>
              <p:cNvSpPr/>
              <p:nvPr/>
            </p:nvSpPr>
            <p:spPr>
              <a:xfrm>
                <a:off x="3538805" y="-976895"/>
                <a:ext cx="8280" cy="8640"/>
              </a:xfrm>
              <a:custGeom>
                <a:rect b="b" l="l" r="r" t="t"/>
                <a:pathLst>
                  <a:path extrusionOk="0" h="24" w="23">
                    <a:moveTo>
                      <a:pt x="11" y="0"/>
                    </a:moveTo>
                    <a:lnTo>
                      <a:pt x="0" y="0"/>
                    </a:lnTo>
                    <a:lnTo>
                      <a:pt x="3" y="8"/>
                    </a:lnTo>
                    <a:cubicBezTo>
                      <a:pt x="5" y="13"/>
                      <a:pt x="8" y="18"/>
                      <a:pt x="10" y="23"/>
                    </a:cubicBezTo>
                    <a:lnTo>
                      <a:pt x="22" y="22"/>
                    </a:lnTo>
                    <a:cubicBezTo>
                      <a:pt x="19" y="15"/>
                      <a:pt x="13" y="10"/>
                      <a:pt x="11" y="2"/>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9"/>
              <p:cNvSpPr/>
              <p:nvPr/>
            </p:nvSpPr>
            <p:spPr>
              <a:xfrm>
                <a:off x="3503165" y="-974735"/>
                <a:ext cx="11880" cy="8640"/>
              </a:xfrm>
              <a:custGeom>
                <a:rect b="b" l="l" r="r" t="t"/>
                <a:pathLst>
                  <a:path extrusionOk="0" h="24" w="33">
                    <a:moveTo>
                      <a:pt x="22" y="0"/>
                    </a:moveTo>
                    <a:lnTo>
                      <a:pt x="8" y="0"/>
                    </a:lnTo>
                    <a:cubicBezTo>
                      <a:pt x="6" y="0"/>
                      <a:pt x="4" y="1"/>
                      <a:pt x="2" y="2"/>
                    </a:cubicBezTo>
                    <a:cubicBezTo>
                      <a:pt x="2" y="2"/>
                      <a:pt x="1" y="3"/>
                      <a:pt x="0" y="4"/>
                    </a:cubicBezTo>
                    <a:cubicBezTo>
                      <a:pt x="2" y="7"/>
                      <a:pt x="3" y="11"/>
                      <a:pt x="5" y="15"/>
                    </a:cubicBezTo>
                    <a:cubicBezTo>
                      <a:pt x="5" y="18"/>
                      <a:pt x="6" y="21"/>
                      <a:pt x="6" y="23"/>
                    </a:cubicBezTo>
                    <a:lnTo>
                      <a:pt x="8" y="23"/>
                    </a:lnTo>
                    <a:lnTo>
                      <a:pt x="32" y="23"/>
                    </a:lnTo>
                    <a:cubicBezTo>
                      <a:pt x="32" y="23"/>
                      <a:pt x="31" y="22"/>
                      <a:pt x="31" y="21"/>
                    </a:cubicBezTo>
                    <a:cubicBezTo>
                      <a:pt x="29" y="17"/>
                      <a:pt x="27" y="13"/>
                      <a:pt x="25" y="9"/>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9"/>
              <p:cNvSpPr/>
              <p:nvPr/>
            </p:nvSpPr>
            <p:spPr>
              <a:xfrm>
                <a:off x="3485165" y="-1001375"/>
                <a:ext cx="72000" cy="30600"/>
              </a:xfrm>
              <a:custGeom>
                <a:rect b="b" l="l" r="r" t="t"/>
                <a:pathLst>
                  <a:path extrusionOk="0" h="85" w="200">
                    <a:moveTo>
                      <a:pt x="16" y="22"/>
                    </a:moveTo>
                    <a:lnTo>
                      <a:pt x="46" y="22"/>
                    </a:lnTo>
                    <a:lnTo>
                      <a:pt x="45" y="20"/>
                    </a:lnTo>
                    <a:cubicBezTo>
                      <a:pt x="40" y="11"/>
                      <a:pt x="55" y="1"/>
                      <a:pt x="56" y="5"/>
                    </a:cubicBezTo>
                    <a:cubicBezTo>
                      <a:pt x="56" y="4"/>
                      <a:pt x="67" y="11"/>
                      <a:pt x="69" y="12"/>
                    </a:cubicBezTo>
                    <a:cubicBezTo>
                      <a:pt x="71" y="15"/>
                      <a:pt x="73" y="18"/>
                      <a:pt x="75" y="22"/>
                    </a:cubicBezTo>
                    <a:lnTo>
                      <a:pt x="108" y="22"/>
                    </a:lnTo>
                    <a:cubicBezTo>
                      <a:pt x="109" y="21"/>
                      <a:pt x="109" y="21"/>
                      <a:pt x="110" y="20"/>
                    </a:cubicBezTo>
                    <a:cubicBezTo>
                      <a:pt x="111" y="20"/>
                      <a:pt x="112" y="19"/>
                      <a:pt x="114" y="19"/>
                    </a:cubicBezTo>
                    <a:cubicBezTo>
                      <a:pt x="115" y="19"/>
                      <a:pt x="117" y="20"/>
                      <a:pt x="118" y="20"/>
                    </a:cubicBezTo>
                    <a:cubicBezTo>
                      <a:pt x="119" y="21"/>
                      <a:pt x="119" y="21"/>
                      <a:pt x="120" y="22"/>
                    </a:cubicBezTo>
                    <a:cubicBezTo>
                      <a:pt x="130" y="23"/>
                      <a:pt x="140" y="26"/>
                      <a:pt x="149" y="31"/>
                    </a:cubicBezTo>
                    <a:cubicBezTo>
                      <a:pt x="151" y="32"/>
                      <a:pt x="152" y="33"/>
                      <a:pt x="153" y="34"/>
                    </a:cubicBezTo>
                    <a:cubicBezTo>
                      <a:pt x="154" y="33"/>
                      <a:pt x="155" y="32"/>
                      <a:pt x="157" y="31"/>
                    </a:cubicBezTo>
                    <a:cubicBezTo>
                      <a:pt x="158" y="30"/>
                      <a:pt x="159" y="30"/>
                      <a:pt x="161" y="30"/>
                    </a:cubicBezTo>
                    <a:cubicBezTo>
                      <a:pt x="162" y="30"/>
                      <a:pt x="164" y="30"/>
                      <a:pt x="166" y="31"/>
                    </a:cubicBezTo>
                    <a:cubicBezTo>
                      <a:pt x="167" y="32"/>
                      <a:pt x="168" y="33"/>
                      <a:pt x="169" y="34"/>
                    </a:cubicBezTo>
                    <a:cubicBezTo>
                      <a:pt x="170" y="35"/>
                      <a:pt x="170" y="36"/>
                      <a:pt x="171" y="37"/>
                    </a:cubicBezTo>
                    <a:cubicBezTo>
                      <a:pt x="174" y="42"/>
                      <a:pt x="176" y="48"/>
                      <a:pt x="178" y="54"/>
                    </a:cubicBezTo>
                    <a:cubicBezTo>
                      <a:pt x="179" y="62"/>
                      <a:pt x="185" y="66"/>
                      <a:pt x="189" y="73"/>
                    </a:cubicBezTo>
                    <a:cubicBezTo>
                      <a:pt x="191" y="77"/>
                      <a:pt x="192" y="80"/>
                      <a:pt x="193" y="84"/>
                    </a:cubicBezTo>
                    <a:lnTo>
                      <a:pt x="195" y="84"/>
                    </a:lnTo>
                    <a:cubicBezTo>
                      <a:pt x="195" y="80"/>
                      <a:pt x="193" y="75"/>
                      <a:pt x="193" y="71"/>
                    </a:cubicBezTo>
                    <a:cubicBezTo>
                      <a:pt x="193" y="70"/>
                      <a:pt x="193" y="70"/>
                      <a:pt x="193" y="69"/>
                    </a:cubicBezTo>
                    <a:cubicBezTo>
                      <a:pt x="193" y="67"/>
                      <a:pt x="193" y="64"/>
                      <a:pt x="194" y="62"/>
                    </a:cubicBezTo>
                    <a:cubicBezTo>
                      <a:pt x="196" y="60"/>
                      <a:pt x="197" y="59"/>
                      <a:pt x="199" y="58"/>
                    </a:cubicBezTo>
                    <a:lnTo>
                      <a:pt x="199" y="57"/>
                    </a:lnTo>
                    <a:cubicBezTo>
                      <a:pt x="189" y="41"/>
                      <a:pt x="176" y="27"/>
                      <a:pt x="159" y="18"/>
                    </a:cubicBezTo>
                    <a:cubicBezTo>
                      <a:pt x="147" y="11"/>
                      <a:pt x="133" y="6"/>
                      <a:pt x="119" y="4"/>
                    </a:cubicBezTo>
                    <a:cubicBezTo>
                      <a:pt x="80" y="3"/>
                      <a:pt x="40" y="1"/>
                      <a:pt x="0" y="0"/>
                    </a:cubicBezTo>
                    <a:lnTo>
                      <a:pt x="1" y="0"/>
                    </a:lnTo>
                    <a:cubicBezTo>
                      <a:pt x="2" y="1"/>
                      <a:pt x="3" y="2"/>
                      <a:pt x="3" y="2"/>
                    </a:cubicBezTo>
                    <a:cubicBezTo>
                      <a:pt x="8" y="9"/>
                      <a:pt x="12" y="15"/>
                      <a:pt x="16"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9"/>
              <p:cNvSpPr/>
              <p:nvPr/>
            </p:nvSpPr>
            <p:spPr>
              <a:xfrm>
                <a:off x="3520805" y="-976175"/>
                <a:ext cx="12240" cy="9720"/>
              </a:xfrm>
              <a:custGeom>
                <a:rect b="b" l="l" r="r" t="t"/>
                <a:pathLst>
                  <a:path extrusionOk="0" h="27" w="34">
                    <a:moveTo>
                      <a:pt x="0" y="3"/>
                    </a:moveTo>
                    <a:cubicBezTo>
                      <a:pt x="3" y="10"/>
                      <a:pt x="5" y="18"/>
                      <a:pt x="8" y="26"/>
                    </a:cubicBezTo>
                    <a:lnTo>
                      <a:pt x="33" y="24"/>
                    </a:lnTo>
                    <a:cubicBezTo>
                      <a:pt x="30" y="16"/>
                      <a:pt x="26" y="8"/>
                      <a:pt x="23"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9"/>
              <p:cNvSpPr/>
              <p:nvPr/>
            </p:nvSpPr>
            <p:spPr>
              <a:xfrm>
                <a:off x="3554645" y="-979775"/>
                <a:ext cx="6120" cy="10080"/>
              </a:xfrm>
              <a:custGeom>
                <a:rect b="b" l="l" r="r" t="t"/>
                <a:pathLst>
                  <a:path extrusionOk="0" h="28" w="17">
                    <a:moveTo>
                      <a:pt x="0" y="13"/>
                    </a:moveTo>
                    <a:cubicBezTo>
                      <a:pt x="0" y="18"/>
                      <a:pt x="2" y="22"/>
                      <a:pt x="2" y="27"/>
                    </a:cubicBezTo>
                    <a:lnTo>
                      <a:pt x="10" y="26"/>
                    </a:lnTo>
                    <a:cubicBezTo>
                      <a:pt x="11" y="25"/>
                      <a:pt x="11" y="25"/>
                      <a:pt x="12" y="25"/>
                    </a:cubicBezTo>
                    <a:cubicBezTo>
                      <a:pt x="13" y="24"/>
                      <a:pt x="14" y="23"/>
                      <a:pt x="15" y="22"/>
                    </a:cubicBezTo>
                    <a:cubicBezTo>
                      <a:pt x="16" y="21"/>
                      <a:pt x="16" y="19"/>
                      <a:pt x="16" y="18"/>
                    </a:cubicBezTo>
                    <a:cubicBezTo>
                      <a:pt x="16" y="17"/>
                      <a:pt x="16" y="16"/>
                      <a:pt x="15" y="15"/>
                    </a:cubicBezTo>
                    <a:cubicBezTo>
                      <a:pt x="15" y="13"/>
                      <a:pt x="14" y="12"/>
                      <a:pt x="13" y="10"/>
                    </a:cubicBezTo>
                    <a:cubicBezTo>
                      <a:pt x="11" y="7"/>
                      <a:pt x="9" y="3"/>
                      <a:pt x="6" y="0"/>
                    </a:cubicBezTo>
                    <a:cubicBezTo>
                      <a:pt x="5" y="1"/>
                      <a:pt x="3" y="3"/>
                      <a:pt x="2" y="5"/>
                    </a:cubicBezTo>
                    <a:cubicBezTo>
                      <a:pt x="1" y="7"/>
                      <a:pt x="0" y="9"/>
                      <a:pt x="0" y="12"/>
                    </a:cubicBezTo>
                    <a:lnTo>
                      <a:pt x="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9"/>
              <p:cNvSpPr/>
              <p:nvPr/>
            </p:nvSpPr>
            <p:spPr>
              <a:xfrm>
                <a:off x="3462845" y="-970415"/>
                <a:ext cx="18000" cy="6840"/>
              </a:xfrm>
              <a:custGeom>
                <a:rect b="b" l="l" r="r" t="t"/>
                <a:pathLst>
                  <a:path extrusionOk="0" h="19" w="50">
                    <a:moveTo>
                      <a:pt x="37" y="8"/>
                    </a:moveTo>
                    <a:cubicBezTo>
                      <a:pt x="36" y="8"/>
                      <a:pt x="35" y="7"/>
                      <a:pt x="34" y="6"/>
                    </a:cubicBezTo>
                    <a:cubicBezTo>
                      <a:pt x="31" y="5"/>
                      <a:pt x="28" y="3"/>
                      <a:pt x="26" y="0"/>
                    </a:cubicBezTo>
                    <a:cubicBezTo>
                      <a:pt x="25" y="0"/>
                      <a:pt x="24" y="0"/>
                      <a:pt x="23" y="0"/>
                    </a:cubicBezTo>
                    <a:cubicBezTo>
                      <a:pt x="22" y="0"/>
                      <a:pt x="21" y="0"/>
                      <a:pt x="20" y="0"/>
                    </a:cubicBezTo>
                    <a:cubicBezTo>
                      <a:pt x="19" y="0"/>
                      <a:pt x="18" y="0"/>
                      <a:pt x="18" y="0"/>
                    </a:cubicBezTo>
                    <a:cubicBezTo>
                      <a:pt x="13" y="0"/>
                      <a:pt x="9" y="1"/>
                      <a:pt x="5" y="3"/>
                    </a:cubicBezTo>
                    <a:cubicBezTo>
                      <a:pt x="4" y="4"/>
                      <a:pt x="3" y="4"/>
                      <a:pt x="2" y="5"/>
                    </a:cubicBezTo>
                    <a:cubicBezTo>
                      <a:pt x="2" y="6"/>
                      <a:pt x="1" y="6"/>
                      <a:pt x="1" y="6"/>
                    </a:cubicBezTo>
                    <a:cubicBezTo>
                      <a:pt x="1" y="7"/>
                      <a:pt x="0" y="8"/>
                      <a:pt x="0" y="8"/>
                    </a:cubicBezTo>
                    <a:cubicBezTo>
                      <a:pt x="0" y="9"/>
                      <a:pt x="1" y="10"/>
                      <a:pt x="1" y="11"/>
                    </a:cubicBezTo>
                    <a:cubicBezTo>
                      <a:pt x="1" y="11"/>
                      <a:pt x="2" y="11"/>
                      <a:pt x="2" y="12"/>
                    </a:cubicBezTo>
                    <a:cubicBezTo>
                      <a:pt x="6" y="15"/>
                      <a:pt x="7" y="16"/>
                      <a:pt x="12" y="17"/>
                    </a:cubicBezTo>
                    <a:cubicBezTo>
                      <a:pt x="14" y="17"/>
                      <a:pt x="17" y="18"/>
                      <a:pt x="19" y="18"/>
                    </a:cubicBezTo>
                    <a:cubicBezTo>
                      <a:pt x="21" y="18"/>
                      <a:pt x="24" y="17"/>
                      <a:pt x="26" y="17"/>
                    </a:cubicBezTo>
                    <a:cubicBezTo>
                      <a:pt x="33" y="16"/>
                      <a:pt x="40" y="15"/>
                      <a:pt x="46" y="13"/>
                    </a:cubicBezTo>
                    <a:cubicBezTo>
                      <a:pt x="46" y="13"/>
                      <a:pt x="47" y="13"/>
                      <a:pt x="47" y="12"/>
                    </a:cubicBezTo>
                    <a:lnTo>
                      <a:pt x="48" y="11"/>
                    </a:lnTo>
                    <a:cubicBezTo>
                      <a:pt x="49" y="10"/>
                      <a:pt x="49" y="9"/>
                      <a:pt x="49" y="9"/>
                    </a:cubicBezTo>
                    <a:cubicBezTo>
                      <a:pt x="49" y="8"/>
                      <a:pt x="49" y="7"/>
                      <a:pt x="48" y="6"/>
                    </a:cubicBezTo>
                    <a:lnTo>
                      <a:pt x="47" y="5"/>
                    </a:lnTo>
                    <a:cubicBezTo>
                      <a:pt x="47" y="5"/>
                      <a:pt x="46" y="5"/>
                      <a:pt x="46" y="4"/>
                    </a:cubicBezTo>
                    <a:cubicBezTo>
                      <a:pt x="46" y="5"/>
                      <a:pt x="46" y="5"/>
                      <a:pt x="46" y="5"/>
                    </a:cubicBezTo>
                    <a:cubicBezTo>
                      <a:pt x="45" y="6"/>
                      <a:pt x="44" y="6"/>
                      <a:pt x="43" y="7"/>
                    </a:cubicBezTo>
                    <a:cubicBezTo>
                      <a:pt x="42" y="8"/>
                      <a:pt x="41" y="8"/>
                      <a:pt x="39" y="8"/>
                    </a:cubicBezTo>
                    <a:cubicBezTo>
                      <a:pt x="39" y="8"/>
                      <a:pt x="38" y="8"/>
                      <a:pt x="3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9"/>
              <p:cNvSpPr/>
              <p:nvPr/>
            </p:nvSpPr>
            <p:spPr>
              <a:xfrm>
                <a:off x="3419285" y="-969695"/>
                <a:ext cx="11520" cy="7560"/>
              </a:xfrm>
              <a:custGeom>
                <a:rect b="b" l="l" r="r" t="t"/>
                <a:pathLst>
                  <a:path extrusionOk="0" h="21" w="32">
                    <a:moveTo>
                      <a:pt x="21" y="1"/>
                    </a:moveTo>
                    <a:lnTo>
                      <a:pt x="20" y="1"/>
                    </a:lnTo>
                    <a:cubicBezTo>
                      <a:pt x="19" y="0"/>
                      <a:pt x="18" y="0"/>
                      <a:pt x="17" y="0"/>
                    </a:cubicBezTo>
                    <a:cubicBezTo>
                      <a:pt x="13" y="0"/>
                      <a:pt x="9" y="1"/>
                      <a:pt x="6" y="3"/>
                    </a:cubicBezTo>
                    <a:cubicBezTo>
                      <a:pt x="4" y="5"/>
                      <a:pt x="2" y="6"/>
                      <a:pt x="1" y="7"/>
                    </a:cubicBezTo>
                    <a:cubicBezTo>
                      <a:pt x="0" y="8"/>
                      <a:pt x="0" y="8"/>
                      <a:pt x="0" y="8"/>
                    </a:cubicBezTo>
                    <a:cubicBezTo>
                      <a:pt x="0" y="9"/>
                      <a:pt x="0" y="9"/>
                      <a:pt x="0" y="10"/>
                    </a:cubicBezTo>
                    <a:cubicBezTo>
                      <a:pt x="0" y="11"/>
                      <a:pt x="0" y="12"/>
                      <a:pt x="0" y="12"/>
                    </a:cubicBezTo>
                    <a:cubicBezTo>
                      <a:pt x="0" y="13"/>
                      <a:pt x="0" y="13"/>
                      <a:pt x="1" y="13"/>
                    </a:cubicBezTo>
                    <a:cubicBezTo>
                      <a:pt x="2" y="15"/>
                      <a:pt x="4" y="16"/>
                      <a:pt x="5" y="17"/>
                    </a:cubicBezTo>
                    <a:cubicBezTo>
                      <a:pt x="9" y="19"/>
                      <a:pt x="13" y="20"/>
                      <a:pt x="17" y="20"/>
                    </a:cubicBezTo>
                    <a:cubicBezTo>
                      <a:pt x="18" y="20"/>
                      <a:pt x="18" y="20"/>
                      <a:pt x="19" y="20"/>
                    </a:cubicBezTo>
                    <a:lnTo>
                      <a:pt x="20" y="20"/>
                    </a:lnTo>
                    <a:cubicBezTo>
                      <a:pt x="23" y="20"/>
                      <a:pt x="27" y="19"/>
                      <a:pt x="31" y="18"/>
                    </a:cubicBezTo>
                    <a:lnTo>
                      <a:pt x="22" y="2"/>
                    </a:lnTo>
                    <a:lnTo>
                      <a:pt x="2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9"/>
              <p:cNvSpPr/>
              <p:nvPr/>
            </p:nvSpPr>
            <p:spPr>
              <a:xfrm>
                <a:off x="3359885" y="-964655"/>
                <a:ext cx="22680" cy="7200"/>
              </a:xfrm>
              <a:custGeom>
                <a:rect b="b" l="l" r="r" t="t"/>
                <a:pathLst>
                  <a:path extrusionOk="0" h="20" w="63">
                    <a:moveTo>
                      <a:pt x="57" y="0"/>
                    </a:moveTo>
                    <a:cubicBezTo>
                      <a:pt x="39" y="0"/>
                      <a:pt x="19" y="0"/>
                      <a:pt x="0" y="2"/>
                    </a:cubicBezTo>
                    <a:cubicBezTo>
                      <a:pt x="3" y="7"/>
                      <a:pt x="7" y="13"/>
                      <a:pt x="10" y="19"/>
                    </a:cubicBezTo>
                    <a:lnTo>
                      <a:pt x="62" y="8"/>
                    </a:lnTo>
                    <a:lnTo>
                      <a:pt x="59" y="3"/>
                    </a:lnTo>
                    <a:lnTo>
                      <a:pt x="5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9"/>
              <p:cNvSpPr/>
              <p:nvPr/>
            </p:nvSpPr>
            <p:spPr>
              <a:xfrm>
                <a:off x="3299045" y="-958535"/>
                <a:ext cx="37080" cy="14400"/>
              </a:xfrm>
              <a:custGeom>
                <a:rect b="b" l="l" r="r" t="t"/>
                <a:pathLst>
                  <a:path extrusionOk="0" h="40" w="103">
                    <a:moveTo>
                      <a:pt x="84" y="0"/>
                    </a:moveTo>
                    <a:lnTo>
                      <a:pt x="56" y="4"/>
                    </a:lnTo>
                    <a:cubicBezTo>
                      <a:pt x="55" y="4"/>
                      <a:pt x="55" y="5"/>
                      <a:pt x="55" y="6"/>
                    </a:cubicBezTo>
                    <a:cubicBezTo>
                      <a:pt x="54" y="7"/>
                      <a:pt x="53" y="8"/>
                      <a:pt x="52" y="9"/>
                    </a:cubicBezTo>
                    <a:cubicBezTo>
                      <a:pt x="51" y="10"/>
                      <a:pt x="50" y="10"/>
                      <a:pt x="48" y="10"/>
                    </a:cubicBezTo>
                    <a:cubicBezTo>
                      <a:pt x="47" y="10"/>
                      <a:pt x="46" y="9"/>
                      <a:pt x="45" y="9"/>
                    </a:cubicBezTo>
                    <a:lnTo>
                      <a:pt x="44" y="8"/>
                    </a:lnTo>
                    <a:cubicBezTo>
                      <a:pt x="42" y="7"/>
                      <a:pt x="41" y="7"/>
                      <a:pt x="40" y="6"/>
                    </a:cubicBezTo>
                    <a:cubicBezTo>
                      <a:pt x="27" y="8"/>
                      <a:pt x="15" y="12"/>
                      <a:pt x="3" y="17"/>
                    </a:cubicBezTo>
                    <a:cubicBezTo>
                      <a:pt x="3" y="18"/>
                      <a:pt x="3" y="18"/>
                      <a:pt x="3" y="18"/>
                    </a:cubicBezTo>
                    <a:cubicBezTo>
                      <a:pt x="2" y="18"/>
                      <a:pt x="1" y="19"/>
                      <a:pt x="1" y="20"/>
                    </a:cubicBezTo>
                    <a:cubicBezTo>
                      <a:pt x="1" y="20"/>
                      <a:pt x="0" y="21"/>
                      <a:pt x="0" y="22"/>
                    </a:cubicBezTo>
                    <a:cubicBezTo>
                      <a:pt x="0" y="23"/>
                      <a:pt x="1" y="24"/>
                      <a:pt x="1" y="24"/>
                    </a:cubicBezTo>
                    <a:cubicBezTo>
                      <a:pt x="1" y="25"/>
                      <a:pt x="2" y="26"/>
                      <a:pt x="3" y="26"/>
                    </a:cubicBezTo>
                    <a:lnTo>
                      <a:pt x="3" y="27"/>
                    </a:lnTo>
                    <a:cubicBezTo>
                      <a:pt x="31" y="39"/>
                      <a:pt x="72" y="30"/>
                      <a:pt x="102" y="21"/>
                    </a:cubicBezTo>
                    <a:lnTo>
                      <a:pt x="97" y="17"/>
                    </a:lnTo>
                    <a:cubicBezTo>
                      <a:pt x="93" y="11"/>
                      <a:pt x="88" y="6"/>
                      <a:pt x="8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9"/>
              <p:cNvSpPr/>
              <p:nvPr/>
            </p:nvSpPr>
            <p:spPr>
              <a:xfrm>
                <a:off x="3339725" y="-962495"/>
                <a:ext cx="12960" cy="9360"/>
              </a:xfrm>
              <a:custGeom>
                <a:rect b="b" l="l" r="r" t="t"/>
                <a:pathLst>
                  <a:path extrusionOk="0" h="26" w="36">
                    <a:moveTo>
                      <a:pt x="24" y="0"/>
                    </a:moveTo>
                    <a:cubicBezTo>
                      <a:pt x="16" y="2"/>
                      <a:pt x="8" y="3"/>
                      <a:pt x="0" y="5"/>
                    </a:cubicBezTo>
                    <a:lnTo>
                      <a:pt x="6" y="13"/>
                    </a:lnTo>
                    <a:cubicBezTo>
                      <a:pt x="9" y="17"/>
                      <a:pt x="13" y="21"/>
                      <a:pt x="15" y="25"/>
                    </a:cubicBezTo>
                    <a:lnTo>
                      <a:pt x="35" y="20"/>
                    </a:lnTo>
                    <a:cubicBezTo>
                      <a:pt x="33" y="14"/>
                      <a:pt x="29" y="7"/>
                      <a:pt x="2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9"/>
              <p:cNvSpPr/>
              <p:nvPr/>
            </p:nvSpPr>
            <p:spPr>
              <a:xfrm>
                <a:off x="3189605" y="-926135"/>
                <a:ext cx="19440" cy="12960"/>
              </a:xfrm>
              <a:custGeom>
                <a:rect b="b" l="l" r="r" t="t"/>
                <a:pathLst>
                  <a:path extrusionOk="0" h="36" w="54">
                    <a:moveTo>
                      <a:pt x="0" y="12"/>
                    </a:moveTo>
                    <a:cubicBezTo>
                      <a:pt x="4" y="17"/>
                      <a:pt x="7" y="21"/>
                      <a:pt x="9" y="26"/>
                    </a:cubicBezTo>
                    <a:cubicBezTo>
                      <a:pt x="11" y="29"/>
                      <a:pt x="12" y="32"/>
                      <a:pt x="14" y="35"/>
                    </a:cubicBezTo>
                    <a:cubicBezTo>
                      <a:pt x="24" y="31"/>
                      <a:pt x="33" y="27"/>
                      <a:pt x="42" y="21"/>
                    </a:cubicBezTo>
                    <a:lnTo>
                      <a:pt x="53" y="16"/>
                    </a:lnTo>
                    <a:cubicBezTo>
                      <a:pt x="49" y="14"/>
                      <a:pt x="46" y="13"/>
                      <a:pt x="43" y="11"/>
                    </a:cubicBezTo>
                    <a:cubicBezTo>
                      <a:pt x="38" y="8"/>
                      <a:pt x="32" y="4"/>
                      <a:pt x="27" y="0"/>
                    </a:cubicBezTo>
                    <a:lnTo>
                      <a:pt x="0"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9"/>
              <p:cNvSpPr/>
              <p:nvPr/>
            </p:nvSpPr>
            <p:spPr>
              <a:xfrm>
                <a:off x="3164765" y="-916775"/>
                <a:ext cx="21960" cy="16560"/>
              </a:xfrm>
              <a:custGeom>
                <a:rect b="b" l="l" r="r" t="t"/>
                <a:pathLst>
                  <a:path extrusionOk="0" h="46" w="61">
                    <a:moveTo>
                      <a:pt x="0" y="19"/>
                    </a:moveTo>
                    <a:cubicBezTo>
                      <a:pt x="4" y="26"/>
                      <a:pt x="7" y="31"/>
                      <a:pt x="10" y="37"/>
                    </a:cubicBezTo>
                    <a:cubicBezTo>
                      <a:pt x="10" y="38"/>
                      <a:pt x="11" y="39"/>
                      <a:pt x="11" y="40"/>
                    </a:cubicBezTo>
                    <a:cubicBezTo>
                      <a:pt x="11" y="41"/>
                      <a:pt x="11" y="42"/>
                      <a:pt x="10" y="44"/>
                    </a:cubicBezTo>
                    <a:cubicBezTo>
                      <a:pt x="10" y="45"/>
                      <a:pt x="9" y="45"/>
                      <a:pt x="9" y="45"/>
                    </a:cubicBezTo>
                    <a:cubicBezTo>
                      <a:pt x="16" y="40"/>
                      <a:pt x="23" y="36"/>
                      <a:pt x="29" y="32"/>
                    </a:cubicBezTo>
                    <a:cubicBezTo>
                      <a:pt x="39" y="27"/>
                      <a:pt x="49" y="22"/>
                      <a:pt x="60" y="18"/>
                    </a:cubicBezTo>
                    <a:cubicBezTo>
                      <a:pt x="52" y="13"/>
                      <a:pt x="45" y="7"/>
                      <a:pt x="39" y="0"/>
                    </a:cubicBezTo>
                    <a:cubicBezTo>
                      <a:pt x="25" y="6"/>
                      <a:pt x="12" y="13"/>
                      <a:pt x="0"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9"/>
              <p:cNvSpPr/>
              <p:nvPr/>
            </p:nvSpPr>
            <p:spPr>
              <a:xfrm>
                <a:off x="3139925" y="-905975"/>
                <a:ext cx="27720" cy="15120"/>
              </a:xfrm>
              <a:custGeom>
                <a:rect b="b" l="l" r="r" t="t"/>
                <a:pathLst>
                  <a:path extrusionOk="0" h="42" w="77">
                    <a:moveTo>
                      <a:pt x="69" y="16"/>
                    </a:moveTo>
                    <a:cubicBezTo>
                      <a:pt x="61" y="12"/>
                      <a:pt x="54" y="6"/>
                      <a:pt x="48" y="0"/>
                    </a:cubicBezTo>
                    <a:lnTo>
                      <a:pt x="33" y="7"/>
                    </a:lnTo>
                    <a:lnTo>
                      <a:pt x="34" y="8"/>
                    </a:lnTo>
                    <a:cubicBezTo>
                      <a:pt x="35" y="8"/>
                      <a:pt x="35" y="9"/>
                      <a:pt x="35" y="10"/>
                    </a:cubicBezTo>
                    <a:cubicBezTo>
                      <a:pt x="36" y="11"/>
                      <a:pt x="37" y="12"/>
                      <a:pt x="37" y="14"/>
                    </a:cubicBezTo>
                    <a:cubicBezTo>
                      <a:pt x="37" y="15"/>
                      <a:pt x="36" y="16"/>
                      <a:pt x="35" y="18"/>
                    </a:cubicBezTo>
                    <a:cubicBezTo>
                      <a:pt x="35" y="20"/>
                      <a:pt x="34" y="20"/>
                      <a:pt x="32" y="21"/>
                    </a:cubicBezTo>
                    <a:cubicBezTo>
                      <a:pt x="31" y="21"/>
                      <a:pt x="30" y="22"/>
                      <a:pt x="29" y="22"/>
                    </a:cubicBezTo>
                    <a:cubicBezTo>
                      <a:pt x="27" y="23"/>
                      <a:pt x="26" y="23"/>
                      <a:pt x="25" y="23"/>
                    </a:cubicBezTo>
                    <a:cubicBezTo>
                      <a:pt x="21" y="23"/>
                      <a:pt x="18" y="22"/>
                      <a:pt x="14" y="20"/>
                    </a:cubicBezTo>
                    <a:cubicBezTo>
                      <a:pt x="13" y="20"/>
                      <a:pt x="13" y="19"/>
                      <a:pt x="12" y="19"/>
                    </a:cubicBezTo>
                    <a:cubicBezTo>
                      <a:pt x="8" y="22"/>
                      <a:pt x="6" y="26"/>
                      <a:pt x="3" y="30"/>
                    </a:cubicBezTo>
                    <a:cubicBezTo>
                      <a:pt x="3" y="31"/>
                      <a:pt x="2" y="32"/>
                      <a:pt x="1" y="33"/>
                    </a:cubicBezTo>
                    <a:cubicBezTo>
                      <a:pt x="0" y="36"/>
                      <a:pt x="1" y="41"/>
                      <a:pt x="5" y="41"/>
                    </a:cubicBezTo>
                    <a:lnTo>
                      <a:pt x="6" y="41"/>
                    </a:lnTo>
                    <a:cubicBezTo>
                      <a:pt x="25" y="41"/>
                      <a:pt x="44" y="36"/>
                      <a:pt x="61" y="27"/>
                    </a:cubicBezTo>
                    <a:cubicBezTo>
                      <a:pt x="66" y="24"/>
                      <a:pt x="71" y="20"/>
                      <a:pt x="75" y="16"/>
                    </a:cubicBezTo>
                    <a:cubicBezTo>
                      <a:pt x="75" y="16"/>
                      <a:pt x="76" y="16"/>
                      <a:pt x="75" y="17"/>
                    </a:cubicBezTo>
                    <a:cubicBezTo>
                      <a:pt x="75" y="18"/>
                      <a:pt x="73" y="17"/>
                      <a:pt x="72" y="17"/>
                    </a:cubicBezTo>
                    <a:cubicBezTo>
                      <a:pt x="71" y="17"/>
                      <a:pt x="70" y="17"/>
                      <a:pt x="69" y="17"/>
                    </a:cubicBezTo>
                    <a:cubicBezTo>
                      <a:pt x="69" y="16"/>
                      <a:pt x="69" y="16"/>
                      <a:pt x="69"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9"/>
              <p:cNvSpPr/>
              <p:nvPr/>
            </p:nvSpPr>
            <p:spPr>
              <a:xfrm>
                <a:off x="3208685" y="-935495"/>
                <a:ext cx="18000" cy="13320"/>
              </a:xfrm>
              <a:custGeom>
                <a:rect b="b" l="l" r="r" t="t"/>
                <a:pathLst>
                  <a:path extrusionOk="0" h="37" w="50">
                    <a:moveTo>
                      <a:pt x="34" y="3"/>
                    </a:moveTo>
                    <a:lnTo>
                      <a:pt x="31" y="0"/>
                    </a:lnTo>
                    <a:cubicBezTo>
                      <a:pt x="21" y="4"/>
                      <a:pt x="10" y="9"/>
                      <a:pt x="0" y="14"/>
                    </a:cubicBezTo>
                    <a:cubicBezTo>
                      <a:pt x="3" y="18"/>
                      <a:pt x="6" y="22"/>
                      <a:pt x="8" y="26"/>
                    </a:cubicBezTo>
                    <a:cubicBezTo>
                      <a:pt x="9" y="29"/>
                      <a:pt x="11" y="31"/>
                      <a:pt x="12" y="33"/>
                    </a:cubicBezTo>
                    <a:cubicBezTo>
                      <a:pt x="12" y="34"/>
                      <a:pt x="12" y="34"/>
                      <a:pt x="12" y="35"/>
                    </a:cubicBezTo>
                    <a:lnTo>
                      <a:pt x="12" y="36"/>
                    </a:lnTo>
                    <a:cubicBezTo>
                      <a:pt x="24" y="29"/>
                      <a:pt x="37" y="23"/>
                      <a:pt x="49" y="17"/>
                    </a:cubicBezTo>
                    <a:cubicBezTo>
                      <a:pt x="43" y="13"/>
                      <a:pt x="38" y="8"/>
                      <a:pt x="3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9"/>
              <p:cNvSpPr/>
              <p:nvPr/>
            </p:nvSpPr>
            <p:spPr>
              <a:xfrm>
                <a:off x="3269525" y="-950615"/>
                <a:ext cx="13320" cy="6480"/>
              </a:xfrm>
              <a:custGeom>
                <a:rect b="b" l="l" r="r" t="t"/>
                <a:pathLst>
                  <a:path extrusionOk="0" h="18" w="37">
                    <a:moveTo>
                      <a:pt x="10" y="17"/>
                    </a:moveTo>
                    <a:cubicBezTo>
                      <a:pt x="17" y="15"/>
                      <a:pt x="23" y="13"/>
                      <a:pt x="28" y="9"/>
                    </a:cubicBezTo>
                    <a:cubicBezTo>
                      <a:pt x="30" y="9"/>
                      <a:pt x="31" y="8"/>
                      <a:pt x="33" y="6"/>
                    </a:cubicBezTo>
                    <a:cubicBezTo>
                      <a:pt x="36" y="4"/>
                      <a:pt x="33" y="0"/>
                      <a:pt x="30" y="1"/>
                    </a:cubicBezTo>
                    <a:cubicBezTo>
                      <a:pt x="23" y="3"/>
                      <a:pt x="16" y="4"/>
                      <a:pt x="9" y="4"/>
                    </a:cubicBezTo>
                    <a:cubicBezTo>
                      <a:pt x="6" y="4"/>
                      <a:pt x="3" y="4"/>
                      <a:pt x="0" y="4"/>
                    </a:cubicBezTo>
                    <a:lnTo>
                      <a:pt x="5" y="11"/>
                    </a:lnTo>
                    <a:lnTo>
                      <a:pt x="10"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9"/>
              <p:cNvSpPr/>
              <p:nvPr/>
            </p:nvSpPr>
            <p:spPr>
              <a:xfrm>
                <a:off x="3226685" y="-941975"/>
                <a:ext cx="15840" cy="11160"/>
              </a:xfrm>
              <a:custGeom>
                <a:rect b="b" l="l" r="r" t="t"/>
                <a:pathLst>
                  <a:path extrusionOk="0" h="31" w="44">
                    <a:moveTo>
                      <a:pt x="28" y="0"/>
                    </a:moveTo>
                    <a:lnTo>
                      <a:pt x="0" y="10"/>
                    </a:lnTo>
                    <a:cubicBezTo>
                      <a:pt x="2" y="16"/>
                      <a:pt x="5" y="21"/>
                      <a:pt x="8" y="26"/>
                    </a:cubicBezTo>
                    <a:cubicBezTo>
                      <a:pt x="8" y="27"/>
                      <a:pt x="9" y="27"/>
                      <a:pt x="9" y="28"/>
                    </a:cubicBezTo>
                    <a:lnTo>
                      <a:pt x="9" y="29"/>
                    </a:lnTo>
                    <a:lnTo>
                      <a:pt x="9" y="30"/>
                    </a:lnTo>
                    <a:cubicBezTo>
                      <a:pt x="20" y="25"/>
                      <a:pt x="32" y="21"/>
                      <a:pt x="43" y="17"/>
                    </a:cubicBezTo>
                    <a:cubicBezTo>
                      <a:pt x="38" y="13"/>
                      <a:pt x="33" y="8"/>
                      <a:pt x="30" y="2"/>
                    </a:cubicBezTo>
                    <a:cubicBezTo>
                      <a:pt x="29" y="1"/>
                      <a:pt x="29"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9"/>
              <p:cNvSpPr/>
              <p:nvPr/>
            </p:nvSpPr>
            <p:spPr>
              <a:xfrm>
                <a:off x="3246485" y="-947735"/>
                <a:ext cx="16200" cy="10440"/>
              </a:xfrm>
              <a:custGeom>
                <a:rect b="b" l="l" r="r" t="t"/>
                <a:pathLst>
                  <a:path extrusionOk="0" h="29" w="45">
                    <a:moveTo>
                      <a:pt x="0" y="7"/>
                    </a:moveTo>
                    <a:cubicBezTo>
                      <a:pt x="2" y="14"/>
                      <a:pt x="4" y="20"/>
                      <a:pt x="5" y="27"/>
                    </a:cubicBezTo>
                    <a:lnTo>
                      <a:pt x="5" y="28"/>
                    </a:lnTo>
                    <a:cubicBezTo>
                      <a:pt x="13" y="26"/>
                      <a:pt x="21" y="23"/>
                      <a:pt x="29" y="21"/>
                    </a:cubicBezTo>
                    <a:cubicBezTo>
                      <a:pt x="37" y="19"/>
                      <a:pt x="39" y="18"/>
                      <a:pt x="44" y="17"/>
                    </a:cubicBezTo>
                    <a:lnTo>
                      <a:pt x="30" y="0"/>
                    </a:lnTo>
                    <a:cubicBezTo>
                      <a:pt x="19" y="2"/>
                      <a:pt x="9" y="4"/>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9"/>
              <p:cNvSpPr/>
              <p:nvPr/>
            </p:nvSpPr>
            <p:spPr>
              <a:xfrm>
                <a:off x="3114725" y="-884735"/>
                <a:ext cx="11880" cy="12960"/>
              </a:xfrm>
              <a:custGeom>
                <a:rect b="b" l="l" r="r" t="t"/>
                <a:pathLst>
                  <a:path extrusionOk="0" h="36" w="33">
                    <a:moveTo>
                      <a:pt x="14" y="33"/>
                    </a:moveTo>
                    <a:cubicBezTo>
                      <a:pt x="17" y="30"/>
                      <a:pt x="20" y="27"/>
                      <a:pt x="22" y="23"/>
                    </a:cubicBezTo>
                    <a:cubicBezTo>
                      <a:pt x="22" y="22"/>
                      <a:pt x="23" y="21"/>
                      <a:pt x="24" y="20"/>
                    </a:cubicBezTo>
                    <a:cubicBezTo>
                      <a:pt x="24" y="18"/>
                      <a:pt x="25" y="16"/>
                      <a:pt x="26" y="14"/>
                    </a:cubicBezTo>
                    <a:cubicBezTo>
                      <a:pt x="27" y="12"/>
                      <a:pt x="29" y="10"/>
                      <a:pt x="30" y="9"/>
                    </a:cubicBezTo>
                    <a:cubicBezTo>
                      <a:pt x="31" y="8"/>
                      <a:pt x="31" y="8"/>
                      <a:pt x="31" y="7"/>
                    </a:cubicBezTo>
                    <a:cubicBezTo>
                      <a:pt x="32" y="6"/>
                      <a:pt x="32" y="6"/>
                      <a:pt x="32" y="5"/>
                    </a:cubicBezTo>
                    <a:cubicBezTo>
                      <a:pt x="32" y="4"/>
                      <a:pt x="32" y="3"/>
                      <a:pt x="31" y="2"/>
                    </a:cubicBezTo>
                    <a:cubicBezTo>
                      <a:pt x="30" y="1"/>
                      <a:pt x="30" y="1"/>
                      <a:pt x="29" y="0"/>
                    </a:cubicBezTo>
                    <a:lnTo>
                      <a:pt x="28" y="0"/>
                    </a:lnTo>
                    <a:cubicBezTo>
                      <a:pt x="16" y="0"/>
                      <a:pt x="8" y="9"/>
                      <a:pt x="0" y="17"/>
                    </a:cubicBezTo>
                    <a:cubicBezTo>
                      <a:pt x="4" y="23"/>
                      <a:pt x="8" y="28"/>
                      <a:pt x="11" y="34"/>
                    </a:cubicBezTo>
                    <a:cubicBezTo>
                      <a:pt x="11" y="35"/>
                      <a:pt x="12" y="35"/>
                      <a:pt x="12" y="35"/>
                    </a:cubicBezTo>
                    <a:lnTo>
                      <a:pt x="14"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9"/>
              <p:cNvSpPr/>
              <p:nvPr/>
            </p:nvSpPr>
            <p:spPr>
              <a:xfrm>
                <a:off x="3106805" y="-872855"/>
                <a:ext cx="9000" cy="10080"/>
              </a:xfrm>
              <a:custGeom>
                <a:rect b="b" l="l" r="r" t="t"/>
                <a:pathLst>
                  <a:path extrusionOk="0" h="28" w="25">
                    <a:moveTo>
                      <a:pt x="5" y="4"/>
                    </a:moveTo>
                    <a:cubicBezTo>
                      <a:pt x="3" y="7"/>
                      <a:pt x="0" y="14"/>
                      <a:pt x="2" y="18"/>
                    </a:cubicBezTo>
                    <a:cubicBezTo>
                      <a:pt x="6" y="27"/>
                      <a:pt x="19" y="18"/>
                      <a:pt x="23" y="14"/>
                    </a:cubicBezTo>
                    <a:lnTo>
                      <a:pt x="24" y="12"/>
                    </a:lnTo>
                    <a:cubicBezTo>
                      <a:pt x="18" y="8"/>
                      <a:pt x="13" y="4"/>
                      <a:pt x="7" y="0"/>
                    </a:cubicBezTo>
                    <a:cubicBezTo>
                      <a:pt x="7" y="1"/>
                      <a:pt x="5" y="1"/>
                      <a:pt x="5" y="2"/>
                    </a:cubicBezTo>
                    <a:cubicBezTo>
                      <a:pt x="4" y="3"/>
                      <a:pt x="5" y="4"/>
                      <a:pt x="5"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9"/>
              <p:cNvSpPr/>
              <p:nvPr/>
            </p:nvSpPr>
            <p:spPr>
              <a:xfrm>
                <a:off x="3092405" y="-855575"/>
                <a:ext cx="6480" cy="6840"/>
              </a:xfrm>
              <a:custGeom>
                <a:rect b="b" l="l" r="r" t="t"/>
                <a:pathLst>
                  <a:path extrusionOk="0" h="19" w="18">
                    <a:moveTo>
                      <a:pt x="4" y="15"/>
                    </a:moveTo>
                    <a:cubicBezTo>
                      <a:pt x="4" y="15"/>
                      <a:pt x="4" y="17"/>
                      <a:pt x="4" y="18"/>
                    </a:cubicBezTo>
                    <a:cubicBezTo>
                      <a:pt x="4" y="17"/>
                      <a:pt x="5" y="16"/>
                      <a:pt x="5" y="15"/>
                    </a:cubicBezTo>
                    <a:cubicBezTo>
                      <a:pt x="7" y="12"/>
                      <a:pt x="10" y="10"/>
                      <a:pt x="13" y="8"/>
                    </a:cubicBezTo>
                    <a:cubicBezTo>
                      <a:pt x="14" y="7"/>
                      <a:pt x="14" y="7"/>
                      <a:pt x="14" y="7"/>
                    </a:cubicBezTo>
                    <a:cubicBezTo>
                      <a:pt x="15" y="7"/>
                      <a:pt x="15" y="7"/>
                      <a:pt x="15" y="7"/>
                    </a:cubicBezTo>
                    <a:cubicBezTo>
                      <a:pt x="16" y="6"/>
                      <a:pt x="15" y="6"/>
                      <a:pt x="16" y="5"/>
                    </a:cubicBezTo>
                    <a:cubicBezTo>
                      <a:pt x="17" y="4"/>
                      <a:pt x="17" y="4"/>
                      <a:pt x="17" y="4"/>
                    </a:cubicBezTo>
                    <a:cubicBezTo>
                      <a:pt x="17" y="3"/>
                      <a:pt x="17" y="3"/>
                      <a:pt x="16" y="2"/>
                    </a:cubicBezTo>
                    <a:cubicBezTo>
                      <a:pt x="15" y="1"/>
                      <a:pt x="16" y="2"/>
                      <a:pt x="15" y="1"/>
                    </a:cubicBezTo>
                    <a:cubicBezTo>
                      <a:pt x="14" y="0"/>
                      <a:pt x="14" y="0"/>
                      <a:pt x="14" y="0"/>
                    </a:cubicBezTo>
                    <a:cubicBezTo>
                      <a:pt x="13" y="0"/>
                      <a:pt x="13" y="0"/>
                      <a:pt x="13" y="0"/>
                    </a:cubicBezTo>
                    <a:cubicBezTo>
                      <a:pt x="10" y="1"/>
                      <a:pt x="8" y="2"/>
                      <a:pt x="6" y="3"/>
                    </a:cubicBezTo>
                    <a:cubicBezTo>
                      <a:pt x="5" y="4"/>
                      <a:pt x="3" y="5"/>
                      <a:pt x="2" y="6"/>
                    </a:cubicBezTo>
                    <a:lnTo>
                      <a:pt x="0" y="7"/>
                    </a:lnTo>
                    <a:cubicBezTo>
                      <a:pt x="1" y="8"/>
                      <a:pt x="2" y="9"/>
                      <a:pt x="2" y="10"/>
                    </a:cubicBezTo>
                    <a:cubicBezTo>
                      <a:pt x="3" y="11"/>
                      <a:pt x="4" y="13"/>
                      <a:pt x="4"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9"/>
              <p:cNvSpPr/>
              <p:nvPr/>
            </p:nvSpPr>
            <p:spPr>
              <a:xfrm>
                <a:off x="3154685" y="-640655"/>
                <a:ext cx="94320" cy="56520"/>
              </a:xfrm>
              <a:custGeom>
                <a:rect b="b" l="l" r="r" t="t"/>
                <a:pathLst>
                  <a:path extrusionOk="0" h="157" w="262">
                    <a:moveTo>
                      <a:pt x="109" y="96"/>
                    </a:moveTo>
                    <a:cubicBezTo>
                      <a:pt x="122" y="111"/>
                      <a:pt x="162" y="117"/>
                      <a:pt x="181" y="124"/>
                    </a:cubicBezTo>
                    <a:cubicBezTo>
                      <a:pt x="206" y="133"/>
                      <a:pt x="233" y="155"/>
                      <a:pt x="260" y="156"/>
                    </a:cubicBezTo>
                    <a:cubicBezTo>
                      <a:pt x="261" y="155"/>
                      <a:pt x="261" y="155"/>
                      <a:pt x="261" y="155"/>
                    </a:cubicBezTo>
                    <a:lnTo>
                      <a:pt x="261" y="154"/>
                    </a:lnTo>
                    <a:cubicBezTo>
                      <a:pt x="261" y="154"/>
                      <a:pt x="261" y="153"/>
                      <a:pt x="260" y="153"/>
                    </a:cubicBezTo>
                    <a:cubicBezTo>
                      <a:pt x="239" y="148"/>
                      <a:pt x="222" y="125"/>
                      <a:pt x="202" y="117"/>
                    </a:cubicBezTo>
                    <a:cubicBezTo>
                      <a:pt x="176" y="107"/>
                      <a:pt x="132" y="94"/>
                      <a:pt x="115" y="72"/>
                    </a:cubicBezTo>
                    <a:cubicBezTo>
                      <a:pt x="98" y="50"/>
                      <a:pt x="67" y="42"/>
                      <a:pt x="50" y="22"/>
                    </a:cubicBezTo>
                    <a:cubicBezTo>
                      <a:pt x="45" y="16"/>
                      <a:pt x="39" y="12"/>
                      <a:pt x="32" y="8"/>
                    </a:cubicBezTo>
                    <a:cubicBezTo>
                      <a:pt x="26" y="4"/>
                      <a:pt x="19" y="2"/>
                      <a:pt x="12" y="0"/>
                    </a:cubicBezTo>
                    <a:lnTo>
                      <a:pt x="11" y="0"/>
                    </a:lnTo>
                    <a:cubicBezTo>
                      <a:pt x="10" y="0"/>
                      <a:pt x="9" y="0"/>
                      <a:pt x="8" y="1"/>
                    </a:cubicBezTo>
                    <a:cubicBezTo>
                      <a:pt x="8" y="1"/>
                      <a:pt x="7" y="2"/>
                      <a:pt x="6" y="3"/>
                    </a:cubicBezTo>
                    <a:lnTo>
                      <a:pt x="6" y="4"/>
                    </a:lnTo>
                    <a:cubicBezTo>
                      <a:pt x="0" y="44"/>
                      <a:pt x="87" y="74"/>
                      <a:pt x="109"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9"/>
              <p:cNvSpPr/>
              <p:nvPr/>
            </p:nvSpPr>
            <p:spPr>
              <a:xfrm>
                <a:off x="3121565" y="-674855"/>
                <a:ext cx="21960" cy="21960"/>
              </a:xfrm>
              <a:custGeom>
                <a:rect b="b" l="l" r="r" t="t"/>
                <a:pathLst>
                  <a:path extrusionOk="0" h="61" w="61">
                    <a:moveTo>
                      <a:pt x="17" y="31"/>
                    </a:moveTo>
                    <a:cubicBezTo>
                      <a:pt x="27" y="41"/>
                      <a:pt x="39" y="50"/>
                      <a:pt x="51" y="57"/>
                    </a:cubicBezTo>
                    <a:cubicBezTo>
                      <a:pt x="52" y="57"/>
                      <a:pt x="53" y="58"/>
                      <a:pt x="54" y="59"/>
                    </a:cubicBezTo>
                    <a:cubicBezTo>
                      <a:pt x="57" y="60"/>
                      <a:pt x="60" y="57"/>
                      <a:pt x="58" y="55"/>
                    </a:cubicBezTo>
                    <a:cubicBezTo>
                      <a:pt x="58" y="54"/>
                      <a:pt x="57" y="53"/>
                      <a:pt x="57" y="53"/>
                    </a:cubicBezTo>
                    <a:cubicBezTo>
                      <a:pt x="51" y="42"/>
                      <a:pt x="44" y="31"/>
                      <a:pt x="35" y="22"/>
                    </a:cubicBezTo>
                    <a:cubicBezTo>
                      <a:pt x="29" y="14"/>
                      <a:pt x="18" y="0"/>
                      <a:pt x="7" y="2"/>
                    </a:cubicBezTo>
                    <a:cubicBezTo>
                      <a:pt x="6" y="2"/>
                      <a:pt x="6" y="3"/>
                      <a:pt x="5" y="3"/>
                    </a:cubicBezTo>
                    <a:cubicBezTo>
                      <a:pt x="4" y="4"/>
                      <a:pt x="4" y="4"/>
                      <a:pt x="3" y="5"/>
                    </a:cubicBezTo>
                    <a:cubicBezTo>
                      <a:pt x="3" y="5"/>
                      <a:pt x="3" y="6"/>
                      <a:pt x="3" y="7"/>
                    </a:cubicBezTo>
                    <a:cubicBezTo>
                      <a:pt x="0" y="17"/>
                      <a:pt x="11" y="25"/>
                      <a:pt x="17"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9"/>
              <p:cNvSpPr/>
              <p:nvPr/>
            </p:nvSpPr>
            <p:spPr>
              <a:xfrm>
                <a:off x="3083765" y="-855215"/>
                <a:ext cx="9000" cy="5760"/>
              </a:xfrm>
              <a:custGeom>
                <a:rect b="b" l="l" r="r" t="t"/>
                <a:pathLst>
                  <a:path extrusionOk="0" h="16" w="25">
                    <a:moveTo>
                      <a:pt x="13" y="15"/>
                    </a:moveTo>
                    <a:lnTo>
                      <a:pt x="16" y="12"/>
                    </a:lnTo>
                    <a:cubicBezTo>
                      <a:pt x="19" y="10"/>
                      <a:pt x="21" y="8"/>
                      <a:pt x="24" y="6"/>
                    </a:cubicBezTo>
                    <a:cubicBezTo>
                      <a:pt x="23" y="5"/>
                      <a:pt x="21" y="3"/>
                      <a:pt x="20" y="2"/>
                    </a:cubicBezTo>
                    <a:cubicBezTo>
                      <a:pt x="17" y="1"/>
                      <a:pt x="14" y="0"/>
                      <a:pt x="11" y="0"/>
                    </a:cubicBezTo>
                    <a:cubicBezTo>
                      <a:pt x="10" y="0"/>
                      <a:pt x="8" y="0"/>
                      <a:pt x="7" y="1"/>
                    </a:cubicBezTo>
                    <a:lnTo>
                      <a:pt x="4" y="1"/>
                    </a:lnTo>
                    <a:cubicBezTo>
                      <a:pt x="3" y="1"/>
                      <a:pt x="2" y="1"/>
                      <a:pt x="1" y="2"/>
                    </a:cubicBezTo>
                    <a:cubicBezTo>
                      <a:pt x="1" y="2"/>
                      <a:pt x="0" y="2"/>
                      <a:pt x="0" y="3"/>
                    </a:cubicBezTo>
                    <a:cubicBezTo>
                      <a:pt x="5" y="6"/>
                      <a:pt x="9" y="11"/>
                      <a:pt x="13"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9"/>
              <p:cNvSpPr/>
              <p:nvPr/>
            </p:nvSpPr>
            <p:spPr>
              <a:xfrm>
                <a:off x="3066125" y="-849815"/>
                <a:ext cx="40680" cy="162000"/>
              </a:xfrm>
              <a:custGeom>
                <a:rect b="b" l="l" r="r" t="t"/>
                <a:pathLst>
                  <a:path extrusionOk="0" h="450" w="113">
                    <a:moveTo>
                      <a:pt x="11" y="166"/>
                    </a:moveTo>
                    <a:cubicBezTo>
                      <a:pt x="8" y="189"/>
                      <a:pt x="5" y="212"/>
                      <a:pt x="0" y="235"/>
                    </a:cubicBezTo>
                    <a:cubicBezTo>
                      <a:pt x="1" y="244"/>
                      <a:pt x="4" y="253"/>
                      <a:pt x="7" y="261"/>
                    </a:cubicBezTo>
                    <a:cubicBezTo>
                      <a:pt x="26" y="318"/>
                      <a:pt x="48" y="414"/>
                      <a:pt x="107" y="448"/>
                    </a:cubicBezTo>
                    <a:cubicBezTo>
                      <a:pt x="110" y="449"/>
                      <a:pt x="112" y="446"/>
                      <a:pt x="110" y="444"/>
                    </a:cubicBezTo>
                    <a:cubicBezTo>
                      <a:pt x="85" y="421"/>
                      <a:pt x="67" y="363"/>
                      <a:pt x="54" y="331"/>
                    </a:cubicBezTo>
                    <a:cubicBezTo>
                      <a:pt x="40" y="293"/>
                      <a:pt x="33" y="253"/>
                      <a:pt x="33" y="212"/>
                    </a:cubicBezTo>
                    <a:cubicBezTo>
                      <a:pt x="33" y="202"/>
                      <a:pt x="33" y="193"/>
                      <a:pt x="34" y="183"/>
                    </a:cubicBezTo>
                    <a:cubicBezTo>
                      <a:pt x="38" y="133"/>
                      <a:pt x="69" y="85"/>
                      <a:pt x="76" y="33"/>
                    </a:cubicBezTo>
                    <a:cubicBezTo>
                      <a:pt x="72" y="30"/>
                      <a:pt x="68" y="27"/>
                      <a:pt x="64" y="24"/>
                    </a:cubicBezTo>
                    <a:cubicBezTo>
                      <a:pt x="63" y="23"/>
                      <a:pt x="62" y="21"/>
                      <a:pt x="60" y="20"/>
                    </a:cubicBezTo>
                    <a:cubicBezTo>
                      <a:pt x="60" y="20"/>
                      <a:pt x="60" y="19"/>
                      <a:pt x="59" y="19"/>
                    </a:cubicBezTo>
                    <a:cubicBezTo>
                      <a:pt x="59" y="19"/>
                      <a:pt x="58" y="19"/>
                      <a:pt x="58" y="18"/>
                    </a:cubicBezTo>
                    <a:lnTo>
                      <a:pt x="57" y="17"/>
                    </a:lnTo>
                    <a:cubicBezTo>
                      <a:pt x="57" y="16"/>
                      <a:pt x="57" y="15"/>
                      <a:pt x="56" y="15"/>
                    </a:cubicBezTo>
                    <a:lnTo>
                      <a:pt x="52" y="9"/>
                    </a:lnTo>
                    <a:cubicBezTo>
                      <a:pt x="49" y="5"/>
                      <a:pt x="47" y="3"/>
                      <a:pt x="43" y="0"/>
                    </a:cubicBezTo>
                    <a:cubicBezTo>
                      <a:pt x="43" y="3"/>
                      <a:pt x="44" y="5"/>
                      <a:pt x="45" y="7"/>
                    </a:cubicBezTo>
                    <a:cubicBezTo>
                      <a:pt x="46" y="9"/>
                      <a:pt x="47" y="10"/>
                      <a:pt x="48" y="11"/>
                    </a:cubicBezTo>
                    <a:cubicBezTo>
                      <a:pt x="34" y="44"/>
                      <a:pt x="22" y="77"/>
                      <a:pt x="12" y="111"/>
                    </a:cubicBezTo>
                    <a:cubicBezTo>
                      <a:pt x="12" y="117"/>
                      <a:pt x="12" y="124"/>
                      <a:pt x="12" y="131"/>
                    </a:cubicBezTo>
                    <a:cubicBezTo>
                      <a:pt x="12" y="143"/>
                      <a:pt x="12" y="154"/>
                      <a:pt x="11" y="16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9"/>
              <p:cNvSpPr/>
              <p:nvPr/>
            </p:nvSpPr>
            <p:spPr>
              <a:xfrm>
                <a:off x="3091685" y="-849095"/>
                <a:ext cx="2520" cy="5760"/>
              </a:xfrm>
              <a:custGeom>
                <a:rect b="b" l="l" r="r" t="t"/>
                <a:pathLst>
                  <a:path extrusionOk="0" h="16" w="7">
                    <a:moveTo>
                      <a:pt x="0" y="8"/>
                    </a:moveTo>
                    <a:cubicBezTo>
                      <a:pt x="2" y="10"/>
                      <a:pt x="4" y="13"/>
                      <a:pt x="6" y="15"/>
                    </a:cubicBezTo>
                    <a:cubicBezTo>
                      <a:pt x="6" y="12"/>
                      <a:pt x="6" y="9"/>
                      <a:pt x="6" y="7"/>
                    </a:cubicBezTo>
                    <a:cubicBezTo>
                      <a:pt x="6" y="4"/>
                      <a:pt x="6" y="2"/>
                      <a:pt x="6" y="0"/>
                    </a:cubicBezTo>
                    <a:lnTo>
                      <a:pt x="3" y="5"/>
                    </a:lnTo>
                    <a:lnTo>
                      <a:pt x="0"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9"/>
              <p:cNvSpPr/>
              <p:nvPr/>
            </p:nvSpPr>
            <p:spPr>
              <a:xfrm>
                <a:off x="3086285" y="-844775"/>
                <a:ext cx="1800" cy="2160"/>
              </a:xfrm>
              <a:custGeom>
                <a:rect b="b" l="l" r="r" t="t"/>
                <a:pathLst>
                  <a:path extrusionOk="0" h="6" w="5">
                    <a:moveTo>
                      <a:pt x="2" y="4"/>
                    </a:moveTo>
                    <a:cubicBezTo>
                      <a:pt x="2" y="4"/>
                      <a:pt x="2" y="5"/>
                      <a:pt x="3" y="5"/>
                    </a:cubicBezTo>
                    <a:lnTo>
                      <a:pt x="4" y="5"/>
                    </a:lnTo>
                    <a:lnTo>
                      <a:pt x="0" y="0"/>
                    </a:lnTo>
                    <a:cubicBezTo>
                      <a:pt x="0" y="1"/>
                      <a:pt x="0" y="2"/>
                      <a:pt x="1" y="3"/>
                    </a:cubicBezTo>
                    <a:cubicBezTo>
                      <a:pt x="1" y="3"/>
                      <a:pt x="1" y="4"/>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9"/>
              <p:cNvSpPr/>
              <p:nvPr/>
            </p:nvSpPr>
            <p:spPr>
              <a:xfrm>
                <a:off x="3088445" y="-853055"/>
                <a:ext cx="5760" cy="7200"/>
              </a:xfrm>
              <a:custGeom>
                <a:rect b="b" l="l" r="r" t="t"/>
                <a:pathLst>
                  <a:path extrusionOk="0" h="20" w="16">
                    <a:moveTo>
                      <a:pt x="0" y="9"/>
                    </a:moveTo>
                    <a:cubicBezTo>
                      <a:pt x="1" y="11"/>
                      <a:pt x="3" y="11"/>
                      <a:pt x="4" y="13"/>
                    </a:cubicBezTo>
                    <a:cubicBezTo>
                      <a:pt x="5" y="15"/>
                      <a:pt x="7" y="17"/>
                      <a:pt x="9" y="19"/>
                    </a:cubicBezTo>
                    <a:lnTo>
                      <a:pt x="11" y="16"/>
                    </a:lnTo>
                    <a:lnTo>
                      <a:pt x="15" y="11"/>
                    </a:lnTo>
                    <a:cubicBezTo>
                      <a:pt x="15" y="11"/>
                      <a:pt x="15" y="9"/>
                      <a:pt x="15" y="8"/>
                    </a:cubicBezTo>
                    <a:cubicBezTo>
                      <a:pt x="14" y="6"/>
                      <a:pt x="14" y="4"/>
                      <a:pt x="13" y="2"/>
                    </a:cubicBezTo>
                    <a:cubicBezTo>
                      <a:pt x="12" y="1"/>
                      <a:pt x="12" y="1"/>
                      <a:pt x="11" y="0"/>
                    </a:cubicBezTo>
                    <a:cubicBezTo>
                      <a:pt x="8" y="2"/>
                      <a:pt x="6" y="3"/>
                      <a:pt x="3" y="6"/>
                    </a:cubicBezTo>
                    <a:lnTo>
                      <a:pt x="0"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9"/>
              <p:cNvSpPr/>
              <p:nvPr/>
            </p:nvSpPr>
            <p:spPr>
              <a:xfrm>
                <a:off x="3048125" y="-855935"/>
                <a:ext cx="21960" cy="112680"/>
              </a:xfrm>
              <a:custGeom>
                <a:rect b="b" l="l" r="r" t="t"/>
                <a:pathLst>
                  <a:path extrusionOk="0" h="313" w="61">
                    <a:moveTo>
                      <a:pt x="29" y="303"/>
                    </a:moveTo>
                    <a:cubicBezTo>
                      <a:pt x="29" y="304"/>
                      <a:pt x="29" y="305"/>
                      <a:pt x="29" y="307"/>
                    </a:cubicBezTo>
                    <a:cubicBezTo>
                      <a:pt x="29" y="308"/>
                      <a:pt x="29" y="310"/>
                      <a:pt x="29" y="312"/>
                    </a:cubicBezTo>
                    <a:cubicBezTo>
                      <a:pt x="38" y="293"/>
                      <a:pt x="44" y="273"/>
                      <a:pt x="49" y="253"/>
                    </a:cubicBezTo>
                    <a:cubicBezTo>
                      <a:pt x="45" y="238"/>
                      <a:pt x="44" y="222"/>
                      <a:pt x="44" y="207"/>
                    </a:cubicBezTo>
                    <a:cubicBezTo>
                      <a:pt x="44" y="191"/>
                      <a:pt x="45" y="176"/>
                      <a:pt x="49" y="161"/>
                    </a:cubicBezTo>
                    <a:lnTo>
                      <a:pt x="60" y="128"/>
                    </a:lnTo>
                    <a:cubicBezTo>
                      <a:pt x="57" y="77"/>
                      <a:pt x="40" y="29"/>
                      <a:pt x="1" y="0"/>
                    </a:cubicBezTo>
                    <a:cubicBezTo>
                      <a:pt x="1" y="1"/>
                      <a:pt x="1" y="1"/>
                      <a:pt x="2" y="2"/>
                    </a:cubicBezTo>
                    <a:cubicBezTo>
                      <a:pt x="3" y="4"/>
                      <a:pt x="4" y="7"/>
                      <a:pt x="4" y="10"/>
                    </a:cubicBezTo>
                    <a:cubicBezTo>
                      <a:pt x="4" y="13"/>
                      <a:pt x="4" y="16"/>
                      <a:pt x="2" y="19"/>
                    </a:cubicBezTo>
                    <a:cubicBezTo>
                      <a:pt x="1" y="20"/>
                      <a:pt x="1" y="20"/>
                      <a:pt x="1" y="20"/>
                    </a:cubicBezTo>
                    <a:cubicBezTo>
                      <a:pt x="7" y="26"/>
                      <a:pt x="12" y="33"/>
                      <a:pt x="17" y="40"/>
                    </a:cubicBezTo>
                    <a:cubicBezTo>
                      <a:pt x="17" y="41"/>
                      <a:pt x="17" y="41"/>
                      <a:pt x="17" y="42"/>
                    </a:cubicBezTo>
                    <a:cubicBezTo>
                      <a:pt x="19" y="44"/>
                      <a:pt x="20" y="46"/>
                      <a:pt x="21" y="48"/>
                    </a:cubicBezTo>
                    <a:cubicBezTo>
                      <a:pt x="34" y="70"/>
                      <a:pt x="41" y="95"/>
                      <a:pt x="41" y="120"/>
                    </a:cubicBezTo>
                    <a:lnTo>
                      <a:pt x="41" y="121"/>
                    </a:lnTo>
                    <a:cubicBezTo>
                      <a:pt x="41" y="123"/>
                      <a:pt x="41" y="124"/>
                      <a:pt x="40" y="126"/>
                    </a:cubicBezTo>
                    <a:cubicBezTo>
                      <a:pt x="39" y="128"/>
                      <a:pt x="37" y="130"/>
                      <a:pt x="35" y="131"/>
                    </a:cubicBezTo>
                    <a:cubicBezTo>
                      <a:pt x="35" y="131"/>
                      <a:pt x="34" y="131"/>
                      <a:pt x="33" y="131"/>
                    </a:cubicBezTo>
                    <a:cubicBezTo>
                      <a:pt x="32" y="185"/>
                      <a:pt x="21" y="237"/>
                      <a:pt x="0" y="286"/>
                    </a:cubicBezTo>
                    <a:lnTo>
                      <a:pt x="2" y="286"/>
                    </a:lnTo>
                    <a:cubicBezTo>
                      <a:pt x="5" y="285"/>
                      <a:pt x="7" y="285"/>
                      <a:pt x="9" y="285"/>
                    </a:cubicBezTo>
                    <a:cubicBezTo>
                      <a:pt x="13" y="285"/>
                      <a:pt x="16" y="286"/>
                      <a:pt x="19" y="288"/>
                    </a:cubicBezTo>
                    <a:cubicBezTo>
                      <a:pt x="22" y="289"/>
                      <a:pt x="24" y="292"/>
                      <a:pt x="26" y="295"/>
                    </a:cubicBezTo>
                    <a:cubicBezTo>
                      <a:pt x="27" y="297"/>
                      <a:pt x="29" y="300"/>
                      <a:pt x="29" y="30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9"/>
              <p:cNvSpPr/>
              <p:nvPr/>
            </p:nvSpPr>
            <p:spPr>
              <a:xfrm>
                <a:off x="3064685" y="-809855"/>
                <a:ext cx="6480" cy="45000"/>
              </a:xfrm>
              <a:custGeom>
                <a:rect b="b" l="l" r="r" t="t"/>
                <a:pathLst>
                  <a:path extrusionOk="0" h="125" w="18">
                    <a:moveTo>
                      <a:pt x="4" y="124"/>
                    </a:moveTo>
                    <a:cubicBezTo>
                      <a:pt x="9" y="101"/>
                      <a:pt x="13" y="78"/>
                      <a:pt x="15" y="55"/>
                    </a:cubicBezTo>
                    <a:cubicBezTo>
                      <a:pt x="16" y="43"/>
                      <a:pt x="17" y="31"/>
                      <a:pt x="17" y="19"/>
                    </a:cubicBezTo>
                    <a:cubicBezTo>
                      <a:pt x="17" y="12"/>
                      <a:pt x="16" y="6"/>
                      <a:pt x="16" y="0"/>
                    </a:cubicBezTo>
                    <a:lnTo>
                      <a:pt x="5" y="33"/>
                    </a:lnTo>
                    <a:cubicBezTo>
                      <a:pt x="1" y="49"/>
                      <a:pt x="0" y="65"/>
                      <a:pt x="0" y="80"/>
                    </a:cubicBezTo>
                    <a:cubicBezTo>
                      <a:pt x="0" y="95"/>
                      <a:pt x="1" y="110"/>
                      <a:pt x="4"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9"/>
              <p:cNvSpPr/>
              <p:nvPr/>
            </p:nvSpPr>
            <p:spPr>
              <a:xfrm>
                <a:off x="1511285" y="-713735"/>
                <a:ext cx="1520640" cy="31320"/>
              </a:xfrm>
              <a:custGeom>
                <a:rect b="b" l="l" r="r" t="t"/>
                <a:pathLst>
                  <a:path extrusionOk="0" h="87" w="4224">
                    <a:moveTo>
                      <a:pt x="4199" y="34"/>
                    </a:moveTo>
                    <a:cubicBezTo>
                      <a:pt x="4198" y="34"/>
                      <a:pt x="4198" y="34"/>
                      <a:pt x="4197" y="34"/>
                    </a:cubicBezTo>
                    <a:cubicBezTo>
                      <a:pt x="4188" y="34"/>
                      <a:pt x="4178" y="32"/>
                      <a:pt x="4170" y="27"/>
                    </a:cubicBezTo>
                    <a:cubicBezTo>
                      <a:pt x="4168" y="26"/>
                      <a:pt x="4166" y="25"/>
                      <a:pt x="4165" y="23"/>
                    </a:cubicBezTo>
                    <a:cubicBezTo>
                      <a:pt x="4164" y="21"/>
                      <a:pt x="4164" y="19"/>
                      <a:pt x="4164" y="17"/>
                    </a:cubicBezTo>
                    <a:cubicBezTo>
                      <a:pt x="4102" y="23"/>
                      <a:pt x="4032" y="8"/>
                      <a:pt x="3976" y="8"/>
                    </a:cubicBezTo>
                    <a:cubicBezTo>
                      <a:pt x="3897" y="8"/>
                      <a:pt x="3819" y="4"/>
                      <a:pt x="3740" y="1"/>
                    </a:cubicBezTo>
                    <a:cubicBezTo>
                      <a:pt x="3672" y="11"/>
                      <a:pt x="3600" y="0"/>
                      <a:pt x="3533" y="15"/>
                    </a:cubicBezTo>
                    <a:cubicBezTo>
                      <a:pt x="3491" y="25"/>
                      <a:pt x="3447" y="15"/>
                      <a:pt x="3404" y="17"/>
                    </a:cubicBezTo>
                    <a:cubicBezTo>
                      <a:pt x="3370" y="19"/>
                      <a:pt x="3336" y="24"/>
                      <a:pt x="3301" y="26"/>
                    </a:cubicBezTo>
                    <a:cubicBezTo>
                      <a:pt x="3266" y="28"/>
                      <a:pt x="3227" y="35"/>
                      <a:pt x="3189" y="35"/>
                    </a:cubicBezTo>
                    <a:cubicBezTo>
                      <a:pt x="3168" y="34"/>
                      <a:pt x="3147" y="33"/>
                      <a:pt x="3126" y="33"/>
                    </a:cubicBezTo>
                    <a:cubicBezTo>
                      <a:pt x="3105" y="33"/>
                      <a:pt x="3084" y="34"/>
                      <a:pt x="3063" y="35"/>
                    </a:cubicBezTo>
                    <a:cubicBezTo>
                      <a:pt x="2985" y="45"/>
                      <a:pt x="2907" y="50"/>
                      <a:pt x="2828" y="50"/>
                    </a:cubicBezTo>
                    <a:cubicBezTo>
                      <a:pt x="2823" y="50"/>
                      <a:pt x="2819" y="50"/>
                      <a:pt x="2814" y="50"/>
                    </a:cubicBezTo>
                    <a:cubicBezTo>
                      <a:pt x="2724" y="52"/>
                      <a:pt x="2635" y="57"/>
                      <a:pt x="2544" y="57"/>
                    </a:cubicBezTo>
                    <a:lnTo>
                      <a:pt x="1949" y="56"/>
                    </a:lnTo>
                    <a:lnTo>
                      <a:pt x="1357" y="54"/>
                    </a:lnTo>
                    <a:cubicBezTo>
                      <a:pt x="1183" y="54"/>
                      <a:pt x="1014" y="45"/>
                      <a:pt x="840" y="45"/>
                    </a:cubicBezTo>
                    <a:cubicBezTo>
                      <a:pt x="648" y="45"/>
                      <a:pt x="456" y="42"/>
                      <a:pt x="264" y="45"/>
                    </a:cubicBezTo>
                    <a:cubicBezTo>
                      <a:pt x="183" y="45"/>
                      <a:pt x="94" y="35"/>
                      <a:pt x="16" y="53"/>
                    </a:cubicBezTo>
                    <a:lnTo>
                      <a:pt x="10" y="54"/>
                    </a:lnTo>
                    <a:lnTo>
                      <a:pt x="10" y="55"/>
                    </a:lnTo>
                    <a:cubicBezTo>
                      <a:pt x="10" y="60"/>
                      <a:pt x="9" y="64"/>
                      <a:pt x="9" y="69"/>
                    </a:cubicBezTo>
                    <a:cubicBezTo>
                      <a:pt x="8" y="70"/>
                      <a:pt x="8" y="71"/>
                      <a:pt x="7" y="73"/>
                    </a:cubicBezTo>
                    <a:cubicBezTo>
                      <a:pt x="6" y="74"/>
                      <a:pt x="5" y="76"/>
                      <a:pt x="3" y="77"/>
                    </a:cubicBezTo>
                    <a:cubicBezTo>
                      <a:pt x="2" y="77"/>
                      <a:pt x="1" y="78"/>
                      <a:pt x="0" y="78"/>
                    </a:cubicBezTo>
                    <a:cubicBezTo>
                      <a:pt x="24" y="73"/>
                      <a:pt x="48" y="70"/>
                      <a:pt x="72" y="70"/>
                    </a:cubicBezTo>
                    <a:cubicBezTo>
                      <a:pt x="259" y="76"/>
                      <a:pt x="446" y="74"/>
                      <a:pt x="632" y="74"/>
                    </a:cubicBezTo>
                    <a:lnTo>
                      <a:pt x="929" y="74"/>
                    </a:lnTo>
                    <a:cubicBezTo>
                      <a:pt x="969" y="74"/>
                      <a:pt x="1008" y="74"/>
                      <a:pt x="1047" y="73"/>
                    </a:cubicBezTo>
                    <a:cubicBezTo>
                      <a:pt x="1080" y="73"/>
                      <a:pt x="1111" y="83"/>
                      <a:pt x="1145" y="83"/>
                    </a:cubicBezTo>
                    <a:lnTo>
                      <a:pt x="2331" y="86"/>
                    </a:lnTo>
                    <a:lnTo>
                      <a:pt x="2641" y="86"/>
                    </a:lnTo>
                    <a:cubicBezTo>
                      <a:pt x="2685" y="86"/>
                      <a:pt x="2728" y="83"/>
                      <a:pt x="2772" y="80"/>
                    </a:cubicBezTo>
                    <a:cubicBezTo>
                      <a:pt x="2816" y="77"/>
                      <a:pt x="2858" y="82"/>
                      <a:pt x="2900" y="78"/>
                    </a:cubicBezTo>
                    <a:cubicBezTo>
                      <a:pt x="3056" y="60"/>
                      <a:pt x="3215" y="71"/>
                      <a:pt x="3370" y="49"/>
                    </a:cubicBezTo>
                    <a:cubicBezTo>
                      <a:pt x="3452" y="37"/>
                      <a:pt x="3539" y="44"/>
                      <a:pt x="3622" y="39"/>
                    </a:cubicBezTo>
                    <a:cubicBezTo>
                      <a:pt x="3704" y="33"/>
                      <a:pt x="3779" y="22"/>
                      <a:pt x="3861" y="23"/>
                    </a:cubicBezTo>
                    <a:cubicBezTo>
                      <a:pt x="3955" y="25"/>
                      <a:pt x="4050" y="18"/>
                      <a:pt x="4142" y="48"/>
                    </a:cubicBezTo>
                    <a:cubicBezTo>
                      <a:pt x="4167" y="56"/>
                      <a:pt x="4203" y="64"/>
                      <a:pt x="4223" y="47"/>
                    </a:cubicBezTo>
                    <a:lnTo>
                      <a:pt x="4222" y="46"/>
                    </a:lnTo>
                    <a:cubicBezTo>
                      <a:pt x="4217" y="43"/>
                      <a:pt x="4211" y="40"/>
                      <a:pt x="4204" y="38"/>
                    </a:cubicBezTo>
                    <a:cubicBezTo>
                      <a:pt x="4204" y="38"/>
                      <a:pt x="4203" y="38"/>
                      <a:pt x="4202" y="37"/>
                    </a:cubicBezTo>
                    <a:cubicBezTo>
                      <a:pt x="4201" y="36"/>
                      <a:pt x="4200" y="35"/>
                      <a:pt x="419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9"/>
              <p:cNvSpPr/>
              <p:nvPr/>
            </p:nvSpPr>
            <p:spPr>
              <a:xfrm>
                <a:off x="1420925" y="-688175"/>
                <a:ext cx="360" cy="720"/>
              </a:xfrm>
              <a:custGeom>
                <a:rect b="b" l="l" r="r" t="t"/>
                <a:pathLst>
                  <a:path extrusionOk="0" h="2" w="1">
                    <a:moveTo>
                      <a:pt x="0" y="0"/>
                    </a:moveTo>
                    <a:lnTo>
                      <a:pt x="0" y="1"/>
                    </a:lnTo>
                    <a:lnTo>
                      <a:pt x="0" y="0"/>
                    </a:lnTo>
                  </a:path>
                </a:pathLst>
              </a:custGeom>
              <a:solidFill>
                <a:schemeClr val="dk1"/>
              </a:solidFill>
              <a:ln>
                <a:noFill/>
              </a:ln>
            </p:spPr>
          </p:sp>
          <p:sp>
            <p:nvSpPr>
              <p:cNvPr id="6128" name="Google Shape;6128;p49"/>
              <p:cNvSpPr/>
              <p:nvPr/>
            </p:nvSpPr>
            <p:spPr>
              <a:xfrm>
                <a:off x="1428125" y="-693215"/>
                <a:ext cx="82440" cy="11520"/>
              </a:xfrm>
              <a:custGeom>
                <a:rect b="b" l="l" r="r" t="t"/>
                <a:pathLst>
                  <a:path extrusionOk="0" h="32" w="229">
                    <a:moveTo>
                      <a:pt x="219" y="17"/>
                    </a:moveTo>
                    <a:lnTo>
                      <a:pt x="217" y="16"/>
                    </a:lnTo>
                    <a:cubicBezTo>
                      <a:pt x="217" y="15"/>
                      <a:pt x="216" y="14"/>
                      <a:pt x="216" y="14"/>
                    </a:cubicBezTo>
                    <a:cubicBezTo>
                      <a:pt x="215" y="12"/>
                      <a:pt x="214" y="10"/>
                      <a:pt x="214" y="8"/>
                    </a:cubicBezTo>
                    <a:cubicBezTo>
                      <a:pt x="214" y="7"/>
                      <a:pt x="215" y="5"/>
                      <a:pt x="216" y="3"/>
                    </a:cubicBezTo>
                    <a:cubicBezTo>
                      <a:pt x="216" y="2"/>
                      <a:pt x="216" y="1"/>
                      <a:pt x="216" y="0"/>
                    </a:cubicBezTo>
                    <a:cubicBezTo>
                      <a:pt x="206" y="2"/>
                      <a:pt x="197" y="3"/>
                      <a:pt x="188" y="3"/>
                    </a:cubicBezTo>
                    <a:cubicBezTo>
                      <a:pt x="188" y="6"/>
                      <a:pt x="188" y="9"/>
                      <a:pt x="188" y="12"/>
                    </a:cubicBezTo>
                    <a:cubicBezTo>
                      <a:pt x="188" y="29"/>
                      <a:pt x="160" y="29"/>
                      <a:pt x="162" y="12"/>
                    </a:cubicBezTo>
                    <a:cubicBezTo>
                      <a:pt x="162" y="10"/>
                      <a:pt x="162" y="8"/>
                      <a:pt x="162" y="6"/>
                    </a:cubicBezTo>
                    <a:cubicBezTo>
                      <a:pt x="151" y="6"/>
                      <a:pt x="140" y="6"/>
                      <a:pt x="129" y="7"/>
                    </a:cubicBezTo>
                    <a:cubicBezTo>
                      <a:pt x="128" y="8"/>
                      <a:pt x="126" y="9"/>
                      <a:pt x="125" y="10"/>
                    </a:cubicBezTo>
                    <a:cubicBezTo>
                      <a:pt x="123" y="11"/>
                      <a:pt x="120" y="12"/>
                      <a:pt x="118" y="12"/>
                    </a:cubicBezTo>
                    <a:cubicBezTo>
                      <a:pt x="116" y="12"/>
                      <a:pt x="113" y="11"/>
                      <a:pt x="111" y="10"/>
                    </a:cubicBezTo>
                    <a:cubicBezTo>
                      <a:pt x="109" y="9"/>
                      <a:pt x="108" y="8"/>
                      <a:pt x="107" y="7"/>
                    </a:cubicBezTo>
                    <a:lnTo>
                      <a:pt x="89" y="7"/>
                    </a:lnTo>
                    <a:cubicBezTo>
                      <a:pt x="88" y="8"/>
                      <a:pt x="86" y="10"/>
                      <a:pt x="84" y="11"/>
                    </a:cubicBezTo>
                    <a:cubicBezTo>
                      <a:pt x="82" y="12"/>
                      <a:pt x="79" y="13"/>
                      <a:pt x="77" y="13"/>
                    </a:cubicBezTo>
                    <a:cubicBezTo>
                      <a:pt x="74" y="13"/>
                      <a:pt x="73" y="12"/>
                      <a:pt x="71" y="11"/>
                    </a:cubicBezTo>
                    <a:cubicBezTo>
                      <a:pt x="69" y="10"/>
                      <a:pt x="67" y="8"/>
                      <a:pt x="66" y="7"/>
                    </a:cubicBezTo>
                    <a:lnTo>
                      <a:pt x="47" y="7"/>
                    </a:lnTo>
                    <a:cubicBezTo>
                      <a:pt x="47" y="7"/>
                      <a:pt x="47" y="8"/>
                      <a:pt x="47" y="9"/>
                    </a:cubicBezTo>
                    <a:cubicBezTo>
                      <a:pt x="47" y="28"/>
                      <a:pt x="16" y="23"/>
                      <a:pt x="21" y="6"/>
                    </a:cubicBezTo>
                    <a:lnTo>
                      <a:pt x="2" y="6"/>
                    </a:lnTo>
                    <a:cubicBezTo>
                      <a:pt x="2" y="12"/>
                      <a:pt x="1" y="18"/>
                      <a:pt x="0" y="24"/>
                    </a:cubicBezTo>
                    <a:cubicBezTo>
                      <a:pt x="0" y="25"/>
                      <a:pt x="0" y="26"/>
                      <a:pt x="0" y="26"/>
                    </a:cubicBezTo>
                    <a:cubicBezTo>
                      <a:pt x="0" y="27"/>
                      <a:pt x="0" y="27"/>
                      <a:pt x="0" y="28"/>
                    </a:cubicBezTo>
                    <a:cubicBezTo>
                      <a:pt x="50" y="28"/>
                      <a:pt x="100" y="31"/>
                      <a:pt x="151" y="31"/>
                    </a:cubicBezTo>
                    <a:cubicBezTo>
                      <a:pt x="177" y="30"/>
                      <a:pt x="202" y="27"/>
                      <a:pt x="228" y="21"/>
                    </a:cubicBezTo>
                    <a:cubicBezTo>
                      <a:pt x="226" y="21"/>
                      <a:pt x="224" y="21"/>
                      <a:pt x="222" y="20"/>
                    </a:cubicBezTo>
                    <a:cubicBezTo>
                      <a:pt x="221" y="19"/>
                      <a:pt x="220" y="18"/>
                      <a:pt x="219"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9"/>
              <p:cNvSpPr/>
              <p:nvPr/>
            </p:nvSpPr>
            <p:spPr>
              <a:xfrm>
                <a:off x="3022565" y="-704735"/>
                <a:ext cx="12960" cy="8280"/>
              </a:xfrm>
              <a:custGeom>
                <a:rect b="b" l="l" r="r" t="t"/>
                <a:pathLst>
                  <a:path extrusionOk="0" h="23" w="36">
                    <a:moveTo>
                      <a:pt x="34" y="9"/>
                    </a:moveTo>
                    <a:cubicBezTo>
                      <a:pt x="34" y="8"/>
                      <a:pt x="35" y="6"/>
                      <a:pt x="35" y="5"/>
                    </a:cubicBezTo>
                    <a:cubicBezTo>
                      <a:pt x="35" y="3"/>
                      <a:pt x="34" y="1"/>
                      <a:pt x="34" y="0"/>
                    </a:cubicBezTo>
                    <a:cubicBezTo>
                      <a:pt x="23" y="6"/>
                      <a:pt x="12" y="9"/>
                      <a:pt x="0" y="9"/>
                    </a:cubicBezTo>
                    <a:cubicBezTo>
                      <a:pt x="1" y="10"/>
                      <a:pt x="2" y="12"/>
                      <a:pt x="3" y="12"/>
                    </a:cubicBezTo>
                    <a:cubicBezTo>
                      <a:pt x="4" y="13"/>
                      <a:pt x="5" y="13"/>
                      <a:pt x="5" y="13"/>
                    </a:cubicBezTo>
                    <a:cubicBezTo>
                      <a:pt x="12" y="16"/>
                      <a:pt x="18" y="18"/>
                      <a:pt x="23" y="22"/>
                    </a:cubicBezTo>
                    <a:cubicBezTo>
                      <a:pt x="24" y="22"/>
                      <a:pt x="24" y="22"/>
                      <a:pt x="24" y="22"/>
                    </a:cubicBezTo>
                    <a:cubicBezTo>
                      <a:pt x="27" y="19"/>
                      <a:pt x="30" y="15"/>
                      <a:pt x="33" y="11"/>
                    </a:cubicBezTo>
                    <a:cubicBezTo>
                      <a:pt x="33" y="11"/>
                      <a:pt x="33" y="10"/>
                      <a:pt x="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9"/>
              <p:cNvSpPr/>
              <p:nvPr/>
            </p:nvSpPr>
            <p:spPr>
              <a:xfrm>
                <a:off x="2211845" y="-835415"/>
                <a:ext cx="85320" cy="15120"/>
              </a:xfrm>
              <a:custGeom>
                <a:rect b="b" l="l" r="r" t="t"/>
                <a:pathLst>
                  <a:path extrusionOk="0" h="42" w="237">
                    <a:moveTo>
                      <a:pt x="69" y="36"/>
                    </a:moveTo>
                    <a:lnTo>
                      <a:pt x="52" y="36"/>
                    </a:lnTo>
                    <a:lnTo>
                      <a:pt x="52" y="38"/>
                    </a:lnTo>
                    <a:cubicBezTo>
                      <a:pt x="62" y="39"/>
                      <a:pt x="73" y="40"/>
                      <a:pt x="83" y="41"/>
                    </a:cubicBezTo>
                    <a:cubicBezTo>
                      <a:pt x="83" y="36"/>
                      <a:pt x="85" y="31"/>
                      <a:pt x="87" y="27"/>
                    </a:cubicBezTo>
                    <a:cubicBezTo>
                      <a:pt x="88" y="26"/>
                      <a:pt x="88" y="25"/>
                      <a:pt x="89" y="25"/>
                    </a:cubicBezTo>
                    <a:cubicBezTo>
                      <a:pt x="88" y="24"/>
                      <a:pt x="88" y="24"/>
                      <a:pt x="88" y="24"/>
                    </a:cubicBezTo>
                    <a:cubicBezTo>
                      <a:pt x="87" y="23"/>
                      <a:pt x="87" y="22"/>
                      <a:pt x="87" y="21"/>
                    </a:cubicBezTo>
                    <a:cubicBezTo>
                      <a:pt x="87" y="20"/>
                      <a:pt x="87" y="19"/>
                      <a:pt x="88" y="18"/>
                    </a:cubicBezTo>
                    <a:cubicBezTo>
                      <a:pt x="89" y="17"/>
                      <a:pt x="89" y="17"/>
                      <a:pt x="90" y="16"/>
                    </a:cubicBezTo>
                    <a:cubicBezTo>
                      <a:pt x="91" y="15"/>
                      <a:pt x="92" y="15"/>
                      <a:pt x="93" y="15"/>
                    </a:cubicBezTo>
                    <a:cubicBezTo>
                      <a:pt x="101" y="16"/>
                      <a:pt x="108" y="16"/>
                      <a:pt x="116" y="16"/>
                    </a:cubicBezTo>
                    <a:cubicBezTo>
                      <a:pt x="156" y="16"/>
                      <a:pt x="196" y="14"/>
                      <a:pt x="236" y="9"/>
                    </a:cubicBezTo>
                    <a:lnTo>
                      <a:pt x="132" y="9"/>
                    </a:lnTo>
                    <a:cubicBezTo>
                      <a:pt x="89" y="9"/>
                      <a:pt x="49" y="3"/>
                      <a:pt x="6" y="0"/>
                    </a:cubicBezTo>
                    <a:lnTo>
                      <a:pt x="0" y="0"/>
                    </a:lnTo>
                    <a:cubicBezTo>
                      <a:pt x="24" y="2"/>
                      <a:pt x="48" y="7"/>
                      <a:pt x="71" y="14"/>
                    </a:cubicBezTo>
                    <a:cubicBezTo>
                      <a:pt x="83" y="18"/>
                      <a:pt x="83" y="37"/>
                      <a:pt x="69"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9"/>
              <p:cNvSpPr/>
              <p:nvPr/>
            </p:nvSpPr>
            <p:spPr>
              <a:xfrm>
                <a:off x="1428485" y="-873215"/>
                <a:ext cx="35280" cy="9000"/>
              </a:xfrm>
              <a:custGeom>
                <a:rect b="b" l="l" r="r" t="t"/>
                <a:pathLst>
                  <a:path extrusionOk="0" h="25" w="98">
                    <a:moveTo>
                      <a:pt x="7" y="6"/>
                    </a:moveTo>
                    <a:cubicBezTo>
                      <a:pt x="10" y="12"/>
                      <a:pt x="13" y="18"/>
                      <a:pt x="15" y="24"/>
                    </a:cubicBezTo>
                    <a:cubicBezTo>
                      <a:pt x="18" y="21"/>
                      <a:pt x="21" y="19"/>
                      <a:pt x="25" y="17"/>
                    </a:cubicBezTo>
                    <a:cubicBezTo>
                      <a:pt x="26" y="16"/>
                      <a:pt x="26" y="16"/>
                      <a:pt x="27" y="15"/>
                    </a:cubicBezTo>
                    <a:cubicBezTo>
                      <a:pt x="30" y="14"/>
                      <a:pt x="32" y="13"/>
                      <a:pt x="35" y="13"/>
                    </a:cubicBezTo>
                    <a:cubicBezTo>
                      <a:pt x="35" y="12"/>
                      <a:pt x="35" y="12"/>
                      <a:pt x="36" y="11"/>
                    </a:cubicBezTo>
                    <a:cubicBezTo>
                      <a:pt x="38" y="9"/>
                      <a:pt x="38" y="7"/>
                      <a:pt x="40" y="6"/>
                    </a:cubicBezTo>
                    <a:cubicBezTo>
                      <a:pt x="42" y="5"/>
                      <a:pt x="44" y="5"/>
                      <a:pt x="46" y="5"/>
                    </a:cubicBezTo>
                    <a:cubicBezTo>
                      <a:pt x="47" y="5"/>
                      <a:pt x="47" y="5"/>
                      <a:pt x="48" y="5"/>
                    </a:cubicBezTo>
                    <a:lnTo>
                      <a:pt x="52" y="5"/>
                    </a:lnTo>
                    <a:cubicBezTo>
                      <a:pt x="53" y="5"/>
                      <a:pt x="55" y="6"/>
                      <a:pt x="56" y="7"/>
                    </a:cubicBezTo>
                    <a:cubicBezTo>
                      <a:pt x="57" y="7"/>
                      <a:pt x="58" y="8"/>
                      <a:pt x="59" y="9"/>
                    </a:cubicBezTo>
                    <a:cubicBezTo>
                      <a:pt x="66" y="9"/>
                      <a:pt x="74" y="9"/>
                      <a:pt x="80" y="11"/>
                    </a:cubicBezTo>
                    <a:cubicBezTo>
                      <a:pt x="82" y="11"/>
                      <a:pt x="84" y="11"/>
                      <a:pt x="85" y="12"/>
                    </a:cubicBezTo>
                    <a:lnTo>
                      <a:pt x="90" y="12"/>
                    </a:lnTo>
                    <a:cubicBezTo>
                      <a:pt x="91" y="11"/>
                      <a:pt x="92" y="10"/>
                      <a:pt x="93" y="9"/>
                    </a:cubicBezTo>
                    <a:cubicBezTo>
                      <a:pt x="94" y="8"/>
                      <a:pt x="96" y="8"/>
                      <a:pt x="97" y="8"/>
                    </a:cubicBezTo>
                    <a:cubicBezTo>
                      <a:pt x="65" y="4"/>
                      <a:pt x="33" y="1"/>
                      <a:pt x="0" y="0"/>
                    </a:cubicBezTo>
                    <a:cubicBezTo>
                      <a:pt x="1" y="1"/>
                      <a:pt x="1" y="0"/>
                      <a:pt x="2" y="1"/>
                    </a:cubicBezTo>
                    <a:cubicBezTo>
                      <a:pt x="4" y="3"/>
                      <a:pt x="6" y="4"/>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9"/>
              <p:cNvSpPr/>
              <p:nvPr/>
            </p:nvSpPr>
            <p:spPr>
              <a:xfrm>
                <a:off x="2301485" y="-822455"/>
                <a:ext cx="3960" cy="720"/>
              </a:xfrm>
              <a:custGeom>
                <a:rect b="b" l="l" r="r" t="t"/>
                <a:pathLst>
                  <a:path extrusionOk="0" h="2" w="11">
                    <a:moveTo>
                      <a:pt x="10" y="1"/>
                    </a:moveTo>
                    <a:lnTo>
                      <a:pt x="10" y="0"/>
                    </a:lnTo>
                    <a:lnTo>
                      <a:pt x="0" y="0"/>
                    </a:lnTo>
                    <a:lnTo>
                      <a:pt x="0" y="1"/>
                    </a:lnTo>
                    <a:lnTo>
                      <a:pt x="10" y="1"/>
                    </a:lnTo>
                  </a:path>
                </a:pathLst>
              </a:custGeom>
              <a:solidFill>
                <a:schemeClr val="dk1"/>
              </a:solidFill>
              <a:ln>
                <a:noFill/>
              </a:ln>
            </p:spPr>
          </p:sp>
          <p:sp>
            <p:nvSpPr>
              <p:cNvPr id="6133" name="Google Shape;6133;p49"/>
              <p:cNvSpPr/>
              <p:nvPr/>
            </p:nvSpPr>
            <p:spPr>
              <a:xfrm>
                <a:off x="2250365" y="-823895"/>
                <a:ext cx="11520" cy="3600"/>
              </a:xfrm>
              <a:custGeom>
                <a:rect b="b" l="l" r="r" t="t"/>
                <a:pathLst>
                  <a:path extrusionOk="0" h="10" w="32">
                    <a:moveTo>
                      <a:pt x="2" y="6"/>
                    </a:moveTo>
                    <a:cubicBezTo>
                      <a:pt x="1" y="7"/>
                      <a:pt x="1" y="8"/>
                      <a:pt x="0" y="9"/>
                    </a:cubicBezTo>
                    <a:lnTo>
                      <a:pt x="27" y="9"/>
                    </a:lnTo>
                    <a:cubicBezTo>
                      <a:pt x="28" y="8"/>
                      <a:pt x="28" y="7"/>
                      <a:pt x="29" y="6"/>
                    </a:cubicBezTo>
                    <a:cubicBezTo>
                      <a:pt x="29" y="5"/>
                      <a:pt x="30" y="4"/>
                      <a:pt x="31" y="3"/>
                    </a:cubicBezTo>
                    <a:cubicBezTo>
                      <a:pt x="21" y="3"/>
                      <a:pt x="12" y="2"/>
                      <a:pt x="3" y="0"/>
                    </a:cubicBezTo>
                    <a:cubicBezTo>
                      <a:pt x="3" y="2"/>
                      <a:pt x="3"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9"/>
              <p:cNvSpPr/>
              <p:nvPr/>
            </p:nvSpPr>
            <p:spPr>
              <a:xfrm>
                <a:off x="1406525" y="-872135"/>
                <a:ext cx="4320" cy="6120"/>
              </a:xfrm>
              <a:custGeom>
                <a:rect b="b" l="l" r="r" t="t"/>
                <a:pathLst>
                  <a:path extrusionOk="0" h="17" w="12">
                    <a:moveTo>
                      <a:pt x="6" y="0"/>
                    </a:moveTo>
                    <a:cubicBezTo>
                      <a:pt x="0" y="5"/>
                      <a:pt x="0" y="16"/>
                      <a:pt x="9" y="16"/>
                    </a:cubicBezTo>
                    <a:lnTo>
                      <a:pt x="11" y="16"/>
                    </a:lnTo>
                    <a:lnTo>
                      <a:pt x="11" y="15"/>
                    </a:lnTo>
                    <a:cubicBezTo>
                      <a:pt x="9" y="10"/>
                      <a:pt x="8"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9"/>
              <p:cNvSpPr/>
              <p:nvPr/>
            </p:nvSpPr>
            <p:spPr>
              <a:xfrm>
                <a:off x="1465205" y="-869975"/>
                <a:ext cx="2880" cy="720"/>
              </a:xfrm>
              <a:custGeom>
                <a:rect b="b" l="l" r="r" t="t"/>
                <a:pathLst>
                  <a:path extrusionOk="0" h="2" w="8">
                    <a:moveTo>
                      <a:pt x="7" y="0"/>
                    </a:moveTo>
                    <a:lnTo>
                      <a:pt x="0" y="0"/>
                    </a:lnTo>
                    <a:lnTo>
                      <a:pt x="2" y="1"/>
                    </a:lnTo>
                    <a:lnTo>
                      <a:pt x="7" y="0"/>
                    </a:lnTo>
                  </a:path>
                </a:pathLst>
              </a:custGeom>
              <a:solidFill>
                <a:schemeClr val="dk1"/>
              </a:solidFill>
              <a:ln>
                <a:noFill/>
              </a:ln>
            </p:spPr>
          </p:sp>
          <p:sp>
            <p:nvSpPr>
              <p:cNvPr id="6136" name="Google Shape;6136;p49"/>
              <p:cNvSpPr/>
              <p:nvPr/>
            </p:nvSpPr>
            <p:spPr>
              <a:xfrm>
                <a:off x="2119325" y="-839375"/>
                <a:ext cx="44640" cy="4320"/>
              </a:xfrm>
              <a:custGeom>
                <a:rect b="b" l="l" r="r" t="t"/>
                <a:pathLst>
                  <a:path extrusionOk="0" h="12" w="124">
                    <a:moveTo>
                      <a:pt x="123" y="11"/>
                    </a:moveTo>
                    <a:cubicBezTo>
                      <a:pt x="86" y="8"/>
                      <a:pt x="50" y="0"/>
                      <a:pt x="13" y="0"/>
                    </a:cubicBezTo>
                    <a:lnTo>
                      <a:pt x="0" y="0"/>
                    </a:lnTo>
                    <a:cubicBezTo>
                      <a:pt x="13" y="2"/>
                      <a:pt x="26" y="3"/>
                      <a:pt x="40" y="5"/>
                    </a:cubicBezTo>
                    <a:cubicBezTo>
                      <a:pt x="64" y="9"/>
                      <a:pt x="88" y="11"/>
                      <a:pt x="113" y="11"/>
                    </a:cubicBezTo>
                    <a:cubicBezTo>
                      <a:pt x="116" y="11"/>
                      <a:pt x="119" y="11"/>
                      <a:pt x="123"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9"/>
              <p:cNvSpPr/>
              <p:nvPr/>
            </p:nvSpPr>
            <p:spPr>
              <a:xfrm>
                <a:off x="3013205" y="-848375"/>
                <a:ext cx="2520" cy="720"/>
              </a:xfrm>
              <a:custGeom>
                <a:rect b="b" l="l" r="r" t="t"/>
                <a:pathLst>
                  <a:path extrusionOk="0" h="2" w="7">
                    <a:moveTo>
                      <a:pt x="6" y="0"/>
                    </a:moveTo>
                    <a:lnTo>
                      <a:pt x="0" y="1"/>
                    </a:lnTo>
                    <a:lnTo>
                      <a:pt x="6" y="1"/>
                    </a:lnTo>
                    <a:lnTo>
                      <a:pt x="6" y="0"/>
                    </a:lnTo>
                  </a:path>
                </a:pathLst>
              </a:custGeom>
              <a:solidFill>
                <a:schemeClr val="dk1"/>
              </a:solidFill>
              <a:ln>
                <a:noFill/>
              </a:ln>
            </p:spPr>
          </p:sp>
          <p:sp>
            <p:nvSpPr>
              <p:cNvPr id="6138" name="Google Shape;6138;p49"/>
              <p:cNvSpPr/>
              <p:nvPr/>
            </p:nvSpPr>
            <p:spPr>
              <a:xfrm>
                <a:off x="1566005" y="-855935"/>
                <a:ext cx="11520" cy="6120"/>
              </a:xfrm>
              <a:custGeom>
                <a:rect b="b" l="l" r="r" t="t"/>
                <a:pathLst>
                  <a:path extrusionOk="0" h="17" w="32">
                    <a:moveTo>
                      <a:pt x="26" y="16"/>
                    </a:moveTo>
                    <a:cubicBezTo>
                      <a:pt x="27" y="12"/>
                      <a:pt x="29" y="8"/>
                      <a:pt x="31" y="4"/>
                    </a:cubicBezTo>
                    <a:lnTo>
                      <a:pt x="1" y="0"/>
                    </a:lnTo>
                    <a:cubicBezTo>
                      <a:pt x="1" y="6"/>
                      <a:pt x="0" y="11"/>
                      <a:pt x="0" y="16"/>
                    </a:cubicBezTo>
                    <a:lnTo>
                      <a:pt x="2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9"/>
              <p:cNvSpPr/>
              <p:nvPr/>
            </p:nvSpPr>
            <p:spPr>
              <a:xfrm>
                <a:off x="1836005" y="-840455"/>
                <a:ext cx="3240" cy="720"/>
              </a:xfrm>
              <a:custGeom>
                <a:rect b="b" l="l" r="r" t="t"/>
                <a:pathLst>
                  <a:path extrusionOk="0" h="2" w="9">
                    <a:moveTo>
                      <a:pt x="8" y="1"/>
                    </a:moveTo>
                    <a:lnTo>
                      <a:pt x="0" y="0"/>
                    </a:lnTo>
                    <a:lnTo>
                      <a:pt x="0" y="1"/>
                    </a:lnTo>
                    <a:lnTo>
                      <a:pt x="8" y="1"/>
                    </a:lnTo>
                  </a:path>
                </a:pathLst>
              </a:custGeom>
              <a:solidFill>
                <a:schemeClr val="dk1"/>
              </a:solidFill>
              <a:ln>
                <a:noFill/>
              </a:ln>
            </p:spPr>
          </p:sp>
          <p:sp>
            <p:nvSpPr>
              <p:cNvPr id="6140" name="Google Shape;6140;p49"/>
              <p:cNvSpPr/>
              <p:nvPr/>
            </p:nvSpPr>
            <p:spPr>
              <a:xfrm>
                <a:off x="1768325" y="-844055"/>
                <a:ext cx="63000" cy="4680"/>
              </a:xfrm>
              <a:custGeom>
                <a:rect b="b" l="l" r="r" t="t"/>
                <a:pathLst>
                  <a:path extrusionOk="0" h="13" w="175">
                    <a:moveTo>
                      <a:pt x="11" y="0"/>
                    </a:moveTo>
                    <a:cubicBezTo>
                      <a:pt x="27" y="0"/>
                      <a:pt x="44" y="4"/>
                      <a:pt x="60" y="6"/>
                    </a:cubicBezTo>
                    <a:cubicBezTo>
                      <a:pt x="73" y="8"/>
                      <a:pt x="87" y="10"/>
                      <a:pt x="101" y="11"/>
                    </a:cubicBezTo>
                    <a:cubicBezTo>
                      <a:pt x="101" y="8"/>
                      <a:pt x="102" y="6"/>
                      <a:pt x="103" y="4"/>
                    </a:cubicBezTo>
                    <a:cubicBezTo>
                      <a:pt x="104" y="3"/>
                      <a:pt x="105" y="2"/>
                      <a:pt x="105" y="2"/>
                    </a:cubicBezTo>
                    <a:cubicBezTo>
                      <a:pt x="106" y="1"/>
                      <a:pt x="107" y="1"/>
                      <a:pt x="108" y="1"/>
                    </a:cubicBezTo>
                    <a:cubicBezTo>
                      <a:pt x="109" y="1"/>
                      <a:pt x="110" y="1"/>
                      <a:pt x="111" y="2"/>
                    </a:cubicBezTo>
                    <a:cubicBezTo>
                      <a:pt x="112" y="2"/>
                      <a:pt x="113" y="3"/>
                      <a:pt x="113" y="4"/>
                    </a:cubicBezTo>
                    <a:cubicBezTo>
                      <a:pt x="114" y="6"/>
                      <a:pt x="115" y="9"/>
                      <a:pt x="116" y="12"/>
                    </a:cubicBezTo>
                    <a:lnTo>
                      <a:pt x="172" y="12"/>
                    </a:lnTo>
                    <a:cubicBezTo>
                      <a:pt x="172" y="11"/>
                      <a:pt x="173" y="10"/>
                      <a:pt x="174" y="8"/>
                    </a:cubicBezTo>
                    <a:lnTo>
                      <a:pt x="168" y="8"/>
                    </a:lnTo>
                    <a:cubicBezTo>
                      <a:pt x="134" y="4"/>
                      <a:pt x="99" y="1"/>
                      <a:pt x="64" y="1"/>
                    </a:cubicBezTo>
                    <a:cubicBezTo>
                      <a:pt x="53" y="1"/>
                      <a:pt x="42" y="2"/>
                      <a:pt x="31" y="2"/>
                    </a:cubicBezTo>
                    <a:cubicBezTo>
                      <a:pt x="20" y="2"/>
                      <a:pt x="11" y="2"/>
                      <a:pt x="0" y="0"/>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9"/>
              <p:cNvSpPr/>
              <p:nvPr/>
            </p:nvSpPr>
            <p:spPr>
              <a:xfrm>
                <a:off x="2907365" y="-851255"/>
                <a:ext cx="36360" cy="4320"/>
              </a:xfrm>
              <a:custGeom>
                <a:rect b="b" l="l" r="r" t="t"/>
                <a:pathLst>
                  <a:path extrusionOk="0" h="12" w="101">
                    <a:moveTo>
                      <a:pt x="0" y="11"/>
                    </a:moveTo>
                    <a:cubicBezTo>
                      <a:pt x="34" y="9"/>
                      <a:pt x="67" y="5"/>
                      <a:pt x="100" y="0"/>
                    </a:cubicBezTo>
                    <a:cubicBezTo>
                      <a:pt x="67" y="0"/>
                      <a:pt x="33" y="4"/>
                      <a:pt x="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9"/>
              <p:cNvSpPr/>
              <p:nvPr/>
            </p:nvSpPr>
            <p:spPr>
              <a:xfrm>
                <a:off x="1584005" y="-853775"/>
                <a:ext cx="6480" cy="4320"/>
              </a:xfrm>
              <a:custGeom>
                <a:rect b="b" l="l" r="r" t="t"/>
                <a:pathLst>
                  <a:path extrusionOk="0" h="12" w="18">
                    <a:moveTo>
                      <a:pt x="7" y="11"/>
                    </a:moveTo>
                    <a:lnTo>
                      <a:pt x="17" y="11"/>
                    </a:lnTo>
                    <a:cubicBezTo>
                      <a:pt x="17" y="8"/>
                      <a:pt x="17" y="5"/>
                      <a:pt x="17" y="2"/>
                    </a:cubicBezTo>
                    <a:lnTo>
                      <a:pt x="0" y="0"/>
                    </a:lnTo>
                    <a:cubicBezTo>
                      <a:pt x="1" y="3"/>
                      <a:pt x="2" y="7"/>
                      <a:pt x="2" y="10"/>
                    </a:cubicBezTo>
                    <a:lnTo>
                      <a:pt x="2" y="11"/>
                    </a:lnTo>
                    <a:lnTo>
                      <a:pt x="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9"/>
              <p:cNvSpPr/>
              <p:nvPr/>
            </p:nvSpPr>
            <p:spPr>
              <a:xfrm>
                <a:off x="1519205" y="-857735"/>
                <a:ext cx="23040" cy="6480"/>
              </a:xfrm>
              <a:custGeom>
                <a:rect b="b" l="l" r="r" t="t"/>
                <a:pathLst>
                  <a:path extrusionOk="0" h="18" w="64">
                    <a:moveTo>
                      <a:pt x="44" y="16"/>
                    </a:moveTo>
                    <a:lnTo>
                      <a:pt x="63" y="17"/>
                    </a:lnTo>
                    <a:cubicBezTo>
                      <a:pt x="63" y="12"/>
                      <a:pt x="63" y="7"/>
                      <a:pt x="63" y="2"/>
                    </a:cubicBezTo>
                    <a:cubicBezTo>
                      <a:pt x="63" y="1"/>
                      <a:pt x="63" y="1"/>
                      <a:pt x="63" y="1"/>
                    </a:cubicBezTo>
                    <a:lnTo>
                      <a:pt x="63" y="0"/>
                    </a:lnTo>
                    <a:lnTo>
                      <a:pt x="50" y="0"/>
                    </a:lnTo>
                    <a:lnTo>
                      <a:pt x="0" y="0"/>
                    </a:lnTo>
                    <a:cubicBezTo>
                      <a:pt x="0" y="4"/>
                      <a:pt x="0" y="8"/>
                      <a:pt x="0" y="12"/>
                    </a:cubicBezTo>
                    <a:lnTo>
                      <a:pt x="25" y="15"/>
                    </a:lnTo>
                    <a:cubicBezTo>
                      <a:pt x="26" y="14"/>
                      <a:pt x="26" y="14"/>
                      <a:pt x="26" y="14"/>
                    </a:cubicBezTo>
                    <a:cubicBezTo>
                      <a:pt x="27" y="12"/>
                      <a:pt x="27" y="11"/>
                      <a:pt x="29" y="10"/>
                    </a:cubicBezTo>
                    <a:cubicBezTo>
                      <a:pt x="31" y="9"/>
                      <a:pt x="33" y="9"/>
                      <a:pt x="35" y="9"/>
                    </a:cubicBezTo>
                    <a:cubicBezTo>
                      <a:pt x="36" y="9"/>
                      <a:pt x="38" y="9"/>
                      <a:pt x="40" y="10"/>
                    </a:cubicBezTo>
                    <a:cubicBezTo>
                      <a:pt x="42" y="11"/>
                      <a:pt x="42" y="12"/>
                      <a:pt x="43" y="14"/>
                    </a:cubicBezTo>
                    <a:cubicBezTo>
                      <a:pt x="43" y="15"/>
                      <a:pt x="44" y="15"/>
                      <a:pt x="44"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9"/>
              <p:cNvSpPr/>
              <p:nvPr/>
            </p:nvSpPr>
            <p:spPr>
              <a:xfrm>
                <a:off x="1482845" y="-857735"/>
                <a:ext cx="27000" cy="3600"/>
              </a:xfrm>
              <a:custGeom>
                <a:rect b="b" l="l" r="r" t="t"/>
                <a:pathLst>
                  <a:path extrusionOk="0" h="10" w="75">
                    <a:moveTo>
                      <a:pt x="39" y="5"/>
                    </a:moveTo>
                    <a:cubicBezTo>
                      <a:pt x="40" y="4"/>
                      <a:pt x="41" y="4"/>
                      <a:pt x="42" y="3"/>
                    </a:cubicBezTo>
                    <a:cubicBezTo>
                      <a:pt x="43" y="2"/>
                      <a:pt x="45" y="2"/>
                      <a:pt x="47" y="2"/>
                    </a:cubicBezTo>
                    <a:cubicBezTo>
                      <a:pt x="49" y="2"/>
                      <a:pt x="50" y="2"/>
                      <a:pt x="52" y="3"/>
                    </a:cubicBezTo>
                    <a:cubicBezTo>
                      <a:pt x="54" y="4"/>
                      <a:pt x="55" y="5"/>
                      <a:pt x="56" y="7"/>
                    </a:cubicBezTo>
                    <a:lnTo>
                      <a:pt x="74" y="9"/>
                    </a:lnTo>
                    <a:cubicBezTo>
                      <a:pt x="74" y="6"/>
                      <a:pt x="74" y="3"/>
                      <a:pt x="74" y="0"/>
                    </a:cubicBezTo>
                    <a:cubicBezTo>
                      <a:pt x="54" y="0"/>
                      <a:pt x="35" y="0"/>
                      <a:pt x="14" y="0"/>
                    </a:cubicBezTo>
                    <a:lnTo>
                      <a:pt x="0" y="0"/>
                    </a:lnTo>
                    <a:lnTo>
                      <a:pt x="3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9"/>
              <p:cNvSpPr/>
              <p:nvPr/>
            </p:nvSpPr>
            <p:spPr>
              <a:xfrm>
                <a:off x="3023645" y="-850175"/>
                <a:ext cx="4320" cy="2160"/>
              </a:xfrm>
              <a:custGeom>
                <a:rect b="b" l="l" r="r" t="t"/>
                <a:pathLst>
                  <a:path extrusionOk="0" h="6" w="12">
                    <a:moveTo>
                      <a:pt x="0" y="1"/>
                    </a:moveTo>
                    <a:cubicBezTo>
                      <a:pt x="0" y="2"/>
                      <a:pt x="0" y="3"/>
                      <a:pt x="0" y="5"/>
                    </a:cubicBezTo>
                    <a:lnTo>
                      <a:pt x="1" y="5"/>
                    </a:lnTo>
                    <a:cubicBezTo>
                      <a:pt x="4" y="5"/>
                      <a:pt x="6" y="4"/>
                      <a:pt x="8" y="3"/>
                    </a:cubicBezTo>
                    <a:cubicBezTo>
                      <a:pt x="9" y="2"/>
                      <a:pt x="10" y="1"/>
                      <a:pt x="11" y="0"/>
                    </a:cubicBezTo>
                    <a:cubicBezTo>
                      <a:pt x="7" y="0"/>
                      <a:pt x="4"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9"/>
              <p:cNvSpPr/>
              <p:nvPr/>
            </p:nvSpPr>
            <p:spPr>
              <a:xfrm>
                <a:off x="2266565" y="-822455"/>
                <a:ext cx="26640" cy="2160"/>
              </a:xfrm>
              <a:custGeom>
                <a:rect b="b" l="l" r="r" t="t"/>
                <a:pathLst>
                  <a:path extrusionOk="0" h="6" w="74">
                    <a:moveTo>
                      <a:pt x="34" y="4"/>
                    </a:moveTo>
                    <a:cubicBezTo>
                      <a:pt x="34" y="3"/>
                      <a:pt x="35" y="1"/>
                      <a:pt x="36" y="1"/>
                    </a:cubicBezTo>
                    <a:cubicBezTo>
                      <a:pt x="38" y="0"/>
                      <a:pt x="39" y="0"/>
                      <a:pt x="41" y="0"/>
                    </a:cubicBezTo>
                    <a:cubicBezTo>
                      <a:pt x="42" y="0"/>
                      <a:pt x="44" y="1"/>
                      <a:pt x="45" y="1"/>
                    </a:cubicBezTo>
                    <a:cubicBezTo>
                      <a:pt x="46" y="2"/>
                      <a:pt x="47" y="3"/>
                      <a:pt x="48" y="4"/>
                    </a:cubicBezTo>
                    <a:lnTo>
                      <a:pt x="73" y="2"/>
                    </a:lnTo>
                    <a:cubicBezTo>
                      <a:pt x="73" y="2"/>
                      <a:pt x="73" y="1"/>
                      <a:pt x="73" y="0"/>
                    </a:cubicBezTo>
                    <a:lnTo>
                      <a:pt x="65" y="0"/>
                    </a:lnTo>
                    <a:cubicBezTo>
                      <a:pt x="44" y="0"/>
                      <a:pt x="22" y="0"/>
                      <a:pt x="0" y="0"/>
                    </a:cubicBezTo>
                    <a:cubicBezTo>
                      <a:pt x="0" y="1"/>
                      <a:pt x="1" y="1"/>
                      <a:pt x="1" y="2"/>
                    </a:cubicBezTo>
                    <a:cubicBezTo>
                      <a:pt x="2" y="3"/>
                      <a:pt x="2" y="4"/>
                      <a:pt x="3" y="5"/>
                    </a:cubicBezTo>
                    <a:lnTo>
                      <a:pt x="3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9"/>
              <p:cNvSpPr/>
              <p:nvPr/>
            </p:nvSpPr>
            <p:spPr>
              <a:xfrm>
                <a:off x="1752125" y="-845855"/>
                <a:ext cx="7920" cy="1080"/>
              </a:xfrm>
              <a:custGeom>
                <a:rect b="b" l="l" r="r" t="t"/>
                <a:pathLst>
                  <a:path extrusionOk="0" h="3" w="22">
                    <a:moveTo>
                      <a:pt x="21" y="2"/>
                    </a:moveTo>
                    <a:lnTo>
                      <a:pt x="0" y="0"/>
                    </a:lnTo>
                    <a:lnTo>
                      <a:pt x="21" y="2"/>
                    </a:lnTo>
                  </a:path>
                </a:pathLst>
              </a:custGeom>
              <a:solidFill>
                <a:schemeClr val="dk1"/>
              </a:solidFill>
              <a:ln>
                <a:noFill/>
              </a:ln>
            </p:spPr>
          </p:sp>
          <p:sp>
            <p:nvSpPr>
              <p:cNvPr id="6148" name="Google Shape;6148;p49"/>
              <p:cNvSpPr/>
              <p:nvPr/>
            </p:nvSpPr>
            <p:spPr>
              <a:xfrm>
                <a:off x="1596605" y="-852335"/>
                <a:ext cx="6840" cy="3240"/>
              </a:xfrm>
              <a:custGeom>
                <a:rect b="b" l="l" r="r" t="t"/>
                <a:pathLst>
                  <a:path extrusionOk="0" h="9" w="19">
                    <a:moveTo>
                      <a:pt x="18" y="8"/>
                    </a:moveTo>
                    <a:cubicBezTo>
                      <a:pt x="18" y="6"/>
                      <a:pt x="18" y="4"/>
                      <a:pt x="18" y="2"/>
                    </a:cubicBezTo>
                    <a:lnTo>
                      <a:pt x="0" y="0"/>
                    </a:lnTo>
                    <a:cubicBezTo>
                      <a:pt x="0" y="3"/>
                      <a:pt x="0" y="5"/>
                      <a:pt x="0" y="7"/>
                    </a:cubicBezTo>
                    <a:lnTo>
                      <a:pt x="18"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9"/>
              <p:cNvSpPr/>
              <p:nvPr/>
            </p:nvSpPr>
            <p:spPr>
              <a:xfrm>
                <a:off x="1711445" y="-847655"/>
                <a:ext cx="7920" cy="720"/>
              </a:xfrm>
              <a:custGeom>
                <a:rect b="b" l="l" r="r" t="t"/>
                <a:pathLst>
                  <a:path extrusionOk="0" h="2" w="22">
                    <a:moveTo>
                      <a:pt x="21" y="1"/>
                    </a:moveTo>
                    <a:lnTo>
                      <a:pt x="0" y="0"/>
                    </a:lnTo>
                    <a:lnTo>
                      <a:pt x="0" y="1"/>
                    </a:lnTo>
                    <a:lnTo>
                      <a:pt x="21" y="1"/>
                    </a:lnTo>
                  </a:path>
                </a:pathLst>
              </a:custGeom>
              <a:solidFill>
                <a:schemeClr val="dk1"/>
              </a:solidFill>
              <a:ln>
                <a:noFill/>
              </a:ln>
            </p:spPr>
          </p:sp>
          <p:sp>
            <p:nvSpPr>
              <p:cNvPr id="6150" name="Google Shape;6150;p49"/>
              <p:cNvSpPr/>
              <p:nvPr/>
            </p:nvSpPr>
            <p:spPr>
              <a:xfrm>
                <a:off x="1550165" y="-857375"/>
                <a:ext cx="7200" cy="6840"/>
              </a:xfrm>
              <a:custGeom>
                <a:rect b="b" l="l" r="r" t="t"/>
                <a:pathLst>
                  <a:path extrusionOk="0" h="19" w="20">
                    <a:moveTo>
                      <a:pt x="17" y="18"/>
                    </a:moveTo>
                    <a:cubicBezTo>
                      <a:pt x="17" y="15"/>
                      <a:pt x="17" y="11"/>
                      <a:pt x="18" y="8"/>
                    </a:cubicBezTo>
                    <a:cubicBezTo>
                      <a:pt x="19" y="6"/>
                      <a:pt x="19" y="4"/>
                      <a:pt x="19" y="2"/>
                    </a:cubicBezTo>
                    <a:lnTo>
                      <a:pt x="0" y="0"/>
                    </a:lnTo>
                    <a:cubicBezTo>
                      <a:pt x="0" y="6"/>
                      <a:pt x="0" y="12"/>
                      <a:pt x="0" y="17"/>
                    </a:cubicBezTo>
                    <a:lnTo>
                      <a:pt x="17" y="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9"/>
              <p:cNvSpPr/>
              <p:nvPr/>
            </p:nvSpPr>
            <p:spPr>
              <a:xfrm>
                <a:off x="1675085" y="-849815"/>
                <a:ext cx="13320" cy="2880"/>
              </a:xfrm>
              <a:custGeom>
                <a:rect b="b" l="l" r="r" t="t"/>
                <a:pathLst>
                  <a:path extrusionOk="0" h="8" w="37">
                    <a:moveTo>
                      <a:pt x="3" y="7"/>
                    </a:moveTo>
                    <a:lnTo>
                      <a:pt x="22" y="7"/>
                    </a:lnTo>
                    <a:lnTo>
                      <a:pt x="33" y="7"/>
                    </a:lnTo>
                    <a:cubicBezTo>
                      <a:pt x="34" y="5"/>
                      <a:pt x="35" y="3"/>
                      <a:pt x="36" y="0"/>
                    </a:cubicBezTo>
                    <a:lnTo>
                      <a:pt x="0" y="0"/>
                    </a:lnTo>
                    <a:cubicBezTo>
                      <a:pt x="1" y="1"/>
                      <a:pt x="1" y="2"/>
                      <a:pt x="2" y="3"/>
                    </a:cubicBezTo>
                    <a:cubicBezTo>
                      <a:pt x="3" y="4"/>
                      <a:pt x="3" y="5"/>
                      <a:pt x="3" y="6"/>
                    </a:cubicBezTo>
                    <a:cubicBezTo>
                      <a:pt x="3" y="7"/>
                      <a:pt x="3" y="7"/>
                      <a:pt x="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9"/>
              <p:cNvSpPr/>
              <p:nvPr/>
            </p:nvSpPr>
            <p:spPr>
              <a:xfrm>
                <a:off x="1692725" y="-849095"/>
                <a:ext cx="11520" cy="2880"/>
              </a:xfrm>
              <a:custGeom>
                <a:rect b="b" l="l" r="r" t="t"/>
                <a:pathLst>
                  <a:path extrusionOk="0" h="8" w="32">
                    <a:moveTo>
                      <a:pt x="31" y="6"/>
                    </a:moveTo>
                    <a:cubicBezTo>
                      <a:pt x="31" y="5"/>
                      <a:pt x="31" y="4"/>
                      <a:pt x="31" y="2"/>
                    </a:cubicBezTo>
                    <a:cubicBezTo>
                      <a:pt x="20" y="2"/>
                      <a:pt x="11" y="1"/>
                      <a:pt x="0" y="0"/>
                    </a:cubicBezTo>
                    <a:cubicBezTo>
                      <a:pt x="1" y="2"/>
                      <a:pt x="2" y="4"/>
                      <a:pt x="3" y="7"/>
                    </a:cubicBezTo>
                    <a:lnTo>
                      <a:pt x="3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9"/>
              <p:cNvSpPr/>
              <p:nvPr/>
            </p:nvSpPr>
            <p:spPr>
              <a:xfrm>
                <a:off x="2667965" y="-836495"/>
                <a:ext cx="97200" cy="1440"/>
              </a:xfrm>
              <a:custGeom>
                <a:rect b="b" l="l" r="r" t="t"/>
                <a:pathLst>
                  <a:path extrusionOk="0" h="4" w="270">
                    <a:moveTo>
                      <a:pt x="269" y="0"/>
                    </a:moveTo>
                    <a:cubicBezTo>
                      <a:pt x="192" y="0"/>
                      <a:pt x="116" y="0"/>
                      <a:pt x="39" y="0"/>
                    </a:cubicBezTo>
                    <a:lnTo>
                      <a:pt x="0" y="0"/>
                    </a:lnTo>
                    <a:lnTo>
                      <a:pt x="48" y="0"/>
                    </a:lnTo>
                    <a:cubicBezTo>
                      <a:pt x="124" y="1"/>
                      <a:pt x="196" y="3"/>
                      <a:pt x="26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9"/>
              <p:cNvSpPr/>
              <p:nvPr/>
            </p:nvSpPr>
            <p:spPr>
              <a:xfrm>
                <a:off x="1610285" y="-850895"/>
                <a:ext cx="17640" cy="2520"/>
              </a:xfrm>
              <a:custGeom>
                <a:rect b="b" l="l" r="r" t="t"/>
                <a:pathLst>
                  <a:path extrusionOk="0" h="7" w="49">
                    <a:moveTo>
                      <a:pt x="48" y="6"/>
                    </a:moveTo>
                    <a:cubicBezTo>
                      <a:pt x="48" y="5"/>
                      <a:pt x="48" y="4"/>
                      <a:pt x="48" y="3"/>
                    </a:cubicBezTo>
                    <a:cubicBezTo>
                      <a:pt x="32" y="3"/>
                      <a:pt x="15" y="2"/>
                      <a:pt x="0" y="0"/>
                    </a:cubicBezTo>
                    <a:cubicBezTo>
                      <a:pt x="0" y="2"/>
                      <a:pt x="0" y="3"/>
                      <a:pt x="0" y="4"/>
                    </a:cubicBezTo>
                    <a:lnTo>
                      <a:pt x="4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9"/>
              <p:cNvSpPr/>
              <p:nvPr/>
            </p:nvSpPr>
            <p:spPr>
              <a:xfrm>
                <a:off x="2530445" y="-838295"/>
                <a:ext cx="9360" cy="360"/>
              </a:xfrm>
              <a:custGeom>
                <a:rect b="b" l="l" r="r" t="t"/>
                <a:pathLst>
                  <a:path extrusionOk="0" h="1" w="26">
                    <a:moveTo>
                      <a:pt x="0" y="0"/>
                    </a:moveTo>
                    <a:lnTo>
                      <a:pt x="25" y="0"/>
                    </a:lnTo>
                    <a:cubicBezTo>
                      <a:pt x="17" y="0"/>
                      <a:pt x="9"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9"/>
              <p:cNvSpPr/>
              <p:nvPr/>
            </p:nvSpPr>
            <p:spPr>
              <a:xfrm>
                <a:off x="1635125" y="-849455"/>
                <a:ext cx="37080" cy="2520"/>
              </a:xfrm>
              <a:custGeom>
                <a:rect b="b" l="l" r="r" t="t"/>
                <a:pathLst>
                  <a:path extrusionOk="0" h="7" w="103">
                    <a:moveTo>
                      <a:pt x="34" y="5"/>
                    </a:moveTo>
                    <a:cubicBezTo>
                      <a:pt x="34" y="4"/>
                      <a:pt x="35" y="3"/>
                      <a:pt x="37" y="2"/>
                    </a:cubicBezTo>
                    <a:cubicBezTo>
                      <a:pt x="38" y="1"/>
                      <a:pt x="40" y="1"/>
                      <a:pt x="42" y="1"/>
                    </a:cubicBezTo>
                    <a:cubicBezTo>
                      <a:pt x="44" y="1"/>
                      <a:pt x="46" y="1"/>
                      <a:pt x="47" y="2"/>
                    </a:cubicBezTo>
                    <a:cubicBezTo>
                      <a:pt x="48" y="3"/>
                      <a:pt x="49" y="4"/>
                      <a:pt x="50" y="5"/>
                    </a:cubicBezTo>
                    <a:lnTo>
                      <a:pt x="97" y="6"/>
                    </a:lnTo>
                    <a:cubicBezTo>
                      <a:pt x="97" y="5"/>
                      <a:pt x="98" y="4"/>
                      <a:pt x="98" y="3"/>
                    </a:cubicBezTo>
                    <a:cubicBezTo>
                      <a:pt x="99" y="2"/>
                      <a:pt x="100" y="1"/>
                      <a:pt x="101" y="0"/>
                    </a:cubicBezTo>
                    <a:cubicBezTo>
                      <a:pt x="102" y="0"/>
                      <a:pt x="102" y="0"/>
                      <a:pt x="102" y="0"/>
                    </a:cubicBezTo>
                    <a:lnTo>
                      <a:pt x="0" y="0"/>
                    </a:lnTo>
                    <a:cubicBezTo>
                      <a:pt x="0" y="1"/>
                      <a:pt x="0" y="2"/>
                      <a:pt x="0" y="3"/>
                    </a:cubicBezTo>
                    <a:lnTo>
                      <a:pt x="34"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9"/>
              <p:cNvSpPr/>
              <p:nvPr/>
            </p:nvSpPr>
            <p:spPr>
              <a:xfrm>
                <a:off x="1421645" y="-709775"/>
                <a:ext cx="2520" cy="5760"/>
              </a:xfrm>
              <a:custGeom>
                <a:rect b="b" l="l" r="r" t="t"/>
                <a:pathLst>
                  <a:path extrusionOk="0" h="16" w="7">
                    <a:moveTo>
                      <a:pt x="6" y="15"/>
                    </a:moveTo>
                    <a:cubicBezTo>
                      <a:pt x="6" y="10"/>
                      <a:pt x="6" y="5"/>
                      <a:pt x="5" y="0"/>
                    </a:cubicBezTo>
                    <a:lnTo>
                      <a:pt x="0" y="0"/>
                    </a:lnTo>
                    <a:lnTo>
                      <a:pt x="0" y="15"/>
                    </a:lnTo>
                    <a:lnTo>
                      <a:pt x="6"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9"/>
              <p:cNvSpPr/>
              <p:nvPr/>
            </p:nvSpPr>
            <p:spPr>
              <a:xfrm>
                <a:off x="1422005" y="-721295"/>
                <a:ext cx="1440" cy="3600"/>
              </a:xfrm>
              <a:custGeom>
                <a:rect b="b" l="l" r="r" t="t"/>
                <a:pathLst>
                  <a:path extrusionOk="0" h="10" w="4">
                    <a:moveTo>
                      <a:pt x="2" y="0"/>
                    </a:moveTo>
                    <a:lnTo>
                      <a:pt x="0" y="0"/>
                    </a:lnTo>
                    <a:lnTo>
                      <a:pt x="0" y="9"/>
                    </a:lnTo>
                    <a:lnTo>
                      <a:pt x="3" y="9"/>
                    </a:lnTo>
                    <a:cubicBezTo>
                      <a:pt x="2" y="7"/>
                      <a:pt x="2" y="4"/>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9"/>
              <p:cNvSpPr/>
              <p:nvPr/>
            </p:nvSpPr>
            <p:spPr>
              <a:xfrm>
                <a:off x="1422365" y="-752975"/>
                <a:ext cx="720" cy="24120"/>
              </a:xfrm>
              <a:custGeom>
                <a:rect b="b" l="l" r="r" t="t"/>
                <a:pathLst>
                  <a:path extrusionOk="0" h="67" w="2">
                    <a:moveTo>
                      <a:pt x="1" y="0"/>
                    </a:moveTo>
                    <a:cubicBezTo>
                      <a:pt x="1" y="22"/>
                      <a:pt x="1" y="44"/>
                      <a:pt x="0" y="66"/>
                    </a:cubicBezTo>
                    <a:lnTo>
                      <a:pt x="1" y="66"/>
                    </a:lnTo>
                    <a:cubicBezTo>
                      <a:pt x="1" y="44"/>
                      <a:pt x="1" y="2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9"/>
              <p:cNvSpPr/>
              <p:nvPr/>
            </p:nvSpPr>
            <p:spPr>
              <a:xfrm>
                <a:off x="1414085" y="-681335"/>
                <a:ext cx="14400" cy="50760"/>
              </a:xfrm>
              <a:custGeom>
                <a:rect b="b" l="l" r="r" t="t"/>
                <a:pathLst>
                  <a:path extrusionOk="0" h="141" w="40">
                    <a:moveTo>
                      <a:pt x="28" y="4"/>
                    </a:moveTo>
                    <a:cubicBezTo>
                      <a:pt x="25" y="3"/>
                      <a:pt x="21" y="2"/>
                      <a:pt x="17" y="1"/>
                    </a:cubicBezTo>
                    <a:cubicBezTo>
                      <a:pt x="17" y="10"/>
                      <a:pt x="16" y="20"/>
                      <a:pt x="14" y="29"/>
                    </a:cubicBezTo>
                    <a:cubicBezTo>
                      <a:pt x="15" y="30"/>
                      <a:pt x="16" y="31"/>
                      <a:pt x="17" y="32"/>
                    </a:cubicBezTo>
                    <a:cubicBezTo>
                      <a:pt x="18" y="34"/>
                      <a:pt x="19" y="37"/>
                      <a:pt x="19" y="39"/>
                    </a:cubicBezTo>
                    <a:cubicBezTo>
                      <a:pt x="19" y="41"/>
                      <a:pt x="18" y="43"/>
                      <a:pt x="17" y="45"/>
                    </a:cubicBezTo>
                    <a:cubicBezTo>
                      <a:pt x="16" y="47"/>
                      <a:pt x="14" y="49"/>
                      <a:pt x="12" y="50"/>
                    </a:cubicBezTo>
                    <a:cubicBezTo>
                      <a:pt x="9" y="70"/>
                      <a:pt x="5" y="90"/>
                      <a:pt x="0" y="109"/>
                    </a:cubicBezTo>
                    <a:lnTo>
                      <a:pt x="3" y="109"/>
                    </a:lnTo>
                    <a:cubicBezTo>
                      <a:pt x="4" y="109"/>
                      <a:pt x="4" y="109"/>
                      <a:pt x="5" y="110"/>
                    </a:cubicBezTo>
                    <a:cubicBezTo>
                      <a:pt x="6" y="110"/>
                      <a:pt x="6" y="111"/>
                      <a:pt x="7" y="112"/>
                    </a:cubicBezTo>
                    <a:cubicBezTo>
                      <a:pt x="8" y="113"/>
                      <a:pt x="8" y="114"/>
                      <a:pt x="8" y="115"/>
                    </a:cubicBezTo>
                    <a:cubicBezTo>
                      <a:pt x="8" y="116"/>
                      <a:pt x="8" y="117"/>
                      <a:pt x="7" y="118"/>
                    </a:cubicBezTo>
                    <a:cubicBezTo>
                      <a:pt x="6" y="119"/>
                      <a:pt x="6" y="119"/>
                      <a:pt x="5" y="120"/>
                    </a:cubicBezTo>
                    <a:cubicBezTo>
                      <a:pt x="4" y="120"/>
                      <a:pt x="4" y="120"/>
                      <a:pt x="3" y="120"/>
                    </a:cubicBezTo>
                    <a:lnTo>
                      <a:pt x="1" y="120"/>
                    </a:lnTo>
                    <a:cubicBezTo>
                      <a:pt x="2" y="122"/>
                      <a:pt x="3" y="123"/>
                      <a:pt x="4" y="124"/>
                    </a:cubicBezTo>
                    <a:cubicBezTo>
                      <a:pt x="7" y="129"/>
                      <a:pt x="8" y="134"/>
                      <a:pt x="8" y="140"/>
                    </a:cubicBezTo>
                    <a:cubicBezTo>
                      <a:pt x="22" y="94"/>
                      <a:pt x="32" y="47"/>
                      <a:pt x="39" y="0"/>
                    </a:cubicBezTo>
                    <a:cubicBezTo>
                      <a:pt x="38" y="1"/>
                      <a:pt x="37" y="2"/>
                      <a:pt x="35" y="3"/>
                    </a:cubicBezTo>
                    <a:cubicBezTo>
                      <a:pt x="34" y="4"/>
                      <a:pt x="32" y="4"/>
                      <a:pt x="30" y="4"/>
                    </a:cubicBezTo>
                    <a:cubicBezTo>
                      <a:pt x="30" y="4"/>
                      <a:pt x="29" y="4"/>
                      <a:pt x="2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9"/>
              <p:cNvSpPr/>
              <p:nvPr/>
            </p:nvSpPr>
            <p:spPr>
              <a:xfrm>
                <a:off x="1159925" y="-623735"/>
                <a:ext cx="255240" cy="276480"/>
              </a:xfrm>
              <a:custGeom>
                <a:rect b="b" l="l" r="r" t="t"/>
                <a:pathLst>
                  <a:path extrusionOk="0" h="768" w="709">
                    <a:moveTo>
                      <a:pt x="681" y="17"/>
                    </a:moveTo>
                    <a:lnTo>
                      <a:pt x="680" y="20"/>
                    </a:lnTo>
                    <a:cubicBezTo>
                      <a:pt x="645" y="92"/>
                      <a:pt x="625" y="178"/>
                      <a:pt x="575" y="241"/>
                    </a:cubicBezTo>
                    <a:cubicBezTo>
                      <a:pt x="529" y="298"/>
                      <a:pt x="480" y="353"/>
                      <a:pt x="428" y="405"/>
                    </a:cubicBezTo>
                    <a:cubicBezTo>
                      <a:pt x="385" y="450"/>
                      <a:pt x="345" y="505"/>
                      <a:pt x="297" y="545"/>
                    </a:cubicBezTo>
                    <a:cubicBezTo>
                      <a:pt x="236" y="596"/>
                      <a:pt x="179" y="656"/>
                      <a:pt x="115" y="701"/>
                    </a:cubicBezTo>
                    <a:cubicBezTo>
                      <a:pt x="97" y="713"/>
                      <a:pt x="78" y="725"/>
                      <a:pt x="60" y="736"/>
                    </a:cubicBezTo>
                    <a:cubicBezTo>
                      <a:pt x="40" y="747"/>
                      <a:pt x="20" y="757"/>
                      <a:pt x="0" y="767"/>
                    </a:cubicBezTo>
                    <a:cubicBezTo>
                      <a:pt x="56" y="749"/>
                      <a:pt x="105" y="708"/>
                      <a:pt x="153" y="676"/>
                    </a:cubicBezTo>
                    <a:cubicBezTo>
                      <a:pt x="168" y="667"/>
                      <a:pt x="186" y="656"/>
                      <a:pt x="205" y="646"/>
                    </a:cubicBezTo>
                    <a:lnTo>
                      <a:pt x="256" y="605"/>
                    </a:lnTo>
                    <a:lnTo>
                      <a:pt x="257" y="604"/>
                    </a:lnTo>
                    <a:cubicBezTo>
                      <a:pt x="259" y="602"/>
                      <a:pt x="261" y="599"/>
                      <a:pt x="263" y="596"/>
                    </a:cubicBezTo>
                    <a:cubicBezTo>
                      <a:pt x="264" y="594"/>
                      <a:pt x="265" y="593"/>
                      <a:pt x="265" y="591"/>
                    </a:cubicBezTo>
                    <a:cubicBezTo>
                      <a:pt x="267" y="587"/>
                      <a:pt x="273" y="589"/>
                      <a:pt x="272" y="593"/>
                    </a:cubicBezTo>
                    <a:cubicBezTo>
                      <a:pt x="292" y="580"/>
                      <a:pt x="310" y="564"/>
                      <a:pt x="326" y="546"/>
                    </a:cubicBezTo>
                    <a:cubicBezTo>
                      <a:pt x="412" y="428"/>
                      <a:pt x="549" y="349"/>
                      <a:pt x="616" y="216"/>
                    </a:cubicBezTo>
                    <a:cubicBezTo>
                      <a:pt x="652" y="146"/>
                      <a:pt x="682" y="74"/>
                      <a:pt x="708" y="0"/>
                    </a:cubicBezTo>
                    <a:cubicBezTo>
                      <a:pt x="704" y="5"/>
                      <a:pt x="699" y="9"/>
                      <a:pt x="694" y="13"/>
                    </a:cubicBezTo>
                    <a:cubicBezTo>
                      <a:pt x="690" y="15"/>
                      <a:pt x="685" y="17"/>
                      <a:pt x="68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9"/>
              <p:cNvSpPr/>
              <p:nvPr/>
            </p:nvSpPr>
            <p:spPr>
              <a:xfrm>
                <a:off x="1421285" y="-697535"/>
                <a:ext cx="7920" cy="9720"/>
              </a:xfrm>
              <a:custGeom>
                <a:rect b="b" l="l" r="r" t="t"/>
                <a:pathLst>
                  <a:path extrusionOk="0" h="27" w="22">
                    <a:moveTo>
                      <a:pt x="12" y="9"/>
                    </a:moveTo>
                    <a:cubicBezTo>
                      <a:pt x="12" y="6"/>
                      <a:pt x="12" y="3"/>
                      <a:pt x="10" y="0"/>
                    </a:cubicBezTo>
                    <a:cubicBezTo>
                      <a:pt x="10" y="1"/>
                      <a:pt x="9" y="1"/>
                      <a:pt x="9" y="1"/>
                    </a:cubicBezTo>
                    <a:cubicBezTo>
                      <a:pt x="8" y="1"/>
                      <a:pt x="7" y="1"/>
                      <a:pt x="7" y="0"/>
                    </a:cubicBezTo>
                    <a:lnTo>
                      <a:pt x="0" y="0"/>
                    </a:lnTo>
                    <a:lnTo>
                      <a:pt x="0" y="6"/>
                    </a:lnTo>
                    <a:cubicBezTo>
                      <a:pt x="0" y="12"/>
                      <a:pt x="0" y="19"/>
                      <a:pt x="0" y="26"/>
                    </a:cubicBezTo>
                    <a:cubicBezTo>
                      <a:pt x="0" y="24"/>
                      <a:pt x="1" y="23"/>
                      <a:pt x="1" y="22"/>
                    </a:cubicBezTo>
                    <a:cubicBezTo>
                      <a:pt x="2" y="20"/>
                      <a:pt x="4" y="19"/>
                      <a:pt x="6" y="17"/>
                    </a:cubicBezTo>
                    <a:lnTo>
                      <a:pt x="7" y="17"/>
                    </a:lnTo>
                    <a:lnTo>
                      <a:pt x="21" y="17"/>
                    </a:lnTo>
                    <a:lnTo>
                      <a:pt x="21" y="13"/>
                    </a:lnTo>
                    <a:cubicBezTo>
                      <a:pt x="20" y="14"/>
                      <a:pt x="19" y="14"/>
                      <a:pt x="18" y="14"/>
                    </a:cubicBezTo>
                    <a:cubicBezTo>
                      <a:pt x="17" y="14"/>
                      <a:pt x="16" y="14"/>
                      <a:pt x="15" y="13"/>
                    </a:cubicBezTo>
                    <a:cubicBezTo>
                      <a:pt x="14" y="12"/>
                      <a:pt x="13" y="12"/>
                      <a:pt x="12" y="10"/>
                    </a:cubicBezTo>
                    <a:lnTo>
                      <a:pt x="1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9"/>
              <p:cNvSpPr/>
              <p:nvPr/>
            </p:nvSpPr>
            <p:spPr>
              <a:xfrm>
                <a:off x="1420925" y="-691775"/>
                <a:ext cx="8280" cy="7200"/>
              </a:xfrm>
              <a:custGeom>
                <a:rect b="b" l="l" r="r" t="t"/>
                <a:pathLst>
                  <a:path extrusionOk="0" h="20" w="23">
                    <a:moveTo>
                      <a:pt x="11" y="1"/>
                    </a:moveTo>
                    <a:lnTo>
                      <a:pt x="8" y="1"/>
                    </a:lnTo>
                    <a:cubicBezTo>
                      <a:pt x="7" y="1"/>
                      <a:pt x="6" y="1"/>
                      <a:pt x="5" y="2"/>
                    </a:cubicBezTo>
                    <a:cubicBezTo>
                      <a:pt x="3" y="3"/>
                      <a:pt x="2" y="5"/>
                      <a:pt x="1" y="6"/>
                    </a:cubicBezTo>
                    <a:cubicBezTo>
                      <a:pt x="0" y="7"/>
                      <a:pt x="0" y="8"/>
                      <a:pt x="0" y="9"/>
                    </a:cubicBezTo>
                    <a:lnTo>
                      <a:pt x="0" y="11"/>
                    </a:lnTo>
                    <a:cubicBezTo>
                      <a:pt x="4" y="11"/>
                      <a:pt x="9" y="12"/>
                      <a:pt x="14" y="13"/>
                    </a:cubicBezTo>
                    <a:cubicBezTo>
                      <a:pt x="15" y="13"/>
                      <a:pt x="16" y="14"/>
                      <a:pt x="16" y="14"/>
                    </a:cubicBezTo>
                    <a:cubicBezTo>
                      <a:pt x="18" y="15"/>
                      <a:pt x="19" y="16"/>
                      <a:pt x="20" y="18"/>
                    </a:cubicBezTo>
                    <a:lnTo>
                      <a:pt x="20" y="19"/>
                    </a:lnTo>
                    <a:cubicBezTo>
                      <a:pt x="21" y="13"/>
                      <a:pt x="22" y="7"/>
                      <a:pt x="22" y="0"/>
                    </a:cubicBezTo>
                    <a:lnTo>
                      <a:pt x="11" y="0"/>
                    </a:lnTo>
                    <a:lnTo>
                      <a:pt x="1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9"/>
              <p:cNvSpPr/>
              <p:nvPr/>
            </p:nvSpPr>
            <p:spPr>
              <a:xfrm>
                <a:off x="109445" y="-409895"/>
                <a:ext cx="1148040" cy="110520"/>
              </a:xfrm>
              <a:custGeom>
                <a:rect b="b" l="l" r="r" t="t"/>
                <a:pathLst>
                  <a:path extrusionOk="0" h="307" w="3189">
                    <a:moveTo>
                      <a:pt x="3123" y="52"/>
                    </a:moveTo>
                    <a:cubicBezTo>
                      <a:pt x="3100" y="71"/>
                      <a:pt x="3077" y="89"/>
                      <a:pt x="3054" y="106"/>
                    </a:cubicBezTo>
                    <a:cubicBezTo>
                      <a:pt x="3028" y="126"/>
                      <a:pt x="3000" y="144"/>
                      <a:pt x="2971" y="161"/>
                    </a:cubicBezTo>
                    <a:cubicBezTo>
                      <a:pt x="2932" y="184"/>
                      <a:pt x="2890" y="203"/>
                      <a:pt x="2847" y="219"/>
                    </a:cubicBezTo>
                    <a:cubicBezTo>
                      <a:pt x="2846" y="219"/>
                      <a:pt x="2846" y="219"/>
                      <a:pt x="2845" y="219"/>
                    </a:cubicBezTo>
                    <a:cubicBezTo>
                      <a:pt x="2844" y="219"/>
                      <a:pt x="2844" y="219"/>
                      <a:pt x="2843" y="218"/>
                    </a:cubicBezTo>
                    <a:cubicBezTo>
                      <a:pt x="2842" y="217"/>
                      <a:pt x="2842" y="217"/>
                      <a:pt x="2841" y="216"/>
                    </a:cubicBezTo>
                    <a:cubicBezTo>
                      <a:pt x="2840" y="215"/>
                      <a:pt x="2840" y="215"/>
                      <a:pt x="2840" y="214"/>
                    </a:cubicBezTo>
                    <a:cubicBezTo>
                      <a:pt x="2840" y="213"/>
                      <a:pt x="2840" y="212"/>
                      <a:pt x="2841" y="211"/>
                    </a:cubicBezTo>
                    <a:cubicBezTo>
                      <a:pt x="2841" y="211"/>
                      <a:pt x="2842" y="210"/>
                      <a:pt x="2843" y="209"/>
                    </a:cubicBezTo>
                    <a:cubicBezTo>
                      <a:pt x="2868" y="197"/>
                      <a:pt x="2893" y="185"/>
                      <a:pt x="2918" y="173"/>
                    </a:cubicBezTo>
                    <a:cubicBezTo>
                      <a:pt x="2912" y="175"/>
                      <a:pt x="2906" y="177"/>
                      <a:pt x="2900" y="178"/>
                    </a:cubicBezTo>
                    <a:cubicBezTo>
                      <a:pt x="2836" y="192"/>
                      <a:pt x="2775" y="219"/>
                      <a:pt x="2709" y="223"/>
                    </a:cubicBezTo>
                    <a:cubicBezTo>
                      <a:pt x="2643" y="226"/>
                      <a:pt x="2579" y="234"/>
                      <a:pt x="2513" y="237"/>
                    </a:cubicBezTo>
                    <a:cubicBezTo>
                      <a:pt x="2446" y="239"/>
                      <a:pt x="2383" y="253"/>
                      <a:pt x="2319" y="253"/>
                    </a:cubicBezTo>
                    <a:cubicBezTo>
                      <a:pt x="2192" y="253"/>
                      <a:pt x="2065" y="280"/>
                      <a:pt x="1939" y="280"/>
                    </a:cubicBezTo>
                    <a:cubicBezTo>
                      <a:pt x="1770" y="280"/>
                      <a:pt x="1601" y="266"/>
                      <a:pt x="1432" y="266"/>
                    </a:cubicBezTo>
                    <a:cubicBezTo>
                      <a:pt x="1340" y="266"/>
                      <a:pt x="1247" y="270"/>
                      <a:pt x="1155" y="262"/>
                    </a:cubicBezTo>
                    <a:cubicBezTo>
                      <a:pt x="1086" y="257"/>
                      <a:pt x="1015" y="251"/>
                      <a:pt x="945" y="249"/>
                    </a:cubicBezTo>
                    <a:cubicBezTo>
                      <a:pt x="869" y="248"/>
                      <a:pt x="793" y="243"/>
                      <a:pt x="717" y="233"/>
                    </a:cubicBezTo>
                    <a:cubicBezTo>
                      <a:pt x="688" y="227"/>
                      <a:pt x="659" y="223"/>
                      <a:pt x="630" y="222"/>
                    </a:cubicBezTo>
                    <a:cubicBezTo>
                      <a:pt x="621" y="222"/>
                      <a:pt x="613" y="221"/>
                      <a:pt x="605" y="220"/>
                    </a:cubicBezTo>
                    <a:cubicBezTo>
                      <a:pt x="527" y="217"/>
                      <a:pt x="450" y="217"/>
                      <a:pt x="372" y="207"/>
                    </a:cubicBezTo>
                    <a:cubicBezTo>
                      <a:pt x="372" y="206"/>
                      <a:pt x="371" y="206"/>
                      <a:pt x="370" y="206"/>
                    </a:cubicBezTo>
                    <a:cubicBezTo>
                      <a:pt x="370" y="206"/>
                      <a:pt x="370" y="205"/>
                      <a:pt x="369" y="204"/>
                    </a:cubicBezTo>
                    <a:cubicBezTo>
                      <a:pt x="368" y="203"/>
                      <a:pt x="368" y="202"/>
                      <a:pt x="368" y="202"/>
                    </a:cubicBezTo>
                    <a:cubicBezTo>
                      <a:pt x="368" y="201"/>
                      <a:pt x="368" y="200"/>
                      <a:pt x="369" y="199"/>
                    </a:cubicBezTo>
                    <a:cubicBezTo>
                      <a:pt x="370" y="198"/>
                      <a:pt x="369" y="198"/>
                      <a:pt x="370" y="197"/>
                    </a:cubicBezTo>
                    <a:cubicBezTo>
                      <a:pt x="371" y="196"/>
                      <a:pt x="372" y="197"/>
                      <a:pt x="372" y="197"/>
                    </a:cubicBezTo>
                    <a:cubicBezTo>
                      <a:pt x="384" y="195"/>
                      <a:pt x="396" y="194"/>
                      <a:pt x="408" y="193"/>
                    </a:cubicBezTo>
                    <a:lnTo>
                      <a:pt x="399" y="191"/>
                    </a:lnTo>
                    <a:cubicBezTo>
                      <a:pt x="358" y="180"/>
                      <a:pt x="315" y="179"/>
                      <a:pt x="274" y="168"/>
                    </a:cubicBezTo>
                    <a:cubicBezTo>
                      <a:pt x="246" y="162"/>
                      <a:pt x="218" y="159"/>
                      <a:pt x="189" y="158"/>
                    </a:cubicBezTo>
                    <a:cubicBezTo>
                      <a:pt x="146" y="154"/>
                      <a:pt x="104" y="141"/>
                      <a:pt x="65" y="122"/>
                    </a:cubicBezTo>
                    <a:cubicBezTo>
                      <a:pt x="58" y="123"/>
                      <a:pt x="52" y="123"/>
                      <a:pt x="45" y="123"/>
                    </a:cubicBezTo>
                    <a:cubicBezTo>
                      <a:pt x="30" y="123"/>
                      <a:pt x="15" y="122"/>
                      <a:pt x="0" y="120"/>
                    </a:cubicBezTo>
                    <a:lnTo>
                      <a:pt x="9" y="125"/>
                    </a:lnTo>
                    <a:cubicBezTo>
                      <a:pt x="14" y="128"/>
                      <a:pt x="19" y="131"/>
                      <a:pt x="24" y="134"/>
                    </a:cubicBezTo>
                    <a:cubicBezTo>
                      <a:pt x="39" y="143"/>
                      <a:pt x="56" y="151"/>
                      <a:pt x="73" y="157"/>
                    </a:cubicBezTo>
                    <a:cubicBezTo>
                      <a:pt x="105" y="166"/>
                      <a:pt x="137" y="184"/>
                      <a:pt x="171" y="185"/>
                    </a:cubicBezTo>
                    <a:cubicBezTo>
                      <a:pt x="172" y="185"/>
                      <a:pt x="172" y="185"/>
                      <a:pt x="173" y="185"/>
                    </a:cubicBezTo>
                    <a:cubicBezTo>
                      <a:pt x="217" y="185"/>
                      <a:pt x="260" y="191"/>
                      <a:pt x="303" y="202"/>
                    </a:cubicBezTo>
                    <a:cubicBezTo>
                      <a:pt x="326" y="209"/>
                      <a:pt x="353" y="202"/>
                      <a:pt x="377" y="208"/>
                    </a:cubicBezTo>
                    <a:lnTo>
                      <a:pt x="440" y="225"/>
                    </a:lnTo>
                    <a:cubicBezTo>
                      <a:pt x="476" y="234"/>
                      <a:pt x="514" y="227"/>
                      <a:pt x="550" y="234"/>
                    </a:cubicBezTo>
                    <a:cubicBezTo>
                      <a:pt x="582" y="241"/>
                      <a:pt x="617" y="237"/>
                      <a:pt x="648" y="244"/>
                    </a:cubicBezTo>
                    <a:cubicBezTo>
                      <a:pt x="686" y="253"/>
                      <a:pt x="725" y="260"/>
                      <a:pt x="764" y="265"/>
                    </a:cubicBezTo>
                    <a:cubicBezTo>
                      <a:pt x="835" y="274"/>
                      <a:pt x="907" y="279"/>
                      <a:pt x="980" y="280"/>
                    </a:cubicBezTo>
                    <a:cubicBezTo>
                      <a:pt x="1050" y="277"/>
                      <a:pt x="1121" y="294"/>
                      <a:pt x="1191" y="293"/>
                    </a:cubicBezTo>
                    <a:cubicBezTo>
                      <a:pt x="1361" y="291"/>
                      <a:pt x="1532" y="303"/>
                      <a:pt x="1702" y="301"/>
                    </a:cubicBezTo>
                    <a:cubicBezTo>
                      <a:pt x="1850" y="300"/>
                      <a:pt x="1995" y="306"/>
                      <a:pt x="2143" y="289"/>
                    </a:cubicBezTo>
                    <a:cubicBezTo>
                      <a:pt x="2281" y="273"/>
                      <a:pt x="2424" y="267"/>
                      <a:pt x="2563" y="262"/>
                    </a:cubicBezTo>
                    <a:cubicBezTo>
                      <a:pt x="2681" y="258"/>
                      <a:pt x="2819" y="243"/>
                      <a:pt x="2927" y="193"/>
                    </a:cubicBezTo>
                    <a:cubicBezTo>
                      <a:pt x="2941" y="186"/>
                      <a:pt x="2954" y="178"/>
                      <a:pt x="2968" y="170"/>
                    </a:cubicBezTo>
                    <a:cubicBezTo>
                      <a:pt x="3007" y="148"/>
                      <a:pt x="3043" y="123"/>
                      <a:pt x="3078" y="94"/>
                    </a:cubicBezTo>
                    <a:cubicBezTo>
                      <a:pt x="3111" y="70"/>
                      <a:pt x="3171" y="40"/>
                      <a:pt x="3188" y="0"/>
                    </a:cubicBezTo>
                    <a:lnTo>
                      <a:pt x="3174" y="10"/>
                    </a:lnTo>
                    <a:cubicBezTo>
                      <a:pt x="3161" y="26"/>
                      <a:pt x="3144" y="40"/>
                      <a:pt x="3126" y="50"/>
                    </a:cubicBezTo>
                    <a:cubicBezTo>
                      <a:pt x="3125" y="51"/>
                      <a:pt x="3124" y="52"/>
                      <a:pt x="3123" y="5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9"/>
              <p:cNvSpPr/>
              <p:nvPr/>
            </p:nvSpPr>
            <p:spPr>
              <a:xfrm>
                <a:off x="33845" y="-468215"/>
                <a:ext cx="360" cy="1440"/>
              </a:xfrm>
              <a:custGeom>
                <a:rect b="b" l="l" r="r" t="t"/>
                <a:pathLst>
                  <a:path extrusionOk="0" h="4" w="1">
                    <a:moveTo>
                      <a:pt x="0" y="0"/>
                    </a:moveTo>
                    <a:cubicBezTo>
                      <a:pt x="0" y="1"/>
                      <a:pt x="0" y="1"/>
                      <a:pt x="0" y="2"/>
                    </a:cubicBezTo>
                    <a:lnTo>
                      <a:pt x="0" y="3"/>
                    </a:lnTo>
                    <a:lnTo>
                      <a:pt x="0" y="2"/>
                    </a:lnTo>
                    <a:cubicBezTo>
                      <a:pt x="0" y="1"/>
                      <a:pt x="0"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9"/>
              <p:cNvSpPr/>
              <p:nvPr/>
            </p:nvSpPr>
            <p:spPr>
              <a:xfrm>
                <a:off x="34205" y="-463895"/>
                <a:ext cx="68760" cy="89280"/>
              </a:xfrm>
              <a:custGeom>
                <a:rect b="b" l="l" r="r" t="t"/>
                <a:pathLst>
                  <a:path extrusionOk="0" h="248" w="191">
                    <a:moveTo>
                      <a:pt x="159" y="233"/>
                    </a:moveTo>
                    <a:cubicBezTo>
                      <a:pt x="169" y="229"/>
                      <a:pt x="179" y="227"/>
                      <a:pt x="190" y="226"/>
                    </a:cubicBezTo>
                    <a:lnTo>
                      <a:pt x="184" y="223"/>
                    </a:lnTo>
                    <a:cubicBezTo>
                      <a:pt x="157" y="211"/>
                      <a:pt x="130" y="210"/>
                      <a:pt x="109" y="194"/>
                    </a:cubicBezTo>
                    <a:cubicBezTo>
                      <a:pt x="100" y="193"/>
                      <a:pt x="91" y="192"/>
                      <a:pt x="82" y="190"/>
                    </a:cubicBezTo>
                    <a:cubicBezTo>
                      <a:pt x="67" y="188"/>
                      <a:pt x="63" y="186"/>
                      <a:pt x="56" y="172"/>
                    </a:cubicBezTo>
                    <a:cubicBezTo>
                      <a:pt x="49" y="158"/>
                      <a:pt x="67" y="142"/>
                      <a:pt x="79" y="152"/>
                    </a:cubicBezTo>
                    <a:lnTo>
                      <a:pt x="80" y="152"/>
                    </a:lnTo>
                    <a:lnTo>
                      <a:pt x="67" y="125"/>
                    </a:lnTo>
                    <a:lnTo>
                      <a:pt x="50" y="124"/>
                    </a:lnTo>
                    <a:cubicBezTo>
                      <a:pt x="37" y="124"/>
                      <a:pt x="34" y="102"/>
                      <a:pt x="48" y="100"/>
                    </a:cubicBezTo>
                    <a:lnTo>
                      <a:pt x="56" y="100"/>
                    </a:lnTo>
                    <a:cubicBezTo>
                      <a:pt x="52" y="90"/>
                      <a:pt x="48" y="81"/>
                      <a:pt x="44" y="69"/>
                    </a:cubicBezTo>
                    <a:lnTo>
                      <a:pt x="29" y="67"/>
                    </a:lnTo>
                    <a:cubicBezTo>
                      <a:pt x="5" y="63"/>
                      <a:pt x="20" y="33"/>
                      <a:pt x="35" y="36"/>
                    </a:cubicBezTo>
                    <a:cubicBezTo>
                      <a:pt x="33" y="27"/>
                      <a:pt x="32" y="16"/>
                      <a:pt x="30" y="8"/>
                    </a:cubicBezTo>
                    <a:lnTo>
                      <a:pt x="20" y="9"/>
                    </a:lnTo>
                    <a:cubicBezTo>
                      <a:pt x="19" y="9"/>
                      <a:pt x="17" y="10"/>
                      <a:pt x="15" y="10"/>
                    </a:cubicBezTo>
                    <a:cubicBezTo>
                      <a:pt x="13" y="10"/>
                      <a:pt x="10" y="10"/>
                      <a:pt x="7" y="8"/>
                    </a:cubicBezTo>
                    <a:cubicBezTo>
                      <a:pt x="4" y="6"/>
                      <a:pt x="3" y="4"/>
                      <a:pt x="1" y="2"/>
                    </a:cubicBezTo>
                    <a:cubicBezTo>
                      <a:pt x="0" y="1"/>
                      <a:pt x="1" y="0"/>
                      <a:pt x="0" y="0"/>
                    </a:cubicBezTo>
                    <a:cubicBezTo>
                      <a:pt x="13" y="44"/>
                      <a:pt x="6" y="91"/>
                      <a:pt x="34" y="132"/>
                    </a:cubicBezTo>
                    <a:cubicBezTo>
                      <a:pt x="57" y="166"/>
                      <a:pt x="68" y="213"/>
                      <a:pt x="109" y="231"/>
                    </a:cubicBezTo>
                    <a:cubicBezTo>
                      <a:pt x="124" y="237"/>
                      <a:pt x="140" y="242"/>
                      <a:pt x="155" y="247"/>
                    </a:cubicBezTo>
                    <a:lnTo>
                      <a:pt x="155" y="246"/>
                    </a:lnTo>
                    <a:cubicBezTo>
                      <a:pt x="154" y="245"/>
                      <a:pt x="153" y="242"/>
                      <a:pt x="153" y="241"/>
                    </a:cubicBezTo>
                    <a:cubicBezTo>
                      <a:pt x="153" y="239"/>
                      <a:pt x="154" y="239"/>
                      <a:pt x="155" y="237"/>
                    </a:cubicBezTo>
                    <a:cubicBezTo>
                      <a:pt x="156" y="235"/>
                      <a:pt x="157" y="234"/>
                      <a:pt x="158" y="233"/>
                    </a:cubicBezTo>
                    <a:lnTo>
                      <a:pt x="159" y="2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9"/>
              <p:cNvSpPr/>
              <p:nvPr/>
            </p:nvSpPr>
            <p:spPr>
              <a:xfrm>
                <a:off x="1252805" y="-412415"/>
                <a:ext cx="5760" cy="6480"/>
              </a:xfrm>
              <a:custGeom>
                <a:rect b="b" l="l" r="r" t="t"/>
                <a:pathLst>
                  <a:path extrusionOk="0" h="18" w="16">
                    <a:moveTo>
                      <a:pt x="8" y="4"/>
                    </a:moveTo>
                    <a:cubicBezTo>
                      <a:pt x="7" y="6"/>
                      <a:pt x="6" y="7"/>
                      <a:pt x="5" y="9"/>
                    </a:cubicBezTo>
                    <a:cubicBezTo>
                      <a:pt x="3" y="12"/>
                      <a:pt x="2" y="15"/>
                      <a:pt x="0" y="17"/>
                    </a:cubicBezTo>
                    <a:lnTo>
                      <a:pt x="14" y="7"/>
                    </a:lnTo>
                    <a:cubicBezTo>
                      <a:pt x="15" y="2"/>
                      <a:pt x="9" y="0"/>
                      <a:pt x="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9"/>
              <p:cNvSpPr/>
              <p:nvPr/>
            </p:nvSpPr>
            <p:spPr>
              <a:xfrm>
                <a:off x="1131845" y="-391175"/>
                <a:ext cx="102240" cy="60480"/>
              </a:xfrm>
              <a:custGeom>
                <a:rect b="b" l="l" r="r" t="t"/>
                <a:pathLst>
                  <a:path extrusionOk="0" h="168" w="284">
                    <a:moveTo>
                      <a:pt x="7" y="167"/>
                    </a:moveTo>
                    <a:cubicBezTo>
                      <a:pt x="50" y="151"/>
                      <a:pt x="92" y="132"/>
                      <a:pt x="132" y="109"/>
                    </a:cubicBezTo>
                    <a:cubicBezTo>
                      <a:pt x="160" y="92"/>
                      <a:pt x="188" y="74"/>
                      <a:pt x="214" y="54"/>
                    </a:cubicBezTo>
                    <a:cubicBezTo>
                      <a:pt x="237" y="37"/>
                      <a:pt x="260" y="19"/>
                      <a:pt x="283" y="0"/>
                    </a:cubicBezTo>
                    <a:cubicBezTo>
                      <a:pt x="265" y="11"/>
                      <a:pt x="246" y="20"/>
                      <a:pt x="231" y="30"/>
                    </a:cubicBezTo>
                    <a:cubicBezTo>
                      <a:pt x="183" y="62"/>
                      <a:pt x="134" y="103"/>
                      <a:pt x="78" y="121"/>
                    </a:cubicBezTo>
                    <a:cubicBezTo>
                      <a:pt x="54" y="133"/>
                      <a:pt x="28" y="145"/>
                      <a:pt x="3" y="157"/>
                    </a:cubicBezTo>
                    <a:cubicBezTo>
                      <a:pt x="2" y="158"/>
                      <a:pt x="2" y="158"/>
                      <a:pt x="1" y="159"/>
                    </a:cubicBezTo>
                    <a:cubicBezTo>
                      <a:pt x="0" y="160"/>
                      <a:pt x="0" y="161"/>
                      <a:pt x="0" y="162"/>
                    </a:cubicBezTo>
                    <a:cubicBezTo>
                      <a:pt x="0" y="163"/>
                      <a:pt x="1" y="164"/>
                      <a:pt x="1" y="164"/>
                    </a:cubicBezTo>
                    <a:cubicBezTo>
                      <a:pt x="2" y="165"/>
                      <a:pt x="2" y="165"/>
                      <a:pt x="3" y="166"/>
                    </a:cubicBezTo>
                    <a:cubicBezTo>
                      <a:pt x="4" y="167"/>
                      <a:pt x="5" y="167"/>
                      <a:pt x="6" y="167"/>
                    </a:cubicBezTo>
                    <a:lnTo>
                      <a:pt x="7" y="16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9"/>
              <p:cNvSpPr/>
              <p:nvPr/>
            </p:nvSpPr>
            <p:spPr>
              <a:xfrm>
                <a:off x="670325" y="-336455"/>
                <a:ext cx="121680" cy="12960"/>
              </a:xfrm>
              <a:custGeom>
                <a:rect b="b" l="l" r="r" t="t"/>
                <a:pathLst>
                  <a:path extrusionOk="0" h="36" w="338">
                    <a:moveTo>
                      <a:pt x="335" y="13"/>
                    </a:moveTo>
                    <a:cubicBezTo>
                      <a:pt x="283" y="0"/>
                      <a:pt x="229" y="17"/>
                      <a:pt x="177" y="24"/>
                    </a:cubicBezTo>
                    <a:cubicBezTo>
                      <a:pt x="119" y="32"/>
                      <a:pt x="59" y="27"/>
                      <a:pt x="1" y="29"/>
                    </a:cubicBezTo>
                    <a:cubicBezTo>
                      <a:pt x="0" y="29"/>
                      <a:pt x="0" y="33"/>
                      <a:pt x="1" y="33"/>
                    </a:cubicBezTo>
                    <a:cubicBezTo>
                      <a:pt x="24" y="34"/>
                      <a:pt x="47" y="35"/>
                      <a:pt x="70" y="35"/>
                    </a:cubicBezTo>
                    <a:cubicBezTo>
                      <a:pt x="106" y="35"/>
                      <a:pt x="142" y="34"/>
                      <a:pt x="178" y="31"/>
                    </a:cubicBezTo>
                    <a:cubicBezTo>
                      <a:pt x="231" y="27"/>
                      <a:pt x="285" y="31"/>
                      <a:pt x="335" y="18"/>
                    </a:cubicBezTo>
                    <a:lnTo>
                      <a:pt x="336" y="18"/>
                    </a:lnTo>
                    <a:lnTo>
                      <a:pt x="337" y="17"/>
                    </a:lnTo>
                    <a:lnTo>
                      <a:pt x="337" y="16"/>
                    </a:lnTo>
                    <a:cubicBezTo>
                      <a:pt x="337" y="15"/>
                      <a:pt x="337" y="15"/>
                      <a:pt x="337" y="15"/>
                    </a:cubicBezTo>
                    <a:cubicBezTo>
                      <a:pt x="336" y="14"/>
                      <a:pt x="336" y="14"/>
                      <a:pt x="336" y="14"/>
                    </a:cubicBezTo>
                    <a:cubicBezTo>
                      <a:pt x="335" y="13"/>
                      <a:pt x="335" y="13"/>
                      <a:pt x="335"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9"/>
              <p:cNvSpPr/>
              <p:nvPr/>
            </p:nvSpPr>
            <p:spPr>
              <a:xfrm>
                <a:off x="822965" y="-333935"/>
                <a:ext cx="37440" cy="4680"/>
              </a:xfrm>
              <a:custGeom>
                <a:rect b="b" l="l" r="r" t="t"/>
                <a:pathLst>
                  <a:path extrusionOk="0" h="13" w="104">
                    <a:moveTo>
                      <a:pt x="52" y="0"/>
                    </a:moveTo>
                    <a:cubicBezTo>
                      <a:pt x="35" y="0"/>
                      <a:pt x="20" y="6"/>
                      <a:pt x="4" y="6"/>
                    </a:cubicBezTo>
                    <a:cubicBezTo>
                      <a:pt x="0" y="6"/>
                      <a:pt x="0" y="12"/>
                      <a:pt x="4" y="12"/>
                    </a:cubicBezTo>
                    <a:cubicBezTo>
                      <a:pt x="16" y="12"/>
                      <a:pt x="27" y="10"/>
                      <a:pt x="39" y="11"/>
                    </a:cubicBezTo>
                    <a:cubicBezTo>
                      <a:pt x="44" y="11"/>
                      <a:pt x="50" y="11"/>
                      <a:pt x="55" y="11"/>
                    </a:cubicBezTo>
                    <a:cubicBezTo>
                      <a:pt x="70" y="11"/>
                      <a:pt x="86" y="10"/>
                      <a:pt x="101" y="7"/>
                    </a:cubicBezTo>
                    <a:lnTo>
                      <a:pt x="102" y="7"/>
                    </a:lnTo>
                    <a:cubicBezTo>
                      <a:pt x="102" y="7"/>
                      <a:pt x="101" y="7"/>
                      <a:pt x="102" y="6"/>
                    </a:cubicBezTo>
                    <a:cubicBezTo>
                      <a:pt x="103" y="5"/>
                      <a:pt x="103" y="6"/>
                      <a:pt x="103" y="5"/>
                    </a:cubicBezTo>
                    <a:lnTo>
                      <a:pt x="102" y="4"/>
                    </a:lnTo>
                    <a:cubicBezTo>
                      <a:pt x="101" y="4"/>
                      <a:pt x="101" y="3"/>
                      <a:pt x="101" y="3"/>
                    </a:cubicBezTo>
                    <a:cubicBezTo>
                      <a:pt x="87" y="1"/>
                      <a:pt x="73" y="0"/>
                      <a:pt x="58" y="0"/>
                    </a:cubicBezTo>
                    <a:cubicBezTo>
                      <a:pt x="56" y="0"/>
                      <a:pt x="54" y="0"/>
                      <a:pt x="5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9"/>
              <p:cNvSpPr/>
              <p:nvPr/>
            </p:nvSpPr>
            <p:spPr>
              <a:xfrm>
                <a:off x="893165" y="-596735"/>
                <a:ext cx="418320" cy="263880"/>
              </a:xfrm>
              <a:custGeom>
                <a:rect b="b" l="l" r="r" t="t"/>
                <a:pathLst>
                  <a:path extrusionOk="0" h="733" w="1162">
                    <a:moveTo>
                      <a:pt x="1146" y="12"/>
                    </a:moveTo>
                    <a:cubicBezTo>
                      <a:pt x="1146" y="12"/>
                      <a:pt x="1147" y="12"/>
                      <a:pt x="1146" y="13"/>
                    </a:cubicBezTo>
                    <a:cubicBezTo>
                      <a:pt x="1145" y="14"/>
                      <a:pt x="1144" y="13"/>
                      <a:pt x="1143" y="13"/>
                    </a:cubicBezTo>
                    <a:cubicBezTo>
                      <a:pt x="1142" y="13"/>
                      <a:pt x="1142" y="14"/>
                      <a:pt x="1141" y="13"/>
                    </a:cubicBezTo>
                    <a:cubicBezTo>
                      <a:pt x="1140" y="12"/>
                      <a:pt x="1140" y="12"/>
                      <a:pt x="1139" y="11"/>
                    </a:cubicBezTo>
                    <a:cubicBezTo>
                      <a:pt x="1138" y="10"/>
                      <a:pt x="1139" y="10"/>
                      <a:pt x="1139" y="9"/>
                    </a:cubicBezTo>
                    <a:cubicBezTo>
                      <a:pt x="1139" y="7"/>
                      <a:pt x="1139" y="5"/>
                      <a:pt x="1139" y="3"/>
                    </a:cubicBezTo>
                    <a:cubicBezTo>
                      <a:pt x="1136" y="12"/>
                      <a:pt x="1133" y="20"/>
                      <a:pt x="1129" y="27"/>
                    </a:cubicBezTo>
                    <a:cubicBezTo>
                      <a:pt x="1092" y="89"/>
                      <a:pt x="1079" y="157"/>
                      <a:pt x="1041" y="218"/>
                    </a:cubicBezTo>
                    <a:cubicBezTo>
                      <a:pt x="1002" y="279"/>
                      <a:pt x="945" y="337"/>
                      <a:pt x="896" y="395"/>
                    </a:cubicBezTo>
                    <a:cubicBezTo>
                      <a:pt x="848" y="446"/>
                      <a:pt x="797" y="492"/>
                      <a:pt x="742" y="534"/>
                    </a:cubicBezTo>
                    <a:cubicBezTo>
                      <a:pt x="624" y="633"/>
                      <a:pt x="479" y="652"/>
                      <a:pt x="336" y="684"/>
                    </a:cubicBezTo>
                    <a:cubicBezTo>
                      <a:pt x="227" y="708"/>
                      <a:pt x="106" y="686"/>
                      <a:pt x="1" y="727"/>
                    </a:cubicBezTo>
                    <a:lnTo>
                      <a:pt x="0" y="728"/>
                    </a:lnTo>
                    <a:lnTo>
                      <a:pt x="0" y="729"/>
                    </a:lnTo>
                    <a:cubicBezTo>
                      <a:pt x="0" y="730"/>
                      <a:pt x="0" y="730"/>
                      <a:pt x="0" y="730"/>
                    </a:cubicBezTo>
                    <a:cubicBezTo>
                      <a:pt x="0" y="731"/>
                      <a:pt x="1" y="731"/>
                      <a:pt x="1" y="731"/>
                    </a:cubicBezTo>
                    <a:lnTo>
                      <a:pt x="2" y="732"/>
                    </a:lnTo>
                    <a:cubicBezTo>
                      <a:pt x="2" y="732"/>
                      <a:pt x="3" y="732"/>
                      <a:pt x="3" y="731"/>
                    </a:cubicBezTo>
                    <a:cubicBezTo>
                      <a:pt x="123" y="695"/>
                      <a:pt x="258" y="729"/>
                      <a:pt x="381" y="702"/>
                    </a:cubicBezTo>
                    <a:cubicBezTo>
                      <a:pt x="459" y="685"/>
                      <a:pt x="534" y="674"/>
                      <a:pt x="608" y="643"/>
                    </a:cubicBezTo>
                    <a:cubicBezTo>
                      <a:pt x="637" y="631"/>
                      <a:pt x="665" y="616"/>
                      <a:pt x="693" y="600"/>
                    </a:cubicBezTo>
                    <a:cubicBezTo>
                      <a:pt x="726" y="581"/>
                      <a:pt x="758" y="560"/>
                      <a:pt x="788" y="536"/>
                    </a:cubicBezTo>
                    <a:cubicBezTo>
                      <a:pt x="883" y="462"/>
                      <a:pt x="962" y="363"/>
                      <a:pt x="1030" y="265"/>
                    </a:cubicBezTo>
                    <a:cubicBezTo>
                      <a:pt x="1058" y="224"/>
                      <a:pt x="1095" y="174"/>
                      <a:pt x="1109" y="126"/>
                    </a:cubicBezTo>
                    <a:cubicBezTo>
                      <a:pt x="1120" y="93"/>
                      <a:pt x="1134" y="62"/>
                      <a:pt x="1151" y="32"/>
                    </a:cubicBezTo>
                    <a:cubicBezTo>
                      <a:pt x="1153" y="30"/>
                      <a:pt x="1154" y="27"/>
                      <a:pt x="1156" y="25"/>
                    </a:cubicBezTo>
                    <a:cubicBezTo>
                      <a:pt x="1159" y="17"/>
                      <a:pt x="1161" y="8"/>
                      <a:pt x="1161" y="0"/>
                    </a:cubicBezTo>
                    <a:cubicBezTo>
                      <a:pt x="1157" y="4"/>
                      <a:pt x="1152" y="8"/>
                      <a:pt x="114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9"/>
              <p:cNvSpPr/>
              <p:nvPr/>
            </p:nvSpPr>
            <p:spPr>
              <a:xfrm>
                <a:off x="1303205" y="-625895"/>
                <a:ext cx="99360" cy="30240"/>
              </a:xfrm>
              <a:custGeom>
                <a:rect b="b" l="l" r="r" t="t"/>
                <a:pathLst>
                  <a:path extrusionOk="0" h="84" w="276">
                    <a:moveTo>
                      <a:pt x="267" y="23"/>
                    </a:moveTo>
                    <a:cubicBezTo>
                      <a:pt x="264" y="24"/>
                      <a:pt x="261" y="25"/>
                      <a:pt x="258" y="25"/>
                    </a:cubicBezTo>
                    <a:cubicBezTo>
                      <a:pt x="242" y="25"/>
                      <a:pt x="226" y="26"/>
                      <a:pt x="211" y="26"/>
                    </a:cubicBezTo>
                    <a:cubicBezTo>
                      <a:pt x="195" y="26"/>
                      <a:pt x="180" y="25"/>
                      <a:pt x="165" y="25"/>
                    </a:cubicBezTo>
                    <a:cubicBezTo>
                      <a:pt x="138" y="18"/>
                      <a:pt x="112" y="10"/>
                      <a:pt x="86" y="0"/>
                    </a:cubicBezTo>
                    <a:lnTo>
                      <a:pt x="81" y="0"/>
                    </a:lnTo>
                    <a:cubicBezTo>
                      <a:pt x="80" y="2"/>
                      <a:pt x="78" y="4"/>
                      <a:pt x="75" y="5"/>
                    </a:cubicBezTo>
                    <a:lnTo>
                      <a:pt x="74" y="6"/>
                    </a:lnTo>
                    <a:cubicBezTo>
                      <a:pt x="66" y="9"/>
                      <a:pt x="58" y="11"/>
                      <a:pt x="50" y="11"/>
                    </a:cubicBezTo>
                    <a:cubicBezTo>
                      <a:pt x="50" y="14"/>
                      <a:pt x="49" y="17"/>
                      <a:pt x="49" y="19"/>
                    </a:cubicBezTo>
                    <a:cubicBezTo>
                      <a:pt x="47" y="25"/>
                      <a:pt x="40" y="26"/>
                      <a:pt x="40" y="31"/>
                    </a:cubicBezTo>
                    <a:cubicBezTo>
                      <a:pt x="40" y="32"/>
                      <a:pt x="40" y="32"/>
                      <a:pt x="40" y="33"/>
                    </a:cubicBezTo>
                    <a:lnTo>
                      <a:pt x="39" y="34"/>
                    </a:lnTo>
                    <a:cubicBezTo>
                      <a:pt x="38" y="34"/>
                      <a:pt x="38" y="35"/>
                      <a:pt x="37" y="35"/>
                    </a:cubicBezTo>
                    <a:cubicBezTo>
                      <a:pt x="37" y="35"/>
                      <a:pt x="36" y="34"/>
                      <a:pt x="35" y="34"/>
                    </a:cubicBezTo>
                    <a:cubicBezTo>
                      <a:pt x="35" y="34"/>
                      <a:pt x="35" y="33"/>
                      <a:pt x="34" y="33"/>
                    </a:cubicBezTo>
                    <a:lnTo>
                      <a:pt x="34" y="32"/>
                    </a:lnTo>
                    <a:lnTo>
                      <a:pt x="28" y="38"/>
                    </a:lnTo>
                    <a:lnTo>
                      <a:pt x="27" y="39"/>
                    </a:lnTo>
                    <a:cubicBezTo>
                      <a:pt x="26" y="40"/>
                      <a:pt x="26" y="39"/>
                      <a:pt x="25" y="39"/>
                    </a:cubicBezTo>
                    <a:cubicBezTo>
                      <a:pt x="24" y="39"/>
                      <a:pt x="24" y="40"/>
                      <a:pt x="23" y="39"/>
                    </a:cubicBezTo>
                    <a:cubicBezTo>
                      <a:pt x="22" y="38"/>
                      <a:pt x="22" y="38"/>
                      <a:pt x="21" y="37"/>
                    </a:cubicBezTo>
                    <a:cubicBezTo>
                      <a:pt x="21" y="36"/>
                      <a:pt x="21" y="36"/>
                      <a:pt x="21" y="35"/>
                    </a:cubicBezTo>
                    <a:cubicBezTo>
                      <a:pt x="21" y="33"/>
                      <a:pt x="21" y="30"/>
                      <a:pt x="21" y="27"/>
                    </a:cubicBezTo>
                    <a:cubicBezTo>
                      <a:pt x="16" y="31"/>
                      <a:pt x="12" y="36"/>
                      <a:pt x="9" y="42"/>
                    </a:cubicBezTo>
                    <a:cubicBezTo>
                      <a:pt x="3" y="53"/>
                      <a:pt x="0" y="65"/>
                      <a:pt x="0" y="77"/>
                    </a:cubicBezTo>
                    <a:cubicBezTo>
                      <a:pt x="0" y="79"/>
                      <a:pt x="0" y="81"/>
                      <a:pt x="0" y="83"/>
                    </a:cubicBezTo>
                    <a:cubicBezTo>
                      <a:pt x="7" y="60"/>
                      <a:pt x="10" y="40"/>
                      <a:pt x="41" y="37"/>
                    </a:cubicBezTo>
                    <a:cubicBezTo>
                      <a:pt x="46" y="37"/>
                      <a:pt x="46" y="43"/>
                      <a:pt x="41" y="44"/>
                    </a:cubicBezTo>
                    <a:cubicBezTo>
                      <a:pt x="28" y="46"/>
                      <a:pt x="24" y="63"/>
                      <a:pt x="21" y="78"/>
                    </a:cubicBezTo>
                    <a:cubicBezTo>
                      <a:pt x="41" y="56"/>
                      <a:pt x="54" y="30"/>
                      <a:pt x="93" y="29"/>
                    </a:cubicBezTo>
                    <a:cubicBezTo>
                      <a:pt x="97" y="29"/>
                      <a:pt x="101" y="29"/>
                      <a:pt x="105" y="29"/>
                    </a:cubicBezTo>
                    <a:cubicBezTo>
                      <a:pt x="131" y="29"/>
                      <a:pt x="158" y="31"/>
                      <a:pt x="184" y="35"/>
                    </a:cubicBezTo>
                    <a:cubicBezTo>
                      <a:pt x="194" y="38"/>
                      <a:pt x="205" y="39"/>
                      <a:pt x="215" y="39"/>
                    </a:cubicBezTo>
                    <a:cubicBezTo>
                      <a:pt x="236" y="39"/>
                      <a:pt x="257" y="34"/>
                      <a:pt x="275" y="24"/>
                    </a:cubicBezTo>
                    <a:lnTo>
                      <a:pt x="274" y="24"/>
                    </a:lnTo>
                    <a:cubicBezTo>
                      <a:pt x="271" y="24"/>
                      <a:pt x="269" y="24"/>
                      <a:pt x="26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9"/>
              <p:cNvSpPr/>
              <p:nvPr/>
            </p:nvSpPr>
            <p:spPr>
              <a:xfrm>
                <a:off x="1302845" y="-612935"/>
                <a:ext cx="16920" cy="21240"/>
              </a:xfrm>
              <a:custGeom>
                <a:rect b="b" l="l" r="r" t="t"/>
                <a:pathLst>
                  <a:path extrusionOk="0" h="59" w="47">
                    <a:moveTo>
                      <a:pt x="41" y="8"/>
                    </a:moveTo>
                    <a:cubicBezTo>
                      <a:pt x="46" y="8"/>
                      <a:pt x="45" y="0"/>
                      <a:pt x="41" y="1"/>
                    </a:cubicBezTo>
                    <a:cubicBezTo>
                      <a:pt x="10" y="4"/>
                      <a:pt x="7" y="24"/>
                      <a:pt x="0" y="48"/>
                    </a:cubicBezTo>
                    <a:cubicBezTo>
                      <a:pt x="0" y="50"/>
                      <a:pt x="0" y="52"/>
                      <a:pt x="0" y="54"/>
                    </a:cubicBezTo>
                    <a:lnTo>
                      <a:pt x="1" y="55"/>
                    </a:lnTo>
                    <a:cubicBezTo>
                      <a:pt x="2" y="56"/>
                      <a:pt x="2" y="57"/>
                      <a:pt x="2" y="57"/>
                    </a:cubicBezTo>
                    <a:cubicBezTo>
                      <a:pt x="3" y="57"/>
                      <a:pt x="4" y="58"/>
                      <a:pt x="5" y="58"/>
                    </a:cubicBezTo>
                    <a:cubicBezTo>
                      <a:pt x="6" y="58"/>
                      <a:pt x="6" y="57"/>
                      <a:pt x="7" y="57"/>
                    </a:cubicBezTo>
                    <a:cubicBezTo>
                      <a:pt x="7" y="57"/>
                      <a:pt x="8" y="57"/>
                      <a:pt x="8" y="56"/>
                    </a:cubicBezTo>
                    <a:cubicBezTo>
                      <a:pt x="13" y="52"/>
                      <a:pt x="18" y="48"/>
                      <a:pt x="22" y="43"/>
                    </a:cubicBezTo>
                    <a:cubicBezTo>
                      <a:pt x="25" y="27"/>
                      <a:pt x="28" y="11"/>
                      <a:pt x="4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9"/>
              <p:cNvSpPr/>
              <p:nvPr/>
            </p:nvSpPr>
            <p:spPr>
              <a:xfrm>
                <a:off x="1315085" y="-621575"/>
                <a:ext cx="6480" cy="8640"/>
              </a:xfrm>
              <a:custGeom>
                <a:rect b="b" l="l" r="r" t="t"/>
                <a:pathLst>
                  <a:path extrusionOk="0" h="24" w="18">
                    <a:moveTo>
                      <a:pt x="9" y="10"/>
                    </a:moveTo>
                    <a:cubicBezTo>
                      <a:pt x="7" y="14"/>
                      <a:pt x="4" y="18"/>
                      <a:pt x="0" y="21"/>
                    </a:cubicBezTo>
                    <a:cubicBezTo>
                      <a:pt x="1" y="22"/>
                      <a:pt x="1" y="21"/>
                      <a:pt x="2" y="22"/>
                    </a:cubicBezTo>
                    <a:cubicBezTo>
                      <a:pt x="3" y="23"/>
                      <a:pt x="3" y="23"/>
                      <a:pt x="3" y="23"/>
                    </a:cubicBezTo>
                    <a:cubicBezTo>
                      <a:pt x="4" y="23"/>
                      <a:pt x="4" y="23"/>
                      <a:pt x="5" y="22"/>
                    </a:cubicBezTo>
                    <a:cubicBezTo>
                      <a:pt x="6" y="21"/>
                      <a:pt x="5" y="22"/>
                      <a:pt x="6" y="21"/>
                    </a:cubicBezTo>
                    <a:cubicBezTo>
                      <a:pt x="7" y="20"/>
                      <a:pt x="7" y="20"/>
                      <a:pt x="7" y="20"/>
                    </a:cubicBezTo>
                    <a:cubicBezTo>
                      <a:pt x="7" y="15"/>
                      <a:pt x="13" y="13"/>
                      <a:pt x="15" y="8"/>
                    </a:cubicBezTo>
                    <a:cubicBezTo>
                      <a:pt x="16" y="5"/>
                      <a:pt x="16" y="2"/>
                      <a:pt x="17" y="0"/>
                    </a:cubicBezTo>
                    <a:lnTo>
                      <a:pt x="15" y="0"/>
                    </a:lnTo>
                    <a:cubicBezTo>
                      <a:pt x="14" y="0"/>
                      <a:pt x="10" y="9"/>
                      <a:pt x="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9"/>
              <p:cNvSpPr/>
              <p:nvPr/>
            </p:nvSpPr>
            <p:spPr>
              <a:xfrm>
                <a:off x="1306445" y="-639575"/>
                <a:ext cx="5760" cy="3960"/>
              </a:xfrm>
              <a:custGeom>
                <a:rect b="b" l="l" r="r" t="t"/>
                <a:pathLst>
                  <a:path extrusionOk="0" h="11" w="16">
                    <a:moveTo>
                      <a:pt x="11" y="10"/>
                    </a:moveTo>
                    <a:cubicBezTo>
                      <a:pt x="12" y="10"/>
                      <a:pt x="13" y="10"/>
                      <a:pt x="13" y="10"/>
                    </a:cubicBezTo>
                    <a:cubicBezTo>
                      <a:pt x="14" y="9"/>
                      <a:pt x="14" y="9"/>
                      <a:pt x="15" y="8"/>
                    </a:cubicBezTo>
                    <a:cubicBezTo>
                      <a:pt x="15" y="8"/>
                      <a:pt x="15" y="7"/>
                      <a:pt x="15" y="6"/>
                    </a:cubicBezTo>
                    <a:lnTo>
                      <a:pt x="15" y="5"/>
                    </a:lnTo>
                    <a:cubicBezTo>
                      <a:pt x="14" y="4"/>
                      <a:pt x="14" y="4"/>
                      <a:pt x="13" y="3"/>
                    </a:cubicBezTo>
                    <a:cubicBezTo>
                      <a:pt x="13" y="3"/>
                      <a:pt x="12" y="3"/>
                      <a:pt x="11" y="3"/>
                    </a:cubicBezTo>
                    <a:cubicBezTo>
                      <a:pt x="8" y="3"/>
                      <a:pt x="7" y="0"/>
                      <a:pt x="4" y="0"/>
                    </a:cubicBezTo>
                    <a:cubicBezTo>
                      <a:pt x="0" y="0"/>
                      <a:pt x="4" y="0"/>
                      <a:pt x="3" y="0"/>
                    </a:cubicBezTo>
                    <a:lnTo>
                      <a:pt x="3" y="3"/>
                    </a:lnTo>
                    <a:cubicBezTo>
                      <a:pt x="2" y="8"/>
                      <a:pt x="7" y="10"/>
                      <a:pt x="1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9"/>
              <p:cNvSpPr/>
              <p:nvPr/>
            </p:nvSpPr>
            <p:spPr>
              <a:xfrm>
                <a:off x="1405445" y="-643175"/>
                <a:ext cx="9000" cy="4320"/>
              </a:xfrm>
              <a:custGeom>
                <a:rect b="b" l="l" r="r" t="t"/>
                <a:pathLst>
                  <a:path extrusionOk="0" h="12" w="25">
                    <a:moveTo>
                      <a:pt x="13" y="5"/>
                    </a:moveTo>
                    <a:cubicBezTo>
                      <a:pt x="16" y="7"/>
                      <a:pt x="19" y="9"/>
                      <a:pt x="21" y="11"/>
                    </a:cubicBezTo>
                    <a:lnTo>
                      <a:pt x="24" y="3"/>
                    </a:lnTo>
                    <a:cubicBezTo>
                      <a:pt x="16" y="2"/>
                      <a:pt x="8" y="1"/>
                      <a:pt x="0" y="0"/>
                    </a:cubicBezTo>
                    <a:cubicBezTo>
                      <a:pt x="5" y="1"/>
                      <a:pt x="9" y="3"/>
                      <a:pt x="1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9"/>
              <p:cNvSpPr/>
              <p:nvPr/>
            </p:nvSpPr>
            <p:spPr>
              <a:xfrm>
                <a:off x="1321925" y="-696455"/>
                <a:ext cx="56520" cy="61560"/>
              </a:xfrm>
              <a:custGeom>
                <a:rect b="b" l="l" r="r" t="t"/>
                <a:pathLst>
                  <a:path extrusionOk="0" h="171" w="157">
                    <a:moveTo>
                      <a:pt x="21" y="139"/>
                    </a:moveTo>
                    <a:cubicBezTo>
                      <a:pt x="22" y="148"/>
                      <a:pt x="17" y="156"/>
                      <a:pt x="23" y="163"/>
                    </a:cubicBezTo>
                    <a:cubicBezTo>
                      <a:pt x="30" y="161"/>
                      <a:pt x="37" y="160"/>
                      <a:pt x="44" y="160"/>
                    </a:cubicBezTo>
                    <a:cubicBezTo>
                      <a:pt x="51" y="160"/>
                      <a:pt x="58" y="161"/>
                      <a:pt x="65" y="163"/>
                    </a:cubicBezTo>
                    <a:cubicBezTo>
                      <a:pt x="81" y="166"/>
                      <a:pt x="96" y="169"/>
                      <a:pt x="112" y="170"/>
                    </a:cubicBezTo>
                    <a:cubicBezTo>
                      <a:pt x="116" y="167"/>
                      <a:pt x="120" y="163"/>
                      <a:pt x="124" y="161"/>
                    </a:cubicBezTo>
                    <a:cubicBezTo>
                      <a:pt x="134" y="155"/>
                      <a:pt x="145" y="152"/>
                      <a:pt x="156" y="152"/>
                    </a:cubicBezTo>
                    <a:lnTo>
                      <a:pt x="143" y="152"/>
                    </a:lnTo>
                    <a:cubicBezTo>
                      <a:pt x="115" y="152"/>
                      <a:pt x="4" y="169"/>
                      <a:pt x="30" y="109"/>
                    </a:cubicBezTo>
                    <a:cubicBezTo>
                      <a:pt x="42" y="79"/>
                      <a:pt x="48" y="46"/>
                      <a:pt x="48" y="13"/>
                    </a:cubicBezTo>
                    <a:cubicBezTo>
                      <a:pt x="48" y="9"/>
                      <a:pt x="48" y="6"/>
                      <a:pt x="48" y="2"/>
                    </a:cubicBezTo>
                    <a:cubicBezTo>
                      <a:pt x="47" y="3"/>
                      <a:pt x="47" y="4"/>
                      <a:pt x="46" y="4"/>
                    </a:cubicBezTo>
                    <a:cubicBezTo>
                      <a:pt x="44" y="5"/>
                      <a:pt x="42" y="5"/>
                      <a:pt x="41" y="5"/>
                    </a:cubicBezTo>
                    <a:cubicBezTo>
                      <a:pt x="39" y="5"/>
                      <a:pt x="38" y="5"/>
                      <a:pt x="37" y="4"/>
                    </a:cubicBezTo>
                    <a:cubicBezTo>
                      <a:pt x="36" y="3"/>
                      <a:pt x="35" y="2"/>
                      <a:pt x="34" y="1"/>
                    </a:cubicBezTo>
                    <a:cubicBezTo>
                      <a:pt x="34" y="0"/>
                      <a:pt x="34" y="0"/>
                      <a:pt x="34" y="0"/>
                    </a:cubicBezTo>
                    <a:cubicBezTo>
                      <a:pt x="30" y="25"/>
                      <a:pt x="24" y="50"/>
                      <a:pt x="20" y="71"/>
                    </a:cubicBezTo>
                    <a:cubicBezTo>
                      <a:pt x="17" y="83"/>
                      <a:pt x="5" y="104"/>
                      <a:pt x="0" y="123"/>
                    </a:cubicBezTo>
                    <a:cubicBezTo>
                      <a:pt x="1" y="123"/>
                      <a:pt x="1" y="123"/>
                      <a:pt x="2" y="123"/>
                    </a:cubicBezTo>
                    <a:cubicBezTo>
                      <a:pt x="5" y="123"/>
                      <a:pt x="9" y="124"/>
                      <a:pt x="12" y="126"/>
                    </a:cubicBezTo>
                    <a:cubicBezTo>
                      <a:pt x="15" y="128"/>
                      <a:pt x="17" y="130"/>
                      <a:pt x="19" y="133"/>
                    </a:cubicBezTo>
                    <a:cubicBezTo>
                      <a:pt x="20" y="135"/>
                      <a:pt x="21" y="137"/>
                      <a:pt x="21" y="1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9"/>
              <p:cNvSpPr/>
              <p:nvPr/>
            </p:nvSpPr>
            <p:spPr>
              <a:xfrm>
                <a:off x="1413005" y="-642095"/>
                <a:ext cx="4320" cy="4680"/>
              </a:xfrm>
              <a:custGeom>
                <a:rect b="b" l="l" r="r" t="t"/>
                <a:pathLst>
                  <a:path extrusionOk="0" h="13" w="12">
                    <a:moveTo>
                      <a:pt x="4" y="12"/>
                    </a:moveTo>
                    <a:lnTo>
                      <a:pt x="6" y="12"/>
                    </a:lnTo>
                    <a:cubicBezTo>
                      <a:pt x="7" y="12"/>
                      <a:pt x="6" y="12"/>
                      <a:pt x="7" y="11"/>
                    </a:cubicBezTo>
                    <a:cubicBezTo>
                      <a:pt x="8" y="10"/>
                      <a:pt x="9" y="10"/>
                      <a:pt x="10" y="9"/>
                    </a:cubicBezTo>
                    <a:cubicBezTo>
                      <a:pt x="11" y="8"/>
                      <a:pt x="10" y="7"/>
                      <a:pt x="10" y="6"/>
                    </a:cubicBezTo>
                    <a:cubicBezTo>
                      <a:pt x="10" y="5"/>
                      <a:pt x="11" y="4"/>
                      <a:pt x="10" y="3"/>
                    </a:cubicBezTo>
                    <a:cubicBezTo>
                      <a:pt x="9" y="2"/>
                      <a:pt x="8" y="2"/>
                      <a:pt x="7" y="1"/>
                    </a:cubicBezTo>
                    <a:lnTo>
                      <a:pt x="6" y="0"/>
                    </a:lnTo>
                    <a:lnTo>
                      <a:pt x="2" y="0"/>
                    </a:lnTo>
                    <a:lnTo>
                      <a:pt x="0" y="9"/>
                    </a:lnTo>
                    <a:cubicBezTo>
                      <a:pt x="1" y="10"/>
                      <a:pt x="3" y="11"/>
                      <a:pt x="4"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9"/>
              <p:cNvSpPr/>
              <p:nvPr/>
            </p:nvSpPr>
            <p:spPr>
              <a:xfrm>
                <a:off x="1081805" y="-1188935"/>
                <a:ext cx="7200" cy="2880"/>
              </a:xfrm>
              <a:custGeom>
                <a:rect b="b" l="l" r="r" t="t"/>
                <a:pathLst>
                  <a:path extrusionOk="0" h="8" w="20">
                    <a:moveTo>
                      <a:pt x="0" y="0"/>
                    </a:moveTo>
                    <a:cubicBezTo>
                      <a:pt x="6" y="3"/>
                      <a:pt x="13" y="5"/>
                      <a:pt x="19" y="7"/>
                    </a:cubicBezTo>
                    <a:cubicBezTo>
                      <a:pt x="13" y="5"/>
                      <a:pt x="6"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9"/>
              <p:cNvSpPr/>
              <p:nvPr/>
            </p:nvSpPr>
            <p:spPr>
              <a:xfrm>
                <a:off x="1089365" y="-1182095"/>
                <a:ext cx="256320" cy="486360"/>
              </a:xfrm>
              <a:custGeom>
                <a:rect b="b" l="l" r="r" t="t"/>
                <a:pathLst>
                  <a:path extrusionOk="0" h="1351" w="712">
                    <a:moveTo>
                      <a:pt x="689" y="1280"/>
                    </a:moveTo>
                    <a:cubicBezTo>
                      <a:pt x="692" y="1302"/>
                      <a:pt x="693" y="1326"/>
                      <a:pt x="693" y="1350"/>
                    </a:cubicBezTo>
                    <a:cubicBezTo>
                      <a:pt x="694" y="1350"/>
                      <a:pt x="695" y="1350"/>
                      <a:pt x="695" y="1349"/>
                    </a:cubicBezTo>
                    <a:cubicBezTo>
                      <a:pt x="696" y="1347"/>
                      <a:pt x="696" y="1346"/>
                      <a:pt x="696" y="1345"/>
                    </a:cubicBezTo>
                    <a:cubicBezTo>
                      <a:pt x="700" y="1310"/>
                      <a:pt x="711" y="1275"/>
                      <a:pt x="711" y="1241"/>
                    </a:cubicBezTo>
                    <a:cubicBezTo>
                      <a:pt x="711" y="1190"/>
                      <a:pt x="711" y="1140"/>
                      <a:pt x="711" y="1089"/>
                    </a:cubicBezTo>
                    <a:cubicBezTo>
                      <a:pt x="711" y="1008"/>
                      <a:pt x="698" y="928"/>
                      <a:pt x="676" y="850"/>
                    </a:cubicBezTo>
                    <a:cubicBezTo>
                      <a:pt x="663" y="806"/>
                      <a:pt x="643" y="765"/>
                      <a:pt x="630" y="722"/>
                    </a:cubicBezTo>
                    <a:cubicBezTo>
                      <a:pt x="616" y="674"/>
                      <a:pt x="611" y="621"/>
                      <a:pt x="591" y="575"/>
                    </a:cubicBezTo>
                    <a:cubicBezTo>
                      <a:pt x="569" y="528"/>
                      <a:pt x="545" y="482"/>
                      <a:pt x="519" y="437"/>
                    </a:cubicBezTo>
                    <a:cubicBezTo>
                      <a:pt x="512" y="425"/>
                      <a:pt x="505" y="412"/>
                      <a:pt x="498" y="400"/>
                    </a:cubicBezTo>
                    <a:cubicBezTo>
                      <a:pt x="466" y="343"/>
                      <a:pt x="414" y="293"/>
                      <a:pt x="367" y="249"/>
                    </a:cubicBezTo>
                    <a:cubicBezTo>
                      <a:pt x="342" y="226"/>
                      <a:pt x="315" y="190"/>
                      <a:pt x="289" y="171"/>
                    </a:cubicBezTo>
                    <a:cubicBezTo>
                      <a:pt x="254" y="147"/>
                      <a:pt x="234" y="107"/>
                      <a:pt x="197" y="84"/>
                    </a:cubicBezTo>
                    <a:cubicBezTo>
                      <a:pt x="187" y="78"/>
                      <a:pt x="176" y="72"/>
                      <a:pt x="165" y="65"/>
                    </a:cubicBezTo>
                    <a:cubicBezTo>
                      <a:pt x="122" y="40"/>
                      <a:pt x="77" y="18"/>
                      <a:pt x="31" y="0"/>
                    </a:cubicBezTo>
                    <a:lnTo>
                      <a:pt x="31" y="1"/>
                    </a:lnTo>
                    <a:cubicBezTo>
                      <a:pt x="31" y="2"/>
                      <a:pt x="31" y="2"/>
                      <a:pt x="31" y="2"/>
                    </a:cubicBezTo>
                    <a:lnTo>
                      <a:pt x="31" y="6"/>
                    </a:lnTo>
                    <a:cubicBezTo>
                      <a:pt x="33" y="18"/>
                      <a:pt x="11" y="22"/>
                      <a:pt x="9" y="10"/>
                    </a:cubicBezTo>
                    <a:cubicBezTo>
                      <a:pt x="9" y="13"/>
                      <a:pt x="6" y="14"/>
                      <a:pt x="0" y="14"/>
                    </a:cubicBezTo>
                    <a:lnTo>
                      <a:pt x="24" y="25"/>
                    </a:lnTo>
                    <a:cubicBezTo>
                      <a:pt x="89" y="51"/>
                      <a:pt x="177" y="80"/>
                      <a:pt x="224" y="134"/>
                    </a:cubicBezTo>
                    <a:cubicBezTo>
                      <a:pt x="312" y="235"/>
                      <a:pt x="432" y="320"/>
                      <a:pt x="495" y="440"/>
                    </a:cubicBezTo>
                    <a:cubicBezTo>
                      <a:pt x="512" y="474"/>
                      <a:pt x="534" y="503"/>
                      <a:pt x="550" y="537"/>
                    </a:cubicBezTo>
                    <a:cubicBezTo>
                      <a:pt x="568" y="577"/>
                      <a:pt x="583" y="619"/>
                      <a:pt x="593" y="662"/>
                    </a:cubicBezTo>
                    <a:cubicBezTo>
                      <a:pt x="615" y="748"/>
                      <a:pt x="649" y="829"/>
                      <a:pt x="666" y="916"/>
                    </a:cubicBezTo>
                    <a:cubicBezTo>
                      <a:pt x="673" y="950"/>
                      <a:pt x="691" y="995"/>
                      <a:pt x="690" y="1029"/>
                    </a:cubicBezTo>
                    <a:cubicBezTo>
                      <a:pt x="688" y="1069"/>
                      <a:pt x="688" y="1107"/>
                      <a:pt x="688" y="1147"/>
                    </a:cubicBezTo>
                    <a:cubicBezTo>
                      <a:pt x="688" y="1186"/>
                      <a:pt x="695" y="1239"/>
                      <a:pt x="679" y="1279"/>
                    </a:cubicBezTo>
                    <a:cubicBezTo>
                      <a:pt x="677" y="1290"/>
                      <a:pt x="675" y="1301"/>
                      <a:pt x="675" y="1312"/>
                    </a:cubicBezTo>
                    <a:cubicBezTo>
                      <a:pt x="675" y="1323"/>
                      <a:pt x="677" y="1334"/>
                      <a:pt x="679" y="1345"/>
                    </a:cubicBezTo>
                    <a:cubicBezTo>
                      <a:pt x="679" y="1346"/>
                      <a:pt x="679" y="1346"/>
                      <a:pt x="679" y="1347"/>
                    </a:cubicBezTo>
                    <a:lnTo>
                      <a:pt x="679" y="1348"/>
                    </a:lnTo>
                    <a:cubicBezTo>
                      <a:pt x="683" y="1326"/>
                      <a:pt x="685" y="1304"/>
                      <a:pt x="685" y="1281"/>
                    </a:cubicBezTo>
                    <a:cubicBezTo>
                      <a:pt x="685" y="1278"/>
                      <a:pt x="689" y="1278"/>
                      <a:pt x="689" y="128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9"/>
              <p:cNvSpPr/>
              <p:nvPr/>
            </p:nvSpPr>
            <p:spPr>
              <a:xfrm>
                <a:off x="1040045" y="-1196855"/>
                <a:ext cx="18720" cy="6840"/>
              </a:xfrm>
              <a:custGeom>
                <a:rect b="b" l="l" r="r" t="t"/>
                <a:pathLst>
                  <a:path extrusionOk="0" h="19" w="52">
                    <a:moveTo>
                      <a:pt x="0" y="0"/>
                    </a:moveTo>
                    <a:cubicBezTo>
                      <a:pt x="17" y="5"/>
                      <a:pt x="34" y="12"/>
                      <a:pt x="51" y="18"/>
                    </a:cubicBezTo>
                    <a:cubicBezTo>
                      <a:pt x="41" y="14"/>
                      <a:pt x="31" y="10"/>
                      <a:pt x="22" y="6"/>
                    </a:cubicBezTo>
                    <a:cubicBezTo>
                      <a:pt x="13" y="2"/>
                      <a:pt x="7" y="2"/>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9"/>
              <p:cNvSpPr/>
              <p:nvPr/>
            </p:nvSpPr>
            <p:spPr>
              <a:xfrm>
                <a:off x="1333805" y="-722015"/>
                <a:ext cx="5400" cy="27360"/>
              </a:xfrm>
              <a:custGeom>
                <a:rect b="b" l="l" r="r" t="t"/>
                <a:pathLst>
                  <a:path extrusionOk="0" h="76" w="15">
                    <a:moveTo>
                      <a:pt x="14" y="71"/>
                    </a:moveTo>
                    <a:cubicBezTo>
                      <a:pt x="14" y="47"/>
                      <a:pt x="12" y="23"/>
                      <a:pt x="10" y="1"/>
                    </a:cubicBezTo>
                    <a:cubicBezTo>
                      <a:pt x="10" y="0"/>
                      <a:pt x="6" y="0"/>
                      <a:pt x="6" y="1"/>
                    </a:cubicBezTo>
                    <a:cubicBezTo>
                      <a:pt x="6" y="24"/>
                      <a:pt x="4" y="47"/>
                      <a:pt x="0" y="69"/>
                    </a:cubicBezTo>
                    <a:lnTo>
                      <a:pt x="0" y="70"/>
                    </a:lnTo>
                    <a:cubicBezTo>
                      <a:pt x="1" y="71"/>
                      <a:pt x="2" y="72"/>
                      <a:pt x="4" y="73"/>
                    </a:cubicBezTo>
                    <a:cubicBezTo>
                      <a:pt x="6" y="75"/>
                      <a:pt x="6" y="74"/>
                      <a:pt x="8" y="74"/>
                    </a:cubicBezTo>
                    <a:cubicBezTo>
                      <a:pt x="9" y="74"/>
                      <a:pt x="11" y="74"/>
                      <a:pt x="12" y="73"/>
                    </a:cubicBezTo>
                    <a:cubicBezTo>
                      <a:pt x="13" y="73"/>
                      <a:pt x="13" y="72"/>
                      <a:pt x="14"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9"/>
              <p:cNvSpPr/>
              <p:nvPr/>
            </p:nvSpPr>
            <p:spPr>
              <a:xfrm>
                <a:off x="1382045" y="-950975"/>
                <a:ext cx="8280" cy="24840"/>
              </a:xfrm>
              <a:custGeom>
                <a:rect b="b" l="l" r="r" t="t"/>
                <a:pathLst>
                  <a:path extrusionOk="0" h="69" w="23">
                    <a:moveTo>
                      <a:pt x="6" y="0"/>
                    </a:moveTo>
                    <a:cubicBezTo>
                      <a:pt x="5" y="0"/>
                      <a:pt x="4" y="0"/>
                      <a:pt x="3" y="0"/>
                    </a:cubicBezTo>
                    <a:cubicBezTo>
                      <a:pt x="2" y="0"/>
                      <a:pt x="1" y="0"/>
                      <a:pt x="0" y="0"/>
                    </a:cubicBezTo>
                    <a:cubicBezTo>
                      <a:pt x="6" y="22"/>
                      <a:pt x="14" y="45"/>
                      <a:pt x="22" y="68"/>
                    </a:cubicBezTo>
                    <a:cubicBezTo>
                      <a:pt x="16" y="45"/>
                      <a:pt x="10" y="22"/>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9"/>
              <p:cNvSpPr/>
              <p:nvPr/>
            </p:nvSpPr>
            <p:spPr>
              <a:xfrm>
                <a:off x="1274765" y="-1126295"/>
                <a:ext cx="63000" cy="70560"/>
              </a:xfrm>
              <a:custGeom>
                <a:rect b="b" l="l" r="r" t="t"/>
                <a:pathLst>
                  <a:path extrusionOk="0" h="196" w="175">
                    <a:moveTo>
                      <a:pt x="174" y="195"/>
                    </a:moveTo>
                    <a:cubicBezTo>
                      <a:pt x="158" y="171"/>
                      <a:pt x="142" y="147"/>
                      <a:pt x="125" y="124"/>
                    </a:cubicBezTo>
                    <a:cubicBezTo>
                      <a:pt x="106" y="101"/>
                      <a:pt x="85" y="80"/>
                      <a:pt x="61" y="61"/>
                    </a:cubicBezTo>
                    <a:cubicBezTo>
                      <a:pt x="42" y="46"/>
                      <a:pt x="27" y="22"/>
                      <a:pt x="7" y="6"/>
                    </a:cubicBezTo>
                    <a:lnTo>
                      <a:pt x="0" y="0"/>
                    </a:lnTo>
                    <a:cubicBezTo>
                      <a:pt x="44" y="43"/>
                      <a:pt x="80" y="94"/>
                      <a:pt x="123" y="138"/>
                    </a:cubicBezTo>
                    <a:cubicBezTo>
                      <a:pt x="139" y="157"/>
                      <a:pt x="157" y="176"/>
                      <a:pt x="174" y="1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9"/>
              <p:cNvSpPr/>
              <p:nvPr/>
            </p:nvSpPr>
            <p:spPr>
              <a:xfrm>
                <a:off x="1110965" y="-1238615"/>
                <a:ext cx="153360" cy="102600"/>
              </a:xfrm>
              <a:custGeom>
                <a:rect b="b" l="l" r="r" t="t"/>
                <a:pathLst>
                  <a:path extrusionOk="0" h="285" w="426">
                    <a:moveTo>
                      <a:pt x="51" y="21"/>
                    </a:moveTo>
                    <a:lnTo>
                      <a:pt x="51" y="24"/>
                    </a:lnTo>
                    <a:cubicBezTo>
                      <a:pt x="51" y="25"/>
                      <a:pt x="51" y="26"/>
                      <a:pt x="51" y="26"/>
                    </a:cubicBezTo>
                    <a:cubicBezTo>
                      <a:pt x="51" y="28"/>
                      <a:pt x="51" y="31"/>
                      <a:pt x="50" y="33"/>
                    </a:cubicBezTo>
                    <a:cubicBezTo>
                      <a:pt x="49" y="35"/>
                      <a:pt x="47" y="36"/>
                      <a:pt x="45" y="37"/>
                    </a:cubicBezTo>
                    <a:cubicBezTo>
                      <a:pt x="43" y="38"/>
                      <a:pt x="41" y="39"/>
                      <a:pt x="39" y="39"/>
                    </a:cubicBezTo>
                    <a:cubicBezTo>
                      <a:pt x="80" y="52"/>
                      <a:pt x="119" y="69"/>
                      <a:pt x="156" y="91"/>
                    </a:cubicBezTo>
                    <a:cubicBezTo>
                      <a:pt x="171" y="99"/>
                      <a:pt x="185" y="108"/>
                      <a:pt x="199" y="117"/>
                    </a:cubicBezTo>
                    <a:cubicBezTo>
                      <a:pt x="234" y="140"/>
                      <a:pt x="268" y="166"/>
                      <a:pt x="299" y="193"/>
                    </a:cubicBezTo>
                    <a:lnTo>
                      <a:pt x="332" y="226"/>
                    </a:lnTo>
                    <a:cubicBezTo>
                      <a:pt x="328" y="221"/>
                      <a:pt x="324" y="216"/>
                      <a:pt x="321" y="211"/>
                    </a:cubicBezTo>
                    <a:cubicBezTo>
                      <a:pt x="315" y="200"/>
                      <a:pt x="311" y="189"/>
                      <a:pt x="309" y="178"/>
                    </a:cubicBezTo>
                    <a:cubicBezTo>
                      <a:pt x="309" y="174"/>
                      <a:pt x="313" y="173"/>
                      <a:pt x="316" y="175"/>
                    </a:cubicBezTo>
                    <a:cubicBezTo>
                      <a:pt x="355" y="203"/>
                      <a:pt x="388" y="249"/>
                      <a:pt x="425" y="284"/>
                    </a:cubicBezTo>
                    <a:cubicBezTo>
                      <a:pt x="379" y="237"/>
                      <a:pt x="338" y="182"/>
                      <a:pt x="285" y="146"/>
                    </a:cubicBezTo>
                    <a:cubicBezTo>
                      <a:pt x="205" y="91"/>
                      <a:pt x="103" y="18"/>
                      <a:pt x="0" y="0"/>
                    </a:cubicBezTo>
                    <a:cubicBezTo>
                      <a:pt x="14" y="4"/>
                      <a:pt x="28" y="8"/>
                      <a:pt x="42" y="13"/>
                    </a:cubicBezTo>
                    <a:cubicBezTo>
                      <a:pt x="44" y="13"/>
                      <a:pt x="45" y="13"/>
                      <a:pt x="46" y="14"/>
                    </a:cubicBezTo>
                    <a:cubicBezTo>
                      <a:pt x="48" y="15"/>
                      <a:pt x="49" y="17"/>
                      <a:pt x="50" y="18"/>
                    </a:cubicBezTo>
                    <a:cubicBezTo>
                      <a:pt x="51" y="19"/>
                      <a:pt x="51" y="20"/>
                      <a:pt x="5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9"/>
              <p:cNvSpPr/>
              <p:nvPr/>
            </p:nvSpPr>
            <p:spPr>
              <a:xfrm>
                <a:off x="1410485" y="-866375"/>
                <a:ext cx="5400" cy="28440"/>
              </a:xfrm>
              <a:custGeom>
                <a:rect b="b" l="l" r="r" t="t"/>
                <a:pathLst>
                  <a:path extrusionOk="0" h="79" w="15">
                    <a:moveTo>
                      <a:pt x="0" y="0"/>
                    </a:moveTo>
                    <a:cubicBezTo>
                      <a:pt x="4" y="24"/>
                      <a:pt x="9" y="52"/>
                      <a:pt x="14" y="78"/>
                    </a:cubicBezTo>
                    <a:cubicBezTo>
                      <a:pt x="14" y="70"/>
                      <a:pt x="13" y="62"/>
                      <a:pt x="12" y="54"/>
                    </a:cubicBezTo>
                    <a:cubicBezTo>
                      <a:pt x="10" y="36"/>
                      <a:pt x="6" y="18"/>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9"/>
              <p:cNvSpPr/>
              <p:nvPr/>
            </p:nvSpPr>
            <p:spPr>
              <a:xfrm>
                <a:off x="1103405" y="-1232495"/>
                <a:ext cx="19800" cy="7560"/>
              </a:xfrm>
              <a:custGeom>
                <a:rect b="b" l="l" r="r" t="t"/>
                <a:pathLst>
                  <a:path extrusionOk="0" h="21" w="55">
                    <a:moveTo>
                      <a:pt x="51" y="14"/>
                    </a:moveTo>
                    <a:cubicBezTo>
                      <a:pt x="35" y="6"/>
                      <a:pt x="17" y="2"/>
                      <a:pt x="0" y="0"/>
                    </a:cubicBezTo>
                    <a:lnTo>
                      <a:pt x="54" y="20"/>
                    </a:lnTo>
                    <a:cubicBezTo>
                      <a:pt x="53" y="19"/>
                      <a:pt x="53" y="18"/>
                      <a:pt x="52" y="17"/>
                    </a:cubicBezTo>
                    <a:cubicBezTo>
                      <a:pt x="51" y="16"/>
                      <a:pt x="51" y="15"/>
                      <a:pt x="5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9"/>
              <p:cNvSpPr/>
              <p:nvPr/>
            </p:nvSpPr>
            <p:spPr>
              <a:xfrm>
                <a:off x="1354325" y="-1010375"/>
                <a:ext cx="10800" cy="21240"/>
              </a:xfrm>
              <a:custGeom>
                <a:rect b="b" l="l" r="r" t="t"/>
                <a:pathLst>
                  <a:path extrusionOk="0" h="59" w="30">
                    <a:moveTo>
                      <a:pt x="29" y="58"/>
                    </a:moveTo>
                    <a:cubicBezTo>
                      <a:pt x="22" y="41"/>
                      <a:pt x="14" y="25"/>
                      <a:pt x="5" y="9"/>
                    </a:cubicBezTo>
                    <a:cubicBezTo>
                      <a:pt x="4" y="7"/>
                      <a:pt x="3" y="6"/>
                      <a:pt x="2" y="4"/>
                    </a:cubicBezTo>
                    <a:lnTo>
                      <a:pt x="0" y="0"/>
                    </a:lnTo>
                    <a:cubicBezTo>
                      <a:pt x="4" y="9"/>
                      <a:pt x="9" y="18"/>
                      <a:pt x="13" y="27"/>
                    </a:cubicBezTo>
                    <a:cubicBezTo>
                      <a:pt x="17" y="36"/>
                      <a:pt x="24" y="48"/>
                      <a:pt x="29"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9"/>
              <p:cNvSpPr/>
              <p:nvPr/>
            </p:nvSpPr>
            <p:spPr>
              <a:xfrm>
                <a:off x="1058405" y="-1190375"/>
                <a:ext cx="31680" cy="14040"/>
              </a:xfrm>
              <a:custGeom>
                <a:rect b="b" l="l" r="r" t="t"/>
                <a:pathLst>
                  <a:path extrusionOk="0" h="39" w="88">
                    <a:moveTo>
                      <a:pt x="68" y="35"/>
                    </a:moveTo>
                    <a:cubicBezTo>
                      <a:pt x="73" y="37"/>
                      <a:pt x="79" y="38"/>
                      <a:pt x="84" y="38"/>
                    </a:cubicBezTo>
                    <a:cubicBezTo>
                      <a:pt x="85" y="38"/>
                      <a:pt x="86" y="38"/>
                      <a:pt x="87" y="38"/>
                    </a:cubicBezTo>
                    <a:cubicBezTo>
                      <a:pt x="58" y="25"/>
                      <a:pt x="30" y="12"/>
                      <a:pt x="0" y="0"/>
                    </a:cubicBezTo>
                    <a:cubicBezTo>
                      <a:pt x="23" y="11"/>
                      <a:pt x="44" y="23"/>
                      <a:pt x="68"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9"/>
              <p:cNvSpPr/>
              <p:nvPr/>
            </p:nvSpPr>
            <p:spPr>
              <a:xfrm>
                <a:off x="68045" y="-1244375"/>
                <a:ext cx="1014120" cy="55440"/>
              </a:xfrm>
              <a:custGeom>
                <a:rect b="b" l="l" r="r" t="t"/>
                <a:pathLst>
                  <a:path extrusionOk="0" h="154" w="2817">
                    <a:moveTo>
                      <a:pt x="13" y="51"/>
                    </a:moveTo>
                    <a:cubicBezTo>
                      <a:pt x="65" y="29"/>
                      <a:pt x="127" y="38"/>
                      <a:pt x="182" y="29"/>
                    </a:cubicBezTo>
                    <a:cubicBezTo>
                      <a:pt x="217" y="24"/>
                      <a:pt x="253" y="22"/>
                      <a:pt x="289" y="22"/>
                    </a:cubicBezTo>
                    <a:cubicBezTo>
                      <a:pt x="299" y="22"/>
                      <a:pt x="310" y="22"/>
                      <a:pt x="321" y="23"/>
                    </a:cubicBezTo>
                    <a:cubicBezTo>
                      <a:pt x="479" y="20"/>
                      <a:pt x="638" y="23"/>
                      <a:pt x="796" y="23"/>
                    </a:cubicBezTo>
                    <a:cubicBezTo>
                      <a:pt x="943" y="24"/>
                      <a:pt x="1089" y="23"/>
                      <a:pt x="1235" y="22"/>
                    </a:cubicBezTo>
                    <a:cubicBezTo>
                      <a:pt x="1290" y="22"/>
                      <a:pt x="1342" y="32"/>
                      <a:pt x="1396" y="35"/>
                    </a:cubicBezTo>
                    <a:cubicBezTo>
                      <a:pt x="1465" y="39"/>
                      <a:pt x="1536" y="33"/>
                      <a:pt x="1604" y="42"/>
                    </a:cubicBezTo>
                    <a:cubicBezTo>
                      <a:pt x="1727" y="58"/>
                      <a:pt x="1854" y="45"/>
                      <a:pt x="1978" y="53"/>
                    </a:cubicBezTo>
                    <a:cubicBezTo>
                      <a:pt x="2082" y="60"/>
                      <a:pt x="2187" y="69"/>
                      <a:pt x="2291" y="71"/>
                    </a:cubicBezTo>
                    <a:cubicBezTo>
                      <a:pt x="2338" y="71"/>
                      <a:pt x="2384" y="89"/>
                      <a:pt x="2431" y="88"/>
                    </a:cubicBezTo>
                    <a:cubicBezTo>
                      <a:pt x="2480" y="89"/>
                      <a:pt x="2528" y="96"/>
                      <a:pt x="2576" y="110"/>
                    </a:cubicBezTo>
                    <a:cubicBezTo>
                      <a:pt x="2615" y="119"/>
                      <a:pt x="2660" y="121"/>
                      <a:pt x="2700" y="131"/>
                    </a:cubicBezTo>
                    <a:cubicBezTo>
                      <a:pt x="2693" y="129"/>
                      <a:pt x="2685" y="127"/>
                      <a:pt x="2677" y="125"/>
                    </a:cubicBezTo>
                    <a:lnTo>
                      <a:pt x="2676" y="125"/>
                    </a:lnTo>
                    <a:cubicBezTo>
                      <a:pt x="2676" y="124"/>
                      <a:pt x="2676" y="124"/>
                      <a:pt x="2676" y="124"/>
                    </a:cubicBezTo>
                    <a:cubicBezTo>
                      <a:pt x="2675" y="123"/>
                      <a:pt x="2675" y="123"/>
                      <a:pt x="2675" y="123"/>
                    </a:cubicBezTo>
                    <a:cubicBezTo>
                      <a:pt x="2675" y="122"/>
                      <a:pt x="2675" y="123"/>
                      <a:pt x="2676" y="122"/>
                    </a:cubicBezTo>
                    <a:cubicBezTo>
                      <a:pt x="2677" y="121"/>
                      <a:pt x="2676" y="121"/>
                      <a:pt x="2676" y="121"/>
                    </a:cubicBezTo>
                    <a:lnTo>
                      <a:pt x="2677" y="121"/>
                    </a:lnTo>
                    <a:cubicBezTo>
                      <a:pt x="2724" y="127"/>
                      <a:pt x="2771" y="138"/>
                      <a:pt x="2816" y="153"/>
                    </a:cubicBezTo>
                    <a:cubicBezTo>
                      <a:pt x="2800" y="147"/>
                      <a:pt x="2786" y="138"/>
                      <a:pt x="2768" y="131"/>
                    </a:cubicBezTo>
                    <a:cubicBezTo>
                      <a:pt x="2735" y="118"/>
                      <a:pt x="2701" y="109"/>
                      <a:pt x="2666" y="102"/>
                    </a:cubicBezTo>
                    <a:cubicBezTo>
                      <a:pt x="2617" y="91"/>
                      <a:pt x="2565" y="84"/>
                      <a:pt x="2517" y="70"/>
                    </a:cubicBezTo>
                    <a:cubicBezTo>
                      <a:pt x="2476" y="59"/>
                      <a:pt x="2430" y="62"/>
                      <a:pt x="2389" y="56"/>
                    </a:cubicBezTo>
                    <a:cubicBezTo>
                      <a:pt x="2343" y="48"/>
                      <a:pt x="2297" y="43"/>
                      <a:pt x="2251" y="40"/>
                    </a:cubicBezTo>
                    <a:cubicBezTo>
                      <a:pt x="2204" y="40"/>
                      <a:pt x="2159" y="34"/>
                      <a:pt x="2113" y="33"/>
                    </a:cubicBezTo>
                    <a:cubicBezTo>
                      <a:pt x="2044" y="30"/>
                      <a:pt x="1973" y="33"/>
                      <a:pt x="1904" y="25"/>
                    </a:cubicBezTo>
                    <a:cubicBezTo>
                      <a:pt x="1781" y="11"/>
                      <a:pt x="1653" y="41"/>
                      <a:pt x="1530" y="23"/>
                    </a:cubicBezTo>
                    <a:cubicBezTo>
                      <a:pt x="1492" y="18"/>
                      <a:pt x="1453" y="15"/>
                      <a:pt x="1415" y="15"/>
                    </a:cubicBezTo>
                    <a:cubicBezTo>
                      <a:pt x="1405" y="15"/>
                      <a:pt x="1395" y="16"/>
                      <a:pt x="1385" y="16"/>
                    </a:cubicBezTo>
                    <a:cubicBezTo>
                      <a:pt x="1321" y="18"/>
                      <a:pt x="1255" y="9"/>
                      <a:pt x="1192" y="7"/>
                    </a:cubicBezTo>
                    <a:cubicBezTo>
                      <a:pt x="1044" y="0"/>
                      <a:pt x="897" y="5"/>
                      <a:pt x="749" y="5"/>
                    </a:cubicBezTo>
                    <a:cubicBezTo>
                      <a:pt x="590" y="5"/>
                      <a:pt x="431" y="5"/>
                      <a:pt x="272" y="3"/>
                    </a:cubicBezTo>
                    <a:cubicBezTo>
                      <a:pt x="219" y="4"/>
                      <a:pt x="166" y="8"/>
                      <a:pt x="114" y="17"/>
                    </a:cubicBezTo>
                    <a:cubicBezTo>
                      <a:pt x="72" y="23"/>
                      <a:pt x="38" y="20"/>
                      <a:pt x="0" y="40"/>
                    </a:cubicBezTo>
                    <a:cubicBezTo>
                      <a:pt x="2" y="41"/>
                      <a:pt x="5" y="41"/>
                      <a:pt x="7" y="41"/>
                    </a:cubicBezTo>
                    <a:cubicBezTo>
                      <a:pt x="8" y="41"/>
                      <a:pt x="8" y="41"/>
                      <a:pt x="8" y="41"/>
                    </a:cubicBezTo>
                    <a:cubicBezTo>
                      <a:pt x="9" y="41"/>
                      <a:pt x="10" y="42"/>
                      <a:pt x="11" y="42"/>
                    </a:cubicBezTo>
                    <a:cubicBezTo>
                      <a:pt x="12" y="43"/>
                      <a:pt x="12" y="44"/>
                      <a:pt x="13" y="45"/>
                    </a:cubicBezTo>
                    <a:cubicBezTo>
                      <a:pt x="14" y="46"/>
                      <a:pt x="14" y="47"/>
                      <a:pt x="14" y="48"/>
                    </a:cubicBezTo>
                    <a:cubicBezTo>
                      <a:pt x="14" y="49"/>
                      <a:pt x="14" y="50"/>
                      <a:pt x="13"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9"/>
              <p:cNvSpPr/>
              <p:nvPr/>
            </p:nvSpPr>
            <p:spPr>
              <a:xfrm>
                <a:off x="1088645" y="-1186415"/>
                <a:ext cx="11880" cy="4680"/>
              </a:xfrm>
              <a:custGeom>
                <a:rect b="b" l="l" r="r" t="t"/>
                <a:pathLst>
                  <a:path extrusionOk="0" h="13" w="33">
                    <a:moveTo>
                      <a:pt x="24" y="4"/>
                    </a:moveTo>
                    <a:cubicBezTo>
                      <a:pt x="16" y="4"/>
                      <a:pt x="8" y="2"/>
                      <a:pt x="0" y="0"/>
                    </a:cubicBezTo>
                    <a:cubicBezTo>
                      <a:pt x="11" y="4"/>
                      <a:pt x="21" y="8"/>
                      <a:pt x="32" y="12"/>
                    </a:cubicBezTo>
                    <a:cubicBezTo>
                      <a:pt x="32" y="11"/>
                      <a:pt x="31" y="10"/>
                      <a:pt x="31" y="9"/>
                    </a:cubicBezTo>
                    <a:cubicBezTo>
                      <a:pt x="30" y="8"/>
                      <a:pt x="29" y="6"/>
                      <a:pt x="27" y="5"/>
                    </a:cubicBezTo>
                    <a:cubicBezTo>
                      <a:pt x="26" y="5"/>
                      <a:pt x="25"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9"/>
              <p:cNvSpPr/>
              <p:nvPr/>
            </p:nvSpPr>
            <p:spPr>
              <a:xfrm>
                <a:off x="1031765" y="-1200815"/>
                <a:ext cx="70200" cy="27360"/>
              </a:xfrm>
              <a:custGeom>
                <a:rect b="b" l="l" r="r" t="t"/>
                <a:pathLst>
                  <a:path extrusionOk="0" h="76" w="195">
                    <a:moveTo>
                      <a:pt x="169" y="62"/>
                    </a:moveTo>
                    <a:cubicBezTo>
                      <a:pt x="172" y="75"/>
                      <a:pt x="194" y="70"/>
                      <a:pt x="191" y="58"/>
                    </a:cubicBezTo>
                    <a:lnTo>
                      <a:pt x="191" y="55"/>
                    </a:lnTo>
                    <a:cubicBezTo>
                      <a:pt x="192" y="54"/>
                      <a:pt x="192" y="54"/>
                      <a:pt x="192" y="53"/>
                    </a:cubicBezTo>
                    <a:cubicBezTo>
                      <a:pt x="192" y="53"/>
                      <a:pt x="192" y="52"/>
                      <a:pt x="191" y="52"/>
                    </a:cubicBezTo>
                    <a:cubicBezTo>
                      <a:pt x="181" y="48"/>
                      <a:pt x="170" y="44"/>
                      <a:pt x="160" y="40"/>
                    </a:cubicBezTo>
                    <a:cubicBezTo>
                      <a:pt x="153" y="38"/>
                      <a:pt x="147" y="36"/>
                      <a:pt x="140" y="33"/>
                    </a:cubicBezTo>
                    <a:cubicBezTo>
                      <a:pt x="95" y="17"/>
                      <a:pt x="49" y="6"/>
                      <a:pt x="2" y="0"/>
                    </a:cubicBezTo>
                    <a:cubicBezTo>
                      <a:pt x="1" y="0"/>
                      <a:pt x="1" y="0"/>
                      <a:pt x="1" y="0"/>
                    </a:cubicBezTo>
                    <a:cubicBezTo>
                      <a:pt x="1" y="0"/>
                      <a:pt x="1" y="1"/>
                      <a:pt x="0" y="1"/>
                    </a:cubicBezTo>
                    <a:lnTo>
                      <a:pt x="0" y="2"/>
                    </a:lnTo>
                    <a:lnTo>
                      <a:pt x="0" y="3"/>
                    </a:lnTo>
                    <a:cubicBezTo>
                      <a:pt x="1" y="3"/>
                      <a:pt x="1" y="4"/>
                      <a:pt x="1" y="4"/>
                    </a:cubicBezTo>
                    <a:lnTo>
                      <a:pt x="2" y="4"/>
                    </a:lnTo>
                    <a:cubicBezTo>
                      <a:pt x="9" y="6"/>
                      <a:pt x="17" y="8"/>
                      <a:pt x="25" y="11"/>
                    </a:cubicBezTo>
                    <a:cubicBezTo>
                      <a:pt x="33" y="13"/>
                      <a:pt x="40" y="14"/>
                      <a:pt x="47" y="17"/>
                    </a:cubicBezTo>
                    <a:cubicBezTo>
                      <a:pt x="54" y="20"/>
                      <a:pt x="67" y="25"/>
                      <a:pt x="76" y="29"/>
                    </a:cubicBezTo>
                    <a:cubicBezTo>
                      <a:pt x="105" y="41"/>
                      <a:pt x="135" y="54"/>
                      <a:pt x="163" y="66"/>
                    </a:cubicBezTo>
                    <a:cubicBezTo>
                      <a:pt x="166" y="66"/>
                      <a:pt x="170" y="65"/>
                      <a:pt x="169"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9"/>
              <p:cNvSpPr/>
              <p:nvPr/>
            </p:nvSpPr>
            <p:spPr>
              <a:xfrm>
                <a:off x="70565" y="-1226015"/>
                <a:ext cx="2520" cy="2160"/>
              </a:xfrm>
              <a:custGeom>
                <a:rect b="b" l="l" r="r" t="t"/>
                <a:pathLst>
                  <a:path extrusionOk="0" h="6" w="7">
                    <a:moveTo>
                      <a:pt x="6" y="0"/>
                    </a:moveTo>
                    <a:lnTo>
                      <a:pt x="0" y="3"/>
                    </a:lnTo>
                    <a:lnTo>
                      <a:pt x="0" y="4"/>
                    </a:lnTo>
                    <a:lnTo>
                      <a:pt x="0" y="5"/>
                    </a:lnTo>
                    <a:cubicBezTo>
                      <a:pt x="1" y="5"/>
                      <a:pt x="2" y="4"/>
                      <a:pt x="3" y="4"/>
                    </a:cubicBezTo>
                    <a:cubicBezTo>
                      <a:pt x="4" y="3"/>
                      <a:pt x="5" y="2"/>
                      <a:pt x="6" y="1"/>
                    </a:cubicBez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9"/>
              <p:cNvSpPr/>
              <p:nvPr/>
            </p:nvSpPr>
            <p:spPr>
              <a:xfrm>
                <a:off x="56885" y="-1281455"/>
                <a:ext cx="1054440" cy="56160"/>
              </a:xfrm>
              <a:custGeom>
                <a:rect b="b" l="l" r="r" t="t"/>
                <a:pathLst>
                  <a:path extrusionOk="0" h="156" w="2929">
                    <a:moveTo>
                      <a:pt x="22" y="150"/>
                    </a:moveTo>
                    <a:cubicBezTo>
                      <a:pt x="22" y="149"/>
                      <a:pt x="22" y="148"/>
                      <a:pt x="23" y="147"/>
                    </a:cubicBezTo>
                    <a:cubicBezTo>
                      <a:pt x="23" y="146"/>
                      <a:pt x="24" y="146"/>
                      <a:pt x="25" y="145"/>
                    </a:cubicBezTo>
                    <a:lnTo>
                      <a:pt x="26" y="145"/>
                    </a:lnTo>
                    <a:lnTo>
                      <a:pt x="30" y="143"/>
                    </a:lnTo>
                    <a:cubicBezTo>
                      <a:pt x="10" y="134"/>
                      <a:pt x="28" y="94"/>
                      <a:pt x="43" y="86"/>
                    </a:cubicBezTo>
                    <a:lnTo>
                      <a:pt x="74" y="68"/>
                    </a:lnTo>
                    <a:cubicBezTo>
                      <a:pt x="95" y="55"/>
                      <a:pt x="119" y="37"/>
                      <a:pt x="145" y="33"/>
                    </a:cubicBezTo>
                    <a:cubicBezTo>
                      <a:pt x="194" y="27"/>
                      <a:pt x="245" y="24"/>
                      <a:pt x="295" y="24"/>
                    </a:cubicBezTo>
                    <a:cubicBezTo>
                      <a:pt x="305" y="24"/>
                      <a:pt x="316" y="24"/>
                      <a:pt x="327" y="25"/>
                    </a:cubicBezTo>
                    <a:cubicBezTo>
                      <a:pt x="471" y="26"/>
                      <a:pt x="615" y="27"/>
                      <a:pt x="759" y="27"/>
                    </a:cubicBezTo>
                    <a:cubicBezTo>
                      <a:pt x="895" y="27"/>
                      <a:pt x="1030" y="36"/>
                      <a:pt x="1165" y="37"/>
                    </a:cubicBezTo>
                    <a:cubicBezTo>
                      <a:pt x="1294" y="37"/>
                      <a:pt x="1424" y="37"/>
                      <a:pt x="1553" y="50"/>
                    </a:cubicBezTo>
                    <a:cubicBezTo>
                      <a:pt x="1612" y="56"/>
                      <a:pt x="1671" y="50"/>
                      <a:pt x="1728" y="50"/>
                    </a:cubicBezTo>
                    <a:cubicBezTo>
                      <a:pt x="1771" y="50"/>
                      <a:pt x="1814" y="64"/>
                      <a:pt x="1856" y="64"/>
                    </a:cubicBezTo>
                    <a:cubicBezTo>
                      <a:pt x="1959" y="64"/>
                      <a:pt x="2062" y="72"/>
                      <a:pt x="2166" y="71"/>
                    </a:cubicBezTo>
                    <a:cubicBezTo>
                      <a:pt x="2295" y="71"/>
                      <a:pt x="2424" y="77"/>
                      <a:pt x="2553" y="78"/>
                    </a:cubicBezTo>
                    <a:cubicBezTo>
                      <a:pt x="2644" y="78"/>
                      <a:pt x="2727" y="106"/>
                      <a:pt x="2816" y="121"/>
                    </a:cubicBezTo>
                    <a:cubicBezTo>
                      <a:pt x="2824" y="122"/>
                      <a:pt x="2869" y="129"/>
                      <a:pt x="2907" y="136"/>
                    </a:cubicBezTo>
                    <a:cubicBezTo>
                      <a:pt x="2893" y="131"/>
                      <a:pt x="2880" y="126"/>
                      <a:pt x="2867" y="121"/>
                    </a:cubicBezTo>
                    <a:lnTo>
                      <a:pt x="2866" y="121"/>
                    </a:lnTo>
                    <a:lnTo>
                      <a:pt x="2865" y="120"/>
                    </a:lnTo>
                    <a:cubicBezTo>
                      <a:pt x="2865" y="119"/>
                      <a:pt x="2865" y="119"/>
                      <a:pt x="2865" y="118"/>
                    </a:cubicBezTo>
                    <a:cubicBezTo>
                      <a:pt x="2865" y="117"/>
                      <a:pt x="2865" y="117"/>
                      <a:pt x="2865" y="116"/>
                    </a:cubicBezTo>
                    <a:lnTo>
                      <a:pt x="2866" y="115"/>
                    </a:lnTo>
                    <a:cubicBezTo>
                      <a:pt x="2867" y="115"/>
                      <a:pt x="2867" y="115"/>
                      <a:pt x="2867" y="115"/>
                    </a:cubicBezTo>
                    <a:cubicBezTo>
                      <a:pt x="2872" y="115"/>
                      <a:pt x="2876" y="114"/>
                      <a:pt x="2881" y="114"/>
                    </a:cubicBezTo>
                    <a:cubicBezTo>
                      <a:pt x="2897" y="114"/>
                      <a:pt x="2912" y="116"/>
                      <a:pt x="2928" y="119"/>
                    </a:cubicBezTo>
                    <a:cubicBezTo>
                      <a:pt x="2843" y="93"/>
                      <a:pt x="2756" y="74"/>
                      <a:pt x="2667" y="63"/>
                    </a:cubicBezTo>
                    <a:cubicBezTo>
                      <a:pt x="2530" y="44"/>
                      <a:pt x="2386" y="49"/>
                      <a:pt x="2247" y="49"/>
                    </a:cubicBezTo>
                    <a:cubicBezTo>
                      <a:pt x="2122" y="49"/>
                      <a:pt x="1997" y="38"/>
                      <a:pt x="1874" y="40"/>
                    </a:cubicBezTo>
                    <a:cubicBezTo>
                      <a:pt x="1815" y="40"/>
                      <a:pt x="1756" y="27"/>
                      <a:pt x="1695" y="26"/>
                    </a:cubicBezTo>
                    <a:cubicBezTo>
                      <a:pt x="1622" y="26"/>
                      <a:pt x="1547" y="26"/>
                      <a:pt x="1474" y="23"/>
                    </a:cubicBezTo>
                    <a:cubicBezTo>
                      <a:pt x="1386" y="18"/>
                      <a:pt x="1299" y="14"/>
                      <a:pt x="1211" y="14"/>
                    </a:cubicBezTo>
                    <a:cubicBezTo>
                      <a:pt x="1136" y="14"/>
                      <a:pt x="1063" y="6"/>
                      <a:pt x="989" y="6"/>
                    </a:cubicBezTo>
                    <a:cubicBezTo>
                      <a:pt x="812" y="6"/>
                      <a:pt x="632" y="13"/>
                      <a:pt x="454" y="7"/>
                    </a:cubicBezTo>
                    <a:cubicBezTo>
                      <a:pt x="383" y="5"/>
                      <a:pt x="311" y="7"/>
                      <a:pt x="240" y="6"/>
                    </a:cubicBezTo>
                    <a:cubicBezTo>
                      <a:pt x="189" y="6"/>
                      <a:pt x="132" y="0"/>
                      <a:pt x="88" y="29"/>
                    </a:cubicBezTo>
                    <a:cubicBezTo>
                      <a:pt x="54" y="51"/>
                      <a:pt x="2" y="65"/>
                      <a:pt x="0" y="113"/>
                    </a:cubicBezTo>
                    <a:cubicBezTo>
                      <a:pt x="0" y="135"/>
                      <a:pt x="0" y="149"/>
                      <a:pt x="11" y="155"/>
                    </a:cubicBezTo>
                    <a:cubicBezTo>
                      <a:pt x="12" y="154"/>
                      <a:pt x="13" y="153"/>
                      <a:pt x="14" y="153"/>
                    </a:cubicBezTo>
                    <a:cubicBezTo>
                      <a:pt x="17" y="151"/>
                      <a:pt x="19" y="150"/>
                      <a:pt x="22" y="1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9"/>
              <p:cNvSpPr/>
              <p:nvPr/>
            </p:nvSpPr>
            <p:spPr>
              <a:xfrm>
                <a:off x="1122845" y="-1225295"/>
                <a:ext cx="2880" cy="1080"/>
              </a:xfrm>
              <a:custGeom>
                <a:rect b="b" l="l" r="r" t="t"/>
                <a:pathLst>
                  <a:path extrusionOk="0" h="3" w="8">
                    <a:moveTo>
                      <a:pt x="7" y="2"/>
                    </a:moveTo>
                    <a:lnTo>
                      <a:pt x="0" y="0"/>
                    </a:lnTo>
                    <a:cubicBezTo>
                      <a:pt x="1" y="0"/>
                      <a:pt x="1" y="0"/>
                      <a:pt x="2" y="0"/>
                    </a:cubicBezTo>
                    <a:cubicBezTo>
                      <a:pt x="3" y="1"/>
                      <a:pt x="5" y="2"/>
                      <a:pt x="6" y="2"/>
                    </a:cubicBezTo>
                    <a:lnTo>
                      <a:pt x="7"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9"/>
              <p:cNvSpPr/>
              <p:nvPr/>
            </p:nvSpPr>
            <p:spPr>
              <a:xfrm>
                <a:off x="1088285" y="-1240415"/>
                <a:ext cx="42120" cy="16200"/>
              </a:xfrm>
              <a:custGeom>
                <a:rect b="b" l="l" r="r" t="t"/>
                <a:pathLst>
                  <a:path extrusionOk="0" h="45" w="117">
                    <a:moveTo>
                      <a:pt x="3" y="1"/>
                    </a:moveTo>
                    <a:lnTo>
                      <a:pt x="2" y="1"/>
                    </a:lnTo>
                    <a:lnTo>
                      <a:pt x="1" y="2"/>
                    </a:lnTo>
                    <a:cubicBezTo>
                      <a:pt x="1" y="3"/>
                      <a:pt x="0" y="3"/>
                      <a:pt x="0" y="4"/>
                    </a:cubicBezTo>
                    <a:cubicBezTo>
                      <a:pt x="0" y="4"/>
                      <a:pt x="1" y="5"/>
                      <a:pt x="1" y="6"/>
                    </a:cubicBezTo>
                    <a:cubicBezTo>
                      <a:pt x="1" y="6"/>
                      <a:pt x="2" y="6"/>
                      <a:pt x="2" y="7"/>
                    </a:cubicBezTo>
                    <a:lnTo>
                      <a:pt x="3" y="7"/>
                    </a:lnTo>
                    <a:cubicBezTo>
                      <a:pt x="16" y="12"/>
                      <a:pt x="29" y="17"/>
                      <a:pt x="42" y="22"/>
                    </a:cubicBezTo>
                    <a:cubicBezTo>
                      <a:pt x="60" y="24"/>
                      <a:pt x="77" y="28"/>
                      <a:pt x="93" y="35"/>
                    </a:cubicBezTo>
                    <a:cubicBezTo>
                      <a:pt x="93" y="36"/>
                      <a:pt x="94" y="37"/>
                      <a:pt x="94" y="38"/>
                    </a:cubicBezTo>
                    <a:cubicBezTo>
                      <a:pt x="95" y="40"/>
                      <a:pt x="96" y="41"/>
                      <a:pt x="97" y="41"/>
                    </a:cubicBezTo>
                    <a:lnTo>
                      <a:pt x="103" y="44"/>
                    </a:lnTo>
                    <a:cubicBezTo>
                      <a:pt x="105" y="44"/>
                      <a:pt x="107" y="43"/>
                      <a:pt x="109" y="42"/>
                    </a:cubicBezTo>
                    <a:cubicBezTo>
                      <a:pt x="111" y="41"/>
                      <a:pt x="113" y="39"/>
                      <a:pt x="114" y="37"/>
                    </a:cubicBezTo>
                    <a:cubicBezTo>
                      <a:pt x="115" y="35"/>
                      <a:pt x="116" y="33"/>
                      <a:pt x="116" y="31"/>
                    </a:cubicBezTo>
                    <a:cubicBezTo>
                      <a:pt x="116" y="30"/>
                      <a:pt x="116" y="30"/>
                      <a:pt x="115" y="29"/>
                    </a:cubicBezTo>
                    <a:lnTo>
                      <a:pt x="115" y="26"/>
                    </a:lnTo>
                    <a:cubicBezTo>
                      <a:pt x="115" y="25"/>
                      <a:pt x="115" y="24"/>
                      <a:pt x="114" y="23"/>
                    </a:cubicBezTo>
                    <a:cubicBezTo>
                      <a:pt x="113" y="22"/>
                      <a:pt x="112" y="20"/>
                      <a:pt x="110" y="19"/>
                    </a:cubicBezTo>
                    <a:cubicBezTo>
                      <a:pt x="109" y="18"/>
                      <a:pt x="108" y="18"/>
                      <a:pt x="107" y="18"/>
                    </a:cubicBezTo>
                    <a:cubicBezTo>
                      <a:pt x="93" y="13"/>
                      <a:pt x="79" y="9"/>
                      <a:pt x="65" y="5"/>
                    </a:cubicBezTo>
                    <a:cubicBezTo>
                      <a:pt x="49" y="2"/>
                      <a:pt x="33" y="0"/>
                      <a:pt x="18" y="0"/>
                    </a:cubicBezTo>
                    <a:cubicBezTo>
                      <a:pt x="13" y="0"/>
                      <a:pt x="8" y="0"/>
                      <a:pt x="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9"/>
              <p:cNvSpPr/>
              <p:nvPr/>
            </p:nvSpPr>
            <p:spPr>
              <a:xfrm>
                <a:off x="64805" y="-1229975"/>
                <a:ext cx="8640" cy="5400"/>
              </a:xfrm>
              <a:custGeom>
                <a:rect b="b" l="l" r="r" t="t"/>
                <a:pathLst>
                  <a:path extrusionOk="0" h="15" w="24">
                    <a:moveTo>
                      <a:pt x="16" y="14"/>
                    </a:moveTo>
                    <a:lnTo>
                      <a:pt x="22" y="11"/>
                    </a:lnTo>
                    <a:cubicBezTo>
                      <a:pt x="23" y="10"/>
                      <a:pt x="23" y="9"/>
                      <a:pt x="23" y="8"/>
                    </a:cubicBezTo>
                    <a:cubicBezTo>
                      <a:pt x="23" y="7"/>
                      <a:pt x="23" y="6"/>
                      <a:pt x="22" y="5"/>
                    </a:cubicBezTo>
                    <a:cubicBezTo>
                      <a:pt x="21" y="4"/>
                      <a:pt x="21" y="3"/>
                      <a:pt x="20" y="2"/>
                    </a:cubicBezTo>
                    <a:cubicBezTo>
                      <a:pt x="19" y="1"/>
                      <a:pt x="18" y="1"/>
                      <a:pt x="16" y="1"/>
                    </a:cubicBezTo>
                    <a:lnTo>
                      <a:pt x="15" y="1"/>
                    </a:lnTo>
                    <a:cubicBezTo>
                      <a:pt x="13" y="1"/>
                      <a:pt x="10" y="1"/>
                      <a:pt x="8" y="0"/>
                    </a:cubicBezTo>
                    <a:lnTo>
                      <a:pt x="4" y="2"/>
                    </a:lnTo>
                    <a:cubicBezTo>
                      <a:pt x="3" y="2"/>
                      <a:pt x="3" y="2"/>
                      <a:pt x="3" y="2"/>
                    </a:cubicBezTo>
                    <a:cubicBezTo>
                      <a:pt x="2" y="3"/>
                      <a:pt x="1" y="3"/>
                      <a:pt x="1" y="4"/>
                    </a:cubicBezTo>
                    <a:cubicBezTo>
                      <a:pt x="0" y="5"/>
                      <a:pt x="0" y="6"/>
                      <a:pt x="0" y="7"/>
                    </a:cubicBezTo>
                    <a:cubicBezTo>
                      <a:pt x="1" y="6"/>
                      <a:pt x="3" y="6"/>
                      <a:pt x="4" y="6"/>
                    </a:cubicBezTo>
                    <a:cubicBezTo>
                      <a:pt x="6" y="6"/>
                      <a:pt x="9" y="7"/>
                      <a:pt x="11" y="8"/>
                    </a:cubicBezTo>
                    <a:cubicBezTo>
                      <a:pt x="13" y="9"/>
                      <a:pt x="15" y="11"/>
                      <a:pt x="16" y="13"/>
                    </a:cubicBezTo>
                    <a:lnTo>
                      <a:pt x="16"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9"/>
              <p:cNvSpPr/>
              <p:nvPr/>
            </p:nvSpPr>
            <p:spPr>
              <a:xfrm>
                <a:off x="43205" y="-472175"/>
                <a:ext cx="72000" cy="11520"/>
              </a:xfrm>
              <a:custGeom>
                <a:rect b="b" l="l" r="r" t="t"/>
                <a:pathLst>
                  <a:path extrusionOk="0" h="32" w="200">
                    <a:moveTo>
                      <a:pt x="196" y="16"/>
                    </a:moveTo>
                    <a:cubicBezTo>
                      <a:pt x="133" y="11"/>
                      <a:pt x="69" y="16"/>
                      <a:pt x="7" y="0"/>
                    </a:cubicBezTo>
                    <a:cubicBezTo>
                      <a:pt x="7" y="2"/>
                      <a:pt x="6" y="5"/>
                      <a:pt x="5" y="7"/>
                    </a:cubicBezTo>
                    <a:cubicBezTo>
                      <a:pt x="3" y="9"/>
                      <a:pt x="2" y="11"/>
                      <a:pt x="0" y="13"/>
                    </a:cubicBezTo>
                    <a:cubicBezTo>
                      <a:pt x="2" y="19"/>
                      <a:pt x="3" y="25"/>
                      <a:pt x="5" y="31"/>
                    </a:cubicBezTo>
                    <a:cubicBezTo>
                      <a:pt x="67" y="22"/>
                      <a:pt x="133" y="27"/>
                      <a:pt x="196" y="22"/>
                    </a:cubicBezTo>
                    <a:lnTo>
                      <a:pt x="197" y="22"/>
                    </a:lnTo>
                    <a:cubicBezTo>
                      <a:pt x="198" y="21"/>
                      <a:pt x="198" y="21"/>
                      <a:pt x="198" y="21"/>
                    </a:cubicBezTo>
                    <a:cubicBezTo>
                      <a:pt x="198" y="20"/>
                      <a:pt x="199" y="20"/>
                      <a:pt x="199" y="19"/>
                    </a:cubicBezTo>
                    <a:lnTo>
                      <a:pt x="198" y="18"/>
                    </a:lnTo>
                    <a:cubicBezTo>
                      <a:pt x="198" y="17"/>
                      <a:pt x="198" y="17"/>
                      <a:pt x="197" y="17"/>
                    </a:cubicBezTo>
                    <a:lnTo>
                      <a:pt x="196"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9"/>
              <p:cNvSpPr/>
              <p:nvPr/>
            </p:nvSpPr>
            <p:spPr>
              <a:xfrm>
                <a:off x="33845" y="-472895"/>
                <a:ext cx="4320" cy="5040"/>
              </a:xfrm>
              <a:custGeom>
                <a:rect b="b" l="l" r="r" t="t"/>
                <a:pathLst>
                  <a:path extrusionOk="0" h="14" w="12">
                    <a:moveTo>
                      <a:pt x="11" y="4"/>
                    </a:moveTo>
                    <a:cubicBezTo>
                      <a:pt x="11" y="3"/>
                      <a:pt x="10" y="1"/>
                      <a:pt x="10" y="0"/>
                    </a:cubicBezTo>
                    <a:lnTo>
                      <a:pt x="9" y="0"/>
                    </a:lnTo>
                    <a:cubicBezTo>
                      <a:pt x="6" y="2"/>
                      <a:pt x="4" y="4"/>
                      <a:pt x="2" y="7"/>
                    </a:cubicBezTo>
                    <a:cubicBezTo>
                      <a:pt x="1" y="9"/>
                      <a:pt x="1" y="11"/>
                      <a:pt x="0" y="13"/>
                    </a:cubicBezTo>
                    <a:cubicBezTo>
                      <a:pt x="1" y="12"/>
                      <a:pt x="1" y="11"/>
                      <a:pt x="1" y="11"/>
                    </a:cubicBezTo>
                    <a:cubicBezTo>
                      <a:pt x="3" y="9"/>
                      <a:pt x="4" y="7"/>
                      <a:pt x="6" y="6"/>
                    </a:cubicBezTo>
                    <a:cubicBezTo>
                      <a:pt x="8" y="5"/>
                      <a:pt x="9" y="4"/>
                      <a:pt x="1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9"/>
              <p:cNvSpPr/>
              <p:nvPr/>
            </p:nvSpPr>
            <p:spPr>
              <a:xfrm>
                <a:off x="33845" y="-467135"/>
                <a:ext cx="1080" cy="3600"/>
              </a:xfrm>
              <a:custGeom>
                <a:rect b="b" l="l" r="r" t="t"/>
                <a:pathLst>
                  <a:path extrusionOk="0" h="10" w="3">
                    <a:moveTo>
                      <a:pt x="0" y="0"/>
                    </a:moveTo>
                    <a:cubicBezTo>
                      <a:pt x="0" y="1"/>
                      <a:pt x="0" y="1"/>
                      <a:pt x="0" y="1"/>
                    </a:cubicBezTo>
                    <a:cubicBezTo>
                      <a:pt x="0" y="4"/>
                      <a:pt x="1" y="6"/>
                      <a:pt x="2" y="9"/>
                    </a:cubicBezTo>
                    <a:cubicBezTo>
                      <a:pt x="2" y="7"/>
                      <a:pt x="2" y="6"/>
                      <a:pt x="0" y="4"/>
                    </a:cubicBezTo>
                    <a:cubicBezTo>
                      <a:pt x="0" y="3"/>
                      <a:pt x="0" y="2"/>
                      <a:pt x="0" y="1"/>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9"/>
              <p:cNvSpPr/>
              <p:nvPr/>
            </p:nvSpPr>
            <p:spPr>
              <a:xfrm>
                <a:off x="33845" y="-471455"/>
                <a:ext cx="11520" cy="11520"/>
              </a:xfrm>
              <a:custGeom>
                <a:rect b="b" l="l" r="r" t="t"/>
                <a:pathLst>
                  <a:path extrusionOk="0" h="32" w="32">
                    <a:moveTo>
                      <a:pt x="21" y="30"/>
                    </a:moveTo>
                    <a:lnTo>
                      <a:pt x="31" y="29"/>
                    </a:lnTo>
                    <a:cubicBezTo>
                      <a:pt x="29" y="23"/>
                      <a:pt x="28" y="17"/>
                      <a:pt x="26" y="11"/>
                    </a:cubicBezTo>
                    <a:lnTo>
                      <a:pt x="25" y="11"/>
                    </a:lnTo>
                    <a:cubicBezTo>
                      <a:pt x="23" y="12"/>
                      <a:pt x="21" y="13"/>
                      <a:pt x="20" y="13"/>
                    </a:cubicBezTo>
                    <a:cubicBezTo>
                      <a:pt x="18" y="13"/>
                      <a:pt x="17" y="12"/>
                      <a:pt x="16" y="12"/>
                    </a:cubicBezTo>
                    <a:cubicBezTo>
                      <a:pt x="15" y="12"/>
                      <a:pt x="15" y="12"/>
                      <a:pt x="15" y="12"/>
                    </a:cubicBezTo>
                    <a:cubicBezTo>
                      <a:pt x="15" y="11"/>
                      <a:pt x="14" y="11"/>
                      <a:pt x="14" y="10"/>
                    </a:cubicBezTo>
                    <a:lnTo>
                      <a:pt x="14" y="9"/>
                    </a:lnTo>
                    <a:cubicBezTo>
                      <a:pt x="14" y="8"/>
                      <a:pt x="14" y="8"/>
                      <a:pt x="14" y="7"/>
                    </a:cubicBezTo>
                    <a:cubicBezTo>
                      <a:pt x="13" y="5"/>
                      <a:pt x="12" y="3"/>
                      <a:pt x="11" y="0"/>
                    </a:cubicBezTo>
                    <a:cubicBezTo>
                      <a:pt x="9" y="0"/>
                      <a:pt x="8" y="1"/>
                      <a:pt x="6" y="2"/>
                    </a:cubicBezTo>
                    <a:cubicBezTo>
                      <a:pt x="4" y="3"/>
                      <a:pt x="3" y="5"/>
                      <a:pt x="1" y="7"/>
                    </a:cubicBezTo>
                    <a:cubicBezTo>
                      <a:pt x="1" y="7"/>
                      <a:pt x="1" y="8"/>
                      <a:pt x="0" y="9"/>
                    </a:cubicBezTo>
                    <a:cubicBezTo>
                      <a:pt x="0" y="10"/>
                      <a:pt x="0" y="10"/>
                      <a:pt x="0" y="11"/>
                    </a:cubicBezTo>
                    <a:lnTo>
                      <a:pt x="0" y="12"/>
                    </a:lnTo>
                    <a:cubicBezTo>
                      <a:pt x="0" y="13"/>
                      <a:pt x="0" y="14"/>
                      <a:pt x="0" y="14"/>
                    </a:cubicBezTo>
                    <a:cubicBezTo>
                      <a:pt x="0" y="15"/>
                      <a:pt x="0" y="16"/>
                      <a:pt x="0" y="16"/>
                    </a:cubicBezTo>
                    <a:cubicBezTo>
                      <a:pt x="0" y="18"/>
                      <a:pt x="0" y="20"/>
                      <a:pt x="1" y="21"/>
                    </a:cubicBezTo>
                    <a:cubicBezTo>
                      <a:pt x="2" y="22"/>
                      <a:pt x="1" y="22"/>
                      <a:pt x="2" y="23"/>
                    </a:cubicBezTo>
                    <a:cubicBezTo>
                      <a:pt x="4" y="25"/>
                      <a:pt x="5" y="27"/>
                      <a:pt x="8" y="29"/>
                    </a:cubicBezTo>
                    <a:cubicBezTo>
                      <a:pt x="11" y="31"/>
                      <a:pt x="14" y="31"/>
                      <a:pt x="16" y="31"/>
                    </a:cubicBezTo>
                    <a:cubicBezTo>
                      <a:pt x="18" y="31"/>
                      <a:pt x="19" y="31"/>
                      <a:pt x="21"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9"/>
              <p:cNvSpPr/>
              <p:nvPr/>
            </p:nvSpPr>
            <p:spPr>
              <a:xfrm>
                <a:off x="32405" y="-505295"/>
                <a:ext cx="14760" cy="33480"/>
              </a:xfrm>
              <a:custGeom>
                <a:rect b="b" l="l" r="r" t="t"/>
                <a:pathLst>
                  <a:path extrusionOk="0" h="93" w="41">
                    <a:moveTo>
                      <a:pt x="27" y="89"/>
                    </a:moveTo>
                    <a:lnTo>
                      <a:pt x="37" y="92"/>
                    </a:lnTo>
                    <a:cubicBezTo>
                      <a:pt x="39" y="85"/>
                      <a:pt x="40" y="79"/>
                      <a:pt x="40" y="72"/>
                    </a:cubicBezTo>
                    <a:lnTo>
                      <a:pt x="40" y="71"/>
                    </a:lnTo>
                    <a:cubicBezTo>
                      <a:pt x="39" y="61"/>
                      <a:pt x="36" y="52"/>
                      <a:pt x="33" y="43"/>
                    </a:cubicBezTo>
                    <a:cubicBezTo>
                      <a:pt x="32" y="36"/>
                      <a:pt x="27" y="22"/>
                      <a:pt x="32" y="16"/>
                    </a:cubicBezTo>
                    <a:cubicBezTo>
                      <a:pt x="32" y="15"/>
                      <a:pt x="32" y="15"/>
                      <a:pt x="33" y="14"/>
                    </a:cubicBezTo>
                    <a:cubicBezTo>
                      <a:pt x="33" y="13"/>
                      <a:pt x="34" y="11"/>
                      <a:pt x="35" y="9"/>
                    </a:cubicBezTo>
                    <a:cubicBezTo>
                      <a:pt x="28" y="8"/>
                      <a:pt x="21" y="5"/>
                      <a:pt x="15" y="2"/>
                    </a:cubicBezTo>
                    <a:cubicBezTo>
                      <a:pt x="13" y="1"/>
                      <a:pt x="12" y="0"/>
                      <a:pt x="11" y="0"/>
                    </a:cubicBezTo>
                    <a:cubicBezTo>
                      <a:pt x="0" y="12"/>
                      <a:pt x="3" y="28"/>
                      <a:pt x="7" y="44"/>
                    </a:cubicBezTo>
                    <a:cubicBezTo>
                      <a:pt x="11" y="56"/>
                      <a:pt x="14" y="68"/>
                      <a:pt x="14" y="81"/>
                    </a:cubicBezTo>
                    <a:cubicBezTo>
                      <a:pt x="13" y="82"/>
                      <a:pt x="13" y="83"/>
                      <a:pt x="13" y="85"/>
                    </a:cubicBezTo>
                    <a:cubicBezTo>
                      <a:pt x="13" y="86"/>
                      <a:pt x="13" y="88"/>
                      <a:pt x="14" y="89"/>
                    </a:cubicBezTo>
                    <a:cubicBezTo>
                      <a:pt x="16" y="89"/>
                      <a:pt x="18" y="88"/>
                      <a:pt x="20" y="88"/>
                    </a:cubicBezTo>
                    <a:cubicBezTo>
                      <a:pt x="22" y="88"/>
                      <a:pt x="25" y="89"/>
                      <a:pt x="27"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9"/>
              <p:cNvSpPr/>
              <p:nvPr/>
            </p:nvSpPr>
            <p:spPr>
              <a:xfrm>
                <a:off x="37445" y="-473615"/>
                <a:ext cx="8640" cy="6480"/>
              </a:xfrm>
              <a:custGeom>
                <a:rect b="b" l="l" r="r" t="t"/>
                <a:pathLst>
                  <a:path extrusionOk="0" h="18" w="24">
                    <a:moveTo>
                      <a:pt x="16" y="15"/>
                    </a:moveTo>
                    <a:lnTo>
                      <a:pt x="16" y="17"/>
                    </a:lnTo>
                    <a:cubicBezTo>
                      <a:pt x="17" y="15"/>
                      <a:pt x="19" y="13"/>
                      <a:pt x="20" y="11"/>
                    </a:cubicBezTo>
                    <a:cubicBezTo>
                      <a:pt x="21" y="9"/>
                      <a:pt x="22" y="6"/>
                      <a:pt x="23" y="4"/>
                    </a:cubicBezTo>
                    <a:lnTo>
                      <a:pt x="12" y="2"/>
                    </a:lnTo>
                    <a:cubicBezTo>
                      <a:pt x="10" y="1"/>
                      <a:pt x="8" y="0"/>
                      <a:pt x="6" y="0"/>
                    </a:cubicBezTo>
                    <a:cubicBezTo>
                      <a:pt x="4" y="0"/>
                      <a:pt x="2" y="1"/>
                      <a:pt x="0" y="2"/>
                    </a:cubicBezTo>
                    <a:cubicBezTo>
                      <a:pt x="0" y="3"/>
                      <a:pt x="0" y="5"/>
                      <a:pt x="1" y="6"/>
                    </a:cubicBezTo>
                    <a:cubicBezTo>
                      <a:pt x="2" y="6"/>
                      <a:pt x="3" y="6"/>
                      <a:pt x="4" y="6"/>
                    </a:cubicBezTo>
                    <a:cubicBezTo>
                      <a:pt x="6" y="6"/>
                      <a:pt x="8" y="5"/>
                      <a:pt x="10" y="7"/>
                    </a:cubicBezTo>
                    <a:cubicBezTo>
                      <a:pt x="12" y="9"/>
                      <a:pt x="13" y="10"/>
                      <a:pt x="14" y="12"/>
                    </a:cubicBezTo>
                    <a:cubicBezTo>
                      <a:pt x="15" y="13"/>
                      <a:pt x="15" y="14"/>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9"/>
              <p:cNvSpPr/>
              <p:nvPr/>
            </p:nvSpPr>
            <p:spPr>
              <a:xfrm>
                <a:off x="37805" y="-471455"/>
                <a:ext cx="5760" cy="5040"/>
              </a:xfrm>
              <a:custGeom>
                <a:rect b="b" l="l" r="r" t="t"/>
                <a:pathLst>
                  <a:path extrusionOk="0" h="14" w="16">
                    <a:moveTo>
                      <a:pt x="0" y="0"/>
                    </a:moveTo>
                    <a:cubicBezTo>
                      <a:pt x="1" y="3"/>
                      <a:pt x="2" y="5"/>
                      <a:pt x="3" y="7"/>
                    </a:cubicBezTo>
                    <a:cubicBezTo>
                      <a:pt x="3" y="8"/>
                      <a:pt x="3" y="8"/>
                      <a:pt x="3" y="9"/>
                    </a:cubicBezTo>
                    <a:lnTo>
                      <a:pt x="3" y="10"/>
                    </a:lnTo>
                    <a:cubicBezTo>
                      <a:pt x="3" y="11"/>
                      <a:pt x="3" y="11"/>
                      <a:pt x="4" y="12"/>
                    </a:cubicBezTo>
                    <a:cubicBezTo>
                      <a:pt x="5" y="13"/>
                      <a:pt x="5" y="12"/>
                      <a:pt x="5" y="12"/>
                    </a:cubicBezTo>
                    <a:cubicBezTo>
                      <a:pt x="6" y="12"/>
                      <a:pt x="7" y="13"/>
                      <a:pt x="9" y="13"/>
                    </a:cubicBezTo>
                    <a:cubicBezTo>
                      <a:pt x="11" y="13"/>
                      <a:pt x="12" y="12"/>
                      <a:pt x="14" y="11"/>
                    </a:cubicBezTo>
                    <a:lnTo>
                      <a:pt x="15" y="11"/>
                    </a:lnTo>
                    <a:lnTo>
                      <a:pt x="15" y="9"/>
                    </a:lnTo>
                    <a:cubicBezTo>
                      <a:pt x="15" y="8"/>
                      <a:pt x="15" y="7"/>
                      <a:pt x="14" y="6"/>
                    </a:cubicBezTo>
                    <a:cubicBezTo>
                      <a:pt x="13" y="4"/>
                      <a:pt x="11" y="4"/>
                      <a:pt x="9" y="2"/>
                    </a:cubicBezTo>
                    <a:cubicBezTo>
                      <a:pt x="7" y="0"/>
                      <a:pt x="5" y="0"/>
                      <a:pt x="3" y="0"/>
                    </a:cubicBezTo>
                    <a:cubicBezTo>
                      <a:pt x="2"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9"/>
              <p:cNvSpPr/>
              <p:nvPr/>
            </p:nvSpPr>
            <p:spPr>
              <a:xfrm>
                <a:off x="34925" y="-582335"/>
                <a:ext cx="3600" cy="10800"/>
              </a:xfrm>
              <a:custGeom>
                <a:rect b="b" l="l" r="r" t="t"/>
                <a:pathLst>
                  <a:path extrusionOk="0" h="30" w="10">
                    <a:moveTo>
                      <a:pt x="8" y="0"/>
                    </a:moveTo>
                    <a:lnTo>
                      <a:pt x="0" y="0"/>
                    </a:lnTo>
                    <a:cubicBezTo>
                      <a:pt x="0" y="7"/>
                      <a:pt x="2" y="13"/>
                      <a:pt x="3" y="20"/>
                    </a:cubicBezTo>
                    <a:cubicBezTo>
                      <a:pt x="3" y="23"/>
                      <a:pt x="4" y="26"/>
                      <a:pt x="5" y="29"/>
                    </a:cubicBezTo>
                    <a:lnTo>
                      <a:pt x="8" y="29"/>
                    </a:lnTo>
                    <a:cubicBezTo>
                      <a:pt x="9" y="26"/>
                      <a:pt x="9" y="23"/>
                      <a:pt x="9" y="20"/>
                    </a:cubicBezTo>
                    <a:cubicBezTo>
                      <a:pt x="9" y="13"/>
                      <a:pt x="8" y="7"/>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9"/>
              <p:cNvSpPr/>
              <p:nvPr/>
            </p:nvSpPr>
            <p:spPr>
              <a:xfrm>
                <a:off x="37445" y="-680975"/>
                <a:ext cx="25560" cy="18720"/>
              </a:xfrm>
              <a:custGeom>
                <a:rect b="b" l="l" r="r" t="t"/>
                <a:pathLst>
                  <a:path extrusionOk="0" h="52" w="71">
                    <a:moveTo>
                      <a:pt x="38" y="8"/>
                    </a:moveTo>
                    <a:cubicBezTo>
                      <a:pt x="43" y="5"/>
                      <a:pt x="49" y="11"/>
                      <a:pt x="46" y="16"/>
                    </a:cubicBezTo>
                    <a:cubicBezTo>
                      <a:pt x="41" y="25"/>
                      <a:pt x="38" y="34"/>
                      <a:pt x="36" y="44"/>
                    </a:cubicBezTo>
                    <a:cubicBezTo>
                      <a:pt x="43" y="32"/>
                      <a:pt x="52" y="22"/>
                      <a:pt x="63" y="14"/>
                    </a:cubicBezTo>
                    <a:cubicBezTo>
                      <a:pt x="65" y="13"/>
                      <a:pt x="67" y="11"/>
                      <a:pt x="68" y="9"/>
                    </a:cubicBezTo>
                    <a:cubicBezTo>
                      <a:pt x="69" y="8"/>
                      <a:pt x="69" y="6"/>
                      <a:pt x="70" y="5"/>
                    </a:cubicBezTo>
                    <a:cubicBezTo>
                      <a:pt x="66" y="7"/>
                      <a:pt x="62" y="8"/>
                      <a:pt x="58" y="10"/>
                    </a:cubicBezTo>
                    <a:cubicBezTo>
                      <a:pt x="56" y="10"/>
                      <a:pt x="55" y="11"/>
                      <a:pt x="53" y="11"/>
                    </a:cubicBezTo>
                    <a:cubicBezTo>
                      <a:pt x="51" y="11"/>
                      <a:pt x="48" y="11"/>
                      <a:pt x="46" y="9"/>
                    </a:cubicBezTo>
                    <a:cubicBezTo>
                      <a:pt x="44" y="7"/>
                      <a:pt x="42" y="6"/>
                      <a:pt x="41" y="4"/>
                    </a:cubicBezTo>
                    <a:cubicBezTo>
                      <a:pt x="40" y="2"/>
                      <a:pt x="40" y="1"/>
                      <a:pt x="39" y="0"/>
                    </a:cubicBezTo>
                    <a:cubicBezTo>
                      <a:pt x="27" y="12"/>
                      <a:pt x="0" y="14"/>
                      <a:pt x="0" y="41"/>
                    </a:cubicBezTo>
                    <a:cubicBezTo>
                      <a:pt x="0" y="43"/>
                      <a:pt x="0" y="44"/>
                      <a:pt x="0" y="46"/>
                    </a:cubicBezTo>
                    <a:cubicBezTo>
                      <a:pt x="0" y="48"/>
                      <a:pt x="0" y="49"/>
                      <a:pt x="0" y="51"/>
                    </a:cubicBezTo>
                    <a:cubicBezTo>
                      <a:pt x="0" y="50"/>
                      <a:pt x="1" y="49"/>
                      <a:pt x="2" y="48"/>
                    </a:cubicBezTo>
                    <a:cubicBezTo>
                      <a:pt x="11" y="32"/>
                      <a:pt x="23" y="18"/>
                      <a:pt x="3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9"/>
              <p:cNvSpPr/>
              <p:nvPr/>
            </p:nvSpPr>
            <p:spPr>
              <a:xfrm>
                <a:off x="22685" y="-551375"/>
                <a:ext cx="102240" cy="52200"/>
              </a:xfrm>
              <a:custGeom>
                <a:rect b="b" l="l" r="r" t="t"/>
                <a:pathLst>
                  <a:path extrusionOk="0" h="145" w="284">
                    <a:moveTo>
                      <a:pt x="62" y="138"/>
                    </a:moveTo>
                    <a:cubicBezTo>
                      <a:pt x="87" y="143"/>
                      <a:pt x="119" y="139"/>
                      <a:pt x="140" y="142"/>
                    </a:cubicBezTo>
                    <a:cubicBezTo>
                      <a:pt x="159" y="144"/>
                      <a:pt x="179" y="144"/>
                      <a:pt x="198" y="144"/>
                    </a:cubicBezTo>
                    <a:cubicBezTo>
                      <a:pt x="225" y="144"/>
                      <a:pt x="251" y="143"/>
                      <a:pt x="278" y="140"/>
                    </a:cubicBezTo>
                    <a:cubicBezTo>
                      <a:pt x="283" y="140"/>
                      <a:pt x="283" y="130"/>
                      <a:pt x="278" y="130"/>
                    </a:cubicBezTo>
                    <a:cubicBezTo>
                      <a:pt x="240" y="128"/>
                      <a:pt x="203" y="123"/>
                      <a:pt x="166" y="119"/>
                    </a:cubicBezTo>
                    <a:cubicBezTo>
                      <a:pt x="134" y="115"/>
                      <a:pt x="105" y="94"/>
                      <a:pt x="74" y="93"/>
                    </a:cubicBezTo>
                    <a:cubicBezTo>
                      <a:pt x="72" y="93"/>
                      <a:pt x="71" y="92"/>
                      <a:pt x="70" y="92"/>
                    </a:cubicBezTo>
                    <a:cubicBezTo>
                      <a:pt x="68" y="91"/>
                      <a:pt x="67" y="89"/>
                      <a:pt x="66" y="88"/>
                    </a:cubicBezTo>
                    <a:cubicBezTo>
                      <a:pt x="59" y="89"/>
                      <a:pt x="52" y="90"/>
                      <a:pt x="46" y="91"/>
                    </a:cubicBezTo>
                    <a:cubicBezTo>
                      <a:pt x="45" y="92"/>
                      <a:pt x="43" y="92"/>
                      <a:pt x="42" y="92"/>
                    </a:cubicBezTo>
                    <a:cubicBezTo>
                      <a:pt x="38" y="92"/>
                      <a:pt x="34" y="91"/>
                      <a:pt x="31" y="89"/>
                    </a:cubicBezTo>
                    <a:cubicBezTo>
                      <a:pt x="28" y="87"/>
                      <a:pt x="25" y="85"/>
                      <a:pt x="23" y="81"/>
                    </a:cubicBezTo>
                    <a:cubicBezTo>
                      <a:pt x="22" y="80"/>
                      <a:pt x="22" y="78"/>
                      <a:pt x="21" y="76"/>
                    </a:cubicBezTo>
                    <a:lnTo>
                      <a:pt x="19" y="67"/>
                    </a:lnTo>
                    <a:lnTo>
                      <a:pt x="19" y="66"/>
                    </a:lnTo>
                    <a:cubicBezTo>
                      <a:pt x="19" y="63"/>
                      <a:pt x="19" y="60"/>
                      <a:pt x="21" y="58"/>
                    </a:cubicBezTo>
                    <a:cubicBezTo>
                      <a:pt x="23" y="56"/>
                      <a:pt x="24" y="54"/>
                      <a:pt x="27" y="52"/>
                    </a:cubicBezTo>
                    <a:cubicBezTo>
                      <a:pt x="29" y="51"/>
                      <a:pt x="31" y="50"/>
                      <a:pt x="34" y="50"/>
                    </a:cubicBezTo>
                    <a:lnTo>
                      <a:pt x="45" y="50"/>
                    </a:lnTo>
                    <a:cubicBezTo>
                      <a:pt x="43" y="45"/>
                      <a:pt x="41" y="41"/>
                      <a:pt x="40" y="37"/>
                    </a:cubicBezTo>
                    <a:cubicBezTo>
                      <a:pt x="34" y="36"/>
                      <a:pt x="29" y="35"/>
                      <a:pt x="24" y="34"/>
                    </a:cubicBezTo>
                    <a:cubicBezTo>
                      <a:pt x="22" y="33"/>
                      <a:pt x="20" y="33"/>
                      <a:pt x="19" y="32"/>
                    </a:cubicBezTo>
                    <a:cubicBezTo>
                      <a:pt x="15" y="30"/>
                      <a:pt x="13" y="27"/>
                      <a:pt x="11" y="24"/>
                    </a:cubicBezTo>
                    <a:cubicBezTo>
                      <a:pt x="9" y="21"/>
                      <a:pt x="8" y="17"/>
                      <a:pt x="8" y="13"/>
                    </a:cubicBezTo>
                    <a:cubicBezTo>
                      <a:pt x="8" y="11"/>
                      <a:pt x="8" y="9"/>
                      <a:pt x="9" y="8"/>
                    </a:cubicBezTo>
                    <a:cubicBezTo>
                      <a:pt x="7" y="5"/>
                      <a:pt x="5" y="2"/>
                      <a:pt x="4" y="0"/>
                    </a:cubicBezTo>
                    <a:cubicBezTo>
                      <a:pt x="2" y="14"/>
                      <a:pt x="1" y="29"/>
                      <a:pt x="0" y="43"/>
                    </a:cubicBezTo>
                    <a:cubicBezTo>
                      <a:pt x="1" y="64"/>
                      <a:pt x="7" y="85"/>
                      <a:pt x="18" y="104"/>
                    </a:cubicBezTo>
                    <a:cubicBezTo>
                      <a:pt x="22" y="112"/>
                      <a:pt x="28" y="119"/>
                      <a:pt x="34" y="126"/>
                    </a:cubicBezTo>
                    <a:cubicBezTo>
                      <a:pt x="35" y="126"/>
                      <a:pt x="36" y="128"/>
                      <a:pt x="37" y="128"/>
                    </a:cubicBezTo>
                    <a:cubicBezTo>
                      <a:pt x="38" y="127"/>
                      <a:pt x="40" y="126"/>
                      <a:pt x="41" y="125"/>
                    </a:cubicBezTo>
                    <a:cubicBezTo>
                      <a:pt x="52" y="117"/>
                      <a:pt x="63" y="128"/>
                      <a:pt x="62" y="1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9"/>
              <p:cNvSpPr/>
              <p:nvPr/>
            </p:nvSpPr>
            <p:spPr>
              <a:xfrm>
                <a:off x="33485" y="-621575"/>
                <a:ext cx="3600" cy="28800"/>
              </a:xfrm>
              <a:custGeom>
                <a:rect b="b" l="l" r="r" t="t"/>
                <a:pathLst>
                  <a:path extrusionOk="0" h="80" w="10">
                    <a:moveTo>
                      <a:pt x="4" y="22"/>
                    </a:moveTo>
                    <a:cubicBezTo>
                      <a:pt x="4" y="15"/>
                      <a:pt x="4" y="9"/>
                      <a:pt x="5" y="2"/>
                    </a:cubicBezTo>
                    <a:lnTo>
                      <a:pt x="2" y="0"/>
                    </a:lnTo>
                    <a:cubicBezTo>
                      <a:pt x="1" y="8"/>
                      <a:pt x="0" y="16"/>
                      <a:pt x="0" y="24"/>
                    </a:cubicBezTo>
                    <a:cubicBezTo>
                      <a:pt x="0" y="26"/>
                      <a:pt x="0" y="28"/>
                      <a:pt x="0" y="29"/>
                    </a:cubicBezTo>
                    <a:cubicBezTo>
                      <a:pt x="0" y="46"/>
                      <a:pt x="0" y="63"/>
                      <a:pt x="2" y="79"/>
                    </a:cubicBezTo>
                    <a:lnTo>
                      <a:pt x="9" y="79"/>
                    </a:lnTo>
                    <a:cubicBezTo>
                      <a:pt x="7" y="60"/>
                      <a:pt x="4" y="40"/>
                      <a:pt x="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9"/>
              <p:cNvSpPr/>
              <p:nvPr/>
            </p:nvSpPr>
            <p:spPr>
              <a:xfrm>
                <a:off x="37085" y="-639935"/>
                <a:ext cx="2520" cy="5760"/>
              </a:xfrm>
              <a:custGeom>
                <a:rect b="b" l="l" r="r" t="t"/>
                <a:pathLst>
                  <a:path extrusionOk="0" h="16" w="7">
                    <a:moveTo>
                      <a:pt x="6" y="0"/>
                    </a:moveTo>
                    <a:cubicBezTo>
                      <a:pt x="4" y="5"/>
                      <a:pt x="2" y="10"/>
                      <a:pt x="0" y="15"/>
                    </a:cubicBezTo>
                    <a:lnTo>
                      <a:pt x="1" y="15"/>
                    </a:lnTo>
                    <a:cubicBezTo>
                      <a:pt x="3" y="11"/>
                      <a:pt x="4" y="5"/>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9"/>
              <p:cNvSpPr/>
              <p:nvPr/>
            </p:nvSpPr>
            <p:spPr>
              <a:xfrm>
                <a:off x="36365" y="-509255"/>
                <a:ext cx="9360" cy="7920"/>
              </a:xfrm>
              <a:custGeom>
                <a:rect b="b" l="l" r="r" t="t"/>
                <a:pathLst>
                  <a:path extrusionOk="0" h="22" w="26">
                    <a:moveTo>
                      <a:pt x="4" y="8"/>
                    </a:moveTo>
                    <a:cubicBezTo>
                      <a:pt x="3" y="9"/>
                      <a:pt x="1" y="10"/>
                      <a:pt x="0" y="11"/>
                    </a:cubicBezTo>
                    <a:cubicBezTo>
                      <a:pt x="2" y="12"/>
                      <a:pt x="3" y="12"/>
                      <a:pt x="4" y="13"/>
                    </a:cubicBezTo>
                    <a:cubicBezTo>
                      <a:pt x="10" y="16"/>
                      <a:pt x="17" y="19"/>
                      <a:pt x="24" y="21"/>
                    </a:cubicBezTo>
                    <a:cubicBezTo>
                      <a:pt x="25" y="11"/>
                      <a:pt x="14" y="0"/>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9"/>
              <p:cNvSpPr/>
              <p:nvPr/>
            </p:nvSpPr>
            <p:spPr>
              <a:xfrm>
                <a:off x="51845" y="-721655"/>
                <a:ext cx="300600" cy="42480"/>
              </a:xfrm>
              <a:custGeom>
                <a:rect b="b" l="l" r="r" t="t"/>
                <a:pathLst>
                  <a:path extrusionOk="0" h="118" w="835">
                    <a:moveTo>
                      <a:pt x="349" y="49"/>
                    </a:moveTo>
                    <a:cubicBezTo>
                      <a:pt x="508" y="46"/>
                      <a:pt x="674" y="49"/>
                      <a:pt x="832" y="22"/>
                    </a:cubicBezTo>
                    <a:cubicBezTo>
                      <a:pt x="832" y="22"/>
                      <a:pt x="833" y="22"/>
                      <a:pt x="833" y="21"/>
                    </a:cubicBezTo>
                    <a:lnTo>
                      <a:pt x="834" y="21"/>
                    </a:lnTo>
                    <a:cubicBezTo>
                      <a:pt x="834" y="20"/>
                      <a:pt x="834" y="20"/>
                      <a:pt x="834" y="19"/>
                    </a:cubicBezTo>
                    <a:lnTo>
                      <a:pt x="834" y="18"/>
                    </a:lnTo>
                    <a:cubicBezTo>
                      <a:pt x="834" y="18"/>
                      <a:pt x="833" y="18"/>
                      <a:pt x="833" y="17"/>
                    </a:cubicBezTo>
                    <a:lnTo>
                      <a:pt x="832" y="17"/>
                    </a:lnTo>
                    <a:cubicBezTo>
                      <a:pt x="641" y="23"/>
                      <a:pt x="448" y="4"/>
                      <a:pt x="257" y="1"/>
                    </a:cubicBezTo>
                    <a:cubicBezTo>
                      <a:pt x="187" y="0"/>
                      <a:pt x="115" y="1"/>
                      <a:pt x="56" y="40"/>
                    </a:cubicBezTo>
                    <a:cubicBezTo>
                      <a:pt x="42" y="50"/>
                      <a:pt x="29" y="57"/>
                      <a:pt x="18" y="65"/>
                    </a:cubicBezTo>
                    <a:cubicBezTo>
                      <a:pt x="18" y="66"/>
                      <a:pt x="18" y="68"/>
                      <a:pt x="18" y="70"/>
                    </a:cubicBezTo>
                    <a:cubicBezTo>
                      <a:pt x="18" y="69"/>
                      <a:pt x="19" y="69"/>
                      <a:pt x="19" y="69"/>
                    </a:cubicBezTo>
                    <a:cubicBezTo>
                      <a:pt x="28" y="64"/>
                      <a:pt x="37" y="61"/>
                      <a:pt x="47" y="61"/>
                    </a:cubicBezTo>
                    <a:cubicBezTo>
                      <a:pt x="52" y="61"/>
                      <a:pt x="57" y="62"/>
                      <a:pt x="61" y="63"/>
                    </a:cubicBezTo>
                    <a:cubicBezTo>
                      <a:pt x="62" y="63"/>
                      <a:pt x="62" y="64"/>
                      <a:pt x="62" y="64"/>
                    </a:cubicBezTo>
                    <a:lnTo>
                      <a:pt x="62" y="65"/>
                    </a:lnTo>
                    <a:lnTo>
                      <a:pt x="62" y="66"/>
                    </a:lnTo>
                    <a:lnTo>
                      <a:pt x="61" y="66"/>
                    </a:lnTo>
                    <a:lnTo>
                      <a:pt x="61" y="67"/>
                    </a:lnTo>
                    <a:cubicBezTo>
                      <a:pt x="0" y="75"/>
                      <a:pt x="34" y="99"/>
                      <a:pt x="29" y="117"/>
                    </a:cubicBezTo>
                    <a:cubicBezTo>
                      <a:pt x="55" y="104"/>
                      <a:pt x="81" y="81"/>
                      <a:pt x="109" y="68"/>
                    </a:cubicBezTo>
                    <a:cubicBezTo>
                      <a:pt x="179" y="36"/>
                      <a:pt x="274" y="50"/>
                      <a:pt x="349"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9"/>
              <p:cNvSpPr/>
              <p:nvPr/>
            </p:nvSpPr>
            <p:spPr>
              <a:xfrm>
                <a:off x="51125" y="-694295"/>
                <a:ext cx="4320" cy="13680"/>
              </a:xfrm>
              <a:custGeom>
                <a:rect b="b" l="l" r="r" t="t"/>
                <a:pathLst>
                  <a:path extrusionOk="0" h="38" w="12">
                    <a:moveTo>
                      <a:pt x="11" y="8"/>
                    </a:moveTo>
                    <a:lnTo>
                      <a:pt x="11" y="7"/>
                    </a:lnTo>
                    <a:cubicBezTo>
                      <a:pt x="11" y="4"/>
                      <a:pt x="10" y="2"/>
                      <a:pt x="9" y="0"/>
                    </a:cubicBezTo>
                    <a:cubicBezTo>
                      <a:pt x="8" y="1"/>
                      <a:pt x="7" y="3"/>
                      <a:pt x="6" y="4"/>
                    </a:cubicBezTo>
                    <a:cubicBezTo>
                      <a:pt x="3" y="11"/>
                      <a:pt x="0" y="18"/>
                      <a:pt x="0" y="26"/>
                    </a:cubicBezTo>
                    <a:cubicBezTo>
                      <a:pt x="0" y="29"/>
                      <a:pt x="1" y="32"/>
                      <a:pt x="1" y="35"/>
                    </a:cubicBezTo>
                    <a:lnTo>
                      <a:pt x="1" y="36"/>
                    </a:lnTo>
                    <a:lnTo>
                      <a:pt x="1" y="37"/>
                    </a:lnTo>
                    <a:cubicBezTo>
                      <a:pt x="3" y="35"/>
                      <a:pt x="4" y="34"/>
                      <a:pt x="5" y="32"/>
                    </a:cubicBezTo>
                    <a:cubicBezTo>
                      <a:pt x="7" y="30"/>
                      <a:pt x="7" y="27"/>
                      <a:pt x="8" y="25"/>
                    </a:cubicBezTo>
                    <a:cubicBezTo>
                      <a:pt x="8" y="19"/>
                      <a:pt x="9" y="13"/>
                      <a:pt x="1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9"/>
              <p:cNvSpPr/>
              <p:nvPr/>
            </p:nvSpPr>
            <p:spPr>
              <a:xfrm>
                <a:off x="51845" y="-698975"/>
                <a:ext cx="23040" cy="22320"/>
              </a:xfrm>
              <a:custGeom>
                <a:rect b="b" l="l" r="r" t="t"/>
                <a:pathLst>
                  <a:path extrusionOk="0" h="62" w="64">
                    <a:moveTo>
                      <a:pt x="18" y="60"/>
                    </a:moveTo>
                    <a:cubicBezTo>
                      <a:pt x="22" y="59"/>
                      <a:pt x="26" y="57"/>
                      <a:pt x="30" y="55"/>
                    </a:cubicBezTo>
                    <a:cubicBezTo>
                      <a:pt x="34" y="37"/>
                      <a:pt x="0" y="13"/>
                      <a:pt x="61" y="5"/>
                    </a:cubicBezTo>
                    <a:lnTo>
                      <a:pt x="62" y="5"/>
                    </a:lnTo>
                    <a:cubicBezTo>
                      <a:pt x="62" y="4"/>
                      <a:pt x="62" y="4"/>
                      <a:pt x="62" y="4"/>
                    </a:cubicBezTo>
                    <a:lnTo>
                      <a:pt x="63" y="3"/>
                    </a:lnTo>
                    <a:lnTo>
                      <a:pt x="62" y="2"/>
                    </a:lnTo>
                    <a:lnTo>
                      <a:pt x="62" y="1"/>
                    </a:lnTo>
                    <a:lnTo>
                      <a:pt x="61" y="1"/>
                    </a:lnTo>
                    <a:cubicBezTo>
                      <a:pt x="57" y="0"/>
                      <a:pt x="52" y="0"/>
                      <a:pt x="48" y="0"/>
                    </a:cubicBezTo>
                    <a:cubicBezTo>
                      <a:pt x="38" y="0"/>
                      <a:pt x="28" y="2"/>
                      <a:pt x="19" y="7"/>
                    </a:cubicBezTo>
                    <a:cubicBezTo>
                      <a:pt x="19" y="7"/>
                      <a:pt x="19" y="8"/>
                      <a:pt x="18" y="8"/>
                    </a:cubicBezTo>
                    <a:cubicBezTo>
                      <a:pt x="18" y="10"/>
                      <a:pt x="18" y="11"/>
                      <a:pt x="18" y="13"/>
                    </a:cubicBezTo>
                    <a:cubicBezTo>
                      <a:pt x="18" y="14"/>
                      <a:pt x="18" y="17"/>
                      <a:pt x="18" y="19"/>
                    </a:cubicBezTo>
                    <a:cubicBezTo>
                      <a:pt x="18" y="20"/>
                      <a:pt x="18" y="20"/>
                      <a:pt x="18" y="21"/>
                    </a:cubicBezTo>
                    <a:cubicBezTo>
                      <a:pt x="17" y="22"/>
                      <a:pt x="17" y="21"/>
                      <a:pt x="16" y="22"/>
                    </a:cubicBezTo>
                    <a:cubicBezTo>
                      <a:pt x="15" y="23"/>
                      <a:pt x="15" y="23"/>
                      <a:pt x="14" y="23"/>
                    </a:cubicBezTo>
                    <a:cubicBezTo>
                      <a:pt x="13" y="23"/>
                      <a:pt x="13" y="23"/>
                      <a:pt x="12" y="22"/>
                    </a:cubicBezTo>
                    <a:cubicBezTo>
                      <a:pt x="11" y="21"/>
                      <a:pt x="11" y="22"/>
                      <a:pt x="10" y="21"/>
                    </a:cubicBezTo>
                    <a:cubicBezTo>
                      <a:pt x="8" y="27"/>
                      <a:pt x="7" y="32"/>
                      <a:pt x="7" y="38"/>
                    </a:cubicBezTo>
                    <a:cubicBezTo>
                      <a:pt x="6" y="41"/>
                      <a:pt x="6" y="43"/>
                      <a:pt x="4" y="45"/>
                    </a:cubicBezTo>
                    <a:cubicBezTo>
                      <a:pt x="3" y="47"/>
                      <a:pt x="2" y="49"/>
                      <a:pt x="0" y="50"/>
                    </a:cubicBezTo>
                    <a:cubicBezTo>
                      <a:pt x="1" y="51"/>
                      <a:pt x="1" y="52"/>
                      <a:pt x="2" y="54"/>
                    </a:cubicBezTo>
                    <a:cubicBezTo>
                      <a:pt x="3" y="56"/>
                      <a:pt x="5" y="58"/>
                      <a:pt x="7" y="59"/>
                    </a:cubicBezTo>
                    <a:cubicBezTo>
                      <a:pt x="9" y="60"/>
                      <a:pt x="12" y="61"/>
                      <a:pt x="14" y="61"/>
                    </a:cubicBezTo>
                    <a:cubicBezTo>
                      <a:pt x="15" y="61"/>
                      <a:pt x="17" y="60"/>
                      <a:pt x="18"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9"/>
              <p:cNvSpPr/>
              <p:nvPr/>
            </p:nvSpPr>
            <p:spPr>
              <a:xfrm>
                <a:off x="28805" y="-723455"/>
                <a:ext cx="29880" cy="29520"/>
              </a:xfrm>
              <a:custGeom>
                <a:rect b="b" l="l" r="r" t="t"/>
                <a:pathLst>
                  <a:path extrusionOk="0" h="82" w="83">
                    <a:moveTo>
                      <a:pt x="82" y="71"/>
                    </a:moveTo>
                    <a:cubicBezTo>
                      <a:pt x="82" y="64"/>
                      <a:pt x="80" y="58"/>
                      <a:pt x="77" y="53"/>
                    </a:cubicBezTo>
                    <a:cubicBezTo>
                      <a:pt x="76" y="51"/>
                      <a:pt x="75" y="50"/>
                      <a:pt x="74" y="48"/>
                    </a:cubicBezTo>
                    <a:cubicBezTo>
                      <a:pt x="70" y="45"/>
                      <a:pt x="65" y="41"/>
                      <a:pt x="61" y="38"/>
                    </a:cubicBezTo>
                    <a:cubicBezTo>
                      <a:pt x="53" y="33"/>
                      <a:pt x="45" y="31"/>
                      <a:pt x="36" y="30"/>
                    </a:cubicBezTo>
                    <a:cubicBezTo>
                      <a:pt x="36" y="28"/>
                      <a:pt x="36" y="27"/>
                      <a:pt x="36" y="25"/>
                    </a:cubicBezTo>
                    <a:cubicBezTo>
                      <a:pt x="36" y="21"/>
                      <a:pt x="35" y="16"/>
                      <a:pt x="34" y="12"/>
                    </a:cubicBezTo>
                    <a:cubicBezTo>
                      <a:pt x="32" y="10"/>
                      <a:pt x="31" y="7"/>
                      <a:pt x="29" y="4"/>
                    </a:cubicBezTo>
                    <a:lnTo>
                      <a:pt x="28" y="4"/>
                    </a:lnTo>
                    <a:cubicBezTo>
                      <a:pt x="19" y="4"/>
                      <a:pt x="9" y="3"/>
                      <a:pt x="0" y="0"/>
                    </a:cubicBezTo>
                    <a:cubicBezTo>
                      <a:pt x="1" y="5"/>
                      <a:pt x="3" y="9"/>
                      <a:pt x="5" y="14"/>
                    </a:cubicBezTo>
                    <a:lnTo>
                      <a:pt x="6" y="15"/>
                    </a:lnTo>
                    <a:cubicBezTo>
                      <a:pt x="7" y="16"/>
                      <a:pt x="7" y="17"/>
                      <a:pt x="8" y="19"/>
                    </a:cubicBezTo>
                    <a:cubicBezTo>
                      <a:pt x="12" y="25"/>
                      <a:pt x="14" y="32"/>
                      <a:pt x="15" y="40"/>
                    </a:cubicBezTo>
                    <a:cubicBezTo>
                      <a:pt x="15" y="41"/>
                      <a:pt x="15" y="42"/>
                      <a:pt x="16" y="43"/>
                    </a:cubicBezTo>
                    <a:cubicBezTo>
                      <a:pt x="17" y="45"/>
                      <a:pt x="18" y="46"/>
                      <a:pt x="20" y="47"/>
                    </a:cubicBezTo>
                    <a:cubicBezTo>
                      <a:pt x="20" y="47"/>
                      <a:pt x="21" y="48"/>
                      <a:pt x="22" y="48"/>
                    </a:cubicBezTo>
                    <a:cubicBezTo>
                      <a:pt x="34" y="51"/>
                      <a:pt x="57" y="50"/>
                      <a:pt x="63" y="63"/>
                    </a:cubicBezTo>
                    <a:cubicBezTo>
                      <a:pt x="66" y="69"/>
                      <a:pt x="69" y="75"/>
                      <a:pt x="70" y="81"/>
                    </a:cubicBezTo>
                    <a:cubicBezTo>
                      <a:pt x="74" y="77"/>
                      <a:pt x="78" y="74"/>
                      <a:pt x="82"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9"/>
              <p:cNvSpPr/>
              <p:nvPr/>
            </p:nvSpPr>
            <p:spPr>
              <a:xfrm>
                <a:off x="54365" y="-698255"/>
                <a:ext cx="4320" cy="7560"/>
              </a:xfrm>
              <a:custGeom>
                <a:rect b="b" l="l" r="r" t="t"/>
                <a:pathLst>
                  <a:path extrusionOk="0" h="21" w="12">
                    <a:moveTo>
                      <a:pt x="2" y="19"/>
                    </a:moveTo>
                    <a:cubicBezTo>
                      <a:pt x="3" y="17"/>
                      <a:pt x="4" y="15"/>
                      <a:pt x="5" y="13"/>
                    </a:cubicBezTo>
                    <a:cubicBezTo>
                      <a:pt x="6" y="10"/>
                      <a:pt x="9" y="8"/>
                      <a:pt x="11" y="5"/>
                    </a:cubicBezTo>
                    <a:cubicBezTo>
                      <a:pt x="11" y="4"/>
                      <a:pt x="11" y="2"/>
                      <a:pt x="11" y="0"/>
                    </a:cubicBezTo>
                    <a:cubicBezTo>
                      <a:pt x="7" y="3"/>
                      <a:pt x="3" y="7"/>
                      <a:pt x="0" y="11"/>
                    </a:cubicBezTo>
                    <a:cubicBezTo>
                      <a:pt x="0" y="13"/>
                      <a:pt x="1" y="15"/>
                      <a:pt x="2" y="18"/>
                    </a:cubicBezTo>
                    <a:cubicBezTo>
                      <a:pt x="2" y="20"/>
                      <a:pt x="2" y="19"/>
                      <a:pt x="2"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9"/>
              <p:cNvSpPr/>
              <p:nvPr/>
            </p:nvSpPr>
            <p:spPr>
              <a:xfrm>
                <a:off x="55085" y="-696455"/>
                <a:ext cx="3600" cy="6120"/>
              </a:xfrm>
              <a:custGeom>
                <a:rect b="b" l="l" r="r" t="t"/>
                <a:pathLst>
                  <a:path extrusionOk="0" h="17" w="10">
                    <a:moveTo>
                      <a:pt x="0" y="14"/>
                    </a:moveTo>
                    <a:cubicBezTo>
                      <a:pt x="1" y="14"/>
                      <a:pt x="1" y="15"/>
                      <a:pt x="2" y="15"/>
                    </a:cubicBezTo>
                    <a:cubicBezTo>
                      <a:pt x="2" y="15"/>
                      <a:pt x="3" y="16"/>
                      <a:pt x="4" y="16"/>
                    </a:cubicBezTo>
                    <a:cubicBezTo>
                      <a:pt x="5" y="16"/>
                      <a:pt x="5" y="15"/>
                      <a:pt x="6" y="15"/>
                    </a:cubicBezTo>
                    <a:cubicBezTo>
                      <a:pt x="7" y="15"/>
                      <a:pt x="7" y="15"/>
                      <a:pt x="8" y="14"/>
                    </a:cubicBezTo>
                    <a:cubicBezTo>
                      <a:pt x="9" y="13"/>
                      <a:pt x="8" y="12"/>
                      <a:pt x="8" y="12"/>
                    </a:cubicBezTo>
                    <a:cubicBezTo>
                      <a:pt x="8" y="10"/>
                      <a:pt x="8" y="8"/>
                      <a:pt x="8" y="6"/>
                    </a:cubicBezTo>
                    <a:cubicBezTo>
                      <a:pt x="8" y="4"/>
                      <a:pt x="8" y="2"/>
                      <a:pt x="8" y="0"/>
                    </a:cubicBezTo>
                    <a:cubicBezTo>
                      <a:pt x="6" y="2"/>
                      <a:pt x="5" y="4"/>
                      <a:pt x="3" y="7"/>
                    </a:cubicBezTo>
                    <a:cubicBezTo>
                      <a:pt x="2" y="9"/>
                      <a:pt x="1" y="11"/>
                      <a:pt x="0"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9"/>
              <p:cNvSpPr/>
              <p:nvPr/>
            </p:nvSpPr>
            <p:spPr>
              <a:xfrm>
                <a:off x="18365" y="-781055"/>
                <a:ext cx="130680" cy="59400"/>
              </a:xfrm>
              <a:custGeom>
                <a:rect b="b" l="l" r="r" t="t"/>
                <a:pathLst>
                  <a:path extrusionOk="0" h="165" w="363">
                    <a:moveTo>
                      <a:pt x="50" y="151"/>
                    </a:moveTo>
                    <a:cubicBezTo>
                      <a:pt x="52" y="153"/>
                      <a:pt x="54" y="155"/>
                      <a:pt x="55" y="157"/>
                    </a:cubicBezTo>
                    <a:cubicBezTo>
                      <a:pt x="57" y="160"/>
                      <a:pt x="57" y="162"/>
                      <a:pt x="58" y="164"/>
                    </a:cubicBezTo>
                    <a:cubicBezTo>
                      <a:pt x="107" y="164"/>
                      <a:pt x="159" y="136"/>
                      <a:pt x="208" y="146"/>
                    </a:cubicBezTo>
                    <a:cubicBezTo>
                      <a:pt x="251" y="155"/>
                      <a:pt x="311" y="150"/>
                      <a:pt x="355" y="148"/>
                    </a:cubicBezTo>
                    <a:cubicBezTo>
                      <a:pt x="361" y="148"/>
                      <a:pt x="362" y="139"/>
                      <a:pt x="355" y="139"/>
                    </a:cubicBezTo>
                    <a:cubicBezTo>
                      <a:pt x="301" y="136"/>
                      <a:pt x="249" y="121"/>
                      <a:pt x="196" y="119"/>
                    </a:cubicBezTo>
                    <a:cubicBezTo>
                      <a:pt x="174" y="116"/>
                      <a:pt x="152" y="114"/>
                      <a:pt x="130" y="114"/>
                    </a:cubicBezTo>
                    <a:cubicBezTo>
                      <a:pt x="102" y="116"/>
                      <a:pt x="75" y="123"/>
                      <a:pt x="46" y="123"/>
                    </a:cubicBezTo>
                    <a:cubicBezTo>
                      <a:pt x="46" y="120"/>
                      <a:pt x="46" y="116"/>
                      <a:pt x="46" y="112"/>
                    </a:cubicBezTo>
                    <a:cubicBezTo>
                      <a:pt x="46" y="109"/>
                      <a:pt x="46" y="105"/>
                      <a:pt x="46" y="101"/>
                    </a:cubicBezTo>
                    <a:lnTo>
                      <a:pt x="32" y="100"/>
                    </a:lnTo>
                    <a:cubicBezTo>
                      <a:pt x="10" y="99"/>
                      <a:pt x="14" y="64"/>
                      <a:pt x="36" y="66"/>
                    </a:cubicBezTo>
                    <a:lnTo>
                      <a:pt x="42" y="68"/>
                    </a:lnTo>
                    <a:cubicBezTo>
                      <a:pt x="42" y="67"/>
                      <a:pt x="41" y="66"/>
                      <a:pt x="41" y="65"/>
                    </a:cubicBezTo>
                    <a:cubicBezTo>
                      <a:pt x="40" y="64"/>
                      <a:pt x="40" y="63"/>
                      <a:pt x="40" y="63"/>
                    </a:cubicBezTo>
                    <a:cubicBezTo>
                      <a:pt x="39" y="62"/>
                      <a:pt x="39" y="61"/>
                      <a:pt x="39" y="61"/>
                    </a:cubicBezTo>
                    <a:cubicBezTo>
                      <a:pt x="34" y="53"/>
                      <a:pt x="31" y="44"/>
                      <a:pt x="31" y="34"/>
                    </a:cubicBezTo>
                    <a:cubicBezTo>
                      <a:pt x="31" y="27"/>
                      <a:pt x="33" y="21"/>
                      <a:pt x="35" y="14"/>
                    </a:cubicBezTo>
                    <a:cubicBezTo>
                      <a:pt x="34" y="14"/>
                      <a:pt x="33" y="14"/>
                      <a:pt x="32" y="14"/>
                    </a:cubicBezTo>
                    <a:cubicBezTo>
                      <a:pt x="26" y="14"/>
                      <a:pt x="20" y="13"/>
                      <a:pt x="15" y="10"/>
                    </a:cubicBezTo>
                    <a:cubicBezTo>
                      <a:pt x="13" y="8"/>
                      <a:pt x="10" y="7"/>
                      <a:pt x="8" y="5"/>
                    </a:cubicBezTo>
                    <a:cubicBezTo>
                      <a:pt x="8" y="4"/>
                      <a:pt x="8" y="4"/>
                      <a:pt x="8" y="4"/>
                    </a:cubicBezTo>
                    <a:cubicBezTo>
                      <a:pt x="7" y="3"/>
                      <a:pt x="7" y="1"/>
                      <a:pt x="6" y="0"/>
                    </a:cubicBezTo>
                    <a:cubicBezTo>
                      <a:pt x="2" y="10"/>
                      <a:pt x="0" y="21"/>
                      <a:pt x="0" y="32"/>
                    </a:cubicBezTo>
                    <a:cubicBezTo>
                      <a:pt x="0" y="37"/>
                      <a:pt x="0" y="42"/>
                      <a:pt x="1" y="46"/>
                    </a:cubicBezTo>
                    <a:cubicBezTo>
                      <a:pt x="1" y="47"/>
                      <a:pt x="1" y="47"/>
                      <a:pt x="1" y="48"/>
                    </a:cubicBezTo>
                    <a:cubicBezTo>
                      <a:pt x="1" y="55"/>
                      <a:pt x="3" y="63"/>
                      <a:pt x="7" y="70"/>
                    </a:cubicBezTo>
                    <a:cubicBezTo>
                      <a:pt x="7" y="71"/>
                      <a:pt x="8" y="71"/>
                      <a:pt x="8" y="72"/>
                    </a:cubicBezTo>
                    <a:cubicBezTo>
                      <a:pt x="18" y="90"/>
                      <a:pt x="10" y="122"/>
                      <a:pt x="11" y="142"/>
                    </a:cubicBezTo>
                    <a:cubicBezTo>
                      <a:pt x="11" y="146"/>
                      <a:pt x="13" y="149"/>
                      <a:pt x="14" y="151"/>
                    </a:cubicBezTo>
                    <a:cubicBezTo>
                      <a:pt x="16" y="154"/>
                      <a:pt x="18" y="157"/>
                      <a:pt x="21" y="159"/>
                    </a:cubicBezTo>
                    <a:lnTo>
                      <a:pt x="28" y="161"/>
                    </a:lnTo>
                    <a:lnTo>
                      <a:pt x="28" y="159"/>
                    </a:lnTo>
                    <a:cubicBezTo>
                      <a:pt x="25" y="141"/>
                      <a:pt x="42" y="140"/>
                      <a:pt x="50" y="1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9"/>
              <p:cNvSpPr/>
              <p:nvPr/>
            </p:nvSpPr>
            <p:spPr>
              <a:xfrm>
                <a:off x="27725" y="-730655"/>
                <a:ext cx="11880" cy="9000"/>
              </a:xfrm>
              <a:custGeom>
                <a:rect b="b" l="l" r="r" t="t"/>
                <a:pathLst>
                  <a:path extrusionOk="0" h="25" w="33">
                    <a:moveTo>
                      <a:pt x="32" y="23"/>
                    </a:moveTo>
                    <a:cubicBezTo>
                      <a:pt x="31" y="22"/>
                      <a:pt x="30" y="20"/>
                      <a:pt x="29" y="18"/>
                    </a:cubicBezTo>
                    <a:cubicBezTo>
                      <a:pt x="28" y="15"/>
                      <a:pt x="26" y="13"/>
                      <a:pt x="24" y="11"/>
                    </a:cubicBezTo>
                    <a:cubicBezTo>
                      <a:pt x="16" y="0"/>
                      <a:pt x="0" y="2"/>
                      <a:pt x="3" y="18"/>
                    </a:cubicBezTo>
                    <a:lnTo>
                      <a:pt x="3" y="20"/>
                    </a:lnTo>
                    <a:cubicBezTo>
                      <a:pt x="11" y="22"/>
                      <a:pt x="20" y="24"/>
                      <a:pt x="29" y="24"/>
                    </a:cubicBezTo>
                    <a:cubicBezTo>
                      <a:pt x="30" y="24"/>
                      <a:pt x="31" y="24"/>
                      <a:pt x="3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9"/>
              <p:cNvSpPr/>
              <p:nvPr/>
            </p:nvSpPr>
            <p:spPr>
              <a:xfrm>
                <a:off x="9005" y="-814535"/>
                <a:ext cx="70920" cy="38520"/>
              </a:xfrm>
              <a:custGeom>
                <a:rect b="b" l="l" r="r" t="t"/>
                <a:pathLst>
                  <a:path extrusionOk="0" h="107" w="197">
                    <a:moveTo>
                      <a:pt x="59" y="77"/>
                    </a:moveTo>
                    <a:cubicBezTo>
                      <a:pt x="61" y="78"/>
                      <a:pt x="63" y="79"/>
                      <a:pt x="64" y="80"/>
                    </a:cubicBezTo>
                    <a:cubicBezTo>
                      <a:pt x="67" y="81"/>
                      <a:pt x="69" y="83"/>
                      <a:pt x="72" y="85"/>
                    </a:cubicBezTo>
                    <a:cubicBezTo>
                      <a:pt x="72" y="86"/>
                      <a:pt x="73" y="87"/>
                      <a:pt x="74" y="88"/>
                    </a:cubicBezTo>
                    <a:cubicBezTo>
                      <a:pt x="74" y="89"/>
                      <a:pt x="75" y="90"/>
                      <a:pt x="75" y="91"/>
                    </a:cubicBezTo>
                    <a:cubicBezTo>
                      <a:pt x="75" y="92"/>
                      <a:pt x="74" y="93"/>
                      <a:pt x="74" y="94"/>
                    </a:cubicBezTo>
                    <a:cubicBezTo>
                      <a:pt x="73" y="95"/>
                      <a:pt x="72" y="95"/>
                      <a:pt x="72" y="96"/>
                    </a:cubicBezTo>
                    <a:cubicBezTo>
                      <a:pt x="69" y="98"/>
                      <a:pt x="66" y="101"/>
                      <a:pt x="64" y="104"/>
                    </a:cubicBezTo>
                    <a:cubicBezTo>
                      <a:pt x="64" y="104"/>
                      <a:pt x="63" y="105"/>
                      <a:pt x="63" y="106"/>
                    </a:cubicBezTo>
                    <a:cubicBezTo>
                      <a:pt x="76" y="106"/>
                      <a:pt x="90" y="104"/>
                      <a:pt x="98" y="106"/>
                    </a:cubicBezTo>
                    <a:cubicBezTo>
                      <a:pt x="128" y="106"/>
                      <a:pt x="159" y="104"/>
                      <a:pt x="189" y="100"/>
                    </a:cubicBezTo>
                    <a:cubicBezTo>
                      <a:pt x="195" y="100"/>
                      <a:pt x="196" y="91"/>
                      <a:pt x="189" y="91"/>
                    </a:cubicBezTo>
                    <a:cubicBezTo>
                      <a:pt x="150" y="89"/>
                      <a:pt x="108" y="78"/>
                      <a:pt x="69" y="78"/>
                    </a:cubicBezTo>
                    <a:cubicBezTo>
                      <a:pt x="52" y="78"/>
                      <a:pt x="61" y="67"/>
                      <a:pt x="54" y="56"/>
                    </a:cubicBezTo>
                    <a:cubicBezTo>
                      <a:pt x="49" y="50"/>
                      <a:pt x="43" y="45"/>
                      <a:pt x="39" y="38"/>
                    </a:cubicBezTo>
                    <a:cubicBezTo>
                      <a:pt x="38" y="37"/>
                      <a:pt x="38" y="36"/>
                      <a:pt x="37" y="34"/>
                    </a:cubicBezTo>
                    <a:cubicBezTo>
                      <a:pt x="35" y="35"/>
                      <a:pt x="32" y="36"/>
                      <a:pt x="30" y="36"/>
                    </a:cubicBezTo>
                    <a:cubicBezTo>
                      <a:pt x="26" y="36"/>
                      <a:pt x="22" y="36"/>
                      <a:pt x="20" y="34"/>
                    </a:cubicBezTo>
                    <a:cubicBezTo>
                      <a:pt x="17" y="32"/>
                      <a:pt x="15" y="30"/>
                      <a:pt x="14" y="27"/>
                    </a:cubicBezTo>
                    <a:cubicBezTo>
                      <a:pt x="12" y="24"/>
                      <a:pt x="11" y="21"/>
                      <a:pt x="11" y="18"/>
                    </a:cubicBezTo>
                    <a:cubicBezTo>
                      <a:pt x="11" y="15"/>
                      <a:pt x="12" y="12"/>
                      <a:pt x="13" y="9"/>
                    </a:cubicBezTo>
                    <a:cubicBezTo>
                      <a:pt x="15" y="6"/>
                      <a:pt x="18" y="3"/>
                      <a:pt x="20" y="0"/>
                    </a:cubicBezTo>
                    <a:cubicBezTo>
                      <a:pt x="0" y="11"/>
                      <a:pt x="2" y="28"/>
                      <a:pt x="9" y="47"/>
                    </a:cubicBezTo>
                    <a:cubicBezTo>
                      <a:pt x="12" y="56"/>
                      <a:pt x="21" y="60"/>
                      <a:pt x="26" y="67"/>
                    </a:cubicBezTo>
                    <a:cubicBezTo>
                      <a:pt x="31" y="74"/>
                      <a:pt x="31" y="84"/>
                      <a:pt x="35" y="92"/>
                    </a:cubicBezTo>
                    <a:cubicBezTo>
                      <a:pt x="35" y="91"/>
                      <a:pt x="35" y="91"/>
                      <a:pt x="36" y="90"/>
                    </a:cubicBezTo>
                    <a:cubicBezTo>
                      <a:pt x="38" y="86"/>
                      <a:pt x="40" y="83"/>
                      <a:pt x="43" y="80"/>
                    </a:cubicBezTo>
                    <a:cubicBezTo>
                      <a:pt x="44" y="79"/>
                      <a:pt x="44" y="79"/>
                      <a:pt x="45" y="78"/>
                    </a:cubicBezTo>
                    <a:cubicBezTo>
                      <a:pt x="48" y="77"/>
                      <a:pt x="50" y="76"/>
                      <a:pt x="53" y="76"/>
                    </a:cubicBezTo>
                    <a:cubicBezTo>
                      <a:pt x="55" y="76"/>
                      <a:pt x="57" y="77"/>
                      <a:pt x="59"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9"/>
              <p:cNvSpPr/>
              <p:nvPr/>
            </p:nvSpPr>
            <p:spPr>
              <a:xfrm>
                <a:off x="20525" y="-787175"/>
                <a:ext cx="15480" cy="11160"/>
              </a:xfrm>
              <a:custGeom>
                <a:rect b="b" l="l" r="r" t="t"/>
                <a:pathLst>
                  <a:path extrusionOk="0" h="31" w="43">
                    <a:moveTo>
                      <a:pt x="30" y="30"/>
                    </a:moveTo>
                    <a:cubicBezTo>
                      <a:pt x="31" y="29"/>
                      <a:pt x="31" y="29"/>
                      <a:pt x="31" y="28"/>
                    </a:cubicBezTo>
                    <a:cubicBezTo>
                      <a:pt x="33" y="25"/>
                      <a:pt x="36" y="22"/>
                      <a:pt x="39" y="20"/>
                    </a:cubicBezTo>
                    <a:cubicBezTo>
                      <a:pt x="40" y="20"/>
                      <a:pt x="40" y="19"/>
                      <a:pt x="41" y="18"/>
                    </a:cubicBezTo>
                    <a:cubicBezTo>
                      <a:pt x="41" y="17"/>
                      <a:pt x="42" y="16"/>
                      <a:pt x="42" y="15"/>
                    </a:cubicBezTo>
                    <a:cubicBezTo>
                      <a:pt x="42" y="14"/>
                      <a:pt x="41" y="13"/>
                      <a:pt x="41" y="12"/>
                    </a:cubicBezTo>
                    <a:cubicBezTo>
                      <a:pt x="40" y="11"/>
                      <a:pt x="40" y="10"/>
                      <a:pt x="39" y="10"/>
                    </a:cubicBezTo>
                    <a:cubicBezTo>
                      <a:pt x="37" y="8"/>
                      <a:pt x="34" y="6"/>
                      <a:pt x="32" y="4"/>
                    </a:cubicBezTo>
                    <a:cubicBezTo>
                      <a:pt x="30" y="3"/>
                      <a:pt x="28" y="2"/>
                      <a:pt x="26" y="2"/>
                    </a:cubicBezTo>
                    <a:cubicBezTo>
                      <a:pt x="24" y="0"/>
                      <a:pt x="21" y="0"/>
                      <a:pt x="19" y="0"/>
                    </a:cubicBezTo>
                    <a:cubicBezTo>
                      <a:pt x="16" y="0"/>
                      <a:pt x="14" y="0"/>
                      <a:pt x="11" y="2"/>
                    </a:cubicBezTo>
                    <a:cubicBezTo>
                      <a:pt x="10" y="2"/>
                      <a:pt x="9" y="3"/>
                      <a:pt x="8" y="4"/>
                    </a:cubicBezTo>
                    <a:cubicBezTo>
                      <a:pt x="6" y="7"/>
                      <a:pt x="3" y="11"/>
                      <a:pt x="1" y="14"/>
                    </a:cubicBezTo>
                    <a:cubicBezTo>
                      <a:pt x="1" y="15"/>
                      <a:pt x="1" y="15"/>
                      <a:pt x="0" y="16"/>
                    </a:cubicBezTo>
                    <a:cubicBezTo>
                      <a:pt x="1" y="17"/>
                      <a:pt x="1" y="18"/>
                      <a:pt x="2" y="19"/>
                    </a:cubicBezTo>
                    <a:cubicBezTo>
                      <a:pt x="2" y="20"/>
                      <a:pt x="2" y="20"/>
                      <a:pt x="2" y="20"/>
                    </a:cubicBezTo>
                    <a:cubicBezTo>
                      <a:pt x="4" y="22"/>
                      <a:pt x="7" y="24"/>
                      <a:pt x="9" y="25"/>
                    </a:cubicBezTo>
                    <a:cubicBezTo>
                      <a:pt x="14" y="28"/>
                      <a:pt x="20" y="30"/>
                      <a:pt x="27" y="30"/>
                    </a:cubicBezTo>
                    <a:cubicBezTo>
                      <a:pt x="28" y="30"/>
                      <a:pt x="29" y="30"/>
                      <a:pt x="30"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9"/>
              <p:cNvSpPr/>
              <p:nvPr/>
            </p:nvSpPr>
            <p:spPr>
              <a:xfrm>
                <a:off x="21605" y="-824975"/>
                <a:ext cx="146880" cy="23040"/>
              </a:xfrm>
              <a:custGeom>
                <a:rect b="b" l="l" r="r" t="t"/>
                <a:pathLst>
                  <a:path extrusionOk="0" h="64" w="408">
                    <a:moveTo>
                      <a:pt x="120" y="28"/>
                    </a:moveTo>
                    <a:cubicBezTo>
                      <a:pt x="215" y="26"/>
                      <a:pt x="309" y="23"/>
                      <a:pt x="404" y="20"/>
                    </a:cubicBezTo>
                    <a:lnTo>
                      <a:pt x="405" y="20"/>
                    </a:lnTo>
                    <a:cubicBezTo>
                      <a:pt x="406" y="19"/>
                      <a:pt x="407" y="19"/>
                      <a:pt x="407" y="18"/>
                    </a:cubicBezTo>
                    <a:cubicBezTo>
                      <a:pt x="407" y="17"/>
                      <a:pt x="407" y="17"/>
                      <a:pt x="407" y="16"/>
                    </a:cubicBezTo>
                    <a:cubicBezTo>
                      <a:pt x="407" y="15"/>
                      <a:pt x="407" y="15"/>
                      <a:pt x="407" y="14"/>
                    </a:cubicBezTo>
                    <a:cubicBezTo>
                      <a:pt x="407" y="14"/>
                      <a:pt x="406" y="14"/>
                      <a:pt x="405" y="13"/>
                    </a:cubicBezTo>
                    <a:cubicBezTo>
                      <a:pt x="404" y="12"/>
                      <a:pt x="404" y="12"/>
                      <a:pt x="404" y="12"/>
                    </a:cubicBezTo>
                    <a:cubicBezTo>
                      <a:pt x="340" y="10"/>
                      <a:pt x="276" y="7"/>
                      <a:pt x="212" y="4"/>
                    </a:cubicBezTo>
                    <a:cubicBezTo>
                      <a:pt x="189" y="2"/>
                      <a:pt x="166" y="0"/>
                      <a:pt x="143" y="0"/>
                    </a:cubicBezTo>
                    <a:cubicBezTo>
                      <a:pt x="125" y="0"/>
                      <a:pt x="106" y="1"/>
                      <a:pt x="88" y="3"/>
                    </a:cubicBezTo>
                    <a:cubicBezTo>
                      <a:pt x="53" y="9"/>
                      <a:pt x="29" y="0"/>
                      <a:pt x="8" y="10"/>
                    </a:cubicBezTo>
                    <a:cubicBezTo>
                      <a:pt x="8" y="12"/>
                      <a:pt x="8" y="14"/>
                      <a:pt x="8" y="16"/>
                    </a:cubicBezTo>
                    <a:cubicBezTo>
                      <a:pt x="8" y="20"/>
                      <a:pt x="7" y="23"/>
                      <a:pt x="6" y="27"/>
                    </a:cubicBezTo>
                    <a:cubicBezTo>
                      <a:pt x="5" y="28"/>
                      <a:pt x="4" y="29"/>
                      <a:pt x="3" y="30"/>
                    </a:cubicBezTo>
                    <a:cubicBezTo>
                      <a:pt x="2" y="30"/>
                      <a:pt x="1" y="31"/>
                      <a:pt x="0" y="31"/>
                    </a:cubicBezTo>
                    <a:cubicBezTo>
                      <a:pt x="1" y="32"/>
                      <a:pt x="2" y="33"/>
                      <a:pt x="3" y="34"/>
                    </a:cubicBezTo>
                    <a:cubicBezTo>
                      <a:pt x="5" y="37"/>
                      <a:pt x="5" y="40"/>
                      <a:pt x="5" y="43"/>
                    </a:cubicBezTo>
                    <a:cubicBezTo>
                      <a:pt x="5" y="46"/>
                      <a:pt x="5" y="49"/>
                      <a:pt x="3" y="52"/>
                    </a:cubicBezTo>
                    <a:cubicBezTo>
                      <a:pt x="3" y="52"/>
                      <a:pt x="2" y="53"/>
                      <a:pt x="2" y="54"/>
                    </a:cubicBezTo>
                    <a:cubicBezTo>
                      <a:pt x="2" y="57"/>
                      <a:pt x="2" y="60"/>
                      <a:pt x="3" y="63"/>
                    </a:cubicBezTo>
                    <a:lnTo>
                      <a:pt x="4" y="63"/>
                    </a:lnTo>
                    <a:cubicBezTo>
                      <a:pt x="5" y="62"/>
                      <a:pt x="6" y="61"/>
                      <a:pt x="7" y="60"/>
                    </a:cubicBezTo>
                    <a:cubicBezTo>
                      <a:pt x="32" y="29"/>
                      <a:pt x="79" y="29"/>
                      <a:pt x="12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9"/>
              <p:cNvSpPr/>
              <p:nvPr/>
            </p:nvSpPr>
            <p:spPr>
              <a:xfrm>
                <a:off x="16205" y="-816335"/>
                <a:ext cx="2160" cy="2160"/>
              </a:xfrm>
              <a:custGeom>
                <a:rect b="b" l="l" r="r" t="t"/>
                <a:pathLst>
                  <a:path extrusionOk="0" h="6" w="6">
                    <a:moveTo>
                      <a:pt x="5" y="3"/>
                    </a:moveTo>
                    <a:lnTo>
                      <a:pt x="3" y="0"/>
                    </a:lnTo>
                    <a:lnTo>
                      <a:pt x="0" y="5"/>
                    </a:lnTo>
                    <a:cubicBezTo>
                      <a:pt x="1" y="4"/>
                      <a:pt x="3"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9"/>
              <p:cNvSpPr/>
              <p:nvPr/>
            </p:nvSpPr>
            <p:spPr>
              <a:xfrm>
                <a:off x="13325" y="-814895"/>
                <a:ext cx="10080" cy="13320"/>
              </a:xfrm>
              <a:custGeom>
                <a:rect b="b" l="l" r="r" t="t"/>
                <a:pathLst>
                  <a:path extrusionOk="0" h="37" w="28">
                    <a:moveTo>
                      <a:pt x="25" y="35"/>
                    </a:moveTo>
                    <a:cubicBezTo>
                      <a:pt x="24" y="32"/>
                      <a:pt x="24" y="29"/>
                      <a:pt x="24" y="26"/>
                    </a:cubicBezTo>
                    <a:cubicBezTo>
                      <a:pt x="24" y="25"/>
                      <a:pt x="25" y="24"/>
                      <a:pt x="25" y="24"/>
                    </a:cubicBezTo>
                    <a:cubicBezTo>
                      <a:pt x="27" y="21"/>
                      <a:pt x="27" y="18"/>
                      <a:pt x="27" y="15"/>
                    </a:cubicBezTo>
                    <a:cubicBezTo>
                      <a:pt x="27" y="12"/>
                      <a:pt x="27" y="9"/>
                      <a:pt x="25" y="6"/>
                    </a:cubicBezTo>
                    <a:cubicBezTo>
                      <a:pt x="24" y="5"/>
                      <a:pt x="24" y="4"/>
                      <a:pt x="22" y="3"/>
                    </a:cubicBezTo>
                    <a:cubicBezTo>
                      <a:pt x="22" y="3"/>
                      <a:pt x="21" y="3"/>
                      <a:pt x="20" y="3"/>
                    </a:cubicBezTo>
                    <a:cubicBezTo>
                      <a:pt x="19" y="3"/>
                      <a:pt x="17" y="3"/>
                      <a:pt x="16" y="2"/>
                    </a:cubicBezTo>
                    <a:cubicBezTo>
                      <a:pt x="15" y="1"/>
                      <a:pt x="14" y="1"/>
                      <a:pt x="13" y="0"/>
                    </a:cubicBezTo>
                    <a:cubicBezTo>
                      <a:pt x="12" y="0"/>
                      <a:pt x="10" y="0"/>
                      <a:pt x="8" y="1"/>
                    </a:cubicBezTo>
                    <a:cubicBezTo>
                      <a:pt x="6" y="4"/>
                      <a:pt x="3" y="7"/>
                      <a:pt x="1" y="11"/>
                    </a:cubicBezTo>
                    <a:cubicBezTo>
                      <a:pt x="0" y="13"/>
                      <a:pt x="0" y="15"/>
                      <a:pt x="0" y="18"/>
                    </a:cubicBezTo>
                    <a:cubicBezTo>
                      <a:pt x="0" y="21"/>
                      <a:pt x="0" y="24"/>
                      <a:pt x="2" y="27"/>
                    </a:cubicBezTo>
                    <a:cubicBezTo>
                      <a:pt x="4" y="30"/>
                      <a:pt x="6" y="32"/>
                      <a:pt x="9" y="34"/>
                    </a:cubicBezTo>
                    <a:cubicBezTo>
                      <a:pt x="12" y="36"/>
                      <a:pt x="15" y="36"/>
                      <a:pt x="18" y="36"/>
                    </a:cubicBezTo>
                    <a:cubicBezTo>
                      <a:pt x="20" y="36"/>
                      <a:pt x="23" y="36"/>
                      <a:pt x="25"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9"/>
              <p:cNvSpPr/>
              <p:nvPr/>
            </p:nvSpPr>
            <p:spPr>
              <a:xfrm>
                <a:off x="5405" y="-852695"/>
                <a:ext cx="19080" cy="36720"/>
              </a:xfrm>
              <a:custGeom>
                <a:rect b="b" l="l" r="r" t="t"/>
                <a:pathLst>
                  <a:path extrusionOk="0" h="102" w="53">
                    <a:moveTo>
                      <a:pt x="52" y="87"/>
                    </a:moveTo>
                    <a:cubicBezTo>
                      <a:pt x="50" y="83"/>
                      <a:pt x="48" y="80"/>
                      <a:pt x="46" y="76"/>
                    </a:cubicBezTo>
                    <a:cubicBezTo>
                      <a:pt x="43" y="70"/>
                      <a:pt x="38" y="64"/>
                      <a:pt x="33" y="59"/>
                    </a:cubicBezTo>
                    <a:cubicBezTo>
                      <a:pt x="25" y="48"/>
                      <a:pt x="28" y="38"/>
                      <a:pt x="27" y="24"/>
                    </a:cubicBezTo>
                    <a:cubicBezTo>
                      <a:pt x="27" y="20"/>
                      <a:pt x="27" y="16"/>
                      <a:pt x="28" y="13"/>
                    </a:cubicBezTo>
                    <a:cubicBezTo>
                      <a:pt x="25" y="11"/>
                      <a:pt x="21" y="10"/>
                      <a:pt x="18" y="8"/>
                    </a:cubicBezTo>
                    <a:cubicBezTo>
                      <a:pt x="14" y="6"/>
                      <a:pt x="11" y="3"/>
                      <a:pt x="7" y="0"/>
                    </a:cubicBezTo>
                    <a:cubicBezTo>
                      <a:pt x="2" y="10"/>
                      <a:pt x="0" y="22"/>
                      <a:pt x="0" y="33"/>
                    </a:cubicBezTo>
                    <a:cubicBezTo>
                      <a:pt x="0" y="40"/>
                      <a:pt x="1" y="47"/>
                      <a:pt x="3" y="53"/>
                    </a:cubicBezTo>
                    <a:cubicBezTo>
                      <a:pt x="4" y="58"/>
                      <a:pt x="6" y="62"/>
                      <a:pt x="8" y="66"/>
                    </a:cubicBezTo>
                    <a:cubicBezTo>
                      <a:pt x="11" y="70"/>
                      <a:pt x="14" y="75"/>
                      <a:pt x="18" y="78"/>
                    </a:cubicBezTo>
                    <a:cubicBezTo>
                      <a:pt x="23" y="85"/>
                      <a:pt x="28" y="92"/>
                      <a:pt x="32" y="99"/>
                    </a:cubicBezTo>
                    <a:cubicBezTo>
                      <a:pt x="33" y="100"/>
                      <a:pt x="33" y="101"/>
                      <a:pt x="33" y="101"/>
                    </a:cubicBezTo>
                    <a:cubicBezTo>
                      <a:pt x="37" y="96"/>
                      <a:pt x="42" y="92"/>
                      <a:pt x="48" y="89"/>
                    </a:cubicBezTo>
                    <a:cubicBezTo>
                      <a:pt x="49" y="89"/>
                      <a:pt x="50" y="88"/>
                      <a:pt x="52" y="8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9"/>
              <p:cNvSpPr/>
              <p:nvPr/>
            </p:nvSpPr>
            <p:spPr>
              <a:xfrm>
                <a:off x="17285" y="-821375"/>
                <a:ext cx="7200" cy="7920"/>
              </a:xfrm>
              <a:custGeom>
                <a:rect b="b" l="l" r="r" t="t"/>
                <a:pathLst>
                  <a:path extrusionOk="0" h="22" w="20">
                    <a:moveTo>
                      <a:pt x="11" y="21"/>
                    </a:moveTo>
                    <a:cubicBezTo>
                      <a:pt x="12" y="21"/>
                      <a:pt x="13" y="20"/>
                      <a:pt x="13" y="20"/>
                    </a:cubicBezTo>
                    <a:cubicBezTo>
                      <a:pt x="15" y="19"/>
                      <a:pt x="16" y="18"/>
                      <a:pt x="16" y="17"/>
                    </a:cubicBezTo>
                    <a:lnTo>
                      <a:pt x="17" y="17"/>
                    </a:lnTo>
                    <a:cubicBezTo>
                      <a:pt x="18" y="13"/>
                      <a:pt x="19" y="10"/>
                      <a:pt x="19" y="6"/>
                    </a:cubicBezTo>
                    <a:cubicBezTo>
                      <a:pt x="19" y="4"/>
                      <a:pt x="19" y="2"/>
                      <a:pt x="18" y="0"/>
                    </a:cubicBezTo>
                    <a:cubicBezTo>
                      <a:pt x="17" y="1"/>
                      <a:pt x="16" y="2"/>
                      <a:pt x="14" y="2"/>
                    </a:cubicBezTo>
                    <a:cubicBezTo>
                      <a:pt x="9" y="5"/>
                      <a:pt x="4" y="10"/>
                      <a:pt x="0" y="14"/>
                    </a:cubicBezTo>
                    <a:lnTo>
                      <a:pt x="2" y="17"/>
                    </a:lnTo>
                    <a:cubicBezTo>
                      <a:pt x="4" y="17"/>
                      <a:pt x="6" y="17"/>
                      <a:pt x="8" y="19"/>
                    </a:cubicBezTo>
                    <a:cubicBezTo>
                      <a:pt x="9" y="20"/>
                      <a:pt x="10" y="20"/>
                      <a:pt x="1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9"/>
              <p:cNvSpPr/>
              <p:nvPr/>
            </p:nvSpPr>
            <p:spPr>
              <a:xfrm>
                <a:off x="18005" y="-815255"/>
                <a:ext cx="3600" cy="1440"/>
              </a:xfrm>
              <a:custGeom>
                <a:rect b="b" l="l" r="r" t="t"/>
                <a:pathLst>
                  <a:path extrusionOk="0" h="4" w="10">
                    <a:moveTo>
                      <a:pt x="0" y="0"/>
                    </a:moveTo>
                    <a:cubicBezTo>
                      <a:pt x="1" y="1"/>
                      <a:pt x="1" y="2"/>
                      <a:pt x="2" y="2"/>
                    </a:cubicBezTo>
                    <a:cubicBezTo>
                      <a:pt x="4" y="3"/>
                      <a:pt x="5" y="3"/>
                      <a:pt x="7" y="3"/>
                    </a:cubicBezTo>
                    <a:cubicBezTo>
                      <a:pt x="7" y="3"/>
                      <a:pt x="8" y="3"/>
                      <a:pt x="9" y="3"/>
                    </a:cubicBezTo>
                    <a:cubicBezTo>
                      <a:pt x="8" y="2"/>
                      <a:pt x="8" y="3"/>
                      <a:pt x="7" y="2"/>
                    </a:cubicBezTo>
                    <a:cubicBezTo>
                      <a:pt x="5" y="0"/>
                      <a:pt x="3" y="0"/>
                      <a:pt x="1" y="0"/>
                    </a:cubicBezTo>
                    <a:cubicBezTo>
                      <a:pt x="0"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9"/>
              <p:cNvSpPr/>
              <p:nvPr/>
            </p:nvSpPr>
            <p:spPr>
              <a:xfrm>
                <a:off x="49325" y="-837575"/>
                <a:ext cx="64440" cy="10440"/>
              </a:xfrm>
              <a:custGeom>
                <a:rect b="b" l="l" r="r" t="t"/>
                <a:pathLst>
                  <a:path extrusionOk="0" h="29" w="179">
                    <a:moveTo>
                      <a:pt x="174" y="19"/>
                    </a:moveTo>
                    <a:cubicBezTo>
                      <a:pt x="141" y="17"/>
                      <a:pt x="109" y="13"/>
                      <a:pt x="77" y="8"/>
                    </a:cubicBezTo>
                    <a:cubicBezTo>
                      <a:pt x="61" y="3"/>
                      <a:pt x="44" y="0"/>
                      <a:pt x="27" y="0"/>
                    </a:cubicBezTo>
                    <a:cubicBezTo>
                      <a:pt x="19" y="0"/>
                      <a:pt x="11" y="1"/>
                      <a:pt x="4" y="2"/>
                    </a:cubicBezTo>
                    <a:cubicBezTo>
                      <a:pt x="3" y="2"/>
                      <a:pt x="3" y="1"/>
                      <a:pt x="2" y="2"/>
                    </a:cubicBezTo>
                    <a:cubicBezTo>
                      <a:pt x="1" y="3"/>
                      <a:pt x="2" y="3"/>
                      <a:pt x="1" y="4"/>
                    </a:cubicBezTo>
                    <a:cubicBezTo>
                      <a:pt x="0" y="5"/>
                      <a:pt x="0" y="5"/>
                      <a:pt x="0" y="6"/>
                    </a:cubicBezTo>
                    <a:cubicBezTo>
                      <a:pt x="0" y="7"/>
                      <a:pt x="0" y="7"/>
                      <a:pt x="1" y="8"/>
                    </a:cubicBezTo>
                    <a:cubicBezTo>
                      <a:pt x="2" y="9"/>
                      <a:pt x="1" y="9"/>
                      <a:pt x="2" y="10"/>
                    </a:cubicBezTo>
                    <a:cubicBezTo>
                      <a:pt x="3" y="11"/>
                      <a:pt x="3" y="10"/>
                      <a:pt x="4" y="10"/>
                    </a:cubicBezTo>
                    <a:cubicBezTo>
                      <a:pt x="45" y="22"/>
                      <a:pt x="87" y="28"/>
                      <a:pt x="130" y="28"/>
                    </a:cubicBezTo>
                    <a:cubicBezTo>
                      <a:pt x="145" y="28"/>
                      <a:pt x="159" y="28"/>
                      <a:pt x="174" y="26"/>
                    </a:cubicBezTo>
                    <a:cubicBezTo>
                      <a:pt x="178" y="26"/>
                      <a:pt x="178" y="19"/>
                      <a:pt x="17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9"/>
              <p:cNvSpPr/>
              <p:nvPr/>
            </p:nvSpPr>
            <p:spPr>
              <a:xfrm>
                <a:off x="5" y="-932615"/>
                <a:ext cx="84240" cy="89640"/>
              </a:xfrm>
              <a:custGeom>
                <a:rect b="b" l="l" r="r" t="t"/>
                <a:pathLst>
                  <a:path extrusionOk="0" h="249" w="234">
                    <a:moveTo>
                      <a:pt x="42" y="225"/>
                    </a:moveTo>
                    <a:cubicBezTo>
                      <a:pt x="43" y="227"/>
                      <a:pt x="43" y="228"/>
                      <a:pt x="43" y="230"/>
                    </a:cubicBezTo>
                    <a:cubicBezTo>
                      <a:pt x="43" y="232"/>
                      <a:pt x="43" y="233"/>
                      <a:pt x="42" y="235"/>
                    </a:cubicBezTo>
                    <a:cubicBezTo>
                      <a:pt x="57" y="240"/>
                      <a:pt x="72" y="243"/>
                      <a:pt x="88" y="244"/>
                    </a:cubicBezTo>
                    <a:cubicBezTo>
                      <a:pt x="111" y="247"/>
                      <a:pt x="135" y="248"/>
                      <a:pt x="158" y="248"/>
                    </a:cubicBezTo>
                    <a:cubicBezTo>
                      <a:pt x="182" y="248"/>
                      <a:pt x="206" y="247"/>
                      <a:pt x="229" y="244"/>
                    </a:cubicBezTo>
                    <a:cubicBezTo>
                      <a:pt x="230" y="244"/>
                      <a:pt x="230" y="244"/>
                      <a:pt x="231" y="244"/>
                    </a:cubicBezTo>
                    <a:lnTo>
                      <a:pt x="232" y="243"/>
                    </a:lnTo>
                    <a:cubicBezTo>
                      <a:pt x="233" y="242"/>
                      <a:pt x="232" y="242"/>
                      <a:pt x="232" y="241"/>
                    </a:cubicBezTo>
                    <a:lnTo>
                      <a:pt x="232" y="240"/>
                    </a:lnTo>
                    <a:cubicBezTo>
                      <a:pt x="231" y="240"/>
                      <a:pt x="231" y="239"/>
                      <a:pt x="231" y="239"/>
                    </a:cubicBezTo>
                    <a:cubicBezTo>
                      <a:pt x="230" y="239"/>
                      <a:pt x="230" y="239"/>
                      <a:pt x="229" y="239"/>
                    </a:cubicBezTo>
                    <a:cubicBezTo>
                      <a:pt x="195" y="235"/>
                      <a:pt x="162" y="228"/>
                      <a:pt x="128" y="223"/>
                    </a:cubicBezTo>
                    <a:cubicBezTo>
                      <a:pt x="88" y="217"/>
                      <a:pt x="39" y="217"/>
                      <a:pt x="43" y="168"/>
                    </a:cubicBezTo>
                    <a:lnTo>
                      <a:pt x="33" y="168"/>
                    </a:lnTo>
                    <a:cubicBezTo>
                      <a:pt x="8" y="168"/>
                      <a:pt x="11" y="129"/>
                      <a:pt x="36" y="129"/>
                    </a:cubicBezTo>
                    <a:lnTo>
                      <a:pt x="44" y="129"/>
                    </a:lnTo>
                    <a:cubicBezTo>
                      <a:pt x="44" y="93"/>
                      <a:pt x="40" y="58"/>
                      <a:pt x="42" y="23"/>
                    </a:cubicBezTo>
                    <a:cubicBezTo>
                      <a:pt x="40" y="24"/>
                      <a:pt x="38" y="24"/>
                      <a:pt x="36" y="24"/>
                    </a:cubicBezTo>
                    <a:cubicBezTo>
                      <a:pt x="34" y="24"/>
                      <a:pt x="32" y="24"/>
                      <a:pt x="31" y="23"/>
                    </a:cubicBezTo>
                    <a:cubicBezTo>
                      <a:pt x="29" y="22"/>
                      <a:pt x="28" y="21"/>
                      <a:pt x="27" y="20"/>
                    </a:cubicBezTo>
                    <a:cubicBezTo>
                      <a:pt x="26" y="18"/>
                      <a:pt x="25" y="17"/>
                      <a:pt x="24" y="15"/>
                    </a:cubicBezTo>
                    <a:cubicBezTo>
                      <a:pt x="22" y="11"/>
                      <a:pt x="20" y="5"/>
                      <a:pt x="19" y="0"/>
                    </a:cubicBezTo>
                    <a:cubicBezTo>
                      <a:pt x="16" y="13"/>
                      <a:pt x="15" y="27"/>
                      <a:pt x="15" y="40"/>
                    </a:cubicBezTo>
                    <a:cubicBezTo>
                      <a:pt x="15" y="45"/>
                      <a:pt x="15" y="50"/>
                      <a:pt x="15" y="54"/>
                    </a:cubicBezTo>
                    <a:cubicBezTo>
                      <a:pt x="15" y="81"/>
                      <a:pt x="14" y="108"/>
                      <a:pt x="13" y="135"/>
                    </a:cubicBezTo>
                    <a:cubicBezTo>
                      <a:pt x="13" y="154"/>
                      <a:pt x="0" y="179"/>
                      <a:pt x="5" y="197"/>
                    </a:cubicBezTo>
                    <a:cubicBezTo>
                      <a:pt x="7" y="201"/>
                      <a:pt x="8" y="205"/>
                      <a:pt x="10" y="208"/>
                    </a:cubicBezTo>
                    <a:cubicBezTo>
                      <a:pt x="13" y="213"/>
                      <a:pt x="17" y="218"/>
                      <a:pt x="21" y="221"/>
                    </a:cubicBezTo>
                    <a:cubicBezTo>
                      <a:pt x="22" y="221"/>
                      <a:pt x="22" y="220"/>
                      <a:pt x="23" y="219"/>
                    </a:cubicBezTo>
                    <a:lnTo>
                      <a:pt x="24" y="218"/>
                    </a:lnTo>
                    <a:cubicBezTo>
                      <a:pt x="26" y="216"/>
                      <a:pt x="28" y="217"/>
                      <a:pt x="30" y="217"/>
                    </a:cubicBezTo>
                    <a:cubicBezTo>
                      <a:pt x="33" y="217"/>
                      <a:pt x="35" y="217"/>
                      <a:pt x="37" y="218"/>
                    </a:cubicBezTo>
                    <a:cubicBezTo>
                      <a:pt x="39" y="219"/>
                      <a:pt x="40" y="221"/>
                      <a:pt x="41" y="223"/>
                    </a:cubicBezTo>
                    <a:cubicBezTo>
                      <a:pt x="42" y="224"/>
                      <a:pt x="42" y="224"/>
                      <a:pt x="42" y="2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9"/>
              <p:cNvSpPr/>
              <p:nvPr/>
            </p:nvSpPr>
            <p:spPr>
              <a:xfrm>
                <a:off x="7565" y="-854495"/>
                <a:ext cx="8280" cy="6840"/>
              </a:xfrm>
              <a:custGeom>
                <a:rect b="b" l="l" r="r" t="t"/>
                <a:pathLst>
                  <a:path extrusionOk="0" h="19" w="23">
                    <a:moveTo>
                      <a:pt x="21" y="8"/>
                    </a:moveTo>
                    <a:lnTo>
                      <a:pt x="21" y="7"/>
                    </a:lnTo>
                    <a:cubicBezTo>
                      <a:pt x="20" y="5"/>
                      <a:pt x="18" y="3"/>
                      <a:pt x="16" y="2"/>
                    </a:cubicBezTo>
                    <a:cubicBezTo>
                      <a:pt x="14" y="1"/>
                      <a:pt x="12" y="0"/>
                      <a:pt x="10" y="0"/>
                    </a:cubicBezTo>
                    <a:cubicBezTo>
                      <a:pt x="8" y="0"/>
                      <a:pt x="5" y="1"/>
                      <a:pt x="3" y="2"/>
                    </a:cubicBezTo>
                    <a:lnTo>
                      <a:pt x="2" y="3"/>
                    </a:lnTo>
                    <a:cubicBezTo>
                      <a:pt x="1" y="4"/>
                      <a:pt x="1" y="4"/>
                      <a:pt x="0" y="5"/>
                    </a:cubicBezTo>
                    <a:cubicBezTo>
                      <a:pt x="3" y="8"/>
                      <a:pt x="7" y="11"/>
                      <a:pt x="11" y="13"/>
                    </a:cubicBezTo>
                    <a:cubicBezTo>
                      <a:pt x="14" y="15"/>
                      <a:pt x="18" y="16"/>
                      <a:pt x="21" y="18"/>
                    </a:cubicBezTo>
                    <a:cubicBezTo>
                      <a:pt x="22" y="16"/>
                      <a:pt x="22" y="14"/>
                      <a:pt x="22" y="13"/>
                    </a:cubicBezTo>
                    <a:cubicBezTo>
                      <a:pt x="22" y="11"/>
                      <a:pt x="22" y="10"/>
                      <a:pt x="21"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9"/>
              <p:cNvSpPr/>
              <p:nvPr/>
            </p:nvSpPr>
            <p:spPr>
              <a:xfrm>
                <a:off x="5765" y="-951695"/>
                <a:ext cx="128880" cy="27720"/>
              </a:xfrm>
              <a:custGeom>
                <a:rect b="b" l="l" r="r" t="t"/>
                <a:pathLst>
                  <a:path extrusionOk="0" h="77" w="358">
                    <a:moveTo>
                      <a:pt x="25" y="27"/>
                    </a:moveTo>
                    <a:cubicBezTo>
                      <a:pt x="30" y="26"/>
                      <a:pt x="33" y="31"/>
                      <a:pt x="32" y="35"/>
                    </a:cubicBezTo>
                    <a:cubicBezTo>
                      <a:pt x="29" y="48"/>
                      <a:pt x="28" y="62"/>
                      <a:pt x="27" y="76"/>
                    </a:cubicBezTo>
                    <a:cubicBezTo>
                      <a:pt x="27" y="76"/>
                      <a:pt x="28" y="76"/>
                      <a:pt x="29" y="75"/>
                    </a:cubicBezTo>
                    <a:cubicBezTo>
                      <a:pt x="30" y="75"/>
                      <a:pt x="31" y="73"/>
                      <a:pt x="32" y="72"/>
                    </a:cubicBezTo>
                    <a:cubicBezTo>
                      <a:pt x="38" y="62"/>
                      <a:pt x="46" y="54"/>
                      <a:pt x="56" y="48"/>
                    </a:cubicBezTo>
                    <a:cubicBezTo>
                      <a:pt x="66" y="42"/>
                      <a:pt x="77" y="39"/>
                      <a:pt x="89" y="39"/>
                    </a:cubicBezTo>
                    <a:cubicBezTo>
                      <a:pt x="111" y="36"/>
                      <a:pt x="134" y="35"/>
                      <a:pt x="156" y="35"/>
                    </a:cubicBezTo>
                    <a:cubicBezTo>
                      <a:pt x="165" y="35"/>
                      <a:pt x="174" y="35"/>
                      <a:pt x="184" y="35"/>
                    </a:cubicBezTo>
                    <a:cubicBezTo>
                      <a:pt x="239" y="41"/>
                      <a:pt x="296" y="28"/>
                      <a:pt x="351" y="34"/>
                    </a:cubicBezTo>
                    <a:cubicBezTo>
                      <a:pt x="356" y="34"/>
                      <a:pt x="357" y="26"/>
                      <a:pt x="353" y="25"/>
                    </a:cubicBezTo>
                    <a:cubicBezTo>
                      <a:pt x="306" y="18"/>
                      <a:pt x="259" y="15"/>
                      <a:pt x="212" y="14"/>
                    </a:cubicBezTo>
                    <a:cubicBezTo>
                      <a:pt x="169" y="12"/>
                      <a:pt x="127" y="0"/>
                      <a:pt x="83" y="3"/>
                    </a:cubicBezTo>
                    <a:cubicBezTo>
                      <a:pt x="74" y="3"/>
                      <a:pt x="65" y="5"/>
                      <a:pt x="56" y="7"/>
                    </a:cubicBezTo>
                    <a:cubicBezTo>
                      <a:pt x="57" y="7"/>
                      <a:pt x="58" y="8"/>
                      <a:pt x="60" y="9"/>
                    </a:cubicBezTo>
                    <a:cubicBezTo>
                      <a:pt x="61" y="10"/>
                      <a:pt x="63" y="10"/>
                      <a:pt x="65" y="11"/>
                    </a:cubicBezTo>
                    <a:cubicBezTo>
                      <a:pt x="66" y="11"/>
                      <a:pt x="66" y="12"/>
                      <a:pt x="67" y="12"/>
                    </a:cubicBezTo>
                    <a:cubicBezTo>
                      <a:pt x="69" y="13"/>
                      <a:pt x="70" y="15"/>
                      <a:pt x="71" y="16"/>
                    </a:cubicBezTo>
                    <a:cubicBezTo>
                      <a:pt x="72" y="18"/>
                      <a:pt x="72" y="19"/>
                      <a:pt x="72" y="21"/>
                    </a:cubicBezTo>
                    <a:cubicBezTo>
                      <a:pt x="72" y="23"/>
                      <a:pt x="72" y="24"/>
                      <a:pt x="71" y="26"/>
                    </a:cubicBezTo>
                    <a:cubicBezTo>
                      <a:pt x="70" y="28"/>
                      <a:pt x="69" y="30"/>
                      <a:pt x="67" y="30"/>
                    </a:cubicBezTo>
                    <a:cubicBezTo>
                      <a:pt x="66" y="31"/>
                      <a:pt x="66" y="30"/>
                      <a:pt x="65" y="31"/>
                    </a:cubicBezTo>
                    <a:cubicBezTo>
                      <a:pt x="62" y="32"/>
                      <a:pt x="59" y="32"/>
                      <a:pt x="56" y="32"/>
                    </a:cubicBezTo>
                    <a:cubicBezTo>
                      <a:pt x="50" y="32"/>
                      <a:pt x="45" y="31"/>
                      <a:pt x="40" y="28"/>
                    </a:cubicBezTo>
                    <a:cubicBezTo>
                      <a:pt x="35" y="26"/>
                      <a:pt x="32" y="21"/>
                      <a:pt x="29" y="16"/>
                    </a:cubicBezTo>
                    <a:cubicBezTo>
                      <a:pt x="28" y="16"/>
                      <a:pt x="28" y="16"/>
                      <a:pt x="28" y="15"/>
                    </a:cubicBezTo>
                    <a:cubicBezTo>
                      <a:pt x="12" y="23"/>
                      <a:pt x="0" y="35"/>
                      <a:pt x="4" y="53"/>
                    </a:cubicBezTo>
                    <a:cubicBezTo>
                      <a:pt x="4" y="49"/>
                      <a:pt x="5" y="46"/>
                      <a:pt x="8" y="41"/>
                    </a:cubicBezTo>
                    <a:cubicBezTo>
                      <a:pt x="10" y="37"/>
                      <a:pt x="14" y="33"/>
                      <a:pt x="19" y="30"/>
                    </a:cubicBezTo>
                    <a:cubicBezTo>
                      <a:pt x="21" y="29"/>
                      <a:pt x="23" y="28"/>
                      <a:pt x="25"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9"/>
              <p:cNvSpPr/>
              <p:nvPr/>
            </p:nvSpPr>
            <p:spPr>
              <a:xfrm>
                <a:off x="7205" y="-941975"/>
                <a:ext cx="10080" cy="18720"/>
              </a:xfrm>
              <a:custGeom>
                <a:rect b="b" l="l" r="r" t="t"/>
                <a:pathLst>
                  <a:path extrusionOk="0" h="52" w="28">
                    <a:moveTo>
                      <a:pt x="22" y="50"/>
                    </a:moveTo>
                    <a:cubicBezTo>
                      <a:pt x="23" y="36"/>
                      <a:pt x="25" y="22"/>
                      <a:pt x="27" y="9"/>
                    </a:cubicBezTo>
                    <a:cubicBezTo>
                      <a:pt x="27" y="5"/>
                      <a:pt x="25" y="0"/>
                      <a:pt x="20" y="1"/>
                    </a:cubicBezTo>
                    <a:cubicBezTo>
                      <a:pt x="18" y="2"/>
                      <a:pt x="17" y="2"/>
                      <a:pt x="15" y="3"/>
                    </a:cubicBezTo>
                    <a:cubicBezTo>
                      <a:pt x="10" y="6"/>
                      <a:pt x="7" y="10"/>
                      <a:pt x="4" y="15"/>
                    </a:cubicBezTo>
                    <a:cubicBezTo>
                      <a:pt x="2" y="19"/>
                      <a:pt x="0" y="23"/>
                      <a:pt x="0" y="27"/>
                    </a:cubicBezTo>
                    <a:cubicBezTo>
                      <a:pt x="1" y="33"/>
                      <a:pt x="3" y="38"/>
                      <a:pt x="5" y="42"/>
                    </a:cubicBezTo>
                    <a:cubicBezTo>
                      <a:pt x="6" y="44"/>
                      <a:pt x="7" y="46"/>
                      <a:pt x="8" y="47"/>
                    </a:cubicBezTo>
                    <a:cubicBezTo>
                      <a:pt x="9" y="48"/>
                      <a:pt x="10" y="49"/>
                      <a:pt x="11" y="50"/>
                    </a:cubicBezTo>
                    <a:cubicBezTo>
                      <a:pt x="13" y="51"/>
                      <a:pt x="15" y="51"/>
                      <a:pt x="17" y="51"/>
                    </a:cubicBezTo>
                    <a:cubicBezTo>
                      <a:pt x="19" y="51"/>
                      <a:pt x="21" y="51"/>
                      <a:pt x="2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9"/>
              <p:cNvSpPr/>
              <p:nvPr/>
            </p:nvSpPr>
            <p:spPr>
              <a:xfrm>
                <a:off x="10085" y="-974375"/>
                <a:ext cx="16560" cy="28800"/>
              </a:xfrm>
              <a:custGeom>
                <a:rect b="b" l="l" r="r" t="t"/>
                <a:pathLst>
                  <a:path extrusionOk="0" h="80" w="46">
                    <a:moveTo>
                      <a:pt x="28" y="47"/>
                    </a:moveTo>
                    <a:cubicBezTo>
                      <a:pt x="27" y="35"/>
                      <a:pt x="30" y="22"/>
                      <a:pt x="28" y="9"/>
                    </a:cubicBezTo>
                    <a:cubicBezTo>
                      <a:pt x="28" y="7"/>
                      <a:pt x="27" y="5"/>
                      <a:pt x="26" y="3"/>
                    </a:cubicBezTo>
                    <a:cubicBezTo>
                      <a:pt x="26" y="2"/>
                      <a:pt x="25" y="1"/>
                      <a:pt x="24" y="0"/>
                    </a:cubicBezTo>
                    <a:cubicBezTo>
                      <a:pt x="22" y="1"/>
                      <a:pt x="21" y="2"/>
                      <a:pt x="21" y="3"/>
                    </a:cubicBezTo>
                    <a:cubicBezTo>
                      <a:pt x="20" y="4"/>
                      <a:pt x="19" y="6"/>
                      <a:pt x="19" y="7"/>
                    </a:cubicBezTo>
                    <a:cubicBezTo>
                      <a:pt x="19" y="9"/>
                      <a:pt x="18" y="12"/>
                      <a:pt x="17" y="13"/>
                    </a:cubicBezTo>
                    <a:cubicBezTo>
                      <a:pt x="16" y="16"/>
                      <a:pt x="14" y="17"/>
                      <a:pt x="11" y="19"/>
                    </a:cubicBezTo>
                    <a:cubicBezTo>
                      <a:pt x="8" y="21"/>
                      <a:pt x="6" y="21"/>
                      <a:pt x="4" y="21"/>
                    </a:cubicBezTo>
                    <a:cubicBezTo>
                      <a:pt x="2" y="21"/>
                      <a:pt x="1" y="21"/>
                      <a:pt x="0" y="21"/>
                    </a:cubicBezTo>
                    <a:cubicBezTo>
                      <a:pt x="0" y="26"/>
                      <a:pt x="1" y="32"/>
                      <a:pt x="1" y="38"/>
                    </a:cubicBezTo>
                    <a:cubicBezTo>
                      <a:pt x="0" y="39"/>
                      <a:pt x="0" y="41"/>
                      <a:pt x="0" y="42"/>
                    </a:cubicBezTo>
                    <a:cubicBezTo>
                      <a:pt x="0" y="47"/>
                      <a:pt x="1" y="52"/>
                      <a:pt x="3" y="57"/>
                    </a:cubicBezTo>
                    <a:cubicBezTo>
                      <a:pt x="5" y="61"/>
                      <a:pt x="8" y="62"/>
                      <a:pt x="9" y="66"/>
                    </a:cubicBezTo>
                    <a:cubicBezTo>
                      <a:pt x="11" y="68"/>
                      <a:pt x="12" y="71"/>
                      <a:pt x="13" y="73"/>
                    </a:cubicBezTo>
                    <a:cubicBezTo>
                      <a:pt x="14" y="75"/>
                      <a:pt x="15" y="77"/>
                      <a:pt x="17" y="79"/>
                    </a:cubicBezTo>
                    <a:cubicBezTo>
                      <a:pt x="26" y="75"/>
                      <a:pt x="35" y="72"/>
                      <a:pt x="45" y="70"/>
                    </a:cubicBezTo>
                    <a:cubicBezTo>
                      <a:pt x="39" y="64"/>
                      <a:pt x="35" y="58"/>
                      <a:pt x="31" y="51"/>
                    </a:cubicBezTo>
                    <a:cubicBezTo>
                      <a:pt x="30" y="50"/>
                      <a:pt x="29" y="48"/>
                      <a:pt x="28"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9"/>
              <p:cNvSpPr/>
              <p:nvPr/>
            </p:nvSpPr>
            <p:spPr>
              <a:xfrm>
                <a:off x="16205" y="-948815"/>
                <a:ext cx="16200" cy="9360"/>
              </a:xfrm>
              <a:custGeom>
                <a:rect b="b" l="l" r="r" t="t"/>
                <a:pathLst>
                  <a:path extrusionOk="0" h="26" w="45">
                    <a:moveTo>
                      <a:pt x="37" y="24"/>
                    </a:moveTo>
                    <a:cubicBezTo>
                      <a:pt x="37" y="23"/>
                      <a:pt x="38" y="23"/>
                      <a:pt x="39" y="23"/>
                    </a:cubicBezTo>
                    <a:cubicBezTo>
                      <a:pt x="41" y="22"/>
                      <a:pt x="42" y="21"/>
                      <a:pt x="43" y="19"/>
                    </a:cubicBezTo>
                    <a:cubicBezTo>
                      <a:pt x="44" y="17"/>
                      <a:pt x="44" y="16"/>
                      <a:pt x="44" y="14"/>
                    </a:cubicBezTo>
                    <a:cubicBezTo>
                      <a:pt x="44" y="12"/>
                      <a:pt x="44" y="11"/>
                      <a:pt x="43" y="9"/>
                    </a:cubicBezTo>
                    <a:cubicBezTo>
                      <a:pt x="42" y="7"/>
                      <a:pt x="41" y="6"/>
                      <a:pt x="39" y="5"/>
                    </a:cubicBezTo>
                    <a:cubicBezTo>
                      <a:pt x="38" y="5"/>
                      <a:pt x="37" y="4"/>
                      <a:pt x="37" y="4"/>
                    </a:cubicBezTo>
                    <a:cubicBezTo>
                      <a:pt x="35" y="3"/>
                      <a:pt x="33" y="3"/>
                      <a:pt x="31" y="2"/>
                    </a:cubicBezTo>
                    <a:cubicBezTo>
                      <a:pt x="30" y="1"/>
                      <a:pt x="29" y="0"/>
                      <a:pt x="28" y="0"/>
                    </a:cubicBezTo>
                    <a:cubicBezTo>
                      <a:pt x="19" y="1"/>
                      <a:pt x="9" y="4"/>
                      <a:pt x="0" y="8"/>
                    </a:cubicBezTo>
                    <a:cubicBezTo>
                      <a:pt x="0" y="9"/>
                      <a:pt x="1" y="9"/>
                      <a:pt x="1" y="9"/>
                    </a:cubicBezTo>
                    <a:cubicBezTo>
                      <a:pt x="3" y="14"/>
                      <a:pt x="7" y="18"/>
                      <a:pt x="12" y="21"/>
                    </a:cubicBezTo>
                    <a:cubicBezTo>
                      <a:pt x="17" y="24"/>
                      <a:pt x="23" y="25"/>
                      <a:pt x="28" y="25"/>
                    </a:cubicBezTo>
                    <a:cubicBezTo>
                      <a:pt x="31" y="25"/>
                      <a:pt x="34" y="24"/>
                      <a:pt x="37"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9"/>
              <p:cNvSpPr/>
              <p:nvPr/>
            </p:nvSpPr>
            <p:spPr>
              <a:xfrm>
                <a:off x="4685" y="-989135"/>
                <a:ext cx="122040" cy="22680"/>
              </a:xfrm>
              <a:custGeom>
                <a:rect b="b" l="l" r="r" t="t"/>
                <a:pathLst>
                  <a:path extrusionOk="0" h="63" w="339">
                    <a:moveTo>
                      <a:pt x="14" y="62"/>
                    </a:moveTo>
                    <a:cubicBezTo>
                      <a:pt x="14" y="61"/>
                      <a:pt x="14" y="60"/>
                      <a:pt x="14" y="59"/>
                    </a:cubicBezTo>
                    <a:cubicBezTo>
                      <a:pt x="14" y="54"/>
                      <a:pt x="15" y="49"/>
                      <a:pt x="18" y="44"/>
                    </a:cubicBezTo>
                    <a:lnTo>
                      <a:pt x="18" y="43"/>
                    </a:lnTo>
                    <a:cubicBezTo>
                      <a:pt x="19" y="41"/>
                      <a:pt x="21" y="40"/>
                      <a:pt x="23" y="39"/>
                    </a:cubicBezTo>
                    <a:cubicBezTo>
                      <a:pt x="25" y="38"/>
                      <a:pt x="27" y="37"/>
                      <a:pt x="29" y="37"/>
                    </a:cubicBezTo>
                    <a:cubicBezTo>
                      <a:pt x="31" y="37"/>
                      <a:pt x="34" y="38"/>
                      <a:pt x="36" y="39"/>
                    </a:cubicBezTo>
                    <a:cubicBezTo>
                      <a:pt x="36" y="39"/>
                      <a:pt x="37" y="40"/>
                      <a:pt x="38" y="41"/>
                    </a:cubicBezTo>
                    <a:cubicBezTo>
                      <a:pt x="59" y="24"/>
                      <a:pt x="151" y="36"/>
                      <a:pt x="166" y="35"/>
                    </a:cubicBezTo>
                    <a:cubicBezTo>
                      <a:pt x="197" y="34"/>
                      <a:pt x="226" y="42"/>
                      <a:pt x="258" y="40"/>
                    </a:cubicBezTo>
                    <a:cubicBezTo>
                      <a:pt x="283" y="38"/>
                      <a:pt x="309" y="36"/>
                      <a:pt x="335" y="33"/>
                    </a:cubicBezTo>
                    <a:cubicBezTo>
                      <a:pt x="338" y="33"/>
                      <a:pt x="338" y="27"/>
                      <a:pt x="335" y="27"/>
                    </a:cubicBezTo>
                    <a:cubicBezTo>
                      <a:pt x="254" y="19"/>
                      <a:pt x="174" y="7"/>
                      <a:pt x="93" y="2"/>
                    </a:cubicBezTo>
                    <a:cubicBezTo>
                      <a:pt x="85" y="1"/>
                      <a:pt x="76" y="0"/>
                      <a:pt x="67" y="0"/>
                    </a:cubicBezTo>
                    <a:cubicBezTo>
                      <a:pt x="61" y="0"/>
                      <a:pt x="55" y="1"/>
                      <a:pt x="49" y="1"/>
                    </a:cubicBezTo>
                    <a:cubicBezTo>
                      <a:pt x="49" y="7"/>
                      <a:pt x="47" y="13"/>
                      <a:pt x="46" y="19"/>
                    </a:cubicBezTo>
                    <a:cubicBezTo>
                      <a:pt x="45" y="25"/>
                      <a:pt x="31" y="28"/>
                      <a:pt x="30" y="19"/>
                    </a:cubicBezTo>
                    <a:cubicBezTo>
                      <a:pt x="30" y="14"/>
                      <a:pt x="28" y="9"/>
                      <a:pt x="28" y="5"/>
                    </a:cubicBezTo>
                    <a:cubicBezTo>
                      <a:pt x="25" y="6"/>
                      <a:pt x="22" y="7"/>
                      <a:pt x="20" y="8"/>
                    </a:cubicBezTo>
                    <a:cubicBezTo>
                      <a:pt x="14" y="12"/>
                      <a:pt x="10" y="17"/>
                      <a:pt x="6" y="23"/>
                    </a:cubicBezTo>
                    <a:cubicBezTo>
                      <a:pt x="2" y="29"/>
                      <a:pt x="0" y="35"/>
                      <a:pt x="0" y="42"/>
                    </a:cubicBezTo>
                    <a:cubicBezTo>
                      <a:pt x="0" y="44"/>
                      <a:pt x="0" y="45"/>
                      <a:pt x="0" y="46"/>
                    </a:cubicBezTo>
                    <a:lnTo>
                      <a:pt x="0" y="47"/>
                    </a:lnTo>
                    <a:cubicBezTo>
                      <a:pt x="0" y="49"/>
                      <a:pt x="0" y="51"/>
                      <a:pt x="2" y="54"/>
                    </a:cubicBezTo>
                    <a:cubicBezTo>
                      <a:pt x="4" y="57"/>
                      <a:pt x="6" y="58"/>
                      <a:pt x="8" y="60"/>
                    </a:cubicBezTo>
                    <a:cubicBezTo>
                      <a:pt x="10" y="61"/>
                      <a:pt x="12" y="62"/>
                      <a:pt x="14" y="6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9"/>
              <p:cNvSpPr/>
              <p:nvPr/>
            </p:nvSpPr>
            <p:spPr>
              <a:xfrm>
                <a:off x="9725" y="-975815"/>
                <a:ext cx="9000" cy="9360"/>
              </a:xfrm>
              <a:custGeom>
                <a:rect b="b" l="l" r="r" t="t"/>
                <a:pathLst>
                  <a:path extrusionOk="0" h="26" w="25">
                    <a:moveTo>
                      <a:pt x="20" y="11"/>
                    </a:moveTo>
                    <a:cubicBezTo>
                      <a:pt x="20" y="10"/>
                      <a:pt x="21" y="8"/>
                      <a:pt x="21" y="7"/>
                    </a:cubicBezTo>
                    <a:cubicBezTo>
                      <a:pt x="22" y="6"/>
                      <a:pt x="23" y="5"/>
                      <a:pt x="24" y="4"/>
                    </a:cubicBezTo>
                    <a:cubicBezTo>
                      <a:pt x="24" y="3"/>
                      <a:pt x="23" y="2"/>
                      <a:pt x="22" y="2"/>
                    </a:cubicBezTo>
                    <a:cubicBezTo>
                      <a:pt x="20" y="1"/>
                      <a:pt x="18" y="0"/>
                      <a:pt x="16" y="0"/>
                    </a:cubicBezTo>
                    <a:cubicBezTo>
                      <a:pt x="13" y="0"/>
                      <a:pt x="11" y="1"/>
                      <a:pt x="9" y="2"/>
                    </a:cubicBezTo>
                    <a:cubicBezTo>
                      <a:pt x="7" y="3"/>
                      <a:pt x="6" y="4"/>
                      <a:pt x="5" y="6"/>
                    </a:cubicBezTo>
                    <a:cubicBezTo>
                      <a:pt x="5" y="7"/>
                      <a:pt x="4" y="7"/>
                      <a:pt x="4" y="7"/>
                    </a:cubicBezTo>
                    <a:cubicBezTo>
                      <a:pt x="2" y="12"/>
                      <a:pt x="0" y="17"/>
                      <a:pt x="0" y="22"/>
                    </a:cubicBezTo>
                    <a:cubicBezTo>
                      <a:pt x="0" y="23"/>
                      <a:pt x="0" y="24"/>
                      <a:pt x="0" y="25"/>
                    </a:cubicBezTo>
                    <a:cubicBezTo>
                      <a:pt x="2" y="25"/>
                      <a:pt x="3" y="25"/>
                      <a:pt x="4" y="25"/>
                    </a:cubicBezTo>
                    <a:cubicBezTo>
                      <a:pt x="7" y="25"/>
                      <a:pt x="9" y="25"/>
                      <a:pt x="12" y="23"/>
                    </a:cubicBezTo>
                    <a:cubicBezTo>
                      <a:pt x="15" y="21"/>
                      <a:pt x="17" y="20"/>
                      <a:pt x="18" y="17"/>
                    </a:cubicBezTo>
                    <a:cubicBezTo>
                      <a:pt x="19" y="16"/>
                      <a:pt x="20" y="13"/>
                      <a:pt x="20"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9"/>
              <p:cNvSpPr/>
              <p:nvPr/>
            </p:nvSpPr>
            <p:spPr>
              <a:xfrm>
                <a:off x="14045" y="-1108295"/>
                <a:ext cx="47160" cy="106200"/>
              </a:xfrm>
              <a:custGeom>
                <a:rect b="b" l="l" r="r" t="t"/>
                <a:pathLst>
                  <a:path extrusionOk="0" h="295" w="131">
                    <a:moveTo>
                      <a:pt x="15" y="286"/>
                    </a:moveTo>
                    <a:lnTo>
                      <a:pt x="28" y="286"/>
                    </a:lnTo>
                    <a:cubicBezTo>
                      <a:pt x="28" y="277"/>
                      <a:pt x="30" y="268"/>
                      <a:pt x="31" y="258"/>
                    </a:cubicBezTo>
                    <a:cubicBezTo>
                      <a:pt x="30" y="258"/>
                      <a:pt x="29" y="258"/>
                      <a:pt x="28" y="257"/>
                    </a:cubicBezTo>
                    <a:cubicBezTo>
                      <a:pt x="26" y="256"/>
                      <a:pt x="24" y="253"/>
                      <a:pt x="22" y="251"/>
                    </a:cubicBezTo>
                    <a:cubicBezTo>
                      <a:pt x="20" y="248"/>
                      <a:pt x="20" y="246"/>
                      <a:pt x="20" y="243"/>
                    </a:cubicBezTo>
                    <a:cubicBezTo>
                      <a:pt x="20" y="240"/>
                      <a:pt x="20" y="238"/>
                      <a:pt x="22" y="235"/>
                    </a:cubicBezTo>
                    <a:cubicBezTo>
                      <a:pt x="24" y="232"/>
                      <a:pt x="26" y="231"/>
                      <a:pt x="28" y="229"/>
                    </a:cubicBezTo>
                    <a:lnTo>
                      <a:pt x="29" y="229"/>
                    </a:lnTo>
                    <a:cubicBezTo>
                      <a:pt x="31" y="228"/>
                      <a:pt x="33" y="227"/>
                      <a:pt x="35" y="227"/>
                    </a:cubicBezTo>
                    <a:cubicBezTo>
                      <a:pt x="35" y="222"/>
                      <a:pt x="36" y="216"/>
                      <a:pt x="37" y="211"/>
                    </a:cubicBezTo>
                    <a:cubicBezTo>
                      <a:pt x="37" y="211"/>
                      <a:pt x="37" y="209"/>
                      <a:pt x="37" y="208"/>
                    </a:cubicBezTo>
                    <a:lnTo>
                      <a:pt x="33" y="208"/>
                    </a:lnTo>
                    <a:cubicBezTo>
                      <a:pt x="12" y="206"/>
                      <a:pt x="14" y="173"/>
                      <a:pt x="36" y="175"/>
                    </a:cubicBezTo>
                    <a:lnTo>
                      <a:pt x="52" y="176"/>
                    </a:lnTo>
                    <a:lnTo>
                      <a:pt x="61" y="163"/>
                    </a:lnTo>
                    <a:cubicBezTo>
                      <a:pt x="69" y="152"/>
                      <a:pt x="58" y="148"/>
                      <a:pt x="69" y="132"/>
                    </a:cubicBezTo>
                    <a:cubicBezTo>
                      <a:pt x="68" y="132"/>
                      <a:pt x="66" y="131"/>
                      <a:pt x="65" y="131"/>
                    </a:cubicBezTo>
                    <a:cubicBezTo>
                      <a:pt x="62" y="129"/>
                      <a:pt x="59" y="126"/>
                      <a:pt x="58" y="124"/>
                    </a:cubicBezTo>
                    <a:cubicBezTo>
                      <a:pt x="56" y="121"/>
                      <a:pt x="56" y="119"/>
                      <a:pt x="56" y="116"/>
                    </a:cubicBezTo>
                    <a:cubicBezTo>
                      <a:pt x="56" y="113"/>
                      <a:pt x="56" y="110"/>
                      <a:pt x="58" y="107"/>
                    </a:cubicBezTo>
                    <a:cubicBezTo>
                      <a:pt x="60" y="104"/>
                      <a:pt x="62" y="103"/>
                      <a:pt x="65" y="101"/>
                    </a:cubicBezTo>
                    <a:cubicBezTo>
                      <a:pt x="67" y="100"/>
                      <a:pt x="69" y="99"/>
                      <a:pt x="71" y="98"/>
                    </a:cubicBezTo>
                    <a:lnTo>
                      <a:pt x="92" y="96"/>
                    </a:lnTo>
                    <a:cubicBezTo>
                      <a:pt x="96" y="89"/>
                      <a:pt x="100" y="82"/>
                      <a:pt x="103" y="75"/>
                    </a:cubicBezTo>
                    <a:cubicBezTo>
                      <a:pt x="83" y="75"/>
                      <a:pt x="86" y="45"/>
                      <a:pt x="105" y="45"/>
                    </a:cubicBezTo>
                    <a:lnTo>
                      <a:pt x="118" y="45"/>
                    </a:lnTo>
                    <a:lnTo>
                      <a:pt x="120" y="41"/>
                    </a:lnTo>
                    <a:cubicBezTo>
                      <a:pt x="124" y="29"/>
                      <a:pt x="128" y="16"/>
                      <a:pt x="130" y="4"/>
                    </a:cubicBezTo>
                    <a:cubicBezTo>
                      <a:pt x="124" y="9"/>
                      <a:pt x="118" y="15"/>
                      <a:pt x="111" y="21"/>
                    </a:cubicBezTo>
                    <a:cubicBezTo>
                      <a:pt x="110" y="21"/>
                      <a:pt x="110" y="21"/>
                      <a:pt x="110" y="21"/>
                    </a:cubicBezTo>
                    <a:cubicBezTo>
                      <a:pt x="108" y="22"/>
                      <a:pt x="106" y="23"/>
                      <a:pt x="104" y="23"/>
                    </a:cubicBezTo>
                    <a:cubicBezTo>
                      <a:pt x="102" y="23"/>
                      <a:pt x="100" y="22"/>
                      <a:pt x="98" y="21"/>
                    </a:cubicBezTo>
                    <a:cubicBezTo>
                      <a:pt x="96" y="20"/>
                      <a:pt x="95" y="19"/>
                      <a:pt x="94" y="17"/>
                    </a:cubicBezTo>
                    <a:cubicBezTo>
                      <a:pt x="93" y="15"/>
                      <a:pt x="93" y="14"/>
                      <a:pt x="93" y="12"/>
                    </a:cubicBezTo>
                    <a:cubicBezTo>
                      <a:pt x="93" y="8"/>
                      <a:pt x="93" y="4"/>
                      <a:pt x="94" y="0"/>
                    </a:cubicBezTo>
                    <a:cubicBezTo>
                      <a:pt x="93" y="4"/>
                      <a:pt x="92" y="8"/>
                      <a:pt x="92" y="12"/>
                    </a:cubicBezTo>
                    <a:cubicBezTo>
                      <a:pt x="92" y="16"/>
                      <a:pt x="93" y="20"/>
                      <a:pt x="94" y="24"/>
                    </a:cubicBezTo>
                    <a:cubicBezTo>
                      <a:pt x="97" y="32"/>
                      <a:pt x="76" y="41"/>
                      <a:pt x="72" y="48"/>
                    </a:cubicBezTo>
                    <a:cubicBezTo>
                      <a:pt x="58" y="72"/>
                      <a:pt x="62" y="100"/>
                      <a:pt x="42" y="123"/>
                    </a:cubicBezTo>
                    <a:cubicBezTo>
                      <a:pt x="41" y="124"/>
                      <a:pt x="39" y="126"/>
                      <a:pt x="38" y="128"/>
                    </a:cubicBezTo>
                    <a:cubicBezTo>
                      <a:pt x="35" y="133"/>
                      <a:pt x="34" y="138"/>
                      <a:pt x="34" y="144"/>
                    </a:cubicBezTo>
                    <a:cubicBezTo>
                      <a:pt x="34" y="145"/>
                      <a:pt x="34" y="146"/>
                      <a:pt x="34" y="148"/>
                    </a:cubicBezTo>
                    <a:cubicBezTo>
                      <a:pt x="37" y="156"/>
                      <a:pt x="13" y="181"/>
                      <a:pt x="12" y="193"/>
                    </a:cubicBezTo>
                    <a:cubicBezTo>
                      <a:pt x="9" y="226"/>
                      <a:pt x="2" y="260"/>
                      <a:pt x="0" y="294"/>
                    </a:cubicBezTo>
                    <a:cubicBezTo>
                      <a:pt x="2" y="292"/>
                      <a:pt x="4" y="289"/>
                      <a:pt x="6" y="288"/>
                    </a:cubicBezTo>
                    <a:cubicBezTo>
                      <a:pt x="9" y="286"/>
                      <a:pt x="11" y="286"/>
                      <a:pt x="14" y="286"/>
                    </a:cubicBezTo>
                    <a:cubicBezTo>
                      <a:pt x="15" y="286"/>
                      <a:pt x="15" y="286"/>
                      <a:pt x="15" y="28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9"/>
              <p:cNvSpPr/>
              <p:nvPr/>
            </p:nvSpPr>
            <p:spPr>
              <a:xfrm>
                <a:off x="14045" y="-995255"/>
                <a:ext cx="9000" cy="8640"/>
              </a:xfrm>
              <a:custGeom>
                <a:rect b="b" l="l" r="r" t="t"/>
                <a:pathLst>
                  <a:path extrusionOk="0" h="24" w="25">
                    <a:moveTo>
                      <a:pt x="24" y="8"/>
                    </a:moveTo>
                    <a:lnTo>
                      <a:pt x="14" y="8"/>
                    </a:lnTo>
                    <a:cubicBezTo>
                      <a:pt x="11" y="8"/>
                      <a:pt x="9" y="7"/>
                      <a:pt x="6" y="6"/>
                    </a:cubicBezTo>
                    <a:cubicBezTo>
                      <a:pt x="3" y="5"/>
                      <a:pt x="1" y="3"/>
                      <a:pt x="0" y="0"/>
                    </a:cubicBezTo>
                    <a:cubicBezTo>
                      <a:pt x="0" y="8"/>
                      <a:pt x="1" y="15"/>
                      <a:pt x="1" y="23"/>
                    </a:cubicBezTo>
                    <a:cubicBezTo>
                      <a:pt x="8" y="20"/>
                      <a:pt x="16" y="19"/>
                      <a:pt x="23" y="18"/>
                    </a:cubicBezTo>
                    <a:cubicBezTo>
                      <a:pt x="23" y="15"/>
                      <a:pt x="23" y="12"/>
                      <a:pt x="2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9"/>
              <p:cNvSpPr/>
              <p:nvPr/>
            </p:nvSpPr>
            <p:spPr>
              <a:xfrm>
                <a:off x="14405" y="-988775"/>
                <a:ext cx="7920" cy="10440"/>
              </a:xfrm>
              <a:custGeom>
                <a:rect b="b" l="l" r="r" t="t"/>
                <a:pathLst>
                  <a:path extrusionOk="0" h="29" w="22">
                    <a:moveTo>
                      <a:pt x="18" y="18"/>
                    </a:moveTo>
                    <a:cubicBezTo>
                      <a:pt x="20" y="12"/>
                      <a:pt x="20" y="7"/>
                      <a:pt x="21" y="0"/>
                    </a:cubicBezTo>
                    <a:cubicBezTo>
                      <a:pt x="14" y="1"/>
                      <a:pt x="7" y="3"/>
                      <a:pt x="0" y="5"/>
                    </a:cubicBezTo>
                    <a:cubicBezTo>
                      <a:pt x="0" y="10"/>
                      <a:pt x="1" y="14"/>
                      <a:pt x="2" y="19"/>
                    </a:cubicBezTo>
                    <a:cubicBezTo>
                      <a:pt x="4" y="28"/>
                      <a:pt x="17" y="26"/>
                      <a:pt x="18"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9"/>
              <p:cNvSpPr/>
              <p:nvPr/>
            </p:nvSpPr>
            <p:spPr>
              <a:xfrm>
                <a:off x="47525" y="-1129535"/>
                <a:ext cx="186120" cy="23040"/>
              </a:xfrm>
              <a:custGeom>
                <a:rect b="b" l="l" r="r" t="t"/>
                <a:pathLst>
                  <a:path extrusionOk="0" h="64" w="517">
                    <a:moveTo>
                      <a:pt x="41" y="40"/>
                    </a:moveTo>
                    <a:cubicBezTo>
                      <a:pt x="41" y="40"/>
                      <a:pt x="42" y="40"/>
                      <a:pt x="43" y="41"/>
                    </a:cubicBezTo>
                    <a:cubicBezTo>
                      <a:pt x="44" y="41"/>
                      <a:pt x="44" y="42"/>
                      <a:pt x="45" y="43"/>
                    </a:cubicBezTo>
                    <a:cubicBezTo>
                      <a:pt x="46" y="44"/>
                      <a:pt x="46" y="45"/>
                      <a:pt x="46" y="47"/>
                    </a:cubicBezTo>
                    <a:cubicBezTo>
                      <a:pt x="46" y="48"/>
                      <a:pt x="46" y="49"/>
                      <a:pt x="45" y="50"/>
                    </a:cubicBezTo>
                    <a:cubicBezTo>
                      <a:pt x="43" y="53"/>
                      <a:pt x="42" y="55"/>
                      <a:pt x="40" y="57"/>
                    </a:cubicBezTo>
                    <a:cubicBezTo>
                      <a:pt x="39" y="59"/>
                      <a:pt x="38" y="61"/>
                      <a:pt x="37" y="63"/>
                    </a:cubicBezTo>
                    <a:cubicBezTo>
                      <a:pt x="44" y="55"/>
                      <a:pt x="52" y="49"/>
                      <a:pt x="61" y="44"/>
                    </a:cubicBezTo>
                    <a:cubicBezTo>
                      <a:pt x="75" y="36"/>
                      <a:pt x="92" y="31"/>
                      <a:pt x="108" y="31"/>
                    </a:cubicBezTo>
                    <a:cubicBezTo>
                      <a:pt x="145" y="29"/>
                      <a:pt x="182" y="31"/>
                      <a:pt x="217" y="31"/>
                    </a:cubicBezTo>
                    <a:cubicBezTo>
                      <a:pt x="316" y="28"/>
                      <a:pt x="414" y="39"/>
                      <a:pt x="512" y="35"/>
                    </a:cubicBezTo>
                    <a:cubicBezTo>
                      <a:pt x="513" y="35"/>
                      <a:pt x="513" y="35"/>
                      <a:pt x="514" y="35"/>
                    </a:cubicBezTo>
                    <a:lnTo>
                      <a:pt x="515" y="34"/>
                    </a:lnTo>
                    <a:cubicBezTo>
                      <a:pt x="516" y="33"/>
                      <a:pt x="515" y="33"/>
                      <a:pt x="515" y="33"/>
                    </a:cubicBezTo>
                    <a:cubicBezTo>
                      <a:pt x="515" y="32"/>
                      <a:pt x="516" y="32"/>
                      <a:pt x="515" y="31"/>
                    </a:cubicBezTo>
                    <a:cubicBezTo>
                      <a:pt x="514" y="30"/>
                      <a:pt x="515" y="31"/>
                      <a:pt x="514" y="30"/>
                    </a:cubicBezTo>
                    <a:cubicBezTo>
                      <a:pt x="513" y="29"/>
                      <a:pt x="513" y="30"/>
                      <a:pt x="512" y="30"/>
                    </a:cubicBezTo>
                    <a:cubicBezTo>
                      <a:pt x="397" y="25"/>
                      <a:pt x="283" y="9"/>
                      <a:pt x="168" y="2"/>
                    </a:cubicBezTo>
                    <a:cubicBezTo>
                      <a:pt x="151" y="1"/>
                      <a:pt x="134" y="0"/>
                      <a:pt x="118" y="0"/>
                    </a:cubicBezTo>
                    <a:cubicBezTo>
                      <a:pt x="101" y="0"/>
                      <a:pt x="84" y="1"/>
                      <a:pt x="67" y="2"/>
                    </a:cubicBezTo>
                    <a:cubicBezTo>
                      <a:pt x="68" y="5"/>
                      <a:pt x="68" y="6"/>
                      <a:pt x="68" y="9"/>
                    </a:cubicBezTo>
                    <a:cubicBezTo>
                      <a:pt x="68" y="11"/>
                      <a:pt x="68" y="14"/>
                      <a:pt x="67" y="16"/>
                    </a:cubicBezTo>
                    <a:cubicBezTo>
                      <a:pt x="67" y="17"/>
                      <a:pt x="67" y="19"/>
                      <a:pt x="66" y="20"/>
                    </a:cubicBezTo>
                    <a:cubicBezTo>
                      <a:pt x="65" y="21"/>
                      <a:pt x="65" y="22"/>
                      <a:pt x="63" y="23"/>
                    </a:cubicBezTo>
                    <a:cubicBezTo>
                      <a:pt x="61" y="24"/>
                      <a:pt x="60" y="24"/>
                      <a:pt x="58" y="24"/>
                    </a:cubicBezTo>
                    <a:cubicBezTo>
                      <a:pt x="56" y="24"/>
                      <a:pt x="55" y="24"/>
                      <a:pt x="53" y="23"/>
                    </a:cubicBezTo>
                    <a:cubicBezTo>
                      <a:pt x="51" y="22"/>
                      <a:pt x="51" y="21"/>
                      <a:pt x="50" y="20"/>
                    </a:cubicBezTo>
                    <a:cubicBezTo>
                      <a:pt x="50" y="19"/>
                      <a:pt x="50" y="19"/>
                      <a:pt x="50" y="19"/>
                    </a:cubicBezTo>
                    <a:cubicBezTo>
                      <a:pt x="48" y="15"/>
                      <a:pt x="46" y="12"/>
                      <a:pt x="44" y="8"/>
                    </a:cubicBezTo>
                    <a:cubicBezTo>
                      <a:pt x="40" y="10"/>
                      <a:pt x="36" y="12"/>
                      <a:pt x="32" y="14"/>
                    </a:cubicBezTo>
                    <a:cubicBezTo>
                      <a:pt x="22" y="20"/>
                      <a:pt x="13" y="28"/>
                      <a:pt x="8" y="37"/>
                    </a:cubicBezTo>
                    <a:cubicBezTo>
                      <a:pt x="3" y="45"/>
                      <a:pt x="1" y="52"/>
                      <a:pt x="0" y="61"/>
                    </a:cubicBezTo>
                    <a:cubicBezTo>
                      <a:pt x="1" y="59"/>
                      <a:pt x="1" y="58"/>
                      <a:pt x="2" y="57"/>
                    </a:cubicBezTo>
                    <a:cubicBezTo>
                      <a:pt x="5" y="52"/>
                      <a:pt x="9" y="47"/>
                      <a:pt x="15" y="44"/>
                    </a:cubicBezTo>
                    <a:cubicBezTo>
                      <a:pt x="21" y="41"/>
                      <a:pt x="27" y="39"/>
                      <a:pt x="33" y="39"/>
                    </a:cubicBezTo>
                    <a:cubicBezTo>
                      <a:pt x="36" y="39"/>
                      <a:pt x="38" y="40"/>
                      <a:pt x="41"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9"/>
              <p:cNvSpPr/>
              <p:nvPr/>
            </p:nvSpPr>
            <p:spPr>
              <a:xfrm>
                <a:off x="47525" y="-1115495"/>
                <a:ext cx="16920" cy="15840"/>
              </a:xfrm>
              <a:custGeom>
                <a:rect b="b" l="l" r="r" t="t"/>
                <a:pathLst>
                  <a:path extrusionOk="0" h="44" w="47">
                    <a:moveTo>
                      <a:pt x="18" y="41"/>
                    </a:moveTo>
                    <a:cubicBezTo>
                      <a:pt x="25" y="35"/>
                      <a:pt x="31" y="29"/>
                      <a:pt x="37" y="24"/>
                    </a:cubicBezTo>
                    <a:cubicBezTo>
                      <a:pt x="38" y="22"/>
                      <a:pt x="39" y="20"/>
                      <a:pt x="40" y="18"/>
                    </a:cubicBezTo>
                    <a:cubicBezTo>
                      <a:pt x="42" y="16"/>
                      <a:pt x="43" y="14"/>
                      <a:pt x="45" y="11"/>
                    </a:cubicBezTo>
                    <a:cubicBezTo>
                      <a:pt x="46" y="10"/>
                      <a:pt x="46" y="9"/>
                      <a:pt x="46" y="8"/>
                    </a:cubicBezTo>
                    <a:cubicBezTo>
                      <a:pt x="46" y="6"/>
                      <a:pt x="46" y="5"/>
                      <a:pt x="45" y="4"/>
                    </a:cubicBezTo>
                    <a:cubicBezTo>
                      <a:pt x="44" y="3"/>
                      <a:pt x="44" y="2"/>
                      <a:pt x="43" y="2"/>
                    </a:cubicBezTo>
                    <a:cubicBezTo>
                      <a:pt x="42" y="1"/>
                      <a:pt x="41" y="1"/>
                      <a:pt x="41" y="1"/>
                    </a:cubicBezTo>
                    <a:cubicBezTo>
                      <a:pt x="38" y="1"/>
                      <a:pt x="36" y="0"/>
                      <a:pt x="34" y="0"/>
                    </a:cubicBezTo>
                    <a:cubicBezTo>
                      <a:pt x="27" y="0"/>
                      <a:pt x="22" y="2"/>
                      <a:pt x="16" y="5"/>
                    </a:cubicBezTo>
                    <a:cubicBezTo>
                      <a:pt x="10" y="8"/>
                      <a:pt x="6" y="13"/>
                      <a:pt x="2" y="19"/>
                    </a:cubicBezTo>
                    <a:cubicBezTo>
                      <a:pt x="2" y="19"/>
                      <a:pt x="2" y="20"/>
                      <a:pt x="1" y="21"/>
                    </a:cubicBezTo>
                    <a:cubicBezTo>
                      <a:pt x="0" y="25"/>
                      <a:pt x="0" y="29"/>
                      <a:pt x="0" y="33"/>
                    </a:cubicBezTo>
                    <a:cubicBezTo>
                      <a:pt x="0" y="34"/>
                      <a:pt x="0" y="36"/>
                      <a:pt x="1" y="37"/>
                    </a:cubicBezTo>
                    <a:cubicBezTo>
                      <a:pt x="2" y="39"/>
                      <a:pt x="3" y="40"/>
                      <a:pt x="5" y="41"/>
                    </a:cubicBezTo>
                    <a:cubicBezTo>
                      <a:pt x="7" y="42"/>
                      <a:pt x="9" y="43"/>
                      <a:pt x="11" y="43"/>
                    </a:cubicBezTo>
                    <a:cubicBezTo>
                      <a:pt x="13" y="43"/>
                      <a:pt x="15" y="42"/>
                      <a:pt x="17" y="41"/>
                    </a:cubicBezTo>
                    <a:lnTo>
                      <a:pt x="18"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9"/>
              <p:cNvSpPr/>
              <p:nvPr/>
            </p:nvSpPr>
            <p:spPr>
              <a:xfrm>
                <a:off x="61925" y="-1147895"/>
                <a:ext cx="12960" cy="21240"/>
              </a:xfrm>
              <a:custGeom>
                <a:rect b="b" l="l" r="r" t="t"/>
                <a:pathLst>
                  <a:path extrusionOk="0" h="59" w="36">
                    <a:moveTo>
                      <a:pt x="28" y="27"/>
                    </a:moveTo>
                    <a:cubicBezTo>
                      <a:pt x="31" y="22"/>
                      <a:pt x="33" y="16"/>
                      <a:pt x="35" y="11"/>
                    </a:cubicBezTo>
                    <a:cubicBezTo>
                      <a:pt x="28" y="9"/>
                      <a:pt x="21" y="6"/>
                      <a:pt x="13" y="4"/>
                    </a:cubicBezTo>
                    <a:cubicBezTo>
                      <a:pt x="13" y="3"/>
                      <a:pt x="12" y="3"/>
                      <a:pt x="12" y="3"/>
                    </a:cubicBezTo>
                    <a:cubicBezTo>
                      <a:pt x="11" y="2"/>
                      <a:pt x="10" y="1"/>
                      <a:pt x="9" y="0"/>
                    </a:cubicBezTo>
                    <a:cubicBezTo>
                      <a:pt x="5" y="9"/>
                      <a:pt x="2" y="19"/>
                      <a:pt x="0" y="29"/>
                    </a:cubicBezTo>
                    <a:cubicBezTo>
                      <a:pt x="0" y="30"/>
                      <a:pt x="0" y="31"/>
                      <a:pt x="0" y="32"/>
                    </a:cubicBezTo>
                    <a:cubicBezTo>
                      <a:pt x="0" y="41"/>
                      <a:pt x="2" y="50"/>
                      <a:pt x="6" y="58"/>
                    </a:cubicBezTo>
                    <a:cubicBezTo>
                      <a:pt x="14" y="56"/>
                      <a:pt x="21" y="54"/>
                      <a:pt x="29" y="52"/>
                    </a:cubicBezTo>
                    <a:cubicBezTo>
                      <a:pt x="27" y="48"/>
                      <a:pt x="26" y="43"/>
                      <a:pt x="26" y="38"/>
                    </a:cubicBezTo>
                    <a:cubicBezTo>
                      <a:pt x="26" y="34"/>
                      <a:pt x="27" y="31"/>
                      <a:pt x="28"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9"/>
              <p:cNvSpPr/>
              <p:nvPr/>
            </p:nvSpPr>
            <p:spPr>
              <a:xfrm>
                <a:off x="62285" y="-1182095"/>
                <a:ext cx="13680" cy="26640"/>
              </a:xfrm>
              <a:custGeom>
                <a:rect b="b" l="l" r="r" t="t"/>
                <a:pathLst>
                  <a:path extrusionOk="0" h="74" w="38">
                    <a:moveTo>
                      <a:pt x="27" y="70"/>
                    </a:moveTo>
                    <a:lnTo>
                      <a:pt x="36" y="73"/>
                    </a:lnTo>
                    <a:cubicBezTo>
                      <a:pt x="37" y="71"/>
                      <a:pt x="37" y="70"/>
                      <a:pt x="37" y="68"/>
                    </a:cubicBezTo>
                    <a:cubicBezTo>
                      <a:pt x="37" y="60"/>
                      <a:pt x="35" y="53"/>
                      <a:pt x="32" y="46"/>
                    </a:cubicBezTo>
                    <a:cubicBezTo>
                      <a:pt x="24" y="34"/>
                      <a:pt x="32" y="24"/>
                      <a:pt x="33" y="12"/>
                    </a:cubicBezTo>
                    <a:cubicBezTo>
                      <a:pt x="33" y="12"/>
                      <a:pt x="34" y="12"/>
                      <a:pt x="34" y="11"/>
                    </a:cubicBezTo>
                    <a:lnTo>
                      <a:pt x="33" y="10"/>
                    </a:lnTo>
                    <a:cubicBezTo>
                      <a:pt x="31" y="9"/>
                      <a:pt x="29" y="8"/>
                      <a:pt x="28" y="7"/>
                    </a:cubicBezTo>
                    <a:cubicBezTo>
                      <a:pt x="27" y="7"/>
                      <a:pt x="26" y="6"/>
                      <a:pt x="25" y="5"/>
                    </a:cubicBezTo>
                    <a:lnTo>
                      <a:pt x="23" y="4"/>
                    </a:lnTo>
                    <a:cubicBezTo>
                      <a:pt x="1" y="0"/>
                      <a:pt x="0" y="43"/>
                      <a:pt x="10" y="57"/>
                    </a:cubicBezTo>
                    <a:lnTo>
                      <a:pt x="10" y="58"/>
                    </a:lnTo>
                    <a:cubicBezTo>
                      <a:pt x="12" y="62"/>
                      <a:pt x="13" y="66"/>
                      <a:pt x="13" y="71"/>
                    </a:cubicBezTo>
                    <a:cubicBezTo>
                      <a:pt x="16" y="70"/>
                      <a:pt x="18" y="69"/>
                      <a:pt x="21" y="69"/>
                    </a:cubicBezTo>
                    <a:cubicBezTo>
                      <a:pt x="23" y="69"/>
                      <a:pt x="25" y="70"/>
                      <a:pt x="27" y="7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9"/>
              <p:cNvSpPr/>
              <p:nvPr/>
            </p:nvSpPr>
            <p:spPr>
              <a:xfrm>
                <a:off x="64445" y="-1129175"/>
                <a:ext cx="8640" cy="7920"/>
              </a:xfrm>
              <a:custGeom>
                <a:rect b="b" l="l" r="r" t="t"/>
                <a:pathLst>
                  <a:path extrusionOk="0" h="22" w="24">
                    <a:moveTo>
                      <a:pt x="22" y="14"/>
                    </a:moveTo>
                    <a:cubicBezTo>
                      <a:pt x="22" y="12"/>
                      <a:pt x="23" y="9"/>
                      <a:pt x="23" y="7"/>
                    </a:cubicBezTo>
                    <a:cubicBezTo>
                      <a:pt x="23" y="4"/>
                      <a:pt x="22" y="3"/>
                      <a:pt x="22" y="0"/>
                    </a:cubicBezTo>
                    <a:cubicBezTo>
                      <a:pt x="14" y="2"/>
                      <a:pt x="7" y="4"/>
                      <a:pt x="0" y="6"/>
                    </a:cubicBezTo>
                    <a:cubicBezTo>
                      <a:pt x="1" y="10"/>
                      <a:pt x="3" y="13"/>
                      <a:pt x="5" y="17"/>
                    </a:cubicBezTo>
                    <a:cubicBezTo>
                      <a:pt x="6" y="18"/>
                      <a:pt x="7" y="19"/>
                      <a:pt x="8" y="20"/>
                    </a:cubicBezTo>
                    <a:cubicBezTo>
                      <a:pt x="10" y="21"/>
                      <a:pt x="11" y="21"/>
                      <a:pt x="13" y="21"/>
                    </a:cubicBezTo>
                    <a:cubicBezTo>
                      <a:pt x="15" y="21"/>
                      <a:pt x="16" y="21"/>
                      <a:pt x="18" y="20"/>
                    </a:cubicBezTo>
                    <a:cubicBezTo>
                      <a:pt x="20" y="19"/>
                      <a:pt x="20" y="18"/>
                      <a:pt x="21" y="17"/>
                    </a:cubicBezTo>
                    <a:cubicBezTo>
                      <a:pt x="21" y="16"/>
                      <a:pt x="22" y="15"/>
                      <a:pt x="2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9"/>
              <p:cNvSpPr/>
              <p:nvPr/>
            </p:nvSpPr>
            <p:spPr>
              <a:xfrm>
                <a:off x="56885" y="-1225655"/>
                <a:ext cx="76320" cy="48240"/>
              </a:xfrm>
              <a:custGeom>
                <a:rect b="b" l="l" r="r" t="t"/>
                <a:pathLst>
                  <a:path extrusionOk="0" h="134" w="212">
                    <a:moveTo>
                      <a:pt x="48" y="131"/>
                    </a:moveTo>
                    <a:cubicBezTo>
                      <a:pt x="56" y="132"/>
                      <a:pt x="65" y="133"/>
                      <a:pt x="73" y="133"/>
                    </a:cubicBezTo>
                    <a:cubicBezTo>
                      <a:pt x="84" y="133"/>
                      <a:pt x="94" y="132"/>
                      <a:pt x="105" y="130"/>
                    </a:cubicBezTo>
                    <a:cubicBezTo>
                      <a:pt x="132" y="126"/>
                      <a:pt x="159" y="124"/>
                      <a:pt x="186" y="124"/>
                    </a:cubicBezTo>
                    <a:cubicBezTo>
                      <a:pt x="192" y="124"/>
                      <a:pt x="199" y="124"/>
                      <a:pt x="206" y="125"/>
                    </a:cubicBezTo>
                    <a:cubicBezTo>
                      <a:pt x="211" y="125"/>
                      <a:pt x="211" y="119"/>
                      <a:pt x="206" y="118"/>
                    </a:cubicBezTo>
                    <a:cubicBezTo>
                      <a:pt x="164" y="109"/>
                      <a:pt x="121" y="103"/>
                      <a:pt x="77" y="102"/>
                    </a:cubicBezTo>
                    <a:cubicBezTo>
                      <a:pt x="50" y="102"/>
                      <a:pt x="58" y="69"/>
                      <a:pt x="54" y="50"/>
                    </a:cubicBezTo>
                    <a:cubicBezTo>
                      <a:pt x="51" y="35"/>
                      <a:pt x="40" y="25"/>
                      <a:pt x="39" y="8"/>
                    </a:cubicBezTo>
                    <a:cubicBezTo>
                      <a:pt x="39" y="7"/>
                      <a:pt x="39" y="6"/>
                      <a:pt x="39" y="6"/>
                    </a:cubicBezTo>
                    <a:cubicBezTo>
                      <a:pt x="39" y="5"/>
                      <a:pt x="39" y="4"/>
                      <a:pt x="39" y="3"/>
                    </a:cubicBezTo>
                    <a:lnTo>
                      <a:pt x="32" y="3"/>
                    </a:lnTo>
                    <a:cubicBezTo>
                      <a:pt x="31" y="4"/>
                      <a:pt x="29" y="4"/>
                      <a:pt x="27" y="4"/>
                    </a:cubicBezTo>
                    <a:cubicBezTo>
                      <a:pt x="22" y="4"/>
                      <a:pt x="16" y="2"/>
                      <a:pt x="12" y="0"/>
                    </a:cubicBezTo>
                    <a:cubicBezTo>
                      <a:pt x="10" y="1"/>
                      <a:pt x="9" y="2"/>
                      <a:pt x="8" y="4"/>
                    </a:cubicBezTo>
                    <a:cubicBezTo>
                      <a:pt x="0" y="20"/>
                      <a:pt x="11" y="43"/>
                      <a:pt x="20" y="58"/>
                    </a:cubicBezTo>
                    <a:cubicBezTo>
                      <a:pt x="28" y="73"/>
                      <a:pt x="17" y="92"/>
                      <a:pt x="24" y="106"/>
                    </a:cubicBezTo>
                    <a:cubicBezTo>
                      <a:pt x="25" y="108"/>
                      <a:pt x="26" y="109"/>
                      <a:pt x="27" y="111"/>
                    </a:cubicBezTo>
                    <a:cubicBezTo>
                      <a:pt x="30" y="116"/>
                      <a:pt x="33" y="120"/>
                      <a:pt x="38" y="124"/>
                    </a:cubicBezTo>
                    <a:cubicBezTo>
                      <a:pt x="40" y="124"/>
                      <a:pt x="43" y="125"/>
                      <a:pt x="45" y="126"/>
                    </a:cubicBezTo>
                    <a:cubicBezTo>
                      <a:pt x="46" y="127"/>
                      <a:pt x="46" y="127"/>
                      <a:pt x="47" y="128"/>
                    </a:cubicBezTo>
                    <a:cubicBezTo>
                      <a:pt x="47" y="129"/>
                      <a:pt x="47" y="130"/>
                      <a:pt x="48" y="1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9"/>
              <p:cNvSpPr/>
              <p:nvPr/>
            </p:nvSpPr>
            <p:spPr>
              <a:xfrm>
                <a:off x="60485" y="-1227455"/>
                <a:ext cx="7920" cy="3600"/>
              </a:xfrm>
              <a:custGeom>
                <a:rect b="b" l="l" r="r" t="t"/>
                <a:pathLst>
                  <a:path extrusionOk="0" h="10" w="22">
                    <a:moveTo>
                      <a:pt x="21" y="9"/>
                    </a:moveTo>
                    <a:cubicBezTo>
                      <a:pt x="19" y="9"/>
                      <a:pt x="18" y="9"/>
                      <a:pt x="16" y="8"/>
                    </a:cubicBezTo>
                    <a:cubicBezTo>
                      <a:pt x="14" y="7"/>
                      <a:pt x="14" y="7"/>
                      <a:pt x="13" y="5"/>
                    </a:cubicBezTo>
                    <a:cubicBezTo>
                      <a:pt x="12" y="3"/>
                      <a:pt x="12" y="2"/>
                      <a:pt x="12" y="0"/>
                    </a:cubicBezTo>
                    <a:cubicBezTo>
                      <a:pt x="9" y="0"/>
                      <a:pt x="7" y="1"/>
                      <a:pt x="4" y="3"/>
                    </a:cubicBezTo>
                    <a:cubicBezTo>
                      <a:pt x="3" y="3"/>
                      <a:pt x="2" y="4"/>
                      <a:pt x="0" y="5"/>
                    </a:cubicBezTo>
                    <a:cubicBezTo>
                      <a:pt x="5" y="8"/>
                      <a:pt x="11" y="9"/>
                      <a:pt x="16" y="9"/>
                    </a:cubicBezTo>
                    <a:cubicBezTo>
                      <a:pt x="18" y="9"/>
                      <a:pt x="20" y="9"/>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9"/>
              <p:cNvSpPr/>
              <p:nvPr/>
            </p:nvSpPr>
            <p:spPr>
              <a:xfrm>
                <a:off x="68405" y="-1225295"/>
                <a:ext cx="2880" cy="1080"/>
              </a:xfrm>
              <a:custGeom>
                <a:rect b="b" l="l" r="r" t="t"/>
                <a:pathLst>
                  <a:path extrusionOk="0" h="3" w="8">
                    <a:moveTo>
                      <a:pt x="3" y="2"/>
                    </a:moveTo>
                    <a:lnTo>
                      <a:pt x="2" y="2"/>
                    </a:lnTo>
                    <a:cubicBezTo>
                      <a:pt x="1" y="2"/>
                      <a:pt x="1" y="2"/>
                      <a:pt x="0" y="2"/>
                    </a:cubicBezTo>
                    <a:lnTo>
                      <a:pt x="7" y="2"/>
                    </a:lnTo>
                    <a:lnTo>
                      <a:pt x="7" y="1"/>
                    </a:lnTo>
                    <a:lnTo>
                      <a:pt x="7" y="0"/>
                    </a:ln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9"/>
              <p:cNvSpPr/>
              <p:nvPr/>
            </p:nvSpPr>
            <p:spPr>
              <a:xfrm>
                <a:off x="64805" y="-1227815"/>
                <a:ext cx="6120" cy="3960"/>
              </a:xfrm>
              <a:custGeom>
                <a:rect b="b" l="l" r="r" t="t"/>
                <a:pathLst>
                  <a:path extrusionOk="0" h="11" w="17">
                    <a:moveTo>
                      <a:pt x="16" y="8"/>
                    </a:moveTo>
                    <a:lnTo>
                      <a:pt x="16" y="7"/>
                    </a:lnTo>
                    <a:cubicBezTo>
                      <a:pt x="15" y="5"/>
                      <a:pt x="13" y="3"/>
                      <a:pt x="11" y="2"/>
                    </a:cubicBezTo>
                    <a:cubicBezTo>
                      <a:pt x="9" y="1"/>
                      <a:pt x="6" y="0"/>
                      <a:pt x="4" y="0"/>
                    </a:cubicBezTo>
                    <a:cubicBezTo>
                      <a:pt x="3" y="0"/>
                      <a:pt x="1" y="0"/>
                      <a:pt x="0" y="1"/>
                    </a:cubicBezTo>
                    <a:cubicBezTo>
                      <a:pt x="0" y="3"/>
                      <a:pt x="0" y="4"/>
                      <a:pt x="1" y="6"/>
                    </a:cubicBezTo>
                    <a:cubicBezTo>
                      <a:pt x="2" y="8"/>
                      <a:pt x="3" y="8"/>
                      <a:pt x="5" y="9"/>
                    </a:cubicBezTo>
                    <a:cubicBezTo>
                      <a:pt x="7" y="10"/>
                      <a:pt x="7" y="10"/>
                      <a:pt x="9" y="10"/>
                    </a:cubicBezTo>
                    <a:cubicBezTo>
                      <a:pt x="10" y="10"/>
                      <a:pt x="10" y="10"/>
                      <a:pt x="11" y="10"/>
                    </a:cubicBezTo>
                    <a:cubicBezTo>
                      <a:pt x="12" y="10"/>
                      <a:pt x="12" y="10"/>
                      <a:pt x="13" y="10"/>
                    </a:cubicBezTo>
                    <a:lnTo>
                      <a:pt x="16"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9"/>
              <p:cNvSpPr/>
              <p:nvPr/>
            </p:nvSpPr>
            <p:spPr>
              <a:xfrm>
                <a:off x="70205" y="-1180655"/>
                <a:ext cx="4320" cy="2520"/>
              </a:xfrm>
              <a:custGeom>
                <a:rect b="b" l="l" r="r" t="t"/>
                <a:pathLst>
                  <a:path extrusionOk="0" h="7" w="12">
                    <a:moveTo>
                      <a:pt x="11" y="6"/>
                    </a:moveTo>
                    <a:cubicBezTo>
                      <a:pt x="10" y="6"/>
                      <a:pt x="10" y="5"/>
                      <a:pt x="10" y="5"/>
                    </a:cubicBezTo>
                    <a:cubicBezTo>
                      <a:pt x="9" y="4"/>
                      <a:pt x="8" y="3"/>
                      <a:pt x="7" y="2"/>
                    </a:cubicBezTo>
                    <a:cubicBezTo>
                      <a:pt x="5" y="1"/>
                      <a:pt x="2" y="0"/>
                      <a:pt x="0" y="0"/>
                    </a:cubicBezTo>
                    <a:lnTo>
                      <a:pt x="2" y="2"/>
                    </a:lnTo>
                    <a:cubicBezTo>
                      <a:pt x="3" y="2"/>
                      <a:pt x="4" y="3"/>
                      <a:pt x="5" y="3"/>
                    </a:cubicBezTo>
                    <a:cubicBezTo>
                      <a:pt x="7" y="4"/>
                      <a:pt x="9" y="5"/>
                      <a:pt x="1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9"/>
              <p:cNvSpPr/>
              <p:nvPr/>
            </p:nvSpPr>
            <p:spPr>
              <a:xfrm>
                <a:off x="1220765" y="-620135"/>
                <a:ext cx="38160" cy="57960"/>
              </a:xfrm>
              <a:custGeom>
                <a:rect b="b" l="l" r="r" t="t"/>
                <a:pathLst>
                  <a:path extrusionOk="0" h="161" w="106">
                    <a:moveTo>
                      <a:pt x="5" y="160"/>
                    </a:moveTo>
                    <a:cubicBezTo>
                      <a:pt x="34" y="151"/>
                      <a:pt x="50" y="119"/>
                      <a:pt x="67" y="97"/>
                    </a:cubicBezTo>
                    <a:cubicBezTo>
                      <a:pt x="84" y="75"/>
                      <a:pt x="105" y="36"/>
                      <a:pt x="100" y="4"/>
                    </a:cubicBezTo>
                    <a:cubicBezTo>
                      <a:pt x="100" y="3"/>
                      <a:pt x="100" y="3"/>
                      <a:pt x="100" y="2"/>
                    </a:cubicBezTo>
                    <a:cubicBezTo>
                      <a:pt x="100" y="1"/>
                      <a:pt x="99" y="1"/>
                      <a:pt x="99" y="1"/>
                    </a:cubicBezTo>
                    <a:cubicBezTo>
                      <a:pt x="98" y="0"/>
                      <a:pt x="97" y="0"/>
                      <a:pt x="97" y="0"/>
                    </a:cubicBezTo>
                    <a:cubicBezTo>
                      <a:pt x="96" y="0"/>
                      <a:pt x="96" y="0"/>
                      <a:pt x="95" y="1"/>
                    </a:cubicBezTo>
                    <a:lnTo>
                      <a:pt x="94" y="2"/>
                    </a:lnTo>
                    <a:cubicBezTo>
                      <a:pt x="93" y="3"/>
                      <a:pt x="93" y="3"/>
                      <a:pt x="93" y="4"/>
                    </a:cubicBezTo>
                    <a:cubicBezTo>
                      <a:pt x="84" y="38"/>
                      <a:pt x="60" y="68"/>
                      <a:pt x="41" y="97"/>
                    </a:cubicBezTo>
                    <a:cubicBezTo>
                      <a:pt x="29" y="116"/>
                      <a:pt x="15" y="136"/>
                      <a:pt x="1" y="154"/>
                    </a:cubicBezTo>
                    <a:lnTo>
                      <a:pt x="1" y="155"/>
                    </a:lnTo>
                    <a:lnTo>
                      <a:pt x="0" y="156"/>
                    </a:lnTo>
                    <a:cubicBezTo>
                      <a:pt x="0" y="157"/>
                      <a:pt x="1" y="158"/>
                      <a:pt x="1" y="158"/>
                    </a:cubicBezTo>
                    <a:cubicBezTo>
                      <a:pt x="1" y="159"/>
                      <a:pt x="2" y="160"/>
                      <a:pt x="2" y="160"/>
                    </a:cubicBezTo>
                    <a:cubicBezTo>
                      <a:pt x="3" y="160"/>
                      <a:pt x="4" y="160"/>
                      <a:pt x="4" y="160"/>
                    </a:cubicBezTo>
                    <a:cubicBezTo>
                      <a:pt x="5" y="160"/>
                      <a:pt x="5" y="160"/>
                      <a:pt x="5" y="1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9"/>
              <p:cNvSpPr/>
              <p:nvPr/>
            </p:nvSpPr>
            <p:spPr>
              <a:xfrm>
                <a:off x="1165325" y="-535535"/>
                <a:ext cx="29520" cy="24120"/>
              </a:xfrm>
              <a:custGeom>
                <a:rect b="b" l="l" r="r" t="t"/>
                <a:pathLst>
                  <a:path extrusionOk="0" h="67" w="82">
                    <a:moveTo>
                      <a:pt x="0" y="60"/>
                    </a:moveTo>
                    <a:lnTo>
                      <a:pt x="0" y="61"/>
                    </a:lnTo>
                    <a:cubicBezTo>
                      <a:pt x="0" y="62"/>
                      <a:pt x="0" y="63"/>
                      <a:pt x="0" y="64"/>
                    </a:cubicBezTo>
                    <a:cubicBezTo>
                      <a:pt x="1" y="64"/>
                      <a:pt x="1" y="64"/>
                      <a:pt x="2" y="65"/>
                    </a:cubicBezTo>
                    <a:cubicBezTo>
                      <a:pt x="3" y="65"/>
                      <a:pt x="4" y="66"/>
                      <a:pt x="4" y="66"/>
                    </a:cubicBezTo>
                    <a:cubicBezTo>
                      <a:pt x="5" y="66"/>
                      <a:pt x="6" y="66"/>
                      <a:pt x="6" y="66"/>
                    </a:cubicBezTo>
                    <a:cubicBezTo>
                      <a:pt x="9" y="64"/>
                      <a:pt x="12" y="63"/>
                      <a:pt x="15" y="61"/>
                    </a:cubicBezTo>
                    <a:cubicBezTo>
                      <a:pt x="39" y="47"/>
                      <a:pt x="61" y="28"/>
                      <a:pt x="79" y="7"/>
                    </a:cubicBezTo>
                    <a:cubicBezTo>
                      <a:pt x="81" y="4"/>
                      <a:pt x="79" y="0"/>
                      <a:pt x="75" y="2"/>
                    </a:cubicBezTo>
                    <a:cubicBezTo>
                      <a:pt x="61" y="11"/>
                      <a:pt x="45" y="18"/>
                      <a:pt x="31" y="28"/>
                    </a:cubicBezTo>
                    <a:cubicBezTo>
                      <a:pt x="20" y="36"/>
                      <a:pt x="4" y="48"/>
                      <a:pt x="0"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9"/>
              <p:cNvSpPr/>
              <p:nvPr/>
            </p:nvSpPr>
            <p:spPr>
              <a:xfrm>
                <a:off x="752045" y="-497015"/>
                <a:ext cx="393480" cy="61920"/>
              </a:xfrm>
              <a:custGeom>
                <a:rect b="b" l="l" r="r" t="t"/>
                <a:pathLst>
                  <a:path extrusionOk="0" h="172" w="1093">
                    <a:moveTo>
                      <a:pt x="745" y="124"/>
                    </a:moveTo>
                    <a:cubicBezTo>
                      <a:pt x="792" y="123"/>
                      <a:pt x="841" y="98"/>
                      <a:pt x="886" y="87"/>
                    </a:cubicBezTo>
                    <a:cubicBezTo>
                      <a:pt x="958" y="70"/>
                      <a:pt x="1021" y="28"/>
                      <a:pt x="1090" y="5"/>
                    </a:cubicBezTo>
                    <a:lnTo>
                      <a:pt x="1091" y="5"/>
                    </a:lnTo>
                    <a:cubicBezTo>
                      <a:pt x="1091" y="4"/>
                      <a:pt x="1091" y="4"/>
                      <a:pt x="1091" y="4"/>
                    </a:cubicBezTo>
                    <a:cubicBezTo>
                      <a:pt x="1092" y="3"/>
                      <a:pt x="1092" y="3"/>
                      <a:pt x="1092" y="2"/>
                    </a:cubicBezTo>
                    <a:lnTo>
                      <a:pt x="1091" y="1"/>
                    </a:lnTo>
                    <a:lnTo>
                      <a:pt x="1091" y="0"/>
                    </a:lnTo>
                    <a:lnTo>
                      <a:pt x="1090" y="0"/>
                    </a:lnTo>
                    <a:cubicBezTo>
                      <a:pt x="1048" y="5"/>
                      <a:pt x="1000" y="34"/>
                      <a:pt x="959" y="47"/>
                    </a:cubicBezTo>
                    <a:cubicBezTo>
                      <a:pt x="918" y="60"/>
                      <a:pt x="871" y="71"/>
                      <a:pt x="827" y="83"/>
                    </a:cubicBezTo>
                    <a:cubicBezTo>
                      <a:pt x="771" y="97"/>
                      <a:pt x="714" y="106"/>
                      <a:pt x="656" y="112"/>
                    </a:cubicBezTo>
                    <a:cubicBezTo>
                      <a:pt x="620" y="118"/>
                      <a:pt x="585" y="122"/>
                      <a:pt x="549" y="123"/>
                    </a:cubicBezTo>
                    <a:cubicBezTo>
                      <a:pt x="473" y="119"/>
                      <a:pt x="398" y="133"/>
                      <a:pt x="323" y="139"/>
                    </a:cubicBezTo>
                    <a:cubicBezTo>
                      <a:pt x="216" y="148"/>
                      <a:pt x="107" y="128"/>
                      <a:pt x="2" y="146"/>
                    </a:cubicBezTo>
                    <a:lnTo>
                      <a:pt x="1" y="146"/>
                    </a:lnTo>
                    <a:lnTo>
                      <a:pt x="0" y="147"/>
                    </a:lnTo>
                    <a:cubicBezTo>
                      <a:pt x="0" y="148"/>
                      <a:pt x="0" y="148"/>
                      <a:pt x="0" y="149"/>
                    </a:cubicBezTo>
                    <a:lnTo>
                      <a:pt x="0" y="150"/>
                    </a:lnTo>
                    <a:cubicBezTo>
                      <a:pt x="1" y="150"/>
                      <a:pt x="1" y="151"/>
                      <a:pt x="1" y="151"/>
                    </a:cubicBezTo>
                    <a:lnTo>
                      <a:pt x="2" y="151"/>
                    </a:lnTo>
                    <a:cubicBezTo>
                      <a:pt x="115" y="171"/>
                      <a:pt x="228" y="159"/>
                      <a:pt x="342" y="162"/>
                    </a:cubicBezTo>
                    <a:cubicBezTo>
                      <a:pt x="381" y="162"/>
                      <a:pt x="419" y="151"/>
                      <a:pt x="458" y="150"/>
                    </a:cubicBezTo>
                    <a:cubicBezTo>
                      <a:pt x="505" y="148"/>
                      <a:pt x="559" y="152"/>
                      <a:pt x="605" y="141"/>
                    </a:cubicBezTo>
                    <a:cubicBezTo>
                      <a:pt x="651" y="131"/>
                      <a:pt x="698" y="126"/>
                      <a:pt x="745" y="1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9"/>
              <p:cNvSpPr/>
              <p:nvPr/>
            </p:nvSpPr>
            <p:spPr>
              <a:xfrm>
                <a:off x="1018805" y="-530855"/>
                <a:ext cx="192240" cy="92160"/>
              </a:xfrm>
              <a:custGeom>
                <a:rect b="b" l="l" r="r" t="t"/>
                <a:pathLst>
                  <a:path extrusionOk="0" h="256" w="534">
                    <a:moveTo>
                      <a:pt x="531" y="0"/>
                    </a:moveTo>
                    <a:cubicBezTo>
                      <a:pt x="435" y="68"/>
                      <a:pt x="342" y="145"/>
                      <a:pt x="227" y="181"/>
                    </a:cubicBezTo>
                    <a:cubicBezTo>
                      <a:pt x="166" y="200"/>
                      <a:pt x="104" y="216"/>
                      <a:pt x="41" y="228"/>
                    </a:cubicBezTo>
                    <a:cubicBezTo>
                      <a:pt x="26" y="231"/>
                      <a:pt x="11" y="232"/>
                      <a:pt x="2" y="246"/>
                    </a:cubicBezTo>
                    <a:cubicBezTo>
                      <a:pt x="0" y="250"/>
                      <a:pt x="4" y="255"/>
                      <a:pt x="8" y="253"/>
                    </a:cubicBezTo>
                    <a:cubicBezTo>
                      <a:pt x="29" y="240"/>
                      <a:pt x="60" y="245"/>
                      <a:pt x="82" y="240"/>
                    </a:cubicBezTo>
                    <a:cubicBezTo>
                      <a:pt x="111" y="235"/>
                      <a:pt x="139" y="230"/>
                      <a:pt x="167" y="222"/>
                    </a:cubicBezTo>
                    <a:cubicBezTo>
                      <a:pt x="215" y="209"/>
                      <a:pt x="261" y="191"/>
                      <a:pt x="305" y="168"/>
                    </a:cubicBezTo>
                    <a:cubicBezTo>
                      <a:pt x="316" y="163"/>
                      <a:pt x="327" y="157"/>
                      <a:pt x="337" y="150"/>
                    </a:cubicBezTo>
                    <a:cubicBezTo>
                      <a:pt x="409" y="109"/>
                      <a:pt x="474" y="59"/>
                      <a:pt x="532" y="2"/>
                    </a:cubicBezTo>
                    <a:cubicBezTo>
                      <a:pt x="533" y="2"/>
                      <a:pt x="533" y="2"/>
                      <a:pt x="533" y="2"/>
                    </a:cubicBezTo>
                    <a:cubicBezTo>
                      <a:pt x="533" y="1"/>
                      <a:pt x="533" y="1"/>
                      <a:pt x="533" y="1"/>
                    </a:cubicBezTo>
                    <a:lnTo>
                      <a:pt x="533" y="0"/>
                    </a:lnTo>
                    <a:lnTo>
                      <a:pt x="532" y="0"/>
                    </a:lnTo>
                    <a:cubicBezTo>
                      <a:pt x="531" y="0"/>
                      <a:pt x="531" y="0"/>
                      <a:pt x="5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9"/>
              <p:cNvSpPr/>
              <p:nvPr/>
            </p:nvSpPr>
            <p:spPr>
              <a:xfrm>
                <a:off x="978845" y="-459575"/>
                <a:ext cx="153720" cy="37080"/>
              </a:xfrm>
              <a:custGeom>
                <a:rect b="b" l="l" r="r" t="t"/>
                <a:pathLst>
                  <a:path extrusionOk="0" h="103" w="427">
                    <a:moveTo>
                      <a:pt x="422" y="1"/>
                    </a:moveTo>
                    <a:cubicBezTo>
                      <a:pt x="388" y="23"/>
                      <a:pt x="343" y="27"/>
                      <a:pt x="305" y="40"/>
                    </a:cubicBezTo>
                    <a:cubicBezTo>
                      <a:pt x="272" y="52"/>
                      <a:pt x="238" y="60"/>
                      <a:pt x="203" y="63"/>
                    </a:cubicBezTo>
                    <a:cubicBezTo>
                      <a:pt x="136" y="65"/>
                      <a:pt x="70" y="74"/>
                      <a:pt x="4" y="90"/>
                    </a:cubicBezTo>
                    <a:cubicBezTo>
                      <a:pt x="1" y="90"/>
                      <a:pt x="0" y="96"/>
                      <a:pt x="4" y="96"/>
                    </a:cubicBezTo>
                    <a:cubicBezTo>
                      <a:pt x="83" y="102"/>
                      <a:pt x="172" y="85"/>
                      <a:pt x="249" y="69"/>
                    </a:cubicBezTo>
                    <a:cubicBezTo>
                      <a:pt x="290" y="61"/>
                      <a:pt x="329" y="42"/>
                      <a:pt x="369" y="30"/>
                    </a:cubicBezTo>
                    <a:cubicBezTo>
                      <a:pt x="381" y="27"/>
                      <a:pt x="394" y="22"/>
                      <a:pt x="405" y="16"/>
                    </a:cubicBezTo>
                    <a:cubicBezTo>
                      <a:pt x="412" y="12"/>
                      <a:pt x="418" y="8"/>
                      <a:pt x="424" y="3"/>
                    </a:cubicBezTo>
                    <a:cubicBezTo>
                      <a:pt x="426" y="2"/>
                      <a:pt x="423" y="0"/>
                      <a:pt x="4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9"/>
              <p:cNvSpPr/>
              <p:nvPr/>
            </p:nvSpPr>
            <p:spPr>
              <a:xfrm>
                <a:off x="940325" y="-421775"/>
                <a:ext cx="132480" cy="15120"/>
              </a:xfrm>
              <a:custGeom>
                <a:rect b="b" l="l" r="r" t="t"/>
                <a:pathLst>
                  <a:path extrusionOk="0" h="42" w="368">
                    <a:moveTo>
                      <a:pt x="364" y="0"/>
                    </a:moveTo>
                    <a:cubicBezTo>
                      <a:pt x="339" y="14"/>
                      <a:pt x="291" y="11"/>
                      <a:pt x="263" y="15"/>
                    </a:cubicBezTo>
                    <a:cubicBezTo>
                      <a:pt x="226" y="21"/>
                      <a:pt x="189" y="24"/>
                      <a:pt x="152" y="24"/>
                    </a:cubicBezTo>
                    <a:cubicBezTo>
                      <a:pt x="118" y="24"/>
                      <a:pt x="85" y="30"/>
                      <a:pt x="51" y="28"/>
                    </a:cubicBezTo>
                    <a:cubicBezTo>
                      <a:pt x="46" y="27"/>
                      <a:pt x="41" y="26"/>
                      <a:pt x="36" y="26"/>
                    </a:cubicBezTo>
                    <a:cubicBezTo>
                      <a:pt x="24" y="26"/>
                      <a:pt x="13" y="29"/>
                      <a:pt x="2" y="35"/>
                    </a:cubicBezTo>
                    <a:cubicBezTo>
                      <a:pt x="0" y="36"/>
                      <a:pt x="1" y="41"/>
                      <a:pt x="4" y="40"/>
                    </a:cubicBezTo>
                    <a:cubicBezTo>
                      <a:pt x="31" y="35"/>
                      <a:pt x="58" y="33"/>
                      <a:pt x="85" y="33"/>
                    </a:cubicBezTo>
                    <a:cubicBezTo>
                      <a:pt x="96" y="33"/>
                      <a:pt x="107" y="34"/>
                      <a:pt x="118" y="34"/>
                    </a:cubicBezTo>
                    <a:cubicBezTo>
                      <a:pt x="123" y="34"/>
                      <a:pt x="127" y="34"/>
                      <a:pt x="132" y="34"/>
                    </a:cubicBezTo>
                    <a:cubicBezTo>
                      <a:pt x="163" y="34"/>
                      <a:pt x="194" y="33"/>
                      <a:pt x="225" y="29"/>
                    </a:cubicBezTo>
                    <a:cubicBezTo>
                      <a:pt x="265" y="25"/>
                      <a:pt x="334" y="27"/>
                      <a:pt x="366" y="4"/>
                    </a:cubicBezTo>
                    <a:cubicBezTo>
                      <a:pt x="367" y="4"/>
                      <a:pt x="367" y="4"/>
                      <a:pt x="367" y="3"/>
                    </a:cubicBezTo>
                    <a:lnTo>
                      <a:pt x="367" y="2"/>
                    </a:lnTo>
                    <a:lnTo>
                      <a:pt x="367" y="1"/>
                    </a:lnTo>
                    <a:cubicBezTo>
                      <a:pt x="367" y="0"/>
                      <a:pt x="367" y="0"/>
                      <a:pt x="366" y="0"/>
                    </a:cubicBezTo>
                    <a:lnTo>
                      <a:pt x="365" y="0"/>
                    </a:lnTo>
                    <a:lnTo>
                      <a:pt x="36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9"/>
              <p:cNvSpPr/>
              <p:nvPr/>
            </p:nvSpPr>
            <p:spPr>
              <a:xfrm>
                <a:off x="948245" y="-407375"/>
                <a:ext cx="78480" cy="10440"/>
              </a:xfrm>
              <a:custGeom>
                <a:rect b="b" l="l" r="r" t="t"/>
                <a:pathLst>
                  <a:path extrusionOk="0" h="29" w="218">
                    <a:moveTo>
                      <a:pt x="211" y="9"/>
                    </a:moveTo>
                    <a:cubicBezTo>
                      <a:pt x="155" y="9"/>
                      <a:pt x="97" y="5"/>
                      <a:pt x="41" y="2"/>
                    </a:cubicBezTo>
                    <a:cubicBezTo>
                      <a:pt x="25" y="2"/>
                      <a:pt x="2" y="0"/>
                      <a:pt x="0" y="22"/>
                    </a:cubicBezTo>
                    <a:cubicBezTo>
                      <a:pt x="0" y="23"/>
                      <a:pt x="0" y="24"/>
                      <a:pt x="1" y="25"/>
                    </a:cubicBezTo>
                    <a:cubicBezTo>
                      <a:pt x="2" y="26"/>
                      <a:pt x="2" y="27"/>
                      <a:pt x="3" y="27"/>
                    </a:cubicBezTo>
                    <a:cubicBezTo>
                      <a:pt x="4" y="28"/>
                      <a:pt x="5" y="28"/>
                      <a:pt x="6" y="28"/>
                    </a:cubicBezTo>
                    <a:cubicBezTo>
                      <a:pt x="7" y="28"/>
                      <a:pt x="8" y="28"/>
                      <a:pt x="8" y="27"/>
                    </a:cubicBezTo>
                    <a:cubicBezTo>
                      <a:pt x="19" y="25"/>
                      <a:pt x="30" y="24"/>
                      <a:pt x="42" y="24"/>
                    </a:cubicBezTo>
                    <a:cubicBezTo>
                      <a:pt x="48" y="24"/>
                      <a:pt x="54" y="24"/>
                      <a:pt x="61" y="25"/>
                    </a:cubicBezTo>
                    <a:cubicBezTo>
                      <a:pt x="77" y="25"/>
                      <a:pt x="93" y="25"/>
                      <a:pt x="109" y="25"/>
                    </a:cubicBezTo>
                    <a:cubicBezTo>
                      <a:pt x="143" y="23"/>
                      <a:pt x="177" y="20"/>
                      <a:pt x="210" y="20"/>
                    </a:cubicBezTo>
                    <a:cubicBezTo>
                      <a:pt x="216" y="18"/>
                      <a:pt x="217" y="9"/>
                      <a:pt x="21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9"/>
              <p:cNvSpPr/>
              <p:nvPr/>
            </p:nvSpPr>
            <p:spPr>
              <a:xfrm>
                <a:off x="1198085" y="-645695"/>
                <a:ext cx="85320" cy="146880"/>
              </a:xfrm>
              <a:custGeom>
                <a:rect b="b" l="l" r="r" t="t"/>
                <a:pathLst>
                  <a:path extrusionOk="0" h="408" w="237">
                    <a:moveTo>
                      <a:pt x="234" y="9"/>
                    </a:moveTo>
                    <a:cubicBezTo>
                      <a:pt x="236" y="5"/>
                      <a:pt x="230" y="0"/>
                      <a:pt x="226" y="3"/>
                    </a:cubicBezTo>
                    <a:cubicBezTo>
                      <a:pt x="205" y="26"/>
                      <a:pt x="202" y="54"/>
                      <a:pt x="192" y="82"/>
                    </a:cubicBezTo>
                    <a:cubicBezTo>
                      <a:pt x="176" y="124"/>
                      <a:pt x="157" y="164"/>
                      <a:pt x="135" y="202"/>
                    </a:cubicBezTo>
                    <a:cubicBezTo>
                      <a:pt x="134" y="203"/>
                      <a:pt x="134" y="204"/>
                      <a:pt x="133" y="205"/>
                    </a:cubicBezTo>
                    <a:cubicBezTo>
                      <a:pt x="98" y="271"/>
                      <a:pt x="54" y="349"/>
                      <a:pt x="1" y="401"/>
                    </a:cubicBezTo>
                    <a:cubicBezTo>
                      <a:pt x="0" y="402"/>
                      <a:pt x="0" y="403"/>
                      <a:pt x="0" y="403"/>
                    </a:cubicBezTo>
                    <a:cubicBezTo>
                      <a:pt x="0" y="404"/>
                      <a:pt x="0" y="404"/>
                      <a:pt x="1" y="405"/>
                    </a:cubicBezTo>
                    <a:cubicBezTo>
                      <a:pt x="1" y="405"/>
                      <a:pt x="1" y="406"/>
                      <a:pt x="2" y="406"/>
                    </a:cubicBezTo>
                    <a:cubicBezTo>
                      <a:pt x="2" y="406"/>
                      <a:pt x="3" y="407"/>
                      <a:pt x="4" y="407"/>
                    </a:cubicBezTo>
                    <a:lnTo>
                      <a:pt x="5" y="406"/>
                    </a:lnTo>
                    <a:lnTo>
                      <a:pt x="6" y="406"/>
                    </a:lnTo>
                    <a:cubicBezTo>
                      <a:pt x="30" y="388"/>
                      <a:pt x="45" y="357"/>
                      <a:pt x="65" y="334"/>
                    </a:cubicBezTo>
                    <a:cubicBezTo>
                      <a:pt x="96" y="300"/>
                      <a:pt x="123" y="262"/>
                      <a:pt x="146" y="221"/>
                    </a:cubicBezTo>
                    <a:cubicBezTo>
                      <a:pt x="148" y="219"/>
                      <a:pt x="149" y="217"/>
                      <a:pt x="150" y="215"/>
                    </a:cubicBezTo>
                    <a:cubicBezTo>
                      <a:pt x="170" y="181"/>
                      <a:pt x="187" y="147"/>
                      <a:pt x="203" y="111"/>
                    </a:cubicBezTo>
                    <a:cubicBezTo>
                      <a:pt x="217" y="78"/>
                      <a:pt x="219" y="42"/>
                      <a:pt x="23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9"/>
              <p:cNvSpPr/>
              <p:nvPr/>
            </p:nvSpPr>
            <p:spPr>
              <a:xfrm>
                <a:off x="1268645" y="-672695"/>
                <a:ext cx="32760" cy="93600"/>
              </a:xfrm>
              <a:custGeom>
                <a:rect b="b" l="l" r="r" t="t"/>
                <a:pathLst>
                  <a:path extrusionOk="0" h="260" w="91">
                    <a:moveTo>
                      <a:pt x="89" y="7"/>
                    </a:moveTo>
                    <a:cubicBezTo>
                      <a:pt x="89" y="3"/>
                      <a:pt x="83" y="0"/>
                      <a:pt x="81" y="4"/>
                    </a:cubicBezTo>
                    <a:cubicBezTo>
                      <a:pt x="69" y="34"/>
                      <a:pt x="60" y="65"/>
                      <a:pt x="54" y="96"/>
                    </a:cubicBezTo>
                    <a:cubicBezTo>
                      <a:pt x="43" y="143"/>
                      <a:pt x="27" y="215"/>
                      <a:pt x="2" y="254"/>
                    </a:cubicBezTo>
                    <a:cubicBezTo>
                      <a:pt x="0" y="256"/>
                      <a:pt x="4" y="259"/>
                      <a:pt x="6" y="257"/>
                    </a:cubicBezTo>
                    <a:cubicBezTo>
                      <a:pt x="38" y="219"/>
                      <a:pt x="49" y="163"/>
                      <a:pt x="63" y="116"/>
                    </a:cubicBezTo>
                    <a:cubicBezTo>
                      <a:pt x="74" y="82"/>
                      <a:pt x="90" y="42"/>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9"/>
              <p:cNvSpPr/>
              <p:nvPr/>
            </p:nvSpPr>
            <p:spPr>
              <a:xfrm>
                <a:off x="1276565" y="-695375"/>
                <a:ext cx="42480" cy="124200"/>
              </a:xfrm>
              <a:custGeom>
                <a:rect b="b" l="l" r="r" t="t"/>
                <a:pathLst>
                  <a:path extrusionOk="0" h="345" w="118">
                    <a:moveTo>
                      <a:pt x="107" y="3"/>
                    </a:moveTo>
                    <a:cubicBezTo>
                      <a:pt x="87" y="51"/>
                      <a:pt x="84" y="101"/>
                      <a:pt x="69" y="151"/>
                    </a:cubicBezTo>
                    <a:cubicBezTo>
                      <a:pt x="52" y="209"/>
                      <a:pt x="35" y="293"/>
                      <a:pt x="0" y="340"/>
                    </a:cubicBezTo>
                    <a:lnTo>
                      <a:pt x="0" y="341"/>
                    </a:lnTo>
                    <a:lnTo>
                      <a:pt x="0" y="342"/>
                    </a:lnTo>
                    <a:lnTo>
                      <a:pt x="0" y="343"/>
                    </a:lnTo>
                    <a:lnTo>
                      <a:pt x="1" y="344"/>
                    </a:lnTo>
                    <a:lnTo>
                      <a:pt x="2" y="344"/>
                    </a:lnTo>
                    <a:lnTo>
                      <a:pt x="3" y="344"/>
                    </a:lnTo>
                    <a:lnTo>
                      <a:pt x="4" y="343"/>
                    </a:lnTo>
                    <a:cubicBezTo>
                      <a:pt x="35" y="308"/>
                      <a:pt x="42" y="262"/>
                      <a:pt x="59" y="219"/>
                    </a:cubicBezTo>
                    <a:cubicBezTo>
                      <a:pt x="68" y="200"/>
                      <a:pt x="78" y="180"/>
                      <a:pt x="85" y="159"/>
                    </a:cubicBezTo>
                    <a:lnTo>
                      <a:pt x="85" y="158"/>
                    </a:lnTo>
                    <a:lnTo>
                      <a:pt x="85" y="157"/>
                    </a:lnTo>
                    <a:lnTo>
                      <a:pt x="86" y="156"/>
                    </a:lnTo>
                    <a:cubicBezTo>
                      <a:pt x="88" y="149"/>
                      <a:pt x="90" y="143"/>
                      <a:pt x="91" y="136"/>
                    </a:cubicBezTo>
                    <a:cubicBezTo>
                      <a:pt x="99" y="93"/>
                      <a:pt x="117" y="50"/>
                      <a:pt x="116" y="6"/>
                    </a:cubicBezTo>
                    <a:cubicBezTo>
                      <a:pt x="116" y="5"/>
                      <a:pt x="116" y="5"/>
                      <a:pt x="116" y="5"/>
                    </a:cubicBezTo>
                    <a:cubicBezTo>
                      <a:pt x="116" y="4"/>
                      <a:pt x="117" y="3"/>
                      <a:pt x="116" y="2"/>
                    </a:cubicBezTo>
                    <a:cubicBezTo>
                      <a:pt x="115" y="1"/>
                      <a:pt x="115" y="1"/>
                      <a:pt x="114" y="0"/>
                    </a:cubicBezTo>
                    <a:cubicBezTo>
                      <a:pt x="113" y="0"/>
                      <a:pt x="112" y="0"/>
                      <a:pt x="111" y="0"/>
                    </a:cubicBezTo>
                    <a:cubicBezTo>
                      <a:pt x="111" y="0"/>
                      <a:pt x="110" y="0"/>
                      <a:pt x="109" y="0"/>
                    </a:cubicBezTo>
                    <a:cubicBezTo>
                      <a:pt x="108" y="1"/>
                      <a:pt x="108" y="1"/>
                      <a:pt x="107" y="2"/>
                    </a:cubicBezTo>
                    <a:lnTo>
                      <a:pt x="107"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9"/>
              <p:cNvSpPr/>
              <p:nvPr/>
            </p:nvSpPr>
            <p:spPr>
              <a:xfrm>
                <a:off x="1306445" y="-639215"/>
                <a:ext cx="1080" cy="1440"/>
              </a:xfrm>
              <a:custGeom>
                <a:rect b="b" l="l" r="r" t="t"/>
                <a:pathLst>
                  <a:path extrusionOk="0" h="4" w="3">
                    <a:moveTo>
                      <a:pt x="2" y="3"/>
                    </a:moveTo>
                    <a:lnTo>
                      <a:pt x="2" y="0"/>
                    </a:lnTo>
                    <a:cubicBezTo>
                      <a:pt x="2" y="0"/>
                      <a:pt x="1" y="0"/>
                      <a:pt x="0" y="1"/>
                    </a:cubicBezTo>
                    <a:cubicBezTo>
                      <a:pt x="1" y="1"/>
                      <a:pt x="1" y="2"/>
                      <a:pt x="1" y="2"/>
                    </a:cubicBezTo>
                    <a:cubicBezTo>
                      <a:pt x="1" y="2"/>
                      <a:pt x="1"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9"/>
              <p:cNvSpPr/>
              <p:nvPr/>
            </p:nvSpPr>
            <p:spPr>
              <a:xfrm>
                <a:off x="1087205" y="-1154375"/>
                <a:ext cx="126720" cy="96480"/>
              </a:xfrm>
              <a:custGeom>
                <a:rect b="b" l="l" r="r" t="t"/>
                <a:pathLst>
                  <a:path extrusionOk="0" h="268" w="352">
                    <a:moveTo>
                      <a:pt x="195" y="118"/>
                    </a:moveTo>
                    <a:cubicBezTo>
                      <a:pt x="222" y="144"/>
                      <a:pt x="248" y="172"/>
                      <a:pt x="276" y="197"/>
                    </a:cubicBezTo>
                    <a:cubicBezTo>
                      <a:pt x="301" y="220"/>
                      <a:pt x="335" y="236"/>
                      <a:pt x="350" y="267"/>
                    </a:cubicBezTo>
                    <a:lnTo>
                      <a:pt x="351" y="267"/>
                    </a:lnTo>
                    <a:cubicBezTo>
                      <a:pt x="349" y="259"/>
                      <a:pt x="346" y="251"/>
                      <a:pt x="342" y="244"/>
                    </a:cubicBezTo>
                    <a:cubicBezTo>
                      <a:pt x="334" y="231"/>
                      <a:pt x="323" y="219"/>
                      <a:pt x="309" y="211"/>
                    </a:cubicBezTo>
                    <a:cubicBezTo>
                      <a:pt x="270" y="183"/>
                      <a:pt x="240" y="142"/>
                      <a:pt x="205" y="107"/>
                    </a:cubicBezTo>
                    <a:cubicBezTo>
                      <a:pt x="175" y="77"/>
                      <a:pt x="135" y="63"/>
                      <a:pt x="100" y="39"/>
                    </a:cubicBezTo>
                    <a:cubicBezTo>
                      <a:pt x="95" y="36"/>
                      <a:pt x="91" y="33"/>
                      <a:pt x="86" y="30"/>
                    </a:cubicBezTo>
                    <a:cubicBezTo>
                      <a:pt x="61" y="16"/>
                      <a:pt x="35" y="6"/>
                      <a:pt x="8" y="0"/>
                    </a:cubicBezTo>
                    <a:cubicBezTo>
                      <a:pt x="7" y="0"/>
                      <a:pt x="6" y="0"/>
                      <a:pt x="6" y="0"/>
                    </a:cubicBezTo>
                    <a:cubicBezTo>
                      <a:pt x="5" y="0"/>
                      <a:pt x="4" y="0"/>
                      <a:pt x="3" y="0"/>
                    </a:cubicBezTo>
                    <a:cubicBezTo>
                      <a:pt x="2" y="1"/>
                      <a:pt x="2" y="2"/>
                      <a:pt x="1" y="3"/>
                    </a:cubicBezTo>
                    <a:cubicBezTo>
                      <a:pt x="0" y="4"/>
                      <a:pt x="0" y="5"/>
                      <a:pt x="0" y="6"/>
                    </a:cubicBezTo>
                    <a:cubicBezTo>
                      <a:pt x="0" y="7"/>
                      <a:pt x="0" y="8"/>
                      <a:pt x="1" y="9"/>
                    </a:cubicBezTo>
                    <a:cubicBezTo>
                      <a:pt x="1" y="9"/>
                      <a:pt x="2" y="10"/>
                      <a:pt x="3" y="11"/>
                    </a:cubicBezTo>
                    <a:cubicBezTo>
                      <a:pt x="62" y="51"/>
                      <a:pt x="141" y="68"/>
                      <a:pt x="195"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9"/>
              <p:cNvSpPr/>
              <p:nvPr/>
            </p:nvSpPr>
            <p:spPr>
              <a:xfrm>
                <a:off x="1027445" y="-1180655"/>
                <a:ext cx="35640" cy="19440"/>
              </a:xfrm>
              <a:custGeom>
                <a:rect b="b" l="l" r="r" t="t"/>
                <a:pathLst>
                  <a:path extrusionOk="0" h="54" w="99">
                    <a:moveTo>
                      <a:pt x="47" y="36"/>
                    </a:moveTo>
                    <a:cubicBezTo>
                      <a:pt x="60" y="42"/>
                      <a:pt x="79" y="42"/>
                      <a:pt x="89" y="50"/>
                    </a:cubicBezTo>
                    <a:cubicBezTo>
                      <a:pt x="93" y="53"/>
                      <a:pt x="98" y="47"/>
                      <a:pt x="95" y="44"/>
                    </a:cubicBezTo>
                    <a:cubicBezTo>
                      <a:pt x="93" y="42"/>
                      <a:pt x="91" y="40"/>
                      <a:pt x="89" y="39"/>
                    </a:cubicBezTo>
                    <a:cubicBezTo>
                      <a:pt x="86" y="37"/>
                      <a:pt x="84" y="37"/>
                      <a:pt x="81" y="36"/>
                    </a:cubicBezTo>
                    <a:cubicBezTo>
                      <a:pt x="73" y="33"/>
                      <a:pt x="66" y="30"/>
                      <a:pt x="59" y="26"/>
                    </a:cubicBezTo>
                    <a:cubicBezTo>
                      <a:pt x="56" y="24"/>
                      <a:pt x="53" y="22"/>
                      <a:pt x="50" y="20"/>
                    </a:cubicBezTo>
                    <a:cubicBezTo>
                      <a:pt x="36" y="11"/>
                      <a:pt x="19" y="0"/>
                      <a:pt x="2" y="6"/>
                    </a:cubicBezTo>
                    <a:cubicBezTo>
                      <a:pt x="2" y="7"/>
                      <a:pt x="2" y="7"/>
                      <a:pt x="2" y="7"/>
                    </a:cubicBezTo>
                    <a:cubicBezTo>
                      <a:pt x="1" y="7"/>
                      <a:pt x="1" y="8"/>
                      <a:pt x="1" y="8"/>
                    </a:cubicBezTo>
                    <a:cubicBezTo>
                      <a:pt x="0" y="9"/>
                      <a:pt x="0" y="9"/>
                      <a:pt x="0" y="10"/>
                    </a:cubicBezTo>
                    <a:cubicBezTo>
                      <a:pt x="0" y="11"/>
                      <a:pt x="0" y="11"/>
                      <a:pt x="1" y="12"/>
                    </a:cubicBezTo>
                    <a:cubicBezTo>
                      <a:pt x="2" y="12"/>
                      <a:pt x="1" y="13"/>
                      <a:pt x="2" y="14"/>
                    </a:cubicBezTo>
                    <a:cubicBezTo>
                      <a:pt x="16" y="22"/>
                      <a:pt x="32" y="29"/>
                      <a:pt x="47"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9"/>
              <p:cNvSpPr/>
              <p:nvPr/>
            </p:nvSpPr>
            <p:spPr>
              <a:xfrm>
                <a:off x="688685" y="-1218095"/>
                <a:ext cx="304920" cy="33480"/>
              </a:xfrm>
              <a:custGeom>
                <a:rect b="b" l="l" r="r" t="t"/>
                <a:pathLst>
                  <a:path extrusionOk="0" h="93" w="847">
                    <a:moveTo>
                      <a:pt x="8" y="23"/>
                    </a:moveTo>
                    <a:cubicBezTo>
                      <a:pt x="78" y="32"/>
                      <a:pt x="150" y="32"/>
                      <a:pt x="220" y="36"/>
                    </a:cubicBezTo>
                    <a:cubicBezTo>
                      <a:pt x="281" y="38"/>
                      <a:pt x="341" y="52"/>
                      <a:pt x="402" y="52"/>
                    </a:cubicBezTo>
                    <a:cubicBezTo>
                      <a:pt x="420" y="51"/>
                      <a:pt x="438" y="51"/>
                      <a:pt x="456" y="51"/>
                    </a:cubicBezTo>
                    <a:cubicBezTo>
                      <a:pt x="517" y="51"/>
                      <a:pt x="579" y="54"/>
                      <a:pt x="640" y="61"/>
                    </a:cubicBezTo>
                    <a:cubicBezTo>
                      <a:pt x="681" y="67"/>
                      <a:pt x="723" y="67"/>
                      <a:pt x="764" y="77"/>
                    </a:cubicBezTo>
                    <a:cubicBezTo>
                      <a:pt x="775" y="79"/>
                      <a:pt x="840" y="83"/>
                      <a:pt x="843" y="90"/>
                    </a:cubicBezTo>
                    <a:cubicBezTo>
                      <a:pt x="843" y="91"/>
                      <a:pt x="843" y="91"/>
                      <a:pt x="843" y="91"/>
                    </a:cubicBezTo>
                    <a:lnTo>
                      <a:pt x="844" y="91"/>
                    </a:lnTo>
                    <a:cubicBezTo>
                      <a:pt x="844" y="92"/>
                      <a:pt x="844" y="92"/>
                      <a:pt x="845" y="92"/>
                    </a:cubicBezTo>
                    <a:lnTo>
                      <a:pt x="846" y="91"/>
                    </a:lnTo>
                    <a:lnTo>
                      <a:pt x="846" y="90"/>
                    </a:lnTo>
                    <a:lnTo>
                      <a:pt x="846" y="87"/>
                    </a:lnTo>
                    <a:lnTo>
                      <a:pt x="846" y="86"/>
                    </a:lnTo>
                    <a:lnTo>
                      <a:pt x="845" y="86"/>
                    </a:lnTo>
                    <a:cubicBezTo>
                      <a:pt x="773" y="59"/>
                      <a:pt x="699" y="57"/>
                      <a:pt x="624" y="44"/>
                    </a:cubicBezTo>
                    <a:cubicBezTo>
                      <a:pt x="549" y="30"/>
                      <a:pt x="468" y="43"/>
                      <a:pt x="392" y="29"/>
                    </a:cubicBezTo>
                    <a:cubicBezTo>
                      <a:pt x="333" y="18"/>
                      <a:pt x="272" y="18"/>
                      <a:pt x="213" y="11"/>
                    </a:cubicBezTo>
                    <a:cubicBezTo>
                      <a:pt x="187" y="9"/>
                      <a:pt x="161" y="8"/>
                      <a:pt x="135" y="8"/>
                    </a:cubicBezTo>
                    <a:cubicBezTo>
                      <a:pt x="128" y="8"/>
                      <a:pt x="122" y="8"/>
                      <a:pt x="115" y="8"/>
                    </a:cubicBezTo>
                    <a:cubicBezTo>
                      <a:pt x="76" y="8"/>
                      <a:pt x="44" y="0"/>
                      <a:pt x="7" y="8"/>
                    </a:cubicBezTo>
                    <a:cubicBezTo>
                      <a:pt x="6" y="8"/>
                      <a:pt x="5" y="8"/>
                      <a:pt x="4" y="9"/>
                    </a:cubicBezTo>
                    <a:cubicBezTo>
                      <a:pt x="2" y="9"/>
                      <a:pt x="2" y="10"/>
                      <a:pt x="1" y="12"/>
                    </a:cubicBezTo>
                    <a:cubicBezTo>
                      <a:pt x="0" y="13"/>
                      <a:pt x="0" y="13"/>
                      <a:pt x="0" y="15"/>
                    </a:cubicBezTo>
                    <a:cubicBezTo>
                      <a:pt x="0" y="16"/>
                      <a:pt x="0" y="17"/>
                      <a:pt x="1" y="19"/>
                    </a:cubicBezTo>
                    <a:cubicBezTo>
                      <a:pt x="2" y="20"/>
                      <a:pt x="2" y="21"/>
                      <a:pt x="4" y="22"/>
                    </a:cubicBezTo>
                    <a:cubicBezTo>
                      <a:pt x="6" y="22"/>
                      <a:pt x="6" y="23"/>
                      <a:pt x="7" y="23"/>
                    </a:cubicBezTo>
                    <a:lnTo>
                      <a:pt x="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9"/>
              <p:cNvSpPr/>
              <p:nvPr/>
            </p:nvSpPr>
            <p:spPr>
              <a:xfrm>
                <a:off x="389885" y="-1219895"/>
                <a:ext cx="284040" cy="12600"/>
              </a:xfrm>
              <a:custGeom>
                <a:rect b="b" l="l" r="r" t="t"/>
                <a:pathLst>
                  <a:path extrusionOk="0" h="35" w="789">
                    <a:moveTo>
                      <a:pt x="4" y="10"/>
                    </a:moveTo>
                    <a:cubicBezTo>
                      <a:pt x="85" y="26"/>
                      <a:pt x="172" y="19"/>
                      <a:pt x="255" y="20"/>
                    </a:cubicBezTo>
                    <a:cubicBezTo>
                      <a:pt x="311" y="20"/>
                      <a:pt x="366" y="27"/>
                      <a:pt x="421" y="26"/>
                    </a:cubicBezTo>
                    <a:cubicBezTo>
                      <a:pt x="543" y="23"/>
                      <a:pt x="662" y="34"/>
                      <a:pt x="783" y="29"/>
                    </a:cubicBezTo>
                    <a:cubicBezTo>
                      <a:pt x="788" y="29"/>
                      <a:pt x="788" y="20"/>
                      <a:pt x="783" y="20"/>
                    </a:cubicBezTo>
                    <a:cubicBezTo>
                      <a:pt x="722" y="17"/>
                      <a:pt x="644" y="31"/>
                      <a:pt x="584" y="14"/>
                    </a:cubicBezTo>
                    <a:cubicBezTo>
                      <a:pt x="535" y="0"/>
                      <a:pt x="473" y="8"/>
                      <a:pt x="421" y="7"/>
                    </a:cubicBezTo>
                    <a:cubicBezTo>
                      <a:pt x="284" y="5"/>
                      <a:pt x="144" y="7"/>
                      <a:pt x="5" y="4"/>
                    </a:cubicBezTo>
                    <a:cubicBezTo>
                      <a:pt x="1" y="4"/>
                      <a:pt x="0" y="9"/>
                      <a:pt x="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9"/>
              <p:cNvSpPr/>
              <p:nvPr/>
            </p:nvSpPr>
            <p:spPr>
              <a:xfrm>
                <a:off x="877685" y="-1183895"/>
                <a:ext cx="216720" cy="55440"/>
              </a:xfrm>
              <a:custGeom>
                <a:rect b="b" l="l" r="r" t="t"/>
                <a:pathLst>
                  <a:path extrusionOk="0" h="154" w="602">
                    <a:moveTo>
                      <a:pt x="6" y="0"/>
                    </a:moveTo>
                    <a:cubicBezTo>
                      <a:pt x="5" y="0"/>
                      <a:pt x="4" y="0"/>
                      <a:pt x="3" y="1"/>
                    </a:cubicBezTo>
                    <a:cubicBezTo>
                      <a:pt x="2" y="2"/>
                      <a:pt x="2" y="2"/>
                      <a:pt x="1" y="3"/>
                    </a:cubicBezTo>
                    <a:cubicBezTo>
                      <a:pt x="0" y="4"/>
                      <a:pt x="0" y="5"/>
                      <a:pt x="0" y="6"/>
                    </a:cubicBezTo>
                    <a:cubicBezTo>
                      <a:pt x="0" y="7"/>
                      <a:pt x="0" y="8"/>
                      <a:pt x="1" y="9"/>
                    </a:cubicBezTo>
                    <a:cubicBezTo>
                      <a:pt x="2" y="10"/>
                      <a:pt x="2" y="10"/>
                      <a:pt x="3" y="11"/>
                    </a:cubicBezTo>
                    <a:cubicBezTo>
                      <a:pt x="4" y="12"/>
                      <a:pt x="5" y="12"/>
                      <a:pt x="6" y="12"/>
                    </a:cubicBezTo>
                    <a:cubicBezTo>
                      <a:pt x="109" y="26"/>
                      <a:pt x="215" y="35"/>
                      <a:pt x="317" y="58"/>
                    </a:cubicBezTo>
                    <a:cubicBezTo>
                      <a:pt x="366" y="72"/>
                      <a:pt x="415" y="90"/>
                      <a:pt x="462" y="111"/>
                    </a:cubicBezTo>
                    <a:cubicBezTo>
                      <a:pt x="506" y="130"/>
                      <a:pt x="557" y="131"/>
                      <a:pt x="599" y="153"/>
                    </a:cubicBezTo>
                    <a:cubicBezTo>
                      <a:pt x="601" y="153"/>
                      <a:pt x="601" y="152"/>
                      <a:pt x="599" y="151"/>
                    </a:cubicBezTo>
                    <a:cubicBezTo>
                      <a:pt x="565" y="128"/>
                      <a:pt x="521" y="119"/>
                      <a:pt x="481" y="106"/>
                    </a:cubicBezTo>
                    <a:cubicBezTo>
                      <a:pt x="426" y="88"/>
                      <a:pt x="379" y="60"/>
                      <a:pt x="321" y="47"/>
                    </a:cubicBezTo>
                    <a:cubicBezTo>
                      <a:pt x="267" y="35"/>
                      <a:pt x="213" y="29"/>
                      <a:pt x="160" y="18"/>
                    </a:cubicBezTo>
                    <a:cubicBezTo>
                      <a:pt x="114" y="6"/>
                      <a:pt x="67" y="0"/>
                      <a:pt x="20" y="0"/>
                    </a:cubicBezTo>
                    <a:cubicBezTo>
                      <a:pt x="16" y="0"/>
                      <a:pt x="11"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9"/>
              <p:cNvSpPr/>
              <p:nvPr/>
            </p:nvSpPr>
            <p:spPr>
              <a:xfrm>
                <a:off x="810365" y="-1188935"/>
                <a:ext cx="33480" cy="6480"/>
              </a:xfrm>
              <a:custGeom>
                <a:rect b="b" l="l" r="r" t="t"/>
                <a:pathLst>
                  <a:path extrusionOk="0" h="18" w="93">
                    <a:moveTo>
                      <a:pt x="89" y="7"/>
                    </a:moveTo>
                    <a:cubicBezTo>
                      <a:pt x="76" y="7"/>
                      <a:pt x="62" y="5"/>
                      <a:pt x="48" y="3"/>
                    </a:cubicBezTo>
                    <a:cubicBezTo>
                      <a:pt x="41" y="1"/>
                      <a:pt x="33" y="0"/>
                      <a:pt x="26" y="0"/>
                    </a:cubicBezTo>
                    <a:cubicBezTo>
                      <a:pt x="18" y="0"/>
                      <a:pt x="11" y="1"/>
                      <a:pt x="3" y="3"/>
                    </a:cubicBezTo>
                    <a:cubicBezTo>
                      <a:pt x="3" y="3"/>
                      <a:pt x="3" y="2"/>
                      <a:pt x="2" y="3"/>
                    </a:cubicBezTo>
                    <a:cubicBezTo>
                      <a:pt x="1" y="4"/>
                      <a:pt x="2" y="4"/>
                      <a:pt x="1" y="5"/>
                    </a:cubicBezTo>
                    <a:cubicBezTo>
                      <a:pt x="0" y="6"/>
                      <a:pt x="0" y="6"/>
                      <a:pt x="0" y="7"/>
                    </a:cubicBezTo>
                    <a:cubicBezTo>
                      <a:pt x="0" y="8"/>
                      <a:pt x="0" y="8"/>
                      <a:pt x="1" y="9"/>
                    </a:cubicBezTo>
                    <a:cubicBezTo>
                      <a:pt x="2" y="10"/>
                      <a:pt x="1" y="10"/>
                      <a:pt x="2" y="11"/>
                    </a:cubicBezTo>
                    <a:cubicBezTo>
                      <a:pt x="3" y="12"/>
                      <a:pt x="3" y="11"/>
                      <a:pt x="3" y="11"/>
                    </a:cubicBezTo>
                    <a:cubicBezTo>
                      <a:pt x="17" y="14"/>
                      <a:pt x="31" y="15"/>
                      <a:pt x="45" y="16"/>
                    </a:cubicBezTo>
                    <a:cubicBezTo>
                      <a:pt x="52" y="17"/>
                      <a:pt x="59" y="17"/>
                      <a:pt x="67" y="17"/>
                    </a:cubicBezTo>
                    <a:cubicBezTo>
                      <a:pt x="74" y="17"/>
                      <a:pt x="82" y="17"/>
                      <a:pt x="89" y="16"/>
                    </a:cubicBezTo>
                    <a:cubicBezTo>
                      <a:pt x="90" y="15"/>
                      <a:pt x="90" y="15"/>
                      <a:pt x="91" y="14"/>
                    </a:cubicBezTo>
                    <a:cubicBezTo>
                      <a:pt x="92" y="13"/>
                      <a:pt x="92" y="12"/>
                      <a:pt x="92" y="11"/>
                    </a:cubicBezTo>
                    <a:cubicBezTo>
                      <a:pt x="92" y="11"/>
                      <a:pt x="92" y="10"/>
                      <a:pt x="91" y="9"/>
                    </a:cubicBezTo>
                    <a:cubicBezTo>
                      <a:pt x="90" y="8"/>
                      <a:pt x="90" y="8"/>
                      <a:pt x="89"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9"/>
              <p:cNvSpPr/>
              <p:nvPr/>
            </p:nvSpPr>
            <p:spPr>
              <a:xfrm>
                <a:off x="596885" y="-1197935"/>
                <a:ext cx="193320" cy="16920"/>
              </a:xfrm>
              <a:custGeom>
                <a:rect b="b" l="l" r="r" t="t"/>
                <a:pathLst>
                  <a:path extrusionOk="0" h="47" w="537">
                    <a:moveTo>
                      <a:pt x="5" y="8"/>
                    </a:moveTo>
                    <a:cubicBezTo>
                      <a:pt x="5" y="8"/>
                      <a:pt x="5" y="9"/>
                      <a:pt x="4" y="9"/>
                    </a:cubicBezTo>
                    <a:cubicBezTo>
                      <a:pt x="3" y="10"/>
                      <a:pt x="2" y="10"/>
                      <a:pt x="1" y="11"/>
                    </a:cubicBezTo>
                    <a:cubicBezTo>
                      <a:pt x="0" y="13"/>
                      <a:pt x="0" y="14"/>
                      <a:pt x="0" y="15"/>
                    </a:cubicBezTo>
                    <a:cubicBezTo>
                      <a:pt x="0" y="16"/>
                      <a:pt x="0" y="18"/>
                      <a:pt x="1" y="19"/>
                    </a:cubicBezTo>
                    <a:cubicBezTo>
                      <a:pt x="2" y="20"/>
                      <a:pt x="3" y="22"/>
                      <a:pt x="4" y="22"/>
                    </a:cubicBezTo>
                    <a:cubicBezTo>
                      <a:pt x="5" y="23"/>
                      <a:pt x="5" y="22"/>
                      <a:pt x="5" y="22"/>
                    </a:cubicBezTo>
                    <a:cubicBezTo>
                      <a:pt x="91" y="38"/>
                      <a:pt x="184" y="31"/>
                      <a:pt x="271" y="30"/>
                    </a:cubicBezTo>
                    <a:cubicBezTo>
                      <a:pt x="358" y="29"/>
                      <a:pt x="448" y="46"/>
                      <a:pt x="534" y="32"/>
                    </a:cubicBezTo>
                    <a:cubicBezTo>
                      <a:pt x="534" y="32"/>
                      <a:pt x="534" y="31"/>
                      <a:pt x="535" y="31"/>
                    </a:cubicBezTo>
                    <a:cubicBezTo>
                      <a:pt x="535" y="31"/>
                      <a:pt x="536" y="31"/>
                      <a:pt x="536" y="30"/>
                    </a:cubicBezTo>
                    <a:cubicBezTo>
                      <a:pt x="536" y="30"/>
                      <a:pt x="536" y="29"/>
                      <a:pt x="536" y="28"/>
                    </a:cubicBezTo>
                    <a:lnTo>
                      <a:pt x="536" y="27"/>
                    </a:lnTo>
                    <a:cubicBezTo>
                      <a:pt x="536" y="26"/>
                      <a:pt x="535" y="26"/>
                      <a:pt x="535" y="26"/>
                    </a:cubicBezTo>
                    <a:cubicBezTo>
                      <a:pt x="534" y="25"/>
                      <a:pt x="534" y="25"/>
                      <a:pt x="534" y="25"/>
                    </a:cubicBezTo>
                    <a:cubicBezTo>
                      <a:pt x="462" y="16"/>
                      <a:pt x="389" y="11"/>
                      <a:pt x="316" y="11"/>
                    </a:cubicBezTo>
                    <a:cubicBezTo>
                      <a:pt x="308" y="11"/>
                      <a:pt x="300" y="11"/>
                      <a:pt x="292" y="11"/>
                    </a:cubicBezTo>
                    <a:cubicBezTo>
                      <a:pt x="240" y="11"/>
                      <a:pt x="189" y="8"/>
                      <a:pt x="138" y="9"/>
                    </a:cubicBezTo>
                    <a:cubicBezTo>
                      <a:pt x="93" y="9"/>
                      <a:pt x="50" y="0"/>
                      <a:pt x="5"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9"/>
              <p:cNvSpPr/>
              <p:nvPr/>
            </p:nvSpPr>
            <p:spPr>
              <a:xfrm>
                <a:off x="470885" y="-1196855"/>
                <a:ext cx="84240" cy="13320"/>
              </a:xfrm>
              <a:custGeom>
                <a:rect b="b" l="l" r="r" t="t"/>
                <a:pathLst>
                  <a:path extrusionOk="0" h="37" w="234">
                    <a:moveTo>
                      <a:pt x="103" y="6"/>
                    </a:moveTo>
                    <a:cubicBezTo>
                      <a:pt x="99" y="6"/>
                      <a:pt x="94" y="6"/>
                      <a:pt x="90" y="6"/>
                    </a:cubicBezTo>
                    <a:cubicBezTo>
                      <a:pt x="60" y="6"/>
                      <a:pt x="31" y="9"/>
                      <a:pt x="3" y="16"/>
                    </a:cubicBezTo>
                    <a:lnTo>
                      <a:pt x="2" y="16"/>
                    </a:lnTo>
                    <a:cubicBezTo>
                      <a:pt x="1" y="16"/>
                      <a:pt x="1" y="17"/>
                      <a:pt x="1" y="17"/>
                    </a:cubicBezTo>
                    <a:cubicBezTo>
                      <a:pt x="0" y="18"/>
                      <a:pt x="0" y="19"/>
                      <a:pt x="0" y="19"/>
                    </a:cubicBezTo>
                    <a:cubicBezTo>
                      <a:pt x="0" y="20"/>
                      <a:pt x="0" y="20"/>
                      <a:pt x="1" y="21"/>
                    </a:cubicBezTo>
                    <a:cubicBezTo>
                      <a:pt x="2" y="21"/>
                      <a:pt x="1" y="23"/>
                      <a:pt x="2" y="23"/>
                    </a:cubicBezTo>
                    <a:lnTo>
                      <a:pt x="3" y="23"/>
                    </a:lnTo>
                    <a:cubicBezTo>
                      <a:pt x="39" y="32"/>
                      <a:pt x="75" y="36"/>
                      <a:pt x="112" y="36"/>
                    </a:cubicBezTo>
                    <a:cubicBezTo>
                      <a:pt x="151" y="36"/>
                      <a:pt x="191" y="31"/>
                      <a:pt x="229" y="22"/>
                    </a:cubicBezTo>
                    <a:cubicBezTo>
                      <a:pt x="229" y="21"/>
                      <a:pt x="229" y="21"/>
                      <a:pt x="230" y="21"/>
                    </a:cubicBezTo>
                    <a:cubicBezTo>
                      <a:pt x="231" y="21"/>
                      <a:pt x="231" y="20"/>
                      <a:pt x="232" y="19"/>
                    </a:cubicBezTo>
                    <a:cubicBezTo>
                      <a:pt x="233" y="18"/>
                      <a:pt x="233" y="17"/>
                      <a:pt x="233" y="16"/>
                    </a:cubicBezTo>
                    <a:cubicBezTo>
                      <a:pt x="233" y="15"/>
                      <a:pt x="233" y="14"/>
                      <a:pt x="232" y="13"/>
                    </a:cubicBezTo>
                    <a:cubicBezTo>
                      <a:pt x="231" y="12"/>
                      <a:pt x="231" y="11"/>
                      <a:pt x="230" y="11"/>
                    </a:cubicBezTo>
                    <a:cubicBezTo>
                      <a:pt x="229" y="10"/>
                      <a:pt x="229" y="11"/>
                      <a:pt x="229" y="11"/>
                    </a:cubicBezTo>
                    <a:cubicBezTo>
                      <a:pt x="189" y="0"/>
                      <a:pt x="145" y="6"/>
                      <a:pt x="10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9"/>
              <p:cNvSpPr/>
              <p:nvPr/>
            </p:nvSpPr>
            <p:spPr>
              <a:xfrm>
                <a:off x="173525" y="-1201175"/>
                <a:ext cx="264960" cy="12240"/>
              </a:xfrm>
              <a:custGeom>
                <a:rect b="b" l="l" r="r" t="t"/>
                <a:pathLst>
                  <a:path extrusionOk="0" h="34" w="736">
                    <a:moveTo>
                      <a:pt x="579" y="30"/>
                    </a:moveTo>
                    <a:cubicBezTo>
                      <a:pt x="589" y="30"/>
                      <a:pt x="599" y="31"/>
                      <a:pt x="609" y="31"/>
                    </a:cubicBezTo>
                    <a:cubicBezTo>
                      <a:pt x="650" y="31"/>
                      <a:pt x="690" y="28"/>
                      <a:pt x="731" y="23"/>
                    </a:cubicBezTo>
                    <a:cubicBezTo>
                      <a:pt x="735" y="23"/>
                      <a:pt x="734" y="16"/>
                      <a:pt x="731" y="15"/>
                    </a:cubicBezTo>
                    <a:cubicBezTo>
                      <a:pt x="670" y="4"/>
                      <a:pt x="605" y="8"/>
                      <a:pt x="543" y="4"/>
                    </a:cubicBezTo>
                    <a:cubicBezTo>
                      <a:pt x="478" y="0"/>
                      <a:pt x="411" y="3"/>
                      <a:pt x="345" y="3"/>
                    </a:cubicBezTo>
                    <a:cubicBezTo>
                      <a:pt x="269" y="3"/>
                      <a:pt x="193" y="5"/>
                      <a:pt x="118" y="5"/>
                    </a:cubicBezTo>
                    <a:cubicBezTo>
                      <a:pt x="82" y="5"/>
                      <a:pt x="43" y="0"/>
                      <a:pt x="8" y="10"/>
                    </a:cubicBezTo>
                    <a:cubicBezTo>
                      <a:pt x="8" y="10"/>
                      <a:pt x="7" y="10"/>
                      <a:pt x="6" y="11"/>
                    </a:cubicBezTo>
                    <a:cubicBezTo>
                      <a:pt x="4" y="12"/>
                      <a:pt x="3" y="13"/>
                      <a:pt x="2" y="15"/>
                    </a:cubicBezTo>
                    <a:cubicBezTo>
                      <a:pt x="1" y="17"/>
                      <a:pt x="0" y="19"/>
                      <a:pt x="0" y="21"/>
                    </a:cubicBezTo>
                    <a:cubicBezTo>
                      <a:pt x="0" y="23"/>
                      <a:pt x="1" y="25"/>
                      <a:pt x="2" y="27"/>
                    </a:cubicBezTo>
                    <a:cubicBezTo>
                      <a:pt x="3" y="29"/>
                      <a:pt x="4" y="30"/>
                      <a:pt x="6" y="31"/>
                    </a:cubicBezTo>
                    <a:cubicBezTo>
                      <a:pt x="8" y="32"/>
                      <a:pt x="10" y="33"/>
                      <a:pt x="11" y="33"/>
                    </a:cubicBezTo>
                    <a:cubicBezTo>
                      <a:pt x="130" y="31"/>
                      <a:pt x="249" y="25"/>
                      <a:pt x="368" y="25"/>
                    </a:cubicBezTo>
                    <a:cubicBezTo>
                      <a:pt x="438" y="26"/>
                      <a:pt x="509" y="31"/>
                      <a:pt x="579"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9"/>
              <p:cNvSpPr/>
              <p:nvPr/>
            </p:nvSpPr>
            <p:spPr>
              <a:xfrm>
                <a:off x="93605" y="-1222415"/>
                <a:ext cx="263520" cy="18000"/>
              </a:xfrm>
              <a:custGeom>
                <a:rect b="b" l="l" r="r" t="t"/>
                <a:pathLst>
                  <a:path extrusionOk="0" h="50" w="732">
                    <a:moveTo>
                      <a:pt x="728" y="17"/>
                    </a:moveTo>
                    <a:cubicBezTo>
                      <a:pt x="731" y="17"/>
                      <a:pt x="731" y="11"/>
                      <a:pt x="728" y="10"/>
                    </a:cubicBezTo>
                    <a:cubicBezTo>
                      <a:pt x="601" y="0"/>
                      <a:pt x="476" y="5"/>
                      <a:pt x="350" y="3"/>
                    </a:cubicBezTo>
                    <a:cubicBezTo>
                      <a:pt x="287" y="2"/>
                      <a:pt x="223" y="10"/>
                      <a:pt x="160" y="10"/>
                    </a:cubicBezTo>
                    <a:cubicBezTo>
                      <a:pt x="148" y="9"/>
                      <a:pt x="136" y="9"/>
                      <a:pt x="124" y="9"/>
                    </a:cubicBezTo>
                    <a:cubicBezTo>
                      <a:pt x="87" y="9"/>
                      <a:pt x="51" y="12"/>
                      <a:pt x="16" y="18"/>
                    </a:cubicBezTo>
                    <a:cubicBezTo>
                      <a:pt x="0" y="22"/>
                      <a:pt x="6" y="49"/>
                      <a:pt x="22" y="46"/>
                    </a:cubicBezTo>
                    <a:cubicBezTo>
                      <a:pt x="62" y="40"/>
                      <a:pt x="103" y="36"/>
                      <a:pt x="145" y="36"/>
                    </a:cubicBezTo>
                    <a:cubicBezTo>
                      <a:pt x="164" y="36"/>
                      <a:pt x="183" y="37"/>
                      <a:pt x="202" y="39"/>
                    </a:cubicBezTo>
                    <a:cubicBezTo>
                      <a:pt x="258" y="40"/>
                      <a:pt x="314" y="30"/>
                      <a:pt x="370" y="30"/>
                    </a:cubicBezTo>
                    <a:cubicBezTo>
                      <a:pt x="490" y="29"/>
                      <a:pt x="608" y="25"/>
                      <a:pt x="728"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9"/>
              <p:cNvSpPr/>
              <p:nvPr/>
            </p:nvSpPr>
            <p:spPr>
              <a:xfrm>
                <a:off x="451805" y="-451655"/>
                <a:ext cx="51840" cy="6480"/>
              </a:xfrm>
              <a:custGeom>
                <a:rect b="b" l="l" r="r" t="t"/>
                <a:pathLst>
                  <a:path extrusionOk="0" h="18" w="144">
                    <a:moveTo>
                      <a:pt x="3" y="5"/>
                    </a:moveTo>
                    <a:cubicBezTo>
                      <a:pt x="2" y="5"/>
                      <a:pt x="2" y="5"/>
                      <a:pt x="2" y="5"/>
                    </a:cubicBezTo>
                    <a:cubicBezTo>
                      <a:pt x="1" y="6"/>
                      <a:pt x="1" y="6"/>
                      <a:pt x="0" y="7"/>
                    </a:cubicBezTo>
                    <a:cubicBezTo>
                      <a:pt x="0" y="7"/>
                      <a:pt x="0" y="8"/>
                      <a:pt x="0" y="9"/>
                    </a:cubicBezTo>
                    <a:cubicBezTo>
                      <a:pt x="0" y="9"/>
                      <a:pt x="0" y="10"/>
                      <a:pt x="0" y="11"/>
                    </a:cubicBezTo>
                    <a:cubicBezTo>
                      <a:pt x="1" y="12"/>
                      <a:pt x="1" y="12"/>
                      <a:pt x="2" y="12"/>
                    </a:cubicBezTo>
                    <a:lnTo>
                      <a:pt x="3" y="13"/>
                    </a:lnTo>
                    <a:cubicBezTo>
                      <a:pt x="16" y="16"/>
                      <a:pt x="30" y="17"/>
                      <a:pt x="44" y="17"/>
                    </a:cubicBezTo>
                    <a:cubicBezTo>
                      <a:pt x="51" y="17"/>
                      <a:pt x="59" y="17"/>
                      <a:pt x="67" y="16"/>
                    </a:cubicBezTo>
                    <a:cubicBezTo>
                      <a:pt x="92" y="15"/>
                      <a:pt x="116" y="13"/>
                      <a:pt x="140" y="12"/>
                    </a:cubicBezTo>
                    <a:cubicBezTo>
                      <a:pt x="141" y="12"/>
                      <a:pt x="141" y="11"/>
                      <a:pt x="142" y="11"/>
                    </a:cubicBezTo>
                    <a:lnTo>
                      <a:pt x="142" y="10"/>
                    </a:lnTo>
                    <a:cubicBezTo>
                      <a:pt x="143" y="9"/>
                      <a:pt x="143" y="9"/>
                      <a:pt x="143" y="9"/>
                    </a:cubicBezTo>
                    <a:lnTo>
                      <a:pt x="142" y="8"/>
                    </a:lnTo>
                    <a:cubicBezTo>
                      <a:pt x="142" y="7"/>
                      <a:pt x="142" y="7"/>
                      <a:pt x="142" y="7"/>
                    </a:cubicBezTo>
                    <a:cubicBezTo>
                      <a:pt x="141" y="7"/>
                      <a:pt x="141" y="6"/>
                      <a:pt x="140" y="6"/>
                    </a:cubicBezTo>
                    <a:cubicBezTo>
                      <a:pt x="113" y="4"/>
                      <a:pt x="85" y="2"/>
                      <a:pt x="57" y="1"/>
                    </a:cubicBezTo>
                    <a:cubicBezTo>
                      <a:pt x="51" y="1"/>
                      <a:pt x="46" y="0"/>
                      <a:pt x="40" y="0"/>
                    </a:cubicBezTo>
                    <a:cubicBezTo>
                      <a:pt x="28" y="0"/>
                      <a:pt x="15" y="2"/>
                      <a:pt x="3"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9"/>
              <p:cNvSpPr/>
              <p:nvPr/>
            </p:nvSpPr>
            <p:spPr>
              <a:xfrm>
                <a:off x="164885" y="-470735"/>
                <a:ext cx="245880" cy="27720"/>
              </a:xfrm>
              <a:custGeom>
                <a:rect b="b" l="l" r="r" t="t"/>
                <a:pathLst>
                  <a:path extrusionOk="0" h="77" w="683">
                    <a:moveTo>
                      <a:pt x="312" y="29"/>
                    </a:moveTo>
                    <a:cubicBezTo>
                      <a:pt x="267" y="22"/>
                      <a:pt x="220" y="18"/>
                      <a:pt x="174" y="16"/>
                    </a:cubicBezTo>
                    <a:cubicBezTo>
                      <a:pt x="140" y="14"/>
                      <a:pt x="105" y="14"/>
                      <a:pt x="70" y="11"/>
                    </a:cubicBezTo>
                    <a:cubicBezTo>
                      <a:pt x="66" y="12"/>
                      <a:pt x="62" y="12"/>
                      <a:pt x="58" y="12"/>
                    </a:cubicBezTo>
                    <a:cubicBezTo>
                      <a:pt x="47" y="12"/>
                      <a:pt x="36" y="11"/>
                      <a:pt x="25" y="9"/>
                    </a:cubicBezTo>
                    <a:cubicBezTo>
                      <a:pt x="15" y="0"/>
                      <a:pt x="0" y="14"/>
                      <a:pt x="10" y="23"/>
                    </a:cubicBezTo>
                    <a:cubicBezTo>
                      <a:pt x="36" y="44"/>
                      <a:pt x="99" y="34"/>
                      <a:pt x="131" y="35"/>
                    </a:cubicBezTo>
                    <a:cubicBezTo>
                      <a:pt x="190" y="38"/>
                      <a:pt x="250" y="44"/>
                      <a:pt x="309" y="50"/>
                    </a:cubicBezTo>
                    <a:cubicBezTo>
                      <a:pt x="432" y="63"/>
                      <a:pt x="557" y="76"/>
                      <a:pt x="680" y="63"/>
                    </a:cubicBezTo>
                    <a:cubicBezTo>
                      <a:pt x="682" y="63"/>
                      <a:pt x="681" y="60"/>
                      <a:pt x="680" y="60"/>
                    </a:cubicBezTo>
                    <a:cubicBezTo>
                      <a:pt x="558" y="49"/>
                      <a:pt x="435" y="47"/>
                      <a:pt x="31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9"/>
              <p:cNvSpPr/>
              <p:nvPr/>
            </p:nvSpPr>
            <p:spPr>
              <a:xfrm>
                <a:off x="281165" y="-537335"/>
                <a:ext cx="26640" cy="8280"/>
              </a:xfrm>
              <a:custGeom>
                <a:rect b="b" l="l" r="r" t="t"/>
                <a:pathLst>
                  <a:path extrusionOk="0" h="23" w="74">
                    <a:moveTo>
                      <a:pt x="2" y="11"/>
                    </a:moveTo>
                    <a:cubicBezTo>
                      <a:pt x="13" y="17"/>
                      <a:pt x="24" y="20"/>
                      <a:pt x="36" y="20"/>
                    </a:cubicBezTo>
                    <a:cubicBezTo>
                      <a:pt x="38" y="20"/>
                      <a:pt x="40" y="20"/>
                      <a:pt x="41" y="20"/>
                    </a:cubicBezTo>
                    <a:cubicBezTo>
                      <a:pt x="45" y="20"/>
                      <a:pt x="46" y="18"/>
                      <a:pt x="48" y="20"/>
                    </a:cubicBezTo>
                    <a:cubicBezTo>
                      <a:pt x="49" y="20"/>
                      <a:pt x="49" y="20"/>
                      <a:pt x="49" y="20"/>
                    </a:cubicBezTo>
                    <a:cubicBezTo>
                      <a:pt x="50" y="21"/>
                      <a:pt x="51" y="21"/>
                      <a:pt x="52" y="21"/>
                    </a:cubicBezTo>
                    <a:cubicBezTo>
                      <a:pt x="54" y="22"/>
                      <a:pt x="57" y="22"/>
                      <a:pt x="59" y="22"/>
                    </a:cubicBezTo>
                    <a:cubicBezTo>
                      <a:pt x="61" y="22"/>
                      <a:pt x="63" y="22"/>
                      <a:pt x="66" y="21"/>
                    </a:cubicBezTo>
                    <a:cubicBezTo>
                      <a:pt x="73" y="21"/>
                      <a:pt x="72" y="10"/>
                      <a:pt x="66" y="9"/>
                    </a:cubicBezTo>
                    <a:cubicBezTo>
                      <a:pt x="60" y="8"/>
                      <a:pt x="58" y="6"/>
                      <a:pt x="53" y="3"/>
                    </a:cubicBezTo>
                    <a:cubicBezTo>
                      <a:pt x="50" y="3"/>
                      <a:pt x="46" y="2"/>
                      <a:pt x="42" y="2"/>
                    </a:cubicBezTo>
                    <a:cubicBezTo>
                      <a:pt x="41" y="2"/>
                      <a:pt x="40" y="2"/>
                      <a:pt x="38" y="2"/>
                    </a:cubicBezTo>
                    <a:cubicBezTo>
                      <a:pt x="33" y="1"/>
                      <a:pt x="27" y="0"/>
                      <a:pt x="21" y="0"/>
                    </a:cubicBezTo>
                    <a:cubicBezTo>
                      <a:pt x="15" y="0"/>
                      <a:pt x="9" y="1"/>
                      <a:pt x="3" y="2"/>
                    </a:cubicBezTo>
                    <a:lnTo>
                      <a:pt x="3" y="3"/>
                    </a:lnTo>
                    <a:cubicBezTo>
                      <a:pt x="2" y="3"/>
                      <a:pt x="2" y="4"/>
                      <a:pt x="1" y="5"/>
                    </a:cubicBezTo>
                    <a:cubicBezTo>
                      <a:pt x="0" y="6"/>
                      <a:pt x="0" y="6"/>
                      <a:pt x="0" y="7"/>
                    </a:cubicBezTo>
                    <a:cubicBezTo>
                      <a:pt x="0" y="8"/>
                      <a:pt x="0" y="9"/>
                      <a:pt x="1" y="10"/>
                    </a:cubicBezTo>
                    <a:cubicBezTo>
                      <a:pt x="1" y="10"/>
                      <a:pt x="1" y="11"/>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9"/>
              <p:cNvSpPr/>
              <p:nvPr/>
            </p:nvSpPr>
            <p:spPr>
              <a:xfrm>
                <a:off x="37085" y="-552095"/>
                <a:ext cx="203400" cy="21240"/>
              </a:xfrm>
              <a:custGeom>
                <a:rect b="b" l="l" r="r" t="t"/>
                <a:pathLst>
                  <a:path extrusionOk="0" h="59" w="565">
                    <a:moveTo>
                      <a:pt x="56" y="40"/>
                    </a:moveTo>
                    <a:cubicBezTo>
                      <a:pt x="84" y="38"/>
                      <a:pt x="112" y="43"/>
                      <a:pt x="140" y="42"/>
                    </a:cubicBezTo>
                    <a:cubicBezTo>
                      <a:pt x="198" y="41"/>
                      <a:pt x="255" y="42"/>
                      <a:pt x="312" y="42"/>
                    </a:cubicBezTo>
                    <a:cubicBezTo>
                      <a:pt x="395" y="41"/>
                      <a:pt x="479" y="58"/>
                      <a:pt x="562" y="45"/>
                    </a:cubicBezTo>
                    <a:cubicBezTo>
                      <a:pt x="564" y="45"/>
                      <a:pt x="563" y="42"/>
                      <a:pt x="562" y="42"/>
                    </a:cubicBezTo>
                    <a:cubicBezTo>
                      <a:pt x="472" y="28"/>
                      <a:pt x="382" y="19"/>
                      <a:pt x="291" y="17"/>
                    </a:cubicBezTo>
                    <a:cubicBezTo>
                      <a:pt x="246" y="16"/>
                      <a:pt x="203" y="9"/>
                      <a:pt x="159" y="8"/>
                    </a:cubicBezTo>
                    <a:cubicBezTo>
                      <a:pt x="135" y="8"/>
                      <a:pt x="113" y="0"/>
                      <a:pt x="89" y="0"/>
                    </a:cubicBezTo>
                    <a:cubicBezTo>
                      <a:pt x="77" y="1"/>
                      <a:pt x="65" y="1"/>
                      <a:pt x="53" y="1"/>
                    </a:cubicBezTo>
                    <a:cubicBezTo>
                      <a:pt x="41" y="1"/>
                      <a:pt x="29" y="1"/>
                      <a:pt x="17" y="0"/>
                    </a:cubicBezTo>
                    <a:cubicBezTo>
                      <a:pt x="20" y="7"/>
                      <a:pt x="21" y="15"/>
                      <a:pt x="22" y="22"/>
                    </a:cubicBezTo>
                    <a:cubicBezTo>
                      <a:pt x="22" y="23"/>
                      <a:pt x="22" y="23"/>
                      <a:pt x="22" y="24"/>
                    </a:cubicBezTo>
                    <a:cubicBezTo>
                      <a:pt x="22" y="26"/>
                      <a:pt x="22" y="29"/>
                      <a:pt x="20" y="31"/>
                    </a:cubicBezTo>
                    <a:cubicBezTo>
                      <a:pt x="18" y="33"/>
                      <a:pt x="17" y="35"/>
                      <a:pt x="15" y="36"/>
                    </a:cubicBezTo>
                    <a:cubicBezTo>
                      <a:pt x="13" y="37"/>
                      <a:pt x="11" y="38"/>
                      <a:pt x="8" y="38"/>
                    </a:cubicBezTo>
                    <a:cubicBezTo>
                      <a:pt x="6" y="38"/>
                      <a:pt x="4" y="37"/>
                      <a:pt x="3" y="37"/>
                    </a:cubicBezTo>
                    <a:lnTo>
                      <a:pt x="0" y="35"/>
                    </a:lnTo>
                    <a:lnTo>
                      <a:pt x="1" y="38"/>
                    </a:lnTo>
                    <a:cubicBezTo>
                      <a:pt x="13" y="40"/>
                      <a:pt x="24" y="41"/>
                      <a:pt x="36" y="41"/>
                    </a:cubicBezTo>
                    <a:cubicBezTo>
                      <a:pt x="42" y="41"/>
                      <a:pt x="49" y="40"/>
                      <a:pt x="56"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9"/>
              <p:cNvSpPr/>
              <p:nvPr/>
            </p:nvSpPr>
            <p:spPr>
              <a:xfrm>
                <a:off x="25925" y="-548855"/>
                <a:ext cx="11880" cy="11160"/>
              </a:xfrm>
              <a:custGeom>
                <a:rect b="b" l="l" r="r" t="t"/>
                <a:pathLst>
                  <a:path extrusionOk="0" h="31" w="33">
                    <a:moveTo>
                      <a:pt x="1" y="0"/>
                    </a:moveTo>
                    <a:cubicBezTo>
                      <a:pt x="0" y="2"/>
                      <a:pt x="0" y="4"/>
                      <a:pt x="0" y="6"/>
                    </a:cubicBezTo>
                    <a:cubicBezTo>
                      <a:pt x="0" y="10"/>
                      <a:pt x="1" y="13"/>
                      <a:pt x="3" y="17"/>
                    </a:cubicBezTo>
                    <a:cubicBezTo>
                      <a:pt x="5" y="21"/>
                      <a:pt x="7" y="23"/>
                      <a:pt x="11" y="25"/>
                    </a:cubicBezTo>
                    <a:cubicBezTo>
                      <a:pt x="12" y="26"/>
                      <a:pt x="14" y="26"/>
                      <a:pt x="16" y="27"/>
                    </a:cubicBezTo>
                    <a:cubicBezTo>
                      <a:pt x="21" y="28"/>
                      <a:pt x="26" y="29"/>
                      <a:pt x="32" y="30"/>
                    </a:cubicBezTo>
                    <a:lnTo>
                      <a:pt x="30" y="26"/>
                    </a:lnTo>
                    <a:cubicBezTo>
                      <a:pt x="29" y="26"/>
                      <a:pt x="28" y="25"/>
                      <a:pt x="26" y="24"/>
                    </a:cubicBezTo>
                    <a:cubicBezTo>
                      <a:pt x="16" y="18"/>
                      <a:pt x="7" y="10"/>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9"/>
              <p:cNvSpPr/>
              <p:nvPr/>
            </p:nvSpPr>
            <p:spPr>
              <a:xfrm>
                <a:off x="39245" y="-536255"/>
                <a:ext cx="121680" cy="19440"/>
              </a:xfrm>
              <a:custGeom>
                <a:rect b="b" l="l" r="r" t="t"/>
                <a:pathLst>
                  <a:path extrusionOk="0" h="54" w="338">
                    <a:moveTo>
                      <a:pt x="332" y="51"/>
                    </a:moveTo>
                    <a:cubicBezTo>
                      <a:pt x="332" y="52"/>
                      <a:pt x="333" y="52"/>
                      <a:pt x="333" y="52"/>
                    </a:cubicBezTo>
                    <a:cubicBezTo>
                      <a:pt x="334" y="53"/>
                      <a:pt x="334" y="53"/>
                      <a:pt x="335" y="53"/>
                    </a:cubicBezTo>
                    <a:lnTo>
                      <a:pt x="336" y="52"/>
                    </a:lnTo>
                    <a:cubicBezTo>
                      <a:pt x="337" y="51"/>
                      <a:pt x="337" y="52"/>
                      <a:pt x="337" y="51"/>
                    </a:cubicBezTo>
                    <a:lnTo>
                      <a:pt x="337" y="50"/>
                    </a:lnTo>
                    <a:lnTo>
                      <a:pt x="337" y="49"/>
                    </a:lnTo>
                    <a:lnTo>
                      <a:pt x="337" y="46"/>
                    </a:lnTo>
                    <a:lnTo>
                      <a:pt x="337" y="45"/>
                    </a:lnTo>
                    <a:lnTo>
                      <a:pt x="336" y="44"/>
                    </a:lnTo>
                    <a:lnTo>
                      <a:pt x="335" y="43"/>
                    </a:lnTo>
                    <a:cubicBezTo>
                      <a:pt x="278" y="36"/>
                      <a:pt x="222" y="26"/>
                      <a:pt x="167" y="13"/>
                    </a:cubicBezTo>
                    <a:cubicBezTo>
                      <a:pt x="111" y="0"/>
                      <a:pt x="56" y="6"/>
                      <a:pt x="0" y="8"/>
                    </a:cubicBezTo>
                    <a:cubicBezTo>
                      <a:pt x="4" y="17"/>
                      <a:pt x="8" y="26"/>
                      <a:pt x="12" y="34"/>
                    </a:cubicBezTo>
                    <a:cubicBezTo>
                      <a:pt x="15" y="38"/>
                      <a:pt x="17" y="42"/>
                      <a:pt x="20" y="46"/>
                    </a:cubicBezTo>
                    <a:cubicBezTo>
                      <a:pt x="64" y="42"/>
                      <a:pt x="109" y="40"/>
                      <a:pt x="153" y="40"/>
                    </a:cubicBezTo>
                    <a:cubicBezTo>
                      <a:pt x="165" y="40"/>
                      <a:pt x="176" y="40"/>
                      <a:pt x="187" y="40"/>
                    </a:cubicBezTo>
                    <a:cubicBezTo>
                      <a:pt x="194" y="41"/>
                      <a:pt x="330" y="43"/>
                      <a:pt x="332"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9"/>
              <p:cNvSpPr/>
              <p:nvPr/>
            </p:nvSpPr>
            <p:spPr>
              <a:xfrm>
                <a:off x="29885" y="-533375"/>
                <a:ext cx="16920" cy="15480"/>
              </a:xfrm>
              <a:custGeom>
                <a:rect b="b" l="l" r="r" t="t"/>
                <a:pathLst>
                  <a:path extrusionOk="0" h="43" w="47">
                    <a:moveTo>
                      <a:pt x="15" y="0"/>
                    </a:moveTo>
                    <a:cubicBezTo>
                      <a:pt x="12" y="0"/>
                      <a:pt x="10" y="1"/>
                      <a:pt x="8" y="2"/>
                    </a:cubicBezTo>
                    <a:cubicBezTo>
                      <a:pt x="5" y="4"/>
                      <a:pt x="4" y="6"/>
                      <a:pt x="2" y="8"/>
                    </a:cubicBezTo>
                    <a:cubicBezTo>
                      <a:pt x="0" y="10"/>
                      <a:pt x="0" y="13"/>
                      <a:pt x="0" y="16"/>
                    </a:cubicBezTo>
                    <a:lnTo>
                      <a:pt x="0" y="17"/>
                    </a:lnTo>
                    <a:lnTo>
                      <a:pt x="1" y="26"/>
                    </a:lnTo>
                    <a:cubicBezTo>
                      <a:pt x="1" y="28"/>
                      <a:pt x="2" y="30"/>
                      <a:pt x="3" y="31"/>
                    </a:cubicBezTo>
                    <a:cubicBezTo>
                      <a:pt x="5" y="35"/>
                      <a:pt x="8" y="37"/>
                      <a:pt x="11" y="39"/>
                    </a:cubicBezTo>
                    <a:cubicBezTo>
                      <a:pt x="14" y="41"/>
                      <a:pt x="18" y="42"/>
                      <a:pt x="21" y="42"/>
                    </a:cubicBezTo>
                    <a:cubicBezTo>
                      <a:pt x="23" y="42"/>
                      <a:pt x="24" y="42"/>
                      <a:pt x="26" y="41"/>
                    </a:cubicBezTo>
                    <a:cubicBezTo>
                      <a:pt x="33" y="40"/>
                      <a:pt x="39" y="39"/>
                      <a:pt x="46" y="38"/>
                    </a:cubicBezTo>
                    <a:cubicBezTo>
                      <a:pt x="43" y="34"/>
                      <a:pt x="41" y="30"/>
                      <a:pt x="38" y="26"/>
                    </a:cubicBezTo>
                    <a:cubicBezTo>
                      <a:pt x="33" y="18"/>
                      <a:pt x="29" y="9"/>
                      <a:pt x="26" y="0"/>
                    </a:cubicBez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9"/>
              <p:cNvSpPr/>
              <p:nvPr/>
            </p:nvSpPr>
            <p:spPr>
              <a:xfrm>
                <a:off x="28085" y="-572255"/>
                <a:ext cx="102600" cy="14760"/>
              </a:xfrm>
              <a:custGeom>
                <a:rect b="b" l="l" r="r" t="t"/>
                <a:pathLst>
                  <a:path extrusionOk="0" h="41" w="285">
                    <a:moveTo>
                      <a:pt x="27" y="10"/>
                    </a:moveTo>
                    <a:cubicBezTo>
                      <a:pt x="30" y="20"/>
                      <a:pt x="33" y="29"/>
                      <a:pt x="36" y="39"/>
                    </a:cubicBezTo>
                    <a:cubicBezTo>
                      <a:pt x="41" y="39"/>
                      <a:pt x="46" y="40"/>
                      <a:pt x="51" y="40"/>
                    </a:cubicBezTo>
                    <a:cubicBezTo>
                      <a:pt x="78" y="40"/>
                      <a:pt x="104" y="37"/>
                      <a:pt x="130" y="32"/>
                    </a:cubicBezTo>
                    <a:cubicBezTo>
                      <a:pt x="160" y="27"/>
                      <a:pt x="189" y="30"/>
                      <a:pt x="219" y="25"/>
                    </a:cubicBezTo>
                    <a:cubicBezTo>
                      <a:pt x="239" y="22"/>
                      <a:pt x="258" y="16"/>
                      <a:pt x="279" y="13"/>
                    </a:cubicBezTo>
                    <a:cubicBezTo>
                      <a:pt x="284" y="13"/>
                      <a:pt x="283" y="5"/>
                      <a:pt x="279" y="4"/>
                    </a:cubicBezTo>
                    <a:cubicBezTo>
                      <a:pt x="224" y="2"/>
                      <a:pt x="168" y="8"/>
                      <a:pt x="113" y="6"/>
                    </a:cubicBezTo>
                    <a:cubicBezTo>
                      <a:pt x="85" y="2"/>
                      <a:pt x="57" y="0"/>
                      <a:pt x="28" y="0"/>
                    </a:cubicBezTo>
                    <a:cubicBezTo>
                      <a:pt x="0" y="0"/>
                      <a:pt x="28" y="0"/>
                      <a:pt x="28" y="1"/>
                    </a:cubicBezTo>
                    <a:cubicBezTo>
                      <a:pt x="28" y="2"/>
                      <a:pt x="27" y="7"/>
                      <a:pt x="2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9"/>
              <p:cNvSpPr/>
              <p:nvPr/>
            </p:nvSpPr>
            <p:spPr>
              <a:xfrm>
                <a:off x="36365" y="-572255"/>
                <a:ext cx="1800" cy="3600"/>
              </a:xfrm>
              <a:custGeom>
                <a:rect b="b" l="l" r="r" t="t"/>
                <a:pathLst>
                  <a:path extrusionOk="0" h="10" w="5">
                    <a:moveTo>
                      <a:pt x="4" y="1"/>
                    </a:moveTo>
                    <a:lnTo>
                      <a:pt x="4" y="0"/>
                    </a:lnTo>
                    <a:lnTo>
                      <a:pt x="0" y="0"/>
                    </a:lnTo>
                    <a:cubicBezTo>
                      <a:pt x="0" y="3"/>
                      <a:pt x="2" y="6"/>
                      <a:pt x="3" y="9"/>
                    </a:cubicBezTo>
                    <a:cubicBezTo>
                      <a:pt x="4" y="7"/>
                      <a:pt x="4" y="3"/>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9"/>
              <p:cNvSpPr/>
              <p:nvPr/>
            </p:nvSpPr>
            <p:spPr>
              <a:xfrm>
                <a:off x="36725" y="-593135"/>
                <a:ext cx="61920" cy="11520"/>
              </a:xfrm>
              <a:custGeom>
                <a:rect b="b" l="l" r="r" t="t"/>
                <a:pathLst>
                  <a:path extrusionOk="0" h="32" w="172">
                    <a:moveTo>
                      <a:pt x="166" y="18"/>
                    </a:moveTo>
                    <a:cubicBezTo>
                      <a:pt x="167" y="18"/>
                      <a:pt x="168" y="18"/>
                      <a:pt x="168" y="18"/>
                    </a:cubicBezTo>
                    <a:cubicBezTo>
                      <a:pt x="169" y="18"/>
                      <a:pt x="169" y="17"/>
                      <a:pt x="170" y="16"/>
                    </a:cubicBezTo>
                    <a:cubicBezTo>
                      <a:pt x="170" y="16"/>
                      <a:pt x="170" y="15"/>
                      <a:pt x="170" y="14"/>
                    </a:cubicBezTo>
                    <a:cubicBezTo>
                      <a:pt x="170" y="14"/>
                      <a:pt x="171" y="13"/>
                      <a:pt x="170" y="12"/>
                    </a:cubicBezTo>
                    <a:cubicBezTo>
                      <a:pt x="169" y="11"/>
                      <a:pt x="169" y="11"/>
                      <a:pt x="168" y="11"/>
                    </a:cubicBezTo>
                    <a:cubicBezTo>
                      <a:pt x="168" y="11"/>
                      <a:pt x="167" y="11"/>
                      <a:pt x="166" y="11"/>
                    </a:cubicBezTo>
                    <a:cubicBezTo>
                      <a:pt x="110" y="6"/>
                      <a:pt x="56" y="4"/>
                      <a:pt x="0" y="0"/>
                    </a:cubicBezTo>
                    <a:cubicBezTo>
                      <a:pt x="2" y="10"/>
                      <a:pt x="2" y="20"/>
                      <a:pt x="3" y="30"/>
                    </a:cubicBezTo>
                    <a:cubicBezTo>
                      <a:pt x="58" y="31"/>
                      <a:pt x="110" y="22"/>
                      <a:pt x="16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9"/>
              <p:cNvSpPr/>
              <p:nvPr/>
            </p:nvSpPr>
            <p:spPr>
              <a:xfrm>
                <a:off x="33845" y="-593135"/>
                <a:ext cx="3960" cy="11520"/>
              </a:xfrm>
              <a:custGeom>
                <a:rect b="b" l="l" r="r" t="t"/>
                <a:pathLst>
                  <a:path extrusionOk="0" h="32" w="11">
                    <a:moveTo>
                      <a:pt x="7" y="0"/>
                    </a:moveTo>
                    <a:lnTo>
                      <a:pt x="0" y="0"/>
                    </a:lnTo>
                    <a:cubicBezTo>
                      <a:pt x="0" y="10"/>
                      <a:pt x="1" y="20"/>
                      <a:pt x="3" y="31"/>
                    </a:cubicBezTo>
                    <a:lnTo>
                      <a:pt x="10" y="31"/>
                    </a:lnTo>
                    <a:cubicBezTo>
                      <a:pt x="10" y="20"/>
                      <a:pt x="9" y="1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9"/>
              <p:cNvSpPr/>
              <p:nvPr/>
            </p:nvSpPr>
            <p:spPr>
              <a:xfrm>
                <a:off x="195485" y="-628775"/>
                <a:ext cx="70560" cy="18000"/>
              </a:xfrm>
              <a:custGeom>
                <a:rect b="b" l="l" r="r" t="t"/>
                <a:pathLst>
                  <a:path extrusionOk="0" h="50" w="196">
                    <a:moveTo>
                      <a:pt x="191" y="43"/>
                    </a:moveTo>
                    <a:lnTo>
                      <a:pt x="192" y="43"/>
                    </a:lnTo>
                    <a:cubicBezTo>
                      <a:pt x="193" y="42"/>
                      <a:pt x="194" y="42"/>
                      <a:pt x="194" y="41"/>
                    </a:cubicBezTo>
                    <a:cubicBezTo>
                      <a:pt x="195" y="40"/>
                      <a:pt x="194" y="39"/>
                      <a:pt x="194" y="39"/>
                    </a:cubicBezTo>
                    <a:cubicBezTo>
                      <a:pt x="194" y="38"/>
                      <a:pt x="195" y="37"/>
                      <a:pt x="194" y="36"/>
                    </a:cubicBezTo>
                    <a:cubicBezTo>
                      <a:pt x="194" y="36"/>
                      <a:pt x="193" y="36"/>
                      <a:pt x="192" y="35"/>
                    </a:cubicBezTo>
                    <a:lnTo>
                      <a:pt x="191" y="34"/>
                    </a:lnTo>
                    <a:cubicBezTo>
                      <a:pt x="135" y="24"/>
                      <a:pt x="64" y="0"/>
                      <a:pt x="8" y="14"/>
                    </a:cubicBezTo>
                    <a:cubicBezTo>
                      <a:pt x="0" y="16"/>
                      <a:pt x="2" y="26"/>
                      <a:pt x="8" y="28"/>
                    </a:cubicBezTo>
                    <a:cubicBezTo>
                      <a:pt x="66" y="49"/>
                      <a:pt x="132" y="41"/>
                      <a:pt x="19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9"/>
              <p:cNvSpPr/>
              <p:nvPr/>
            </p:nvSpPr>
            <p:spPr>
              <a:xfrm>
                <a:off x="34925" y="-634535"/>
                <a:ext cx="135360" cy="23040"/>
              </a:xfrm>
              <a:custGeom>
                <a:rect b="b" l="l" r="r" t="t"/>
                <a:pathLst>
                  <a:path extrusionOk="0" h="64" w="376">
                    <a:moveTo>
                      <a:pt x="135" y="56"/>
                    </a:moveTo>
                    <a:cubicBezTo>
                      <a:pt x="213" y="53"/>
                      <a:pt x="289" y="40"/>
                      <a:pt x="366" y="36"/>
                    </a:cubicBezTo>
                    <a:cubicBezTo>
                      <a:pt x="367" y="36"/>
                      <a:pt x="368" y="36"/>
                      <a:pt x="370" y="35"/>
                    </a:cubicBezTo>
                    <a:cubicBezTo>
                      <a:pt x="372" y="34"/>
                      <a:pt x="373" y="33"/>
                      <a:pt x="374" y="31"/>
                    </a:cubicBezTo>
                    <a:cubicBezTo>
                      <a:pt x="375" y="29"/>
                      <a:pt x="375" y="28"/>
                      <a:pt x="375" y="26"/>
                    </a:cubicBezTo>
                    <a:cubicBezTo>
                      <a:pt x="375" y="24"/>
                      <a:pt x="375" y="23"/>
                      <a:pt x="374" y="21"/>
                    </a:cubicBezTo>
                    <a:cubicBezTo>
                      <a:pt x="373" y="19"/>
                      <a:pt x="372" y="19"/>
                      <a:pt x="370" y="18"/>
                    </a:cubicBezTo>
                    <a:cubicBezTo>
                      <a:pt x="368" y="17"/>
                      <a:pt x="367" y="16"/>
                      <a:pt x="366" y="16"/>
                    </a:cubicBezTo>
                    <a:cubicBezTo>
                      <a:pt x="342" y="13"/>
                      <a:pt x="319" y="12"/>
                      <a:pt x="296" y="12"/>
                    </a:cubicBezTo>
                    <a:cubicBezTo>
                      <a:pt x="272" y="12"/>
                      <a:pt x="249" y="13"/>
                      <a:pt x="226" y="16"/>
                    </a:cubicBezTo>
                    <a:cubicBezTo>
                      <a:pt x="182" y="25"/>
                      <a:pt x="133" y="16"/>
                      <a:pt x="88" y="16"/>
                    </a:cubicBezTo>
                    <a:cubicBezTo>
                      <a:pt x="85" y="16"/>
                      <a:pt x="81" y="17"/>
                      <a:pt x="78" y="17"/>
                    </a:cubicBezTo>
                    <a:cubicBezTo>
                      <a:pt x="53" y="17"/>
                      <a:pt x="29" y="11"/>
                      <a:pt x="7" y="0"/>
                    </a:cubicBezTo>
                    <a:cubicBezTo>
                      <a:pt x="4" y="12"/>
                      <a:pt x="2" y="25"/>
                      <a:pt x="0" y="37"/>
                    </a:cubicBezTo>
                    <a:cubicBezTo>
                      <a:pt x="35" y="63"/>
                      <a:pt x="103" y="56"/>
                      <a:pt x="135"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9"/>
              <p:cNvSpPr/>
              <p:nvPr/>
            </p:nvSpPr>
            <p:spPr>
              <a:xfrm>
                <a:off x="34205" y="-634175"/>
                <a:ext cx="3600" cy="14040"/>
              </a:xfrm>
              <a:custGeom>
                <a:rect b="b" l="l" r="r" t="t"/>
                <a:pathLst>
                  <a:path extrusionOk="0" h="39" w="10">
                    <a:moveTo>
                      <a:pt x="9" y="0"/>
                    </a:moveTo>
                    <a:lnTo>
                      <a:pt x="8" y="0"/>
                    </a:lnTo>
                    <a:cubicBezTo>
                      <a:pt x="4" y="12"/>
                      <a:pt x="2" y="24"/>
                      <a:pt x="0" y="35"/>
                    </a:cubicBezTo>
                    <a:lnTo>
                      <a:pt x="3" y="38"/>
                    </a:lnTo>
                    <a:cubicBezTo>
                      <a:pt x="5" y="25"/>
                      <a:pt x="7" y="13"/>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9"/>
              <p:cNvSpPr/>
              <p:nvPr/>
            </p:nvSpPr>
            <p:spPr>
              <a:xfrm>
                <a:off x="39245" y="-652175"/>
                <a:ext cx="5760" cy="12600"/>
              </a:xfrm>
              <a:custGeom>
                <a:rect b="b" l="l" r="r" t="t"/>
                <a:pathLst>
                  <a:path extrusionOk="0" h="35" w="16">
                    <a:moveTo>
                      <a:pt x="12" y="0"/>
                    </a:moveTo>
                    <a:cubicBezTo>
                      <a:pt x="7" y="11"/>
                      <a:pt x="3" y="23"/>
                      <a:pt x="0" y="34"/>
                    </a:cubicBezTo>
                    <a:cubicBezTo>
                      <a:pt x="4" y="23"/>
                      <a:pt x="9" y="12"/>
                      <a:pt x="15" y="2"/>
                    </a:cubicBezTo>
                    <a:lnTo>
                      <a:pt x="1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9"/>
              <p:cNvSpPr/>
              <p:nvPr/>
            </p:nvSpPr>
            <p:spPr>
              <a:xfrm>
                <a:off x="50045" y="-665135"/>
                <a:ext cx="1080" cy="1440"/>
              </a:xfrm>
              <a:custGeom>
                <a:rect b="b" l="l" r="r" t="t"/>
                <a:pathLst>
                  <a:path extrusionOk="0" h="4" w="3">
                    <a:moveTo>
                      <a:pt x="2" y="0"/>
                    </a:moveTo>
                    <a:lnTo>
                      <a:pt x="0" y="3"/>
                    </a:lnTo>
                    <a:lnTo>
                      <a:pt x="1" y="3"/>
                    </a:lnTo>
                    <a:lnTo>
                      <a:pt x="2" y="0"/>
                    </a:lnTo>
                  </a:path>
                </a:pathLst>
              </a:custGeom>
              <a:solidFill>
                <a:schemeClr val="dk1"/>
              </a:solidFill>
              <a:ln>
                <a:noFill/>
              </a:ln>
            </p:spPr>
          </p:sp>
          <p:sp>
            <p:nvSpPr>
              <p:cNvPr id="6286" name="Google Shape;6286;p49"/>
              <p:cNvSpPr/>
              <p:nvPr/>
            </p:nvSpPr>
            <p:spPr>
              <a:xfrm>
                <a:off x="16205" y="-662615"/>
                <a:ext cx="21600" cy="111600"/>
              </a:xfrm>
              <a:custGeom>
                <a:rect b="b" l="l" r="r" t="t"/>
                <a:pathLst>
                  <a:path extrusionOk="0" h="310" w="60">
                    <a:moveTo>
                      <a:pt x="26" y="228"/>
                    </a:moveTo>
                    <a:lnTo>
                      <a:pt x="26" y="222"/>
                    </a:lnTo>
                    <a:lnTo>
                      <a:pt x="25" y="222"/>
                    </a:lnTo>
                    <a:cubicBezTo>
                      <a:pt x="7" y="220"/>
                      <a:pt x="9" y="195"/>
                      <a:pt x="24" y="192"/>
                    </a:cubicBezTo>
                    <a:cubicBezTo>
                      <a:pt x="22" y="179"/>
                      <a:pt x="21" y="166"/>
                      <a:pt x="21" y="154"/>
                    </a:cubicBezTo>
                    <a:cubicBezTo>
                      <a:pt x="21" y="134"/>
                      <a:pt x="23" y="115"/>
                      <a:pt x="27" y="95"/>
                    </a:cubicBezTo>
                    <a:cubicBezTo>
                      <a:pt x="36" y="63"/>
                      <a:pt x="56" y="35"/>
                      <a:pt x="59" y="0"/>
                    </a:cubicBezTo>
                    <a:cubicBezTo>
                      <a:pt x="49" y="17"/>
                      <a:pt x="39" y="35"/>
                      <a:pt x="30" y="50"/>
                    </a:cubicBezTo>
                    <a:cubicBezTo>
                      <a:pt x="6" y="86"/>
                      <a:pt x="7" y="121"/>
                      <a:pt x="4" y="163"/>
                    </a:cubicBezTo>
                    <a:cubicBezTo>
                      <a:pt x="2" y="205"/>
                      <a:pt x="0" y="267"/>
                      <a:pt x="24" y="309"/>
                    </a:cubicBezTo>
                    <a:cubicBezTo>
                      <a:pt x="26" y="292"/>
                      <a:pt x="27" y="274"/>
                      <a:pt x="27" y="257"/>
                    </a:cubicBezTo>
                    <a:cubicBezTo>
                      <a:pt x="27" y="247"/>
                      <a:pt x="27" y="238"/>
                      <a:pt x="26" y="2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9"/>
              <p:cNvSpPr/>
              <p:nvPr/>
            </p:nvSpPr>
            <p:spPr>
              <a:xfrm>
                <a:off x="34925" y="-558935"/>
                <a:ext cx="8640" cy="7200"/>
              </a:xfrm>
              <a:custGeom>
                <a:rect b="b" l="l" r="r" t="t"/>
                <a:pathLst>
                  <a:path extrusionOk="0" h="20" w="24">
                    <a:moveTo>
                      <a:pt x="17" y="2"/>
                    </a:moveTo>
                    <a:cubicBezTo>
                      <a:pt x="12" y="2"/>
                      <a:pt x="7" y="1"/>
                      <a:pt x="3" y="0"/>
                    </a:cubicBezTo>
                    <a:cubicBezTo>
                      <a:pt x="2" y="5"/>
                      <a:pt x="1" y="10"/>
                      <a:pt x="0" y="16"/>
                    </a:cubicBezTo>
                    <a:cubicBezTo>
                      <a:pt x="8" y="17"/>
                      <a:pt x="15" y="19"/>
                      <a:pt x="23" y="19"/>
                    </a:cubicBezTo>
                    <a:cubicBezTo>
                      <a:pt x="21" y="13"/>
                      <a:pt x="19" y="8"/>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9"/>
              <p:cNvSpPr/>
              <p:nvPr/>
            </p:nvSpPr>
            <p:spPr>
              <a:xfrm>
                <a:off x="24125" y="-583055"/>
                <a:ext cx="12960" cy="34200"/>
              </a:xfrm>
              <a:custGeom>
                <a:rect b="b" l="l" r="r" t="t"/>
                <a:pathLst>
                  <a:path extrusionOk="0" h="95" w="36">
                    <a:moveTo>
                      <a:pt x="26" y="82"/>
                    </a:moveTo>
                    <a:lnTo>
                      <a:pt x="30" y="82"/>
                    </a:lnTo>
                    <a:cubicBezTo>
                      <a:pt x="30" y="77"/>
                      <a:pt x="31" y="72"/>
                      <a:pt x="32" y="66"/>
                    </a:cubicBezTo>
                    <a:cubicBezTo>
                      <a:pt x="26" y="65"/>
                      <a:pt x="20" y="64"/>
                      <a:pt x="14" y="61"/>
                    </a:cubicBezTo>
                    <a:cubicBezTo>
                      <a:pt x="11" y="59"/>
                      <a:pt x="10" y="58"/>
                      <a:pt x="8" y="55"/>
                    </a:cubicBezTo>
                    <a:cubicBezTo>
                      <a:pt x="6" y="52"/>
                      <a:pt x="6" y="50"/>
                      <a:pt x="6" y="48"/>
                    </a:cubicBezTo>
                    <a:cubicBezTo>
                      <a:pt x="6" y="45"/>
                      <a:pt x="7" y="43"/>
                      <a:pt x="8" y="41"/>
                    </a:cubicBezTo>
                    <a:cubicBezTo>
                      <a:pt x="9" y="39"/>
                      <a:pt x="11" y="38"/>
                      <a:pt x="13" y="37"/>
                    </a:cubicBezTo>
                    <a:cubicBezTo>
                      <a:pt x="13" y="36"/>
                      <a:pt x="13" y="36"/>
                      <a:pt x="13" y="36"/>
                    </a:cubicBezTo>
                    <a:cubicBezTo>
                      <a:pt x="20" y="32"/>
                      <a:pt x="28" y="30"/>
                      <a:pt x="35" y="30"/>
                    </a:cubicBezTo>
                    <a:cubicBezTo>
                      <a:pt x="35" y="27"/>
                      <a:pt x="33" y="24"/>
                      <a:pt x="33" y="21"/>
                    </a:cubicBezTo>
                    <a:cubicBezTo>
                      <a:pt x="32" y="14"/>
                      <a:pt x="31" y="8"/>
                      <a:pt x="30" y="1"/>
                    </a:cubicBezTo>
                    <a:cubicBezTo>
                      <a:pt x="21" y="1"/>
                      <a:pt x="13" y="1"/>
                      <a:pt x="3" y="0"/>
                    </a:cubicBezTo>
                    <a:lnTo>
                      <a:pt x="3" y="6"/>
                    </a:lnTo>
                    <a:cubicBezTo>
                      <a:pt x="4" y="13"/>
                      <a:pt x="4" y="19"/>
                      <a:pt x="4" y="25"/>
                    </a:cubicBezTo>
                    <a:cubicBezTo>
                      <a:pt x="4" y="46"/>
                      <a:pt x="3" y="66"/>
                      <a:pt x="0" y="86"/>
                    </a:cubicBezTo>
                    <a:cubicBezTo>
                      <a:pt x="2" y="89"/>
                      <a:pt x="3" y="92"/>
                      <a:pt x="5" y="94"/>
                    </a:cubicBezTo>
                    <a:cubicBezTo>
                      <a:pt x="5" y="93"/>
                      <a:pt x="6" y="91"/>
                      <a:pt x="7" y="89"/>
                    </a:cubicBezTo>
                    <a:cubicBezTo>
                      <a:pt x="8" y="87"/>
                      <a:pt x="10" y="84"/>
                      <a:pt x="13" y="83"/>
                    </a:cubicBezTo>
                    <a:cubicBezTo>
                      <a:pt x="16" y="81"/>
                      <a:pt x="18" y="81"/>
                      <a:pt x="21" y="81"/>
                    </a:cubicBezTo>
                    <a:cubicBezTo>
                      <a:pt x="23" y="81"/>
                      <a:pt x="25" y="81"/>
                      <a:pt x="26" y="8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9"/>
              <p:cNvSpPr/>
              <p:nvPr/>
            </p:nvSpPr>
            <p:spPr>
              <a:xfrm>
                <a:off x="23405" y="-679175"/>
                <a:ext cx="31680" cy="86040"/>
              </a:xfrm>
              <a:custGeom>
                <a:rect b="b" l="l" r="r" t="t"/>
                <a:pathLst>
                  <a:path extrusionOk="0" h="239" w="88">
                    <a:moveTo>
                      <a:pt x="3" y="237"/>
                    </a:moveTo>
                    <a:cubicBezTo>
                      <a:pt x="4" y="236"/>
                      <a:pt x="5" y="236"/>
                      <a:pt x="6" y="236"/>
                    </a:cubicBezTo>
                    <a:cubicBezTo>
                      <a:pt x="7" y="236"/>
                      <a:pt x="8" y="236"/>
                      <a:pt x="8" y="237"/>
                    </a:cubicBezTo>
                    <a:lnTo>
                      <a:pt x="30" y="238"/>
                    </a:lnTo>
                    <a:cubicBezTo>
                      <a:pt x="30" y="222"/>
                      <a:pt x="30" y="205"/>
                      <a:pt x="28" y="188"/>
                    </a:cubicBezTo>
                    <a:cubicBezTo>
                      <a:pt x="28" y="186"/>
                      <a:pt x="28" y="184"/>
                      <a:pt x="28" y="183"/>
                    </a:cubicBezTo>
                    <a:cubicBezTo>
                      <a:pt x="28" y="175"/>
                      <a:pt x="29" y="167"/>
                      <a:pt x="30" y="159"/>
                    </a:cubicBezTo>
                    <a:cubicBezTo>
                      <a:pt x="26" y="156"/>
                      <a:pt x="22" y="151"/>
                      <a:pt x="20" y="147"/>
                    </a:cubicBezTo>
                    <a:cubicBezTo>
                      <a:pt x="17" y="143"/>
                      <a:pt x="15" y="138"/>
                      <a:pt x="15" y="133"/>
                    </a:cubicBezTo>
                    <a:lnTo>
                      <a:pt x="14" y="132"/>
                    </a:lnTo>
                    <a:cubicBezTo>
                      <a:pt x="14" y="130"/>
                      <a:pt x="15" y="128"/>
                      <a:pt x="16" y="126"/>
                    </a:cubicBezTo>
                    <a:cubicBezTo>
                      <a:pt x="17" y="124"/>
                      <a:pt x="19" y="122"/>
                      <a:pt x="21" y="121"/>
                    </a:cubicBezTo>
                    <a:cubicBezTo>
                      <a:pt x="23" y="120"/>
                      <a:pt x="25" y="120"/>
                      <a:pt x="27" y="120"/>
                    </a:cubicBezTo>
                    <a:cubicBezTo>
                      <a:pt x="29" y="120"/>
                      <a:pt x="31" y="121"/>
                      <a:pt x="33" y="121"/>
                    </a:cubicBezTo>
                    <a:cubicBezTo>
                      <a:pt x="34" y="122"/>
                      <a:pt x="34" y="122"/>
                      <a:pt x="34" y="122"/>
                    </a:cubicBezTo>
                    <a:lnTo>
                      <a:pt x="38" y="124"/>
                    </a:lnTo>
                    <a:cubicBezTo>
                      <a:pt x="39" y="119"/>
                      <a:pt x="41" y="114"/>
                      <a:pt x="43" y="109"/>
                    </a:cubicBezTo>
                    <a:cubicBezTo>
                      <a:pt x="46" y="97"/>
                      <a:pt x="50" y="86"/>
                      <a:pt x="55" y="75"/>
                    </a:cubicBezTo>
                    <a:cubicBezTo>
                      <a:pt x="41" y="67"/>
                      <a:pt x="43" y="41"/>
                      <a:pt x="62" y="42"/>
                    </a:cubicBezTo>
                    <a:lnTo>
                      <a:pt x="73" y="42"/>
                    </a:lnTo>
                    <a:lnTo>
                      <a:pt x="74" y="39"/>
                    </a:lnTo>
                    <a:cubicBezTo>
                      <a:pt x="76" y="29"/>
                      <a:pt x="79" y="19"/>
                      <a:pt x="84" y="10"/>
                    </a:cubicBezTo>
                    <a:cubicBezTo>
                      <a:pt x="87" y="5"/>
                      <a:pt x="81" y="0"/>
                      <a:pt x="76" y="2"/>
                    </a:cubicBezTo>
                    <a:cubicBezTo>
                      <a:pt x="61" y="13"/>
                      <a:pt x="48" y="27"/>
                      <a:pt x="38" y="43"/>
                    </a:cubicBezTo>
                    <a:cubicBezTo>
                      <a:pt x="38" y="44"/>
                      <a:pt x="37" y="45"/>
                      <a:pt x="37" y="45"/>
                    </a:cubicBezTo>
                    <a:cubicBezTo>
                      <a:pt x="34" y="80"/>
                      <a:pt x="14" y="108"/>
                      <a:pt x="5" y="140"/>
                    </a:cubicBezTo>
                    <a:cubicBezTo>
                      <a:pt x="1" y="158"/>
                      <a:pt x="0" y="176"/>
                      <a:pt x="0" y="194"/>
                    </a:cubicBezTo>
                    <a:cubicBezTo>
                      <a:pt x="0" y="208"/>
                      <a:pt x="1" y="222"/>
                      <a:pt x="3" y="2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9"/>
              <p:cNvSpPr/>
              <p:nvPr/>
            </p:nvSpPr>
            <p:spPr>
              <a:xfrm>
                <a:off x="34565" y="-553175"/>
                <a:ext cx="10800" cy="15120"/>
              </a:xfrm>
              <a:custGeom>
                <a:rect b="b" l="l" r="r" t="t"/>
                <a:pathLst>
                  <a:path extrusionOk="0" h="42" w="30">
                    <a:moveTo>
                      <a:pt x="2" y="27"/>
                    </a:moveTo>
                    <a:cubicBezTo>
                      <a:pt x="2" y="29"/>
                      <a:pt x="4" y="33"/>
                      <a:pt x="6" y="38"/>
                    </a:cubicBezTo>
                    <a:lnTo>
                      <a:pt x="9" y="40"/>
                    </a:lnTo>
                    <a:cubicBezTo>
                      <a:pt x="11" y="41"/>
                      <a:pt x="13" y="41"/>
                      <a:pt x="15" y="41"/>
                    </a:cubicBezTo>
                    <a:cubicBezTo>
                      <a:pt x="17" y="41"/>
                      <a:pt x="20" y="40"/>
                      <a:pt x="22" y="39"/>
                    </a:cubicBezTo>
                    <a:cubicBezTo>
                      <a:pt x="24" y="38"/>
                      <a:pt x="26" y="36"/>
                      <a:pt x="27" y="34"/>
                    </a:cubicBezTo>
                    <a:cubicBezTo>
                      <a:pt x="28" y="32"/>
                      <a:pt x="29" y="29"/>
                      <a:pt x="29" y="27"/>
                    </a:cubicBezTo>
                    <a:cubicBezTo>
                      <a:pt x="29" y="26"/>
                      <a:pt x="29" y="26"/>
                      <a:pt x="29" y="26"/>
                    </a:cubicBezTo>
                    <a:cubicBezTo>
                      <a:pt x="28" y="18"/>
                      <a:pt x="26" y="11"/>
                      <a:pt x="24" y="3"/>
                    </a:cubicBezTo>
                    <a:cubicBezTo>
                      <a:pt x="16" y="3"/>
                      <a:pt x="9" y="2"/>
                      <a:pt x="1" y="0"/>
                    </a:cubicBezTo>
                    <a:cubicBezTo>
                      <a:pt x="1" y="3"/>
                      <a:pt x="0" y="6"/>
                      <a:pt x="0" y="9"/>
                    </a:cubicBezTo>
                    <a:cubicBezTo>
                      <a:pt x="0" y="15"/>
                      <a:pt x="1" y="21"/>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9"/>
              <p:cNvSpPr/>
              <p:nvPr/>
            </p:nvSpPr>
            <p:spPr>
              <a:xfrm>
                <a:off x="25925" y="-553535"/>
                <a:ext cx="10800" cy="14400"/>
              </a:xfrm>
              <a:custGeom>
                <a:rect b="b" l="l" r="r" t="t"/>
                <a:pathLst>
                  <a:path extrusionOk="0" h="40" w="30">
                    <a:moveTo>
                      <a:pt x="29" y="39"/>
                    </a:moveTo>
                    <a:cubicBezTo>
                      <a:pt x="27" y="34"/>
                      <a:pt x="26" y="29"/>
                      <a:pt x="25" y="28"/>
                    </a:cubicBezTo>
                    <a:cubicBezTo>
                      <a:pt x="24" y="22"/>
                      <a:pt x="23" y="16"/>
                      <a:pt x="23" y="10"/>
                    </a:cubicBezTo>
                    <a:cubicBezTo>
                      <a:pt x="23" y="7"/>
                      <a:pt x="24" y="4"/>
                      <a:pt x="24" y="1"/>
                    </a:cubicBezTo>
                    <a:lnTo>
                      <a:pt x="20" y="1"/>
                    </a:lnTo>
                    <a:cubicBezTo>
                      <a:pt x="19" y="0"/>
                      <a:pt x="17" y="0"/>
                      <a:pt x="16" y="0"/>
                    </a:cubicBezTo>
                    <a:cubicBezTo>
                      <a:pt x="13" y="0"/>
                      <a:pt x="11" y="1"/>
                      <a:pt x="8" y="2"/>
                    </a:cubicBezTo>
                    <a:cubicBezTo>
                      <a:pt x="5" y="3"/>
                      <a:pt x="3" y="5"/>
                      <a:pt x="2" y="8"/>
                    </a:cubicBezTo>
                    <a:cubicBezTo>
                      <a:pt x="1" y="10"/>
                      <a:pt x="0" y="12"/>
                      <a:pt x="0" y="14"/>
                    </a:cubicBezTo>
                    <a:cubicBezTo>
                      <a:pt x="6" y="23"/>
                      <a:pt x="15" y="31"/>
                      <a:pt x="25" y="37"/>
                    </a:cubicBezTo>
                    <a:cubicBezTo>
                      <a:pt x="26" y="38"/>
                      <a:pt x="28" y="39"/>
                      <a:pt x="29" y="3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9"/>
              <p:cNvSpPr/>
              <p:nvPr/>
            </p:nvSpPr>
            <p:spPr>
              <a:xfrm>
                <a:off x="36005" y="-568655"/>
                <a:ext cx="5400" cy="10800"/>
              </a:xfrm>
              <a:custGeom>
                <a:rect b="b" l="l" r="r" t="t"/>
                <a:pathLst>
                  <a:path extrusionOk="0" h="30" w="15">
                    <a:moveTo>
                      <a:pt x="5" y="0"/>
                    </a:moveTo>
                    <a:cubicBezTo>
                      <a:pt x="4" y="9"/>
                      <a:pt x="1" y="18"/>
                      <a:pt x="0" y="27"/>
                    </a:cubicBezTo>
                    <a:cubicBezTo>
                      <a:pt x="4" y="28"/>
                      <a:pt x="9" y="29"/>
                      <a:pt x="14" y="29"/>
                    </a:cubicBezTo>
                    <a:cubicBezTo>
                      <a:pt x="11" y="20"/>
                      <a:pt x="8" y="10"/>
                      <a:pt x="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9"/>
              <p:cNvSpPr/>
              <p:nvPr/>
            </p:nvSpPr>
            <p:spPr>
              <a:xfrm>
                <a:off x="26285" y="-572255"/>
                <a:ext cx="11520" cy="13680"/>
              </a:xfrm>
              <a:custGeom>
                <a:rect b="b" l="l" r="r" t="t"/>
                <a:pathLst>
                  <a:path extrusionOk="0" h="38" w="32">
                    <a:moveTo>
                      <a:pt x="28" y="0"/>
                    </a:moveTo>
                    <a:cubicBezTo>
                      <a:pt x="21" y="1"/>
                      <a:pt x="13" y="3"/>
                      <a:pt x="7" y="7"/>
                    </a:cubicBezTo>
                    <a:cubicBezTo>
                      <a:pt x="6" y="7"/>
                      <a:pt x="6" y="7"/>
                      <a:pt x="6" y="7"/>
                    </a:cubicBezTo>
                    <a:cubicBezTo>
                      <a:pt x="4" y="8"/>
                      <a:pt x="3" y="10"/>
                      <a:pt x="2" y="12"/>
                    </a:cubicBezTo>
                    <a:cubicBezTo>
                      <a:pt x="0" y="14"/>
                      <a:pt x="0" y="16"/>
                      <a:pt x="0" y="19"/>
                    </a:cubicBezTo>
                    <a:cubicBezTo>
                      <a:pt x="0" y="21"/>
                      <a:pt x="0" y="24"/>
                      <a:pt x="2" y="26"/>
                    </a:cubicBezTo>
                    <a:cubicBezTo>
                      <a:pt x="4" y="28"/>
                      <a:pt x="5" y="30"/>
                      <a:pt x="7" y="31"/>
                    </a:cubicBezTo>
                    <a:cubicBezTo>
                      <a:pt x="7" y="31"/>
                      <a:pt x="7" y="32"/>
                      <a:pt x="8" y="32"/>
                    </a:cubicBezTo>
                    <a:cubicBezTo>
                      <a:pt x="13" y="34"/>
                      <a:pt x="19" y="36"/>
                      <a:pt x="26" y="37"/>
                    </a:cubicBezTo>
                    <a:cubicBezTo>
                      <a:pt x="27" y="28"/>
                      <a:pt x="30" y="19"/>
                      <a:pt x="31" y="10"/>
                    </a:cubicBezTo>
                    <a:cubicBezTo>
                      <a:pt x="31" y="7"/>
                      <a:pt x="30" y="3"/>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9"/>
              <p:cNvSpPr/>
              <p:nvPr/>
            </p:nvSpPr>
            <p:spPr>
              <a:xfrm>
                <a:off x="18365" y="-593855"/>
                <a:ext cx="7560" cy="11520"/>
              </a:xfrm>
              <a:custGeom>
                <a:rect b="b" l="l" r="r" t="t"/>
                <a:pathLst>
                  <a:path extrusionOk="0" h="32" w="21">
                    <a:moveTo>
                      <a:pt x="18" y="31"/>
                    </a:moveTo>
                    <a:lnTo>
                      <a:pt x="20" y="31"/>
                    </a:lnTo>
                    <a:cubicBezTo>
                      <a:pt x="20" y="21"/>
                      <a:pt x="18" y="11"/>
                      <a:pt x="17" y="0"/>
                    </a:cubicBezTo>
                    <a:cubicBezTo>
                      <a:pt x="2" y="4"/>
                      <a:pt x="0" y="29"/>
                      <a:pt x="18"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9"/>
              <p:cNvSpPr/>
              <p:nvPr/>
            </p:nvSpPr>
            <p:spPr>
              <a:xfrm>
                <a:off x="24485" y="-593855"/>
                <a:ext cx="10800" cy="11880"/>
              </a:xfrm>
              <a:custGeom>
                <a:rect b="b" l="l" r="r" t="t"/>
                <a:pathLst>
                  <a:path extrusionOk="0" h="33" w="30">
                    <a:moveTo>
                      <a:pt x="5" y="0"/>
                    </a:moveTo>
                    <a:cubicBezTo>
                      <a:pt x="5" y="0"/>
                      <a:pt x="4" y="0"/>
                      <a:pt x="3" y="0"/>
                    </a:cubicBezTo>
                    <a:cubicBezTo>
                      <a:pt x="2" y="0"/>
                      <a:pt x="1" y="0"/>
                      <a:pt x="0" y="0"/>
                    </a:cubicBezTo>
                    <a:cubicBezTo>
                      <a:pt x="0" y="11"/>
                      <a:pt x="2" y="21"/>
                      <a:pt x="2" y="30"/>
                    </a:cubicBezTo>
                    <a:cubicBezTo>
                      <a:pt x="12" y="30"/>
                      <a:pt x="20" y="31"/>
                      <a:pt x="29" y="32"/>
                    </a:cubicBezTo>
                    <a:cubicBezTo>
                      <a:pt x="28" y="21"/>
                      <a:pt x="27" y="12"/>
                      <a:pt x="27" y="1"/>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9"/>
              <p:cNvSpPr/>
              <p:nvPr/>
            </p:nvSpPr>
            <p:spPr>
              <a:xfrm>
                <a:off x="28805" y="-635975"/>
                <a:ext cx="9000" cy="14400"/>
              </a:xfrm>
              <a:custGeom>
                <a:rect b="b" l="l" r="r" t="t"/>
                <a:pathLst>
                  <a:path extrusionOk="0" h="40" w="25">
                    <a:moveTo>
                      <a:pt x="20" y="2"/>
                    </a:moveTo>
                    <a:lnTo>
                      <a:pt x="19" y="2"/>
                    </a:lnTo>
                    <a:cubicBezTo>
                      <a:pt x="17" y="1"/>
                      <a:pt x="15" y="0"/>
                      <a:pt x="13" y="0"/>
                    </a:cubicBezTo>
                    <a:cubicBezTo>
                      <a:pt x="10" y="0"/>
                      <a:pt x="8" y="1"/>
                      <a:pt x="6" y="2"/>
                    </a:cubicBezTo>
                    <a:cubicBezTo>
                      <a:pt x="4" y="3"/>
                      <a:pt x="3" y="4"/>
                      <a:pt x="2" y="6"/>
                    </a:cubicBezTo>
                    <a:cubicBezTo>
                      <a:pt x="1" y="8"/>
                      <a:pt x="0" y="10"/>
                      <a:pt x="0" y="13"/>
                    </a:cubicBezTo>
                    <a:cubicBezTo>
                      <a:pt x="1" y="18"/>
                      <a:pt x="3" y="23"/>
                      <a:pt x="5" y="27"/>
                    </a:cubicBezTo>
                    <a:cubicBezTo>
                      <a:pt x="8" y="32"/>
                      <a:pt x="12" y="36"/>
                      <a:pt x="16" y="39"/>
                    </a:cubicBezTo>
                    <a:cubicBezTo>
                      <a:pt x="17" y="28"/>
                      <a:pt x="20" y="16"/>
                      <a:pt x="24" y="4"/>
                    </a:cubicBezTo>
                    <a:lnTo>
                      <a:pt x="2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9"/>
              <p:cNvSpPr/>
              <p:nvPr/>
            </p:nvSpPr>
            <p:spPr>
              <a:xfrm>
                <a:off x="44645" y="-672695"/>
                <a:ext cx="99000" cy="21600"/>
              </a:xfrm>
              <a:custGeom>
                <a:rect b="b" l="l" r="r" t="t"/>
                <a:pathLst>
                  <a:path extrusionOk="0" h="60" w="275">
                    <a:moveTo>
                      <a:pt x="0" y="58"/>
                    </a:moveTo>
                    <a:cubicBezTo>
                      <a:pt x="2" y="59"/>
                      <a:pt x="4" y="59"/>
                      <a:pt x="5" y="59"/>
                    </a:cubicBezTo>
                    <a:cubicBezTo>
                      <a:pt x="6" y="59"/>
                      <a:pt x="7" y="59"/>
                      <a:pt x="8" y="59"/>
                    </a:cubicBezTo>
                    <a:cubicBezTo>
                      <a:pt x="38" y="59"/>
                      <a:pt x="68" y="54"/>
                      <a:pt x="95" y="43"/>
                    </a:cubicBezTo>
                    <a:cubicBezTo>
                      <a:pt x="144" y="19"/>
                      <a:pt x="217" y="30"/>
                      <a:pt x="270" y="26"/>
                    </a:cubicBezTo>
                    <a:cubicBezTo>
                      <a:pt x="274" y="26"/>
                      <a:pt x="273" y="20"/>
                      <a:pt x="270" y="20"/>
                    </a:cubicBezTo>
                    <a:cubicBezTo>
                      <a:pt x="217" y="15"/>
                      <a:pt x="149" y="0"/>
                      <a:pt x="97" y="14"/>
                    </a:cubicBezTo>
                    <a:cubicBezTo>
                      <a:pt x="70" y="21"/>
                      <a:pt x="43" y="24"/>
                      <a:pt x="16" y="24"/>
                    </a:cubicBezTo>
                    <a:cubicBezTo>
                      <a:pt x="14" y="31"/>
                      <a:pt x="12" y="37"/>
                      <a:pt x="9" y="42"/>
                    </a:cubicBezTo>
                    <a:cubicBezTo>
                      <a:pt x="6" y="48"/>
                      <a:pt x="3" y="53"/>
                      <a:pt x="0"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9"/>
              <p:cNvSpPr/>
              <p:nvPr/>
            </p:nvSpPr>
            <p:spPr>
              <a:xfrm>
                <a:off x="43565" y="-664055"/>
                <a:ext cx="7200" cy="12600"/>
              </a:xfrm>
              <a:custGeom>
                <a:rect b="b" l="l" r="r" t="t"/>
                <a:pathLst>
                  <a:path extrusionOk="0" h="35" w="20">
                    <a:moveTo>
                      <a:pt x="12" y="18"/>
                    </a:moveTo>
                    <a:cubicBezTo>
                      <a:pt x="15" y="13"/>
                      <a:pt x="17" y="7"/>
                      <a:pt x="19" y="0"/>
                    </a:cubicBezTo>
                    <a:lnTo>
                      <a:pt x="18" y="0"/>
                    </a:lnTo>
                    <a:cubicBezTo>
                      <a:pt x="12" y="9"/>
                      <a:pt x="7" y="19"/>
                      <a:pt x="2" y="28"/>
                    </a:cubicBezTo>
                    <a:cubicBezTo>
                      <a:pt x="2" y="30"/>
                      <a:pt x="1" y="32"/>
                      <a:pt x="0" y="33"/>
                    </a:cubicBezTo>
                    <a:lnTo>
                      <a:pt x="3" y="34"/>
                    </a:lnTo>
                    <a:cubicBezTo>
                      <a:pt x="6" y="29"/>
                      <a:pt x="9" y="24"/>
                      <a:pt x="12"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9"/>
              <p:cNvSpPr/>
              <p:nvPr/>
            </p:nvSpPr>
            <p:spPr>
              <a:xfrm>
                <a:off x="38525" y="-664055"/>
                <a:ext cx="11880" cy="12240"/>
              </a:xfrm>
              <a:custGeom>
                <a:rect b="b" l="l" r="r" t="t"/>
                <a:pathLst>
                  <a:path extrusionOk="0" h="34" w="33">
                    <a:moveTo>
                      <a:pt x="32" y="0"/>
                    </a:moveTo>
                    <a:lnTo>
                      <a:pt x="21" y="0"/>
                    </a:lnTo>
                    <a:cubicBezTo>
                      <a:pt x="1" y="0"/>
                      <a:pt x="0" y="25"/>
                      <a:pt x="14" y="33"/>
                    </a:cubicBezTo>
                    <a:cubicBezTo>
                      <a:pt x="14" y="32"/>
                      <a:pt x="15" y="30"/>
                      <a:pt x="16" y="28"/>
                    </a:cubicBezTo>
                    <a:cubicBezTo>
                      <a:pt x="21" y="19"/>
                      <a:pt x="26" y="9"/>
                      <a:pt x="3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9"/>
              <p:cNvSpPr/>
              <p:nvPr/>
            </p:nvSpPr>
            <p:spPr>
              <a:xfrm>
                <a:off x="33845" y="-757295"/>
                <a:ext cx="110520" cy="18360"/>
              </a:xfrm>
              <a:custGeom>
                <a:rect b="b" l="l" r="r" t="t"/>
                <a:pathLst>
                  <a:path extrusionOk="0" h="51" w="307">
                    <a:moveTo>
                      <a:pt x="151" y="38"/>
                    </a:moveTo>
                    <a:cubicBezTo>
                      <a:pt x="201" y="26"/>
                      <a:pt x="252" y="33"/>
                      <a:pt x="302" y="22"/>
                    </a:cubicBezTo>
                    <a:lnTo>
                      <a:pt x="303" y="22"/>
                    </a:lnTo>
                    <a:cubicBezTo>
                      <a:pt x="304" y="21"/>
                      <a:pt x="304" y="21"/>
                      <a:pt x="305" y="20"/>
                    </a:cubicBezTo>
                    <a:cubicBezTo>
                      <a:pt x="306" y="19"/>
                      <a:pt x="305" y="18"/>
                      <a:pt x="305" y="18"/>
                    </a:cubicBezTo>
                    <a:cubicBezTo>
                      <a:pt x="305" y="17"/>
                      <a:pt x="306" y="16"/>
                      <a:pt x="305" y="15"/>
                    </a:cubicBezTo>
                    <a:cubicBezTo>
                      <a:pt x="304" y="14"/>
                      <a:pt x="304" y="15"/>
                      <a:pt x="303" y="14"/>
                    </a:cubicBezTo>
                    <a:cubicBezTo>
                      <a:pt x="302" y="13"/>
                      <a:pt x="301" y="13"/>
                      <a:pt x="301" y="13"/>
                    </a:cubicBezTo>
                    <a:cubicBezTo>
                      <a:pt x="300" y="13"/>
                      <a:pt x="300" y="13"/>
                      <a:pt x="300" y="13"/>
                    </a:cubicBezTo>
                    <a:cubicBezTo>
                      <a:pt x="256" y="16"/>
                      <a:pt x="211" y="18"/>
                      <a:pt x="167" y="18"/>
                    </a:cubicBezTo>
                    <a:cubicBezTo>
                      <a:pt x="144" y="18"/>
                      <a:pt x="120" y="17"/>
                      <a:pt x="97" y="16"/>
                    </a:cubicBezTo>
                    <a:cubicBezTo>
                      <a:pt x="64" y="13"/>
                      <a:pt x="32" y="8"/>
                      <a:pt x="0" y="0"/>
                    </a:cubicBezTo>
                    <a:cubicBezTo>
                      <a:pt x="3" y="8"/>
                      <a:pt x="5" y="16"/>
                      <a:pt x="5" y="25"/>
                    </a:cubicBezTo>
                    <a:cubicBezTo>
                      <a:pt x="5" y="28"/>
                      <a:pt x="5" y="31"/>
                      <a:pt x="4" y="34"/>
                    </a:cubicBezTo>
                    <a:cubicBezTo>
                      <a:pt x="53" y="39"/>
                      <a:pt x="101" y="50"/>
                      <a:pt x="15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9"/>
              <p:cNvSpPr/>
              <p:nvPr/>
            </p:nvSpPr>
            <p:spPr>
              <a:xfrm>
                <a:off x="22325" y="-758735"/>
                <a:ext cx="13680" cy="14040"/>
              </a:xfrm>
              <a:custGeom>
                <a:rect b="b" l="l" r="r" t="t"/>
                <a:pathLst>
                  <a:path extrusionOk="0" h="39" w="38">
                    <a:moveTo>
                      <a:pt x="32" y="4"/>
                    </a:moveTo>
                    <a:lnTo>
                      <a:pt x="26" y="3"/>
                    </a:lnTo>
                    <a:cubicBezTo>
                      <a:pt x="4" y="0"/>
                      <a:pt x="0" y="35"/>
                      <a:pt x="22" y="37"/>
                    </a:cubicBezTo>
                    <a:lnTo>
                      <a:pt x="36" y="38"/>
                    </a:lnTo>
                    <a:cubicBezTo>
                      <a:pt x="37" y="35"/>
                      <a:pt x="37" y="32"/>
                      <a:pt x="37" y="29"/>
                    </a:cubicBezTo>
                    <a:cubicBezTo>
                      <a:pt x="37" y="20"/>
                      <a:pt x="35" y="12"/>
                      <a:pt x="3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9"/>
              <p:cNvSpPr/>
              <p:nvPr/>
            </p:nvSpPr>
            <p:spPr>
              <a:xfrm>
                <a:off x="192965" y="-878975"/>
                <a:ext cx="43560" cy="8280"/>
              </a:xfrm>
              <a:custGeom>
                <a:rect b="b" l="l" r="r" t="t"/>
                <a:pathLst>
                  <a:path extrusionOk="0" h="23" w="121">
                    <a:moveTo>
                      <a:pt x="3" y="16"/>
                    </a:moveTo>
                    <a:cubicBezTo>
                      <a:pt x="16" y="20"/>
                      <a:pt x="30" y="22"/>
                      <a:pt x="43" y="22"/>
                    </a:cubicBezTo>
                    <a:cubicBezTo>
                      <a:pt x="48" y="22"/>
                      <a:pt x="52" y="22"/>
                      <a:pt x="57" y="21"/>
                    </a:cubicBezTo>
                    <a:cubicBezTo>
                      <a:pt x="68" y="20"/>
                      <a:pt x="80" y="19"/>
                      <a:pt x="92" y="19"/>
                    </a:cubicBezTo>
                    <a:cubicBezTo>
                      <a:pt x="93" y="19"/>
                      <a:pt x="94" y="19"/>
                      <a:pt x="95" y="19"/>
                    </a:cubicBezTo>
                    <a:cubicBezTo>
                      <a:pt x="101" y="19"/>
                      <a:pt x="107" y="20"/>
                      <a:pt x="114" y="20"/>
                    </a:cubicBezTo>
                    <a:cubicBezTo>
                      <a:pt x="120" y="20"/>
                      <a:pt x="120" y="11"/>
                      <a:pt x="114" y="10"/>
                    </a:cubicBezTo>
                    <a:cubicBezTo>
                      <a:pt x="108" y="9"/>
                      <a:pt x="100" y="6"/>
                      <a:pt x="91" y="4"/>
                    </a:cubicBezTo>
                    <a:cubicBezTo>
                      <a:pt x="80" y="2"/>
                      <a:pt x="68" y="1"/>
                      <a:pt x="57" y="1"/>
                    </a:cubicBezTo>
                    <a:cubicBezTo>
                      <a:pt x="52" y="0"/>
                      <a:pt x="47" y="0"/>
                      <a:pt x="42" y="0"/>
                    </a:cubicBezTo>
                    <a:cubicBezTo>
                      <a:pt x="29" y="0"/>
                      <a:pt x="16" y="2"/>
                      <a:pt x="3" y="6"/>
                    </a:cubicBezTo>
                    <a:cubicBezTo>
                      <a:pt x="2" y="7"/>
                      <a:pt x="1" y="8"/>
                      <a:pt x="1" y="8"/>
                    </a:cubicBezTo>
                    <a:cubicBezTo>
                      <a:pt x="0" y="9"/>
                      <a:pt x="0" y="10"/>
                      <a:pt x="0" y="11"/>
                    </a:cubicBezTo>
                    <a:cubicBezTo>
                      <a:pt x="0" y="12"/>
                      <a:pt x="0" y="13"/>
                      <a:pt x="1" y="14"/>
                    </a:cubicBezTo>
                    <a:cubicBezTo>
                      <a:pt x="1" y="14"/>
                      <a:pt x="2" y="15"/>
                      <a:pt x="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9"/>
              <p:cNvSpPr/>
              <p:nvPr/>
            </p:nvSpPr>
            <p:spPr>
              <a:xfrm>
                <a:off x="115205" y="-881495"/>
                <a:ext cx="51840" cy="9720"/>
              </a:xfrm>
              <a:custGeom>
                <a:rect b="b" l="l" r="r" t="t"/>
                <a:pathLst>
                  <a:path extrusionOk="0" h="27" w="144">
                    <a:moveTo>
                      <a:pt x="2" y="9"/>
                    </a:moveTo>
                    <a:cubicBezTo>
                      <a:pt x="1" y="9"/>
                      <a:pt x="1" y="9"/>
                      <a:pt x="0" y="10"/>
                    </a:cubicBezTo>
                    <a:cubicBezTo>
                      <a:pt x="0" y="11"/>
                      <a:pt x="0" y="12"/>
                      <a:pt x="0" y="13"/>
                    </a:cubicBezTo>
                    <a:cubicBezTo>
                      <a:pt x="0" y="14"/>
                      <a:pt x="0" y="15"/>
                      <a:pt x="0" y="15"/>
                    </a:cubicBezTo>
                    <a:cubicBezTo>
                      <a:pt x="1" y="16"/>
                      <a:pt x="1" y="16"/>
                      <a:pt x="2" y="17"/>
                    </a:cubicBezTo>
                    <a:cubicBezTo>
                      <a:pt x="16" y="23"/>
                      <a:pt x="32" y="26"/>
                      <a:pt x="48" y="26"/>
                    </a:cubicBezTo>
                    <a:cubicBezTo>
                      <a:pt x="54" y="26"/>
                      <a:pt x="59" y="26"/>
                      <a:pt x="65" y="25"/>
                    </a:cubicBezTo>
                    <a:cubicBezTo>
                      <a:pt x="89" y="25"/>
                      <a:pt x="112" y="22"/>
                      <a:pt x="137" y="20"/>
                    </a:cubicBezTo>
                    <a:cubicBezTo>
                      <a:pt x="138" y="20"/>
                      <a:pt x="139" y="19"/>
                      <a:pt x="140" y="19"/>
                    </a:cubicBezTo>
                    <a:cubicBezTo>
                      <a:pt x="142" y="18"/>
                      <a:pt x="142" y="18"/>
                      <a:pt x="142" y="17"/>
                    </a:cubicBezTo>
                    <a:cubicBezTo>
                      <a:pt x="143" y="16"/>
                      <a:pt x="143" y="15"/>
                      <a:pt x="143" y="14"/>
                    </a:cubicBezTo>
                    <a:cubicBezTo>
                      <a:pt x="143" y="13"/>
                      <a:pt x="143" y="12"/>
                      <a:pt x="142" y="11"/>
                    </a:cubicBezTo>
                    <a:cubicBezTo>
                      <a:pt x="142" y="10"/>
                      <a:pt x="141" y="9"/>
                      <a:pt x="140" y="9"/>
                    </a:cubicBezTo>
                    <a:cubicBezTo>
                      <a:pt x="139" y="8"/>
                      <a:pt x="138" y="8"/>
                      <a:pt x="137" y="8"/>
                    </a:cubicBezTo>
                    <a:cubicBezTo>
                      <a:pt x="113" y="6"/>
                      <a:pt x="90" y="1"/>
                      <a:pt x="66" y="1"/>
                    </a:cubicBezTo>
                    <a:cubicBezTo>
                      <a:pt x="60" y="0"/>
                      <a:pt x="54" y="0"/>
                      <a:pt x="47" y="0"/>
                    </a:cubicBezTo>
                    <a:cubicBezTo>
                      <a:pt x="32" y="0"/>
                      <a:pt x="16" y="3"/>
                      <a:pt x="2"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9"/>
              <p:cNvSpPr/>
              <p:nvPr/>
            </p:nvSpPr>
            <p:spPr>
              <a:xfrm>
                <a:off x="16205" y="-886175"/>
                <a:ext cx="81000" cy="14400"/>
              </a:xfrm>
              <a:custGeom>
                <a:rect b="b" l="l" r="r" t="t"/>
                <a:pathLst>
                  <a:path extrusionOk="0" h="40" w="225">
                    <a:moveTo>
                      <a:pt x="217" y="10"/>
                    </a:moveTo>
                    <a:cubicBezTo>
                      <a:pt x="184" y="5"/>
                      <a:pt x="151" y="3"/>
                      <a:pt x="118" y="3"/>
                    </a:cubicBezTo>
                    <a:cubicBezTo>
                      <a:pt x="112" y="3"/>
                      <a:pt x="106" y="3"/>
                      <a:pt x="99" y="3"/>
                    </a:cubicBezTo>
                    <a:cubicBezTo>
                      <a:pt x="66" y="2"/>
                      <a:pt x="33" y="1"/>
                      <a:pt x="0" y="0"/>
                    </a:cubicBezTo>
                    <a:cubicBezTo>
                      <a:pt x="0" y="13"/>
                      <a:pt x="0" y="26"/>
                      <a:pt x="0" y="39"/>
                    </a:cubicBezTo>
                    <a:cubicBezTo>
                      <a:pt x="2" y="39"/>
                      <a:pt x="4" y="39"/>
                      <a:pt x="7" y="39"/>
                    </a:cubicBezTo>
                    <a:cubicBezTo>
                      <a:pt x="77" y="39"/>
                      <a:pt x="148" y="34"/>
                      <a:pt x="218" y="24"/>
                    </a:cubicBezTo>
                    <a:cubicBezTo>
                      <a:pt x="224" y="23"/>
                      <a:pt x="224" y="12"/>
                      <a:pt x="217"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9"/>
              <p:cNvSpPr/>
              <p:nvPr/>
            </p:nvSpPr>
            <p:spPr>
              <a:xfrm>
                <a:off x="3245" y="-885815"/>
                <a:ext cx="13320" cy="14400"/>
              </a:xfrm>
              <a:custGeom>
                <a:rect b="b" l="l" r="r" t="t"/>
                <a:pathLst>
                  <a:path extrusionOk="0" h="40" w="37">
                    <a:moveTo>
                      <a:pt x="36" y="0"/>
                    </a:moveTo>
                    <a:lnTo>
                      <a:pt x="28" y="0"/>
                    </a:lnTo>
                    <a:cubicBezTo>
                      <a:pt x="3" y="0"/>
                      <a:pt x="0" y="39"/>
                      <a:pt x="25" y="39"/>
                    </a:cubicBezTo>
                    <a:lnTo>
                      <a:pt x="35" y="39"/>
                    </a:lnTo>
                    <a:cubicBezTo>
                      <a:pt x="36" y="26"/>
                      <a:pt x="36" y="13"/>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9"/>
              <p:cNvSpPr/>
              <p:nvPr/>
            </p:nvSpPr>
            <p:spPr>
              <a:xfrm>
                <a:off x="1221845" y="-1049975"/>
                <a:ext cx="21960" cy="28440"/>
              </a:xfrm>
              <a:custGeom>
                <a:rect b="b" l="l" r="r" t="t"/>
                <a:pathLst>
                  <a:path extrusionOk="0" h="79" w="61">
                    <a:moveTo>
                      <a:pt x="45" y="72"/>
                    </a:moveTo>
                    <a:cubicBezTo>
                      <a:pt x="50" y="78"/>
                      <a:pt x="60" y="72"/>
                      <a:pt x="60" y="65"/>
                    </a:cubicBezTo>
                    <a:cubicBezTo>
                      <a:pt x="60" y="50"/>
                      <a:pt x="50" y="42"/>
                      <a:pt x="41" y="31"/>
                    </a:cubicBezTo>
                    <a:cubicBezTo>
                      <a:pt x="38" y="25"/>
                      <a:pt x="34" y="20"/>
                      <a:pt x="29" y="15"/>
                    </a:cubicBezTo>
                    <a:cubicBezTo>
                      <a:pt x="27" y="13"/>
                      <a:pt x="25" y="10"/>
                      <a:pt x="23" y="8"/>
                    </a:cubicBezTo>
                    <a:cubicBezTo>
                      <a:pt x="23" y="7"/>
                      <a:pt x="23" y="7"/>
                      <a:pt x="22" y="6"/>
                    </a:cubicBezTo>
                    <a:cubicBezTo>
                      <a:pt x="21" y="4"/>
                      <a:pt x="20" y="3"/>
                      <a:pt x="18" y="2"/>
                    </a:cubicBezTo>
                    <a:cubicBezTo>
                      <a:pt x="16" y="1"/>
                      <a:pt x="14" y="0"/>
                      <a:pt x="12" y="0"/>
                    </a:cubicBezTo>
                    <a:cubicBezTo>
                      <a:pt x="10" y="0"/>
                      <a:pt x="8" y="1"/>
                      <a:pt x="6" y="2"/>
                    </a:cubicBezTo>
                    <a:cubicBezTo>
                      <a:pt x="4" y="3"/>
                      <a:pt x="2" y="3"/>
                      <a:pt x="1" y="6"/>
                    </a:cubicBezTo>
                    <a:cubicBezTo>
                      <a:pt x="0" y="8"/>
                      <a:pt x="0" y="9"/>
                      <a:pt x="0" y="11"/>
                    </a:cubicBezTo>
                    <a:cubicBezTo>
                      <a:pt x="0" y="25"/>
                      <a:pt x="9" y="32"/>
                      <a:pt x="17" y="43"/>
                    </a:cubicBezTo>
                    <a:cubicBezTo>
                      <a:pt x="25" y="54"/>
                      <a:pt x="37" y="61"/>
                      <a:pt x="45"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9"/>
              <p:cNvSpPr/>
              <p:nvPr/>
            </p:nvSpPr>
            <p:spPr>
              <a:xfrm>
                <a:off x="1247405" y="-1012535"/>
                <a:ext cx="81720" cy="304200"/>
              </a:xfrm>
              <a:custGeom>
                <a:rect b="b" l="l" r="r" t="t"/>
                <a:pathLst>
                  <a:path extrusionOk="0" h="845" w="227">
                    <a:moveTo>
                      <a:pt x="138" y="437"/>
                    </a:moveTo>
                    <a:cubicBezTo>
                      <a:pt x="155" y="501"/>
                      <a:pt x="165" y="566"/>
                      <a:pt x="169" y="632"/>
                    </a:cubicBezTo>
                    <a:cubicBezTo>
                      <a:pt x="173" y="698"/>
                      <a:pt x="167" y="773"/>
                      <a:pt x="181" y="838"/>
                    </a:cubicBezTo>
                    <a:cubicBezTo>
                      <a:pt x="181" y="839"/>
                      <a:pt x="182" y="839"/>
                      <a:pt x="182" y="840"/>
                    </a:cubicBezTo>
                    <a:cubicBezTo>
                      <a:pt x="183" y="841"/>
                      <a:pt x="183" y="842"/>
                      <a:pt x="184" y="843"/>
                    </a:cubicBezTo>
                    <a:cubicBezTo>
                      <a:pt x="185" y="843"/>
                      <a:pt x="187" y="844"/>
                      <a:pt x="188" y="844"/>
                    </a:cubicBezTo>
                    <a:cubicBezTo>
                      <a:pt x="189" y="844"/>
                      <a:pt x="191" y="843"/>
                      <a:pt x="192" y="843"/>
                    </a:cubicBezTo>
                    <a:cubicBezTo>
                      <a:pt x="194" y="842"/>
                      <a:pt x="194" y="841"/>
                      <a:pt x="194" y="840"/>
                    </a:cubicBezTo>
                    <a:cubicBezTo>
                      <a:pt x="195" y="839"/>
                      <a:pt x="195" y="839"/>
                      <a:pt x="195" y="838"/>
                    </a:cubicBezTo>
                    <a:cubicBezTo>
                      <a:pt x="226" y="700"/>
                      <a:pt x="180" y="555"/>
                      <a:pt x="162" y="419"/>
                    </a:cubicBezTo>
                    <a:cubicBezTo>
                      <a:pt x="142" y="281"/>
                      <a:pt x="96" y="149"/>
                      <a:pt x="26" y="29"/>
                    </a:cubicBezTo>
                    <a:cubicBezTo>
                      <a:pt x="22" y="21"/>
                      <a:pt x="17" y="13"/>
                      <a:pt x="13" y="6"/>
                    </a:cubicBezTo>
                    <a:cubicBezTo>
                      <a:pt x="9" y="0"/>
                      <a:pt x="0" y="4"/>
                      <a:pt x="2" y="10"/>
                    </a:cubicBezTo>
                    <a:cubicBezTo>
                      <a:pt x="34" y="91"/>
                      <a:pt x="81" y="167"/>
                      <a:pt x="101" y="252"/>
                    </a:cubicBezTo>
                    <a:cubicBezTo>
                      <a:pt x="115" y="313"/>
                      <a:pt x="121" y="377"/>
                      <a:pt x="138" y="4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9"/>
              <p:cNvSpPr/>
              <p:nvPr/>
            </p:nvSpPr>
            <p:spPr>
              <a:xfrm>
                <a:off x="1294565" y="-718775"/>
                <a:ext cx="6840" cy="25200"/>
              </a:xfrm>
              <a:custGeom>
                <a:rect b="b" l="l" r="r" t="t"/>
                <a:pathLst>
                  <a:path extrusionOk="0" h="70" w="19">
                    <a:moveTo>
                      <a:pt x="5" y="3"/>
                    </a:moveTo>
                    <a:cubicBezTo>
                      <a:pt x="2" y="14"/>
                      <a:pt x="0" y="25"/>
                      <a:pt x="0" y="37"/>
                    </a:cubicBezTo>
                    <a:cubicBezTo>
                      <a:pt x="0" y="45"/>
                      <a:pt x="1" y="54"/>
                      <a:pt x="3" y="62"/>
                    </a:cubicBezTo>
                    <a:cubicBezTo>
                      <a:pt x="3" y="69"/>
                      <a:pt x="14" y="68"/>
                      <a:pt x="15" y="62"/>
                    </a:cubicBezTo>
                    <a:cubicBezTo>
                      <a:pt x="17" y="53"/>
                      <a:pt x="18" y="45"/>
                      <a:pt x="18" y="36"/>
                    </a:cubicBezTo>
                    <a:cubicBezTo>
                      <a:pt x="18" y="25"/>
                      <a:pt x="16" y="15"/>
                      <a:pt x="13" y="4"/>
                    </a:cubicBezTo>
                    <a:cubicBezTo>
                      <a:pt x="13" y="3"/>
                      <a:pt x="14" y="3"/>
                      <a:pt x="13" y="2"/>
                    </a:cubicBezTo>
                    <a:cubicBezTo>
                      <a:pt x="12" y="1"/>
                      <a:pt x="12" y="2"/>
                      <a:pt x="11" y="1"/>
                    </a:cubicBezTo>
                    <a:cubicBezTo>
                      <a:pt x="10" y="0"/>
                      <a:pt x="10" y="0"/>
                      <a:pt x="9" y="0"/>
                    </a:cubicBezTo>
                    <a:cubicBezTo>
                      <a:pt x="8" y="0"/>
                      <a:pt x="8" y="0"/>
                      <a:pt x="7" y="1"/>
                    </a:cubicBezTo>
                    <a:cubicBezTo>
                      <a:pt x="6" y="2"/>
                      <a:pt x="6" y="1"/>
                      <a:pt x="5" y="2"/>
                    </a:cubicBezTo>
                    <a:cubicBezTo>
                      <a:pt x="4" y="3"/>
                      <a:pt x="5"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9"/>
              <p:cNvSpPr/>
              <p:nvPr/>
            </p:nvSpPr>
            <p:spPr>
              <a:xfrm>
                <a:off x="1187285" y="-1062935"/>
                <a:ext cx="114120" cy="306360"/>
              </a:xfrm>
              <a:custGeom>
                <a:rect b="b" l="l" r="r" t="t"/>
                <a:pathLst>
                  <a:path extrusionOk="0" h="851" w="317">
                    <a:moveTo>
                      <a:pt x="290" y="620"/>
                    </a:moveTo>
                    <a:cubicBezTo>
                      <a:pt x="266" y="539"/>
                      <a:pt x="257" y="452"/>
                      <a:pt x="231" y="371"/>
                    </a:cubicBezTo>
                    <a:cubicBezTo>
                      <a:pt x="207" y="303"/>
                      <a:pt x="177" y="237"/>
                      <a:pt x="141" y="175"/>
                    </a:cubicBezTo>
                    <a:cubicBezTo>
                      <a:pt x="135" y="165"/>
                      <a:pt x="129" y="155"/>
                      <a:pt x="123" y="145"/>
                    </a:cubicBezTo>
                    <a:cubicBezTo>
                      <a:pt x="94" y="95"/>
                      <a:pt x="64" y="29"/>
                      <a:pt x="11" y="1"/>
                    </a:cubicBezTo>
                    <a:cubicBezTo>
                      <a:pt x="10" y="0"/>
                      <a:pt x="9" y="0"/>
                      <a:pt x="8" y="0"/>
                    </a:cubicBezTo>
                    <a:cubicBezTo>
                      <a:pt x="6" y="0"/>
                      <a:pt x="5" y="0"/>
                      <a:pt x="4" y="1"/>
                    </a:cubicBezTo>
                    <a:cubicBezTo>
                      <a:pt x="3" y="2"/>
                      <a:pt x="2" y="3"/>
                      <a:pt x="1" y="4"/>
                    </a:cubicBezTo>
                    <a:cubicBezTo>
                      <a:pt x="0" y="5"/>
                      <a:pt x="0" y="6"/>
                      <a:pt x="0" y="7"/>
                    </a:cubicBezTo>
                    <a:cubicBezTo>
                      <a:pt x="0" y="8"/>
                      <a:pt x="0" y="8"/>
                      <a:pt x="1" y="9"/>
                    </a:cubicBezTo>
                    <a:cubicBezTo>
                      <a:pt x="11" y="58"/>
                      <a:pt x="65" y="90"/>
                      <a:pt x="85" y="135"/>
                    </a:cubicBezTo>
                    <a:cubicBezTo>
                      <a:pt x="101" y="172"/>
                      <a:pt x="132" y="202"/>
                      <a:pt x="148" y="240"/>
                    </a:cubicBezTo>
                    <a:cubicBezTo>
                      <a:pt x="162" y="274"/>
                      <a:pt x="179" y="308"/>
                      <a:pt x="192" y="343"/>
                    </a:cubicBezTo>
                    <a:cubicBezTo>
                      <a:pt x="225" y="430"/>
                      <a:pt x="236" y="524"/>
                      <a:pt x="263" y="613"/>
                    </a:cubicBezTo>
                    <a:cubicBezTo>
                      <a:pt x="285" y="687"/>
                      <a:pt x="277" y="770"/>
                      <a:pt x="296" y="844"/>
                    </a:cubicBezTo>
                    <a:cubicBezTo>
                      <a:pt x="297" y="849"/>
                      <a:pt x="303" y="850"/>
                      <a:pt x="304" y="844"/>
                    </a:cubicBezTo>
                    <a:cubicBezTo>
                      <a:pt x="316" y="800"/>
                      <a:pt x="302" y="758"/>
                      <a:pt x="301" y="713"/>
                    </a:cubicBezTo>
                    <a:cubicBezTo>
                      <a:pt x="301" y="712"/>
                      <a:pt x="301" y="712"/>
                      <a:pt x="301" y="712"/>
                    </a:cubicBezTo>
                    <a:cubicBezTo>
                      <a:pt x="301" y="681"/>
                      <a:pt x="297" y="650"/>
                      <a:pt x="290" y="6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9"/>
              <p:cNvSpPr/>
              <p:nvPr/>
            </p:nvSpPr>
            <p:spPr>
              <a:xfrm>
                <a:off x="1106645" y="-1119815"/>
                <a:ext cx="67680" cy="50760"/>
              </a:xfrm>
              <a:custGeom>
                <a:rect b="b" l="l" r="r" t="t"/>
                <a:pathLst>
                  <a:path extrusionOk="0" h="141" w="188">
                    <a:moveTo>
                      <a:pt x="163" y="98"/>
                    </a:moveTo>
                    <a:cubicBezTo>
                      <a:pt x="146" y="87"/>
                      <a:pt x="132" y="73"/>
                      <a:pt x="115" y="61"/>
                    </a:cubicBezTo>
                    <a:cubicBezTo>
                      <a:pt x="100" y="48"/>
                      <a:pt x="83" y="37"/>
                      <a:pt x="66" y="27"/>
                    </a:cubicBezTo>
                    <a:cubicBezTo>
                      <a:pt x="48" y="17"/>
                      <a:pt x="30" y="8"/>
                      <a:pt x="10" y="0"/>
                    </a:cubicBezTo>
                    <a:cubicBezTo>
                      <a:pt x="10" y="0"/>
                      <a:pt x="9" y="0"/>
                      <a:pt x="8" y="0"/>
                    </a:cubicBezTo>
                    <a:cubicBezTo>
                      <a:pt x="7" y="0"/>
                      <a:pt x="5" y="0"/>
                      <a:pt x="4" y="1"/>
                    </a:cubicBezTo>
                    <a:cubicBezTo>
                      <a:pt x="3" y="2"/>
                      <a:pt x="2" y="3"/>
                      <a:pt x="1" y="4"/>
                    </a:cubicBezTo>
                    <a:cubicBezTo>
                      <a:pt x="0" y="5"/>
                      <a:pt x="0" y="6"/>
                      <a:pt x="0" y="8"/>
                    </a:cubicBezTo>
                    <a:cubicBezTo>
                      <a:pt x="0" y="9"/>
                      <a:pt x="1" y="10"/>
                      <a:pt x="1" y="11"/>
                    </a:cubicBezTo>
                    <a:cubicBezTo>
                      <a:pt x="2" y="12"/>
                      <a:pt x="2" y="12"/>
                      <a:pt x="2" y="12"/>
                    </a:cubicBezTo>
                    <a:cubicBezTo>
                      <a:pt x="10" y="23"/>
                      <a:pt x="21" y="32"/>
                      <a:pt x="32" y="39"/>
                    </a:cubicBezTo>
                    <a:cubicBezTo>
                      <a:pt x="36" y="41"/>
                      <a:pt x="40" y="43"/>
                      <a:pt x="44" y="45"/>
                    </a:cubicBezTo>
                    <a:cubicBezTo>
                      <a:pt x="47" y="46"/>
                      <a:pt x="50" y="48"/>
                      <a:pt x="53" y="49"/>
                    </a:cubicBezTo>
                    <a:cubicBezTo>
                      <a:pt x="67" y="57"/>
                      <a:pt x="80" y="67"/>
                      <a:pt x="93" y="78"/>
                    </a:cubicBezTo>
                    <a:cubicBezTo>
                      <a:pt x="119" y="97"/>
                      <a:pt x="146" y="133"/>
                      <a:pt x="178" y="140"/>
                    </a:cubicBezTo>
                    <a:cubicBezTo>
                      <a:pt x="179" y="140"/>
                      <a:pt x="179" y="140"/>
                      <a:pt x="180" y="140"/>
                    </a:cubicBezTo>
                    <a:cubicBezTo>
                      <a:pt x="181" y="140"/>
                      <a:pt x="182" y="140"/>
                      <a:pt x="183" y="139"/>
                    </a:cubicBezTo>
                    <a:cubicBezTo>
                      <a:pt x="184" y="138"/>
                      <a:pt x="185" y="138"/>
                      <a:pt x="186" y="136"/>
                    </a:cubicBezTo>
                    <a:cubicBezTo>
                      <a:pt x="187" y="134"/>
                      <a:pt x="187" y="134"/>
                      <a:pt x="187" y="133"/>
                    </a:cubicBezTo>
                    <a:cubicBezTo>
                      <a:pt x="187" y="132"/>
                      <a:pt x="187" y="132"/>
                      <a:pt x="187" y="131"/>
                    </a:cubicBezTo>
                    <a:cubicBezTo>
                      <a:pt x="186" y="126"/>
                      <a:pt x="184" y="121"/>
                      <a:pt x="181" y="116"/>
                    </a:cubicBezTo>
                    <a:cubicBezTo>
                      <a:pt x="177" y="109"/>
                      <a:pt x="171" y="103"/>
                      <a:pt x="164" y="98"/>
                    </a:cubicBezTo>
                    <a:lnTo>
                      <a:pt x="163" y="9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9"/>
              <p:cNvSpPr/>
              <p:nvPr/>
            </p:nvSpPr>
            <p:spPr>
              <a:xfrm>
                <a:off x="1257485" y="-717695"/>
                <a:ext cx="24480" cy="76680"/>
              </a:xfrm>
              <a:custGeom>
                <a:rect b="b" l="l" r="r" t="t"/>
                <a:pathLst>
                  <a:path extrusionOk="0" h="213" w="68">
                    <a:moveTo>
                      <a:pt x="25" y="208"/>
                    </a:moveTo>
                    <a:cubicBezTo>
                      <a:pt x="39" y="173"/>
                      <a:pt x="48" y="137"/>
                      <a:pt x="51" y="100"/>
                    </a:cubicBezTo>
                    <a:cubicBezTo>
                      <a:pt x="53" y="68"/>
                      <a:pt x="67" y="33"/>
                      <a:pt x="53" y="3"/>
                    </a:cubicBezTo>
                    <a:lnTo>
                      <a:pt x="53" y="2"/>
                    </a:lnTo>
                    <a:cubicBezTo>
                      <a:pt x="53" y="2"/>
                      <a:pt x="52" y="1"/>
                      <a:pt x="51" y="0"/>
                    </a:cubicBezTo>
                    <a:cubicBezTo>
                      <a:pt x="50" y="0"/>
                      <a:pt x="49" y="0"/>
                      <a:pt x="48" y="0"/>
                    </a:cubicBezTo>
                    <a:cubicBezTo>
                      <a:pt x="48" y="0"/>
                      <a:pt x="47" y="0"/>
                      <a:pt x="46" y="0"/>
                    </a:cubicBezTo>
                    <a:cubicBezTo>
                      <a:pt x="45" y="1"/>
                      <a:pt x="44" y="2"/>
                      <a:pt x="44" y="2"/>
                    </a:cubicBezTo>
                    <a:cubicBezTo>
                      <a:pt x="44" y="3"/>
                      <a:pt x="44" y="3"/>
                      <a:pt x="44" y="3"/>
                    </a:cubicBezTo>
                    <a:cubicBezTo>
                      <a:pt x="27" y="38"/>
                      <a:pt x="28" y="81"/>
                      <a:pt x="22" y="119"/>
                    </a:cubicBezTo>
                    <a:cubicBezTo>
                      <a:pt x="17" y="149"/>
                      <a:pt x="0" y="179"/>
                      <a:pt x="13" y="208"/>
                    </a:cubicBezTo>
                    <a:lnTo>
                      <a:pt x="14" y="208"/>
                    </a:lnTo>
                    <a:cubicBezTo>
                      <a:pt x="14" y="209"/>
                      <a:pt x="15" y="211"/>
                      <a:pt x="16" y="211"/>
                    </a:cubicBezTo>
                    <a:cubicBezTo>
                      <a:pt x="17" y="212"/>
                      <a:pt x="18" y="212"/>
                      <a:pt x="19" y="212"/>
                    </a:cubicBezTo>
                    <a:cubicBezTo>
                      <a:pt x="20" y="212"/>
                      <a:pt x="21" y="212"/>
                      <a:pt x="22" y="211"/>
                    </a:cubicBezTo>
                    <a:cubicBezTo>
                      <a:pt x="23" y="211"/>
                      <a:pt x="24" y="209"/>
                      <a:pt x="25" y="20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9"/>
              <p:cNvSpPr/>
              <p:nvPr/>
            </p:nvSpPr>
            <p:spPr>
              <a:xfrm>
                <a:off x="1270445" y="-762695"/>
                <a:ext cx="12600" cy="30240"/>
              </a:xfrm>
              <a:custGeom>
                <a:rect b="b" l="l" r="r" t="t"/>
                <a:pathLst>
                  <a:path extrusionOk="0" h="84" w="35">
                    <a:moveTo>
                      <a:pt x="21" y="2"/>
                    </a:moveTo>
                    <a:cubicBezTo>
                      <a:pt x="21" y="1"/>
                      <a:pt x="21" y="1"/>
                      <a:pt x="20" y="0"/>
                    </a:cubicBezTo>
                    <a:cubicBezTo>
                      <a:pt x="19" y="0"/>
                      <a:pt x="18" y="0"/>
                      <a:pt x="17" y="0"/>
                    </a:cubicBezTo>
                    <a:cubicBezTo>
                      <a:pt x="16" y="0"/>
                      <a:pt x="16" y="0"/>
                      <a:pt x="15" y="0"/>
                    </a:cubicBezTo>
                    <a:cubicBezTo>
                      <a:pt x="14" y="1"/>
                      <a:pt x="14" y="1"/>
                      <a:pt x="13" y="2"/>
                    </a:cubicBezTo>
                    <a:cubicBezTo>
                      <a:pt x="0" y="23"/>
                      <a:pt x="8" y="56"/>
                      <a:pt x="11" y="78"/>
                    </a:cubicBezTo>
                    <a:cubicBezTo>
                      <a:pt x="11" y="79"/>
                      <a:pt x="12" y="79"/>
                      <a:pt x="12" y="79"/>
                    </a:cubicBezTo>
                    <a:cubicBezTo>
                      <a:pt x="12" y="80"/>
                      <a:pt x="13" y="82"/>
                      <a:pt x="14" y="82"/>
                    </a:cubicBezTo>
                    <a:cubicBezTo>
                      <a:pt x="15" y="83"/>
                      <a:pt x="16" y="82"/>
                      <a:pt x="17" y="82"/>
                    </a:cubicBezTo>
                    <a:cubicBezTo>
                      <a:pt x="18" y="82"/>
                      <a:pt x="19" y="83"/>
                      <a:pt x="20" y="82"/>
                    </a:cubicBezTo>
                    <a:cubicBezTo>
                      <a:pt x="21" y="82"/>
                      <a:pt x="21" y="80"/>
                      <a:pt x="22" y="79"/>
                    </a:cubicBezTo>
                    <a:lnTo>
                      <a:pt x="22" y="78"/>
                    </a:lnTo>
                    <a:cubicBezTo>
                      <a:pt x="26" y="56"/>
                      <a:pt x="34" y="23"/>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9"/>
              <p:cNvSpPr/>
              <p:nvPr/>
            </p:nvSpPr>
            <p:spPr>
              <a:xfrm>
                <a:off x="1220045" y="-968615"/>
                <a:ext cx="60840" cy="177480"/>
              </a:xfrm>
              <a:custGeom>
                <a:rect b="b" l="l" r="r" t="t"/>
                <a:pathLst>
                  <a:path extrusionOk="0" h="493" w="169">
                    <a:moveTo>
                      <a:pt x="164" y="489"/>
                    </a:moveTo>
                    <a:cubicBezTo>
                      <a:pt x="168" y="393"/>
                      <a:pt x="141" y="298"/>
                      <a:pt x="112" y="207"/>
                    </a:cubicBezTo>
                    <a:cubicBezTo>
                      <a:pt x="97" y="158"/>
                      <a:pt x="73" y="115"/>
                      <a:pt x="53" y="69"/>
                    </a:cubicBezTo>
                    <a:cubicBezTo>
                      <a:pt x="43" y="44"/>
                      <a:pt x="34" y="16"/>
                      <a:pt x="11" y="1"/>
                    </a:cubicBezTo>
                    <a:cubicBezTo>
                      <a:pt x="10" y="1"/>
                      <a:pt x="9" y="0"/>
                      <a:pt x="8" y="0"/>
                    </a:cubicBezTo>
                    <a:cubicBezTo>
                      <a:pt x="7" y="0"/>
                      <a:pt x="5" y="0"/>
                      <a:pt x="4" y="1"/>
                    </a:cubicBezTo>
                    <a:cubicBezTo>
                      <a:pt x="3" y="2"/>
                      <a:pt x="3" y="2"/>
                      <a:pt x="2" y="3"/>
                    </a:cubicBezTo>
                    <a:cubicBezTo>
                      <a:pt x="1" y="4"/>
                      <a:pt x="1" y="5"/>
                      <a:pt x="1" y="6"/>
                    </a:cubicBezTo>
                    <a:cubicBezTo>
                      <a:pt x="0" y="42"/>
                      <a:pt x="34" y="78"/>
                      <a:pt x="47" y="112"/>
                    </a:cubicBezTo>
                    <a:cubicBezTo>
                      <a:pt x="63" y="153"/>
                      <a:pt x="82" y="190"/>
                      <a:pt x="96" y="234"/>
                    </a:cubicBezTo>
                    <a:cubicBezTo>
                      <a:pt x="124" y="317"/>
                      <a:pt x="135" y="405"/>
                      <a:pt x="159" y="489"/>
                    </a:cubicBezTo>
                    <a:cubicBezTo>
                      <a:pt x="159" y="490"/>
                      <a:pt x="159" y="490"/>
                      <a:pt x="159" y="490"/>
                    </a:cubicBezTo>
                    <a:cubicBezTo>
                      <a:pt x="160" y="491"/>
                      <a:pt x="160" y="491"/>
                      <a:pt x="160" y="491"/>
                    </a:cubicBezTo>
                    <a:cubicBezTo>
                      <a:pt x="161" y="492"/>
                      <a:pt x="161" y="492"/>
                      <a:pt x="162" y="492"/>
                    </a:cubicBezTo>
                    <a:lnTo>
                      <a:pt x="163" y="491"/>
                    </a:lnTo>
                    <a:cubicBezTo>
                      <a:pt x="163" y="491"/>
                      <a:pt x="164" y="491"/>
                      <a:pt x="164" y="490"/>
                    </a:cubicBezTo>
                    <a:lnTo>
                      <a:pt x="164" y="48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9"/>
              <p:cNvSpPr/>
              <p:nvPr/>
            </p:nvSpPr>
            <p:spPr>
              <a:xfrm>
                <a:off x="1185845" y="-1023695"/>
                <a:ext cx="34200" cy="41400"/>
              </a:xfrm>
              <a:custGeom>
                <a:rect b="b" l="l" r="r" t="t"/>
                <a:pathLst>
                  <a:path extrusionOk="0" h="115" w="95">
                    <a:moveTo>
                      <a:pt x="1" y="13"/>
                    </a:moveTo>
                    <a:cubicBezTo>
                      <a:pt x="11" y="29"/>
                      <a:pt x="24" y="45"/>
                      <a:pt x="38" y="59"/>
                    </a:cubicBezTo>
                    <a:cubicBezTo>
                      <a:pt x="50" y="76"/>
                      <a:pt x="64" y="93"/>
                      <a:pt x="78" y="108"/>
                    </a:cubicBezTo>
                    <a:cubicBezTo>
                      <a:pt x="84" y="114"/>
                      <a:pt x="94" y="106"/>
                      <a:pt x="89" y="99"/>
                    </a:cubicBezTo>
                    <a:cubicBezTo>
                      <a:pt x="79" y="87"/>
                      <a:pt x="76" y="73"/>
                      <a:pt x="67" y="60"/>
                    </a:cubicBezTo>
                    <a:cubicBezTo>
                      <a:pt x="61" y="51"/>
                      <a:pt x="55" y="43"/>
                      <a:pt x="47" y="35"/>
                    </a:cubicBezTo>
                    <a:cubicBezTo>
                      <a:pt x="38" y="22"/>
                      <a:pt x="24" y="0"/>
                      <a:pt x="5" y="3"/>
                    </a:cubicBezTo>
                    <a:cubicBezTo>
                      <a:pt x="5" y="3"/>
                      <a:pt x="4" y="4"/>
                      <a:pt x="3" y="4"/>
                    </a:cubicBezTo>
                    <a:cubicBezTo>
                      <a:pt x="2" y="5"/>
                      <a:pt x="2" y="5"/>
                      <a:pt x="1" y="6"/>
                    </a:cubicBezTo>
                    <a:cubicBezTo>
                      <a:pt x="0" y="7"/>
                      <a:pt x="0" y="8"/>
                      <a:pt x="0" y="10"/>
                    </a:cubicBezTo>
                    <a:cubicBezTo>
                      <a:pt x="0" y="11"/>
                      <a:pt x="0" y="12"/>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9"/>
              <p:cNvSpPr/>
              <p:nvPr/>
            </p:nvSpPr>
            <p:spPr>
              <a:xfrm>
                <a:off x="1189805" y="-612935"/>
                <a:ext cx="42120" cy="57960"/>
              </a:xfrm>
              <a:custGeom>
                <a:rect b="b" l="l" r="r" t="t"/>
                <a:pathLst>
                  <a:path extrusionOk="0" h="161" w="117">
                    <a:moveTo>
                      <a:pt x="73" y="100"/>
                    </a:moveTo>
                    <a:cubicBezTo>
                      <a:pt x="74" y="97"/>
                      <a:pt x="76" y="94"/>
                      <a:pt x="77" y="92"/>
                    </a:cubicBezTo>
                    <a:cubicBezTo>
                      <a:pt x="84" y="80"/>
                      <a:pt x="89" y="69"/>
                      <a:pt x="94" y="56"/>
                    </a:cubicBezTo>
                    <a:cubicBezTo>
                      <a:pt x="95" y="55"/>
                      <a:pt x="95" y="54"/>
                      <a:pt x="96" y="53"/>
                    </a:cubicBezTo>
                    <a:cubicBezTo>
                      <a:pt x="105" y="38"/>
                      <a:pt x="111" y="23"/>
                      <a:pt x="116" y="7"/>
                    </a:cubicBezTo>
                    <a:lnTo>
                      <a:pt x="116" y="6"/>
                    </a:lnTo>
                    <a:cubicBezTo>
                      <a:pt x="116" y="5"/>
                      <a:pt x="116" y="4"/>
                      <a:pt x="115" y="3"/>
                    </a:cubicBezTo>
                    <a:cubicBezTo>
                      <a:pt x="114" y="2"/>
                      <a:pt x="114" y="2"/>
                      <a:pt x="113" y="1"/>
                    </a:cubicBezTo>
                    <a:cubicBezTo>
                      <a:pt x="112" y="0"/>
                      <a:pt x="110" y="0"/>
                      <a:pt x="109" y="0"/>
                    </a:cubicBezTo>
                    <a:cubicBezTo>
                      <a:pt x="109" y="0"/>
                      <a:pt x="108" y="0"/>
                      <a:pt x="107" y="0"/>
                    </a:cubicBezTo>
                    <a:cubicBezTo>
                      <a:pt x="79" y="11"/>
                      <a:pt x="76" y="53"/>
                      <a:pt x="64" y="77"/>
                    </a:cubicBezTo>
                    <a:cubicBezTo>
                      <a:pt x="64" y="78"/>
                      <a:pt x="64" y="78"/>
                      <a:pt x="63" y="79"/>
                    </a:cubicBezTo>
                    <a:cubicBezTo>
                      <a:pt x="59" y="86"/>
                      <a:pt x="54" y="93"/>
                      <a:pt x="48" y="99"/>
                    </a:cubicBezTo>
                    <a:cubicBezTo>
                      <a:pt x="44" y="103"/>
                      <a:pt x="45" y="108"/>
                      <a:pt x="41" y="113"/>
                    </a:cubicBezTo>
                    <a:cubicBezTo>
                      <a:pt x="31" y="128"/>
                      <a:pt x="17" y="140"/>
                      <a:pt x="2" y="149"/>
                    </a:cubicBezTo>
                    <a:cubicBezTo>
                      <a:pt x="1" y="150"/>
                      <a:pt x="1" y="150"/>
                      <a:pt x="0" y="151"/>
                    </a:cubicBezTo>
                    <a:cubicBezTo>
                      <a:pt x="0" y="152"/>
                      <a:pt x="0" y="153"/>
                      <a:pt x="0" y="154"/>
                    </a:cubicBezTo>
                    <a:cubicBezTo>
                      <a:pt x="0" y="155"/>
                      <a:pt x="0" y="156"/>
                      <a:pt x="0" y="157"/>
                    </a:cubicBezTo>
                    <a:cubicBezTo>
                      <a:pt x="1" y="158"/>
                      <a:pt x="2" y="158"/>
                      <a:pt x="2" y="159"/>
                    </a:cubicBezTo>
                    <a:cubicBezTo>
                      <a:pt x="3" y="160"/>
                      <a:pt x="4" y="159"/>
                      <a:pt x="5" y="159"/>
                    </a:cubicBezTo>
                    <a:cubicBezTo>
                      <a:pt x="6" y="159"/>
                      <a:pt x="6" y="159"/>
                      <a:pt x="6" y="159"/>
                    </a:cubicBezTo>
                    <a:cubicBezTo>
                      <a:pt x="11" y="157"/>
                      <a:pt x="15" y="155"/>
                      <a:pt x="19" y="153"/>
                    </a:cubicBezTo>
                    <a:cubicBezTo>
                      <a:pt x="41" y="140"/>
                      <a:pt x="60" y="122"/>
                      <a:pt x="73"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9"/>
              <p:cNvSpPr/>
              <p:nvPr/>
            </p:nvSpPr>
            <p:spPr>
              <a:xfrm>
                <a:off x="1234805" y="-697175"/>
                <a:ext cx="20880" cy="71280"/>
              </a:xfrm>
              <a:custGeom>
                <a:rect b="b" l="l" r="r" t="t"/>
                <a:pathLst>
                  <a:path extrusionOk="0" h="198" w="58">
                    <a:moveTo>
                      <a:pt x="0" y="193"/>
                    </a:moveTo>
                    <a:cubicBezTo>
                      <a:pt x="1" y="193"/>
                      <a:pt x="1" y="194"/>
                      <a:pt x="1" y="194"/>
                    </a:cubicBezTo>
                    <a:cubicBezTo>
                      <a:pt x="1" y="195"/>
                      <a:pt x="2" y="195"/>
                      <a:pt x="3" y="196"/>
                    </a:cubicBezTo>
                    <a:cubicBezTo>
                      <a:pt x="4" y="197"/>
                      <a:pt x="5" y="197"/>
                      <a:pt x="6" y="197"/>
                    </a:cubicBezTo>
                    <a:cubicBezTo>
                      <a:pt x="7" y="197"/>
                      <a:pt x="8" y="197"/>
                      <a:pt x="9" y="196"/>
                    </a:cubicBezTo>
                    <a:cubicBezTo>
                      <a:pt x="10" y="195"/>
                      <a:pt x="10" y="195"/>
                      <a:pt x="11" y="194"/>
                    </a:cubicBezTo>
                    <a:cubicBezTo>
                      <a:pt x="22" y="169"/>
                      <a:pt x="30" y="142"/>
                      <a:pt x="35" y="115"/>
                    </a:cubicBezTo>
                    <a:cubicBezTo>
                      <a:pt x="41" y="94"/>
                      <a:pt x="45" y="73"/>
                      <a:pt x="48" y="51"/>
                    </a:cubicBezTo>
                    <a:cubicBezTo>
                      <a:pt x="50" y="32"/>
                      <a:pt x="57" y="22"/>
                      <a:pt x="50" y="5"/>
                    </a:cubicBezTo>
                    <a:cubicBezTo>
                      <a:pt x="50" y="4"/>
                      <a:pt x="49" y="4"/>
                      <a:pt x="49" y="3"/>
                    </a:cubicBezTo>
                    <a:cubicBezTo>
                      <a:pt x="49" y="2"/>
                      <a:pt x="49" y="2"/>
                      <a:pt x="47" y="1"/>
                    </a:cubicBezTo>
                    <a:cubicBezTo>
                      <a:pt x="45" y="0"/>
                      <a:pt x="44" y="0"/>
                      <a:pt x="43" y="0"/>
                    </a:cubicBezTo>
                    <a:cubicBezTo>
                      <a:pt x="42" y="0"/>
                      <a:pt x="41" y="0"/>
                      <a:pt x="39" y="1"/>
                    </a:cubicBezTo>
                    <a:cubicBezTo>
                      <a:pt x="37" y="2"/>
                      <a:pt x="38" y="2"/>
                      <a:pt x="37" y="3"/>
                    </a:cubicBezTo>
                    <a:cubicBezTo>
                      <a:pt x="35" y="5"/>
                      <a:pt x="34" y="8"/>
                      <a:pt x="32" y="10"/>
                    </a:cubicBezTo>
                    <a:cubicBezTo>
                      <a:pt x="26" y="19"/>
                      <a:pt x="24" y="29"/>
                      <a:pt x="23" y="39"/>
                    </a:cubicBezTo>
                    <a:cubicBezTo>
                      <a:pt x="20" y="64"/>
                      <a:pt x="14" y="87"/>
                      <a:pt x="10" y="111"/>
                    </a:cubicBezTo>
                    <a:cubicBezTo>
                      <a:pt x="3" y="133"/>
                      <a:pt x="0" y="156"/>
                      <a:pt x="0" y="179"/>
                    </a:cubicBezTo>
                    <a:cubicBezTo>
                      <a:pt x="0" y="183"/>
                      <a:pt x="0" y="188"/>
                      <a:pt x="0" y="1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9"/>
              <p:cNvSpPr/>
              <p:nvPr/>
            </p:nvSpPr>
            <p:spPr>
              <a:xfrm>
                <a:off x="1249925" y="-741455"/>
                <a:ext cx="13320" cy="31320"/>
              </a:xfrm>
              <a:custGeom>
                <a:rect b="b" l="l" r="r" t="t"/>
                <a:pathLst>
                  <a:path extrusionOk="0" h="87" w="37">
                    <a:moveTo>
                      <a:pt x="18" y="2"/>
                    </a:moveTo>
                    <a:lnTo>
                      <a:pt x="17" y="1"/>
                    </a:lnTo>
                    <a:cubicBezTo>
                      <a:pt x="16" y="1"/>
                      <a:pt x="15" y="0"/>
                      <a:pt x="14" y="0"/>
                    </a:cubicBezTo>
                    <a:cubicBezTo>
                      <a:pt x="13" y="0"/>
                      <a:pt x="12" y="1"/>
                      <a:pt x="11" y="1"/>
                    </a:cubicBezTo>
                    <a:cubicBezTo>
                      <a:pt x="10" y="1"/>
                      <a:pt x="10" y="2"/>
                      <a:pt x="10" y="2"/>
                    </a:cubicBezTo>
                    <a:cubicBezTo>
                      <a:pt x="9" y="3"/>
                      <a:pt x="8" y="4"/>
                      <a:pt x="8" y="5"/>
                    </a:cubicBezTo>
                    <a:cubicBezTo>
                      <a:pt x="4" y="12"/>
                      <a:pt x="2" y="20"/>
                      <a:pt x="2" y="28"/>
                    </a:cubicBezTo>
                    <a:cubicBezTo>
                      <a:pt x="2" y="30"/>
                      <a:pt x="2" y="32"/>
                      <a:pt x="2" y="34"/>
                    </a:cubicBezTo>
                    <a:cubicBezTo>
                      <a:pt x="1" y="43"/>
                      <a:pt x="0" y="52"/>
                      <a:pt x="0" y="61"/>
                    </a:cubicBezTo>
                    <a:cubicBezTo>
                      <a:pt x="0" y="66"/>
                      <a:pt x="1" y="72"/>
                      <a:pt x="1" y="77"/>
                    </a:cubicBezTo>
                    <a:cubicBezTo>
                      <a:pt x="2" y="86"/>
                      <a:pt x="16" y="85"/>
                      <a:pt x="18" y="77"/>
                    </a:cubicBezTo>
                    <a:cubicBezTo>
                      <a:pt x="23" y="55"/>
                      <a:pt x="36" y="21"/>
                      <a:pt x="1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9"/>
              <p:cNvSpPr/>
              <p:nvPr/>
            </p:nvSpPr>
            <p:spPr>
              <a:xfrm>
                <a:off x="1217885" y="-926495"/>
                <a:ext cx="47880" cy="169920"/>
              </a:xfrm>
              <a:custGeom>
                <a:rect b="b" l="l" r="r" t="t"/>
                <a:pathLst>
                  <a:path extrusionOk="0" h="472" w="133">
                    <a:moveTo>
                      <a:pt x="78" y="198"/>
                    </a:moveTo>
                    <a:cubicBezTo>
                      <a:pt x="60" y="145"/>
                      <a:pt x="44" y="92"/>
                      <a:pt x="32" y="37"/>
                    </a:cubicBezTo>
                    <a:cubicBezTo>
                      <a:pt x="28" y="21"/>
                      <a:pt x="24" y="4"/>
                      <a:pt x="7" y="0"/>
                    </a:cubicBezTo>
                    <a:cubicBezTo>
                      <a:pt x="6" y="0"/>
                      <a:pt x="6" y="0"/>
                      <a:pt x="5" y="0"/>
                    </a:cubicBezTo>
                    <a:cubicBezTo>
                      <a:pt x="4" y="0"/>
                      <a:pt x="3" y="0"/>
                      <a:pt x="2" y="1"/>
                    </a:cubicBezTo>
                    <a:cubicBezTo>
                      <a:pt x="2" y="2"/>
                      <a:pt x="1" y="2"/>
                      <a:pt x="0" y="3"/>
                    </a:cubicBezTo>
                    <a:cubicBezTo>
                      <a:pt x="0" y="4"/>
                      <a:pt x="0" y="5"/>
                      <a:pt x="0" y="6"/>
                    </a:cubicBezTo>
                    <a:cubicBezTo>
                      <a:pt x="0" y="7"/>
                      <a:pt x="0" y="8"/>
                      <a:pt x="0" y="9"/>
                    </a:cubicBezTo>
                    <a:cubicBezTo>
                      <a:pt x="13" y="30"/>
                      <a:pt x="14" y="80"/>
                      <a:pt x="22" y="105"/>
                    </a:cubicBezTo>
                    <a:cubicBezTo>
                      <a:pt x="30" y="134"/>
                      <a:pt x="40" y="164"/>
                      <a:pt x="49" y="192"/>
                    </a:cubicBezTo>
                    <a:cubicBezTo>
                      <a:pt x="61" y="224"/>
                      <a:pt x="69" y="257"/>
                      <a:pt x="80" y="290"/>
                    </a:cubicBezTo>
                    <a:cubicBezTo>
                      <a:pt x="99" y="349"/>
                      <a:pt x="91" y="406"/>
                      <a:pt x="102" y="465"/>
                    </a:cubicBezTo>
                    <a:cubicBezTo>
                      <a:pt x="102" y="466"/>
                      <a:pt x="102" y="467"/>
                      <a:pt x="102" y="468"/>
                    </a:cubicBezTo>
                    <a:cubicBezTo>
                      <a:pt x="103" y="469"/>
                      <a:pt x="103" y="469"/>
                      <a:pt x="104" y="470"/>
                    </a:cubicBezTo>
                    <a:cubicBezTo>
                      <a:pt x="105" y="471"/>
                      <a:pt x="106" y="470"/>
                      <a:pt x="107" y="470"/>
                    </a:cubicBezTo>
                    <a:cubicBezTo>
                      <a:pt x="108" y="470"/>
                      <a:pt x="109" y="470"/>
                      <a:pt x="109" y="470"/>
                    </a:cubicBezTo>
                    <a:cubicBezTo>
                      <a:pt x="110" y="469"/>
                      <a:pt x="111" y="469"/>
                      <a:pt x="111" y="468"/>
                    </a:cubicBezTo>
                    <a:cubicBezTo>
                      <a:pt x="112" y="467"/>
                      <a:pt x="112" y="466"/>
                      <a:pt x="112" y="465"/>
                    </a:cubicBezTo>
                    <a:cubicBezTo>
                      <a:pt x="132" y="371"/>
                      <a:pt x="108" y="287"/>
                      <a:pt x="78" y="19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9"/>
              <p:cNvSpPr/>
              <p:nvPr/>
            </p:nvSpPr>
            <p:spPr>
              <a:xfrm>
                <a:off x="1202405" y="-823895"/>
                <a:ext cx="38880" cy="210960"/>
              </a:xfrm>
              <a:custGeom>
                <a:rect b="b" l="l" r="r" t="t"/>
                <a:pathLst>
                  <a:path extrusionOk="0" h="586" w="108">
                    <a:moveTo>
                      <a:pt x="31" y="455"/>
                    </a:moveTo>
                    <a:cubicBezTo>
                      <a:pt x="28" y="499"/>
                      <a:pt x="6" y="537"/>
                      <a:pt x="0" y="579"/>
                    </a:cubicBezTo>
                    <a:cubicBezTo>
                      <a:pt x="0" y="583"/>
                      <a:pt x="5" y="585"/>
                      <a:pt x="7" y="581"/>
                    </a:cubicBezTo>
                    <a:cubicBezTo>
                      <a:pt x="21" y="538"/>
                      <a:pt x="46" y="504"/>
                      <a:pt x="54" y="458"/>
                    </a:cubicBezTo>
                    <a:cubicBezTo>
                      <a:pt x="64" y="405"/>
                      <a:pt x="74" y="352"/>
                      <a:pt x="84" y="299"/>
                    </a:cubicBezTo>
                    <a:cubicBezTo>
                      <a:pt x="92" y="261"/>
                      <a:pt x="96" y="222"/>
                      <a:pt x="97" y="183"/>
                    </a:cubicBezTo>
                    <a:cubicBezTo>
                      <a:pt x="97" y="129"/>
                      <a:pt x="107" y="62"/>
                      <a:pt x="92" y="9"/>
                    </a:cubicBezTo>
                    <a:cubicBezTo>
                      <a:pt x="92" y="8"/>
                      <a:pt x="91" y="7"/>
                      <a:pt x="91" y="6"/>
                    </a:cubicBezTo>
                    <a:cubicBezTo>
                      <a:pt x="90" y="4"/>
                      <a:pt x="89" y="3"/>
                      <a:pt x="87" y="2"/>
                    </a:cubicBezTo>
                    <a:cubicBezTo>
                      <a:pt x="85" y="1"/>
                      <a:pt x="84" y="0"/>
                      <a:pt x="82" y="0"/>
                    </a:cubicBezTo>
                    <a:cubicBezTo>
                      <a:pt x="81" y="0"/>
                      <a:pt x="80" y="0"/>
                      <a:pt x="80" y="1"/>
                    </a:cubicBezTo>
                    <a:lnTo>
                      <a:pt x="76" y="2"/>
                    </a:lnTo>
                    <a:cubicBezTo>
                      <a:pt x="76" y="2"/>
                      <a:pt x="75" y="2"/>
                      <a:pt x="74" y="2"/>
                    </a:cubicBezTo>
                    <a:cubicBezTo>
                      <a:pt x="73" y="3"/>
                      <a:pt x="72" y="4"/>
                      <a:pt x="71" y="6"/>
                    </a:cubicBezTo>
                    <a:cubicBezTo>
                      <a:pt x="70" y="8"/>
                      <a:pt x="70" y="8"/>
                      <a:pt x="70" y="10"/>
                    </a:cubicBezTo>
                    <a:cubicBezTo>
                      <a:pt x="70" y="12"/>
                      <a:pt x="70" y="13"/>
                      <a:pt x="71" y="14"/>
                    </a:cubicBezTo>
                    <a:cubicBezTo>
                      <a:pt x="71" y="15"/>
                      <a:pt x="72" y="16"/>
                      <a:pt x="72" y="16"/>
                    </a:cubicBezTo>
                    <a:cubicBezTo>
                      <a:pt x="73" y="17"/>
                      <a:pt x="66" y="84"/>
                      <a:pt x="66" y="90"/>
                    </a:cubicBezTo>
                    <a:cubicBezTo>
                      <a:pt x="66" y="120"/>
                      <a:pt x="66" y="150"/>
                      <a:pt x="66" y="180"/>
                    </a:cubicBezTo>
                    <a:cubicBezTo>
                      <a:pt x="65" y="224"/>
                      <a:pt x="60" y="266"/>
                      <a:pt x="52" y="309"/>
                    </a:cubicBezTo>
                    <a:cubicBezTo>
                      <a:pt x="44" y="357"/>
                      <a:pt x="36" y="407"/>
                      <a:pt x="31" y="4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9"/>
              <p:cNvSpPr/>
              <p:nvPr/>
            </p:nvSpPr>
            <p:spPr>
              <a:xfrm>
                <a:off x="1201685" y="-766295"/>
                <a:ext cx="16200" cy="84240"/>
              </a:xfrm>
              <a:custGeom>
                <a:rect b="b" l="l" r="r" t="t"/>
                <a:pathLst>
                  <a:path extrusionOk="0" h="234" w="45">
                    <a:moveTo>
                      <a:pt x="17" y="8"/>
                    </a:moveTo>
                    <a:cubicBezTo>
                      <a:pt x="7" y="32"/>
                      <a:pt x="10" y="57"/>
                      <a:pt x="7" y="82"/>
                    </a:cubicBezTo>
                    <a:cubicBezTo>
                      <a:pt x="3" y="97"/>
                      <a:pt x="2" y="113"/>
                      <a:pt x="2" y="128"/>
                    </a:cubicBezTo>
                    <a:cubicBezTo>
                      <a:pt x="2" y="131"/>
                      <a:pt x="2" y="134"/>
                      <a:pt x="2" y="137"/>
                    </a:cubicBezTo>
                    <a:cubicBezTo>
                      <a:pt x="5" y="166"/>
                      <a:pt x="0" y="194"/>
                      <a:pt x="3" y="223"/>
                    </a:cubicBezTo>
                    <a:cubicBezTo>
                      <a:pt x="3" y="231"/>
                      <a:pt x="16" y="233"/>
                      <a:pt x="17" y="225"/>
                    </a:cubicBezTo>
                    <a:cubicBezTo>
                      <a:pt x="22" y="188"/>
                      <a:pt x="23" y="148"/>
                      <a:pt x="30" y="112"/>
                    </a:cubicBezTo>
                    <a:cubicBezTo>
                      <a:pt x="36" y="76"/>
                      <a:pt x="44" y="41"/>
                      <a:pt x="30" y="7"/>
                    </a:cubicBezTo>
                    <a:cubicBezTo>
                      <a:pt x="27" y="0"/>
                      <a:pt x="19" y="3"/>
                      <a:pt x="17"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9"/>
              <p:cNvSpPr/>
              <p:nvPr/>
            </p:nvSpPr>
            <p:spPr>
              <a:xfrm>
                <a:off x="1187645" y="-746135"/>
                <a:ext cx="13320" cy="40320"/>
              </a:xfrm>
              <a:custGeom>
                <a:rect b="b" l="l" r="r" t="t"/>
                <a:pathLst>
                  <a:path extrusionOk="0" h="112" w="37">
                    <a:moveTo>
                      <a:pt x="24" y="100"/>
                    </a:moveTo>
                    <a:cubicBezTo>
                      <a:pt x="27" y="71"/>
                      <a:pt x="36" y="37"/>
                      <a:pt x="24" y="8"/>
                    </a:cubicBezTo>
                    <a:cubicBezTo>
                      <a:pt x="23" y="4"/>
                      <a:pt x="14" y="0"/>
                      <a:pt x="11" y="7"/>
                    </a:cubicBezTo>
                    <a:cubicBezTo>
                      <a:pt x="4" y="28"/>
                      <a:pt x="0" y="51"/>
                      <a:pt x="0" y="73"/>
                    </a:cubicBezTo>
                    <a:cubicBezTo>
                      <a:pt x="0" y="82"/>
                      <a:pt x="1" y="91"/>
                      <a:pt x="2" y="100"/>
                    </a:cubicBezTo>
                    <a:cubicBezTo>
                      <a:pt x="2" y="102"/>
                      <a:pt x="3" y="104"/>
                      <a:pt x="4" y="106"/>
                    </a:cubicBezTo>
                    <a:cubicBezTo>
                      <a:pt x="5" y="107"/>
                      <a:pt x="6" y="109"/>
                      <a:pt x="8" y="110"/>
                    </a:cubicBezTo>
                    <a:cubicBezTo>
                      <a:pt x="10" y="111"/>
                      <a:pt x="11" y="111"/>
                      <a:pt x="13" y="111"/>
                    </a:cubicBezTo>
                    <a:cubicBezTo>
                      <a:pt x="15" y="111"/>
                      <a:pt x="17" y="111"/>
                      <a:pt x="19" y="110"/>
                    </a:cubicBezTo>
                    <a:cubicBezTo>
                      <a:pt x="21" y="109"/>
                      <a:pt x="22" y="107"/>
                      <a:pt x="23" y="106"/>
                    </a:cubicBezTo>
                    <a:cubicBezTo>
                      <a:pt x="24" y="104"/>
                      <a:pt x="24" y="102"/>
                      <a:pt x="24"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9"/>
              <p:cNvSpPr/>
              <p:nvPr/>
            </p:nvSpPr>
            <p:spPr>
              <a:xfrm>
                <a:off x="342005" y="-1025495"/>
                <a:ext cx="36360" cy="11520"/>
              </a:xfrm>
              <a:custGeom>
                <a:rect b="b" l="l" r="r" t="t"/>
                <a:pathLst>
                  <a:path extrusionOk="0" h="32" w="101">
                    <a:moveTo>
                      <a:pt x="97" y="23"/>
                    </a:moveTo>
                    <a:lnTo>
                      <a:pt x="98" y="23"/>
                    </a:lnTo>
                    <a:cubicBezTo>
                      <a:pt x="98" y="23"/>
                      <a:pt x="98" y="22"/>
                      <a:pt x="99" y="21"/>
                    </a:cubicBezTo>
                    <a:cubicBezTo>
                      <a:pt x="100" y="20"/>
                      <a:pt x="100" y="20"/>
                      <a:pt x="100" y="19"/>
                    </a:cubicBezTo>
                    <a:cubicBezTo>
                      <a:pt x="100" y="18"/>
                      <a:pt x="100" y="17"/>
                      <a:pt x="99" y="16"/>
                    </a:cubicBezTo>
                    <a:lnTo>
                      <a:pt x="98" y="15"/>
                    </a:lnTo>
                    <a:cubicBezTo>
                      <a:pt x="97" y="14"/>
                      <a:pt x="97" y="14"/>
                      <a:pt x="97" y="14"/>
                    </a:cubicBezTo>
                    <a:cubicBezTo>
                      <a:pt x="81" y="8"/>
                      <a:pt x="63" y="4"/>
                      <a:pt x="46" y="2"/>
                    </a:cubicBezTo>
                    <a:cubicBezTo>
                      <a:pt x="40" y="1"/>
                      <a:pt x="34" y="0"/>
                      <a:pt x="29" y="0"/>
                    </a:cubicBezTo>
                    <a:cubicBezTo>
                      <a:pt x="20" y="0"/>
                      <a:pt x="12" y="1"/>
                      <a:pt x="4" y="4"/>
                    </a:cubicBezTo>
                    <a:cubicBezTo>
                      <a:pt x="4" y="5"/>
                      <a:pt x="4" y="5"/>
                      <a:pt x="4" y="5"/>
                    </a:cubicBezTo>
                    <a:cubicBezTo>
                      <a:pt x="3" y="5"/>
                      <a:pt x="2" y="6"/>
                      <a:pt x="1" y="7"/>
                    </a:cubicBezTo>
                    <a:cubicBezTo>
                      <a:pt x="0" y="8"/>
                      <a:pt x="0" y="8"/>
                      <a:pt x="0" y="10"/>
                    </a:cubicBezTo>
                    <a:cubicBezTo>
                      <a:pt x="0" y="11"/>
                      <a:pt x="0" y="13"/>
                      <a:pt x="1" y="14"/>
                    </a:cubicBezTo>
                    <a:cubicBezTo>
                      <a:pt x="2" y="15"/>
                      <a:pt x="3" y="16"/>
                      <a:pt x="4" y="16"/>
                    </a:cubicBezTo>
                    <a:cubicBezTo>
                      <a:pt x="20" y="23"/>
                      <a:pt x="37" y="28"/>
                      <a:pt x="54" y="29"/>
                    </a:cubicBezTo>
                    <a:cubicBezTo>
                      <a:pt x="59" y="30"/>
                      <a:pt x="63" y="31"/>
                      <a:pt x="68" y="31"/>
                    </a:cubicBezTo>
                    <a:cubicBezTo>
                      <a:pt x="78" y="31"/>
                      <a:pt x="88" y="28"/>
                      <a:pt x="97"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9"/>
              <p:cNvSpPr/>
              <p:nvPr/>
            </p:nvSpPr>
            <p:spPr>
              <a:xfrm>
                <a:off x="270365" y="-1028375"/>
                <a:ext cx="24120" cy="9000"/>
              </a:xfrm>
              <a:custGeom>
                <a:rect b="b" l="l" r="r" t="t"/>
                <a:pathLst>
                  <a:path extrusionOk="0" h="25" w="67">
                    <a:moveTo>
                      <a:pt x="55" y="6"/>
                    </a:moveTo>
                    <a:cubicBezTo>
                      <a:pt x="46" y="4"/>
                      <a:pt x="37" y="4"/>
                      <a:pt x="27" y="3"/>
                    </a:cubicBezTo>
                    <a:cubicBezTo>
                      <a:pt x="18" y="3"/>
                      <a:pt x="9" y="0"/>
                      <a:pt x="2" y="5"/>
                    </a:cubicBezTo>
                    <a:cubicBezTo>
                      <a:pt x="2" y="6"/>
                      <a:pt x="1" y="6"/>
                      <a:pt x="0" y="7"/>
                    </a:cubicBezTo>
                    <a:cubicBezTo>
                      <a:pt x="0" y="8"/>
                      <a:pt x="0" y="9"/>
                      <a:pt x="0" y="10"/>
                    </a:cubicBezTo>
                    <a:cubicBezTo>
                      <a:pt x="0" y="11"/>
                      <a:pt x="0" y="12"/>
                      <a:pt x="0" y="12"/>
                    </a:cubicBezTo>
                    <a:cubicBezTo>
                      <a:pt x="1" y="13"/>
                      <a:pt x="2" y="14"/>
                      <a:pt x="2" y="14"/>
                    </a:cubicBezTo>
                    <a:cubicBezTo>
                      <a:pt x="8" y="17"/>
                      <a:pt x="11" y="22"/>
                      <a:pt x="17" y="23"/>
                    </a:cubicBezTo>
                    <a:cubicBezTo>
                      <a:pt x="19" y="24"/>
                      <a:pt x="22" y="24"/>
                      <a:pt x="24" y="24"/>
                    </a:cubicBezTo>
                    <a:cubicBezTo>
                      <a:pt x="26" y="24"/>
                      <a:pt x="28" y="24"/>
                      <a:pt x="30" y="23"/>
                    </a:cubicBezTo>
                    <a:cubicBezTo>
                      <a:pt x="38" y="23"/>
                      <a:pt x="45" y="24"/>
                      <a:pt x="53" y="22"/>
                    </a:cubicBezTo>
                    <a:cubicBezTo>
                      <a:pt x="61" y="21"/>
                      <a:pt x="66" y="7"/>
                      <a:pt x="5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9"/>
              <p:cNvSpPr/>
              <p:nvPr/>
            </p:nvSpPr>
            <p:spPr>
              <a:xfrm>
                <a:off x="27365" y="-1044575"/>
                <a:ext cx="192600" cy="18720"/>
              </a:xfrm>
              <a:custGeom>
                <a:rect b="b" l="l" r="r" t="t"/>
                <a:pathLst>
                  <a:path extrusionOk="0" h="52" w="535">
                    <a:moveTo>
                      <a:pt x="141" y="34"/>
                    </a:moveTo>
                    <a:cubicBezTo>
                      <a:pt x="177" y="36"/>
                      <a:pt x="210" y="41"/>
                      <a:pt x="246" y="39"/>
                    </a:cubicBezTo>
                    <a:cubicBezTo>
                      <a:pt x="340" y="34"/>
                      <a:pt x="433" y="51"/>
                      <a:pt x="528" y="48"/>
                    </a:cubicBezTo>
                    <a:cubicBezTo>
                      <a:pt x="529" y="48"/>
                      <a:pt x="530" y="48"/>
                      <a:pt x="531" y="47"/>
                    </a:cubicBezTo>
                    <a:cubicBezTo>
                      <a:pt x="532" y="46"/>
                      <a:pt x="532" y="46"/>
                      <a:pt x="533" y="45"/>
                    </a:cubicBezTo>
                    <a:cubicBezTo>
                      <a:pt x="534" y="44"/>
                      <a:pt x="534" y="43"/>
                      <a:pt x="534" y="42"/>
                    </a:cubicBezTo>
                    <a:cubicBezTo>
                      <a:pt x="534" y="41"/>
                      <a:pt x="534" y="40"/>
                      <a:pt x="533" y="39"/>
                    </a:cubicBezTo>
                    <a:cubicBezTo>
                      <a:pt x="532" y="38"/>
                      <a:pt x="532" y="38"/>
                      <a:pt x="531" y="37"/>
                    </a:cubicBezTo>
                    <a:cubicBezTo>
                      <a:pt x="530" y="36"/>
                      <a:pt x="529" y="36"/>
                      <a:pt x="528" y="36"/>
                    </a:cubicBezTo>
                    <a:cubicBezTo>
                      <a:pt x="434" y="32"/>
                      <a:pt x="341" y="23"/>
                      <a:pt x="248" y="18"/>
                    </a:cubicBezTo>
                    <a:cubicBezTo>
                      <a:pt x="199" y="15"/>
                      <a:pt x="153" y="5"/>
                      <a:pt x="104" y="3"/>
                    </a:cubicBezTo>
                    <a:cubicBezTo>
                      <a:pt x="74" y="3"/>
                      <a:pt x="45" y="2"/>
                      <a:pt x="16" y="0"/>
                    </a:cubicBezTo>
                    <a:cubicBezTo>
                      <a:pt x="13" y="3"/>
                      <a:pt x="12" y="5"/>
                      <a:pt x="10" y="8"/>
                    </a:cubicBezTo>
                    <a:cubicBezTo>
                      <a:pt x="6" y="16"/>
                      <a:pt x="2" y="24"/>
                      <a:pt x="0" y="32"/>
                    </a:cubicBezTo>
                    <a:cubicBezTo>
                      <a:pt x="47" y="37"/>
                      <a:pt x="93" y="32"/>
                      <a:pt x="141"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9"/>
              <p:cNvSpPr/>
              <p:nvPr/>
            </p:nvSpPr>
            <p:spPr>
              <a:xfrm>
                <a:off x="18725" y="-1046015"/>
                <a:ext cx="14760" cy="12960"/>
              </a:xfrm>
              <a:custGeom>
                <a:rect b="b" l="l" r="r" t="t"/>
                <a:pathLst>
                  <a:path extrusionOk="0" h="36" w="41">
                    <a:moveTo>
                      <a:pt x="23" y="2"/>
                    </a:moveTo>
                    <a:cubicBezTo>
                      <a:pt x="2" y="0"/>
                      <a:pt x="0" y="32"/>
                      <a:pt x="21" y="35"/>
                    </a:cubicBezTo>
                    <a:lnTo>
                      <a:pt x="24" y="35"/>
                    </a:lnTo>
                    <a:cubicBezTo>
                      <a:pt x="27" y="27"/>
                      <a:pt x="30" y="19"/>
                      <a:pt x="34" y="12"/>
                    </a:cubicBezTo>
                    <a:cubicBezTo>
                      <a:pt x="36" y="9"/>
                      <a:pt x="38" y="6"/>
                      <a:pt x="40" y="3"/>
                    </a:cubicBezTo>
                    <a:lnTo>
                      <a:pt x="2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9"/>
              <p:cNvSpPr/>
              <p:nvPr/>
            </p:nvSpPr>
            <p:spPr>
              <a:xfrm>
                <a:off x="25205" y="-1028375"/>
                <a:ext cx="97920" cy="17280"/>
              </a:xfrm>
              <a:custGeom>
                <a:rect b="b" l="l" r="r" t="t"/>
                <a:pathLst>
                  <a:path extrusionOk="0" h="48" w="272">
                    <a:moveTo>
                      <a:pt x="13" y="36"/>
                    </a:moveTo>
                    <a:cubicBezTo>
                      <a:pt x="47" y="19"/>
                      <a:pt x="121" y="33"/>
                      <a:pt x="155" y="36"/>
                    </a:cubicBezTo>
                    <a:cubicBezTo>
                      <a:pt x="191" y="42"/>
                      <a:pt x="228" y="46"/>
                      <a:pt x="265" y="47"/>
                    </a:cubicBezTo>
                    <a:cubicBezTo>
                      <a:pt x="266" y="46"/>
                      <a:pt x="266" y="46"/>
                      <a:pt x="267" y="46"/>
                    </a:cubicBezTo>
                    <a:cubicBezTo>
                      <a:pt x="268" y="45"/>
                      <a:pt x="269" y="44"/>
                      <a:pt x="270" y="43"/>
                    </a:cubicBezTo>
                    <a:cubicBezTo>
                      <a:pt x="271" y="42"/>
                      <a:pt x="271" y="40"/>
                      <a:pt x="271" y="39"/>
                    </a:cubicBezTo>
                    <a:cubicBezTo>
                      <a:pt x="271" y="37"/>
                      <a:pt x="271" y="37"/>
                      <a:pt x="270" y="36"/>
                    </a:cubicBezTo>
                    <a:cubicBezTo>
                      <a:pt x="269" y="35"/>
                      <a:pt x="268" y="34"/>
                      <a:pt x="267" y="33"/>
                    </a:cubicBezTo>
                    <a:cubicBezTo>
                      <a:pt x="266" y="33"/>
                      <a:pt x="266" y="32"/>
                      <a:pt x="265" y="32"/>
                    </a:cubicBezTo>
                    <a:cubicBezTo>
                      <a:pt x="208" y="30"/>
                      <a:pt x="151" y="21"/>
                      <a:pt x="96" y="7"/>
                    </a:cubicBezTo>
                    <a:cubicBezTo>
                      <a:pt x="80" y="2"/>
                      <a:pt x="63" y="0"/>
                      <a:pt x="46" y="0"/>
                    </a:cubicBezTo>
                    <a:cubicBezTo>
                      <a:pt x="32" y="0"/>
                      <a:pt x="17" y="1"/>
                      <a:pt x="3" y="5"/>
                    </a:cubicBezTo>
                    <a:cubicBezTo>
                      <a:pt x="2" y="15"/>
                      <a:pt x="1" y="26"/>
                      <a:pt x="0" y="37"/>
                    </a:cubicBezTo>
                    <a:cubicBezTo>
                      <a:pt x="2" y="38"/>
                      <a:pt x="4" y="38"/>
                      <a:pt x="6" y="38"/>
                    </a:cubicBezTo>
                    <a:cubicBezTo>
                      <a:pt x="9" y="38"/>
                      <a:pt x="11" y="37"/>
                      <a:pt x="13" y="3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9"/>
              <p:cNvSpPr/>
              <p:nvPr/>
            </p:nvSpPr>
            <p:spPr>
              <a:xfrm>
                <a:off x="21245" y="-1026575"/>
                <a:ext cx="5400" cy="11880"/>
              </a:xfrm>
              <a:custGeom>
                <a:rect b="b" l="l" r="r" t="t"/>
                <a:pathLst>
                  <a:path extrusionOk="0" h="33" w="15">
                    <a:moveTo>
                      <a:pt x="9" y="3"/>
                    </a:moveTo>
                    <a:cubicBezTo>
                      <a:pt x="8" y="3"/>
                      <a:pt x="8" y="3"/>
                      <a:pt x="8" y="3"/>
                    </a:cubicBezTo>
                    <a:cubicBezTo>
                      <a:pt x="6" y="4"/>
                      <a:pt x="4" y="6"/>
                      <a:pt x="2" y="9"/>
                    </a:cubicBezTo>
                    <a:cubicBezTo>
                      <a:pt x="0" y="12"/>
                      <a:pt x="0" y="14"/>
                      <a:pt x="0" y="17"/>
                    </a:cubicBezTo>
                    <a:cubicBezTo>
                      <a:pt x="0" y="20"/>
                      <a:pt x="0" y="22"/>
                      <a:pt x="2" y="25"/>
                    </a:cubicBezTo>
                    <a:cubicBezTo>
                      <a:pt x="4" y="28"/>
                      <a:pt x="6" y="29"/>
                      <a:pt x="8" y="31"/>
                    </a:cubicBezTo>
                    <a:cubicBezTo>
                      <a:pt x="9" y="32"/>
                      <a:pt x="10" y="32"/>
                      <a:pt x="11" y="32"/>
                    </a:cubicBezTo>
                    <a:cubicBezTo>
                      <a:pt x="11" y="21"/>
                      <a:pt x="13" y="11"/>
                      <a:pt x="14" y="0"/>
                    </a:cubicBezTo>
                    <a:cubicBezTo>
                      <a:pt x="12" y="1"/>
                      <a:pt x="10" y="2"/>
                      <a:pt x="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9"/>
              <p:cNvSpPr/>
              <p:nvPr/>
            </p:nvSpPr>
            <p:spPr>
              <a:xfrm>
                <a:off x="22685" y="-1004975"/>
                <a:ext cx="119160" cy="18000"/>
              </a:xfrm>
              <a:custGeom>
                <a:rect b="b" l="l" r="r" t="t"/>
                <a:pathLst>
                  <a:path extrusionOk="0" h="50" w="331">
                    <a:moveTo>
                      <a:pt x="170" y="43"/>
                    </a:moveTo>
                    <a:cubicBezTo>
                      <a:pt x="200" y="47"/>
                      <a:pt x="229" y="49"/>
                      <a:pt x="259" y="49"/>
                    </a:cubicBezTo>
                    <a:cubicBezTo>
                      <a:pt x="282" y="49"/>
                      <a:pt x="305" y="48"/>
                      <a:pt x="327" y="46"/>
                    </a:cubicBezTo>
                    <a:cubicBezTo>
                      <a:pt x="328" y="46"/>
                      <a:pt x="328" y="46"/>
                      <a:pt x="329" y="45"/>
                    </a:cubicBezTo>
                    <a:cubicBezTo>
                      <a:pt x="329" y="45"/>
                      <a:pt x="330" y="45"/>
                      <a:pt x="330" y="44"/>
                    </a:cubicBezTo>
                    <a:lnTo>
                      <a:pt x="330" y="43"/>
                    </a:lnTo>
                    <a:cubicBezTo>
                      <a:pt x="330" y="42"/>
                      <a:pt x="330" y="42"/>
                      <a:pt x="330" y="42"/>
                    </a:cubicBezTo>
                    <a:cubicBezTo>
                      <a:pt x="330" y="41"/>
                      <a:pt x="330" y="41"/>
                      <a:pt x="329" y="40"/>
                    </a:cubicBezTo>
                    <a:cubicBezTo>
                      <a:pt x="328" y="39"/>
                      <a:pt x="328" y="40"/>
                      <a:pt x="327" y="40"/>
                    </a:cubicBezTo>
                    <a:cubicBezTo>
                      <a:pt x="218" y="31"/>
                      <a:pt x="113" y="2"/>
                      <a:pt x="4" y="0"/>
                    </a:cubicBezTo>
                    <a:cubicBezTo>
                      <a:pt x="3" y="11"/>
                      <a:pt x="2" y="23"/>
                      <a:pt x="0" y="35"/>
                    </a:cubicBezTo>
                    <a:cubicBezTo>
                      <a:pt x="10" y="35"/>
                      <a:pt x="19" y="35"/>
                      <a:pt x="29" y="35"/>
                    </a:cubicBezTo>
                    <a:cubicBezTo>
                      <a:pt x="76" y="35"/>
                      <a:pt x="123" y="38"/>
                      <a:pt x="170"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9"/>
              <p:cNvSpPr/>
              <p:nvPr/>
            </p:nvSpPr>
            <p:spPr>
              <a:xfrm>
                <a:off x="13325" y="-1002455"/>
                <a:ext cx="1080" cy="7560"/>
              </a:xfrm>
              <a:custGeom>
                <a:rect b="b" l="l" r="r" t="t"/>
                <a:pathLst>
                  <a:path extrusionOk="0" h="21" w="3">
                    <a:moveTo>
                      <a:pt x="2" y="0"/>
                    </a:moveTo>
                    <a:cubicBezTo>
                      <a:pt x="1" y="3"/>
                      <a:pt x="0" y="6"/>
                      <a:pt x="0" y="10"/>
                    </a:cubicBezTo>
                    <a:cubicBezTo>
                      <a:pt x="0" y="13"/>
                      <a:pt x="1" y="17"/>
                      <a:pt x="2" y="20"/>
                    </a:cubicBezTo>
                    <a:cubicBezTo>
                      <a:pt x="2" y="13"/>
                      <a:pt x="2" y="7"/>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9"/>
              <p:cNvSpPr/>
              <p:nvPr/>
            </p:nvSpPr>
            <p:spPr>
              <a:xfrm>
                <a:off x="14045" y="-1004975"/>
                <a:ext cx="10440" cy="12960"/>
              </a:xfrm>
              <a:custGeom>
                <a:rect b="b" l="l" r="r" t="t"/>
                <a:pathLst>
                  <a:path extrusionOk="0" h="36" w="29">
                    <a:moveTo>
                      <a:pt x="14" y="35"/>
                    </a:moveTo>
                    <a:lnTo>
                      <a:pt x="24" y="35"/>
                    </a:lnTo>
                    <a:cubicBezTo>
                      <a:pt x="26" y="23"/>
                      <a:pt x="27" y="12"/>
                      <a:pt x="28" y="0"/>
                    </a:cubicBezTo>
                    <a:lnTo>
                      <a:pt x="15" y="0"/>
                    </a:lnTo>
                    <a:lnTo>
                      <a:pt x="14" y="0"/>
                    </a:lnTo>
                    <a:cubicBezTo>
                      <a:pt x="11" y="0"/>
                      <a:pt x="9" y="1"/>
                      <a:pt x="6" y="2"/>
                    </a:cubicBezTo>
                    <a:cubicBezTo>
                      <a:pt x="4" y="3"/>
                      <a:pt x="2" y="5"/>
                      <a:pt x="0" y="8"/>
                    </a:cubicBezTo>
                    <a:cubicBezTo>
                      <a:pt x="0" y="14"/>
                      <a:pt x="0" y="21"/>
                      <a:pt x="0" y="27"/>
                    </a:cubicBezTo>
                    <a:cubicBezTo>
                      <a:pt x="2" y="30"/>
                      <a:pt x="4" y="32"/>
                      <a:pt x="6" y="33"/>
                    </a:cubicBezTo>
                    <a:cubicBezTo>
                      <a:pt x="8" y="34"/>
                      <a:pt x="11" y="35"/>
                      <a:pt x="1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9"/>
              <p:cNvSpPr/>
              <p:nvPr/>
            </p:nvSpPr>
            <p:spPr>
              <a:xfrm>
                <a:off x="230045" y="-1066175"/>
                <a:ext cx="31320" cy="10800"/>
              </a:xfrm>
              <a:custGeom>
                <a:rect b="b" l="l" r="r" t="t"/>
                <a:pathLst>
                  <a:path extrusionOk="0" h="30" w="87">
                    <a:moveTo>
                      <a:pt x="79" y="20"/>
                    </a:moveTo>
                    <a:cubicBezTo>
                      <a:pt x="86" y="19"/>
                      <a:pt x="85" y="9"/>
                      <a:pt x="79" y="8"/>
                    </a:cubicBezTo>
                    <a:cubicBezTo>
                      <a:pt x="65" y="5"/>
                      <a:pt x="52" y="4"/>
                      <a:pt x="38" y="2"/>
                    </a:cubicBezTo>
                    <a:cubicBezTo>
                      <a:pt x="33" y="1"/>
                      <a:pt x="28" y="0"/>
                      <a:pt x="23" y="0"/>
                    </a:cubicBezTo>
                    <a:cubicBezTo>
                      <a:pt x="17" y="0"/>
                      <a:pt x="10" y="1"/>
                      <a:pt x="3" y="4"/>
                    </a:cubicBezTo>
                    <a:cubicBezTo>
                      <a:pt x="2" y="4"/>
                      <a:pt x="2" y="5"/>
                      <a:pt x="1" y="6"/>
                    </a:cubicBezTo>
                    <a:cubicBezTo>
                      <a:pt x="0" y="7"/>
                      <a:pt x="0" y="7"/>
                      <a:pt x="0" y="9"/>
                    </a:cubicBezTo>
                    <a:cubicBezTo>
                      <a:pt x="0" y="10"/>
                      <a:pt x="0" y="12"/>
                      <a:pt x="1" y="13"/>
                    </a:cubicBezTo>
                    <a:lnTo>
                      <a:pt x="2" y="14"/>
                    </a:lnTo>
                    <a:cubicBezTo>
                      <a:pt x="25" y="29"/>
                      <a:pt x="54" y="24"/>
                      <a:pt x="7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9"/>
              <p:cNvSpPr/>
              <p:nvPr/>
            </p:nvSpPr>
            <p:spPr>
              <a:xfrm>
                <a:off x="164885" y="-1072295"/>
                <a:ext cx="36360" cy="12960"/>
              </a:xfrm>
              <a:custGeom>
                <a:rect b="b" l="l" r="r" t="t"/>
                <a:pathLst>
                  <a:path extrusionOk="0" h="36" w="101">
                    <a:moveTo>
                      <a:pt x="92" y="11"/>
                    </a:moveTo>
                    <a:cubicBezTo>
                      <a:pt x="64" y="8"/>
                      <a:pt x="29" y="0"/>
                      <a:pt x="3" y="11"/>
                    </a:cubicBezTo>
                    <a:cubicBezTo>
                      <a:pt x="2" y="12"/>
                      <a:pt x="2" y="12"/>
                      <a:pt x="1" y="14"/>
                    </a:cubicBezTo>
                    <a:cubicBezTo>
                      <a:pt x="1" y="15"/>
                      <a:pt x="0" y="16"/>
                      <a:pt x="0" y="17"/>
                    </a:cubicBezTo>
                    <a:cubicBezTo>
                      <a:pt x="0" y="18"/>
                      <a:pt x="1" y="19"/>
                      <a:pt x="1" y="20"/>
                    </a:cubicBezTo>
                    <a:cubicBezTo>
                      <a:pt x="2" y="21"/>
                      <a:pt x="2" y="21"/>
                      <a:pt x="3" y="22"/>
                    </a:cubicBezTo>
                    <a:cubicBezTo>
                      <a:pt x="29" y="35"/>
                      <a:pt x="63" y="27"/>
                      <a:pt x="91" y="24"/>
                    </a:cubicBezTo>
                    <a:cubicBezTo>
                      <a:pt x="98" y="24"/>
                      <a:pt x="100" y="12"/>
                      <a:pt x="9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9"/>
              <p:cNvSpPr/>
              <p:nvPr/>
            </p:nvSpPr>
            <p:spPr>
              <a:xfrm>
                <a:off x="39245" y="-1075895"/>
                <a:ext cx="99360" cy="15480"/>
              </a:xfrm>
              <a:custGeom>
                <a:rect b="b" l="l" r="r" t="t"/>
                <a:pathLst>
                  <a:path extrusionOk="0" h="43" w="276">
                    <a:moveTo>
                      <a:pt x="268" y="21"/>
                    </a:moveTo>
                    <a:cubicBezTo>
                      <a:pt x="273" y="21"/>
                      <a:pt x="275" y="11"/>
                      <a:pt x="268" y="10"/>
                    </a:cubicBezTo>
                    <a:cubicBezTo>
                      <a:pt x="222" y="4"/>
                      <a:pt x="175" y="0"/>
                      <a:pt x="129" y="0"/>
                    </a:cubicBezTo>
                    <a:cubicBezTo>
                      <a:pt x="93" y="0"/>
                      <a:pt x="58" y="2"/>
                      <a:pt x="22" y="6"/>
                    </a:cubicBezTo>
                    <a:cubicBezTo>
                      <a:pt x="21" y="10"/>
                      <a:pt x="19" y="13"/>
                      <a:pt x="17" y="17"/>
                    </a:cubicBezTo>
                    <a:cubicBezTo>
                      <a:pt x="12" y="25"/>
                      <a:pt x="7" y="32"/>
                      <a:pt x="1" y="40"/>
                    </a:cubicBezTo>
                    <a:lnTo>
                      <a:pt x="0" y="42"/>
                    </a:lnTo>
                    <a:cubicBezTo>
                      <a:pt x="0" y="42"/>
                      <a:pt x="1" y="42"/>
                      <a:pt x="2" y="42"/>
                    </a:cubicBezTo>
                    <a:cubicBezTo>
                      <a:pt x="3" y="42"/>
                      <a:pt x="4" y="42"/>
                      <a:pt x="4" y="42"/>
                    </a:cubicBezTo>
                    <a:cubicBezTo>
                      <a:pt x="92" y="33"/>
                      <a:pt x="180" y="32"/>
                      <a:pt x="268"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9"/>
              <p:cNvSpPr/>
              <p:nvPr/>
            </p:nvSpPr>
            <p:spPr>
              <a:xfrm>
                <a:off x="34205" y="-1073735"/>
                <a:ext cx="13320" cy="13320"/>
              </a:xfrm>
              <a:custGeom>
                <a:rect b="b" l="l" r="r" t="t"/>
                <a:pathLst>
                  <a:path extrusionOk="0" h="37" w="37">
                    <a:moveTo>
                      <a:pt x="36" y="0"/>
                    </a:moveTo>
                    <a:lnTo>
                      <a:pt x="16" y="2"/>
                    </a:lnTo>
                    <a:cubicBezTo>
                      <a:pt x="13" y="3"/>
                      <a:pt x="11" y="3"/>
                      <a:pt x="9" y="4"/>
                    </a:cubicBezTo>
                    <a:cubicBezTo>
                      <a:pt x="6" y="6"/>
                      <a:pt x="5" y="8"/>
                      <a:pt x="3" y="11"/>
                    </a:cubicBezTo>
                    <a:cubicBezTo>
                      <a:pt x="1" y="14"/>
                      <a:pt x="0" y="16"/>
                      <a:pt x="0" y="19"/>
                    </a:cubicBezTo>
                    <a:cubicBezTo>
                      <a:pt x="0" y="22"/>
                      <a:pt x="1" y="25"/>
                      <a:pt x="3" y="28"/>
                    </a:cubicBezTo>
                    <a:cubicBezTo>
                      <a:pt x="5" y="31"/>
                      <a:pt x="6" y="33"/>
                      <a:pt x="9" y="34"/>
                    </a:cubicBezTo>
                    <a:cubicBezTo>
                      <a:pt x="10" y="35"/>
                      <a:pt x="12" y="36"/>
                      <a:pt x="14" y="36"/>
                    </a:cubicBezTo>
                    <a:lnTo>
                      <a:pt x="15" y="34"/>
                    </a:lnTo>
                    <a:cubicBezTo>
                      <a:pt x="21" y="26"/>
                      <a:pt x="26" y="19"/>
                      <a:pt x="31" y="11"/>
                    </a:cubicBezTo>
                    <a:cubicBezTo>
                      <a:pt x="33" y="7"/>
                      <a:pt x="35" y="4"/>
                      <a:pt x="3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9"/>
              <p:cNvSpPr/>
              <p:nvPr/>
            </p:nvSpPr>
            <p:spPr>
              <a:xfrm>
                <a:off x="51485" y="-1092815"/>
                <a:ext cx="45000" cy="11880"/>
              </a:xfrm>
              <a:custGeom>
                <a:rect b="b" l="l" r="r" t="t"/>
                <a:pathLst>
                  <a:path extrusionOk="0" h="33" w="125">
                    <a:moveTo>
                      <a:pt x="118" y="8"/>
                    </a:moveTo>
                    <a:cubicBezTo>
                      <a:pt x="102" y="3"/>
                      <a:pt x="85" y="0"/>
                      <a:pt x="68" y="0"/>
                    </a:cubicBezTo>
                    <a:cubicBezTo>
                      <a:pt x="67" y="0"/>
                      <a:pt x="65" y="0"/>
                      <a:pt x="64" y="0"/>
                    </a:cubicBezTo>
                    <a:cubicBezTo>
                      <a:pt x="52" y="2"/>
                      <a:pt x="41" y="2"/>
                      <a:pt x="29" y="2"/>
                    </a:cubicBezTo>
                    <a:cubicBezTo>
                      <a:pt x="24" y="2"/>
                      <a:pt x="19" y="2"/>
                      <a:pt x="14" y="2"/>
                    </a:cubicBezTo>
                    <a:cubicBezTo>
                      <a:pt x="9" y="11"/>
                      <a:pt x="5" y="22"/>
                      <a:pt x="0" y="32"/>
                    </a:cubicBezTo>
                    <a:cubicBezTo>
                      <a:pt x="39" y="31"/>
                      <a:pt x="79" y="27"/>
                      <a:pt x="118" y="19"/>
                    </a:cubicBezTo>
                    <a:cubicBezTo>
                      <a:pt x="124" y="18"/>
                      <a:pt x="124" y="9"/>
                      <a:pt x="1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9"/>
              <p:cNvSpPr/>
              <p:nvPr/>
            </p:nvSpPr>
            <p:spPr>
              <a:xfrm>
                <a:off x="43925" y="-1092095"/>
                <a:ext cx="12960" cy="11160"/>
              </a:xfrm>
              <a:custGeom>
                <a:rect b="b" l="l" r="r" t="t"/>
                <a:pathLst>
                  <a:path extrusionOk="0" h="31" w="36">
                    <a:moveTo>
                      <a:pt x="22" y="0"/>
                    </a:moveTo>
                    <a:cubicBezTo>
                      <a:pt x="2" y="0"/>
                      <a:pt x="0" y="29"/>
                      <a:pt x="20" y="30"/>
                    </a:cubicBezTo>
                    <a:cubicBezTo>
                      <a:pt x="25" y="19"/>
                      <a:pt x="30" y="10"/>
                      <a:pt x="35" y="0"/>
                    </a:cubicBezTo>
                    <a:lnTo>
                      <a:pt x="2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9"/>
              <p:cNvSpPr/>
              <p:nvPr/>
            </p:nvSpPr>
            <p:spPr>
              <a:xfrm>
                <a:off x="74525" y="-1155815"/>
                <a:ext cx="159840" cy="17640"/>
              </a:xfrm>
              <a:custGeom>
                <a:rect b="b" l="l" r="r" t="t"/>
                <a:pathLst>
                  <a:path extrusionOk="0" h="49" w="444">
                    <a:moveTo>
                      <a:pt x="152" y="47"/>
                    </a:moveTo>
                    <a:cubicBezTo>
                      <a:pt x="246" y="46"/>
                      <a:pt x="341" y="47"/>
                      <a:pt x="436" y="40"/>
                    </a:cubicBezTo>
                    <a:cubicBezTo>
                      <a:pt x="443" y="40"/>
                      <a:pt x="443" y="28"/>
                      <a:pt x="436" y="28"/>
                    </a:cubicBezTo>
                    <a:cubicBezTo>
                      <a:pt x="352" y="21"/>
                      <a:pt x="269" y="20"/>
                      <a:pt x="185" y="18"/>
                    </a:cubicBezTo>
                    <a:cubicBezTo>
                      <a:pt x="128" y="17"/>
                      <a:pt x="58" y="18"/>
                      <a:pt x="3" y="0"/>
                    </a:cubicBezTo>
                    <a:cubicBezTo>
                      <a:pt x="3" y="6"/>
                      <a:pt x="3" y="11"/>
                      <a:pt x="3" y="16"/>
                    </a:cubicBezTo>
                    <a:cubicBezTo>
                      <a:pt x="3" y="17"/>
                      <a:pt x="3" y="17"/>
                      <a:pt x="3" y="18"/>
                    </a:cubicBezTo>
                    <a:cubicBezTo>
                      <a:pt x="3" y="23"/>
                      <a:pt x="2" y="28"/>
                      <a:pt x="0" y="33"/>
                    </a:cubicBezTo>
                    <a:cubicBezTo>
                      <a:pt x="42" y="43"/>
                      <a:pt x="85" y="48"/>
                      <a:pt x="128" y="48"/>
                    </a:cubicBezTo>
                    <a:cubicBezTo>
                      <a:pt x="136" y="48"/>
                      <a:pt x="144" y="48"/>
                      <a:pt x="152"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9"/>
              <p:cNvSpPr/>
              <p:nvPr/>
            </p:nvSpPr>
            <p:spPr>
              <a:xfrm>
                <a:off x="63365" y="-1156535"/>
                <a:ext cx="3960" cy="9000"/>
              </a:xfrm>
              <a:custGeom>
                <a:rect b="b" l="l" r="r" t="t"/>
                <a:pathLst>
                  <a:path extrusionOk="0" h="25" w="11">
                    <a:moveTo>
                      <a:pt x="10" y="0"/>
                    </a:moveTo>
                    <a:cubicBezTo>
                      <a:pt x="9" y="0"/>
                      <a:pt x="9" y="1"/>
                      <a:pt x="8" y="1"/>
                    </a:cubicBezTo>
                    <a:cubicBezTo>
                      <a:pt x="6" y="2"/>
                      <a:pt x="4" y="4"/>
                      <a:pt x="2" y="7"/>
                    </a:cubicBezTo>
                    <a:cubicBezTo>
                      <a:pt x="0" y="10"/>
                      <a:pt x="0" y="11"/>
                      <a:pt x="0" y="14"/>
                    </a:cubicBezTo>
                    <a:cubicBezTo>
                      <a:pt x="0" y="16"/>
                      <a:pt x="1" y="20"/>
                      <a:pt x="2" y="22"/>
                    </a:cubicBezTo>
                    <a:cubicBezTo>
                      <a:pt x="3" y="23"/>
                      <a:pt x="4" y="24"/>
                      <a:pt x="4" y="24"/>
                    </a:cubicBezTo>
                    <a:cubicBezTo>
                      <a:pt x="7" y="17"/>
                      <a:pt x="9" y="9"/>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9"/>
              <p:cNvSpPr/>
              <p:nvPr/>
            </p:nvSpPr>
            <p:spPr>
              <a:xfrm>
                <a:off x="64805" y="-1157255"/>
                <a:ext cx="10800" cy="13680"/>
              </a:xfrm>
              <a:custGeom>
                <a:rect b="b" l="l" r="r" t="t"/>
                <a:pathLst>
                  <a:path extrusionOk="0" h="38" w="30">
                    <a:moveTo>
                      <a:pt x="27" y="37"/>
                    </a:moveTo>
                    <a:cubicBezTo>
                      <a:pt x="28" y="32"/>
                      <a:pt x="29" y="27"/>
                      <a:pt x="29" y="22"/>
                    </a:cubicBezTo>
                    <a:cubicBezTo>
                      <a:pt x="29" y="21"/>
                      <a:pt x="29" y="21"/>
                      <a:pt x="29" y="20"/>
                    </a:cubicBezTo>
                    <a:cubicBezTo>
                      <a:pt x="29" y="15"/>
                      <a:pt x="29" y="10"/>
                      <a:pt x="29" y="4"/>
                    </a:cubicBezTo>
                    <a:lnTo>
                      <a:pt x="19" y="1"/>
                    </a:lnTo>
                    <a:cubicBezTo>
                      <a:pt x="17" y="0"/>
                      <a:pt x="14" y="0"/>
                      <a:pt x="12" y="0"/>
                    </a:cubicBezTo>
                    <a:cubicBezTo>
                      <a:pt x="9" y="0"/>
                      <a:pt x="7" y="0"/>
                      <a:pt x="5" y="1"/>
                    </a:cubicBezTo>
                    <a:cubicBezTo>
                      <a:pt x="5" y="10"/>
                      <a:pt x="3" y="18"/>
                      <a:pt x="0" y="25"/>
                    </a:cubicBezTo>
                    <a:cubicBezTo>
                      <a:pt x="1" y="26"/>
                      <a:pt x="2" y="27"/>
                      <a:pt x="3" y="28"/>
                    </a:cubicBezTo>
                    <a:cubicBezTo>
                      <a:pt x="3" y="28"/>
                      <a:pt x="4" y="28"/>
                      <a:pt x="5" y="29"/>
                    </a:cubicBezTo>
                    <a:cubicBezTo>
                      <a:pt x="12" y="32"/>
                      <a:pt x="19" y="34"/>
                      <a:pt x="2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9"/>
              <p:cNvSpPr/>
              <p:nvPr/>
            </p:nvSpPr>
            <p:spPr>
              <a:xfrm>
                <a:off x="266765" y="-1143935"/>
                <a:ext cx="24480" cy="8640"/>
              </a:xfrm>
              <a:custGeom>
                <a:rect b="b" l="l" r="r" t="t"/>
                <a:pathLst>
                  <a:path extrusionOk="0" h="24" w="68">
                    <a:moveTo>
                      <a:pt x="62" y="23"/>
                    </a:moveTo>
                    <a:cubicBezTo>
                      <a:pt x="67" y="23"/>
                      <a:pt x="67" y="15"/>
                      <a:pt x="63" y="13"/>
                    </a:cubicBezTo>
                    <a:cubicBezTo>
                      <a:pt x="47" y="5"/>
                      <a:pt x="30" y="1"/>
                      <a:pt x="13" y="0"/>
                    </a:cubicBezTo>
                    <a:cubicBezTo>
                      <a:pt x="0" y="0"/>
                      <a:pt x="1" y="19"/>
                      <a:pt x="14" y="19"/>
                    </a:cubicBezTo>
                    <a:cubicBezTo>
                      <a:pt x="29" y="20"/>
                      <a:pt x="46" y="23"/>
                      <a:pt x="6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9"/>
              <p:cNvSpPr/>
              <p:nvPr/>
            </p:nvSpPr>
            <p:spPr>
              <a:xfrm>
                <a:off x="811085" y="-1166615"/>
                <a:ext cx="75600" cy="11880"/>
              </a:xfrm>
              <a:custGeom>
                <a:rect b="b" l="l" r="r" t="t"/>
                <a:pathLst>
                  <a:path extrusionOk="0" h="33" w="210">
                    <a:moveTo>
                      <a:pt x="6" y="4"/>
                    </a:moveTo>
                    <a:cubicBezTo>
                      <a:pt x="0" y="4"/>
                      <a:pt x="1" y="12"/>
                      <a:pt x="6" y="13"/>
                    </a:cubicBezTo>
                    <a:cubicBezTo>
                      <a:pt x="71" y="23"/>
                      <a:pt x="138" y="24"/>
                      <a:pt x="202" y="32"/>
                    </a:cubicBezTo>
                    <a:cubicBezTo>
                      <a:pt x="203" y="32"/>
                      <a:pt x="203" y="32"/>
                      <a:pt x="203" y="32"/>
                    </a:cubicBezTo>
                    <a:cubicBezTo>
                      <a:pt x="204" y="32"/>
                      <a:pt x="205" y="32"/>
                      <a:pt x="206" y="31"/>
                    </a:cubicBezTo>
                    <a:cubicBezTo>
                      <a:pt x="207" y="30"/>
                      <a:pt x="208" y="29"/>
                      <a:pt x="208" y="29"/>
                    </a:cubicBezTo>
                    <a:cubicBezTo>
                      <a:pt x="209" y="28"/>
                      <a:pt x="209" y="27"/>
                      <a:pt x="209" y="26"/>
                    </a:cubicBezTo>
                    <a:cubicBezTo>
                      <a:pt x="209" y="25"/>
                      <a:pt x="209" y="24"/>
                      <a:pt x="208" y="23"/>
                    </a:cubicBezTo>
                    <a:cubicBezTo>
                      <a:pt x="197" y="5"/>
                      <a:pt x="174" y="3"/>
                      <a:pt x="155" y="3"/>
                    </a:cubicBezTo>
                    <a:cubicBezTo>
                      <a:pt x="131" y="1"/>
                      <a:pt x="108" y="0"/>
                      <a:pt x="84" y="0"/>
                    </a:cubicBezTo>
                    <a:cubicBezTo>
                      <a:pt x="58" y="0"/>
                      <a:pt x="32" y="1"/>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9"/>
              <p:cNvSpPr/>
              <p:nvPr/>
            </p:nvSpPr>
            <p:spPr>
              <a:xfrm>
                <a:off x="917645" y="-1152935"/>
                <a:ext cx="239400" cy="111240"/>
              </a:xfrm>
              <a:custGeom>
                <a:rect b="b" l="l" r="r" t="t"/>
                <a:pathLst>
                  <a:path extrusionOk="0" h="309" w="665">
                    <a:moveTo>
                      <a:pt x="341" y="95"/>
                    </a:moveTo>
                    <a:cubicBezTo>
                      <a:pt x="284" y="68"/>
                      <a:pt x="224" y="48"/>
                      <a:pt x="162" y="34"/>
                    </a:cubicBezTo>
                    <a:cubicBezTo>
                      <a:pt x="135" y="28"/>
                      <a:pt x="106" y="25"/>
                      <a:pt x="80" y="17"/>
                    </a:cubicBezTo>
                    <a:cubicBezTo>
                      <a:pt x="55" y="13"/>
                      <a:pt x="30" y="8"/>
                      <a:pt x="6" y="0"/>
                    </a:cubicBezTo>
                    <a:cubicBezTo>
                      <a:pt x="5" y="0"/>
                      <a:pt x="4" y="0"/>
                      <a:pt x="4" y="0"/>
                    </a:cubicBezTo>
                    <a:cubicBezTo>
                      <a:pt x="3" y="0"/>
                      <a:pt x="3" y="0"/>
                      <a:pt x="2" y="1"/>
                    </a:cubicBezTo>
                    <a:cubicBezTo>
                      <a:pt x="2" y="2"/>
                      <a:pt x="1" y="1"/>
                      <a:pt x="0" y="2"/>
                    </a:cubicBezTo>
                    <a:cubicBezTo>
                      <a:pt x="0" y="3"/>
                      <a:pt x="0" y="3"/>
                      <a:pt x="0" y="4"/>
                    </a:cubicBezTo>
                    <a:cubicBezTo>
                      <a:pt x="0" y="5"/>
                      <a:pt x="0" y="5"/>
                      <a:pt x="0" y="6"/>
                    </a:cubicBezTo>
                    <a:cubicBezTo>
                      <a:pt x="1" y="7"/>
                      <a:pt x="1" y="7"/>
                      <a:pt x="2" y="7"/>
                    </a:cubicBezTo>
                    <a:lnTo>
                      <a:pt x="2" y="8"/>
                    </a:lnTo>
                    <a:cubicBezTo>
                      <a:pt x="45" y="34"/>
                      <a:pt x="108" y="41"/>
                      <a:pt x="157" y="54"/>
                    </a:cubicBezTo>
                    <a:cubicBezTo>
                      <a:pt x="223" y="73"/>
                      <a:pt x="288" y="98"/>
                      <a:pt x="350" y="128"/>
                    </a:cubicBezTo>
                    <a:cubicBezTo>
                      <a:pt x="413" y="158"/>
                      <a:pt x="471" y="199"/>
                      <a:pt x="533" y="232"/>
                    </a:cubicBezTo>
                    <a:cubicBezTo>
                      <a:pt x="572" y="253"/>
                      <a:pt x="600" y="298"/>
                      <a:pt x="646" y="307"/>
                    </a:cubicBezTo>
                    <a:cubicBezTo>
                      <a:pt x="655" y="308"/>
                      <a:pt x="664" y="296"/>
                      <a:pt x="655" y="289"/>
                    </a:cubicBezTo>
                    <a:cubicBezTo>
                      <a:pt x="609" y="254"/>
                      <a:pt x="567" y="221"/>
                      <a:pt x="518" y="191"/>
                    </a:cubicBezTo>
                    <a:cubicBezTo>
                      <a:pt x="460" y="155"/>
                      <a:pt x="402" y="125"/>
                      <a:pt x="34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9"/>
              <p:cNvSpPr/>
              <p:nvPr/>
            </p:nvSpPr>
            <p:spPr>
              <a:xfrm>
                <a:off x="1041125" y="-1084175"/>
                <a:ext cx="176040" cy="153000"/>
              </a:xfrm>
              <a:custGeom>
                <a:rect b="b" l="l" r="r" t="t"/>
                <a:pathLst>
                  <a:path extrusionOk="0" h="425" w="489">
                    <a:moveTo>
                      <a:pt x="266" y="135"/>
                    </a:moveTo>
                    <a:cubicBezTo>
                      <a:pt x="246" y="120"/>
                      <a:pt x="224" y="106"/>
                      <a:pt x="202" y="93"/>
                    </a:cubicBezTo>
                    <a:cubicBezTo>
                      <a:pt x="188" y="85"/>
                      <a:pt x="174" y="77"/>
                      <a:pt x="160" y="70"/>
                    </a:cubicBezTo>
                    <a:cubicBezTo>
                      <a:pt x="132" y="57"/>
                      <a:pt x="106" y="40"/>
                      <a:pt x="78" y="27"/>
                    </a:cubicBezTo>
                    <a:cubicBezTo>
                      <a:pt x="57" y="16"/>
                      <a:pt x="32" y="14"/>
                      <a:pt x="11" y="3"/>
                    </a:cubicBezTo>
                    <a:cubicBezTo>
                      <a:pt x="6" y="0"/>
                      <a:pt x="0" y="8"/>
                      <a:pt x="5" y="12"/>
                    </a:cubicBezTo>
                    <a:cubicBezTo>
                      <a:pt x="15" y="17"/>
                      <a:pt x="24" y="23"/>
                      <a:pt x="34" y="29"/>
                    </a:cubicBezTo>
                    <a:cubicBezTo>
                      <a:pt x="60" y="44"/>
                      <a:pt x="86" y="58"/>
                      <a:pt x="113" y="71"/>
                    </a:cubicBezTo>
                    <a:cubicBezTo>
                      <a:pt x="123" y="76"/>
                      <a:pt x="134" y="82"/>
                      <a:pt x="144" y="88"/>
                    </a:cubicBezTo>
                    <a:cubicBezTo>
                      <a:pt x="185" y="112"/>
                      <a:pt x="225" y="138"/>
                      <a:pt x="263" y="167"/>
                    </a:cubicBezTo>
                    <a:cubicBezTo>
                      <a:pt x="330" y="223"/>
                      <a:pt x="387" y="290"/>
                      <a:pt x="430" y="365"/>
                    </a:cubicBezTo>
                    <a:cubicBezTo>
                      <a:pt x="439" y="380"/>
                      <a:pt x="447" y="395"/>
                      <a:pt x="454" y="410"/>
                    </a:cubicBezTo>
                    <a:cubicBezTo>
                      <a:pt x="462" y="424"/>
                      <a:pt x="488" y="419"/>
                      <a:pt x="483" y="401"/>
                    </a:cubicBezTo>
                    <a:cubicBezTo>
                      <a:pt x="478" y="388"/>
                      <a:pt x="472" y="375"/>
                      <a:pt x="465" y="362"/>
                    </a:cubicBezTo>
                    <a:cubicBezTo>
                      <a:pt x="459" y="351"/>
                      <a:pt x="452" y="341"/>
                      <a:pt x="444" y="331"/>
                    </a:cubicBezTo>
                    <a:cubicBezTo>
                      <a:pt x="443" y="328"/>
                      <a:pt x="441" y="325"/>
                      <a:pt x="439" y="323"/>
                    </a:cubicBezTo>
                    <a:cubicBezTo>
                      <a:pt x="429" y="305"/>
                      <a:pt x="418" y="288"/>
                      <a:pt x="405" y="272"/>
                    </a:cubicBezTo>
                    <a:cubicBezTo>
                      <a:pt x="365" y="221"/>
                      <a:pt x="318" y="175"/>
                      <a:pt x="266" y="1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9"/>
              <p:cNvSpPr/>
              <p:nvPr/>
            </p:nvSpPr>
            <p:spPr>
              <a:xfrm>
                <a:off x="47165" y="-450575"/>
                <a:ext cx="263520" cy="38520"/>
              </a:xfrm>
              <a:custGeom>
                <a:rect b="b" l="l" r="r" t="t"/>
                <a:pathLst>
                  <a:path extrusionOk="0" h="107" w="732">
                    <a:moveTo>
                      <a:pt x="372" y="73"/>
                    </a:moveTo>
                    <a:cubicBezTo>
                      <a:pt x="443" y="84"/>
                      <a:pt x="516" y="86"/>
                      <a:pt x="586" y="98"/>
                    </a:cubicBezTo>
                    <a:cubicBezTo>
                      <a:pt x="633" y="106"/>
                      <a:pt x="682" y="98"/>
                      <a:pt x="728" y="102"/>
                    </a:cubicBezTo>
                    <a:cubicBezTo>
                      <a:pt x="729" y="102"/>
                      <a:pt x="729" y="101"/>
                      <a:pt x="729" y="101"/>
                    </a:cubicBezTo>
                    <a:cubicBezTo>
                      <a:pt x="730" y="101"/>
                      <a:pt x="730" y="101"/>
                      <a:pt x="730" y="100"/>
                    </a:cubicBezTo>
                    <a:cubicBezTo>
                      <a:pt x="730" y="100"/>
                      <a:pt x="731" y="100"/>
                      <a:pt x="731" y="99"/>
                    </a:cubicBezTo>
                    <a:cubicBezTo>
                      <a:pt x="731" y="99"/>
                      <a:pt x="730" y="99"/>
                      <a:pt x="730" y="98"/>
                    </a:cubicBezTo>
                    <a:lnTo>
                      <a:pt x="729" y="97"/>
                    </a:lnTo>
                    <a:lnTo>
                      <a:pt x="728" y="97"/>
                    </a:lnTo>
                    <a:cubicBezTo>
                      <a:pt x="606" y="70"/>
                      <a:pt x="478" y="61"/>
                      <a:pt x="355" y="44"/>
                    </a:cubicBezTo>
                    <a:cubicBezTo>
                      <a:pt x="309" y="38"/>
                      <a:pt x="264" y="26"/>
                      <a:pt x="219" y="19"/>
                    </a:cubicBezTo>
                    <a:cubicBezTo>
                      <a:pt x="193" y="14"/>
                      <a:pt x="166" y="18"/>
                      <a:pt x="140" y="13"/>
                    </a:cubicBezTo>
                    <a:cubicBezTo>
                      <a:pt x="95" y="6"/>
                      <a:pt x="49" y="2"/>
                      <a:pt x="3" y="0"/>
                    </a:cubicBezTo>
                    <a:cubicBezTo>
                      <a:pt x="2" y="0"/>
                      <a:pt x="2" y="0"/>
                      <a:pt x="1" y="0"/>
                    </a:cubicBezTo>
                    <a:lnTo>
                      <a:pt x="0" y="0"/>
                    </a:lnTo>
                    <a:lnTo>
                      <a:pt x="0" y="4"/>
                    </a:lnTo>
                    <a:cubicBezTo>
                      <a:pt x="2" y="14"/>
                      <a:pt x="5" y="23"/>
                      <a:pt x="8" y="33"/>
                    </a:cubicBezTo>
                    <a:cubicBezTo>
                      <a:pt x="57" y="40"/>
                      <a:pt x="106" y="42"/>
                      <a:pt x="155" y="45"/>
                    </a:cubicBezTo>
                    <a:cubicBezTo>
                      <a:pt x="228" y="51"/>
                      <a:pt x="300" y="60"/>
                      <a:pt x="372"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9"/>
              <p:cNvSpPr/>
              <p:nvPr/>
            </p:nvSpPr>
            <p:spPr>
              <a:xfrm>
                <a:off x="35645" y="-452375"/>
                <a:ext cx="14760" cy="13680"/>
              </a:xfrm>
              <a:custGeom>
                <a:rect b="b" l="l" r="r" t="t"/>
                <a:pathLst>
                  <a:path extrusionOk="0" h="38" w="41">
                    <a:moveTo>
                      <a:pt x="31" y="3"/>
                    </a:moveTo>
                    <a:cubicBezTo>
                      <a:pt x="16" y="0"/>
                      <a:pt x="0" y="30"/>
                      <a:pt x="25" y="35"/>
                    </a:cubicBezTo>
                    <a:lnTo>
                      <a:pt x="40" y="37"/>
                    </a:lnTo>
                    <a:cubicBezTo>
                      <a:pt x="37" y="27"/>
                      <a:pt x="34" y="17"/>
                      <a:pt x="32" y="7"/>
                    </a:cubicBezTo>
                    <a:lnTo>
                      <a:pt x="3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9"/>
              <p:cNvSpPr/>
              <p:nvPr/>
            </p:nvSpPr>
            <p:spPr>
              <a:xfrm>
                <a:off x="54005" y="-427895"/>
                <a:ext cx="80640" cy="11880"/>
              </a:xfrm>
              <a:custGeom>
                <a:rect b="b" l="l" r="r" t="t"/>
                <a:pathLst>
                  <a:path extrusionOk="0" h="33" w="224">
                    <a:moveTo>
                      <a:pt x="216" y="27"/>
                    </a:moveTo>
                    <a:cubicBezTo>
                      <a:pt x="222" y="27"/>
                      <a:pt x="223" y="17"/>
                      <a:pt x="216" y="16"/>
                    </a:cubicBezTo>
                    <a:cubicBezTo>
                      <a:pt x="171" y="13"/>
                      <a:pt x="125" y="12"/>
                      <a:pt x="79" y="7"/>
                    </a:cubicBezTo>
                    <a:cubicBezTo>
                      <a:pt x="53" y="3"/>
                      <a:pt x="28" y="0"/>
                      <a:pt x="2" y="0"/>
                    </a:cubicBezTo>
                    <a:cubicBezTo>
                      <a:pt x="1" y="0"/>
                      <a:pt x="1" y="0"/>
                      <a:pt x="0" y="0"/>
                    </a:cubicBezTo>
                    <a:cubicBezTo>
                      <a:pt x="4" y="9"/>
                      <a:pt x="7" y="17"/>
                      <a:pt x="11" y="25"/>
                    </a:cubicBezTo>
                    <a:cubicBezTo>
                      <a:pt x="43" y="29"/>
                      <a:pt x="75" y="32"/>
                      <a:pt x="108" y="32"/>
                    </a:cubicBezTo>
                    <a:cubicBezTo>
                      <a:pt x="145" y="31"/>
                      <a:pt x="180" y="29"/>
                      <a:pt x="216"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9"/>
              <p:cNvSpPr/>
              <p:nvPr/>
            </p:nvSpPr>
            <p:spPr>
              <a:xfrm>
                <a:off x="46445" y="-427895"/>
                <a:ext cx="12240" cy="9360"/>
              </a:xfrm>
              <a:custGeom>
                <a:rect b="b" l="l" r="r" t="t"/>
                <a:pathLst>
                  <a:path extrusionOk="0" h="26" w="34">
                    <a:moveTo>
                      <a:pt x="13" y="1"/>
                    </a:moveTo>
                    <a:cubicBezTo>
                      <a:pt x="0" y="2"/>
                      <a:pt x="3" y="24"/>
                      <a:pt x="16" y="24"/>
                    </a:cubicBezTo>
                    <a:lnTo>
                      <a:pt x="33" y="25"/>
                    </a:lnTo>
                    <a:cubicBezTo>
                      <a:pt x="29" y="17"/>
                      <a:pt x="26" y="9"/>
                      <a:pt x="22" y="0"/>
                    </a:cubicBezTo>
                    <a:lnTo>
                      <a:pt x="1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9"/>
              <p:cNvSpPr/>
              <p:nvPr/>
            </p:nvSpPr>
            <p:spPr>
              <a:xfrm>
                <a:off x="62645" y="-409175"/>
                <a:ext cx="252720" cy="33480"/>
              </a:xfrm>
              <a:custGeom>
                <a:rect b="b" l="l" r="r" t="t"/>
                <a:pathLst>
                  <a:path extrusionOk="0" h="93" w="702">
                    <a:moveTo>
                      <a:pt x="313" y="73"/>
                    </a:moveTo>
                    <a:cubicBezTo>
                      <a:pt x="374" y="73"/>
                      <a:pt x="436" y="88"/>
                      <a:pt x="496" y="87"/>
                    </a:cubicBezTo>
                    <a:cubicBezTo>
                      <a:pt x="563" y="87"/>
                      <a:pt x="629" y="92"/>
                      <a:pt x="697" y="92"/>
                    </a:cubicBezTo>
                    <a:cubicBezTo>
                      <a:pt x="700" y="92"/>
                      <a:pt x="701" y="86"/>
                      <a:pt x="697" y="86"/>
                    </a:cubicBezTo>
                    <a:cubicBezTo>
                      <a:pt x="569" y="83"/>
                      <a:pt x="442" y="65"/>
                      <a:pt x="315" y="52"/>
                    </a:cubicBezTo>
                    <a:cubicBezTo>
                      <a:pt x="258" y="49"/>
                      <a:pt x="202" y="42"/>
                      <a:pt x="145" y="32"/>
                    </a:cubicBezTo>
                    <a:cubicBezTo>
                      <a:pt x="118" y="26"/>
                      <a:pt x="82" y="9"/>
                      <a:pt x="53" y="8"/>
                    </a:cubicBezTo>
                    <a:cubicBezTo>
                      <a:pt x="35" y="7"/>
                      <a:pt x="18" y="5"/>
                      <a:pt x="0" y="0"/>
                    </a:cubicBezTo>
                    <a:lnTo>
                      <a:pt x="5" y="10"/>
                    </a:lnTo>
                    <a:cubicBezTo>
                      <a:pt x="6" y="13"/>
                      <a:pt x="8" y="16"/>
                      <a:pt x="9" y="18"/>
                    </a:cubicBezTo>
                    <a:cubicBezTo>
                      <a:pt x="15" y="27"/>
                      <a:pt x="22" y="35"/>
                      <a:pt x="30" y="42"/>
                    </a:cubicBezTo>
                    <a:cubicBezTo>
                      <a:pt x="59" y="44"/>
                      <a:pt x="89" y="48"/>
                      <a:pt x="117" y="54"/>
                    </a:cubicBezTo>
                    <a:cubicBezTo>
                      <a:pt x="178" y="67"/>
                      <a:pt x="240" y="73"/>
                      <a:pt x="303" y="73"/>
                    </a:cubicBezTo>
                    <a:cubicBezTo>
                      <a:pt x="306" y="73"/>
                      <a:pt x="310" y="73"/>
                      <a:pt x="313" y="7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9"/>
              <p:cNvSpPr/>
              <p:nvPr/>
            </p:nvSpPr>
            <p:spPr>
              <a:xfrm>
                <a:off x="52205" y="-413135"/>
                <a:ext cx="21600" cy="19440"/>
              </a:xfrm>
              <a:custGeom>
                <a:rect b="b" l="l" r="r" t="t"/>
                <a:pathLst>
                  <a:path extrusionOk="0" h="54" w="60">
                    <a:moveTo>
                      <a:pt x="35" y="21"/>
                    </a:moveTo>
                    <a:lnTo>
                      <a:pt x="30" y="11"/>
                    </a:lnTo>
                    <a:lnTo>
                      <a:pt x="29" y="11"/>
                    </a:lnTo>
                    <a:cubicBezTo>
                      <a:pt x="17" y="0"/>
                      <a:pt x="0" y="18"/>
                      <a:pt x="6" y="31"/>
                    </a:cubicBezTo>
                    <a:cubicBezTo>
                      <a:pt x="12" y="45"/>
                      <a:pt x="17" y="46"/>
                      <a:pt x="32" y="49"/>
                    </a:cubicBezTo>
                    <a:cubicBezTo>
                      <a:pt x="41" y="51"/>
                      <a:pt x="50" y="52"/>
                      <a:pt x="59" y="53"/>
                    </a:cubicBezTo>
                    <a:cubicBezTo>
                      <a:pt x="51" y="47"/>
                      <a:pt x="45" y="40"/>
                      <a:pt x="40" y="31"/>
                    </a:cubicBezTo>
                    <a:cubicBezTo>
                      <a:pt x="38" y="28"/>
                      <a:pt x="36" y="24"/>
                      <a:pt x="35"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9"/>
              <p:cNvSpPr/>
              <p:nvPr/>
            </p:nvSpPr>
            <p:spPr>
              <a:xfrm>
                <a:off x="90005" y="-374615"/>
                <a:ext cx="19800" cy="8280"/>
              </a:xfrm>
              <a:custGeom>
                <a:rect b="b" l="l" r="r" t="t"/>
                <a:pathLst>
                  <a:path extrusionOk="0" h="23" w="55">
                    <a:moveTo>
                      <a:pt x="1" y="1"/>
                    </a:moveTo>
                    <a:cubicBezTo>
                      <a:pt x="5" y="4"/>
                      <a:pt x="9" y="7"/>
                      <a:pt x="14" y="10"/>
                    </a:cubicBezTo>
                    <a:cubicBezTo>
                      <a:pt x="26" y="17"/>
                      <a:pt x="40" y="21"/>
                      <a:pt x="54" y="22"/>
                    </a:cubicBezTo>
                    <a:cubicBezTo>
                      <a:pt x="37" y="13"/>
                      <a:pt x="19" y="6"/>
                      <a:pt x="0"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9"/>
              <p:cNvSpPr/>
              <p:nvPr/>
            </p:nvSpPr>
            <p:spPr>
              <a:xfrm>
                <a:off x="102965" y="-384335"/>
                <a:ext cx="318960" cy="38160"/>
              </a:xfrm>
              <a:custGeom>
                <a:rect b="b" l="l" r="r" t="t"/>
                <a:pathLst>
                  <a:path extrusionOk="0" h="106" w="886">
                    <a:moveTo>
                      <a:pt x="136" y="50"/>
                    </a:moveTo>
                    <a:cubicBezTo>
                      <a:pt x="182" y="57"/>
                      <a:pt x="229" y="53"/>
                      <a:pt x="275" y="59"/>
                    </a:cubicBezTo>
                    <a:cubicBezTo>
                      <a:pt x="313" y="63"/>
                      <a:pt x="350" y="72"/>
                      <a:pt x="388" y="76"/>
                    </a:cubicBezTo>
                    <a:cubicBezTo>
                      <a:pt x="551" y="94"/>
                      <a:pt x="720" y="105"/>
                      <a:pt x="882" y="87"/>
                    </a:cubicBezTo>
                    <a:cubicBezTo>
                      <a:pt x="883" y="87"/>
                      <a:pt x="883" y="86"/>
                      <a:pt x="883" y="86"/>
                    </a:cubicBezTo>
                    <a:cubicBezTo>
                      <a:pt x="884" y="86"/>
                      <a:pt x="883" y="86"/>
                      <a:pt x="884" y="85"/>
                    </a:cubicBezTo>
                    <a:cubicBezTo>
                      <a:pt x="885" y="85"/>
                      <a:pt x="885" y="84"/>
                      <a:pt x="885" y="84"/>
                    </a:cubicBezTo>
                    <a:cubicBezTo>
                      <a:pt x="885" y="83"/>
                      <a:pt x="885" y="82"/>
                      <a:pt x="884" y="82"/>
                    </a:cubicBezTo>
                    <a:cubicBezTo>
                      <a:pt x="884" y="82"/>
                      <a:pt x="884" y="81"/>
                      <a:pt x="883" y="81"/>
                    </a:cubicBezTo>
                    <a:lnTo>
                      <a:pt x="882" y="81"/>
                    </a:lnTo>
                    <a:cubicBezTo>
                      <a:pt x="787" y="81"/>
                      <a:pt x="690" y="84"/>
                      <a:pt x="596" y="68"/>
                    </a:cubicBezTo>
                    <a:cubicBezTo>
                      <a:pt x="519" y="56"/>
                      <a:pt x="441" y="62"/>
                      <a:pt x="364" y="44"/>
                    </a:cubicBezTo>
                    <a:cubicBezTo>
                      <a:pt x="329" y="35"/>
                      <a:pt x="292" y="30"/>
                      <a:pt x="256" y="28"/>
                    </a:cubicBezTo>
                    <a:cubicBezTo>
                      <a:pt x="213" y="27"/>
                      <a:pt x="169" y="15"/>
                      <a:pt x="127" y="14"/>
                    </a:cubicBezTo>
                    <a:cubicBezTo>
                      <a:pt x="91" y="14"/>
                      <a:pt x="41" y="0"/>
                      <a:pt x="0" y="3"/>
                    </a:cubicBezTo>
                    <a:cubicBezTo>
                      <a:pt x="26" y="16"/>
                      <a:pt x="49" y="34"/>
                      <a:pt x="76" y="46"/>
                    </a:cubicBezTo>
                    <a:lnTo>
                      <a:pt x="84" y="49"/>
                    </a:lnTo>
                    <a:cubicBezTo>
                      <a:pt x="90" y="49"/>
                      <a:pt x="96" y="49"/>
                      <a:pt x="102" y="49"/>
                    </a:cubicBezTo>
                    <a:cubicBezTo>
                      <a:pt x="114" y="49"/>
                      <a:pt x="125" y="49"/>
                      <a:pt x="136"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9"/>
              <p:cNvSpPr/>
              <p:nvPr/>
            </p:nvSpPr>
            <p:spPr>
              <a:xfrm>
                <a:off x="88925" y="-382535"/>
                <a:ext cx="44280" cy="17280"/>
              </a:xfrm>
              <a:custGeom>
                <a:rect b="b" l="l" r="r" t="t"/>
                <a:pathLst>
                  <a:path extrusionOk="0" h="48" w="123">
                    <a:moveTo>
                      <a:pt x="122" y="46"/>
                    </a:moveTo>
                    <a:lnTo>
                      <a:pt x="114" y="43"/>
                    </a:lnTo>
                    <a:cubicBezTo>
                      <a:pt x="88" y="31"/>
                      <a:pt x="64" y="13"/>
                      <a:pt x="38" y="0"/>
                    </a:cubicBezTo>
                    <a:cubicBezTo>
                      <a:pt x="27" y="0"/>
                      <a:pt x="16" y="3"/>
                      <a:pt x="6" y="7"/>
                    </a:cubicBezTo>
                    <a:lnTo>
                      <a:pt x="5" y="7"/>
                    </a:lnTo>
                    <a:cubicBezTo>
                      <a:pt x="4" y="8"/>
                      <a:pt x="3" y="9"/>
                      <a:pt x="2" y="11"/>
                    </a:cubicBezTo>
                    <a:cubicBezTo>
                      <a:pt x="1" y="13"/>
                      <a:pt x="0" y="14"/>
                      <a:pt x="0" y="16"/>
                    </a:cubicBezTo>
                    <a:cubicBezTo>
                      <a:pt x="0" y="17"/>
                      <a:pt x="1" y="19"/>
                      <a:pt x="2" y="20"/>
                    </a:cubicBezTo>
                    <a:cubicBezTo>
                      <a:pt x="2" y="21"/>
                      <a:pt x="3" y="22"/>
                      <a:pt x="3" y="22"/>
                    </a:cubicBezTo>
                    <a:cubicBezTo>
                      <a:pt x="22" y="28"/>
                      <a:pt x="40" y="36"/>
                      <a:pt x="57" y="44"/>
                    </a:cubicBezTo>
                    <a:cubicBezTo>
                      <a:pt x="72" y="46"/>
                      <a:pt x="87" y="47"/>
                      <a:pt x="102" y="47"/>
                    </a:cubicBezTo>
                    <a:cubicBezTo>
                      <a:pt x="109" y="47"/>
                      <a:pt x="115" y="47"/>
                      <a:pt x="122" y="4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9"/>
              <p:cNvSpPr/>
              <p:nvPr/>
            </p:nvSpPr>
            <p:spPr>
              <a:xfrm>
                <a:off x="451445" y="-352295"/>
                <a:ext cx="43200" cy="9720"/>
              </a:xfrm>
              <a:custGeom>
                <a:rect b="b" l="l" r="r" t="t"/>
                <a:pathLst>
                  <a:path extrusionOk="0" h="27" w="120">
                    <a:moveTo>
                      <a:pt x="116" y="8"/>
                    </a:moveTo>
                    <a:cubicBezTo>
                      <a:pt x="98" y="3"/>
                      <a:pt x="79" y="0"/>
                      <a:pt x="60" y="0"/>
                    </a:cubicBezTo>
                    <a:cubicBezTo>
                      <a:pt x="41" y="0"/>
                      <a:pt x="22" y="3"/>
                      <a:pt x="4" y="8"/>
                    </a:cubicBezTo>
                    <a:lnTo>
                      <a:pt x="3" y="9"/>
                    </a:lnTo>
                    <a:cubicBezTo>
                      <a:pt x="2" y="10"/>
                      <a:pt x="2" y="10"/>
                      <a:pt x="1" y="11"/>
                    </a:cubicBezTo>
                    <a:cubicBezTo>
                      <a:pt x="0" y="12"/>
                      <a:pt x="0" y="12"/>
                      <a:pt x="0" y="13"/>
                    </a:cubicBezTo>
                    <a:cubicBezTo>
                      <a:pt x="0" y="14"/>
                      <a:pt x="0" y="15"/>
                      <a:pt x="1" y="16"/>
                    </a:cubicBezTo>
                    <a:cubicBezTo>
                      <a:pt x="2" y="17"/>
                      <a:pt x="2" y="18"/>
                      <a:pt x="3" y="18"/>
                    </a:cubicBezTo>
                    <a:lnTo>
                      <a:pt x="4" y="19"/>
                    </a:lnTo>
                    <a:cubicBezTo>
                      <a:pt x="22" y="24"/>
                      <a:pt x="41" y="26"/>
                      <a:pt x="60" y="26"/>
                    </a:cubicBezTo>
                    <a:cubicBezTo>
                      <a:pt x="79" y="26"/>
                      <a:pt x="97" y="24"/>
                      <a:pt x="115" y="19"/>
                    </a:cubicBezTo>
                    <a:cubicBezTo>
                      <a:pt x="116" y="19"/>
                      <a:pt x="116" y="18"/>
                      <a:pt x="116" y="18"/>
                    </a:cubicBezTo>
                    <a:cubicBezTo>
                      <a:pt x="117" y="18"/>
                      <a:pt x="117" y="17"/>
                      <a:pt x="118" y="16"/>
                    </a:cubicBezTo>
                    <a:cubicBezTo>
                      <a:pt x="119" y="15"/>
                      <a:pt x="119" y="14"/>
                      <a:pt x="119" y="13"/>
                    </a:cubicBezTo>
                    <a:cubicBezTo>
                      <a:pt x="119" y="12"/>
                      <a:pt x="119" y="11"/>
                      <a:pt x="118" y="10"/>
                    </a:cubicBezTo>
                    <a:cubicBezTo>
                      <a:pt x="117" y="9"/>
                      <a:pt x="117" y="9"/>
                      <a:pt x="11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9"/>
              <p:cNvSpPr/>
              <p:nvPr/>
            </p:nvSpPr>
            <p:spPr>
              <a:xfrm>
                <a:off x="860765" y="-349775"/>
                <a:ext cx="51480" cy="7560"/>
              </a:xfrm>
              <a:custGeom>
                <a:rect b="b" l="l" r="r" t="t"/>
                <a:pathLst>
                  <a:path extrusionOk="0" h="21" w="143">
                    <a:moveTo>
                      <a:pt x="32" y="14"/>
                    </a:moveTo>
                    <a:cubicBezTo>
                      <a:pt x="21" y="17"/>
                      <a:pt x="11" y="19"/>
                      <a:pt x="0" y="20"/>
                    </a:cubicBezTo>
                    <a:cubicBezTo>
                      <a:pt x="2" y="20"/>
                      <a:pt x="4" y="20"/>
                      <a:pt x="5" y="20"/>
                    </a:cubicBezTo>
                    <a:cubicBezTo>
                      <a:pt x="27" y="20"/>
                      <a:pt x="48" y="19"/>
                      <a:pt x="69" y="16"/>
                    </a:cubicBezTo>
                    <a:cubicBezTo>
                      <a:pt x="91" y="13"/>
                      <a:pt x="124" y="15"/>
                      <a:pt x="142" y="1"/>
                    </a:cubicBezTo>
                    <a:lnTo>
                      <a:pt x="142" y="0"/>
                    </a:lnTo>
                    <a:cubicBezTo>
                      <a:pt x="109" y="17"/>
                      <a:pt x="65" y="6"/>
                      <a:pt x="3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9"/>
              <p:cNvSpPr/>
              <p:nvPr/>
            </p:nvSpPr>
            <p:spPr>
              <a:xfrm>
                <a:off x="537485" y="-350855"/>
                <a:ext cx="307800" cy="15840"/>
              </a:xfrm>
              <a:custGeom>
                <a:rect b="b" l="l" r="r" t="t"/>
                <a:pathLst>
                  <a:path extrusionOk="0" h="44" w="855">
                    <a:moveTo>
                      <a:pt x="531" y="21"/>
                    </a:moveTo>
                    <a:cubicBezTo>
                      <a:pt x="447" y="21"/>
                      <a:pt x="364" y="14"/>
                      <a:pt x="279" y="13"/>
                    </a:cubicBezTo>
                    <a:cubicBezTo>
                      <a:pt x="188" y="12"/>
                      <a:pt x="95" y="0"/>
                      <a:pt x="4" y="10"/>
                    </a:cubicBezTo>
                    <a:cubicBezTo>
                      <a:pt x="3" y="10"/>
                      <a:pt x="3" y="10"/>
                      <a:pt x="2" y="11"/>
                    </a:cubicBezTo>
                    <a:lnTo>
                      <a:pt x="1" y="12"/>
                    </a:lnTo>
                    <a:cubicBezTo>
                      <a:pt x="1" y="13"/>
                      <a:pt x="0" y="14"/>
                      <a:pt x="0" y="14"/>
                    </a:cubicBezTo>
                    <a:cubicBezTo>
                      <a:pt x="0" y="15"/>
                      <a:pt x="1" y="16"/>
                      <a:pt x="1" y="17"/>
                    </a:cubicBezTo>
                    <a:lnTo>
                      <a:pt x="2" y="18"/>
                    </a:lnTo>
                    <a:cubicBezTo>
                      <a:pt x="3" y="18"/>
                      <a:pt x="3" y="19"/>
                      <a:pt x="4" y="19"/>
                    </a:cubicBezTo>
                    <a:cubicBezTo>
                      <a:pt x="109" y="31"/>
                      <a:pt x="219" y="27"/>
                      <a:pt x="324" y="27"/>
                    </a:cubicBezTo>
                    <a:cubicBezTo>
                      <a:pt x="368" y="28"/>
                      <a:pt x="412" y="31"/>
                      <a:pt x="456" y="37"/>
                    </a:cubicBezTo>
                    <a:cubicBezTo>
                      <a:pt x="507" y="43"/>
                      <a:pt x="561" y="33"/>
                      <a:pt x="612" y="39"/>
                    </a:cubicBezTo>
                    <a:cubicBezTo>
                      <a:pt x="640" y="42"/>
                      <a:pt x="669" y="43"/>
                      <a:pt x="697" y="43"/>
                    </a:cubicBezTo>
                    <a:cubicBezTo>
                      <a:pt x="713" y="43"/>
                      <a:pt x="730" y="43"/>
                      <a:pt x="746" y="42"/>
                    </a:cubicBezTo>
                    <a:cubicBezTo>
                      <a:pt x="751" y="42"/>
                      <a:pt x="755" y="42"/>
                      <a:pt x="759" y="42"/>
                    </a:cubicBezTo>
                    <a:cubicBezTo>
                      <a:pt x="778" y="42"/>
                      <a:pt x="798" y="40"/>
                      <a:pt x="817" y="36"/>
                    </a:cubicBezTo>
                    <a:cubicBezTo>
                      <a:pt x="829" y="31"/>
                      <a:pt x="841" y="28"/>
                      <a:pt x="854" y="27"/>
                    </a:cubicBezTo>
                    <a:cubicBezTo>
                      <a:pt x="830" y="27"/>
                      <a:pt x="805" y="27"/>
                      <a:pt x="784" y="25"/>
                    </a:cubicBezTo>
                    <a:cubicBezTo>
                      <a:pt x="700" y="21"/>
                      <a:pt x="614" y="21"/>
                      <a:pt x="531"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9"/>
              <p:cNvSpPr/>
              <p:nvPr/>
            </p:nvSpPr>
            <p:spPr>
              <a:xfrm>
                <a:off x="844925" y="-342575"/>
                <a:ext cx="16560" cy="1440"/>
              </a:xfrm>
              <a:custGeom>
                <a:rect b="b" l="l" r="r" t="t"/>
                <a:pathLst>
                  <a:path extrusionOk="0" h="4" w="46">
                    <a:moveTo>
                      <a:pt x="45" y="0"/>
                    </a:moveTo>
                    <a:cubicBezTo>
                      <a:pt x="30" y="0"/>
                      <a:pt x="15" y="1"/>
                      <a:pt x="0" y="3"/>
                    </a:cubicBezTo>
                    <a:cubicBezTo>
                      <a:pt x="15" y="3"/>
                      <a:pt x="30" y="2"/>
                      <a:pt x="4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9"/>
              <p:cNvSpPr/>
              <p:nvPr/>
            </p:nvSpPr>
            <p:spPr>
              <a:xfrm>
                <a:off x="257045" y="-342215"/>
                <a:ext cx="200160" cy="25200"/>
              </a:xfrm>
              <a:custGeom>
                <a:rect b="b" l="l" r="r" t="t"/>
                <a:pathLst>
                  <a:path extrusionOk="0" h="70" w="556">
                    <a:moveTo>
                      <a:pt x="547" y="55"/>
                    </a:moveTo>
                    <a:cubicBezTo>
                      <a:pt x="548" y="54"/>
                      <a:pt x="549" y="54"/>
                      <a:pt x="550" y="54"/>
                    </a:cubicBezTo>
                    <a:cubicBezTo>
                      <a:pt x="552" y="53"/>
                      <a:pt x="553" y="51"/>
                      <a:pt x="554" y="50"/>
                    </a:cubicBezTo>
                    <a:cubicBezTo>
                      <a:pt x="555" y="49"/>
                      <a:pt x="555" y="47"/>
                      <a:pt x="555" y="45"/>
                    </a:cubicBezTo>
                    <a:cubicBezTo>
                      <a:pt x="555" y="44"/>
                      <a:pt x="554" y="43"/>
                      <a:pt x="554" y="41"/>
                    </a:cubicBezTo>
                    <a:cubicBezTo>
                      <a:pt x="553" y="39"/>
                      <a:pt x="552" y="38"/>
                      <a:pt x="550" y="37"/>
                    </a:cubicBezTo>
                    <a:cubicBezTo>
                      <a:pt x="549" y="37"/>
                      <a:pt x="548" y="36"/>
                      <a:pt x="547" y="36"/>
                    </a:cubicBezTo>
                    <a:cubicBezTo>
                      <a:pt x="500" y="29"/>
                      <a:pt x="452" y="25"/>
                      <a:pt x="403" y="24"/>
                    </a:cubicBezTo>
                    <a:cubicBezTo>
                      <a:pt x="357" y="23"/>
                      <a:pt x="312" y="13"/>
                      <a:pt x="266" y="12"/>
                    </a:cubicBezTo>
                    <a:cubicBezTo>
                      <a:pt x="178" y="9"/>
                      <a:pt x="89" y="0"/>
                      <a:pt x="0" y="6"/>
                    </a:cubicBezTo>
                    <a:cubicBezTo>
                      <a:pt x="34" y="16"/>
                      <a:pt x="69" y="22"/>
                      <a:pt x="105" y="22"/>
                    </a:cubicBezTo>
                    <a:cubicBezTo>
                      <a:pt x="136" y="24"/>
                      <a:pt x="167" y="27"/>
                      <a:pt x="197" y="33"/>
                    </a:cubicBezTo>
                    <a:cubicBezTo>
                      <a:pt x="219" y="33"/>
                      <a:pt x="241" y="35"/>
                      <a:pt x="263" y="37"/>
                    </a:cubicBezTo>
                    <a:cubicBezTo>
                      <a:pt x="355" y="43"/>
                      <a:pt x="454" y="69"/>
                      <a:pt x="547" y="5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9"/>
              <p:cNvSpPr/>
              <p:nvPr/>
            </p:nvSpPr>
            <p:spPr>
              <a:xfrm>
                <a:off x="242285" y="-340055"/>
                <a:ext cx="85680" cy="10080"/>
              </a:xfrm>
              <a:custGeom>
                <a:rect b="b" l="l" r="r" t="t"/>
                <a:pathLst>
                  <a:path extrusionOk="0" h="28" w="238">
                    <a:moveTo>
                      <a:pt x="40" y="0"/>
                    </a:moveTo>
                    <a:cubicBezTo>
                      <a:pt x="28" y="0"/>
                      <a:pt x="16" y="2"/>
                      <a:pt x="4" y="3"/>
                    </a:cubicBezTo>
                    <a:lnTo>
                      <a:pt x="3" y="4"/>
                    </a:lnTo>
                    <a:cubicBezTo>
                      <a:pt x="2" y="5"/>
                      <a:pt x="1" y="5"/>
                      <a:pt x="1" y="5"/>
                    </a:cubicBezTo>
                    <a:cubicBezTo>
                      <a:pt x="0" y="6"/>
                      <a:pt x="0" y="7"/>
                      <a:pt x="0" y="8"/>
                    </a:cubicBezTo>
                    <a:cubicBezTo>
                      <a:pt x="0" y="9"/>
                      <a:pt x="0" y="10"/>
                      <a:pt x="1" y="11"/>
                    </a:cubicBezTo>
                    <a:cubicBezTo>
                      <a:pt x="1" y="11"/>
                      <a:pt x="2" y="11"/>
                      <a:pt x="3" y="12"/>
                    </a:cubicBezTo>
                    <a:cubicBezTo>
                      <a:pt x="4" y="13"/>
                      <a:pt x="4" y="13"/>
                      <a:pt x="4" y="13"/>
                    </a:cubicBezTo>
                    <a:cubicBezTo>
                      <a:pt x="83" y="23"/>
                      <a:pt x="160" y="24"/>
                      <a:pt x="237" y="27"/>
                    </a:cubicBezTo>
                    <a:cubicBezTo>
                      <a:pt x="207" y="21"/>
                      <a:pt x="176" y="17"/>
                      <a:pt x="145" y="16"/>
                    </a:cubicBezTo>
                    <a:cubicBezTo>
                      <a:pt x="109" y="15"/>
                      <a:pt x="74" y="10"/>
                      <a:pt x="4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9"/>
              <p:cNvSpPr/>
              <p:nvPr/>
            </p:nvSpPr>
            <p:spPr>
              <a:xfrm>
                <a:off x="496445" y="-328895"/>
                <a:ext cx="60120" cy="7200"/>
              </a:xfrm>
              <a:custGeom>
                <a:rect b="b" l="l" r="r" t="t"/>
                <a:pathLst>
                  <a:path extrusionOk="0" h="20" w="167">
                    <a:moveTo>
                      <a:pt x="163" y="6"/>
                    </a:moveTo>
                    <a:cubicBezTo>
                      <a:pt x="146" y="2"/>
                      <a:pt x="128" y="0"/>
                      <a:pt x="110" y="0"/>
                    </a:cubicBezTo>
                    <a:cubicBezTo>
                      <a:pt x="103" y="0"/>
                      <a:pt x="96" y="0"/>
                      <a:pt x="89" y="1"/>
                    </a:cubicBezTo>
                    <a:cubicBezTo>
                      <a:pt x="61" y="1"/>
                      <a:pt x="33" y="2"/>
                      <a:pt x="5" y="3"/>
                    </a:cubicBezTo>
                    <a:cubicBezTo>
                      <a:pt x="4" y="4"/>
                      <a:pt x="4" y="4"/>
                      <a:pt x="3" y="4"/>
                    </a:cubicBezTo>
                    <a:cubicBezTo>
                      <a:pt x="2" y="5"/>
                      <a:pt x="2" y="5"/>
                      <a:pt x="1" y="6"/>
                    </a:cubicBezTo>
                    <a:cubicBezTo>
                      <a:pt x="0" y="7"/>
                      <a:pt x="0" y="8"/>
                      <a:pt x="0" y="9"/>
                    </a:cubicBezTo>
                    <a:cubicBezTo>
                      <a:pt x="0" y="10"/>
                      <a:pt x="0" y="11"/>
                      <a:pt x="1" y="12"/>
                    </a:cubicBezTo>
                    <a:cubicBezTo>
                      <a:pt x="2" y="13"/>
                      <a:pt x="2" y="13"/>
                      <a:pt x="3" y="14"/>
                    </a:cubicBezTo>
                    <a:cubicBezTo>
                      <a:pt x="4" y="14"/>
                      <a:pt x="4" y="15"/>
                      <a:pt x="5" y="15"/>
                    </a:cubicBezTo>
                    <a:cubicBezTo>
                      <a:pt x="37" y="17"/>
                      <a:pt x="69" y="18"/>
                      <a:pt x="101" y="18"/>
                    </a:cubicBezTo>
                    <a:cubicBezTo>
                      <a:pt x="107" y="19"/>
                      <a:pt x="113" y="19"/>
                      <a:pt x="118" y="19"/>
                    </a:cubicBezTo>
                    <a:cubicBezTo>
                      <a:pt x="133" y="19"/>
                      <a:pt x="148" y="17"/>
                      <a:pt x="163" y="13"/>
                    </a:cubicBezTo>
                    <a:cubicBezTo>
                      <a:pt x="166" y="12"/>
                      <a:pt x="166" y="8"/>
                      <a:pt x="16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9"/>
              <p:cNvSpPr/>
              <p:nvPr/>
            </p:nvSpPr>
            <p:spPr>
              <a:xfrm>
                <a:off x="585365" y="-330695"/>
                <a:ext cx="61560" cy="10440"/>
              </a:xfrm>
              <a:custGeom>
                <a:rect b="b" l="l" r="r" t="t"/>
                <a:pathLst>
                  <a:path extrusionOk="0" h="29" w="171">
                    <a:moveTo>
                      <a:pt x="105" y="3"/>
                    </a:moveTo>
                    <a:cubicBezTo>
                      <a:pt x="72" y="3"/>
                      <a:pt x="39" y="7"/>
                      <a:pt x="7" y="9"/>
                    </a:cubicBezTo>
                    <a:cubicBezTo>
                      <a:pt x="1" y="9"/>
                      <a:pt x="0" y="19"/>
                      <a:pt x="7" y="20"/>
                    </a:cubicBezTo>
                    <a:cubicBezTo>
                      <a:pt x="41" y="22"/>
                      <a:pt x="74" y="26"/>
                      <a:pt x="108" y="26"/>
                    </a:cubicBezTo>
                    <a:cubicBezTo>
                      <a:pt x="120" y="28"/>
                      <a:pt x="133" y="28"/>
                      <a:pt x="146" y="28"/>
                    </a:cubicBezTo>
                    <a:cubicBezTo>
                      <a:pt x="148" y="28"/>
                      <a:pt x="151" y="28"/>
                      <a:pt x="154" y="28"/>
                    </a:cubicBezTo>
                    <a:cubicBezTo>
                      <a:pt x="158" y="28"/>
                      <a:pt x="162" y="28"/>
                      <a:pt x="166" y="25"/>
                    </a:cubicBezTo>
                    <a:cubicBezTo>
                      <a:pt x="167" y="25"/>
                      <a:pt x="167" y="24"/>
                      <a:pt x="167" y="24"/>
                    </a:cubicBezTo>
                    <a:cubicBezTo>
                      <a:pt x="168" y="23"/>
                      <a:pt x="168" y="24"/>
                      <a:pt x="169" y="22"/>
                    </a:cubicBezTo>
                    <a:cubicBezTo>
                      <a:pt x="169" y="21"/>
                      <a:pt x="170" y="20"/>
                      <a:pt x="170" y="19"/>
                    </a:cubicBezTo>
                    <a:cubicBezTo>
                      <a:pt x="170" y="18"/>
                      <a:pt x="169" y="17"/>
                      <a:pt x="169" y="17"/>
                    </a:cubicBezTo>
                    <a:cubicBezTo>
                      <a:pt x="168" y="16"/>
                      <a:pt x="168" y="16"/>
                      <a:pt x="167" y="15"/>
                    </a:cubicBezTo>
                    <a:cubicBezTo>
                      <a:pt x="147" y="0"/>
                      <a:pt x="130" y="3"/>
                      <a:pt x="10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9"/>
              <p:cNvSpPr/>
              <p:nvPr/>
            </p:nvSpPr>
            <p:spPr>
              <a:xfrm>
                <a:off x="1378085" y="-643535"/>
                <a:ext cx="27720" cy="1800"/>
              </a:xfrm>
              <a:custGeom>
                <a:rect b="b" l="l" r="r" t="t"/>
                <a:pathLst>
                  <a:path extrusionOk="0" h="5" w="77">
                    <a:moveTo>
                      <a:pt x="76" y="2"/>
                    </a:moveTo>
                    <a:cubicBezTo>
                      <a:pt x="67" y="1"/>
                      <a:pt x="59" y="0"/>
                      <a:pt x="50" y="0"/>
                    </a:cubicBezTo>
                    <a:cubicBezTo>
                      <a:pt x="37" y="0"/>
                      <a:pt x="25" y="1"/>
                      <a:pt x="13" y="3"/>
                    </a:cubicBezTo>
                    <a:lnTo>
                      <a:pt x="0" y="4"/>
                    </a:lnTo>
                    <a:cubicBezTo>
                      <a:pt x="26" y="4"/>
                      <a:pt x="51" y="1"/>
                      <a:pt x="76"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9"/>
              <p:cNvSpPr/>
              <p:nvPr/>
            </p:nvSpPr>
            <p:spPr>
              <a:xfrm>
                <a:off x="1332365" y="-637775"/>
                <a:ext cx="80640" cy="28800"/>
              </a:xfrm>
              <a:custGeom>
                <a:rect b="b" l="l" r="r" t="t"/>
                <a:pathLst>
                  <a:path extrusionOk="0" h="80" w="224">
                    <a:moveTo>
                      <a:pt x="1" y="10"/>
                    </a:moveTo>
                    <a:cubicBezTo>
                      <a:pt x="2" y="13"/>
                      <a:pt x="3" y="17"/>
                      <a:pt x="3" y="21"/>
                    </a:cubicBezTo>
                    <a:cubicBezTo>
                      <a:pt x="3" y="22"/>
                      <a:pt x="3" y="24"/>
                      <a:pt x="3" y="26"/>
                    </a:cubicBezTo>
                    <a:cubicBezTo>
                      <a:pt x="2" y="28"/>
                      <a:pt x="3" y="30"/>
                      <a:pt x="1" y="32"/>
                    </a:cubicBezTo>
                    <a:cubicBezTo>
                      <a:pt x="0" y="33"/>
                      <a:pt x="0" y="33"/>
                      <a:pt x="0" y="33"/>
                    </a:cubicBezTo>
                    <a:lnTo>
                      <a:pt x="2" y="32"/>
                    </a:lnTo>
                    <a:lnTo>
                      <a:pt x="5" y="33"/>
                    </a:lnTo>
                    <a:cubicBezTo>
                      <a:pt x="71" y="31"/>
                      <a:pt x="156" y="79"/>
                      <a:pt x="212" y="34"/>
                    </a:cubicBezTo>
                    <a:cubicBezTo>
                      <a:pt x="216" y="23"/>
                      <a:pt x="219" y="12"/>
                      <a:pt x="223" y="0"/>
                    </a:cubicBezTo>
                    <a:cubicBezTo>
                      <a:pt x="186" y="4"/>
                      <a:pt x="150" y="7"/>
                      <a:pt x="113" y="7"/>
                    </a:cubicBezTo>
                    <a:cubicBezTo>
                      <a:pt x="91" y="8"/>
                      <a:pt x="36" y="17"/>
                      <a:pt x="1"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9"/>
              <p:cNvSpPr/>
              <p:nvPr/>
            </p:nvSpPr>
            <p:spPr>
              <a:xfrm>
                <a:off x="1414445" y="-630935"/>
                <a:ext cx="2520" cy="7560"/>
              </a:xfrm>
              <a:custGeom>
                <a:rect b="b" l="l" r="r" t="t"/>
                <a:pathLst>
                  <a:path extrusionOk="0" h="21" w="7">
                    <a:moveTo>
                      <a:pt x="6" y="0"/>
                    </a:moveTo>
                    <a:cubicBezTo>
                      <a:pt x="4" y="6"/>
                      <a:pt x="2" y="13"/>
                      <a:pt x="0" y="20"/>
                    </a:cubicBezTo>
                    <a:cubicBezTo>
                      <a:pt x="1" y="19"/>
                      <a:pt x="1" y="19"/>
                      <a:pt x="2" y="18"/>
                    </a:cubicBezTo>
                    <a:cubicBezTo>
                      <a:pt x="5" y="13"/>
                      <a:pt x="6"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9"/>
              <p:cNvSpPr/>
              <p:nvPr/>
            </p:nvSpPr>
            <p:spPr>
              <a:xfrm>
                <a:off x="1402565" y="-619775"/>
                <a:ext cx="3960" cy="2880"/>
              </a:xfrm>
              <a:custGeom>
                <a:rect b="b" l="l" r="r" t="t"/>
                <a:pathLst>
                  <a:path extrusionOk="0" h="8" w="11">
                    <a:moveTo>
                      <a:pt x="7" y="6"/>
                    </a:moveTo>
                    <a:lnTo>
                      <a:pt x="10" y="0"/>
                    </a:lnTo>
                    <a:cubicBezTo>
                      <a:pt x="7" y="3"/>
                      <a:pt x="3" y="5"/>
                      <a:pt x="0" y="7"/>
                    </a:cubicBezTo>
                    <a:cubicBezTo>
                      <a:pt x="2" y="7"/>
                      <a:pt x="5" y="7"/>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9"/>
              <p:cNvSpPr/>
              <p:nvPr/>
            </p:nvSpPr>
            <p:spPr>
              <a:xfrm>
                <a:off x="1405085" y="-637775"/>
                <a:ext cx="11880" cy="20520"/>
              </a:xfrm>
              <a:custGeom>
                <a:rect b="b" l="l" r="r" t="t"/>
                <a:pathLst>
                  <a:path extrusionOk="0" h="57" w="33">
                    <a:moveTo>
                      <a:pt x="26" y="0"/>
                    </a:moveTo>
                    <a:lnTo>
                      <a:pt x="21" y="0"/>
                    </a:lnTo>
                    <a:cubicBezTo>
                      <a:pt x="18" y="11"/>
                      <a:pt x="14" y="23"/>
                      <a:pt x="10" y="33"/>
                    </a:cubicBezTo>
                    <a:cubicBezTo>
                      <a:pt x="14" y="30"/>
                      <a:pt x="17" y="27"/>
                      <a:pt x="21" y="23"/>
                    </a:cubicBezTo>
                    <a:cubicBezTo>
                      <a:pt x="23" y="21"/>
                      <a:pt x="27" y="25"/>
                      <a:pt x="25" y="27"/>
                    </a:cubicBezTo>
                    <a:cubicBezTo>
                      <a:pt x="19" y="35"/>
                      <a:pt x="11" y="43"/>
                      <a:pt x="3" y="49"/>
                    </a:cubicBezTo>
                    <a:lnTo>
                      <a:pt x="0" y="56"/>
                    </a:lnTo>
                    <a:cubicBezTo>
                      <a:pt x="4" y="55"/>
                      <a:pt x="8" y="53"/>
                      <a:pt x="12" y="51"/>
                    </a:cubicBezTo>
                    <a:cubicBezTo>
                      <a:pt x="18" y="48"/>
                      <a:pt x="23" y="43"/>
                      <a:pt x="26" y="38"/>
                    </a:cubicBezTo>
                    <a:cubicBezTo>
                      <a:pt x="28" y="31"/>
                      <a:pt x="30" y="25"/>
                      <a:pt x="32" y="18"/>
                    </a:cubicBezTo>
                    <a:cubicBezTo>
                      <a:pt x="32" y="13"/>
                      <a:pt x="31" y="8"/>
                      <a:pt x="28" y="3"/>
                    </a:cubicBezTo>
                    <a:cubicBezTo>
                      <a:pt x="28" y="2"/>
                      <a:pt x="27" y="1"/>
                      <a:pt x="2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9"/>
              <p:cNvSpPr/>
              <p:nvPr/>
            </p:nvSpPr>
            <p:spPr>
              <a:xfrm>
                <a:off x="1334165" y="-626615"/>
                <a:ext cx="74880" cy="17640"/>
              </a:xfrm>
              <a:custGeom>
                <a:rect b="b" l="l" r="r" t="t"/>
                <a:pathLst>
                  <a:path extrusionOk="0" h="49" w="208">
                    <a:moveTo>
                      <a:pt x="0" y="2"/>
                    </a:moveTo>
                    <a:cubicBezTo>
                      <a:pt x="26" y="12"/>
                      <a:pt x="52" y="20"/>
                      <a:pt x="79" y="27"/>
                    </a:cubicBezTo>
                    <a:cubicBezTo>
                      <a:pt x="94" y="27"/>
                      <a:pt x="109" y="28"/>
                      <a:pt x="125" y="28"/>
                    </a:cubicBezTo>
                    <a:cubicBezTo>
                      <a:pt x="140" y="28"/>
                      <a:pt x="156" y="27"/>
                      <a:pt x="172" y="27"/>
                    </a:cubicBezTo>
                    <a:cubicBezTo>
                      <a:pt x="175" y="27"/>
                      <a:pt x="178" y="26"/>
                      <a:pt x="181" y="25"/>
                    </a:cubicBezTo>
                    <a:cubicBezTo>
                      <a:pt x="182" y="25"/>
                      <a:pt x="184" y="26"/>
                      <a:pt x="185" y="26"/>
                    </a:cubicBezTo>
                    <a:cubicBezTo>
                      <a:pt x="187" y="26"/>
                      <a:pt x="188" y="25"/>
                      <a:pt x="189" y="25"/>
                    </a:cubicBezTo>
                    <a:cubicBezTo>
                      <a:pt x="193" y="23"/>
                      <a:pt x="196" y="21"/>
                      <a:pt x="200" y="18"/>
                    </a:cubicBezTo>
                    <a:cubicBezTo>
                      <a:pt x="202" y="13"/>
                      <a:pt x="205" y="8"/>
                      <a:pt x="207" y="2"/>
                    </a:cubicBezTo>
                    <a:cubicBezTo>
                      <a:pt x="151" y="48"/>
                      <a:pt x="66" y="0"/>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9"/>
              <p:cNvSpPr/>
              <p:nvPr/>
            </p:nvSpPr>
            <p:spPr>
              <a:xfrm>
                <a:off x="1406165" y="-630215"/>
                <a:ext cx="9000" cy="10800"/>
              </a:xfrm>
              <a:custGeom>
                <a:rect b="b" l="l" r="r" t="t"/>
                <a:pathLst>
                  <a:path extrusionOk="0" h="30" w="25">
                    <a:moveTo>
                      <a:pt x="22" y="7"/>
                    </a:moveTo>
                    <a:cubicBezTo>
                      <a:pt x="24" y="4"/>
                      <a:pt x="20" y="0"/>
                      <a:pt x="18" y="3"/>
                    </a:cubicBezTo>
                    <a:cubicBezTo>
                      <a:pt x="14" y="7"/>
                      <a:pt x="11" y="10"/>
                      <a:pt x="7" y="13"/>
                    </a:cubicBezTo>
                    <a:cubicBezTo>
                      <a:pt x="5" y="19"/>
                      <a:pt x="2" y="24"/>
                      <a:pt x="0" y="29"/>
                    </a:cubicBezTo>
                    <a:cubicBezTo>
                      <a:pt x="8" y="22"/>
                      <a:pt x="16" y="15"/>
                      <a:pt x="22"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9"/>
              <p:cNvSpPr/>
              <p:nvPr/>
            </p:nvSpPr>
            <p:spPr>
              <a:xfrm>
                <a:off x="1330205" y="-643175"/>
                <a:ext cx="82800" cy="11520"/>
              </a:xfrm>
              <a:custGeom>
                <a:rect b="b" l="l" r="r" t="t"/>
                <a:pathLst>
                  <a:path extrusionOk="0" h="32" w="230">
                    <a:moveTo>
                      <a:pt x="222" y="5"/>
                    </a:moveTo>
                    <a:cubicBezTo>
                      <a:pt x="218" y="3"/>
                      <a:pt x="214" y="1"/>
                      <a:pt x="209" y="0"/>
                    </a:cubicBezTo>
                    <a:cubicBezTo>
                      <a:pt x="184" y="0"/>
                      <a:pt x="159" y="2"/>
                      <a:pt x="133" y="3"/>
                    </a:cubicBezTo>
                    <a:cubicBezTo>
                      <a:pt x="122" y="4"/>
                      <a:pt x="111" y="7"/>
                      <a:pt x="101" y="13"/>
                    </a:cubicBezTo>
                    <a:cubicBezTo>
                      <a:pt x="97" y="15"/>
                      <a:pt x="93" y="18"/>
                      <a:pt x="89" y="21"/>
                    </a:cubicBezTo>
                    <a:cubicBezTo>
                      <a:pt x="73" y="20"/>
                      <a:pt x="57" y="18"/>
                      <a:pt x="42" y="14"/>
                    </a:cubicBezTo>
                    <a:cubicBezTo>
                      <a:pt x="35" y="12"/>
                      <a:pt x="28" y="11"/>
                      <a:pt x="21" y="11"/>
                    </a:cubicBezTo>
                    <a:cubicBezTo>
                      <a:pt x="14" y="11"/>
                      <a:pt x="7" y="12"/>
                      <a:pt x="0" y="14"/>
                    </a:cubicBezTo>
                    <a:lnTo>
                      <a:pt x="0" y="15"/>
                    </a:lnTo>
                    <a:cubicBezTo>
                      <a:pt x="2" y="17"/>
                      <a:pt x="3" y="19"/>
                      <a:pt x="5" y="21"/>
                    </a:cubicBezTo>
                    <a:cubicBezTo>
                      <a:pt x="6" y="22"/>
                      <a:pt x="6" y="23"/>
                      <a:pt x="6" y="24"/>
                    </a:cubicBezTo>
                    <a:cubicBezTo>
                      <a:pt x="41" y="31"/>
                      <a:pt x="96" y="22"/>
                      <a:pt x="118" y="22"/>
                    </a:cubicBezTo>
                    <a:cubicBezTo>
                      <a:pt x="155" y="22"/>
                      <a:pt x="192" y="19"/>
                      <a:pt x="228" y="15"/>
                    </a:cubicBezTo>
                    <a:lnTo>
                      <a:pt x="229" y="11"/>
                    </a:lnTo>
                    <a:cubicBezTo>
                      <a:pt x="227" y="9"/>
                      <a:pt x="225" y="7"/>
                      <a:pt x="22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9"/>
              <p:cNvSpPr/>
              <p:nvPr/>
            </p:nvSpPr>
            <p:spPr>
              <a:xfrm>
                <a:off x="1412645" y="-638855"/>
                <a:ext cx="2160" cy="1440"/>
              </a:xfrm>
              <a:custGeom>
                <a:rect b="b" l="l" r="r" t="t"/>
                <a:pathLst>
                  <a:path extrusionOk="0" h="4" w="6">
                    <a:moveTo>
                      <a:pt x="0" y="3"/>
                    </a:moveTo>
                    <a:lnTo>
                      <a:pt x="5" y="3"/>
                    </a:lnTo>
                    <a:cubicBezTo>
                      <a:pt x="4" y="2"/>
                      <a:pt x="3" y="1"/>
                      <a:pt x="1" y="0"/>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9"/>
              <p:cNvSpPr/>
              <p:nvPr/>
            </p:nvSpPr>
            <p:spPr>
              <a:xfrm>
                <a:off x="1310405" y="-651815"/>
                <a:ext cx="18000" cy="36360"/>
              </a:xfrm>
              <a:custGeom>
                <a:rect b="b" l="l" r="r" t="t"/>
                <a:pathLst>
                  <a:path extrusionOk="0" h="101" w="50">
                    <a:moveTo>
                      <a:pt x="12" y="89"/>
                    </a:moveTo>
                    <a:cubicBezTo>
                      <a:pt x="12" y="85"/>
                      <a:pt x="12" y="81"/>
                      <a:pt x="12" y="77"/>
                    </a:cubicBezTo>
                    <a:cubicBezTo>
                      <a:pt x="12" y="70"/>
                      <a:pt x="9" y="58"/>
                      <a:pt x="20" y="56"/>
                    </a:cubicBezTo>
                    <a:cubicBezTo>
                      <a:pt x="30" y="54"/>
                      <a:pt x="31" y="66"/>
                      <a:pt x="31" y="72"/>
                    </a:cubicBezTo>
                    <a:cubicBezTo>
                      <a:pt x="31" y="77"/>
                      <a:pt x="31" y="76"/>
                      <a:pt x="31" y="79"/>
                    </a:cubicBezTo>
                    <a:cubicBezTo>
                      <a:pt x="35" y="77"/>
                      <a:pt x="39" y="76"/>
                      <a:pt x="44" y="74"/>
                    </a:cubicBezTo>
                    <a:lnTo>
                      <a:pt x="49" y="74"/>
                    </a:lnTo>
                    <a:cubicBezTo>
                      <a:pt x="48" y="74"/>
                      <a:pt x="48" y="74"/>
                      <a:pt x="47" y="73"/>
                    </a:cubicBezTo>
                    <a:cubicBezTo>
                      <a:pt x="44" y="71"/>
                      <a:pt x="42" y="69"/>
                      <a:pt x="40" y="67"/>
                    </a:cubicBezTo>
                    <a:cubicBezTo>
                      <a:pt x="39" y="66"/>
                      <a:pt x="39" y="65"/>
                      <a:pt x="39" y="64"/>
                    </a:cubicBezTo>
                    <a:lnTo>
                      <a:pt x="38" y="60"/>
                    </a:lnTo>
                    <a:cubicBezTo>
                      <a:pt x="38" y="59"/>
                      <a:pt x="37" y="58"/>
                      <a:pt x="37" y="57"/>
                    </a:cubicBezTo>
                    <a:cubicBezTo>
                      <a:pt x="37" y="54"/>
                      <a:pt x="38" y="51"/>
                      <a:pt x="40" y="49"/>
                    </a:cubicBezTo>
                    <a:cubicBezTo>
                      <a:pt x="41" y="47"/>
                      <a:pt x="43" y="45"/>
                      <a:pt x="45" y="43"/>
                    </a:cubicBezTo>
                    <a:cubicBezTo>
                      <a:pt x="44" y="43"/>
                      <a:pt x="44" y="43"/>
                      <a:pt x="44" y="43"/>
                    </a:cubicBezTo>
                    <a:cubicBezTo>
                      <a:pt x="41" y="41"/>
                      <a:pt x="39" y="39"/>
                      <a:pt x="37" y="37"/>
                    </a:cubicBezTo>
                    <a:cubicBezTo>
                      <a:pt x="36" y="36"/>
                      <a:pt x="35" y="36"/>
                      <a:pt x="35" y="35"/>
                    </a:cubicBezTo>
                    <a:cubicBezTo>
                      <a:pt x="32" y="29"/>
                      <a:pt x="30" y="22"/>
                      <a:pt x="30" y="15"/>
                    </a:cubicBezTo>
                    <a:cubicBezTo>
                      <a:pt x="30" y="10"/>
                      <a:pt x="31" y="5"/>
                      <a:pt x="33" y="0"/>
                    </a:cubicBezTo>
                    <a:cubicBezTo>
                      <a:pt x="31" y="0"/>
                      <a:pt x="30" y="0"/>
                      <a:pt x="28" y="1"/>
                    </a:cubicBezTo>
                    <a:cubicBezTo>
                      <a:pt x="25" y="2"/>
                      <a:pt x="25" y="4"/>
                      <a:pt x="24" y="6"/>
                    </a:cubicBezTo>
                    <a:cubicBezTo>
                      <a:pt x="23" y="8"/>
                      <a:pt x="22" y="9"/>
                      <a:pt x="22" y="11"/>
                    </a:cubicBezTo>
                    <a:cubicBezTo>
                      <a:pt x="21" y="16"/>
                      <a:pt x="21" y="20"/>
                      <a:pt x="21" y="24"/>
                    </a:cubicBezTo>
                    <a:cubicBezTo>
                      <a:pt x="21" y="32"/>
                      <a:pt x="22" y="40"/>
                      <a:pt x="25" y="48"/>
                    </a:cubicBezTo>
                    <a:cubicBezTo>
                      <a:pt x="25" y="49"/>
                      <a:pt x="26" y="51"/>
                      <a:pt x="27" y="52"/>
                    </a:cubicBezTo>
                    <a:cubicBezTo>
                      <a:pt x="24" y="52"/>
                      <a:pt x="21" y="53"/>
                      <a:pt x="18" y="54"/>
                    </a:cubicBezTo>
                    <a:cubicBezTo>
                      <a:pt x="17" y="54"/>
                      <a:pt x="16" y="55"/>
                      <a:pt x="15" y="56"/>
                    </a:cubicBezTo>
                    <a:cubicBezTo>
                      <a:pt x="11" y="58"/>
                      <a:pt x="7" y="61"/>
                      <a:pt x="5" y="66"/>
                    </a:cubicBezTo>
                    <a:cubicBezTo>
                      <a:pt x="5" y="66"/>
                      <a:pt x="4" y="67"/>
                      <a:pt x="4" y="68"/>
                    </a:cubicBezTo>
                    <a:cubicBezTo>
                      <a:pt x="1" y="75"/>
                      <a:pt x="0" y="82"/>
                      <a:pt x="0" y="89"/>
                    </a:cubicBezTo>
                    <a:cubicBezTo>
                      <a:pt x="0" y="93"/>
                      <a:pt x="0" y="96"/>
                      <a:pt x="1" y="100"/>
                    </a:cubicBezTo>
                    <a:cubicBezTo>
                      <a:pt x="4" y="96"/>
                      <a:pt x="8" y="92"/>
                      <a:pt x="12"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9"/>
              <p:cNvSpPr/>
              <p:nvPr/>
            </p:nvSpPr>
            <p:spPr>
              <a:xfrm>
                <a:off x="1310405" y="-619775"/>
                <a:ext cx="5040" cy="8640"/>
              </a:xfrm>
              <a:custGeom>
                <a:rect b="b" l="l" r="r" t="t"/>
                <a:pathLst>
                  <a:path extrusionOk="0" h="24" w="14">
                    <a:moveTo>
                      <a:pt x="7" y="21"/>
                    </a:moveTo>
                    <a:lnTo>
                      <a:pt x="13" y="16"/>
                    </a:lnTo>
                    <a:cubicBezTo>
                      <a:pt x="13" y="10"/>
                      <a:pt x="12" y="5"/>
                      <a:pt x="12" y="0"/>
                    </a:cubicBezTo>
                    <a:cubicBezTo>
                      <a:pt x="8" y="3"/>
                      <a:pt x="4" y="6"/>
                      <a:pt x="0" y="10"/>
                    </a:cubicBezTo>
                    <a:cubicBezTo>
                      <a:pt x="0" y="13"/>
                      <a:pt x="0" y="16"/>
                      <a:pt x="0" y="18"/>
                    </a:cubicBezTo>
                    <a:cubicBezTo>
                      <a:pt x="0" y="19"/>
                      <a:pt x="0" y="19"/>
                      <a:pt x="1" y="20"/>
                    </a:cubicBezTo>
                    <a:cubicBezTo>
                      <a:pt x="2" y="21"/>
                      <a:pt x="1" y="21"/>
                      <a:pt x="2" y="22"/>
                    </a:cubicBezTo>
                    <a:cubicBezTo>
                      <a:pt x="3" y="23"/>
                      <a:pt x="4" y="22"/>
                      <a:pt x="4" y="22"/>
                    </a:cubicBezTo>
                    <a:cubicBezTo>
                      <a:pt x="5" y="22"/>
                      <a:pt x="6" y="22"/>
                      <a:pt x="6" y="22"/>
                    </a:cubicBezTo>
                    <a:cubicBezTo>
                      <a:pt x="7" y="22"/>
                      <a:pt x="7" y="21"/>
                      <a:pt x="7"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9"/>
              <p:cNvSpPr/>
              <p:nvPr/>
            </p:nvSpPr>
            <p:spPr>
              <a:xfrm>
                <a:off x="1321205" y="-626255"/>
                <a:ext cx="11520" cy="4680"/>
              </a:xfrm>
              <a:custGeom>
                <a:rect b="b" l="l" r="r" t="t"/>
                <a:pathLst>
                  <a:path extrusionOk="0" h="13" w="32">
                    <a:moveTo>
                      <a:pt x="19" y="3"/>
                    </a:moveTo>
                    <a:lnTo>
                      <a:pt x="13" y="3"/>
                    </a:lnTo>
                    <a:cubicBezTo>
                      <a:pt x="9" y="4"/>
                      <a:pt x="4" y="5"/>
                      <a:pt x="0" y="7"/>
                    </a:cubicBezTo>
                    <a:cubicBezTo>
                      <a:pt x="0" y="9"/>
                      <a:pt x="0" y="11"/>
                      <a:pt x="0" y="12"/>
                    </a:cubicBezTo>
                    <a:cubicBezTo>
                      <a:pt x="8" y="11"/>
                      <a:pt x="16" y="10"/>
                      <a:pt x="24" y="7"/>
                    </a:cubicBezTo>
                    <a:cubicBezTo>
                      <a:pt x="24" y="6"/>
                      <a:pt x="25" y="6"/>
                      <a:pt x="25" y="6"/>
                    </a:cubicBezTo>
                    <a:cubicBezTo>
                      <a:pt x="28" y="4"/>
                      <a:pt x="30" y="3"/>
                      <a:pt x="31" y="0"/>
                    </a:cubicBezTo>
                    <a:cubicBezTo>
                      <a:pt x="31" y="1"/>
                      <a:pt x="30" y="1"/>
                      <a:pt x="29" y="2"/>
                    </a:cubicBezTo>
                    <a:cubicBezTo>
                      <a:pt x="27" y="3"/>
                      <a:pt x="25" y="3"/>
                      <a:pt x="23" y="3"/>
                    </a:cubicBezTo>
                    <a:cubicBezTo>
                      <a:pt x="22" y="3"/>
                      <a:pt x="20" y="3"/>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9"/>
              <p:cNvSpPr/>
              <p:nvPr/>
            </p:nvSpPr>
            <p:spPr>
              <a:xfrm>
                <a:off x="1314005" y="-632375"/>
                <a:ext cx="7560" cy="12960"/>
              </a:xfrm>
              <a:custGeom>
                <a:rect b="b" l="l" r="r" t="t"/>
                <a:pathLst>
                  <a:path extrusionOk="0" h="36" w="21">
                    <a:moveTo>
                      <a:pt x="20" y="18"/>
                    </a:moveTo>
                    <a:cubicBezTo>
                      <a:pt x="20" y="12"/>
                      <a:pt x="18" y="0"/>
                      <a:pt x="9" y="2"/>
                    </a:cubicBezTo>
                    <a:cubicBezTo>
                      <a:pt x="1" y="4"/>
                      <a:pt x="0" y="16"/>
                      <a:pt x="1" y="24"/>
                    </a:cubicBezTo>
                    <a:cubicBezTo>
                      <a:pt x="1" y="27"/>
                      <a:pt x="1" y="31"/>
                      <a:pt x="1" y="35"/>
                    </a:cubicBezTo>
                    <a:cubicBezTo>
                      <a:pt x="3" y="33"/>
                      <a:pt x="6" y="32"/>
                      <a:pt x="8" y="30"/>
                    </a:cubicBezTo>
                    <a:cubicBezTo>
                      <a:pt x="12" y="28"/>
                      <a:pt x="15" y="26"/>
                      <a:pt x="19" y="25"/>
                    </a:cubicBezTo>
                    <a:cubicBezTo>
                      <a:pt x="20" y="23"/>
                      <a:pt x="20" y="20"/>
                      <a:pt x="20"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9"/>
              <p:cNvSpPr/>
              <p:nvPr/>
            </p:nvSpPr>
            <p:spPr>
              <a:xfrm>
                <a:off x="1314725" y="-623375"/>
                <a:ext cx="6840" cy="9720"/>
              </a:xfrm>
              <a:custGeom>
                <a:rect b="b" l="l" r="r" t="t"/>
                <a:pathLst>
                  <a:path extrusionOk="0" h="27" w="19">
                    <a:moveTo>
                      <a:pt x="0" y="10"/>
                    </a:moveTo>
                    <a:cubicBezTo>
                      <a:pt x="0" y="15"/>
                      <a:pt x="1" y="20"/>
                      <a:pt x="1" y="26"/>
                    </a:cubicBezTo>
                    <a:cubicBezTo>
                      <a:pt x="5" y="23"/>
                      <a:pt x="8" y="19"/>
                      <a:pt x="11" y="15"/>
                    </a:cubicBezTo>
                    <a:cubicBezTo>
                      <a:pt x="11" y="14"/>
                      <a:pt x="15" y="5"/>
                      <a:pt x="16" y="5"/>
                    </a:cubicBezTo>
                    <a:lnTo>
                      <a:pt x="18" y="5"/>
                    </a:lnTo>
                    <a:cubicBezTo>
                      <a:pt x="18" y="3"/>
                      <a:pt x="18" y="2"/>
                      <a:pt x="18" y="0"/>
                    </a:cubicBezTo>
                    <a:cubicBezTo>
                      <a:pt x="14" y="1"/>
                      <a:pt x="11" y="3"/>
                      <a:pt x="8" y="5"/>
                    </a:cubicBezTo>
                    <a:cubicBezTo>
                      <a:pt x="5" y="6"/>
                      <a:pt x="3"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9"/>
              <p:cNvSpPr/>
              <p:nvPr/>
            </p:nvSpPr>
            <p:spPr>
              <a:xfrm>
                <a:off x="1320845" y="-652175"/>
                <a:ext cx="9720" cy="16200"/>
              </a:xfrm>
              <a:custGeom>
                <a:rect b="b" l="l" r="r" t="t"/>
                <a:pathLst>
                  <a:path extrusionOk="0" h="45" w="27">
                    <a:moveTo>
                      <a:pt x="7" y="37"/>
                    </a:moveTo>
                    <a:cubicBezTo>
                      <a:pt x="9" y="40"/>
                      <a:pt x="11" y="42"/>
                      <a:pt x="14" y="43"/>
                    </a:cubicBezTo>
                    <a:cubicBezTo>
                      <a:pt x="14" y="43"/>
                      <a:pt x="15" y="43"/>
                      <a:pt x="15" y="44"/>
                    </a:cubicBezTo>
                    <a:cubicBezTo>
                      <a:pt x="16" y="43"/>
                      <a:pt x="16" y="44"/>
                      <a:pt x="17" y="43"/>
                    </a:cubicBezTo>
                    <a:cubicBezTo>
                      <a:pt x="18" y="42"/>
                      <a:pt x="17" y="42"/>
                      <a:pt x="17" y="42"/>
                    </a:cubicBezTo>
                    <a:cubicBezTo>
                      <a:pt x="20" y="41"/>
                      <a:pt x="23" y="40"/>
                      <a:pt x="26" y="40"/>
                    </a:cubicBezTo>
                    <a:cubicBezTo>
                      <a:pt x="20" y="33"/>
                      <a:pt x="26" y="25"/>
                      <a:pt x="24" y="16"/>
                    </a:cubicBezTo>
                    <a:cubicBezTo>
                      <a:pt x="24" y="14"/>
                      <a:pt x="23" y="12"/>
                      <a:pt x="22" y="10"/>
                    </a:cubicBezTo>
                    <a:cubicBezTo>
                      <a:pt x="20" y="7"/>
                      <a:pt x="18" y="5"/>
                      <a:pt x="15" y="3"/>
                    </a:cubicBezTo>
                    <a:cubicBezTo>
                      <a:pt x="12" y="1"/>
                      <a:pt x="8" y="0"/>
                      <a:pt x="5" y="0"/>
                    </a:cubicBezTo>
                    <a:cubicBezTo>
                      <a:pt x="4" y="0"/>
                      <a:pt x="4" y="0"/>
                      <a:pt x="3" y="0"/>
                    </a:cubicBezTo>
                    <a:cubicBezTo>
                      <a:pt x="1" y="5"/>
                      <a:pt x="0" y="10"/>
                      <a:pt x="0" y="15"/>
                    </a:cubicBezTo>
                    <a:cubicBezTo>
                      <a:pt x="0" y="22"/>
                      <a:pt x="2" y="29"/>
                      <a:pt x="5" y="35"/>
                    </a:cubicBezTo>
                    <a:cubicBezTo>
                      <a:pt x="6" y="36"/>
                      <a:pt x="6" y="37"/>
                      <a:pt x="7"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9"/>
              <p:cNvSpPr/>
              <p:nvPr/>
            </p:nvSpPr>
            <p:spPr>
              <a:xfrm>
                <a:off x="1323725" y="-636335"/>
                <a:ext cx="10080" cy="11520"/>
              </a:xfrm>
              <a:custGeom>
                <a:rect b="b" l="l" r="r" t="t"/>
                <a:pathLst>
                  <a:path extrusionOk="0" h="32" w="28">
                    <a:moveTo>
                      <a:pt x="0" y="16"/>
                    </a:moveTo>
                    <a:lnTo>
                      <a:pt x="1" y="20"/>
                    </a:lnTo>
                    <a:cubicBezTo>
                      <a:pt x="2" y="21"/>
                      <a:pt x="2" y="22"/>
                      <a:pt x="3" y="23"/>
                    </a:cubicBezTo>
                    <a:cubicBezTo>
                      <a:pt x="4" y="26"/>
                      <a:pt x="6" y="28"/>
                      <a:pt x="9" y="29"/>
                    </a:cubicBezTo>
                    <a:cubicBezTo>
                      <a:pt x="10" y="30"/>
                      <a:pt x="11" y="30"/>
                      <a:pt x="12" y="31"/>
                    </a:cubicBezTo>
                    <a:cubicBezTo>
                      <a:pt x="16" y="30"/>
                      <a:pt x="20" y="29"/>
                      <a:pt x="24" y="29"/>
                    </a:cubicBezTo>
                    <a:lnTo>
                      <a:pt x="25" y="28"/>
                    </a:lnTo>
                    <a:cubicBezTo>
                      <a:pt x="27" y="26"/>
                      <a:pt x="26" y="24"/>
                      <a:pt x="27" y="22"/>
                    </a:cubicBezTo>
                    <a:cubicBezTo>
                      <a:pt x="27" y="20"/>
                      <a:pt x="27" y="18"/>
                      <a:pt x="27" y="17"/>
                    </a:cubicBezTo>
                    <a:cubicBezTo>
                      <a:pt x="27" y="13"/>
                      <a:pt x="26" y="9"/>
                      <a:pt x="25" y="6"/>
                    </a:cubicBezTo>
                    <a:cubicBezTo>
                      <a:pt x="19" y="5"/>
                      <a:pt x="13" y="3"/>
                      <a:pt x="7" y="0"/>
                    </a:cubicBezTo>
                    <a:cubicBezTo>
                      <a:pt x="5" y="1"/>
                      <a:pt x="3" y="3"/>
                      <a:pt x="2" y="5"/>
                    </a:cubicBezTo>
                    <a:cubicBezTo>
                      <a:pt x="1" y="7"/>
                      <a:pt x="0" y="10"/>
                      <a:pt x="0" y="13"/>
                    </a:cubicBezTo>
                    <a:cubicBezTo>
                      <a:pt x="0" y="14"/>
                      <a:pt x="0" y="15"/>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9"/>
              <p:cNvSpPr/>
              <p:nvPr/>
            </p:nvSpPr>
            <p:spPr>
              <a:xfrm>
                <a:off x="1327685" y="-625895"/>
                <a:ext cx="4680" cy="1440"/>
              </a:xfrm>
              <a:custGeom>
                <a:rect b="b" l="l" r="r" t="t"/>
                <a:pathLst>
                  <a:path extrusionOk="0" h="4" w="13">
                    <a:moveTo>
                      <a:pt x="12" y="0"/>
                    </a:moveTo>
                    <a:cubicBezTo>
                      <a:pt x="8" y="1"/>
                      <a:pt x="4" y="1"/>
                      <a:pt x="0" y="2"/>
                    </a:cubicBezTo>
                    <a:cubicBezTo>
                      <a:pt x="2" y="3"/>
                      <a:pt x="3" y="3"/>
                      <a:pt x="5" y="3"/>
                    </a:cubicBezTo>
                    <a:cubicBezTo>
                      <a:pt x="7" y="3"/>
                      <a:pt x="9" y="2"/>
                      <a:pt x="11" y="1"/>
                    </a:cubicBezTo>
                    <a:cubicBezTo>
                      <a:pt x="12" y="1"/>
                      <a:pt x="12" y="1"/>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9"/>
              <p:cNvSpPr/>
              <p:nvPr/>
            </p:nvSpPr>
            <p:spPr>
              <a:xfrm>
                <a:off x="1326245" y="-638135"/>
                <a:ext cx="6840" cy="4320"/>
              </a:xfrm>
              <a:custGeom>
                <a:rect b="b" l="l" r="r" t="t"/>
                <a:pathLst>
                  <a:path extrusionOk="0" h="12" w="19">
                    <a:moveTo>
                      <a:pt x="0" y="5"/>
                    </a:moveTo>
                    <a:cubicBezTo>
                      <a:pt x="6" y="8"/>
                      <a:pt x="12" y="10"/>
                      <a:pt x="18" y="11"/>
                    </a:cubicBezTo>
                    <a:cubicBezTo>
                      <a:pt x="18" y="10"/>
                      <a:pt x="18" y="8"/>
                      <a:pt x="17" y="7"/>
                    </a:cubicBezTo>
                    <a:cubicBezTo>
                      <a:pt x="15" y="5"/>
                      <a:pt x="14" y="3"/>
                      <a:pt x="12" y="2"/>
                    </a:cubicBezTo>
                    <a:lnTo>
                      <a:pt x="12" y="0"/>
                    </a:lnTo>
                    <a:cubicBezTo>
                      <a:pt x="9" y="0"/>
                      <a:pt x="6" y="2"/>
                      <a:pt x="3" y="3"/>
                    </a:cubicBezTo>
                    <a:cubicBezTo>
                      <a:pt x="2" y="3"/>
                      <a:pt x="2" y="4"/>
                      <a:pt x="1" y="4"/>
                    </a:cubicBezTo>
                    <a:cubicBezTo>
                      <a:pt x="1" y="4"/>
                      <a:pt x="0"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9"/>
              <p:cNvSpPr/>
              <p:nvPr/>
            </p:nvSpPr>
            <p:spPr>
              <a:xfrm>
                <a:off x="1375565" y="-671975"/>
                <a:ext cx="44280" cy="9360"/>
              </a:xfrm>
              <a:custGeom>
                <a:rect b="b" l="l" r="r" t="t"/>
                <a:pathLst>
                  <a:path extrusionOk="0" h="26" w="123">
                    <a:moveTo>
                      <a:pt x="46" y="1"/>
                    </a:moveTo>
                    <a:cubicBezTo>
                      <a:pt x="45" y="1"/>
                      <a:pt x="43" y="1"/>
                      <a:pt x="42" y="1"/>
                    </a:cubicBezTo>
                    <a:cubicBezTo>
                      <a:pt x="36" y="1"/>
                      <a:pt x="30" y="2"/>
                      <a:pt x="25" y="4"/>
                    </a:cubicBezTo>
                    <a:cubicBezTo>
                      <a:pt x="24" y="4"/>
                      <a:pt x="23" y="4"/>
                      <a:pt x="22" y="5"/>
                    </a:cubicBezTo>
                    <a:cubicBezTo>
                      <a:pt x="18" y="8"/>
                      <a:pt x="13" y="9"/>
                      <a:pt x="9" y="10"/>
                    </a:cubicBezTo>
                    <a:cubicBezTo>
                      <a:pt x="3" y="10"/>
                      <a:pt x="0" y="20"/>
                      <a:pt x="7" y="22"/>
                    </a:cubicBezTo>
                    <a:cubicBezTo>
                      <a:pt x="23" y="25"/>
                      <a:pt x="37" y="22"/>
                      <a:pt x="54" y="23"/>
                    </a:cubicBezTo>
                    <a:cubicBezTo>
                      <a:pt x="67" y="24"/>
                      <a:pt x="80" y="25"/>
                      <a:pt x="93" y="25"/>
                    </a:cubicBezTo>
                    <a:cubicBezTo>
                      <a:pt x="100" y="25"/>
                      <a:pt x="107" y="25"/>
                      <a:pt x="114" y="24"/>
                    </a:cubicBezTo>
                    <a:cubicBezTo>
                      <a:pt x="115" y="25"/>
                      <a:pt x="116" y="25"/>
                      <a:pt x="117" y="25"/>
                    </a:cubicBezTo>
                    <a:cubicBezTo>
                      <a:pt x="117" y="25"/>
                      <a:pt x="118" y="25"/>
                      <a:pt x="119" y="24"/>
                    </a:cubicBezTo>
                    <a:cubicBezTo>
                      <a:pt x="120" y="18"/>
                      <a:pt x="121" y="11"/>
                      <a:pt x="122" y="4"/>
                    </a:cubicBezTo>
                    <a:cubicBezTo>
                      <a:pt x="121" y="3"/>
                      <a:pt x="120" y="2"/>
                      <a:pt x="119" y="2"/>
                    </a:cubicBezTo>
                    <a:cubicBezTo>
                      <a:pt x="117" y="1"/>
                      <a:pt x="115" y="0"/>
                      <a:pt x="113" y="0"/>
                    </a:cubicBezTo>
                    <a:lnTo>
                      <a:pt x="112" y="0"/>
                    </a:lnTo>
                    <a:lnTo>
                      <a:pt x="46"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9"/>
              <p:cNvSpPr/>
              <p:nvPr/>
            </p:nvSpPr>
            <p:spPr>
              <a:xfrm>
                <a:off x="1418405" y="-670895"/>
                <a:ext cx="2880" cy="7920"/>
              </a:xfrm>
              <a:custGeom>
                <a:rect b="b" l="l" r="r" t="t"/>
                <a:pathLst>
                  <a:path extrusionOk="0" h="22" w="8">
                    <a:moveTo>
                      <a:pt x="2" y="0"/>
                    </a:moveTo>
                    <a:cubicBezTo>
                      <a:pt x="2" y="7"/>
                      <a:pt x="1" y="14"/>
                      <a:pt x="0" y="21"/>
                    </a:cubicBezTo>
                    <a:cubicBezTo>
                      <a:pt x="2" y="20"/>
                      <a:pt x="4" y="18"/>
                      <a:pt x="5" y="16"/>
                    </a:cubicBezTo>
                    <a:cubicBezTo>
                      <a:pt x="6" y="14"/>
                      <a:pt x="7" y="12"/>
                      <a:pt x="7" y="10"/>
                    </a:cubicBezTo>
                    <a:cubicBezTo>
                      <a:pt x="7" y="8"/>
                      <a:pt x="6" y="5"/>
                      <a:pt x="5" y="3"/>
                    </a:cubicBezTo>
                    <a:cubicBezTo>
                      <a:pt x="4" y="2"/>
                      <a:pt x="3"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9"/>
              <p:cNvSpPr/>
              <p:nvPr/>
            </p:nvSpPr>
            <p:spPr>
              <a:xfrm>
                <a:off x="1427765" y="-683495"/>
                <a:ext cx="1080" cy="2520"/>
              </a:xfrm>
              <a:custGeom>
                <a:rect b="b" l="l" r="r" t="t"/>
                <a:pathLst>
                  <a:path extrusionOk="0" h="7" w="3">
                    <a:moveTo>
                      <a:pt x="0" y="6"/>
                    </a:moveTo>
                    <a:lnTo>
                      <a:pt x="1" y="5"/>
                    </a:lnTo>
                    <a:cubicBezTo>
                      <a:pt x="2" y="4"/>
                      <a:pt x="2" y="2"/>
                      <a:pt x="2" y="0"/>
                    </a:cubicBezTo>
                    <a:lnTo>
                      <a:pt x="1" y="0"/>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9"/>
              <p:cNvSpPr/>
              <p:nvPr/>
            </p:nvSpPr>
            <p:spPr>
              <a:xfrm>
                <a:off x="1398965" y="-687815"/>
                <a:ext cx="22320" cy="6840"/>
              </a:xfrm>
              <a:custGeom>
                <a:rect b="b" l="l" r="r" t="t"/>
                <a:pathLst>
                  <a:path extrusionOk="0" h="19" w="62">
                    <a:moveTo>
                      <a:pt x="61" y="0"/>
                    </a:moveTo>
                    <a:cubicBezTo>
                      <a:pt x="57" y="0"/>
                      <a:pt x="52" y="0"/>
                      <a:pt x="48" y="0"/>
                    </a:cubicBezTo>
                    <a:cubicBezTo>
                      <a:pt x="43" y="0"/>
                      <a:pt x="40" y="0"/>
                      <a:pt x="36" y="0"/>
                    </a:cubicBezTo>
                    <a:cubicBezTo>
                      <a:pt x="26" y="0"/>
                      <a:pt x="15" y="0"/>
                      <a:pt x="4" y="0"/>
                    </a:cubicBezTo>
                    <a:cubicBezTo>
                      <a:pt x="0" y="0"/>
                      <a:pt x="0" y="7"/>
                      <a:pt x="4" y="8"/>
                    </a:cubicBezTo>
                    <a:cubicBezTo>
                      <a:pt x="13" y="9"/>
                      <a:pt x="22" y="13"/>
                      <a:pt x="31" y="15"/>
                    </a:cubicBezTo>
                    <a:cubicBezTo>
                      <a:pt x="40" y="15"/>
                      <a:pt x="49" y="16"/>
                      <a:pt x="57" y="18"/>
                    </a:cubicBezTo>
                    <a:lnTo>
                      <a:pt x="60" y="18"/>
                    </a:lnTo>
                    <a:cubicBezTo>
                      <a:pt x="60" y="13"/>
                      <a:pt x="60" y="8"/>
                      <a:pt x="61" y="4"/>
                    </a:cubicBezTo>
                    <a:cubicBezTo>
                      <a:pt x="61" y="3"/>
                      <a:pt x="61" y="2"/>
                      <a:pt x="61" y="1"/>
                    </a:cubicBezTo>
                    <a:lnTo>
                      <a:pt x="6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9"/>
              <p:cNvSpPr/>
              <p:nvPr/>
            </p:nvSpPr>
            <p:spPr>
              <a:xfrm>
                <a:off x="1428125" y="-684935"/>
                <a:ext cx="720" cy="1800"/>
              </a:xfrm>
              <a:custGeom>
                <a:rect b="b" l="l" r="r" t="t"/>
                <a:pathLst>
                  <a:path extrusionOk="0" h="5" w="2">
                    <a:moveTo>
                      <a:pt x="0" y="0"/>
                    </a:moveTo>
                    <a:lnTo>
                      <a:pt x="0" y="4"/>
                    </a:lnTo>
                    <a:lnTo>
                      <a:pt x="1" y="4"/>
                    </a:ln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9"/>
              <p:cNvSpPr/>
              <p:nvPr/>
            </p:nvSpPr>
            <p:spPr>
              <a:xfrm>
                <a:off x="1420565" y="-687815"/>
                <a:ext cx="720" cy="1800"/>
              </a:xfrm>
              <a:custGeom>
                <a:rect b="b" l="l" r="r" t="t"/>
                <a:pathLst>
                  <a:path extrusionOk="0" h="5" w="2">
                    <a:moveTo>
                      <a:pt x="1" y="0"/>
                    </a:moveTo>
                    <a:cubicBezTo>
                      <a:pt x="0" y="1"/>
                      <a:pt x="0" y="2"/>
                      <a:pt x="0" y="2"/>
                    </a:cubicBezTo>
                    <a:cubicBezTo>
                      <a:pt x="0" y="3"/>
                      <a:pt x="0" y="4"/>
                      <a:pt x="1" y="4"/>
                    </a:cubicBezTo>
                    <a:cubicBezTo>
                      <a:pt x="1" y="3"/>
                      <a:pt x="1" y="2"/>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9"/>
              <p:cNvSpPr/>
              <p:nvPr/>
            </p:nvSpPr>
            <p:spPr>
              <a:xfrm>
                <a:off x="1420205" y="-686375"/>
                <a:ext cx="7920" cy="6840"/>
              </a:xfrm>
              <a:custGeom>
                <a:rect b="b" l="l" r="r" t="t"/>
                <a:pathLst>
                  <a:path extrusionOk="0" h="19" w="22">
                    <a:moveTo>
                      <a:pt x="10" y="7"/>
                    </a:moveTo>
                    <a:cubicBezTo>
                      <a:pt x="8" y="7"/>
                      <a:pt x="7" y="7"/>
                      <a:pt x="5" y="6"/>
                    </a:cubicBezTo>
                    <a:cubicBezTo>
                      <a:pt x="3" y="5"/>
                      <a:pt x="3" y="5"/>
                      <a:pt x="2" y="3"/>
                    </a:cubicBezTo>
                    <a:cubicBezTo>
                      <a:pt x="2" y="2"/>
                      <a:pt x="1" y="1"/>
                      <a:pt x="1" y="0"/>
                    </a:cubicBezTo>
                    <a:cubicBezTo>
                      <a:pt x="1" y="5"/>
                      <a:pt x="1" y="10"/>
                      <a:pt x="0" y="15"/>
                    </a:cubicBezTo>
                    <a:cubicBezTo>
                      <a:pt x="3" y="16"/>
                      <a:pt x="7" y="17"/>
                      <a:pt x="11" y="18"/>
                    </a:cubicBezTo>
                    <a:cubicBezTo>
                      <a:pt x="11" y="18"/>
                      <a:pt x="12" y="18"/>
                      <a:pt x="13" y="18"/>
                    </a:cubicBezTo>
                    <a:cubicBezTo>
                      <a:pt x="14" y="18"/>
                      <a:pt x="16" y="18"/>
                      <a:pt x="18" y="17"/>
                    </a:cubicBezTo>
                    <a:cubicBezTo>
                      <a:pt x="19" y="16"/>
                      <a:pt x="20" y="15"/>
                      <a:pt x="21" y="14"/>
                    </a:cubicBezTo>
                    <a:lnTo>
                      <a:pt x="21" y="8"/>
                    </a:lnTo>
                    <a:lnTo>
                      <a:pt x="1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9"/>
              <p:cNvSpPr/>
              <p:nvPr/>
            </p:nvSpPr>
            <p:spPr>
              <a:xfrm>
                <a:off x="1420925" y="-687815"/>
                <a:ext cx="7560" cy="4320"/>
              </a:xfrm>
              <a:custGeom>
                <a:rect b="b" l="l" r="r" t="t"/>
                <a:pathLst>
                  <a:path extrusionOk="0" h="12" w="21">
                    <a:moveTo>
                      <a:pt x="14" y="3"/>
                    </a:moveTo>
                    <a:cubicBezTo>
                      <a:pt x="9" y="1"/>
                      <a:pt x="4" y="1"/>
                      <a:pt x="0" y="0"/>
                    </a:cubicBezTo>
                    <a:cubicBezTo>
                      <a:pt x="0" y="2"/>
                      <a:pt x="0" y="3"/>
                      <a:pt x="0" y="4"/>
                    </a:cubicBezTo>
                    <a:cubicBezTo>
                      <a:pt x="0" y="5"/>
                      <a:pt x="0" y="6"/>
                      <a:pt x="1" y="7"/>
                    </a:cubicBezTo>
                    <a:cubicBezTo>
                      <a:pt x="2" y="9"/>
                      <a:pt x="3" y="9"/>
                      <a:pt x="4" y="10"/>
                    </a:cubicBezTo>
                    <a:cubicBezTo>
                      <a:pt x="5" y="11"/>
                      <a:pt x="7" y="11"/>
                      <a:pt x="8" y="11"/>
                    </a:cubicBezTo>
                    <a:lnTo>
                      <a:pt x="9" y="11"/>
                    </a:lnTo>
                    <a:lnTo>
                      <a:pt x="20" y="11"/>
                    </a:lnTo>
                    <a:lnTo>
                      <a:pt x="20" y="8"/>
                    </a:lnTo>
                    <a:lnTo>
                      <a:pt x="20" y="7"/>
                    </a:lnTo>
                    <a:cubicBezTo>
                      <a:pt x="19" y="6"/>
                      <a:pt x="18" y="5"/>
                      <a:pt x="16" y="4"/>
                    </a:cubicBezTo>
                    <a:cubicBezTo>
                      <a:pt x="15" y="4"/>
                      <a:pt x="15" y="3"/>
                      <a:pt x="14"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9"/>
              <p:cNvSpPr/>
              <p:nvPr/>
            </p:nvSpPr>
            <p:spPr>
              <a:xfrm>
                <a:off x="1366205" y="-708335"/>
                <a:ext cx="55440" cy="11520"/>
              </a:xfrm>
              <a:custGeom>
                <a:rect b="b" l="l" r="r" t="t"/>
                <a:pathLst>
                  <a:path extrusionOk="0" h="32" w="154">
                    <a:moveTo>
                      <a:pt x="75" y="7"/>
                    </a:moveTo>
                    <a:cubicBezTo>
                      <a:pt x="51" y="4"/>
                      <a:pt x="27" y="1"/>
                      <a:pt x="3" y="0"/>
                    </a:cubicBezTo>
                    <a:lnTo>
                      <a:pt x="2" y="0"/>
                    </a:lnTo>
                    <a:cubicBezTo>
                      <a:pt x="2" y="1"/>
                      <a:pt x="2" y="1"/>
                      <a:pt x="1" y="2"/>
                    </a:cubicBezTo>
                    <a:cubicBezTo>
                      <a:pt x="0" y="3"/>
                      <a:pt x="0" y="3"/>
                      <a:pt x="0" y="4"/>
                    </a:cubicBezTo>
                    <a:cubicBezTo>
                      <a:pt x="0" y="4"/>
                      <a:pt x="0" y="5"/>
                      <a:pt x="1" y="6"/>
                    </a:cubicBezTo>
                    <a:lnTo>
                      <a:pt x="2" y="7"/>
                    </a:lnTo>
                    <a:lnTo>
                      <a:pt x="3" y="7"/>
                    </a:lnTo>
                    <a:cubicBezTo>
                      <a:pt x="30" y="15"/>
                      <a:pt x="56" y="21"/>
                      <a:pt x="84" y="25"/>
                    </a:cubicBezTo>
                    <a:cubicBezTo>
                      <a:pt x="108" y="26"/>
                      <a:pt x="130" y="30"/>
                      <a:pt x="153" y="31"/>
                    </a:cubicBezTo>
                    <a:lnTo>
                      <a:pt x="153" y="11"/>
                    </a:lnTo>
                    <a:cubicBezTo>
                      <a:pt x="127" y="11"/>
                      <a:pt x="101" y="9"/>
                      <a:pt x="7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9"/>
              <p:cNvSpPr/>
              <p:nvPr/>
            </p:nvSpPr>
            <p:spPr>
              <a:xfrm>
                <a:off x="1421645" y="-704375"/>
                <a:ext cx="3600" cy="7560"/>
              </a:xfrm>
              <a:custGeom>
                <a:rect b="b" l="l" r="r" t="t"/>
                <a:pathLst>
                  <a:path extrusionOk="0" h="21" w="10">
                    <a:moveTo>
                      <a:pt x="9" y="19"/>
                    </a:moveTo>
                    <a:cubicBezTo>
                      <a:pt x="8" y="13"/>
                      <a:pt x="7" y="7"/>
                      <a:pt x="6" y="0"/>
                    </a:cubicBezTo>
                    <a:lnTo>
                      <a:pt x="0" y="0"/>
                    </a:lnTo>
                    <a:lnTo>
                      <a:pt x="0" y="19"/>
                    </a:lnTo>
                    <a:lnTo>
                      <a:pt x="6" y="19"/>
                    </a:lnTo>
                    <a:cubicBezTo>
                      <a:pt x="7" y="20"/>
                      <a:pt x="7" y="20"/>
                      <a:pt x="8" y="20"/>
                    </a:cubicBezTo>
                    <a:cubicBezTo>
                      <a:pt x="8" y="20"/>
                      <a:pt x="9" y="20"/>
                      <a:pt x="9"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9"/>
              <p:cNvSpPr/>
              <p:nvPr/>
            </p:nvSpPr>
            <p:spPr>
              <a:xfrm>
                <a:off x="1390685" y="-719135"/>
                <a:ext cx="31320" cy="10080"/>
              </a:xfrm>
              <a:custGeom>
                <a:rect b="b" l="l" r="r" t="t"/>
                <a:pathLst>
                  <a:path extrusionOk="0" h="28" w="87">
                    <a:moveTo>
                      <a:pt x="58" y="1"/>
                    </a:moveTo>
                    <a:cubicBezTo>
                      <a:pt x="54" y="1"/>
                      <a:pt x="49" y="0"/>
                      <a:pt x="45" y="0"/>
                    </a:cubicBezTo>
                    <a:cubicBezTo>
                      <a:pt x="32" y="0"/>
                      <a:pt x="19" y="2"/>
                      <a:pt x="7" y="4"/>
                    </a:cubicBezTo>
                    <a:cubicBezTo>
                      <a:pt x="6" y="4"/>
                      <a:pt x="5" y="5"/>
                      <a:pt x="4" y="5"/>
                    </a:cubicBezTo>
                    <a:cubicBezTo>
                      <a:pt x="3" y="6"/>
                      <a:pt x="2" y="6"/>
                      <a:pt x="1" y="7"/>
                    </a:cubicBezTo>
                    <a:cubicBezTo>
                      <a:pt x="0" y="8"/>
                      <a:pt x="0" y="9"/>
                      <a:pt x="0" y="11"/>
                    </a:cubicBezTo>
                    <a:cubicBezTo>
                      <a:pt x="0" y="12"/>
                      <a:pt x="0" y="13"/>
                      <a:pt x="1" y="14"/>
                    </a:cubicBezTo>
                    <a:cubicBezTo>
                      <a:pt x="2" y="15"/>
                      <a:pt x="3" y="15"/>
                      <a:pt x="4" y="16"/>
                    </a:cubicBezTo>
                    <a:cubicBezTo>
                      <a:pt x="5" y="17"/>
                      <a:pt x="6" y="17"/>
                      <a:pt x="7" y="17"/>
                    </a:cubicBezTo>
                    <a:cubicBezTo>
                      <a:pt x="25" y="18"/>
                      <a:pt x="44" y="20"/>
                      <a:pt x="62" y="24"/>
                    </a:cubicBezTo>
                    <a:cubicBezTo>
                      <a:pt x="69" y="26"/>
                      <a:pt x="75" y="27"/>
                      <a:pt x="81" y="27"/>
                    </a:cubicBezTo>
                    <a:cubicBezTo>
                      <a:pt x="83" y="27"/>
                      <a:pt x="84" y="27"/>
                      <a:pt x="86" y="27"/>
                    </a:cubicBezTo>
                    <a:lnTo>
                      <a:pt x="86" y="3"/>
                    </a:lnTo>
                    <a:cubicBezTo>
                      <a:pt x="77" y="3"/>
                      <a:pt x="68" y="2"/>
                      <a:pt x="5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9"/>
              <p:cNvSpPr/>
              <p:nvPr/>
            </p:nvSpPr>
            <p:spPr>
              <a:xfrm>
                <a:off x="1422005" y="-718055"/>
                <a:ext cx="2160" cy="9000"/>
              </a:xfrm>
              <a:custGeom>
                <a:rect b="b" l="l" r="r" t="t"/>
                <a:pathLst>
                  <a:path extrusionOk="0" h="25" w="6">
                    <a:moveTo>
                      <a:pt x="2" y="0"/>
                    </a:moveTo>
                    <a:lnTo>
                      <a:pt x="0" y="0"/>
                    </a:lnTo>
                    <a:lnTo>
                      <a:pt x="0" y="24"/>
                    </a:lnTo>
                    <a:lnTo>
                      <a:pt x="5" y="24"/>
                    </a:lnTo>
                    <a:cubicBezTo>
                      <a:pt x="3" y="16"/>
                      <a:pt x="3" y="8"/>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9"/>
              <p:cNvSpPr/>
              <p:nvPr/>
            </p:nvSpPr>
            <p:spPr>
              <a:xfrm>
                <a:off x="1406885" y="-729215"/>
                <a:ext cx="15480" cy="8280"/>
              </a:xfrm>
              <a:custGeom>
                <a:rect b="b" l="l" r="r" t="t"/>
                <a:pathLst>
                  <a:path extrusionOk="0" h="23" w="43">
                    <a:moveTo>
                      <a:pt x="42" y="0"/>
                    </a:moveTo>
                    <a:cubicBezTo>
                      <a:pt x="39" y="0"/>
                      <a:pt x="36" y="0"/>
                      <a:pt x="33" y="0"/>
                    </a:cubicBezTo>
                    <a:cubicBezTo>
                      <a:pt x="24" y="0"/>
                      <a:pt x="14" y="1"/>
                      <a:pt x="5" y="4"/>
                    </a:cubicBezTo>
                    <a:cubicBezTo>
                      <a:pt x="4" y="4"/>
                      <a:pt x="4" y="4"/>
                      <a:pt x="3" y="5"/>
                    </a:cubicBezTo>
                    <a:cubicBezTo>
                      <a:pt x="2" y="5"/>
                      <a:pt x="2" y="6"/>
                      <a:pt x="1" y="7"/>
                    </a:cubicBezTo>
                    <a:cubicBezTo>
                      <a:pt x="0" y="8"/>
                      <a:pt x="0" y="9"/>
                      <a:pt x="0" y="11"/>
                    </a:cubicBezTo>
                    <a:cubicBezTo>
                      <a:pt x="0" y="12"/>
                      <a:pt x="0" y="13"/>
                      <a:pt x="1" y="14"/>
                    </a:cubicBezTo>
                    <a:cubicBezTo>
                      <a:pt x="2" y="15"/>
                      <a:pt x="2" y="16"/>
                      <a:pt x="3" y="17"/>
                    </a:cubicBezTo>
                    <a:cubicBezTo>
                      <a:pt x="4" y="17"/>
                      <a:pt x="4" y="17"/>
                      <a:pt x="5" y="18"/>
                    </a:cubicBezTo>
                    <a:cubicBezTo>
                      <a:pt x="16" y="21"/>
                      <a:pt x="28" y="22"/>
                      <a:pt x="40" y="22"/>
                    </a:cubicBezTo>
                    <a:cubicBezTo>
                      <a:pt x="41" y="22"/>
                      <a:pt x="41" y="22"/>
                      <a:pt x="42" y="22"/>
                    </a:cubicBezTo>
                    <a:cubicBezTo>
                      <a:pt x="42" y="15"/>
                      <a:pt x="42" y="7"/>
                      <a:pt x="4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9"/>
              <p:cNvSpPr/>
              <p:nvPr/>
            </p:nvSpPr>
            <p:spPr>
              <a:xfrm>
                <a:off x="1422365" y="-729215"/>
                <a:ext cx="1080" cy="8280"/>
              </a:xfrm>
              <a:custGeom>
                <a:rect b="b" l="l" r="r" t="t"/>
                <a:pathLst>
                  <a:path extrusionOk="0" h="23" w="3">
                    <a:moveTo>
                      <a:pt x="1" y="0"/>
                    </a:moveTo>
                    <a:lnTo>
                      <a:pt x="0" y="0"/>
                    </a:lnTo>
                    <a:cubicBezTo>
                      <a:pt x="0" y="8"/>
                      <a:pt x="0" y="15"/>
                      <a:pt x="0" y="22"/>
                    </a:cubicBezTo>
                    <a:lnTo>
                      <a:pt x="2" y="22"/>
                    </a:lnTo>
                    <a:cubicBezTo>
                      <a:pt x="1" y="15"/>
                      <a:pt x="1" y="8"/>
                      <a:pt x="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9"/>
              <p:cNvSpPr/>
              <p:nvPr/>
            </p:nvSpPr>
            <p:spPr>
              <a:xfrm>
                <a:off x="1442525" y="-753695"/>
                <a:ext cx="9720" cy="16200"/>
              </a:xfrm>
              <a:custGeom>
                <a:rect b="b" l="l" r="r" t="t"/>
                <a:pathLst>
                  <a:path extrusionOk="0" h="45" w="27">
                    <a:moveTo>
                      <a:pt x="4" y="5"/>
                    </a:moveTo>
                    <a:cubicBezTo>
                      <a:pt x="1" y="12"/>
                      <a:pt x="0" y="20"/>
                      <a:pt x="0" y="28"/>
                    </a:cubicBezTo>
                    <a:cubicBezTo>
                      <a:pt x="0" y="29"/>
                      <a:pt x="0" y="30"/>
                      <a:pt x="0" y="32"/>
                    </a:cubicBezTo>
                    <a:cubicBezTo>
                      <a:pt x="0" y="34"/>
                      <a:pt x="0" y="35"/>
                      <a:pt x="1" y="37"/>
                    </a:cubicBezTo>
                    <a:cubicBezTo>
                      <a:pt x="3" y="39"/>
                      <a:pt x="4" y="41"/>
                      <a:pt x="6" y="42"/>
                    </a:cubicBezTo>
                    <a:cubicBezTo>
                      <a:pt x="8" y="43"/>
                      <a:pt x="10" y="44"/>
                      <a:pt x="13" y="44"/>
                    </a:cubicBezTo>
                    <a:cubicBezTo>
                      <a:pt x="15" y="43"/>
                      <a:pt x="17" y="43"/>
                      <a:pt x="19" y="42"/>
                    </a:cubicBezTo>
                    <a:cubicBezTo>
                      <a:pt x="21" y="41"/>
                      <a:pt x="23" y="39"/>
                      <a:pt x="24" y="37"/>
                    </a:cubicBezTo>
                    <a:cubicBezTo>
                      <a:pt x="26" y="35"/>
                      <a:pt x="25" y="33"/>
                      <a:pt x="25" y="31"/>
                    </a:cubicBezTo>
                    <a:cubicBezTo>
                      <a:pt x="25" y="30"/>
                      <a:pt x="25" y="30"/>
                      <a:pt x="25" y="30"/>
                    </a:cubicBezTo>
                    <a:cubicBezTo>
                      <a:pt x="25" y="28"/>
                      <a:pt x="26" y="27"/>
                      <a:pt x="26" y="25"/>
                    </a:cubicBezTo>
                    <a:cubicBezTo>
                      <a:pt x="26" y="19"/>
                      <a:pt x="24" y="12"/>
                      <a:pt x="22" y="6"/>
                    </a:cubicBezTo>
                    <a:lnTo>
                      <a:pt x="21" y="5"/>
                    </a:lnTo>
                    <a:cubicBezTo>
                      <a:pt x="19" y="3"/>
                      <a:pt x="20" y="2"/>
                      <a:pt x="18" y="1"/>
                    </a:cubicBezTo>
                    <a:cubicBezTo>
                      <a:pt x="17" y="0"/>
                      <a:pt x="15" y="0"/>
                      <a:pt x="13" y="0"/>
                    </a:cubicBezTo>
                    <a:cubicBezTo>
                      <a:pt x="12" y="0"/>
                      <a:pt x="10" y="0"/>
                      <a:pt x="8" y="1"/>
                    </a:cubicBezTo>
                    <a:cubicBezTo>
                      <a:pt x="7" y="2"/>
                      <a:pt x="5" y="3"/>
                      <a:pt x="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9"/>
              <p:cNvSpPr/>
              <p:nvPr/>
            </p:nvSpPr>
            <p:spPr>
              <a:xfrm>
                <a:off x="1432085" y="-846215"/>
                <a:ext cx="14760" cy="70560"/>
              </a:xfrm>
              <a:custGeom>
                <a:rect b="b" l="l" r="r" t="t"/>
                <a:pathLst>
                  <a:path extrusionOk="0" h="196" w="41">
                    <a:moveTo>
                      <a:pt x="0" y="6"/>
                    </a:moveTo>
                    <a:cubicBezTo>
                      <a:pt x="4" y="32"/>
                      <a:pt x="8" y="58"/>
                      <a:pt x="11" y="85"/>
                    </a:cubicBezTo>
                    <a:cubicBezTo>
                      <a:pt x="16" y="121"/>
                      <a:pt x="19" y="157"/>
                      <a:pt x="28" y="192"/>
                    </a:cubicBezTo>
                    <a:cubicBezTo>
                      <a:pt x="28" y="195"/>
                      <a:pt x="32" y="194"/>
                      <a:pt x="32" y="192"/>
                    </a:cubicBezTo>
                    <a:cubicBezTo>
                      <a:pt x="38" y="171"/>
                      <a:pt x="40" y="149"/>
                      <a:pt x="40" y="127"/>
                    </a:cubicBezTo>
                    <a:cubicBezTo>
                      <a:pt x="40" y="105"/>
                      <a:pt x="38" y="83"/>
                      <a:pt x="32" y="61"/>
                    </a:cubicBezTo>
                    <a:cubicBezTo>
                      <a:pt x="27" y="41"/>
                      <a:pt x="23" y="20"/>
                      <a:pt x="19" y="0"/>
                    </a:cubicBezTo>
                    <a:cubicBezTo>
                      <a:pt x="17" y="1"/>
                      <a:pt x="16" y="2"/>
                      <a:pt x="14" y="3"/>
                    </a:cubicBezTo>
                    <a:cubicBezTo>
                      <a:pt x="12" y="4"/>
                      <a:pt x="9" y="5"/>
                      <a:pt x="7" y="7"/>
                    </a:cubicBezTo>
                    <a:cubicBezTo>
                      <a:pt x="6" y="7"/>
                      <a:pt x="5" y="7"/>
                      <a:pt x="4" y="7"/>
                    </a:cubicBezTo>
                    <a:cubicBezTo>
                      <a:pt x="2" y="7"/>
                      <a:pt x="1" y="7"/>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9"/>
              <p:cNvSpPr/>
              <p:nvPr/>
            </p:nvSpPr>
            <p:spPr>
              <a:xfrm>
                <a:off x="1425245" y="-873215"/>
                <a:ext cx="3600" cy="360"/>
              </a:xfrm>
              <a:custGeom>
                <a:rect b="b" l="l" r="r" t="t"/>
                <a:pathLst>
                  <a:path extrusionOk="0" h="1" w="10">
                    <a:moveTo>
                      <a:pt x="9" y="0"/>
                    </a:moveTo>
                    <a:cubicBezTo>
                      <a:pt x="7" y="0"/>
                      <a:pt x="5" y="0"/>
                      <a:pt x="4" y="0"/>
                    </a:cubicBezTo>
                    <a:cubicBezTo>
                      <a:pt x="2" y="0"/>
                      <a:pt x="1" y="0"/>
                      <a:pt x="0"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9"/>
              <p:cNvSpPr/>
              <p:nvPr/>
            </p:nvSpPr>
            <p:spPr>
              <a:xfrm>
                <a:off x="1427765" y="-864935"/>
                <a:ext cx="6120" cy="4680"/>
              </a:xfrm>
              <a:custGeom>
                <a:rect b="b" l="l" r="r" t="t"/>
                <a:pathLst>
                  <a:path extrusionOk="0" h="13" w="17">
                    <a:moveTo>
                      <a:pt x="16" y="1"/>
                    </a:moveTo>
                    <a:lnTo>
                      <a:pt x="0" y="0"/>
                    </a:lnTo>
                    <a:cubicBezTo>
                      <a:pt x="1" y="4"/>
                      <a:pt x="2" y="8"/>
                      <a:pt x="3" y="12"/>
                    </a:cubicBezTo>
                    <a:cubicBezTo>
                      <a:pt x="7" y="10"/>
                      <a:pt x="11" y="5"/>
                      <a:pt x="1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9"/>
              <p:cNvSpPr/>
              <p:nvPr/>
            </p:nvSpPr>
            <p:spPr>
              <a:xfrm>
                <a:off x="1424885" y="-872855"/>
                <a:ext cx="9000" cy="8640"/>
              </a:xfrm>
              <a:custGeom>
                <a:rect b="b" l="l" r="r" t="t"/>
                <a:pathLst>
                  <a:path extrusionOk="0" h="24" w="25">
                    <a:moveTo>
                      <a:pt x="8" y="22"/>
                    </a:moveTo>
                    <a:lnTo>
                      <a:pt x="24" y="23"/>
                    </a:lnTo>
                    <a:cubicBezTo>
                      <a:pt x="21" y="17"/>
                      <a:pt x="19" y="12"/>
                      <a:pt x="16" y="6"/>
                    </a:cubicBezTo>
                    <a:cubicBezTo>
                      <a:pt x="15" y="6"/>
                      <a:pt x="15" y="6"/>
                      <a:pt x="15" y="5"/>
                    </a:cubicBezTo>
                    <a:cubicBezTo>
                      <a:pt x="14" y="3"/>
                      <a:pt x="13" y="3"/>
                      <a:pt x="10" y="1"/>
                    </a:cubicBezTo>
                    <a:cubicBezTo>
                      <a:pt x="9" y="0"/>
                      <a:pt x="10" y="0"/>
                      <a:pt x="9" y="0"/>
                    </a:cubicBezTo>
                    <a:lnTo>
                      <a:pt x="0" y="0"/>
                    </a:lnTo>
                    <a:cubicBezTo>
                      <a:pt x="3" y="7"/>
                      <a:pt x="5" y="14"/>
                      <a:pt x="8"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9"/>
              <p:cNvSpPr/>
              <p:nvPr/>
            </p:nvSpPr>
            <p:spPr>
              <a:xfrm>
                <a:off x="1446125" y="-855575"/>
                <a:ext cx="18360" cy="75600"/>
              </a:xfrm>
              <a:custGeom>
                <a:rect b="b" l="l" r="r" t="t"/>
                <a:pathLst>
                  <a:path extrusionOk="0" h="210" w="51">
                    <a:moveTo>
                      <a:pt x="6" y="45"/>
                    </a:moveTo>
                    <a:cubicBezTo>
                      <a:pt x="13" y="70"/>
                      <a:pt x="18" y="96"/>
                      <a:pt x="19" y="122"/>
                    </a:cubicBezTo>
                    <a:cubicBezTo>
                      <a:pt x="20" y="151"/>
                      <a:pt x="35" y="178"/>
                      <a:pt x="37" y="206"/>
                    </a:cubicBezTo>
                    <a:cubicBezTo>
                      <a:pt x="37" y="208"/>
                      <a:pt x="41" y="209"/>
                      <a:pt x="41" y="206"/>
                    </a:cubicBezTo>
                    <a:cubicBezTo>
                      <a:pt x="50" y="141"/>
                      <a:pt x="34" y="67"/>
                      <a:pt x="19" y="0"/>
                    </a:cubicBezTo>
                    <a:cubicBezTo>
                      <a:pt x="17" y="1"/>
                      <a:pt x="15" y="2"/>
                      <a:pt x="13" y="3"/>
                    </a:cubicBezTo>
                    <a:cubicBezTo>
                      <a:pt x="8" y="6"/>
                      <a:pt x="4" y="9"/>
                      <a:pt x="0" y="12"/>
                    </a:cubicBezTo>
                    <a:cubicBezTo>
                      <a:pt x="2" y="26"/>
                      <a:pt x="4" y="40"/>
                      <a:pt x="6"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9"/>
              <p:cNvSpPr/>
              <p:nvPr/>
            </p:nvSpPr>
            <p:spPr>
              <a:xfrm>
                <a:off x="1440725" y="-871055"/>
                <a:ext cx="9000" cy="3240"/>
              </a:xfrm>
              <a:custGeom>
                <a:rect b="b" l="l" r="r" t="t"/>
                <a:pathLst>
                  <a:path extrusionOk="0" h="9" w="25">
                    <a:moveTo>
                      <a:pt x="24" y="4"/>
                    </a:moveTo>
                    <a:cubicBezTo>
                      <a:pt x="23" y="3"/>
                      <a:pt x="22" y="2"/>
                      <a:pt x="21" y="1"/>
                    </a:cubicBezTo>
                    <a:cubicBezTo>
                      <a:pt x="20" y="1"/>
                      <a:pt x="19" y="0"/>
                      <a:pt x="17" y="0"/>
                    </a:cubicBezTo>
                    <a:lnTo>
                      <a:pt x="14" y="0"/>
                    </a:lnTo>
                    <a:cubicBezTo>
                      <a:pt x="13" y="0"/>
                      <a:pt x="12" y="0"/>
                      <a:pt x="11" y="0"/>
                    </a:cubicBezTo>
                    <a:cubicBezTo>
                      <a:pt x="9" y="0"/>
                      <a:pt x="7" y="0"/>
                      <a:pt x="5" y="1"/>
                    </a:cubicBezTo>
                    <a:cubicBezTo>
                      <a:pt x="3" y="2"/>
                      <a:pt x="2" y="4"/>
                      <a:pt x="1" y="5"/>
                    </a:cubicBezTo>
                    <a:cubicBezTo>
                      <a:pt x="1" y="6"/>
                      <a:pt x="0" y="7"/>
                      <a:pt x="0" y="8"/>
                    </a:cubicBezTo>
                    <a:cubicBezTo>
                      <a:pt x="8" y="5"/>
                      <a:pt x="16" y="4"/>
                      <a:pt x="2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9"/>
              <p:cNvSpPr/>
              <p:nvPr/>
            </p:nvSpPr>
            <p:spPr>
              <a:xfrm>
                <a:off x="1461245" y="-858095"/>
                <a:ext cx="14400" cy="27360"/>
              </a:xfrm>
              <a:custGeom>
                <a:rect b="b" l="l" r="r" t="t"/>
                <a:pathLst>
                  <a:path extrusionOk="0" h="76" w="40">
                    <a:moveTo>
                      <a:pt x="7" y="28"/>
                    </a:moveTo>
                    <a:cubicBezTo>
                      <a:pt x="12" y="30"/>
                      <a:pt x="13" y="35"/>
                      <a:pt x="11" y="42"/>
                    </a:cubicBezTo>
                    <a:cubicBezTo>
                      <a:pt x="12" y="51"/>
                      <a:pt x="12" y="60"/>
                      <a:pt x="13" y="69"/>
                    </a:cubicBezTo>
                    <a:cubicBezTo>
                      <a:pt x="13" y="75"/>
                      <a:pt x="22" y="74"/>
                      <a:pt x="23" y="69"/>
                    </a:cubicBezTo>
                    <a:cubicBezTo>
                      <a:pt x="25" y="58"/>
                      <a:pt x="39" y="24"/>
                      <a:pt x="26" y="13"/>
                    </a:cubicBezTo>
                    <a:cubicBezTo>
                      <a:pt x="29" y="16"/>
                      <a:pt x="27" y="10"/>
                      <a:pt x="26" y="6"/>
                    </a:cubicBezTo>
                    <a:cubicBezTo>
                      <a:pt x="25" y="2"/>
                      <a:pt x="26" y="2"/>
                      <a:pt x="26" y="0"/>
                    </a:cubicBezTo>
                    <a:cubicBezTo>
                      <a:pt x="17" y="0"/>
                      <a:pt x="9" y="0"/>
                      <a:pt x="0" y="1"/>
                    </a:cubicBezTo>
                    <a:cubicBezTo>
                      <a:pt x="2" y="8"/>
                      <a:pt x="3" y="15"/>
                      <a:pt x="4" y="23"/>
                    </a:cubicBezTo>
                    <a:cubicBezTo>
                      <a:pt x="4" y="23"/>
                      <a:pt x="4" y="24"/>
                      <a:pt x="5" y="25"/>
                    </a:cubicBezTo>
                    <a:cubicBezTo>
                      <a:pt x="5" y="26"/>
                      <a:pt x="6" y="27"/>
                      <a:pt x="7"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9"/>
              <p:cNvSpPr/>
              <p:nvPr/>
            </p:nvSpPr>
            <p:spPr>
              <a:xfrm>
                <a:off x="1463405" y="-870695"/>
                <a:ext cx="2160" cy="360"/>
              </a:xfrm>
              <a:custGeom>
                <a:rect b="b" l="l" r="r" t="t"/>
                <a:pathLst>
                  <a:path extrusionOk="0" h="1" w="6">
                    <a:moveTo>
                      <a:pt x="0" y="0"/>
                    </a:moveTo>
                    <a:lnTo>
                      <a:pt x="5" y="0"/>
                    </a:lnTo>
                    <a:cubicBezTo>
                      <a:pt x="4" y="0"/>
                      <a:pt x="3" y="0"/>
                      <a:pt x="2" y="0"/>
                    </a:cubicBezTo>
                    <a:cubicBezTo>
                      <a:pt x="1" y="0"/>
                      <a:pt x="1"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9"/>
              <p:cNvSpPr/>
              <p:nvPr/>
            </p:nvSpPr>
            <p:spPr>
              <a:xfrm>
                <a:off x="1460525" y="-870335"/>
                <a:ext cx="5760" cy="1800"/>
              </a:xfrm>
              <a:custGeom>
                <a:rect b="b" l="l" r="r" t="t"/>
                <a:pathLst>
                  <a:path extrusionOk="0" h="5" w="16">
                    <a:moveTo>
                      <a:pt x="0" y="4"/>
                    </a:moveTo>
                    <a:cubicBezTo>
                      <a:pt x="5" y="3"/>
                      <a:pt x="10" y="2"/>
                      <a:pt x="15" y="1"/>
                    </a:cubicBezTo>
                    <a:lnTo>
                      <a:pt x="13" y="0"/>
                    </a:lnTo>
                    <a:lnTo>
                      <a:pt x="8" y="0"/>
                    </a:lnTo>
                    <a:cubicBezTo>
                      <a:pt x="6"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9"/>
              <p:cNvSpPr/>
              <p:nvPr/>
            </p:nvSpPr>
            <p:spPr>
              <a:xfrm>
                <a:off x="1478885" y="-806255"/>
                <a:ext cx="6840" cy="26640"/>
              </a:xfrm>
              <a:custGeom>
                <a:rect b="b" l="l" r="r" t="t"/>
                <a:pathLst>
                  <a:path extrusionOk="0" h="74" w="19">
                    <a:moveTo>
                      <a:pt x="4" y="2"/>
                    </a:moveTo>
                    <a:cubicBezTo>
                      <a:pt x="2" y="8"/>
                      <a:pt x="0" y="15"/>
                      <a:pt x="0" y="22"/>
                    </a:cubicBezTo>
                    <a:cubicBezTo>
                      <a:pt x="0" y="24"/>
                      <a:pt x="0" y="26"/>
                      <a:pt x="1" y="29"/>
                    </a:cubicBezTo>
                    <a:cubicBezTo>
                      <a:pt x="1" y="41"/>
                      <a:pt x="2" y="54"/>
                      <a:pt x="3" y="66"/>
                    </a:cubicBezTo>
                    <a:cubicBezTo>
                      <a:pt x="3" y="73"/>
                      <a:pt x="14" y="72"/>
                      <a:pt x="15" y="66"/>
                    </a:cubicBezTo>
                    <a:cubicBezTo>
                      <a:pt x="15" y="56"/>
                      <a:pt x="17" y="45"/>
                      <a:pt x="17" y="34"/>
                    </a:cubicBezTo>
                    <a:cubicBezTo>
                      <a:pt x="17" y="31"/>
                      <a:pt x="18" y="28"/>
                      <a:pt x="18" y="24"/>
                    </a:cubicBezTo>
                    <a:cubicBezTo>
                      <a:pt x="18" y="17"/>
                      <a:pt x="16" y="9"/>
                      <a:pt x="14" y="2"/>
                    </a:cubicBezTo>
                    <a:cubicBezTo>
                      <a:pt x="13" y="2"/>
                      <a:pt x="12" y="1"/>
                      <a:pt x="12" y="1"/>
                    </a:cubicBezTo>
                    <a:cubicBezTo>
                      <a:pt x="11" y="0"/>
                      <a:pt x="10" y="0"/>
                      <a:pt x="9" y="0"/>
                    </a:cubicBezTo>
                    <a:cubicBezTo>
                      <a:pt x="8" y="0"/>
                      <a:pt x="7" y="0"/>
                      <a:pt x="6" y="1"/>
                    </a:cubicBezTo>
                    <a:cubicBezTo>
                      <a:pt x="5" y="1"/>
                      <a:pt x="5"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9"/>
              <p:cNvSpPr/>
              <p:nvPr/>
            </p:nvSpPr>
            <p:spPr>
              <a:xfrm>
                <a:off x="1472405" y="-858815"/>
                <a:ext cx="11520" cy="32040"/>
              </a:xfrm>
              <a:custGeom>
                <a:rect b="b" l="l" r="r" t="t"/>
                <a:pathLst>
                  <a:path extrusionOk="0" h="89" w="32">
                    <a:moveTo>
                      <a:pt x="4" y="8"/>
                    </a:moveTo>
                    <a:cubicBezTo>
                      <a:pt x="4" y="11"/>
                      <a:pt x="5" y="15"/>
                      <a:pt x="6" y="18"/>
                    </a:cubicBezTo>
                    <a:cubicBezTo>
                      <a:pt x="10" y="40"/>
                      <a:pt x="9" y="62"/>
                      <a:pt x="14" y="84"/>
                    </a:cubicBezTo>
                    <a:cubicBezTo>
                      <a:pt x="14" y="85"/>
                      <a:pt x="14" y="85"/>
                      <a:pt x="14" y="85"/>
                    </a:cubicBezTo>
                    <a:cubicBezTo>
                      <a:pt x="15" y="86"/>
                      <a:pt x="16" y="87"/>
                      <a:pt x="16" y="87"/>
                    </a:cubicBezTo>
                    <a:cubicBezTo>
                      <a:pt x="17" y="88"/>
                      <a:pt x="18" y="88"/>
                      <a:pt x="19" y="88"/>
                    </a:cubicBezTo>
                    <a:cubicBezTo>
                      <a:pt x="20" y="88"/>
                      <a:pt x="21" y="88"/>
                      <a:pt x="22" y="87"/>
                    </a:cubicBezTo>
                    <a:cubicBezTo>
                      <a:pt x="23" y="87"/>
                      <a:pt x="24" y="86"/>
                      <a:pt x="24" y="85"/>
                    </a:cubicBezTo>
                    <a:cubicBezTo>
                      <a:pt x="24" y="85"/>
                      <a:pt x="25" y="85"/>
                      <a:pt x="25" y="84"/>
                    </a:cubicBezTo>
                    <a:cubicBezTo>
                      <a:pt x="29" y="67"/>
                      <a:pt x="31" y="50"/>
                      <a:pt x="31" y="32"/>
                    </a:cubicBezTo>
                    <a:cubicBezTo>
                      <a:pt x="31" y="25"/>
                      <a:pt x="31" y="19"/>
                      <a:pt x="30" y="12"/>
                    </a:cubicBezTo>
                    <a:cubicBezTo>
                      <a:pt x="30" y="9"/>
                      <a:pt x="29" y="6"/>
                      <a:pt x="29" y="3"/>
                    </a:cubicBezTo>
                    <a:lnTo>
                      <a:pt x="22" y="3"/>
                    </a:lnTo>
                    <a:lnTo>
                      <a:pt x="2" y="3"/>
                    </a:lnTo>
                    <a:cubicBezTo>
                      <a:pt x="3" y="3"/>
                      <a:pt x="3" y="3"/>
                      <a:pt x="3" y="3"/>
                    </a:cubicBezTo>
                    <a:cubicBezTo>
                      <a:pt x="3" y="4"/>
                      <a:pt x="4" y="5"/>
                      <a:pt x="5" y="6"/>
                    </a:cubicBezTo>
                    <a:cubicBezTo>
                      <a:pt x="0" y="0"/>
                      <a:pt x="4" y="4"/>
                      <a:pt x="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9"/>
              <p:cNvSpPr/>
              <p:nvPr/>
            </p:nvSpPr>
            <p:spPr>
              <a:xfrm>
                <a:off x="1434965" y="-720935"/>
                <a:ext cx="12240" cy="33120"/>
              </a:xfrm>
              <a:custGeom>
                <a:rect b="b" l="l" r="r" t="t"/>
                <a:pathLst>
                  <a:path extrusionOk="0" h="92" w="34">
                    <a:moveTo>
                      <a:pt x="32" y="44"/>
                    </a:moveTo>
                    <a:cubicBezTo>
                      <a:pt x="32" y="30"/>
                      <a:pt x="30" y="16"/>
                      <a:pt x="25" y="3"/>
                    </a:cubicBezTo>
                    <a:lnTo>
                      <a:pt x="25" y="2"/>
                    </a:lnTo>
                    <a:cubicBezTo>
                      <a:pt x="24" y="1"/>
                      <a:pt x="23" y="2"/>
                      <a:pt x="23" y="1"/>
                    </a:cubicBezTo>
                    <a:cubicBezTo>
                      <a:pt x="22" y="0"/>
                      <a:pt x="22" y="0"/>
                      <a:pt x="21" y="0"/>
                    </a:cubicBezTo>
                    <a:cubicBezTo>
                      <a:pt x="21" y="0"/>
                      <a:pt x="20" y="0"/>
                      <a:pt x="19" y="1"/>
                    </a:cubicBezTo>
                    <a:cubicBezTo>
                      <a:pt x="19" y="1"/>
                      <a:pt x="18" y="1"/>
                      <a:pt x="18" y="2"/>
                    </a:cubicBezTo>
                    <a:lnTo>
                      <a:pt x="17" y="3"/>
                    </a:lnTo>
                    <a:cubicBezTo>
                      <a:pt x="12" y="18"/>
                      <a:pt x="10" y="34"/>
                      <a:pt x="10" y="50"/>
                    </a:cubicBezTo>
                    <a:cubicBezTo>
                      <a:pt x="10" y="60"/>
                      <a:pt x="8" y="71"/>
                      <a:pt x="4" y="81"/>
                    </a:cubicBezTo>
                    <a:cubicBezTo>
                      <a:pt x="0" y="91"/>
                      <a:pt x="4" y="81"/>
                      <a:pt x="4" y="82"/>
                    </a:cubicBezTo>
                    <a:lnTo>
                      <a:pt x="31" y="82"/>
                    </a:lnTo>
                    <a:cubicBezTo>
                      <a:pt x="32" y="76"/>
                      <a:pt x="33" y="70"/>
                      <a:pt x="33" y="64"/>
                    </a:cubicBezTo>
                    <a:cubicBezTo>
                      <a:pt x="33" y="58"/>
                      <a:pt x="33" y="51"/>
                      <a:pt x="3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9"/>
              <p:cNvSpPr/>
              <p:nvPr/>
            </p:nvSpPr>
            <p:spPr>
              <a:xfrm>
                <a:off x="1434605" y="-691415"/>
                <a:ext cx="11520" cy="8280"/>
              </a:xfrm>
              <a:custGeom>
                <a:rect b="b" l="l" r="r" t="t"/>
                <a:pathLst>
                  <a:path extrusionOk="0" h="23" w="32">
                    <a:moveTo>
                      <a:pt x="5" y="0"/>
                    </a:moveTo>
                    <a:cubicBezTo>
                      <a:pt x="0" y="16"/>
                      <a:pt x="31" y="22"/>
                      <a:pt x="31" y="3"/>
                    </a:cubicBezTo>
                    <a:cubicBezTo>
                      <a:pt x="31" y="3"/>
                      <a:pt x="31" y="1"/>
                      <a:pt x="31" y="0"/>
                    </a:cubicBez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9"/>
              <p:cNvSpPr/>
              <p:nvPr/>
            </p:nvSpPr>
            <p:spPr>
              <a:xfrm>
                <a:off x="1452245" y="-722375"/>
                <a:ext cx="10800" cy="31680"/>
              </a:xfrm>
              <a:custGeom>
                <a:rect b="b" l="l" r="r" t="t"/>
                <a:pathLst>
                  <a:path extrusionOk="0" h="88" w="30">
                    <a:moveTo>
                      <a:pt x="29" y="65"/>
                    </a:moveTo>
                    <a:cubicBezTo>
                      <a:pt x="29" y="64"/>
                      <a:pt x="29" y="62"/>
                      <a:pt x="29" y="61"/>
                    </a:cubicBezTo>
                    <a:cubicBezTo>
                      <a:pt x="29" y="56"/>
                      <a:pt x="29" y="51"/>
                      <a:pt x="28" y="47"/>
                    </a:cubicBezTo>
                    <a:cubicBezTo>
                      <a:pt x="27" y="33"/>
                      <a:pt x="25" y="20"/>
                      <a:pt x="23" y="7"/>
                    </a:cubicBezTo>
                    <a:cubicBezTo>
                      <a:pt x="23" y="0"/>
                      <a:pt x="12" y="2"/>
                      <a:pt x="12" y="9"/>
                    </a:cubicBezTo>
                    <a:cubicBezTo>
                      <a:pt x="9" y="23"/>
                      <a:pt x="8" y="39"/>
                      <a:pt x="7" y="54"/>
                    </a:cubicBezTo>
                    <a:cubicBezTo>
                      <a:pt x="7" y="63"/>
                      <a:pt x="1" y="71"/>
                      <a:pt x="0" y="81"/>
                    </a:cubicBezTo>
                    <a:cubicBezTo>
                      <a:pt x="0" y="82"/>
                      <a:pt x="0" y="82"/>
                      <a:pt x="0" y="82"/>
                    </a:cubicBezTo>
                    <a:cubicBezTo>
                      <a:pt x="0" y="84"/>
                      <a:pt x="0" y="86"/>
                      <a:pt x="1" y="87"/>
                    </a:cubicBezTo>
                    <a:lnTo>
                      <a:pt x="24" y="87"/>
                    </a:lnTo>
                    <a:cubicBezTo>
                      <a:pt x="24" y="87"/>
                      <a:pt x="25" y="87"/>
                      <a:pt x="25" y="86"/>
                    </a:cubicBezTo>
                    <a:cubicBezTo>
                      <a:pt x="26" y="85"/>
                      <a:pt x="26" y="83"/>
                      <a:pt x="26" y="80"/>
                    </a:cubicBezTo>
                    <a:cubicBezTo>
                      <a:pt x="26" y="74"/>
                      <a:pt x="29" y="70"/>
                      <a:pt x="29"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9"/>
              <p:cNvSpPr/>
              <p:nvPr/>
            </p:nvSpPr>
            <p:spPr>
              <a:xfrm>
                <a:off x="1452605" y="-691055"/>
                <a:ext cx="8640" cy="2880"/>
              </a:xfrm>
              <a:custGeom>
                <a:rect b="b" l="l" r="r" t="t"/>
                <a:pathLst>
                  <a:path extrusionOk="0" h="8" w="24">
                    <a:moveTo>
                      <a:pt x="23" y="0"/>
                    </a:moveTo>
                    <a:lnTo>
                      <a:pt x="0" y="0"/>
                    </a:lnTo>
                    <a:cubicBezTo>
                      <a:pt x="1" y="2"/>
                      <a:pt x="3" y="4"/>
                      <a:pt x="4" y="5"/>
                    </a:cubicBezTo>
                    <a:cubicBezTo>
                      <a:pt x="7" y="6"/>
                      <a:pt x="8" y="7"/>
                      <a:pt x="11" y="7"/>
                    </a:cubicBezTo>
                    <a:cubicBezTo>
                      <a:pt x="13" y="7"/>
                      <a:pt x="16" y="6"/>
                      <a:pt x="18" y="5"/>
                    </a:cubicBezTo>
                    <a:cubicBezTo>
                      <a:pt x="20" y="4"/>
                      <a:pt x="22" y="2"/>
                      <a:pt x="2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9"/>
              <p:cNvSpPr/>
              <p:nvPr/>
            </p:nvSpPr>
            <p:spPr>
              <a:xfrm>
                <a:off x="1466645" y="-726335"/>
                <a:ext cx="12600" cy="35640"/>
              </a:xfrm>
              <a:custGeom>
                <a:rect b="b" l="l" r="r" t="t"/>
                <a:pathLst>
                  <a:path extrusionOk="0" h="99" w="35">
                    <a:moveTo>
                      <a:pt x="33" y="48"/>
                    </a:moveTo>
                    <a:cubicBezTo>
                      <a:pt x="31" y="38"/>
                      <a:pt x="34" y="28"/>
                      <a:pt x="33" y="18"/>
                    </a:cubicBezTo>
                    <a:cubicBezTo>
                      <a:pt x="33" y="13"/>
                      <a:pt x="29" y="8"/>
                      <a:pt x="29" y="3"/>
                    </a:cubicBezTo>
                    <a:lnTo>
                      <a:pt x="28" y="2"/>
                    </a:lnTo>
                    <a:cubicBezTo>
                      <a:pt x="28" y="2"/>
                      <a:pt x="28" y="1"/>
                      <a:pt x="27" y="1"/>
                    </a:cubicBezTo>
                    <a:cubicBezTo>
                      <a:pt x="27" y="1"/>
                      <a:pt x="26" y="0"/>
                      <a:pt x="25" y="0"/>
                    </a:cubicBezTo>
                    <a:lnTo>
                      <a:pt x="24" y="1"/>
                    </a:lnTo>
                    <a:cubicBezTo>
                      <a:pt x="23" y="1"/>
                      <a:pt x="23" y="2"/>
                      <a:pt x="23" y="2"/>
                    </a:cubicBezTo>
                    <a:cubicBezTo>
                      <a:pt x="22" y="2"/>
                      <a:pt x="22" y="3"/>
                      <a:pt x="22" y="3"/>
                    </a:cubicBezTo>
                    <a:cubicBezTo>
                      <a:pt x="19" y="16"/>
                      <a:pt x="16" y="28"/>
                      <a:pt x="11" y="41"/>
                    </a:cubicBezTo>
                    <a:cubicBezTo>
                      <a:pt x="11" y="51"/>
                      <a:pt x="9" y="61"/>
                      <a:pt x="7" y="71"/>
                    </a:cubicBezTo>
                    <a:cubicBezTo>
                      <a:pt x="4" y="77"/>
                      <a:pt x="2" y="83"/>
                      <a:pt x="0" y="90"/>
                    </a:cubicBezTo>
                    <a:cubicBezTo>
                      <a:pt x="0" y="90"/>
                      <a:pt x="0" y="91"/>
                      <a:pt x="0" y="92"/>
                    </a:cubicBezTo>
                    <a:cubicBezTo>
                      <a:pt x="0" y="94"/>
                      <a:pt x="0" y="96"/>
                      <a:pt x="1" y="98"/>
                    </a:cubicBezTo>
                    <a:lnTo>
                      <a:pt x="2" y="98"/>
                    </a:lnTo>
                    <a:lnTo>
                      <a:pt x="24" y="98"/>
                    </a:lnTo>
                    <a:lnTo>
                      <a:pt x="24" y="97"/>
                    </a:lnTo>
                    <a:cubicBezTo>
                      <a:pt x="25" y="96"/>
                      <a:pt x="25" y="95"/>
                      <a:pt x="26" y="94"/>
                    </a:cubicBezTo>
                    <a:cubicBezTo>
                      <a:pt x="30" y="81"/>
                      <a:pt x="33" y="68"/>
                      <a:pt x="33" y="54"/>
                    </a:cubicBezTo>
                    <a:cubicBezTo>
                      <a:pt x="33" y="52"/>
                      <a:pt x="33" y="50"/>
                      <a:pt x="33" y="4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9"/>
              <p:cNvSpPr/>
              <p:nvPr/>
            </p:nvSpPr>
            <p:spPr>
              <a:xfrm>
                <a:off x="1467365" y="-691055"/>
                <a:ext cx="8280" cy="2520"/>
              </a:xfrm>
              <a:custGeom>
                <a:rect b="b" l="l" r="r" t="t"/>
                <a:pathLst>
                  <a:path extrusionOk="0" h="7" w="23">
                    <a:moveTo>
                      <a:pt x="0" y="0"/>
                    </a:moveTo>
                    <a:cubicBezTo>
                      <a:pt x="1" y="2"/>
                      <a:pt x="2" y="3"/>
                      <a:pt x="4" y="4"/>
                    </a:cubicBezTo>
                    <a:cubicBezTo>
                      <a:pt x="6" y="5"/>
                      <a:pt x="8" y="6"/>
                      <a:pt x="11" y="6"/>
                    </a:cubicBezTo>
                    <a:cubicBezTo>
                      <a:pt x="13" y="6"/>
                      <a:pt x="16" y="5"/>
                      <a:pt x="18" y="4"/>
                    </a:cubicBezTo>
                    <a:cubicBezTo>
                      <a:pt x="19" y="3"/>
                      <a:pt x="21" y="2"/>
                      <a:pt x="22"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9"/>
              <p:cNvSpPr/>
              <p:nvPr/>
            </p:nvSpPr>
            <p:spPr>
              <a:xfrm>
                <a:off x="1486805" y="-722375"/>
                <a:ext cx="9720" cy="31320"/>
              </a:xfrm>
              <a:custGeom>
                <a:rect b="b" l="l" r="r" t="t"/>
                <a:pathLst>
                  <a:path extrusionOk="0" h="87" w="27">
                    <a:moveTo>
                      <a:pt x="7" y="7"/>
                    </a:moveTo>
                    <a:cubicBezTo>
                      <a:pt x="5" y="33"/>
                      <a:pt x="3" y="59"/>
                      <a:pt x="0" y="86"/>
                    </a:cubicBezTo>
                    <a:cubicBezTo>
                      <a:pt x="9" y="86"/>
                      <a:pt x="17" y="86"/>
                      <a:pt x="26" y="84"/>
                    </a:cubicBezTo>
                    <a:cubicBezTo>
                      <a:pt x="24" y="58"/>
                      <a:pt x="22" y="33"/>
                      <a:pt x="20" y="8"/>
                    </a:cubicBezTo>
                    <a:cubicBezTo>
                      <a:pt x="20" y="1"/>
                      <a:pt x="8" y="0"/>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9"/>
              <p:cNvSpPr/>
              <p:nvPr/>
            </p:nvSpPr>
            <p:spPr>
              <a:xfrm>
                <a:off x="1486445" y="-692135"/>
                <a:ext cx="10440" cy="10080"/>
              </a:xfrm>
              <a:custGeom>
                <a:rect b="b" l="l" r="r" t="t"/>
                <a:pathLst>
                  <a:path extrusionOk="0" h="28" w="29">
                    <a:moveTo>
                      <a:pt x="1" y="9"/>
                    </a:moveTo>
                    <a:cubicBezTo>
                      <a:pt x="0" y="26"/>
                      <a:pt x="28" y="27"/>
                      <a:pt x="28" y="9"/>
                    </a:cubicBezTo>
                    <a:cubicBezTo>
                      <a:pt x="28" y="6"/>
                      <a:pt x="28" y="3"/>
                      <a:pt x="28" y="0"/>
                    </a:cubicBezTo>
                    <a:cubicBezTo>
                      <a:pt x="19" y="0"/>
                      <a:pt x="11" y="2"/>
                      <a:pt x="2" y="2"/>
                    </a:cubicBezTo>
                    <a:cubicBezTo>
                      <a:pt x="1" y="5"/>
                      <a:pt x="1" y="7"/>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9"/>
              <p:cNvSpPr/>
              <p:nvPr/>
            </p:nvSpPr>
            <p:spPr>
              <a:xfrm>
                <a:off x="1505885" y="-729935"/>
                <a:ext cx="9720" cy="37440"/>
              </a:xfrm>
              <a:custGeom>
                <a:rect b="b" l="l" r="r" t="t"/>
                <a:pathLst>
                  <a:path extrusionOk="0" h="104" w="27">
                    <a:moveTo>
                      <a:pt x="16" y="5"/>
                    </a:moveTo>
                    <a:cubicBezTo>
                      <a:pt x="16" y="5"/>
                      <a:pt x="15" y="4"/>
                      <a:pt x="15" y="3"/>
                    </a:cubicBezTo>
                    <a:cubicBezTo>
                      <a:pt x="14" y="2"/>
                      <a:pt x="13" y="2"/>
                      <a:pt x="12" y="1"/>
                    </a:cubicBezTo>
                    <a:cubicBezTo>
                      <a:pt x="11" y="0"/>
                      <a:pt x="10" y="0"/>
                      <a:pt x="9" y="0"/>
                    </a:cubicBezTo>
                    <a:cubicBezTo>
                      <a:pt x="8" y="0"/>
                      <a:pt x="7" y="0"/>
                      <a:pt x="6" y="1"/>
                    </a:cubicBezTo>
                    <a:cubicBezTo>
                      <a:pt x="5" y="2"/>
                      <a:pt x="4" y="2"/>
                      <a:pt x="3" y="3"/>
                    </a:cubicBezTo>
                    <a:cubicBezTo>
                      <a:pt x="3" y="4"/>
                      <a:pt x="3" y="5"/>
                      <a:pt x="2" y="5"/>
                    </a:cubicBezTo>
                    <a:cubicBezTo>
                      <a:pt x="0" y="25"/>
                      <a:pt x="2" y="39"/>
                      <a:pt x="2" y="58"/>
                    </a:cubicBezTo>
                    <a:cubicBezTo>
                      <a:pt x="3" y="63"/>
                      <a:pt x="3" y="68"/>
                      <a:pt x="3" y="73"/>
                    </a:cubicBezTo>
                    <a:cubicBezTo>
                      <a:pt x="3" y="83"/>
                      <a:pt x="2" y="93"/>
                      <a:pt x="0" y="103"/>
                    </a:cubicBezTo>
                    <a:cubicBezTo>
                      <a:pt x="9" y="102"/>
                      <a:pt x="17" y="100"/>
                      <a:pt x="26" y="98"/>
                    </a:cubicBezTo>
                    <a:cubicBezTo>
                      <a:pt x="26" y="85"/>
                      <a:pt x="23" y="72"/>
                      <a:pt x="23" y="59"/>
                    </a:cubicBezTo>
                    <a:cubicBezTo>
                      <a:pt x="23" y="40"/>
                      <a:pt x="16" y="24"/>
                      <a:pt x="1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9"/>
              <p:cNvSpPr/>
              <p:nvPr/>
            </p:nvSpPr>
            <p:spPr>
              <a:xfrm>
                <a:off x="1510565" y="-686015"/>
                <a:ext cx="1440" cy="360"/>
              </a:xfrm>
              <a:custGeom>
                <a:rect b="b" l="l" r="r" t="t"/>
                <a:pathLst>
                  <a:path extrusionOk="0" h="1" w="4">
                    <a:moveTo>
                      <a:pt x="3" y="0"/>
                    </a:moveTo>
                    <a:lnTo>
                      <a:pt x="0" y="0"/>
                    </a:lnTo>
                    <a:cubicBezTo>
                      <a:pt x="1" y="0"/>
                      <a:pt x="1" y="0"/>
                      <a:pt x="2"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9"/>
              <p:cNvSpPr/>
              <p:nvPr/>
            </p:nvSpPr>
            <p:spPr>
              <a:xfrm>
                <a:off x="1505525" y="-694655"/>
                <a:ext cx="10080" cy="9360"/>
              </a:xfrm>
              <a:custGeom>
                <a:rect b="b" l="l" r="r" t="t"/>
                <a:pathLst>
                  <a:path extrusionOk="0" h="26" w="28">
                    <a:moveTo>
                      <a:pt x="25" y="15"/>
                    </a:moveTo>
                    <a:cubicBezTo>
                      <a:pt x="26" y="10"/>
                      <a:pt x="27" y="5"/>
                      <a:pt x="27" y="1"/>
                    </a:cubicBezTo>
                    <a:cubicBezTo>
                      <a:pt x="27" y="0"/>
                      <a:pt x="27" y="0"/>
                      <a:pt x="27" y="0"/>
                    </a:cubicBezTo>
                    <a:cubicBezTo>
                      <a:pt x="18" y="2"/>
                      <a:pt x="10" y="3"/>
                      <a:pt x="1" y="4"/>
                    </a:cubicBezTo>
                    <a:cubicBezTo>
                      <a:pt x="1" y="5"/>
                      <a:pt x="1" y="7"/>
                      <a:pt x="1" y="8"/>
                    </a:cubicBezTo>
                    <a:cubicBezTo>
                      <a:pt x="1" y="9"/>
                      <a:pt x="0" y="11"/>
                      <a:pt x="0" y="13"/>
                    </a:cubicBezTo>
                    <a:cubicBezTo>
                      <a:pt x="0" y="14"/>
                      <a:pt x="1" y="16"/>
                      <a:pt x="2" y="18"/>
                    </a:cubicBezTo>
                    <a:cubicBezTo>
                      <a:pt x="2" y="18"/>
                      <a:pt x="3" y="19"/>
                      <a:pt x="3" y="20"/>
                    </a:cubicBezTo>
                    <a:lnTo>
                      <a:pt x="5" y="22"/>
                    </a:lnTo>
                    <a:cubicBezTo>
                      <a:pt x="6" y="22"/>
                      <a:pt x="6" y="23"/>
                      <a:pt x="7" y="23"/>
                    </a:cubicBezTo>
                    <a:cubicBezTo>
                      <a:pt x="9" y="24"/>
                      <a:pt x="11" y="25"/>
                      <a:pt x="13" y="25"/>
                    </a:cubicBezTo>
                    <a:cubicBezTo>
                      <a:pt x="14" y="25"/>
                      <a:pt x="14" y="24"/>
                      <a:pt x="15" y="24"/>
                    </a:cubicBezTo>
                    <a:lnTo>
                      <a:pt x="18" y="24"/>
                    </a:lnTo>
                    <a:cubicBezTo>
                      <a:pt x="19" y="24"/>
                      <a:pt x="19" y="24"/>
                      <a:pt x="20" y="24"/>
                    </a:cubicBezTo>
                    <a:cubicBezTo>
                      <a:pt x="21" y="23"/>
                      <a:pt x="23" y="21"/>
                      <a:pt x="24" y="19"/>
                    </a:cubicBezTo>
                    <a:cubicBezTo>
                      <a:pt x="25" y="18"/>
                      <a:pt x="25" y="16"/>
                      <a:pt x="2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9"/>
              <p:cNvSpPr/>
              <p:nvPr/>
            </p:nvSpPr>
            <p:spPr>
              <a:xfrm>
                <a:off x="1498685" y="-810215"/>
                <a:ext cx="10440" cy="19440"/>
              </a:xfrm>
              <a:custGeom>
                <a:rect b="b" l="l" r="r" t="t"/>
                <a:pathLst>
                  <a:path extrusionOk="0" h="54" w="29">
                    <a:moveTo>
                      <a:pt x="5" y="5"/>
                    </a:moveTo>
                    <a:cubicBezTo>
                      <a:pt x="2" y="12"/>
                      <a:pt x="0" y="20"/>
                      <a:pt x="0" y="29"/>
                    </a:cubicBezTo>
                    <a:cubicBezTo>
                      <a:pt x="0" y="33"/>
                      <a:pt x="0" y="37"/>
                      <a:pt x="1" y="42"/>
                    </a:cubicBezTo>
                    <a:cubicBezTo>
                      <a:pt x="2" y="43"/>
                      <a:pt x="2" y="45"/>
                      <a:pt x="3" y="46"/>
                    </a:cubicBezTo>
                    <a:cubicBezTo>
                      <a:pt x="4" y="48"/>
                      <a:pt x="6" y="50"/>
                      <a:pt x="8" y="51"/>
                    </a:cubicBezTo>
                    <a:cubicBezTo>
                      <a:pt x="10" y="52"/>
                      <a:pt x="12" y="53"/>
                      <a:pt x="14" y="53"/>
                    </a:cubicBezTo>
                    <a:cubicBezTo>
                      <a:pt x="16" y="53"/>
                      <a:pt x="19" y="52"/>
                      <a:pt x="21" y="51"/>
                    </a:cubicBezTo>
                    <a:cubicBezTo>
                      <a:pt x="23" y="50"/>
                      <a:pt x="24" y="48"/>
                      <a:pt x="25" y="46"/>
                    </a:cubicBezTo>
                    <a:cubicBezTo>
                      <a:pt x="26" y="45"/>
                      <a:pt x="26" y="44"/>
                      <a:pt x="27" y="43"/>
                    </a:cubicBezTo>
                    <a:cubicBezTo>
                      <a:pt x="28" y="38"/>
                      <a:pt x="28" y="33"/>
                      <a:pt x="28" y="28"/>
                    </a:cubicBezTo>
                    <a:cubicBezTo>
                      <a:pt x="28" y="20"/>
                      <a:pt x="26" y="11"/>
                      <a:pt x="22" y="3"/>
                    </a:cubicBezTo>
                    <a:cubicBezTo>
                      <a:pt x="22" y="3"/>
                      <a:pt x="21" y="2"/>
                      <a:pt x="20" y="1"/>
                    </a:cubicBezTo>
                    <a:cubicBezTo>
                      <a:pt x="18" y="0"/>
                      <a:pt x="15" y="0"/>
                      <a:pt x="14" y="0"/>
                    </a:cubicBezTo>
                    <a:cubicBezTo>
                      <a:pt x="12" y="0"/>
                      <a:pt x="11" y="0"/>
                      <a:pt x="9" y="1"/>
                    </a:cubicBezTo>
                    <a:cubicBezTo>
                      <a:pt x="8" y="2"/>
                      <a:pt x="6" y="3"/>
                      <a:pt x="5"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9"/>
              <p:cNvSpPr/>
              <p:nvPr/>
            </p:nvSpPr>
            <p:spPr>
              <a:xfrm>
                <a:off x="1495445" y="-855575"/>
                <a:ext cx="8640" cy="37800"/>
              </a:xfrm>
              <a:custGeom>
                <a:rect b="b" l="l" r="r" t="t"/>
                <a:pathLst>
                  <a:path extrusionOk="0" h="105" w="24">
                    <a:moveTo>
                      <a:pt x="4" y="94"/>
                    </a:moveTo>
                    <a:cubicBezTo>
                      <a:pt x="6" y="101"/>
                      <a:pt x="17" y="104"/>
                      <a:pt x="18" y="96"/>
                    </a:cubicBezTo>
                    <a:cubicBezTo>
                      <a:pt x="22" y="75"/>
                      <a:pt x="23" y="55"/>
                      <a:pt x="23" y="34"/>
                    </a:cubicBezTo>
                    <a:cubicBezTo>
                      <a:pt x="23" y="25"/>
                      <a:pt x="23" y="15"/>
                      <a:pt x="22" y="6"/>
                    </a:cubicBezTo>
                    <a:cubicBezTo>
                      <a:pt x="22" y="4"/>
                      <a:pt x="22" y="2"/>
                      <a:pt x="21" y="1"/>
                    </a:cubicBezTo>
                    <a:lnTo>
                      <a:pt x="11" y="0"/>
                    </a:lnTo>
                    <a:lnTo>
                      <a:pt x="5" y="0"/>
                    </a:lnTo>
                    <a:cubicBezTo>
                      <a:pt x="4" y="1"/>
                      <a:pt x="4" y="1"/>
                      <a:pt x="3" y="2"/>
                    </a:cubicBezTo>
                    <a:cubicBezTo>
                      <a:pt x="2" y="3"/>
                      <a:pt x="2" y="5"/>
                      <a:pt x="2" y="7"/>
                    </a:cubicBezTo>
                    <a:cubicBezTo>
                      <a:pt x="1" y="18"/>
                      <a:pt x="0" y="29"/>
                      <a:pt x="0" y="40"/>
                    </a:cubicBezTo>
                    <a:cubicBezTo>
                      <a:pt x="0" y="58"/>
                      <a:pt x="2" y="76"/>
                      <a:pt x="4" y="9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9"/>
              <p:cNvSpPr/>
              <p:nvPr/>
            </p:nvSpPr>
            <p:spPr>
              <a:xfrm>
                <a:off x="1496885" y="-857015"/>
                <a:ext cx="6480" cy="2160"/>
              </a:xfrm>
              <a:custGeom>
                <a:rect b="b" l="l" r="r" t="t"/>
                <a:pathLst>
                  <a:path extrusionOk="0" h="6" w="18">
                    <a:moveTo>
                      <a:pt x="17" y="5"/>
                    </a:moveTo>
                    <a:cubicBezTo>
                      <a:pt x="16" y="3"/>
                      <a:pt x="15" y="2"/>
                      <a:pt x="13" y="1"/>
                    </a:cubicBezTo>
                    <a:cubicBezTo>
                      <a:pt x="11" y="0"/>
                      <a:pt x="10" y="0"/>
                      <a:pt x="8" y="0"/>
                    </a:cubicBezTo>
                    <a:cubicBezTo>
                      <a:pt x="6" y="0"/>
                      <a:pt x="4" y="0"/>
                      <a:pt x="3" y="1"/>
                    </a:cubicBezTo>
                    <a:cubicBezTo>
                      <a:pt x="2" y="2"/>
                      <a:pt x="1" y="2"/>
                      <a:pt x="0" y="3"/>
                    </a:cubicBezTo>
                    <a:lnTo>
                      <a:pt x="7" y="3"/>
                    </a:lnTo>
                    <a:lnTo>
                      <a:pt x="17"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9"/>
              <p:cNvSpPr/>
              <p:nvPr/>
            </p:nvSpPr>
            <p:spPr>
              <a:xfrm>
                <a:off x="1514165" y="-844775"/>
                <a:ext cx="3600" cy="24120"/>
              </a:xfrm>
              <a:custGeom>
                <a:rect b="b" l="l" r="r" t="t"/>
                <a:pathLst>
                  <a:path extrusionOk="0" h="67" w="10">
                    <a:moveTo>
                      <a:pt x="0" y="7"/>
                    </a:moveTo>
                    <a:cubicBezTo>
                      <a:pt x="0" y="14"/>
                      <a:pt x="0" y="22"/>
                      <a:pt x="0" y="30"/>
                    </a:cubicBezTo>
                    <a:cubicBezTo>
                      <a:pt x="0" y="41"/>
                      <a:pt x="0" y="53"/>
                      <a:pt x="1" y="64"/>
                    </a:cubicBezTo>
                    <a:cubicBezTo>
                      <a:pt x="1" y="66"/>
                      <a:pt x="4" y="66"/>
                      <a:pt x="4" y="64"/>
                    </a:cubicBezTo>
                    <a:cubicBezTo>
                      <a:pt x="5" y="50"/>
                      <a:pt x="5" y="36"/>
                      <a:pt x="7" y="21"/>
                    </a:cubicBezTo>
                    <a:cubicBezTo>
                      <a:pt x="7" y="14"/>
                      <a:pt x="9" y="7"/>
                      <a:pt x="9" y="0"/>
                    </a:cubicBezTo>
                    <a:lnTo>
                      <a:pt x="9" y="1"/>
                    </a:lnTo>
                    <a:cubicBezTo>
                      <a:pt x="8" y="3"/>
                      <a:pt x="6" y="4"/>
                      <a:pt x="5" y="5"/>
                    </a:cubicBezTo>
                    <a:cubicBezTo>
                      <a:pt x="3" y="6"/>
                      <a:pt x="1"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9"/>
              <p:cNvSpPr/>
              <p:nvPr/>
            </p:nvSpPr>
            <p:spPr>
              <a:xfrm>
                <a:off x="1526765" y="-852695"/>
                <a:ext cx="9000" cy="46440"/>
              </a:xfrm>
              <a:custGeom>
                <a:rect b="b" l="l" r="r" t="t"/>
                <a:pathLst>
                  <a:path extrusionOk="0" h="129" w="25">
                    <a:moveTo>
                      <a:pt x="2" y="2"/>
                    </a:moveTo>
                    <a:cubicBezTo>
                      <a:pt x="0" y="41"/>
                      <a:pt x="8" y="81"/>
                      <a:pt x="9" y="120"/>
                    </a:cubicBezTo>
                    <a:cubicBezTo>
                      <a:pt x="9" y="127"/>
                      <a:pt x="22" y="128"/>
                      <a:pt x="22" y="120"/>
                    </a:cubicBezTo>
                    <a:cubicBezTo>
                      <a:pt x="24" y="81"/>
                      <a:pt x="22" y="41"/>
                      <a:pt x="22" y="2"/>
                    </a:cubicBezTo>
                    <a:lnTo>
                      <a:pt x="2" y="0"/>
                    </a:lnTo>
                    <a:lnTo>
                      <a:pt x="2" y="1"/>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9"/>
              <p:cNvSpPr/>
              <p:nvPr/>
            </p:nvSpPr>
            <p:spPr>
              <a:xfrm>
                <a:off x="1527845" y="-855215"/>
                <a:ext cx="7560" cy="3600"/>
              </a:xfrm>
              <a:custGeom>
                <a:rect b="b" l="l" r="r" t="t"/>
                <a:pathLst>
                  <a:path extrusionOk="0" h="10" w="21">
                    <a:moveTo>
                      <a:pt x="0" y="7"/>
                    </a:moveTo>
                    <a:lnTo>
                      <a:pt x="20" y="9"/>
                    </a:lnTo>
                    <a:cubicBezTo>
                      <a:pt x="20" y="8"/>
                      <a:pt x="19" y="6"/>
                      <a:pt x="19" y="5"/>
                    </a:cubicBezTo>
                    <a:cubicBezTo>
                      <a:pt x="18" y="4"/>
                      <a:pt x="17" y="3"/>
                      <a:pt x="15" y="2"/>
                    </a:cubicBezTo>
                    <a:cubicBezTo>
                      <a:pt x="13" y="1"/>
                      <a:pt x="11" y="0"/>
                      <a:pt x="10" y="0"/>
                    </a:cubicBezTo>
                    <a:cubicBezTo>
                      <a:pt x="8" y="0"/>
                      <a:pt x="7" y="1"/>
                      <a:pt x="5" y="2"/>
                    </a:cubicBezTo>
                    <a:cubicBezTo>
                      <a:pt x="3" y="3"/>
                      <a:pt x="2" y="4"/>
                      <a:pt x="1" y="5"/>
                    </a:cubicBezTo>
                    <a:cubicBezTo>
                      <a:pt x="1" y="6"/>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9"/>
              <p:cNvSpPr/>
              <p:nvPr/>
            </p:nvSpPr>
            <p:spPr>
              <a:xfrm>
                <a:off x="1509485" y="-854495"/>
                <a:ext cx="9360" cy="12600"/>
              </a:xfrm>
              <a:custGeom>
                <a:rect b="b" l="l" r="r" t="t"/>
                <a:pathLst>
                  <a:path extrusionOk="0" h="35" w="26">
                    <a:moveTo>
                      <a:pt x="13" y="34"/>
                    </a:moveTo>
                    <a:cubicBezTo>
                      <a:pt x="12" y="29"/>
                      <a:pt x="12" y="25"/>
                      <a:pt x="10" y="21"/>
                    </a:cubicBezTo>
                    <a:cubicBezTo>
                      <a:pt x="10" y="21"/>
                      <a:pt x="11" y="21"/>
                      <a:pt x="10" y="20"/>
                    </a:cubicBezTo>
                    <a:cubicBezTo>
                      <a:pt x="9" y="19"/>
                      <a:pt x="8" y="19"/>
                      <a:pt x="7" y="18"/>
                    </a:cubicBezTo>
                    <a:cubicBezTo>
                      <a:pt x="6" y="17"/>
                      <a:pt x="6" y="16"/>
                      <a:pt x="6" y="15"/>
                    </a:cubicBezTo>
                    <a:cubicBezTo>
                      <a:pt x="6" y="14"/>
                      <a:pt x="6" y="13"/>
                      <a:pt x="7" y="12"/>
                    </a:cubicBezTo>
                    <a:cubicBezTo>
                      <a:pt x="8" y="11"/>
                      <a:pt x="9" y="10"/>
                      <a:pt x="10" y="9"/>
                    </a:cubicBezTo>
                    <a:cubicBezTo>
                      <a:pt x="11" y="8"/>
                      <a:pt x="12" y="8"/>
                      <a:pt x="13" y="8"/>
                    </a:cubicBezTo>
                    <a:lnTo>
                      <a:pt x="14" y="8"/>
                    </a:lnTo>
                    <a:lnTo>
                      <a:pt x="18" y="8"/>
                    </a:lnTo>
                    <a:cubicBezTo>
                      <a:pt x="18" y="9"/>
                      <a:pt x="19" y="9"/>
                      <a:pt x="20" y="9"/>
                    </a:cubicBezTo>
                    <a:cubicBezTo>
                      <a:pt x="21" y="10"/>
                      <a:pt x="22" y="11"/>
                      <a:pt x="22" y="12"/>
                    </a:cubicBezTo>
                    <a:cubicBezTo>
                      <a:pt x="23" y="13"/>
                      <a:pt x="23" y="14"/>
                      <a:pt x="23" y="15"/>
                    </a:cubicBezTo>
                    <a:cubicBezTo>
                      <a:pt x="23" y="17"/>
                      <a:pt x="23" y="18"/>
                      <a:pt x="23" y="20"/>
                    </a:cubicBezTo>
                    <a:cubicBezTo>
                      <a:pt x="23" y="21"/>
                      <a:pt x="23" y="24"/>
                      <a:pt x="23" y="26"/>
                    </a:cubicBezTo>
                    <a:lnTo>
                      <a:pt x="23" y="25"/>
                    </a:lnTo>
                    <a:lnTo>
                      <a:pt x="23" y="24"/>
                    </a:lnTo>
                    <a:cubicBezTo>
                      <a:pt x="23" y="17"/>
                      <a:pt x="25" y="10"/>
                      <a:pt x="25" y="3"/>
                    </a:cubicBezTo>
                    <a:lnTo>
                      <a:pt x="0" y="0"/>
                    </a:lnTo>
                    <a:cubicBezTo>
                      <a:pt x="0" y="8"/>
                      <a:pt x="1" y="16"/>
                      <a:pt x="2" y="24"/>
                    </a:cubicBezTo>
                    <a:cubicBezTo>
                      <a:pt x="2" y="26"/>
                      <a:pt x="2" y="27"/>
                      <a:pt x="3" y="29"/>
                    </a:cubicBezTo>
                    <a:cubicBezTo>
                      <a:pt x="4" y="30"/>
                      <a:pt x="5" y="31"/>
                      <a:pt x="7" y="32"/>
                    </a:cubicBezTo>
                    <a:cubicBezTo>
                      <a:pt x="9" y="33"/>
                      <a:pt x="10" y="34"/>
                      <a:pt x="12" y="34"/>
                    </a:cubicBezTo>
                    <a:lnTo>
                      <a:pt x="13" y="3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9"/>
              <p:cNvSpPr/>
              <p:nvPr/>
            </p:nvSpPr>
            <p:spPr>
              <a:xfrm>
                <a:off x="1508765" y="-857735"/>
                <a:ext cx="10440" cy="4680"/>
              </a:xfrm>
              <a:custGeom>
                <a:rect b="b" l="l" r="r" t="t"/>
                <a:pathLst>
                  <a:path extrusionOk="0" h="13" w="29">
                    <a:moveTo>
                      <a:pt x="28" y="12"/>
                    </a:moveTo>
                    <a:cubicBezTo>
                      <a:pt x="28" y="8"/>
                      <a:pt x="28" y="4"/>
                      <a:pt x="28" y="0"/>
                    </a:cubicBezTo>
                    <a:lnTo>
                      <a:pt x="0" y="0"/>
                    </a:lnTo>
                    <a:cubicBezTo>
                      <a:pt x="0" y="3"/>
                      <a:pt x="0" y="6"/>
                      <a:pt x="0" y="9"/>
                    </a:cubicBezTo>
                    <a:lnTo>
                      <a:pt x="28"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9"/>
              <p:cNvSpPr/>
              <p:nvPr/>
            </p:nvSpPr>
            <p:spPr>
              <a:xfrm>
                <a:off x="1511645" y="-851255"/>
                <a:ext cx="6480" cy="9360"/>
              </a:xfrm>
              <a:custGeom>
                <a:rect b="b" l="l" r="r" t="t"/>
                <a:pathLst>
                  <a:path extrusionOk="0" h="26" w="18">
                    <a:moveTo>
                      <a:pt x="12" y="0"/>
                    </a:moveTo>
                    <a:lnTo>
                      <a:pt x="8" y="0"/>
                    </a:lnTo>
                    <a:lnTo>
                      <a:pt x="7" y="0"/>
                    </a:lnTo>
                    <a:cubicBezTo>
                      <a:pt x="6" y="0"/>
                      <a:pt x="5" y="0"/>
                      <a:pt x="4" y="1"/>
                    </a:cubicBezTo>
                    <a:cubicBezTo>
                      <a:pt x="3" y="2"/>
                      <a:pt x="2" y="2"/>
                      <a:pt x="1" y="3"/>
                    </a:cubicBezTo>
                    <a:cubicBezTo>
                      <a:pt x="0" y="4"/>
                      <a:pt x="0" y="4"/>
                      <a:pt x="0" y="6"/>
                    </a:cubicBezTo>
                    <a:cubicBezTo>
                      <a:pt x="0" y="7"/>
                      <a:pt x="0" y="9"/>
                      <a:pt x="1" y="10"/>
                    </a:cubicBezTo>
                    <a:cubicBezTo>
                      <a:pt x="2" y="11"/>
                      <a:pt x="3" y="12"/>
                      <a:pt x="4" y="12"/>
                    </a:cubicBezTo>
                    <a:cubicBezTo>
                      <a:pt x="6" y="17"/>
                      <a:pt x="6" y="21"/>
                      <a:pt x="7" y="25"/>
                    </a:cubicBezTo>
                    <a:cubicBezTo>
                      <a:pt x="9" y="25"/>
                      <a:pt x="10" y="25"/>
                      <a:pt x="12" y="24"/>
                    </a:cubicBezTo>
                    <a:cubicBezTo>
                      <a:pt x="14" y="23"/>
                      <a:pt x="15" y="22"/>
                      <a:pt x="16" y="20"/>
                    </a:cubicBezTo>
                    <a:cubicBezTo>
                      <a:pt x="16" y="19"/>
                      <a:pt x="17" y="19"/>
                      <a:pt x="17" y="18"/>
                    </a:cubicBezTo>
                    <a:cubicBezTo>
                      <a:pt x="17" y="16"/>
                      <a:pt x="17" y="15"/>
                      <a:pt x="17" y="13"/>
                    </a:cubicBezTo>
                    <a:cubicBezTo>
                      <a:pt x="17" y="11"/>
                      <a:pt x="17" y="9"/>
                      <a:pt x="17" y="7"/>
                    </a:cubicBezTo>
                    <a:cubicBezTo>
                      <a:pt x="17" y="6"/>
                      <a:pt x="17" y="4"/>
                      <a:pt x="16" y="3"/>
                    </a:cubicBezTo>
                    <a:cubicBezTo>
                      <a:pt x="15" y="2"/>
                      <a:pt x="15" y="1"/>
                      <a:pt x="14" y="1"/>
                    </a:cubicBezTo>
                    <a:cubicBezTo>
                      <a:pt x="13" y="0"/>
                      <a:pt x="12" y="0"/>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9"/>
              <p:cNvSpPr/>
              <p:nvPr/>
            </p:nvSpPr>
            <p:spPr>
              <a:xfrm>
                <a:off x="1541885" y="-851615"/>
                <a:ext cx="9000" cy="45000"/>
              </a:xfrm>
              <a:custGeom>
                <a:rect b="b" l="l" r="r" t="t"/>
                <a:pathLst>
                  <a:path extrusionOk="0" h="125" w="25">
                    <a:moveTo>
                      <a:pt x="11" y="120"/>
                    </a:moveTo>
                    <a:cubicBezTo>
                      <a:pt x="11" y="121"/>
                      <a:pt x="11" y="121"/>
                      <a:pt x="11" y="122"/>
                    </a:cubicBezTo>
                    <a:cubicBezTo>
                      <a:pt x="11" y="123"/>
                      <a:pt x="12" y="122"/>
                      <a:pt x="13" y="123"/>
                    </a:cubicBezTo>
                    <a:cubicBezTo>
                      <a:pt x="14" y="124"/>
                      <a:pt x="14" y="124"/>
                      <a:pt x="15" y="124"/>
                    </a:cubicBezTo>
                    <a:cubicBezTo>
                      <a:pt x="15" y="124"/>
                      <a:pt x="16" y="124"/>
                      <a:pt x="17" y="123"/>
                    </a:cubicBezTo>
                    <a:cubicBezTo>
                      <a:pt x="17" y="123"/>
                      <a:pt x="18" y="123"/>
                      <a:pt x="18" y="122"/>
                    </a:cubicBezTo>
                    <a:cubicBezTo>
                      <a:pt x="18" y="121"/>
                      <a:pt x="18" y="121"/>
                      <a:pt x="18" y="120"/>
                    </a:cubicBezTo>
                    <a:cubicBezTo>
                      <a:pt x="22" y="96"/>
                      <a:pt x="24" y="72"/>
                      <a:pt x="24" y="48"/>
                    </a:cubicBezTo>
                    <a:cubicBezTo>
                      <a:pt x="24" y="45"/>
                      <a:pt x="24" y="42"/>
                      <a:pt x="24" y="38"/>
                    </a:cubicBezTo>
                    <a:cubicBezTo>
                      <a:pt x="23" y="32"/>
                      <a:pt x="23" y="26"/>
                      <a:pt x="23" y="20"/>
                    </a:cubicBezTo>
                    <a:cubicBezTo>
                      <a:pt x="23" y="14"/>
                      <a:pt x="23" y="8"/>
                      <a:pt x="24" y="2"/>
                    </a:cubicBezTo>
                    <a:lnTo>
                      <a:pt x="0" y="0"/>
                    </a:lnTo>
                    <a:cubicBezTo>
                      <a:pt x="1" y="40"/>
                      <a:pt x="9" y="79"/>
                      <a:pt x="11" y="1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9"/>
              <p:cNvSpPr/>
              <p:nvPr/>
            </p:nvSpPr>
            <p:spPr>
              <a:xfrm>
                <a:off x="1541525" y="-857375"/>
                <a:ext cx="9000" cy="6840"/>
              </a:xfrm>
              <a:custGeom>
                <a:rect b="b" l="l" r="r" t="t"/>
                <a:pathLst>
                  <a:path extrusionOk="0" h="19" w="25">
                    <a:moveTo>
                      <a:pt x="1" y="16"/>
                    </a:moveTo>
                    <a:lnTo>
                      <a:pt x="24" y="18"/>
                    </a:lnTo>
                    <a:cubicBezTo>
                      <a:pt x="24" y="12"/>
                      <a:pt x="24" y="6"/>
                      <a:pt x="24" y="1"/>
                    </a:cubicBezTo>
                    <a:lnTo>
                      <a:pt x="0" y="0"/>
                    </a:lnTo>
                    <a:lnTo>
                      <a:pt x="0" y="1"/>
                    </a:lnTo>
                    <a:cubicBezTo>
                      <a:pt x="0" y="6"/>
                      <a:pt x="0"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9"/>
              <p:cNvSpPr/>
              <p:nvPr/>
            </p:nvSpPr>
            <p:spPr>
              <a:xfrm>
                <a:off x="1553765" y="-850535"/>
                <a:ext cx="12600" cy="29520"/>
              </a:xfrm>
              <a:custGeom>
                <a:rect b="b" l="l" r="r" t="t"/>
                <a:pathLst>
                  <a:path extrusionOk="0" h="82" w="35">
                    <a:moveTo>
                      <a:pt x="6" y="21"/>
                    </a:moveTo>
                    <a:cubicBezTo>
                      <a:pt x="6" y="26"/>
                      <a:pt x="7" y="31"/>
                      <a:pt x="7" y="36"/>
                    </a:cubicBezTo>
                    <a:cubicBezTo>
                      <a:pt x="7" y="45"/>
                      <a:pt x="6" y="53"/>
                      <a:pt x="4" y="62"/>
                    </a:cubicBezTo>
                    <a:cubicBezTo>
                      <a:pt x="0" y="73"/>
                      <a:pt x="18" y="81"/>
                      <a:pt x="24" y="70"/>
                    </a:cubicBezTo>
                    <a:cubicBezTo>
                      <a:pt x="28" y="59"/>
                      <a:pt x="31" y="47"/>
                      <a:pt x="31" y="34"/>
                    </a:cubicBezTo>
                    <a:cubicBezTo>
                      <a:pt x="31" y="23"/>
                      <a:pt x="33" y="12"/>
                      <a:pt x="34" y="1"/>
                    </a:cubicBezTo>
                    <a:lnTo>
                      <a:pt x="8" y="0"/>
                    </a:lnTo>
                    <a:cubicBezTo>
                      <a:pt x="7" y="7"/>
                      <a:pt x="6" y="14"/>
                      <a:pt x="6"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9"/>
              <p:cNvSpPr/>
              <p:nvPr/>
            </p:nvSpPr>
            <p:spPr>
              <a:xfrm>
                <a:off x="1556285" y="-856655"/>
                <a:ext cx="10440" cy="6840"/>
              </a:xfrm>
              <a:custGeom>
                <a:rect b="b" l="l" r="r" t="t"/>
                <a:pathLst>
                  <a:path extrusionOk="0" h="19" w="29">
                    <a:moveTo>
                      <a:pt x="0" y="16"/>
                    </a:moveTo>
                    <a:lnTo>
                      <a:pt x="27" y="18"/>
                    </a:lnTo>
                    <a:cubicBezTo>
                      <a:pt x="27" y="12"/>
                      <a:pt x="28" y="7"/>
                      <a:pt x="28" y="2"/>
                    </a:cubicBezTo>
                    <a:lnTo>
                      <a:pt x="3" y="0"/>
                    </a:lnTo>
                    <a:cubicBezTo>
                      <a:pt x="2" y="2"/>
                      <a:pt x="2" y="4"/>
                      <a:pt x="2" y="6"/>
                    </a:cubicBezTo>
                    <a:cubicBezTo>
                      <a:pt x="1" y="10"/>
                      <a:pt x="1" y="13"/>
                      <a:pt x="0"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9"/>
              <p:cNvSpPr/>
              <p:nvPr/>
            </p:nvSpPr>
            <p:spPr>
              <a:xfrm>
                <a:off x="1574645" y="-850175"/>
                <a:ext cx="10800" cy="34920"/>
              </a:xfrm>
              <a:custGeom>
                <a:rect b="b" l="l" r="r" t="t"/>
                <a:pathLst>
                  <a:path extrusionOk="0" h="97" w="30">
                    <a:moveTo>
                      <a:pt x="1" y="29"/>
                    </a:moveTo>
                    <a:cubicBezTo>
                      <a:pt x="3" y="49"/>
                      <a:pt x="4" y="68"/>
                      <a:pt x="5" y="88"/>
                    </a:cubicBezTo>
                    <a:cubicBezTo>
                      <a:pt x="5" y="95"/>
                      <a:pt x="18" y="96"/>
                      <a:pt x="19" y="88"/>
                    </a:cubicBezTo>
                    <a:cubicBezTo>
                      <a:pt x="20" y="72"/>
                      <a:pt x="22" y="55"/>
                      <a:pt x="23" y="39"/>
                    </a:cubicBezTo>
                    <a:cubicBezTo>
                      <a:pt x="23" y="26"/>
                      <a:pt x="29" y="12"/>
                      <a:pt x="29" y="0"/>
                    </a:cubicBezTo>
                    <a:lnTo>
                      <a:pt x="2" y="0"/>
                    </a:lnTo>
                    <a:cubicBezTo>
                      <a:pt x="1" y="6"/>
                      <a:pt x="0" y="12"/>
                      <a:pt x="0" y="19"/>
                    </a:cubicBezTo>
                    <a:cubicBezTo>
                      <a:pt x="0" y="22"/>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9"/>
              <p:cNvSpPr/>
              <p:nvPr/>
            </p:nvSpPr>
            <p:spPr>
              <a:xfrm>
                <a:off x="1575725" y="-854495"/>
                <a:ext cx="9720" cy="5040"/>
              </a:xfrm>
              <a:custGeom>
                <a:rect b="b" l="l" r="r" t="t"/>
                <a:pathLst>
                  <a:path extrusionOk="0" h="14" w="27">
                    <a:moveTo>
                      <a:pt x="26" y="13"/>
                    </a:moveTo>
                    <a:cubicBezTo>
                      <a:pt x="26" y="12"/>
                      <a:pt x="26" y="12"/>
                      <a:pt x="26" y="12"/>
                    </a:cubicBezTo>
                    <a:cubicBezTo>
                      <a:pt x="26" y="9"/>
                      <a:pt x="25" y="5"/>
                      <a:pt x="24" y="2"/>
                    </a:cubicBezTo>
                    <a:lnTo>
                      <a:pt x="5" y="0"/>
                    </a:lnTo>
                    <a:cubicBezTo>
                      <a:pt x="3" y="3"/>
                      <a:pt x="1"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9"/>
              <p:cNvSpPr/>
              <p:nvPr/>
            </p:nvSpPr>
            <p:spPr>
              <a:xfrm>
                <a:off x="1378445" y="-761975"/>
                <a:ext cx="44640" cy="10080"/>
              </a:xfrm>
              <a:custGeom>
                <a:rect b="b" l="l" r="r" t="t"/>
                <a:pathLst>
                  <a:path extrusionOk="0" h="28" w="124">
                    <a:moveTo>
                      <a:pt x="123" y="2"/>
                    </a:moveTo>
                    <a:cubicBezTo>
                      <a:pt x="103" y="0"/>
                      <a:pt x="82" y="1"/>
                      <a:pt x="61" y="1"/>
                    </a:cubicBezTo>
                    <a:cubicBezTo>
                      <a:pt x="56" y="0"/>
                      <a:pt x="50" y="0"/>
                      <a:pt x="45" y="0"/>
                    </a:cubicBezTo>
                    <a:cubicBezTo>
                      <a:pt x="33" y="0"/>
                      <a:pt x="21" y="1"/>
                      <a:pt x="9" y="2"/>
                    </a:cubicBezTo>
                    <a:cubicBezTo>
                      <a:pt x="8" y="2"/>
                      <a:pt x="6" y="3"/>
                      <a:pt x="5" y="3"/>
                    </a:cubicBezTo>
                    <a:cubicBezTo>
                      <a:pt x="4" y="4"/>
                      <a:pt x="2" y="5"/>
                      <a:pt x="1" y="7"/>
                    </a:cubicBezTo>
                    <a:cubicBezTo>
                      <a:pt x="0" y="9"/>
                      <a:pt x="0" y="11"/>
                      <a:pt x="0" y="13"/>
                    </a:cubicBezTo>
                    <a:cubicBezTo>
                      <a:pt x="0" y="15"/>
                      <a:pt x="0" y="16"/>
                      <a:pt x="1" y="18"/>
                    </a:cubicBezTo>
                    <a:cubicBezTo>
                      <a:pt x="2" y="20"/>
                      <a:pt x="4" y="22"/>
                      <a:pt x="5" y="22"/>
                    </a:cubicBezTo>
                    <a:cubicBezTo>
                      <a:pt x="6" y="23"/>
                      <a:pt x="8" y="24"/>
                      <a:pt x="9" y="24"/>
                    </a:cubicBezTo>
                    <a:cubicBezTo>
                      <a:pt x="24" y="26"/>
                      <a:pt x="39" y="27"/>
                      <a:pt x="55" y="27"/>
                    </a:cubicBezTo>
                    <a:cubicBezTo>
                      <a:pt x="60" y="27"/>
                      <a:pt x="66" y="26"/>
                      <a:pt x="72" y="26"/>
                    </a:cubicBezTo>
                    <a:cubicBezTo>
                      <a:pt x="80" y="27"/>
                      <a:pt x="88" y="27"/>
                      <a:pt x="97" y="27"/>
                    </a:cubicBezTo>
                    <a:cubicBezTo>
                      <a:pt x="105" y="27"/>
                      <a:pt x="114" y="27"/>
                      <a:pt x="122" y="26"/>
                    </a:cubicBezTo>
                    <a:lnTo>
                      <a:pt x="123" y="26"/>
                    </a:lnTo>
                    <a:cubicBezTo>
                      <a:pt x="123" y="23"/>
                      <a:pt x="123" y="19"/>
                      <a:pt x="123" y="16"/>
                    </a:cubicBezTo>
                    <a:cubicBezTo>
                      <a:pt x="123" y="12"/>
                      <a:pt x="123" y="6"/>
                      <a:pt x="12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9"/>
              <p:cNvSpPr/>
              <p:nvPr/>
            </p:nvSpPr>
            <p:spPr>
              <a:xfrm>
                <a:off x="1401125" y="-776015"/>
                <a:ext cx="21960" cy="9360"/>
              </a:xfrm>
              <a:custGeom>
                <a:rect b="b" l="l" r="r" t="t"/>
                <a:pathLst>
                  <a:path extrusionOk="0" h="26" w="61">
                    <a:moveTo>
                      <a:pt x="35" y="0"/>
                    </a:moveTo>
                    <a:cubicBezTo>
                      <a:pt x="26" y="0"/>
                      <a:pt x="16" y="2"/>
                      <a:pt x="7" y="4"/>
                    </a:cubicBezTo>
                    <a:cubicBezTo>
                      <a:pt x="6" y="4"/>
                      <a:pt x="5" y="4"/>
                      <a:pt x="4" y="5"/>
                    </a:cubicBezTo>
                    <a:cubicBezTo>
                      <a:pt x="3" y="6"/>
                      <a:pt x="2" y="7"/>
                      <a:pt x="1" y="8"/>
                    </a:cubicBezTo>
                    <a:cubicBezTo>
                      <a:pt x="0" y="9"/>
                      <a:pt x="0" y="10"/>
                      <a:pt x="0" y="12"/>
                    </a:cubicBezTo>
                    <a:cubicBezTo>
                      <a:pt x="0" y="13"/>
                      <a:pt x="0" y="15"/>
                      <a:pt x="1" y="16"/>
                    </a:cubicBezTo>
                    <a:cubicBezTo>
                      <a:pt x="2" y="17"/>
                      <a:pt x="3" y="18"/>
                      <a:pt x="4" y="19"/>
                    </a:cubicBezTo>
                    <a:cubicBezTo>
                      <a:pt x="5" y="20"/>
                      <a:pt x="6" y="20"/>
                      <a:pt x="7" y="20"/>
                    </a:cubicBezTo>
                    <a:cubicBezTo>
                      <a:pt x="20" y="22"/>
                      <a:pt x="34" y="24"/>
                      <a:pt x="47" y="25"/>
                    </a:cubicBezTo>
                    <a:cubicBezTo>
                      <a:pt x="49" y="25"/>
                      <a:pt x="52" y="25"/>
                      <a:pt x="54" y="25"/>
                    </a:cubicBezTo>
                    <a:cubicBezTo>
                      <a:pt x="56" y="25"/>
                      <a:pt x="58" y="25"/>
                      <a:pt x="60" y="25"/>
                    </a:cubicBezTo>
                    <a:cubicBezTo>
                      <a:pt x="60" y="17"/>
                      <a:pt x="59" y="8"/>
                      <a:pt x="58" y="0"/>
                    </a:cubicBezTo>
                    <a:cubicBezTo>
                      <a:pt x="50" y="1"/>
                      <a:pt x="42" y="0"/>
                      <a:pt x="3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9"/>
              <p:cNvSpPr/>
              <p:nvPr/>
            </p:nvSpPr>
            <p:spPr>
              <a:xfrm>
                <a:off x="1383845" y="-798695"/>
                <a:ext cx="36360" cy="11160"/>
              </a:xfrm>
              <a:custGeom>
                <a:rect b="b" l="l" r="r" t="t"/>
                <a:pathLst>
                  <a:path extrusionOk="0" h="31" w="101">
                    <a:moveTo>
                      <a:pt x="64" y="8"/>
                    </a:moveTo>
                    <a:cubicBezTo>
                      <a:pt x="46" y="8"/>
                      <a:pt x="29" y="8"/>
                      <a:pt x="11" y="10"/>
                    </a:cubicBezTo>
                    <a:cubicBezTo>
                      <a:pt x="2" y="11"/>
                      <a:pt x="0" y="25"/>
                      <a:pt x="10" y="27"/>
                    </a:cubicBezTo>
                    <a:cubicBezTo>
                      <a:pt x="23" y="29"/>
                      <a:pt x="37" y="30"/>
                      <a:pt x="50" y="30"/>
                    </a:cubicBezTo>
                    <a:cubicBezTo>
                      <a:pt x="60" y="30"/>
                      <a:pt x="70" y="30"/>
                      <a:pt x="80" y="28"/>
                    </a:cubicBezTo>
                    <a:cubicBezTo>
                      <a:pt x="87" y="27"/>
                      <a:pt x="93" y="26"/>
                      <a:pt x="100" y="24"/>
                    </a:cubicBezTo>
                    <a:cubicBezTo>
                      <a:pt x="100" y="16"/>
                      <a:pt x="98" y="8"/>
                      <a:pt x="97" y="0"/>
                    </a:cubicBezTo>
                    <a:cubicBezTo>
                      <a:pt x="87" y="4"/>
                      <a:pt x="75" y="7"/>
                      <a:pt x="64"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9"/>
              <p:cNvSpPr/>
              <p:nvPr/>
            </p:nvSpPr>
            <p:spPr>
              <a:xfrm>
                <a:off x="1395365" y="-817055"/>
                <a:ext cx="23040" cy="9000"/>
              </a:xfrm>
              <a:custGeom>
                <a:rect b="b" l="l" r="r" t="t"/>
                <a:pathLst>
                  <a:path extrusionOk="0" h="25" w="64">
                    <a:moveTo>
                      <a:pt x="7" y="7"/>
                    </a:moveTo>
                    <a:cubicBezTo>
                      <a:pt x="2" y="9"/>
                      <a:pt x="0" y="18"/>
                      <a:pt x="6" y="19"/>
                    </a:cubicBezTo>
                    <a:cubicBezTo>
                      <a:pt x="22" y="22"/>
                      <a:pt x="37" y="24"/>
                      <a:pt x="53" y="24"/>
                    </a:cubicBezTo>
                    <a:cubicBezTo>
                      <a:pt x="56" y="24"/>
                      <a:pt x="60" y="24"/>
                      <a:pt x="63" y="24"/>
                    </a:cubicBezTo>
                    <a:cubicBezTo>
                      <a:pt x="63" y="16"/>
                      <a:pt x="62" y="8"/>
                      <a:pt x="61" y="0"/>
                    </a:cubicBezTo>
                    <a:cubicBezTo>
                      <a:pt x="43" y="1"/>
                      <a:pt x="25" y="4"/>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9"/>
              <p:cNvSpPr/>
              <p:nvPr/>
            </p:nvSpPr>
            <p:spPr>
              <a:xfrm>
                <a:off x="1390685" y="-837935"/>
                <a:ext cx="26280" cy="10080"/>
              </a:xfrm>
              <a:custGeom>
                <a:rect b="b" l="l" r="r" t="t"/>
                <a:pathLst>
                  <a:path extrusionOk="0" h="28" w="73">
                    <a:moveTo>
                      <a:pt x="8" y="8"/>
                    </a:moveTo>
                    <a:cubicBezTo>
                      <a:pt x="1" y="9"/>
                      <a:pt x="0" y="21"/>
                      <a:pt x="8" y="22"/>
                    </a:cubicBezTo>
                    <a:cubicBezTo>
                      <a:pt x="19" y="25"/>
                      <a:pt x="30" y="27"/>
                      <a:pt x="41" y="27"/>
                    </a:cubicBezTo>
                    <a:cubicBezTo>
                      <a:pt x="41" y="27"/>
                      <a:pt x="42" y="27"/>
                      <a:pt x="43" y="27"/>
                    </a:cubicBezTo>
                    <a:lnTo>
                      <a:pt x="72" y="23"/>
                    </a:lnTo>
                    <a:cubicBezTo>
                      <a:pt x="72" y="15"/>
                      <a:pt x="70" y="7"/>
                      <a:pt x="70" y="0"/>
                    </a:cubicBezTo>
                    <a:cubicBezTo>
                      <a:pt x="49" y="1"/>
                      <a:pt x="28" y="4"/>
                      <a:pt x="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9"/>
              <p:cNvSpPr/>
              <p:nvPr/>
            </p:nvSpPr>
            <p:spPr>
              <a:xfrm>
                <a:off x="1387805" y="-972215"/>
                <a:ext cx="37800" cy="99360"/>
              </a:xfrm>
              <a:custGeom>
                <a:rect b="b" l="l" r="r" t="t"/>
                <a:pathLst>
                  <a:path extrusionOk="0" h="276" w="105">
                    <a:moveTo>
                      <a:pt x="1" y="33"/>
                    </a:moveTo>
                    <a:cubicBezTo>
                      <a:pt x="6" y="45"/>
                      <a:pt x="12" y="58"/>
                      <a:pt x="18" y="71"/>
                    </a:cubicBezTo>
                    <a:cubicBezTo>
                      <a:pt x="48" y="136"/>
                      <a:pt x="72" y="205"/>
                      <a:pt x="90" y="275"/>
                    </a:cubicBezTo>
                    <a:lnTo>
                      <a:pt x="102" y="275"/>
                    </a:lnTo>
                    <a:lnTo>
                      <a:pt x="104" y="275"/>
                    </a:lnTo>
                    <a:cubicBezTo>
                      <a:pt x="84" y="210"/>
                      <a:pt x="56" y="145"/>
                      <a:pt x="33" y="84"/>
                    </a:cubicBezTo>
                    <a:cubicBezTo>
                      <a:pt x="24" y="59"/>
                      <a:pt x="17" y="22"/>
                      <a:pt x="0" y="0"/>
                    </a:cubicBezTo>
                    <a:cubicBezTo>
                      <a:pt x="1" y="6"/>
                      <a:pt x="2" y="12"/>
                      <a:pt x="2" y="18"/>
                    </a:cubicBezTo>
                    <a:cubicBezTo>
                      <a:pt x="2" y="23"/>
                      <a:pt x="1" y="28"/>
                      <a:pt x="1"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9"/>
              <p:cNvSpPr/>
              <p:nvPr/>
            </p:nvSpPr>
            <p:spPr>
              <a:xfrm>
                <a:off x="1418045" y="-809135"/>
                <a:ext cx="5040" cy="10800"/>
              </a:xfrm>
              <a:custGeom>
                <a:rect b="b" l="l" r="r" t="t"/>
                <a:pathLst>
                  <a:path extrusionOk="0" h="30" w="14">
                    <a:moveTo>
                      <a:pt x="12" y="0"/>
                    </a:moveTo>
                    <a:cubicBezTo>
                      <a:pt x="8" y="1"/>
                      <a:pt x="4" y="1"/>
                      <a:pt x="0" y="2"/>
                    </a:cubicBezTo>
                    <a:cubicBezTo>
                      <a:pt x="0" y="11"/>
                      <a:pt x="2" y="20"/>
                      <a:pt x="3" y="29"/>
                    </a:cubicBezTo>
                    <a:lnTo>
                      <a:pt x="13" y="25"/>
                    </a:lnTo>
                    <a:cubicBezTo>
                      <a:pt x="13" y="17"/>
                      <a:pt x="13" y="8"/>
                      <a:pt x="1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9"/>
              <p:cNvSpPr/>
              <p:nvPr/>
            </p:nvSpPr>
            <p:spPr>
              <a:xfrm>
                <a:off x="1421645" y="-865655"/>
                <a:ext cx="3960" cy="9720"/>
              </a:xfrm>
              <a:custGeom>
                <a:rect b="b" l="l" r="r" t="t"/>
                <a:pathLst>
                  <a:path extrusionOk="0" h="27" w="11">
                    <a:moveTo>
                      <a:pt x="0" y="20"/>
                    </a:moveTo>
                    <a:lnTo>
                      <a:pt x="2" y="26"/>
                    </a:lnTo>
                    <a:lnTo>
                      <a:pt x="3" y="26"/>
                    </a:lnTo>
                    <a:cubicBezTo>
                      <a:pt x="4" y="24"/>
                      <a:pt x="6" y="22"/>
                      <a:pt x="8" y="20"/>
                    </a:cubicBezTo>
                    <a:cubicBezTo>
                      <a:pt x="9" y="19"/>
                      <a:pt x="9" y="20"/>
                      <a:pt x="10" y="20"/>
                    </a:cubicBezTo>
                    <a:cubicBezTo>
                      <a:pt x="7" y="13"/>
                      <a:pt x="3" y="7"/>
                      <a:pt x="0" y="0"/>
                    </a:cubicBezTo>
                    <a:cubicBezTo>
                      <a:pt x="0" y="7"/>
                      <a:pt x="0" y="13"/>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9"/>
              <p:cNvSpPr/>
              <p:nvPr/>
            </p:nvSpPr>
            <p:spPr>
              <a:xfrm>
                <a:off x="1389965" y="-926855"/>
                <a:ext cx="19800" cy="54720"/>
              </a:xfrm>
              <a:custGeom>
                <a:rect b="b" l="l" r="r" t="t"/>
                <a:pathLst>
                  <a:path extrusionOk="0" h="152" w="55">
                    <a:moveTo>
                      <a:pt x="47" y="118"/>
                    </a:moveTo>
                    <a:cubicBezTo>
                      <a:pt x="31" y="80"/>
                      <a:pt x="15" y="41"/>
                      <a:pt x="0" y="0"/>
                    </a:cubicBezTo>
                    <a:lnTo>
                      <a:pt x="7" y="28"/>
                    </a:lnTo>
                    <a:cubicBezTo>
                      <a:pt x="19" y="70"/>
                      <a:pt x="38" y="110"/>
                      <a:pt x="52" y="151"/>
                    </a:cubicBezTo>
                    <a:lnTo>
                      <a:pt x="54" y="150"/>
                    </a:lnTo>
                    <a:cubicBezTo>
                      <a:pt x="52" y="139"/>
                      <a:pt x="50" y="129"/>
                      <a:pt x="47"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9"/>
              <p:cNvSpPr/>
              <p:nvPr/>
            </p:nvSpPr>
            <p:spPr>
              <a:xfrm>
                <a:off x="1416605" y="-830015"/>
                <a:ext cx="5400" cy="12960"/>
              </a:xfrm>
              <a:custGeom>
                <a:rect b="b" l="l" r="r" t="t"/>
                <a:pathLst>
                  <a:path extrusionOk="0" h="36" w="15">
                    <a:moveTo>
                      <a:pt x="2" y="0"/>
                    </a:moveTo>
                    <a:lnTo>
                      <a:pt x="1" y="0"/>
                    </a:lnTo>
                    <a:lnTo>
                      <a:pt x="0" y="0"/>
                    </a:lnTo>
                    <a:lnTo>
                      <a:pt x="3" y="35"/>
                    </a:lnTo>
                    <a:lnTo>
                      <a:pt x="14" y="34"/>
                    </a:lnTo>
                    <a:cubicBezTo>
                      <a:pt x="9" y="23"/>
                      <a:pt x="5" y="1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9"/>
              <p:cNvSpPr/>
              <p:nvPr/>
            </p:nvSpPr>
            <p:spPr>
              <a:xfrm>
                <a:off x="1419845" y="-791135"/>
                <a:ext cx="3600" cy="15480"/>
              </a:xfrm>
              <a:custGeom>
                <a:rect b="b" l="l" r="r" t="t"/>
                <a:pathLst>
                  <a:path extrusionOk="0" h="43" w="10">
                    <a:moveTo>
                      <a:pt x="8" y="0"/>
                    </a:moveTo>
                    <a:lnTo>
                      <a:pt x="0" y="2"/>
                    </a:lnTo>
                    <a:cubicBezTo>
                      <a:pt x="2" y="12"/>
                      <a:pt x="3" y="22"/>
                      <a:pt x="4" y="32"/>
                    </a:cubicBezTo>
                    <a:cubicBezTo>
                      <a:pt x="4" y="35"/>
                      <a:pt x="4" y="39"/>
                      <a:pt x="5" y="42"/>
                    </a:cubicBezTo>
                    <a:lnTo>
                      <a:pt x="9" y="42"/>
                    </a:lnTo>
                    <a:cubicBezTo>
                      <a:pt x="9" y="28"/>
                      <a:pt x="9" y="14"/>
                      <a:pt x="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9"/>
              <p:cNvSpPr/>
              <p:nvPr/>
            </p:nvSpPr>
            <p:spPr>
              <a:xfrm>
                <a:off x="1422365" y="-767015"/>
                <a:ext cx="1080" cy="6120"/>
              </a:xfrm>
              <a:custGeom>
                <a:rect b="b" l="l" r="r" t="t"/>
                <a:pathLst>
                  <a:path extrusionOk="0" h="17" w="3">
                    <a:moveTo>
                      <a:pt x="2" y="0"/>
                    </a:moveTo>
                    <a:lnTo>
                      <a:pt x="0" y="0"/>
                    </a:lnTo>
                    <a:cubicBezTo>
                      <a:pt x="0" y="5"/>
                      <a:pt x="0" y="10"/>
                      <a:pt x="0" y="16"/>
                    </a:cubicBezTo>
                    <a:cubicBezTo>
                      <a:pt x="2" y="11"/>
                      <a:pt x="2" y="5"/>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9"/>
              <p:cNvSpPr/>
              <p:nvPr/>
            </p:nvSpPr>
            <p:spPr>
              <a:xfrm>
                <a:off x="1424885" y="-849455"/>
                <a:ext cx="14040" cy="156600"/>
              </a:xfrm>
              <a:custGeom>
                <a:rect b="b" l="l" r="r" t="t"/>
                <a:pathLst>
                  <a:path extrusionOk="0" h="435" w="39">
                    <a:moveTo>
                      <a:pt x="0" y="0"/>
                    </a:moveTo>
                    <a:cubicBezTo>
                      <a:pt x="2" y="6"/>
                      <a:pt x="4" y="12"/>
                      <a:pt x="6" y="18"/>
                    </a:cubicBezTo>
                    <a:cubicBezTo>
                      <a:pt x="9" y="38"/>
                      <a:pt x="11" y="59"/>
                      <a:pt x="11" y="80"/>
                    </a:cubicBezTo>
                    <a:cubicBezTo>
                      <a:pt x="11" y="87"/>
                      <a:pt x="11" y="94"/>
                      <a:pt x="11" y="101"/>
                    </a:cubicBezTo>
                    <a:cubicBezTo>
                      <a:pt x="11" y="112"/>
                      <a:pt x="11" y="123"/>
                      <a:pt x="12" y="134"/>
                    </a:cubicBezTo>
                    <a:cubicBezTo>
                      <a:pt x="23" y="134"/>
                      <a:pt x="32" y="150"/>
                      <a:pt x="18" y="154"/>
                    </a:cubicBezTo>
                    <a:lnTo>
                      <a:pt x="14" y="155"/>
                    </a:lnTo>
                    <a:cubicBezTo>
                      <a:pt x="17" y="180"/>
                      <a:pt x="19" y="205"/>
                      <a:pt x="20" y="229"/>
                    </a:cubicBezTo>
                    <a:cubicBezTo>
                      <a:pt x="20" y="264"/>
                      <a:pt x="18" y="299"/>
                      <a:pt x="16" y="334"/>
                    </a:cubicBezTo>
                    <a:lnTo>
                      <a:pt x="19" y="334"/>
                    </a:lnTo>
                    <a:cubicBezTo>
                      <a:pt x="20" y="334"/>
                      <a:pt x="20" y="334"/>
                      <a:pt x="20" y="334"/>
                    </a:cubicBezTo>
                    <a:cubicBezTo>
                      <a:pt x="21" y="335"/>
                      <a:pt x="22" y="336"/>
                      <a:pt x="23" y="337"/>
                    </a:cubicBezTo>
                    <a:cubicBezTo>
                      <a:pt x="23" y="337"/>
                      <a:pt x="23" y="338"/>
                      <a:pt x="23" y="339"/>
                    </a:cubicBezTo>
                    <a:cubicBezTo>
                      <a:pt x="24" y="340"/>
                      <a:pt x="24" y="340"/>
                      <a:pt x="24" y="341"/>
                    </a:cubicBezTo>
                    <a:cubicBezTo>
                      <a:pt x="24" y="343"/>
                      <a:pt x="23" y="346"/>
                      <a:pt x="22" y="348"/>
                    </a:cubicBezTo>
                    <a:cubicBezTo>
                      <a:pt x="21" y="350"/>
                      <a:pt x="19" y="350"/>
                      <a:pt x="17" y="352"/>
                    </a:cubicBezTo>
                    <a:cubicBezTo>
                      <a:pt x="16" y="353"/>
                      <a:pt x="16" y="353"/>
                      <a:pt x="16" y="353"/>
                    </a:cubicBezTo>
                    <a:cubicBezTo>
                      <a:pt x="16" y="364"/>
                      <a:pt x="16" y="374"/>
                      <a:pt x="15" y="384"/>
                    </a:cubicBezTo>
                    <a:cubicBezTo>
                      <a:pt x="15" y="401"/>
                      <a:pt x="13" y="418"/>
                      <a:pt x="11" y="434"/>
                    </a:cubicBezTo>
                    <a:cubicBezTo>
                      <a:pt x="12" y="434"/>
                      <a:pt x="12" y="434"/>
                      <a:pt x="12" y="434"/>
                    </a:cubicBezTo>
                    <a:cubicBezTo>
                      <a:pt x="13" y="433"/>
                      <a:pt x="14" y="432"/>
                      <a:pt x="15" y="431"/>
                    </a:cubicBezTo>
                    <a:lnTo>
                      <a:pt x="15" y="430"/>
                    </a:lnTo>
                    <a:cubicBezTo>
                      <a:pt x="30" y="358"/>
                      <a:pt x="38" y="285"/>
                      <a:pt x="38" y="212"/>
                    </a:cubicBezTo>
                    <a:cubicBezTo>
                      <a:pt x="38" y="172"/>
                      <a:pt x="36" y="133"/>
                      <a:pt x="31" y="93"/>
                    </a:cubicBezTo>
                    <a:cubicBezTo>
                      <a:pt x="28" y="61"/>
                      <a:pt x="21" y="31"/>
                      <a:pt x="11" y="1"/>
                    </a:cubicBezTo>
                    <a:cubicBezTo>
                      <a:pt x="10" y="1"/>
                      <a:pt x="9" y="1"/>
                      <a:pt x="8" y="1"/>
                    </a:cubicBezTo>
                    <a:cubicBezTo>
                      <a:pt x="5" y="1"/>
                      <a:pt x="3"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9"/>
              <p:cNvSpPr/>
              <p:nvPr/>
            </p:nvSpPr>
            <p:spPr>
              <a:xfrm>
                <a:off x="1421285" y="-866375"/>
                <a:ext cx="360" cy="1440"/>
              </a:xfrm>
              <a:custGeom>
                <a:rect b="b" l="l" r="r" t="t"/>
                <a:pathLst>
                  <a:path extrusionOk="0" h="4" w="1">
                    <a:moveTo>
                      <a:pt x="0" y="2"/>
                    </a:moveTo>
                    <a:cubicBezTo>
                      <a:pt x="0" y="1"/>
                      <a:pt x="0" y="1"/>
                      <a:pt x="0" y="1"/>
                    </a:cubicBezTo>
                    <a:lnTo>
                      <a:pt x="0" y="0"/>
                    </a:lnTo>
                    <a:lnTo>
                      <a:pt x="0" y="3"/>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9"/>
              <p:cNvSpPr/>
              <p:nvPr/>
            </p:nvSpPr>
            <p:spPr>
              <a:xfrm>
                <a:off x="1420205" y="-873215"/>
                <a:ext cx="4680" cy="4320"/>
              </a:xfrm>
              <a:custGeom>
                <a:rect b="b" l="l" r="r" t="t"/>
                <a:pathLst>
                  <a:path extrusionOk="0" h="12" w="13">
                    <a:moveTo>
                      <a:pt x="2" y="11"/>
                    </a:moveTo>
                    <a:cubicBezTo>
                      <a:pt x="2" y="10"/>
                      <a:pt x="2" y="8"/>
                      <a:pt x="3" y="7"/>
                    </a:cubicBezTo>
                    <a:cubicBezTo>
                      <a:pt x="5" y="5"/>
                      <a:pt x="7" y="3"/>
                      <a:pt x="9" y="1"/>
                    </a:cubicBezTo>
                    <a:cubicBezTo>
                      <a:pt x="10" y="0"/>
                      <a:pt x="11" y="0"/>
                      <a:pt x="12" y="0"/>
                    </a:cubicBezTo>
                    <a:lnTo>
                      <a:pt x="0" y="0"/>
                    </a:lnTo>
                    <a:lnTo>
                      <a:pt x="0" y="3"/>
                    </a:lnTo>
                    <a:cubicBezTo>
                      <a:pt x="1" y="6"/>
                      <a:pt x="1" y="8"/>
                      <a:pt x="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9"/>
              <p:cNvSpPr/>
              <p:nvPr/>
            </p:nvSpPr>
            <p:spPr>
              <a:xfrm>
                <a:off x="1409045" y="-872855"/>
                <a:ext cx="1800" cy="6480"/>
              </a:xfrm>
              <a:custGeom>
                <a:rect b="b" l="l" r="r" t="t"/>
                <a:pathLst>
                  <a:path extrusionOk="0" h="18" w="5">
                    <a:moveTo>
                      <a:pt x="2" y="0"/>
                    </a:moveTo>
                    <a:lnTo>
                      <a:pt x="0" y="2"/>
                    </a:lnTo>
                    <a:cubicBezTo>
                      <a:pt x="1" y="7"/>
                      <a:pt x="3" y="12"/>
                      <a:pt x="4" y="17"/>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9"/>
              <p:cNvSpPr/>
              <p:nvPr/>
            </p:nvSpPr>
            <p:spPr>
              <a:xfrm>
                <a:off x="1422725" y="-793295"/>
                <a:ext cx="9720" cy="64800"/>
              </a:xfrm>
              <a:custGeom>
                <a:rect b="b" l="l" r="r" t="t"/>
                <a:pathLst>
                  <a:path extrusionOk="0" h="180" w="27">
                    <a:moveTo>
                      <a:pt x="23" y="178"/>
                    </a:moveTo>
                    <a:cubicBezTo>
                      <a:pt x="24" y="144"/>
                      <a:pt x="26" y="109"/>
                      <a:pt x="26" y="74"/>
                    </a:cubicBezTo>
                    <a:cubicBezTo>
                      <a:pt x="25" y="49"/>
                      <a:pt x="23" y="24"/>
                      <a:pt x="20" y="0"/>
                    </a:cubicBezTo>
                    <a:lnTo>
                      <a:pt x="0" y="6"/>
                    </a:lnTo>
                    <a:cubicBezTo>
                      <a:pt x="0" y="20"/>
                      <a:pt x="0" y="34"/>
                      <a:pt x="0" y="48"/>
                    </a:cubicBezTo>
                    <a:cubicBezTo>
                      <a:pt x="2" y="47"/>
                      <a:pt x="5" y="47"/>
                      <a:pt x="7" y="46"/>
                    </a:cubicBezTo>
                    <a:cubicBezTo>
                      <a:pt x="17" y="41"/>
                      <a:pt x="26" y="57"/>
                      <a:pt x="18" y="66"/>
                    </a:cubicBezTo>
                    <a:cubicBezTo>
                      <a:pt x="17" y="67"/>
                      <a:pt x="15" y="69"/>
                      <a:pt x="12" y="70"/>
                    </a:cubicBezTo>
                    <a:cubicBezTo>
                      <a:pt x="9" y="72"/>
                      <a:pt x="4" y="74"/>
                      <a:pt x="0" y="74"/>
                    </a:cubicBezTo>
                    <a:cubicBezTo>
                      <a:pt x="0" y="79"/>
                      <a:pt x="0" y="85"/>
                      <a:pt x="0" y="90"/>
                    </a:cubicBezTo>
                    <a:cubicBezTo>
                      <a:pt x="2" y="90"/>
                      <a:pt x="4" y="89"/>
                      <a:pt x="6" y="91"/>
                    </a:cubicBezTo>
                    <a:cubicBezTo>
                      <a:pt x="8" y="93"/>
                      <a:pt x="9" y="94"/>
                      <a:pt x="10" y="96"/>
                    </a:cubicBezTo>
                    <a:cubicBezTo>
                      <a:pt x="11" y="98"/>
                      <a:pt x="12" y="99"/>
                      <a:pt x="12" y="102"/>
                    </a:cubicBezTo>
                    <a:cubicBezTo>
                      <a:pt x="12" y="104"/>
                      <a:pt x="11" y="105"/>
                      <a:pt x="10" y="107"/>
                    </a:cubicBezTo>
                    <a:cubicBezTo>
                      <a:pt x="9" y="109"/>
                      <a:pt x="8" y="111"/>
                      <a:pt x="6" y="112"/>
                    </a:cubicBezTo>
                    <a:cubicBezTo>
                      <a:pt x="4" y="113"/>
                      <a:pt x="2" y="113"/>
                      <a:pt x="0" y="113"/>
                    </a:cubicBezTo>
                    <a:cubicBezTo>
                      <a:pt x="0" y="135"/>
                      <a:pt x="0" y="157"/>
                      <a:pt x="0" y="179"/>
                    </a:cubicBezTo>
                    <a:cubicBezTo>
                      <a:pt x="5" y="179"/>
                      <a:pt x="10" y="178"/>
                      <a:pt x="15" y="178"/>
                    </a:cubicBezTo>
                    <a:cubicBezTo>
                      <a:pt x="18" y="178"/>
                      <a:pt x="20" y="178"/>
                      <a:pt x="23" y="17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9"/>
              <p:cNvSpPr/>
              <p:nvPr/>
            </p:nvSpPr>
            <p:spPr>
              <a:xfrm>
                <a:off x="1421285" y="-858455"/>
                <a:ext cx="8280" cy="58320"/>
              </a:xfrm>
              <a:custGeom>
                <a:rect b="b" l="l" r="r" t="t"/>
                <a:pathLst>
                  <a:path extrusionOk="0" h="162" w="23">
                    <a:moveTo>
                      <a:pt x="21" y="126"/>
                    </a:moveTo>
                    <a:cubicBezTo>
                      <a:pt x="21" y="119"/>
                      <a:pt x="21" y="112"/>
                      <a:pt x="21" y="105"/>
                    </a:cubicBezTo>
                    <a:cubicBezTo>
                      <a:pt x="21" y="84"/>
                      <a:pt x="19" y="63"/>
                      <a:pt x="16" y="43"/>
                    </a:cubicBezTo>
                    <a:cubicBezTo>
                      <a:pt x="14" y="37"/>
                      <a:pt x="12" y="31"/>
                      <a:pt x="10" y="25"/>
                    </a:cubicBezTo>
                    <a:lnTo>
                      <a:pt x="8" y="24"/>
                    </a:lnTo>
                    <a:cubicBezTo>
                      <a:pt x="6" y="22"/>
                      <a:pt x="5" y="21"/>
                      <a:pt x="3" y="19"/>
                    </a:cubicBezTo>
                    <a:cubicBezTo>
                      <a:pt x="2" y="17"/>
                      <a:pt x="2" y="15"/>
                      <a:pt x="2" y="12"/>
                    </a:cubicBezTo>
                    <a:cubicBezTo>
                      <a:pt x="2" y="10"/>
                      <a:pt x="2" y="8"/>
                      <a:pt x="3" y="6"/>
                    </a:cubicBezTo>
                    <a:lnTo>
                      <a:pt x="1" y="0"/>
                    </a:lnTo>
                    <a:cubicBezTo>
                      <a:pt x="0" y="5"/>
                      <a:pt x="0" y="10"/>
                      <a:pt x="0" y="15"/>
                    </a:cubicBezTo>
                    <a:cubicBezTo>
                      <a:pt x="0" y="30"/>
                      <a:pt x="1" y="44"/>
                      <a:pt x="4" y="59"/>
                    </a:cubicBezTo>
                    <a:cubicBezTo>
                      <a:pt x="5" y="67"/>
                      <a:pt x="7" y="98"/>
                      <a:pt x="12" y="117"/>
                    </a:cubicBezTo>
                    <a:lnTo>
                      <a:pt x="13" y="119"/>
                    </a:lnTo>
                    <a:cubicBezTo>
                      <a:pt x="15" y="121"/>
                      <a:pt x="15" y="123"/>
                      <a:pt x="15" y="125"/>
                    </a:cubicBezTo>
                    <a:lnTo>
                      <a:pt x="15" y="126"/>
                    </a:lnTo>
                    <a:lnTo>
                      <a:pt x="16" y="127"/>
                    </a:lnTo>
                    <a:cubicBezTo>
                      <a:pt x="17" y="129"/>
                      <a:pt x="18" y="130"/>
                      <a:pt x="19" y="131"/>
                    </a:cubicBezTo>
                    <a:cubicBezTo>
                      <a:pt x="20" y="131"/>
                      <a:pt x="20" y="131"/>
                      <a:pt x="20" y="131"/>
                    </a:cubicBezTo>
                    <a:cubicBezTo>
                      <a:pt x="21" y="131"/>
                      <a:pt x="21" y="131"/>
                      <a:pt x="21" y="132"/>
                    </a:cubicBezTo>
                    <a:lnTo>
                      <a:pt x="21" y="133"/>
                    </a:lnTo>
                    <a:cubicBezTo>
                      <a:pt x="21" y="134"/>
                      <a:pt x="21" y="134"/>
                      <a:pt x="20" y="134"/>
                    </a:cubicBezTo>
                    <a:lnTo>
                      <a:pt x="19" y="134"/>
                    </a:lnTo>
                    <a:cubicBezTo>
                      <a:pt x="18" y="134"/>
                      <a:pt x="16" y="134"/>
                      <a:pt x="15" y="133"/>
                    </a:cubicBezTo>
                    <a:cubicBezTo>
                      <a:pt x="14" y="132"/>
                      <a:pt x="14" y="132"/>
                      <a:pt x="13" y="132"/>
                    </a:cubicBezTo>
                    <a:cubicBezTo>
                      <a:pt x="12" y="132"/>
                      <a:pt x="12" y="133"/>
                      <a:pt x="11" y="133"/>
                    </a:cubicBezTo>
                    <a:cubicBezTo>
                      <a:pt x="9" y="134"/>
                      <a:pt x="6" y="135"/>
                      <a:pt x="4" y="136"/>
                    </a:cubicBezTo>
                    <a:cubicBezTo>
                      <a:pt x="4" y="144"/>
                      <a:pt x="4" y="153"/>
                      <a:pt x="4" y="161"/>
                    </a:cubicBezTo>
                    <a:cubicBezTo>
                      <a:pt x="10" y="159"/>
                      <a:pt x="16" y="158"/>
                      <a:pt x="22" y="158"/>
                    </a:cubicBezTo>
                    <a:cubicBezTo>
                      <a:pt x="21" y="148"/>
                      <a:pt x="21" y="137"/>
                      <a:pt x="21" y="1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9"/>
              <p:cNvSpPr/>
              <p:nvPr/>
            </p:nvSpPr>
            <p:spPr>
              <a:xfrm>
                <a:off x="1423085" y="-722015"/>
                <a:ext cx="8280" cy="29520"/>
              </a:xfrm>
              <a:custGeom>
                <a:rect b="b" l="l" r="r" t="t"/>
                <a:pathLst>
                  <a:path extrusionOk="0" h="82" w="23">
                    <a:moveTo>
                      <a:pt x="22" y="0"/>
                    </a:moveTo>
                    <a:cubicBezTo>
                      <a:pt x="17" y="2"/>
                      <a:pt x="12" y="3"/>
                      <a:pt x="7" y="3"/>
                    </a:cubicBezTo>
                    <a:cubicBezTo>
                      <a:pt x="6" y="3"/>
                      <a:pt x="4" y="3"/>
                      <a:pt x="3" y="3"/>
                    </a:cubicBezTo>
                    <a:lnTo>
                      <a:pt x="0" y="3"/>
                    </a:lnTo>
                    <a:cubicBezTo>
                      <a:pt x="0" y="6"/>
                      <a:pt x="0" y="9"/>
                      <a:pt x="0" y="12"/>
                    </a:cubicBezTo>
                    <a:lnTo>
                      <a:pt x="10" y="12"/>
                    </a:lnTo>
                    <a:cubicBezTo>
                      <a:pt x="12" y="12"/>
                      <a:pt x="13" y="12"/>
                      <a:pt x="14" y="13"/>
                    </a:cubicBezTo>
                    <a:cubicBezTo>
                      <a:pt x="16" y="14"/>
                      <a:pt x="17" y="15"/>
                      <a:pt x="18" y="17"/>
                    </a:cubicBezTo>
                    <a:cubicBezTo>
                      <a:pt x="19" y="19"/>
                      <a:pt x="20" y="20"/>
                      <a:pt x="20" y="22"/>
                    </a:cubicBezTo>
                    <a:cubicBezTo>
                      <a:pt x="20" y="24"/>
                      <a:pt x="19" y="26"/>
                      <a:pt x="18" y="28"/>
                    </a:cubicBezTo>
                    <a:cubicBezTo>
                      <a:pt x="17" y="30"/>
                      <a:pt x="16" y="31"/>
                      <a:pt x="14" y="32"/>
                    </a:cubicBezTo>
                    <a:cubicBezTo>
                      <a:pt x="13" y="32"/>
                      <a:pt x="12" y="33"/>
                      <a:pt x="10" y="33"/>
                    </a:cubicBezTo>
                    <a:lnTo>
                      <a:pt x="1" y="33"/>
                    </a:lnTo>
                    <a:cubicBezTo>
                      <a:pt x="1" y="38"/>
                      <a:pt x="1" y="43"/>
                      <a:pt x="2" y="48"/>
                    </a:cubicBezTo>
                    <a:lnTo>
                      <a:pt x="3" y="48"/>
                    </a:lnTo>
                    <a:cubicBezTo>
                      <a:pt x="4" y="48"/>
                      <a:pt x="6" y="48"/>
                      <a:pt x="8" y="49"/>
                    </a:cubicBezTo>
                    <a:cubicBezTo>
                      <a:pt x="10" y="50"/>
                      <a:pt x="10" y="51"/>
                      <a:pt x="11" y="53"/>
                    </a:cubicBezTo>
                    <a:cubicBezTo>
                      <a:pt x="12" y="55"/>
                      <a:pt x="13" y="56"/>
                      <a:pt x="13" y="58"/>
                    </a:cubicBezTo>
                    <a:cubicBezTo>
                      <a:pt x="13" y="59"/>
                      <a:pt x="12" y="61"/>
                      <a:pt x="11" y="63"/>
                    </a:cubicBezTo>
                    <a:cubicBezTo>
                      <a:pt x="10" y="65"/>
                      <a:pt x="9" y="65"/>
                      <a:pt x="8" y="66"/>
                    </a:cubicBezTo>
                    <a:cubicBezTo>
                      <a:pt x="7" y="67"/>
                      <a:pt x="6" y="67"/>
                      <a:pt x="5" y="67"/>
                    </a:cubicBezTo>
                    <a:cubicBezTo>
                      <a:pt x="5" y="70"/>
                      <a:pt x="5" y="73"/>
                      <a:pt x="7" y="76"/>
                    </a:cubicBezTo>
                    <a:cubicBezTo>
                      <a:pt x="7" y="77"/>
                      <a:pt x="7" y="77"/>
                      <a:pt x="7" y="78"/>
                    </a:cubicBezTo>
                    <a:cubicBezTo>
                      <a:pt x="8" y="79"/>
                      <a:pt x="9" y="79"/>
                      <a:pt x="10" y="80"/>
                    </a:cubicBezTo>
                    <a:cubicBezTo>
                      <a:pt x="11" y="81"/>
                      <a:pt x="12" y="81"/>
                      <a:pt x="13" y="81"/>
                    </a:cubicBezTo>
                    <a:cubicBezTo>
                      <a:pt x="15" y="81"/>
                      <a:pt x="16" y="81"/>
                      <a:pt x="17" y="80"/>
                    </a:cubicBezTo>
                    <a:cubicBezTo>
                      <a:pt x="18" y="64"/>
                      <a:pt x="19" y="47"/>
                      <a:pt x="20" y="30"/>
                    </a:cubicBezTo>
                    <a:cubicBezTo>
                      <a:pt x="20" y="21"/>
                      <a:pt x="21" y="11"/>
                      <a:pt x="2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9"/>
              <p:cNvSpPr/>
              <p:nvPr/>
            </p:nvSpPr>
            <p:spPr>
              <a:xfrm>
                <a:off x="1384205" y="-959975"/>
                <a:ext cx="36000" cy="87480"/>
              </a:xfrm>
              <a:custGeom>
                <a:rect b="b" l="l" r="r" t="t"/>
                <a:pathLst>
                  <a:path extrusionOk="0" h="243" w="100">
                    <a:moveTo>
                      <a:pt x="63" y="210"/>
                    </a:moveTo>
                    <a:cubicBezTo>
                      <a:pt x="66" y="221"/>
                      <a:pt x="68" y="232"/>
                      <a:pt x="70" y="242"/>
                    </a:cubicBezTo>
                    <a:lnTo>
                      <a:pt x="72" y="242"/>
                    </a:lnTo>
                    <a:lnTo>
                      <a:pt x="82" y="242"/>
                    </a:lnTo>
                    <a:cubicBezTo>
                      <a:pt x="83" y="242"/>
                      <a:pt x="85" y="242"/>
                      <a:pt x="86" y="242"/>
                    </a:cubicBezTo>
                    <a:cubicBezTo>
                      <a:pt x="87" y="242"/>
                      <a:pt x="88" y="242"/>
                      <a:pt x="89" y="242"/>
                    </a:cubicBezTo>
                    <a:lnTo>
                      <a:pt x="99" y="242"/>
                    </a:lnTo>
                    <a:cubicBezTo>
                      <a:pt x="82" y="172"/>
                      <a:pt x="58" y="104"/>
                      <a:pt x="28" y="38"/>
                    </a:cubicBezTo>
                    <a:cubicBezTo>
                      <a:pt x="22" y="25"/>
                      <a:pt x="16" y="12"/>
                      <a:pt x="11" y="0"/>
                    </a:cubicBezTo>
                    <a:cubicBezTo>
                      <a:pt x="10" y="7"/>
                      <a:pt x="8" y="15"/>
                      <a:pt x="5" y="22"/>
                    </a:cubicBezTo>
                    <a:cubicBezTo>
                      <a:pt x="5" y="22"/>
                      <a:pt x="5" y="21"/>
                      <a:pt x="4" y="22"/>
                    </a:cubicBezTo>
                    <a:cubicBezTo>
                      <a:pt x="3" y="23"/>
                      <a:pt x="3" y="24"/>
                      <a:pt x="2" y="25"/>
                    </a:cubicBezTo>
                    <a:cubicBezTo>
                      <a:pt x="1" y="25"/>
                      <a:pt x="0" y="25"/>
                      <a:pt x="0" y="26"/>
                    </a:cubicBezTo>
                    <a:cubicBezTo>
                      <a:pt x="4" y="48"/>
                      <a:pt x="10" y="71"/>
                      <a:pt x="16" y="94"/>
                    </a:cubicBezTo>
                    <a:cubicBezTo>
                      <a:pt x="31" y="133"/>
                      <a:pt x="47" y="172"/>
                      <a:pt x="63" y="2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9"/>
              <p:cNvSpPr/>
              <p:nvPr/>
            </p:nvSpPr>
            <p:spPr>
              <a:xfrm>
                <a:off x="1419125" y="-865295"/>
                <a:ext cx="2880" cy="7200"/>
              </a:xfrm>
              <a:custGeom>
                <a:rect b="b" l="l" r="r" t="t"/>
                <a:pathLst>
                  <a:path extrusionOk="0" h="20" w="8">
                    <a:moveTo>
                      <a:pt x="6" y="0"/>
                    </a:moveTo>
                    <a:lnTo>
                      <a:pt x="0" y="0"/>
                    </a:lnTo>
                    <a:cubicBezTo>
                      <a:pt x="2" y="6"/>
                      <a:pt x="4" y="13"/>
                      <a:pt x="7" y="19"/>
                    </a:cubicBezTo>
                    <a:cubicBezTo>
                      <a:pt x="7" y="12"/>
                      <a:pt x="7" y="6"/>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9"/>
              <p:cNvSpPr/>
              <p:nvPr/>
            </p:nvSpPr>
            <p:spPr>
              <a:xfrm>
                <a:off x="1410485" y="-866015"/>
                <a:ext cx="12240" cy="48960"/>
              </a:xfrm>
              <a:custGeom>
                <a:rect b="b" l="l" r="r" t="t"/>
                <a:pathLst>
                  <a:path extrusionOk="0" h="136" w="34">
                    <a:moveTo>
                      <a:pt x="14" y="78"/>
                    </a:moveTo>
                    <a:cubicBezTo>
                      <a:pt x="16" y="78"/>
                      <a:pt x="18" y="78"/>
                      <a:pt x="20" y="79"/>
                    </a:cubicBezTo>
                    <a:cubicBezTo>
                      <a:pt x="21" y="80"/>
                      <a:pt x="23" y="82"/>
                      <a:pt x="24" y="84"/>
                    </a:cubicBezTo>
                    <a:cubicBezTo>
                      <a:pt x="25" y="86"/>
                      <a:pt x="26" y="88"/>
                      <a:pt x="26" y="90"/>
                    </a:cubicBezTo>
                    <a:cubicBezTo>
                      <a:pt x="26" y="92"/>
                      <a:pt x="25" y="94"/>
                      <a:pt x="24" y="96"/>
                    </a:cubicBezTo>
                    <a:cubicBezTo>
                      <a:pt x="23" y="98"/>
                      <a:pt x="21" y="99"/>
                      <a:pt x="20" y="100"/>
                    </a:cubicBezTo>
                    <a:cubicBezTo>
                      <a:pt x="19" y="100"/>
                      <a:pt x="19" y="100"/>
                      <a:pt x="19" y="100"/>
                    </a:cubicBezTo>
                    <a:cubicBezTo>
                      <a:pt x="22" y="112"/>
                      <a:pt x="26" y="124"/>
                      <a:pt x="30" y="135"/>
                    </a:cubicBezTo>
                    <a:lnTo>
                      <a:pt x="33" y="135"/>
                    </a:lnTo>
                    <a:cubicBezTo>
                      <a:pt x="32" y="116"/>
                      <a:pt x="31" y="98"/>
                      <a:pt x="28" y="80"/>
                    </a:cubicBezTo>
                    <a:cubicBezTo>
                      <a:pt x="24" y="52"/>
                      <a:pt x="11" y="27"/>
                      <a:pt x="7" y="0"/>
                    </a:cubicBezTo>
                    <a:lnTo>
                      <a:pt x="0" y="0"/>
                    </a:lnTo>
                    <a:cubicBezTo>
                      <a:pt x="6" y="18"/>
                      <a:pt x="9" y="35"/>
                      <a:pt x="11" y="54"/>
                    </a:cubicBezTo>
                    <a:cubicBezTo>
                      <a:pt x="11" y="62"/>
                      <a:pt x="13" y="70"/>
                      <a:pt x="14" y="78"/>
                    </a:cubicBezTo>
                    <a:lnTo>
                      <a:pt x="14" y="79"/>
                    </a:lnTo>
                    <a:lnTo>
                      <a:pt x="14" y="7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9"/>
              <p:cNvSpPr/>
              <p:nvPr/>
            </p:nvSpPr>
            <p:spPr>
              <a:xfrm>
                <a:off x="1416605" y="-873575"/>
                <a:ext cx="5040" cy="8280"/>
              </a:xfrm>
              <a:custGeom>
                <a:rect b="b" l="l" r="r" t="t"/>
                <a:pathLst>
                  <a:path extrusionOk="0" h="23" w="14">
                    <a:moveTo>
                      <a:pt x="3" y="6"/>
                    </a:moveTo>
                    <a:cubicBezTo>
                      <a:pt x="4" y="12"/>
                      <a:pt x="5" y="17"/>
                      <a:pt x="7" y="22"/>
                    </a:cubicBezTo>
                    <a:lnTo>
                      <a:pt x="13" y="22"/>
                    </a:lnTo>
                    <a:lnTo>
                      <a:pt x="13" y="20"/>
                    </a:lnTo>
                    <a:cubicBezTo>
                      <a:pt x="12" y="18"/>
                      <a:pt x="12" y="16"/>
                      <a:pt x="12" y="14"/>
                    </a:cubicBezTo>
                    <a:cubicBezTo>
                      <a:pt x="12" y="13"/>
                      <a:pt x="12" y="12"/>
                      <a:pt x="12" y="11"/>
                    </a:cubicBezTo>
                    <a:cubicBezTo>
                      <a:pt x="12" y="9"/>
                      <a:pt x="12" y="6"/>
                      <a:pt x="11" y="3"/>
                    </a:cubicBezTo>
                    <a:lnTo>
                      <a:pt x="11" y="0"/>
                    </a:lnTo>
                    <a:lnTo>
                      <a:pt x="0" y="0"/>
                    </a:lnTo>
                    <a:cubicBezTo>
                      <a:pt x="1" y="1"/>
                      <a:pt x="2" y="1"/>
                      <a:pt x="2" y="2"/>
                    </a:cubicBezTo>
                    <a:cubicBezTo>
                      <a:pt x="3" y="3"/>
                      <a:pt x="3" y="5"/>
                      <a:pt x="3"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9"/>
              <p:cNvSpPr/>
              <p:nvPr/>
            </p:nvSpPr>
            <p:spPr>
              <a:xfrm>
                <a:off x="1409765" y="-873575"/>
                <a:ext cx="4680" cy="7560"/>
              </a:xfrm>
              <a:custGeom>
                <a:rect b="b" l="l" r="r" t="t"/>
                <a:pathLst>
                  <a:path extrusionOk="0" h="21" w="13">
                    <a:moveTo>
                      <a:pt x="2" y="20"/>
                    </a:moveTo>
                    <a:lnTo>
                      <a:pt x="9" y="20"/>
                    </a:lnTo>
                    <a:cubicBezTo>
                      <a:pt x="9" y="18"/>
                      <a:pt x="9" y="15"/>
                      <a:pt x="9" y="13"/>
                    </a:cubicBezTo>
                    <a:cubicBezTo>
                      <a:pt x="9" y="10"/>
                      <a:pt x="9" y="9"/>
                      <a:pt x="9" y="6"/>
                    </a:cubicBezTo>
                    <a:cubicBezTo>
                      <a:pt x="9" y="5"/>
                      <a:pt x="9" y="4"/>
                      <a:pt x="10" y="3"/>
                    </a:cubicBezTo>
                    <a:cubicBezTo>
                      <a:pt x="11" y="2"/>
                      <a:pt x="11" y="1"/>
                      <a:pt x="12" y="0"/>
                    </a:cubicBezTo>
                    <a:lnTo>
                      <a:pt x="2" y="0"/>
                    </a:lnTo>
                    <a:lnTo>
                      <a:pt x="0" y="0"/>
                    </a:lnTo>
                    <a:lnTo>
                      <a:pt x="3" y="17"/>
                    </a:lnTo>
                    <a:lnTo>
                      <a:pt x="2"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9"/>
              <p:cNvSpPr/>
              <p:nvPr/>
            </p:nvSpPr>
            <p:spPr>
              <a:xfrm>
                <a:off x="1412645" y="-865655"/>
                <a:ext cx="12960" cy="50040"/>
              </a:xfrm>
              <a:custGeom>
                <a:rect b="b" l="l" r="r" t="t"/>
                <a:pathLst>
                  <a:path extrusionOk="0" h="139" w="36">
                    <a:moveTo>
                      <a:pt x="22" y="79"/>
                    </a:moveTo>
                    <a:cubicBezTo>
                      <a:pt x="25" y="97"/>
                      <a:pt x="26" y="115"/>
                      <a:pt x="27" y="133"/>
                    </a:cubicBezTo>
                    <a:cubicBezTo>
                      <a:pt x="29" y="133"/>
                      <a:pt x="31" y="134"/>
                      <a:pt x="32" y="135"/>
                    </a:cubicBezTo>
                    <a:cubicBezTo>
                      <a:pt x="33" y="136"/>
                      <a:pt x="35" y="137"/>
                      <a:pt x="35" y="138"/>
                    </a:cubicBezTo>
                    <a:cubicBezTo>
                      <a:pt x="30" y="119"/>
                      <a:pt x="29" y="88"/>
                      <a:pt x="27" y="80"/>
                    </a:cubicBezTo>
                    <a:cubicBezTo>
                      <a:pt x="25" y="65"/>
                      <a:pt x="24" y="51"/>
                      <a:pt x="24" y="36"/>
                    </a:cubicBezTo>
                    <a:cubicBezTo>
                      <a:pt x="24" y="31"/>
                      <a:pt x="24" y="26"/>
                      <a:pt x="24" y="21"/>
                    </a:cubicBezTo>
                    <a:cubicBezTo>
                      <a:pt x="21" y="14"/>
                      <a:pt x="19" y="8"/>
                      <a:pt x="17" y="1"/>
                    </a:cubicBezTo>
                    <a:lnTo>
                      <a:pt x="0" y="0"/>
                    </a:lnTo>
                    <a:cubicBezTo>
                      <a:pt x="5" y="26"/>
                      <a:pt x="18" y="51"/>
                      <a:pt x="22" y="7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9"/>
              <p:cNvSpPr/>
              <p:nvPr/>
            </p:nvSpPr>
            <p:spPr>
              <a:xfrm>
                <a:off x="1425605" y="-812735"/>
                <a:ext cx="3240" cy="3240"/>
              </a:xfrm>
              <a:custGeom>
                <a:rect b="b" l="l" r="r" t="t"/>
                <a:pathLst>
                  <a:path extrusionOk="0" h="9" w="9">
                    <a:moveTo>
                      <a:pt x="0" y="6"/>
                    </a:moveTo>
                    <a:cubicBezTo>
                      <a:pt x="1" y="6"/>
                      <a:pt x="1" y="6"/>
                      <a:pt x="2" y="7"/>
                    </a:cubicBezTo>
                    <a:cubicBezTo>
                      <a:pt x="3" y="8"/>
                      <a:pt x="5" y="8"/>
                      <a:pt x="7" y="8"/>
                    </a:cubicBezTo>
                    <a:lnTo>
                      <a:pt x="8" y="8"/>
                    </a:lnTo>
                    <a:lnTo>
                      <a:pt x="8" y="7"/>
                    </a:lnTo>
                    <a:lnTo>
                      <a:pt x="8" y="6"/>
                    </a:lnTo>
                    <a:cubicBezTo>
                      <a:pt x="8" y="5"/>
                      <a:pt x="8" y="5"/>
                      <a:pt x="8" y="5"/>
                    </a:cubicBezTo>
                    <a:cubicBezTo>
                      <a:pt x="7" y="5"/>
                      <a:pt x="7" y="5"/>
                      <a:pt x="7" y="5"/>
                    </a:cubicBezTo>
                    <a:cubicBezTo>
                      <a:pt x="5" y="4"/>
                      <a:pt x="4" y="3"/>
                      <a:pt x="3" y="1"/>
                    </a:cubicBezTo>
                    <a:lnTo>
                      <a:pt x="2" y="0"/>
                    </a:lnTo>
                    <a:cubicBezTo>
                      <a:pt x="2" y="2"/>
                      <a:pt x="2" y="3"/>
                      <a:pt x="1" y="4"/>
                    </a:cubicBezTo>
                    <a:cubicBezTo>
                      <a:pt x="1" y="5"/>
                      <a:pt x="1"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9"/>
              <p:cNvSpPr/>
              <p:nvPr/>
            </p:nvSpPr>
            <p:spPr>
              <a:xfrm>
                <a:off x="1414085" y="-873575"/>
                <a:ext cx="2880" cy="720"/>
              </a:xfrm>
              <a:custGeom>
                <a:rect b="b" l="l" r="r" t="t"/>
                <a:pathLst>
                  <a:path extrusionOk="0" h="2" w="8">
                    <a:moveTo>
                      <a:pt x="0" y="1"/>
                    </a:moveTo>
                    <a:lnTo>
                      <a:pt x="7" y="1"/>
                    </a:lnTo>
                    <a:cubicBezTo>
                      <a:pt x="6" y="0"/>
                      <a:pt x="4" y="0"/>
                      <a:pt x="3" y="0"/>
                    </a:cubicBezTo>
                    <a:cubicBezTo>
                      <a:pt x="1"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9"/>
              <p:cNvSpPr/>
              <p:nvPr/>
            </p:nvSpPr>
            <p:spPr>
              <a:xfrm>
                <a:off x="1412645" y="-873215"/>
                <a:ext cx="6480" cy="7920"/>
              </a:xfrm>
              <a:custGeom>
                <a:rect b="b" l="l" r="r" t="t"/>
                <a:pathLst>
                  <a:path extrusionOk="0" h="22" w="18">
                    <a:moveTo>
                      <a:pt x="0" y="6"/>
                    </a:moveTo>
                    <a:cubicBezTo>
                      <a:pt x="0" y="8"/>
                      <a:pt x="0" y="11"/>
                      <a:pt x="0" y="13"/>
                    </a:cubicBezTo>
                    <a:cubicBezTo>
                      <a:pt x="0" y="15"/>
                      <a:pt x="0" y="18"/>
                      <a:pt x="0" y="20"/>
                    </a:cubicBezTo>
                    <a:lnTo>
                      <a:pt x="17" y="21"/>
                    </a:lnTo>
                    <a:cubicBezTo>
                      <a:pt x="15" y="16"/>
                      <a:pt x="14" y="11"/>
                      <a:pt x="13" y="6"/>
                    </a:cubicBezTo>
                    <a:cubicBezTo>
                      <a:pt x="13" y="5"/>
                      <a:pt x="13" y="4"/>
                      <a:pt x="12" y="3"/>
                    </a:cubicBezTo>
                    <a:cubicBezTo>
                      <a:pt x="12" y="2"/>
                      <a:pt x="11" y="1"/>
                      <a:pt x="10" y="0"/>
                    </a:cubicBezTo>
                    <a:lnTo>
                      <a:pt x="9" y="0"/>
                    </a:lnTo>
                    <a:lnTo>
                      <a:pt x="3" y="0"/>
                    </a:lnTo>
                    <a:cubicBezTo>
                      <a:pt x="2" y="1"/>
                      <a:pt x="1" y="1"/>
                      <a:pt x="1" y="2"/>
                    </a:cubicBezTo>
                    <a:cubicBezTo>
                      <a:pt x="0" y="3"/>
                      <a:pt x="0" y="4"/>
                      <a:pt x="0"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9"/>
              <p:cNvSpPr/>
              <p:nvPr/>
            </p:nvSpPr>
            <p:spPr>
              <a:xfrm>
                <a:off x="1423805" y="-704375"/>
                <a:ext cx="3960" cy="7560"/>
              </a:xfrm>
              <a:custGeom>
                <a:rect b="b" l="l" r="r" t="t"/>
                <a:pathLst>
                  <a:path extrusionOk="0" h="21" w="11">
                    <a:moveTo>
                      <a:pt x="0" y="0"/>
                    </a:moveTo>
                    <a:cubicBezTo>
                      <a:pt x="0" y="7"/>
                      <a:pt x="2" y="13"/>
                      <a:pt x="3" y="20"/>
                    </a:cubicBezTo>
                    <a:cubicBezTo>
                      <a:pt x="4" y="19"/>
                      <a:pt x="5" y="19"/>
                      <a:pt x="5" y="19"/>
                    </a:cubicBezTo>
                    <a:cubicBezTo>
                      <a:pt x="7" y="18"/>
                      <a:pt x="8" y="17"/>
                      <a:pt x="9" y="15"/>
                    </a:cubicBezTo>
                    <a:cubicBezTo>
                      <a:pt x="10" y="13"/>
                      <a:pt x="10" y="12"/>
                      <a:pt x="10" y="10"/>
                    </a:cubicBezTo>
                    <a:cubicBezTo>
                      <a:pt x="10" y="8"/>
                      <a:pt x="10" y="7"/>
                      <a:pt x="9" y="5"/>
                    </a:cubicBezTo>
                    <a:cubicBezTo>
                      <a:pt x="8" y="3"/>
                      <a:pt x="7" y="2"/>
                      <a:pt x="5" y="1"/>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9"/>
              <p:cNvSpPr/>
              <p:nvPr/>
            </p:nvSpPr>
            <p:spPr>
              <a:xfrm>
                <a:off x="1422725" y="-717695"/>
                <a:ext cx="8280" cy="8640"/>
              </a:xfrm>
              <a:custGeom>
                <a:rect b="b" l="l" r="r" t="t"/>
                <a:pathLst>
                  <a:path extrusionOk="0" h="24" w="23">
                    <a:moveTo>
                      <a:pt x="11" y="0"/>
                    </a:moveTo>
                    <a:lnTo>
                      <a:pt x="0" y="0"/>
                    </a:lnTo>
                    <a:cubicBezTo>
                      <a:pt x="0" y="8"/>
                      <a:pt x="0" y="16"/>
                      <a:pt x="2" y="23"/>
                    </a:cubicBezTo>
                    <a:lnTo>
                      <a:pt x="11" y="23"/>
                    </a:lnTo>
                    <a:cubicBezTo>
                      <a:pt x="13" y="23"/>
                      <a:pt x="15" y="23"/>
                      <a:pt x="17" y="22"/>
                    </a:cubicBezTo>
                    <a:cubicBezTo>
                      <a:pt x="18" y="21"/>
                      <a:pt x="20" y="20"/>
                      <a:pt x="21" y="18"/>
                    </a:cubicBezTo>
                    <a:cubicBezTo>
                      <a:pt x="22" y="16"/>
                      <a:pt x="22" y="14"/>
                      <a:pt x="22" y="12"/>
                    </a:cubicBezTo>
                    <a:cubicBezTo>
                      <a:pt x="22" y="10"/>
                      <a:pt x="22" y="8"/>
                      <a:pt x="21" y="6"/>
                    </a:cubicBezTo>
                    <a:cubicBezTo>
                      <a:pt x="20" y="4"/>
                      <a:pt x="19" y="3"/>
                      <a:pt x="17" y="2"/>
                    </a:cubicBezTo>
                    <a:cubicBezTo>
                      <a:pt x="15" y="1"/>
                      <a:pt x="13"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9"/>
              <p:cNvSpPr/>
              <p:nvPr/>
            </p:nvSpPr>
            <p:spPr>
              <a:xfrm>
                <a:off x="1431005" y="-728855"/>
                <a:ext cx="2880" cy="7560"/>
              </a:xfrm>
              <a:custGeom>
                <a:rect b="b" l="l" r="r" t="t"/>
                <a:pathLst>
                  <a:path extrusionOk="0" h="21" w="8">
                    <a:moveTo>
                      <a:pt x="7" y="6"/>
                    </a:moveTo>
                    <a:cubicBezTo>
                      <a:pt x="6" y="5"/>
                      <a:pt x="6" y="4"/>
                      <a:pt x="6" y="3"/>
                    </a:cubicBezTo>
                    <a:cubicBezTo>
                      <a:pt x="5" y="2"/>
                      <a:pt x="4" y="1"/>
                      <a:pt x="3" y="1"/>
                    </a:cubicBezTo>
                    <a:lnTo>
                      <a:pt x="3" y="0"/>
                    </a:lnTo>
                    <a:lnTo>
                      <a:pt x="0" y="0"/>
                    </a:lnTo>
                    <a:cubicBezTo>
                      <a:pt x="0" y="7"/>
                      <a:pt x="0" y="14"/>
                      <a:pt x="0" y="20"/>
                    </a:cubicBezTo>
                    <a:cubicBezTo>
                      <a:pt x="2" y="19"/>
                      <a:pt x="4" y="17"/>
                      <a:pt x="5" y="15"/>
                    </a:cubicBezTo>
                    <a:cubicBezTo>
                      <a:pt x="6" y="13"/>
                      <a:pt x="7" y="11"/>
                      <a:pt x="7" y="8"/>
                    </a:cubicBezTo>
                    <a:cubicBezTo>
                      <a:pt x="7" y="7"/>
                      <a:pt x="7" y="6"/>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9"/>
              <p:cNvSpPr/>
              <p:nvPr/>
            </p:nvSpPr>
            <p:spPr>
              <a:xfrm>
                <a:off x="1422725" y="-729215"/>
                <a:ext cx="8640" cy="8640"/>
              </a:xfrm>
              <a:custGeom>
                <a:rect b="b" l="l" r="r" t="t"/>
                <a:pathLst>
                  <a:path extrusionOk="0" h="24" w="24">
                    <a:moveTo>
                      <a:pt x="23" y="20"/>
                    </a:moveTo>
                    <a:cubicBezTo>
                      <a:pt x="23" y="14"/>
                      <a:pt x="23" y="7"/>
                      <a:pt x="23" y="1"/>
                    </a:cubicBezTo>
                    <a:cubicBezTo>
                      <a:pt x="19" y="0"/>
                      <a:pt x="15" y="0"/>
                      <a:pt x="11" y="0"/>
                    </a:cubicBezTo>
                    <a:cubicBezTo>
                      <a:pt x="7" y="0"/>
                      <a:pt x="4" y="0"/>
                      <a:pt x="0" y="1"/>
                    </a:cubicBezTo>
                    <a:cubicBezTo>
                      <a:pt x="0" y="8"/>
                      <a:pt x="0" y="16"/>
                      <a:pt x="0" y="23"/>
                    </a:cubicBezTo>
                    <a:lnTo>
                      <a:pt x="3" y="23"/>
                    </a:lnTo>
                    <a:cubicBezTo>
                      <a:pt x="4" y="23"/>
                      <a:pt x="6" y="23"/>
                      <a:pt x="7" y="23"/>
                    </a:cubicBezTo>
                    <a:cubicBezTo>
                      <a:pt x="12" y="23"/>
                      <a:pt x="18" y="22"/>
                      <a:pt x="2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9"/>
              <p:cNvSpPr/>
              <p:nvPr/>
            </p:nvSpPr>
            <p:spPr>
              <a:xfrm>
                <a:off x="1421285" y="-865295"/>
                <a:ext cx="7560" cy="7200"/>
              </a:xfrm>
              <a:custGeom>
                <a:rect b="b" l="l" r="r" t="t"/>
                <a:pathLst>
                  <a:path extrusionOk="0" h="20" w="21">
                    <a:moveTo>
                      <a:pt x="11" y="19"/>
                    </a:moveTo>
                    <a:cubicBezTo>
                      <a:pt x="13" y="18"/>
                      <a:pt x="15" y="17"/>
                      <a:pt x="16" y="16"/>
                    </a:cubicBezTo>
                    <a:cubicBezTo>
                      <a:pt x="17" y="15"/>
                      <a:pt x="19" y="15"/>
                      <a:pt x="20" y="14"/>
                    </a:cubicBezTo>
                    <a:cubicBezTo>
                      <a:pt x="19" y="10"/>
                      <a:pt x="18" y="6"/>
                      <a:pt x="17" y="1"/>
                    </a:cubicBezTo>
                    <a:lnTo>
                      <a:pt x="0" y="0"/>
                    </a:lnTo>
                    <a:cubicBezTo>
                      <a:pt x="4" y="6"/>
                      <a:pt x="7" y="12"/>
                      <a:pt x="1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9"/>
              <p:cNvSpPr/>
              <p:nvPr/>
            </p:nvSpPr>
            <p:spPr>
              <a:xfrm>
                <a:off x="1428845" y="-848735"/>
                <a:ext cx="7560" cy="33480"/>
              </a:xfrm>
              <a:custGeom>
                <a:rect b="b" l="l" r="r" t="t"/>
                <a:pathLst>
                  <a:path extrusionOk="0" h="93" w="21">
                    <a:moveTo>
                      <a:pt x="20" y="92"/>
                    </a:moveTo>
                    <a:cubicBezTo>
                      <a:pt x="17" y="65"/>
                      <a:pt x="13" y="39"/>
                      <a:pt x="9" y="13"/>
                    </a:cubicBezTo>
                    <a:cubicBezTo>
                      <a:pt x="8" y="13"/>
                      <a:pt x="8" y="13"/>
                      <a:pt x="7" y="13"/>
                    </a:cubicBezTo>
                    <a:cubicBezTo>
                      <a:pt x="6" y="12"/>
                      <a:pt x="5" y="11"/>
                      <a:pt x="4" y="10"/>
                    </a:cubicBezTo>
                    <a:cubicBezTo>
                      <a:pt x="3" y="9"/>
                      <a:pt x="3" y="7"/>
                      <a:pt x="3" y="6"/>
                    </a:cubicBezTo>
                    <a:cubicBezTo>
                      <a:pt x="3" y="4"/>
                      <a:pt x="4" y="3"/>
                      <a:pt x="4" y="2"/>
                    </a:cubicBezTo>
                    <a:cubicBezTo>
                      <a:pt x="5" y="1"/>
                      <a:pt x="5" y="0"/>
                      <a:pt x="6" y="0"/>
                    </a:cubicBezTo>
                    <a:lnTo>
                      <a:pt x="0" y="0"/>
                    </a:lnTo>
                    <a:cubicBezTo>
                      <a:pt x="10" y="30"/>
                      <a:pt x="17" y="61"/>
                      <a:pt x="20" y="9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9"/>
              <p:cNvSpPr/>
              <p:nvPr/>
            </p:nvSpPr>
            <p:spPr>
              <a:xfrm>
                <a:off x="1420925" y="-873575"/>
                <a:ext cx="6480" cy="8640"/>
              </a:xfrm>
              <a:custGeom>
                <a:rect b="b" l="l" r="r" t="t"/>
                <a:pathLst>
                  <a:path extrusionOk="0" h="24" w="18">
                    <a:moveTo>
                      <a:pt x="0" y="12"/>
                    </a:moveTo>
                    <a:cubicBezTo>
                      <a:pt x="0" y="15"/>
                      <a:pt x="0" y="17"/>
                      <a:pt x="1" y="20"/>
                    </a:cubicBezTo>
                    <a:lnTo>
                      <a:pt x="1" y="21"/>
                    </a:lnTo>
                    <a:lnTo>
                      <a:pt x="1" y="22"/>
                    </a:lnTo>
                    <a:lnTo>
                      <a:pt x="17" y="23"/>
                    </a:lnTo>
                    <a:cubicBezTo>
                      <a:pt x="16" y="16"/>
                      <a:pt x="13" y="8"/>
                      <a:pt x="11" y="0"/>
                    </a:cubicBezTo>
                    <a:lnTo>
                      <a:pt x="9" y="0"/>
                    </a:lnTo>
                    <a:cubicBezTo>
                      <a:pt x="8" y="1"/>
                      <a:pt x="8" y="0"/>
                      <a:pt x="7" y="1"/>
                    </a:cubicBezTo>
                    <a:cubicBezTo>
                      <a:pt x="5" y="3"/>
                      <a:pt x="3" y="4"/>
                      <a:pt x="2" y="7"/>
                    </a:cubicBezTo>
                    <a:cubicBezTo>
                      <a:pt x="1"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9"/>
              <p:cNvSpPr/>
              <p:nvPr/>
            </p:nvSpPr>
            <p:spPr>
              <a:xfrm>
                <a:off x="1420565" y="-869255"/>
                <a:ext cx="1080" cy="3240"/>
              </a:xfrm>
              <a:custGeom>
                <a:rect b="b" l="l" r="r" t="t"/>
                <a:pathLst>
                  <a:path extrusionOk="0" h="9" w="3">
                    <a:moveTo>
                      <a:pt x="2" y="8"/>
                    </a:moveTo>
                    <a:cubicBezTo>
                      <a:pt x="2" y="5"/>
                      <a:pt x="2" y="3"/>
                      <a:pt x="1" y="0"/>
                    </a:cubicBezTo>
                    <a:cubicBezTo>
                      <a:pt x="1" y="1"/>
                      <a:pt x="0" y="2"/>
                      <a:pt x="0" y="3"/>
                    </a:cubicBezTo>
                    <a:cubicBezTo>
                      <a:pt x="0" y="5"/>
                      <a:pt x="1" y="6"/>
                      <a:pt x="2"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9"/>
              <p:cNvSpPr/>
              <p:nvPr/>
            </p:nvSpPr>
            <p:spPr>
              <a:xfrm>
                <a:off x="1423085" y="-761255"/>
                <a:ext cx="4320" cy="8640"/>
              </a:xfrm>
              <a:custGeom>
                <a:rect b="b" l="l" r="r" t="t"/>
                <a:pathLst>
                  <a:path extrusionOk="0" h="24" w="12">
                    <a:moveTo>
                      <a:pt x="0" y="0"/>
                    </a:moveTo>
                    <a:cubicBezTo>
                      <a:pt x="0" y="4"/>
                      <a:pt x="0" y="8"/>
                      <a:pt x="0" y="13"/>
                    </a:cubicBezTo>
                    <a:cubicBezTo>
                      <a:pt x="0" y="16"/>
                      <a:pt x="0" y="20"/>
                      <a:pt x="0" y="23"/>
                    </a:cubicBezTo>
                    <a:cubicBezTo>
                      <a:pt x="2" y="23"/>
                      <a:pt x="3" y="23"/>
                      <a:pt x="5" y="22"/>
                    </a:cubicBezTo>
                    <a:cubicBezTo>
                      <a:pt x="7" y="21"/>
                      <a:pt x="9" y="19"/>
                      <a:pt x="10" y="17"/>
                    </a:cubicBezTo>
                    <a:cubicBezTo>
                      <a:pt x="11" y="15"/>
                      <a:pt x="11" y="14"/>
                      <a:pt x="11" y="12"/>
                    </a:cubicBezTo>
                    <a:cubicBezTo>
                      <a:pt x="11" y="10"/>
                      <a:pt x="11" y="8"/>
                      <a:pt x="10" y="6"/>
                    </a:cubicBezTo>
                    <a:cubicBezTo>
                      <a:pt x="9" y="4"/>
                      <a:pt x="7" y="4"/>
                      <a:pt x="5" y="2"/>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9"/>
              <p:cNvSpPr/>
              <p:nvPr/>
            </p:nvSpPr>
            <p:spPr>
              <a:xfrm>
                <a:off x="1421645" y="-776375"/>
                <a:ext cx="1800" cy="9360"/>
              </a:xfrm>
              <a:custGeom>
                <a:rect b="b" l="l" r="r" t="t"/>
                <a:pathLst>
                  <a:path extrusionOk="0" h="26" w="5">
                    <a:moveTo>
                      <a:pt x="4" y="0"/>
                    </a:moveTo>
                    <a:lnTo>
                      <a:pt x="0" y="0"/>
                    </a:lnTo>
                    <a:cubicBezTo>
                      <a:pt x="1" y="8"/>
                      <a:pt x="2" y="17"/>
                      <a:pt x="2" y="25"/>
                    </a:cubicBezTo>
                    <a:lnTo>
                      <a:pt x="4" y="25"/>
                    </a:lnTo>
                    <a:cubicBezTo>
                      <a:pt x="4" y="18"/>
                      <a:pt x="4" y="9"/>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9"/>
              <p:cNvSpPr/>
              <p:nvPr/>
            </p:nvSpPr>
            <p:spPr>
              <a:xfrm>
                <a:off x="1423085" y="-778535"/>
                <a:ext cx="9720" cy="11880"/>
              </a:xfrm>
              <a:custGeom>
                <a:rect b="b" l="l" r="r" t="t"/>
                <a:pathLst>
                  <a:path extrusionOk="0" h="33" w="27">
                    <a:moveTo>
                      <a:pt x="6" y="5"/>
                    </a:moveTo>
                    <a:cubicBezTo>
                      <a:pt x="4" y="6"/>
                      <a:pt x="2" y="6"/>
                      <a:pt x="0" y="6"/>
                    </a:cubicBezTo>
                    <a:cubicBezTo>
                      <a:pt x="0" y="15"/>
                      <a:pt x="0" y="23"/>
                      <a:pt x="0" y="32"/>
                    </a:cubicBezTo>
                    <a:cubicBezTo>
                      <a:pt x="4" y="32"/>
                      <a:pt x="8" y="30"/>
                      <a:pt x="12" y="28"/>
                    </a:cubicBezTo>
                    <a:cubicBezTo>
                      <a:pt x="14" y="27"/>
                      <a:pt x="16" y="25"/>
                      <a:pt x="18" y="23"/>
                    </a:cubicBezTo>
                    <a:cubicBezTo>
                      <a:pt x="26" y="16"/>
                      <a:pt x="17" y="0"/>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9"/>
              <p:cNvSpPr/>
              <p:nvPr/>
            </p:nvSpPr>
            <p:spPr>
              <a:xfrm>
                <a:off x="1429205" y="-801575"/>
                <a:ext cx="7200" cy="8640"/>
              </a:xfrm>
              <a:custGeom>
                <a:rect b="b" l="l" r="r" t="t"/>
                <a:pathLst>
                  <a:path extrusionOk="0" h="24" w="20">
                    <a:moveTo>
                      <a:pt x="7" y="21"/>
                    </a:moveTo>
                    <a:cubicBezTo>
                      <a:pt x="19" y="17"/>
                      <a:pt x="12" y="0"/>
                      <a:pt x="0" y="1"/>
                    </a:cubicBezTo>
                    <a:cubicBezTo>
                      <a:pt x="0" y="9"/>
                      <a:pt x="2" y="16"/>
                      <a:pt x="3" y="23"/>
                    </a:cubicBezTo>
                    <a:lnTo>
                      <a:pt x="7" y="2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9"/>
              <p:cNvSpPr/>
              <p:nvPr/>
            </p:nvSpPr>
            <p:spPr>
              <a:xfrm>
                <a:off x="1419125" y="-800135"/>
                <a:ext cx="4320" cy="10440"/>
              </a:xfrm>
              <a:custGeom>
                <a:rect b="b" l="l" r="r" t="t"/>
                <a:pathLst>
                  <a:path extrusionOk="0" h="29" w="12">
                    <a:moveTo>
                      <a:pt x="10" y="8"/>
                    </a:moveTo>
                    <a:cubicBezTo>
                      <a:pt x="10" y="6"/>
                      <a:pt x="10" y="3"/>
                      <a:pt x="10" y="0"/>
                    </a:cubicBezTo>
                    <a:lnTo>
                      <a:pt x="0" y="4"/>
                    </a:lnTo>
                    <a:cubicBezTo>
                      <a:pt x="0" y="12"/>
                      <a:pt x="2" y="20"/>
                      <a:pt x="3" y="28"/>
                    </a:cubicBezTo>
                    <a:lnTo>
                      <a:pt x="11" y="25"/>
                    </a:lnTo>
                    <a:cubicBezTo>
                      <a:pt x="10" y="19"/>
                      <a:pt x="10" y="14"/>
                      <a:pt x="1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9"/>
              <p:cNvSpPr/>
              <p:nvPr/>
            </p:nvSpPr>
            <p:spPr>
              <a:xfrm>
                <a:off x="1422725" y="-801215"/>
                <a:ext cx="7560" cy="10440"/>
              </a:xfrm>
              <a:custGeom>
                <a:rect b="b" l="l" r="r" t="t"/>
                <a:pathLst>
                  <a:path extrusionOk="0" h="29" w="21">
                    <a:moveTo>
                      <a:pt x="18" y="0"/>
                    </a:moveTo>
                    <a:cubicBezTo>
                      <a:pt x="12" y="0"/>
                      <a:pt x="6" y="1"/>
                      <a:pt x="0" y="3"/>
                    </a:cubicBezTo>
                    <a:cubicBezTo>
                      <a:pt x="0" y="6"/>
                      <a:pt x="0" y="9"/>
                      <a:pt x="0" y="11"/>
                    </a:cubicBezTo>
                    <a:cubicBezTo>
                      <a:pt x="0" y="17"/>
                      <a:pt x="0" y="22"/>
                      <a:pt x="0" y="28"/>
                    </a:cubicBezTo>
                    <a:lnTo>
                      <a:pt x="20" y="21"/>
                    </a:lnTo>
                    <a:cubicBezTo>
                      <a:pt x="19" y="14"/>
                      <a:pt x="19" y="7"/>
                      <a:pt x="1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9"/>
              <p:cNvSpPr/>
              <p:nvPr/>
            </p:nvSpPr>
            <p:spPr>
              <a:xfrm>
                <a:off x="1417325" y="-817415"/>
                <a:ext cx="5400" cy="9360"/>
              </a:xfrm>
              <a:custGeom>
                <a:rect b="b" l="l" r="r" t="t"/>
                <a:pathLst>
                  <a:path extrusionOk="0" h="26" w="15">
                    <a:moveTo>
                      <a:pt x="14" y="6"/>
                    </a:moveTo>
                    <a:lnTo>
                      <a:pt x="11" y="0"/>
                    </a:lnTo>
                    <a:lnTo>
                      <a:pt x="0" y="1"/>
                    </a:lnTo>
                    <a:cubicBezTo>
                      <a:pt x="0" y="9"/>
                      <a:pt x="1" y="17"/>
                      <a:pt x="2" y="25"/>
                    </a:cubicBezTo>
                    <a:cubicBezTo>
                      <a:pt x="6" y="24"/>
                      <a:pt x="10" y="24"/>
                      <a:pt x="14" y="23"/>
                    </a:cubicBezTo>
                    <a:cubicBezTo>
                      <a:pt x="14" y="17"/>
                      <a:pt x="14" y="11"/>
                      <a:pt x="14"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9"/>
              <p:cNvSpPr/>
              <p:nvPr/>
            </p:nvSpPr>
            <p:spPr>
              <a:xfrm>
                <a:off x="1422365" y="-815255"/>
                <a:ext cx="3600" cy="6480"/>
              </a:xfrm>
              <a:custGeom>
                <a:rect b="b" l="l" r="r" t="t"/>
                <a:pathLst>
                  <a:path extrusionOk="0" h="18" w="10">
                    <a:moveTo>
                      <a:pt x="0" y="0"/>
                    </a:moveTo>
                    <a:cubicBezTo>
                      <a:pt x="0" y="5"/>
                      <a:pt x="0" y="11"/>
                      <a:pt x="0" y="17"/>
                    </a:cubicBezTo>
                    <a:cubicBezTo>
                      <a:pt x="2" y="16"/>
                      <a:pt x="4" y="15"/>
                      <a:pt x="7" y="14"/>
                    </a:cubicBezTo>
                    <a:cubicBezTo>
                      <a:pt x="7" y="14"/>
                      <a:pt x="8" y="13"/>
                      <a:pt x="9" y="13"/>
                    </a:cubicBezTo>
                    <a:cubicBezTo>
                      <a:pt x="6" y="10"/>
                      <a:pt x="4" y="7"/>
                      <a:pt x="2" y="4"/>
                    </a:cubicBezTo>
                    <a:cubicBezTo>
                      <a:pt x="1" y="2"/>
                      <a:pt x="1"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9"/>
              <p:cNvSpPr/>
              <p:nvPr/>
            </p:nvSpPr>
            <p:spPr>
              <a:xfrm>
                <a:off x="1425605" y="-816335"/>
                <a:ext cx="1440" cy="3600"/>
              </a:xfrm>
              <a:custGeom>
                <a:rect b="b" l="l" r="r" t="t"/>
                <a:pathLst>
                  <a:path extrusionOk="0" h="10" w="4">
                    <a:moveTo>
                      <a:pt x="2" y="2"/>
                    </a:moveTo>
                    <a:lnTo>
                      <a:pt x="0" y="0"/>
                    </a:lnTo>
                    <a:cubicBezTo>
                      <a:pt x="1" y="3"/>
                      <a:pt x="2" y="7"/>
                      <a:pt x="3" y="9"/>
                    </a:cubicBezTo>
                    <a:cubicBezTo>
                      <a:pt x="3" y="7"/>
                      <a:pt x="3" y="4"/>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9"/>
              <p:cNvSpPr/>
              <p:nvPr/>
            </p:nvSpPr>
            <p:spPr>
              <a:xfrm>
                <a:off x="1421285" y="-817775"/>
                <a:ext cx="1440" cy="2880"/>
              </a:xfrm>
              <a:custGeom>
                <a:rect b="b" l="l" r="r" t="t"/>
                <a:pathLst>
                  <a:path extrusionOk="0" h="8" w="4">
                    <a:moveTo>
                      <a:pt x="0" y="1"/>
                    </a:moveTo>
                    <a:lnTo>
                      <a:pt x="3" y="7"/>
                    </a:lnTo>
                    <a:cubicBezTo>
                      <a:pt x="3" y="5"/>
                      <a:pt x="3" y="2"/>
                      <a:pt x="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9"/>
              <p:cNvSpPr/>
              <p:nvPr/>
            </p:nvSpPr>
            <p:spPr>
              <a:xfrm>
                <a:off x="1422365" y="-817775"/>
                <a:ext cx="4680" cy="7560"/>
              </a:xfrm>
              <a:custGeom>
                <a:rect b="b" l="l" r="r" t="t"/>
                <a:pathLst>
                  <a:path extrusionOk="0" h="21" w="13">
                    <a:moveTo>
                      <a:pt x="12" y="14"/>
                    </a:moveTo>
                    <a:cubicBezTo>
                      <a:pt x="11" y="11"/>
                      <a:pt x="10" y="8"/>
                      <a:pt x="9" y="5"/>
                    </a:cubicBezTo>
                    <a:cubicBezTo>
                      <a:pt x="8" y="4"/>
                      <a:pt x="7" y="3"/>
                      <a:pt x="6" y="2"/>
                    </a:cubicBezTo>
                    <a:cubicBezTo>
                      <a:pt x="4" y="1"/>
                      <a:pt x="2" y="0"/>
                      <a:pt x="1" y="0"/>
                    </a:cubicBezTo>
                    <a:lnTo>
                      <a:pt x="0" y="0"/>
                    </a:lnTo>
                    <a:cubicBezTo>
                      <a:pt x="0" y="2"/>
                      <a:pt x="0" y="5"/>
                      <a:pt x="0" y="7"/>
                    </a:cubicBezTo>
                    <a:cubicBezTo>
                      <a:pt x="1" y="8"/>
                      <a:pt x="2" y="9"/>
                      <a:pt x="2" y="10"/>
                    </a:cubicBezTo>
                    <a:cubicBezTo>
                      <a:pt x="4" y="14"/>
                      <a:pt x="7" y="17"/>
                      <a:pt x="10" y="20"/>
                    </a:cubicBezTo>
                    <a:cubicBezTo>
                      <a:pt x="10" y="19"/>
                      <a:pt x="11" y="18"/>
                      <a:pt x="11" y="18"/>
                    </a:cubicBezTo>
                    <a:cubicBezTo>
                      <a:pt x="12" y="17"/>
                      <a:pt x="12" y="15"/>
                      <a:pt x="12"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9"/>
              <p:cNvSpPr/>
              <p:nvPr/>
            </p:nvSpPr>
            <p:spPr>
              <a:xfrm>
                <a:off x="1415525" y="-837935"/>
                <a:ext cx="2160" cy="8640"/>
              </a:xfrm>
              <a:custGeom>
                <a:rect b="b" l="l" r="r" t="t"/>
                <a:pathLst>
                  <a:path extrusionOk="0" h="24" w="6">
                    <a:moveTo>
                      <a:pt x="5" y="22"/>
                    </a:moveTo>
                    <a:cubicBezTo>
                      <a:pt x="3" y="15"/>
                      <a:pt x="2" y="8"/>
                      <a:pt x="0" y="0"/>
                    </a:cubicBezTo>
                    <a:cubicBezTo>
                      <a:pt x="0" y="8"/>
                      <a:pt x="1" y="15"/>
                      <a:pt x="2" y="23"/>
                    </a:cubicBezTo>
                    <a:cubicBezTo>
                      <a:pt x="3" y="23"/>
                      <a:pt x="4" y="23"/>
                      <a:pt x="5"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9"/>
              <p:cNvSpPr/>
              <p:nvPr/>
            </p:nvSpPr>
            <p:spPr>
              <a:xfrm>
                <a:off x="1415525" y="-837935"/>
                <a:ext cx="5040" cy="8280"/>
              </a:xfrm>
              <a:custGeom>
                <a:rect b="b" l="l" r="r" t="t"/>
                <a:pathLst>
                  <a:path extrusionOk="0" h="23" w="14">
                    <a:moveTo>
                      <a:pt x="0" y="0"/>
                    </a:moveTo>
                    <a:cubicBezTo>
                      <a:pt x="2" y="8"/>
                      <a:pt x="4" y="15"/>
                      <a:pt x="6" y="22"/>
                    </a:cubicBezTo>
                    <a:cubicBezTo>
                      <a:pt x="8" y="21"/>
                      <a:pt x="9" y="20"/>
                      <a:pt x="11" y="18"/>
                    </a:cubicBezTo>
                    <a:cubicBezTo>
                      <a:pt x="13" y="16"/>
                      <a:pt x="12" y="14"/>
                      <a:pt x="12" y="12"/>
                    </a:cubicBezTo>
                    <a:cubicBezTo>
                      <a:pt x="12" y="10"/>
                      <a:pt x="13" y="8"/>
                      <a:pt x="11" y="6"/>
                    </a:cubicBezTo>
                    <a:cubicBezTo>
                      <a:pt x="9" y="4"/>
                      <a:pt x="8" y="2"/>
                      <a:pt x="6" y="1"/>
                    </a:cubicBezTo>
                    <a:cubicBezTo>
                      <a:pt x="4"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9"/>
              <p:cNvSpPr/>
              <p:nvPr/>
            </p:nvSpPr>
            <p:spPr>
              <a:xfrm>
                <a:off x="1337405" y="-1056095"/>
                <a:ext cx="50760" cy="83880"/>
              </a:xfrm>
              <a:custGeom>
                <a:rect b="b" l="l" r="r" t="t"/>
                <a:pathLst>
                  <a:path extrusionOk="0" h="233" w="141">
                    <a:moveTo>
                      <a:pt x="126" y="219"/>
                    </a:moveTo>
                    <a:cubicBezTo>
                      <a:pt x="132" y="223"/>
                      <a:pt x="136" y="227"/>
                      <a:pt x="140" y="232"/>
                    </a:cubicBezTo>
                    <a:cubicBezTo>
                      <a:pt x="133" y="202"/>
                      <a:pt x="121" y="172"/>
                      <a:pt x="105" y="145"/>
                    </a:cubicBezTo>
                    <a:cubicBezTo>
                      <a:pt x="101" y="137"/>
                      <a:pt x="97" y="130"/>
                      <a:pt x="92" y="123"/>
                    </a:cubicBezTo>
                    <a:cubicBezTo>
                      <a:pt x="64" y="80"/>
                      <a:pt x="34" y="39"/>
                      <a:pt x="0" y="0"/>
                    </a:cubicBezTo>
                    <a:cubicBezTo>
                      <a:pt x="14" y="22"/>
                      <a:pt x="27" y="45"/>
                      <a:pt x="40" y="67"/>
                    </a:cubicBezTo>
                    <a:cubicBezTo>
                      <a:pt x="69" y="117"/>
                      <a:pt x="95" y="168"/>
                      <a:pt x="120" y="220"/>
                    </a:cubicBezTo>
                    <a:cubicBezTo>
                      <a:pt x="120" y="219"/>
                      <a:pt x="120" y="219"/>
                      <a:pt x="121" y="219"/>
                    </a:cubicBezTo>
                    <a:cubicBezTo>
                      <a:pt x="122" y="218"/>
                      <a:pt x="123" y="218"/>
                      <a:pt x="124" y="218"/>
                    </a:cubicBezTo>
                    <a:cubicBezTo>
                      <a:pt x="124" y="218"/>
                      <a:pt x="125" y="218"/>
                      <a:pt x="126" y="2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9"/>
              <p:cNvSpPr/>
              <p:nvPr/>
            </p:nvSpPr>
            <p:spPr>
              <a:xfrm>
                <a:off x="1258205" y="-1129535"/>
                <a:ext cx="96480" cy="119520"/>
              </a:xfrm>
              <a:custGeom>
                <a:rect b="b" l="l" r="r" t="t"/>
                <a:pathLst>
                  <a:path extrusionOk="0" h="332" w="268">
                    <a:moveTo>
                      <a:pt x="155" y="185"/>
                    </a:moveTo>
                    <a:cubicBezTo>
                      <a:pt x="189" y="236"/>
                      <a:pt x="234" y="279"/>
                      <a:pt x="267" y="331"/>
                    </a:cubicBezTo>
                    <a:cubicBezTo>
                      <a:pt x="252" y="301"/>
                      <a:pt x="235" y="270"/>
                      <a:pt x="217" y="241"/>
                    </a:cubicBezTo>
                    <a:cubicBezTo>
                      <a:pt x="159" y="148"/>
                      <a:pt x="79" y="75"/>
                      <a:pt x="0" y="0"/>
                    </a:cubicBezTo>
                    <a:cubicBezTo>
                      <a:pt x="59" y="55"/>
                      <a:pt x="111" y="117"/>
                      <a:pt x="155" y="18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9"/>
              <p:cNvSpPr/>
              <p:nvPr/>
            </p:nvSpPr>
            <p:spPr>
              <a:xfrm>
                <a:off x="1365125" y="-989495"/>
                <a:ext cx="17280" cy="38880"/>
              </a:xfrm>
              <a:custGeom>
                <a:rect b="b" l="l" r="r" t="t"/>
                <a:pathLst>
                  <a:path extrusionOk="0" h="108" w="48">
                    <a:moveTo>
                      <a:pt x="47" y="107"/>
                    </a:moveTo>
                    <a:cubicBezTo>
                      <a:pt x="44" y="98"/>
                      <a:pt x="41" y="90"/>
                      <a:pt x="39" y="81"/>
                    </a:cubicBezTo>
                    <a:cubicBezTo>
                      <a:pt x="32" y="59"/>
                      <a:pt x="22" y="38"/>
                      <a:pt x="11" y="18"/>
                    </a:cubicBezTo>
                    <a:cubicBezTo>
                      <a:pt x="7" y="12"/>
                      <a:pt x="4" y="6"/>
                      <a:pt x="0" y="0"/>
                    </a:cubicBezTo>
                    <a:cubicBezTo>
                      <a:pt x="14" y="34"/>
                      <a:pt x="26" y="70"/>
                      <a:pt x="43" y="104"/>
                    </a:cubicBezTo>
                    <a:cubicBezTo>
                      <a:pt x="44" y="104"/>
                      <a:pt x="44" y="104"/>
                      <a:pt x="44" y="104"/>
                    </a:cubicBezTo>
                    <a:cubicBezTo>
                      <a:pt x="44" y="105"/>
                      <a:pt x="45" y="106"/>
                      <a:pt x="46" y="106"/>
                    </a:cubicBezTo>
                    <a:cubicBezTo>
                      <a:pt x="46" y="106"/>
                      <a:pt x="46" y="107"/>
                      <a:pt x="47"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9"/>
              <p:cNvSpPr/>
              <p:nvPr/>
            </p:nvSpPr>
            <p:spPr>
              <a:xfrm>
                <a:off x="1230845" y="-1157255"/>
                <a:ext cx="26640" cy="26280"/>
              </a:xfrm>
              <a:custGeom>
                <a:rect b="b" l="l" r="r" t="t"/>
                <a:pathLst>
                  <a:path extrusionOk="0" h="73" w="74">
                    <a:moveTo>
                      <a:pt x="48" y="50"/>
                    </a:moveTo>
                    <a:cubicBezTo>
                      <a:pt x="56" y="57"/>
                      <a:pt x="64" y="65"/>
                      <a:pt x="73" y="72"/>
                    </a:cubicBezTo>
                    <a:lnTo>
                      <a:pt x="51" y="51"/>
                    </a:lnTo>
                    <a:lnTo>
                      <a:pt x="0" y="0"/>
                    </a:lnTo>
                    <a:cubicBezTo>
                      <a:pt x="14" y="18"/>
                      <a:pt x="30" y="35"/>
                      <a:pt x="48"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9"/>
              <p:cNvSpPr/>
              <p:nvPr/>
            </p:nvSpPr>
            <p:spPr>
              <a:xfrm>
                <a:off x="1263965" y="-1136015"/>
                <a:ext cx="11160" cy="10440"/>
              </a:xfrm>
              <a:custGeom>
                <a:rect b="b" l="l" r="r" t="t"/>
                <a:pathLst>
                  <a:path extrusionOk="0" h="29" w="31">
                    <a:moveTo>
                      <a:pt x="7" y="6"/>
                    </a:moveTo>
                    <a:lnTo>
                      <a:pt x="0" y="0"/>
                    </a:lnTo>
                    <a:cubicBezTo>
                      <a:pt x="10" y="9"/>
                      <a:pt x="20" y="20"/>
                      <a:pt x="30" y="28"/>
                    </a:cubicBezTo>
                    <a:cubicBezTo>
                      <a:pt x="23" y="20"/>
                      <a:pt x="15" y="13"/>
                      <a:pt x="7"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9"/>
              <p:cNvSpPr/>
              <p:nvPr/>
            </p:nvSpPr>
            <p:spPr>
              <a:xfrm>
                <a:off x="1222205" y="-1175975"/>
                <a:ext cx="162360" cy="225360"/>
              </a:xfrm>
              <a:custGeom>
                <a:rect b="b" l="l" r="r" t="t"/>
                <a:pathLst>
                  <a:path extrusionOk="0" h="626" w="451">
                    <a:moveTo>
                      <a:pt x="8" y="2"/>
                    </a:moveTo>
                    <a:cubicBezTo>
                      <a:pt x="5" y="0"/>
                      <a:pt x="0" y="2"/>
                      <a:pt x="1" y="5"/>
                    </a:cubicBezTo>
                    <a:cubicBezTo>
                      <a:pt x="3" y="16"/>
                      <a:pt x="7" y="27"/>
                      <a:pt x="13" y="38"/>
                    </a:cubicBezTo>
                    <a:cubicBezTo>
                      <a:pt x="16" y="43"/>
                      <a:pt x="19" y="48"/>
                      <a:pt x="23" y="53"/>
                    </a:cubicBezTo>
                    <a:lnTo>
                      <a:pt x="74" y="103"/>
                    </a:lnTo>
                    <a:lnTo>
                      <a:pt x="97" y="125"/>
                    </a:lnTo>
                    <a:lnTo>
                      <a:pt x="101" y="129"/>
                    </a:lnTo>
                    <a:cubicBezTo>
                      <a:pt x="180" y="204"/>
                      <a:pt x="258" y="277"/>
                      <a:pt x="317" y="370"/>
                    </a:cubicBezTo>
                    <a:cubicBezTo>
                      <a:pt x="335" y="399"/>
                      <a:pt x="352" y="429"/>
                      <a:pt x="368" y="460"/>
                    </a:cubicBezTo>
                    <a:lnTo>
                      <a:pt x="370" y="464"/>
                    </a:lnTo>
                    <a:cubicBezTo>
                      <a:pt x="371" y="466"/>
                      <a:pt x="372" y="467"/>
                      <a:pt x="373" y="469"/>
                    </a:cubicBezTo>
                    <a:cubicBezTo>
                      <a:pt x="382" y="485"/>
                      <a:pt x="390" y="501"/>
                      <a:pt x="397" y="518"/>
                    </a:cubicBezTo>
                    <a:cubicBezTo>
                      <a:pt x="401" y="524"/>
                      <a:pt x="405" y="530"/>
                      <a:pt x="408" y="536"/>
                    </a:cubicBezTo>
                    <a:cubicBezTo>
                      <a:pt x="420" y="556"/>
                      <a:pt x="429" y="577"/>
                      <a:pt x="436" y="599"/>
                    </a:cubicBezTo>
                    <a:cubicBezTo>
                      <a:pt x="439" y="608"/>
                      <a:pt x="441" y="616"/>
                      <a:pt x="444" y="625"/>
                    </a:cubicBezTo>
                    <a:cubicBezTo>
                      <a:pt x="445" y="625"/>
                      <a:pt x="446" y="625"/>
                      <a:pt x="447" y="625"/>
                    </a:cubicBezTo>
                    <a:cubicBezTo>
                      <a:pt x="448" y="625"/>
                      <a:pt x="449" y="625"/>
                      <a:pt x="450" y="625"/>
                    </a:cubicBezTo>
                    <a:cubicBezTo>
                      <a:pt x="445" y="603"/>
                      <a:pt x="441" y="581"/>
                      <a:pt x="438" y="558"/>
                    </a:cubicBezTo>
                    <a:cubicBezTo>
                      <a:pt x="438" y="556"/>
                      <a:pt x="439" y="555"/>
                      <a:pt x="439" y="554"/>
                    </a:cubicBezTo>
                    <a:cubicBezTo>
                      <a:pt x="439" y="554"/>
                      <a:pt x="440" y="554"/>
                      <a:pt x="440" y="553"/>
                    </a:cubicBezTo>
                    <a:cubicBezTo>
                      <a:pt x="416" y="501"/>
                      <a:pt x="390" y="449"/>
                      <a:pt x="361" y="400"/>
                    </a:cubicBezTo>
                    <a:cubicBezTo>
                      <a:pt x="348" y="377"/>
                      <a:pt x="334" y="355"/>
                      <a:pt x="320" y="333"/>
                    </a:cubicBezTo>
                    <a:cubicBezTo>
                      <a:pt x="303" y="314"/>
                      <a:pt x="286" y="295"/>
                      <a:pt x="269" y="277"/>
                    </a:cubicBezTo>
                    <a:cubicBezTo>
                      <a:pt x="227" y="232"/>
                      <a:pt x="191" y="182"/>
                      <a:pt x="147" y="139"/>
                    </a:cubicBezTo>
                    <a:cubicBezTo>
                      <a:pt x="137" y="131"/>
                      <a:pt x="127" y="121"/>
                      <a:pt x="117" y="112"/>
                    </a:cubicBezTo>
                    <a:cubicBezTo>
                      <a:pt x="79" y="76"/>
                      <a:pt x="47" y="30"/>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9"/>
              <p:cNvSpPr/>
              <p:nvPr/>
            </p:nvSpPr>
            <p:spPr>
              <a:xfrm>
                <a:off x="1380605" y="-977615"/>
                <a:ext cx="8280" cy="17640"/>
              </a:xfrm>
              <a:custGeom>
                <a:rect b="b" l="l" r="r" t="t"/>
                <a:pathLst>
                  <a:path extrusionOk="0" h="49" w="23">
                    <a:moveTo>
                      <a:pt x="6" y="1"/>
                    </a:moveTo>
                    <a:cubicBezTo>
                      <a:pt x="5" y="0"/>
                      <a:pt x="4" y="0"/>
                      <a:pt x="4" y="0"/>
                    </a:cubicBezTo>
                    <a:cubicBezTo>
                      <a:pt x="3" y="0"/>
                      <a:pt x="2" y="0"/>
                      <a:pt x="1" y="1"/>
                    </a:cubicBezTo>
                    <a:cubicBezTo>
                      <a:pt x="0" y="1"/>
                      <a:pt x="0" y="1"/>
                      <a:pt x="0" y="2"/>
                    </a:cubicBezTo>
                    <a:cubicBezTo>
                      <a:pt x="7" y="17"/>
                      <a:pt x="14" y="33"/>
                      <a:pt x="21" y="48"/>
                    </a:cubicBezTo>
                    <a:cubicBezTo>
                      <a:pt x="22" y="42"/>
                      <a:pt x="22" y="36"/>
                      <a:pt x="22" y="31"/>
                    </a:cubicBezTo>
                    <a:cubicBezTo>
                      <a:pt x="22" y="25"/>
                      <a:pt x="22" y="20"/>
                      <a:pt x="21" y="14"/>
                    </a:cubicBezTo>
                    <a:cubicBezTo>
                      <a:pt x="17" y="9"/>
                      <a:pt x="12" y="5"/>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9"/>
              <p:cNvSpPr/>
              <p:nvPr/>
            </p:nvSpPr>
            <p:spPr>
              <a:xfrm>
                <a:off x="1379885" y="-976895"/>
                <a:ext cx="8640" cy="26280"/>
              </a:xfrm>
              <a:custGeom>
                <a:rect b="b" l="l" r="r" t="t"/>
                <a:pathLst>
                  <a:path extrusionOk="0" h="73" w="24">
                    <a:moveTo>
                      <a:pt x="17" y="68"/>
                    </a:moveTo>
                    <a:cubicBezTo>
                      <a:pt x="20" y="61"/>
                      <a:pt x="22" y="53"/>
                      <a:pt x="23" y="46"/>
                    </a:cubicBezTo>
                    <a:cubicBezTo>
                      <a:pt x="16" y="31"/>
                      <a:pt x="9" y="15"/>
                      <a:pt x="2" y="0"/>
                    </a:cubicBezTo>
                    <a:cubicBezTo>
                      <a:pt x="1" y="0"/>
                      <a:pt x="1" y="1"/>
                      <a:pt x="1" y="1"/>
                    </a:cubicBezTo>
                    <a:cubicBezTo>
                      <a:pt x="0" y="2"/>
                      <a:pt x="0" y="3"/>
                      <a:pt x="0" y="4"/>
                    </a:cubicBezTo>
                    <a:cubicBezTo>
                      <a:pt x="0" y="5"/>
                      <a:pt x="0" y="5"/>
                      <a:pt x="0" y="5"/>
                    </a:cubicBezTo>
                    <a:cubicBezTo>
                      <a:pt x="3" y="28"/>
                      <a:pt x="7" y="50"/>
                      <a:pt x="12" y="72"/>
                    </a:cubicBezTo>
                    <a:cubicBezTo>
                      <a:pt x="12" y="71"/>
                      <a:pt x="13" y="71"/>
                      <a:pt x="14" y="71"/>
                    </a:cubicBezTo>
                    <a:cubicBezTo>
                      <a:pt x="15" y="70"/>
                      <a:pt x="16" y="69"/>
                      <a:pt x="16" y="68"/>
                    </a:cubicBezTo>
                    <a:cubicBezTo>
                      <a:pt x="17" y="68"/>
                      <a:pt x="17" y="68"/>
                      <a:pt x="17" y="6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9"/>
              <p:cNvSpPr/>
              <p:nvPr/>
            </p:nvSpPr>
            <p:spPr>
              <a:xfrm>
                <a:off x="1589405" y="-849815"/>
                <a:ext cx="9720" cy="45000"/>
              </a:xfrm>
              <a:custGeom>
                <a:rect b="b" l="l" r="r" t="t"/>
                <a:pathLst>
                  <a:path extrusionOk="0" h="125" w="27">
                    <a:moveTo>
                      <a:pt x="12" y="118"/>
                    </a:moveTo>
                    <a:cubicBezTo>
                      <a:pt x="13" y="124"/>
                      <a:pt x="24" y="124"/>
                      <a:pt x="25" y="117"/>
                    </a:cubicBezTo>
                    <a:cubicBezTo>
                      <a:pt x="26" y="100"/>
                      <a:pt x="19" y="83"/>
                      <a:pt x="19" y="66"/>
                    </a:cubicBezTo>
                    <a:cubicBezTo>
                      <a:pt x="19" y="44"/>
                      <a:pt x="19" y="22"/>
                      <a:pt x="19" y="0"/>
                    </a:cubicBezTo>
                    <a:lnTo>
                      <a:pt x="1" y="0"/>
                    </a:lnTo>
                    <a:cubicBezTo>
                      <a:pt x="1" y="7"/>
                      <a:pt x="0" y="14"/>
                      <a:pt x="0" y="21"/>
                    </a:cubicBezTo>
                    <a:cubicBezTo>
                      <a:pt x="0" y="53"/>
                      <a:pt x="4" y="86"/>
                      <a:pt x="12"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9"/>
              <p:cNvSpPr/>
              <p:nvPr/>
            </p:nvSpPr>
            <p:spPr>
              <a:xfrm>
                <a:off x="1590485" y="-853055"/>
                <a:ext cx="6480" cy="3600"/>
              </a:xfrm>
              <a:custGeom>
                <a:rect b="b" l="l" r="r" t="t"/>
                <a:pathLst>
                  <a:path extrusionOk="0" h="10" w="18">
                    <a:moveTo>
                      <a:pt x="17" y="9"/>
                    </a:moveTo>
                    <a:cubicBezTo>
                      <a:pt x="17" y="7"/>
                      <a:pt x="17" y="5"/>
                      <a:pt x="17" y="2"/>
                    </a:cubicBezTo>
                    <a:lnTo>
                      <a:pt x="0" y="0"/>
                    </a:lnTo>
                    <a:cubicBezTo>
                      <a:pt x="0" y="3"/>
                      <a:pt x="0" y="6"/>
                      <a:pt x="0" y="9"/>
                    </a:cubicBezTo>
                    <a:lnTo>
                      <a:pt x="17"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9"/>
              <p:cNvSpPr/>
              <p:nvPr/>
            </p:nvSpPr>
            <p:spPr>
              <a:xfrm>
                <a:off x="1603085" y="-849815"/>
                <a:ext cx="7560" cy="17640"/>
              </a:xfrm>
              <a:custGeom>
                <a:rect b="b" l="l" r="r" t="t"/>
                <a:pathLst>
                  <a:path extrusionOk="0" h="49" w="21">
                    <a:moveTo>
                      <a:pt x="4" y="41"/>
                    </a:moveTo>
                    <a:cubicBezTo>
                      <a:pt x="4" y="48"/>
                      <a:pt x="15" y="45"/>
                      <a:pt x="15" y="40"/>
                    </a:cubicBezTo>
                    <a:cubicBezTo>
                      <a:pt x="18" y="26"/>
                      <a:pt x="19" y="13"/>
                      <a:pt x="20" y="0"/>
                    </a:cubicBezTo>
                    <a:lnTo>
                      <a:pt x="0" y="0"/>
                    </a:lnTo>
                    <a:cubicBezTo>
                      <a:pt x="1" y="14"/>
                      <a:pt x="2" y="27"/>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9"/>
              <p:cNvSpPr/>
              <p:nvPr/>
            </p:nvSpPr>
            <p:spPr>
              <a:xfrm>
                <a:off x="1603085" y="-851615"/>
                <a:ext cx="7560" cy="2520"/>
              </a:xfrm>
              <a:custGeom>
                <a:rect b="b" l="l" r="r" t="t"/>
                <a:pathLst>
                  <a:path extrusionOk="0" h="7" w="21">
                    <a:moveTo>
                      <a:pt x="20" y="6"/>
                    </a:moveTo>
                    <a:cubicBezTo>
                      <a:pt x="20" y="5"/>
                      <a:pt x="20" y="4"/>
                      <a:pt x="20" y="2"/>
                    </a:cubicBezTo>
                    <a:lnTo>
                      <a:pt x="0" y="0"/>
                    </a:lnTo>
                    <a:cubicBezTo>
                      <a:pt x="0" y="2"/>
                      <a:pt x="0" y="4"/>
                      <a:pt x="0" y="6"/>
                    </a:cubicBezTo>
                    <a:lnTo>
                      <a:pt x="2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9"/>
              <p:cNvSpPr/>
              <p:nvPr/>
            </p:nvSpPr>
            <p:spPr>
              <a:xfrm>
                <a:off x="1626845" y="-848015"/>
                <a:ext cx="8640" cy="49320"/>
              </a:xfrm>
              <a:custGeom>
                <a:rect b="b" l="l" r="r" t="t"/>
                <a:pathLst>
                  <a:path extrusionOk="0" h="137" w="24">
                    <a:moveTo>
                      <a:pt x="6" y="132"/>
                    </a:moveTo>
                    <a:lnTo>
                      <a:pt x="7" y="133"/>
                    </a:lnTo>
                    <a:cubicBezTo>
                      <a:pt x="8" y="134"/>
                      <a:pt x="7" y="134"/>
                      <a:pt x="8" y="135"/>
                    </a:cubicBezTo>
                    <a:cubicBezTo>
                      <a:pt x="9" y="136"/>
                      <a:pt x="10" y="136"/>
                      <a:pt x="11" y="136"/>
                    </a:cubicBezTo>
                    <a:cubicBezTo>
                      <a:pt x="12" y="136"/>
                      <a:pt x="13" y="135"/>
                      <a:pt x="13" y="135"/>
                    </a:cubicBezTo>
                    <a:cubicBezTo>
                      <a:pt x="14" y="134"/>
                      <a:pt x="15" y="134"/>
                      <a:pt x="15" y="133"/>
                    </a:cubicBezTo>
                    <a:lnTo>
                      <a:pt x="16" y="132"/>
                    </a:lnTo>
                    <a:cubicBezTo>
                      <a:pt x="20" y="98"/>
                      <a:pt x="23" y="63"/>
                      <a:pt x="23" y="29"/>
                    </a:cubicBezTo>
                    <a:cubicBezTo>
                      <a:pt x="23" y="19"/>
                      <a:pt x="23" y="9"/>
                      <a:pt x="22" y="0"/>
                    </a:cubicBezTo>
                    <a:lnTo>
                      <a:pt x="1" y="0"/>
                    </a:lnTo>
                    <a:cubicBezTo>
                      <a:pt x="0" y="12"/>
                      <a:pt x="0" y="24"/>
                      <a:pt x="0" y="36"/>
                    </a:cubicBezTo>
                    <a:cubicBezTo>
                      <a:pt x="0" y="68"/>
                      <a:pt x="2" y="100"/>
                      <a:pt x="6" y="1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9"/>
              <p:cNvSpPr/>
              <p:nvPr/>
            </p:nvSpPr>
            <p:spPr>
              <a:xfrm>
                <a:off x="1627565" y="-849455"/>
                <a:ext cx="7920" cy="1440"/>
              </a:xfrm>
              <a:custGeom>
                <a:rect b="b" l="l" r="r" t="t"/>
                <a:pathLst>
                  <a:path extrusionOk="0" h="4" w="22">
                    <a:moveTo>
                      <a:pt x="21" y="3"/>
                    </a:moveTo>
                    <a:cubicBezTo>
                      <a:pt x="21" y="2"/>
                      <a:pt x="21" y="1"/>
                      <a:pt x="21" y="0"/>
                    </a:cubicBezTo>
                    <a:lnTo>
                      <a:pt x="9" y="0"/>
                    </a:lnTo>
                    <a:lnTo>
                      <a:pt x="0" y="0"/>
                    </a:lnTo>
                    <a:cubicBezTo>
                      <a:pt x="0" y="1"/>
                      <a:pt x="0" y="2"/>
                      <a:pt x="0"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9"/>
              <p:cNvSpPr/>
              <p:nvPr/>
            </p:nvSpPr>
            <p:spPr>
              <a:xfrm>
                <a:off x="1642685" y="-847295"/>
                <a:ext cx="11160" cy="35280"/>
              </a:xfrm>
              <a:custGeom>
                <a:rect b="b" l="l" r="r" t="t"/>
                <a:pathLst>
                  <a:path extrusionOk="0" h="98" w="31">
                    <a:moveTo>
                      <a:pt x="11" y="0"/>
                    </a:moveTo>
                    <a:cubicBezTo>
                      <a:pt x="10" y="2"/>
                      <a:pt x="8" y="4"/>
                      <a:pt x="7" y="6"/>
                    </a:cubicBezTo>
                    <a:cubicBezTo>
                      <a:pt x="2" y="14"/>
                      <a:pt x="0" y="23"/>
                      <a:pt x="0" y="33"/>
                    </a:cubicBezTo>
                    <a:cubicBezTo>
                      <a:pt x="2" y="51"/>
                      <a:pt x="2" y="69"/>
                      <a:pt x="3" y="86"/>
                    </a:cubicBezTo>
                    <a:cubicBezTo>
                      <a:pt x="3" y="95"/>
                      <a:pt x="19" y="97"/>
                      <a:pt x="20" y="88"/>
                    </a:cubicBezTo>
                    <a:cubicBezTo>
                      <a:pt x="21" y="74"/>
                      <a:pt x="22" y="61"/>
                      <a:pt x="22" y="48"/>
                    </a:cubicBezTo>
                    <a:cubicBezTo>
                      <a:pt x="22" y="45"/>
                      <a:pt x="22" y="43"/>
                      <a:pt x="22" y="40"/>
                    </a:cubicBezTo>
                    <a:cubicBezTo>
                      <a:pt x="22" y="39"/>
                      <a:pt x="22" y="37"/>
                      <a:pt x="22" y="35"/>
                    </a:cubicBezTo>
                    <a:cubicBezTo>
                      <a:pt x="22" y="30"/>
                      <a:pt x="23" y="24"/>
                      <a:pt x="26" y="19"/>
                    </a:cubicBezTo>
                    <a:cubicBezTo>
                      <a:pt x="26" y="18"/>
                      <a:pt x="27" y="18"/>
                      <a:pt x="27" y="17"/>
                    </a:cubicBezTo>
                    <a:cubicBezTo>
                      <a:pt x="29" y="13"/>
                      <a:pt x="30" y="10"/>
                      <a:pt x="30" y="6"/>
                    </a:cubicBezTo>
                    <a:cubicBezTo>
                      <a:pt x="30" y="5"/>
                      <a:pt x="30" y="5"/>
                      <a:pt x="30" y="5"/>
                    </a:cubicBezTo>
                    <a:cubicBezTo>
                      <a:pt x="30" y="3"/>
                      <a:pt x="30" y="2"/>
                      <a:pt x="29" y="0"/>
                    </a:cubicBezTo>
                    <a:lnTo>
                      <a:pt x="12" y="0"/>
                    </a:ln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9"/>
              <p:cNvSpPr/>
              <p:nvPr/>
            </p:nvSpPr>
            <p:spPr>
              <a:xfrm>
                <a:off x="1647365" y="-849095"/>
                <a:ext cx="6120" cy="1800"/>
              </a:xfrm>
              <a:custGeom>
                <a:rect b="b" l="l" r="r" t="t"/>
                <a:pathLst>
                  <a:path extrusionOk="0" h="5" w="17">
                    <a:moveTo>
                      <a:pt x="0" y="4"/>
                    </a:moveTo>
                    <a:lnTo>
                      <a:pt x="16" y="4"/>
                    </a:lnTo>
                    <a:cubicBezTo>
                      <a:pt x="15" y="3"/>
                      <a:pt x="14" y="2"/>
                      <a:pt x="13" y="1"/>
                    </a:cubicBezTo>
                    <a:cubicBezTo>
                      <a:pt x="12" y="0"/>
                      <a:pt x="10" y="0"/>
                      <a:pt x="8" y="0"/>
                    </a:cubicBezTo>
                    <a:cubicBezTo>
                      <a:pt x="6" y="0"/>
                      <a:pt x="4" y="0"/>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9"/>
              <p:cNvSpPr/>
              <p:nvPr/>
            </p:nvSpPr>
            <p:spPr>
              <a:xfrm>
                <a:off x="1670045" y="-846935"/>
                <a:ext cx="6480" cy="35280"/>
              </a:xfrm>
              <a:custGeom>
                <a:rect b="b" l="l" r="r" t="t"/>
                <a:pathLst>
                  <a:path extrusionOk="0" h="98" w="18">
                    <a:moveTo>
                      <a:pt x="0" y="1"/>
                    </a:moveTo>
                    <a:cubicBezTo>
                      <a:pt x="1" y="32"/>
                      <a:pt x="3" y="63"/>
                      <a:pt x="7" y="93"/>
                    </a:cubicBezTo>
                    <a:cubicBezTo>
                      <a:pt x="7" y="94"/>
                      <a:pt x="7" y="94"/>
                      <a:pt x="8" y="95"/>
                    </a:cubicBezTo>
                    <a:lnTo>
                      <a:pt x="9" y="96"/>
                    </a:lnTo>
                    <a:cubicBezTo>
                      <a:pt x="10" y="97"/>
                      <a:pt x="11" y="97"/>
                      <a:pt x="12" y="97"/>
                    </a:cubicBezTo>
                    <a:cubicBezTo>
                      <a:pt x="13" y="97"/>
                      <a:pt x="13" y="97"/>
                      <a:pt x="14" y="96"/>
                    </a:cubicBezTo>
                    <a:cubicBezTo>
                      <a:pt x="15" y="95"/>
                      <a:pt x="16" y="95"/>
                      <a:pt x="16" y="95"/>
                    </a:cubicBezTo>
                    <a:cubicBezTo>
                      <a:pt x="16" y="94"/>
                      <a:pt x="16" y="94"/>
                      <a:pt x="17" y="93"/>
                    </a:cubicBezTo>
                    <a:cubicBezTo>
                      <a:pt x="17" y="79"/>
                      <a:pt x="14" y="65"/>
                      <a:pt x="15" y="50"/>
                    </a:cubicBezTo>
                    <a:cubicBezTo>
                      <a:pt x="15" y="35"/>
                      <a:pt x="17" y="17"/>
                      <a:pt x="17"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9"/>
              <p:cNvSpPr/>
              <p:nvPr/>
            </p:nvSpPr>
            <p:spPr>
              <a:xfrm>
                <a:off x="1670045" y="-849455"/>
                <a:ext cx="6480" cy="2520"/>
              </a:xfrm>
              <a:custGeom>
                <a:rect b="b" l="l" r="r" t="t"/>
                <a:pathLst>
                  <a:path extrusionOk="0" h="7" w="18">
                    <a:moveTo>
                      <a:pt x="0" y="6"/>
                    </a:moveTo>
                    <a:lnTo>
                      <a:pt x="17" y="6"/>
                    </a:lnTo>
                    <a:cubicBezTo>
                      <a:pt x="17" y="5"/>
                      <a:pt x="17" y="4"/>
                      <a:pt x="16" y="2"/>
                    </a:cubicBezTo>
                    <a:cubicBezTo>
                      <a:pt x="15" y="0"/>
                      <a:pt x="14" y="0"/>
                      <a:pt x="13" y="0"/>
                    </a:cubicBezTo>
                    <a:lnTo>
                      <a:pt x="4" y="0"/>
                    </a:lnTo>
                    <a:cubicBezTo>
                      <a:pt x="3" y="1"/>
                      <a:pt x="2" y="2"/>
                      <a:pt x="1" y="3"/>
                    </a:cubicBezTo>
                    <a:cubicBezTo>
                      <a:pt x="1" y="4"/>
                      <a:pt x="0" y="5"/>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9"/>
              <p:cNvSpPr/>
              <p:nvPr/>
            </p:nvSpPr>
            <p:spPr>
              <a:xfrm>
                <a:off x="1686245" y="-846935"/>
                <a:ext cx="8640" cy="40680"/>
              </a:xfrm>
              <a:custGeom>
                <a:rect b="b" l="l" r="r" t="t"/>
                <a:pathLst>
                  <a:path extrusionOk="0" h="113" w="24">
                    <a:moveTo>
                      <a:pt x="1" y="43"/>
                    </a:moveTo>
                    <a:cubicBezTo>
                      <a:pt x="1" y="63"/>
                      <a:pt x="3" y="82"/>
                      <a:pt x="3" y="101"/>
                    </a:cubicBezTo>
                    <a:cubicBezTo>
                      <a:pt x="3" y="110"/>
                      <a:pt x="18" y="112"/>
                      <a:pt x="19" y="101"/>
                    </a:cubicBezTo>
                    <a:cubicBezTo>
                      <a:pt x="20" y="79"/>
                      <a:pt x="21" y="57"/>
                      <a:pt x="22" y="34"/>
                    </a:cubicBezTo>
                    <a:cubicBezTo>
                      <a:pt x="22" y="29"/>
                      <a:pt x="23" y="22"/>
                      <a:pt x="23" y="17"/>
                    </a:cubicBezTo>
                    <a:cubicBezTo>
                      <a:pt x="23" y="11"/>
                      <a:pt x="22" y="6"/>
                      <a:pt x="22" y="0"/>
                    </a:cubicBezTo>
                    <a:lnTo>
                      <a:pt x="2" y="0"/>
                    </a:lnTo>
                    <a:cubicBezTo>
                      <a:pt x="1" y="8"/>
                      <a:pt x="0" y="16"/>
                      <a:pt x="0" y="24"/>
                    </a:cubicBezTo>
                    <a:cubicBezTo>
                      <a:pt x="0" y="30"/>
                      <a:pt x="1" y="37"/>
                      <a:pt x="1" y="4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9"/>
              <p:cNvSpPr/>
              <p:nvPr/>
            </p:nvSpPr>
            <p:spPr>
              <a:xfrm>
                <a:off x="1686965" y="-849095"/>
                <a:ext cx="7200" cy="2880"/>
              </a:xfrm>
              <a:custGeom>
                <a:rect b="b" l="l" r="r" t="t"/>
                <a:pathLst>
                  <a:path extrusionOk="0" h="8" w="20">
                    <a:moveTo>
                      <a:pt x="19" y="6"/>
                    </a:moveTo>
                    <a:cubicBezTo>
                      <a:pt x="19" y="4"/>
                      <a:pt x="18" y="2"/>
                      <a:pt x="17" y="0"/>
                    </a:cubicBezTo>
                    <a:lnTo>
                      <a:pt x="5" y="0"/>
                    </a:lnTo>
                    <a:lnTo>
                      <a:pt x="2" y="0"/>
                    </a:lnTo>
                    <a:cubicBezTo>
                      <a:pt x="1" y="2"/>
                      <a:pt x="0" y="5"/>
                      <a:pt x="0" y="7"/>
                    </a:cubicBezTo>
                    <a:lnTo>
                      <a:pt x="1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9"/>
              <p:cNvSpPr/>
              <p:nvPr/>
            </p:nvSpPr>
            <p:spPr>
              <a:xfrm>
                <a:off x="1703165" y="-846935"/>
                <a:ext cx="9000" cy="47160"/>
              </a:xfrm>
              <a:custGeom>
                <a:rect b="b" l="l" r="r" t="t"/>
                <a:pathLst>
                  <a:path extrusionOk="0" h="131" w="25">
                    <a:moveTo>
                      <a:pt x="5" y="122"/>
                    </a:moveTo>
                    <a:cubicBezTo>
                      <a:pt x="5" y="130"/>
                      <a:pt x="18" y="130"/>
                      <a:pt x="19" y="122"/>
                    </a:cubicBezTo>
                    <a:cubicBezTo>
                      <a:pt x="22" y="93"/>
                      <a:pt x="24" y="63"/>
                      <a:pt x="24" y="33"/>
                    </a:cubicBezTo>
                    <a:cubicBezTo>
                      <a:pt x="24" y="22"/>
                      <a:pt x="24" y="11"/>
                      <a:pt x="23" y="0"/>
                    </a:cubicBezTo>
                    <a:lnTo>
                      <a:pt x="2" y="0"/>
                    </a:lnTo>
                    <a:cubicBezTo>
                      <a:pt x="1" y="13"/>
                      <a:pt x="0" y="27"/>
                      <a:pt x="0" y="40"/>
                    </a:cubicBezTo>
                    <a:cubicBezTo>
                      <a:pt x="0" y="68"/>
                      <a:pt x="2" y="95"/>
                      <a:pt x="5" y="1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9"/>
              <p:cNvSpPr/>
              <p:nvPr/>
            </p:nvSpPr>
            <p:spPr>
              <a:xfrm>
                <a:off x="1704245" y="-848735"/>
                <a:ext cx="7560" cy="1800"/>
              </a:xfrm>
              <a:custGeom>
                <a:rect b="b" l="l" r="r" t="t"/>
                <a:pathLst>
                  <a:path extrusionOk="0" h="5" w="21">
                    <a:moveTo>
                      <a:pt x="20" y="4"/>
                    </a:moveTo>
                    <a:lnTo>
                      <a:pt x="20" y="2"/>
                    </a:lnTo>
                    <a:lnTo>
                      <a:pt x="0" y="0"/>
                    </a:lnTo>
                    <a:cubicBezTo>
                      <a:pt x="0" y="2"/>
                      <a:pt x="0" y="3"/>
                      <a:pt x="0" y="4"/>
                    </a:cubicBezTo>
                    <a:lnTo>
                      <a:pt x="20"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9"/>
              <p:cNvSpPr/>
              <p:nvPr/>
            </p:nvSpPr>
            <p:spPr>
              <a:xfrm>
                <a:off x="1724405" y="-847295"/>
                <a:ext cx="11160" cy="37440"/>
              </a:xfrm>
              <a:custGeom>
                <a:rect b="b" l="l" r="r" t="t"/>
                <a:pathLst>
                  <a:path extrusionOk="0" h="104" w="31">
                    <a:moveTo>
                      <a:pt x="0" y="0"/>
                    </a:moveTo>
                    <a:cubicBezTo>
                      <a:pt x="1" y="9"/>
                      <a:pt x="3" y="18"/>
                      <a:pt x="4" y="27"/>
                    </a:cubicBezTo>
                    <a:cubicBezTo>
                      <a:pt x="6" y="48"/>
                      <a:pt x="7" y="69"/>
                      <a:pt x="8" y="90"/>
                    </a:cubicBezTo>
                    <a:cubicBezTo>
                      <a:pt x="8" y="103"/>
                      <a:pt x="27" y="102"/>
                      <a:pt x="27" y="89"/>
                    </a:cubicBezTo>
                    <a:cubicBezTo>
                      <a:pt x="29" y="73"/>
                      <a:pt x="30" y="56"/>
                      <a:pt x="30" y="40"/>
                    </a:cubicBezTo>
                    <a:cubicBezTo>
                      <a:pt x="30" y="27"/>
                      <a:pt x="29" y="14"/>
                      <a:pt x="28" y="1"/>
                    </a:cubicBezTo>
                    <a:lnTo>
                      <a:pt x="18" y="1"/>
                    </a:lnTo>
                    <a:cubicBezTo>
                      <a:pt x="12" y="2"/>
                      <a:pt x="6"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9"/>
              <p:cNvSpPr/>
              <p:nvPr/>
            </p:nvSpPr>
            <p:spPr>
              <a:xfrm>
                <a:off x="1742765" y="-846215"/>
                <a:ext cx="8640" cy="46080"/>
              </a:xfrm>
              <a:custGeom>
                <a:rect b="b" l="l" r="r" t="t"/>
                <a:pathLst>
                  <a:path extrusionOk="0" h="128" w="24">
                    <a:moveTo>
                      <a:pt x="9" y="121"/>
                    </a:moveTo>
                    <a:cubicBezTo>
                      <a:pt x="9" y="127"/>
                      <a:pt x="20" y="126"/>
                      <a:pt x="19" y="119"/>
                    </a:cubicBezTo>
                    <a:cubicBezTo>
                      <a:pt x="19" y="80"/>
                      <a:pt x="23" y="41"/>
                      <a:pt x="22" y="1"/>
                    </a:cubicBezTo>
                    <a:lnTo>
                      <a:pt x="0" y="0"/>
                    </a:lnTo>
                    <a:cubicBezTo>
                      <a:pt x="1" y="40"/>
                      <a:pt x="4" y="80"/>
                      <a:pt x="9" y="1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9"/>
              <p:cNvSpPr/>
              <p:nvPr/>
            </p:nvSpPr>
            <p:spPr>
              <a:xfrm>
                <a:off x="1759325" y="-845135"/>
                <a:ext cx="9360" cy="27360"/>
              </a:xfrm>
              <a:custGeom>
                <a:rect b="b" l="l" r="r" t="t"/>
                <a:pathLst>
                  <a:path extrusionOk="0" h="76" w="26">
                    <a:moveTo>
                      <a:pt x="6" y="65"/>
                    </a:moveTo>
                    <a:cubicBezTo>
                      <a:pt x="6" y="73"/>
                      <a:pt x="19" y="75"/>
                      <a:pt x="20" y="67"/>
                    </a:cubicBezTo>
                    <a:cubicBezTo>
                      <a:pt x="23" y="45"/>
                      <a:pt x="24" y="24"/>
                      <a:pt x="25" y="3"/>
                    </a:cubicBezTo>
                    <a:lnTo>
                      <a:pt x="1" y="0"/>
                    </a:lnTo>
                    <a:cubicBezTo>
                      <a:pt x="0" y="5"/>
                      <a:pt x="0" y="9"/>
                      <a:pt x="0" y="13"/>
                    </a:cubicBezTo>
                    <a:cubicBezTo>
                      <a:pt x="0" y="30"/>
                      <a:pt x="2" y="48"/>
                      <a:pt x="6" y="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9"/>
              <p:cNvSpPr/>
              <p:nvPr/>
            </p:nvSpPr>
            <p:spPr>
              <a:xfrm>
                <a:off x="1759685" y="-844775"/>
                <a:ext cx="9000" cy="1080"/>
              </a:xfrm>
              <a:custGeom>
                <a:rect b="b" l="l" r="r" t="t"/>
                <a:pathLst>
                  <a:path extrusionOk="0" h="3" w="25">
                    <a:moveTo>
                      <a:pt x="24" y="2"/>
                    </a:moveTo>
                    <a:lnTo>
                      <a:pt x="24" y="2"/>
                    </a:lnTo>
                    <a:lnTo>
                      <a:pt x="0" y="0"/>
                    </a:lnTo>
                    <a:lnTo>
                      <a:pt x="0" y="0"/>
                    </a:lnTo>
                    <a:lnTo>
                      <a:pt x="24" y="2"/>
                    </a:lnTo>
                  </a:path>
                </a:pathLst>
              </a:custGeom>
              <a:solidFill>
                <a:schemeClr val="dk1"/>
              </a:solidFill>
              <a:ln>
                <a:noFill/>
              </a:ln>
            </p:spPr>
          </p:sp>
          <p:sp>
            <p:nvSpPr>
              <p:cNvPr id="6506" name="Google Shape;6506;p49"/>
              <p:cNvSpPr/>
              <p:nvPr/>
            </p:nvSpPr>
            <p:spPr>
              <a:xfrm>
                <a:off x="1783085" y="-841895"/>
                <a:ext cx="9720" cy="44640"/>
              </a:xfrm>
              <a:custGeom>
                <a:rect b="b" l="l" r="r" t="t"/>
                <a:pathLst>
                  <a:path extrusionOk="0" h="124" w="27">
                    <a:moveTo>
                      <a:pt x="13" y="1"/>
                    </a:moveTo>
                    <a:cubicBezTo>
                      <a:pt x="0" y="10"/>
                      <a:pt x="0" y="29"/>
                      <a:pt x="2" y="43"/>
                    </a:cubicBezTo>
                    <a:cubicBezTo>
                      <a:pt x="3" y="67"/>
                      <a:pt x="5" y="92"/>
                      <a:pt x="5" y="117"/>
                    </a:cubicBezTo>
                    <a:cubicBezTo>
                      <a:pt x="5" y="118"/>
                      <a:pt x="5" y="119"/>
                      <a:pt x="6" y="120"/>
                    </a:cubicBezTo>
                    <a:cubicBezTo>
                      <a:pt x="7" y="121"/>
                      <a:pt x="7" y="121"/>
                      <a:pt x="8" y="122"/>
                    </a:cubicBezTo>
                    <a:cubicBezTo>
                      <a:pt x="9" y="123"/>
                      <a:pt x="10" y="122"/>
                      <a:pt x="11" y="122"/>
                    </a:cubicBezTo>
                    <a:cubicBezTo>
                      <a:pt x="12" y="122"/>
                      <a:pt x="13" y="123"/>
                      <a:pt x="14" y="122"/>
                    </a:cubicBezTo>
                    <a:cubicBezTo>
                      <a:pt x="15" y="121"/>
                      <a:pt x="15" y="121"/>
                      <a:pt x="16" y="120"/>
                    </a:cubicBezTo>
                    <a:cubicBezTo>
                      <a:pt x="17" y="119"/>
                      <a:pt x="16" y="118"/>
                      <a:pt x="16" y="117"/>
                    </a:cubicBezTo>
                    <a:cubicBezTo>
                      <a:pt x="17" y="97"/>
                      <a:pt x="19" y="77"/>
                      <a:pt x="19" y="58"/>
                    </a:cubicBezTo>
                    <a:cubicBezTo>
                      <a:pt x="19" y="47"/>
                      <a:pt x="15" y="24"/>
                      <a:pt x="23" y="16"/>
                    </a:cubicBezTo>
                    <a:cubicBezTo>
                      <a:pt x="24" y="16"/>
                      <a:pt x="24" y="15"/>
                      <a:pt x="24" y="15"/>
                    </a:cubicBezTo>
                    <a:cubicBezTo>
                      <a:pt x="25" y="13"/>
                      <a:pt x="26" y="12"/>
                      <a:pt x="26" y="10"/>
                    </a:cubicBezTo>
                    <a:cubicBezTo>
                      <a:pt x="26" y="8"/>
                      <a:pt x="25" y="7"/>
                      <a:pt x="24" y="5"/>
                    </a:cubicBezTo>
                    <a:cubicBezTo>
                      <a:pt x="23" y="3"/>
                      <a:pt x="22" y="3"/>
                      <a:pt x="21" y="2"/>
                    </a:cubicBezTo>
                    <a:cubicBezTo>
                      <a:pt x="20" y="1"/>
                      <a:pt x="20" y="1"/>
                      <a:pt x="19" y="1"/>
                    </a:cubicBezTo>
                    <a:cubicBezTo>
                      <a:pt x="18" y="1"/>
                      <a:pt x="17" y="0"/>
                      <a:pt x="16" y="0"/>
                    </a:cubicBezTo>
                    <a:cubicBezTo>
                      <a:pt x="15" y="0"/>
                      <a:pt x="14" y="1"/>
                      <a:pt x="1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9"/>
              <p:cNvSpPr/>
              <p:nvPr/>
            </p:nvSpPr>
            <p:spPr>
              <a:xfrm>
                <a:off x="1803605" y="-839735"/>
                <a:ext cx="7560" cy="38880"/>
              </a:xfrm>
              <a:custGeom>
                <a:rect b="b" l="l" r="r" t="t"/>
                <a:pathLst>
                  <a:path extrusionOk="0" h="108" w="21">
                    <a:moveTo>
                      <a:pt x="1" y="44"/>
                    </a:moveTo>
                    <a:cubicBezTo>
                      <a:pt x="2" y="62"/>
                      <a:pt x="3" y="81"/>
                      <a:pt x="4" y="100"/>
                    </a:cubicBezTo>
                    <a:cubicBezTo>
                      <a:pt x="4" y="107"/>
                      <a:pt x="16" y="107"/>
                      <a:pt x="16" y="100"/>
                    </a:cubicBezTo>
                    <a:cubicBezTo>
                      <a:pt x="17" y="78"/>
                      <a:pt x="20" y="56"/>
                      <a:pt x="20" y="34"/>
                    </a:cubicBezTo>
                    <a:cubicBezTo>
                      <a:pt x="20" y="30"/>
                      <a:pt x="20" y="27"/>
                      <a:pt x="20" y="23"/>
                    </a:cubicBezTo>
                    <a:cubicBezTo>
                      <a:pt x="20" y="15"/>
                      <a:pt x="20" y="8"/>
                      <a:pt x="18" y="0"/>
                    </a:cubicBezTo>
                    <a:cubicBezTo>
                      <a:pt x="13" y="0"/>
                      <a:pt x="8" y="0"/>
                      <a:pt x="3" y="0"/>
                    </a:cubicBezTo>
                    <a:cubicBezTo>
                      <a:pt x="1" y="9"/>
                      <a:pt x="0" y="18"/>
                      <a:pt x="0" y="27"/>
                    </a:cubicBezTo>
                    <a:cubicBezTo>
                      <a:pt x="0" y="33"/>
                      <a:pt x="0" y="38"/>
                      <a:pt x="1"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9"/>
              <p:cNvSpPr/>
              <p:nvPr/>
            </p:nvSpPr>
            <p:spPr>
              <a:xfrm>
                <a:off x="1804685" y="-844055"/>
                <a:ext cx="6120" cy="4320"/>
              </a:xfrm>
              <a:custGeom>
                <a:rect b="b" l="l" r="r" t="t"/>
                <a:pathLst>
                  <a:path extrusionOk="0" h="12" w="17">
                    <a:moveTo>
                      <a:pt x="3" y="4"/>
                    </a:moveTo>
                    <a:cubicBezTo>
                      <a:pt x="2" y="6"/>
                      <a:pt x="1" y="8"/>
                      <a:pt x="0" y="11"/>
                    </a:cubicBezTo>
                    <a:cubicBezTo>
                      <a:pt x="5" y="11"/>
                      <a:pt x="10" y="11"/>
                      <a:pt x="16" y="11"/>
                    </a:cubicBezTo>
                    <a:cubicBezTo>
                      <a:pt x="15" y="8"/>
                      <a:pt x="14" y="5"/>
                      <a:pt x="13" y="3"/>
                    </a:cubicBezTo>
                    <a:cubicBezTo>
                      <a:pt x="12" y="2"/>
                      <a:pt x="12" y="1"/>
                      <a:pt x="11" y="1"/>
                    </a:cubicBezTo>
                    <a:cubicBezTo>
                      <a:pt x="10" y="1"/>
                      <a:pt x="9" y="0"/>
                      <a:pt x="8" y="0"/>
                    </a:cubicBezTo>
                    <a:cubicBezTo>
                      <a:pt x="7" y="0"/>
                      <a:pt x="6" y="0"/>
                      <a:pt x="5" y="1"/>
                    </a:cubicBezTo>
                    <a:cubicBezTo>
                      <a:pt x="4" y="2"/>
                      <a:pt x="4" y="2"/>
                      <a:pt x="3" y="3"/>
                    </a:cubicBezTo>
                    <a:lnTo>
                      <a:pt x="3"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9"/>
              <p:cNvSpPr/>
              <p:nvPr/>
            </p:nvSpPr>
            <p:spPr>
              <a:xfrm>
                <a:off x="1829525" y="-840095"/>
                <a:ext cx="7920" cy="40320"/>
              </a:xfrm>
              <a:custGeom>
                <a:rect b="b" l="l" r="r" t="t"/>
                <a:pathLst>
                  <a:path extrusionOk="0" h="112" w="22">
                    <a:moveTo>
                      <a:pt x="3" y="0"/>
                    </a:moveTo>
                    <a:cubicBezTo>
                      <a:pt x="1" y="10"/>
                      <a:pt x="0" y="20"/>
                      <a:pt x="0" y="30"/>
                    </a:cubicBezTo>
                    <a:cubicBezTo>
                      <a:pt x="0" y="35"/>
                      <a:pt x="0" y="41"/>
                      <a:pt x="1" y="46"/>
                    </a:cubicBezTo>
                    <a:cubicBezTo>
                      <a:pt x="1" y="65"/>
                      <a:pt x="1" y="85"/>
                      <a:pt x="1" y="104"/>
                    </a:cubicBezTo>
                    <a:cubicBezTo>
                      <a:pt x="1" y="105"/>
                      <a:pt x="1" y="106"/>
                      <a:pt x="2" y="107"/>
                    </a:cubicBezTo>
                    <a:cubicBezTo>
                      <a:pt x="2" y="108"/>
                      <a:pt x="4" y="109"/>
                      <a:pt x="5" y="110"/>
                    </a:cubicBezTo>
                    <a:cubicBezTo>
                      <a:pt x="6" y="111"/>
                      <a:pt x="7" y="111"/>
                      <a:pt x="9" y="111"/>
                    </a:cubicBezTo>
                    <a:cubicBezTo>
                      <a:pt x="10" y="111"/>
                      <a:pt x="12" y="111"/>
                      <a:pt x="14" y="110"/>
                    </a:cubicBezTo>
                    <a:cubicBezTo>
                      <a:pt x="16" y="109"/>
                      <a:pt x="16" y="108"/>
                      <a:pt x="17" y="107"/>
                    </a:cubicBezTo>
                    <a:cubicBezTo>
                      <a:pt x="18" y="106"/>
                      <a:pt x="18" y="105"/>
                      <a:pt x="18" y="104"/>
                    </a:cubicBezTo>
                    <a:cubicBezTo>
                      <a:pt x="18" y="82"/>
                      <a:pt x="19" y="59"/>
                      <a:pt x="20" y="37"/>
                    </a:cubicBezTo>
                    <a:cubicBezTo>
                      <a:pt x="20" y="33"/>
                      <a:pt x="21" y="29"/>
                      <a:pt x="21" y="25"/>
                    </a:cubicBezTo>
                    <a:cubicBezTo>
                      <a:pt x="21" y="17"/>
                      <a:pt x="19" y="8"/>
                      <a:pt x="17" y="0"/>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9"/>
              <p:cNvSpPr/>
              <p:nvPr/>
            </p:nvSpPr>
            <p:spPr>
              <a:xfrm>
                <a:off x="1830965" y="-841175"/>
                <a:ext cx="5400" cy="1440"/>
              </a:xfrm>
              <a:custGeom>
                <a:rect b="b" l="l" r="r" t="t"/>
                <a:pathLst>
                  <a:path extrusionOk="0" h="4" w="15">
                    <a:moveTo>
                      <a:pt x="14" y="3"/>
                    </a:moveTo>
                    <a:lnTo>
                      <a:pt x="14" y="2"/>
                    </a:lnTo>
                    <a:lnTo>
                      <a:pt x="1" y="0"/>
                    </a:lnTo>
                    <a:cubicBezTo>
                      <a:pt x="1" y="1"/>
                      <a:pt x="0" y="2"/>
                      <a:pt x="0" y="3"/>
                    </a:cubicBezTo>
                    <a:lnTo>
                      <a:pt x="14"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9"/>
              <p:cNvSpPr/>
              <p:nvPr/>
            </p:nvSpPr>
            <p:spPr>
              <a:xfrm>
                <a:off x="1848245" y="-839015"/>
                <a:ext cx="8280" cy="32400"/>
              </a:xfrm>
              <a:custGeom>
                <a:rect b="b" l="l" r="r" t="t"/>
                <a:pathLst>
                  <a:path extrusionOk="0" h="90" w="23">
                    <a:moveTo>
                      <a:pt x="1" y="29"/>
                    </a:moveTo>
                    <a:cubicBezTo>
                      <a:pt x="1" y="46"/>
                      <a:pt x="2" y="64"/>
                      <a:pt x="3" y="81"/>
                    </a:cubicBezTo>
                    <a:cubicBezTo>
                      <a:pt x="3" y="83"/>
                      <a:pt x="4" y="84"/>
                      <a:pt x="4" y="85"/>
                    </a:cubicBezTo>
                    <a:cubicBezTo>
                      <a:pt x="5" y="86"/>
                      <a:pt x="6" y="87"/>
                      <a:pt x="7" y="88"/>
                    </a:cubicBezTo>
                    <a:cubicBezTo>
                      <a:pt x="8" y="89"/>
                      <a:pt x="10" y="89"/>
                      <a:pt x="11" y="89"/>
                    </a:cubicBezTo>
                    <a:cubicBezTo>
                      <a:pt x="12" y="89"/>
                      <a:pt x="14" y="89"/>
                      <a:pt x="15" y="88"/>
                    </a:cubicBezTo>
                    <a:cubicBezTo>
                      <a:pt x="16" y="87"/>
                      <a:pt x="17" y="86"/>
                      <a:pt x="17" y="85"/>
                    </a:cubicBezTo>
                    <a:cubicBezTo>
                      <a:pt x="18" y="84"/>
                      <a:pt x="18" y="83"/>
                      <a:pt x="18" y="81"/>
                    </a:cubicBezTo>
                    <a:cubicBezTo>
                      <a:pt x="20" y="64"/>
                      <a:pt x="21" y="47"/>
                      <a:pt x="22" y="30"/>
                    </a:cubicBezTo>
                    <a:cubicBezTo>
                      <a:pt x="22" y="25"/>
                      <a:pt x="22" y="20"/>
                      <a:pt x="22" y="16"/>
                    </a:cubicBezTo>
                    <a:cubicBezTo>
                      <a:pt x="22" y="11"/>
                      <a:pt x="22" y="7"/>
                      <a:pt x="22" y="2"/>
                    </a:cubicBezTo>
                    <a:lnTo>
                      <a:pt x="2" y="0"/>
                    </a:lnTo>
                    <a:cubicBezTo>
                      <a:pt x="1" y="7"/>
                      <a:pt x="0" y="14"/>
                      <a:pt x="0" y="20"/>
                    </a:cubicBezTo>
                    <a:cubicBezTo>
                      <a:pt x="0" y="23"/>
                      <a:pt x="1" y="26"/>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9"/>
              <p:cNvSpPr/>
              <p:nvPr/>
            </p:nvSpPr>
            <p:spPr>
              <a:xfrm>
                <a:off x="1865525" y="-837215"/>
                <a:ext cx="11160" cy="46080"/>
              </a:xfrm>
              <a:custGeom>
                <a:rect b="b" l="l" r="r" t="t"/>
                <a:pathLst>
                  <a:path extrusionOk="0" h="128" w="31">
                    <a:moveTo>
                      <a:pt x="2" y="44"/>
                    </a:moveTo>
                    <a:cubicBezTo>
                      <a:pt x="2" y="68"/>
                      <a:pt x="5" y="93"/>
                      <a:pt x="7" y="117"/>
                    </a:cubicBezTo>
                    <a:cubicBezTo>
                      <a:pt x="7" y="125"/>
                      <a:pt x="20" y="127"/>
                      <a:pt x="21" y="119"/>
                    </a:cubicBezTo>
                    <a:cubicBezTo>
                      <a:pt x="25" y="90"/>
                      <a:pt x="27" y="62"/>
                      <a:pt x="28" y="33"/>
                    </a:cubicBezTo>
                    <a:cubicBezTo>
                      <a:pt x="28" y="23"/>
                      <a:pt x="30" y="13"/>
                      <a:pt x="29" y="3"/>
                    </a:cubicBezTo>
                    <a:lnTo>
                      <a:pt x="1" y="0"/>
                    </a:lnTo>
                    <a:cubicBezTo>
                      <a:pt x="1" y="5"/>
                      <a:pt x="0" y="9"/>
                      <a:pt x="0" y="14"/>
                    </a:cubicBezTo>
                    <a:cubicBezTo>
                      <a:pt x="0" y="24"/>
                      <a:pt x="1" y="34"/>
                      <a:pt x="2"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9"/>
              <p:cNvSpPr/>
              <p:nvPr/>
            </p:nvSpPr>
            <p:spPr>
              <a:xfrm>
                <a:off x="1883885" y="-833615"/>
                <a:ext cx="13680" cy="32760"/>
              </a:xfrm>
              <a:custGeom>
                <a:rect b="b" l="l" r="r" t="t"/>
                <a:pathLst>
                  <a:path extrusionOk="0" h="91" w="38">
                    <a:moveTo>
                      <a:pt x="12" y="12"/>
                    </a:moveTo>
                    <a:cubicBezTo>
                      <a:pt x="11" y="10"/>
                      <a:pt x="11" y="7"/>
                      <a:pt x="10" y="4"/>
                    </a:cubicBezTo>
                    <a:cubicBezTo>
                      <a:pt x="10" y="5"/>
                      <a:pt x="9" y="5"/>
                      <a:pt x="9" y="6"/>
                    </a:cubicBezTo>
                    <a:cubicBezTo>
                      <a:pt x="4" y="14"/>
                      <a:pt x="1" y="24"/>
                      <a:pt x="1" y="33"/>
                    </a:cubicBezTo>
                    <a:cubicBezTo>
                      <a:pt x="1" y="38"/>
                      <a:pt x="0" y="43"/>
                      <a:pt x="0" y="48"/>
                    </a:cubicBezTo>
                    <a:cubicBezTo>
                      <a:pt x="0" y="60"/>
                      <a:pt x="2" y="73"/>
                      <a:pt x="5" y="85"/>
                    </a:cubicBezTo>
                    <a:lnTo>
                      <a:pt x="5" y="86"/>
                    </a:lnTo>
                    <a:cubicBezTo>
                      <a:pt x="6" y="87"/>
                      <a:pt x="7" y="88"/>
                      <a:pt x="8" y="89"/>
                    </a:cubicBezTo>
                    <a:cubicBezTo>
                      <a:pt x="9" y="90"/>
                      <a:pt x="11" y="90"/>
                      <a:pt x="12" y="90"/>
                    </a:cubicBezTo>
                    <a:cubicBezTo>
                      <a:pt x="13" y="90"/>
                      <a:pt x="14" y="90"/>
                      <a:pt x="16" y="89"/>
                    </a:cubicBezTo>
                    <a:cubicBezTo>
                      <a:pt x="18" y="88"/>
                      <a:pt x="17" y="87"/>
                      <a:pt x="18" y="86"/>
                    </a:cubicBezTo>
                    <a:cubicBezTo>
                      <a:pt x="19" y="85"/>
                      <a:pt x="19" y="85"/>
                      <a:pt x="19" y="85"/>
                    </a:cubicBezTo>
                    <a:cubicBezTo>
                      <a:pt x="23" y="65"/>
                      <a:pt x="18" y="43"/>
                      <a:pt x="24" y="24"/>
                    </a:cubicBezTo>
                    <a:cubicBezTo>
                      <a:pt x="27" y="18"/>
                      <a:pt x="37" y="6"/>
                      <a:pt x="31" y="0"/>
                    </a:cubicBezTo>
                    <a:cubicBezTo>
                      <a:pt x="31" y="4"/>
                      <a:pt x="30" y="8"/>
                      <a:pt x="29" y="11"/>
                    </a:cubicBezTo>
                    <a:cubicBezTo>
                      <a:pt x="29" y="12"/>
                      <a:pt x="29" y="12"/>
                      <a:pt x="28" y="13"/>
                    </a:cubicBezTo>
                    <a:cubicBezTo>
                      <a:pt x="27" y="14"/>
                      <a:pt x="27" y="15"/>
                      <a:pt x="25" y="16"/>
                    </a:cubicBezTo>
                    <a:cubicBezTo>
                      <a:pt x="23" y="17"/>
                      <a:pt x="21" y="17"/>
                      <a:pt x="20" y="17"/>
                    </a:cubicBezTo>
                    <a:cubicBezTo>
                      <a:pt x="18" y="17"/>
                      <a:pt x="18" y="17"/>
                      <a:pt x="16" y="16"/>
                    </a:cubicBezTo>
                    <a:cubicBezTo>
                      <a:pt x="14" y="15"/>
                      <a:pt x="13" y="14"/>
                      <a:pt x="12" y="13"/>
                    </a:cubicBezTo>
                    <a:lnTo>
                      <a:pt x="12"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9"/>
              <p:cNvSpPr/>
              <p:nvPr/>
            </p:nvSpPr>
            <p:spPr>
              <a:xfrm>
                <a:off x="1902605" y="-833255"/>
                <a:ext cx="8280" cy="24120"/>
              </a:xfrm>
              <a:custGeom>
                <a:rect b="b" l="l" r="r" t="t"/>
                <a:pathLst>
                  <a:path extrusionOk="0" h="67" w="23">
                    <a:moveTo>
                      <a:pt x="0" y="17"/>
                    </a:moveTo>
                    <a:cubicBezTo>
                      <a:pt x="1" y="32"/>
                      <a:pt x="2" y="47"/>
                      <a:pt x="4" y="62"/>
                    </a:cubicBezTo>
                    <a:cubicBezTo>
                      <a:pt x="4" y="63"/>
                      <a:pt x="4" y="63"/>
                      <a:pt x="4" y="63"/>
                    </a:cubicBezTo>
                    <a:cubicBezTo>
                      <a:pt x="5" y="64"/>
                      <a:pt x="5" y="65"/>
                      <a:pt x="6" y="65"/>
                    </a:cubicBezTo>
                    <a:cubicBezTo>
                      <a:pt x="7" y="65"/>
                      <a:pt x="7" y="66"/>
                      <a:pt x="8" y="66"/>
                    </a:cubicBezTo>
                    <a:cubicBezTo>
                      <a:pt x="9" y="66"/>
                      <a:pt x="10" y="65"/>
                      <a:pt x="10" y="65"/>
                    </a:cubicBezTo>
                    <a:cubicBezTo>
                      <a:pt x="11" y="65"/>
                      <a:pt x="11" y="64"/>
                      <a:pt x="12" y="63"/>
                    </a:cubicBezTo>
                    <a:lnTo>
                      <a:pt x="12" y="62"/>
                    </a:lnTo>
                    <a:cubicBezTo>
                      <a:pt x="13" y="46"/>
                      <a:pt x="15" y="31"/>
                      <a:pt x="18" y="15"/>
                    </a:cubicBezTo>
                    <a:cubicBezTo>
                      <a:pt x="20" y="10"/>
                      <a:pt x="21" y="5"/>
                      <a:pt x="22" y="0"/>
                    </a:cubicBezTo>
                    <a:lnTo>
                      <a:pt x="2" y="0"/>
                    </a:lnTo>
                    <a:cubicBezTo>
                      <a:pt x="1" y="5"/>
                      <a:pt x="0" y="11"/>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9"/>
              <p:cNvSpPr/>
              <p:nvPr/>
            </p:nvSpPr>
            <p:spPr>
              <a:xfrm>
                <a:off x="1886765" y="-835055"/>
                <a:ext cx="5040" cy="3240"/>
              </a:xfrm>
              <a:custGeom>
                <a:rect b="b" l="l" r="r" t="t"/>
                <a:pathLst>
                  <a:path extrusionOk="0" h="9" w="14">
                    <a:moveTo>
                      <a:pt x="13" y="2"/>
                    </a:moveTo>
                    <a:lnTo>
                      <a:pt x="0" y="0"/>
                    </a:lnTo>
                    <a:cubicBezTo>
                      <a:pt x="0" y="3"/>
                      <a:pt x="1" y="6"/>
                      <a:pt x="2" y="8"/>
                    </a:cubicBezTo>
                    <a:cubicBezTo>
                      <a:pt x="3" y="6"/>
                      <a:pt x="5" y="5"/>
                      <a:pt x="7" y="4"/>
                    </a:cubicBezTo>
                    <a:cubicBezTo>
                      <a:pt x="9" y="3"/>
                      <a:pt x="11"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9"/>
              <p:cNvSpPr/>
              <p:nvPr/>
            </p:nvSpPr>
            <p:spPr>
              <a:xfrm>
                <a:off x="1893605" y="-833975"/>
                <a:ext cx="1800" cy="1080"/>
              </a:xfrm>
              <a:custGeom>
                <a:rect b="b" l="l" r="r" t="t"/>
                <a:pathLst>
                  <a:path extrusionOk="0" h="3" w="5">
                    <a:moveTo>
                      <a:pt x="4" y="2"/>
                    </a:moveTo>
                    <a:lnTo>
                      <a:pt x="4" y="0"/>
                    </a:lnTo>
                    <a:lnTo>
                      <a:pt x="0" y="0"/>
                    </a:lnTo>
                    <a:cubicBezTo>
                      <a:pt x="1" y="0"/>
                      <a:pt x="2" y="0"/>
                      <a:pt x="3" y="1"/>
                    </a:cubicBezTo>
                    <a:cubicBezTo>
                      <a:pt x="4" y="1"/>
                      <a:pt x="4" y="1"/>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9"/>
              <p:cNvSpPr/>
              <p:nvPr/>
            </p:nvSpPr>
            <p:spPr>
              <a:xfrm>
                <a:off x="1887485" y="-834335"/>
                <a:ext cx="7920" cy="7560"/>
              </a:xfrm>
              <a:custGeom>
                <a:rect b="b" l="l" r="r" t="t"/>
                <a:pathLst>
                  <a:path extrusionOk="0" h="21" w="22">
                    <a:moveTo>
                      <a:pt x="11" y="0"/>
                    </a:moveTo>
                    <a:cubicBezTo>
                      <a:pt x="9" y="0"/>
                      <a:pt x="7" y="1"/>
                      <a:pt x="5" y="2"/>
                    </a:cubicBezTo>
                    <a:cubicBezTo>
                      <a:pt x="3" y="3"/>
                      <a:pt x="1" y="4"/>
                      <a:pt x="0" y="6"/>
                    </a:cubicBezTo>
                    <a:cubicBezTo>
                      <a:pt x="0" y="9"/>
                      <a:pt x="1" y="12"/>
                      <a:pt x="2" y="14"/>
                    </a:cubicBezTo>
                    <a:cubicBezTo>
                      <a:pt x="2" y="15"/>
                      <a:pt x="2" y="15"/>
                      <a:pt x="2" y="15"/>
                    </a:cubicBezTo>
                    <a:cubicBezTo>
                      <a:pt x="3" y="17"/>
                      <a:pt x="4" y="18"/>
                      <a:pt x="6" y="19"/>
                    </a:cubicBezTo>
                    <a:cubicBezTo>
                      <a:pt x="8" y="20"/>
                      <a:pt x="8" y="20"/>
                      <a:pt x="10" y="20"/>
                    </a:cubicBezTo>
                    <a:cubicBezTo>
                      <a:pt x="11" y="20"/>
                      <a:pt x="14" y="20"/>
                      <a:pt x="15" y="19"/>
                    </a:cubicBezTo>
                    <a:cubicBezTo>
                      <a:pt x="16" y="18"/>
                      <a:pt x="17" y="17"/>
                      <a:pt x="18" y="15"/>
                    </a:cubicBezTo>
                    <a:cubicBezTo>
                      <a:pt x="18" y="15"/>
                      <a:pt x="19" y="15"/>
                      <a:pt x="19" y="14"/>
                    </a:cubicBezTo>
                    <a:cubicBezTo>
                      <a:pt x="20" y="11"/>
                      <a:pt x="21" y="7"/>
                      <a:pt x="21" y="3"/>
                    </a:cubicBezTo>
                    <a:lnTo>
                      <a:pt x="20" y="2"/>
                    </a:lnTo>
                    <a:cubicBezTo>
                      <a:pt x="19" y="1"/>
                      <a:pt x="18" y="1"/>
                      <a:pt x="17" y="1"/>
                    </a:cubicBezTo>
                    <a:lnTo>
                      <a:pt x="1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9"/>
              <p:cNvSpPr/>
              <p:nvPr/>
            </p:nvSpPr>
            <p:spPr>
              <a:xfrm>
                <a:off x="1921325" y="-832895"/>
                <a:ext cx="8280" cy="35640"/>
              </a:xfrm>
              <a:custGeom>
                <a:rect b="b" l="l" r="r" t="t"/>
                <a:pathLst>
                  <a:path extrusionOk="0" h="99" w="23">
                    <a:moveTo>
                      <a:pt x="0" y="26"/>
                    </a:moveTo>
                    <a:cubicBezTo>
                      <a:pt x="0" y="49"/>
                      <a:pt x="2" y="71"/>
                      <a:pt x="3" y="94"/>
                    </a:cubicBezTo>
                    <a:lnTo>
                      <a:pt x="3" y="95"/>
                    </a:lnTo>
                    <a:cubicBezTo>
                      <a:pt x="4" y="96"/>
                      <a:pt x="4" y="96"/>
                      <a:pt x="5" y="97"/>
                    </a:cubicBezTo>
                    <a:cubicBezTo>
                      <a:pt x="6" y="98"/>
                      <a:pt x="7" y="98"/>
                      <a:pt x="8" y="98"/>
                    </a:cubicBezTo>
                    <a:cubicBezTo>
                      <a:pt x="9" y="98"/>
                      <a:pt x="10" y="98"/>
                      <a:pt x="11" y="97"/>
                    </a:cubicBezTo>
                    <a:cubicBezTo>
                      <a:pt x="12" y="96"/>
                      <a:pt x="13" y="96"/>
                      <a:pt x="13" y="95"/>
                    </a:cubicBezTo>
                    <a:lnTo>
                      <a:pt x="14" y="94"/>
                    </a:lnTo>
                    <a:cubicBezTo>
                      <a:pt x="14" y="62"/>
                      <a:pt x="17" y="31"/>
                      <a:pt x="22" y="0"/>
                    </a:cubicBezTo>
                    <a:lnTo>
                      <a:pt x="3" y="0"/>
                    </a:lnTo>
                    <a:cubicBezTo>
                      <a:pt x="1" y="7"/>
                      <a:pt x="0" y="15"/>
                      <a:pt x="0" y="22"/>
                    </a:cubicBezTo>
                    <a:cubicBezTo>
                      <a:pt x="0" y="24"/>
                      <a:pt x="0" y="25"/>
                      <a:pt x="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9"/>
              <p:cNvSpPr/>
              <p:nvPr/>
            </p:nvSpPr>
            <p:spPr>
              <a:xfrm>
                <a:off x="1941125" y="-832895"/>
                <a:ext cx="7200" cy="39600"/>
              </a:xfrm>
              <a:custGeom>
                <a:rect b="b" l="l" r="r" t="t"/>
                <a:pathLst>
                  <a:path extrusionOk="0" h="110" w="20">
                    <a:moveTo>
                      <a:pt x="4" y="102"/>
                    </a:moveTo>
                    <a:cubicBezTo>
                      <a:pt x="4" y="108"/>
                      <a:pt x="14" y="109"/>
                      <a:pt x="14" y="102"/>
                    </a:cubicBezTo>
                    <a:cubicBezTo>
                      <a:pt x="17" y="72"/>
                      <a:pt x="19" y="41"/>
                      <a:pt x="19" y="10"/>
                    </a:cubicBezTo>
                    <a:cubicBezTo>
                      <a:pt x="19" y="6"/>
                      <a:pt x="19" y="3"/>
                      <a:pt x="19" y="0"/>
                    </a:cubicBezTo>
                    <a:lnTo>
                      <a:pt x="0" y="0"/>
                    </a:lnTo>
                    <a:cubicBezTo>
                      <a:pt x="0" y="7"/>
                      <a:pt x="0" y="13"/>
                      <a:pt x="0" y="19"/>
                    </a:cubicBezTo>
                    <a:cubicBezTo>
                      <a:pt x="0" y="47"/>
                      <a:pt x="2" y="75"/>
                      <a:pt x="4" y="10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9"/>
              <p:cNvSpPr/>
              <p:nvPr/>
            </p:nvSpPr>
            <p:spPr>
              <a:xfrm>
                <a:off x="1959485" y="-832535"/>
                <a:ext cx="8280" cy="35640"/>
              </a:xfrm>
              <a:custGeom>
                <a:rect b="b" l="l" r="r" t="t"/>
                <a:pathLst>
                  <a:path extrusionOk="0" h="99" w="23">
                    <a:moveTo>
                      <a:pt x="5" y="89"/>
                    </a:moveTo>
                    <a:cubicBezTo>
                      <a:pt x="5" y="96"/>
                      <a:pt x="16" y="98"/>
                      <a:pt x="17" y="89"/>
                    </a:cubicBezTo>
                    <a:cubicBezTo>
                      <a:pt x="18" y="60"/>
                      <a:pt x="22" y="30"/>
                      <a:pt x="22" y="0"/>
                    </a:cubicBezTo>
                    <a:lnTo>
                      <a:pt x="0" y="0"/>
                    </a:lnTo>
                    <a:cubicBezTo>
                      <a:pt x="0" y="30"/>
                      <a:pt x="3" y="60"/>
                      <a:pt x="5" y="8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9"/>
              <p:cNvSpPr/>
              <p:nvPr/>
            </p:nvSpPr>
            <p:spPr>
              <a:xfrm>
                <a:off x="1976045" y="-831815"/>
                <a:ext cx="9360" cy="35280"/>
              </a:xfrm>
              <a:custGeom>
                <a:rect b="b" l="l" r="r" t="t"/>
                <a:pathLst>
                  <a:path extrusionOk="0" h="98" w="26">
                    <a:moveTo>
                      <a:pt x="1" y="16"/>
                    </a:moveTo>
                    <a:cubicBezTo>
                      <a:pt x="1" y="40"/>
                      <a:pt x="4" y="64"/>
                      <a:pt x="6" y="88"/>
                    </a:cubicBezTo>
                    <a:cubicBezTo>
                      <a:pt x="6" y="95"/>
                      <a:pt x="19" y="97"/>
                      <a:pt x="19" y="89"/>
                    </a:cubicBezTo>
                    <a:cubicBezTo>
                      <a:pt x="22" y="65"/>
                      <a:pt x="24" y="40"/>
                      <a:pt x="25" y="16"/>
                    </a:cubicBezTo>
                    <a:cubicBezTo>
                      <a:pt x="25" y="10"/>
                      <a:pt x="25" y="5"/>
                      <a:pt x="25" y="0"/>
                    </a:cubicBezTo>
                    <a:lnTo>
                      <a:pt x="0" y="0"/>
                    </a:lnTo>
                    <a:cubicBezTo>
                      <a:pt x="1" y="5"/>
                      <a:pt x="1" y="11"/>
                      <a:pt x="1"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9"/>
              <p:cNvSpPr/>
              <p:nvPr/>
            </p:nvSpPr>
            <p:spPr>
              <a:xfrm>
                <a:off x="1995485" y="-830735"/>
                <a:ext cx="9000" cy="34560"/>
              </a:xfrm>
              <a:custGeom>
                <a:rect b="b" l="l" r="r" t="t"/>
                <a:pathLst>
                  <a:path extrusionOk="0" h="96" w="25">
                    <a:moveTo>
                      <a:pt x="6" y="4"/>
                    </a:moveTo>
                    <a:cubicBezTo>
                      <a:pt x="4" y="4"/>
                      <a:pt x="2" y="3"/>
                      <a:pt x="1" y="3"/>
                    </a:cubicBezTo>
                    <a:cubicBezTo>
                      <a:pt x="0" y="7"/>
                      <a:pt x="0" y="12"/>
                      <a:pt x="0" y="17"/>
                    </a:cubicBezTo>
                    <a:cubicBezTo>
                      <a:pt x="0" y="22"/>
                      <a:pt x="0" y="27"/>
                      <a:pt x="1" y="31"/>
                    </a:cubicBezTo>
                    <a:cubicBezTo>
                      <a:pt x="1" y="50"/>
                      <a:pt x="2" y="68"/>
                      <a:pt x="4" y="86"/>
                    </a:cubicBezTo>
                    <a:cubicBezTo>
                      <a:pt x="4" y="95"/>
                      <a:pt x="19" y="94"/>
                      <a:pt x="19" y="86"/>
                    </a:cubicBezTo>
                    <a:cubicBezTo>
                      <a:pt x="21" y="70"/>
                      <a:pt x="22" y="55"/>
                      <a:pt x="23" y="39"/>
                    </a:cubicBezTo>
                    <a:cubicBezTo>
                      <a:pt x="24" y="34"/>
                      <a:pt x="24" y="29"/>
                      <a:pt x="24" y="24"/>
                    </a:cubicBezTo>
                    <a:cubicBezTo>
                      <a:pt x="24" y="16"/>
                      <a:pt x="23" y="8"/>
                      <a:pt x="21" y="0"/>
                    </a:cubicBezTo>
                    <a:lnTo>
                      <a:pt x="18" y="0"/>
                    </a:lnTo>
                    <a:cubicBezTo>
                      <a:pt x="17" y="1"/>
                      <a:pt x="17" y="1"/>
                      <a:pt x="16" y="2"/>
                    </a:cubicBezTo>
                    <a:cubicBezTo>
                      <a:pt x="13" y="3"/>
                      <a:pt x="11" y="4"/>
                      <a:pt x="8" y="4"/>
                    </a:cubicBezTo>
                    <a:cubicBezTo>
                      <a:pt x="7" y="4"/>
                      <a:pt x="6" y="4"/>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9"/>
              <p:cNvSpPr/>
              <p:nvPr/>
            </p:nvSpPr>
            <p:spPr>
              <a:xfrm>
                <a:off x="2014565" y="-831095"/>
                <a:ext cx="10800" cy="41760"/>
              </a:xfrm>
              <a:custGeom>
                <a:rect b="b" l="l" r="r" t="t"/>
                <a:pathLst>
                  <a:path extrusionOk="0" h="116" w="30">
                    <a:moveTo>
                      <a:pt x="3" y="37"/>
                    </a:moveTo>
                    <a:cubicBezTo>
                      <a:pt x="4" y="60"/>
                      <a:pt x="6" y="83"/>
                      <a:pt x="7" y="107"/>
                    </a:cubicBezTo>
                    <a:cubicBezTo>
                      <a:pt x="7" y="114"/>
                      <a:pt x="20" y="115"/>
                      <a:pt x="21" y="107"/>
                    </a:cubicBezTo>
                    <a:cubicBezTo>
                      <a:pt x="23" y="80"/>
                      <a:pt x="25" y="54"/>
                      <a:pt x="27" y="28"/>
                    </a:cubicBezTo>
                    <a:cubicBezTo>
                      <a:pt x="27" y="19"/>
                      <a:pt x="29" y="11"/>
                      <a:pt x="29" y="2"/>
                    </a:cubicBezTo>
                    <a:lnTo>
                      <a:pt x="0" y="0"/>
                    </a:lnTo>
                    <a:cubicBezTo>
                      <a:pt x="0" y="13"/>
                      <a:pt x="2" y="26"/>
                      <a:pt x="3"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9"/>
              <p:cNvSpPr/>
              <p:nvPr/>
            </p:nvSpPr>
            <p:spPr>
              <a:xfrm>
                <a:off x="1993325" y="-831455"/>
                <a:ext cx="3600" cy="2160"/>
              </a:xfrm>
              <a:custGeom>
                <a:rect b="b" l="l" r="r" t="t"/>
                <a:pathLst>
                  <a:path extrusionOk="0" h="6" w="10">
                    <a:moveTo>
                      <a:pt x="0" y="0"/>
                    </a:moveTo>
                    <a:cubicBezTo>
                      <a:pt x="1" y="1"/>
                      <a:pt x="3" y="3"/>
                      <a:pt x="5" y="4"/>
                    </a:cubicBezTo>
                    <a:cubicBezTo>
                      <a:pt x="5" y="4"/>
                      <a:pt x="6" y="4"/>
                      <a:pt x="7" y="5"/>
                    </a:cubicBezTo>
                    <a:cubicBezTo>
                      <a:pt x="7" y="3"/>
                      <a:pt x="8" y="1"/>
                      <a:pt x="9"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9"/>
              <p:cNvSpPr/>
              <p:nvPr/>
            </p:nvSpPr>
            <p:spPr>
              <a:xfrm>
                <a:off x="1995845" y="-831095"/>
                <a:ext cx="6120" cy="2160"/>
              </a:xfrm>
              <a:custGeom>
                <a:rect b="b" l="l" r="r" t="t"/>
                <a:pathLst>
                  <a:path extrusionOk="0" h="6" w="17">
                    <a:moveTo>
                      <a:pt x="16" y="0"/>
                    </a:moveTo>
                    <a:lnTo>
                      <a:pt x="2" y="0"/>
                    </a:lnTo>
                    <a:cubicBezTo>
                      <a:pt x="1" y="1"/>
                      <a:pt x="0" y="3"/>
                      <a:pt x="0" y="4"/>
                    </a:cubicBezTo>
                    <a:cubicBezTo>
                      <a:pt x="1" y="5"/>
                      <a:pt x="3" y="5"/>
                      <a:pt x="5" y="5"/>
                    </a:cubicBezTo>
                    <a:cubicBezTo>
                      <a:pt x="7" y="5"/>
                      <a:pt x="10" y="5"/>
                      <a:pt x="12" y="3"/>
                    </a:cubicBezTo>
                    <a:cubicBezTo>
                      <a:pt x="14" y="2"/>
                      <a:pt x="15" y="1"/>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9"/>
              <p:cNvSpPr/>
              <p:nvPr/>
            </p:nvSpPr>
            <p:spPr>
              <a:xfrm>
                <a:off x="2039045" y="-829295"/>
                <a:ext cx="10080" cy="29520"/>
              </a:xfrm>
              <a:custGeom>
                <a:rect b="b" l="l" r="r" t="t"/>
                <a:pathLst>
                  <a:path extrusionOk="0" h="82" w="28">
                    <a:moveTo>
                      <a:pt x="0" y="24"/>
                    </a:moveTo>
                    <a:cubicBezTo>
                      <a:pt x="2" y="42"/>
                      <a:pt x="4" y="60"/>
                      <a:pt x="7" y="78"/>
                    </a:cubicBezTo>
                    <a:lnTo>
                      <a:pt x="7" y="79"/>
                    </a:lnTo>
                    <a:lnTo>
                      <a:pt x="8" y="80"/>
                    </a:lnTo>
                    <a:cubicBezTo>
                      <a:pt x="9" y="80"/>
                      <a:pt x="10" y="81"/>
                      <a:pt x="10" y="81"/>
                    </a:cubicBezTo>
                    <a:cubicBezTo>
                      <a:pt x="11" y="81"/>
                      <a:pt x="12" y="80"/>
                      <a:pt x="12" y="80"/>
                    </a:cubicBezTo>
                    <a:cubicBezTo>
                      <a:pt x="13" y="80"/>
                      <a:pt x="13" y="80"/>
                      <a:pt x="14" y="79"/>
                    </a:cubicBezTo>
                    <a:cubicBezTo>
                      <a:pt x="15" y="78"/>
                      <a:pt x="14" y="78"/>
                      <a:pt x="14" y="78"/>
                    </a:cubicBezTo>
                    <a:cubicBezTo>
                      <a:pt x="17" y="62"/>
                      <a:pt x="19" y="47"/>
                      <a:pt x="20" y="31"/>
                    </a:cubicBezTo>
                    <a:cubicBezTo>
                      <a:pt x="20" y="20"/>
                      <a:pt x="23" y="10"/>
                      <a:pt x="27" y="0"/>
                    </a:cubicBezTo>
                    <a:lnTo>
                      <a:pt x="4" y="0"/>
                    </a:lnTo>
                    <a:cubicBezTo>
                      <a:pt x="2" y="7"/>
                      <a:pt x="0" y="14"/>
                      <a:pt x="0" y="21"/>
                    </a:cubicBezTo>
                    <a:cubicBezTo>
                      <a:pt x="0" y="22"/>
                      <a:pt x="0" y="23"/>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9"/>
              <p:cNvSpPr/>
              <p:nvPr/>
            </p:nvSpPr>
            <p:spPr>
              <a:xfrm>
                <a:off x="2056325" y="-828935"/>
                <a:ext cx="8280" cy="19080"/>
              </a:xfrm>
              <a:custGeom>
                <a:rect b="b" l="l" r="r" t="t"/>
                <a:pathLst>
                  <a:path extrusionOk="0" h="53" w="23">
                    <a:moveTo>
                      <a:pt x="0" y="0"/>
                    </a:moveTo>
                    <a:cubicBezTo>
                      <a:pt x="0" y="4"/>
                      <a:pt x="0" y="9"/>
                      <a:pt x="0" y="13"/>
                    </a:cubicBezTo>
                    <a:cubicBezTo>
                      <a:pt x="0" y="25"/>
                      <a:pt x="1" y="36"/>
                      <a:pt x="4" y="47"/>
                    </a:cubicBezTo>
                    <a:lnTo>
                      <a:pt x="5" y="48"/>
                    </a:lnTo>
                    <a:cubicBezTo>
                      <a:pt x="6" y="49"/>
                      <a:pt x="6" y="50"/>
                      <a:pt x="7" y="51"/>
                    </a:cubicBezTo>
                    <a:cubicBezTo>
                      <a:pt x="8" y="52"/>
                      <a:pt x="9" y="52"/>
                      <a:pt x="11" y="52"/>
                    </a:cubicBezTo>
                    <a:cubicBezTo>
                      <a:pt x="12" y="52"/>
                      <a:pt x="13" y="52"/>
                      <a:pt x="14" y="51"/>
                    </a:cubicBezTo>
                    <a:cubicBezTo>
                      <a:pt x="15" y="50"/>
                      <a:pt x="16" y="49"/>
                      <a:pt x="17" y="48"/>
                    </a:cubicBezTo>
                    <a:lnTo>
                      <a:pt x="17" y="47"/>
                    </a:lnTo>
                    <a:cubicBezTo>
                      <a:pt x="20" y="36"/>
                      <a:pt x="22" y="24"/>
                      <a:pt x="22" y="13"/>
                    </a:cubicBezTo>
                    <a:cubicBezTo>
                      <a:pt x="22" y="9"/>
                      <a:pt x="22" y="5"/>
                      <a:pt x="21" y="1"/>
                    </a:cubicBezTo>
                    <a:lnTo>
                      <a:pt x="21" y="0"/>
                    </a:ln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9"/>
              <p:cNvSpPr/>
              <p:nvPr/>
            </p:nvSpPr>
            <p:spPr>
              <a:xfrm>
                <a:off x="2072525" y="-829295"/>
                <a:ext cx="7560" cy="41040"/>
              </a:xfrm>
              <a:custGeom>
                <a:rect b="b" l="l" r="r" t="t"/>
                <a:pathLst>
                  <a:path extrusionOk="0" h="114" w="21">
                    <a:moveTo>
                      <a:pt x="1" y="0"/>
                    </a:moveTo>
                    <a:cubicBezTo>
                      <a:pt x="0" y="14"/>
                      <a:pt x="0" y="27"/>
                      <a:pt x="0" y="41"/>
                    </a:cubicBezTo>
                    <a:cubicBezTo>
                      <a:pt x="0" y="63"/>
                      <a:pt x="1" y="85"/>
                      <a:pt x="4" y="106"/>
                    </a:cubicBezTo>
                    <a:cubicBezTo>
                      <a:pt x="4" y="113"/>
                      <a:pt x="14" y="112"/>
                      <a:pt x="15" y="106"/>
                    </a:cubicBezTo>
                    <a:cubicBezTo>
                      <a:pt x="18" y="83"/>
                      <a:pt x="20" y="60"/>
                      <a:pt x="20" y="37"/>
                    </a:cubicBezTo>
                    <a:cubicBezTo>
                      <a:pt x="20" y="25"/>
                      <a:pt x="20" y="13"/>
                      <a:pt x="19" y="1"/>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9"/>
              <p:cNvSpPr/>
              <p:nvPr/>
            </p:nvSpPr>
            <p:spPr>
              <a:xfrm>
                <a:off x="2091245" y="-828935"/>
                <a:ext cx="7200" cy="21240"/>
              </a:xfrm>
              <a:custGeom>
                <a:rect b="b" l="l" r="r" t="t"/>
                <a:pathLst>
                  <a:path extrusionOk="0" h="59" w="20">
                    <a:moveTo>
                      <a:pt x="0" y="0"/>
                    </a:moveTo>
                    <a:cubicBezTo>
                      <a:pt x="0" y="3"/>
                      <a:pt x="0" y="6"/>
                      <a:pt x="0" y="9"/>
                    </a:cubicBezTo>
                    <a:cubicBezTo>
                      <a:pt x="1" y="23"/>
                      <a:pt x="2" y="37"/>
                      <a:pt x="4" y="51"/>
                    </a:cubicBezTo>
                    <a:cubicBezTo>
                      <a:pt x="4" y="58"/>
                      <a:pt x="14" y="55"/>
                      <a:pt x="15" y="49"/>
                    </a:cubicBezTo>
                    <a:cubicBezTo>
                      <a:pt x="17" y="33"/>
                      <a:pt x="18" y="17"/>
                      <a:pt x="19" y="2"/>
                    </a:cubicBezTo>
                    <a:lnTo>
                      <a:pt x="2"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9"/>
              <p:cNvSpPr/>
              <p:nvPr/>
            </p:nvSpPr>
            <p:spPr>
              <a:xfrm>
                <a:off x="2105645" y="-827495"/>
                <a:ext cx="10440" cy="39600"/>
              </a:xfrm>
              <a:custGeom>
                <a:rect b="b" l="l" r="r" t="t"/>
                <a:pathLst>
                  <a:path extrusionOk="0" h="110" w="29">
                    <a:moveTo>
                      <a:pt x="4" y="13"/>
                    </a:moveTo>
                    <a:cubicBezTo>
                      <a:pt x="2" y="25"/>
                      <a:pt x="0" y="37"/>
                      <a:pt x="0" y="49"/>
                    </a:cubicBezTo>
                    <a:cubicBezTo>
                      <a:pt x="1" y="67"/>
                      <a:pt x="2" y="84"/>
                      <a:pt x="3" y="102"/>
                    </a:cubicBezTo>
                    <a:cubicBezTo>
                      <a:pt x="3" y="103"/>
                      <a:pt x="3" y="104"/>
                      <a:pt x="4" y="105"/>
                    </a:cubicBezTo>
                    <a:cubicBezTo>
                      <a:pt x="5" y="106"/>
                      <a:pt x="5" y="107"/>
                      <a:pt x="6" y="108"/>
                    </a:cubicBezTo>
                    <a:cubicBezTo>
                      <a:pt x="7" y="109"/>
                      <a:pt x="9" y="109"/>
                      <a:pt x="10" y="109"/>
                    </a:cubicBezTo>
                    <a:cubicBezTo>
                      <a:pt x="11" y="109"/>
                      <a:pt x="12" y="109"/>
                      <a:pt x="13" y="108"/>
                    </a:cubicBezTo>
                    <a:cubicBezTo>
                      <a:pt x="14" y="107"/>
                      <a:pt x="15" y="106"/>
                      <a:pt x="16" y="105"/>
                    </a:cubicBezTo>
                    <a:cubicBezTo>
                      <a:pt x="17" y="104"/>
                      <a:pt x="17" y="103"/>
                      <a:pt x="17" y="102"/>
                    </a:cubicBezTo>
                    <a:cubicBezTo>
                      <a:pt x="19" y="69"/>
                      <a:pt x="24" y="36"/>
                      <a:pt x="28" y="3"/>
                    </a:cubicBezTo>
                    <a:lnTo>
                      <a:pt x="4" y="0"/>
                    </a:lnTo>
                    <a:cubicBezTo>
                      <a:pt x="4" y="4"/>
                      <a:pt x="4" y="9"/>
                      <a:pt x="4"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9"/>
              <p:cNvSpPr/>
              <p:nvPr/>
            </p:nvSpPr>
            <p:spPr>
              <a:xfrm>
                <a:off x="2124005" y="-825335"/>
                <a:ext cx="9000" cy="25200"/>
              </a:xfrm>
              <a:custGeom>
                <a:rect b="b" l="l" r="r" t="t"/>
                <a:pathLst>
                  <a:path extrusionOk="0" h="70" w="25">
                    <a:moveTo>
                      <a:pt x="4" y="60"/>
                    </a:moveTo>
                    <a:cubicBezTo>
                      <a:pt x="4" y="68"/>
                      <a:pt x="17" y="69"/>
                      <a:pt x="18" y="60"/>
                    </a:cubicBezTo>
                    <a:cubicBezTo>
                      <a:pt x="20" y="41"/>
                      <a:pt x="20" y="21"/>
                      <a:pt x="24" y="2"/>
                    </a:cubicBezTo>
                    <a:lnTo>
                      <a:pt x="0" y="0"/>
                    </a:lnTo>
                    <a:cubicBezTo>
                      <a:pt x="0" y="1"/>
                      <a:pt x="0" y="3"/>
                      <a:pt x="0" y="4"/>
                    </a:cubicBezTo>
                    <a:cubicBezTo>
                      <a:pt x="0" y="23"/>
                      <a:pt x="1" y="42"/>
                      <a:pt x="4" y="6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9"/>
              <p:cNvSpPr/>
              <p:nvPr/>
            </p:nvSpPr>
            <p:spPr>
              <a:xfrm>
                <a:off x="2145965" y="-822815"/>
                <a:ext cx="9360" cy="45360"/>
              </a:xfrm>
              <a:custGeom>
                <a:rect b="b" l="l" r="r" t="t"/>
                <a:pathLst>
                  <a:path extrusionOk="0" h="126" w="26">
                    <a:moveTo>
                      <a:pt x="4" y="118"/>
                    </a:moveTo>
                    <a:cubicBezTo>
                      <a:pt x="4" y="119"/>
                      <a:pt x="4" y="120"/>
                      <a:pt x="5" y="121"/>
                    </a:cubicBezTo>
                    <a:cubicBezTo>
                      <a:pt x="5" y="122"/>
                      <a:pt x="6" y="123"/>
                      <a:pt x="7" y="124"/>
                    </a:cubicBezTo>
                    <a:cubicBezTo>
                      <a:pt x="8" y="125"/>
                      <a:pt x="9" y="124"/>
                      <a:pt x="10" y="124"/>
                    </a:cubicBezTo>
                    <a:cubicBezTo>
                      <a:pt x="11" y="124"/>
                      <a:pt x="12" y="125"/>
                      <a:pt x="13" y="124"/>
                    </a:cubicBezTo>
                    <a:cubicBezTo>
                      <a:pt x="14" y="123"/>
                      <a:pt x="15" y="122"/>
                      <a:pt x="16" y="121"/>
                    </a:cubicBezTo>
                    <a:cubicBezTo>
                      <a:pt x="16" y="120"/>
                      <a:pt x="16" y="119"/>
                      <a:pt x="16" y="118"/>
                    </a:cubicBezTo>
                    <a:cubicBezTo>
                      <a:pt x="22" y="79"/>
                      <a:pt x="18" y="39"/>
                      <a:pt x="25" y="0"/>
                    </a:cubicBezTo>
                    <a:lnTo>
                      <a:pt x="6" y="0"/>
                    </a:lnTo>
                    <a:cubicBezTo>
                      <a:pt x="2" y="21"/>
                      <a:pt x="0" y="43"/>
                      <a:pt x="0" y="64"/>
                    </a:cubicBezTo>
                    <a:cubicBezTo>
                      <a:pt x="0" y="82"/>
                      <a:pt x="1" y="100"/>
                      <a:pt x="4"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9"/>
              <p:cNvSpPr/>
              <p:nvPr/>
            </p:nvSpPr>
            <p:spPr>
              <a:xfrm>
                <a:off x="2164685" y="-822455"/>
                <a:ext cx="7560" cy="21240"/>
              </a:xfrm>
              <a:custGeom>
                <a:rect b="b" l="l" r="r" t="t"/>
                <a:pathLst>
                  <a:path extrusionOk="0" h="59" w="21">
                    <a:moveTo>
                      <a:pt x="0" y="2"/>
                    </a:moveTo>
                    <a:cubicBezTo>
                      <a:pt x="1" y="19"/>
                      <a:pt x="1" y="36"/>
                      <a:pt x="4" y="53"/>
                    </a:cubicBezTo>
                    <a:cubicBezTo>
                      <a:pt x="4" y="54"/>
                      <a:pt x="5" y="54"/>
                      <a:pt x="5" y="55"/>
                    </a:cubicBezTo>
                    <a:cubicBezTo>
                      <a:pt x="5" y="56"/>
                      <a:pt x="6" y="56"/>
                      <a:pt x="7" y="57"/>
                    </a:cubicBezTo>
                    <a:cubicBezTo>
                      <a:pt x="8" y="58"/>
                      <a:pt x="9" y="58"/>
                      <a:pt x="11" y="58"/>
                    </a:cubicBezTo>
                    <a:cubicBezTo>
                      <a:pt x="12" y="58"/>
                      <a:pt x="13" y="58"/>
                      <a:pt x="14" y="57"/>
                    </a:cubicBezTo>
                    <a:cubicBezTo>
                      <a:pt x="15" y="56"/>
                      <a:pt x="16" y="56"/>
                      <a:pt x="16" y="55"/>
                    </a:cubicBezTo>
                    <a:cubicBezTo>
                      <a:pt x="17" y="54"/>
                      <a:pt x="17" y="54"/>
                      <a:pt x="17" y="53"/>
                    </a:cubicBezTo>
                    <a:cubicBezTo>
                      <a:pt x="19" y="38"/>
                      <a:pt x="20" y="22"/>
                      <a:pt x="20" y="6"/>
                    </a:cubicBezTo>
                    <a:cubicBezTo>
                      <a:pt x="20" y="4"/>
                      <a:pt x="20" y="2"/>
                      <a:pt x="20" y="0"/>
                    </a:cubicBez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9"/>
              <p:cNvSpPr/>
              <p:nvPr/>
            </p:nvSpPr>
            <p:spPr>
              <a:xfrm>
                <a:off x="2184485" y="-822455"/>
                <a:ext cx="8640" cy="45000"/>
              </a:xfrm>
              <a:custGeom>
                <a:rect b="b" l="l" r="r" t="t"/>
                <a:pathLst>
                  <a:path extrusionOk="0" h="125" w="24">
                    <a:moveTo>
                      <a:pt x="1" y="0"/>
                    </a:moveTo>
                    <a:cubicBezTo>
                      <a:pt x="0" y="9"/>
                      <a:pt x="0" y="17"/>
                      <a:pt x="0" y="26"/>
                    </a:cubicBezTo>
                    <a:cubicBezTo>
                      <a:pt x="0" y="34"/>
                      <a:pt x="0" y="43"/>
                      <a:pt x="1" y="51"/>
                    </a:cubicBezTo>
                    <a:cubicBezTo>
                      <a:pt x="1" y="73"/>
                      <a:pt x="3" y="95"/>
                      <a:pt x="5" y="118"/>
                    </a:cubicBezTo>
                    <a:cubicBezTo>
                      <a:pt x="5" y="119"/>
                      <a:pt x="6" y="120"/>
                      <a:pt x="6" y="121"/>
                    </a:cubicBezTo>
                    <a:cubicBezTo>
                      <a:pt x="7" y="122"/>
                      <a:pt x="8" y="122"/>
                      <a:pt x="9" y="123"/>
                    </a:cubicBezTo>
                    <a:cubicBezTo>
                      <a:pt x="10" y="124"/>
                      <a:pt x="11" y="124"/>
                      <a:pt x="12" y="124"/>
                    </a:cubicBezTo>
                    <a:cubicBezTo>
                      <a:pt x="13" y="124"/>
                      <a:pt x="14" y="124"/>
                      <a:pt x="15" y="123"/>
                    </a:cubicBezTo>
                    <a:cubicBezTo>
                      <a:pt x="16" y="122"/>
                      <a:pt x="17" y="122"/>
                      <a:pt x="17" y="121"/>
                    </a:cubicBezTo>
                    <a:cubicBezTo>
                      <a:pt x="18" y="120"/>
                      <a:pt x="18" y="119"/>
                      <a:pt x="18" y="118"/>
                    </a:cubicBezTo>
                    <a:cubicBezTo>
                      <a:pt x="22" y="78"/>
                      <a:pt x="19" y="39"/>
                      <a:pt x="23" y="0"/>
                    </a:cubicBez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9"/>
              <p:cNvSpPr/>
              <p:nvPr/>
            </p:nvSpPr>
            <p:spPr>
              <a:xfrm>
                <a:off x="2203565" y="-822815"/>
                <a:ext cx="10080" cy="32040"/>
              </a:xfrm>
              <a:custGeom>
                <a:rect b="b" l="l" r="r" t="t"/>
                <a:pathLst>
                  <a:path extrusionOk="0" h="89" w="28">
                    <a:moveTo>
                      <a:pt x="2" y="1"/>
                    </a:moveTo>
                    <a:cubicBezTo>
                      <a:pt x="0" y="13"/>
                      <a:pt x="0" y="25"/>
                      <a:pt x="0" y="38"/>
                    </a:cubicBezTo>
                    <a:cubicBezTo>
                      <a:pt x="0" y="53"/>
                      <a:pt x="1" y="67"/>
                      <a:pt x="3" y="82"/>
                    </a:cubicBezTo>
                    <a:cubicBezTo>
                      <a:pt x="4" y="83"/>
                      <a:pt x="4" y="84"/>
                      <a:pt x="4" y="84"/>
                    </a:cubicBezTo>
                    <a:cubicBezTo>
                      <a:pt x="5" y="85"/>
                      <a:pt x="6" y="86"/>
                      <a:pt x="7" y="87"/>
                    </a:cubicBezTo>
                    <a:cubicBezTo>
                      <a:pt x="8" y="88"/>
                      <a:pt x="9" y="88"/>
                      <a:pt x="11" y="88"/>
                    </a:cubicBezTo>
                    <a:cubicBezTo>
                      <a:pt x="12" y="88"/>
                      <a:pt x="13" y="88"/>
                      <a:pt x="14" y="87"/>
                    </a:cubicBezTo>
                    <a:cubicBezTo>
                      <a:pt x="15" y="86"/>
                      <a:pt x="16" y="85"/>
                      <a:pt x="17" y="84"/>
                    </a:cubicBezTo>
                    <a:cubicBezTo>
                      <a:pt x="17" y="84"/>
                      <a:pt x="18" y="83"/>
                      <a:pt x="18" y="82"/>
                    </a:cubicBezTo>
                    <a:cubicBezTo>
                      <a:pt x="20" y="61"/>
                      <a:pt x="22" y="40"/>
                      <a:pt x="23" y="20"/>
                    </a:cubicBezTo>
                    <a:cubicBezTo>
                      <a:pt x="23" y="13"/>
                      <a:pt x="25" y="6"/>
                      <a:pt x="27" y="0"/>
                    </a:cubicBez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9"/>
              <p:cNvSpPr/>
              <p:nvPr/>
            </p:nvSpPr>
            <p:spPr>
              <a:xfrm>
                <a:off x="2221565" y="-822455"/>
                <a:ext cx="9360" cy="41040"/>
              </a:xfrm>
              <a:custGeom>
                <a:rect b="b" l="l" r="r" t="t"/>
                <a:pathLst>
                  <a:path extrusionOk="0" h="114" w="26">
                    <a:moveTo>
                      <a:pt x="4" y="0"/>
                    </a:moveTo>
                    <a:cubicBezTo>
                      <a:pt x="1" y="21"/>
                      <a:pt x="0" y="42"/>
                      <a:pt x="0" y="63"/>
                    </a:cubicBezTo>
                    <a:cubicBezTo>
                      <a:pt x="0" y="77"/>
                      <a:pt x="1" y="91"/>
                      <a:pt x="2" y="105"/>
                    </a:cubicBezTo>
                    <a:cubicBezTo>
                      <a:pt x="2" y="107"/>
                      <a:pt x="2" y="108"/>
                      <a:pt x="3" y="109"/>
                    </a:cubicBezTo>
                    <a:cubicBezTo>
                      <a:pt x="4" y="110"/>
                      <a:pt x="4" y="111"/>
                      <a:pt x="5" y="112"/>
                    </a:cubicBezTo>
                    <a:cubicBezTo>
                      <a:pt x="6" y="113"/>
                      <a:pt x="8" y="113"/>
                      <a:pt x="9" y="113"/>
                    </a:cubicBezTo>
                    <a:cubicBezTo>
                      <a:pt x="10" y="113"/>
                      <a:pt x="10" y="113"/>
                      <a:pt x="12" y="112"/>
                    </a:cubicBezTo>
                    <a:cubicBezTo>
                      <a:pt x="14" y="111"/>
                      <a:pt x="14" y="110"/>
                      <a:pt x="15" y="109"/>
                    </a:cubicBezTo>
                    <a:cubicBezTo>
                      <a:pt x="16" y="108"/>
                      <a:pt x="16" y="107"/>
                      <a:pt x="16" y="105"/>
                    </a:cubicBezTo>
                    <a:cubicBezTo>
                      <a:pt x="18" y="71"/>
                      <a:pt x="23" y="36"/>
                      <a:pt x="25" y="2"/>
                    </a:cubicBezTo>
                    <a:lnTo>
                      <a:pt x="17"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9"/>
              <p:cNvSpPr/>
              <p:nvPr/>
            </p:nvSpPr>
            <p:spPr>
              <a:xfrm>
                <a:off x="2227685" y="-822455"/>
                <a:ext cx="3240" cy="720"/>
              </a:xfrm>
              <a:custGeom>
                <a:rect b="b" l="l" r="r" t="t"/>
                <a:pathLst>
                  <a:path extrusionOk="0" h="2" w="9">
                    <a:moveTo>
                      <a:pt x="8" y="1"/>
                    </a:moveTo>
                    <a:lnTo>
                      <a:pt x="8" y="0"/>
                    </a:lnTo>
                    <a:lnTo>
                      <a:pt x="0" y="0"/>
                    </a:lnTo>
                    <a:lnTo>
                      <a:pt x="8" y="1"/>
                    </a:lnTo>
                  </a:path>
                </a:pathLst>
              </a:custGeom>
              <a:solidFill>
                <a:schemeClr val="dk1"/>
              </a:solidFill>
              <a:ln>
                <a:noFill/>
              </a:ln>
            </p:spPr>
          </p:sp>
          <p:sp>
            <p:nvSpPr>
              <p:cNvPr id="6538" name="Google Shape;6538;p49"/>
              <p:cNvSpPr/>
              <p:nvPr/>
            </p:nvSpPr>
            <p:spPr>
              <a:xfrm>
                <a:off x="2240645" y="-820655"/>
                <a:ext cx="10080" cy="23040"/>
              </a:xfrm>
              <a:custGeom>
                <a:rect b="b" l="l" r="r" t="t"/>
                <a:pathLst>
                  <a:path extrusionOk="0" h="64" w="28">
                    <a:moveTo>
                      <a:pt x="1" y="54"/>
                    </a:moveTo>
                    <a:cubicBezTo>
                      <a:pt x="2" y="63"/>
                      <a:pt x="15" y="61"/>
                      <a:pt x="16" y="53"/>
                    </a:cubicBezTo>
                    <a:cubicBezTo>
                      <a:pt x="17" y="42"/>
                      <a:pt x="20" y="32"/>
                      <a:pt x="22" y="22"/>
                    </a:cubicBezTo>
                    <a:cubicBezTo>
                      <a:pt x="23" y="14"/>
                      <a:pt x="25" y="7"/>
                      <a:pt x="27" y="0"/>
                    </a:cubicBezTo>
                    <a:lnTo>
                      <a:pt x="3" y="0"/>
                    </a:lnTo>
                    <a:cubicBezTo>
                      <a:pt x="3" y="5"/>
                      <a:pt x="3" y="11"/>
                      <a:pt x="1" y="17"/>
                    </a:cubicBezTo>
                    <a:cubicBezTo>
                      <a:pt x="0" y="23"/>
                      <a:pt x="0" y="29"/>
                      <a:pt x="0" y="36"/>
                    </a:cubicBezTo>
                    <a:cubicBezTo>
                      <a:pt x="0" y="42"/>
                      <a:pt x="0" y="48"/>
                      <a:pt x="1" y="5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9"/>
              <p:cNvSpPr/>
              <p:nvPr/>
            </p:nvSpPr>
            <p:spPr>
              <a:xfrm>
                <a:off x="2241725" y="-826775"/>
                <a:ext cx="10440" cy="6120"/>
              </a:xfrm>
              <a:custGeom>
                <a:rect b="b" l="l" r="r" t="t"/>
                <a:pathLst>
                  <a:path extrusionOk="0" h="17" w="29">
                    <a:moveTo>
                      <a:pt x="26" y="14"/>
                    </a:moveTo>
                    <a:lnTo>
                      <a:pt x="26" y="13"/>
                    </a:lnTo>
                    <a:cubicBezTo>
                      <a:pt x="27" y="12"/>
                      <a:pt x="28" y="10"/>
                      <a:pt x="28" y="8"/>
                    </a:cubicBezTo>
                    <a:cubicBezTo>
                      <a:pt x="21" y="7"/>
                      <a:pt x="14" y="5"/>
                      <a:pt x="8" y="3"/>
                    </a:cubicBezTo>
                    <a:cubicBezTo>
                      <a:pt x="8" y="3"/>
                      <a:pt x="8" y="2"/>
                      <a:pt x="7" y="2"/>
                    </a:cubicBezTo>
                    <a:cubicBezTo>
                      <a:pt x="7" y="2"/>
                      <a:pt x="6" y="1"/>
                      <a:pt x="5" y="0"/>
                    </a:cubicBezTo>
                    <a:cubicBezTo>
                      <a:pt x="5" y="1"/>
                      <a:pt x="5" y="2"/>
                      <a:pt x="4" y="3"/>
                    </a:cubicBezTo>
                    <a:cubicBezTo>
                      <a:pt x="2" y="7"/>
                      <a:pt x="0" y="12"/>
                      <a:pt x="0" y="16"/>
                    </a:cubicBezTo>
                    <a:lnTo>
                      <a:pt x="24" y="16"/>
                    </a:lnTo>
                    <a:cubicBezTo>
                      <a:pt x="25" y="15"/>
                      <a:pt x="25" y="15"/>
                      <a:pt x="26"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9"/>
              <p:cNvSpPr/>
              <p:nvPr/>
            </p:nvSpPr>
            <p:spPr>
              <a:xfrm>
                <a:off x="2259365" y="-820295"/>
                <a:ext cx="9360" cy="30240"/>
              </a:xfrm>
              <a:custGeom>
                <a:rect b="b" l="l" r="r" t="t"/>
                <a:pathLst>
                  <a:path extrusionOk="0" h="84" w="26">
                    <a:moveTo>
                      <a:pt x="1" y="31"/>
                    </a:moveTo>
                    <a:cubicBezTo>
                      <a:pt x="1" y="33"/>
                      <a:pt x="1" y="35"/>
                      <a:pt x="1" y="37"/>
                    </a:cubicBezTo>
                    <a:cubicBezTo>
                      <a:pt x="1" y="49"/>
                      <a:pt x="2" y="61"/>
                      <a:pt x="5" y="73"/>
                    </a:cubicBezTo>
                    <a:cubicBezTo>
                      <a:pt x="6" y="80"/>
                      <a:pt x="17" y="83"/>
                      <a:pt x="20" y="75"/>
                    </a:cubicBezTo>
                    <a:cubicBezTo>
                      <a:pt x="23" y="59"/>
                      <a:pt x="25" y="44"/>
                      <a:pt x="25" y="28"/>
                    </a:cubicBezTo>
                    <a:cubicBezTo>
                      <a:pt x="25" y="25"/>
                      <a:pt x="25" y="22"/>
                      <a:pt x="24" y="19"/>
                    </a:cubicBezTo>
                    <a:cubicBezTo>
                      <a:pt x="25" y="18"/>
                      <a:pt x="25" y="16"/>
                      <a:pt x="25" y="14"/>
                    </a:cubicBezTo>
                    <a:cubicBezTo>
                      <a:pt x="25" y="9"/>
                      <a:pt x="24" y="4"/>
                      <a:pt x="23" y="0"/>
                    </a:cubicBezTo>
                    <a:lnTo>
                      <a:pt x="3" y="0"/>
                    </a:lnTo>
                    <a:cubicBezTo>
                      <a:pt x="1" y="7"/>
                      <a:pt x="0" y="14"/>
                      <a:pt x="0" y="21"/>
                    </a:cubicBezTo>
                    <a:cubicBezTo>
                      <a:pt x="0" y="25"/>
                      <a:pt x="1" y="28"/>
                      <a:pt x="1"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9"/>
              <p:cNvSpPr/>
              <p:nvPr/>
            </p:nvSpPr>
            <p:spPr>
              <a:xfrm>
                <a:off x="2260085" y="-822815"/>
                <a:ext cx="7920" cy="2880"/>
              </a:xfrm>
              <a:custGeom>
                <a:rect b="b" l="l" r="r" t="t"/>
                <a:pathLst>
                  <a:path extrusionOk="0" h="8" w="22">
                    <a:moveTo>
                      <a:pt x="21" y="6"/>
                    </a:moveTo>
                    <a:cubicBezTo>
                      <a:pt x="20" y="5"/>
                      <a:pt x="20" y="4"/>
                      <a:pt x="19" y="3"/>
                    </a:cubicBezTo>
                    <a:cubicBezTo>
                      <a:pt x="19" y="2"/>
                      <a:pt x="18" y="1"/>
                      <a:pt x="18" y="0"/>
                    </a:cubicBezTo>
                    <a:lnTo>
                      <a:pt x="4" y="0"/>
                    </a:lnTo>
                    <a:cubicBezTo>
                      <a:pt x="3" y="1"/>
                      <a:pt x="3" y="2"/>
                      <a:pt x="2" y="3"/>
                    </a:cubicBezTo>
                    <a:cubicBezTo>
                      <a:pt x="1" y="4"/>
                      <a:pt x="1" y="5"/>
                      <a:pt x="0" y="7"/>
                    </a:cubicBezTo>
                    <a:lnTo>
                      <a:pt x="21"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9"/>
              <p:cNvSpPr/>
              <p:nvPr/>
            </p:nvSpPr>
            <p:spPr>
              <a:xfrm>
                <a:off x="2277005" y="-821375"/>
                <a:ext cx="8640" cy="42120"/>
              </a:xfrm>
              <a:custGeom>
                <a:rect b="b" l="l" r="r" t="t"/>
                <a:pathLst>
                  <a:path extrusionOk="0" h="117" w="24">
                    <a:moveTo>
                      <a:pt x="4" y="2"/>
                    </a:moveTo>
                    <a:cubicBezTo>
                      <a:pt x="1" y="11"/>
                      <a:pt x="0" y="20"/>
                      <a:pt x="0" y="29"/>
                    </a:cubicBezTo>
                    <a:cubicBezTo>
                      <a:pt x="0" y="35"/>
                      <a:pt x="0" y="41"/>
                      <a:pt x="2" y="47"/>
                    </a:cubicBezTo>
                    <a:cubicBezTo>
                      <a:pt x="4" y="68"/>
                      <a:pt x="7" y="90"/>
                      <a:pt x="8" y="112"/>
                    </a:cubicBezTo>
                    <a:cubicBezTo>
                      <a:pt x="8" y="115"/>
                      <a:pt x="15" y="116"/>
                      <a:pt x="15" y="112"/>
                    </a:cubicBezTo>
                    <a:cubicBezTo>
                      <a:pt x="16" y="92"/>
                      <a:pt x="19" y="74"/>
                      <a:pt x="21" y="56"/>
                    </a:cubicBezTo>
                    <a:cubicBezTo>
                      <a:pt x="23" y="41"/>
                      <a:pt x="20" y="25"/>
                      <a:pt x="23" y="10"/>
                    </a:cubicBezTo>
                    <a:cubicBezTo>
                      <a:pt x="23" y="9"/>
                      <a:pt x="23" y="9"/>
                      <a:pt x="23" y="8"/>
                    </a:cubicBezTo>
                    <a:cubicBezTo>
                      <a:pt x="23" y="6"/>
                      <a:pt x="22" y="4"/>
                      <a:pt x="21" y="3"/>
                    </a:cubicBezTo>
                    <a:cubicBezTo>
                      <a:pt x="21" y="2"/>
                      <a:pt x="20" y="1"/>
                      <a:pt x="19" y="0"/>
                    </a:cubicBezTo>
                    <a:lnTo>
                      <a:pt x="5" y="0"/>
                    </a:lnTo>
                    <a:cubicBezTo>
                      <a:pt x="4" y="1"/>
                      <a:pt x="4"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9"/>
              <p:cNvSpPr/>
              <p:nvPr/>
            </p:nvSpPr>
            <p:spPr>
              <a:xfrm>
                <a:off x="2278805" y="-822455"/>
                <a:ext cx="5400" cy="1800"/>
              </a:xfrm>
              <a:custGeom>
                <a:rect b="b" l="l" r="r" t="t"/>
                <a:pathLst>
                  <a:path extrusionOk="0" h="5" w="15">
                    <a:moveTo>
                      <a:pt x="0" y="4"/>
                    </a:moveTo>
                    <a:lnTo>
                      <a:pt x="14" y="4"/>
                    </a:lnTo>
                    <a:cubicBezTo>
                      <a:pt x="13" y="3"/>
                      <a:pt x="12" y="2"/>
                      <a:pt x="11" y="1"/>
                    </a:cubicBezTo>
                    <a:cubicBezTo>
                      <a:pt x="10" y="1"/>
                      <a:pt x="8" y="0"/>
                      <a:pt x="7" y="0"/>
                    </a:cubicBezTo>
                    <a:cubicBezTo>
                      <a:pt x="5" y="0"/>
                      <a:pt x="4" y="0"/>
                      <a:pt x="2" y="1"/>
                    </a:cubicBezTo>
                    <a:cubicBezTo>
                      <a:pt x="1" y="1"/>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9"/>
              <p:cNvSpPr/>
              <p:nvPr/>
            </p:nvSpPr>
            <p:spPr>
              <a:xfrm>
                <a:off x="2292485" y="-822095"/>
                <a:ext cx="9360" cy="25560"/>
              </a:xfrm>
              <a:custGeom>
                <a:rect b="b" l="l" r="r" t="t"/>
                <a:pathLst>
                  <a:path extrusionOk="0" h="71" w="26">
                    <a:moveTo>
                      <a:pt x="1" y="19"/>
                    </a:moveTo>
                    <a:cubicBezTo>
                      <a:pt x="1" y="34"/>
                      <a:pt x="2" y="49"/>
                      <a:pt x="4" y="64"/>
                    </a:cubicBezTo>
                    <a:cubicBezTo>
                      <a:pt x="5" y="64"/>
                      <a:pt x="5" y="65"/>
                      <a:pt x="5" y="66"/>
                    </a:cubicBezTo>
                    <a:cubicBezTo>
                      <a:pt x="6" y="67"/>
                      <a:pt x="6" y="68"/>
                      <a:pt x="8" y="69"/>
                    </a:cubicBezTo>
                    <a:cubicBezTo>
                      <a:pt x="10" y="70"/>
                      <a:pt x="11" y="70"/>
                      <a:pt x="13" y="70"/>
                    </a:cubicBezTo>
                    <a:cubicBezTo>
                      <a:pt x="14" y="70"/>
                      <a:pt x="16" y="70"/>
                      <a:pt x="17" y="69"/>
                    </a:cubicBezTo>
                    <a:cubicBezTo>
                      <a:pt x="18" y="68"/>
                      <a:pt x="20" y="67"/>
                      <a:pt x="20" y="66"/>
                    </a:cubicBezTo>
                    <a:cubicBezTo>
                      <a:pt x="21" y="65"/>
                      <a:pt x="21" y="64"/>
                      <a:pt x="21" y="64"/>
                    </a:cubicBezTo>
                    <a:cubicBezTo>
                      <a:pt x="24" y="48"/>
                      <a:pt x="25" y="33"/>
                      <a:pt x="25" y="17"/>
                    </a:cubicBezTo>
                    <a:lnTo>
                      <a:pt x="25" y="16"/>
                    </a:lnTo>
                    <a:cubicBezTo>
                      <a:pt x="25" y="10"/>
                      <a:pt x="25" y="5"/>
                      <a:pt x="25" y="0"/>
                    </a:cubicBezTo>
                    <a:lnTo>
                      <a:pt x="0" y="0"/>
                    </a:lnTo>
                    <a:cubicBezTo>
                      <a:pt x="1" y="7"/>
                      <a:pt x="1" y="13"/>
                      <a:pt x="1"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9"/>
              <p:cNvSpPr/>
              <p:nvPr/>
            </p:nvSpPr>
            <p:spPr>
              <a:xfrm>
                <a:off x="2292845" y="-822455"/>
                <a:ext cx="9000" cy="1080"/>
              </a:xfrm>
              <a:custGeom>
                <a:rect b="b" l="l" r="r" t="t"/>
                <a:pathLst>
                  <a:path extrusionOk="0" h="3" w="25">
                    <a:moveTo>
                      <a:pt x="0" y="2"/>
                    </a:moveTo>
                    <a:lnTo>
                      <a:pt x="24" y="2"/>
                    </a:lnTo>
                    <a:lnTo>
                      <a:pt x="24" y="0"/>
                    </a:lnTo>
                    <a:lnTo>
                      <a:pt x="0" y="0"/>
                    </a:lnTo>
                    <a:cubicBezTo>
                      <a:pt x="0"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9"/>
              <p:cNvSpPr/>
              <p:nvPr/>
            </p:nvSpPr>
            <p:spPr>
              <a:xfrm>
                <a:off x="2304365" y="-822455"/>
                <a:ext cx="10080" cy="47880"/>
              </a:xfrm>
              <a:custGeom>
                <a:rect b="b" l="l" r="r" t="t"/>
                <a:pathLst>
                  <a:path extrusionOk="0" h="133" w="28">
                    <a:moveTo>
                      <a:pt x="2" y="1"/>
                    </a:moveTo>
                    <a:cubicBezTo>
                      <a:pt x="1" y="11"/>
                      <a:pt x="0" y="21"/>
                      <a:pt x="0" y="32"/>
                    </a:cubicBezTo>
                    <a:cubicBezTo>
                      <a:pt x="0" y="36"/>
                      <a:pt x="0" y="40"/>
                      <a:pt x="1" y="44"/>
                    </a:cubicBezTo>
                    <a:cubicBezTo>
                      <a:pt x="1" y="70"/>
                      <a:pt x="2" y="97"/>
                      <a:pt x="5" y="123"/>
                    </a:cubicBezTo>
                    <a:cubicBezTo>
                      <a:pt x="5" y="130"/>
                      <a:pt x="17" y="132"/>
                      <a:pt x="18" y="124"/>
                    </a:cubicBezTo>
                    <a:cubicBezTo>
                      <a:pt x="21" y="97"/>
                      <a:pt x="23" y="70"/>
                      <a:pt x="23" y="43"/>
                    </a:cubicBezTo>
                    <a:cubicBezTo>
                      <a:pt x="23" y="40"/>
                      <a:pt x="23" y="37"/>
                      <a:pt x="23" y="34"/>
                    </a:cubicBezTo>
                    <a:cubicBezTo>
                      <a:pt x="23" y="23"/>
                      <a:pt x="24" y="11"/>
                      <a:pt x="27" y="0"/>
                    </a:cubicBezTo>
                    <a:lnTo>
                      <a:pt x="2" y="0"/>
                    </a:lnTo>
                    <a:lnTo>
                      <a:pt x="2"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9"/>
              <p:cNvSpPr/>
              <p:nvPr/>
            </p:nvSpPr>
            <p:spPr>
              <a:xfrm>
                <a:off x="2305085" y="-822095"/>
                <a:ext cx="9360" cy="720"/>
              </a:xfrm>
              <a:custGeom>
                <a:rect b="b" l="l" r="r" t="t"/>
                <a:pathLst>
                  <a:path extrusionOk="0" h="2" w="26">
                    <a:moveTo>
                      <a:pt x="16" y="0"/>
                    </a:moveTo>
                    <a:lnTo>
                      <a:pt x="25" y="0"/>
                    </a:lnTo>
                    <a:lnTo>
                      <a:pt x="25" y="0"/>
                    </a:lnTo>
                    <a:lnTo>
                      <a:pt x="0" y="0"/>
                    </a:lnTo>
                    <a:lnTo>
                      <a:pt x="0" y="1"/>
                    </a:lnTo>
                    <a:lnTo>
                      <a:pt x="16" y="0"/>
                    </a:lnTo>
                  </a:path>
                </a:pathLst>
              </a:custGeom>
              <a:solidFill>
                <a:schemeClr val="dk1"/>
              </a:solidFill>
              <a:ln>
                <a:noFill/>
              </a:ln>
            </p:spPr>
          </p:sp>
          <p:sp>
            <p:nvSpPr>
              <p:cNvPr id="6548" name="Google Shape;6548;p49"/>
              <p:cNvSpPr/>
              <p:nvPr/>
            </p:nvSpPr>
            <p:spPr>
              <a:xfrm>
                <a:off x="2324165" y="-822455"/>
                <a:ext cx="10080" cy="25560"/>
              </a:xfrm>
              <a:custGeom>
                <a:rect b="b" l="l" r="r" t="t"/>
                <a:pathLst>
                  <a:path extrusionOk="0" h="71" w="28">
                    <a:moveTo>
                      <a:pt x="1" y="0"/>
                    </a:moveTo>
                    <a:cubicBezTo>
                      <a:pt x="0" y="7"/>
                      <a:pt x="0" y="13"/>
                      <a:pt x="0" y="19"/>
                    </a:cubicBezTo>
                    <a:cubicBezTo>
                      <a:pt x="0" y="33"/>
                      <a:pt x="1" y="46"/>
                      <a:pt x="2" y="59"/>
                    </a:cubicBezTo>
                    <a:cubicBezTo>
                      <a:pt x="2" y="61"/>
                      <a:pt x="3" y="63"/>
                      <a:pt x="4" y="65"/>
                    </a:cubicBezTo>
                    <a:cubicBezTo>
                      <a:pt x="5" y="67"/>
                      <a:pt x="6" y="68"/>
                      <a:pt x="8" y="69"/>
                    </a:cubicBezTo>
                    <a:cubicBezTo>
                      <a:pt x="10" y="70"/>
                      <a:pt x="11" y="70"/>
                      <a:pt x="13" y="70"/>
                    </a:cubicBezTo>
                    <a:cubicBezTo>
                      <a:pt x="15" y="70"/>
                      <a:pt x="17" y="70"/>
                      <a:pt x="19" y="69"/>
                    </a:cubicBezTo>
                    <a:cubicBezTo>
                      <a:pt x="21" y="68"/>
                      <a:pt x="22" y="67"/>
                      <a:pt x="23" y="65"/>
                    </a:cubicBezTo>
                    <a:cubicBezTo>
                      <a:pt x="24" y="63"/>
                      <a:pt x="24" y="61"/>
                      <a:pt x="24" y="59"/>
                    </a:cubicBezTo>
                    <a:cubicBezTo>
                      <a:pt x="24" y="44"/>
                      <a:pt x="27" y="29"/>
                      <a:pt x="27" y="14"/>
                    </a:cubicBezTo>
                    <a:cubicBezTo>
                      <a:pt x="27" y="11"/>
                      <a:pt x="27" y="9"/>
                      <a:pt x="27" y="7"/>
                    </a:cubicBezTo>
                    <a:cubicBezTo>
                      <a:pt x="27" y="5"/>
                      <a:pt x="27" y="2"/>
                      <a:pt x="27" y="0"/>
                    </a:cubicBezTo>
                    <a:lnTo>
                      <a:pt x="21" y="0"/>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9"/>
              <p:cNvSpPr/>
              <p:nvPr/>
            </p:nvSpPr>
            <p:spPr>
              <a:xfrm>
                <a:off x="1453325" y="-857375"/>
                <a:ext cx="7560" cy="2160"/>
              </a:xfrm>
              <a:custGeom>
                <a:rect b="b" l="l" r="r" t="t"/>
                <a:pathLst>
                  <a:path extrusionOk="0" h="6" w="21">
                    <a:moveTo>
                      <a:pt x="2" y="5"/>
                    </a:moveTo>
                    <a:lnTo>
                      <a:pt x="8" y="5"/>
                    </a:lnTo>
                    <a:cubicBezTo>
                      <a:pt x="11" y="5"/>
                      <a:pt x="14" y="4"/>
                      <a:pt x="16" y="3"/>
                    </a:cubicBezTo>
                    <a:cubicBezTo>
                      <a:pt x="18" y="2"/>
                      <a:pt x="19" y="1"/>
                      <a:pt x="20" y="0"/>
                    </a:cubicBezTo>
                    <a:cubicBezTo>
                      <a:pt x="13" y="0"/>
                      <a:pt x="7" y="2"/>
                      <a:pt x="0" y="5"/>
                    </a:cubicBezTo>
                    <a:lnTo>
                      <a:pt x="2"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9"/>
              <p:cNvSpPr/>
              <p:nvPr/>
            </p:nvSpPr>
            <p:spPr>
              <a:xfrm>
                <a:off x="1433525" y="-864575"/>
                <a:ext cx="10800" cy="10080"/>
              </a:xfrm>
              <a:custGeom>
                <a:rect b="b" l="l" r="r" t="t"/>
                <a:pathLst>
                  <a:path extrusionOk="0" h="28" w="30">
                    <a:moveTo>
                      <a:pt x="29" y="8"/>
                    </a:moveTo>
                    <a:lnTo>
                      <a:pt x="29" y="6"/>
                    </a:lnTo>
                    <a:cubicBezTo>
                      <a:pt x="28" y="6"/>
                      <a:pt x="27" y="6"/>
                      <a:pt x="26" y="5"/>
                    </a:cubicBezTo>
                    <a:cubicBezTo>
                      <a:pt x="25" y="5"/>
                      <a:pt x="24" y="4"/>
                      <a:pt x="24" y="3"/>
                    </a:cubicBezTo>
                    <a:lnTo>
                      <a:pt x="0" y="0"/>
                    </a:lnTo>
                    <a:cubicBezTo>
                      <a:pt x="4" y="9"/>
                      <a:pt x="7" y="18"/>
                      <a:pt x="9" y="27"/>
                    </a:cubicBezTo>
                    <a:cubicBezTo>
                      <a:pt x="15" y="20"/>
                      <a:pt x="22" y="13"/>
                      <a:pt x="29"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9"/>
              <p:cNvSpPr/>
              <p:nvPr/>
            </p:nvSpPr>
            <p:spPr>
              <a:xfrm>
                <a:off x="1433525" y="-868535"/>
                <a:ext cx="9000" cy="5400"/>
              </a:xfrm>
              <a:custGeom>
                <a:rect b="b" l="l" r="r" t="t"/>
                <a:pathLst>
                  <a:path extrusionOk="0" h="15" w="25">
                    <a:moveTo>
                      <a:pt x="24" y="14"/>
                    </a:moveTo>
                    <a:cubicBezTo>
                      <a:pt x="23" y="13"/>
                      <a:pt x="22" y="12"/>
                      <a:pt x="21" y="11"/>
                    </a:cubicBezTo>
                    <a:cubicBezTo>
                      <a:pt x="20" y="9"/>
                      <a:pt x="19" y="7"/>
                      <a:pt x="19" y="4"/>
                    </a:cubicBezTo>
                    <a:cubicBezTo>
                      <a:pt x="19" y="3"/>
                      <a:pt x="20" y="1"/>
                      <a:pt x="20" y="0"/>
                    </a:cubicBezTo>
                    <a:cubicBezTo>
                      <a:pt x="18" y="0"/>
                      <a:pt x="15" y="1"/>
                      <a:pt x="13" y="2"/>
                    </a:cubicBezTo>
                    <a:cubicBezTo>
                      <a:pt x="12" y="3"/>
                      <a:pt x="11" y="3"/>
                      <a:pt x="10" y="4"/>
                    </a:cubicBezTo>
                    <a:cubicBezTo>
                      <a:pt x="7" y="6"/>
                      <a:pt x="3" y="8"/>
                      <a:pt x="0" y="11"/>
                    </a:cubicBezTo>
                    <a:lnTo>
                      <a:pt x="2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9"/>
              <p:cNvSpPr/>
              <p:nvPr/>
            </p:nvSpPr>
            <p:spPr>
              <a:xfrm>
                <a:off x="1449725" y="-869615"/>
                <a:ext cx="9720" cy="3960"/>
              </a:xfrm>
              <a:custGeom>
                <a:rect b="b" l="l" r="r" t="t"/>
                <a:pathLst>
                  <a:path extrusionOk="0" h="11" w="27">
                    <a:moveTo>
                      <a:pt x="3" y="10"/>
                    </a:moveTo>
                    <a:lnTo>
                      <a:pt x="8" y="8"/>
                    </a:lnTo>
                    <a:cubicBezTo>
                      <a:pt x="14" y="6"/>
                      <a:pt x="20" y="4"/>
                      <a:pt x="26" y="2"/>
                    </a:cubicBezTo>
                    <a:cubicBezTo>
                      <a:pt x="24" y="2"/>
                      <a:pt x="23" y="1"/>
                      <a:pt x="21" y="1"/>
                    </a:cubicBezTo>
                    <a:cubicBezTo>
                      <a:pt x="14" y="1"/>
                      <a:pt x="7" y="0"/>
                      <a:pt x="0" y="0"/>
                    </a:cubicBezTo>
                    <a:cubicBezTo>
                      <a:pt x="0" y="1"/>
                      <a:pt x="1" y="1"/>
                      <a:pt x="1" y="2"/>
                    </a:cubicBezTo>
                    <a:cubicBezTo>
                      <a:pt x="2" y="3"/>
                      <a:pt x="2" y="3"/>
                      <a:pt x="2" y="4"/>
                    </a:cubicBezTo>
                    <a:lnTo>
                      <a:pt x="3"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9"/>
              <p:cNvSpPr/>
              <p:nvPr/>
            </p:nvSpPr>
            <p:spPr>
              <a:xfrm>
                <a:off x="1428845" y="-864575"/>
                <a:ext cx="8280" cy="15840"/>
              </a:xfrm>
              <a:custGeom>
                <a:rect b="b" l="l" r="r" t="t"/>
                <a:pathLst>
                  <a:path extrusionOk="0" h="44" w="23">
                    <a:moveTo>
                      <a:pt x="3" y="26"/>
                    </a:moveTo>
                    <a:cubicBezTo>
                      <a:pt x="4" y="32"/>
                      <a:pt x="5" y="37"/>
                      <a:pt x="6" y="43"/>
                    </a:cubicBezTo>
                    <a:cubicBezTo>
                      <a:pt x="12" y="37"/>
                      <a:pt x="17" y="32"/>
                      <a:pt x="22" y="27"/>
                    </a:cubicBezTo>
                    <a:cubicBezTo>
                      <a:pt x="20" y="18"/>
                      <a:pt x="17" y="9"/>
                      <a:pt x="14" y="0"/>
                    </a:cubicBezTo>
                    <a:cubicBezTo>
                      <a:pt x="9" y="4"/>
                      <a:pt x="5" y="8"/>
                      <a:pt x="0" y="11"/>
                    </a:cubicBezTo>
                    <a:cubicBezTo>
                      <a:pt x="1" y="16"/>
                      <a:pt x="2" y="21"/>
                      <a:pt x="3"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9"/>
              <p:cNvSpPr/>
              <p:nvPr/>
            </p:nvSpPr>
            <p:spPr>
              <a:xfrm>
                <a:off x="1442165" y="-863495"/>
                <a:ext cx="3600" cy="2160"/>
              </a:xfrm>
              <a:custGeom>
                <a:rect b="b" l="l" r="r" t="t"/>
                <a:pathLst>
                  <a:path extrusionOk="0" h="6" w="10">
                    <a:moveTo>
                      <a:pt x="5" y="3"/>
                    </a:moveTo>
                    <a:lnTo>
                      <a:pt x="5" y="5"/>
                    </a:lnTo>
                    <a:lnTo>
                      <a:pt x="9" y="2"/>
                    </a:lnTo>
                    <a:lnTo>
                      <a:pt x="0" y="0"/>
                    </a:lnTo>
                    <a:cubicBezTo>
                      <a:pt x="1" y="1"/>
                      <a:pt x="2" y="1"/>
                      <a:pt x="3" y="2"/>
                    </a:cubicBezTo>
                    <a:cubicBezTo>
                      <a:pt x="4" y="3"/>
                      <a:pt x="4" y="3"/>
                      <a:pt x="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9"/>
              <p:cNvSpPr/>
              <p:nvPr/>
            </p:nvSpPr>
            <p:spPr>
              <a:xfrm>
                <a:off x="1440725" y="-869615"/>
                <a:ext cx="10440" cy="7200"/>
              </a:xfrm>
              <a:custGeom>
                <a:rect b="b" l="l" r="r" t="t"/>
                <a:pathLst>
                  <a:path extrusionOk="0" h="20" w="29">
                    <a:moveTo>
                      <a:pt x="4" y="17"/>
                    </a:moveTo>
                    <a:lnTo>
                      <a:pt x="13" y="19"/>
                    </a:lnTo>
                    <a:cubicBezTo>
                      <a:pt x="15" y="17"/>
                      <a:pt x="17" y="16"/>
                      <a:pt x="18" y="15"/>
                    </a:cubicBezTo>
                    <a:cubicBezTo>
                      <a:pt x="22" y="14"/>
                      <a:pt x="25" y="12"/>
                      <a:pt x="28" y="10"/>
                    </a:cubicBezTo>
                    <a:lnTo>
                      <a:pt x="27" y="5"/>
                    </a:lnTo>
                    <a:cubicBezTo>
                      <a:pt x="27" y="4"/>
                      <a:pt x="27" y="3"/>
                      <a:pt x="26" y="2"/>
                    </a:cubicBezTo>
                    <a:cubicBezTo>
                      <a:pt x="26" y="2"/>
                      <a:pt x="25" y="1"/>
                      <a:pt x="25" y="0"/>
                    </a:cubicBezTo>
                    <a:cubicBezTo>
                      <a:pt x="24" y="0"/>
                      <a:pt x="23" y="0"/>
                      <a:pt x="22" y="0"/>
                    </a:cubicBezTo>
                    <a:cubicBezTo>
                      <a:pt x="15" y="0"/>
                      <a:pt x="7" y="1"/>
                      <a:pt x="0" y="3"/>
                    </a:cubicBezTo>
                    <a:cubicBezTo>
                      <a:pt x="0" y="5"/>
                      <a:pt x="0" y="6"/>
                      <a:pt x="0" y="8"/>
                    </a:cubicBezTo>
                    <a:cubicBezTo>
                      <a:pt x="0" y="10"/>
                      <a:pt x="0" y="12"/>
                      <a:pt x="1" y="14"/>
                    </a:cubicBezTo>
                    <a:cubicBezTo>
                      <a:pt x="2" y="15"/>
                      <a:pt x="3" y="17"/>
                      <a:pt x="4"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9"/>
              <p:cNvSpPr/>
              <p:nvPr/>
            </p:nvSpPr>
            <p:spPr>
              <a:xfrm>
                <a:off x="1422365" y="-858455"/>
                <a:ext cx="7200" cy="10080"/>
              </a:xfrm>
              <a:custGeom>
                <a:rect b="b" l="l" r="r" t="t"/>
                <a:pathLst>
                  <a:path extrusionOk="0" h="28" w="20">
                    <a:moveTo>
                      <a:pt x="0" y="6"/>
                    </a:moveTo>
                    <a:cubicBezTo>
                      <a:pt x="2" y="12"/>
                      <a:pt x="5" y="18"/>
                      <a:pt x="7" y="25"/>
                    </a:cubicBezTo>
                    <a:cubicBezTo>
                      <a:pt x="10" y="26"/>
                      <a:pt x="14" y="27"/>
                      <a:pt x="17" y="27"/>
                    </a:cubicBezTo>
                    <a:cubicBezTo>
                      <a:pt x="18" y="27"/>
                      <a:pt x="18" y="27"/>
                      <a:pt x="19" y="27"/>
                    </a:cubicBezTo>
                    <a:cubicBezTo>
                      <a:pt x="15" y="18"/>
                      <a:pt x="12" y="8"/>
                      <a:pt x="8" y="0"/>
                    </a:cubicBezTo>
                    <a:cubicBezTo>
                      <a:pt x="7" y="0"/>
                      <a:pt x="6" y="0"/>
                      <a:pt x="6" y="0"/>
                    </a:cubicBezTo>
                    <a:cubicBezTo>
                      <a:pt x="4" y="2"/>
                      <a:pt x="2" y="4"/>
                      <a:pt x="0"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9"/>
              <p:cNvSpPr/>
              <p:nvPr/>
            </p:nvSpPr>
            <p:spPr>
              <a:xfrm>
                <a:off x="1422005" y="-856295"/>
                <a:ext cx="3240" cy="7200"/>
              </a:xfrm>
              <a:custGeom>
                <a:rect b="b" l="l" r="r" t="t"/>
                <a:pathLst>
                  <a:path extrusionOk="0" h="20" w="9">
                    <a:moveTo>
                      <a:pt x="6" y="18"/>
                    </a:moveTo>
                    <a:lnTo>
                      <a:pt x="8" y="19"/>
                    </a:lnTo>
                    <a:cubicBezTo>
                      <a:pt x="6" y="12"/>
                      <a:pt x="4" y="7"/>
                      <a:pt x="1" y="0"/>
                    </a:cubicBezTo>
                    <a:cubicBezTo>
                      <a:pt x="0" y="2"/>
                      <a:pt x="0" y="4"/>
                      <a:pt x="0" y="7"/>
                    </a:cubicBezTo>
                    <a:cubicBezTo>
                      <a:pt x="0" y="9"/>
                      <a:pt x="0" y="11"/>
                      <a:pt x="2" y="13"/>
                    </a:cubicBezTo>
                    <a:cubicBezTo>
                      <a:pt x="3" y="15"/>
                      <a:pt x="4" y="16"/>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9"/>
              <p:cNvSpPr/>
              <p:nvPr/>
            </p:nvSpPr>
            <p:spPr>
              <a:xfrm>
                <a:off x="1425245" y="-860255"/>
                <a:ext cx="6120" cy="11880"/>
              </a:xfrm>
              <a:custGeom>
                <a:rect b="b" l="l" r="r" t="t"/>
                <a:pathLst>
                  <a:path extrusionOk="0" h="33" w="17">
                    <a:moveTo>
                      <a:pt x="16" y="31"/>
                    </a:moveTo>
                    <a:cubicBezTo>
                      <a:pt x="15" y="26"/>
                      <a:pt x="15" y="20"/>
                      <a:pt x="13" y="14"/>
                    </a:cubicBezTo>
                    <a:cubicBezTo>
                      <a:pt x="11" y="8"/>
                      <a:pt x="10" y="5"/>
                      <a:pt x="9" y="0"/>
                    </a:cubicBezTo>
                    <a:cubicBezTo>
                      <a:pt x="8" y="0"/>
                      <a:pt x="7" y="1"/>
                      <a:pt x="6" y="2"/>
                    </a:cubicBezTo>
                    <a:cubicBezTo>
                      <a:pt x="4" y="3"/>
                      <a:pt x="2" y="4"/>
                      <a:pt x="0" y="4"/>
                    </a:cubicBezTo>
                    <a:cubicBezTo>
                      <a:pt x="4" y="13"/>
                      <a:pt x="8" y="22"/>
                      <a:pt x="11" y="32"/>
                    </a:cubicBezTo>
                    <a:lnTo>
                      <a:pt x="16" y="3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9"/>
              <p:cNvSpPr/>
              <p:nvPr/>
            </p:nvSpPr>
            <p:spPr>
              <a:xfrm>
                <a:off x="2192045" y="-826055"/>
                <a:ext cx="13680" cy="3960"/>
              </a:xfrm>
              <a:custGeom>
                <a:rect b="b" l="l" r="r" t="t"/>
                <a:pathLst>
                  <a:path extrusionOk="0" h="11" w="38">
                    <a:moveTo>
                      <a:pt x="2" y="10"/>
                    </a:moveTo>
                    <a:lnTo>
                      <a:pt x="35" y="10"/>
                    </a:lnTo>
                    <a:cubicBezTo>
                      <a:pt x="35" y="7"/>
                      <a:pt x="36" y="4"/>
                      <a:pt x="37" y="0"/>
                    </a:cubicBezTo>
                    <a:cubicBezTo>
                      <a:pt x="25" y="0"/>
                      <a:pt x="13" y="0"/>
                      <a:pt x="0" y="0"/>
                    </a:cubicBezTo>
                    <a:cubicBezTo>
                      <a:pt x="1" y="1"/>
                      <a:pt x="1" y="1"/>
                      <a:pt x="1" y="1"/>
                    </a:cubicBezTo>
                    <a:cubicBezTo>
                      <a:pt x="2" y="3"/>
                      <a:pt x="2" y="4"/>
                      <a:pt x="2" y="6"/>
                    </a:cubicBezTo>
                    <a:lnTo>
                      <a:pt x="2" y="7"/>
                    </a:lnTo>
                    <a:cubicBezTo>
                      <a:pt x="2" y="8"/>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9"/>
              <p:cNvSpPr/>
              <p:nvPr/>
            </p:nvSpPr>
            <p:spPr>
              <a:xfrm>
                <a:off x="2172245" y="-825695"/>
                <a:ext cx="14400" cy="3600"/>
              </a:xfrm>
              <a:custGeom>
                <a:rect b="b" l="l" r="r" t="t"/>
                <a:pathLst>
                  <a:path extrusionOk="0" h="10" w="40">
                    <a:moveTo>
                      <a:pt x="35" y="9"/>
                    </a:moveTo>
                    <a:cubicBezTo>
                      <a:pt x="36" y="7"/>
                      <a:pt x="36" y="5"/>
                      <a:pt x="37" y="3"/>
                    </a:cubicBezTo>
                    <a:lnTo>
                      <a:pt x="37" y="2"/>
                    </a:lnTo>
                    <a:cubicBezTo>
                      <a:pt x="38" y="1"/>
                      <a:pt x="38" y="0"/>
                      <a:pt x="39" y="0"/>
                    </a:cubicBezTo>
                    <a:cubicBezTo>
                      <a:pt x="26" y="0"/>
                      <a:pt x="12" y="1"/>
                      <a:pt x="0" y="1"/>
                    </a:cubicBezTo>
                    <a:cubicBezTo>
                      <a:pt x="0" y="4"/>
                      <a:pt x="0" y="6"/>
                      <a:pt x="0" y="9"/>
                    </a:cubicBezTo>
                    <a:lnTo>
                      <a:pt x="3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9"/>
              <p:cNvSpPr/>
              <p:nvPr/>
            </p:nvSpPr>
            <p:spPr>
              <a:xfrm>
                <a:off x="2213285" y="-824975"/>
                <a:ext cx="10080" cy="2880"/>
              </a:xfrm>
              <a:custGeom>
                <a:rect b="b" l="l" r="r" t="t"/>
                <a:pathLst>
                  <a:path extrusionOk="0" h="8" w="28">
                    <a:moveTo>
                      <a:pt x="27" y="7"/>
                    </a:moveTo>
                    <a:lnTo>
                      <a:pt x="27" y="5"/>
                    </a:lnTo>
                    <a:cubicBezTo>
                      <a:pt x="23" y="5"/>
                      <a:pt x="19" y="3"/>
                      <a:pt x="14" y="2"/>
                    </a:cubicBezTo>
                    <a:cubicBezTo>
                      <a:pt x="9" y="1"/>
                      <a:pt x="6" y="1"/>
                      <a:pt x="1" y="0"/>
                    </a:cubicBezTo>
                    <a:cubicBezTo>
                      <a:pt x="1" y="2"/>
                      <a:pt x="0" y="5"/>
                      <a:pt x="0" y="7"/>
                    </a:cubicBezTo>
                    <a:lnTo>
                      <a:pt x="27"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9"/>
              <p:cNvSpPr/>
              <p:nvPr/>
            </p:nvSpPr>
            <p:spPr>
              <a:xfrm>
                <a:off x="1838885" y="-839735"/>
                <a:ext cx="13320" cy="1800"/>
              </a:xfrm>
              <a:custGeom>
                <a:rect b="b" l="l" r="r" t="t"/>
                <a:pathLst>
                  <a:path extrusionOk="0" h="5" w="37">
                    <a:moveTo>
                      <a:pt x="28" y="0"/>
                    </a:moveTo>
                    <a:cubicBezTo>
                      <a:pt x="19" y="0"/>
                      <a:pt x="9" y="0"/>
                      <a:pt x="0" y="0"/>
                    </a:cubicBezTo>
                    <a:cubicBezTo>
                      <a:pt x="9" y="1"/>
                      <a:pt x="18" y="2"/>
                      <a:pt x="27" y="3"/>
                    </a:cubicBezTo>
                    <a:cubicBezTo>
                      <a:pt x="36" y="4"/>
                      <a:pt x="28" y="1"/>
                      <a:pt x="2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9"/>
              <p:cNvSpPr/>
              <p:nvPr/>
            </p:nvSpPr>
            <p:spPr>
              <a:xfrm>
                <a:off x="2153885" y="-826415"/>
                <a:ext cx="10800" cy="4320"/>
              </a:xfrm>
              <a:custGeom>
                <a:rect b="b" l="l" r="r" t="t"/>
                <a:pathLst>
                  <a:path extrusionOk="0" h="12" w="30">
                    <a:moveTo>
                      <a:pt x="3" y="10"/>
                    </a:moveTo>
                    <a:lnTo>
                      <a:pt x="29" y="11"/>
                    </a:lnTo>
                    <a:cubicBezTo>
                      <a:pt x="29" y="9"/>
                      <a:pt x="29" y="7"/>
                      <a:pt x="29" y="6"/>
                    </a:cubicBezTo>
                    <a:cubicBezTo>
                      <a:pt x="29" y="4"/>
                      <a:pt x="29" y="4"/>
                      <a:pt x="29" y="2"/>
                    </a:cubicBezTo>
                    <a:cubicBezTo>
                      <a:pt x="19" y="2"/>
                      <a:pt x="10" y="1"/>
                      <a:pt x="0" y="0"/>
                    </a:cubicBezTo>
                    <a:cubicBezTo>
                      <a:pt x="1" y="0"/>
                      <a:pt x="1" y="1"/>
                      <a:pt x="2" y="3"/>
                    </a:cubicBezTo>
                    <a:cubicBezTo>
                      <a:pt x="2" y="4"/>
                      <a:pt x="4" y="6"/>
                      <a:pt x="4" y="8"/>
                    </a:cubicBezTo>
                    <a:cubicBezTo>
                      <a:pt x="4" y="8"/>
                      <a:pt x="3" y="9"/>
                      <a:pt x="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9"/>
              <p:cNvSpPr/>
              <p:nvPr/>
            </p:nvSpPr>
            <p:spPr>
              <a:xfrm>
                <a:off x="1895405" y="-836855"/>
                <a:ext cx="9360" cy="3600"/>
              </a:xfrm>
              <a:custGeom>
                <a:rect b="b" l="l" r="r" t="t"/>
                <a:pathLst>
                  <a:path extrusionOk="0" h="10" w="26">
                    <a:moveTo>
                      <a:pt x="21" y="9"/>
                    </a:moveTo>
                    <a:cubicBezTo>
                      <a:pt x="22" y="6"/>
                      <a:pt x="23" y="3"/>
                      <a:pt x="24" y="1"/>
                    </a:cubicBezTo>
                    <a:lnTo>
                      <a:pt x="25" y="0"/>
                    </a:lnTo>
                    <a:lnTo>
                      <a:pt x="1" y="0"/>
                    </a:lnTo>
                    <a:cubicBezTo>
                      <a:pt x="1" y="3"/>
                      <a:pt x="1" y="5"/>
                      <a:pt x="0" y="7"/>
                    </a:cubicBezTo>
                    <a:lnTo>
                      <a:pt x="21"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9"/>
              <p:cNvSpPr/>
              <p:nvPr/>
            </p:nvSpPr>
            <p:spPr>
              <a:xfrm>
                <a:off x="1929245" y="-837575"/>
                <a:ext cx="12600" cy="5040"/>
              </a:xfrm>
              <a:custGeom>
                <a:rect b="b" l="l" r="r" t="t"/>
                <a:pathLst>
                  <a:path extrusionOk="0" h="14" w="35">
                    <a:moveTo>
                      <a:pt x="0" y="13"/>
                    </a:moveTo>
                    <a:lnTo>
                      <a:pt x="34" y="13"/>
                    </a:lnTo>
                    <a:cubicBezTo>
                      <a:pt x="34" y="8"/>
                      <a:pt x="34" y="4"/>
                      <a:pt x="34" y="0"/>
                    </a:cubicBezTo>
                    <a:lnTo>
                      <a:pt x="1" y="0"/>
                    </a:lnTo>
                    <a:cubicBezTo>
                      <a:pt x="1" y="1"/>
                      <a:pt x="1" y="1"/>
                      <a:pt x="1" y="2"/>
                    </a:cubicBezTo>
                    <a:cubicBezTo>
                      <a:pt x="1" y="2"/>
                      <a:pt x="1" y="3"/>
                      <a:pt x="1" y="4"/>
                    </a:cubicBezTo>
                    <a:cubicBezTo>
                      <a:pt x="1" y="7"/>
                      <a:pt x="1" y="10"/>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9"/>
              <p:cNvSpPr/>
              <p:nvPr/>
            </p:nvSpPr>
            <p:spPr>
              <a:xfrm>
                <a:off x="2163605" y="-836855"/>
                <a:ext cx="48600" cy="2520"/>
              </a:xfrm>
              <a:custGeom>
                <a:rect b="b" l="l" r="r" t="t"/>
                <a:pathLst>
                  <a:path extrusionOk="0" h="7" w="135">
                    <a:moveTo>
                      <a:pt x="134" y="4"/>
                    </a:moveTo>
                    <a:cubicBezTo>
                      <a:pt x="90" y="0"/>
                      <a:pt x="45" y="4"/>
                      <a:pt x="0" y="4"/>
                    </a:cubicBezTo>
                    <a:lnTo>
                      <a:pt x="6" y="4"/>
                    </a:lnTo>
                    <a:cubicBezTo>
                      <a:pt x="49" y="6"/>
                      <a:pt x="91" y="2"/>
                      <a:pt x="134"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9"/>
              <p:cNvSpPr/>
              <p:nvPr/>
            </p:nvSpPr>
            <p:spPr>
              <a:xfrm>
                <a:off x="1909805" y="-837215"/>
                <a:ext cx="15120" cy="4680"/>
              </a:xfrm>
              <a:custGeom>
                <a:rect b="b" l="l" r="r" t="t"/>
                <a:pathLst>
                  <a:path extrusionOk="0" h="13" w="42">
                    <a:moveTo>
                      <a:pt x="2" y="12"/>
                    </a:moveTo>
                    <a:lnTo>
                      <a:pt x="35" y="12"/>
                    </a:lnTo>
                    <a:cubicBezTo>
                      <a:pt x="36" y="9"/>
                      <a:pt x="37" y="6"/>
                      <a:pt x="39" y="4"/>
                    </a:cubicBezTo>
                    <a:cubicBezTo>
                      <a:pt x="39" y="2"/>
                      <a:pt x="40" y="1"/>
                      <a:pt x="41" y="0"/>
                    </a:cubicBezTo>
                    <a:lnTo>
                      <a:pt x="0" y="0"/>
                    </a:lnTo>
                    <a:cubicBezTo>
                      <a:pt x="1" y="2"/>
                      <a:pt x="2" y="5"/>
                      <a:pt x="2" y="8"/>
                    </a:cubicBezTo>
                    <a:cubicBezTo>
                      <a:pt x="2" y="9"/>
                      <a:pt x="2" y="10"/>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9"/>
              <p:cNvSpPr/>
              <p:nvPr/>
            </p:nvSpPr>
            <p:spPr>
              <a:xfrm>
                <a:off x="1470245" y="-859175"/>
                <a:ext cx="3600" cy="1800"/>
              </a:xfrm>
              <a:custGeom>
                <a:rect b="b" l="l" r="r" t="t"/>
                <a:pathLst>
                  <a:path extrusionOk="0" h="5" w="10">
                    <a:moveTo>
                      <a:pt x="9" y="3"/>
                    </a:moveTo>
                    <a:cubicBezTo>
                      <a:pt x="8" y="2"/>
                      <a:pt x="8" y="2"/>
                      <a:pt x="8" y="1"/>
                    </a:cubicBezTo>
                    <a:lnTo>
                      <a:pt x="7" y="0"/>
                    </a:lnTo>
                    <a:lnTo>
                      <a:pt x="0" y="0"/>
                    </a:lnTo>
                    <a:cubicBezTo>
                      <a:pt x="0" y="1"/>
                      <a:pt x="0" y="3"/>
                      <a:pt x="0" y="4"/>
                    </a:cubicBezTo>
                    <a:lnTo>
                      <a:pt x="9"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9"/>
              <p:cNvSpPr/>
              <p:nvPr/>
            </p:nvSpPr>
            <p:spPr>
              <a:xfrm>
                <a:off x="1985045" y="-836135"/>
                <a:ext cx="8640" cy="5040"/>
              </a:xfrm>
              <a:custGeom>
                <a:rect b="b" l="l" r="r" t="t"/>
                <a:pathLst>
                  <a:path extrusionOk="0" h="14" w="24">
                    <a:moveTo>
                      <a:pt x="0" y="12"/>
                    </a:moveTo>
                    <a:lnTo>
                      <a:pt x="23" y="13"/>
                    </a:lnTo>
                    <a:cubicBezTo>
                      <a:pt x="22" y="10"/>
                      <a:pt x="22" y="8"/>
                      <a:pt x="22" y="5"/>
                    </a:cubicBezTo>
                    <a:cubicBezTo>
                      <a:pt x="22" y="4"/>
                      <a:pt x="22" y="3"/>
                      <a:pt x="22" y="2"/>
                    </a:cubicBezTo>
                    <a:lnTo>
                      <a:pt x="0" y="0"/>
                    </a:lnTo>
                    <a:cubicBezTo>
                      <a:pt x="0" y="2"/>
                      <a:pt x="0" y="4"/>
                      <a:pt x="0" y="6"/>
                    </a:cubicBezTo>
                    <a:cubicBezTo>
                      <a:pt x="0" y="8"/>
                      <a:pt x="0" y="10"/>
                      <a:pt x="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9"/>
              <p:cNvSpPr/>
              <p:nvPr/>
            </p:nvSpPr>
            <p:spPr>
              <a:xfrm>
                <a:off x="1947605" y="-837215"/>
                <a:ext cx="12240" cy="5040"/>
              </a:xfrm>
              <a:custGeom>
                <a:rect b="b" l="l" r="r" t="t"/>
                <a:pathLst>
                  <a:path extrusionOk="0" h="14" w="34">
                    <a:moveTo>
                      <a:pt x="33" y="13"/>
                    </a:moveTo>
                    <a:cubicBezTo>
                      <a:pt x="33" y="9"/>
                      <a:pt x="33" y="5"/>
                      <a:pt x="33" y="0"/>
                    </a:cubicBezTo>
                    <a:lnTo>
                      <a:pt x="0" y="0"/>
                    </a:lnTo>
                    <a:cubicBezTo>
                      <a:pt x="0" y="5"/>
                      <a:pt x="0" y="9"/>
                      <a:pt x="0" y="13"/>
                    </a:cubicBezTo>
                    <a:lnTo>
                      <a:pt x="33"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9"/>
              <p:cNvSpPr/>
              <p:nvPr/>
            </p:nvSpPr>
            <p:spPr>
              <a:xfrm>
                <a:off x="1734485" y="-846935"/>
                <a:ext cx="8640" cy="720"/>
              </a:xfrm>
              <a:custGeom>
                <a:rect b="b" l="l" r="r" t="t"/>
                <a:pathLst>
                  <a:path extrusionOk="0" h="2" w="24">
                    <a:moveTo>
                      <a:pt x="23" y="1"/>
                    </a:moveTo>
                    <a:cubicBezTo>
                      <a:pt x="15" y="1"/>
                      <a:pt x="8" y="1"/>
                      <a:pt x="0" y="0"/>
                    </a:cubicBezTo>
                    <a:lnTo>
                      <a:pt x="0" y="1"/>
                    </a:lnTo>
                    <a:cubicBezTo>
                      <a:pt x="8" y="1"/>
                      <a:pt x="16" y="1"/>
                      <a:pt x="23"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9"/>
              <p:cNvSpPr/>
              <p:nvPr/>
            </p:nvSpPr>
            <p:spPr>
              <a:xfrm>
                <a:off x="2048765" y="-831455"/>
                <a:ext cx="8640" cy="2520"/>
              </a:xfrm>
              <a:custGeom>
                <a:rect b="b" l="l" r="r" t="t"/>
                <a:pathLst>
                  <a:path extrusionOk="0" h="7" w="24">
                    <a:moveTo>
                      <a:pt x="22" y="6"/>
                    </a:moveTo>
                    <a:cubicBezTo>
                      <a:pt x="22" y="5"/>
                      <a:pt x="22" y="3"/>
                      <a:pt x="23" y="2"/>
                    </a:cubicBezTo>
                    <a:lnTo>
                      <a:pt x="23" y="1"/>
                    </a:lnTo>
                    <a:lnTo>
                      <a:pt x="1" y="0"/>
                    </a:lnTo>
                    <a:lnTo>
                      <a:pt x="0" y="6"/>
                    </a:lnTo>
                    <a:lnTo>
                      <a:pt x="2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9"/>
              <p:cNvSpPr/>
              <p:nvPr/>
            </p:nvSpPr>
            <p:spPr>
              <a:xfrm>
                <a:off x="2063525" y="-830375"/>
                <a:ext cx="10440" cy="1800"/>
              </a:xfrm>
              <a:custGeom>
                <a:rect b="b" l="l" r="r" t="t"/>
                <a:pathLst>
                  <a:path extrusionOk="0" h="5" w="29">
                    <a:moveTo>
                      <a:pt x="26" y="3"/>
                    </a:moveTo>
                    <a:lnTo>
                      <a:pt x="26" y="2"/>
                    </a:lnTo>
                    <a:cubicBezTo>
                      <a:pt x="26" y="2"/>
                      <a:pt x="26" y="1"/>
                      <a:pt x="28" y="0"/>
                    </a:cubicBezTo>
                    <a:lnTo>
                      <a:pt x="0" y="0"/>
                    </a:lnTo>
                    <a:cubicBezTo>
                      <a:pt x="0" y="1"/>
                      <a:pt x="1" y="3"/>
                      <a:pt x="1" y="4"/>
                    </a:cubicBezTo>
                    <a:lnTo>
                      <a:pt x="26"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9"/>
              <p:cNvSpPr/>
              <p:nvPr/>
            </p:nvSpPr>
            <p:spPr>
              <a:xfrm>
                <a:off x="1467365" y="-872495"/>
                <a:ext cx="652320" cy="33120"/>
              </a:xfrm>
              <a:custGeom>
                <a:rect b="b" l="l" r="r" t="t"/>
                <a:pathLst>
                  <a:path extrusionOk="0" h="92" w="1812">
                    <a:moveTo>
                      <a:pt x="135" y="24"/>
                    </a:moveTo>
                    <a:cubicBezTo>
                      <a:pt x="160" y="27"/>
                      <a:pt x="186" y="30"/>
                      <a:pt x="211" y="32"/>
                    </a:cubicBezTo>
                    <a:lnTo>
                      <a:pt x="212" y="31"/>
                    </a:lnTo>
                    <a:cubicBezTo>
                      <a:pt x="214" y="30"/>
                      <a:pt x="216" y="29"/>
                      <a:pt x="219" y="29"/>
                    </a:cubicBezTo>
                    <a:cubicBezTo>
                      <a:pt x="221" y="29"/>
                      <a:pt x="223" y="29"/>
                      <a:pt x="225" y="31"/>
                    </a:cubicBezTo>
                    <a:cubicBezTo>
                      <a:pt x="226" y="31"/>
                      <a:pt x="227" y="32"/>
                      <a:pt x="227" y="33"/>
                    </a:cubicBezTo>
                    <a:lnTo>
                      <a:pt x="253" y="35"/>
                    </a:lnTo>
                    <a:cubicBezTo>
                      <a:pt x="254" y="33"/>
                      <a:pt x="255" y="32"/>
                      <a:pt x="256" y="32"/>
                    </a:cubicBezTo>
                    <a:cubicBezTo>
                      <a:pt x="258" y="31"/>
                      <a:pt x="260" y="30"/>
                      <a:pt x="262" y="30"/>
                    </a:cubicBezTo>
                    <a:cubicBezTo>
                      <a:pt x="264" y="30"/>
                      <a:pt x="265" y="31"/>
                      <a:pt x="267" y="32"/>
                    </a:cubicBezTo>
                    <a:cubicBezTo>
                      <a:pt x="268" y="32"/>
                      <a:pt x="268" y="32"/>
                      <a:pt x="269" y="33"/>
                    </a:cubicBezTo>
                    <a:cubicBezTo>
                      <a:pt x="270" y="33"/>
                      <a:pt x="271" y="34"/>
                      <a:pt x="271" y="35"/>
                    </a:cubicBezTo>
                    <a:cubicBezTo>
                      <a:pt x="285" y="35"/>
                      <a:pt x="299" y="35"/>
                      <a:pt x="313" y="35"/>
                    </a:cubicBezTo>
                    <a:cubicBezTo>
                      <a:pt x="400" y="33"/>
                      <a:pt x="487" y="44"/>
                      <a:pt x="573" y="43"/>
                    </a:cubicBezTo>
                    <a:cubicBezTo>
                      <a:pt x="621" y="43"/>
                      <a:pt x="670" y="40"/>
                      <a:pt x="719" y="40"/>
                    </a:cubicBezTo>
                    <a:cubicBezTo>
                      <a:pt x="721" y="39"/>
                      <a:pt x="722" y="39"/>
                      <a:pt x="724" y="39"/>
                    </a:cubicBezTo>
                    <a:cubicBezTo>
                      <a:pt x="725" y="39"/>
                      <a:pt x="727" y="39"/>
                      <a:pt x="728" y="40"/>
                    </a:cubicBezTo>
                    <a:cubicBezTo>
                      <a:pt x="741" y="40"/>
                      <a:pt x="753" y="40"/>
                      <a:pt x="766" y="41"/>
                    </a:cubicBezTo>
                    <a:cubicBezTo>
                      <a:pt x="766" y="41"/>
                      <a:pt x="766" y="40"/>
                      <a:pt x="766" y="39"/>
                    </a:cubicBezTo>
                    <a:cubicBezTo>
                      <a:pt x="767" y="28"/>
                      <a:pt x="784" y="29"/>
                      <a:pt x="786" y="39"/>
                    </a:cubicBezTo>
                    <a:lnTo>
                      <a:pt x="786" y="41"/>
                    </a:lnTo>
                    <a:cubicBezTo>
                      <a:pt x="797" y="42"/>
                      <a:pt x="809" y="44"/>
                      <a:pt x="820" y="46"/>
                    </a:cubicBezTo>
                    <a:cubicBezTo>
                      <a:pt x="887" y="54"/>
                      <a:pt x="954" y="59"/>
                      <a:pt x="1021" y="59"/>
                    </a:cubicBezTo>
                    <a:cubicBezTo>
                      <a:pt x="1026" y="59"/>
                      <a:pt x="1031" y="59"/>
                      <a:pt x="1037" y="59"/>
                    </a:cubicBezTo>
                    <a:cubicBezTo>
                      <a:pt x="1077" y="60"/>
                      <a:pt x="1118" y="68"/>
                      <a:pt x="1159" y="70"/>
                    </a:cubicBezTo>
                    <a:cubicBezTo>
                      <a:pt x="1213" y="73"/>
                      <a:pt x="1268" y="69"/>
                      <a:pt x="1322" y="69"/>
                    </a:cubicBezTo>
                    <a:cubicBezTo>
                      <a:pt x="1486" y="69"/>
                      <a:pt x="1647" y="91"/>
                      <a:pt x="1811" y="91"/>
                    </a:cubicBezTo>
                    <a:cubicBezTo>
                      <a:pt x="1705" y="79"/>
                      <a:pt x="1598" y="84"/>
                      <a:pt x="1491" y="73"/>
                    </a:cubicBezTo>
                    <a:cubicBezTo>
                      <a:pt x="1396" y="63"/>
                      <a:pt x="1300" y="69"/>
                      <a:pt x="1204" y="62"/>
                    </a:cubicBezTo>
                    <a:cubicBezTo>
                      <a:pt x="1148" y="58"/>
                      <a:pt x="1094" y="46"/>
                      <a:pt x="1038" y="43"/>
                    </a:cubicBezTo>
                    <a:cubicBezTo>
                      <a:pt x="996" y="40"/>
                      <a:pt x="940" y="45"/>
                      <a:pt x="899" y="35"/>
                    </a:cubicBezTo>
                    <a:cubicBezTo>
                      <a:pt x="823" y="17"/>
                      <a:pt x="735" y="21"/>
                      <a:pt x="657" y="21"/>
                    </a:cubicBezTo>
                    <a:cubicBezTo>
                      <a:pt x="556" y="21"/>
                      <a:pt x="458" y="18"/>
                      <a:pt x="358" y="8"/>
                    </a:cubicBezTo>
                    <a:cubicBezTo>
                      <a:pt x="269" y="0"/>
                      <a:pt x="186" y="5"/>
                      <a:pt x="98" y="5"/>
                    </a:cubicBezTo>
                    <a:cubicBezTo>
                      <a:pt x="67" y="5"/>
                      <a:pt x="33" y="2"/>
                      <a:pt x="0" y="5"/>
                    </a:cubicBezTo>
                    <a:cubicBezTo>
                      <a:pt x="43" y="10"/>
                      <a:pt x="85" y="16"/>
                      <a:pt x="128" y="21"/>
                    </a:cubicBezTo>
                    <a:cubicBezTo>
                      <a:pt x="130" y="21"/>
                      <a:pt x="132" y="22"/>
                      <a:pt x="133" y="23"/>
                    </a:cubicBezTo>
                    <a:cubicBezTo>
                      <a:pt x="134" y="23"/>
                      <a:pt x="134" y="24"/>
                      <a:pt x="135"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9"/>
              <p:cNvSpPr/>
              <p:nvPr/>
            </p:nvSpPr>
            <p:spPr>
              <a:xfrm>
                <a:off x="1437485" y="-855575"/>
                <a:ext cx="9000" cy="9720"/>
              </a:xfrm>
              <a:custGeom>
                <a:rect b="b" l="l" r="r" t="t"/>
                <a:pathLst>
                  <a:path extrusionOk="0" h="27" w="25">
                    <a:moveTo>
                      <a:pt x="4" y="7"/>
                    </a:moveTo>
                    <a:lnTo>
                      <a:pt x="0" y="9"/>
                    </a:lnTo>
                    <a:cubicBezTo>
                      <a:pt x="2" y="15"/>
                      <a:pt x="3" y="20"/>
                      <a:pt x="4" y="26"/>
                    </a:cubicBezTo>
                    <a:cubicBezTo>
                      <a:pt x="11" y="21"/>
                      <a:pt x="17" y="17"/>
                      <a:pt x="24" y="12"/>
                    </a:cubicBezTo>
                    <a:lnTo>
                      <a:pt x="22" y="0"/>
                    </a:lnTo>
                    <a:cubicBezTo>
                      <a:pt x="17" y="1"/>
                      <a:pt x="12" y="2"/>
                      <a:pt x="7" y="5"/>
                    </a:cubicBezTo>
                    <a:cubicBezTo>
                      <a:pt x="6" y="5"/>
                      <a:pt x="5" y="6"/>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9"/>
              <p:cNvSpPr/>
              <p:nvPr/>
            </p:nvSpPr>
            <p:spPr>
              <a:xfrm>
                <a:off x="2001965" y="-835055"/>
                <a:ext cx="12960" cy="4680"/>
              </a:xfrm>
              <a:custGeom>
                <a:rect b="b" l="l" r="r" t="t"/>
                <a:pathLst>
                  <a:path extrusionOk="0" h="13" w="36">
                    <a:moveTo>
                      <a:pt x="2" y="11"/>
                    </a:moveTo>
                    <a:lnTo>
                      <a:pt x="35" y="12"/>
                    </a:lnTo>
                    <a:cubicBezTo>
                      <a:pt x="35" y="11"/>
                      <a:pt x="35" y="9"/>
                      <a:pt x="35" y="8"/>
                    </a:cubicBezTo>
                    <a:cubicBezTo>
                      <a:pt x="35" y="6"/>
                      <a:pt x="35" y="4"/>
                      <a:pt x="35" y="3"/>
                    </a:cubicBezTo>
                    <a:lnTo>
                      <a:pt x="3" y="0"/>
                    </a:lnTo>
                    <a:cubicBezTo>
                      <a:pt x="3" y="3"/>
                      <a:pt x="2" y="5"/>
                      <a:pt x="1" y="7"/>
                    </a:cubicBezTo>
                    <a:cubicBezTo>
                      <a:pt x="1" y="7"/>
                      <a:pt x="1" y="8"/>
                      <a:pt x="0" y="8"/>
                    </a:cubicBezTo>
                    <a:lnTo>
                      <a:pt x="2"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9"/>
              <p:cNvSpPr/>
              <p:nvPr/>
            </p:nvSpPr>
            <p:spPr>
              <a:xfrm>
                <a:off x="1460885" y="-858455"/>
                <a:ext cx="1080" cy="1080"/>
              </a:xfrm>
              <a:custGeom>
                <a:rect b="b" l="l" r="r" t="t"/>
                <a:pathLst>
                  <a:path extrusionOk="0" h="3" w="3">
                    <a:moveTo>
                      <a:pt x="0" y="2"/>
                    </a:moveTo>
                    <a:lnTo>
                      <a:pt x="2" y="2"/>
                    </a:lnTo>
                    <a:lnTo>
                      <a:pt x="2" y="0"/>
                    </a:lnTo>
                    <a:cubicBezTo>
                      <a:pt x="2" y="0"/>
                      <a:pt x="0"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9"/>
              <p:cNvSpPr/>
              <p:nvPr/>
            </p:nvSpPr>
            <p:spPr>
              <a:xfrm>
                <a:off x="2079005" y="-830375"/>
                <a:ext cx="12600" cy="1440"/>
              </a:xfrm>
              <a:custGeom>
                <a:rect b="b" l="l" r="r" t="t"/>
                <a:pathLst>
                  <a:path extrusionOk="0" h="4" w="35">
                    <a:moveTo>
                      <a:pt x="1" y="3"/>
                    </a:moveTo>
                    <a:cubicBezTo>
                      <a:pt x="12" y="3"/>
                      <a:pt x="23" y="3"/>
                      <a:pt x="34" y="3"/>
                    </a:cubicBezTo>
                    <a:cubicBezTo>
                      <a:pt x="34" y="3"/>
                      <a:pt x="34" y="1"/>
                      <a:pt x="34" y="0"/>
                    </a:cubicBezTo>
                    <a:lnTo>
                      <a:pt x="0" y="0"/>
                    </a:lnTo>
                    <a:cubicBezTo>
                      <a:pt x="0" y="0"/>
                      <a:pt x="1" y="1"/>
                      <a:pt x="1" y="2"/>
                    </a:cubicBezTo>
                    <a:lnTo>
                      <a:pt x="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9"/>
              <p:cNvSpPr/>
              <p:nvPr/>
            </p:nvSpPr>
            <p:spPr>
              <a:xfrm>
                <a:off x="2024645" y="-832895"/>
                <a:ext cx="16920" cy="3600"/>
              </a:xfrm>
              <a:custGeom>
                <a:rect b="b" l="l" r="r" t="t"/>
                <a:pathLst>
                  <a:path extrusionOk="0" h="10" w="47">
                    <a:moveTo>
                      <a:pt x="1" y="8"/>
                    </a:moveTo>
                    <a:lnTo>
                      <a:pt x="28" y="9"/>
                    </a:lnTo>
                    <a:lnTo>
                      <a:pt x="44" y="9"/>
                    </a:lnTo>
                    <a:lnTo>
                      <a:pt x="46" y="2"/>
                    </a:lnTo>
                    <a:lnTo>
                      <a:pt x="0" y="0"/>
                    </a:lnTo>
                    <a:cubicBezTo>
                      <a:pt x="1" y="2"/>
                      <a:pt x="1" y="5"/>
                      <a:pt x="1" y="7"/>
                    </a:cubicBezTo>
                    <a:lnTo>
                      <a:pt x="1"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9"/>
              <p:cNvSpPr/>
              <p:nvPr/>
            </p:nvSpPr>
            <p:spPr>
              <a:xfrm>
                <a:off x="1967045" y="-836855"/>
                <a:ext cx="9720" cy="5040"/>
              </a:xfrm>
              <a:custGeom>
                <a:rect b="b" l="l" r="r" t="t"/>
                <a:pathLst>
                  <a:path extrusionOk="0" h="14" w="27">
                    <a:moveTo>
                      <a:pt x="26" y="13"/>
                    </a:moveTo>
                    <a:cubicBezTo>
                      <a:pt x="26" y="11"/>
                      <a:pt x="26" y="9"/>
                      <a:pt x="26" y="7"/>
                    </a:cubicBezTo>
                    <a:cubicBezTo>
                      <a:pt x="26" y="5"/>
                      <a:pt x="26" y="3"/>
                      <a:pt x="26" y="1"/>
                    </a:cubicBezTo>
                    <a:lnTo>
                      <a:pt x="0" y="0"/>
                    </a:lnTo>
                    <a:cubicBezTo>
                      <a:pt x="0" y="4"/>
                      <a:pt x="0" y="8"/>
                      <a:pt x="0" y="12"/>
                    </a:cubicBezTo>
                    <a:lnTo>
                      <a:pt x="26"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9"/>
              <p:cNvSpPr/>
              <p:nvPr/>
            </p:nvSpPr>
            <p:spPr>
              <a:xfrm>
                <a:off x="2098085" y="-829655"/>
                <a:ext cx="9360" cy="2520"/>
              </a:xfrm>
              <a:custGeom>
                <a:rect b="b" l="l" r="r" t="t"/>
                <a:pathLst>
                  <a:path extrusionOk="0" h="7" w="26">
                    <a:moveTo>
                      <a:pt x="25" y="6"/>
                    </a:moveTo>
                    <a:cubicBezTo>
                      <a:pt x="25" y="4"/>
                      <a:pt x="25" y="2"/>
                      <a:pt x="25" y="0"/>
                    </a:cubicBezTo>
                    <a:lnTo>
                      <a:pt x="0" y="0"/>
                    </a:lnTo>
                    <a:lnTo>
                      <a:pt x="0" y="4"/>
                    </a:lnTo>
                    <a:lnTo>
                      <a:pt x="2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9"/>
              <p:cNvSpPr/>
              <p:nvPr/>
            </p:nvSpPr>
            <p:spPr>
              <a:xfrm>
                <a:off x="2115365" y="-829295"/>
                <a:ext cx="9720" cy="4320"/>
              </a:xfrm>
              <a:custGeom>
                <a:rect b="b" l="l" r="r" t="t"/>
                <a:pathLst>
                  <a:path extrusionOk="0" h="12" w="27">
                    <a:moveTo>
                      <a:pt x="24" y="11"/>
                    </a:moveTo>
                    <a:cubicBezTo>
                      <a:pt x="24" y="7"/>
                      <a:pt x="25" y="4"/>
                      <a:pt x="26" y="0"/>
                    </a:cubicBezTo>
                    <a:lnTo>
                      <a:pt x="21" y="0"/>
                    </a:lnTo>
                    <a:lnTo>
                      <a:pt x="1" y="0"/>
                    </a:lnTo>
                    <a:lnTo>
                      <a:pt x="0" y="9"/>
                    </a:lnTo>
                    <a:lnTo>
                      <a:pt x="24"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9"/>
              <p:cNvSpPr/>
              <p:nvPr/>
            </p:nvSpPr>
            <p:spPr>
              <a:xfrm>
                <a:off x="1876325" y="-837215"/>
                <a:ext cx="10800" cy="2520"/>
              </a:xfrm>
              <a:custGeom>
                <a:rect b="b" l="l" r="r" t="t"/>
                <a:pathLst>
                  <a:path extrusionOk="0" h="7" w="30">
                    <a:moveTo>
                      <a:pt x="4" y="4"/>
                    </a:moveTo>
                    <a:cubicBezTo>
                      <a:pt x="12" y="5"/>
                      <a:pt x="21" y="6"/>
                      <a:pt x="29" y="6"/>
                    </a:cubicBezTo>
                    <a:cubicBezTo>
                      <a:pt x="29" y="5"/>
                      <a:pt x="29" y="3"/>
                      <a:pt x="29" y="1"/>
                    </a:cubicBezTo>
                    <a:lnTo>
                      <a:pt x="0" y="0"/>
                    </a:lnTo>
                    <a:cubicBezTo>
                      <a:pt x="0" y="1"/>
                      <a:pt x="0" y="2"/>
                      <a:pt x="0" y="3"/>
                    </a:cubicBezTo>
                    <a:lnTo>
                      <a:pt x="4"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9"/>
              <p:cNvSpPr/>
              <p:nvPr/>
            </p:nvSpPr>
            <p:spPr>
              <a:xfrm>
                <a:off x="2131925" y="-828575"/>
                <a:ext cx="17640" cy="5760"/>
              </a:xfrm>
              <a:custGeom>
                <a:rect b="b" l="l" r="r" t="t"/>
                <a:pathLst>
                  <a:path extrusionOk="0" h="16" w="49">
                    <a:moveTo>
                      <a:pt x="19" y="14"/>
                    </a:moveTo>
                    <a:cubicBezTo>
                      <a:pt x="27" y="14"/>
                      <a:pt x="35" y="14"/>
                      <a:pt x="43" y="15"/>
                    </a:cubicBezTo>
                    <a:cubicBezTo>
                      <a:pt x="43" y="14"/>
                      <a:pt x="43" y="12"/>
                      <a:pt x="43" y="11"/>
                    </a:cubicBezTo>
                    <a:cubicBezTo>
                      <a:pt x="44" y="10"/>
                      <a:pt x="45" y="9"/>
                      <a:pt x="45" y="8"/>
                    </a:cubicBezTo>
                    <a:cubicBezTo>
                      <a:pt x="46" y="6"/>
                      <a:pt x="47" y="5"/>
                      <a:pt x="48" y="4"/>
                    </a:cubicBezTo>
                    <a:cubicBezTo>
                      <a:pt x="33" y="3"/>
                      <a:pt x="19" y="1"/>
                      <a:pt x="4" y="0"/>
                    </a:cubicBezTo>
                    <a:cubicBezTo>
                      <a:pt x="2" y="4"/>
                      <a:pt x="1" y="8"/>
                      <a:pt x="0" y="12"/>
                    </a:cubicBezTo>
                    <a:lnTo>
                      <a:pt x="19"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9"/>
              <p:cNvSpPr/>
              <p:nvPr/>
            </p:nvSpPr>
            <p:spPr>
              <a:xfrm>
                <a:off x="1855445" y="-839015"/>
                <a:ext cx="10800" cy="2160"/>
              </a:xfrm>
              <a:custGeom>
                <a:rect b="b" l="l" r="r" t="t"/>
                <a:pathLst>
                  <a:path extrusionOk="0" h="6" w="30">
                    <a:moveTo>
                      <a:pt x="29" y="5"/>
                    </a:moveTo>
                    <a:cubicBezTo>
                      <a:pt x="29" y="5"/>
                      <a:pt x="29" y="3"/>
                      <a:pt x="29" y="2"/>
                    </a:cubicBezTo>
                    <a:lnTo>
                      <a:pt x="15" y="1"/>
                    </a:lnTo>
                    <a:lnTo>
                      <a:pt x="0" y="0"/>
                    </a:lnTo>
                    <a:cubicBezTo>
                      <a:pt x="0" y="0"/>
                      <a:pt x="0" y="2"/>
                      <a:pt x="0" y="3"/>
                    </a:cubicBezTo>
                    <a:lnTo>
                      <a:pt x="29"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9"/>
              <p:cNvSpPr/>
              <p:nvPr/>
            </p:nvSpPr>
            <p:spPr>
              <a:xfrm>
                <a:off x="1465925" y="-870695"/>
                <a:ext cx="48240" cy="13320"/>
              </a:xfrm>
              <a:custGeom>
                <a:rect b="b" l="l" r="r" t="t"/>
                <a:pathLst>
                  <a:path extrusionOk="0" h="37" w="134">
                    <a:moveTo>
                      <a:pt x="2" y="4"/>
                    </a:moveTo>
                    <a:cubicBezTo>
                      <a:pt x="4" y="6"/>
                      <a:pt x="5" y="7"/>
                      <a:pt x="6" y="9"/>
                    </a:cubicBezTo>
                    <a:cubicBezTo>
                      <a:pt x="9" y="15"/>
                      <a:pt x="11" y="22"/>
                      <a:pt x="12" y="29"/>
                    </a:cubicBezTo>
                    <a:cubicBezTo>
                      <a:pt x="13" y="36"/>
                      <a:pt x="12" y="30"/>
                      <a:pt x="12" y="31"/>
                    </a:cubicBezTo>
                    <a:lnTo>
                      <a:pt x="19" y="31"/>
                    </a:lnTo>
                    <a:cubicBezTo>
                      <a:pt x="18" y="29"/>
                      <a:pt x="18" y="28"/>
                      <a:pt x="18" y="26"/>
                    </a:cubicBezTo>
                    <a:cubicBezTo>
                      <a:pt x="18" y="24"/>
                      <a:pt x="19" y="22"/>
                      <a:pt x="20" y="20"/>
                    </a:cubicBezTo>
                    <a:cubicBezTo>
                      <a:pt x="21" y="19"/>
                      <a:pt x="22" y="18"/>
                      <a:pt x="23" y="17"/>
                    </a:cubicBezTo>
                    <a:cubicBezTo>
                      <a:pt x="36" y="7"/>
                      <a:pt x="43" y="21"/>
                      <a:pt x="46" y="34"/>
                    </a:cubicBezTo>
                    <a:lnTo>
                      <a:pt x="60" y="34"/>
                    </a:lnTo>
                    <a:cubicBezTo>
                      <a:pt x="80" y="34"/>
                      <a:pt x="100" y="34"/>
                      <a:pt x="120" y="34"/>
                    </a:cubicBezTo>
                    <a:cubicBezTo>
                      <a:pt x="120" y="33"/>
                      <a:pt x="120" y="32"/>
                      <a:pt x="120" y="30"/>
                    </a:cubicBezTo>
                    <a:lnTo>
                      <a:pt x="120" y="29"/>
                    </a:lnTo>
                    <a:cubicBezTo>
                      <a:pt x="120" y="27"/>
                      <a:pt x="121" y="24"/>
                      <a:pt x="122" y="22"/>
                    </a:cubicBezTo>
                    <a:cubicBezTo>
                      <a:pt x="123" y="20"/>
                      <a:pt x="125" y="19"/>
                      <a:pt x="127" y="17"/>
                    </a:cubicBezTo>
                    <a:cubicBezTo>
                      <a:pt x="129" y="16"/>
                      <a:pt x="131" y="16"/>
                      <a:pt x="133" y="16"/>
                    </a:cubicBezTo>
                    <a:cubicBezTo>
                      <a:pt x="90" y="10"/>
                      <a:pt x="48" y="4"/>
                      <a:pt x="5" y="0"/>
                    </a:cubicBezTo>
                    <a:lnTo>
                      <a:pt x="0" y="0"/>
                    </a:lnTo>
                    <a:cubicBezTo>
                      <a:pt x="1" y="0"/>
                      <a:pt x="1" y="0"/>
                      <a:pt x="1" y="1"/>
                    </a:cubicBezTo>
                    <a:cubicBezTo>
                      <a:pt x="2" y="2"/>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9"/>
              <p:cNvSpPr/>
              <p:nvPr/>
            </p:nvSpPr>
            <p:spPr>
              <a:xfrm>
                <a:off x="1459085" y="-868895"/>
                <a:ext cx="1800" cy="720"/>
              </a:xfrm>
              <a:custGeom>
                <a:rect b="b" l="l" r="r" t="t"/>
                <a:pathLst>
                  <a:path extrusionOk="0" h="2" w="5">
                    <a:moveTo>
                      <a:pt x="4" y="0"/>
                    </a:moveTo>
                    <a:lnTo>
                      <a:pt x="0" y="0"/>
                    </a:lnTo>
                    <a:lnTo>
                      <a:pt x="3" y="1"/>
                    </a:lnTo>
                    <a:lnTo>
                      <a:pt x="3" y="1"/>
                    </a:lnTo>
                    <a:lnTo>
                      <a:pt x="4" y="0"/>
                    </a:lnTo>
                  </a:path>
                </a:pathLst>
              </a:custGeom>
              <a:solidFill>
                <a:schemeClr val="dk1"/>
              </a:solidFill>
              <a:ln>
                <a:noFill/>
              </a:ln>
            </p:spPr>
          </p:sp>
          <p:sp>
            <p:nvSpPr>
              <p:cNvPr id="6588" name="Google Shape;6588;p49"/>
              <p:cNvSpPr/>
              <p:nvPr/>
            </p:nvSpPr>
            <p:spPr>
              <a:xfrm>
                <a:off x="1515965" y="-864215"/>
                <a:ext cx="28080" cy="6840"/>
              </a:xfrm>
              <a:custGeom>
                <a:rect b="b" l="l" r="r" t="t"/>
                <a:pathLst>
                  <a:path extrusionOk="0" h="19" w="78">
                    <a:moveTo>
                      <a:pt x="9" y="15"/>
                    </a:moveTo>
                    <a:cubicBezTo>
                      <a:pt x="9" y="15"/>
                      <a:pt x="9" y="17"/>
                      <a:pt x="9" y="18"/>
                    </a:cubicBezTo>
                    <a:lnTo>
                      <a:pt x="59" y="18"/>
                    </a:lnTo>
                    <a:lnTo>
                      <a:pt x="71" y="18"/>
                    </a:lnTo>
                    <a:cubicBezTo>
                      <a:pt x="71" y="16"/>
                      <a:pt x="72" y="14"/>
                      <a:pt x="73" y="13"/>
                    </a:cubicBezTo>
                    <a:cubicBezTo>
                      <a:pt x="74" y="11"/>
                      <a:pt x="75" y="9"/>
                      <a:pt x="77" y="8"/>
                    </a:cubicBezTo>
                    <a:cubicBezTo>
                      <a:pt x="51" y="6"/>
                      <a:pt x="26" y="3"/>
                      <a:pt x="0" y="0"/>
                    </a:cubicBezTo>
                    <a:cubicBezTo>
                      <a:pt x="1" y="1"/>
                      <a:pt x="2" y="1"/>
                      <a:pt x="2" y="1"/>
                    </a:cubicBezTo>
                    <a:cubicBezTo>
                      <a:pt x="4" y="2"/>
                      <a:pt x="6" y="4"/>
                      <a:pt x="7" y="6"/>
                    </a:cubicBezTo>
                    <a:cubicBezTo>
                      <a:pt x="8" y="8"/>
                      <a:pt x="9" y="11"/>
                      <a:pt x="9" y="13"/>
                    </a:cubicBezTo>
                    <a:cubicBezTo>
                      <a:pt x="9" y="14"/>
                      <a:pt x="9" y="14"/>
                      <a:pt x="9"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9"/>
              <p:cNvSpPr/>
              <p:nvPr/>
            </p:nvSpPr>
            <p:spPr>
              <a:xfrm>
                <a:off x="1750325" y="-857375"/>
                <a:ext cx="492480" cy="34560"/>
              </a:xfrm>
              <a:custGeom>
                <a:rect b="b" l="l" r="r" t="t"/>
                <a:pathLst>
                  <a:path extrusionOk="0" h="96" w="1368">
                    <a:moveTo>
                      <a:pt x="373" y="29"/>
                    </a:moveTo>
                    <a:cubicBezTo>
                      <a:pt x="332" y="27"/>
                      <a:pt x="292" y="19"/>
                      <a:pt x="251" y="17"/>
                    </a:cubicBezTo>
                    <a:cubicBezTo>
                      <a:pt x="246" y="17"/>
                      <a:pt x="240" y="18"/>
                      <a:pt x="235" y="18"/>
                    </a:cubicBezTo>
                    <a:cubicBezTo>
                      <a:pt x="168" y="18"/>
                      <a:pt x="101" y="13"/>
                      <a:pt x="34" y="4"/>
                    </a:cubicBezTo>
                    <a:cubicBezTo>
                      <a:pt x="23" y="2"/>
                      <a:pt x="11" y="1"/>
                      <a:pt x="0" y="0"/>
                    </a:cubicBezTo>
                    <a:cubicBezTo>
                      <a:pt x="0" y="11"/>
                      <a:pt x="1" y="21"/>
                      <a:pt x="1" y="32"/>
                    </a:cubicBezTo>
                    <a:lnTo>
                      <a:pt x="4" y="32"/>
                    </a:lnTo>
                    <a:lnTo>
                      <a:pt x="25" y="33"/>
                    </a:lnTo>
                    <a:cubicBezTo>
                      <a:pt x="26" y="29"/>
                      <a:pt x="28" y="25"/>
                      <a:pt x="30" y="21"/>
                    </a:cubicBezTo>
                    <a:cubicBezTo>
                      <a:pt x="31" y="20"/>
                      <a:pt x="32" y="18"/>
                      <a:pt x="34" y="17"/>
                    </a:cubicBezTo>
                    <a:cubicBezTo>
                      <a:pt x="35" y="16"/>
                      <a:pt x="37" y="16"/>
                      <a:pt x="39" y="16"/>
                    </a:cubicBezTo>
                    <a:cubicBezTo>
                      <a:pt x="41" y="16"/>
                      <a:pt x="42" y="16"/>
                      <a:pt x="44" y="17"/>
                    </a:cubicBezTo>
                    <a:cubicBezTo>
                      <a:pt x="46" y="18"/>
                      <a:pt x="47" y="20"/>
                      <a:pt x="48" y="21"/>
                    </a:cubicBezTo>
                    <a:cubicBezTo>
                      <a:pt x="49" y="22"/>
                      <a:pt x="49" y="24"/>
                      <a:pt x="49" y="25"/>
                    </a:cubicBezTo>
                    <a:cubicBezTo>
                      <a:pt x="49" y="29"/>
                      <a:pt x="49" y="32"/>
                      <a:pt x="49" y="35"/>
                    </a:cubicBezTo>
                    <a:cubicBezTo>
                      <a:pt x="60" y="35"/>
                      <a:pt x="69" y="37"/>
                      <a:pt x="80" y="37"/>
                    </a:cubicBezTo>
                    <a:cubicBezTo>
                      <a:pt x="91" y="36"/>
                      <a:pt x="103" y="36"/>
                      <a:pt x="114" y="36"/>
                    </a:cubicBezTo>
                    <a:cubicBezTo>
                      <a:pt x="149" y="36"/>
                      <a:pt x="183" y="39"/>
                      <a:pt x="218" y="43"/>
                    </a:cubicBezTo>
                    <a:lnTo>
                      <a:pt x="223" y="43"/>
                    </a:lnTo>
                    <a:cubicBezTo>
                      <a:pt x="223" y="42"/>
                      <a:pt x="223" y="41"/>
                      <a:pt x="225" y="40"/>
                    </a:cubicBezTo>
                    <a:cubicBezTo>
                      <a:pt x="225" y="39"/>
                      <a:pt x="226" y="39"/>
                      <a:pt x="227" y="38"/>
                    </a:cubicBezTo>
                    <a:cubicBezTo>
                      <a:pt x="228" y="38"/>
                      <a:pt x="229" y="38"/>
                      <a:pt x="230" y="38"/>
                    </a:cubicBezTo>
                    <a:cubicBezTo>
                      <a:pt x="231" y="38"/>
                      <a:pt x="231" y="38"/>
                      <a:pt x="232" y="38"/>
                    </a:cubicBezTo>
                    <a:cubicBezTo>
                      <a:pt x="233" y="39"/>
                      <a:pt x="234" y="39"/>
                      <a:pt x="234" y="40"/>
                    </a:cubicBezTo>
                    <a:cubicBezTo>
                      <a:pt x="235" y="42"/>
                      <a:pt x="236" y="44"/>
                      <a:pt x="237" y="46"/>
                    </a:cubicBezTo>
                    <a:lnTo>
                      <a:pt x="245" y="47"/>
                    </a:lnTo>
                    <a:cubicBezTo>
                      <a:pt x="254" y="47"/>
                      <a:pt x="264" y="47"/>
                      <a:pt x="273" y="47"/>
                    </a:cubicBezTo>
                    <a:cubicBezTo>
                      <a:pt x="273" y="46"/>
                      <a:pt x="274" y="44"/>
                      <a:pt x="274" y="43"/>
                    </a:cubicBezTo>
                    <a:lnTo>
                      <a:pt x="274" y="42"/>
                    </a:lnTo>
                    <a:cubicBezTo>
                      <a:pt x="275" y="41"/>
                      <a:pt x="276" y="40"/>
                      <a:pt x="278" y="39"/>
                    </a:cubicBezTo>
                    <a:cubicBezTo>
                      <a:pt x="280" y="38"/>
                      <a:pt x="280" y="38"/>
                      <a:pt x="282" y="38"/>
                    </a:cubicBezTo>
                    <a:cubicBezTo>
                      <a:pt x="283" y="38"/>
                      <a:pt x="285" y="38"/>
                      <a:pt x="286" y="39"/>
                    </a:cubicBezTo>
                    <a:cubicBezTo>
                      <a:pt x="287" y="40"/>
                      <a:pt x="288" y="41"/>
                      <a:pt x="289" y="42"/>
                    </a:cubicBezTo>
                    <a:cubicBezTo>
                      <a:pt x="289" y="43"/>
                      <a:pt x="289" y="43"/>
                      <a:pt x="290" y="44"/>
                    </a:cubicBezTo>
                    <a:cubicBezTo>
                      <a:pt x="290" y="45"/>
                      <a:pt x="291" y="47"/>
                      <a:pt x="291" y="49"/>
                    </a:cubicBezTo>
                    <a:lnTo>
                      <a:pt x="306" y="50"/>
                    </a:lnTo>
                    <a:lnTo>
                      <a:pt x="320" y="51"/>
                    </a:lnTo>
                    <a:cubicBezTo>
                      <a:pt x="321" y="45"/>
                      <a:pt x="323" y="39"/>
                      <a:pt x="326" y="34"/>
                    </a:cubicBezTo>
                    <a:cubicBezTo>
                      <a:pt x="326" y="33"/>
                      <a:pt x="327" y="32"/>
                      <a:pt x="328" y="31"/>
                    </a:cubicBezTo>
                    <a:cubicBezTo>
                      <a:pt x="330" y="27"/>
                      <a:pt x="336" y="25"/>
                      <a:pt x="339" y="29"/>
                    </a:cubicBezTo>
                    <a:cubicBezTo>
                      <a:pt x="340" y="31"/>
                      <a:pt x="341" y="32"/>
                      <a:pt x="342" y="33"/>
                    </a:cubicBezTo>
                    <a:cubicBezTo>
                      <a:pt x="345" y="39"/>
                      <a:pt x="347" y="46"/>
                      <a:pt x="348" y="54"/>
                    </a:cubicBezTo>
                    <a:lnTo>
                      <a:pt x="378" y="55"/>
                    </a:lnTo>
                    <a:cubicBezTo>
                      <a:pt x="378" y="53"/>
                      <a:pt x="378" y="51"/>
                      <a:pt x="378" y="49"/>
                    </a:cubicBezTo>
                    <a:cubicBezTo>
                      <a:pt x="376" y="32"/>
                      <a:pt x="406" y="32"/>
                      <a:pt x="404" y="49"/>
                    </a:cubicBezTo>
                    <a:cubicBezTo>
                      <a:pt x="404" y="51"/>
                      <a:pt x="404" y="53"/>
                      <a:pt x="404" y="55"/>
                    </a:cubicBezTo>
                    <a:lnTo>
                      <a:pt x="428" y="55"/>
                    </a:lnTo>
                    <a:cubicBezTo>
                      <a:pt x="429" y="53"/>
                      <a:pt x="431" y="51"/>
                      <a:pt x="433" y="49"/>
                    </a:cubicBezTo>
                    <a:cubicBezTo>
                      <a:pt x="434" y="49"/>
                      <a:pt x="435" y="49"/>
                      <a:pt x="436" y="49"/>
                    </a:cubicBezTo>
                    <a:cubicBezTo>
                      <a:pt x="437" y="49"/>
                      <a:pt x="438" y="49"/>
                      <a:pt x="439" y="49"/>
                    </a:cubicBezTo>
                    <a:cubicBezTo>
                      <a:pt x="440" y="51"/>
                      <a:pt x="442" y="52"/>
                      <a:pt x="443" y="54"/>
                    </a:cubicBezTo>
                    <a:lnTo>
                      <a:pt x="484" y="54"/>
                    </a:lnTo>
                    <a:cubicBezTo>
                      <a:pt x="485" y="53"/>
                      <a:pt x="486" y="52"/>
                      <a:pt x="487" y="50"/>
                    </a:cubicBezTo>
                    <a:lnTo>
                      <a:pt x="488" y="49"/>
                    </a:lnTo>
                    <a:cubicBezTo>
                      <a:pt x="489" y="48"/>
                      <a:pt x="490" y="48"/>
                      <a:pt x="492" y="48"/>
                    </a:cubicBezTo>
                    <a:cubicBezTo>
                      <a:pt x="493" y="48"/>
                      <a:pt x="494" y="48"/>
                      <a:pt x="495" y="49"/>
                    </a:cubicBezTo>
                    <a:cubicBezTo>
                      <a:pt x="496" y="50"/>
                      <a:pt x="497" y="51"/>
                      <a:pt x="498" y="52"/>
                    </a:cubicBezTo>
                    <a:cubicBezTo>
                      <a:pt x="498" y="52"/>
                      <a:pt x="498" y="53"/>
                      <a:pt x="498" y="54"/>
                    </a:cubicBezTo>
                    <a:lnTo>
                      <a:pt x="531" y="54"/>
                    </a:lnTo>
                    <a:cubicBezTo>
                      <a:pt x="531" y="54"/>
                      <a:pt x="531" y="53"/>
                      <a:pt x="531" y="52"/>
                    </a:cubicBezTo>
                    <a:cubicBezTo>
                      <a:pt x="531" y="51"/>
                      <a:pt x="532" y="49"/>
                      <a:pt x="532" y="48"/>
                    </a:cubicBezTo>
                    <a:cubicBezTo>
                      <a:pt x="533" y="47"/>
                      <a:pt x="534" y="46"/>
                      <a:pt x="536" y="45"/>
                    </a:cubicBezTo>
                    <a:cubicBezTo>
                      <a:pt x="537" y="44"/>
                      <a:pt x="538" y="44"/>
                      <a:pt x="540" y="44"/>
                    </a:cubicBezTo>
                    <a:cubicBezTo>
                      <a:pt x="541" y="44"/>
                      <a:pt x="542" y="44"/>
                      <a:pt x="544" y="45"/>
                    </a:cubicBezTo>
                    <a:cubicBezTo>
                      <a:pt x="545" y="46"/>
                      <a:pt x="547" y="47"/>
                      <a:pt x="547" y="48"/>
                    </a:cubicBezTo>
                    <a:cubicBezTo>
                      <a:pt x="548" y="49"/>
                      <a:pt x="549" y="51"/>
                      <a:pt x="549" y="52"/>
                    </a:cubicBezTo>
                    <a:cubicBezTo>
                      <a:pt x="549" y="54"/>
                      <a:pt x="549" y="54"/>
                      <a:pt x="549" y="54"/>
                    </a:cubicBezTo>
                    <a:lnTo>
                      <a:pt x="582" y="54"/>
                    </a:lnTo>
                    <a:cubicBezTo>
                      <a:pt x="582" y="50"/>
                      <a:pt x="582" y="46"/>
                      <a:pt x="582" y="42"/>
                    </a:cubicBezTo>
                    <a:cubicBezTo>
                      <a:pt x="583" y="31"/>
                      <a:pt x="600" y="32"/>
                      <a:pt x="601" y="42"/>
                    </a:cubicBezTo>
                    <a:cubicBezTo>
                      <a:pt x="601" y="46"/>
                      <a:pt x="601" y="50"/>
                      <a:pt x="601" y="54"/>
                    </a:cubicBezTo>
                    <a:lnTo>
                      <a:pt x="627" y="55"/>
                    </a:lnTo>
                    <a:cubicBezTo>
                      <a:pt x="628" y="49"/>
                      <a:pt x="629" y="44"/>
                      <a:pt x="632" y="39"/>
                    </a:cubicBezTo>
                    <a:cubicBezTo>
                      <a:pt x="633" y="38"/>
                      <a:pt x="634" y="37"/>
                      <a:pt x="634" y="36"/>
                    </a:cubicBezTo>
                    <a:cubicBezTo>
                      <a:pt x="635" y="35"/>
                      <a:pt x="635" y="34"/>
                      <a:pt x="636" y="34"/>
                    </a:cubicBezTo>
                    <a:cubicBezTo>
                      <a:pt x="637" y="33"/>
                      <a:pt x="638" y="33"/>
                      <a:pt x="639" y="33"/>
                    </a:cubicBezTo>
                    <a:cubicBezTo>
                      <a:pt x="640" y="33"/>
                      <a:pt x="641" y="33"/>
                      <a:pt x="642" y="34"/>
                    </a:cubicBezTo>
                    <a:cubicBezTo>
                      <a:pt x="643" y="34"/>
                      <a:pt x="643" y="35"/>
                      <a:pt x="644" y="36"/>
                    </a:cubicBezTo>
                    <a:cubicBezTo>
                      <a:pt x="645" y="37"/>
                      <a:pt x="645" y="38"/>
                      <a:pt x="646" y="39"/>
                    </a:cubicBezTo>
                    <a:cubicBezTo>
                      <a:pt x="649" y="44"/>
                      <a:pt x="651" y="50"/>
                      <a:pt x="651" y="57"/>
                    </a:cubicBezTo>
                    <a:lnTo>
                      <a:pt x="673" y="58"/>
                    </a:lnTo>
                    <a:cubicBezTo>
                      <a:pt x="673" y="56"/>
                      <a:pt x="674" y="54"/>
                      <a:pt x="675" y="53"/>
                    </a:cubicBezTo>
                    <a:cubicBezTo>
                      <a:pt x="676" y="50"/>
                      <a:pt x="678" y="49"/>
                      <a:pt x="681" y="47"/>
                    </a:cubicBezTo>
                    <a:cubicBezTo>
                      <a:pt x="684" y="45"/>
                      <a:pt x="686" y="45"/>
                      <a:pt x="689" y="45"/>
                    </a:cubicBezTo>
                    <a:lnTo>
                      <a:pt x="690" y="45"/>
                    </a:lnTo>
                    <a:cubicBezTo>
                      <a:pt x="692" y="45"/>
                      <a:pt x="694" y="45"/>
                      <a:pt x="696" y="46"/>
                    </a:cubicBezTo>
                    <a:cubicBezTo>
                      <a:pt x="698" y="47"/>
                      <a:pt x="700" y="49"/>
                      <a:pt x="701" y="51"/>
                    </a:cubicBezTo>
                    <a:cubicBezTo>
                      <a:pt x="702" y="53"/>
                      <a:pt x="702" y="55"/>
                      <a:pt x="702" y="57"/>
                    </a:cubicBezTo>
                    <a:cubicBezTo>
                      <a:pt x="702" y="58"/>
                      <a:pt x="702" y="59"/>
                      <a:pt x="702" y="60"/>
                    </a:cubicBezTo>
                    <a:lnTo>
                      <a:pt x="734" y="62"/>
                    </a:lnTo>
                    <a:cubicBezTo>
                      <a:pt x="735" y="57"/>
                      <a:pt x="736" y="52"/>
                      <a:pt x="739" y="48"/>
                    </a:cubicBezTo>
                    <a:cubicBezTo>
                      <a:pt x="740" y="46"/>
                      <a:pt x="741" y="45"/>
                      <a:pt x="741" y="44"/>
                    </a:cubicBezTo>
                    <a:cubicBezTo>
                      <a:pt x="742" y="43"/>
                      <a:pt x="743" y="42"/>
                      <a:pt x="744" y="42"/>
                    </a:cubicBezTo>
                    <a:cubicBezTo>
                      <a:pt x="745" y="41"/>
                      <a:pt x="745" y="41"/>
                      <a:pt x="747" y="41"/>
                    </a:cubicBezTo>
                    <a:cubicBezTo>
                      <a:pt x="748" y="41"/>
                      <a:pt x="750" y="41"/>
                      <a:pt x="751" y="42"/>
                    </a:cubicBezTo>
                    <a:cubicBezTo>
                      <a:pt x="752" y="42"/>
                      <a:pt x="753" y="43"/>
                      <a:pt x="753" y="44"/>
                    </a:cubicBezTo>
                    <a:cubicBezTo>
                      <a:pt x="754" y="45"/>
                      <a:pt x="755" y="46"/>
                      <a:pt x="756" y="47"/>
                    </a:cubicBezTo>
                    <a:cubicBezTo>
                      <a:pt x="759" y="53"/>
                      <a:pt x="761" y="59"/>
                      <a:pt x="761" y="65"/>
                    </a:cubicBezTo>
                    <a:lnTo>
                      <a:pt x="807" y="69"/>
                    </a:lnTo>
                    <a:cubicBezTo>
                      <a:pt x="808" y="65"/>
                      <a:pt x="810" y="61"/>
                      <a:pt x="811" y="58"/>
                    </a:cubicBezTo>
                    <a:cubicBezTo>
                      <a:pt x="815" y="44"/>
                      <a:pt x="834" y="52"/>
                      <a:pt x="830" y="65"/>
                    </a:cubicBezTo>
                    <a:lnTo>
                      <a:pt x="829" y="70"/>
                    </a:lnTo>
                    <a:lnTo>
                      <a:pt x="851" y="72"/>
                    </a:lnTo>
                    <a:cubicBezTo>
                      <a:pt x="851" y="70"/>
                      <a:pt x="853" y="68"/>
                      <a:pt x="854" y="68"/>
                    </a:cubicBezTo>
                    <a:cubicBezTo>
                      <a:pt x="856" y="67"/>
                      <a:pt x="857" y="67"/>
                      <a:pt x="859" y="67"/>
                    </a:cubicBezTo>
                    <a:cubicBezTo>
                      <a:pt x="861" y="67"/>
                      <a:pt x="862" y="67"/>
                      <a:pt x="864" y="68"/>
                    </a:cubicBezTo>
                    <a:cubicBezTo>
                      <a:pt x="865" y="69"/>
                      <a:pt x="867" y="71"/>
                      <a:pt x="868" y="72"/>
                    </a:cubicBezTo>
                    <a:lnTo>
                      <a:pt x="896" y="72"/>
                    </a:lnTo>
                    <a:cubicBezTo>
                      <a:pt x="897" y="71"/>
                      <a:pt x="898" y="70"/>
                      <a:pt x="899" y="69"/>
                    </a:cubicBezTo>
                    <a:cubicBezTo>
                      <a:pt x="900" y="69"/>
                      <a:pt x="901" y="68"/>
                      <a:pt x="903" y="68"/>
                    </a:cubicBezTo>
                    <a:cubicBezTo>
                      <a:pt x="904" y="68"/>
                      <a:pt x="906" y="68"/>
                      <a:pt x="908" y="69"/>
                    </a:cubicBezTo>
                    <a:cubicBezTo>
                      <a:pt x="909" y="69"/>
                      <a:pt x="910" y="71"/>
                      <a:pt x="911" y="72"/>
                    </a:cubicBezTo>
                    <a:lnTo>
                      <a:pt x="945" y="72"/>
                    </a:lnTo>
                    <a:cubicBezTo>
                      <a:pt x="945" y="71"/>
                      <a:pt x="945" y="70"/>
                      <a:pt x="945" y="69"/>
                    </a:cubicBezTo>
                    <a:cubicBezTo>
                      <a:pt x="945" y="64"/>
                      <a:pt x="946" y="59"/>
                      <a:pt x="948" y="54"/>
                    </a:cubicBezTo>
                    <a:cubicBezTo>
                      <a:pt x="952" y="45"/>
                      <a:pt x="966" y="46"/>
                      <a:pt x="965" y="57"/>
                    </a:cubicBezTo>
                    <a:cubicBezTo>
                      <a:pt x="965" y="62"/>
                      <a:pt x="965" y="67"/>
                      <a:pt x="965" y="73"/>
                    </a:cubicBezTo>
                    <a:lnTo>
                      <a:pt x="991" y="73"/>
                    </a:lnTo>
                    <a:cubicBezTo>
                      <a:pt x="991" y="69"/>
                      <a:pt x="992" y="66"/>
                      <a:pt x="994" y="63"/>
                    </a:cubicBezTo>
                    <a:cubicBezTo>
                      <a:pt x="996" y="59"/>
                      <a:pt x="998" y="57"/>
                      <a:pt x="1002" y="55"/>
                    </a:cubicBezTo>
                    <a:cubicBezTo>
                      <a:pt x="1003" y="54"/>
                      <a:pt x="1004" y="53"/>
                      <a:pt x="1006" y="53"/>
                    </a:cubicBezTo>
                    <a:cubicBezTo>
                      <a:pt x="1007" y="53"/>
                      <a:pt x="1008" y="53"/>
                      <a:pt x="1008" y="53"/>
                    </a:cubicBezTo>
                    <a:cubicBezTo>
                      <a:pt x="1010" y="53"/>
                      <a:pt x="1011" y="53"/>
                      <a:pt x="1013" y="54"/>
                    </a:cubicBezTo>
                    <a:cubicBezTo>
                      <a:pt x="1014" y="55"/>
                      <a:pt x="1015" y="56"/>
                      <a:pt x="1016" y="57"/>
                    </a:cubicBezTo>
                    <a:cubicBezTo>
                      <a:pt x="1016" y="58"/>
                      <a:pt x="1017" y="60"/>
                      <a:pt x="1017" y="61"/>
                    </a:cubicBezTo>
                    <a:cubicBezTo>
                      <a:pt x="1017" y="62"/>
                      <a:pt x="1017" y="62"/>
                      <a:pt x="1017" y="62"/>
                    </a:cubicBezTo>
                    <a:lnTo>
                      <a:pt x="1015" y="74"/>
                    </a:lnTo>
                    <a:lnTo>
                      <a:pt x="1035" y="74"/>
                    </a:lnTo>
                    <a:lnTo>
                      <a:pt x="1040" y="74"/>
                    </a:lnTo>
                    <a:cubicBezTo>
                      <a:pt x="1040" y="71"/>
                      <a:pt x="1041" y="68"/>
                      <a:pt x="1043" y="66"/>
                    </a:cubicBezTo>
                    <a:cubicBezTo>
                      <a:pt x="1045" y="62"/>
                      <a:pt x="1049" y="58"/>
                      <a:pt x="1053" y="56"/>
                    </a:cubicBezTo>
                    <a:cubicBezTo>
                      <a:pt x="1054" y="55"/>
                      <a:pt x="1055" y="55"/>
                      <a:pt x="1056" y="54"/>
                    </a:cubicBezTo>
                    <a:cubicBezTo>
                      <a:pt x="1056" y="54"/>
                      <a:pt x="1057" y="54"/>
                      <a:pt x="1058" y="54"/>
                    </a:cubicBezTo>
                    <a:cubicBezTo>
                      <a:pt x="1059" y="54"/>
                      <a:pt x="1060" y="54"/>
                      <a:pt x="1061" y="55"/>
                    </a:cubicBezTo>
                    <a:cubicBezTo>
                      <a:pt x="1062" y="55"/>
                      <a:pt x="1062" y="56"/>
                      <a:pt x="1063" y="56"/>
                    </a:cubicBezTo>
                    <a:lnTo>
                      <a:pt x="1065" y="60"/>
                    </a:lnTo>
                    <a:cubicBezTo>
                      <a:pt x="1066" y="60"/>
                      <a:pt x="1066" y="60"/>
                      <a:pt x="1066" y="60"/>
                    </a:cubicBezTo>
                    <a:cubicBezTo>
                      <a:pt x="1067" y="62"/>
                      <a:pt x="1067" y="64"/>
                      <a:pt x="1067" y="66"/>
                    </a:cubicBezTo>
                    <a:cubicBezTo>
                      <a:pt x="1067" y="68"/>
                      <a:pt x="1067" y="69"/>
                      <a:pt x="1066" y="71"/>
                    </a:cubicBezTo>
                    <a:cubicBezTo>
                      <a:pt x="1066" y="72"/>
                      <a:pt x="1065" y="74"/>
                      <a:pt x="1065" y="76"/>
                    </a:cubicBezTo>
                    <a:cubicBezTo>
                      <a:pt x="1080" y="78"/>
                      <a:pt x="1095" y="80"/>
                      <a:pt x="1109" y="81"/>
                    </a:cubicBezTo>
                    <a:cubicBezTo>
                      <a:pt x="1111" y="81"/>
                      <a:pt x="1112" y="80"/>
                      <a:pt x="1114" y="80"/>
                    </a:cubicBezTo>
                    <a:cubicBezTo>
                      <a:pt x="1116" y="80"/>
                      <a:pt x="1117" y="81"/>
                      <a:pt x="1119" y="82"/>
                    </a:cubicBezTo>
                    <a:lnTo>
                      <a:pt x="1120" y="82"/>
                    </a:lnTo>
                    <a:cubicBezTo>
                      <a:pt x="1130" y="83"/>
                      <a:pt x="1140" y="84"/>
                      <a:pt x="1150" y="85"/>
                    </a:cubicBezTo>
                    <a:cubicBezTo>
                      <a:pt x="1150" y="84"/>
                      <a:pt x="1150" y="83"/>
                      <a:pt x="1150" y="82"/>
                    </a:cubicBezTo>
                    <a:cubicBezTo>
                      <a:pt x="1150" y="78"/>
                      <a:pt x="1151" y="74"/>
                      <a:pt x="1153" y="70"/>
                    </a:cubicBezTo>
                    <a:cubicBezTo>
                      <a:pt x="1155" y="67"/>
                      <a:pt x="1157" y="65"/>
                      <a:pt x="1159" y="63"/>
                    </a:cubicBezTo>
                    <a:cubicBezTo>
                      <a:pt x="1160" y="63"/>
                      <a:pt x="1160" y="62"/>
                      <a:pt x="1161" y="62"/>
                    </a:cubicBezTo>
                    <a:cubicBezTo>
                      <a:pt x="1162" y="61"/>
                      <a:pt x="1163" y="61"/>
                      <a:pt x="1165" y="61"/>
                    </a:cubicBezTo>
                    <a:cubicBezTo>
                      <a:pt x="1167" y="61"/>
                      <a:pt x="1168" y="61"/>
                      <a:pt x="1170" y="62"/>
                    </a:cubicBezTo>
                    <a:cubicBezTo>
                      <a:pt x="1171" y="63"/>
                      <a:pt x="1172" y="63"/>
                      <a:pt x="1173" y="65"/>
                    </a:cubicBezTo>
                    <a:cubicBezTo>
                      <a:pt x="1174" y="67"/>
                      <a:pt x="1174" y="68"/>
                      <a:pt x="1174" y="70"/>
                    </a:cubicBezTo>
                    <a:cubicBezTo>
                      <a:pt x="1174" y="71"/>
                      <a:pt x="1174" y="72"/>
                      <a:pt x="1174" y="73"/>
                    </a:cubicBezTo>
                    <a:cubicBezTo>
                      <a:pt x="1173" y="77"/>
                      <a:pt x="1172" y="81"/>
                      <a:pt x="1172" y="86"/>
                    </a:cubicBezTo>
                    <a:cubicBezTo>
                      <a:pt x="1184" y="86"/>
                      <a:pt x="1198" y="86"/>
                      <a:pt x="1211" y="84"/>
                    </a:cubicBezTo>
                    <a:cubicBezTo>
                      <a:pt x="1212" y="84"/>
                      <a:pt x="1213" y="83"/>
                      <a:pt x="1214" y="83"/>
                    </a:cubicBezTo>
                    <a:cubicBezTo>
                      <a:pt x="1215" y="82"/>
                      <a:pt x="1217" y="81"/>
                      <a:pt x="1219" y="81"/>
                    </a:cubicBezTo>
                    <a:cubicBezTo>
                      <a:pt x="1221" y="81"/>
                      <a:pt x="1223" y="82"/>
                      <a:pt x="1225" y="83"/>
                    </a:cubicBezTo>
                    <a:cubicBezTo>
                      <a:pt x="1226" y="83"/>
                      <a:pt x="1227" y="84"/>
                      <a:pt x="1227" y="84"/>
                    </a:cubicBezTo>
                    <a:cubicBezTo>
                      <a:pt x="1240" y="84"/>
                      <a:pt x="1252" y="84"/>
                      <a:pt x="1264" y="84"/>
                    </a:cubicBezTo>
                    <a:cubicBezTo>
                      <a:pt x="1266" y="81"/>
                      <a:pt x="1268" y="77"/>
                      <a:pt x="1270" y="73"/>
                    </a:cubicBezTo>
                    <a:cubicBezTo>
                      <a:pt x="1274" y="66"/>
                      <a:pt x="1288" y="67"/>
                      <a:pt x="1289" y="77"/>
                    </a:cubicBezTo>
                    <a:cubicBezTo>
                      <a:pt x="1290" y="78"/>
                      <a:pt x="1290" y="80"/>
                      <a:pt x="1290" y="82"/>
                    </a:cubicBezTo>
                    <a:cubicBezTo>
                      <a:pt x="1290" y="84"/>
                      <a:pt x="1290" y="85"/>
                      <a:pt x="1289" y="87"/>
                    </a:cubicBezTo>
                    <a:cubicBezTo>
                      <a:pt x="1294" y="87"/>
                      <a:pt x="1298" y="89"/>
                      <a:pt x="1302" y="90"/>
                    </a:cubicBezTo>
                    <a:cubicBezTo>
                      <a:pt x="1306" y="91"/>
                      <a:pt x="1311" y="91"/>
                      <a:pt x="1315" y="92"/>
                    </a:cubicBezTo>
                    <a:cubicBezTo>
                      <a:pt x="1317" y="85"/>
                      <a:pt x="1319" y="79"/>
                      <a:pt x="1321" y="72"/>
                    </a:cubicBezTo>
                    <a:cubicBezTo>
                      <a:pt x="1322" y="71"/>
                      <a:pt x="1322" y="70"/>
                      <a:pt x="1324" y="69"/>
                    </a:cubicBezTo>
                    <a:cubicBezTo>
                      <a:pt x="1326" y="68"/>
                      <a:pt x="1327" y="68"/>
                      <a:pt x="1329" y="68"/>
                    </a:cubicBezTo>
                    <a:cubicBezTo>
                      <a:pt x="1330" y="68"/>
                      <a:pt x="1332" y="68"/>
                      <a:pt x="1333" y="69"/>
                    </a:cubicBezTo>
                    <a:cubicBezTo>
                      <a:pt x="1334" y="70"/>
                      <a:pt x="1335" y="71"/>
                      <a:pt x="1336" y="72"/>
                    </a:cubicBezTo>
                    <a:cubicBezTo>
                      <a:pt x="1337" y="73"/>
                      <a:pt x="1337" y="75"/>
                      <a:pt x="1337" y="76"/>
                    </a:cubicBezTo>
                    <a:cubicBezTo>
                      <a:pt x="1337" y="82"/>
                      <a:pt x="1337" y="89"/>
                      <a:pt x="1336" y="95"/>
                    </a:cubicBezTo>
                    <a:lnTo>
                      <a:pt x="1353" y="95"/>
                    </a:lnTo>
                    <a:cubicBezTo>
                      <a:pt x="1367" y="95"/>
                      <a:pt x="1366" y="76"/>
                      <a:pt x="1355" y="73"/>
                    </a:cubicBezTo>
                    <a:cubicBezTo>
                      <a:pt x="1331" y="65"/>
                      <a:pt x="1308" y="61"/>
                      <a:pt x="1283" y="59"/>
                    </a:cubicBezTo>
                    <a:cubicBezTo>
                      <a:pt x="1241" y="57"/>
                      <a:pt x="1198" y="61"/>
                      <a:pt x="1155" y="59"/>
                    </a:cubicBezTo>
                    <a:lnTo>
                      <a:pt x="1149" y="59"/>
                    </a:lnTo>
                    <a:cubicBezTo>
                      <a:pt x="1146" y="59"/>
                      <a:pt x="1142" y="59"/>
                      <a:pt x="1139" y="59"/>
                    </a:cubicBezTo>
                    <a:cubicBezTo>
                      <a:pt x="1114" y="59"/>
                      <a:pt x="1090" y="57"/>
                      <a:pt x="1065" y="54"/>
                    </a:cubicBezTo>
                    <a:cubicBezTo>
                      <a:pt x="1053" y="51"/>
                      <a:pt x="1040" y="50"/>
                      <a:pt x="1026" y="48"/>
                    </a:cubicBezTo>
                    <a:cubicBezTo>
                      <a:pt x="863" y="48"/>
                      <a:pt x="701" y="25"/>
                      <a:pt x="537" y="26"/>
                    </a:cubicBezTo>
                    <a:cubicBezTo>
                      <a:pt x="482" y="28"/>
                      <a:pt x="427" y="32"/>
                      <a:pt x="373"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9"/>
              <p:cNvSpPr/>
              <p:nvPr/>
            </p:nvSpPr>
            <p:spPr>
              <a:xfrm>
                <a:off x="1729445" y="-858455"/>
                <a:ext cx="14040" cy="11880"/>
              </a:xfrm>
              <a:custGeom>
                <a:rect b="b" l="l" r="r" t="t"/>
                <a:pathLst>
                  <a:path extrusionOk="0" h="33" w="39">
                    <a:moveTo>
                      <a:pt x="14" y="31"/>
                    </a:moveTo>
                    <a:cubicBezTo>
                      <a:pt x="22" y="31"/>
                      <a:pt x="29" y="31"/>
                      <a:pt x="37" y="32"/>
                    </a:cubicBezTo>
                    <a:cubicBezTo>
                      <a:pt x="37" y="22"/>
                      <a:pt x="37" y="13"/>
                      <a:pt x="38" y="2"/>
                    </a:cubicBezTo>
                    <a:cubicBezTo>
                      <a:pt x="26" y="2"/>
                      <a:pt x="13" y="1"/>
                      <a:pt x="0" y="0"/>
                    </a:cubicBezTo>
                    <a:cubicBezTo>
                      <a:pt x="1" y="1"/>
                      <a:pt x="1" y="1"/>
                      <a:pt x="1" y="1"/>
                    </a:cubicBezTo>
                    <a:cubicBezTo>
                      <a:pt x="2" y="2"/>
                      <a:pt x="4" y="3"/>
                      <a:pt x="4" y="4"/>
                    </a:cubicBezTo>
                    <a:lnTo>
                      <a:pt x="5" y="4"/>
                    </a:lnTo>
                    <a:cubicBezTo>
                      <a:pt x="9" y="13"/>
                      <a:pt x="13" y="22"/>
                      <a:pt x="14" y="3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9"/>
              <p:cNvSpPr/>
              <p:nvPr/>
            </p:nvSpPr>
            <p:spPr>
              <a:xfrm>
                <a:off x="1549805" y="-860615"/>
                <a:ext cx="9720" cy="4320"/>
              </a:xfrm>
              <a:custGeom>
                <a:rect b="b" l="l" r="r" t="t"/>
                <a:pathLst>
                  <a:path extrusionOk="0" h="12" w="27">
                    <a:moveTo>
                      <a:pt x="2" y="9"/>
                    </a:moveTo>
                    <a:lnTo>
                      <a:pt x="21" y="11"/>
                    </a:lnTo>
                    <a:cubicBezTo>
                      <a:pt x="22" y="8"/>
                      <a:pt x="22" y="6"/>
                      <a:pt x="24" y="3"/>
                    </a:cubicBezTo>
                    <a:cubicBezTo>
                      <a:pt x="25" y="2"/>
                      <a:pt x="25" y="2"/>
                      <a:pt x="26" y="1"/>
                    </a:cubicBezTo>
                    <a:lnTo>
                      <a:pt x="0" y="0"/>
                    </a:lnTo>
                    <a:cubicBezTo>
                      <a:pt x="0" y="0"/>
                      <a:pt x="1" y="1"/>
                      <a:pt x="1" y="2"/>
                    </a:cubicBezTo>
                    <a:cubicBezTo>
                      <a:pt x="2" y="3"/>
                      <a:pt x="3" y="5"/>
                      <a:pt x="3" y="7"/>
                    </a:cubicBezTo>
                    <a:lnTo>
                      <a:pt x="2"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9"/>
              <p:cNvSpPr/>
              <p:nvPr/>
            </p:nvSpPr>
            <p:spPr>
              <a:xfrm>
                <a:off x="1564925" y="-860975"/>
                <a:ext cx="161280" cy="13320"/>
              </a:xfrm>
              <a:custGeom>
                <a:rect b="b" l="l" r="r" t="t"/>
                <a:pathLst>
                  <a:path extrusionOk="0" h="37" w="448">
                    <a:moveTo>
                      <a:pt x="4" y="14"/>
                    </a:moveTo>
                    <a:lnTo>
                      <a:pt x="34" y="18"/>
                    </a:lnTo>
                    <a:cubicBezTo>
                      <a:pt x="34" y="17"/>
                      <a:pt x="35" y="16"/>
                      <a:pt x="35" y="15"/>
                    </a:cubicBezTo>
                    <a:cubicBezTo>
                      <a:pt x="36" y="14"/>
                      <a:pt x="37" y="12"/>
                      <a:pt x="38" y="11"/>
                    </a:cubicBezTo>
                    <a:cubicBezTo>
                      <a:pt x="38" y="11"/>
                      <a:pt x="39" y="11"/>
                      <a:pt x="40" y="10"/>
                    </a:cubicBezTo>
                    <a:cubicBezTo>
                      <a:pt x="41" y="9"/>
                      <a:pt x="42" y="8"/>
                      <a:pt x="44" y="8"/>
                    </a:cubicBezTo>
                    <a:cubicBezTo>
                      <a:pt x="46" y="8"/>
                      <a:pt x="47" y="9"/>
                      <a:pt x="49" y="10"/>
                    </a:cubicBezTo>
                    <a:lnTo>
                      <a:pt x="50" y="11"/>
                    </a:lnTo>
                    <a:cubicBezTo>
                      <a:pt x="51" y="12"/>
                      <a:pt x="51" y="12"/>
                      <a:pt x="52" y="13"/>
                    </a:cubicBezTo>
                    <a:cubicBezTo>
                      <a:pt x="53" y="15"/>
                      <a:pt x="54" y="17"/>
                      <a:pt x="54" y="19"/>
                    </a:cubicBezTo>
                    <a:lnTo>
                      <a:pt x="71" y="21"/>
                    </a:lnTo>
                    <a:cubicBezTo>
                      <a:pt x="71" y="19"/>
                      <a:pt x="71" y="17"/>
                      <a:pt x="71" y="14"/>
                    </a:cubicBezTo>
                    <a:cubicBezTo>
                      <a:pt x="71" y="13"/>
                      <a:pt x="71" y="12"/>
                      <a:pt x="72" y="11"/>
                    </a:cubicBezTo>
                    <a:cubicBezTo>
                      <a:pt x="73" y="10"/>
                      <a:pt x="73" y="9"/>
                      <a:pt x="75" y="8"/>
                    </a:cubicBezTo>
                    <a:cubicBezTo>
                      <a:pt x="77" y="7"/>
                      <a:pt x="78" y="7"/>
                      <a:pt x="80" y="7"/>
                    </a:cubicBezTo>
                    <a:cubicBezTo>
                      <a:pt x="81" y="7"/>
                      <a:pt x="83" y="7"/>
                      <a:pt x="84" y="8"/>
                    </a:cubicBezTo>
                    <a:cubicBezTo>
                      <a:pt x="85" y="9"/>
                      <a:pt x="87" y="10"/>
                      <a:pt x="87" y="11"/>
                    </a:cubicBezTo>
                    <a:cubicBezTo>
                      <a:pt x="88" y="12"/>
                      <a:pt x="88" y="13"/>
                      <a:pt x="88" y="14"/>
                    </a:cubicBezTo>
                    <a:cubicBezTo>
                      <a:pt x="88" y="17"/>
                      <a:pt x="88" y="20"/>
                      <a:pt x="88" y="23"/>
                    </a:cubicBezTo>
                    <a:lnTo>
                      <a:pt x="106" y="25"/>
                    </a:lnTo>
                    <a:cubicBezTo>
                      <a:pt x="106" y="24"/>
                      <a:pt x="106" y="22"/>
                      <a:pt x="106" y="20"/>
                    </a:cubicBezTo>
                    <a:cubicBezTo>
                      <a:pt x="106" y="18"/>
                      <a:pt x="106" y="17"/>
                      <a:pt x="107" y="15"/>
                    </a:cubicBezTo>
                    <a:cubicBezTo>
                      <a:pt x="108" y="14"/>
                      <a:pt x="109" y="12"/>
                      <a:pt x="111" y="11"/>
                    </a:cubicBezTo>
                    <a:cubicBezTo>
                      <a:pt x="113" y="10"/>
                      <a:pt x="114" y="10"/>
                      <a:pt x="116" y="10"/>
                    </a:cubicBezTo>
                    <a:cubicBezTo>
                      <a:pt x="117" y="10"/>
                      <a:pt x="119" y="10"/>
                      <a:pt x="121" y="11"/>
                    </a:cubicBezTo>
                    <a:cubicBezTo>
                      <a:pt x="123" y="12"/>
                      <a:pt x="123" y="14"/>
                      <a:pt x="124" y="15"/>
                    </a:cubicBezTo>
                    <a:cubicBezTo>
                      <a:pt x="125" y="17"/>
                      <a:pt x="126" y="18"/>
                      <a:pt x="126" y="20"/>
                    </a:cubicBezTo>
                    <a:cubicBezTo>
                      <a:pt x="126" y="22"/>
                      <a:pt x="126" y="24"/>
                      <a:pt x="126" y="27"/>
                    </a:cubicBezTo>
                    <a:cubicBezTo>
                      <a:pt x="141" y="28"/>
                      <a:pt x="158" y="29"/>
                      <a:pt x="174" y="29"/>
                    </a:cubicBezTo>
                    <a:cubicBezTo>
                      <a:pt x="174" y="28"/>
                      <a:pt x="174" y="26"/>
                      <a:pt x="174" y="25"/>
                    </a:cubicBezTo>
                    <a:cubicBezTo>
                      <a:pt x="174" y="24"/>
                      <a:pt x="174" y="24"/>
                      <a:pt x="174" y="23"/>
                    </a:cubicBezTo>
                    <a:cubicBezTo>
                      <a:pt x="175" y="21"/>
                      <a:pt x="176" y="20"/>
                      <a:pt x="178" y="19"/>
                    </a:cubicBezTo>
                    <a:cubicBezTo>
                      <a:pt x="180" y="18"/>
                      <a:pt x="181" y="18"/>
                      <a:pt x="183" y="18"/>
                    </a:cubicBezTo>
                    <a:cubicBezTo>
                      <a:pt x="184" y="18"/>
                      <a:pt x="186" y="18"/>
                      <a:pt x="188" y="19"/>
                    </a:cubicBezTo>
                    <a:cubicBezTo>
                      <a:pt x="190" y="20"/>
                      <a:pt x="191" y="21"/>
                      <a:pt x="192" y="23"/>
                    </a:cubicBezTo>
                    <a:cubicBezTo>
                      <a:pt x="193" y="24"/>
                      <a:pt x="193" y="24"/>
                      <a:pt x="193" y="25"/>
                    </a:cubicBezTo>
                    <a:cubicBezTo>
                      <a:pt x="193" y="27"/>
                      <a:pt x="193" y="28"/>
                      <a:pt x="193" y="30"/>
                    </a:cubicBezTo>
                    <a:lnTo>
                      <a:pt x="295" y="30"/>
                    </a:lnTo>
                    <a:cubicBezTo>
                      <a:pt x="297" y="29"/>
                      <a:pt x="298" y="29"/>
                      <a:pt x="300" y="29"/>
                    </a:cubicBezTo>
                    <a:cubicBezTo>
                      <a:pt x="301" y="29"/>
                      <a:pt x="303" y="29"/>
                      <a:pt x="304" y="30"/>
                    </a:cubicBezTo>
                    <a:lnTo>
                      <a:pt x="340" y="30"/>
                    </a:lnTo>
                    <a:cubicBezTo>
                      <a:pt x="341" y="29"/>
                      <a:pt x="341" y="28"/>
                      <a:pt x="342" y="27"/>
                    </a:cubicBezTo>
                    <a:cubicBezTo>
                      <a:pt x="342" y="27"/>
                      <a:pt x="342" y="26"/>
                      <a:pt x="343" y="26"/>
                    </a:cubicBezTo>
                    <a:cubicBezTo>
                      <a:pt x="343" y="25"/>
                      <a:pt x="344" y="25"/>
                      <a:pt x="345" y="24"/>
                    </a:cubicBezTo>
                    <a:cubicBezTo>
                      <a:pt x="346" y="23"/>
                      <a:pt x="347" y="23"/>
                      <a:pt x="348" y="23"/>
                    </a:cubicBezTo>
                    <a:cubicBezTo>
                      <a:pt x="349" y="23"/>
                      <a:pt x="350" y="23"/>
                      <a:pt x="351" y="24"/>
                    </a:cubicBezTo>
                    <a:cubicBezTo>
                      <a:pt x="352" y="25"/>
                      <a:pt x="352" y="25"/>
                      <a:pt x="353" y="26"/>
                    </a:cubicBezTo>
                    <a:cubicBezTo>
                      <a:pt x="354" y="27"/>
                      <a:pt x="354" y="29"/>
                      <a:pt x="355" y="30"/>
                    </a:cubicBezTo>
                    <a:cubicBezTo>
                      <a:pt x="365" y="30"/>
                      <a:pt x="374" y="31"/>
                      <a:pt x="385" y="32"/>
                    </a:cubicBezTo>
                    <a:cubicBezTo>
                      <a:pt x="385" y="29"/>
                      <a:pt x="385" y="27"/>
                      <a:pt x="387" y="24"/>
                    </a:cubicBezTo>
                    <a:cubicBezTo>
                      <a:pt x="387" y="23"/>
                      <a:pt x="387" y="22"/>
                      <a:pt x="388" y="21"/>
                    </a:cubicBezTo>
                    <a:cubicBezTo>
                      <a:pt x="388" y="20"/>
                      <a:pt x="390" y="19"/>
                      <a:pt x="391" y="18"/>
                    </a:cubicBezTo>
                    <a:cubicBezTo>
                      <a:pt x="392" y="17"/>
                      <a:pt x="394" y="17"/>
                      <a:pt x="396" y="17"/>
                    </a:cubicBezTo>
                    <a:cubicBezTo>
                      <a:pt x="397" y="17"/>
                      <a:pt x="398" y="17"/>
                      <a:pt x="400" y="18"/>
                    </a:cubicBezTo>
                    <a:cubicBezTo>
                      <a:pt x="401" y="19"/>
                      <a:pt x="403" y="20"/>
                      <a:pt x="404" y="21"/>
                    </a:cubicBezTo>
                    <a:cubicBezTo>
                      <a:pt x="404" y="22"/>
                      <a:pt x="405" y="23"/>
                      <a:pt x="405" y="24"/>
                    </a:cubicBezTo>
                    <a:cubicBezTo>
                      <a:pt x="405" y="28"/>
                      <a:pt x="406" y="31"/>
                      <a:pt x="406" y="35"/>
                    </a:cubicBezTo>
                    <a:lnTo>
                      <a:pt x="427" y="36"/>
                    </a:lnTo>
                    <a:lnTo>
                      <a:pt x="442" y="36"/>
                    </a:lnTo>
                    <a:cubicBezTo>
                      <a:pt x="441" y="32"/>
                      <a:pt x="441" y="28"/>
                      <a:pt x="441" y="24"/>
                    </a:cubicBezTo>
                    <a:cubicBezTo>
                      <a:pt x="441" y="20"/>
                      <a:pt x="441" y="16"/>
                      <a:pt x="442" y="12"/>
                    </a:cubicBezTo>
                    <a:cubicBezTo>
                      <a:pt x="442" y="11"/>
                      <a:pt x="442" y="11"/>
                      <a:pt x="443" y="10"/>
                    </a:cubicBezTo>
                    <a:cubicBezTo>
                      <a:pt x="445" y="8"/>
                      <a:pt x="445" y="7"/>
                      <a:pt x="446" y="6"/>
                    </a:cubicBezTo>
                    <a:lnTo>
                      <a:pt x="447" y="6"/>
                    </a:lnTo>
                    <a:cubicBezTo>
                      <a:pt x="399" y="6"/>
                      <a:pt x="349" y="9"/>
                      <a:pt x="302" y="10"/>
                    </a:cubicBezTo>
                    <a:cubicBezTo>
                      <a:pt x="215" y="10"/>
                      <a:pt x="129" y="0"/>
                      <a:pt x="41" y="1"/>
                    </a:cubicBezTo>
                    <a:cubicBezTo>
                      <a:pt x="27" y="1"/>
                      <a:pt x="13" y="1"/>
                      <a:pt x="0" y="1"/>
                    </a:cubicBezTo>
                    <a:cubicBezTo>
                      <a:pt x="0" y="2"/>
                      <a:pt x="1" y="3"/>
                      <a:pt x="2" y="4"/>
                    </a:cubicBezTo>
                    <a:cubicBezTo>
                      <a:pt x="3" y="6"/>
                      <a:pt x="3" y="8"/>
                      <a:pt x="3" y="10"/>
                    </a:cubicBezTo>
                    <a:lnTo>
                      <a:pt x="3" y="11"/>
                    </a:lnTo>
                    <a:lnTo>
                      <a:pt x="4"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9"/>
              <p:cNvSpPr/>
              <p:nvPr/>
            </p:nvSpPr>
            <p:spPr>
              <a:xfrm>
                <a:off x="1431365" y="-852335"/>
                <a:ext cx="7920" cy="9000"/>
              </a:xfrm>
              <a:custGeom>
                <a:rect b="b" l="l" r="r" t="t"/>
                <a:pathLst>
                  <a:path extrusionOk="0" h="25" w="22">
                    <a:moveTo>
                      <a:pt x="2" y="23"/>
                    </a:moveTo>
                    <a:cubicBezTo>
                      <a:pt x="3" y="24"/>
                      <a:pt x="4" y="24"/>
                      <a:pt x="6" y="24"/>
                    </a:cubicBezTo>
                    <a:cubicBezTo>
                      <a:pt x="7" y="24"/>
                      <a:pt x="8" y="24"/>
                      <a:pt x="9" y="23"/>
                    </a:cubicBezTo>
                    <a:cubicBezTo>
                      <a:pt x="12" y="22"/>
                      <a:pt x="14" y="21"/>
                      <a:pt x="17" y="20"/>
                    </a:cubicBezTo>
                    <a:cubicBezTo>
                      <a:pt x="18" y="19"/>
                      <a:pt x="20" y="18"/>
                      <a:pt x="21" y="17"/>
                    </a:cubicBezTo>
                    <a:cubicBezTo>
                      <a:pt x="20" y="11"/>
                      <a:pt x="19" y="6"/>
                      <a:pt x="18" y="0"/>
                    </a:cubicBezTo>
                    <a:cubicBezTo>
                      <a:pt x="16" y="1"/>
                      <a:pt x="15" y="2"/>
                      <a:pt x="14" y="3"/>
                    </a:cubicBezTo>
                    <a:cubicBezTo>
                      <a:pt x="9" y="6"/>
                      <a:pt x="5" y="8"/>
                      <a:pt x="0" y="9"/>
                    </a:cubicBezTo>
                    <a:cubicBezTo>
                      <a:pt x="0" y="14"/>
                      <a:pt x="1" y="19"/>
                      <a:pt x="2"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9"/>
              <p:cNvSpPr/>
              <p:nvPr/>
            </p:nvSpPr>
            <p:spPr>
              <a:xfrm>
                <a:off x="1445045" y="-855575"/>
                <a:ext cx="8280" cy="4680"/>
              </a:xfrm>
              <a:custGeom>
                <a:rect b="b" l="l" r="r" t="t"/>
                <a:pathLst>
                  <a:path extrusionOk="0" h="13" w="23">
                    <a:moveTo>
                      <a:pt x="0" y="0"/>
                    </a:moveTo>
                    <a:lnTo>
                      <a:pt x="2" y="12"/>
                    </a:lnTo>
                    <a:cubicBezTo>
                      <a:pt x="6" y="9"/>
                      <a:pt x="11" y="6"/>
                      <a:pt x="15" y="4"/>
                    </a:cubicBezTo>
                    <a:cubicBezTo>
                      <a:pt x="17" y="2"/>
                      <a:pt x="20" y="1"/>
                      <a:pt x="22" y="0"/>
                    </a:cubicBezTo>
                    <a:cubicBezTo>
                      <a:pt x="18" y="0"/>
                      <a:pt x="15" y="0"/>
                      <a:pt x="11" y="0"/>
                    </a:cubicBezTo>
                    <a:cubicBezTo>
                      <a:pt x="7" y="0"/>
                      <a:pt x="4"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9"/>
              <p:cNvSpPr/>
              <p:nvPr/>
            </p:nvSpPr>
            <p:spPr>
              <a:xfrm>
                <a:off x="1461245" y="-860615"/>
                <a:ext cx="9720" cy="3240"/>
              </a:xfrm>
              <a:custGeom>
                <a:rect b="b" l="l" r="r" t="t"/>
                <a:pathLst>
                  <a:path extrusionOk="0" h="9" w="27">
                    <a:moveTo>
                      <a:pt x="0" y="6"/>
                    </a:moveTo>
                    <a:lnTo>
                      <a:pt x="0" y="8"/>
                    </a:lnTo>
                    <a:cubicBezTo>
                      <a:pt x="9" y="8"/>
                      <a:pt x="17" y="8"/>
                      <a:pt x="26" y="7"/>
                    </a:cubicBezTo>
                    <a:cubicBezTo>
                      <a:pt x="26" y="6"/>
                      <a:pt x="26" y="4"/>
                      <a:pt x="26" y="3"/>
                    </a:cubicBezTo>
                    <a:lnTo>
                      <a:pt x="3" y="0"/>
                    </a:lnTo>
                    <a:cubicBezTo>
                      <a:pt x="3" y="2"/>
                      <a:pt x="2" y="3"/>
                      <a:pt x="1" y="5"/>
                    </a:cubicBez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9"/>
              <p:cNvSpPr/>
              <p:nvPr/>
            </p:nvSpPr>
            <p:spPr>
              <a:xfrm>
                <a:off x="1459805" y="-869975"/>
                <a:ext cx="10800" cy="10800"/>
              </a:xfrm>
              <a:custGeom>
                <a:rect b="b" l="l" r="r" t="t"/>
                <a:pathLst>
                  <a:path extrusionOk="0" h="30" w="30">
                    <a:moveTo>
                      <a:pt x="6" y="26"/>
                    </a:moveTo>
                    <a:lnTo>
                      <a:pt x="29" y="29"/>
                    </a:lnTo>
                    <a:lnTo>
                      <a:pt x="29" y="27"/>
                    </a:lnTo>
                    <a:cubicBezTo>
                      <a:pt x="28" y="20"/>
                      <a:pt x="25" y="13"/>
                      <a:pt x="22" y="7"/>
                    </a:cubicBezTo>
                    <a:cubicBezTo>
                      <a:pt x="21" y="5"/>
                      <a:pt x="20" y="4"/>
                      <a:pt x="19" y="2"/>
                    </a:cubicBezTo>
                    <a:cubicBezTo>
                      <a:pt x="18" y="1"/>
                      <a:pt x="17" y="1"/>
                      <a:pt x="16" y="0"/>
                    </a:cubicBezTo>
                    <a:cubicBezTo>
                      <a:pt x="11" y="0"/>
                      <a:pt x="6" y="2"/>
                      <a:pt x="1" y="3"/>
                    </a:cubicBezTo>
                    <a:lnTo>
                      <a:pt x="0" y="4"/>
                    </a:lnTo>
                    <a:cubicBezTo>
                      <a:pt x="0" y="5"/>
                      <a:pt x="0" y="5"/>
                      <a:pt x="0" y="5"/>
                    </a:cubicBezTo>
                    <a:cubicBezTo>
                      <a:pt x="2" y="7"/>
                      <a:pt x="3" y="8"/>
                      <a:pt x="4" y="10"/>
                    </a:cubicBezTo>
                    <a:cubicBezTo>
                      <a:pt x="6" y="13"/>
                      <a:pt x="7" y="17"/>
                      <a:pt x="7" y="20"/>
                    </a:cubicBezTo>
                    <a:cubicBezTo>
                      <a:pt x="7" y="22"/>
                      <a:pt x="7" y="24"/>
                      <a:pt x="6"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9"/>
              <p:cNvSpPr/>
              <p:nvPr/>
            </p:nvSpPr>
            <p:spPr>
              <a:xfrm>
                <a:off x="1472765" y="-859175"/>
                <a:ext cx="7920" cy="1440"/>
              </a:xfrm>
              <a:custGeom>
                <a:rect b="b" l="l" r="r" t="t"/>
                <a:pathLst>
                  <a:path extrusionOk="0" h="4" w="22">
                    <a:moveTo>
                      <a:pt x="21" y="3"/>
                    </a:moveTo>
                    <a:lnTo>
                      <a:pt x="0" y="0"/>
                    </a:lnTo>
                    <a:cubicBezTo>
                      <a:pt x="1" y="0"/>
                      <a:pt x="1" y="1"/>
                      <a:pt x="1" y="1"/>
                    </a:cubicBezTo>
                    <a:cubicBezTo>
                      <a:pt x="1" y="2"/>
                      <a:pt x="2" y="2"/>
                      <a:pt x="2" y="3"/>
                    </a:cubicBezTo>
                    <a:lnTo>
                      <a:pt x="21"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9"/>
              <p:cNvSpPr/>
              <p:nvPr/>
            </p:nvSpPr>
            <p:spPr>
              <a:xfrm>
                <a:off x="1472405" y="-868175"/>
                <a:ext cx="10440" cy="10080"/>
              </a:xfrm>
              <a:custGeom>
                <a:rect b="b" l="l" r="r" t="t"/>
                <a:pathLst>
                  <a:path extrusionOk="0" h="28" w="29">
                    <a:moveTo>
                      <a:pt x="28" y="27"/>
                    </a:moveTo>
                    <a:cubicBezTo>
                      <a:pt x="25" y="14"/>
                      <a:pt x="18" y="0"/>
                      <a:pt x="5" y="10"/>
                    </a:cubicBezTo>
                    <a:cubicBezTo>
                      <a:pt x="4" y="11"/>
                      <a:pt x="3" y="12"/>
                      <a:pt x="2" y="13"/>
                    </a:cubicBezTo>
                    <a:cubicBezTo>
                      <a:pt x="1" y="15"/>
                      <a:pt x="0" y="17"/>
                      <a:pt x="0" y="19"/>
                    </a:cubicBezTo>
                    <a:cubicBezTo>
                      <a:pt x="0" y="21"/>
                      <a:pt x="0" y="22"/>
                      <a:pt x="1" y="24"/>
                    </a:cubicBezTo>
                    <a:lnTo>
                      <a:pt x="22" y="27"/>
                    </a:lnTo>
                    <a:lnTo>
                      <a:pt x="28"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9"/>
              <p:cNvSpPr/>
              <p:nvPr/>
            </p:nvSpPr>
            <p:spPr>
              <a:xfrm>
                <a:off x="1513445" y="-864575"/>
                <a:ext cx="3240" cy="720"/>
              </a:xfrm>
              <a:custGeom>
                <a:rect b="b" l="l" r="r" t="t"/>
                <a:pathLst>
                  <a:path extrusionOk="0" h="2" w="9">
                    <a:moveTo>
                      <a:pt x="0" y="1"/>
                    </a:moveTo>
                    <a:lnTo>
                      <a:pt x="8" y="1"/>
                    </a:lnTo>
                    <a:cubicBezTo>
                      <a:pt x="6" y="1"/>
                      <a:pt x="5" y="0"/>
                      <a:pt x="4" y="0"/>
                    </a:cubicBezTo>
                    <a:cubicBezTo>
                      <a:pt x="3" y="0"/>
                      <a:pt x="1"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9"/>
              <p:cNvSpPr/>
              <p:nvPr/>
            </p:nvSpPr>
            <p:spPr>
              <a:xfrm>
                <a:off x="1509125" y="-863855"/>
                <a:ext cx="10440" cy="6840"/>
              </a:xfrm>
              <a:custGeom>
                <a:rect b="b" l="l" r="r" t="t"/>
                <a:pathLst>
                  <a:path extrusionOk="0" h="19" w="29">
                    <a:moveTo>
                      <a:pt x="28" y="14"/>
                    </a:moveTo>
                    <a:cubicBezTo>
                      <a:pt x="28" y="13"/>
                      <a:pt x="28" y="13"/>
                      <a:pt x="28" y="12"/>
                    </a:cubicBezTo>
                    <a:cubicBezTo>
                      <a:pt x="28" y="10"/>
                      <a:pt x="27" y="8"/>
                      <a:pt x="26" y="5"/>
                    </a:cubicBezTo>
                    <a:cubicBezTo>
                      <a:pt x="25" y="3"/>
                      <a:pt x="23" y="2"/>
                      <a:pt x="21" y="0"/>
                    </a:cubicBezTo>
                    <a:lnTo>
                      <a:pt x="20" y="0"/>
                    </a:lnTo>
                    <a:lnTo>
                      <a:pt x="12" y="0"/>
                    </a:lnTo>
                    <a:cubicBezTo>
                      <a:pt x="10" y="0"/>
                      <a:pt x="8" y="0"/>
                      <a:pt x="6" y="1"/>
                    </a:cubicBezTo>
                    <a:cubicBezTo>
                      <a:pt x="4" y="3"/>
                      <a:pt x="4" y="4"/>
                      <a:pt x="2" y="6"/>
                    </a:cubicBezTo>
                    <a:cubicBezTo>
                      <a:pt x="0" y="8"/>
                      <a:pt x="0" y="10"/>
                      <a:pt x="0" y="13"/>
                    </a:cubicBezTo>
                    <a:lnTo>
                      <a:pt x="0" y="14"/>
                    </a:lnTo>
                    <a:cubicBezTo>
                      <a:pt x="0" y="16"/>
                      <a:pt x="0" y="17"/>
                      <a:pt x="0" y="18"/>
                    </a:cubicBezTo>
                    <a:lnTo>
                      <a:pt x="27" y="18"/>
                    </a:lnTo>
                    <a:cubicBezTo>
                      <a:pt x="27" y="18"/>
                      <a:pt x="28" y="15"/>
                      <a:pt x="28"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9"/>
              <p:cNvSpPr/>
              <p:nvPr/>
            </p:nvSpPr>
            <p:spPr>
              <a:xfrm>
                <a:off x="1543685" y="-862415"/>
                <a:ext cx="6120" cy="1800"/>
              </a:xfrm>
              <a:custGeom>
                <a:rect b="b" l="l" r="r" t="t"/>
                <a:pathLst>
                  <a:path extrusionOk="0" h="5" w="17">
                    <a:moveTo>
                      <a:pt x="0" y="3"/>
                    </a:moveTo>
                    <a:lnTo>
                      <a:pt x="16" y="4"/>
                    </a:lnTo>
                    <a:cubicBezTo>
                      <a:pt x="16" y="3"/>
                      <a:pt x="15" y="3"/>
                      <a:pt x="14" y="2"/>
                    </a:cubicBezTo>
                    <a:cubicBezTo>
                      <a:pt x="12" y="1"/>
                      <a:pt x="10" y="0"/>
                      <a:pt x="8" y="0"/>
                    </a:cubicBezTo>
                    <a:cubicBezTo>
                      <a:pt x="5" y="0"/>
                      <a:pt x="3" y="1"/>
                      <a:pt x="1" y="2"/>
                    </a:cubicBezTo>
                    <a:lnTo>
                      <a:pt x="0"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9"/>
              <p:cNvSpPr/>
              <p:nvPr/>
            </p:nvSpPr>
            <p:spPr>
              <a:xfrm>
                <a:off x="1541525" y="-860975"/>
                <a:ext cx="9360" cy="3960"/>
              </a:xfrm>
              <a:custGeom>
                <a:rect b="b" l="l" r="r" t="t"/>
                <a:pathLst>
                  <a:path extrusionOk="0" h="11" w="26">
                    <a:moveTo>
                      <a:pt x="0" y="9"/>
                    </a:moveTo>
                    <a:lnTo>
                      <a:pt x="25" y="10"/>
                    </a:lnTo>
                    <a:cubicBezTo>
                      <a:pt x="25" y="10"/>
                      <a:pt x="25" y="9"/>
                      <a:pt x="25" y="8"/>
                    </a:cubicBezTo>
                    <a:cubicBezTo>
                      <a:pt x="25" y="6"/>
                      <a:pt x="24" y="4"/>
                      <a:pt x="23" y="3"/>
                    </a:cubicBezTo>
                    <a:cubicBezTo>
                      <a:pt x="23" y="2"/>
                      <a:pt x="22" y="1"/>
                      <a:pt x="22" y="1"/>
                    </a:cubicBezTo>
                    <a:lnTo>
                      <a:pt x="6" y="0"/>
                    </a:lnTo>
                    <a:cubicBezTo>
                      <a:pt x="4" y="1"/>
                      <a:pt x="3" y="2"/>
                      <a:pt x="2" y="4"/>
                    </a:cubicBezTo>
                    <a:cubicBezTo>
                      <a:pt x="1" y="6"/>
                      <a:pt x="0" y="7"/>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9"/>
              <p:cNvSpPr/>
              <p:nvPr/>
            </p:nvSpPr>
            <p:spPr>
              <a:xfrm>
                <a:off x="1558805" y="-861695"/>
                <a:ext cx="6840" cy="1800"/>
              </a:xfrm>
              <a:custGeom>
                <a:rect b="b" l="l" r="r" t="t"/>
                <a:pathLst>
                  <a:path extrusionOk="0" h="5" w="19">
                    <a:moveTo>
                      <a:pt x="15" y="3"/>
                    </a:moveTo>
                    <a:cubicBezTo>
                      <a:pt x="15" y="2"/>
                      <a:pt x="15" y="2"/>
                      <a:pt x="14" y="1"/>
                    </a:cubicBezTo>
                    <a:cubicBezTo>
                      <a:pt x="12" y="0"/>
                      <a:pt x="10" y="0"/>
                      <a:pt x="8" y="0"/>
                    </a:cubicBezTo>
                    <a:cubicBezTo>
                      <a:pt x="6" y="0"/>
                      <a:pt x="5" y="0"/>
                      <a:pt x="3" y="1"/>
                    </a:cubicBezTo>
                    <a:cubicBezTo>
                      <a:pt x="2" y="2"/>
                      <a:pt x="0" y="3"/>
                      <a:pt x="0" y="4"/>
                    </a:cubicBezTo>
                    <a:lnTo>
                      <a:pt x="18" y="4"/>
                    </a:lnTo>
                    <a:cubicBezTo>
                      <a:pt x="17" y="4"/>
                      <a:pt x="16" y="3"/>
                      <a:pt x="15"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9"/>
              <p:cNvSpPr/>
              <p:nvPr/>
            </p:nvSpPr>
            <p:spPr>
              <a:xfrm>
                <a:off x="1557005" y="-859895"/>
                <a:ext cx="9720" cy="4320"/>
              </a:xfrm>
              <a:custGeom>
                <a:rect b="b" l="l" r="r" t="t"/>
                <a:pathLst>
                  <a:path extrusionOk="0" h="12" w="27">
                    <a:moveTo>
                      <a:pt x="26" y="11"/>
                    </a:moveTo>
                    <a:lnTo>
                      <a:pt x="26" y="9"/>
                    </a:lnTo>
                    <a:cubicBezTo>
                      <a:pt x="26" y="7"/>
                      <a:pt x="26" y="4"/>
                      <a:pt x="25" y="3"/>
                    </a:cubicBezTo>
                    <a:cubicBezTo>
                      <a:pt x="24" y="2"/>
                      <a:pt x="24" y="1"/>
                      <a:pt x="23" y="0"/>
                    </a:cubicBezTo>
                    <a:lnTo>
                      <a:pt x="5" y="0"/>
                    </a:lnTo>
                    <a:cubicBezTo>
                      <a:pt x="4" y="1"/>
                      <a:pt x="4" y="1"/>
                      <a:pt x="3" y="2"/>
                    </a:cubicBezTo>
                    <a:cubicBezTo>
                      <a:pt x="2" y="4"/>
                      <a:pt x="1" y="7"/>
                      <a:pt x="0" y="9"/>
                    </a:cubicBezTo>
                    <a:lnTo>
                      <a:pt x="26"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9"/>
              <p:cNvSpPr/>
              <p:nvPr/>
            </p:nvSpPr>
            <p:spPr>
              <a:xfrm>
                <a:off x="1577165" y="-857735"/>
                <a:ext cx="7200" cy="4680"/>
              </a:xfrm>
              <a:custGeom>
                <a:rect b="b" l="l" r="r" t="t"/>
                <a:pathLst>
                  <a:path extrusionOk="0" h="13" w="20">
                    <a:moveTo>
                      <a:pt x="16" y="3"/>
                    </a:moveTo>
                    <a:cubicBezTo>
                      <a:pt x="16" y="2"/>
                      <a:pt x="16" y="1"/>
                      <a:pt x="15" y="1"/>
                    </a:cubicBezTo>
                    <a:cubicBezTo>
                      <a:pt x="13" y="0"/>
                      <a:pt x="12" y="0"/>
                      <a:pt x="10" y="0"/>
                    </a:cubicBezTo>
                    <a:cubicBezTo>
                      <a:pt x="8" y="0"/>
                      <a:pt x="7" y="1"/>
                      <a:pt x="6" y="1"/>
                    </a:cubicBezTo>
                    <a:cubicBezTo>
                      <a:pt x="5" y="2"/>
                      <a:pt x="4" y="2"/>
                      <a:pt x="4" y="3"/>
                    </a:cubicBezTo>
                    <a:cubicBezTo>
                      <a:pt x="3" y="4"/>
                      <a:pt x="2" y="5"/>
                      <a:pt x="1" y="7"/>
                    </a:cubicBezTo>
                    <a:cubicBezTo>
                      <a:pt x="1" y="8"/>
                      <a:pt x="0" y="8"/>
                      <a:pt x="0" y="9"/>
                    </a:cubicBezTo>
                    <a:lnTo>
                      <a:pt x="19" y="12"/>
                    </a:lnTo>
                    <a:cubicBezTo>
                      <a:pt x="19" y="9"/>
                      <a:pt x="18" y="6"/>
                      <a:pt x="1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9"/>
              <p:cNvSpPr/>
              <p:nvPr/>
            </p:nvSpPr>
            <p:spPr>
              <a:xfrm>
                <a:off x="1429925" y="-849095"/>
                <a:ext cx="2520" cy="5400"/>
              </a:xfrm>
              <a:custGeom>
                <a:rect b="b" l="l" r="r" t="t"/>
                <a:pathLst>
                  <a:path extrusionOk="0" h="15" w="7">
                    <a:moveTo>
                      <a:pt x="3" y="1"/>
                    </a:moveTo>
                    <a:cubicBezTo>
                      <a:pt x="2" y="1"/>
                      <a:pt x="2" y="2"/>
                      <a:pt x="1" y="3"/>
                    </a:cubicBezTo>
                    <a:cubicBezTo>
                      <a:pt x="0" y="4"/>
                      <a:pt x="0" y="5"/>
                      <a:pt x="0" y="7"/>
                    </a:cubicBezTo>
                    <a:cubicBezTo>
                      <a:pt x="0" y="8"/>
                      <a:pt x="0" y="10"/>
                      <a:pt x="1" y="11"/>
                    </a:cubicBezTo>
                    <a:cubicBezTo>
                      <a:pt x="2" y="12"/>
                      <a:pt x="3" y="13"/>
                      <a:pt x="4" y="14"/>
                    </a:cubicBezTo>
                    <a:cubicBezTo>
                      <a:pt x="5" y="14"/>
                      <a:pt x="5" y="14"/>
                      <a:pt x="6" y="14"/>
                    </a:cubicBezTo>
                    <a:cubicBezTo>
                      <a:pt x="6" y="10"/>
                      <a:pt x="4" y="5"/>
                      <a:pt x="3" y="0"/>
                    </a:cubicBezTo>
                    <a:lnTo>
                      <a:pt x="3"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9"/>
              <p:cNvSpPr/>
              <p:nvPr/>
            </p:nvSpPr>
            <p:spPr>
              <a:xfrm>
                <a:off x="1590485" y="-858095"/>
                <a:ext cx="6840" cy="6480"/>
              </a:xfrm>
              <a:custGeom>
                <a:rect b="b" l="l" r="r" t="t"/>
                <a:pathLst>
                  <a:path extrusionOk="0" h="18" w="19">
                    <a:moveTo>
                      <a:pt x="18" y="8"/>
                    </a:moveTo>
                    <a:cubicBezTo>
                      <a:pt x="17" y="7"/>
                      <a:pt x="16" y="6"/>
                      <a:pt x="16" y="5"/>
                    </a:cubicBezTo>
                    <a:cubicBezTo>
                      <a:pt x="15" y="3"/>
                      <a:pt x="15" y="2"/>
                      <a:pt x="13" y="1"/>
                    </a:cubicBezTo>
                    <a:cubicBezTo>
                      <a:pt x="11" y="0"/>
                      <a:pt x="10" y="0"/>
                      <a:pt x="9" y="0"/>
                    </a:cubicBezTo>
                    <a:cubicBezTo>
                      <a:pt x="7" y="0"/>
                      <a:pt x="6" y="0"/>
                      <a:pt x="4" y="1"/>
                    </a:cubicBezTo>
                    <a:cubicBezTo>
                      <a:pt x="2" y="2"/>
                      <a:pt x="2" y="3"/>
                      <a:pt x="1" y="5"/>
                    </a:cubicBezTo>
                    <a:cubicBezTo>
                      <a:pt x="1" y="5"/>
                      <a:pt x="0" y="7"/>
                      <a:pt x="0" y="8"/>
                    </a:cubicBezTo>
                    <a:cubicBezTo>
                      <a:pt x="0" y="10"/>
                      <a:pt x="0" y="12"/>
                      <a:pt x="0" y="15"/>
                    </a:cubicBezTo>
                    <a:lnTo>
                      <a:pt x="18" y="17"/>
                    </a:lnTo>
                    <a:cubicBezTo>
                      <a:pt x="17" y="14"/>
                      <a:pt x="18" y="11"/>
                      <a:pt x="18"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9"/>
              <p:cNvSpPr/>
              <p:nvPr/>
            </p:nvSpPr>
            <p:spPr>
              <a:xfrm>
                <a:off x="1603085" y="-856655"/>
                <a:ext cx="7560" cy="6480"/>
              </a:xfrm>
              <a:custGeom>
                <a:rect b="b" l="l" r="r" t="t"/>
                <a:pathLst>
                  <a:path extrusionOk="0" h="18" w="21">
                    <a:moveTo>
                      <a:pt x="19" y="9"/>
                    </a:moveTo>
                    <a:cubicBezTo>
                      <a:pt x="19" y="8"/>
                      <a:pt x="19" y="6"/>
                      <a:pt x="18" y="4"/>
                    </a:cubicBezTo>
                    <a:cubicBezTo>
                      <a:pt x="17" y="2"/>
                      <a:pt x="16" y="2"/>
                      <a:pt x="14" y="1"/>
                    </a:cubicBezTo>
                    <a:cubicBezTo>
                      <a:pt x="12" y="0"/>
                      <a:pt x="10" y="0"/>
                      <a:pt x="9" y="0"/>
                    </a:cubicBezTo>
                    <a:cubicBezTo>
                      <a:pt x="7" y="0"/>
                      <a:pt x="7" y="0"/>
                      <a:pt x="5" y="1"/>
                    </a:cubicBezTo>
                    <a:cubicBezTo>
                      <a:pt x="3" y="2"/>
                      <a:pt x="2" y="2"/>
                      <a:pt x="1" y="4"/>
                    </a:cubicBezTo>
                    <a:cubicBezTo>
                      <a:pt x="0" y="6"/>
                      <a:pt x="0" y="8"/>
                      <a:pt x="0" y="9"/>
                    </a:cubicBezTo>
                    <a:cubicBezTo>
                      <a:pt x="0" y="11"/>
                      <a:pt x="0" y="13"/>
                      <a:pt x="0" y="15"/>
                    </a:cubicBezTo>
                    <a:lnTo>
                      <a:pt x="19" y="17"/>
                    </a:lnTo>
                    <a:cubicBezTo>
                      <a:pt x="20" y="14"/>
                      <a:pt x="20" y="12"/>
                      <a:pt x="19"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9"/>
              <p:cNvSpPr/>
              <p:nvPr/>
            </p:nvSpPr>
            <p:spPr>
              <a:xfrm>
                <a:off x="1627925" y="-854135"/>
                <a:ext cx="7200" cy="5040"/>
              </a:xfrm>
              <a:custGeom>
                <a:rect b="b" l="l" r="r" t="t"/>
                <a:pathLst>
                  <a:path extrusionOk="0" h="14" w="20">
                    <a:moveTo>
                      <a:pt x="19" y="13"/>
                    </a:moveTo>
                    <a:cubicBezTo>
                      <a:pt x="19" y="11"/>
                      <a:pt x="19" y="9"/>
                      <a:pt x="19" y="8"/>
                    </a:cubicBezTo>
                    <a:cubicBezTo>
                      <a:pt x="19" y="7"/>
                      <a:pt x="19" y="6"/>
                      <a:pt x="18" y="5"/>
                    </a:cubicBezTo>
                    <a:cubicBezTo>
                      <a:pt x="17" y="4"/>
                      <a:pt x="17" y="3"/>
                      <a:pt x="15" y="2"/>
                    </a:cubicBezTo>
                    <a:cubicBezTo>
                      <a:pt x="13" y="1"/>
                      <a:pt x="11" y="0"/>
                      <a:pt x="10" y="0"/>
                    </a:cubicBezTo>
                    <a:cubicBezTo>
                      <a:pt x="8" y="0"/>
                      <a:pt x="6" y="1"/>
                      <a:pt x="4" y="2"/>
                    </a:cubicBezTo>
                    <a:cubicBezTo>
                      <a:pt x="2" y="3"/>
                      <a:pt x="2" y="4"/>
                      <a:pt x="1" y="5"/>
                    </a:cubicBezTo>
                    <a:cubicBezTo>
                      <a:pt x="0" y="6"/>
                      <a:pt x="0" y="7"/>
                      <a:pt x="0" y="8"/>
                    </a:cubicBezTo>
                    <a:cubicBezTo>
                      <a:pt x="0" y="9"/>
                      <a:pt x="0" y="10"/>
                      <a:pt x="0" y="12"/>
                    </a:cubicBezTo>
                    <a:lnTo>
                      <a:pt x="9" y="12"/>
                    </a:lnTo>
                    <a:lnTo>
                      <a:pt x="19"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9"/>
              <p:cNvSpPr/>
              <p:nvPr/>
            </p:nvSpPr>
            <p:spPr>
              <a:xfrm>
                <a:off x="1671485" y="-849815"/>
                <a:ext cx="3600" cy="720"/>
              </a:xfrm>
              <a:custGeom>
                <a:rect b="b" l="l" r="r" t="t"/>
                <a:pathLst>
                  <a:path extrusionOk="0" h="2" w="10">
                    <a:moveTo>
                      <a:pt x="0" y="1"/>
                    </a:moveTo>
                    <a:lnTo>
                      <a:pt x="9" y="1"/>
                    </a:lnTo>
                    <a:cubicBezTo>
                      <a:pt x="8" y="1"/>
                      <a:pt x="6" y="0"/>
                      <a:pt x="5" y="0"/>
                    </a:cubicBezTo>
                    <a:cubicBezTo>
                      <a:pt x="3" y="0"/>
                      <a:pt x="2" y="1"/>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9"/>
              <p:cNvSpPr/>
              <p:nvPr/>
            </p:nvSpPr>
            <p:spPr>
              <a:xfrm>
                <a:off x="1687685" y="-851615"/>
                <a:ext cx="5400" cy="2880"/>
              </a:xfrm>
              <a:custGeom>
                <a:rect b="b" l="l" r="r" t="t"/>
                <a:pathLst>
                  <a:path extrusionOk="0" h="8" w="15">
                    <a:moveTo>
                      <a:pt x="14" y="7"/>
                    </a:moveTo>
                    <a:cubicBezTo>
                      <a:pt x="14" y="6"/>
                      <a:pt x="13" y="4"/>
                      <a:pt x="12" y="3"/>
                    </a:cubicBezTo>
                    <a:cubicBezTo>
                      <a:pt x="12" y="2"/>
                      <a:pt x="11" y="1"/>
                      <a:pt x="10" y="1"/>
                    </a:cubicBezTo>
                    <a:cubicBezTo>
                      <a:pt x="9" y="0"/>
                      <a:pt x="8" y="0"/>
                      <a:pt x="7" y="0"/>
                    </a:cubicBezTo>
                    <a:cubicBezTo>
                      <a:pt x="6" y="0"/>
                      <a:pt x="5" y="0"/>
                      <a:pt x="4" y="1"/>
                    </a:cubicBezTo>
                    <a:cubicBezTo>
                      <a:pt x="3" y="1"/>
                      <a:pt x="3" y="2"/>
                      <a:pt x="2" y="3"/>
                    </a:cubicBezTo>
                    <a:lnTo>
                      <a:pt x="1" y="4"/>
                    </a:lnTo>
                    <a:cubicBezTo>
                      <a:pt x="1" y="5"/>
                      <a:pt x="0" y="6"/>
                      <a:pt x="0" y="7"/>
                    </a:cubicBezTo>
                    <a:lnTo>
                      <a:pt x="2" y="7"/>
                    </a:lnTo>
                    <a:lnTo>
                      <a:pt x="14"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9"/>
              <p:cNvSpPr/>
              <p:nvPr/>
            </p:nvSpPr>
            <p:spPr>
              <a:xfrm>
                <a:off x="1703885" y="-854135"/>
                <a:ext cx="7920" cy="6480"/>
              </a:xfrm>
              <a:custGeom>
                <a:rect b="b" l="l" r="r" t="t"/>
                <a:pathLst>
                  <a:path extrusionOk="0" h="18" w="22">
                    <a:moveTo>
                      <a:pt x="20" y="7"/>
                    </a:moveTo>
                    <a:cubicBezTo>
                      <a:pt x="20" y="6"/>
                      <a:pt x="19" y="5"/>
                      <a:pt x="19" y="5"/>
                    </a:cubicBezTo>
                    <a:cubicBezTo>
                      <a:pt x="18" y="3"/>
                      <a:pt x="17" y="2"/>
                      <a:pt x="15" y="1"/>
                    </a:cubicBezTo>
                    <a:cubicBezTo>
                      <a:pt x="13" y="0"/>
                      <a:pt x="12" y="0"/>
                      <a:pt x="11" y="0"/>
                    </a:cubicBezTo>
                    <a:cubicBezTo>
                      <a:pt x="9" y="0"/>
                      <a:pt x="7" y="0"/>
                      <a:pt x="6" y="1"/>
                    </a:cubicBezTo>
                    <a:cubicBezTo>
                      <a:pt x="5" y="2"/>
                      <a:pt x="4" y="3"/>
                      <a:pt x="3" y="5"/>
                    </a:cubicBezTo>
                    <a:cubicBezTo>
                      <a:pt x="3" y="6"/>
                      <a:pt x="2" y="6"/>
                      <a:pt x="2" y="7"/>
                    </a:cubicBezTo>
                    <a:cubicBezTo>
                      <a:pt x="2" y="10"/>
                      <a:pt x="2" y="13"/>
                      <a:pt x="0" y="15"/>
                    </a:cubicBezTo>
                    <a:lnTo>
                      <a:pt x="21" y="17"/>
                    </a:lnTo>
                    <a:cubicBezTo>
                      <a:pt x="21" y="14"/>
                      <a:pt x="20" y="11"/>
                      <a:pt x="2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9"/>
              <p:cNvSpPr/>
              <p:nvPr/>
            </p:nvSpPr>
            <p:spPr>
              <a:xfrm>
                <a:off x="1726565" y="-858455"/>
                <a:ext cx="3600" cy="720"/>
              </a:xfrm>
              <a:custGeom>
                <a:rect b="b" l="l" r="r" t="t"/>
                <a:pathLst>
                  <a:path extrusionOk="0" h="2" w="10">
                    <a:moveTo>
                      <a:pt x="0" y="1"/>
                    </a:moveTo>
                    <a:lnTo>
                      <a:pt x="9" y="1"/>
                    </a:lnTo>
                    <a:cubicBezTo>
                      <a:pt x="7" y="0"/>
                      <a:pt x="5" y="0"/>
                      <a:pt x="4" y="0"/>
                    </a:cubicBezTo>
                    <a:cubicBezTo>
                      <a:pt x="2" y="0"/>
                      <a:pt x="1"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9"/>
              <p:cNvSpPr/>
              <p:nvPr/>
            </p:nvSpPr>
            <p:spPr>
              <a:xfrm>
                <a:off x="1724405" y="-847295"/>
                <a:ext cx="10440" cy="1080"/>
              </a:xfrm>
              <a:custGeom>
                <a:rect b="b" l="l" r="r" t="t"/>
                <a:pathLst>
                  <a:path extrusionOk="0" h="3" w="29">
                    <a:moveTo>
                      <a:pt x="18" y="1"/>
                    </a:moveTo>
                    <a:lnTo>
                      <a:pt x="28" y="1"/>
                    </a:lnTo>
                    <a:lnTo>
                      <a:pt x="28" y="0"/>
                    </a:lnTo>
                    <a:cubicBezTo>
                      <a:pt x="22" y="0"/>
                      <a:pt x="17" y="0"/>
                      <a:pt x="11" y="0"/>
                    </a:cubicBezTo>
                    <a:lnTo>
                      <a:pt x="0" y="0"/>
                    </a:lnTo>
                    <a:cubicBezTo>
                      <a:pt x="6" y="1"/>
                      <a:pt x="12" y="2"/>
                      <a:pt x="18"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9"/>
              <p:cNvSpPr/>
              <p:nvPr/>
            </p:nvSpPr>
            <p:spPr>
              <a:xfrm>
                <a:off x="1724045" y="-858095"/>
                <a:ext cx="10800" cy="11160"/>
              </a:xfrm>
              <a:custGeom>
                <a:rect b="b" l="l" r="r" t="t"/>
                <a:pathLst>
                  <a:path extrusionOk="0" h="31" w="30">
                    <a:moveTo>
                      <a:pt x="1" y="6"/>
                    </a:moveTo>
                    <a:cubicBezTo>
                      <a:pt x="1" y="10"/>
                      <a:pt x="0" y="14"/>
                      <a:pt x="0" y="18"/>
                    </a:cubicBezTo>
                    <a:cubicBezTo>
                      <a:pt x="0" y="22"/>
                      <a:pt x="1" y="26"/>
                      <a:pt x="1" y="30"/>
                    </a:cubicBezTo>
                    <a:lnTo>
                      <a:pt x="11" y="30"/>
                    </a:lnTo>
                    <a:cubicBezTo>
                      <a:pt x="18" y="30"/>
                      <a:pt x="23" y="30"/>
                      <a:pt x="29" y="30"/>
                    </a:cubicBezTo>
                    <a:cubicBezTo>
                      <a:pt x="28" y="21"/>
                      <a:pt x="24" y="11"/>
                      <a:pt x="20" y="3"/>
                    </a:cubicBezTo>
                    <a:cubicBezTo>
                      <a:pt x="19" y="2"/>
                      <a:pt x="18" y="1"/>
                      <a:pt x="16" y="0"/>
                    </a:cubicBezTo>
                    <a:lnTo>
                      <a:pt x="7" y="0"/>
                    </a:lnTo>
                    <a:cubicBezTo>
                      <a:pt x="6" y="0"/>
                      <a:pt x="6" y="0"/>
                      <a:pt x="5" y="0"/>
                    </a:cubicBezTo>
                    <a:cubicBezTo>
                      <a:pt x="4" y="1"/>
                      <a:pt x="3" y="2"/>
                      <a:pt x="2" y="3"/>
                    </a:cubicBezTo>
                    <a:cubicBezTo>
                      <a:pt x="2" y="4"/>
                      <a:pt x="1"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9"/>
              <p:cNvSpPr/>
              <p:nvPr/>
            </p:nvSpPr>
            <p:spPr>
              <a:xfrm>
                <a:off x="1743125" y="-862775"/>
                <a:ext cx="7560" cy="6120"/>
              </a:xfrm>
              <a:custGeom>
                <a:rect b="b" l="l" r="r" t="t"/>
                <a:pathLst>
                  <a:path extrusionOk="0" h="17" w="21">
                    <a:moveTo>
                      <a:pt x="20" y="13"/>
                    </a:moveTo>
                    <a:cubicBezTo>
                      <a:pt x="19" y="2"/>
                      <a:pt x="2" y="0"/>
                      <a:pt x="0" y="13"/>
                    </a:cubicBezTo>
                    <a:cubicBezTo>
                      <a:pt x="0" y="13"/>
                      <a:pt x="0" y="14"/>
                      <a:pt x="0" y="15"/>
                    </a:cubicBezTo>
                    <a:lnTo>
                      <a:pt x="20" y="16"/>
                    </a:ln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9"/>
              <p:cNvSpPr/>
              <p:nvPr/>
            </p:nvSpPr>
            <p:spPr>
              <a:xfrm>
                <a:off x="1742765" y="-846575"/>
                <a:ext cx="8280" cy="1080"/>
              </a:xfrm>
              <a:custGeom>
                <a:rect b="b" l="l" r="r" t="t"/>
                <a:pathLst>
                  <a:path extrusionOk="0" h="3" w="23">
                    <a:moveTo>
                      <a:pt x="0" y="0"/>
                    </a:moveTo>
                    <a:lnTo>
                      <a:pt x="22" y="2"/>
                    </a:lnTo>
                    <a:lnTo>
                      <a:pt x="22" y="2"/>
                    </a:lnTo>
                    <a:lnTo>
                      <a:pt x="0" y="0"/>
                    </a:lnTo>
                  </a:path>
                </a:pathLst>
              </a:custGeom>
              <a:solidFill>
                <a:schemeClr val="dk1"/>
              </a:solidFill>
              <a:ln>
                <a:noFill/>
              </a:ln>
            </p:spPr>
          </p:sp>
          <p:sp>
            <p:nvSpPr>
              <p:cNvPr id="6618" name="Google Shape;6618;p49"/>
              <p:cNvSpPr/>
              <p:nvPr/>
            </p:nvSpPr>
            <p:spPr>
              <a:xfrm>
                <a:off x="1742765" y="-857735"/>
                <a:ext cx="8640" cy="12240"/>
              </a:xfrm>
              <a:custGeom>
                <a:rect b="b" l="l" r="r" t="t"/>
                <a:pathLst>
                  <a:path extrusionOk="0" h="34" w="24">
                    <a:moveTo>
                      <a:pt x="23" y="33"/>
                    </a:moveTo>
                    <a:cubicBezTo>
                      <a:pt x="23" y="22"/>
                      <a:pt x="23" y="12"/>
                      <a:pt x="21" y="1"/>
                    </a:cubicBezTo>
                    <a:lnTo>
                      <a:pt x="2" y="0"/>
                    </a:lnTo>
                    <a:cubicBezTo>
                      <a:pt x="1" y="10"/>
                      <a:pt x="0" y="19"/>
                      <a:pt x="0" y="30"/>
                    </a:cubicBezTo>
                    <a:lnTo>
                      <a:pt x="23" y="3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9"/>
              <p:cNvSpPr/>
              <p:nvPr/>
            </p:nvSpPr>
            <p:spPr>
              <a:xfrm>
                <a:off x="1759325" y="-851615"/>
                <a:ext cx="9360" cy="7560"/>
              </a:xfrm>
              <a:custGeom>
                <a:rect b="b" l="l" r="r" t="t"/>
                <a:pathLst>
                  <a:path extrusionOk="0" h="21" w="26">
                    <a:moveTo>
                      <a:pt x="24" y="10"/>
                    </a:moveTo>
                    <a:cubicBezTo>
                      <a:pt x="24" y="8"/>
                      <a:pt x="24" y="7"/>
                      <a:pt x="23" y="6"/>
                    </a:cubicBezTo>
                    <a:cubicBezTo>
                      <a:pt x="22" y="4"/>
                      <a:pt x="21" y="3"/>
                      <a:pt x="19" y="2"/>
                    </a:cubicBezTo>
                    <a:cubicBezTo>
                      <a:pt x="17" y="1"/>
                      <a:pt x="16" y="0"/>
                      <a:pt x="14" y="0"/>
                    </a:cubicBezTo>
                    <a:cubicBezTo>
                      <a:pt x="12" y="0"/>
                      <a:pt x="10" y="1"/>
                      <a:pt x="9" y="2"/>
                    </a:cubicBezTo>
                    <a:cubicBezTo>
                      <a:pt x="7" y="3"/>
                      <a:pt x="6" y="4"/>
                      <a:pt x="5" y="6"/>
                    </a:cubicBezTo>
                    <a:cubicBezTo>
                      <a:pt x="3" y="9"/>
                      <a:pt x="1" y="13"/>
                      <a:pt x="0" y="18"/>
                    </a:cubicBezTo>
                    <a:lnTo>
                      <a:pt x="24" y="20"/>
                    </a:lnTo>
                    <a:cubicBezTo>
                      <a:pt x="25" y="16"/>
                      <a:pt x="25" y="12"/>
                      <a:pt x="24"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9"/>
              <p:cNvSpPr/>
              <p:nvPr/>
            </p:nvSpPr>
            <p:spPr>
              <a:xfrm>
                <a:off x="1831325" y="-843695"/>
                <a:ext cx="5040" cy="3240"/>
              </a:xfrm>
              <a:custGeom>
                <a:rect b="b" l="l" r="r" t="t"/>
                <a:pathLst>
                  <a:path extrusionOk="0" h="9" w="14">
                    <a:moveTo>
                      <a:pt x="10" y="3"/>
                    </a:moveTo>
                    <a:cubicBezTo>
                      <a:pt x="10" y="2"/>
                      <a:pt x="9" y="1"/>
                      <a:pt x="9" y="1"/>
                    </a:cubicBezTo>
                    <a:cubicBezTo>
                      <a:pt x="8" y="1"/>
                      <a:pt x="7" y="0"/>
                      <a:pt x="6" y="0"/>
                    </a:cubicBezTo>
                    <a:cubicBezTo>
                      <a:pt x="5" y="0"/>
                      <a:pt x="4" y="1"/>
                      <a:pt x="3" y="1"/>
                    </a:cubicBezTo>
                    <a:cubicBezTo>
                      <a:pt x="2" y="1"/>
                      <a:pt x="2" y="2"/>
                      <a:pt x="1" y="3"/>
                    </a:cubicBezTo>
                    <a:cubicBezTo>
                      <a:pt x="1" y="4"/>
                      <a:pt x="0" y="5"/>
                      <a:pt x="0" y="6"/>
                    </a:cubicBezTo>
                    <a:lnTo>
                      <a:pt x="13" y="8"/>
                    </a:lnTo>
                    <a:cubicBezTo>
                      <a:pt x="12" y="6"/>
                      <a:pt x="11" y="5"/>
                      <a:pt x="1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9"/>
              <p:cNvSpPr/>
              <p:nvPr/>
            </p:nvSpPr>
            <p:spPr>
              <a:xfrm>
                <a:off x="1848965" y="-839735"/>
                <a:ext cx="6840" cy="1800"/>
              </a:xfrm>
              <a:custGeom>
                <a:rect b="b" l="l" r="r" t="t"/>
                <a:pathLst>
                  <a:path extrusionOk="0" h="5" w="19">
                    <a:moveTo>
                      <a:pt x="18" y="4"/>
                    </a:moveTo>
                    <a:cubicBezTo>
                      <a:pt x="18" y="4"/>
                      <a:pt x="18" y="3"/>
                      <a:pt x="18" y="2"/>
                    </a:cubicBezTo>
                    <a:lnTo>
                      <a:pt x="0" y="0"/>
                    </a:lnTo>
                    <a:lnTo>
                      <a:pt x="0" y="2"/>
                    </a:lnTo>
                    <a:lnTo>
                      <a:pt x="18"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9"/>
              <p:cNvSpPr/>
              <p:nvPr/>
            </p:nvSpPr>
            <p:spPr>
              <a:xfrm>
                <a:off x="1848965" y="-842975"/>
                <a:ext cx="6840" cy="4320"/>
              </a:xfrm>
              <a:custGeom>
                <a:rect b="b" l="l" r="r" t="t"/>
                <a:pathLst>
                  <a:path extrusionOk="0" h="12" w="19">
                    <a:moveTo>
                      <a:pt x="17" y="5"/>
                    </a:moveTo>
                    <a:cubicBezTo>
                      <a:pt x="17" y="5"/>
                      <a:pt x="16" y="5"/>
                      <a:pt x="16" y="4"/>
                    </a:cubicBezTo>
                    <a:cubicBezTo>
                      <a:pt x="16" y="3"/>
                      <a:pt x="14" y="2"/>
                      <a:pt x="13" y="1"/>
                    </a:cubicBezTo>
                    <a:cubicBezTo>
                      <a:pt x="12" y="0"/>
                      <a:pt x="10" y="0"/>
                      <a:pt x="9" y="0"/>
                    </a:cubicBezTo>
                    <a:cubicBezTo>
                      <a:pt x="7" y="0"/>
                      <a:pt x="7" y="0"/>
                      <a:pt x="5" y="1"/>
                    </a:cubicBezTo>
                    <a:cubicBezTo>
                      <a:pt x="3" y="2"/>
                      <a:pt x="2" y="3"/>
                      <a:pt x="2" y="4"/>
                    </a:cubicBezTo>
                    <a:lnTo>
                      <a:pt x="1" y="4"/>
                    </a:lnTo>
                    <a:cubicBezTo>
                      <a:pt x="1" y="6"/>
                      <a:pt x="0" y="7"/>
                      <a:pt x="0" y="9"/>
                    </a:cubicBezTo>
                    <a:lnTo>
                      <a:pt x="18" y="11"/>
                    </a:lnTo>
                    <a:cubicBezTo>
                      <a:pt x="18" y="9"/>
                      <a:pt x="17" y="7"/>
                      <a:pt x="1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9"/>
              <p:cNvSpPr/>
              <p:nvPr/>
            </p:nvSpPr>
            <p:spPr>
              <a:xfrm>
                <a:off x="1865885" y="-838295"/>
                <a:ext cx="10440" cy="2520"/>
              </a:xfrm>
              <a:custGeom>
                <a:rect b="b" l="l" r="r" t="t"/>
                <a:pathLst>
                  <a:path extrusionOk="0" h="7" w="29">
                    <a:moveTo>
                      <a:pt x="28" y="6"/>
                    </a:moveTo>
                    <a:cubicBezTo>
                      <a:pt x="28" y="5"/>
                      <a:pt x="28" y="4"/>
                      <a:pt x="28" y="3"/>
                    </a:cubicBezTo>
                    <a:lnTo>
                      <a:pt x="0" y="0"/>
                    </a:lnTo>
                    <a:cubicBezTo>
                      <a:pt x="0" y="0"/>
                      <a:pt x="0" y="2"/>
                      <a:pt x="0" y="3"/>
                    </a:cubicBezTo>
                    <a:lnTo>
                      <a:pt x="28"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9"/>
              <p:cNvSpPr/>
              <p:nvPr/>
            </p:nvSpPr>
            <p:spPr>
              <a:xfrm>
                <a:off x="1865885" y="-847655"/>
                <a:ext cx="10440" cy="10800"/>
              </a:xfrm>
              <a:custGeom>
                <a:rect b="b" l="l" r="r" t="t"/>
                <a:pathLst>
                  <a:path extrusionOk="0" h="30" w="29">
                    <a:moveTo>
                      <a:pt x="20" y="4"/>
                    </a:moveTo>
                    <a:cubicBezTo>
                      <a:pt x="17" y="0"/>
                      <a:pt x="11" y="2"/>
                      <a:pt x="8" y="6"/>
                    </a:cubicBezTo>
                    <a:cubicBezTo>
                      <a:pt x="7" y="7"/>
                      <a:pt x="7" y="8"/>
                      <a:pt x="6" y="9"/>
                    </a:cubicBezTo>
                    <a:cubicBezTo>
                      <a:pt x="3" y="14"/>
                      <a:pt x="1" y="20"/>
                      <a:pt x="0" y="26"/>
                    </a:cubicBezTo>
                    <a:lnTo>
                      <a:pt x="28" y="29"/>
                    </a:lnTo>
                    <a:cubicBezTo>
                      <a:pt x="28" y="21"/>
                      <a:pt x="26" y="14"/>
                      <a:pt x="22" y="8"/>
                    </a:cubicBezTo>
                    <a:cubicBezTo>
                      <a:pt x="21" y="7"/>
                      <a:pt x="20" y="6"/>
                      <a:pt x="2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9"/>
              <p:cNvSpPr/>
              <p:nvPr/>
            </p:nvSpPr>
            <p:spPr>
              <a:xfrm>
                <a:off x="1902965" y="-836495"/>
                <a:ext cx="7920" cy="3960"/>
              </a:xfrm>
              <a:custGeom>
                <a:rect b="b" l="l" r="r" t="t"/>
                <a:pathLst>
                  <a:path extrusionOk="0" h="11" w="22">
                    <a:moveTo>
                      <a:pt x="21" y="10"/>
                    </a:moveTo>
                    <a:cubicBezTo>
                      <a:pt x="21" y="9"/>
                      <a:pt x="21" y="8"/>
                      <a:pt x="21" y="8"/>
                    </a:cubicBezTo>
                    <a:cubicBezTo>
                      <a:pt x="21" y="5"/>
                      <a:pt x="20" y="2"/>
                      <a:pt x="19" y="0"/>
                    </a:cubicBezTo>
                    <a:lnTo>
                      <a:pt x="4" y="0"/>
                    </a:lnTo>
                    <a:cubicBezTo>
                      <a:pt x="3" y="0"/>
                      <a:pt x="3" y="0"/>
                      <a:pt x="3" y="1"/>
                    </a:cubicBezTo>
                    <a:cubicBezTo>
                      <a:pt x="2" y="3"/>
                      <a:pt x="1" y="6"/>
                      <a:pt x="0" y="9"/>
                    </a:cubicBezTo>
                    <a:lnTo>
                      <a:pt x="21"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9"/>
              <p:cNvSpPr/>
              <p:nvPr/>
            </p:nvSpPr>
            <p:spPr>
              <a:xfrm>
                <a:off x="1904405" y="-839015"/>
                <a:ext cx="5760" cy="2520"/>
              </a:xfrm>
              <a:custGeom>
                <a:rect b="b" l="l" r="r" t="t"/>
                <a:pathLst>
                  <a:path extrusionOk="0" h="7" w="16">
                    <a:moveTo>
                      <a:pt x="11" y="1"/>
                    </a:moveTo>
                    <a:cubicBezTo>
                      <a:pt x="10" y="0"/>
                      <a:pt x="9" y="0"/>
                      <a:pt x="8" y="0"/>
                    </a:cubicBezTo>
                    <a:cubicBezTo>
                      <a:pt x="7" y="0"/>
                      <a:pt x="6" y="0"/>
                      <a:pt x="5" y="1"/>
                    </a:cubicBezTo>
                    <a:cubicBezTo>
                      <a:pt x="3" y="2"/>
                      <a:pt x="1" y="4"/>
                      <a:pt x="0" y="6"/>
                    </a:cubicBezTo>
                    <a:lnTo>
                      <a:pt x="15" y="6"/>
                    </a:lnTo>
                    <a:lnTo>
                      <a:pt x="15" y="5"/>
                    </a:lnTo>
                    <a:cubicBezTo>
                      <a:pt x="14" y="4"/>
                      <a:pt x="12" y="2"/>
                      <a:pt x="11"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9"/>
              <p:cNvSpPr/>
              <p:nvPr/>
            </p:nvSpPr>
            <p:spPr>
              <a:xfrm>
                <a:off x="1886765" y="-837215"/>
                <a:ext cx="9360" cy="3240"/>
              </a:xfrm>
              <a:custGeom>
                <a:rect b="b" l="l" r="r" t="t"/>
                <a:pathLst>
                  <a:path extrusionOk="0" h="9" w="26">
                    <a:moveTo>
                      <a:pt x="13" y="8"/>
                    </a:moveTo>
                    <a:lnTo>
                      <a:pt x="15" y="8"/>
                    </a:lnTo>
                    <a:cubicBezTo>
                      <a:pt x="16" y="8"/>
                      <a:pt x="17" y="8"/>
                      <a:pt x="17" y="8"/>
                    </a:cubicBezTo>
                    <a:cubicBezTo>
                      <a:pt x="18" y="8"/>
                      <a:pt x="18" y="8"/>
                      <a:pt x="19" y="8"/>
                    </a:cubicBezTo>
                    <a:lnTo>
                      <a:pt x="24" y="8"/>
                    </a:lnTo>
                    <a:cubicBezTo>
                      <a:pt x="24" y="5"/>
                      <a:pt x="24" y="3"/>
                      <a:pt x="25" y="0"/>
                    </a:cubicBezTo>
                    <a:lnTo>
                      <a:pt x="0" y="0"/>
                    </a:lnTo>
                    <a:cubicBezTo>
                      <a:pt x="0" y="2"/>
                      <a:pt x="0" y="4"/>
                      <a:pt x="0" y="6"/>
                    </a:cubicBezTo>
                    <a:lnTo>
                      <a:pt x="13"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9"/>
              <p:cNvSpPr/>
              <p:nvPr/>
            </p:nvSpPr>
            <p:spPr>
              <a:xfrm>
                <a:off x="1885685" y="-845135"/>
                <a:ext cx="11160" cy="8640"/>
              </a:xfrm>
              <a:custGeom>
                <a:rect b="b" l="l" r="r" t="t"/>
                <a:pathLst>
                  <a:path extrusionOk="0" h="24" w="31">
                    <a:moveTo>
                      <a:pt x="28" y="23"/>
                    </a:moveTo>
                    <a:cubicBezTo>
                      <a:pt x="28" y="21"/>
                      <a:pt x="28" y="19"/>
                      <a:pt x="28" y="17"/>
                    </a:cubicBezTo>
                    <a:cubicBezTo>
                      <a:pt x="30" y="0"/>
                      <a:pt x="0" y="0"/>
                      <a:pt x="1" y="17"/>
                    </a:cubicBezTo>
                    <a:cubicBezTo>
                      <a:pt x="1" y="19"/>
                      <a:pt x="1" y="21"/>
                      <a:pt x="1" y="23"/>
                    </a:cubicBezTo>
                    <a:lnTo>
                      <a:pt x="28"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9"/>
              <p:cNvSpPr/>
              <p:nvPr/>
            </p:nvSpPr>
            <p:spPr>
              <a:xfrm>
                <a:off x="1891445" y="-834695"/>
                <a:ext cx="2520" cy="360"/>
              </a:xfrm>
              <a:custGeom>
                <a:rect b="b" l="l" r="r" t="t"/>
                <a:pathLst>
                  <a:path extrusionOk="0" h="1" w="7">
                    <a:moveTo>
                      <a:pt x="2" y="0"/>
                    </a:moveTo>
                    <a:lnTo>
                      <a:pt x="0" y="0"/>
                    </a:lnTo>
                    <a:lnTo>
                      <a:pt x="6" y="0"/>
                    </a:lnTo>
                    <a:cubicBezTo>
                      <a:pt x="5" y="0"/>
                      <a:pt x="5" y="0"/>
                      <a:pt x="4" y="0"/>
                    </a:cubicBezTo>
                    <a:cubicBezTo>
                      <a:pt x="4" y="0"/>
                      <a:pt x="3"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9"/>
              <p:cNvSpPr/>
              <p:nvPr/>
            </p:nvSpPr>
            <p:spPr>
              <a:xfrm>
                <a:off x="1922405" y="-837215"/>
                <a:ext cx="7920" cy="4680"/>
              </a:xfrm>
              <a:custGeom>
                <a:rect b="b" l="l" r="r" t="t"/>
                <a:pathLst>
                  <a:path extrusionOk="0" h="13" w="22">
                    <a:moveTo>
                      <a:pt x="19" y="12"/>
                    </a:moveTo>
                    <a:cubicBezTo>
                      <a:pt x="19" y="9"/>
                      <a:pt x="19" y="6"/>
                      <a:pt x="21" y="3"/>
                    </a:cubicBezTo>
                    <a:lnTo>
                      <a:pt x="21" y="2"/>
                    </a:lnTo>
                    <a:cubicBezTo>
                      <a:pt x="21" y="1"/>
                      <a:pt x="21" y="0"/>
                      <a:pt x="21" y="0"/>
                    </a:cubicBezTo>
                    <a:lnTo>
                      <a:pt x="6" y="0"/>
                    </a:lnTo>
                    <a:cubicBezTo>
                      <a:pt x="5" y="1"/>
                      <a:pt x="5" y="2"/>
                      <a:pt x="4" y="3"/>
                    </a:cubicBezTo>
                    <a:cubicBezTo>
                      <a:pt x="3" y="6"/>
                      <a:pt x="1" y="9"/>
                      <a:pt x="0" y="11"/>
                    </a:cubicBezTo>
                    <a:lnTo>
                      <a:pt x="19"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9"/>
              <p:cNvSpPr/>
              <p:nvPr/>
            </p:nvSpPr>
            <p:spPr>
              <a:xfrm>
                <a:off x="1924565" y="-839375"/>
                <a:ext cx="5400" cy="2520"/>
              </a:xfrm>
              <a:custGeom>
                <a:rect b="b" l="l" r="r" t="t"/>
                <a:pathLst>
                  <a:path extrusionOk="0" h="7" w="15">
                    <a:moveTo>
                      <a:pt x="3" y="2"/>
                    </a:moveTo>
                    <a:cubicBezTo>
                      <a:pt x="2" y="3"/>
                      <a:pt x="1" y="5"/>
                      <a:pt x="0" y="6"/>
                    </a:cubicBezTo>
                    <a:lnTo>
                      <a:pt x="14" y="6"/>
                    </a:lnTo>
                    <a:cubicBezTo>
                      <a:pt x="14" y="5"/>
                      <a:pt x="14" y="4"/>
                      <a:pt x="14" y="3"/>
                    </a:cubicBezTo>
                    <a:cubicBezTo>
                      <a:pt x="13" y="2"/>
                      <a:pt x="12" y="2"/>
                      <a:pt x="11" y="1"/>
                    </a:cubicBezTo>
                    <a:cubicBezTo>
                      <a:pt x="10" y="0"/>
                      <a:pt x="9" y="0"/>
                      <a:pt x="8" y="0"/>
                    </a:cubicBezTo>
                    <a:cubicBezTo>
                      <a:pt x="6" y="0"/>
                      <a:pt x="5" y="0"/>
                      <a:pt x="4" y="1"/>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9"/>
              <p:cNvSpPr/>
              <p:nvPr/>
            </p:nvSpPr>
            <p:spPr>
              <a:xfrm>
                <a:off x="1941845" y="-837575"/>
                <a:ext cx="6480" cy="5040"/>
              </a:xfrm>
              <a:custGeom>
                <a:rect b="b" l="l" r="r" t="t"/>
                <a:pathLst>
                  <a:path extrusionOk="0" h="14" w="18">
                    <a:moveTo>
                      <a:pt x="17" y="13"/>
                    </a:moveTo>
                    <a:cubicBezTo>
                      <a:pt x="17" y="8"/>
                      <a:pt x="17" y="4"/>
                      <a:pt x="17" y="0"/>
                    </a:cubicBezTo>
                    <a:lnTo>
                      <a:pt x="0" y="0"/>
                    </a:lnTo>
                    <a:cubicBezTo>
                      <a:pt x="0" y="4"/>
                      <a:pt x="0" y="8"/>
                      <a:pt x="0" y="12"/>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9"/>
              <p:cNvSpPr/>
              <p:nvPr/>
            </p:nvSpPr>
            <p:spPr>
              <a:xfrm>
                <a:off x="1941485" y="-841175"/>
                <a:ext cx="6480" cy="4320"/>
              </a:xfrm>
              <a:custGeom>
                <a:rect b="b" l="l" r="r" t="t"/>
                <a:pathLst>
                  <a:path extrusionOk="0" h="12" w="18">
                    <a:moveTo>
                      <a:pt x="17" y="11"/>
                    </a:moveTo>
                    <a:cubicBezTo>
                      <a:pt x="17" y="11"/>
                      <a:pt x="17" y="9"/>
                      <a:pt x="17" y="8"/>
                    </a:cubicBezTo>
                    <a:cubicBezTo>
                      <a:pt x="17" y="7"/>
                      <a:pt x="17" y="5"/>
                      <a:pt x="16" y="4"/>
                    </a:cubicBezTo>
                    <a:cubicBezTo>
                      <a:pt x="15" y="3"/>
                      <a:pt x="15" y="2"/>
                      <a:pt x="13" y="1"/>
                    </a:cubicBezTo>
                    <a:cubicBezTo>
                      <a:pt x="11" y="0"/>
                      <a:pt x="9" y="0"/>
                      <a:pt x="8" y="0"/>
                    </a:cubicBezTo>
                    <a:cubicBezTo>
                      <a:pt x="6" y="0"/>
                      <a:pt x="5" y="0"/>
                      <a:pt x="4" y="1"/>
                    </a:cubicBezTo>
                    <a:cubicBezTo>
                      <a:pt x="3" y="2"/>
                      <a:pt x="2" y="3"/>
                      <a:pt x="1" y="4"/>
                    </a:cubicBezTo>
                    <a:cubicBezTo>
                      <a:pt x="0" y="5"/>
                      <a:pt x="0" y="7"/>
                      <a:pt x="0" y="8"/>
                    </a:cubicBezTo>
                    <a:cubicBezTo>
                      <a:pt x="0" y="10"/>
                      <a:pt x="0" y="10"/>
                      <a:pt x="0" y="10"/>
                    </a:cubicBezTo>
                    <a:lnTo>
                      <a:pt x="17" y="10"/>
                    </a:lnTo>
                    <a:lnTo>
                      <a:pt x="17"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9"/>
              <p:cNvSpPr/>
              <p:nvPr/>
            </p:nvSpPr>
            <p:spPr>
              <a:xfrm>
                <a:off x="1960205" y="-836855"/>
                <a:ext cx="7560" cy="5040"/>
              </a:xfrm>
              <a:custGeom>
                <a:rect b="b" l="l" r="r" t="t"/>
                <a:pathLst>
                  <a:path extrusionOk="0" h="14" w="21">
                    <a:moveTo>
                      <a:pt x="20" y="13"/>
                    </a:moveTo>
                    <a:cubicBezTo>
                      <a:pt x="20" y="8"/>
                      <a:pt x="20" y="4"/>
                      <a:pt x="20" y="0"/>
                    </a:cubicBezTo>
                    <a:lnTo>
                      <a:pt x="0" y="0"/>
                    </a:lnTo>
                    <a:cubicBezTo>
                      <a:pt x="0" y="4"/>
                      <a:pt x="0" y="8"/>
                      <a:pt x="0" y="13"/>
                    </a:cubicBezTo>
                    <a:lnTo>
                      <a:pt x="20"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9"/>
              <p:cNvSpPr/>
              <p:nvPr/>
            </p:nvSpPr>
            <p:spPr>
              <a:xfrm>
                <a:off x="1959845" y="-845495"/>
                <a:ext cx="7560" cy="9000"/>
              </a:xfrm>
              <a:custGeom>
                <a:rect b="b" l="l" r="r" t="t"/>
                <a:pathLst>
                  <a:path extrusionOk="0" h="25" w="21">
                    <a:moveTo>
                      <a:pt x="20" y="12"/>
                    </a:moveTo>
                    <a:cubicBezTo>
                      <a:pt x="19" y="1"/>
                      <a:pt x="2" y="0"/>
                      <a:pt x="0" y="12"/>
                    </a:cubicBezTo>
                    <a:cubicBezTo>
                      <a:pt x="0" y="16"/>
                      <a:pt x="0" y="20"/>
                      <a:pt x="0" y="24"/>
                    </a:cubicBezTo>
                    <a:lnTo>
                      <a:pt x="20" y="24"/>
                    </a:lnTo>
                    <a:cubicBezTo>
                      <a:pt x="20" y="20"/>
                      <a:pt x="20" y="16"/>
                      <a:pt x="20"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9"/>
              <p:cNvSpPr/>
              <p:nvPr/>
            </p:nvSpPr>
            <p:spPr>
              <a:xfrm>
                <a:off x="1976405" y="-836855"/>
                <a:ext cx="9360" cy="5040"/>
              </a:xfrm>
              <a:custGeom>
                <a:rect b="b" l="l" r="r" t="t"/>
                <a:pathLst>
                  <a:path extrusionOk="0" h="14" w="26">
                    <a:moveTo>
                      <a:pt x="0" y="13"/>
                    </a:moveTo>
                    <a:lnTo>
                      <a:pt x="24" y="13"/>
                    </a:lnTo>
                    <a:cubicBezTo>
                      <a:pt x="25" y="11"/>
                      <a:pt x="25" y="9"/>
                      <a:pt x="25" y="7"/>
                    </a:cubicBezTo>
                    <a:cubicBezTo>
                      <a:pt x="25" y="5"/>
                      <a:pt x="25" y="4"/>
                      <a:pt x="24" y="2"/>
                    </a:cubicBezTo>
                    <a:lnTo>
                      <a:pt x="0" y="0"/>
                    </a:lnTo>
                    <a:cubicBezTo>
                      <a:pt x="0" y="4"/>
                      <a:pt x="0" y="7"/>
                      <a:pt x="0" y="11"/>
                    </a:cubicBezTo>
                    <a:cubicBezTo>
                      <a:pt x="0" y="12"/>
                      <a:pt x="0" y="12"/>
                      <a:pt x="0"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9"/>
              <p:cNvSpPr/>
              <p:nvPr/>
            </p:nvSpPr>
            <p:spPr>
              <a:xfrm>
                <a:off x="1976405" y="-844415"/>
                <a:ext cx="9000" cy="8640"/>
              </a:xfrm>
              <a:custGeom>
                <a:rect b="b" l="l" r="r" t="t"/>
                <a:pathLst>
                  <a:path extrusionOk="0" h="24" w="25">
                    <a:moveTo>
                      <a:pt x="17" y="2"/>
                    </a:moveTo>
                    <a:cubicBezTo>
                      <a:pt x="16" y="1"/>
                      <a:pt x="16" y="1"/>
                      <a:pt x="15" y="1"/>
                    </a:cubicBezTo>
                    <a:cubicBezTo>
                      <a:pt x="14" y="0"/>
                      <a:pt x="13" y="0"/>
                      <a:pt x="12" y="0"/>
                    </a:cubicBezTo>
                    <a:cubicBezTo>
                      <a:pt x="11" y="0"/>
                      <a:pt x="10" y="0"/>
                      <a:pt x="9" y="1"/>
                    </a:cubicBezTo>
                    <a:cubicBezTo>
                      <a:pt x="8" y="1"/>
                      <a:pt x="8" y="1"/>
                      <a:pt x="7" y="2"/>
                    </a:cubicBezTo>
                    <a:cubicBezTo>
                      <a:pt x="6" y="3"/>
                      <a:pt x="6" y="4"/>
                      <a:pt x="5" y="6"/>
                    </a:cubicBezTo>
                    <a:cubicBezTo>
                      <a:pt x="2" y="10"/>
                      <a:pt x="1" y="16"/>
                      <a:pt x="0" y="22"/>
                    </a:cubicBezTo>
                    <a:lnTo>
                      <a:pt x="24" y="23"/>
                    </a:lnTo>
                    <a:cubicBezTo>
                      <a:pt x="24" y="17"/>
                      <a:pt x="22" y="11"/>
                      <a:pt x="19" y="5"/>
                    </a:cubicBezTo>
                    <a:cubicBezTo>
                      <a:pt x="18" y="4"/>
                      <a:pt x="18" y="3"/>
                      <a:pt x="17"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9"/>
              <p:cNvSpPr/>
              <p:nvPr/>
            </p:nvSpPr>
            <p:spPr>
              <a:xfrm>
                <a:off x="2001605" y="-832175"/>
                <a:ext cx="1440" cy="1440"/>
              </a:xfrm>
              <a:custGeom>
                <a:rect b="b" l="l" r="r" t="t"/>
                <a:pathLst>
                  <a:path extrusionOk="0" h="4" w="4">
                    <a:moveTo>
                      <a:pt x="0" y="3"/>
                    </a:moveTo>
                    <a:lnTo>
                      <a:pt x="3" y="3"/>
                    </a:lnTo>
                    <a:lnTo>
                      <a:pt x="2" y="0"/>
                    </a:lnTo>
                    <a:lnTo>
                      <a:pt x="2" y="1"/>
                    </a:lnTo>
                    <a:cubicBezTo>
                      <a:pt x="1" y="1"/>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9"/>
              <p:cNvSpPr/>
              <p:nvPr/>
            </p:nvSpPr>
            <p:spPr>
              <a:xfrm>
                <a:off x="2014925" y="-833975"/>
                <a:ext cx="10440" cy="4320"/>
              </a:xfrm>
              <a:custGeom>
                <a:rect b="b" l="l" r="r" t="t"/>
                <a:pathLst>
                  <a:path extrusionOk="0" h="12" w="29">
                    <a:moveTo>
                      <a:pt x="28" y="11"/>
                    </a:moveTo>
                    <a:cubicBezTo>
                      <a:pt x="28" y="9"/>
                      <a:pt x="28" y="7"/>
                      <a:pt x="28" y="6"/>
                    </a:cubicBezTo>
                    <a:cubicBezTo>
                      <a:pt x="28" y="4"/>
                      <a:pt x="28" y="3"/>
                      <a:pt x="28" y="2"/>
                    </a:cubicBezTo>
                    <a:lnTo>
                      <a:pt x="0" y="0"/>
                    </a:lnTo>
                    <a:cubicBezTo>
                      <a:pt x="0" y="1"/>
                      <a:pt x="0" y="3"/>
                      <a:pt x="0" y="5"/>
                    </a:cubicBezTo>
                    <a:cubicBezTo>
                      <a:pt x="0" y="6"/>
                      <a:pt x="0" y="8"/>
                      <a:pt x="0" y="9"/>
                    </a:cubicBezTo>
                    <a:lnTo>
                      <a:pt x="28"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9"/>
              <p:cNvSpPr/>
              <p:nvPr/>
            </p:nvSpPr>
            <p:spPr>
              <a:xfrm>
                <a:off x="2014925" y="-841895"/>
                <a:ext cx="10080" cy="9000"/>
              </a:xfrm>
              <a:custGeom>
                <a:rect b="b" l="l" r="r" t="t"/>
                <a:pathLst>
                  <a:path extrusionOk="0" h="25" w="28">
                    <a:moveTo>
                      <a:pt x="19" y="3"/>
                    </a:moveTo>
                    <a:cubicBezTo>
                      <a:pt x="19" y="2"/>
                      <a:pt x="18" y="1"/>
                      <a:pt x="17" y="1"/>
                    </a:cubicBezTo>
                    <a:cubicBezTo>
                      <a:pt x="16" y="0"/>
                      <a:pt x="14" y="0"/>
                      <a:pt x="13" y="0"/>
                    </a:cubicBezTo>
                    <a:cubicBezTo>
                      <a:pt x="11" y="0"/>
                      <a:pt x="11" y="0"/>
                      <a:pt x="10" y="1"/>
                    </a:cubicBezTo>
                    <a:cubicBezTo>
                      <a:pt x="9" y="1"/>
                      <a:pt x="8" y="2"/>
                      <a:pt x="7" y="3"/>
                    </a:cubicBezTo>
                    <a:cubicBezTo>
                      <a:pt x="7" y="4"/>
                      <a:pt x="6" y="5"/>
                      <a:pt x="5" y="7"/>
                    </a:cubicBezTo>
                    <a:cubicBezTo>
                      <a:pt x="2" y="11"/>
                      <a:pt x="1" y="16"/>
                      <a:pt x="0" y="21"/>
                    </a:cubicBezTo>
                    <a:lnTo>
                      <a:pt x="27" y="24"/>
                    </a:lnTo>
                    <a:cubicBezTo>
                      <a:pt x="27" y="18"/>
                      <a:pt x="25" y="12"/>
                      <a:pt x="22" y="7"/>
                    </a:cubicBezTo>
                    <a:cubicBezTo>
                      <a:pt x="21" y="5"/>
                      <a:pt x="20" y="4"/>
                      <a:pt x="19"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9"/>
              <p:cNvSpPr/>
              <p:nvPr/>
            </p:nvSpPr>
            <p:spPr>
              <a:xfrm>
                <a:off x="1992605" y="-835775"/>
                <a:ext cx="11160" cy="4680"/>
              </a:xfrm>
              <a:custGeom>
                <a:rect b="b" l="l" r="r" t="t"/>
                <a:pathLst>
                  <a:path extrusionOk="0" h="13" w="31">
                    <a:moveTo>
                      <a:pt x="2" y="12"/>
                    </a:moveTo>
                    <a:lnTo>
                      <a:pt x="11" y="12"/>
                    </a:lnTo>
                    <a:cubicBezTo>
                      <a:pt x="11" y="10"/>
                      <a:pt x="12" y="10"/>
                      <a:pt x="12" y="9"/>
                    </a:cubicBezTo>
                    <a:cubicBezTo>
                      <a:pt x="13" y="8"/>
                      <a:pt x="14" y="7"/>
                      <a:pt x="14" y="6"/>
                    </a:cubicBezTo>
                    <a:cubicBezTo>
                      <a:pt x="15" y="5"/>
                      <a:pt x="15" y="5"/>
                      <a:pt x="16" y="5"/>
                    </a:cubicBezTo>
                    <a:cubicBezTo>
                      <a:pt x="17" y="4"/>
                      <a:pt x="18" y="4"/>
                      <a:pt x="19" y="4"/>
                    </a:cubicBezTo>
                    <a:cubicBezTo>
                      <a:pt x="20" y="4"/>
                      <a:pt x="22" y="4"/>
                      <a:pt x="23" y="5"/>
                    </a:cubicBezTo>
                    <a:cubicBezTo>
                      <a:pt x="23" y="5"/>
                      <a:pt x="24" y="5"/>
                      <a:pt x="24" y="6"/>
                    </a:cubicBezTo>
                    <a:cubicBezTo>
                      <a:pt x="25" y="7"/>
                      <a:pt x="26" y="8"/>
                      <a:pt x="27" y="9"/>
                    </a:cubicBezTo>
                    <a:lnTo>
                      <a:pt x="27" y="10"/>
                    </a:lnTo>
                    <a:cubicBezTo>
                      <a:pt x="27" y="9"/>
                      <a:pt x="28" y="9"/>
                      <a:pt x="28" y="8"/>
                    </a:cubicBezTo>
                    <a:cubicBezTo>
                      <a:pt x="29" y="6"/>
                      <a:pt x="30" y="4"/>
                      <a:pt x="30" y="2"/>
                    </a:cubicBezTo>
                    <a:lnTo>
                      <a:pt x="1" y="0"/>
                    </a:lnTo>
                    <a:cubicBezTo>
                      <a:pt x="1" y="1"/>
                      <a:pt x="0" y="3"/>
                      <a:pt x="0" y="4"/>
                    </a:cubicBezTo>
                    <a:cubicBezTo>
                      <a:pt x="0" y="7"/>
                      <a:pt x="1" y="9"/>
                      <a:pt x="2"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9"/>
              <p:cNvSpPr/>
              <p:nvPr/>
            </p:nvSpPr>
            <p:spPr>
              <a:xfrm>
                <a:off x="1992965" y="-840095"/>
                <a:ext cx="10800" cy="5760"/>
              </a:xfrm>
              <a:custGeom>
                <a:rect b="b" l="l" r="r" t="t"/>
                <a:pathLst>
                  <a:path extrusionOk="0" h="16" w="30">
                    <a:moveTo>
                      <a:pt x="16" y="0"/>
                    </a:moveTo>
                    <a:cubicBezTo>
                      <a:pt x="13" y="0"/>
                      <a:pt x="11" y="1"/>
                      <a:pt x="8" y="2"/>
                    </a:cubicBezTo>
                    <a:cubicBezTo>
                      <a:pt x="5" y="3"/>
                      <a:pt x="3" y="6"/>
                      <a:pt x="2" y="8"/>
                    </a:cubicBezTo>
                    <a:cubicBezTo>
                      <a:pt x="1" y="10"/>
                      <a:pt x="0" y="11"/>
                      <a:pt x="0" y="13"/>
                    </a:cubicBezTo>
                    <a:lnTo>
                      <a:pt x="29" y="15"/>
                    </a:lnTo>
                    <a:cubicBezTo>
                      <a:pt x="29" y="14"/>
                      <a:pt x="29" y="14"/>
                      <a:pt x="29" y="13"/>
                    </a:cubicBezTo>
                    <a:cubicBezTo>
                      <a:pt x="29" y="10"/>
                      <a:pt x="29" y="8"/>
                      <a:pt x="28" y="6"/>
                    </a:cubicBezTo>
                    <a:cubicBezTo>
                      <a:pt x="27" y="4"/>
                      <a:pt x="25" y="4"/>
                      <a:pt x="23" y="2"/>
                    </a:cubicBezTo>
                    <a:cubicBezTo>
                      <a:pt x="21" y="0"/>
                      <a:pt x="19" y="0"/>
                      <a:pt x="17" y="0"/>
                    </a:cubicBezTo>
                    <a:cubicBezTo>
                      <a:pt x="16" y="0"/>
                      <a:pt x="16"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9"/>
              <p:cNvSpPr/>
              <p:nvPr/>
            </p:nvSpPr>
            <p:spPr>
              <a:xfrm>
                <a:off x="1996565" y="-834335"/>
                <a:ext cx="6120" cy="3240"/>
              </a:xfrm>
              <a:custGeom>
                <a:rect b="b" l="l" r="r" t="t"/>
                <a:pathLst>
                  <a:path extrusionOk="0" h="9" w="17">
                    <a:moveTo>
                      <a:pt x="16" y="6"/>
                    </a:moveTo>
                    <a:cubicBezTo>
                      <a:pt x="15" y="5"/>
                      <a:pt x="14" y="4"/>
                      <a:pt x="13" y="3"/>
                    </a:cubicBezTo>
                    <a:cubicBezTo>
                      <a:pt x="13" y="2"/>
                      <a:pt x="13" y="2"/>
                      <a:pt x="12" y="1"/>
                    </a:cubicBezTo>
                    <a:cubicBezTo>
                      <a:pt x="11" y="0"/>
                      <a:pt x="9" y="0"/>
                      <a:pt x="8" y="0"/>
                    </a:cubicBezTo>
                    <a:cubicBezTo>
                      <a:pt x="7" y="0"/>
                      <a:pt x="6" y="1"/>
                      <a:pt x="5" y="1"/>
                    </a:cubicBezTo>
                    <a:cubicBezTo>
                      <a:pt x="4" y="2"/>
                      <a:pt x="4" y="2"/>
                      <a:pt x="3" y="3"/>
                    </a:cubicBezTo>
                    <a:cubicBezTo>
                      <a:pt x="3" y="3"/>
                      <a:pt x="2" y="4"/>
                      <a:pt x="1" y="5"/>
                    </a:cubicBezTo>
                    <a:cubicBezTo>
                      <a:pt x="1" y="6"/>
                      <a:pt x="0" y="7"/>
                      <a:pt x="0" y="8"/>
                    </a:cubicBezTo>
                    <a:lnTo>
                      <a:pt x="14" y="8"/>
                    </a:lnTo>
                    <a:cubicBezTo>
                      <a:pt x="15" y="8"/>
                      <a:pt x="15" y="7"/>
                      <a:pt x="16"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9"/>
              <p:cNvSpPr/>
              <p:nvPr/>
            </p:nvSpPr>
            <p:spPr>
              <a:xfrm>
                <a:off x="2040485" y="-831815"/>
                <a:ext cx="9000" cy="2880"/>
              </a:xfrm>
              <a:custGeom>
                <a:rect b="b" l="l" r="r" t="t"/>
                <a:pathLst>
                  <a:path extrusionOk="0" h="8" w="25">
                    <a:moveTo>
                      <a:pt x="23" y="7"/>
                    </a:moveTo>
                    <a:lnTo>
                      <a:pt x="24" y="1"/>
                    </a:lnTo>
                    <a:lnTo>
                      <a:pt x="17" y="1"/>
                    </a:lnTo>
                    <a:lnTo>
                      <a:pt x="2" y="0"/>
                    </a:lnTo>
                    <a:lnTo>
                      <a:pt x="0" y="7"/>
                    </a:lnTo>
                    <a:lnTo>
                      <a:pt x="23" y="7"/>
                    </a:lnTo>
                  </a:path>
                </a:pathLst>
              </a:custGeom>
              <a:solidFill>
                <a:schemeClr val="dk1"/>
              </a:solidFill>
              <a:ln>
                <a:noFill/>
              </a:ln>
            </p:spPr>
          </p:sp>
          <p:sp>
            <p:nvSpPr>
              <p:cNvPr id="6645" name="Google Shape;6645;p49"/>
              <p:cNvSpPr/>
              <p:nvPr/>
            </p:nvSpPr>
            <p:spPr>
              <a:xfrm>
                <a:off x="2041565" y="-841175"/>
                <a:ext cx="10080" cy="9720"/>
              </a:xfrm>
              <a:custGeom>
                <a:rect b="b" l="l" r="r" t="t"/>
                <a:pathLst>
                  <a:path extrusionOk="0" h="27" w="28">
                    <a:moveTo>
                      <a:pt x="21" y="26"/>
                    </a:moveTo>
                    <a:lnTo>
                      <a:pt x="23" y="21"/>
                    </a:lnTo>
                    <a:cubicBezTo>
                      <a:pt x="27" y="8"/>
                      <a:pt x="7" y="0"/>
                      <a:pt x="3" y="14"/>
                    </a:cubicBezTo>
                    <a:cubicBezTo>
                      <a:pt x="2" y="17"/>
                      <a:pt x="1" y="21"/>
                      <a:pt x="0" y="25"/>
                    </a:cubicBezTo>
                    <a:lnTo>
                      <a:pt x="15" y="26"/>
                    </a:lnTo>
                    <a:lnTo>
                      <a:pt x="21" y="2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9"/>
              <p:cNvSpPr/>
              <p:nvPr/>
            </p:nvSpPr>
            <p:spPr>
              <a:xfrm>
                <a:off x="2056685" y="-831095"/>
                <a:ext cx="7560" cy="2160"/>
              </a:xfrm>
              <a:custGeom>
                <a:rect b="b" l="l" r="r" t="t"/>
                <a:pathLst>
                  <a:path extrusionOk="0" h="6" w="21">
                    <a:moveTo>
                      <a:pt x="20" y="5"/>
                    </a:moveTo>
                    <a:cubicBezTo>
                      <a:pt x="20" y="4"/>
                      <a:pt x="19" y="3"/>
                      <a:pt x="19" y="1"/>
                    </a:cubicBezTo>
                    <a:lnTo>
                      <a:pt x="1" y="0"/>
                    </a:lnTo>
                    <a:cubicBezTo>
                      <a:pt x="1" y="1"/>
                      <a:pt x="1" y="1"/>
                      <a:pt x="1" y="1"/>
                    </a:cubicBezTo>
                    <a:cubicBezTo>
                      <a:pt x="0" y="2"/>
                      <a:pt x="0" y="4"/>
                      <a:pt x="0" y="5"/>
                    </a:cubicBezTo>
                    <a:lnTo>
                      <a:pt x="20"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9"/>
              <p:cNvSpPr/>
              <p:nvPr/>
            </p:nvSpPr>
            <p:spPr>
              <a:xfrm>
                <a:off x="2057045" y="-832535"/>
                <a:ext cx="6840" cy="2160"/>
              </a:xfrm>
              <a:custGeom>
                <a:rect b="b" l="l" r="r" t="t"/>
                <a:pathLst>
                  <a:path extrusionOk="0" h="6" w="19">
                    <a:moveTo>
                      <a:pt x="0" y="4"/>
                    </a:moveTo>
                    <a:lnTo>
                      <a:pt x="18" y="5"/>
                    </a:lnTo>
                    <a:cubicBezTo>
                      <a:pt x="17" y="4"/>
                      <a:pt x="16" y="2"/>
                      <a:pt x="14" y="1"/>
                    </a:cubicBezTo>
                    <a:cubicBezTo>
                      <a:pt x="12" y="0"/>
                      <a:pt x="11" y="0"/>
                      <a:pt x="9" y="0"/>
                    </a:cubicBezTo>
                    <a:cubicBezTo>
                      <a:pt x="7" y="0"/>
                      <a:pt x="5" y="0"/>
                      <a:pt x="3" y="1"/>
                    </a:cubicBezTo>
                    <a:cubicBezTo>
                      <a:pt x="2" y="1"/>
                      <a:pt x="1"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9"/>
              <p:cNvSpPr/>
              <p:nvPr/>
            </p:nvSpPr>
            <p:spPr>
              <a:xfrm>
                <a:off x="2072885" y="-830015"/>
                <a:ext cx="6840" cy="1080"/>
              </a:xfrm>
              <a:custGeom>
                <a:rect b="b" l="l" r="r" t="t"/>
                <a:pathLst>
                  <a:path extrusionOk="0" h="3" w="19">
                    <a:moveTo>
                      <a:pt x="0" y="2"/>
                    </a:moveTo>
                    <a:lnTo>
                      <a:pt x="18" y="2"/>
                    </a:lnTo>
                    <a:cubicBezTo>
                      <a:pt x="18" y="2"/>
                      <a:pt x="18" y="1"/>
                      <a:pt x="17" y="0"/>
                    </a:cubicBezTo>
                    <a:lnTo>
                      <a:pt x="2" y="0"/>
                    </a:lnTo>
                    <a:lnTo>
                      <a:pt x="1" y="2"/>
                    </a:ln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9"/>
              <p:cNvSpPr/>
              <p:nvPr/>
            </p:nvSpPr>
            <p:spPr>
              <a:xfrm>
                <a:off x="2073605" y="-831815"/>
                <a:ext cx="5760" cy="1800"/>
              </a:xfrm>
              <a:custGeom>
                <a:rect b="b" l="l" r="r" t="t"/>
                <a:pathLst>
                  <a:path extrusionOk="0" h="5" w="16">
                    <a:moveTo>
                      <a:pt x="0" y="4"/>
                    </a:moveTo>
                    <a:lnTo>
                      <a:pt x="15" y="4"/>
                    </a:lnTo>
                    <a:cubicBezTo>
                      <a:pt x="14" y="3"/>
                      <a:pt x="13" y="2"/>
                      <a:pt x="11" y="1"/>
                    </a:cubicBezTo>
                    <a:cubicBezTo>
                      <a:pt x="10" y="1"/>
                      <a:pt x="8" y="0"/>
                      <a:pt x="7" y="0"/>
                    </a:cubicBezTo>
                    <a:cubicBezTo>
                      <a:pt x="5" y="0"/>
                      <a:pt x="4" y="1"/>
                      <a:pt x="3"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9"/>
              <p:cNvSpPr/>
              <p:nvPr/>
            </p:nvSpPr>
            <p:spPr>
              <a:xfrm>
                <a:off x="2090885" y="-829655"/>
                <a:ext cx="7560" cy="1800"/>
              </a:xfrm>
              <a:custGeom>
                <a:rect b="b" l="l" r="r" t="t"/>
                <a:pathLst>
                  <a:path extrusionOk="0" h="5" w="21">
                    <a:moveTo>
                      <a:pt x="3" y="2"/>
                    </a:moveTo>
                    <a:lnTo>
                      <a:pt x="20" y="4"/>
                    </a:lnTo>
                    <a:lnTo>
                      <a:pt x="20" y="0"/>
                    </a:lnTo>
                    <a:lnTo>
                      <a:pt x="0" y="0"/>
                    </a:lnTo>
                    <a:cubicBezTo>
                      <a:pt x="0" y="0"/>
                      <a:pt x="0" y="1"/>
                      <a:pt x="0" y="2"/>
                    </a:cubicBezTo>
                    <a:lnTo>
                      <a:pt x="3"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9"/>
              <p:cNvSpPr/>
              <p:nvPr/>
            </p:nvSpPr>
            <p:spPr>
              <a:xfrm>
                <a:off x="2090885" y="-839735"/>
                <a:ext cx="7920" cy="10080"/>
              </a:xfrm>
              <a:custGeom>
                <a:rect b="b" l="l" r="r" t="t"/>
                <a:pathLst>
                  <a:path extrusionOk="0" h="28" w="22">
                    <a:moveTo>
                      <a:pt x="21" y="12"/>
                    </a:moveTo>
                    <a:cubicBezTo>
                      <a:pt x="21" y="1"/>
                      <a:pt x="7" y="0"/>
                      <a:pt x="3" y="9"/>
                    </a:cubicBezTo>
                    <a:cubicBezTo>
                      <a:pt x="1" y="14"/>
                      <a:pt x="0" y="19"/>
                      <a:pt x="0" y="24"/>
                    </a:cubicBezTo>
                    <a:cubicBezTo>
                      <a:pt x="0" y="25"/>
                      <a:pt x="0" y="26"/>
                      <a:pt x="1" y="27"/>
                    </a:cubicBezTo>
                    <a:lnTo>
                      <a:pt x="20" y="27"/>
                    </a:lnTo>
                    <a:cubicBezTo>
                      <a:pt x="20" y="22"/>
                      <a:pt x="21" y="17"/>
                      <a:pt x="2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9"/>
              <p:cNvSpPr/>
              <p:nvPr/>
            </p:nvSpPr>
            <p:spPr>
              <a:xfrm>
                <a:off x="2107445" y="-829295"/>
                <a:ext cx="9000" cy="3600"/>
              </a:xfrm>
              <a:custGeom>
                <a:rect b="b" l="l" r="r" t="t"/>
                <a:pathLst>
                  <a:path extrusionOk="0" h="10" w="25">
                    <a:moveTo>
                      <a:pt x="23" y="9"/>
                    </a:moveTo>
                    <a:lnTo>
                      <a:pt x="24" y="0"/>
                    </a:lnTo>
                    <a:lnTo>
                      <a:pt x="0" y="0"/>
                    </a:lnTo>
                    <a:cubicBezTo>
                      <a:pt x="0" y="2"/>
                      <a:pt x="0" y="5"/>
                      <a:pt x="0" y="6"/>
                    </a:cubicBezTo>
                    <a:lnTo>
                      <a:pt x="23"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9"/>
              <p:cNvSpPr/>
              <p:nvPr/>
            </p:nvSpPr>
            <p:spPr>
              <a:xfrm>
                <a:off x="2107445" y="-837215"/>
                <a:ext cx="9720" cy="7560"/>
              </a:xfrm>
              <a:custGeom>
                <a:rect b="b" l="l" r="r" t="t"/>
                <a:pathLst>
                  <a:path extrusionOk="0" h="21" w="27">
                    <a:moveTo>
                      <a:pt x="26" y="10"/>
                    </a:moveTo>
                    <a:cubicBezTo>
                      <a:pt x="26" y="9"/>
                      <a:pt x="26" y="9"/>
                      <a:pt x="26" y="8"/>
                    </a:cubicBezTo>
                    <a:cubicBezTo>
                      <a:pt x="26" y="7"/>
                      <a:pt x="26" y="5"/>
                      <a:pt x="25" y="4"/>
                    </a:cubicBezTo>
                    <a:cubicBezTo>
                      <a:pt x="24" y="3"/>
                      <a:pt x="24" y="2"/>
                      <a:pt x="22" y="1"/>
                    </a:cubicBezTo>
                    <a:cubicBezTo>
                      <a:pt x="20" y="0"/>
                      <a:pt x="19" y="0"/>
                      <a:pt x="17" y="0"/>
                    </a:cubicBezTo>
                    <a:cubicBezTo>
                      <a:pt x="17" y="0"/>
                      <a:pt x="16" y="0"/>
                      <a:pt x="15" y="0"/>
                    </a:cubicBezTo>
                    <a:cubicBezTo>
                      <a:pt x="13" y="1"/>
                      <a:pt x="12" y="1"/>
                      <a:pt x="11" y="2"/>
                    </a:cubicBezTo>
                    <a:cubicBezTo>
                      <a:pt x="7" y="4"/>
                      <a:pt x="5" y="7"/>
                      <a:pt x="3" y="10"/>
                    </a:cubicBezTo>
                    <a:cubicBezTo>
                      <a:pt x="1" y="13"/>
                      <a:pt x="0" y="16"/>
                      <a:pt x="0" y="20"/>
                    </a:cubicBezTo>
                    <a:lnTo>
                      <a:pt x="24" y="20"/>
                    </a:lnTo>
                    <a:lnTo>
                      <a:pt x="26"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9"/>
              <p:cNvSpPr/>
              <p:nvPr/>
            </p:nvSpPr>
            <p:spPr>
              <a:xfrm>
                <a:off x="2124005" y="-829295"/>
                <a:ext cx="10080" cy="5400"/>
              </a:xfrm>
              <a:custGeom>
                <a:rect b="b" l="l" r="r" t="t"/>
                <a:pathLst>
                  <a:path extrusionOk="0" h="15" w="28">
                    <a:moveTo>
                      <a:pt x="23" y="14"/>
                    </a:moveTo>
                    <a:cubicBezTo>
                      <a:pt x="24" y="10"/>
                      <a:pt x="25" y="6"/>
                      <a:pt x="27" y="2"/>
                    </a:cubicBezTo>
                    <a:cubicBezTo>
                      <a:pt x="19" y="1"/>
                      <a:pt x="10" y="0"/>
                      <a:pt x="2" y="0"/>
                    </a:cubicBezTo>
                    <a:cubicBezTo>
                      <a:pt x="1" y="4"/>
                      <a:pt x="0" y="7"/>
                      <a:pt x="0" y="11"/>
                    </a:cubicBezTo>
                    <a:lnTo>
                      <a:pt x="23"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9"/>
              <p:cNvSpPr/>
              <p:nvPr/>
            </p:nvSpPr>
            <p:spPr>
              <a:xfrm>
                <a:off x="2124725" y="-836855"/>
                <a:ext cx="10080" cy="8280"/>
              </a:xfrm>
              <a:custGeom>
                <a:rect b="b" l="l" r="r" t="t"/>
                <a:pathLst>
                  <a:path extrusionOk="0" h="23" w="28">
                    <a:moveTo>
                      <a:pt x="26" y="17"/>
                    </a:moveTo>
                    <a:cubicBezTo>
                      <a:pt x="27" y="15"/>
                      <a:pt x="27" y="14"/>
                      <a:pt x="27" y="12"/>
                    </a:cubicBezTo>
                    <a:cubicBezTo>
                      <a:pt x="27" y="10"/>
                      <a:pt x="27" y="8"/>
                      <a:pt x="26" y="7"/>
                    </a:cubicBezTo>
                    <a:cubicBezTo>
                      <a:pt x="26" y="6"/>
                      <a:pt x="26" y="6"/>
                      <a:pt x="25" y="6"/>
                    </a:cubicBezTo>
                    <a:lnTo>
                      <a:pt x="23" y="2"/>
                    </a:lnTo>
                    <a:cubicBezTo>
                      <a:pt x="22" y="2"/>
                      <a:pt x="22" y="1"/>
                      <a:pt x="21" y="1"/>
                    </a:cubicBezTo>
                    <a:cubicBezTo>
                      <a:pt x="20" y="1"/>
                      <a:pt x="19" y="0"/>
                      <a:pt x="18" y="0"/>
                    </a:cubicBezTo>
                    <a:cubicBezTo>
                      <a:pt x="17" y="0"/>
                      <a:pt x="16" y="0"/>
                      <a:pt x="16" y="1"/>
                    </a:cubicBezTo>
                    <a:cubicBezTo>
                      <a:pt x="15" y="1"/>
                      <a:pt x="14" y="1"/>
                      <a:pt x="13" y="2"/>
                    </a:cubicBezTo>
                    <a:cubicBezTo>
                      <a:pt x="9" y="4"/>
                      <a:pt x="5" y="8"/>
                      <a:pt x="3" y="12"/>
                    </a:cubicBezTo>
                    <a:cubicBezTo>
                      <a:pt x="1" y="15"/>
                      <a:pt x="0" y="17"/>
                      <a:pt x="0" y="20"/>
                    </a:cubicBezTo>
                    <a:cubicBezTo>
                      <a:pt x="8" y="20"/>
                      <a:pt x="17" y="21"/>
                      <a:pt x="25" y="22"/>
                    </a:cubicBezTo>
                    <a:cubicBezTo>
                      <a:pt x="25" y="21"/>
                      <a:pt x="26" y="19"/>
                      <a:pt x="26"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9"/>
              <p:cNvSpPr/>
              <p:nvPr/>
            </p:nvSpPr>
            <p:spPr>
              <a:xfrm>
                <a:off x="2148125" y="-827135"/>
                <a:ext cx="7200" cy="4320"/>
              </a:xfrm>
              <a:custGeom>
                <a:rect b="b" l="l" r="r" t="t"/>
                <a:pathLst>
                  <a:path extrusionOk="0" h="12" w="20">
                    <a:moveTo>
                      <a:pt x="0" y="7"/>
                    </a:moveTo>
                    <a:cubicBezTo>
                      <a:pt x="0" y="8"/>
                      <a:pt x="0" y="10"/>
                      <a:pt x="0" y="11"/>
                    </a:cubicBezTo>
                    <a:lnTo>
                      <a:pt x="19" y="11"/>
                    </a:lnTo>
                    <a:cubicBezTo>
                      <a:pt x="19" y="10"/>
                      <a:pt x="19" y="10"/>
                      <a:pt x="19" y="9"/>
                    </a:cubicBezTo>
                    <a:cubicBezTo>
                      <a:pt x="19" y="7"/>
                      <a:pt x="19" y="5"/>
                      <a:pt x="18" y="4"/>
                    </a:cubicBezTo>
                    <a:cubicBezTo>
                      <a:pt x="17" y="3"/>
                      <a:pt x="16" y="2"/>
                      <a:pt x="15" y="1"/>
                    </a:cubicBezTo>
                    <a:lnTo>
                      <a:pt x="4" y="0"/>
                    </a:lnTo>
                    <a:cubicBezTo>
                      <a:pt x="3" y="0"/>
                      <a:pt x="2" y="2"/>
                      <a:pt x="1" y="3"/>
                    </a:cubicBezTo>
                    <a:cubicBezTo>
                      <a:pt x="0" y="4"/>
                      <a:pt x="0" y="5"/>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9"/>
              <p:cNvSpPr/>
              <p:nvPr/>
            </p:nvSpPr>
            <p:spPr>
              <a:xfrm>
                <a:off x="2149565" y="-827135"/>
                <a:ext cx="4320" cy="1080"/>
              </a:xfrm>
              <a:custGeom>
                <a:rect b="b" l="l" r="r" t="t"/>
                <a:pathLst>
                  <a:path extrusionOk="0" h="3" w="12">
                    <a:moveTo>
                      <a:pt x="0" y="0"/>
                    </a:moveTo>
                    <a:lnTo>
                      <a:pt x="11" y="2"/>
                    </a:lnTo>
                    <a:cubicBezTo>
                      <a:pt x="11" y="1"/>
                      <a:pt x="10" y="1"/>
                      <a:pt x="10" y="1"/>
                    </a:cubicBezTo>
                    <a:cubicBezTo>
                      <a:pt x="8" y="0"/>
                      <a:pt x="7"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9"/>
              <p:cNvSpPr/>
              <p:nvPr/>
            </p:nvSpPr>
            <p:spPr>
              <a:xfrm>
                <a:off x="2163965" y="-825695"/>
                <a:ext cx="7920" cy="3600"/>
              </a:xfrm>
              <a:custGeom>
                <a:rect b="b" l="l" r="r" t="t"/>
                <a:pathLst>
                  <a:path extrusionOk="0" h="10" w="22">
                    <a:moveTo>
                      <a:pt x="1" y="9"/>
                    </a:moveTo>
                    <a:lnTo>
                      <a:pt x="21" y="9"/>
                    </a:lnTo>
                    <a:cubicBezTo>
                      <a:pt x="21" y="6"/>
                      <a:pt x="21" y="4"/>
                      <a:pt x="21" y="1"/>
                    </a:cubicBezTo>
                    <a:cubicBezTo>
                      <a:pt x="14" y="1"/>
                      <a:pt x="7" y="1"/>
                      <a:pt x="0" y="0"/>
                    </a:cubicBezTo>
                    <a:cubicBezTo>
                      <a:pt x="0" y="3"/>
                      <a:pt x="1" y="6"/>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9"/>
              <p:cNvSpPr/>
              <p:nvPr/>
            </p:nvSpPr>
            <p:spPr>
              <a:xfrm>
                <a:off x="2164325" y="-834335"/>
                <a:ext cx="9000" cy="9360"/>
              </a:xfrm>
              <a:custGeom>
                <a:rect b="b" l="l" r="r" t="t"/>
                <a:pathLst>
                  <a:path extrusionOk="0" h="26" w="25">
                    <a:moveTo>
                      <a:pt x="22" y="25"/>
                    </a:moveTo>
                    <a:cubicBezTo>
                      <a:pt x="22" y="21"/>
                      <a:pt x="23" y="16"/>
                      <a:pt x="24" y="12"/>
                    </a:cubicBezTo>
                    <a:cubicBezTo>
                      <a:pt x="24" y="11"/>
                      <a:pt x="24" y="10"/>
                      <a:pt x="24" y="9"/>
                    </a:cubicBezTo>
                    <a:cubicBezTo>
                      <a:pt x="24" y="8"/>
                      <a:pt x="24" y="7"/>
                      <a:pt x="23" y="5"/>
                    </a:cubicBezTo>
                    <a:cubicBezTo>
                      <a:pt x="22" y="3"/>
                      <a:pt x="22" y="2"/>
                      <a:pt x="20" y="1"/>
                    </a:cubicBezTo>
                    <a:cubicBezTo>
                      <a:pt x="18" y="0"/>
                      <a:pt x="17" y="0"/>
                      <a:pt x="15" y="0"/>
                    </a:cubicBezTo>
                    <a:cubicBezTo>
                      <a:pt x="13" y="0"/>
                      <a:pt x="12" y="1"/>
                      <a:pt x="11" y="1"/>
                    </a:cubicBezTo>
                    <a:cubicBezTo>
                      <a:pt x="10" y="2"/>
                      <a:pt x="10" y="2"/>
                      <a:pt x="9" y="2"/>
                    </a:cubicBezTo>
                    <a:cubicBezTo>
                      <a:pt x="7" y="4"/>
                      <a:pt x="5" y="7"/>
                      <a:pt x="3" y="9"/>
                    </a:cubicBezTo>
                    <a:cubicBezTo>
                      <a:pt x="1" y="13"/>
                      <a:pt x="0" y="17"/>
                      <a:pt x="0" y="22"/>
                    </a:cubicBezTo>
                    <a:cubicBezTo>
                      <a:pt x="0" y="22"/>
                      <a:pt x="0" y="23"/>
                      <a:pt x="0" y="24"/>
                    </a:cubicBezTo>
                    <a:cubicBezTo>
                      <a:pt x="7" y="24"/>
                      <a:pt x="14" y="25"/>
                      <a:pt x="21" y="25"/>
                    </a:cubicBezTo>
                    <a:lnTo>
                      <a:pt x="22"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9"/>
              <p:cNvSpPr/>
              <p:nvPr/>
            </p:nvSpPr>
            <p:spPr>
              <a:xfrm>
                <a:off x="2184845" y="-826055"/>
                <a:ext cx="8280" cy="3960"/>
              </a:xfrm>
              <a:custGeom>
                <a:rect b="b" l="l" r="r" t="t"/>
                <a:pathLst>
                  <a:path extrusionOk="0" h="11" w="23">
                    <a:moveTo>
                      <a:pt x="2" y="4"/>
                    </a:moveTo>
                    <a:cubicBezTo>
                      <a:pt x="1" y="6"/>
                      <a:pt x="1" y="8"/>
                      <a:pt x="0" y="10"/>
                    </a:cubicBezTo>
                    <a:lnTo>
                      <a:pt x="22" y="10"/>
                    </a:lnTo>
                    <a:cubicBezTo>
                      <a:pt x="22" y="9"/>
                      <a:pt x="22" y="8"/>
                      <a:pt x="22" y="7"/>
                    </a:cubicBezTo>
                    <a:lnTo>
                      <a:pt x="22" y="6"/>
                    </a:lnTo>
                    <a:cubicBezTo>
                      <a:pt x="22" y="4"/>
                      <a:pt x="22" y="3"/>
                      <a:pt x="21" y="1"/>
                    </a:cubicBezTo>
                    <a:cubicBezTo>
                      <a:pt x="21" y="0"/>
                      <a:pt x="20" y="1"/>
                      <a:pt x="20" y="0"/>
                    </a:cubicBezTo>
                    <a:lnTo>
                      <a:pt x="4" y="0"/>
                    </a:lnTo>
                    <a:cubicBezTo>
                      <a:pt x="3" y="1"/>
                      <a:pt x="3" y="1"/>
                      <a:pt x="3" y="2"/>
                    </a:cubicBezTo>
                    <a:cubicBezTo>
                      <a:pt x="2" y="3"/>
                      <a:pt x="2" y="3"/>
                      <a:pt x="2"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9"/>
              <p:cNvSpPr/>
              <p:nvPr/>
            </p:nvSpPr>
            <p:spPr>
              <a:xfrm>
                <a:off x="2186285" y="-827135"/>
                <a:ext cx="6120" cy="1440"/>
              </a:xfrm>
              <a:custGeom>
                <a:rect b="b" l="l" r="r" t="t"/>
                <a:pathLst>
                  <a:path extrusionOk="0" h="4" w="17">
                    <a:moveTo>
                      <a:pt x="0" y="3"/>
                    </a:moveTo>
                    <a:lnTo>
                      <a:pt x="16" y="3"/>
                    </a:lnTo>
                    <a:cubicBezTo>
                      <a:pt x="15" y="3"/>
                      <a:pt x="15" y="2"/>
                      <a:pt x="14" y="1"/>
                    </a:cubicBezTo>
                    <a:cubicBezTo>
                      <a:pt x="12" y="0"/>
                      <a:pt x="10" y="0"/>
                      <a:pt x="8" y="0"/>
                    </a:cubicBezTo>
                    <a:cubicBezTo>
                      <a:pt x="6" y="0"/>
                      <a:pt x="4" y="0"/>
                      <a:pt x="2" y="1"/>
                    </a:cubicBezTo>
                    <a:cubicBezTo>
                      <a:pt x="1" y="2"/>
                      <a:pt x="1" y="3"/>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9"/>
              <p:cNvSpPr/>
              <p:nvPr/>
            </p:nvSpPr>
            <p:spPr>
              <a:xfrm>
                <a:off x="2204285" y="-826055"/>
                <a:ext cx="10080" cy="3960"/>
              </a:xfrm>
              <a:custGeom>
                <a:rect b="b" l="l" r="r" t="t"/>
                <a:pathLst>
                  <a:path extrusionOk="0" h="11" w="28">
                    <a:moveTo>
                      <a:pt x="25" y="10"/>
                    </a:moveTo>
                    <a:cubicBezTo>
                      <a:pt x="25" y="8"/>
                      <a:pt x="26" y="5"/>
                      <a:pt x="27" y="3"/>
                    </a:cubicBezTo>
                    <a:cubicBezTo>
                      <a:pt x="19" y="2"/>
                      <a:pt x="11" y="1"/>
                      <a:pt x="3" y="0"/>
                    </a:cubicBezTo>
                    <a:cubicBezTo>
                      <a:pt x="2" y="4"/>
                      <a:pt x="1" y="7"/>
                      <a:pt x="0" y="10"/>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9"/>
              <p:cNvSpPr/>
              <p:nvPr/>
            </p:nvSpPr>
            <p:spPr>
              <a:xfrm>
                <a:off x="2205365" y="-832535"/>
                <a:ext cx="9360" cy="7920"/>
              </a:xfrm>
              <a:custGeom>
                <a:rect b="b" l="l" r="r" t="t"/>
                <a:pathLst>
                  <a:path extrusionOk="0" h="22" w="26">
                    <a:moveTo>
                      <a:pt x="25" y="10"/>
                    </a:moveTo>
                    <a:cubicBezTo>
                      <a:pt x="25" y="1"/>
                      <a:pt x="10" y="0"/>
                      <a:pt x="5" y="7"/>
                    </a:cubicBezTo>
                    <a:cubicBezTo>
                      <a:pt x="3" y="11"/>
                      <a:pt x="1" y="14"/>
                      <a:pt x="0" y="18"/>
                    </a:cubicBezTo>
                    <a:cubicBezTo>
                      <a:pt x="8" y="19"/>
                      <a:pt x="15" y="20"/>
                      <a:pt x="23" y="21"/>
                    </a:cubicBezTo>
                    <a:cubicBezTo>
                      <a:pt x="24" y="18"/>
                      <a:pt x="25" y="14"/>
                      <a:pt x="25" y="11"/>
                    </a:cubicBezTo>
                    <a:lnTo>
                      <a:pt x="25"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9"/>
              <p:cNvSpPr/>
              <p:nvPr/>
            </p:nvSpPr>
            <p:spPr>
              <a:xfrm>
                <a:off x="2223365" y="-823175"/>
                <a:ext cx="4680" cy="1080"/>
              </a:xfrm>
              <a:custGeom>
                <a:rect b="b" l="l" r="r" t="t"/>
                <a:pathLst>
                  <a:path extrusionOk="0" h="3" w="13">
                    <a:moveTo>
                      <a:pt x="12" y="2"/>
                    </a:moveTo>
                    <a:lnTo>
                      <a:pt x="0" y="0"/>
                    </a:lnTo>
                    <a:lnTo>
                      <a:pt x="0" y="2"/>
                    </a:lnTo>
                    <a:lnTo>
                      <a:pt x="12" y="2"/>
                    </a:lnTo>
                  </a:path>
                </a:pathLst>
              </a:custGeom>
              <a:solidFill>
                <a:schemeClr val="dk1"/>
              </a:solidFill>
              <a:ln>
                <a:noFill/>
              </a:ln>
            </p:spPr>
          </p:sp>
          <p:sp>
            <p:nvSpPr>
              <p:cNvPr id="6665" name="Google Shape;6665;p49"/>
              <p:cNvSpPr/>
              <p:nvPr/>
            </p:nvSpPr>
            <p:spPr>
              <a:xfrm>
                <a:off x="2223365" y="-832175"/>
                <a:ext cx="8280" cy="10080"/>
              </a:xfrm>
              <a:custGeom>
                <a:rect b="b" l="l" r="r" t="t"/>
                <a:pathLst>
                  <a:path extrusionOk="0" h="28" w="23">
                    <a:moveTo>
                      <a:pt x="20" y="27"/>
                    </a:moveTo>
                    <a:cubicBezTo>
                      <a:pt x="20" y="21"/>
                      <a:pt x="21" y="14"/>
                      <a:pt x="22" y="8"/>
                    </a:cubicBezTo>
                    <a:cubicBezTo>
                      <a:pt x="22" y="6"/>
                      <a:pt x="21" y="5"/>
                      <a:pt x="21" y="4"/>
                    </a:cubicBezTo>
                    <a:cubicBezTo>
                      <a:pt x="20" y="3"/>
                      <a:pt x="19" y="2"/>
                      <a:pt x="17" y="1"/>
                    </a:cubicBezTo>
                    <a:cubicBezTo>
                      <a:pt x="15" y="0"/>
                      <a:pt x="14" y="0"/>
                      <a:pt x="13" y="0"/>
                    </a:cubicBezTo>
                    <a:cubicBezTo>
                      <a:pt x="11" y="0"/>
                      <a:pt x="10" y="0"/>
                      <a:pt x="9" y="1"/>
                    </a:cubicBezTo>
                    <a:cubicBezTo>
                      <a:pt x="8" y="2"/>
                      <a:pt x="7" y="3"/>
                      <a:pt x="6" y="4"/>
                    </a:cubicBezTo>
                    <a:cubicBezTo>
                      <a:pt x="3" y="11"/>
                      <a:pt x="1" y="17"/>
                      <a:pt x="0" y="24"/>
                    </a:cubicBezTo>
                    <a:lnTo>
                      <a:pt x="12" y="26"/>
                    </a:lnTo>
                    <a:lnTo>
                      <a:pt x="20" y="2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9"/>
              <p:cNvSpPr/>
              <p:nvPr/>
            </p:nvSpPr>
            <p:spPr>
              <a:xfrm>
                <a:off x="1450805" y="-861335"/>
                <a:ext cx="10080" cy="6840"/>
              </a:xfrm>
              <a:custGeom>
                <a:rect b="b" l="l" r="r" t="t"/>
                <a:pathLst>
                  <a:path extrusionOk="0" h="19" w="28">
                    <a:moveTo>
                      <a:pt x="7" y="16"/>
                    </a:moveTo>
                    <a:cubicBezTo>
                      <a:pt x="13" y="13"/>
                      <a:pt x="20" y="11"/>
                      <a:pt x="27" y="11"/>
                    </a:cubicBezTo>
                    <a:cubicBezTo>
                      <a:pt x="27" y="8"/>
                      <a:pt x="27" y="6"/>
                      <a:pt x="25" y="4"/>
                    </a:cubicBezTo>
                    <a:lnTo>
                      <a:pt x="0" y="0"/>
                    </a:lnTo>
                    <a:lnTo>
                      <a:pt x="4" y="18"/>
                    </a:lnTo>
                    <a:lnTo>
                      <a:pt x="7"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9"/>
              <p:cNvSpPr/>
              <p:nvPr/>
            </p:nvSpPr>
            <p:spPr>
              <a:xfrm>
                <a:off x="1436765" y="-862055"/>
                <a:ext cx="8640" cy="10440"/>
              </a:xfrm>
              <a:custGeom>
                <a:rect b="b" l="l" r="r" t="t"/>
                <a:pathLst>
                  <a:path extrusionOk="0" h="29" w="24">
                    <a:moveTo>
                      <a:pt x="6" y="25"/>
                    </a:moveTo>
                    <a:cubicBezTo>
                      <a:pt x="7" y="24"/>
                      <a:pt x="9" y="23"/>
                      <a:pt x="10" y="22"/>
                    </a:cubicBezTo>
                    <a:cubicBezTo>
                      <a:pt x="14" y="20"/>
                      <a:pt x="18" y="19"/>
                      <a:pt x="23" y="18"/>
                    </a:cubicBezTo>
                    <a:cubicBezTo>
                      <a:pt x="21" y="10"/>
                      <a:pt x="20" y="3"/>
                      <a:pt x="20" y="0"/>
                    </a:cubicBezTo>
                    <a:cubicBezTo>
                      <a:pt x="13" y="6"/>
                      <a:pt x="6" y="13"/>
                      <a:pt x="0" y="20"/>
                    </a:cubicBezTo>
                    <a:lnTo>
                      <a:pt x="3" y="28"/>
                    </a:lnTo>
                    <a:lnTo>
                      <a:pt x="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9"/>
              <p:cNvSpPr/>
              <p:nvPr/>
            </p:nvSpPr>
            <p:spPr>
              <a:xfrm>
                <a:off x="1450805" y="-868535"/>
                <a:ext cx="10440" cy="7920"/>
              </a:xfrm>
              <a:custGeom>
                <a:rect b="b" l="l" r="r" t="t"/>
                <a:pathLst>
                  <a:path extrusionOk="0" h="22" w="29">
                    <a:moveTo>
                      <a:pt x="0" y="7"/>
                    </a:moveTo>
                    <a:lnTo>
                      <a:pt x="2" y="18"/>
                    </a:lnTo>
                    <a:lnTo>
                      <a:pt x="28" y="21"/>
                    </a:lnTo>
                    <a:cubicBezTo>
                      <a:pt x="28" y="18"/>
                      <a:pt x="26" y="15"/>
                      <a:pt x="25" y="12"/>
                    </a:cubicBezTo>
                    <a:cubicBezTo>
                      <a:pt x="24" y="10"/>
                      <a:pt x="24" y="7"/>
                      <a:pt x="24" y="6"/>
                    </a:cubicBezTo>
                    <a:cubicBezTo>
                      <a:pt x="24" y="4"/>
                      <a:pt x="24" y="3"/>
                      <a:pt x="25" y="1"/>
                    </a:cubicBezTo>
                    <a:lnTo>
                      <a:pt x="23" y="0"/>
                    </a:lnTo>
                    <a:cubicBezTo>
                      <a:pt x="17" y="2"/>
                      <a:pt x="11" y="4"/>
                      <a:pt x="6"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9"/>
              <p:cNvSpPr/>
              <p:nvPr/>
            </p:nvSpPr>
            <p:spPr>
              <a:xfrm>
                <a:off x="1431005" y="-854855"/>
                <a:ext cx="6840" cy="6120"/>
              </a:xfrm>
              <a:custGeom>
                <a:rect b="b" l="l" r="r" t="t"/>
                <a:pathLst>
                  <a:path extrusionOk="0" h="17" w="19">
                    <a:moveTo>
                      <a:pt x="16" y="0"/>
                    </a:moveTo>
                    <a:cubicBezTo>
                      <a:pt x="11" y="5"/>
                      <a:pt x="7" y="10"/>
                      <a:pt x="0" y="16"/>
                    </a:cubicBezTo>
                    <a:cubicBezTo>
                      <a:pt x="5" y="15"/>
                      <a:pt x="10" y="13"/>
                      <a:pt x="14" y="10"/>
                    </a:cubicBezTo>
                    <a:cubicBezTo>
                      <a:pt x="16" y="9"/>
                      <a:pt x="17" y="8"/>
                      <a:pt x="18" y="7"/>
                    </a:cubicBezTo>
                    <a:lnTo>
                      <a:pt x="1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9"/>
              <p:cNvSpPr/>
              <p:nvPr/>
            </p:nvSpPr>
            <p:spPr>
              <a:xfrm>
                <a:off x="1443965" y="-862775"/>
                <a:ext cx="9720" cy="7560"/>
              </a:xfrm>
              <a:custGeom>
                <a:rect b="b" l="l" r="r" t="t"/>
                <a:pathLst>
                  <a:path extrusionOk="0" h="21" w="27">
                    <a:moveTo>
                      <a:pt x="3" y="20"/>
                    </a:moveTo>
                    <a:cubicBezTo>
                      <a:pt x="7" y="20"/>
                      <a:pt x="10" y="20"/>
                      <a:pt x="14" y="20"/>
                    </a:cubicBezTo>
                    <a:cubicBezTo>
                      <a:pt x="17" y="20"/>
                      <a:pt x="22" y="20"/>
                      <a:pt x="26" y="20"/>
                    </a:cubicBezTo>
                    <a:lnTo>
                      <a:pt x="22" y="2"/>
                    </a:lnTo>
                    <a:lnTo>
                      <a:pt x="4" y="0"/>
                    </a:lnTo>
                    <a:lnTo>
                      <a:pt x="0" y="3"/>
                    </a:lnTo>
                    <a:cubicBezTo>
                      <a:pt x="0" y="5"/>
                      <a:pt x="1" y="12"/>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9"/>
              <p:cNvSpPr/>
              <p:nvPr/>
            </p:nvSpPr>
            <p:spPr>
              <a:xfrm>
                <a:off x="1445405" y="-866015"/>
                <a:ext cx="6480" cy="4320"/>
              </a:xfrm>
              <a:custGeom>
                <a:rect b="b" l="l" r="r" t="t"/>
                <a:pathLst>
                  <a:path extrusionOk="0" h="12" w="18">
                    <a:moveTo>
                      <a:pt x="15" y="0"/>
                    </a:moveTo>
                    <a:cubicBezTo>
                      <a:pt x="12" y="2"/>
                      <a:pt x="9" y="3"/>
                      <a:pt x="5" y="5"/>
                    </a:cubicBezTo>
                    <a:cubicBezTo>
                      <a:pt x="4" y="6"/>
                      <a:pt x="2" y="7"/>
                      <a:pt x="0" y="8"/>
                    </a:cubicBezTo>
                    <a:lnTo>
                      <a:pt x="17" y="11"/>
                    </a:lnTo>
                    <a:lnTo>
                      <a:pt x="1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9"/>
              <p:cNvSpPr/>
              <p:nvPr/>
            </p:nvSpPr>
            <p:spPr>
              <a:xfrm>
                <a:off x="1460885" y="-860615"/>
                <a:ext cx="1800" cy="2880"/>
              </a:xfrm>
              <a:custGeom>
                <a:rect b="b" l="l" r="r" t="t"/>
                <a:pathLst>
                  <a:path extrusionOk="0" h="8" w="5">
                    <a:moveTo>
                      <a:pt x="4" y="0"/>
                    </a:moveTo>
                    <a:lnTo>
                      <a:pt x="0" y="0"/>
                    </a:lnTo>
                    <a:cubicBezTo>
                      <a:pt x="0" y="2"/>
                      <a:pt x="1" y="4"/>
                      <a:pt x="1" y="7"/>
                    </a:cubicBezTo>
                    <a:cubicBezTo>
                      <a:pt x="1" y="6"/>
                      <a:pt x="1" y="6"/>
                      <a:pt x="2" y="6"/>
                    </a:cubicBezTo>
                    <a:cubicBezTo>
                      <a:pt x="3" y="4"/>
                      <a:pt x="4" y="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9"/>
              <p:cNvSpPr/>
              <p:nvPr/>
            </p:nvSpPr>
            <p:spPr>
              <a:xfrm>
                <a:off x="1459445" y="-868535"/>
                <a:ext cx="3600" cy="7560"/>
              </a:xfrm>
              <a:custGeom>
                <a:rect b="b" l="l" r="r" t="t"/>
                <a:pathLst>
                  <a:path extrusionOk="0" h="21" w="10">
                    <a:moveTo>
                      <a:pt x="2" y="0"/>
                    </a:moveTo>
                    <a:cubicBezTo>
                      <a:pt x="1" y="2"/>
                      <a:pt x="0" y="4"/>
                      <a:pt x="0" y="6"/>
                    </a:cubicBezTo>
                    <a:cubicBezTo>
                      <a:pt x="0" y="7"/>
                      <a:pt x="1" y="9"/>
                      <a:pt x="2" y="11"/>
                    </a:cubicBezTo>
                    <a:cubicBezTo>
                      <a:pt x="3" y="14"/>
                      <a:pt x="4" y="17"/>
                      <a:pt x="4" y="20"/>
                    </a:cubicBezTo>
                    <a:lnTo>
                      <a:pt x="9" y="20"/>
                    </a:lnTo>
                    <a:cubicBezTo>
                      <a:pt x="9" y="19"/>
                      <a:pt x="9" y="17"/>
                      <a:pt x="9" y="16"/>
                    </a:cubicBezTo>
                    <a:cubicBezTo>
                      <a:pt x="9" y="12"/>
                      <a:pt x="9" y="9"/>
                      <a:pt x="7" y="6"/>
                    </a:cubicBezTo>
                    <a:cubicBezTo>
                      <a:pt x="6" y="4"/>
                      <a:pt x="4" y="2"/>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9"/>
              <p:cNvSpPr/>
              <p:nvPr/>
            </p:nvSpPr>
            <p:spPr>
              <a:xfrm>
                <a:off x="2410925" y="-822095"/>
                <a:ext cx="16200" cy="4320"/>
              </a:xfrm>
              <a:custGeom>
                <a:rect b="b" l="l" r="r" t="t"/>
                <a:pathLst>
                  <a:path extrusionOk="0" h="12" w="45">
                    <a:moveTo>
                      <a:pt x="9" y="0"/>
                    </a:moveTo>
                    <a:lnTo>
                      <a:pt x="0" y="0"/>
                    </a:lnTo>
                    <a:cubicBezTo>
                      <a:pt x="1" y="1"/>
                      <a:pt x="1" y="2"/>
                      <a:pt x="2" y="3"/>
                    </a:cubicBezTo>
                    <a:cubicBezTo>
                      <a:pt x="3" y="4"/>
                      <a:pt x="3" y="5"/>
                      <a:pt x="3" y="6"/>
                    </a:cubicBezTo>
                    <a:cubicBezTo>
                      <a:pt x="3" y="7"/>
                      <a:pt x="3" y="8"/>
                      <a:pt x="3" y="9"/>
                    </a:cubicBezTo>
                    <a:cubicBezTo>
                      <a:pt x="16" y="9"/>
                      <a:pt x="30" y="10"/>
                      <a:pt x="42" y="11"/>
                    </a:cubicBezTo>
                    <a:cubicBezTo>
                      <a:pt x="42" y="7"/>
                      <a:pt x="43" y="4"/>
                      <a:pt x="44" y="0"/>
                    </a:cubicBezTo>
                    <a:cubicBezTo>
                      <a:pt x="33" y="1"/>
                      <a:pt x="21" y="1"/>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9"/>
              <p:cNvSpPr/>
              <p:nvPr/>
            </p:nvSpPr>
            <p:spPr>
              <a:xfrm>
                <a:off x="2453045" y="-824255"/>
                <a:ext cx="11520" cy="5400"/>
              </a:xfrm>
              <a:custGeom>
                <a:rect b="b" l="l" r="r" t="t"/>
                <a:pathLst>
                  <a:path extrusionOk="0" h="15" w="32">
                    <a:moveTo>
                      <a:pt x="0" y="2"/>
                    </a:moveTo>
                    <a:cubicBezTo>
                      <a:pt x="0" y="6"/>
                      <a:pt x="0" y="10"/>
                      <a:pt x="0" y="14"/>
                    </a:cubicBezTo>
                    <a:cubicBezTo>
                      <a:pt x="10" y="12"/>
                      <a:pt x="20" y="11"/>
                      <a:pt x="30" y="9"/>
                    </a:cubicBezTo>
                    <a:cubicBezTo>
                      <a:pt x="30" y="6"/>
                      <a:pt x="30" y="3"/>
                      <a:pt x="31"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9"/>
              <p:cNvSpPr/>
              <p:nvPr/>
            </p:nvSpPr>
            <p:spPr>
              <a:xfrm>
                <a:off x="2432885" y="-822815"/>
                <a:ext cx="11520" cy="5040"/>
              </a:xfrm>
              <a:custGeom>
                <a:rect b="b" l="l" r="r" t="t"/>
                <a:pathLst>
                  <a:path extrusionOk="0" h="14" w="32">
                    <a:moveTo>
                      <a:pt x="31" y="0"/>
                    </a:moveTo>
                    <a:lnTo>
                      <a:pt x="1" y="2"/>
                    </a:lnTo>
                    <a:cubicBezTo>
                      <a:pt x="1" y="6"/>
                      <a:pt x="1" y="10"/>
                      <a:pt x="0" y="13"/>
                    </a:cubicBezTo>
                    <a:cubicBezTo>
                      <a:pt x="11" y="13"/>
                      <a:pt x="21" y="13"/>
                      <a:pt x="31" y="13"/>
                    </a:cubicBezTo>
                    <a:cubicBezTo>
                      <a:pt x="31" y="8"/>
                      <a:pt x="31" y="4"/>
                      <a:pt x="3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9"/>
              <p:cNvSpPr/>
              <p:nvPr/>
            </p:nvSpPr>
            <p:spPr>
              <a:xfrm>
                <a:off x="2371325" y="-822455"/>
                <a:ext cx="11160" cy="2520"/>
              </a:xfrm>
              <a:custGeom>
                <a:rect b="b" l="l" r="r" t="t"/>
                <a:pathLst>
                  <a:path extrusionOk="0" h="7" w="31">
                    <a:moveTo>
                      <a:pt x="0" y="0"/>
                    </a:moveTo>
                    <a:cubicBezTo>
                      <a:pt x="0" y="2"/>
                      <a:pt x="0" y="4"/>
                      <a:pt x="0" y="6"/>
                    </a:cubicBezTo>
                    <a:lnTo>
                      <a:pt x="29" y="6"/>
                    </a:lnTo>
                    <a:cubicBezTo>
                      <a:pt x="29" y="4"/>
                      <a:pt x="29" y="2"/>
                      <a:pt x="30"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9"/>
              <p:cNvSpPr/>
              <p:nvPr/>
            </p:nvSpPr>
            <p:spPr>
              <a:xfrm>
                <a:off x="2390765" y="-822455"/>
                <a:ext cx="16560" cy="3240"/>
              </a:xfrm>
              <a:custGeom>
                <a:rect b="b" l="l" r="r" t="t"/>
                <a:pathLst>
                  <a:path extrusionOk="0" h="9" w="46">
                    <a:moveTo>
                      <a:pt x="45" y="1"/>
                    </a:moveTo>
                    <a:lnTo>
                      <a:pt x="0" y="0"/>
                    </a:lnTo>
                    <a:lnTo>
                      <a:pt x="0" y="3"/>
                    </a:lnTo>
                    <a:cubicBezTo>
                      <a:pt x="0" y="4"/>
                      <a:pt x="0" y="5"/>
                      <a:pt x="0" y="6"/>
                    </a:cubicBezTo>
                    <a:lnTo>
                      <a:pt x="4" y="6"/>
                    </a:lnTo>
                    <a:cubicBezTo>
                      <a:pt x="16" y="6"/>
                      <a:pt x="28" y="7"/>
                      <a:pt x="41" y="8"/>
                    </a:cubicBezTo>
                    <a:cubicBezTo>
                      <a:pt x="41" y="8"/>
                      <a:pt x="41" y="6"/>
                      <a:pt x="41" y="5"/>
                    </a:cubicBezTo>
                    <a:lnTo>
                      <a:pt x="42" y="4"/>
                    </a:lnTo>
                    <a:cubicBezTo>
                      <a:pt x="43" y="3"/>
                      <a:pt x="43" y="2"/>
                      <a:pt x="4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9"/>
              <p:cNvSpPr/>
              <p:nvPr/>
            </p:nvSpPr>
            <p:spPr>
              <a:xfrm>
                <a:off x="2473565" y="-825335"/>
                <a:ext cx="12600" cy="3960"/>
              </a:xfrm>
              <a:custGeom>
                <a:rect b="b" l="l" r="r" t="t"/>
                <a:pathLst>
                  <a:path extrusionOk="0" h="11" w="35">
                    <a:moveTo>
                      <a:pt x="2" y="1"/>
                    </a:moveTo>
                    <a:lnTo>
                      <a:pt x="0" y="10"/>
                    </a:lnTo>
                    <a:cubicBezTo>
                      <a:pt x="11" y="10"/>
                      <a:pt x="21" y="9"/>
                      <a:pt x="32" y="8"/>
                    </a:cubicBezTo>
                    <a:lnTo>
                      <a:pt x="34" y="0"/>
                    </a:lnTo>
                    <a:cubicBezTo>
                      <a:pt x="23" y="0"/>
                      <a:pt x="12" y="0"/>
                      <a:pt x="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9"/>
              <p:cNvSpPr/>
              <p:nvPr/>
            </p:nvSpPr>
            <p:spPr>
              <a:xfrm>
                <a:off x="3027605" y="-851975"/>
                <a:ext cx="6840" cy="3240"/>
              </a:xfrm>
              <a:custGeom>
                <a:rect b="b" l="l" r="r" t="t"/>
                <a:pathLst>
                  <a:path extrusionOk="0" h="9" w="19">
                    <a:moveTo>
                      <a:pt x="4" y="0"/>
                    </a:moveTo>
                    <a:cubicBezTo>
                      <a:pt x="4" y="1"/>
                      <a:pt x="3" y="1"/>
                      <a:pt x="3" y="2"/>
                    </a:cubicBezTo>
                    <a:cubicBezTo>
                      <a:pt x="2" y="3"/>
                      <a:pt x="1" y="4"/>
                      <a:pt x="0" y="5"/>
                    </a:cubicBezTo>
                    <a:lnTo>
                      <a:pt x="1" y="5"/>
                    </a:lnTo>
                    <a:cubicBezTo>
                      <a:pt x="7" y="5"/>
                      <a:pt x="12" y="6"/>
                      <a:pt x="18" y="8"/>
                    </a:cubicBezTo>
                    <a:lnTo>
                      <a:pt x="18" y="3"/>
                    </a:lnTo>
                    <a:cubicBezTo>
                      <a:pt x="13" y="2"/>
                      <a:pt x="9" y="1"/>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9"/>
              <p:cNvSpPr/>
              <p:nvPr/>
            </p:nvSpPr>
            <p:spPr>
              <a:xfrm>
                <a:off x="2296445" y="-840815"/>
                <a:ext cx="234000" cy="11520"/>
              </a:xfrm>
              <a:custGeom>
                <a:rect b="b" l="l" r="r" t="t"/>
                <a:pathLst>
                  <a:path extrusionOk="0" h="32" w="650">
                    <a:moveTo>
                      <a:pt x="49" y="25"/>
                    </a:moveTo>
                    <a:lnTo>
                      <a:pt x="66" y="25"/>
                    </a:lnTo>
                    <a:cubicBezTo>
                      <a:pt x="147" y="25"/>
                      <a:pt x="229" y="23"/>
                      <a:pt x="310" y="26"/>
                    </a:cubicBezTo>
                    <a:cubicBezTo>
                      <a:pt x="322" y="27"/>
                      <a:pt x="335" y="27"/>
                      <a:pt x="347" y="27"/>
                    </a:cubicBezTo>
                    <a:cubicBezTo>
                      <a:pt x="369" y="27"/>
                      <a:pt x="391" y="26"/>
                      <a:pt x="413" y="25"/>
                    </a:cubicBezTo>
                    <a:cubicBezTo>
                      <a:pt x="435" y="23"/>
                      <a:pt x="413" y="24"/>
                      <a:pt x="413" y="23"/>
                    </a:cubicBezTo>
                    <a:cubicBezTo>
                      <a:pt x="413" y="23"/>
                      <a:pt x="413" y="22"/>
                      <a:pt x="414" y="22"/>
                    </a:cubicBezTo>
                    <a:cubicBezTo>
                      <a:pt x="416" y="20"/>
                      <a:pt x="416" y="18"/>
                      <a:pt x="418" y="17"/>
                    </a:cubicBezTo>
                    <a:cubicBezTo>
                      <a:pt x="420" y="16"/>
                      <a:pt x="421" y="15"/>
                      <a:pt x="424" y="15"/>
                    </a:cubicBezTo>
                    <a:cubicBezTo>
                      <a:pt x="426" y="15"/>
                      <a:pt x="429" y="16"/>
                      <a:pt x="431" y="17"/>
                    </a:cubicBezTo>
                    <a:lnTo>
                      <a:pt x="433" y="19"/>
                    </a:lnTo>
                    <a:cubicBezTo>
                      <a:pt x="434" y="20"/>
                      <a:pt x="435" y="21"/>
                      <a:pt x="436" y="22"/>
                    </a:cubicBezTo>
                    <a:lnTo>
                      <a:pt x="436" y="23"/>
                    </a:lnTo>
                    <a:lnTo>
                      <a:pt x="461" y="20"/>
                    </a:lnTo>
                    <a:lnTo>
                      <a:pt x="472" y="20"/>
                    </a:lnTo>
                    <a:cubicBezTo>
                      <a:pt x="472" y="19"/>
                      <a:pt x="474" y="17"/>
                      <a:pt x="474" y="15"/>
                    </a:cubicBezTo>
                    <a:cubicBezTo>
                      <a:pt x="475" y="14"/>
                      <a:pt x="476" y="12"/>
                      <a:pt x="478" y="11"/>
                    </a:cubicBezTo>
                    <a:cubicBezTo>
                      <a:pt x="479" y="10"/>
                      <a:pt x="482" y="10"/>
                      <a:pt x="484" y="10"/>
                    </a:cubicBezTo>
                    <a:cubicBezTo>
                      <a:pt x="486" y="10"/>
                      <a:pt x="488" y="10"/>
                      <a:pt x="490" y="11"/>
                    </a:cubicBezTo>
                    <a:cubicBezTo>
                      <a:pt x="492" y="12"/>
                      <a:pt x="493" y="13"/>
                      <a:pt x="494" y="15"/>
                    </a:cubicBezTo>
                    <a:cubicBezTo>
                      <a:pt x="495" y="16"/>
                      <a:pt x="496" y="19"/>
                      <a:pt x="496" y="20"/>
                    </a:cubicBezTo>
                    <a:lnTo>
                      <a:pt x="532" y="22"/>
                    </a:lnTo>
                    <a:cubicBezTo>
                      <a:pt x="533" y="21"/>
                      <a:pt x="534" y="20"/>
                      <a:pt x="535" y="20"/>
                    </a:cubicBezTo>
                    <a:cubicBezTo>
                      <a:pt x="536" y="19"/>
                      <a:pt x="538" y="18"/>
                      <a:pt x="540" y="18"/>
                    </a:cubicBezTo>
                    <a:cubicBezTo>
                      <a:pt x="542" y="18"/>
                      <a:pt x="544" y="19"/>
                      <a:pt x="545" y="20"/>
                    </a:cubicBezTo>
                    <a:cubicBezTo>
                      <a:pt x="546" y="20"/>
                      <a:pt x="547" y="21"/>
                      <a:pt x="547" y="22"/>
                    </a:cubicBezTo>
                    <a:cubicBezTo>
                      <a:pt x="560" y="22"/>
                      <a:pt x="572" y="20"/>
                      <a:pt x="585" y="17"/>
                    </a:cubicBezTo>
                    <a:cubicBezTo>
                      <a:pt x="606" y="11"/>
                      <a:pt x="627" y="8"/>
                      <a:pt x="649" y="8"/>
                    </a:cubicBezTo>
                    <a:lnTo>
                      <a:pt x="567" y="8"/>
                    </a:lnTo>
                    <a:cubicBezTo>
                      <a:pt x="531" y="8"/>
                      <a:pt x="484" y="0"/>
                      <a:pt x="449" y="8"/>
                    </a:cubicBezTo>
                    <a:cubicBezTo>
                      <a:pt x="347" y="31"/>
                      <a:pt x="236" y="6"/>
                      <a:pt x="133" y="14"/>
                    </a:cubicBezTo>
                    <a:cubicBezTo>
                      <a:pt x="89" y="17"/>
                      <a:pt x="45" y="22"/>
                      <a:pt x="0" y="26"/>
                    </a:cubicBezTo>
                    <a:lnTo>
                      <a:pt x="35" y="26"/>
                    </a:lnTo>
                    <a:lnTo>
                      <a:pt x="35" y="25"/>
                    </a:lnTo>
                    <a:cubicBezTo>
                      <a:pt x="36" y="24"/>
                      <a:pt x="37" y="23"/>
                      <a:pt x="38" y="22"/>
                    </a:cubicBezTo>
                    <a:cubicBezTo>
                      <a:pt x="39" y="21"/>
                      <a:pt x="40" y="21"/>
                      <a:pt x="42" y="21"/>
                    </a:cubicBezTo>
                    <a:cubicBezTo>
                      <a:pt x="43" y="21"/>
                      <a:pt x="45" y="21"/>
                      <a:pt x="46" y="22"/>
                    </a:cubicBezTo>
                    <a:cubicBezTo>
                      <a:pt x="47" y="23"/>
                      <a:pt x="48" y="24"/>
                      <a:pt x="49"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9"/>
              <p:cNvSpPr/>
              <p:nvPr/>
            </p:nvSpPr>
            <p:spPr>
              <a:xfrm>
                <a:off x="2539445" y="-837935"/>
                <a:ext cx="129240" cy="2160"/>
              </a:xfrm>
              <a:custGeom>
                <a:rect b="b" l="l" r="r" t="t"/>
                <a:pathLst>
                  <a:path extrusionOk="0" h="6" w="359">
                    <a:moveTo>
                      <a:pt x="358" y="4"/>
                    </a:moveTo>
                    <a:cubicBezTo>
                      <a:pt x="263" y="3"/>
                      <a:pt x="167" y="0"/>
                      <a:pt x="72" y="0"/>
                    </a:cubicBezTo>
                    <a:lnTo>
                      <a:pt x="0" y="0"/>
                    </a:lnTo>
                    <a:cubicBezTo>
                      <a:pt x="38" y="1"/>
                      <a:pt x="76" y="5"/>
                      <a:pt x="110" y="5"/>
                    </a:cubicBezTo>
                    <a:cubicBezTo>
                      <a:pt x="192" y="5"/>
                      <a:pt x="275" y="4"/>
                      <a:pt x="358"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9"/>
              <p:cNvSpPr/>
              <p:nvPr/>
            </p:nvSpPr>
            <p:spPr>
              <a:xfrm>
                <a:off x="2962445" y="-845855"/>
                <a:ext cx="32040" cy="10080"/>
              </a:xfrm>
              <a:custGeom>
                <a:rect b="b" l="l" r="r" t="t"/>
                <a:pathLst>
                  <a:path extrusionOk="0" h="28" w="89">
                    <a:moveTo>
                      <a:pt x="32" y="22"/>
                    </a:moveTo>
                    <a:cubicBezTo>
                      <a:pt x="33" y="21"/>
                      <a:pt x="34" y="20"/>
                      <a:pt x="36" y="19"/>
                    </a:cubicBezTo>
                    <a:cubicBezTo>
                      <a:pt x="38" y="18"/>
                      <a:pt x="40" y="17"/>
                      <a:pt x="42" y="17"/>
                    </a:cubicBezTo>
                    <a:cubicBezTo>
                      <a:pt x="44" y="17"/>
                      <a:pt x="47" y="18"/>
                      <a:pt x="48" y="19"/>
                    </a:cubicBezTo>
                    <a:lnTo>
                      <a:pt x="69" y="14"/>
                    </a:lnTo>
                    <a:cubicBezTo>
                      <a:pt x="74" y="13"/>
                      <a:pt x="80" y="11"/>
                      <a:pt x="86" y="10"/>
                    </a:cubicBezTo>
                    <a:cubicBezTo>
                      <a:pt x="86" y="6"/>
                      <a:pt x="87" y="3"/>
                      <a:pt x="88" y="0"/>
                    </a:cubicBezTo>
                    <a:cubicBezTo>
                      <a:pt x="59" y="4"/>
                      <a:pt x="29" y="8"/>
                      <a:pt x="0" y="12"/>
                    </a:cubicBezTo>
                    <a:cubicBezTo>
                      <a:pt x="2" y="17"/>
                      <a:pt x="3" y="22"/>
                      <a:pt x="4" y="27"/>
                    </a:cubicBezTo>
                    <a:lnTo>
                      <a:pt x="32" y="2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9"/>
              <p:cNvSpPr/>
              <p:nvPr/>
            </p:nvSpPr>
            <p:spPr>
              <a:xfrm>
                <a:off x="2764805" y="-847295"/>
                <a:ext cx="142920" cy="11160"/>
              </a:xfrm>
              <a:custGeom>
                <a:rect b="b" l="l" r="r" t="t"/>
                <a:pathLst>
                  <a:path extrusionOk="0" h="31" w="397">
                    <a:moveTo>
                      <a:pt x="159" y="21"/>
                    </a:moveTo>
                    <a:cubicBezTo>
                      <a:pt x="206" y="23"/>
                      <a:pt x="249" y="14"/>
                      <a:pt x="295" y="13"/>
                    </a:cubicBezTo>
                    <a:cubicBezTo>
                      <a:pt x="329" y="11"/>
                      <a:pt x="363" y="7"/>
                      <a:pt x="396" y="0"/>
                    </a:cubicBezTo>
                    <a:cubicBezTo>
                      <a:pt x="383" y="0"/>
                      <a:pt x="370" y="1"/>
                      <a:pt x="357" y="1"/>
                    </a:cubicBezTo>
                    <a:cubicBezTo>
                      <a:pt x="260" y="3"/>
                      <a:pt x="159" y="17"/>
                      <a:pt x="62" y="26"/>
                    </a:cubicBezTo>
                    <a:cubicBezTo>
                      <a:pt x="41" y="28"/>
                      <a:pt x="21" y="29"/>
                      <a:pt x="0" y="30"/>
                    </a:cubicBezTo>
                    <a:lnTo>
                      <a:pt x="29" y="30"/>
                    </a:lnTo>
                    <a:cubicBezTo>
                      <a:pt x="73" y="30"/>
                      <a:pt x="116" y="20"/>
                      <a:pt x="15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9"/>
              <p:cNvSpPr/>
              <p:nvPr/>
            </p:nvSpPr>
            <p:spPr>
              <a:xfrm>
                <a:off x="2943005" y="-867815"/>
                <a:ext cx="82440" cy="17640"/>
              </a:xfrm>
              <a:custGeom>
                <a:rect b="b" l="l" r="r" t="t"/>
                <a:pathLst>
                  <a:path extrusionOk="0" h="49" w="229">
                    <a:moveTo>
                      <a:pt x="214" y="22"/>
                    </a:moveTo>
                    <a:cubicBezTo>
                      <a:pt x="214" y="22"/>
                      <a:pt x="215" y="22"/>
                      <a:pt x="216" y="22"/>
                    </a:cubicBezTo>
                    <a:cubicBezTo>
                      <a:pt x="217" y="22"/>
                      <a:pt x="217" y="22"/>
                      <a:pt x="218" y="22"/>
                    </a:cubicBezTo>
                    <a:cubicBezTo>
                      <a:pt x="219" y="20"/>
                      <a:pt x="219" y="19"/>
                      <a:pt x="220" y="18"/>
                    </a:cubicBezTo>
                    <a:lnTo>
                      <a:pt x="215" y="19"/>
                    </a:lnTo>
                    <a:cubicBezTo>
                      <a:pt x="209" y="19"/>
                      <a:pt x="208" y="11"/>
                      <a:pt x="213" y="9"/>
                    </a:cubicBezTo>
                    <a:cubicBezTo>
                      <a:pt x="216" y="8"/>
                      <a:pt x="218" y="8"/>
                      <a:pt x="221" y="6"/>
                    </a:cubicBezTo>
                    <a:cubicBezTo>
                      <a:pt x="223" y="5"/>
                      <a:pt x="226" y="2"/>
                      <a:pt x="228" y="0"/>
                    </a:cubicBezTo>
                    <a:cubicBezTo>
                      <a:pt x="192" y="4"/>
                      <a:pt x="157" y="11"/>
                      <a:pt x="123" y="22"/>
                    </a:cubicBezTo>
                    <a:cubicBezTo>
                      <a:pt x="82" y="31"/>
                      <a:pt x="41" y="39"/>
                      <a:pt x="0" y="46"/>
                    </a:cubicBezTo>
                    <a:lnTo>
                      <a:pt x="10" y="46"/>
                    </a:lnTo>
                    <a:cubicBezTo>
                      <a:pt x="79" y="48"/>
                      <a:pt x="146" y="25"/>
                      <a:pt x="214"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9"/>
              <p:cNvSpPr/>
              <p:nvPr/>
            </p:nvSpPr>
            <p:spPr>
              <a:xfrm>
                <a:off x="2846165" y="-833255"/>
                <a:ext cx="39600" cy="9360"/>
              </a:xfrm>
              <a:custGeom>
                <a:rect b="b" l="l" r="r" t="t"/>
                <a:pathLst>
                  <a:path extrusionOk="0" h="26" w="110">
                    <a:moveTo>
                      <a:pt x="0" y="25"/>
                    </a:moveTo>
                    <a:cubicBezTo>
                      <a:pt x="11" y="25"/>
                      <a:pt x="22" y="24"/>
                      <a:pt x="32" y="23"/>
                    </a:cubicBezTo>
                    <a:cubicBezTo>
                      <a:pt x="33" y="21"/>
                      <a:pt x="34" y="19"/>
                      <a:pt x="35" y="17"/>
                    </a:cubicBezTo>
                    <a:cubicBezTo>
                      <a:pt x="36" y="16"/>
                      <a:pt x="37" y="14"/>
                      <a:pt x="39" y="13"/>
                    </a:cubicBezTo>
                    <a:cubicBezTo>
                      <a:pt x="46" y="3"/>
                      <a:pt x="62" y="13"/>
                      <a:pt x="58" y="22"/>
                    </a:cubicBezTo>
                    <a:cubicBezTo>
                      <a:pt x="74" y="22"/>
                      <a:pt x="90" y="20"/>
                      <a:pt x="106" y="19"/>
                    </a:cubicBezTo>
                    <a:cubicBezTo>
                      <a:pt x="106" y="13"/>
                      <a:pt x="108" y="6"/>
                      <a:pt x="109" y="0"/>
                    </a:cubicBezTo>
                    <a:cubicBezTo>
                      <a:pt x="91" y="2"/>
                      <a:pt x="73" y="3"/>
                      <a:pt x="55" y="3"/>
                    </a:cubicBezTo>
                    <a:cubicBezTo>
                      <a:pt x="37" y="5"/>
                      <a:pt x="18" y="8"/>
                      <a:pt x="0" y="11"/>
                    </a:cubicBezTo>
                    <a:cubicBezTo>
                      <a:pt x="1" y="14"/>
                      <a:pt x="1" y="16"/>
                      <a:pt x="1" y="19"/>
                    </a:cubicBezTo>
                    <a:cubicBezTo>
                      <a:pt x="1" y="21"/>
                      <a:pt x="1" y="2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9"/>
              <p:cNvSpPr/>
              <p:nvPr/>
            </p:nvSpPr>
            <p:spPr>
              <a:xfrm>
                <a:off x="2819165" y="-829295"/>
                <a:ext cx="21240" cy="7200"/>
              </a:xfrm>
              <a:custGeom>
                <a:rect b="b" l="l" r="r" t="t"/>
                <a:pathLst>
                  <a:path extrusionOk="0" h="20" w="59">
                    <a:moveTo>
                      <a:pt x="53" y="16"/>
                    </a:moveTo>
                    <a:cubicBezTo>
                      <a:pt x="54" y="11"/>
                      <a:pt x="56" y="6"/>
                      <a:pt x="58" y="1"/>
                    </a:cubicBezTo>
                    <a:cubicBezTo>
                      <a:pt x="38" y="1"/>
                      <a:pt x="19" y="0"/>
                      <a:pt x="0" y="0"/>
                    </a:cubicBezTo>
                    <a:cubicBezTo>
                      <a:pt x="1" y="1"/>
                      <a:pt x="1" y="1"/>
                      <a:pt x="2" y="2"/>
                    </a:cubicBezTo>
                    <a:cubicBezTo>
                      <a:pt x="5" y="8"/>
                      <a:pt x="7" y="13"/>
                      <a:pt x="8" y="19"/>
                    </a:cubicBezTo>
                    <a:lnTo>
                      <a:pt x="53" y="1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9"/>
              <p:cNvSpPr/>
              <p:nvPr/>
            </p:nvSpPr>
            <p:spPr>
              <a:xfrm>
                <a:off x="2640245" y="-828215"/>
                <a:ext cx="41040" cy="10440"/>
              </a:xfrm>
              <a:custGeom>
                <a:rect b="b" l="l" r="r" t="t"/>
                <a:pathLst>
                  <a:path extrusionOk="0" h="29" w="114">
                    <a:moveTo>
                      <a:pt x="1" y="28"/>
                    </a:moveTo>
                    <a:lnTo>
                      <a:pt x="49" y="28"/>
                    </a:lnTo>
                    <a:cubicBezTo>
                      <a:pt x="50" y="24"/>
                      <a:pt x="51" y="21"/>
                      <a:pt x="53" y="17"/>
                    </a:cubicBezTo>
                    <a:cubicBezTo>
                      <a:pt x="54" y="16"/>
                      <a:pt x="54" y="16"/>
                      <a:pt x="55" y="15"/>
                    </a:cubicBezTo>
                    <a:cubicBezTo>
                      <a:pt x="57" y="12"/>
                      <a:pt x="62" y="13"/>
                      <a:pt x="64" y="16"/>
                    </a:cubicBezTo>
                    <a:cubicBezTo>
                      <a:pt x="64" y="16"/>
                      <a:pt x="65" y="17"/>
                      <a:pt x="65" y="18"/>
                    </a:cubicBezTo>
                    <a:cubicBezTo>
                      <a:pt x="67" y="21"/>
                      <a:pt x="68" y="24"/>
                      <a:pt x="68" y="28"/>
                    </a:cubicBezTo>
                    <a:lnTo>
                      <a:pt x="101" y="28"/>
                    </a:lnTo>
                    <a:lnTo>
                      <a:pt x="107" y="28"/>
                    </a:lnTo>
                    <a:cubicBezTo>
                      <a:pt x="108" y="19"/>
                      <a:pt x="109" y="11"/>
                      <a:pt x="112" y="2"/>
                    </a:cubicBezTo>
                    <a:cubicBezTo>
                      <a:pt x="112" y="2"/>
                      <a:pt x="111" y="2"/>
                      <a:pt x="112" y="1"/>
                    </a:cubicBezTo>
                    <a:cubicBezTo>
                      <a:pt x="113" y="0"/>
                      <a:pt x="113" y="0"/>
                      <a:pt x="113" y="0"/>
                    </a:cubicBezTo>
                    <a:lnTo>
                      <a:pt x="93" y="0"/>
                    </a:lnTo>
                    <a:lnTo>
                      <a:pt x="0" y="0"/>
                    </a:lnTo>
                    <a:cubicBezTo>
                      <a:pt x="1" y="5"/>
                      <a:pt x="2" y="11"/>
                      <a:pt x="2" y="16"/>
                    </a:cubicBezTo>
                    <a:cubicBezTo>
                      <a:pt x="2" y="20"/>
                      <a:pt x="1"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9"/>
              <p:cNvSpPr/>
              <p:nvPr/>
            </p:nvSpPr>
            <p:spPr>
              <a:xfrm>
                <a:off x="2577605" y="-828575"/>
                <a:ext cx="38520" cy="9360"/>
              </a:xfrm>
              <a:custGeom>
                <a:rect b="b" l="l" r="r" t="t"/>
                <a:pathLst>
                  <a:path extrusionOk="0" h="26" w="107">
                    <a:moveTo>
                      <a:pt x="3" y="12"/>
                    </a:moveTo>
                    <a:cubicBezTo>
                      <a:pt x="2" y="16"/>
                      <a:pt x="1" y="20"/>
                      <a:pt x="0" y="25"/>
                    </a:cubicBezTo>
                    <a:lnTo>
                      <a:pt x="34" y="25"/>
                    </a:lnTo>
                    <a:cubicBezTo>
                      <a:pt x="35" y="21"/>
                      <a:pt x="36" y="17"/>
                      <a:pt x="38" y="14"/>
                    </a:cubicBezTo>
                    <a:cubicBezTo>
                      <a:pt x="39" y="12"/>
                      <a:pt x="41" y="10"/>
                      <a:pt x="43" y="8"/>
                    </a:cubicBezTo>
                    <a:lnTo>
                      <a:pt x="44" y="7"/>
                    </a:lnTo>
                    <a:cubicBezTo>
                      <a:pt x="45" y="6"/>
                      <a:pt x="47" y="6"/>
                      <a:pt x="49" y="6"/>
                    </a:cubicBezTo>
                    <a:cubicBezTo>
                      <a:pt x="50" y="6"/>
                      <a:pt x="51" y="6"/>
                      <a:pt x="53" y="7"/>
                    </a:cubicBezTo>
                    <a:cubicBezTo>
                      <a:pt x="55" y="8"/>
                      <a:pt x="56" y="9"/>
                      <a:pt x="57" y="10"/>
                    </a:cubicBezTo>
                    <a:cubicBezTo>
                      <a:pt x="57" y="11"/>
                      <a:pt x="57" y="11"/>
                      <a:pt x="57" y="11"/>
                    </a:cubicBezTo>
                    <a:cubicBezTo>
                      <a:pt x="58" y="16"/>
                      <a:pt x="59" y="21"/>
                      <a:pt x="59" y="25"/>
                    </a:cubicBezTo>
                    <a:lnTo>
                      <a:pt x="91" y="25"/>
                    </a:lnTo>
                    <a:cubicBezTo>
                      <a:pt x="91" y="14"/>
                      <a:pt x="93" y="3"/>
                      <a:pt x="106" y="0"/>
                    </a:cubicBezTo>
                    <a:lnTo>
                      <a:pt x="5" y="0"/>
                    </a:lnTo>
                    <a:lnTo>
                      <a:pt x="3" y="0"/>
                    </a:lnTo>
                    <a:cubicBezTo>
                      <a:pt x="4" y="2"/>
                      <a:pt x="4" y="4"/>
                      <a:pt x="4" y="6"/>
                    </a:cubicBezTo>
                    <a:cubicBezTo>
                      <a:pt x="4" y="8"/>
                      <a:pt x="4" y="10"/>
                      <a:pt x="3"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9"/>
              <p:cNvSpPr/>
              <p:nvPr/>
            </p:nvSpPr>
            <p:spPr>
              <a:xfrm>
                <a:off x="2617565" y="-828575"/>
                <a:ext cx="16560" cy="10080"/>
              </a:xfrm>
              <a:custGeom>
                <a:rect b="b" l="l" r="r" t="t"/>
                <a:pathLst>
                  <a:path extrusionOk="0" h="28" w="46">
                    <a:moveTo>
                      <a:pt x="4" y="7"/>
                    </a:moveTo>
                    <a:cubicBezTo>
                      <a:pt x="4" y="14"/>
                      <a:pt x="4" y="21"/>
                      <a:pt x="5" y="27"/>
                    </a:cubicBezTo>
                    <a:lnTo>
                      <a:pt x="41" y="27"/>
                    </a:lnTo>
                    <a:cubicBezTo>
                      <a:pt x="41" y="26"/>
                      <a:pt x="41" y="25"/>
                      <a:pt x="41" y="23"/>
                    </a:cubicBezTo>
                    <a:cubicBezTo>
                      <a:pt x="41" y="16"/>
                      <a:pt x="42" y="8"/>
                      <a:pt x="45" y="0"/>
                    </a:cubicBezTo>
                    <a:lnTo>
                      <a:pt x="0" y="0"/>
                    </a:lnTo>
                    <a:cubicBezTo>
                      <a:pt x="0" y="0"/>
                      <a:pt x="0" y="1"/>
                      <a:pt x="1" y="1"/>
                    </a:cubicBezTo>
                    <a:cubicBezTo>
                      <a:pt x="2" y="1"/>
                      <a:pt x="2" y="2"/>
                      <a:pt x="3" y="3"/>
                    </a:cubicBezTo>
                    <a:cubicBezTo>
                      <a:pt x="4" y="4"/>
                      <a:pt x="4" y="5"/>
                      <a:pt x="4"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9"/>
              <p:cNvSpPr/>
              <p:nvPr/>
            </p:nvSpPr>
            <p:spPr>
              <a:xfrm>
                <a:off x="2949125" y="-841175"/>
                <a:ext cx="9000" cy="8640"/>
              </a:xfrm>
              <a:custGeom>
                <a:rect b="b" l="l" r="r" t="t"/>
                <a:pathLst>
                  <a:path extrusionOk="0" h="24" w="25">
                    <a:moveTo>
                      <a:pt x="0" y="23"/>
                    </a:moveTo>
                    <a:lnTo>
                      <a:pt x="19" y="18"/>
                    </a:lnTo>
                    <a:cubicBezTo>
                      <a:pt x="20" y="12"/>
                      <a:pt x="22" y="6"/>
                      <a:pt x="24" y="0"/>
                    </a:cubicBezTo>
                    <a:lnTo>
                      <a:pt x="1" y="2"/>
                    </a:lnTo>
                    <a:cubicBezTo>
                      <a:pt x="1" y="9"/>
                      <a:pt x="1" y="16"/>
                      <a:pt x="0"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9"/>
              <p:cNvSpPr/>
              <p:nvPr/>
            </p:nvSpPr>
            <p:spPr>
              <a:xfrm>
                <a:off x="2917805" y="-839375"/>
                <a:ext cx="23760" cy="10440"/>
              </a:xfrm>
              <a:custGeom>
                <a:rect b="b" l="l" r="r" t="t"/>
                <a:pathLst>
                  <a:path extrusionOk="0" h="29" w="66">
                    <a:moveTo>
                      <a:pt x="1" y="28"/>
                    </a:moveTo>
                    <a:cubicBezTo>
                      <a:pt x="21" y="27"/>
                      <a:pt x="42" y="26"/>
                      <a:pt x="62" y="23"/>
                    </a:cubicBezTo>
                    <a:cubicBezTo>
                      <a:pt x="63" y="15"/>
                      <a:pt x="64" y="8"/>
                      <a:pt x="65" y="0"/>
                    </a:cubicBezTo>
                    <a:cubicBezTo>
                      <a:pt x="43" y="2"/>
                      <a:pt x="21" y="5"/>
                      <a:pt x="0" y="8"/>
                    </a:cubicBezTo>
                    <a:lnTo>
                      <a:pt x="1" y="9"/>
                    </a:lnTo>
                    <a:cubicBezTo>
                      <a:pt x="3" y="11"/>
                      <a:pt x="3" y="14"/>
                      <a:pt x="3" y="16"/>
                    </a:cubicBezTo>
                    <a:lnTo>
                      <a:pt x="3" y="17"/>
                    </a:lnTo>
                    <a:cubicBezTo>
                      <a:pt x="2" y="21"/>
                      <a:pt x="2" y="24"/>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9"/>
              <p:cNvSpPr/>
              <p:nvPr/>
            </p:nvSpPr>
            <p:spPr>
              <a:xfrm>
                <a:off x="2893325" y="-835775"/>
                <a:ext cx="17280" cy="9000"/>
              </a:xfrm>
              <a:custGeom>
                <a:rect b="b" l="l" r="r" t="t"/>
                <a:pathLst>
                  <a:path extrusionOk="0" h="25" w="48">
                    <a:moveTo>
                      <a:pt x="0" y="24"/>
                    </a:moveTo>
                    <a:lnTo>
                      <a:pt x="41" y="20"/>
                    </a:lnTo>
                    <a:lnTo>
                      <a:pt x="43" y="20"/>
                    </a:lnTo>
                    <a:cubicBezTo>
                      <a:pt x="44" y="14"/>
                      <a:pt x="44" y="8"/>
                      <a:pt x="46" y="3"/>
                    </a:cubicBezTo>
                    <a:cubicBezTo>
                      <a:pt x="46" y="2"/>
                      <a:pt x="46" y="1"/>
                      <a:pt x="47" y="0"/>
                    </a:cubicBezTo>
                    <a:cubicBezTo>
                      <a:pt x="31" y="2"/>
                      <a:pt x="16" y="4"/>
                      <a:pt x="1" y="5"/>
                    </a:cubicBezTo>
                    <a:cubicBezTo>
                      <a:pt x="1" y="6"/>
                      <a:pt x="1" y="6"/>
                      <a:pt x="1" y="7"/>
                    </a:cubicBezTo>
                    <a:lnTo>
                      <a:pt x="1" y="8"/>
                    </a:lnTo>
                    <a:cubicBezTo>
                      <a:pt x="1" y="13"/>
                      <a:pt x="0" y="18"/>
                      <a:pt x="0"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9"/>
              <p:cNvSpPr/>
              <p:nvPr/>
            </p:nvSpPr>
            <p:spPr>
              <a:xfrm>
                <a:off x="2687045" y="-829295"/>
                <a:ext cx="128880" cy="12600"/>
              </a:xfrm>
              <a:custGeom>
                <a:rect b="b" l="l" r="r" t="t"/>
                <a:pathLst>
                  <a:path extrusionOk="0" h="35" w="358">
                    <a:moveTo>
                      <a:pt x="2" y="20"/>
                    </a:moveTo>
                    <a:cubicBezTo>
                      <a:pt x="1" y="24"/>
                      <a:pt x="0" y="28"/>
                      <a:pt x="0" y="32"/>
                    </a:cubicBezTo>
                    <a:lnTo>
                      <a:pt x="0" y="33"/>
                    </a:lnTo>
                    <a:lnTo>
                      <a:pt x="29" y="33"/>
                    </a:lnTo>
                    <a:cubicBezTo>
                      <a:pt x="30" y="29"/>
                      <a:pt x="32" y="25"/>
                      <a:pt x="34" y="21"/>
                    </a:cubicBezTo>
                    <a:cubicBezTo>
                      <a:pt x="36" y="18"/>
                      <a:pt x="37" y="15"/>
                      <a:pt x="39" y="13"/>
                    </a:cubicBezTo>
                    <a:cubicBezTo>
                      <a:pt x="40" y="13"/>
                      <a:pt x="40" y="13"/>
                      <a:pt x="40" y="13"/>
                    </a:cubicBezTo>
                    <a:cubicBezTo>
                      <a:pt x="41" y="12"/>
                      <a:pt x="42" y="12"/>
                      <a:pt x="44" y="12"/>
                    </a:cubicBezTo>
                    <a:cubicBezTo>
                      <a:pt x="45" y="12"/>
                      <a:pt x="47" y="12"/>
                      <a:pt x="48" y="13"/>
                    </a:cubicBezTo>
                    <a:lnTo>
                      <a:pt x="49" y="13"/>
                    </a:lnTo>
                    <a:cubicBezTo>
                      <a:pt x="51" y="15"/>
                      <a:pt x="53" y="17"/>
                      <a:pt x="54" y="19"/>
                    </a:cubicBezTo>
                    <a:cubicBezTo>
                      <a:pt x="56" y="22"/>
                      <a:pt x="57" y="25"/>
                      <a:pt x="57" y="29"/>
                    </a:cubicBezTo>
                    <a:cubicBezTo>
                      <a:pt x="57" y="31"/>
                      <a:pt x="56" y="33"/>
                      <a:pt x="56" y="34"/>
                    </a:cubicBezTo>
                    <a:lnTo>
                      <a:pt x="97" y="34"/>
                    </a:lnTo>
                    <a:cubicBezTo>
                      <a:pt x="98" y="30"/>
                      <a:pt x="100" y="25"/>
                      <a:pt x="102" y="21"/>
                    </a:cubicBezTo>
                    <a:cubicBezTo>
                      <a:pt x="104" y="18"/>
                      <a:pt x="105" y="16"/>
                      <a:pt x="107" y="13"/>
                    </a:cubicBezTo>
                    <a:cubicBezTo>
                      <a:pt x="108" y="13"/>
                      <a:pt x="108" y="12"/>
                      <a:pt x="109" y="12"/>
                    </a:cubicBezTo>
                    <a:cubicBezTo>
                      <a:pt x="110" y="12"/>
                      <a:pt x="110" y="11"/>
                      <a:pt x="112" y="11"/>
                    </a:cubicBezTo>
                    <a:cubicBezTo>
                      <a:pt x="113" y="11"/>
                      <a:pt x="115" y="12"/>
                      <a:pt x="116" y="12"/>
                    </a:cubicBezTo>
                    <a:cubicBezTo>
                      <a:pt x="117" y="12"/>
                      <a:pt x="117" y="13"/>
                      <a:pt x="118" y="13"/>
                    </a:cubicBezTo>
                    <a:cubicBezTo>
                      <a:pt x="119" y="15"/>
                      <a:pt x="119" y="16"/>
                      <a:pt x="120" y="17"/>
                    </a:cubicBezTo>
                    <a:cubicBezTo>
                      <a:pt x="122" y="21"/>
                      <a:pt x="124" y="25"/>
                      <a:pt x="124" y="30"/>
                    </a:cubicBezTo>
                    <a:cubicBezTo>
                      <a:pt x="124" y="31"/>
                      <a:pt x="124" y="33"/>
                      <a:pt x="123" y="34"/>
                    </a:cubicBezTo>
                    <a:lnTo>
                      <a:pt x="163" y="34"/>
                    </a:lnTo>
                    <a:cubicBezTo>
                      <a:pt x="164" y="31"/>
                      <a:pt x="167" y="28"/>
                      <a:pt x="169" y="24"/>
                    </a:cubicBezTo>
                    <a:cubicBezTo>
                      <a:pt x="170" y="23"/>
                      <a:pt x="171" y="22"/>
                      <a:pt x="173" y="21"/>
                    </a:cubicBezTo>
                    <a:cubicBezTo>
                      <a:pt x="174" y="20"/>
                      <a:pt x="176" y="19"/>
                      <a:pt x="178" y="19"/>
                    </a:cubicBezTo>
                    <a:cubicBezTo>
                      <a:pt x="180" y="19"/>
                      <a:pt x="181" y="20"/>
                      <a:pt x="183" y="21"/>
                    </a:cubicBezTo>
                    <a:cubicBezTo>
                      <a:pt x="185" y="22"/>
                      <a:pt x="186" y="23"/>
                      <a:pt x="187" y="25"/>
                    </a:cubicBezTo>
                    <a:cubicBezTo>
                      <a:pt x="188" y="27"/>
                      <a:pt x="188" y="28"/>
                      <a:pt x="188" y="30"/>
                    </a:cubicBezTo>
                    <a:lnTo>
                      <a:pt x="188" y="31"/>
                    </a:lnTo>
                    <a:lnTo>
                      <a:pt x="188" y="33"/>
                    </a:lnTo>
                    <a:cubicBezTo>
                      <a:pt x="199" y="33"/>
                      <a:pt x="209" y="33"/>
                      <a:pt x="220" y="33"/>
                    </a:cubicBezTo>
                    <a:lnTo>
                      <a:pt x="228" y="33"/>
                    </a:lnTo>
                    <a:cubicBezTo>
                      <a:pt x="229" y="32"/>
                      <a:pt x="229" y="32"/>
                      <a:pt x="230" y="31"/>
                    </a:cubicBezTo>
                    <a:cubicBezTo>
                      <a:pt x="231" y="28"/>
                      <a:pt x="234" y="25"/>
                      <a:pt x="237" y="23"/>
                    </a:cubicBezTo>
                    <a:cubicBezTo>
                      <a:pt x="237" y="23"/>
                      <a:pt x="238" y="23"/>
                      <a:pt x="239" y="22"/>
                    </a:cubicBezTo>
                    <a:cubicBezTo>
                      <a:pt x="240" y="22"/>
                      <a:pt x="241" y="21"/>
                      <a:pt x="242" y="21"/>
                    </a:cubicBezTo>
                    <a:cubicBezTo>
                      <a:pt x="244" y="21"/>
                      <a:pt x="245" y="21"/>
                      <a:pt x="246" y="22"/>
                    </a:cubicBezTo>
                    <a:cubicBezTo>
                      <a:pt x="247" y="23"/>
                      <a:pt x="248" y="24"/>
                      <a:pt x="249" y="25"/>
                    </a:cubicBezTo>
                    <a:cubicBezTo>
                      <a:pt x="249" y="26"/>
                      <a:pt x="249" y="26"/>
                      <a:pt x="249" y="26"/>
                    </a:cubicBezTo>
                    <a:cubicBezTo>
                      <a:pt x="250" y="28"/>
                      <a:pt x="250" y="30"/>
                      <a:pt x="251" y="32"/>
                    </a:cubicBezTo>
                    <a:lnTo>
                      <a:pt x="290" y="29"/>
                    </a:lnTo>
                    <a:cubicBezTo>
                      <a:pt x="291" y="25"/>
                      <a:pt x="292" y="21"/>
                      <a:pt x="294" y="17"/>
                    </a:cubicBezTo>
                    <a:cubicBezTo>
                      <a:pt x="300" y="7"/>
                      <a:pt x="318" y="15"/>
                      <a:pt x="316" y="26"/>
                    </a:cubicBezTo>
                    <a:lnTo>
                      <a:pt x="351" y="22"/>
                    </a:lnTo>
                    <a:lnTo>
                      <a:pt x="351" y="21"/>
                    </a:lnTo>
                    <a:cubicBezTo>
                      <a:pt x="351" y="14"/>
                      <a:pt x="353" y="8"/>
                      <a:pt x="356" y="2"/>
                    </a:cubicBezTo>
                    <a:cubicBezTo>
                      <a:pt x="357" y="1"/>
                      <a:pt x="357" y="1"/>
                      <a:pt x="357" y="0"/>
                    </a:cubicBezTo>
                    <a:cubicBezTo>
                      <a:pt x="320" y="2"/>
                      <a:pt x="285" y="7"/>
                      <a:pt x="247" y="7"/>
                    </a:cubicBezTo>
                    <a:cubicBezTo>
                      <a:pt x="168" y="5"/>
                      <a:pt x="88" y="5"/>
                      <a:pt x="8" y="5"/>
                    </a:cubicBezTo>
                    <a:cubicBezTo>
                      <a:pt x="9" y="6"/>
                      <a:pt x="10" y="8"/>
                      <a:pt x="10" y="10"/>
                    </a:cubicBezTo>
                    <a:cubicBezTo>
                      <a:pt x="10" y="12"/>
                      <a:pt x="9" y="13"/>
                      <a:pt x="8" y="15"/>
                    </a:cubicBezTo>
                    <a:cubicBezTo>
                      <a:pt x="7" y="17"/>
                      <a:pt x="6" y="17"/>
                      <a:pt x="4" y="19"/>
                    </a:cubicBezTo>
                    <a:cubicBezTo>
                      <a:pt x="3" y="20"/>
                      <a:pt x="3" y="20"/>
                      <a:pt x="2"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9"/>
              <p:cNvSpPr/>
              <p:nvPr/>
            </p:nvSpPr>
            <p:spPr>
              <a:xfrm>
                <a:off x="2333525" y="-822815"/>
                <a:ext cx="14760" cy="1440"/>
              </a:xfrm>
              <a:custGeom>
                <a:rect b="b" l="l" r="r" t="t"/>
                <a:pathLst>
                  <a:path extrusionOk="0" h="4" w="41">
                    <a:moveTo>
                      <a:pt x="0" y="1"/>
                    </a:moveTo>
                    <a:cubicBezTo>
                      <a:pt x="10" y="1"/>
                      <a:pt x="20" y="1"/>
                      <a:pt x="29" y="3"/>
                    </a:cubicBezTo>
                    <a:lnTo>
                      <a:pt x="38" y="3"/>
                    </a:lnTo>
                    <a:lnTo>
                      <a:pt x="38" y="2"/>
                    </a:lnTo>
                    <a:cubicBezTo>
                      <a:pt x="39" y="1"/>
                      <a:pt x="39" y="1"/>
                      <a:pt x="40"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9"/>
              <p:cNvSpPr/>
              <p:nvPr/>
            </p:nvSpPr>
            <p:spPr>
              <a:xfrm>
                <a:off x="3029045" y="-867455"/>
                <a:ext cx="20880" cy="11880"/>
              </a:xfrm>
              <a:custGeom>
                <a:rect b="b" l="l" r="r" t="t"/>
                <a:pathLst>
                  <a:path extrusionOk="0" h="33" w="58">
                    <a:moveTo>
                      <a:pt x="39" y="21"/>
                    </a:moveTo>
                    <a:cubicBezTo>
                      <a:pt x="41" y="22"/>
                      <a:pt x="43" y="23"/>
                      <a:pt x="45" y="25"/>
                    </a:cubicBezTo>
                    <a:cubicBezTo>
                      <a:pt x="49" y="27"/>
                      <a:pt x="53" y="29"/>
                      <a:pt x="57" y="32"/>
                    </a:cubicBezTo>
                    <a:cubicBezTo>
                      <a:pt x="51" y="23"/>
                      <a:pt x="42" y="14"/>
                      <a:pt x="32" y="9"/>
                    </a:cubicBezTo>
                    <a:cubicBezTo>
                      <a:pt x="25" y="5"/>
                      <a:pt x="18" y="2"/>
                      <a:pt x="10" y="0"/>
                    </a:cubicBezTo>
                    <a:cubicBezTo>
                      <a:pt x="7" y="3"/>
                      <a:pt x="3" y="6"/>
                      <a:pt x="0" y="8"/>
                    </a:cubicBezTo>
                    <a:cubicBezTo>
                      <a:pt x="6" y="9"/>
                      <a:pt x="12" y="11"/>
                      <a:pt x="18" y="12"/>
                    </a:cubicBezTo>
                    <a:cubicBezTo>
                      <a:pt x="20" y="11"/>
                      <a:pt x="22" y="10"/>
                      <a:pt x="25" y="10"/>
                    </a:cubicBezTo>
                    <a:cubicBezTo>
                      <a:pt x="27" y="10"/>
                      <a:pt x="29" y="11"/>
                      <a:pt x="32" y="12"/>
                    </a:cubicBezTo>
                    <a:cubicBezTo>
                      <a:pt x="35" y="13"/>
                      <a:pt x="37" y="14"/>
                      <a:pt x="38" y="17"/>
                    </a:cubicBezTo>
                    <a:cubicBezTo>
                      <a:pt x="39" y="19"/>
                      <a:pt x="39" y="20"/>
                      <a:pt x="39"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9"/>
              <p:cNvSpPr/>
              <p:nvPr/>
            </p:nvSpPr>
            <p:spPr>
              <a:xfrm>
                <a:off x="3002045" y="-848015"/>
                <a:ext cx="11160" cy="3240"/>
              </a:xfrm>
              <a:custGeom>
                <a:rect b="b" l="l" r="r" t="t"/>
                <a:pathLst>
                  <a:path extrusionOk="0" h="9" w="31">
                    <a:moveTo>
                      <a:pt x="0" y="8"/>
                    </a:moveTo>
                    <a:cubicBezTo>
                      <a:pt x="9" y="5"/>
                      <a:pt x="19" y="2"/>
                      <a:pt x="30" y="0"/>
                    </a:cubicBezTo>
                    <a:lnTo>
                      <a:pt x="1" y="3"/>
                    </a:lnTo>
                    <a:lnTo>
                      <a:pt x="1" y="4"/>
                    </a:lnTo>
                    <a:cubicBezTo>
                      <a:pt x="1" y="5"/>
                      <a:pt x="0" y="7"/>
                      <a:pt x="0"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9"/>
              <p:cNvSpPr/>
              <p:nvPr/>
            </p:nvSpPr>
            <p:spPr>
              <a:xfrm>
                <a:off x="2352605" y="-822815"/>
                <a:ext cx="12240" cy="2520"/>
              </a:xfrm>
              <a:custGeom>
                <a:rect b="b" l="l" r="r" t="t"/>
                <a:pathLst>
                  <a:path extrusionOk="0" h="7" w="34">
                    <a:moveTo>
                      <a:pt x="0" y="1"/>
                    </a:moveTo>
                    <a:cubicBezTo>
                      <a:pt x="2" y="2"/>
                      <a:pt x="3" y="3"/>
                      <a:pt x="4" y="5"/>
                    </a:cubicBezTo>
                    <a:lnTo>
                      <a:pt x="4" y="6"/>
                    </a:lnTo>
                    <a:lnTo>
                      <a:pt x="32" y="6"/>
                    </a:lnTo>
                    <a:cubicBezTo>
                      <a:pt x="32" y="4"/>
                      <a:pt x="32" y="2"/>
                      <a:pt x="33" y="0"/>
                    </a:cubicBez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9"/>
              <p:cNvSpPr/>
              <p:nvPr/>
            </p:nvSpPr>
            <p:spPr>
              <a:xfrm>
                <a:off x="2506685" y="-827855"/>
                <a:ext cx="14040" cy="6480"/>
              </a:xfrm>
              <a:custGeom>
                <a:rect b="b" l="l" r="r" t="t"/>
                <a:pathLst>
                  <a:path extrusionOk="0" h="18" w="39">
                    <a:moveTo>
                      <a:pt x="36" y="17"/>
                    </a:moveTo>
                    <a:cubicBezTo>
                      <a:pt x="36" y="11"/>
                      <a:pt x="36" y="6"/>
                      <a:pt x="38" y="0"/>
                    </a:cubicBezTo>
                    <a:lnTo>
                      <a:pt x="0" y="4"/>
                    </a:lnTo>
                    <a:cubicBezTo>
                      <a:pt x="1" y="8"/>
                      <a:pt x="1" y="12"/>
                      <a:pt x="2" y="16"/>
                    </a:cubicBezTo>
                    <a:lnTo>
                      <a:pt x="36"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9"/>
              <p:cNvSpPr/>
              <p:nvPr/>
            </p:nvSpPr>
            <p:spPr>
              <a:xfrm>
                <a:off x="2526845" y="-828575"/>
                <a:ext cx="44640" cy="8640"/>
              </a:xfrm>
              <a:custGeom>
                <a:rect b="b" l="l" r="r" t="t"/>
                <a:pathLst>
                  <a:path extrusionOk="0" h="24" w="124">
                    <a:moveTo>
                      <a:pt x="0" y="20"/>
                    </a:moveTo>
                    <a:lnTo>
                      <a:pt x="47" y="22"/>
                    </a:lnTo>
                    <a:cubicBezTo>
                      <a:pt x="47" y="19"/>
                      <a:pt x="48" y="15"/>
                      <a:pt x="50" y="12"/>
                    </a:cubicBezTo>
                    <a:cubicBezTo>
                      <a:pt x="51" y="9"/>
                      <a:pt x="54" y="6"/>
                      <a:pt x="57" y="4"/>
                    </a:cubicBezTo>
                    <a:cubicBezTo>
                      <a:pt x="58" y="4"/>
                      <a:pt x="59" y="4"/>
                      <a:pt x="60" y="4"/>
                    </a:cubicBezTo>
                    <a:cubicBezTo>
                      <a:pt x="62" y="4"/>
                      <a:pt x="63" y="4"/>
                      <a:pt x="64" y="5"/>
                    </a:cubicBezTo>
                    <a:cubicBezTo>
                      <a:pt x="65" y="5"/>
                      <a:pt x="65" y="5"/>
                      <a:pt x="66" y="6"/>
                    </a:cubicBezTo>
                    <a:cubicBezTo>
                      <a:pt x="66" y="7"/>
                      <a:pt x="67" y="8"/>
                      <a:pt x="68" y="9"/>
                    </a:cubicBezTo>
                    <a:cubicBezTo>
                      <a:pt x="69" y="12"/>
                      <a:pt x="70" y="15"/>
                      <a:pt x="70" y="18"/>
                    </a:cubicBezTo>
                    <a:cubicBezTo>
                      <a:pt x="70" y="20"/>
                      <a:pt x="70" y="22"/>
                      <a:pt x="70" y="23"/>
                    </a:cubicBezTo>
                    <a:lnTo>
                      <a:pt x="106" y="23"/>
                    </a:lnTo>
                    <a:lnTo>
                      <a:pt x="115" y="23"/>
                    </a:lnTo>
                    <a:cubicBezTo>
                      <a:pt x="115" y="17"/>
                      <a:pt x="117" y="10"/>
                      <a:pt x="120" y="4"/>
                    </a:cubicBezTo>
                    <a:cubicBezTo>
                      <a:pt x="121" y="3"/>
                      <a:pt x="122" y="1"/>
                      <a:pt x="123" y="0"/>
                    </a:cubicBezTo>
                    <a:lnTo>
                      <a:pt x="12" y="0"/>
                    </a:lnTo>
                    <a:lnTo>
                      <a:pt x="2" y="0"/>
                    </a:lnTo>
                    <a:cubicBezTo>
                      <a:pt x="2" y="7"/>
                      <a:pt x="1" y="14"/>
                      <a:pt x="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9"/>
              <p:cNvSpPr/>
              <p:nvPr/>
            </p:nvSpPr>
            <p:spPr>
              <a:xfrm>
                <a:off x="2494805" y="-825695"/>
                <a:ext cx="3600" cy="3600"/>
              </a:xfrm>
              <a:custGeom>
                <a:rect b="b" l="l" r="r" t="t"/>
                <a:pathLst>
                  <a:path extrusionOk="0" h="10" w="10">
                    <a:moveTo>
                      <a:pt x="8" y="9"/>
                    </a:moveTo>
                    <a:cubicBezTo>
                      <a:pt x="8" y="6"/>
                      <a:pt x="9" y="3"/>
                      <a:pt x="9" y="0"/>
                    </a:cubicBezTo>
                    <a:lnTo>
                      <a:pt x="2" y="0"/>
                    </a:lnTo>
                    <a:cubicBezTo>
                      <a:pt x="2" y="3"/>
                      <a:pt x="1" y="6"/>
                      <a:pt x="0" y="9"/>
                    </a:cubicBezTo>
                    <a:lnTo>
                      <a:pt x="8"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9"/>
              <p:cNvSpPr/>
              <p:nvPr/>
            </p:nvSpPr>
            <p:spPr>
              <a:xfrm>
                <a:off x="3017885" y="-868175"/>
                <a:ext cx="15120" cy="7560"/>
              </a:xfrm>
              <a:custGeom>
                <a:rect b="b" l="l" r="r" t="t"/>
                <a:pathLst>
                  <a:path extrusionOk="0" h="21" w="42">
                    <a:moveTo>
                      <a:pt x="8" y="19"/>
                    </a:moveTo>
                    <a:lnTo>
                      <a:pt x="12" y="18"/>
                    </a:lnTo>
                    <a:cubicBezTo>
                      <a:pt x="13" y="17"/>
                      <a:pt x="13" y="17"/>
                      <a:pt x="13" y="16"/>
                    </a:cubicBezTo>
                    <a:cubicBezTo>
                      <a:pt x="14" y="14"/>
                      <a:pt x="16" y="12"/>
                      <a:pt x="19" y="11"/>
                    </a:cubicBezTo>
                    <a:cubicBezTo>
                      <a:pt x="21" y="10"/>
                      <a:pt x="24" y="9"/>
                      <a:pt x="26" y="9"/>
                    </a:cubicBezTo>
                    <a:cubicBezTo>
                      <a:pt x="27" y="9"/>
                      <a:pt x="29" y="9"/>
                      <a:pt x="30" y="9"/>
                    </a:cubicBezTo>
                    <a:lnTo>
                      <a:pt x="31" y="9"/>
                    </a:lnTo>
                    <a:cubicBezTo>
                      <a:pt x="34" y="7"/>
                      <a:pt x="38" y="5"/>
                      <a:pt x="41" y="2"/>
                    </a:cubicBezTo>
                    <a:cubicBezTo>
                      <a:pt x="35" y="1"/>
                      <a:pt x="28" y="0"/>
                      <a:pt x="22" y="0"/>
                    </a:cubicBezTo>
                    <a:lnTo>
                      <a:pt x="21" y="0"/>
                    </a:lnTo>
                    <a:cubicBezTo>
                      <a:pt x="19" y="2"/>
                      <a:pt x="16" y="5"/>
                      <a:pt x="14" y="6"/>
                    </a:cubicBezTo>
                    <a:cubicBezTo>
                      <a:pt x="11" y="8"/>
                      <a:pt x="9" y="8"/>
                      <a:pt x="6" y="9"/>
                    </a:cubicBezTo>
                    <a:cubicBezTo>
                      <a:pt x="0" y="11"/>
                      <a:pt x="1" y="20"/>
                      <a:pt x="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9"/>
              <p:cNvSpPr/>
              <p:nvPr/>
            </p:nvSpPr>
            <p:spPr>
              <a:xfrm>
                <a:off x="3043085" y="-859535"/>
                <a:ext cx="7560" cy="11520"/>
              </a:xfrm>
              <a:custGeom>
                <a:rect b="b" l="l" r="r" t="t"/>
                <a:pathLst>
                  <a:path extrusionOk="0" h="32" w="21">
                    <a:moveTo>
                      <a:pt x="1" y="28"/>
                    </a:moveTo>
                    <a:cubicBezTo>
                      <a:pt x="3" y="27"/>
                      <a:pt x="5" y="27"/>
                      <a:pt x="7" y="27"/>
                    </a:cubicBezTo>
                    <a:cubicBezTo>
                      <a:pt x="9" y="27"/>
                      <a:pt x="12" y="28"/>
                      <a:pt x="15" y="29"/>
                    </a:cubicBezTo>
                    <a:cubicBezTo>
                      <a:pt x="16" y="30"/>
                      <a:pt x="16" y="30"/>
                      <a:pt x="17" y="31"/>
                    </a:cubicBezTo>
                    <a:cubicBezTo>
                      <a:pt x="17" y="30"/>
                      <a:pt x="18" y="30"/>
                      <a:pt x="18" y="30"/>
                    </a:cubicBezTo>
                    <a:cubicBezTo>
                      <a:pt x="19" y="27"/>
                      <a:pt x="20" y="24"/>
                      <a:pt x="20" y="21"/>
                    </a:cubicBezTo>
                    <a:cubicBezTo>
                      <a:pt x="20" y="18"/>
                      <a:pt x="19" y="15"/>
                      <a:pt x="18" y="13"/>
                    </a:cubicBezTo>
                    <a:cubicBezTo>
                      <a:pt x="18" y="12"/>
                      <a:pt x="17" y="12"/>
                      <a:pt x="17" y="11"/>
                    </a:cubicBezTo>
                    <a:cubicBezTo>
                      <a:pt x="13" y="8"/>
                      <a:pt x="9" y="6"/>
                      <a:pt x="5" y="4"/>
                    </a:cubicBezTo>
                    <a:cubicBezTo>
                      <a:pt x="3" y="2"/>
                      <a:pt x="2" y="1"/>
                      <a:pt x="0" y="0"/>
                    </a:cubicBezTo>
                    <a:cubicBezTo>
                      <a:pt x="0" y="1"/>
                      <a:pt x="0" y="1"/>
                      <a:pt x="0" y="2"/>
                    </a:cubicBezTo>
                    <a:lnTo>
                      <a:pt x="0" y="3"/>
                    </a:lnTo>
                    <a:cubicBezTo>
                      <a:pt x="0" y="11"/>
                      <a:pt x="1" y="19"/>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9"/>
              <p:cNvSpPr/>
              <p:nvPr/>
            </p:nvSpPr>
            <p:spPr>
              <a:xfrm>
                <a:off x="3022205" y="-864575"/>
                <a:ext cx="13680" cy="14040"/>
              </a:xfrm>
              <a:custGeom>
                <a:rect b="b" l="l" r="r" t="t"/>
                <a:pathLst>
                  <a:path extrusionOk="0" h="39" w="38">
                    <a:moveTo>
                      <a:pt x="19" y="35"/>
                    </a:moveTo>
                    <a:cubicBezTo>
                      <a:pt x="23" y="36"/>
                      <a:pt x="28" y="37"/>
                      <a:pt x="32" y="38"/>
                    </a:cubicBezTo>
                    <a:cubicBezTo>
                      <a:pt x="32" y="32"/>
                      <a:pt x="32" y="26"/>
                      <a:pt x="32" y="20"/>
                    </a:cubicBezTo>
                    <a:cubicBezTo>
                      <a:pt x="32" y="19"/>
                      <a:pt x="32" y="18"/>
                      <a:pt x="32" y="17"/>
                    </a:cubicBezTo>
                    <a:cubicBezTo>
                      <a:pt x="32" y="16"/>
                      <a:pt x="32" y="15"/>
                      <a:pt x="32" y="14"/>
                    </a:cubicBezTo>
                    <a:cubicBezTo>
                      <a:pt x="32" y="12"/>
                      <a:pt x="33" y="10"/>
                      <a:pt x="34" y="8"/>
                    </a:cubicBezTo>
                    <a:cubicBezTo>
                      <a:pt x="35" y="7"/>
                      <a:pt x="36" y="5"/>
                      <a:pt x="37" y="4"/>
                    </a:cubicBezTo>
                    <a:cubicBezTo>
                      <a:pt x="32" y="3"/>
                      <a:pt x="26" y="1"/>
                      <a:pt x="20" y="0"/>
                    </a:cubicBezTo>
                    <a:cubicBezTo>
                      <a:pt x="19" y="1"/>
                      <a:pt x="18" y="1"/>
                      <a:pt x="17" y="2"/>
                    </a:cubicBezTo>
                    <a:cubicBezTo>
                      <a:pt x="12" y="5"/>
                      <a:pt x="7" y="7"/>
                      <a:pt x="1" y="8"/>
                    </a:cubicBezTo>
                    <a:cubicBezTo>
                      <a:pt x="1" y="10"/>
                      <a:pt x="0" y="11"/>
                      <a:pt x="0" y="12"/>
                    </a:cubicBezTo>
                    <a:lnTo>
                      <a:pt x="5" y="12"/>
                    </a:lnTo>
                    <a:cubicBezTo>
                      <a:pt x="7" y="13"/>
                      <a:pt x="10" y="13"/>
                      <a:pt x="12" y="15"/>
                    </a:cubicBezTo>
                    <a:cubicBezTo>
                      <a:pt x="14" y="16"/>
                      <a:pt x="16" y="18"/>
                      <a:pt x="18" y="21"/>
                    </a:cubicBezTo>
                    <a:cubicBezTo>
                      <a:pt x="20" y="24"/>
                      <a:pt x="20" y="26"/>
                      <a:pt x="20" y="29"/>
                    </a:cubicBezTo>
                    <a:cubicBezTo>
                      <a:pt x="20" y="31"/>
                      <a:pt x="20" y="33"/>
                      <a:pt x="19"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9"/>
              <p:cNvSpPr/>
              <p:nvPr/>
            </p:nvSpPr>
            <p:spPr>
              <a:xfrm>
                <a:off x="3022205" y="-864935"/>
                <a:ext cx="7200" cy="3600"/>
              </a:xfrm>
              <a:custGeom>
                <a:rect b="b" l="l" r="r" t="t"/>
                <a:pathLst>
                  <a:path extrusionOk="0" h="10" w="20">
                    <a:moveTo>
                      <a:pt x="18" y="0"/>
                    </a:moveTo>
                    <a:cubicBezTo>
                      <a:pt x="17" y="0"/>
                      <a:pt x="15" y="0"/>
                      <a:pt x="14" y="0"/>
                    </a:cubicBezTo>
                    <a:cubicBezTo>
                      <a:pt x="12" y="0"/>
                      <a:pt x="10" y="1"/>
                      <a:pt x="7" y="2"/>
                    </a:cubicBezTo>
                    <a:cubicBezTo>
                      <a:pt x="4" y="3"/>
                      <a:pt x="2" y="5"/>
                      <a:pt x="1" y="7"/>
                    </a:cubicBezTo>
                    <a:cubicBezTo>
                      <a:pt x="1" y="8"/>
                      <a:pt x="1" y="8"/>
                      <a:pt x="0" y="9"/>
                    </a:cubicBezTo>
                    <a:cubicBezTo>
                      <a:pt x="6" y="7"/>
                      <a:pt x="11" y="5"/>
                      <a:pt x="16" y="2"/>
                    </a:cubicBezTo>
                    <a:cubicBezTo>
                      <a:pt x="17" y="2"/>
                      <a:pt x="18" y="1"/>
                      <a:pt x="19" y="0"/>
                    </a:cubicBezTo>
                    <a:lnTo>
                      <a:pt x="1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9"/>
              <p:cNvSpPr/>
              <p:nvPr/>
            </p:nvSpPr>
            <p:spPr>
              <a:xfrm>
                <a:off x="2474285" y="-833975"/>
                <a:ext cx="14400" cy="9360"/>
              </a:xfrm>
              <a:custGeom>
                <a:rect b="b" l="l" r="r" t="t"/>
                <a:pathLst>
                  <a:path extrusionOk="0" h="26" w="40">
                    <a:moveTo>
                      <a:pt x="0" y="25"/>
                    </a:moveTo>
                    <a:cubicBezTo>
                      <a:pt x="10" y="25"/>
                      <a:pt x="21" y="25"/>
                      <a:pt x="32" y="24"/>
                    </a:cubicBezTo>
                    <a:cubicBezTo>
                      <a:pt x="33" y="18"/>
                      <a:pt x="34" y="13"/>
                      <a:pt x="35" y="7"/>
                    </a:cubicBezTo>
                    <a:cubicBezTo>
                      <a:pt x="35" y="7"/>
                      <a:pt x="36" y="6"/>
                      <a:pt x="36" y="5"/>
                    </a:cubicBezTo>
                    <a:cubicBezTo>
                      <a:pt x="37" y="4"/>
                      <a:pt x="38" y="2"/>
                      <a:pt x="39" y="2"/>
                    </a:cubicBezTo>
                    <a:lnTo>
                      <a:pt x="2" y="0"/>
                    </a:lnTo>
                    <a:cubicBezTo>
                      <a:pt x="2" y="9"/>
                      <a:pt x="1" y="17"/>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9"/>
              <p:cNvSpPr/>
              <p:nvPr/>
            </p:nvSpPr>
            <p:spPr>
              <a:xfrm>
                <a:off x="2313365" y="-832895"/>
                <a:ext cx="131400" cy="10800"/>
              </a:xfrm>
              <a:custGeom>
                <a:rect b="b" l="l" r="r" t="t"/>
                <a:pathLst>
                  <a:path extrusionOk="0" h="30" w="365">
                    <a:moveTo>
                      <a:pt x="2" y="27"/>
                    </a:moveTo>
                    <a:lnTo>
                      <a:pt x="31" y="27"/>
                    </a:lnTo>
                    <a:lnTo>
                      <a:pt x="31" y="25"/>
                    </a:lnTo>
                    <a:cubicBezTo>
                      <a:pt x="31" y="23"/>
                      <a:pt x="32" y="22"/>
                      <a:pt x="33" y="20"/>
                    </a:cubicBezTo>
                    <a:cubicBezTo>
                      <a:pt x="34" y="19"/>
                      <a:pt x="35" y="18"/>
                      <a:pt x="37" y="16"/>
                    </a:cubicBezTo>
                    <a:cubicBezTo>
                      <a:pt x="39" y="15"/>
                      <a:pt x="41" y="14"/>
                      <a:pt x="43" y="14"/>
                    </a:cubicBezTo>
                    <a:cubicBezTo>
                      <a:pt x="45" y="14"/>
                      <a:pt x="46" y="14"/>
                      <a:pt x="48" y="15"/>
                    </a:cubicBezTo>
                    <a:cubicBezTo>
                      <a:pt x="49" y="16"/>
                      <a:pt x="49" y="15"/>
                      <a:pt x="51" y="16"/>
                    </a:cubicBezTo>
                    <a:cubicBezTo>
                      <a:pt x="53" y="17"/>
                      <a:pt x="53" y="18"/>
                      <a:pt x="54" y="20"/>
                    </a:cubicBezTo>
                    <a:lnTo>
                      <a:pt x="54" y="21"/>
                    </a:lnTo>
                    <a:cubicBezTo>
                      <a:pt x="55" y="23"/>
                      <a:pt x="55" y="25"/>
                      <a:pt x="55" y="26"/>
                    </a:cubicBezTo>
                    <a:lnTo>
                      <a:pt x="95" y="26"/>
                    </a:lnTo>
                    <a:cubicBezTo>
                      <a:pt x="95" y="26"/>
                      <a:pt x="95" y="27"/>
                      <a:pt x="96" y="26"/>
                    </a:cubicBezTo>
                    <a:cubicBezTo>
                      <a:pt x="97" y="26"/>
                      <a:pt x="99" y="24"/>
                      <a:pt x="101" y="24"/>
                    </a:cubicBezTo>
                    <a:cubicBezTo>
                      <a:pt x="103" y="24"/>
                      <a:pt x="105" y="25"/>
                      <a:pt x="107" y="26"/>
                    </a:cubicBezTo>
                    <a:lnTo>
                      <a:pt x="108" y="26"/>
                    </a:lnTo>
                    <a:lnTo>
                      <a:pt x="141" y="26"/>
                    </a:lnTo>
                    <a:cubicBezTo>
                      <a:pt x="141" y="25"/>
                      <a:pt x="141" y="24"/>
                      <a:pt x="141" y="23"/>
                    </a:cubicBezTo>
                    <a:cubicBezTo>
                      <a:pt x="143" y="13"/>
                      <a:pt x="156" y="16"/>
                      <a:pt x="159" y="24"/>
                    </a:cubicBezTo>
                    <a:lnTo>
                      <a:pt x="159" y="26"/>
                    </a:lnTo>
                    <a:lnTo>
                      <a:pt x="190" y="26"/>
                    </a:lnTo>
                    <a:cubicBezTo>
                      <a:pt x="193" y="13"/>
                      <a:pt x="198" y="4"/>
                      <a:pt x="207" y="7"/>
                    </a:cubicBezTo>
                    <a:cubicBezTo>
                      <a:pt x="208" y="7"/>
                      <a:pt x="208" y="8"/>
                      <a:pt x="209" y="8"/>
                    </a:cubicBezTo>
                    <a:cubicBezTo>
                      <a:pt x="210" y="9"/>
                      <a:pt x="211" y="10"/>
                      <a:pt x="212" y="11"/>
                    </a:cubicBezTo>
                    <a:cubicBezTo>
                      <a:pt x="213" y="12"/>
                      <a:pt x="213" y="14"/>
                      <a:pt x="213" y="15"/>
                    </a:cubicBezTo>
                    <a:cubicBezTo>
                      <a:pt x="213" y="17"/>
                      <a:pt x="213" y="19"/>
                      <a:pt x="212" y="20"/>
                    </a:cubicBezTo>
                    <a:cubicBezTo>
                      <a:pt x="213" y="18"/>
                      <a:pt x="212" y="24"/>
                      <a:pt x="212" y="28"/>
                    </a:cubicBezTo>
                    <a:lnTo>
                      <a:pt x="257" y="29"/>
                    </a:lnTo>
                    <a:lnTo>
                      <a:pt x="258" y="28"/>
                    </a:lnTo>
                    <a:cubicBezTo>
                      <a:pt x="259" y="28"/>
                      <a:pt x="261" y="27"/>
                      <a:pt x="263" y="27"/>
                    </a:cubicBezTo>
                    <a:cubicBezTo>
                      <a:pt x="264" y="27"/>
                      <a:pt x="266" y="28"/>
                      <a:pt x="268" y="28"/>
                    </a:cubicBezTo>
                    <a:lnTo>
                      <a:pt x="268" y="29"/>
                    </a:lnTo>
                    <a:lnTo>
                      <a:pt x="277" y="29"/>
                    </a:lnTo>
                    <a:cubicBezTo>
                      <a:pt x="289" y="29"/>
                      <a:pt x="301" y="29"/>
                      <a:pt x="313" y="29"/>
                    </a:cubicBezTo>
                    <a:cubicBezTo>
                      <a:pt x="313" y="26"/>
                      <a:pt x="313" y="24"/>
                      <a:pt x="314" y="22"/>
                    </a:cubicBezTo>
                    <a:cubicBezTo>
                      <a:pt x="316" y="13"/>
                      <a:pt x="331" y="13"/>
                      <a:pt x="331" y="23"/>
                    </a:cubicBezTo>
                    <a:cubicBezTo>
                      <a:pt x="331" y="25"/>
                      <a:pt x="331" y="26"/>
                      <a:pt x="331" y="28"/>
                    </a:cubicBezTo>
                    <a:lnTo>
                      <a:pt x="361" y="26"/>
                    </a:lnTo>
                    <a:lnTo>
                      <a:pt x="361" y="25"/>
                    </a:lnTo>
                    <a:cubicBezTo>
                      <a:pt x="361" y="17"/>
                      <a:pt x="362" y="9"/>
                      <a:pt x="364" y="1"/>
                    </a:cubicBezTo>
                    <a:cubicBezTo>
                      <a:pt x="342" y="3"/>
                      <a:pt x="320" y="3"/>
                      <a:pt x="298" y="3"/>
                    </a:cubicBezTo>
                    <a:cubicBezTo>
                      <a:pt x="286" y="3"/>
                      <a:pt x="274" y="3"/>
                      <a:pt x="261" y="3"/>
                    </a:cubicBezTo>
                    <a:cubicBezTo>
                      <a:pt x="180" y="0"/>
                      <a:pt x="98" y="1"/>
                      <a:pt x="17" y="1"/>
                    </a:cubicBezTo>
                    <a:lnTo>
                      <a:pt x="0" y="1"/>
                    </a:lnTo>
                    <a:cubicBezTo>
                      <a:pt x="0" y="1"/>
                      <a:pt x="1" y="1"/>
                      <a:pt x="1" y="2"/>
                    </a:cubicBezTo>
                    <a:cubicBezTo>
                      <a:pt x="1" y="3"/>
                      <a:pt x="2" y="4"/>
                      <a:pt x="2" y="5"/>
                    </a:cubicBezTo>
                    <a:cubicBezTo>
                      <a:pt x="3" y="9"/>
                      <a:pt x="4" y="13"/>
                      <a:pt x="4" y="16"/>
                    </a:cubicBezTo>
                    <a:cubicBezTo>
                      <a:pt x="4" y="20"/>
                      <a:pt x="3" y="24"/>
                      <a:pt x="2"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9"/>
              <p:cNvSpPr/>
              <p:nvPr/>
            </p:nvSpPr>
            <p:spPr>
              <a:xfrm>
                <a:off x="2453405" y="-833615"/>
                <a:ext cx="14040" cy="10440"/>
              </a:xfrm>
              <a:custGeom>
                <a:rect b="b" l="l" r="r" t="t"/>
                <a:pathLst>
                  <a:path extrusionOk="0" h="29" w="39">
                    <a:moveTo>
                      <a:pt x="0" y="15"/>
                    </a:moveTo>
                    <a:cubicBezTo>
                      <a:pt x="0" y="19"/>
                      <a:pt x="0" y="24"/>
                      <a:pt x="0" y="28"/>
                    </a:cubicBezTo>
                    <a:lnTo>
                      <a:pt x="31" y="26"/>
                    </a:lnTo>
                    <a:cubicBezTo>
                      <a:pt x="32" y="17"/>
                      <a:pt x="34" y="8"/>
                      <a:pt x="38" y="0"/>
                    </a:cubicBezTo>
                    <a:lnTo>
                      <a:pt x="26" y="0"/>
                    </a:lnTo>
                    <a:lnTo>
                      <a:pt x="1" y="2"/>
                    </a:lnTo>
                    <a:cubicBezTo>
                      <a:pt x="2" y="4"/>
                      <a:pt x="3" y="6"/>
                      <a:pt x="3" y="7"/>
                    </a:cubicBezTo>
                    <a:cubicBezTo>
                      <a:pt x="3" y="9"/>
                      <a:pt x="2" y="12"/>
                      <a:pt x="1" y="13"/>
                    </a:cubicBezTo>
                    <a:cubicBezTo>
                      <a:pt x="1" y="14"/>
                      <a:pt x="0" y="14"/>
                      <a:pt x="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9"/>
              <p:cNvSpPr/>
              <p:nvPr/>
            </p:nvSpPr>
            <p:spPr>
              <a:xfrm>
                <a:off x="2493725" y="-860615"/>
                <a:ext cx="527040" cy="35640"/>
              </a:xfrm>
              <a:custGeom>
                <a:rect b="b" l="l" r="r" t="t"/>
                <a:pathLst>
                  <a:path extrusionOk="0" h="99" w="1464">
                    <a:moveTo>
                      <a:pt x="0" y="77"/>
                    </a:moveTo>
                    <a:cubicBezTo>
                      <a:pt x="1" y="78"/>
                      <a:pt x="1" y="79"/>
                      <a:pt x="2" y="80"/>
                    </a:cubicBezTo>
                    <a:cubicBezTo>
                      <a:pt x="4" y="83"/>
                      <a:pt x="5" y="88"/>
                      <a:pt x="5" y="93"/>
                    </a:cubicBezTo>
                    <a:cubicBezTo>
                      <a:pt x="5" y="94"/>
                      <a:pt x="5" y="96"/>
                      <a:pt x="5" y="98"/>
                    </a:cubicBezTo>
                    <a:lnTo>
                      <a:pt x="12" y="98"/>
                    </a:lnTo>
                    <a:cubicBezTo>
                      <a:pt x="13" y="94"/>
                      <a:pt x="15" y="90"/>
                      <a:pt x="17" y="86"/>
                    </a:cubicBezTo>
                    <a:cubicBezTo>
                      <a:pt x="21" y="80"/>
                      <a:pt x="30" y="83"/>
                      <a:pt x="33" y="89"/>
                    </a:cubicBezTo>
                    <a:cubicBezTo>
                      <a:pt x="34" y="91"/>
                      <a:pt x="35" y="93"/>
                      <a:pt x="36" y="96"/>
                    </a:cubicBezTo>
                    <a:lnTo>
                      <a:pt x="74" y="92"/>
                    </a:lnTo>
                    <a:cubicBezTo>
                      <a:pt x="74" y="89"/>
                      <a:pt x="75" y="85"/>
                      <a:pt x="76" y="81"/>
                    </a:cubicBezTo>
                    <a:cubicBezTo>
                      <a:pt x="78" y="72"/>
                      <a:pt x="93" y="74"/>
                      <a:pt x="94" y="83"/>
                    </a:cubicBezTo>
                    <a:cubicBezTo>
                      <a:pt x="94" y="84"/>
                      <a:pt x="94" y="85"/>
                      <a:pt x="94" y="87"/>
                    </a:cubicBezTo>
                    <a:cubicBezTo>
                      <a:pt x="94" y="88"/>
                      <a:pt x="94" y="90"/>
                      <a:pt x="94" y="91"/>
                    </a:cubicBezTo>
                    <a:lnTo>
                      <a:pt x="104" y="91"/>
                    </a:lnTo>
                    <a:lnTo>
                      <a:pt x="215" y="91"/>
                    </a:lnTo>
                    <a:cubicBezTo>
                      <a:pt x="217" y="88"/>
                      <a:pt x="220" y="86"/>
                      <a:pt x="223" y="84"/>
                    </a:cubicBezTo>
                    <a:cubicBezTo>
                      <a:pt x="224" y="84"/>
                      <a:pt x="226" y="83"/>
                      <a:pt x="227" y="82"/>
                    </a:cubicBezTo>
                    <a:cubicBezTo>
                      <a:pt x="228" y="82"/>
                      <a:pt x="228" y="82"/>
                      <a:pt x="229" y="82"/>
                    </a:cubicBezTo>
                    <a:cubicBezTo>
                      <a:pt x="230" y="82"/>
                      <a:pt x="232" y="82"/>
                      <a:pt x="233" y="83"/>
                    </a:cubicBezTo>
                    <a:cubicBezTo>
                      <a:pt x="234" y="84"/>
                      <a:pt x="235" y="85"/>
                      <a:pt x="235" y="86"/>
                    </a:cubicBezTo>
                    <a:lnTo>
                      <a:pt x="236" y="87"/>
                    </a:lnTo>
                    <a:lnTo>
                      <a:pt x="236" y="91"/>
                    </a:lnTo>
                    <a:lnTo>
                      <a:pt x="237" y="91"/>
                    </a:lnTo>
                    <a:lnTo>
                      <a:pt x="338" y="91"/>
                    </a:lnTo>
                    <a:lnTo>
                      <a:pt x="340" y="91"/>
                    </a:lnTo>
                    <a:lnTo>
                      <a:pt x="341" y="91"/>
                    </a:lnTo>
                    <a:cubicBezTo>
                      <a:pt x="342" y="91"/>
                      <a:pt x="342" y="91"/>
                      <a:pt x="343" y="91"/>
                    </a:cubicBezTo>
                    <a:lnTo>
                      <a:pt x="388" y="91"/>
                    </a:lnTo>
                    <a:cubicBezTo>
                      <a:pt x="389" y="89"/>
                      <a:pt x="390" y="87"/>
                      <a:pt x="391" y="85"/>
                    </a:cubicBezTo>
                    <a:cubicBezTo>
                      <a:pt x="392" y="84"/>
                      <a:pt x="392" y="83"/>
                      <a:pt x="393" y="82"/>
                    </a:cubicBezTo>
                    <a:cubicBezTo>
                      <a:pt x="393" y="81"/>
                      <a:pt x="394" y="81"/>
                      <a:pt x="395" y="80"/>
                    </a:cubicBezTo>
                    <a:cubicBezTo>
                      <a:pt x="395" y="80"/>
                      <a:pt x="396" y="80"/>
                      <a:pt x="397" y="80"/>
                    </a:cubicBezTo>
                    <a:cubicBezTo>
                      <a:pt x="398" y="80"/>
                      <a:pt x="399" y="79"/>
                      <a:pt x="400" y="80"/>
                    </a:cubicBezTo>
                    <a:cubicBezTo>
                      <a:pt x="401" y="81"/>
                      <a:pt x="401" y="81"/>
                      <a:pt x="401" y="82"/>
                    </a:cubicBezTo>
                    <a:cubicBezTo>
                      <a:pt x="402" y="82"/>
                      <a:pt x="402" y="83"/>
                      <a:pt x="403" y="84"/>
                    </a:cubicBezTo>
                    <a:cubicBezTo>
                      <a:pt x="404" y="86"/>
                      <a:pt x="405" y="88"/>
                      <a:pt x="406" y="91"/>
                    </a:cubicBezTo>
                    <a:lnTo>
                      <a:pt x="499" y="91"/>
                    </a:lnTo>
                    <a:lnTo>
                      <a:pt x="519" y="91"/>
                    </a:lnTo>
                    <a:cubicBezTo>
                      <a:pt x="520" y="89"/>
                      <a:pt x="521" y="88"/>
                      <a:pt x="523" y="87"/>
                    </a:cubicBezTo>
                    <a:cubicBezTo>
                      <a:pt x="525" y="86"/>
                      <a:pt x="527" y="85"/>
                      <a:pt x="529" y="85"/>
                    </a:cubicBezTo>
                    <a:cubicBezTo>
                      <a:pt x="530" y="85"/>
                      <a:pt x="530" y="85"/>
                      <a:pt x="531" y="85"/>
                    </a:cubicBezTo>
                    <a:lnTo>
                      <a:pt x="535" y="85"/>
                    </a:lnTo>
                    <a:cubicBezTo>
                      <a:pt x="536" y="85"/>
                      <a:pt x="537" y="86"/>
                      <a:pt x="538" y="86"/>
                    </a:cubicBezTo>
                    <a:cubicBezTo>
                      <a:pt x="540" y="87"/>
                      <a:pt x="541" y="88"/>
                      <a:pt x="542" y="90"/>
                    </a:cubicBezTo>
                    <a:cubicBezTo>
                      <a:pt x="621" y="90"/>
                      <a:pt x="701" y="90"/>
                      <a:pt x="781" y="92"/>
                    </a:cubicBezTo>
                    <a:cubicBezTo>
                      <a:pt x="818" y="92"/>
                      <a:pt x="854" y="87"/>
                      <a:pt x="891" y="85"/>
                    </a:cubicBezTo>
                    <a:cubicBezTo>
                      <a:pt x="892" y="85"/>
                      <a:pt x="892" y="84"/>
                      <a:pt x="893" y="84"/>
                    </a:cubicBezTo>
                    <a:cubicBezTo>
                      <a:pt x="894" y="83"/>
                      <a:pt x="896" y="83"/>
                      <a:pt x="897" y="83"/>
                    </a:cubicBezTo>
                    <a:cubicBezTo>
                      <a:pt x="898" y="83"/>
                      <a:pt x="900" y="83"/>
                      <a:pt x="901" y="84"/>
                    </a:cubicBezTo>
                    <a:cubicBezTo>
                      <a:pt x="902" y="84"/>
                      <a:pt x="903" y="85"/>
                      <a:pt x="903" y="85"/>
                    </a:cubicBezTo>
                    <a:cubicBezTo>
                      <a:pt x="923" y="85"/>
                      <a:pt x="941" y="87"/>
                      <a:pt x="961" y="87"/>
                    </a:cubicBezTo>
                    <a:lnTo>
                      <a:pt x="962" y="83"/>
                    </a:lnTo>
                    <a:cubicBezTo>
                      <a:pt x="962" y="83"/>
                      <a:pt x="961" y="83"/>
                      <a:pt x="962" y="82"/>
                    </a:cubicBezTo>
                    <a:cubicBezTo>
                      <a:pt x="963" y="81"/>
                      <a:pt x="963" y="80"/>
                      <a:pt x="965" y="79"/>
                    </a:cubicBezTo>
                    <a:cubicBezTo>
                      <a:pt x="967" y="78"/>
                      <a:pt x="968" y="78"/>
                      <a:pt x="970" y="78"/>
                    </a:cubicBezTo>
                    <a:cubicBezTo>
                      <a:pt x="971" y="78"/>
                      <a:pt x="972" y="78"/>
                      <a:pt x="974" y="79"/>
                    </a:cubicBezTo>
                    <a:cubicBezTo>
                      <a:pt x="976" y="80"/>
                      <a:pt x="976" y="81"/>
                      <a:pt x="977" y="82"/>
                    </a:cubicBezTo>
                    <a:cubicBezTo>
                      <a:pt x="977" y="83"/>
                      <a:pt x="977" y="83"/>
                      <a:pt x="977" y="83"/>
                    </a:cubicBezTo>
                    <a:cubicBezTo>
                      <a:pt x="977" y="84"/>
                      <a:pt x="977" y="84"/>
                      <a:pt x="977" y="84"/>
                    </a:cubicBezTo>
                    <a:cubicBezTo>
                      <a:pt x="977" y="85"/>
                      <a:pt x="977" y="85"/>
                      <a:pt x="977" y="85"/>
                    </a:cubicBezTo>
                    <a:cubicBezTo>
                      <a:pt x="995" y="82"/>
                      <a:pt x="1014" y="79"/>
                      <a:pt x="1033" y="77"/>
                    </a:cubicBezTo>
                    <a:cubicBezTo>
                      <a:pt x="1051" y="77"/>
                      <a:pt x="1069" y="77"/>
                      <a:pt x="1087" y="74"/>
                    </a:cubicBezTo>
                    <a:lnTo>
                      <a:pt x="1087" y="73"/>
                    </a:lnTo>
                    <a:cubicBezTo>
                      <a:pt x="1087" y="72"/>
                      <a:pt x="1087" y="72"/>
                      <a:pt x="1088" y="71"/>
                    </a:cubicBezTo>
                    <a:cubicBezTo>
                      <a:pt x="1089" y="69"/>
                      <a:pt x="1090" y="68"/>
                      <a:pt x="1092" y="67"/>
                    </a:cubicBezTo>
                    <a:cubicBezTo>
                      <a:pt x="1094" y="66"/>
                      <a:pt x="1096" y="65"/>
                      <a:pt x="1098" y="65"/>
                    </a:cubicBezTo>
                    <a:cubicBezTo>
                      <a:pt x="1100" y="65"/>
                      <a:pt x="1102" y="66"/>
                      <a:pt x="1104" y="67"/>
                    </a:cubicBezTo>
                    <a:cubicBezTo>
                      <a:pt x="1105" y="68"/>
                      <a:pt x="1107" y="69"/>
                      <a:pt x="1108" y="71"/>
                    </a:cubicBezTo>
                    <a:cubicBezTo>
                      <a:pt x="1108" y="72"/>
                      <a:pt x="1109" y="72"/>
                      <a:pt x="1109" y="73"/>
                    </a:cubicBezTo>
                    <a:cubicBezTo>
                      <a:pt x="1124" y="72"/>
                      <a:pt x="1139" y="70"/>
                      <a:pt x="1155" y="68"/>
                    </a:cubicBezTo>
                    <a:lnTo>
                      <a:pt x="1155" y="67"/>
                    </a:lnTo>
                    <a:cubicBezTo>
                      <a:pt x="1156" y="65"/>
                      <a:pt x="1158" y="63"/>
                      <a:pt x="1160" y="62"/>
                    </a:cubicBezTo>
                    <a:cubicBezTo>
                      <a:pt x="1162" y="61"/>
                      <a:pt x="1164" y="61"/>
                      <a:pt x="1166" y="61"/>
                    </a:cubicBezTo>
                    <a:cubicBezTo>
                      <a:pt x="1168" y="61"/>
                      <a:pt x="1170" y="61"/>
                      <a:pt x="1172" y="62"/>
                    </a:cubicBezTo>
                    <a:cubicBezTo>
                      <a:pt x="1173" y="63"/>
                      <a:pt x="1175" y="64"/>
                      <a:pt x="1176" y="66"/>
                    </a:cubicBezTo>
                    <a:cubicBezTo>
                      <a:pt x="1197" y="63"/>
                      <a:pt x="1219" y="60"/>
                      <a:pt x="1241" y="58"/>
                    </a:cubicBezTo>
                    <a:cubicBezTo>
                      <a:pt x="1241" y="53"/>
                      <a:pt x="1242" y="48"/>
                      <a:pt x="1242" y="43"/>
                    </a:cubicBezTo>
                    <a:cubicBezTo>
                      <a:pt x="1242" y="42"/>
                      <a:pt x="1242" y="42"/>
                      <a:pt x="1242" y="42"/>
                    </a:cubicBezTo>
                    <a:cubicBezTo>
                      <a:pt x="1242" y="40"/>
                      <a:pt x="1243" y="38"/>
                      <a:pt x="1244" y="36"/>
                    </a:cubicBezTo>
                    <a:cubicBezTo>
                      <a:pt x="1245" y="34"/>
                      <a:pt x="1246" y="33"/>
                      <a:pt x="1248" y="32"/>
                    </a:cubicBezTo>
                    <a:cubicBezTo>
                      <a:pt x="1250" y="31"/>
                      <a:pt x="1252" y="31"/>
                      <a:pt x="1254" y="31"/>
                    </a:cubicBezTo>
                    <a:cubicBezTo>
                      <a:pt x="1255" y="31"/>
                      <a:pt x="1257" y="31"/>
                      <a:pt x="1259" y="32"/>
                    </a:cubicBezTo>
                    <a:cubicBezTo>
                      <a:pt x="1261" y="33"/>
                      <a:pt x="1262" y="35"/>
                      <a:pt x="1263" y="36"/>
                    </a:cubicBezTo>
                    <a:cubicBezTo>
                      <a:pt x="1264" y="38"/>
                      <a:pt x="1265" y="39"/>
                      <a:pt x="1265" y="41"/>
                    </a:cubicBezTo>
                    <a:cubicBezTo>
                      <a:pt x="1265" y="44"/>
                      <a:pt x="1265" y="45"/>
                      <a:pt x="1265" y="48"/>
                    </a:cubicBezTo>
                    <a:cubicBezTo>
                      <a:pt x="1265" y="50"/>
                      <a:pt x="1265" y="53"/>
                      <a:pt x="1265" y="56"/>
                    </a:cubicBezTo>
                    <a:lnTo>
                      <a:pt x="1288" y="53"/>
                    </a:lnTo>
                    <a:cubicBezTo>
                      <a:pt x="1288" y="52"/>
                      <a:pt x="1288" y="51"/>
                      <a:pt x="1289" y="50"/>
                    </a:cubicBezTo>
                    <a:cubicBezTo>
                      <a:pt x="1289" y="49"/>
                      <a:pt x="1290" y="48"/>
                      <a:pt x="1291" y="48"/>
                    </a:cubicBezTo>
                    <a:cubicBezTo>
                      <a:pt x="1292" y="47"/>
                      <a:pt x="1293" y="47"/>
                      <a:pt x="1294" y="47"/>
                    </a:cubicBezTo>
                    <a:cubicBezTo>
                      <a:pt x="1295" y="47"/>
                      <a:pt x="1296" y="47"/>
                      <a:pt x="1297" y="48"/>
                    </a:cubicBezTo>
                    <a:cubicBezTo>
                      <a:pt x="1298" y="48"/>
                      <a:pt x="1298" y="49"/>
                      <a:pt x="1299" y="50"/>
                    </a:cubicBezTo>
                    <a:lnTo>
                      <a:pt x="1299" y="52"/>
                    </a:lnTo>
                    <a:cubicBezTo>
                      <a:pt x="1328" y="48"/>
                      <a:pt x="1358" y="43"/>
                      <a:pt x="1387" y="40"/>
                    </a:cubicBezTo>
                    <a:cubicBezTo>
                      <a:pt x="1388" y="38"/>
                      <a:pt x="1388" y="37"/>
                      <a:pt x="1389" y="35"/>
                    </a:cubicBezTo>
                    <a:cubicBezTo>
                      <a:pt x="1391" y="33"/>
                      <a:pt x="1393" y="31"/>
                      <a:pt x="1395" y="29"/>
                    </a:cubicBezTo>
                    <a:cubicBezTo>
                      <a:pt x="1396" y="28"/>
                      <a:pt x="1397" y="28"/>
                      <a:pt x="1398" y="28"/>
                    </a:cubicBezTo>
                    <a:cubicBezTo>
                      <a:pt x="1399" y="28"/>
                      <a:pt x="1400" y="28"/>
                      <a:pt x="1401" y="28"/>
                    </a:cubicBezTo>
                    <a:cubicBezTo>
                      <a:pt x="1402" y="28"/>
                      <a:pt x="1404" y="28"/>
                      <a:pt x="1406" y="29"/>
                    </a:cubicBezTo>
                    <a:cubicBezTo>
                      <a:pt x="1407" y="30"/>
                      <a:pt x="1408" y="31"/>
                      <a:pt x="1409" y="33"/>
                    </a:cubicBezTo>
                    <a:cubicBezTo>
                      <a:pt x="1410" y="34"/>
                      <a:pt x="1411" y="35"/>
                      <a:pt x="1411" y="37"/>
                    </a:cubicBezTo>
                    <a:lnTo>
                      <a:pt x="1440" y="34"/>
                    </a:lnTo>
                    <a:lnTo>
                      <a:pt x="1447" y="33"/>
                    </a:lnTo>
                    <a:cubicBezTo>
                      <a:pt x="1447" y="27"/>
                      <a:pt x="1447" y="21"/>
                      <a:pt x="1447" y="15"/>
                    </a:cubicBezTo>
                    <a:cubicBezTo>
                      <a:pt x="1447" y="9"/>
                      <a:pt x="1457" y="2"/>
                      <a:pt x="1463" y="6"/>
                    </a:cubicBezTo>
                    <a:cubicBezTo>
                      <a:pt x="1463" y="5"/>
                      <a:pt x="1463" y="4"/>
                      <a:pt x="1463" y="3"/>
                    </a:cubicBezTo>
                    <a:cubicBezTo>
                      <a:pt x="1463" y="2"/>
                      <a:pt x="1463" y="1"/>
                      <a:pt x="1463" y="0"/>
                    </a:cubicBezTo>
                    <a:cubicBezTo>
                      <a:pt x="1462" y="0"/>
                      <a:pt x="1461" y="0"/>
                      <a:pt x="1461" y="0"/>
                    </a:cubicBezTo>
                    <a:cubicBezTo>
                      <a:pt x="1460" y="0"/>
                      <a:pt x="1459" y="0"/>
                      <a:pt x="1458" y="0"/>
                    </a:cubicBezTo>
                    <a:cubicBezTo>
                      <a:pt x="1391" y="4"/>
                      <a:pt x="1324" y="27"/>
                      <a:pt x="1256" y="24"/>
                    </a:cubicBezTo>
                    <a:lnTo>
                      <a:pt x="1246" y="24"/>
                    </a:lnTo>
                    <a:cubicBezTo>
                      <a:pt x="1213" y="29"/>
                      <a:pt x="1180" y="33"/>
                      <a:pt x="1146" y="35"/>
                    </a:cubicBezTo>
                    <a:cubicBezTo>
                      <a:pt x="1113" y="42"/>
                      <a:pt x="1079" y="47"/>
                      <a:pt x="1045" y="48"/>
                    </a:cubicBezTo>
                    <a:cubicBezTo>
                      <a:pt x="999" y="48"/>
                      <a:pt x="956" y="58"/>
                      <a:pt x="909" y="57"/>
                    </a:cubicBezTo>
                    <a:cubicBezTo>
                      <a:pt x="866" y="56"/>
                      <a:pt x="823" y="66"/>
                      <a:pt x="780" y="65"/>
                    </a:cubicBezTo>
                    <a:lnTo>
                      <a:pt x="754" y="65"/>
                    </a:lnTo>
                    <a:cubicBezTo>
                      <a:pt x="681" y="69"/>
                      <a:pt x="609" y="67"/>
                      <a:pt x="534" y="67"/>
                    </a:cubicBezTo>
                    <a:lnTo>
                      <a:pt x="486" y="67"/>
                    </a:lnTo>
                    <a:cubicBezTo>
                      <a:pt x="403" y="67"/>
                      <a:pt x="320" y="67"/>
                      <a:pt x="237" y="67"/>
                    </a:cubicBezTo>
                    <a:cubicBezTo>
                      <a:pt x="203" y="67"/>
                      <a:pt x="165" y="63"/>
                      <a:pt x="128" y="62"/>
                    </a:cubicBezTo>
                    <a:lnTo>
                      <a:pt x="102" y="62"/>
                    </a:lnTo>
                    <a:cubicBezTo>
                      <a:pt x="80" y="62"/>
                      <a:pt x="58" y="64"/>
                      <a:pt x="37" y="70"/>
                    </a:cubicBezTo>
                    <a:cubicBezTo>
                      <a:pt x="25" y="74"/>
                      <a:pt x="13" y="76"/>
                      <a:pt x="0" y="7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9"/>
              <p:cNvSpPr/>
              <p:nvPr/>
            </p:nvSpPr>
            <p:spPr>
              <a:xfrm>
                <a:off x="2243165" y="-831815"/>
                <a:ext cx="66240" cy="10080"/>
              </a:xfrm>
              <a:custGeom>
                <a:rect b="b" l="l" r="r" t="t"/>
                <a:pathLst>
                  <a:path extrusionOk="0" h="28" w="184">
                    <a:moveTo>
                      <a:pt x="6" y="5"/>
                    </a:moveTo>
                    <a:lnTo>
                      <a:pt x="5" y="5"/>
                    </a:lnTo>
                    <a:cubicBezTo>
                      <a:pt x="5" y="5"/>
                      <a:pt x="4" y="5"/>
                      <a:pt x="3" y="6"/>
                    </a:cubicBezTo>
                    <a:cubicBezTo>
                      <a:pt x="2" y="7"/>
                      <a:pt x="2" y="7"/>
                      <a:pt x="1" y="8"/>
                    </a:cubicBezTo>
                    <a:cubicBezTo>
                      <a:pt x="0" y="9"/>
                      <a:pt x="0" y="10"/>
                      <a:pt x="0" y="11"/>
                    </a:cubicBezTo>
                    <a:cubicBezTo>
                      <a:pt x="0" y="12"/>
                      <a:pt x="0" y="13"/>
                      <a:pt x="1" y="14"/>
                    </a:cubicBezTo>
                    <a:lnTo>
                      <a:pt x="1" y="15"/>
                    </a:lnTo>
                    <a:cubicBezTo>
                      <a:pt x="2" y="13"/>
                      <a:pt x="4" y="12"/>
                      <a:pt x="5" y="11"/>
                    </a:cubicBezTo>
                    <a:cubicBezTo>
                      <a:pt x="7" y="10"/>
                      <a:pt x="9" y="10"/>
                      <a:pt x="11" y="10"/>
                    </a:cubicBezTo>
                    <a:cubicBezTo>
                      <a:pt x="13" y="10"/>
                      <a:pt x="15" y="10"/>
                      <a:pt x="17" y="11"/>
                    </a:cubicBezTo>
                    <a:cubicBezTo>
                      <a:pt x="19" y="12"/>
                      <a:pt x="21" y="14"/>
                      <a:pt x="22" y="16"/>
                    </a:cubicBezTo>
                    <a:cubicBezTo>
                      <a:pt x="23" y="18"/>
                      <a:pt x="23" y="20"/>
                      <a:pt x="23" y="22"/>
                    </a:cubicBezTo>
                    <a:cubicBezTo>
                      <a:pt x="32" y="24"/>
                      <a:pt x="41" y="25"/>
                      <a:pt x="51" y="25"/>
                    </a:cubicBezTo>
                    <a:cubicBezTo>
                      <a:pt x="51" y="25"/>
                      <a:pt x="52" y="24"/>
                      <a:pt x="53" y="23"/>
                    </a:cubicBezTo>
                    <a:cubicBezTo>
                      <a:pt x="53" y="23"/>
                      <a:pt x="53" y="22"/>
                      <a:pt x="54" y="22"/>
                    </a:cubicBezTo>
                    <a:cubicBezTo>
                      <a:pt x="55" y="21"/>
                      <a:pt x="55" y="21"/>
                      <a:pt x="57" y="21"/>
                    </a:cubicBezTo>
                    <a:cubicBezTo>
                      <a:pt x="58" y="21"/>
                      <a:pt x="60" y="21"/>
                      <a:pt x="61" y="22"/>
                    </a:cubicBezTo>
                    <a:lnTo>
                      <a:pt x="62" y="23"/>
                    </a:lnTo>
                    <a:cubicBezTo>
                      <a:pt x="63" y="24"/>
                      <a:pt x="64" y="25"/>
                      <a:pt x="65" y="26"/>
                    </a:cubicBezTo>
                    <a:cubicBezTo>
                      <a:pt x="87" y="26"/>
                      <a:pt x="109" y="25"/>
                      <a:pt x="131" y="26"/>
                    </a:cubicBezTo>
                    <a:lnTo>
                      <a:pt x="138" y="26"/>
                    </a:lnTo>
                    <a:cubicBezTo>
                      <a:pt x="138" y="20"/>
                      <a:pt x="139" y="14"/>
                      <a:pt x="141" y="8"/>
                    </a:cubicBezTo>
                    <a:cubicBezTo>
                      <a:pt x="145" y="0"/>
                      <a:pt x="157" y="3"/>
                      <a:pt x="160" y="10"/>
                    </a:cubicBezTo>
                    <a:cubicBezTo>
                      <a:pt x="162" y="15"/>
                      <a:pt x="163" y="21"/>
                      <a:pt x="163" y="26"/>
                    </a:cubicBezTo>
                    <a:cubicBezTo>
                      <a:pt x="163" y="27"/>
                      <a:pt x="163" y="27"/>
                      <a:pt x="163" y="27"/>
                    </a:cubicBezTo>
                    <a:lnTo>
                      <a:pt x="173" y="27"/>
                    </a:lnTo>
                    <a:cubicBezTo>
                      <a:pt x="174" y="18"/>
                      <a:pt x="178" y="10"/>
                      <a:pt x="182" y="3"/>
                    </a:cubicBezTo>
                    <a:cubicBezTo>
                      <a:pt x="182" y="2"/>
                      <a:pt x="183" y="1"/>
                      <a:pt x="183" y="1"/>
                    </a:cubicBezTo>
                    <a:lnTo>
                      <a:pt x="149" y="1"/>
                    </a:lnTo>
                    <a:cubicBezTo>
                      <a:pt x="113" y="4"/>
                      <a:pt x="77" y="6"/>
                      <a:pt x="40" y="6"/>
                    </a:cubicBezTo>
                    <a:cubicBezTo>
                      <a:pt x="29" y="6"/>
                      <a:pt x="17" y="6"/>
                      <a:pt x="6"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9"/>
              <p:cNvSpPr/>
              <p:nvPr/>
            </p:nvSpPr>
            <p:spPr>
              <a:xfrm>
                <a:off x="3023285" y="-854135"/>
                <a:ext cx="6120" cy="4680"/>
              </a:xfrm>
              <a:custGeom>
                <a:rect b="b" l="l" r="r" t="t"/>
                <a:pathLst>
                  <a:path extrusionOk="0" h="13" w="17">
                    <a:moveTo>
                      <a:pt x="16" y="6"/>
                    </a:moveTo>
                    <a:lnTo>
                      <a:pt x="9" y="5"/>
                    </a:lnTo>
                    <a:cubicBezTo>
                      <a:pt x="7" y="4"/>
                      <a:pt x="5" y="4"/>
                      <a:pt x="3" y="3"/>
                    </a:cubicBezTo>
                    <a:cubicBezTo>
                      <a:pt x="2" y="2"/>
                      <a:pt x="1" y="1"/>
                      <a:pt x="0" y="0"/>
                    </a:cubicBezTo>
                    <a:cubicBezTo>
                      <a:pt x="0" y="4"/>
                      <a:pt x="0" y="8"/>
                      <a:pt x="0" y="12"/>
                    </a:cubicBezTo>
                    <a:cubicBezTo>
                      <a:pt x="2" y="12"/>
                      <a:pt x="3" y="12"/>
                      <a:pt x="5" y="12"/>
                    </a:cubicBezTo>
                    <a:cubicBezTo>
                      <a:pt x="7" y="12"/>
                      <a:pt x="9" y="12"/>
                      <a:pt x="11" y="12"/>
                    </a:cubicBezTo>
                    <a:cubicBezTo>
                      <a:pt x="13" y="11"/>
                      <a:pt x="14" y="9"/>
                      <a:pt x="15" y="7"/>
                    </a:cubicBezTo>
                    <a:lnTo>
                      <a:pt x="16"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9"/>
              <p:cNvSpPr/>
              <p:nvPr/>
            </p:nvSpPr>
            <p:spPr>
              <a:xfrm>
                <a:off x="3021485" y="-860255"/>
                <a:ext cx="8280" cy="8640"/>
              </a:xfrm>
              <a:custGeom>
                <a:rect b="b" l="l" r="r" t="t"/>
                <a:pathLst>
                  <a:path extrusionOk="0" h="24" w="23">
                    <a:moveTo>
                      <a:pt x="5" y="12"/>
                    </a:moveTo>
                    <a:cubicBezTo>
                      <a:pt x="5" y="14"/>
                      <a:pt x="5" y="15"/>
                      <a:pt x="5" y="17"/>
                    </a:cubicBezTo>
                    <a:cubicBezTo>
                      <a:pt x="6" y="18"/>
                      <a:pt x="7" y="19"/>
                      <a:pt x="8" y="20"/>
                    </a:cubicBezTo>
                    <a:cubicBezTo>
                      <a:pt x="10" y="21"/>
                      <a:pt x="12" y="21"/>
                      <a:pt x="14" y="22"/>
                    </a:cubicBezTo>
                    <a:lnTo>
                      <a:pt x="20" y="23"/>
                    </a:lnTo>
                    <a:cubicBezTo>
                      <a:pt x="21" y="21"/>
                      <a:pt x="22" y="19"/>
                      <a:pt x="22" y="17"/>
                    </a:cubicBezTo>
                    <a:cubicBezTo>
                      <a:pt x="22" y="14"/>
                      <a:pt x="21" y="12"/>
                      <a:pt x="19" y="9"/>
                    </a:cubicBezTo>
                    <a:cubicBezTo>
                      <a:pt x="17" y="6"/>
                      <a:pt x="16" y="4"/>
                      <a:pt x="14" y="3"/>
                    </a:cubicBezTo>
                    <a:cubicBezTo>
                      <a:pt x="11" y="1"/>
                      <a:pt x="8" y="1"/>
                      <a:pt x="6" y="0"/>
                    </a:cubicBezTo>
                    <a:lnTo>
                      <a:pt x="0" y="0"/>
                    </a:lnTo>
                    <a:cubicBezTo>
                      <a:pt x="0" y="1"/>
                      <a:pt x="0" y="2"/>
                      <a:pt x="0" y="3"/>
                    </a:cubicBezTo>
                    <a:cubicBezTo>
                      <a:pt x="0" y="4"/>
                      <a:pt x="0" y="5"/>
                      <a:pt x="0" y="6"/>
                    </a:cubicBezTo>
                    <a:lnTo>
                      <a:pt x="1" y="6"/>
                    </a:lnTo>
                    <a:cubicBezTo>
                      <a:pt x="2" y="6"/>
                      <a:pt x="2" y="7"/>
                      <a:pt x="3" y="9"/>
                    </a:cubicBezTo>
                    <a:cubicBezTo>
                      <a:pt x="3" y="10"/>
                      <a:pt x="5" y="11"/>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9"/>
              <p:cNvSpPr/>
              <p:nvPr/>
            </p:nvSpPr>
            <p:spPr>
              <a:xfrm>
                <a:off x="2243885" y="-828575"/>
                <a:ext cx="8280" cy="5040"/>
              </a:xfrm>
              <a:custGeom>
                <a:rect b="b" l="l" r="r" t="t"/>
                <a:pathLst>
                  <a:path extrusionOk="0" h="14" w="23">
                    <a:moveTo>
                      <a:pt x="22" y="13"/>
                    </a:moveTo>
                    <a:lnTo>
                      <a:pt x="22" y="12"/>
                    </a:lnTo>
                    <a:cubicBezTo>
                      <a:pt x="22" y="10"/>
                      <a:pt x="22" y="8"/>
                      <a:pt x="21" y="6"/>
                    </a:cubicBezTo>
                    <a:cubicBezTo>
                      <a:pt x="20" y="4"/>
                      <a:pt x="18" y="3"/>
                      <a:pt x="16" y="2"/>
                    </a:cubicBezTo>
                    <a:cubicBezTo>
                      <a:pt x="14" y="1"/>
                      <a:pt x="12" y="0"/>
                      <a:pt x="10" y="0"/>
                    </a:cubicBezTo>
                    <a:cubicBezTo>
                      <a:pt x="8" y="0"/>
                      <a:pt x="6" y="1"/>
                      <a:pt x="4" y="2"/>
                    </a:cubicBezTo>
                    <a:cubicBezTo>
                      <a:pt x="3" y="3"/>
                      <a:pt x="1" y="4"/>
                      <a:pt x="0" y="5"/>
                    </a:cubicBezTo>
                    <a:cubicBezTo>
                      <a:pt x="1" y="6"/>
                      <a:pt x="2" y="7"/>
                      <a:pt x="2" y="7"/>
                    </a:cubicBezTo>
                    <a:cubicBezTo>
                      <a:pt x="3" y="7"/>
                      <a:pt x="3" y="7"/>
                      <a:pt x="3" y="7"/>
                    </a:cubicBezTo>
                    <a:cubicBezTo>
                      <a:pt x="9" y="10"/>
                      <a:pt x="16" y="11"/>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9"/>
              <p:cNvSpPr/>
              <p:nvPr/>
            </p:nvSpPr>
            <p:spPr>
              <a:xfrm>
                <a:off x="2261525" y="-824615"/>
                <a:ext cx="5400" cy="2160"/>
              </a:xfrm>
              <a:custGeom>
                <a:rect b="b" l="l" r="r" t="t"/>
                <a:pathLst>
                  <a:path extrusionOk="0" h="6" w="15">
                    <a:moveTo>
                      <a:pt x="11" y="2"/>
                    </a:moveTo>
                    <a:lnTo>
                      <a:pt x="10" y="1"/>
                    </a:lnTo>
                    <a:cubicBezTo>
                      <a:pt x="9" y="0"/>
                      <a:pt x="7" y="0"/>
                      <a:pt x="6" y="0"/>
                    </a:cubicBezTo>
                    <a:cubicBezTo>
                      <a:pt x="4" y="0"/>
                      <a:pt x="4" y="1"/>
                      <a:pt x="3" y="1"/>
                    </a:cubicBezTo>
                    <a:cubicBezTo>
                      <a:pt x="2" y="2"/>
                      <a:pt x="2" y="2"/>
                      <a:pt x="2" y="2"/>
                    </a:cubicBezTo>
                    <a:cubicBezTo>
                      <a:pt x="1" y="3"/>
                      <a:pt x="0" y="4"/>
                      <a:pt x="0" y="5"/>
                    </a:cubicBezTo>
                    <a:lnTo>
                      <a:pt x="14" y="5"/>
                    </a:lnTo>
                    <a:cubicBezTo>
                      <a:pt x="13" y="4"/>
                      <a:pt x="12" y="3"/>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9"/>
              <p:cNvSpPr/>
              <p:nvPr/>
            </p:nvSpPr>
            <p:spPr>
              <a:xfrm>
                <a:off x="2292845" y="-832535"/>
                <a:ext cx="9000" cy="10080"/>
              </a:xfrm>
              <a:custGeom>
                <a:rect b="b" l="l" r="r" t="t"/>
                <a:pathLst>
                  <a:path extrusionOk="0" h="28" w="25">
                    <a:moveTo>
                      <a:pt x="22" y="11"/>
                    </a:moveTo>
                    <a:cubicBezTo>
                      <a:pt x="19" y="4"/>
                      <a:pt x="7" y="0"/>
                      <a:pt x="3" y="9"/>
                    </a:cubicBezTo>
                    <a:cubicBezTo>
                      <a:pt x="1" y="15"/>
                      <a:pt x="0" y="21"/>
                      <a:pt x="0" y="27"/>
                    </a:cubicBezTo>
                    <a:lnTo>
                      <a:pt x="24" y="27"/>
                    </a:lnTo>
                    <a:cubicBezTo>
                      <a:pt x="24" y="22"/>
                      <a:pt x="24" y="16"/>
                      <a:pt x="22"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9"/>
              <p:cNvSpPr/>
              <p:nvPr/>
            </p:nvSpPr>
            <p:spPr>
              <a:xfrm>
                <a:off x="2309045" y="-833255"/>
                <a:ext cx="5400" cy="1800"/>
              </a:xfrm>
              <a:custGeom>
                <a:rect b="b" l="l" r="r" t="t"/>
                <a:pathLst>
                  <a:path extrusionOk="0" h="5" w="15">
                    <a:moveTo>
                      <a:pt x="0" y="4"/>
                    </a:moveTo>
                    <a:lnTo>
                      <a:pt x="14" y="4"/>
                    </a:lnTo>
                    <a:cubicBezTo>
                      <a:pt x="13" y="2"/>
                      <a:pt x="12" y="1"/>
                      <a:pt x="11" y="1"/>
                    </a:cubicBezTo>
                    <a:cubicBezTo>
                      <a:pt x="10" y="0"/>
                      <a:pt x="8" y="0"/>
                      <a:pt x="7" y="0"/>
                    </a:cubicBezTo>
                    <a:cubicBezTo>
                      <a:pt x="5" y="0"/>
                      <a:pt x="4" y="0"/>
                      <a:pt x="3" y="1"/>
                    </a:cubicBezTo>
                    <a:cubicBezTo>
                      <a:pt x="2" y="1"/>
                      <a:pt x="1"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9"/>
              <p:cNvSpPr/>
              <p:nvPr/>
            </p:nvSpPr>
            <p:spPr>
              <a:xfrm>
                <a:off x="2305445" y="-831815"/>
                <a:ext cx="10080" cy="9720"/>
              </a:xfrm>
              <a:custGeom>
                <a:rect b="b" l="l" r="r" t="t"/>
                <a:pathLst>
                  <a:path extrusionOk="0" h="27" w="28">
                    <a:moveTo>
                      <a:pt x="24" y="25"/>
                    </a:moveTo>
                    <a:cubicBezTo>
                      <a:pt x="26" y="21"/>
                      <a:pt x="27" y="16"/>
                      <a:pt x="27" y="11"/>
                    </a:cubicBezTo>
                    <a:cubicBezTo>
                      <a:pt x="27" y="9"/>
                      <a:pt x="27" y="6"/>
                      <a:pt x="26" y="4"/>
                    </a:cubicBezTo>
                    <a:cubicBezTo>
                      <a:pt x="26" y="3"/>
                      <a:pt x="26" y="2"/>
                      <a:pt x="25" y="1"/>
                    </a:cubicBezTo>
                    <a:cubicBezTo>
                      <a:pt x="25" y="0"/>
                      <a:pt x="25" y="0"/>
                      <a:pt x="24" y="0"/>
                    </a:cubicBezTo>
                    <a:lnTo>
                      <a:pt x="10" y="0"/>
                    </a:lnTo>
                    <a:cubicBezTo>
                      <a:pt x="9" y="0"/>
                      <a:pt x="9" y="1"/>
                      <a:pt x="9" y="2"/>
                    </a:cubicBezTo>
                    <a:cubicBezTo>
                      <a:pt x="4" y="9"/>
                      <a:pt x="1" y="17"/>
                      <a:pt x="0" y="26"/>
                    </a:cubicBezTo>
                    <a:lnTo>
                      <a:pt x="24"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9"/>
              <p:cNvSpPr/>
              <p:nvPr/>
            </p:nvSpPr>
            <p:spPr>
              <a:xfrm>
                <a:off x="2324885" y="-826775"/>
                <a:ext cx="9000" cy="5040"/>
              </a:xfrm>
              <a:custGeom>
                <a:rect b="b" l="l" r="r" t="t"/>
                <a:pathLst>
                  <a:path extrusionOk="0" h="14" w="25">
                    <a:moveTo>
                      <a:pt x="24" y="12"/>
                    </a:moveTo>
                    <a:cubicBezTo>
                      <a:pt x="24" y="10"/>
                      <a:pt x="24" y="9"/>
                      <a:pt x="23" y="7"/>
                    </a:cubicBezTo>
                    <a:lnTo>
                      <a:pt x="23" y="6"/>
                    </a:lnTo>
                    <a:lnTo>
                      <a:pt x="23" y="5"/>
                    </a:lnTo>
                    <a:cubicBezTo>
                      <a:pt x="22" y="4"/>
                      <a:pt x="21" y="3"/>
                      <a:pt x="20" y="2"/>
                    </a:cubicBezTo>
                    <a:cubicBezTo>
                      <a:pt x="18" y="1"/>
                      <a:pt x="17" y="0"/>
                      <a:pt x="17" y="1"/>
                    </a:cubicBezTo>
                    <a:cubicBezTo>
                      <a:pt x="15" y="0"/>
                      <a:pt x="14" y="0"/>
                      <a:pt x="12" y="0"/>
                    </a:cubicBezTo>
                    <a:cubicBezTo>
                      <a:pt x="10" y="0"/>
                      <a:pt x="8" y="0"/>
                      <a:pt x="6" y="1"/>
                    </a:cubicBezTo>
                    <a:cubicBezTo>
                      <a:pt x="4" y="2"/>
                      <a:pt x="3" y="4"/>
                      <a:pt x="2" y="6"/>
                    </a:cubicBezTo>
                    <a:cubicBezTo>
                      <a:pt x="1" y="7"/>
                      <a:pt x="0" y="9"/>
                      <a:pt x="0" y="10"/>
                    </a:cubicBezTo>
                    <a:cubicBezTo>
                      <a:pt x="0" y="12"/>
                      <a:pt x="0" y="12"/>
                      <a:pt x="0" y="13"/>
                    </a:cubicBezTo>
                    <a:lnTo>
                      <a:pt x="20" y="13"/>
                    </a:lnTo>
                    <a:lnTo>
                      <a:pt x="24"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9"/>
              <p:cNvSpPr/>
              <p:nvPr/>
            </p:nvSpPr>
            <p:spPr>
              <a:xfrm>
                <a:off x="2345405" y="-773855"/>
                <a:ext cx="10440" cy="19440"/>
              </a:xfrm>
              <a:custGeom>
                <a:rect b="b" l="l" r="r" t="t"/>
                <a:pathLst>
                  <a:path extrusionOk="0" h="54" w="29">
                    <a:moveTo>
                      <a:pt x="1" y="38"/>
                    </a:moveTo>
                    <a:cubicBezTo>
                      <a:pt x="1" y="40"/>
                      <a:pt x="2" y="42"/>
                      <a:pt x="3" y="44"/>
                    </a:cubicBezTo>
                    <a:cubicBezTo>
                      <a:pt x="4" y="47"/>
                      <a:pt x="7" y="48"/>
                      <a:pt x="9" y="50"/>
                    </a:cubicBezTo>
                    <a:cubicBezTo>
                      <a:pt x="10" y="50"/>
                      <a:pt x="10" y="51"/>
                      <a:pt x="10" y="51"/>
                    </a:cubicBezTo>
                    <a:cubicBezTo>
                      <a:pt x="10" y="53"/>
                      <a:pt x="19" y="51"/>
                      <a:pt x="20" y="51"/>
                    </a:cubicBezTo>
                    <a:cubicBezTo>
                      <a:pt x="21" y="51"/>
                      <a:pt x="21" y="50"/>
                      <a:pt x="22" y="50"/>
                    </a:cubicBezTo>
                    <a:cubicBezTo>
                      <a:pt x="23" y="49"/>
                      <a:pt x="24" y="48"/>
                      <a:pt x="25" y="47"/>
                    </a:cubicBezTo>
                    <a:cubicBezTo>
                      <a:pt x="26" y="47"/>
                      <a:pt x="26" y="46"/>
                      <a:pt x="27" y="45"/>
                    </a:cubicBezTo>
                    <a:cubicBezTo>
                      <a:pt x="28" y="43"/>
                      <a:pt x="28" y="41"/>
                      <a:pt x="28" y="39"/>
                    </a:cubicBezTo>
                    <a:cubicBezTo>
                      <a:pt x="28" y="37"/>
                      <a:pt x="28" y="36"/>
                      <a:pt x="28" y="35"/>
                    </a:cubicBezTo>
                    <a:cubicBezTo>
                      <a:pt x="26" y="30"/>
                      <a:pt x="26" y="26"/>
                      <a:pt x="25" y="21"/>
                    </a:cubicBezTo>
                    <a:cubicBezTo>
                      <a:pt x="23" y="13"/>
                      <a:pt x="15" y="0"/>
                      <a:pt x="7" y="10"/>
                    </a:cubicBezTo>
                    <a:cubicBezTo>
                      <a:pt x="6" y="11"/>
                      <a:pt x="5" y="12"/>
                      <a:pt x="4" y="14"/>
                    </a:cubicBezTo>
                    <a:cubicBezTo>
                      <a:pt x="2" y="18"/>
                      <a:pt x="0" y="24"/>
                      <a:pt x="0" y="29"/>
                    </a:cubicBezTo>
                    <a:cubicBezTo>
                      <a:pt x="0" y="30"/>
                      <a:pt x="0" y="31"/>
                      <a:pt x="0" y="31"/>
                    </a:cubicBezTo>
                    <a:cubicBezTo>
                      <a:pt x="0" y="32"/>
                      <a:pt x="0" y="33"/>
                      <a:pt x="0" y="33"/>
                    </a:cubicBezTo>
                    <a:cubicBezTo>
                      <a:pt x="0" y="35"/>
                      <a:pt x="0" y="37"/>
                      <a:pt x="1"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9"/>
              <p:cNvSpPr/>
              <p:nvPr/>
            </p:nvSpPr>
            <p:spPr>
              <a:xfrm>
                <a:off x="2346845" y="-821375"/>
                <a:ext cx="7920" cy="34920"/>
              </a:xfrm>
              <a:custGeom>
                <a:rect b="b" l="l" r="r" t="t"/>
                <a:pathLst>
                  <a:path extrusionOk="0" h="97" w="22">
                    <a:moveTo>
                      <a:pt x="0" y="4"/>
                    </a:moveTo>
                    <a:cubicBezTo>
                      <a:pt x="0" y="9"/>
                      <a:pt x="0" y="14"/>
                      <a:pt x="0" y="18"/>
                    </a:cubicBezTo>
                    <a:cubicBezTo>
                      <a:pt x="0" y="43"/>
                      <a:pt x="2" y="68"/>
                      <a:pt x="7" y="93"/>
                    </a:cubicBezTo>
                    <a:cubicBezTo>
                      <a:pt x="7" y="94"/>
                      <a:pt x="7" y="94"/>
                      <a:pt x="8" y="95"/>
                    </a:cubicBezTo>
                    <a:cubicBezTo>
                      <a:pt x="9" y="96"/>
                      <a:pt x="9" y="95"/>
                      <a:pt x="10" y="95"/>
                    </a:cubicBezTo>
                    <a:cubicBezTo>
                      <a:pt x="11" y="95"/>
                      <a:pt x="11" y="96"/>
                      <a:pt x="12" y="95"/>
                    </a:cubicBezTo>
                    <a:cubicBezTo>
                      <a:pt x="13" y="94"/>
                      <a:pt x="13" y="94"/>
                      <a:pt x="13" y="93"/>
                    </a:cubicBezTo>
                    <a:cubicBezTo>
                      <a:pt x="19" y="67"/>
                      <a:pt x="21" y="41"/>
                      <a:pt x="21" y="14"/>
                    </a:cubicBezTo>
                    <a:cubicBezTo>
                      <a:pt x="21" y="12"/>
                      <a:pt x="21" y="9"/>
                      <a:pt x="21" y="6"/>
                    </a:cubicBezTo>
                    <a:cubicBezTo>
                      <a:pt x="21" y="5"/>
                      <a:pt x="21" y="5"/>
                      <a:pt x="21" y="4"/>
                    </a:cubicBezTo>
                    <a:cubicBezTo>
                      <a:pt x="21" y="3"/>
                      <a:pt x="21" y="3"/>
                      <a:pt x="21" y="2"/>
                    </a:cubicBezTo>
                    <a:lnTo>
                      <a:pt x="1" y="0"/>
                    </a:lnTo>
                    <a:cubicBezTo>
                      <a:pt x="1" y="1"/>
                      <a:pt x="1" y="1"/>
                      <a:pt x="1" y="1"/>
                    </a:cubicBezTo>
                    <a:cubicBezTo>
                      <a:pt x="1" y="2"/>
                      <a:pt x="0" y="3"/>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9"/>
              <p:cNvSpPr/>
              <p:nvPr/>
            </p:nvSpPr>
            <p:spPr>
              <a:xfrm>
                <a:off x="2347205" y="-822455"/>
                <a:ext cx="7200" cy="2160"/>
              </a:xfrm>
              <a:custGeom>
                <a:rect b="b" l="l" r="r" t="t"/>
                <a:pathLst>
                  <a:path extrusionOk="0" h="6" w="20">
                    <a:moveTo>
                      <a:pt x="15" y="0"/>
                    </a:moveTo>
                    <a:lnTo>
                      <a:pt x="2" y="0"/>
                    </a:lnTo>
                    <a:cubicBezTo>
                      <a:pt x="1" y="0"/>
                      <a:pt x="1" y="1"/>
                      <a:pt x="0" y="2"/>
                    </a:cubicBezTo>
                    <a:lnTo>
                      <a:pt x="0" y="3"/>
                    </a:lnTo>
                    <a:lnTo>
                      <a:pt x="19" y="5"/>
                    </a:lnTo>
                    <a:cubicBezTo>
                      <a:pt x="19" y="4"/>
                      <a:pt x="19" y="4"/>
                      <a:pt x="19" y="4"/>
                    </a:cubicBezTo>
                    <a:cubicBezTo>
                      <a:pt x="18" y="2"/>
                      <a:pt x="17"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9"/>
              <p:cNvSpPr/>
              <p:nvPr/>
            </p:nvSpPr>
            <p:spPr>
              <a:xfrm>
                <a:off x="2347925" y="-823175"/>
                <a:ext cx="5040" cy="1080"/>
              </a:xfrm>
              <a:custGeom>
                <a:rect b="b" l="l" r="r" t="t"/>
                <a:pathLst>
                  <a:path extrusionOk="0" h="3" w="14">
                    <a:moveTo>
                      <a:pt x="0" y="2"/>
                    </a:moveTo>
                    <a:lnTo>
                      <a:pt x="13" y="2"/>
                    </a:lnTo>
                    <a:lnTo>
                      <a:pt x="12" y="2"/>
                    </a:lnTo>
                    <a:cubicBezTo>
                      <a:pt x="11" y="1"/>
                      <a:pt x="9" y="0"/>
                      <a:pt x="7"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9"/>
              <p:cNvSpPr/>
              <p:nvPr/>
            </p:nvSpPr>
            <p:spPr>
              <a:xfrm>
                <a:off x="2363765" y="-820655"/>
                <a:ext cx="8640" cy="42840"/>
              </a:xfrm>
              <a:custGeom>
                <a:rect b="b" l="l" r="r" t="t"/>
                <a:pathLst>
                  <a:path extrusionOk="0" h="119" w="24">
                    <a:moveTo>
                      <a:pt x="1" y="1"/>
                    </a:moveTo>
                    <a:cubicBezTo>
                      <a:pt x="0" y="11"/>
                      <a:pt x="0" y="21"/>
                      <a:pt x="0" y="32"/>
                    </a:cubicBezTo>
                    <a:cubicBezTo>
                      <a:pt x="0" y="58"/>
                      <a:pt x="3" y="85"/>
                      <a:pt x="10" y="111"/>
                    </a:cubicBezTo>
                    <a:cubicBezTo>
                      <a:pt x="11" y="116"/>
                      <a:pt x="20" y="118"/>
                      <a:pt x="21" y="111"/>
                    </a:cubicBezTo>
                    <a:cubicBezTo>
                      <a:pt x="22" y="95"/>
                      <a:pt x="23" y="80"/>
                      <a:pt x="23" y="64"/>
                    </a:cubicBezTo>
                    <a:cubicBezTo>
                      <a:pt x="23" y="58"/>
                      <a:pt x="23" y="52"/>
                      <a:pt x="23" y="46"/>
                    </a:cubicBezTo>
                    <a:cubicBezTo>
                      <a:pt x="23" y="39"/>
                      <a:pt x="23" y="30"/>
                      <a:pt x="23" y="23"/>
                    </a:cubicBezTo>
                    <a:cubicBezTo>
                      <a:pt x="23" y="15"/>
                      <a:pt x="23" y="8"/>
                      <a:pt x="23"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9"/>
              <p:cNvSpPr/>
              <p:nvPr/>
            </p:nvSpPr>
            <p:spPr>
              <a:xfrm>
                <a:off x="2364125" y="-822815"/>
                <a:ext cx="7920" cy="2880"/>
              </a:xfrm>
              <a:custGeom>
                <a:rect b="b" l="l" r="r" t="t"/>
                <a:pathLst>
                  <a:path extrusionOk="0" h="8" w="22">
                    <a:moveTo>
                      <a:pt x="1" y="1"/>
                    </a:moveTo>
                    <a:cubicBezTo>
                      <a:pt x="1" y="3"/>
                      <a:pt x="1" y="5"/>
                      <a:pt x="0" y="7"/>
                    </a:cubicBezTo>
                    <a:lnTo>
                      <a:pt x="21" y="7"/>
                    </a:lnTo>
                    <a:cubicBezTo>
                      <a:pt x="21" y="5"/>
                      <a:pt x="21" y="2"/>
                      <a:pt x="21"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9"/>
              <p:cNvSpPr/>
              <p:nvPr/>
            </p:nvSpPr>
            <p:spPr>
              <a:xfrm>
                <a:off x="2364845" y="-827855"/>
                <a:ext cx="7560" cy="5400"/>
              </a:xfrm>
              <a:custGeom>
                <a:rect b="b" l="l" r="r" t="t"/>
                <a:pathLst>
                  <a:path extrusionOk="0" h="15" w="21">
                    <a:moveTo>
                      <a:pt x="18" y="11"/>
                    </a:moveTo>
                    <a:cubicBezTo>
                      <a:pt x="16" y="3"/>
                      <a:pt x="3" y="0"/>
                      <a:pt x="0" y="10"/>
                    </a:cubicBezTo>
                    <a:cubicBezTo>
                      <a:pt x="0" y="11"/>
                      <a:pt x="0" y="12"/>
                      <a:pt x="0" y="14"/>
                    </a:cubicBezTo>
                    <a:lnTo>
                      <a:pt x="20" y="14"/>
                    </a:lnTo>
                    <a:cubicBezTo>
                      <a:pt x="20" y="14"/>
                      <a:pt x="18" y="12"/>
                      <a:pt x="18"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9"/>
              <p:cNvSpPr/>
              <p:nvPr/>
            </p:nvSpPr>
            <p:spPr>
              <a:xfrm>
                <a:off x="2381405" y="-820295"/>
                <a:ext cx="9360" cy="41400"/>
              </a:xfrm>
              <a:custGeom>
                <a:rect b="b" l="l" r="r" t="t"/>
                <a:pathLst>
                  <a:path extrusionOk="0" h="115" w="26">
                    <a:moveTo>
                      <a:pt x="5" y="105"/>
                    </a:moveTo>
                    <a:cubicBezTo>
                      <a:pt x="5" y="106"/>
                      <a:pt x="6" y="108"/>
                      <a:pt x="6" y="109"/>
                    </a:cubicBezTo>
                    <a:cubicBezTo>
                      <a:pt x="7" y="111"/>
                      <a:pt x="8" y="112"/>
                      <a:pt x="10" y="113"/>
                    </a:cubicBezTo>
                    <a:cubicBezTo>
                      <a:pt x="12" y="114"/>
                      <a:pt x="13" y="114"/>
                      <a:pt x="15" y="114"/>
                    </a:cubicBezTo>
                    <a:cubicBezTo>
                      <a:pt x="16" y="114"/>
                      <a:pt x="17" y="114"/>
                      <a:pt x="19" y="113"/>
                    </a:cubicBezTo>
                    <a:cubicBezTo>
                      <a:pt x="21" y="112"/>
                      <a:pt x="22" y="111"/>
                      <a:pt x="23" y="109"/>
                    </a:cubicBezTo>
                    <a:cubicBezTo>
                      <a:pt x="24" y="102"/>
                      <a:pt x="25" y="95"/>
                      <a:pt x="25" y="89"/>
                    </a:cubicBezTo>
                    <a:cubicBezTo>
                      <a:pt x="25" y="82"/>
                      <a:pt x="24" y="76"/>
                      <a:pt x="23" y="70"/>
                    </a:cubicBezTo>
                    <a:cubicBezTo>
                      <a:pt x="23" y="52"/>
                      <a:pt x="23" y="35"/>
                      <a:pt x="23" y="18"/>
                    </a:cubicBezTo>
                    <a:cubicBezTo>
                      <a:pt x="23" y="12"/>
                      <a:pt x="23" y="6"/>
                      <a:pt x="23" y="0"/>
                    </a:cubicBezTo>
                    <a:lnTo>
                      <a:pt x="0" y="0"/>
                    </a:lnTo>
                    <a:cubicBezTo>
                      <a:pt x="0" y="6"/>
                      <a:pt x="0" y="13"/>
                      <a:pt x="0" y="19"/>
                    </a:cubicBezTo>
                    <a:cubicBezTo>
                      <a:pt x="0" y="48"/>
                      <a:pt x="2" y="76"/>
                      <a:pt x="5" y="10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9"/>
              <p:cNvSpPr/>
              <p:nvPr/>
            </p:nvSpPr>
            <p:spPr>
              <a:xfrm>
                <a:off x="2382125" y="-822455"/>
                <a:ext cx="9000" cy="2520"/>
              </a:xfrm>
              <a:custGeom>
                <a:rect b="b" l="l" r="r" t="t"/>
                <a:pathLst>
                  <a:path extrusionOk="0" h="7" w="25">
                    <a:moveTo>
                      <a:pt x="24" y="0"/>
                    </a:moveTo>
                    <a:lnTo>
                      <a:pt x="1" y="0"/>
                    </a:lnTo>
                    <a:cubicBezTo>
                      <a:pt x="1" y="2"/>
                      <a:pt x="1" y="4"/>
                      <a:pt x="0" y="6"/>
                    </a:cubicBezTo>
                    <a:lnTo>
                      <a:pt x="23" y="6"/>
                    </a:lnTo>
                    <a:cubicBezTo>
                      <a:pt x="23" y="5"/>
                      <a:pt x="23" y="4"/>
                      <a:pt x="23" y="3"/>
                    </a:cubicBezTo>
                    <a:lnTo>
                      <a:pt x="2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9"/>
              <p:cNvSpPr/>
              <p:nvPr/>
            </p:nvSpPr>
            <p:spPr>
              <a:xfrm>
                <a:off x="2382485" y="-831095"/>
                <a:ext cx="9000" cy="8640"/>
              </a:xfrm>
              <a:custGeom>
                <a:rect b="b" l="l" r="r" t="t"/>
                <a:pathLst>
                  <a:path extrusionOk="0" h="24" w="25">
                    <a:moveTo>
                      <a:pt x="23" y="23"/>
                    </a:moveTo>
                    <a:cubicBezTo>
                      <a:pt x="23" y="19"/>
                      <a:pt x="24" y="13"/>
                      <a:pt x="23" y="15"/>
                    </a:cubicBezTo>
                    <a:cubicBezTo>
                      <a:pt x="24" y="14"/>
                      <a:pt x="24" y="13"/>
                      <a:pt x="24" y="11"/>
                    </a:cubicBezTo>
                    <a:cubicBezTo>
                      <a:pt x="24" y="10"/>
                      <a:pt x="24" y="7"/>
                      <a:pt x="23" y="6"/>
                    </a:cubicBezTo>
                    <a:cubicBezTo>
                      <a:pt x="22" y="5"/>
                      <a:pt x="21" y="5"/>
                      <a:pt x="19" y="3"/>
                    </a:cubicBezTo>
                    <a:cubicBezTo>
                      <a:pt x="18" y="3"/>
                      <a:pt x="18" y="2"/>
                      <a:pt x="18" y="2"/>
                    </a:cubicBezTo>
                    <a:cubicBezTo>
                      <a:pt x="8" y="0"/>
                      <a:pt x="3" y="9"/>
                      <a:pt x="0" y="22"/>
                    </a:cubicBezTo>
                    <a:lnTo>
                      <a:pt x="23"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9"/>
              <p:cNvSpPr/>
              <p:nvPr/>
            </p:nvSpPr>
            <p:spPr>
              <a:xfrm>
                <a:off x="2403365" y="-819215"/>
                <a:ext cx="9360" cy="37440"/>
              </a:xfrm>
              <a:custGeom>
                <a:rect b="b" l="l" r="r" t="t"/>
                <a:pathLst>
                  <a:path extrusionOk="0" h="104" w="26">
                    <a:moveTo>
                      <a:pt x="4" y="96"/>
                    </a:moveTo>
                    <a:cubicBezTo>
                      <a:pt x="4" y="103"/>
                      <a:pt x="15" y="102"/>
                      <a:pt x="16" y="96"/>
                    </a:cubicBezTo>
                    <a:cubicBezTo>
                      <a:pt x="18" y="76"/>
                      <a:pt x="19" y="58"/>
                      <a:pt x="19" y="39"/>
                    </a:cubicBezTo>
                    <a:cubicBezTo>
                      <a:pt x="19" y="25"/>
                      <a:pt x="25" y="15"/>
                      <a:pt x="24" y="1"/>
                    </a:cubicBezTo>
                    <a:lnTo>
                      <a:pt x="6" y="0"/>
                    </a:lnTo>
                    <a:cubicBezTo>
                      <a:pt x="2" y="17"/>
                      <a:pt x="0" y="35"/>
                      <a:pt x="0" y="53"/>
                    </a:cubicBezTo>
                    <a:cubicBezTo>
                      <a:pt x="0" y="68"/>
                      <a:pt x="1" y="82"/>
                      <a:pt x="4" y="9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9"/>
              <p:cNvSpPr/>
              <p:nvPr/>
            </p:nvSpPr>
            <p:spPr>
              <a:xfrm>
                <a:off x="2405525" y="-822095"/>
                <a:ext cx="7200" cy="3600"/>
              </a:xfrm>
              <a:custGeom>
                <a:rect b="b" l="l" r="r" t="t"/>
                <a:pathLst>
                  <a:path extrusionOk="0" h="10" w="20">
                    <a:moveTo>
                      <a:pt x="15" y="0"/>
                    </a:moveTo>
                    <a:lnTo>
                      <a:pt x="4" y="0"/>
                    </a:lnTo>
                    <a:cubicBezTo>
                      <a:pt x="3" y="1"/>
                      <a:pt x="2" y="2"/>
                      <a:pt x="1" y="3"/>
                    </a:cubicBezTo>
                    <a:cubicBezTo>
                      <a:pt x="1" y="3"/>
                      <a:pt x="0" y="4"/>
                      <a:pt x="0" y="5"/>
                    </a:cubicBezTo>
                    <a:lnTo>
                      <a:pt x="0" y="7"/>
                    </a:lnTo>
                    <a:lnTo>
                      <a:pt x="19" y="9"/>
                    </a:lnTo>
                    <a:cubicBezTo>
                      <a:pt x="19" y="9"/>
                      <a:pt x="19" y="7"/>
                      <a:pt x="19" y="6"/>
                    </a:cubicBezTo>
                    <a:cubicBezTo>
                      <a:pt x="19" y="5"/>
                      <a:pt x="18" y="4"/>
                      <a:pt x="18" y="3"/>
                    </a:cubicBezTo>
                    <a:cubicBezTo>
                      <a:pt x="17" y="2"/>
                      <a:pt x="16"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9"/>
              <p:cNvSpPr/>
              <p:nvPr/>
            </p:nvSpPr>
            <p:spPr>
              <a:xfrm>
                <a:off x="2406965" y="-822815"/>
                <a:ext cx="4320" cy="1080"/>
              </a:xfrm>
              <a:custGeom>
                <a:rect b="b" l="l" r="r" t="t"/>
                <a:pathLst>
                  <a:path extrusionOk="0" h="3" w="12">
                    <a:moveTo>
                      <a:pt x="0" y="2"/>
                    </a:moveTo>
                    <a:lnTo>
                      <a:pt x="11" y="2"/>
                    </a:lnTo>
                    <a:lnTo>
                      <a:pt x="10" y="2"/>
                    </a:lnTo>
                    <a:cubicBezTo>
                      <a:pt x="9" y="1"/>
                      <a:pt x="7" y="0"/>
                      <a:pt x="5" y="0"/>
                    </a:cubicBezTo>
                    <a:cubicBezTo>
                      <a:pt x="3"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9"/>
              <p:cNvSpPr/>
              <p:nvPr/>
            </p:nvSpPr>
            <p:spPr>
              <a:xfrm>
                <a:off x="2422805" y="-818135"/>
                <a:ext cx="10080" cy="26280"/>
              </a:xfrm>
              <a:custGeom>
                <a:rect b="b" l="l" r="r" t="t"/>
                <a:pathLst>
                  <a:path extrusionOk="0" h="73" w="28">
                    <a:moveTo>
                      <a:pt x="9" y="0"/>
                    </a:moveTo>
                    <a:cubicBezTo>
                      <a:pt x="9" y="21"/>
                      <a:pt x="6" y="42"/>
                      <a:pt x="2" y="63"/>
                    </a:cubicBezTo>
                    <a:cubicBezTo>
                      <a:pt x="0" y="69"/>
                      <a:pt x="9" y="72"/>
                      <a:pt x="12" y="67"/>
                    </a:cubicBezTo>
                    <a:cubicBezTo>
                      <a:pt x="18" y="54"/>
                      <a:pt x="22" y="41"/>
                      <a:pt x="24" y="27"/>
                    </a:cubicBezTo>
                    <a:cubicBezTo>
                      <a:pt x="24" y="18"/>
                      <a:pt x="26" y="9"/>
                      <a:pt x="27" y="0"/>
                    </a:cubicBez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9"/>
              <p:cNvSpPr/>
              <p:nvPr/>
            </p:nvSpPr>
            <p:spPr>
              <a:xfrm>
                <a:off x="2426405" y="-822455"/>
                <a:ext cx="7200" cy="4680"/>
              </a:xfrm>
              <a:custGeom>
                <a:rect b="b" l="l" r="r" t="t"/>
                <a:pathLst>
                  <a:path extrusionOk="0" h="13" w="20">
                    <a:moveTo>
                      <a:pt x="1" y="1"/>
                    </a:moveTo>
                    <a:cubicBezTo>
                      <a:pt x="1" y="5"/>
                      <a:pt x="1" y="8"/>
                      <a:pt x="0" y="12"/>
                    </a:cubicBezTo>
                    <a:lnTo>
                      <a:pt x="18" y="12"/>
                    </a:lnTo>
                    <a:cubicBezTo>
                      <a:pt x="18" y="8"/>
                      <a:pt x="18" y="4"/>
                      <a:pt x="19" y="0"/>
                    </a:cubicBez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9"/>
              <p:cNvSpPr/>
              <p:nvPr/>
            </p:nvSpPr>
            <p:spPr>
              <a:xfrm>
                <a:off x="2426765" y="-827495"/>
                <a:ext cx="7200" cy="6120"/>
              </a:xfrm>
              <a:custGeom>
                <a:rect b="b" l="l" r="r" t="t"/>
                <a:pathLst>
                  <a:path extrusionOk="0" h="17" w="20">
                    <a:moveTo>
                      <a:pt x="19" y="10"/>
                    </a:moveTo>
                    <a:cubicBezTo>
                      <a:pt x="19" y="0"/>
                      <a:pt x="4" y="0"/>
                      <a:pt x="2" y="9"/>
                    </a:cubicBezTo>
                    <a:cubicBezTo>
                      <a:pt x="2" y="11"/>
                      <a:pt x="1" y="13"/>
                      <a:pt x="0" y="16"/>
                    </a:cubicBezTo>
                    <a:lnTo>
                      <a:pt x="18" y="16"/>
                    </a:lnTo>
                    <a:cubicBezTo>
                      <a:pt x="18" y="13"/>
                      <a:pt x="19" y="12"/>
                      <a:pt x="1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9"/>
              <p:cNvSpPr/>
              <p:nvPr/>
            </p:nvSpPr>
            <p:spPr>
              <a:xfrm>
                <a:off x="2444045" y="-819215"/>
                <a:ext cx="9360" cy="40680"/>
              </a:xfrm>
              <a:custGeom>
                <a:rect b="b" l="l" r="r" t="t"/>
                <a:pathLst>
                  <a:path extrusionOk="0" h="113" w="26">
                    <a:moveTo>
                      <a:pt x="1" y="23"/>
                    </a:moveTo>
                    <a:cubicBezTo>
                      <a:pt x="1" y="50"/>
                      <a:pt x="4" y="77"/>
                      <a:pt x="7" y="105"/>
                    </a:cubicBezTo>
                    <a:cubicBezTo>
                      <a:pt x="7" y="112"/>
                      <a:pt x="19" y="111"/>
                      <a:pt x="19" y="105"/>
                    </a:cubicBezTo>
                    <a:cubicBezTo>
                      <a:pt x="21" y="81"/>
                      <a:pt x="24" y="57"/>
                      <a:pt x="25" y="33"/>
                    </a:cubicBezTo>
                    <a:cubicBezTo>
                      <a:pt x="25" y="22"/>
                      <a:pt x="25" y="11"/>
                      <a:pt x="25" y="0"/>
                    </a:cubicBezTo>
                    <a:cubicBezTo>
                      <a:pt x="17" y="1"/>
                      <a:pt x="9" y="2"/>
                      <a:pt x="0" y="3"/>
                    </a:cubicBezTo>
                    <a:cubicBezTo>
                      <a:pt x="1" y="9"/>
                      <a:pt x="1" y="16"/>
                      <a:pt x="1" y="2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9"/>
              <p:cNvSpPr/>
              <p:nvPr/>
            </p:nvSpPr>
            <p:spPr>
              <a:xfrm>
                <a:off x="2445125" y="-835415"/>
                <a:ext cx="9000" cy="3960"/>
              </a:xfrm>
              <a:custGeom>
                <a:rect b="b" l="l" r="r" t="t"/>
                <a:pathLst>
                  <a:path extrusionOk="0" h="11" w="25">
                    <a:moveTo>
                      <a:pt x="21" y="4"/>
                    </a:moveTo>
                    <a:lnTo>
                      <a:pt x="19" y="2"/>
                    </a:lnTo>
                    <a:cubicBezTo>
                      <a:pt x="18" y="2"/>
                      <a:pt x="18" y="2"/>
                      <a:pt x="18" y="2"/>
                    </a:cubicBezTo>
                    <a:cubicBezTo>
                      <a:pt x="16" y="1"/>
                      <a:pt x="14" y="0"/>
                      <a:pt x="12" y="0"/>
                    </a:cubicBezTo>
                    <a:cubicBezTo>
                      <a:pt x="10" y="0"/>
                      <a:pt x="8" y="1"/>
                      <a:pt x="6" y="2"/>
                    </a:cubicBezTo>
                    <a:cubicBezTo>
                      <a:pt x="4" y="3"/>
                      <a:pt x="2" y="5"/>
                      <a:pt x="1" y="7"/>
                    </a:cubicBezTo>
                    <a:lnTo>
                      <a:pt x="0" y="8"/>
                    </a:lnTo>
                    <a:cubicBezTo>
                      <a:pt x="0" y="9"/>
                      <a:pt x="0" y="9"/>
                      <a:pt x="0" y="10"/>
                    </a:cubicBezTo>
                    <a:lnTo>
                      <a:pt x="24" y="8"/>
                    </a:lnTo>
                    <a:cubicBezTo>
                      <a:pt x="23" y="6"/>
                      <a:pt x="22" y="5"/>
                      <a:pt x="21"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9"/>
              <p:cNvSpPr/>
              <p:nvPr/>
            </p:nvSpPr>
            <p:spPr>
              <a:xfrm>
                <a:off x="2444045" y="-823535"/>
                <a:ext cx="9360" cy="5400"/>
              </a:xfrm>
              <a:custGeom>
                <a:rect b="b" l="l" r="r" t="t"/>
                <a:pathLst>
                  <a:path extrusionOk="0" h="15" w="26">
                    <a:moveTo>
                      <a:pt x="0" y="2"/>
                    </a:moveTo>
                    <a:cubicBezTo>
                      <a:pt x="0" y="6"/>
                      <a:pt x="0" y="10"/>
                      <a:pt x="0" y="14"/>
                    </a:cubicBezTo>
                    <a:cubicBezTo>
                      <a:pt x="9" y="14"/>
                      <a:pt x="17" y="13"/>
                      <a:pt x="25" y="12"/>
                    </a:cubicBezTo>
                    <a:cubicBezTo>
                      <a:pt x="25" y="8"/>
                      <a:pt x="25" y="4"/>
                      <a:pt x="25" y="0"/>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9"/>
              <p:cNvSpPr/>
              <p:nvPr/>
            </p:nvSpPr>
            <p:spPr>
              <a:xfrm>
                <a:off x="2443685" y="-832535"/>
                <a:ext cx="10440" cy="10080"/>
              </a:xfrm>
              <a:custGeom>
                <a:rect b="b" l="l" r="r" t="t"/>
                <a:pathLst>
                  <a:path extrusionOk="0" h="28" w="29">
                    <a:moveTo>
                      <a:pt x="26" y="25"/>
                    </a:moveTo>
                    <a:cubicBezTo>
                      <a:pt x="26" y="21"/>
                      <a:pt x="26" y="16"/>
                      <a:pt x="26" y="12"/>
                    </a:cubicBezTo>
                    <a:cubicBezTo>
                      <a:pt x="27" y="10"/>
                      <a:pt x="28" y="8"/>
                      <a:pt x="28" y="6"/>
                    </a:cubicBezTo>
                    <a:cubicBezTo>
                      <a:pt x="28" y="4"/>
                      <a:pt x="27" y="2"/>
                      <a:pt x="26" y="0"/>
                    </a:cubicBezTo>
                    <a:lnTo>
                      <a:pt x="3" y="2"/>
                    </a:lnTo>
                    <a:cubicBezTo>
                      <a:pt x="1" y="9"/>
                      <a:pt x="0" y="17"/>
                      <a:pt x="0" y="25"/>
                    </a:cubicBezTo>
                    <a:cubicBezTo>
                      <a:pt x="0" y="26"/>
                      <a:pt x="0" y="27"/>
                      <a:pt x="0" y="27"/>
                    </a:cubicBezTo>
                    <a:lnTo>
                      <a:pt x="26"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9"/>
              <p:cNvSpPr/>
              <p:nvPr/>
            </p:nvSpPr>
            <p:spPr>
              <a:xfrm>
                <a:off x="2463485" y="-821735"/>
                <a:ext cx="10440" cy="24120"/>
              </a:xfrm>
              <a:custGeom>
                <a:rect b="b" l="l" r="r" t="t"/>
                <a:pathLst>
                  <a:path extrusionOk="0" h="67" w="29">
                    <a:moveTo>
                      <a:pt x="1" y="56"/>
                    </a:moveTo>
                    <a:cubicBezTo>
                      <a:pt x="1" y="57"/>
                      <a:pt x="1" y="59"/>
                      <a:pt x="2" y="60"/>
                    </a:cubicBezTo>
                    <a:cubicBezTo>
                      <a:pt x="3" y="62"/>
                      <a:pt x="4" y="63"/>
                      <a:pt x="6" y="64"/>
                    </a:cubicBezTo>
                    <a:cubicBezTo>
                      <a:pt x="8" y="65"/>
                      <a:pt x="9" y="66"/>
                      <a:pt x="11" y="66"/>
                    </a:cubicBezTo>
                    <a:cubicBezTo>
                      <a:pt x="12" y="66"/>
                      <a:pt x="15" y="65"/>
                      <a:pt x="17" y="64"/>
                    </a:cubicBezTo>
                    <a:cubicBezTo>
                      <a:pt x="19" y="63"/>
                      <a:pt x="20" y="62"/>
                      <a:pt x="21" y="60"/>
                    </a:cubicBezTo>
                    <a:cubicBezTo>
                      <a:pt x="22" y="59"/>
                      <a:pt x="22" y="57"/>
                      <a:pt x="22" y="56"/>
                    </a:cubicBezTo>
                    <a:cubicBezTo>
                      <a:pt x="22" y="40"/>
                      <a:pt x="25" y="23"/>
                      <a:pt x="27" y="7"/>
                    </a:cubicBezTo>
                    <a:cubicBezTo>
                      <a:pt x="27" y="4"/>
                      <a:pt x="27" y="2"/>
                      <a:pt x="28" y="0"/>
                    </a:cubicBezTo>
                    <a:cubicBezTo>
                      <a:pt x="19" y="0"/>
                      <a:pt x="10" y="1"/>
                      <a:pt x="1" y="2"/>
                    </a:cubicBezTo>
                    <a:cubicBezTo>
                      <a:pt x="0" y="13"/>
                      <a:pt x="0" y="23"/>
                      <a:pt x="0" y="34"/>
                    </a:cubicBezTo>
                    <a:cubicBezTo>
                      <a:pt x="0" y="41"/>
                      <a:pt x="0" y="49"/>
                      <a:pt x="1" y="5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9"/>
              <p:cNvSpPr/>
              <p:nvPr/>
            </p:nvSpPr>
            <p:spPr>
              <a:xfrm>
                <a:off x="2466725" y="-837575"/>
                <a:ext cx="8640" cy="3960"/>
              </a:xfrm>
              <a:custGeom>
                <a:rect b="b" l="l" r="r" t="t"/>
                <a:pathLst>
                  <a:path extrusionOk="0" h="11" w="24">
                    <a:moveTo>
                      <a:pt x="23" y="10"/>
                    </a:moveTo>
                    <a:cubicBezTo>
                      <a:pt x="23" y="9"/>
                      <a:pt x="23" y="7"/>
                      <a:pt x="22" y="5"/>
                    </a:cubicBezTo>
                    <a:cubicBezTo>
                      <a:pt x="21" y="4"/>
                      <a:pt x="19" y="2"/>
                      <a:pt x="17" y="1"/>
                    </a:cubicBezTo>
                    <a:cubicBezTo>
                      <a:pt x="15" y="0"/>
                      <a:pt x="14" y="0"/>
                      <a:pt x="12" y="0"/>
                    </a:cubicBezTo>
                    <a:cubicBezTo>
                      <a:pt x="10" y="0"/>
                      <a:pt x="8" y="0"/>
                      <a:pt x="6" y="1"/>
                    </a:cubicBezTo>
                    <a:cubicBezTo>
                      <a:pt x="4" y="2"/>
                      <a:pt x="3" y="4"/>
                      <a:pt x="2" y="5"/>
                    </a:cubicBezTo>
                    <a:lnTo>
                      <a:pt x="2" y="6"/>
                    </a:lnTo>
                    <a:cubicBezTo>
                      <a:pt x="2" y="7"/>
                      <a:pt x="0" y="9"/>
                      <a:pt x="0" y="10"/>
                    </a:cubicBezTo>
                    <a:cubicBezTo>
                      <a:pt x="7" y="10"/>
                      <a:pt x="15" y="10"/>
                      <a:pt x="23"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9"/>
              <p:cNvSpPr/>
              <p:nvPr/>
            </p:nvSpPr>
            <p:spPr>
              <a:xfrm>
                <a:off x="2463845" y="-824975"/>
                <a:ext cx="10800" cy="4320"/>
              </a:xfrm>
              <a:custGeom>
                <a:rect b="b" l="l" r="r" t="t"/>
                <a:pathLst>
                  <a:path extrusionOk="0" h="12" w="30">
                    <a:moveTo>
                      <a:pt x="1" y="2"/>
                    </a:moveTo>
                    <a:cubicBezTo>
                      <a:pt x="1" y="5"/>
                      <a:pt x="1" y="8"/>
                      <a:pt x="0" y="11"/>
                    </a:cubicBezTo>
                    <a:cubicBezTo>
                      <a:pt x="9" y="10"/>
                      <a:pt x="18" y="10"/>
                      <a:pt x="27" y="9"/>
                    </a:cubicBezTo>
                    <a:lnTo>
                      <a:pt x="29" y="0"/>
                    </a:lnTo>
                    <a:lnTo>
                      <a:pt x="1"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9"/>
              <p:cNvSpPr/>
              <p:nvPr/>
            </p:nvSpPr>
            <p:spPr>
              <a:xfrm>
                <a:off x="2464205" y="-836495"/>
                <a:ext cx="11160" cy="12600"/>
              </a:xfrm>
              <a:custGeom>
                <a:rect b="b" l="l" r="r" t="t"/>
                <a:pathLst>
                  <a:path extrusionOk="0" h="35" w="31">
                    <a:moveTo>
                      <a:pt x="28" y="32"/>
                    </a:moveTo>
                    <a:cubicBezTo>
                      <a:pt x="29" y="24"/>
                      <a:pt x="30" y="16"/>
                      <a:pt x="30" y="8"/>
                    </a:cubicBezTo>
                    <a:cubicBezTo>
                      <a:pt x="30" y="0"/>
                      <a:pt x="30" y="8"/>
                      <a:pt x="30" y="8"/>
                    </a:cubicBezTo>
                    <a:cubicBezTo>
                      <a:pt x="23" y="8"/>
                      <a:pt x="15" y="8"/>
                      <a:pt x="7" y="8"/>
                    </a:cubicBezTo>
                    <a:cubicBezTo>
                      <a:pt x="4" y="16"/>
                      <a:pt x="2" y="25"/>
                      <a:pt x="0" y="34"/>
                    </a:cubicBezTo>
                    <a:lnTo>
                      <a:pt x="28" y="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9"/>
              <p:cNvSpPr/>
              <p:nvPr/>
            </p:nvSpPr>
            <p:spPr>
              <a:xfrm>
                <a:off x="2482565" y="-822455"/>
                <a:ext cx="12600" cy="31320"/>
              </a:xfrm>
              <a:custGeom>
                <a:rect b="b" l="l" r="r" t="t"/>
                <a:pathLst>
                  <a:path extrusionOk="0" h="87" w="35">
                    <a:moveTo>
                      <a:pt x="7" y="0"/>
                    </a:moveTo>
                    <a:cubicBezTo>
                      <a:pt x="7" y="5"/>
                      <a:pt x="5" y="9"/>
                      <a:pt x="4" y="13"/>
                    </a:cubicBezTo>
                    <a:cubicBezTo>
                      <a:pt x="2" y="25"/>
                      <a:pt x="0" y="38"/>
                      <a:pt x="0" y="51"/>
                    </a:cubicBezTo>
                    <a:cubicBezTo>
                      <a:pt x="0" y="59"/>
                      <a:pt x="1" y="67"/>
                      <a:pt x="2" y="75"/>
                    </a:cubicBezTo>
                    <a:cubicBezTo>
                      <a:pt x="3" y="86"/>
                      <a:pt x="18" y="82"/>
                      <a:pt x="19" y="73"/>
                    </a:cubicBezTo>
                    <a:cubicBezTo>
                      <a:pt x="23" y="50"/>
                      <a:pt x="27" y="28"/>
                      <a:pt x="33" y="5"/>
                    </a:cubicBezTo>
                    <a:lnTo>
                      <a:pt x="34" y="0"/>
                    </a:lnTo>
                    <a:lnTo>
                      <a:pt x="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9"/>
              <p:cNvSpPr/>
              <p:nvPr/>
            </p:nvSpPr>
            <p:spPr>
              <a:xfrm>
                <a:off x="2485085" y="-825695"/>
                <a:ext cx="10440" cy="3600"/>
              </a:xfrm>
              <a:custGeom>
                <a:rect b="b" l="l" r="r" t="t"/>
                <a:pathLst>
                  <a:path extrusionOk="0" h="10" w="29">
                    <a:moveTo>
                      <a:pt x="1" y="1"/>
                    </a:moveTo>
                    <a:lnTo>
                      <a:pt x="0" y="9"/>
                    </a:lnTo>
                    <a:lnTo>
                      <a:pt x="27" y="9"/>
                    </a:lnTo>
                    <a:cubicBezTo>
                      <a:pt x="28" y="6"/>
                      <a:pt x="28" y="3"/>
                      <a:pt x="28" y="0"/>
                    </a:cubicBezTo>
                    <a:lnTo>
                      <a:pt x="19" y="0"/>
                    </a:ln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9"/>
              <p:cNvSpPr/>
              <p:nvPr/>
            </p:nvSpPr>
            <p:spPr>
              <a:xfrm>
                <a:off x="2488325" y="-834335"/>
                <a:ext cx="5760" cy="1800"/>
              </a:xfrm>
              <a:custGeom>
                <a:rect b="b" l="l" r="r" t="t"/>
                <a:pathLst>
                  <a:path extrusionOk="0" h="5" w="16">
                    <a:moveTo>
                      <a:pt x="15" y="4"/>
                    </a:moveTo>
                    <a:cubicBezTo>
                      <a:pt x="14" y="3"/>
                      <a:pt x="13" y="2"/>
                      <a:pt x="12" y="2"/>
                    </a:cubicBezTo>
                    <a:cubicBezTo>
                      <a:pt x="11" y="1"/>
                      <a:pt x="10" y="0"/>
                      <a:pt x="8" y="0"/>
                    </a:cubicBezTo>
                    <a:cubicBezTo>
                      <a:pt x="6" y="0"/>
                      <a:pt x="4" y="1"/>
                      <a:pt x="2" y="2"/>
                    </a:cubicBezTo>
                    <a:cubicBezTo>
                      <a:pt x="1" y="2"/>
                      <a:pt x="1" y="3"/>
                      <a:pt x="0" y="4"/>
                    </a:cubicBezTo>
                    <a:lnTo>
                      <a:pt x="15"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9"/>
              <p:cNvSpPr/>
              <p:nvPr/>
            </p:nvSpPr>
            <p:spPr>
              <a:xfrm>
                <a:off x="2485445" y="-833255"/>
                <a:ext cx="10440" cy="8280"/>
              </a:xfrm>
              <a:custGeom>
                <a:rect b="b" l="l" r="r" t="t"/>
                <a:pathLst>
                  <a:path extrusionOk="0" h="23" w="29">
                    <a:moveTo>
                      <a:pt x="0" y="22"/>
                    </a:moveTo>
                    <a:lnTo>
                      <a:pt x="18" y="22"/>
                    </a:lnTo>
                    <a:lnTo>
                      <a:pt x="27" y="22"/>
                    </a:lnTo>
                    <a:cubicBezTo>
                      <a:pt x="28" y="20"/>
                      <a:pt x="28" y="18"/>
                      <a:pt x="28" y="16"/>
                    </a:cubicBezTo>
                    <a:cubicBezTo>
                      <a:pt x="28" y="12"/>
                      <a:pt x="27" y="7"/>
                      <a:pt x="24" y="3"/>
                    </a:cubicBezTo>
                    <a:cubicBezTo>
                      <a:pt x="23" y="2"/>
                      <a:pt x="23" y="1"/>
                      <a:pt x="22" y="0"/>
                    </a:cubicBezTo>
                    <a:lnTo>
                      <a:pt x="7" y="0"/>
                    </a:lnTo>
                    <a:cubicBezTo>
                      <a:pt x="6" y="1"/>
                      <a:pt x="6" y="2"/>
                      <a:pt x="5" y="4"/>
                    </a:cubicBezTo>
                    <a:cubicBezTo>
                      <a:pt x="5" y="5"/>
                      <a:pt x="4" y="5"/>
                      <a:pt x="3" y="6"/>
                    </a:cubicBezTo>
                    <a:cubicBezTo>
                      <a:pt x="3" y="11"/>
                      <a:pt x="2"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9"/>
              <p:cNvSpPr/>
              <p:nvPr/>
            </p:nvSpPr>
            <p:spPr>
              <a:xfrm>
                <a:off x="2497325" y="-822095"/>
                <a:ext cx="10440" cy="32760"/>
              </a:xfrm>
              <a:custGeom>
                <a:rect b="b" l="l" r="r" t="t"/>
                <a:pathLst>
                  <a:path extrusionOk="0" h="91" w="29">
                    <a:moveTo>
                      <a:pt x="1" y="35"/>
                    </a:moveTo>
                    <a:cubicBezTo>
                      <a:pt x="1" y="51"/>
                      <a:pt x="4" y="68"/>
                      <a:pt x="10" y="83"/>
                    </a:cubicBezTo>
                    <a:cubicBezTo>
                      <a:pt x="10" y="84"/>
                      <a:pt x="10" y="85"/>
                      <a:pt x="11" y="86"/>
                    </a:cubicBezTo>
                    <a:cubicBezTo>
                      <a:pt x="12" y="87"/>
                      <a:pt x="13" y="88"/>
                      <a:pt x="14" y="89"/>
                    </a:cubicBezTo>
                    <a:cubicBezTo>
                      <a:pt x="15" y="90"/>
                      <a:pt x="16" y="90"/>
                      <a:pt x="18" y="90"/>
                    </a:cubicBezTo>
                    <a:cubicBezTo>
                      <a:pt x="19" y="90"/>
                      <a:pt x="20" y="90"/>
                      <a:pt x="22" y="89"/>
                    </a:cubicBezTo>
                    <a:cubicBezTo>
                      <a:pt x="24" y="88"/>
                      <a:pt x="24" y="87"/>
                      <a:pt x="25" y="86"/>
                    </a:cubicBezTo>
                    <a:lnTo>
                      <a:pt x="25" y="85"/>
                    </a:lnTo>
                    <a:cubicBezTo>
                      <a:pt x="27" y="77"/>
                      <a:pt x="28" y="69"/>
                      <a:pt x="28" y="60"/>
                    </a:cubicBezTo>
                    <a:cubicBezTo>
                      <a:pt x="28" y="53"/>
                      <a:pt x="27" y="46"/>
                      <a:pt x="26" y="39"/>
                    </a:cubicBezTo>
                    <a:cubicBezTo>
                      <a:pt x="26" y="27"/>
                      <a:pt x="28" y="13"/>
                      <a:pt x="27" y="0"/>
                    </a:cubicBezTo>
                    <a:lnTo>
                      <a:pt x="1" y="0"/>
                    </a:lnTo>
                    <a:cubicBezTo>
                      <a:pt x="0" y="6"/>
                      <a:pt x="0" y="11"/>
                      <a:pt x="0" y="17"/>
                    </a:cubicBezTo>
                    <a:cubicBezTo>
                      <a:pt x="0" y="23"/>
                      <a:pt x="0" y="29"/>
                      <a:pt x="1"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9"/>
              <p:cNvSpPr/>
              <p:nvPr/>
            </p:nvSpPr>
            <p:spPr>
              <a:xfrm>
                <a:off x="2497685" y="-826415"/>
                <a:ext cx="9720" cy="4680"/>
              </a:xfrm>
              <a:custGeom>
                <a:rect b="b" l="l" r="r" t="t"/>
                <a:pathLst>
                  <a:path extrusionOk="0" h="13" w="27">
                    <a:moveTo>
                      <a:pt x="26" y="12"/>
                    </a:moveTo>
                    <a:cubicBezTo>
                      <a:pt x="26" y="8"/>
                      <a:pt x="26" y="4"/>
                      <a:pt x="25" y="0"/>
                    </a:cubicBezTo>
                    <a:cubicBezTo>
                      <a:pt x="17" y="0"/>
                      <a:pt x="9" y="1"/>
                      <a:pt x="1" y="2"/>
                    </a:cubicBezTo>
                    <a:cubicBezTo>
                      <a:pt x="1" y="5"/>
                      <a:pt x="0" y="8"/>
                      <a:pt x="0" y="11"/>
                    </a:cubicBezTo>
                    <a:lnTo>
                      <a:pt x="26" y="1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9"/>
              <p:cNvSpPr/>
              <p:nvPr/>
            </p:nvSpPr>
            <p:spPr>
              <a:xfrm>
                <a:off x="2498045" y="-832535"/>
                <a:ext cx="9000" cy="7200"/>
              </a:xfrm>
              <a:custGeom>
                <a:rect b="b" l="l" r="r" t="t"/>
                <a:pathLst>
                  <a:path extrusionOk="0" h="20" w="25">
                    <a:moveTo>
                      <a:pt x="21" y="9"/>
                    </a:moveTo>
                    <a:cubicBezTo>
                      <a:pt x="18" y="4"/>
                      <a:pt x="9" y="0"/>
                      <a:pt x="5" y="7"/>
                    </a:cubicBezTo>
                    <a:cubicBezTo>
                      <a:pt x="3" y="11"/>
                      <a:pt x="1" y="15"/>
                      <a:pt x="0" y="19"/>
                    </a:cubicBezTo>
                    <a:cubicBezTo>
                      <a:pt x="8" y="19"/>
                      <a:pt x="16" y="19"/>
                      <a:pt x="24" y="17"/>
                    </a:cubicBezTo>
                    <a:cubicBezTo>
                      <a:pt x="23" y="14"/>
                      <a:pt x="22" y="12"/>
                      <a:pt x="2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9"/>
              <p:cNvSpPr/>
              <p:nvPr/>
            </p:nvSpPr>
            <p:spPr>
              <a:xfrm>
                <a:off x="2519285" y="-821015"/>
                <a:ext cx="8280" cy="40680"/>
              </a:xfrm>
              <a:custGeom>
                <a:rect b="b" l="l" r="r" t="t"/>
                <a:pathLst>
                  <a:path extrusionOk="0" h="113" w="23">
                    <a:moveTo>
                      <a:pt x="5" y="107"/>
                    </a:moveTo>
                    <a:cubicBezTo>
                      <a:pt x="5" y="112"/>
                      <a:pt x="13" y="111"/>
                      <a:pt x="13" y="107"/>
                    </a:cubicBezTo>
                    <a:cubicBezTo>
                      <a:pt x="16" y="78"/>
                      <a:pt x="18" y="51"/>
                      <a:pt x="19" y="22"/>
                    </a:cubicBezTo>
                    <a:cubicBezTo>
                      <a:pt x="19" y="15"/>
                      <a:pt x="21" y="7"/>
                      <a:pt x="22" y="0"/>
                    </a:cubicBezTo>
                    <a:lnTo>
                      <a:pt x="1" y="0"/>
                    </a:lnTo>
                    <a:cubicBezTo>
                      <a:pt x="0" y="10"/>
                      <a:pt x="0" y="21"/>
                      <a:pt x="0" y="31"/>
                    </a:cubicBezTo>
                    <a:cubicBezTo>
                      <a:pt x="0" y="56"/>
                      <a:pt x="2" y="82"/>
                      <a:pt x="5" y="10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9"/>
              <p:cNvSpPr/>
              <p:nvPr/>
            </p:nvSpPr>
            <p:spPr>
              <a:xfrm>
                <a:off x="2519645" y="-828215"/>
                <a:ext cx="8280" cy="7200"/>
              </a:xfrm>
              <a:custGeom>
                <a:rect b="b" l="l" r="r" t="t"/>
                <a:pathLst>
                  <a:path extrusionOk="0" h="20" w="23">
                    <a:moveTo>
                      <a:pt x="20" y="19"/>
                    </a:moveTo>
                    <a:cubicBezTo>
                      <a:pt x="21" y="13"/>
                      <a:pt x="22" y="6"/>
                      <a:pt x="22" y="0"/>
                    </a:cubicBezTo>
                    <a:cubicBezTo>
                      <a:pt x="15" y="0"/>
                      <a:pt x="8" y="0"/>
                      <a:pt x="2" y="1"/>
                    </a:cubicBezTo>
                    <a:cubicBezTo>
                      <a:pt x="1" y="6"/>
                      <a:pt x="0" y="12"/>
                      <a:pt x="0" y="18"/>
                    </a:cubicBezTo>
                    <a:lnTo>
                      <a:pt x="2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9"/>
              <p:cNvSpPr/>
              <p:nvPr/>
            </p:nvSpPr>
            <p:spPr>
              <a:xfrm>
                <a:off x="2520365" y="-835055"/>
                <a:ext cx="7560" cy="7560"/>
              </a:xfrm>
              <a:custGeom>
                <a:rect b="b" l="l" r="r" t="t"/>
                <a:pathLst>
                  <a:path extrusionOk="0" h="21" w="21">
                    <a:moveTo>
                      <a:pt x="19" y="11"/>
                    </a:moveTo>
                    <a:cubicBezTo>
                      <a:pt x="18" y="2"/>
                      <a:pt x="4" y="0"/>
                      <a:pt x="2" y="9"/>
                    </a:cubicBezTo>
                    <a:cubicBezTo>
                      <a:pt x="2" y="13"/>
                      <a:pt x="0" y="16"/>
                      <a:pt x="0" y="20"/>
                    </a:cubicBezTo>
                    <a:cubicBezTo>
                      <a:pt x="6" y="20"/>
                      <a:pt x="13" y="20"/>
                      <a:pt x="19" y="19"/>
                    </a:cubicBezTo>
                    <a:cubicBezTo>
                      <a:pt x="20" y="18"/>
                      <a:pt x="20" y="16"/>
                      <a:pt x="20" y="15"/>
                    </a:cubicBezTo>
                    <a:cubicBezTo>
                      <a:pt x="20" y="14"/>
                      <a:pt x="20" y="12"/>
                      <a:pt x="19"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9"/>
              <p:cNvSpPr/>
              <p:nvPr/>
            </p:nvSpPr>
            <p:spPr>
              <a:xfrm>
                <a:off x="2543405" y="-820655"/>
                <a:ext cx="9000" cy="27360"/>
              </a:xfrm>
              <a:custGeom>
                <a:rect b="b" l="l" r="r" t="t"/>
                <a:pathLst>
                  <a:path extrusionOk="0" h="76" w="25">
                    <a:moveTo>
                      <a:pt x="0" y="17"/>
                    </a:moveTo>
                    <a:cubicBezTo>
                      <a:pt x="0" y="35"/>
                      <a:pt x="0" y="52"/>
                      <a:pt x="0" y="70"/>
                    </a:cubicBezTo>
                    <a:cubicBezTo>
                      <a:pt x="0" y="70"/>
                      <a:pt x="0" y="71"/>
                      <a:pt x="1" y="72"/>
                    </a:cubicBezTo>
                    <a:cubicBezTo>
                      <a:pt x="1" y="73"/>
                      <a:pt x="2" y="73"/>
                      <a:pt x="3" y="74"/>
                    </a:cubicBezTo>
                    <a:cubicBezTo>
                      <a:pt x="4" y="75"/>
                      <a:pt x="5" y="75"/>
                      <a:pt x="6" y="75"/>
                    </a:cubicBezTo>
                    <a:cubicBezTo>
                      <a:pt x="7" y="75"/>
                      <a:pt x="9" y="75"/>
                      <a:pt x="10" y="74"/>
                    </a:cubicBezTo>
                    <a:cubicBezTo>
                      <a:pt x="11" y="73"/>
                      <a:pt x="12" y="73"/>
                      <a:pt x="12" y="72"/>
                    </a:cubicBezTo>
                    <a:cubicBezTo>
                      <a:pt x="12" y="71"/>
                      <a:pt x="13" y="70"/>
                      <a:pt x="13" y="70"/>
                    </a:cubicBezTo>
                    <a:cubicBezTo>
                      <a:pt x="15" y="52"/>
                      <a:pt x="20" y="36"/>
                      <a:pt x="21" y="18"/>
                    </a:cubicBezTo>
                    <a:cubicBezTo>
                      <a:pt x="21" y="12"/>
                      <a:pt x="23" y="7"/>
                      <a:pt x="24" y="1"/>
                    </a:cubicBezTo>
                    <a:lnTo>
                      <a:pt x="1" y="0"/>
                    </a:lnTo>
                    <a:cubicBezTo>
                      <a:pt x="0" y="5"/>
                      <a:pt x="0" y="9"/>
                      <a:pt x="0" y="14"/>
                    </a:cubicBezTo>
                    <a:cubicBezTo>
                      <a:pt x="0" y="15"/>
                      <a:pt x="0" y="16"/>
                      <a:pt x="0"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9"/>
              <p:cNvSpPr/>
              <p:nvPr/>
            </p:nvSpPr>
            <p:spPr>
              <a:xfrm>
                <a:off x="2543765" y="-827135"/>
                <a:ext cx="9000" cy="7200"/>
              </a:xfrm>
              <a:custGeom>
                <a:rect b="b" l="l" r="r" t="t"/>
                <a:pathLst>
                  <a:path extrusionOk="0" h="20" w="25">
                    <a:moveTo>
                      <a:pt x="19" y="2"/>
                    </a:moveTo>
                    <a:cubicBezTo>
                      <a:pt x="18" y="1"/>
                      <a:pt x="18" y="1"/>
                      <a:pt x="17" y="1"/>
                    </a:cubicBezTo>
                    <a:cubicBezTo>
                      <a:pt x="16" y="0"/>
                      <a:pt x="15" y="0"/>
                      <a:pt x="14" y="0"/>
                    </a:cubicBezTo>
                    <a:cubicBezTo>
                      <a:pt x="12" y="0"/>
                      <a:pt x="11" y="0"/>
                      <a:pt x="10" y="0"/>
                    </a:cubicBezTo>
                    <a:cubicBezTo>
                      <a:pt x="7" y="2"/>
                      <a:pt x="5" y="5"/>
                      <a:pt x="3" y="8"/>
                    </a:cubicBezTo>
                    <a:cubicBezTo>
                      <a:pt x="1" y="11"/>
                      <a:pt x="0" y="15"/>
                      <a:pt x="0" y="18"/>
                    </a:cubicBezTo>
                    <a:lnTo>
                      <a:pt x="23" y="19"/>
                    </a:lnTo>
                    <a:cubicBezTo>
                      <a:pt x="23" y="18"/>
                      <a:pt x="24" y="16"/>
                      <a:pt x="24" y="15"/>
                    </a:cubicBezTo>
                    <a:cubicBezTo>
                      <a:pt x="24" y="11"/>
                      <a:pt x="23" y="8"/>
                      <a:pt x="21" y="5"/>
                    </a:cubicBezTo>
                    <a:cubicBezTo>
                      <a:pt x="20" y="4"/>
                      <a:pt x="20" y="3"/>
                      <a:pt x="1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9"/>
              <p:cNvSpPr/>
              <p:nvPr/>
            </p:nvSpPr>
            <p:spPr>
              <a:xfrm>
                <a:off x="2568245" y="-819575"/>
                <a:ext cx="12240" cy="48600"/>
              </a:xfrm>
              <a:custGeom>
                <a:rect b="b" l="l" r="r" t="t"/>
                <a:pathLst>
                  <a:path extrusionOk="0" h="135" w="34">
                    <a:moveTo>
                      <a:pt x="2" y="50"/>
                    </a:moveTo>
                    <a:cubicBezTo>
                      <a:pt x="2" y="68"/>
                      <a:pt x="7" y="83"/>
                      <a:pt x="7" y="100"/>
                    </a:cubicBezTo>
                    <a:cubicBezTo>
                      <a:pt x="7" y="101"/>
                      <a:pt x="7" y="103"/>
                      <a:pt x="7" y="104"/>
                    </a:cubicBezTo>
                    <a:cubicBezTo>
                      <a:pt x="7" y="110"/>
                      <a:pt x="9" y="117"/>
                      <a:pt x="12" y="122"/>
                    </a:cubicBezTo>
                    <a:cubicBezTo>
                      <a:pt x="13" y="124"/>
                      <a:pt x="14" y="126"/>
                      <a:pt x="16" y="128"/>
                    </a:cubicBezTo>
                    <a:cubicBezTo>
                      <a:pt x="21" y="134"/>
                      <a:pt x="33" y="128"/>
                      <a:pt x="28" y="119"/>
                    </a:cubicBezTo>
                    <a:cubicBezTo>
                      <a:pt x="23" y="110"/>
                      <a:pt x="28" y="93"/>
                      <a:pt x="28" y="84"/>
                    </a:cubicBezTo>
                    <a:cubicBezTo>
                      <a:pt x="27" y="76"/>
                      <a:pt x="26" y="66"/>
                      <a:pt x="26" y="57"/>
                    </a:cubicBezTo>
                    <a:cubicBezTo>
                      <a:pt x="26" y="56"/>
                      <a:pt x="26" y="54"/>
                      <a:pt x="26" y="52"/>
                    </a:cubicBezTo>
                    <a:cubicBezTo>
                      <a:pt x="26" y="43"/>
                      <a:pt x="25" y="35"/>
                      <a:pt x="25" y="26"/>
                    </a:cubicBezTo>
                    <a:cubicBezTo>
                      <a:pt x="25" y="17"/>
                      <a:pt x="26" y="8"/>
                      <a:pt x="26" y="0"/>
                    </a:cubicBezTo>
                    <a:lnTo>
                      <a:pt x="0" y="0"/>
                    </a:lnTo>
                    <a:cubicBezTo>
                      <a:pt x="0" y="3"/>
                      <a:pt x="0" y="6"/>
                      <a:pt x="0" y="10"/>
                    </a:cubicBezTo>
                    <a:cubicBezTo>
                      <a:pt x="0" y="23"/>
                      <a:pt x="0" y="37"/>
                      <a:pt x="2" y="5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9"/>
              <p:cNvSpPr/>
              <p:nvPr/>
            </p:nvSpPr>
            <p:spPr>
              <a:xfrm>
                <a:off x="2568245" y="-828215"/>
                <a:ext cx="11160" cy="9000"/>
              </a:xfrm>
              <a:custGeom>
                <a:rect b="b" l="l" r="r" t="t"/>
                <a:pathLst>
                  <a:path extrusionOk="0" h="25" w="31">
                    <a:moveTo>
                      <a:pt x="26" y="24"/>
                    </a:moveTo>
                    <a:cubicBezTo>
                      <a:pt x="26" y="19"/>
                      <a:pt x="28" y="15"/>
                      <a:pt x="29" y="11"/>
                    </a:cubicBezTo>
                    <a:cubicBezTo>
                      <a:pt x="30" y="9"/>
                      <a:pt x="30" y="6"/>
                      <a:pt x="30" y="5"/>
                    </a:cubicBezTo>
                    <a:cubicBezTo>
                      <a:pt x="30" y="3"/>
                      <a:pt x="30" y="2"/>
                      <a:pt x="29" y="0"/>
                    </a:cubicBezTo>
                    <a:lnTo>
                      <a:pt x="8" y="0"/>
                    </a:lnTo>
                    <a:cubicBezTo>
                      <a:pt x="7" y="1"/>
                      <a:pt x="6" y="3"/>
                      <a:pt x="5" y="4"/>
                    </a:cubicBezTo>
                    <a:cubicBezTo>
                      <a:pt x="2" y="10"/>
                      <a:pt x="0" y="17"/>
                      <a:pt x="0" y="23"/>
                    </a:cubicBezTo>
                    <a:lnTo>
                      <a:pt x="26" y="2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9"/>
              <p:cNvSpPr/>
              <p:nvPr/>
            </p:nvSpPr>
            <p:spPr>
              <a:xfrm>
                <a:off x="2571125" y="-831455"/>
                <a:ext cx="7920" cy="3600"/>
              </a:xfrm>
              <a:custGeom>
                <a:rect b="b" l="l" r="r" t="t"/>
                <a:pathLst>
                  <a:path extrusionOk="0" h="10" w="22">
                    <a:moveTo>
                      <a:pt x="21" y="5"/>
                    </a:moveTo>
                    <a:cubicBezTo>
                      <a:pt x="20" y="4"/>
                      <a:pt x="20" y="4"/>
                      <a:pt x="20" y="4"/>
                    </a:cubicBezTo>
                    <a:cubicBezTo>
                      <a:pt x="19" y="2"/>
                      <a:pt x="18" y="2"/>
                      <a:pt x="17" y="1"/>
                    </a:cubicBezTo>
                    <a:cubicBezTo>
                      <a:pt x="16" y="0"/>
                      <a:pt x="15" y="0"/>
                      <a:pt x="14" y="0"/>
                    </a:cubicBezTo>
                    <a:cubicBezTo>
                      <a:pt x="13" y="0"/>
                      <a:pt x="12" y="0"/>
                      <a:pt x="12" y="0"/>
                    </a:cubicBezTo>
                    <a:cubicBezTo>
                      <a:pt x="10" y="1"/>
                      <a:pt x="9" y="1"/>
                      <a:pt x="8" y="2"/>
                    </a:cubicBezTo>
                    <a:cubicBezTo>
                      <a:pt x="5" y="4"/>
                      <a:pt x="2" y="6"/>
                      <a:pt x="0" y="9"/>
                    </a:cubicBezTo>
                    <a:lnTo>
                      <a:pt x="21" y="9"/>
                    </a:ln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9"/>
              <p:cNvSpPr/>
              <p:nvPr/>
            </p:nvSpPr>
            <p:spPr>
              <a:xfrm>
                <a:off x="2590205" y="-818855"/>
                <a:ext cx="9360" cy="38880"/>
              </a:xfrm>
              <a:custGeom>
                <a:rect b="b" l="l" r="r" t="t"/>
                <a:pathLst>
                  <a:path extrusionOk="0" h="108" w="26">
                    <a:moveTo>
                      <a:pt x="1" y="28"/>
                    </a:moveTo>
                    <a:cubicBezTo>
                      <a:pt x="2" y="52"/>
                      <a:pt x="3" y="75"/>
                      <a:pt x="5" y="98"/>
                    </a:cubicBezTo>
                    <a:cubicBezTo>
                      <a:pt x="5" y="107"/>
                      <a:pt x="19" y="106"/>
                      <a:pt x="20" y="98"/>
                    </a:cubicBezTo>
                    <a:cubicBezTo>
                      <a:pt x="23" y="75"/>
                      <a:pt x="25" y="52"/>
                      <a:pt x="25" y="29"/>
                    </a:cubicBezTo>
                    <a:lnTo>
                      <a:pt x="25" y="28"/>
                    </a:lnTo>
                    <a:cubicBezTo>
                      <a:pt x="25" y="19"/>
                      <a:pt x="25" y="8"/>
                      <a:pt x="25" y="0"/>
                    </a:cubicBezTo>
                    <a:lnTo>
                      <a:pt x="0" y="0"/>
                    </a:lnTo>
                    <a:cubicBezTo>
                      <a:pt x="0" y="3"/>
                      <a:pt x="0" y="6"/>
                      <a:pt x="0" y="10"/>
                    </a:cubicBezTo>
                    <a:cubicBezTo>
                      <a:pt x="0" y="16"/>
                      <a:pt x="0" y="22"/>
                      <a:pt x="1"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9"/>
              <p:cNvSpPr/>
              <p:nvPr/>
            </p:nvSpPr>
            <p:spPr>
              <a:xfrm>
                <a:off x="2590205" y="-826415"/>
                <a:ext cx="9000" cy="7200"/>
              </a:xfrm>
              <a:custGeom>
                <a:rect b="b" l="l" r="r" t="t"/>
                <a:pathLst>
                  <a:path extrusionOk="0" h="20" w="25">
                    <a:moveTo>
                      <a:pt x="8" y="2"/>
                    </a:moveTo>
                    <a:cubicBezTo>
                      <a:pt x="6" y="4"/>
                      <a:pt x="5" y="6"/>
                      <a:pt x="3" y="8"/>
                    </a:cubicBezTo>
                    <a:cubicBezTo>
                      <a:pt x="1" y="12"/>
                      <a:pt x="0" y="15"/>
                      <a:pt x="0" y="19"/>
                    </a:cubicBezTo>
                    <a:lnTo>
                      <a:pt x="24" y="19"/>
                    </a:lnTo>
                    <a:cubicBezTo>
                      <a:pt x="24" y="15"/>
                      <a:pt x="24" y="10"/>
                      <a:pt x="22" y="5"/>
                    </a:cubicBezTo>
                    <a:cubicBezTo>
                      <a:pt x="21" y="3"/>
                      <a:pt x="21" y="2"/>
                      <a:pt x="19" y="1"/>
                    </a:cubicBezTo>
                    <a:cubicBezTo>
                      <a:pt x="17" y="0"/>
                      <a:pt x="16" y="0"/>
                      <a:pt x="14" y="0"/>
                    </a:cubicBezTo>
                    <a:cubicBezTo>
                      <a:pt x="12" y="0"/>
                      <a:pt x="11" y="0"/>
                      <a:pt x="9" y="1"/>
                    </a:cubicBezTo>
                    <a:cubicBezTo>
                      <a:pt x="8" y="1"/>
                      <a:pt x="8" y="2"/>
                      <a:pt x="8"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9"/>
              <p:cNvSpPr/>
              <p:nvPr/>
            </p:nvSpPr>
            <p:spPr>
              <a:xfrm>
                <a:off x="2609645" y="-818855"/>
                <a:ext cx="10440" cy="42840"/>
              </a:xfrm>
              <a:custGeom>
                <a:rect b="b" l="l" r="r" t="t"/>
                <a:pathLst>
                  <a:path extrusionOk="0" h="119" w="29">
                    <a:moveTo>
                      <a:pt x="3" y="20"/>
                    </a:moveTo>
                    <a:cubicBezTo>
                      <a:pt x="3" y="50"/>
                      <a:pt x="0" y="80"/>
                      <a:pt x="0" y="110"/>
                    </a:cubicBezTo>
                    <a:cubicBezTo>
                      <a:pt x="0" y="118"/>
                      <a:pt x="12" y="117"/>
                      <a:pt x="13" y="110"/>
                    </a:cubicBezTo>
                    <a:cubicBezTo>
                      <a:pt x="21" y="87"/>
                      <a:pt x="26" y="62"/>
                      <a:pt x="28" y="38"/>
                    </a:cubicBezTo>
                    <a:cubicBezTo>
                      <a:pt x="28" y="25"/>
                      <a:pt x="28" y="13"/>
                      <a:pt x="27" y="0"/>
                    </a:cubicBezTo>
                    <a:lnTo>
                      <a:pt x="2" y="0"/>
                    </a:lnTo>
                    <a:cubicBezTo>
                      <a:pt x="2" y="6"/>
                      <a:pt x="3" y="13"/>
                      <a:pt x="3"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9"/>
              <p:cNvSpPr/>
              <p:nvPr/>
            </p:nvSpPr>
            <p:spPr>
              <a:xfrm>
                <a:off x="2610365" y="-827855"/>
                <a:ext cx="9360" cy="9360"/>
              </a:xfrm>
              <a:custGeom>
                <a:rect b="b" l="l" r="r" t="t"/>
                <a:pathLst>
                  <a:path extrusionOk="0" h="26" w="26">
                    <a:moveTo>
                      <a:pt x="0" y="25"/>
                    </a:moveTo>
                    <a:lnTo>
                      <a:pt x="25" y="25"/>
                    </a:lnTo>
                    <a:cubicBezTo>
                      <a:pt x="25" y="18"/>
                      <a:pt x="25" y="11"/>
                      <a:pt x="24" y="5"/>
                    </a:cubicBezTo>
                    <a:cubicBezTo>
                      <a:pt x="24" y="4"/>
                      <a:pt x="23" y="3"/>
                      <a:pt x="23" y="3"/>
                    </a:cubicBezTo>
                    <a:cubicBezTo>
                      <a:pt x="22" y="2"/>
                      <a:pt x="21" y="1"/>
                      <a:pt x="20" y="0"/>
                    </a:cubicBezTo>
                    <a:lnTo>
                      <a:pt x="19" y="0"/>
                    </a:lnTo>
                    <a:lnTo>
                      <a:pt x="15" y="0"/>
                    </a:lnTo>
                    <a:cubicBezTo>
                      <a:pt x="2" y="2"/>
                      <a:pt x="0" y="13"/>
                      <a:pt x="0"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9"/>
              <p:cNvSpPr/>
              <p:nvPr/>
            </p:nvSpPr>
            <p:spPr>
              <a:xfrm>
                <a:off x="2615765" y="-828215"/>
                <a:ext cx="2160" cy="360"/>
              </a:xfrm>
              <a:custGeom>
                <a:rect b="b" l="l" r="r" t="t"/>
                <a:pathLst>
                  <a:path extrusionOk="0" h="1" w="6">
                    <a:moveTo>
                      <a:pt x="2" y="0"/>
                    </a:moveTo>
                    <a:lnTo>
                      <a:pt x="0" y="0"/>
                    </a:lnTo>
                    <a:lnTo>
                      <a:pt x="5" y="0"/>
                    </a:lnTo>
                    <a:cubicBezTo>
                      <a:pt x="4" y="0"/>
                      <a:pt x="4" y="0"/>
                      <a:pt x="3" y="0"/>
                    </a:cubicBezTo>
                    <a:lnTo>
                      <a:pt x="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9"/>
              <p:cNvSpPr/>
              <p:nvPr/>
            </p:nvSpPr>
            <p:spPr>
              <a:xfrm>
                <a:off x="2631605" y="-817775"/>
                <a:ext cx="8640" cy="30960"/>
              </a:xfrm>
              <a:custGeom>
                <a:rect b="b" l="l" r="r" t="t"/>
                <a:pathLst>
                  <a:path extrusionOk="0" h="86" w="24">
                    <a:moveTo>
                      <a:pt x="2" y="15"/>
                    </a:moveTo>
                    <a:cubicBezTo>
                      <a:pt x="1" y="25"/>
                      <a:pt x="1" y="35"/>
                      <a:pt x="1" y="45"/>
                    </a:cubicBezTo>
                    <a:cubicBezTo>
                      <a:pt x="1" y="56"/>
                      <a:pt x="1" y="66"/>
                      <a:pt x="2" y="76"/>
                    </a:cubicBezTo>
                    <a:cubicBezTo>
                      <a:pt x="2" y="85"/>
                      <a:pt x="16" y="83"/>
                      <a:pt x="17" y="76"/>
                    </a:cubicBezTo>
                    <a:cubicBezTo>
                      <a:pt x="19" y="54"/>
                      <a:pt x="22" y="32"/>
                      <a:pt x="23" y="9"/>
                    </a:cubicBezTo>
                    <a:cubicBezTo>
                      <a:pt x="23" y="6"/>
                      <a:pt x="23" y="3"/>
                      <a:pt x="23" y="0"/>
                    </a:cubicBezTo>
                    <a:lnTo>
                      <a:pt x="0" y="0"/>
                    </a:lnTo>
                    <a:cubicBezTo>
                      <a:pt x="2" y="4"/>
                      <a:pt x="2" y="10"/>
                      <a:pt x="2"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9"/>
              <p:cNvSpPr/>
              <p:nvPr/>
            </p:nvSpPr>
            <p:spPr>
              <a:xfrm>
                <a:off x="2632325" y="-828215"/>
                <a:ext cx="9000" cy="10080"/>
              </a:xfrm>
              <a:custGeom>
                <a:rect b="b" l="l" r="r" t="t"/>
                <a:pathLst>
                  <a:path extrusionOk="0" h="28" w="25">
                    <a:moveTo>
                      <a:pt x="0" y="27"/>
                    </a:moveTo>
                    <a:lnTo>
                      <a:pt x="23" y="27"/>
                    </a:lnTo>
                    <a:cubicBezTo>
                      <a:pt x="23" y="24"/>
                      <a:pt x="24" y="20"/>
                      <a:pt x="24" y="17"/>
                    </a:cubicBezTo>
                    <a:cubicBezTo>
                      <a:pt x="24" y="11"/>
                      <a:pt x="23" y="6"/>
                      <a:pt x="21" y="0"/>
                    </a:cubicBezTo>
                    <a:lnTo>
                      <a:pt x="4" y="0"/>
                    </a:lnTo>
                    <a:cubicBezTo>
                      <a:pt x="1" y="8"/>
                      <a:pt x="0" y="16"/>
                      <a:pt x="0" y="24"/>
                    </a:cubicBezTo>
                    <a:cubicBezTo>
                      <a:pt x="0" y="25"/>
                      <a:pt x="0" y="26"/>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9"/>
              <p:cNvSpPr/>
              <p:nvPr/>
            </p:nvSpPr>
            <p:spPr>
              <a:xfrm>
                <a:off x="2633765" y="-831815"/>
                <a:ext cx="6480" cy="4320"/>
              </a:xfrm>
              <a:custGeom>
                <a:rect b="b" l="l" r="r" t="t"/>
                <a:pathLst>
                  <a:path extrusionOk="0" h="12" w="18">
                    <a:moveTo>
                      <a:pt x="13" y="2"/>
                    </a:moveTo>
                    <a:cubicBezTo>
                      <a:pt x="13" y="1"/>
                      <a:pt x="12" y="2"/>
                      <a:pt x="11" y="1"/>
                    </a:cubicBezTo>
                    <a:cubicBezTo>
                      <a:pt x="10" y="0"/>
                      <a:pt x="10" y="0"/>
                      <a:pt x="9" y="0"/>
                    </a:cubicBezTo>
                    <a:cubicBezTo>
                      <a:pt x="8" y="0"/>
                      <a:pt x="7" y="0"/>
                      <a:pt x="6" y="1"/>
                    </a:cubicBezTo>
                    <a:cubicBezTo>
                      <a:pt x="5" y="1"/>
                      <a:pt x="5" y="1"/>
                      <a:pt x="5" y="2"/>
                    </a:cubicBezTo>
                    <a:cubicBezTo>
                      <a:pt x="4" y="3"/>
                      <a:pt x="3" y="4"/>
                      <a:pt x="2" y="5"/>
                    </a:cubicBezTo>
                    <a:cubicBezTo>
                      <a:pt x="1" y="7"/>
                      <a:pt x="0" y="9"/>
                      <a:pt x="0" y="11"/>
                    </a:cubicBezTo>
                    <a:lnTo>
                      <a:pt x="17" y="11"/>
                    </a:lnTo>
                    <a:cubicBezTo>
                      <a:pt x="17" y="9"/>
                      <a:pt x="16" y="6"/>
                      <a:pt x="14" y="4"/>
                    </a:cubicBezTo>
                    <a:cubicBezTo>
                      <a:pt x="13" y="3"/>
                      <a:pt x="13" y="2"/>
                      <a:pt x="13"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9"/>
              <p:cNvSpPr/>
              <p:nvPr/>
            </p:nvSpPr>
            <p:spPr>
              <a:xfrm>
                <a:off x="2657525" y="-817775"/>
                <a:ext cx="7200" cy="23760"/>
              </a:xfrm>
              <a:custGeom>
                <a:rect b="b" l="l" r="r" t="t"/>
                <a:pathLst>
                  <a:path extrusionOk="0" h="66" w="20">
                    <a:moveTo>
                      <a:pt x="0" y="21"/>
                    </a:moveTo>
                    <a:cubicBezTo>
                      <a:pt x="0" y="32"/>
                      <a:pt x="1" y="43"/>
                      <a:pt x="2" y="54"/>
                    </a:cubicBezTo>
                    <a:cubicBezTo>
                      <a:pt x="3" y="65"/>
                      <a:pt x="16" y="65"/>
                      <a:pt x="17" y="55"/>
                    </a:cubicBezTo>
                    <a:cubicBezTo>
                      <a:pt x="17" y="42"/>
                      <a:pt x="19" y="28"/>
                      <a:pt x="19" y="14"/>
                    </a:cubicBezTo>
                    <a:cubicBezTo>
                      <a:pt x="19" y="9"/>
                      <a:pt x="19" y="5"/>
                      <a:pt x="19" y="0"/>
                    </a:cubicBezTo>
                    <a:lnTo>
                      <a:pt x="1" y="0"/>
                    </a:lnTo>
                    <a:cubicBezTo>
                      <a:pt x="0" y="4"/>
                      <a:pt x="0" y="9"/>
                      <a:pt x="0" y="13"/>
                    </a:cubicBezTo>
                    <a:cubicBezTo>
                      <a:pt x="0" y="16"/>
                      <a:pt x="0" y="18"/>
                      <a:pt x="0" y="2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9"/>
              <p:cNvSpPr/>
              <p:nvPr/>
            </p:nvSpPr>
            <p:spPr>
              <a:xfrm>
                <a:off x="2657525" y="-823895"/>
                <a:ext cx="7200" cy="6480"/>
              </a:xfrm>
              <a:custGeom>
                <a:rect b="b" l="l" r="r" t="t"/>
                <a:pathLst>
                  <a:path extrusionOk="0" h="18" w="20">
                    <a:moveTo>
                      <a:pt x="6" y="3"/>
                    </a:moveTo>
                    <a:cubicBezTo>
                      <a:pt x="5" y="4"/>
                      <a:pt x="5" y="4"/>
                      <a:pt x="4" y="6"/>
                    </a:cubicBezTo>
                    <a:cubicBezTo>
                      <a:pt x="2" y="8"/>
                      <a:pt x="1" y="13"/>
                      <a:pt x="0" y="17"/>
                    </a:cubicBezTo>
                    <a:lnTo>
                      <a:pt x="19" y="17"/>
                    </a:lnTo>
                    <a:cubicBezTo>
                      <a:pt x="19" y="13"/>
                      <a:pt x="18" y="10"/>
                      <a:pt x="16" y="6"/>
                    </a:cubicBezTo>
                    <a:cubicBezTo>
                      <a:pt x="16" y="6"/>
                      <a:pt x="15" y="5"/>
                      <a:pt x="15" y="4"/>
                    </a:cubicBezTo>
                    <a:cubicBezTo>
                      <a:pt x="13" y="2"/>
                      <a:pt x="8" y="0"/>
                      <a:pt x="6"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9"/>
              <p:cNvSpPr/>
              <p:nvPr/>
            </p:nvSpPr>
            <p:spPr>
              <a:xfrm>
                <a:off x="2675525" y="-817415"/>
                <a:ext cx="11880" cy="56880"/>
              </a:xfrm>
              <a:custGeom>
                <a:rect b="b" l="l" r="r" t="t"/>
                <a:pathLst>
                  <a:path extrusionOk="0" h="158" w="33">
                    <a:moveTo>
                      <a:pt x="2" y="42"/>
                    </a:moveTo>
                    <a:cubicBezTo>
                      <a:pt x="1" y="56"/>
                      <a:pt x="0" y="71"/>
                      <a:pt x="0" y="85"/>
                    </a:cubicBezTo>
                    <a:cubicBezTo>
                      <a:pt x="0" y="104"/>
                      <a:pt x="1" y="122"/>
                      <a:pt x="4" y="140"/>
                    </a:cubicBezTo>
                    <a:cubicBezTo>
                      <a:pt x="2" y="151"/>
                      <a:pt x="24" y="157"/>
                      <a:pt x="26" y="142"/>
                    </a:cubicBezTo>
                    <a:cubicBezTo>
                      <a:pt x="28" y="109"/>
                      <a:pt x="22" y="72"/>
                      <a:pt x="29" y="39"/>
                    </a:cubicBezTo>
                    <a:cubicBezTo>
                      <a:pt x="31" y="34"/>
                      <a:pt x="31" y="13"/>
                      <a:pt x="32" y="0"/>
                    </a:cubicBezTo>
                    <a:lnTo>
                      <a:pt x="7" y="0"/>
                    </a:lnTo>
                    <a:cubicBezTo>
                      <a:pt x="6" y="14"/>
                      <a:pt x="5" y="28"/>
                      <a:pt x="2" y="4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9"/>
              <p:cNvSpPr/>
              <p:nvPr/>
            </p:nvSpPr>
            <p:spPr>
              <a:xfrm>
                <a:off x="2678405" y="-827855"/>
                <a:ext cx="11520" cy="10440"/>
              </a:xfrm>
              <a:custGeom>
                <a:rect b="b" l="l" r="r" t="t"/>
                <a:pathLst>
                  <a:path extrusionOk="0" h="29" w="32">
                    <a:moveTo>
                      <a:pt x="0" y="28"/>
                    </a:moveTo>
                    <a:lnTo>
                      <a:pt x="24" y="28"/>
                    </a:lnTo>
                    <a:lnTo>
                      <a:pt x="24" y="27"/>
                    </a:lnTo>
                    <a:cubicBezTo>
                      <a:pt x="24" y="23"/>
                      <a:pt x="25" y="19"/>
                      <a:pt x="26" y="16"/>
                    </a:cubicBezTo>
                    <a:cubicBezTo>
                      <a:pt x="28" y="15"/>
                      <a:pt x="29" y="13"/>
                      <a:pt x="30" y="12"/>
                    </a:cubicBezTo>
                    <a:cubicBezTo>
                      <a:pt x="31" y="10"/>
                      <a:pt x="31" y="9"/>
                      <a:pt x="31" y="7"/>
                    </a:cubicBezTo>
                    <a:cubicBezTo>
                      <a:pt x="31" y="5"/>
                      <a:pt x="31" y="3"/>
                      <a:pt x="30" y="1"/>
                    </a:cubicBezTo>
                    <a:cubicBezTo>
                      <a:pt x="30" y="1"/>
                      <a:pt x="29" y="1"/>
                      <a:pt x="29" y="0"/>
                    </a:cubicBezTo>
                    <a:lnTo>
                      <a:pt x="6" y="0"/>
                    </a:lnTo>
                    <a:lnTo>
                      <a:pt x="6" y="1"/>
                    </a:lnTo>
                    <a:cubicBezTo>
                      <a:pt x="5" y="1"/>
                      <a:pt x="5" y="2"/>
                      <a:pt x="5" y="2"/>
                    </a:cubicBezTo>
                    <a:cubicBezTo>
                      <a:pt x="2" y="11"/>
                      <a:pt x="1" y="19"/>
                      <a:pt x="0" y="2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9"/>
              <p:cNvSpPr/>
              <p:nvPr/>
            </p:nvSpPr>
            <p:spPr>
              <a:xfrm>
                <a:off x="2680565" y="-829295"/>
                <a:ext cx="8640" cy="2160"/>
              </a:xfrm>
              <a:custGeom>
                <a:rect b="b" l="l" r="r" t="t"/>
                <a:pathLst>
                  <a:path extrusionOk="0" h="6" w="24">
                    <a:moveTo>
                      <a:pt x="16" y="0"/>
                    </a:moveTo>
                    <a:lnTo>
                      <a:pt x="12" y="0"/>
                    </a:lnTo>
                    <a:lnTo>
                      <a:pt x="11" y="0"/>
                    </a:lnTo>
                    <a:cubicBezTo>
                      <a:pt x="9" y="0"/>
                      <a:pt x="6" y="0"/>
                      <a:pt x="5" y="1"/>
                    </a:cubicBezTo>
                    <a:cubicBezTo>
                      <a:pt x="3" y="2"/>
                      <a:pt x="1" y="4"/>
                      <a:pt x="0" y="5"/>
                    </a:cubicBezTo>
                    <a:lnTo>
                      <a:pt x="23" y="5"/>
                    </a:lnTo>
                    <a:cubicBezTo>
                      <a:pt x="22" y="3"/>
                      <a:pt x="21" y="2"/>
                      <a:pt x="19" y="1"/>
                    </a:cubicBezTo>
                    <a:cubicBezTo>
                      <a:pt x="18" y="0"/>
                      <a:pt x="17" y="0"/>
                      <a:pt x="1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9"/>
              <p:cNvSpPr/>
              <p:nvPr/>
            </p:nvSpPr>
            <p:spPr>
              <a:xfrm>
                <a:off x="2697125" y="-816695"/>
                <a:ext cx="10440" cy="36000"/>
              </a:xfrm>
              <a:custGeom>
                <a:rect b="b" l="l" r="r" t="t"/>
                <a:pathLst>
                  <a:path extrusionOk="0" h="100" w="29">
                    <a:moveTo>
                      <a:pt x="0" y="20"/>
                    </a:moveTo>
                    <a:cubicBezTo>
                      <a:pt x="0" y="44"/>
                      <a:pt x="1" y="67"/>
                      <a:pt x="4" y="90"/>
                    </a:cubicBezTo>
                    <a:cubicBezTo>
                      <a:pt x="5" y="99"/>
                      <a:pt x="18" y="97"/>
                      <a:pt x="19" y="90"/>
                    </a:cubicBezTo>
                    <a:cubicBezTo>
                      <a:pt x="22" y="67"/>
                      <a:pt x="23" y="45"/>
                      <a:pt x="24" y="23"/>
                    </a:cubicBezTo>
                    <a:cubicBezTo>
                      <a:pt x="25" y="15"/>
                      <a:pt x="26" y="7"/>
                      <a:pt x="28" y="0"/>
                    </a:cubicBezTo>
                    <a:lnTo>
                      <a:pt x="1" y="0"/>
                    </a:lnTo>
                    <a:cubicBezTo>
                      <a:pt x="0" y="6"/>
                      <a:pt x="0" y="12"/>
                      <a:pt x="0" y="19"/>
                    </a:cubicBezTo>
                    <a:lnTo>
                      <a:pt x="0" y="2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9"/>
              <p:cNvSpPr/>
              <p:nvPr/>
            </p:nvSpPr>
            <p:spPr>
              <a:xfrm>
                <a:off x="2697485" y="-825335"/>
                <a:ext cx="10080" cy="7920"/>
              </a:xfrm>
              <a:custGeom>
                <a:rect b="b" l="l" r="r" t="t"/>
                <a:pathLst>
                  <a:path extrusionOk="0" h="22" w="28">
                    <a:moveTo>
                      <a:pt x="20" y="2"/>
                    </a:moveTo>
                    <a:lnTo>
                      <a:pt x="19" y="1"/>
                    </a:lnTo>
                    <a:cubicBezTo>
                      <a:pt x="18" y="0"/>
                      <a:pt x="16" y="0"/>
                      <a:pt x="15" y="0"/>
                    </a:cubicBezTo>
                    <a:cubicBezTo>
                      <a:pt x="14" y="0"/>
                      <a:pt x="12" y="0"/>
                      <a:pt x="11" y="1"/>
                    </a:cubicBezTo>
                    <a:lnTo>
                      <a:pt x="10" y="2"/>
                    </a:lnTo>
                    <a:cubicBezTo>
                      <a:pt x="8" y="4"/>
                      <a:pt x="6" y="6"/>
                      <a:pt x="4" y="9"/>
                    </a:cubicBezTo>
                    <a:cubicBezTo>
                      <a:pt x="2" y="13"/>
                      <a:pt x="1" y="17"/>
                      <a:pt x="0" y="21"/>
                    </a:cubicBezTo>
                    <a:lnTo>
                      <a:pt x="26" y="21"/>
                    </a:lnTo>
                    <a:cubicBezTo>
                      <a:pt x="27" y="20"/>
                      <a:pt x="27" y="18"/>
                      <a:pt x="27" y="17"/>
                    </a:cubicBezTo>
                    <a:cubicBezTo>
                      <a:pt x="27" y="14"/>
                      <a:pt x="26" y="10"/>
                      <a:pt x="24" y="7"/>
                    </a:cubicBezTo>
                    <a:cubicBezTo>
                      <a:pt x="23" y="5"/>
                      <a:pt x="22" y="3"/>
                      <a:pt x="2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9"/>
              <p:cNvSpPr/>
              <p:nvPr/>
            </p:nvSpPr>
            <p:spPr>
              <a:xfrm>
                <a:off x="2720165" y="-816695"/>
                <a:ext cx="11160" cy="32040"/>
              </a:xfrm>
              <a:custGeom>
                <a:rect b="b" l="l" r="r" t="t"/>
                <a:pathLst>
                  <a:path extrusionOk="0" h="89" w="31">
                    <a:moveTo>
                      <a:pt x="0" y="27"/>
                    </a:moveTo>
                    <a:cubicBezTo>
                      <a:pt x="0" y="34"/>
                      <a:pt x="0" y="41"/>
                      <a:pt x="0" y="48"/>
                    </a:cubicBezTo>
                    <a:cubicBezTo>
                      <a:pt x="0" y="59"/>
                      <a:pt x="0" y="70"/>
                      <a:pt x="1" y="80"/>
                    </a:cubicBezTo>
                    <a:cubicBezTo>
                      <a:pt x="2" y="81"/>
                      <a:pt x="2" y="82"/>
                      <a:pt x="2" y="83"/>
                    </a:cubicBezTo>
                    <a:cubicBezTo>
                      <a:pt x="3" y="84"/>
                      <a:pt x="4" y="85"/>
                      <a:pt x="6" y="86"/>
                    </a:cubicBezTo>
                    <a:cubicBezTo>
                      <a:pt x="8" y="87"/>
                      <a:pt x="9" y="88"/>
                      <a:pt x="11" y="88"/>
                    </a:cubicBezTo>
                    <a:cubicBezTo>
                      <a:pt x="13" y="88"/>
                      <a:pt x="14" y="87"/>
                      <a:pt x="16" y="86"/>
                    </a:cubicBezTo>
                    <a:cubicBezTo>
                      <a:pt x="18" y="85"/>
                      <a:pt x="19" y="84"/>
                      <a:pt x="20" y="83"/>
                    </a:cubicBezTo>
                    <a:cubicBezTo>
                      <a:pt x="21" y="82"/>
                      <a:pt x="21" y="81"/>
                      <a:pt x="21" y="80"/>
                    </a:cubicBezTo>
                    <a:cubicBezTo>
                      <a:pt x="21" y="61"/>
                      <a:pt x="23" y="42"/>
                      <a:pt x="26" y="24"/>
                    </a:cubicBezTo>
                    <a:cubicBezTo>
                      <a:pt x="27" y="16"/>
                      <a:pt x="30" y="8"/>
                      <a:pt x="30" y="0"/>
                    </a:cubicBezTo>
                    <a:lnTo>
                      <a:pt x="4" y="0"/>
                    </a:lnTo>
                    <a:cubicBezTo>
                      <a:pt x="2" y="9"/>
                      <a:pt x="1" y="18"/>
                      <a:pt x="0"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9"/>
              <p:cNvSpPr/>
              <p:nvPr/>
            </p:nvSpPr>
            <p:spPr>
              <a:xfrm>
                <a:off x="2721965" y="-824975"/>
                <a:ext cx="10080" cy="8640"/>
              </a:xfrm>
              <a:custGeom>
                <a:rect b="b" l="l" r="r" t="t"/>
                <a:pathLst>
                  <a:path extrusionOk="0" h="24" w="28">
                    <a:moveTo>
                      <a:pt x="21" y="2"/>
                    </a:moveTo>
                    <a:cubicBezTo>
                      <a:pt x="20" y="2"/>
                      <a:pt x="20" y="1"/>
                      <a:pt x="19" y="1"/>
                    </a:cubicBezTo>
                    <a:cubicBezTo>
                      <a:pt x="18" y="0"/>
                      <a:pt x="16" y="0"/>
                      <a:pt x="15" y="0"/>
                    </a:cubicBezTo>
                    <a:cubicBezTo>
                      <a:pt x="13" y="0"/>
                      <a:pt x="13" y="0"/>
                      <a:pt x="12" y="1"/>
                    </a:cubicBezTo>
                    <a:cubicBezTo>
                      <a:pt x="11" y="1"/>
                      <a:pt x="11" y="2"/>
                      <a:pt x="10" y="2"/>
                    </a:cubicBezTo>
                    <a:cubicBezTo>
                      <a:pt x="8" y="5"/>
                      <a:pt x="7" y="7"/>
                      <a:pt x="5" y="10"/>
                    </a:cubicBezTo>
                    <a:cubicBezTo>
                      <a:pt x="3" y="14"/>
                      <a:pt x="1" y="19"/>
                      <a:pt x="0" y="23"/>
                    </a:cubicBezTo>
                    <a:lnTo>
                      <a:pt x="26" y="23"/>
                    </a:lnTo>
                    <a:cubicBezTo>
                      <a:pt x="27" y="22"/>
                      <a:pt x="27" y="20"/>
                      <a:pt x="27" y="19"/>
                    </a:cubicBezTo>
                    <a:cubicBezTo>
                      <a:pt x="27" y="14"/>
                      <a:pt x="25" y="10"/>
                      <a:pt x="23" y="6"/>
                    </a:cubicBezTo>
                    <a:cubicBezTo>
                      <a:pt x="22" y="5"/>
                      <a:pt x="22" y="4"/>
                      <a:pt x="2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9"/>
              <p:cNvSpPr/>
              <p:nvPr/>
            </p:nvSpPr>
            <p:spPr>
              <a:xfrm>
                <a:off x="2742125" y="-816695"/>
                <a:ext cx="12240" cy="25200"/>
              </a:xfrm>
              <a:custGeom>
                <a:rect b="b" l="l" r="r" t="t"/>
                <a:pathLst>
                  <a:path extrusionOk="0" h="70" w="34">
                    <a:moveTo>
                      <a:pt x="7" y="5"/>
                    </a:moveTo>
                    <a:cubicBezTo>
                      <a:pt x="5" y="11"/>
                      <a:pt x="4" y="16"/>
                      <a:pt x="3" y="22"/>
                    </a:cubicBezTo>
                    <a:cubicBezTo>
                      <a:pt x="1" y="31"/>
                      <a:pt x="0" y="40"/>
                      <a:pt x="0" y="49"/>
                    </a:cubicBezTo>
                    <a:cubicBezTo>
                      <a:pt x="0" y="53"/>
                      <a:pt x="0" y="57"/>
                      <a:pt x="1" y="61"/>
                    </a:cubicBezTo>
                    <a:cubicBezTo>
                      <a:pt x="1" y="62"/>
                      <a:pt x="1" y="63"/>
                      <a:pt x="2" y="64"/>
                    </a:cubicBezTo>
                    <a:cubicBezTo>
                      <a:pt x="3" y="65"/>
                      <a:pt x="4" y="66"/>
                      <a:pt x="6" y="67"/>
                    </a:cubicBezTo>
                    <a:cubicBezTo>
                      <a:pt x="8" y="68"/>
                      <a:pt x="9" y="69"/>
                      <a:pt x="11" y="69"/>
                    </a:cubicBezTo>
                    <a:cubicBezTo>
                      <a:pt x="12" y="69"/>
                      <a:pt x="14" y="68"/>
                      <a:pt x="16" y="67"/>
                    </a:cubicBezTo>
                    <a:cubicBezTo>
                      <a:pt x="18" y="66"/>
                      <a:pt x="19" y="65"/>
                      <a:pt x="19" y="64"/>
                    </a:cubicBezTo>
                    <a:cubicBezTo>
                      <a:pt x="20" y="63"/>
                      <a:pt x="20" y="62"/>
                      <a:pt x="20" y="61"/>
                    </a:cubicBezTo>
                    <a:cubicBezTo>
                      <a:pt x="21" y="50"/>
                      <a:pt x="22" y="39"/>
                      <a:pt x="25" y="28"/>
                    </a:cubicBezTo>
                    <a:cubicBezTo>
                      <a:pt x="27" y="19"/>
                      <a:pt x="31" y="9"/>
                      <a:pt x="33" y="0"/>
                    </a:cubicBezTo>
                    <a:lnTo>
                      <a:pt x="8" y="0"/>
                    </a:lnTo>
                    <a:cubicBezTo>
                      <a:pt x="7" y="1"/>
                      <a:pt x="7" y="3"/>
                      <a:pt x="7"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9"/>
              <p:cNvSpPr/>
              <p:nvPr/>
            </p:nvSpPr>
            <p:spPr>
              <a:xfrm>
                <a:off x="2745365" y="-821375"/>
                <a:ext cx="9360" cy="5040"/>
              </a:xfrm>
              <a:custGeom>
                <a:rect b="b" l="l" r="r" t="t"/>
                <a:pathLst>
                  <a:path extrusionOk="0" h="14" w="26">
                    <a:moveTo>
                      <a:pt x="6" y="4"/>
                    </a:moveTo>
                    <a:cubicBezTo>
                      <a:pt x="4" y="7"/>
                      <a:pt x="2" y="10"/>
                      <a:pt x="0" y="13"/>
                    </a:cubicBezTo>
                    <a:lnTo>
                      <a:pt x="25" y="13"/>
                    </a:lnTo>
                    <a:cubicBezTo>
                      <a:pt x="25" y="13"/>
                      <a:pt x="25" y="12"/>
                      <a:pt x="25" y="11"/>
                    </a:cubicBezTo>
                    <a:lnTo>
                      <a:pt x="25" y="10"/>
                    </a:lnTo>
                    <a:cubicBezTo>
                      <a:pt x="25" y="9"/>
                      <a:pt x="24" y="7"/>
                      <a:pt x="23" y="5"/>
                    </a:cubicBezTo>
                    <a:cubicBezTo>
                      <a:pt x="22" y="3"/>
                      <a:pt x="21" y="2"/>
                      <a:pt x="19" y="1"/>
                    </a:cubicBezTo>
                    <a:cubicBezTo>
                      <a:pt x="17" y="0"/>
                      <a:pt x="16" y="0"/>
                      <a:pt x="14" y="0"/>
                    </a:cubicBezTo>
                    <a:cubicBezTo>
                      <a:pt x="12" y="0"/>
                      <a:pt x="10" y="0"/>
                      <a:pt x="9" y="1"/>
                    </a:cubicBezTo>
                    <a:cubicBezTo>
                      <a:pt x="8" y="2"/>
                      <a:pt x="7" y="3"/>
                      <a:pt x="6"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9"/>
              <p:cNvSpPr/>
              <p:nvPr/>
            </p:nvSpPr>
            <p:spPr>
              <a:xfrm>
                <a:off x="2765885" y="-817775"/>
                <a:ext cx="11520" cy="52200"/>
              </a:xfrm>
              <a:custGeom>
                <a:rect b="b" l="l" r="r" t="t"/>
                <a:pathLst>
                  <a:path extrusionOk="0" h="145" w="32">
                    <a:moveTo>
                      <a:pt x="4" y="41"/>
                    </a:moveTo>
                    <a:cubicBezTo>
                      <a:pt x="3" y="52"/>
                      <a:pt x="2" y="63"/>
                      <a:pt x="2" y="74"/>
                    </a:cubicBezTo>
                    <a:cubicBezTo>
                      <a:pt x="2" y="79"/>
                      <a:pt x="2" y="83"/>
                      <a:pt x="2" y="87"/>
                    </a:cubicBezTo>
                    <a:cubicBezTo>
                      <a:pt x="2" y="103"/>
                      <a:pt x="0" y="118"/>
                      <a:pt x="1" y="133"/>
                    </a:cubicBezTo>
                    <a:cubicBezTo>
                      <a:pt x="1" y="142"/>
                      <a:pt x="17" y="144"/>
                      <a:pt x="17" y="134"/>
                    </a:cubicBezTo>
                    <a:cubicBezTo>
                      <a:pt x="19" y="121"/>
                      <a:pt x="24" y="108"/>
                      <a:pt x="25" y="95"/>
                    </a:cubicBezTo>
                    <a:cubicBezTo>
                      <a:pt x="25" y="93"/>
                      <a:pt x="25" y="92"/>
                      <a:pt x="25" y="90"/>
                    </a:cubicBezTo>
                    <a:cubicBezTo>
                      <a:pt x="25" y="78"/>
                      <a:pt x="25" y="65"/>
                      <a:pt x="27" y="53"/>
                    </a:cubicBezTo>
                    <a:cubicBezTo>
                      <a:pt x="30" y="42"/>
                      <a:pt x="31" y="31"/>
                      <a:pt x="31" y="20"/>
                    </a:cubicBezTo>
                    <a:cubicBezTo>
                      <a:pt x="31" y="13"/>
                      <a:pt x="31" y="6"/>
                      <a:pt x="30" y="0"/>
                    </a:cubicBezTo>
                    <a:lnTo>
                      <a:pt x="8" y="1"/>
                    </a:lnTo>
                    <a:cubicBezTo>
                      <a:pt x="5" y="13"/>
                      <a:pt x="4" y="24"/>
                      <a:pt x="4" y="36"/>
                    </a:cubicBezTo>
                    <a:cubicBezTo>
                      <a:pt x="4" y="37"/>
                      <a:pt x="4" y="39"/>
                      <a:pt x="4" y="4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9"/>
              <p:cNvSpPr/>
              <p:nvPr/>
            </p:nvSpPr>
            <p:spPr>
              <a:xfrm>
                <a:off x="2768765" y="-821735"/>
                <a:ext cx="8280" cy="4680"/>
              </a:xfrm>
              <a:custGeom>
                <a:rect b="b" l="l" r="r" t="t"/>
                <a:pathLst>
                  <a:path extrusionOk="0" h="13" w="23">
                    <a:moveTo>
                      <a:pt x="10" y="1"/>
                    </a:moveTo>
                    <a:cubicBezTo>
                      <a:pt x="9" y="1"/>
                      <a:pt x="9" y="2"/>
                      <a:pt x="8" y="2"/>
                    </a:cubicBezTo>
                    <a:cubicBezTo>
                      <a:pt x="5" y="4"/>
                      <a:pt x="3" y="6"/>
                      <a:pt x="1" y="9"/>
                    </a:cubicBezTo>
                    <a:cubicBezTo>
                      <a:pt x="0" y="10"/>
                      <a:pt x="0" y="11"/>
                      <a:pt x="0" y="12"/>
                    </a:cubicBezTo>
                    <a:lnTo>
                      <a:pt x="22" y="10"/>
                    </a:lnTo>
                    <a:cubicBezTo>
                      <a:pt x="21" y="8"/>
                      <a:pt x="21" y="7"/>
                      <a:pt x="20" y="5"/>
                    </a:cubicBezTo>
                    <a:lnTo>
                      <a:pt x="20" y="4"/>
                    </a:lnTo>
                    <a:cubicBezTo>
                      <a:pt x="19" y="3"/>
                      <a:pt x="18" y="2"/>
                      <a:pt x="17" y="1"/>
                    </a:cubicBezTo>
                    <a:cubicBezTo>
                      <a:pt x="16" y="0"/>
                      <a:pt x="15" y="0"/>
                      <a:pt x="14" y="0"/>
                    </a:cubicBezTo>
                    <a:cubicBezTo>
                      <a:pt x="12" y="0"/>
                      <a:pt x="11" y="0"/>
                      <a:pt x="1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9"/>
              <p:cNvSpPr/>
              <p:nvPr/>
            </p:nvSpPr>
            <p:spPr>
              <a:xfrm>
                <a:off x="2790005" y="-819575"/>
                <a:ext cx="10080" cy="33840"/>
              </a:xfrm>
              <a:custGeom>
                <a:rect b="b" l="l" r="r" t="t"/>
                <a:pathLst>
                  <a:path extrusionOk="0" h="94" w="28">
                    <a:moveTo>
                      <a:pt x="1" y="29"/>
                    </a:moveTo>
                    <a:cubicBezTo>
                      <a:pt x="3" y="45"/>
                      <a:pt x="3" y="61"/>
                      <a:pt x="4" y="77"/>
                    </a:cubicBezTo>
                    <a:cubicBezTo>
                      <a:pt x="5" y="93"/>
                      <a:pt x="24" y="92"/>
                      <a:pt x="25" y="78"/>
                    </a:cubicBezTo>
                    <a:cubicBezTo>
                      <a:pt x="26" y="65"/>
                      <a:pt x="27" y="51"/>
                      <a:pt x="27" y="38"/>
                    </a:cubicBezTo>
                    <a:cubicBezTo>
                      <a:pt x="27" y="36"/>
                      <a:pt x="27" y="34"/>
                      <a:pt x="27" y="31"/>
                    </a:cubicBezTo>
                    <a:cubicBezTo>
                      <a:pt x="26" y="26"/>
                      <a:pt x="26" y="21"/>
                      <a:pt x="26" y="16"/>
                    </a:cubicBezTo>
                    <a:cubicBezTo>
                      <a:pt x="26" y="10"/>
                      <a:pt x="26" y="5"/>
                      <a:pt x="27" y="0"/>
                    </a:cubicBezTo>
                    <a:lnTo>
                      <a:pt x="1" y="2"/>
                    </a:lnTo>
                    <a:cubicBezTo>
                      <a:pt x="0" y="6"/>
                      <a:pt x="0" y="10"/>
                      <a:pt x="0" y="14"/>
                    </a:cubicBezTo>
                    <a:cubicBezTo>
                      <a:pt x="0" y="19"/>
                      <a:pt x="0" y="24"/>
                      <a:pt x="1"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9"/>
              <p:cNvSpPr/>
              <p:nvPr/>
            </p:nvSpPr>
            <p:spPr>
              <a:xfrm>
                <a:off x="2790365" y="-827135"/>
                <a:ext cx="10440" cy="8280"/>
              </a:xfrm>
              <a:custGeom>
                <a:rect b="b" l="l" r="r" t="t"/>
                <a:pathLst>
                  <a:path extrusionOk="0" h="23" w="29">
                    <a:moveTo>
                      <a:pt x="5" y="11"/>
                    </a:moveTo>
                    <a:cubicBezTo>
                      <a:pt x="3" y="15"/>
                      <a:pt x="1" y="18"/>
                      <a:pt x="0" y="22"/>
                    </a:cubicBezTo>
                    <a:lnTo>
                      <a:pt x="27" y="20"/>
                    </a:lnTo>
                    <a:cubicBezTo>
                      <a:pt x="28" y="8"/>
                      <a:pt x="11" y="0"/>
                      <a:pt x="5"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9"/>
              <p:cNvSpPr/>
              <p:nvPr/>
            </p:nvSpPr>
            <p:spPr>
              <a:xfrm>
                <a:off x="2811245" y="-822455"/>
                <a:ext cx="13320" cy="37800"/>
              </a:xfrm>
              <a:custGeom>
                <a:rect b="b" l="l" r="r" t="t"/>
                <a:pathLst>
                  <a:path extrusionOk="0" h="105" w="37">
                    <a:moveTo>
                      <a:pt x="4" y="30"/>
                    </a:moveTo>
                    <a:cubicBezTo>
                      <a:pt x="4" y="51"/>
                      <a:pt x="0" y="70"/>
                      <a:pt x="1" y="91"/>
                    </a:cubicBezTo>
                    <a:cubicBezTo>
                      <a:pt x="1" y="104"/>
                      <a:pt x="22" y="104"/>
                      <a:pt x="23" y="91"/>
                    </a:cubicBezTo>
                    <a:cubicBezTo>
                      <a:pt x="24" y="66"/>
                      <a:pt x="36" y="29"/>
                      <a:pt x="30" y="0"/>
                    </a:cubicBezTo>
                    <a:lnTo>
                      <a:pt x="4" y="3"/>
                    </a:lnTo>
                    <a:cubicBezTo>
                      <a:pt x="4" y="12"/>
                      <a:pt x="5" y="21"/>
                      <a:pt x="4"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9"/>
              <p:cNvSpPr/>
              <p:nvPr/>
            </p:nvSpPr>
            <p:spPr>
              <a:xfrm>
                <a:off x="2812685" y="-829295"/>
                <a:ext cx="9720" cy="8280"/>
              </a:xfrm>
              <a:custGeom>
                <a:rect b="b" l="l" r="r" t="t"/>
                <a:pathLst>
                  <a:path extrusionOk="0" h="23" w="27">
                    <a:moveTo>
                      <a:pt x="0" y="22"/>
                    </a:moveTo>
                    <a:lnTo>
                      <a:pt x="26" y="20"/>
                    </a:lnTo>
                    <a:cubicBezTo>
                      <a:pt x="25" y="14"/>
                      <a:pt x="23" y="8"/>
                      <a:pt x="20" y="2"/>
                    </a:cubicBezTo>
                    <a:cubicBezTo>
                      <a:pt x="20" y="2"/>
                      <a:pt x="19" y="1"/>
                      <a:pt x="19" y="0"/>
                    </a:cubicBezTo>
                    <a:lnTo>
                      <a:pt x="6" y="0"/>
                    </a:lnTo>
                    <a:cubicBezTo>
                      <a:pt x="6" y="1"/>
                      <a:pt x="5" y="1"/>
                      <a:pt x="5" y="2"/>
                    </a:cubicBezTo>
                    <a:cubicBezTo>
                      <a:pt x="2" y="8"/>
                      <a:pt x="0" y="14"/>
                      <a:pt x="0" y="21"/>
                    </a:cubicBezTo>
                    <a:cubicBezTo>
                      <a:pt x="0" y="22"/>
                      <a:pt x="0" y="22"/>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9"/>
              <p:cNvSpPr/>
              <p:nvPr/>
            </p:nvSpPr>
            <p:spPr>
              <a:xfrm>
                <a:off x="2814845" y="-830375"/>
                <a:ext cx="4680" cy="1440"/>
              </a:xfrm>
              <a:custGeom>
                <a:rect b="b" l="l" r="r" t="t"/>
                <a:pathLst>
                  <a:path extrusionOk="0" h="4" w="13">
                    <a:moveTo>
                      <a:pt x="12" y="3"/>
                    </a:moveTo>
                    <a:cubicBezTo>
                      <a:pt x="12" y="2"/>
                      <a:pt x="11" y="1"/>
                      <a:pt x="10" y="1"/>
                    </a:cubicBezTo>
                    <a:cubicBezTo>
                      <a:pt x="9" y="0"/>
                      <a:pt x="7" y="0"/>
                      <a:pt x="6" y="0"/>
                    </a:cubicBezTo>
                    <a:cubicBezTo>
                      <a:pt x="4" y="0"/>
                      <a:pt x="3" y="0"/>
                      <a:pt x="2" y="1"/>
                    </a:cubicBezTo>
                    <a:cubicBezTo>
                      <a:pt x="1" y="1"/>
                      <a:pt x="1" y="2"/>
                      <a:pt x="0" y="3"/>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9"/>
              <p:cNvSpPr/>
              <p:nvPr/>
            </p:nvSpPr>
            <p:spPr>
              <a:xfrm>
                <a:off x="2835005" y="-824615"/>
                <a:ext cx="11880" cy="39600"/>
              </a:xfrm>
              <a:custGeom>
                <a:rect b="b" l="l" r="r" t="t"/>
                <a:pathLst>
                  <a:path extrusionOk="0" h="110" w="33">
                    <a:moveTo>
                      <a:pt x="1" y="95"/>
                    </a:moveTo>
                    <a:cubicBezTo>
                      <a:pt x="1" y="106"/>
                      <a:pt x="19" y="109"/>
                      <a:pt x="19" y="96"/>
                    </a:cubicBezTo>
                    <a:cubicBezTo>
                      <a:pt x="19" y="70"/>
                      <a:pt x="22" y="45"/>
                      <a:pt x="27" y="19"/>
                    </a:cubicBezTo>
                    <a:cubicBezTo>
                      <a:pt x="28" y="12"/>
                      <a:pt x="31" y="6"/>
                      <a:pt x="32" y="0"/>
                    </a:cubicBezTo>
                    <a:lnTo>
                      <a:pt x="9" y="1"/>
                    </a:lnTo>
                    <a:cubicBezTo>
                      <a:pt x="3" y="25"/>
                      <a:pt x="0" y="50"/>
                      <a:pt x="0" y="75"/>
                    </a:cubicBezTo>
                    <a:cubicBezTo>
                      <a:pt x="0" y="82"/>
                      <a:pt x="0" y="88"/>
                      <a:pt x="1" y="9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9"/>
              <p:cNvSpPr/>
              <p:nvPr/>
            </p:nvSpPr>
            <p:spPr>
              <a:xfrm>
                <a:off x="2838245" y="-829295"/>
                <a:ext cx="8640" cy="5760"/>
              </a:xfrm>
              <a:custGeom>
                <a:rect b="b" l="l" r="r" t="t"/>
                <a:pathLst>
                  <a:path extrusionOk="0" h="16" w="24">
                    <a:moveTo>
                      <a:pt x="22" y="14"/>
                    </a:moveTo>
                    <a:cubicBezTo>
                      <a:pt x="23" y="12"/>
                      <a:pt x="23" y="9"/>
                      <a:pt x="23" y="7"/>
                    </a:cubicBezTo>
                    <a:cubicBezTo>
                      <a:pt x="23" y="4"/>
                      <a:pt x="23" y="3"/>
                      <a:pt x="22" y="0"/>
                    </a:cubicBezTo>
                    <a:lnTo>
                      <a:pt x="17" y="0"/>
                    </a:lnTo>
                    <a:lnTo>
                      <a:pt x="5" y="0"/>
                    </a:lnTo>
                    <a:cubicBezTo>
                      <a:pt x="3" y="5"/>
                      <a:pt x="1" y="10"/>
                      <a:pt x="0" y="15"/>
                    </a:cubicBezTo>
                    <a:lnTo>
                      <a:pt x="22"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9"/>
              <p:cNvSpPr/>
              <p:nvPr/>
            </p:nvSpPr>
            <p:spPr>
              <a:xfrm>
                <a:off x="2840405" y="-831815"/>
                <a:ext cx="6120" cy="3600"/>
              </a:xfrm>
              <a:custGeom>
                <a:rect b="b" l="l" r="r" t="t"/>
                <a:pathLst>
                  <a:path extrusionOk="0" h="10" w="17">
                    <a:moveTo>
                      <a:pt x="16" y="7"/>
                    </a:moveTo>
                    <a:lnTo>
                      <a:pt x="16" y="6"/>
                    </a:lnTo>
                    <a:lnTo>
                      <a:pt x="16" y="5"/>
                    </a:lnTo>
                    <a:lnTo>
                      <a:pt x="16" y="4"/>
                    </a:lnTo>
                    <a:cubicBezTo>
                      <a:pt x="15" y="3"/>
                      <a:pt x="15" y="2"/>
                      <a:pt x="13" y="1"/>
                    </a:cubicBezTo>
                    <a:cubicBezTo>
                      <a:pt x="11" y="0"/>
                      <a:pt x="9" y="0"/>
                      <a:pt x="8" y="0"/>
                    </a:cubicBezTo>
                    <a:cubicBezTo>
                      <a:pt x="6" y="0"/>
                      <a:pt x="6" y="0"/>
                      <a:pt x="4" y="1"/>
                    </a:cubicBezTo>
                    <a:cubicBezTo>
                      <a:pt x="2" y="2"/>
                      <a:pt x="2" y="3"/>
                      <a:pt x="1" y="4"/>
                    </a:cubicBezTo>
                    <a:cubicBezTo>
                      <a:pt x="1" y="5"/>
                      <a:pt x="1" y="5"/>
                      <a:pt x="1" y="5"/>
                    </a:cubicBezTo>
                    <a:lnTo>
                      <a:pt x="0" y="9"/>
                    </a:lnTo>
                    <a:lnTo>
                      <a:pt x="12" y="9"/>
                    </a:lnTo>
                    <a:lnTo>
                      <a:pt x="16"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9"/>
              <p:cNvSpPr/>
              <p:nvPr/>
            </p:nvSpPr>
            <p:spPr>
              <a:xfrm>
                <a:off x="2856605" y="-824975"/>
                <a:ext cx="11160" cy="24840"/>
              </a:xfrm>
              <a:custGeom>
                <a:rect b="b" l="l" r="r" t="t"/>
                <a:pathLst>
                  <a:path extrusionOk="0" h="69" w="31">
                    <a:moveTo>
                      <a:pt x="4" y="0"/>
                    </a:moveTo>
                    <a:cubicBezTo>
                      <a:pt x="2" y="11"/>
                      <a:pt x="0" y="22"/>
                      <a:pt x="0" y="33"/>
                    </a:cubicBezTo>
                    <a:cubicBezTo>
                      <a:pt x="0" y="43"/>
                      <a:pt x="1" y="52"/>
                      <a:pt x="3" y="62"/>
                    </a:cubicBezTo>
                    <a:cubicBezTo>
                      <a:pt x="3" y="63"/>
                      <a:pt x="4" y="63"/>
                      <a:pt x="4" y="64"/>
                    </a:cubicBezTo>
                    <a:cubicBezTo>
                      <a:pt x="5" y="65"/>
                      <a:pt x="6" y="66"/>
                      <a:pt x="7" y="67"/>
                    </a:cubicBezTo>
                    <a:cubicBezTo>
                      <a:pt x="8" y="68"/>
                      <a:pt x="8" y="68"/>
                      <a:pt x="10" y="68"/>
                    </a:cubicBezTo>
                    <a:cubicBezTo>
                      <a:pt x="11" y="68"/>
                      <a:pt x="13" y="68"/>
                      <a:pt x="14" y="67"/>
                    </a:cubicBezTo>
                    <a:cubicBezTo>
                      <a:pt x="15" y="66"/>
                      <a:pt x="16" y="65"/>
                      <a:pt x="17" y="64"/>
                    </a:cubicBezTo>
                    <a:cubicBezTo>
                      <a:pt x="17" y="63"/>
                      <a:pt x="17" y="63"/>
                      <a:pt x="18" y="62"/>
                    </a:cubicBezTo>
                    <a:cubicBezTo>
                      <a:pt x="18" y="60"/>
                      <a:pt x="18" y="59"/>
                      <a:pt x="18" y="57"/>
                    </a:cubicBezTo>
                    <a:cubicBezTo>
                      <a:pt x="18" y="46"/>
                      <a:pt x="19" y="34"/>
                      <a:pt x="21" y="22"/>
                    </a:cubicBezTo>
                    <a:cubicBezTo>
                      <a:pt x="22" y="18"/>
                      <a:pt x="23" y="14"/>
                      <a:pt x="24" y="10"/>
                    </a:cubicBezTo>
                    <a:cubicBezTo>
                      <a:pt x="25" y="8"/>
                      <a:pt x="25" y="7"/>
                      <a:pt x="26" y="5"/>
                    </a:cubicBezTo>
                    <a:cubicBezTo>
                      <a:pt x="26" y="4"/>
                      <a:pt x="27" y="3"/>
                      <a:pt x="28" y="3"/>
                    </a:cubicBezTo>
                    <a:cubicBezTo>
                      <a:pt x="28" y="2"/>
                      <a:pt x="28" y="3"/>
                      <a:pt x="29" y="2"/>
                    </a:cubicBezTo>
                    <a:cubicBezTo>
                      <a:pt x="30" y="1"/>
                      <a:pt x="29" y="0"/>
                      <a:pt x="29" y="0"/>
                    </a:cubicBezTo>
                    <a:lnTo>
                      <a:pt x="10" y="1"/>
                    </a:ln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9"/>
              <p:cNvSpPr/>
              <p:nvPr/>
            </p:nvSpPr>
            <p:spPr>
              <a:xfrm>
                <a:off x="2858045" y="-832535"/>
                <a:ext cx="10800" cy="7560"/>
              </a:xfrm>
              <a:custGeom>
                <a:rect b="b" l="l" r="r" t="t"/>
                <a:pathLst>
                  <a:path extrusionOk="0" h="21" w="30">
                    <a:moveTo>
                      <a:pt x="6" y="10"/>
                    </a:moveTo>
                    <a:cubicBezTo>
                      <a:pt x="5" y="11"/>
                      <a:pt x="4" y="13"/>
                      <a:pt x="3" y="14"/>
                    </a:cubicBezTo>
                    <a:cubicBezTo>
                      <a:pt x="2" y="16"/>
                      <a:pt x="1" y="18"/>
                      <a:pt x="0" y="20"/>
                    </a:cubicBezTo>
                    <a:lnTo>
                      <a:pt x="7" y="20"/>
                    </a:lnTo>
                    <a:lnTo>
                      <a:pt x="26" y="19"/>
                    </a:lnTo>
                    <a:cubicBezTo>
                      <a:pt x="29" y="9"/>
                      <a:pt x="14" y="0"/>
                      <a:pt x="6"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9"/>
              <p:cNvSpPr/>
              <p:nvPr/>
            </p:nvSpPr>
            <p:spPr>
              <a:xfrm>
                <a:off x="2882165" y="-827495"/>
                <a:ext cx="11160" cy="45720"/>
              </a:xfrm>
              <a:custGeom>
                <a:rect b="b" l="l" r="r" t="t"/>
                <a:pathLst>
                  <a:path extrusionOk="0" h="127" w="31">
                    <a:moveTo>
                      <a:pt x="0" y="118"/>
                    </a:moveTo>
                    <a:cubicBezTo>
                      <a:pt x="0" y="125"/>
                      <a:pt x="13" y="126"/>
                      <a:pt x="14" y="118"/>
                    </a:cubicBezTo>
                    <a:cubicBezTo>
                      <a:pt x="18" y="78"/>
                      <a:pt x="26" y="39"/>
                      <a:pt x="30" y="0"/>
                    </a:cubicBezTo>
                    <a:lnTo>
                      <a:pt x="6" y="2"/>
                    </a:lnTo>
                    <a:cubicBezTo>
                      <a:pt x="2" y="31"/>
                      <a:pt x="0" y="60"/>
                      <a:pt x="0" y="89"/>
                    </a:cubicBezTo>
                    <a:cubicBezTo>
                      <a:pt x="0" y="99"/>
                      <a:pt x="0" y="108"/>
                      <a:pt x="0" y="1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9"/>
              <p:cNvSpPr/>
              <p:nvPr/>
            </p:nvSpPr>
            <p:spPr>
              <a:xfrm>
                <a:off x="2884685" y="-833975"/>
                <a:ext cx="9360" cy="7920"/>
              </a:xfrm>
              <a:custGeom>
                <a:rect b="b" l="l" r="r" t="t"/>
                <a:pathLst>
                  <a:path extrusionOk="0" h="22" w="26">
                    <a:moveTo>
                      <a:pt x="24" y="19"/>
                    </a:moveTo>
                    <a:cubicBezTo>
                      <a:pt x="24" y="13"/>
                      <a:pt x="25" y="8"/>
                      <a:pt x="25" y="3"/>
                    </a:cubicBezTo>
                    <a:cubicBezTo>
                      <a:pt x="25" y="2"/>
                      <a:pt x="25" y="2"/>
                      <a:pt x="25" y="1"/>
                    </a:cubicBezTo>
                    <a:lnTo>
                      <a:pt x="25" y="0"/>
                    </a:lnTo>
                    <a:lnTo>
                      <a:pt x="3" y="2"/>
                    </a:lnTo>
                    <a:cubicBezTo>
                      <a:pt x="2" y="8"/>
                      <a:pt x="1" y="15"/>
                      <a:pt x="0" y="21"/>
                    </a:cubicBezTo>
                    <a:lnTo>
                      <a:pt x="24"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9"/>
              <p:cNvSpPr/>
              <p:nvPr/>
            </p:nvSpPr>
            <p:spPr>
              <a:xfrm>
                <a:off x="2885765" y="-836855"/>
                <a:ext cx="8280" cy="4320"/>
              </a:xfrm>
              <a:custGeom>
                <a:rect b="b" l="l" r="r" t="t"/>
                <a:pathLst>
                  <a:path extrusionOk="0" h="12" w="23">
                    <a:moveTo>
                      <a:pt x="0" y="9"/>
                    </a:moveTo>
                    <a:lnTo>
                      <a:pt x="0" y="11"/>
                    </a:lnTo>
                    <a:lnTo>
                      <a:pt x="22" y="9"/>
                    </a:lnTo>
                    <a:cubicBezTo>
                      <a:pt x="22" y="8"/>
                      <a:pt x="21" y="7"/>
                      <a:pt x="21" y="6"/>
                    </a:cubicBezTo>
                    <a:cubicBezTo>
                      <a:pt x="20" y="4"/>
                      <a:pt x="19" y="3"/>
                      <a:pt x="17" y="2"/>
                    </a:cubicBezTo>
                    <a:cubicBezTo>
                      <a:pt x="15" y="1"/>
                      <a:pt x="13" y="0"/>
                      <a:pt x="11" y="0"/>
                    </a:cubicBezTo>
                    <a:cubicBezTo>
                      <a:pt x="9" y="0"/>
                      <a:pt x="7" y="1"/>
                      <a:pt x="5" y="2"/>
                    </a:cubicBezTo>
                    <a:cubicBezTo>
                      <a:pt x="3" y="3"/>
                      <a:pt x="2" y="4"/>
                      <a:pt x="1" y="6"/>
                    </a:cubicBezTo>
                    <a:cubicBezTo>
                      <a:pt x="0" y="7"/>
                      <a:pt x="0" y="8"/>
                      <a:pt x="0"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9"/>
              <p:cNvSpPr/>
              <p:nvPr/>
            </p:nvSpPr>
            <p:spPr>
              <a:xfrm>
                <a:off x="2907365" y="-829295"/>
                <a:ext cx="11520" cy="33120"/>
              </a:xfrm>
              <a:custGeom>
                <a:rect b="b" l="l" r="r" t="t"/>
                <a:pathLst>
                  <a:path extrusionOk="0" h="92" w="32">
                    <a:moveTo>
                      <a:pt x="2" y="40"/>
                    </a:moveTo>
                    <a:cubicBezTo>
                      <a:pt x="1" y="47"/>
                      <a:pt x="0" y="53"/>
                      <a:pt x="0" y="60"/>
                    </a:cubicBezTo>
                    <a:cubicBezTo>
                      <a:pt x="0" y="67"/>
                      <a:pt x="1" y="73"/>
                      <a:pt x="2" y="80"/>
                    </a:cubicBezTo>
                    <a:cubicBezTo>
                      <a:pt x="3" y="88"/>
                      <a:pt x="17" y="91"/>
                      <a:pt x="18" y="80"/>
                    </a:cubicBezTo>
                    <a:cubicBezTo>
                      <a:pt x="21" y="53"/>
                      <a:pt x="28" y="27"/>
                      <a:pt x="31" y="0"/>
                    </a:cubicBezTo>
                    <a:lnTo>
                      <a:pt x="4" y="1"/>
                    </a:lnTo>
                    <a:cubicBezTo>
                      <a:pt x="3" y="15"/>
                      <a:pt x="4" y="28"/>
                      <a:pt x="2" y="4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9"/>
              <p:cNvSpPr/>
              <p:nvPr/>
            </p:nvSpPr>
            <p:spPr>
              <a:xfrm>
                <a:off x="2908805" y="-836495"/>
                <a:ext cx="10440" cy="8280"/>
              </a:xfrm>
              <a:custGeom>
                <a:rect b="b" l="l" r="r" t="t"/>
                <a:pathLst>
                  <a:path extrusionOk="0" h="23" w="29">
                    <a:moveTo>
                      <a:pt x="0" y="22"/>
                    </a:moveTo>
                    <a:lnTo>
                      <a:pt x="26" y="20"/>
                    </a:lnTo>
                    <a:cubicBezTo>
                      <a:pt x="26" y="16"/>
                      <a:pt x="26" y="13"/>
                      <a:pt x="27" y="9"/>
                    </a:cubicBezTo>
                    <a:lnTo>
                      <a:pt x="27" y="8"/>
                    </a:lnTo>
                    <a:cubicBezTo>
                      <a:pt x="27" y="6"/>
                      <a:pt x="28" y="3"/>
                      <a:pt x="26" y="1"/>
                    </a:cubicBezTo>
                    <a:cubicBezTo>
                      <a:pt x="25" y="0"/>
                      <a:pt x="25" y="0"/>
                      <a:pt x="24" y="0"/>
                    </a:cubicBezTo>
                    <a:lnTo>
                      <a:pt x="3" y="2"/>
                    </a:lnTo>
                    <a:cubicBezTo>
                      <a:pt x="3" y="3"/>
                      <a:pt x="2" y="4"/>
                      <a:pt x="2" y="5"/>
                    </a:cubicBezTo>
                    <a:cubicBezTo>
                      <a:pt x="1" y="10"/>
                      <a:pt x="0" y="16"/>
                      <a:pt x="0"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9"/>
              <p:cNvSpPr/>
              <p:nvPr/>
            </p:nvSpPr>
            <p:spPr>
              <a:xfrm>
                <a:off x="2909885" y="-838295"/>
                <a:ext cx="7920" cy="2880"/>
              </a:xfrm>
              <a:custGeom>
                <a:rect b="b" l="l" r="r" t="t"/>
                <a:pathLst>
                  <a:path extrusionOk="0" h="8" w="22">
                    <a:moveTo>
                      <a:pt x="0" y="7"/>
                    </a:moveTo>
                    <a:lnTo>
                      <a:pt x="21" y="5"/>
                    </a:lnTo>
                    <a:cubicBezTo>
                      <a:pt x="20" y="3"/>
                      <a:pt x="19" y="2"/>
                      <a:pt x="17" y="1"/>
                    </a:cubicBezTo>
                    <a:cubicBezTo>
                      <a:pt x="15" y="0"/>
                      <a:pt x="13" y="0"/>
                      <a:pt x="11" y="0"/>
                    </a:cubicBezTo>
                    <a:cubicBezTo>
                      <a:pt x="9" y="0"/>
                      <a:pt x="7" y="0"/>
                      <a:pt x="5" y="1"/>
                    </a:cubicBezTo>
                    <a:cubicBezTo>
                      <a:pt x="3" y="2"/>
                      <a:pt x="3" y="4"/>
                      <a:pt x="1" y="6"/>
                    </a:cubicBezTo>
                    <a:cubicBezTo>
                      <a:pt x="0" y="7"/>
                      <a:pt x="0" y="7"/>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9"/>
              <p:cNvSpPr/>
              <p:nvPr/>
            </p:nvSpPr>
            <p:spPr>
              <a:xfrm>
                <a:off x="2935085" y="-832895"/>
                <a:ext cx="14400" cy="37800"/>
              </a:xfrm>
              <a:custGeom>
                <a:rect b="b" l="l" r="r" t="t"/>
                <a:pathLst>
                  <a:path extrusionOk="0" h="105" w="40">
                    <a:moveTo>
                      <a:pt x="14" y="5"/>
                    </a:moveTo>
                    <a:cubicBezTo>
                      <a:pt x="6" y="35"/>
                      <a:pt x="1" y="66"/>
                      <a:pt x="0" y="97"/>
                    </a:cubicBezTo>
                    <a:cubicBezTo>
                      <a:pt x="1" y="98"/>
                      <a:pt x="1" y="99"/>
                      <a:pt x="1" y="100"/>
                    </a:cubicBezTo>
                    <a:cubicBezTo>
                      <a:pt x="2" y="101"/>
                      <a:pt x="3" y="102"/>
                      <a:pt x="5" y="103"/>
                    </a:cubicBezTo>
                    <a:cubicBezTo>
                      <a:pt x="7" y="104"/>
                      <a:pt x="7" y="104"/>
                      <a:pt x="9" y="104"/>
                    </a:cubicBezTo>
                    <a:cubicBezTo>
                      <a:pt x="10" y="104"/>
                      <a:pt x="12" y="104"/>
                      <a:pt x="14" y="103"/>
                    </a:cubicBezTo>
                    <a:cubicBezTo>
                      <a:pt x="16" y="102"/>
                      <a:pt x="16" y="101"/>
                      <a:pt x="17" y="100"/>
                    </a:cubicBezTo>
                    <a:cubicBezTo>
                      <a:pt x="17" y="99"/>
                      <a:pt x="18" y="98"/>
                      <a:pt x="18" y="97"/>
                    </a:cubicBezTo>
                    <a:cubicBezTo>
                      <a:pt x="19" y="64"/>
                      <a:pt x="33" y="32"/>
                      <a:pt x="39" y="0"/>
                    </a:cubicBezTo>
                    <a:lnTo>
                      <a:pt x="34" y="1"/>
                    </a:lnTo>
                    <a:cubicBezTo>
                      <a:pt x="28" y="3"/>
                      <a:pt x="21" y="4"/>
                      <a:pt x="14"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9"/>
              <p:cNvSpPr/>
              <p:nvPr/>
            </p:nvSpPr>
            <p:spPr>
              <a:xfrm>
                <a:off x="2940125" y="-839735"/>
                <a:ext cx="10080" cy="9000"/>
              </a:xfrm>
              <a:custGeom>
                <a:rect b="b" l="l" r="r" t="t"/>
                <a:pathLst>
                  <a:path extrusionOk="0" h="25" w="28">
                    <a:moveTo>
                      <a:pt x="20" y="20"/>
                    </a:moveTo>
                    <a:lnTo>
                      <a:pt x="25" y="19"/>
                    </a:lnTo>
                    <a:cubicBezTo>
                      <a:pt x="26" y="13"/>
                      <a:pt x="27" y="6"/>
                      <a:pt x="27" y="0"/>
                    </a:cubicBezTo>
                    <a:lnTo>
                      <a:pt x="20" y="0"/>
                    </a:lnTo>
                    <a:lnTo>
                      <a:pt x="3" y="1"/>
                    </a:lnTo>
                    <a:cubicBezTo>
                      <a:pt x="3" y="9"/>
                      <a:pt x="1" y="16"/>
                      <a:pt x="0" y="24"/>
                    </a:cubicBezTo>
                    <a:cubicBezTo>
                      <a:pt x="6" y="23"/>
                      <a:pt x="13" y="22"/>
                      <a:pt x="2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9"/>
              <p:cNvSpPr/>
              <p:nvPr/>
            </p:nvSpPr>
            <p:spPr>
              <a:xfrm>
                <a:off x="2941205" y="-849095"/>
                <a:ext cx="9000" cy="10080"/>
              </a:xfrm>
              <a:custGeom>
                <a:rect b="b" l="l" r="r" t="t"/>
                <a:pathLst>
                  <a:path extrusionOk="0" h="28" w="25">
                    <a:moveTo>
                      <a:pt x="24" y="25"/>
                    </a:moveTo>
                    <a:cubicBezTo>
                      <a:pt x="24" y="22"/>
                      <a:pt x="24" y="20"/>
                      <a:pt x="24" y="18"/>
                    </a:cubicBezTo>
                    <a:cubicBezTo>
                      <a:pt x="24" y="15"/>
                      <a:pt x="24" y="13"/>
                      <a:pt x="24" y="10"/>
                    </a:cubicBezTo>
                    <a:cubicBezTo>
                      <a:pt x="24" y="9"/>
                      <a:pt x="23" y="7"/>
                      <a:pt x="22" y="6"/>
                    </a:cubicBezTo>
                    <a:cubicBezTo>
                      <a:pt x="21" y="4"/>
                      <a:pt x="20" y="2"/>
                      <a:pt x="18" y="1"/>
                    </a:cubicBezTo>
                    <a:cubicBezTo>
                      <a:pt x="16" y="0"/>
                      <a:pt x="15" y="0"/>
                      <a:pt x="13" y="0"/>
                    </a:cubicBezTo>
                    <a:cubicBezTo>
                      <a:pt x="11" y="0"/>
                      <a:pt x="9" y="0"/>
                      <a:pt x="7" y="1"/>
                    </a:cubicBezTo>
                    <a:cubicBezTo>
                      <a:pt x="5" y="2"/>
                      <a:pt x="4" y="4"/>
                      <a:pt x="3" y="6"/>
                    </a:cubicBezTo>
                    <a:cubicBezTo>
                      <a:pt x="2" y="8"/>
                      <a:pt x="1" y="9"/>
                      <a:pt x="1" y="11"/>
                    </a:cubicBezTo>
                    <a:lnTo>
                      <a:pt x="1" y="12"/>
                    </a:lnTo>
                    <a:cubicBezTo>
                      <a:pt x="1" y="17"/>
                      <a:pt x="1" y="22"/>
                      <a:pt x="0" y="27"/>
                    </a:cubicBezTo>
                    <a:lnTo>
                      <a:pt x="18" y="26"/>
                    </a:lnTo>
                    <a:lnTo>
                      <a:pt x="2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9"/>
              <p:cNvSpPr/>
              <p:nvPr/>
            </p:nvSpPr>
            <p:spPr>
              <a:xfrm>
                <a:off x="2955965" y="-836135"/>
                <a:ext cx="9360" cy="34200"/>
              </a:xfrm>
              <a:custGeom>
                <a:rect b="b" l="l" r="r" t="t"/>
                <a:pathLst>
                  <a:path extrusionOk="0" h="95" w="26">
                    <a:moveTo>
                      <a:pt x="2" y="83"/>
                    </a:moveTo>
                    <a:cubicBezTo>
                      <a:pt x="2" y="94"/>
                      <a:pt x="21" y="94"/>
                      <a:pt x="22" y="83"/>
                    </a:cubicBezTo>
                    <a:cubicBezTo>
                      <a:pt x="24" y="67"/>
                      <a:pt x="25" y="51"/>
                      <a:pt x="25" y="36"/>
                    </a:cubicBezTo>
                    <a:cubicBezTo>
                      <a:pt x="25" y="24"/>
                      <a:pt x="24" y="12"/>
                      <a:pt x="23" y="0"/>
                    </a:cubicBezTo>
                    <a:lnTo>
                      <a:pt x="1" y="4"/>
                    </a:lnTo>
                    <a:cubicBezTo>
                      <a:pt x="0" y="16"/>
                      <a:pt x="0" y="28"/>
                      <a:pt x="0" y="39"/>
                    </a:cubicBezTo>
                    <a:cubicBezTo>
                      <a:pt x="0" y="54"/>
                      <a:pt x="0" y="69"/>
                      <a:pt x="2" y="8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9"/>
              <p:cNvSpPr/>
              <p:nvPr/>
            </p:nvSpPr>
            <p:spPr>
              <a:xfrm>
                <a:off x="2956325" y="-841535"/>
                <a:ext cx="7920" cy="7560"/>
              </a:xfrm>
              <a:custGeom>
                <a:rect b="b" l="l" r="r" t="t"/>
                <a:pathLst>
                  <a:path extrusionOk="0" h="21" w="22">
                    <a:moveTo>
                      <a:pt x="21" y="15"/>
                    </a:moveTo>
                    <a:cubicBezTo>
                      <a:pt x="20" y="10"/>
                      <a:pt x="19" y="5"/>
                      <a:pt x="17" y="0"/>
                    </a:cubicBezTo>
                    <a:lnTo>
                      <a:pt x="5" y="1"/>
                    </a:lnTo>
                    <a:cubicBezTo>
                      <a:pt x="2" y="7"/>
                      <a:pt x="1" y="13"/>
                      <a:pt x="0" y="20"/>
                    </a:cubicBezTo>
                    <a:lnTo>
                      <a:pt x="21"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9"/>
              <p:cNvSpPr/>
              <p:nvPr/>
            </p:nvSpPr>
            <p:spPr>
              <a:xfrm>
                <a:off x="2957765" y="-843335"/>
                <a:ext cx="4680" cy="2520"/>
              </a:xfrm>
              <a:custGeom>
                <a:rect b="b" l="l" r="r" t="t"/>
                <a:pathLst>
                  <a:path extrusionOk="0" h="7" w="13">
                    <a:moveTo>
                      <a:pt x="12" y="3"/>
                    </a:moveTo>
                    <a:cubicBezTo>
                      <a:pt x="11" y="2"/>
                      <a:pt x="11" y="1"/>
                      <a:pt x="10" y="1"/>
                    </a:cubicBezTo>
                    <a:cubicBezTo>
                      <a:pt x="9" y="0"/>
                      <a:pt x="8" y="0"/>
                      <a:pt x="7" y="0"/>
                    </a:cubicBezTo>
                    <a:cubicBezTo>
                      <a:pt x="6" y="0"/>
                      <a:pt x="5" y="0"/>
                      <a:pt x="4" y="1"/>
                    </a:cubicBezTo>
                    <a:cubicBezTo>
                      <a:pt x="3" y="1"/>
                      <a:pt x="2" y="2"/>
                      <a:pt x="2" y="3"/>
                    </a:cubicBezTo>
                    <a:cubicBezTo>
                      <a:pt x="2" y="4"/>
                      <a:pt x="2" y="5"/>
                      <a:pt x="0" y="6"/>
                    </a:cubicBezTo>
                    <a:lnTo>
                      <a:pt x="12" y="5"/>
                    </a:ln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9"/>
              <p:cNvSpPr/>
              <p:nvPr/>
            </p:nvSpPr>
            <p:spPr>
              <a:xfrm>
                <a:off x="2963885" y="-839015"/>
                <a:ext cx="19080" cy="64440"/>
              </a:xfrm>
              <a:custGeom>
                <a:rect b="b" l="l" r="r" t="t"/>
                <a:pathLst>
                  <a:path extrusionOk="0" h="179" w="53">
                    <a:moveTo>
                      <a:pt x="25" y="9"/>
                    </a:moveTo>
                    <a:lnTo>
                      <a:pt x="25" y="11"/>
                    </a:lnTo>
                    <a:cubicBezTo>
                      <a:pt x="24" y="12"/>
                      <a:pt x="24" y="13"/>
                      <a:pt x="24" y="14"/>
                    </a:cubicBezTo>
                    <a:cubicBezTo>
                      <a:pt x="24" y="15"/>
                      <a:pt x="24" y="17"/>
                      <a:pt x="25" y="18"/>
                    </a:cubicBezTo>
                    <a:cubicBezTo>
                      <a:pt x="27" y="48"/>
                      <a:pt x="11" y="77"/>
                      <a:pt x="5" y="106"/>
                    </a:cubicBezTo>
                    <a:cubicBezTo>
                      <a:pt x="2" y="122"/>
                      <a:pt x="0" y="140"/>
                      <a:pt x="0" y="157"/>
                    </a:cubicBezTo>
                    <a:cubicBezTo>
                      <a:pt x="0" y="160"/>
                      <a:pt x="0" y="164"/>
                      <a:pt x="0" y="168"/>
                    </a:cubicBezTo>
                    <a:cubicBezTo>
                      <a:pt x="0" y="176"/>
                      <a:pt x="13" y="178"/>
                      <a:pt x="17" y="172"/>
                    </a:cubicBezTo>
                    <a:cubicBezTo>
                      <a:pt x="19" y="170"/>
                      <a:pt x="21" y="168"/>
                      <a:pt x="22" y="166"/>
                    </a:cubicBezTo>
                    <a:cubicBezTo>
                      <a:pt x="25" y="160"/>
                      <a:pt x="27" y="153"/>
                      <a:pt x="27" y="146"/>
                    </a:cubicBezTo>
                    <a:cubicBezTo>
                      <a:pt x="28" y="125"/>
                      <a:pt x="33" y="104"/>
                      <a:pt x="41" y="84"/>
                    </a:cubicBezTo>
                    <a:cubicBezTo>
                      <a:pt x="48" y="68"/>
                      <a:pt x="52" y="51"/>
                      <a:pt x="52" y="33"/>
                    </a:cubicBezTo>
                    <a:cubicBezTo>
                      <a:pt x="52" y="24"/>
                      <a:pt x="51" y="15"/>
                      <a:pt x="49" y="6"/>
                    </a:cubicBezTo>
                    <a:cubicBezTo>
                      <a:pt x="49" y="5"/>
                      <a:pt x="48" y="4"/>
                      <a:pt x="48" y="3"/>
                    </a:cubicBezTo>
                    <a:cubicBezTo>
                      <a:pt x="47" y="2"/>
                      <a:pt x="46" y="1"/>
                      <a:pt x="45" y="0"/>
                    </a:cubicBezTo>
                    <a:lnTo>
                      <a:pt x="29" y="3"/>
                    </a:lnTo>
                    <a:cubicBezTo>
                      <a:pt x="28" y="4"/>
                      <a:pt x="27" y="5"/>
                      <a:pt x="26" y="6"/>
                    </a:cubicBezTo>
                    <a:cubicBezTo>
                      <a:pt x="25" y="7"/>
                      <a:pt x="25" y="8"/>
                      <a:pt x="25"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9"/>
              <p:cNvSpPr/>
              <p:nvPr/>
            </p:nvSpPr>
            <p:spPr>
              <a:xfrm>
                <a:off x="2973965" y="-839735"/>
                <a:ext cx="6120" cy="2160"/>
              </a:xfrm>
              <a:custGeom>
                <a:rect b="b" l="l" r="r" t="t"/>
                <a:pathLst>
                  <a:path extrusionOk="0" h="6" w="17">
                    <a:moveTo>
                      <a:pt x="0" y="5"/>
                    </a:moveTo>
                    <a:lnTo>
                      <a:pt x="16" y="2"/>
                    </a:lnTo>
                    <a:cubicBezTo>
                      <a:pt x="15" y="1"/>
                      <a:pt x="12" y="0"/>
                      <a:pt x="10" y="0"/>
                    </a:cubicBezTo>
                    <a:cubicBezTo>
                      <a:pt x="8" y="0"/>
                      <a:pt x="6" y="1"/>
                      <a:pt x="4" y="2"/>
                    </a:cubicBezTo>
                    <a:cubicBezTo>
                      <a:pt x="2" y="3"/>
                      <a:pt x="1" y="4"/>
                      <a:pt x="0"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9"/>
              <p:cNvSpPr/>
              <p:nvPr/>
            </p:nvSpPr>
            <p:spPr>
              <a:xfrm>
                <a:off x="2993045" y="-845135"/>
                <a:ext cx="9720" cy="63000"/>
              </a:xfrm>
              <a:custGeom>
                <a:rect b="b" l="l" r="r" t="t"/>
                <a:pathLst>
                  <a:path extrusionOk="0" h="175" w="27">
                    <a:moveTo>
                      <a:pt x="2" y="45"/>
                    </a:moveTo>
                    <a:cubicBezTo>
                      <a:pt x="3" y="86"/>
                      <a:pt x="2" y="127"/>
                      <a:pt x="3" y="168"/>
                    </a:cubicBezTo>
                    <a:cubicBezTo>
                      <a:pt x="3" y="169"/>
                      <a:pt x="3" y="170"/>
                      <a:pt x="4" y="171"/>
                    </a:cubicBezTo>
                    <a:cubicBezTo>
                      <a:pt x="4" y="171"/>
                      <a:pt x="5" y="172"/>
                      <a:pt x="6" y="173"/>
                    </a:cubicBezTo>
                    <a:cubicBezTo>
                      <a:pt x="7" y="174"/>
                      <a:pt x="8" y="173"/>
                      <a:pt x="9" y="173"/>
                    </a:cubicBezTo>
                    <a:cubicBezTo>
                      <a:pt x="10" y="173"/>
                      <a:pt x="11" y="173"/>
                      <a:pt x="11" y="173"/>
                    </a:cubicBezTo>
                    <a:cubicBezTo>
                      <a:pt x="12" y="172"/>
                      <a:pt x="13" y="172"/>
                      <a:pt x="14" y="171"/>
                    </a:cubicBezTo>
                    <a:cubicBezTo>
                      <a:pt x="15" y="170"/>
                      <a:pt x="14" y="169"/>
                      <a:pt x="14" y="168"/>
                    </a:cubicBezTo>
                    <a:cubicBezTo>
                      <a:pt x="16" y="135"/>
                      <a:pt x="22" y="104"/>
                      <a:pt x="22" y="71"/>
                    </a:cubicBezTo>
                    <a:cubicBezTo>
                      <a:pt x="22" y="53"/>
                      <a:pt x="22" y="36"/>
                      <a:pt x="22" y="18"/>
                    </a:cubicBezTo>
                    <a:cubicBezTo>
                      <a:pt x="22" y="14"/>
                      <a:pt x="26" y="2"/>
                      <a:pt x="21" y="4"/>
                    </a:cubicBezTo>
                    <a:lnTo>
                      <a:pt x="22" y="4"/>
                    </a:lnTo>
                    <a:cubicBezTo>
                      <a:pt x="23" y="3"/>
                      <a:pt x="24" y="2"/>
                      <a:pt x="25" y="1"/>
                    </a:cubicBezTo>
                    <a:lnTo>
                      <a:pt x="25" y="0"/>
                    </a:lnTo>
                    <a:lnTo>
                      <a:pt x="1" y="7"/>
                    </a:lnTo>
                    <a:cubicBezTo>
                      <a:pt x="0" y="12"/>
                      <a:pt x="0" y="16"/>
                      <a:pt x="0" y="20"/>
                    </a:cubicBezTo>
                    <a:cubicBezTo>
                      <a:pt x="0" y="28"/>
                      <a:pt x="1" y="36"/>
                      <a:pt x="2" y="4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9"/>
              <p:cNvSpPr/>
              <p:nvPr/>
            </p:nvSpPr>
            <p:spPr>
              <a:xfrm>
                <a:off x="2993045" y="-846935"/>
                <a:ext cx="9720" cy="5040"/>
              </a:xfrm>
              <a:custGeom>
                <a:rect b="b" l="l" r="r" t="t"/>
                <a:pathLst>
                  <a:path extrusionOk="0" h="14" w="27">
                    <a:moveTo>
                      <a:pt x="25" y="5"/>
                    </a:moveTo>
                    <a:cubicBezTo>
                      <a:pt x="25" y="4"/>
                      <a:pt x="26" y="2"/>
                      <a:pt x="26" y="0"/>
                    </a:cubicBezTo>
                    <a:lnTo>
                      <a:pt x="3" y="3"/>
                    </a:lnTo>
                    <a:cubicBezTo>
                      <a:pt x="1" y="6"/>
                      <a:pt x="1" y="10"/>
                      <a:pt x="0" y="13"/>
                    </a:cubicBezTo>
                    <a:lnTo>
                      <a:pt x="25"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9"/>
              <p:cNvSpPr/>
              <p:nvPr/>
            </p:nvSpPr>
            <p:spPr>
              <a:xfrm>
                <a:off x="2994125" y="-850175"/>
                <a:ext cx="8640" cy="4680"/>
              </a:xfrm>
              <a:custGeom>
                <a:rect b="b" l="l" r="r" t="t"/>
                <a:pathLst>
                  <a:path extrusionOk="0" h="13" w="24">
                    <a:moveTo>
                      <a:pt x="11" y="0"/>
                    </a:moveTo>
                    <a:cubicBezTo>
                      <a:pt x="10" y="0"/>
                      <a:pt x="9" y="1"/>
                      <a:pt x="8" y="1"/>
                    </a:cubicBezTo>
                    <a:cubicBezTo>
                      <a:pt x="5" y="3"/>
                      <a:pt x="3" y="5"/>
                      <a:pt x="2" y="7"/>
                    </a:cubicBezTo>
                    <a:cubicBezTo>
                      <a:pt x="1" y="9"/>
                      <a:pt x="1" y="10"/>
                      <a:pt x="0" y="12"/>
                    </a:cubicBezTo>
                    <a:lnTo>
                      <a:pt x="23" y="9"/>
                    </a:lnTo>
                    <a:cubicBezTo>
                      <a:pt x="23" y="7"/>
                      <a:pt x="23" y="6"/>
                      <a:pt x="22" y="5"/>
                    </a:cubicBezTo>
                    <a:cubicBezTo>
                      <a:pt x="21" y="3"/>
                      <a:pt x="20" y="2"/>
                      <a:pt x="18" y="1"/>
                    </a:cubicBezTo>
                    <a:cubicBezTo>
                      <a:pt x="16" y="0"/>
                      <a:pt x="15" y="0"/>
                      <a:pt x="13" y="0"/>
                    </a:cubicBezTo>
                    <a:cubicBezTo>
                      <a:pt x="12" y="0"/>
                      <a:pt x="11" y="0"/>
                      <a:pt x="11"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9"/>
              <p:cNvSpPr/>
              <p:nvPr/>
            </p:nvSpPr>
            <p:spPr>
              <a:xfrm>
                <a:off x="3014285" y="-848375"/>
                <a:ext cx="10080" cy="63000"/>
              </a:xfrm>
              <a:custGeom>
                <a:rect b="b" l="l" r="r" t="t"/>
                <a:pathLst>
                  <a:path extrusionOk="0" h="175" w="28">
                    <a:moveTo>
                      <a:pt x="0" y="165"/>
                    </a:moveTo>
                    <a:cubicBezTo>
                      <a:pt x="0" y="171"/>
                      <a:pt x="10" y="174"/>
                      <a:pt x="11" y="167"/>
                    </a:cubicBezTo>
                    <a:cubicBezTo>
                      <a:pt x="22" y="122"/>
                      <a:pt x="27" y="77"/>
                      <a:pt x="27" y="31"/>
                    </a:cubicBezTo>
                    <a:cubicBezTo>
                      <a:pt x="27" y="20"/>
                      <a:pt x="26" y="10"/>
                      <a:pt x="26" y="0"/>
                    </a:cubicBezTo>
                    <a:lnTo>
                      <a:pt x="3" y="1"/>
                    </a:lnTo>
                    <a:cubicBezTo>
                      <a:pt x="1" y="55"/>
                      <a:pt x="7" y="110"/>
                      <a:pt x="0" y="16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9"/>
              <p:cNvSpPr/>
              <p:nvPr/>
            </p:nvSpPr>
            <p:spPr>
              <a:xfrm>
                <a:off x="3015725" y="-849815"/>
                <a:ext cx="8280" cy="1800"/>
              </a:xfrm>
              <a:custGeom>
                <a:rect b="b" l="l" r="r" t="t"/>
                <a:pathLst>
                  <a:path extrusionOk="0" h="5" w="23">
                    <a:moveTo>
                      <a:pt x="22" y="4"/>
                    </a:moveTo>
                    <a:cubicBezTo>
                      <a:pt x="22" y="2"/>
                      <a:pt x="22" y="1"/>
                      <a:pt x="22" y="0"/>
                    </a:cubicBezTo>
                    <a:cubicBezTo>
                      <a:pt x="14" y="1"/>
                      <a:pt x="7" y="2"/>
                      <a:pt x="0" y="4"/>
                    </a:cubicBezTo>
                    <a:lnTo>
                      <a:pt x="22" y="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9"/>
              <p:cNvSpPr/>
              <p:nvPr/>
            </p:nvSpPr>
            <p:spPr>
              <a:xfrm>
                <a:off x="3015725" y="-859535"/>
                <a:ext cx="8280" cy="11520"/>
              </a:xfrm>
              <a:custGeom>
                <a:rect b="b" l="l" r="r" t="t"/>
                <a:pathLst>
                  <a:path extrusionOk="0" h="32" w="23">
                    <a:moveTo>
                      <a:pt x="21" y="15"/>
                    </a:moveTo>
                    <a:cubicBezTo>
                      <a:pt x="20" y="14"/>
                      <a:pt x="19" y="12"/>
                      <a:pt x="18" y="11"/>
                    </a:cubicBezTo>
                    <a:cubicBezTo>
                      <a:pt x="17" y="9"/>
                      <a:pt x="16" y="6"/>
                      <a:pt x="16" y="3"/>
                    </a:cubicBezTo>
                    <a:cubicBezTo>
                      <a:pt x="10" y="0"/>
                      <a:pt x="0" y="5"/>
                      <a:pt x="0" y="13"/>
                    </a:cubicBezTo>
                    <a:cubicBezTo>
                      <a:pt x="1" y="21"/>
                      <a:pt x="0" y="25"/>
                      <a:pt x="0" y="31"/>
                    </a:cubicBezTo>
                    <a:cubicBezTo>
                      <a:pt x="7" y="29"/>
                      <a:pt x="14" y="28"/>
                      <a:pt x="22" y="27"/>
                    </a:cubicBezTo>
                    <a:cubicBezTo>
                      <a:pt x="21" y="23"/>
                      <a:pt x="21" y="19"/>
                      <a:pt x="21"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9"/>
              <p:cNvSpPr/>
              <p:nvPr/>
            </p:nvSpPr>
            <p:spPr>
              <a:xfrm>
                <a:off x="3021485" y="-858095"/>
                <a:ext cx="2160" cy="4320"/>
              </a:xfrm>
              <a:custGeom>
                <a:rect b="b" l="l" r="r" t="t"/>
                <a:pathLst>
                  <a:path extrusionOk="0" h="12" w="6">
                    <a:moveTo>
                      <a:pt x="5" y="6"/>
                    </a:moveTo>
                    <a:cubicBezTo>
                      <a:pt x="5" y="5"/>
                      <a:pt x="4" y="4"/>
                      <a:pt x="3" y="3"/>
                    </a:cubicBezTo>
                    <a:cubicBezTo>
                      <a:pt x="3" y="2"/>
                      <a:pt x="2" y="1"/>
                      <a:pt x="1" y="0"/>
                    </a:cubicBezTo>
                    <a:cubicBezTo>
                      <a:pt x="0" y="0"/>
                      <a:pt x="0" y="0"/>
                      <a:pt x="0" y="0"/>
                    </a:cubicBezTo>
                    <a:cubicBezTo>
                      <a:pt x="0" y="2"/>
                      <a:pt x="1" y="5"/>
                      <a:pt x="2" y="7"/>
                    </a:cubicBezTo>
                    <a:cubicBezTo>
                      <a:pt x="3" y="9"/>
                      <a:pt x="4" y="10"/>
                      <a:pt x="5" y="11"/>
                    </a:cubicBezTo>
                    <a:cubicBezTo>
                      <a:pt x="5" y="9"/>
                      <a:pt x="5" y="8"/>
                      <a:pt x="5"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9"/>
              <p:cNvSpPr/>
              <p:nvPr/>
            </p:nvSpPr>
            <p:spPr>
              <a:xfrm>
                <a:off x="3034085" y="-849095"/>
                <a:ext cx="10440" cy="64440"/>
              </a:xfrm>
              <a:custGeom>
                <a:rect b="b" l="l" r="r" t="t"/>
                <a:pathLst>
                  <a:path extrusionOk="0" h="179" w="29">
                    <a:moveTo>
                      <a:pt x="19" y="10"/>
                    </a:moveTo>
                    <a:cubicBezTo>
                      <a:pt x="16" y="10"/>
                      <a:pt x="14" y="9"/>
                      <a:pt x="12" y="8"/>
                    </a:cubicBezTo>
                    <a:cubicBezTo>
                      <a:pt x="11" y="7"/>
                      <a:pt x="10" y="6"/>
                      <a:pt x="9" y="5"/>
                    </a:cubicBezTo>
                    <a:cubicBezTo>
                      <a:pt x="8" y="4"/>
                      <a:pt x="6" y="3"/>
                      <a:pt x="5" y="2"/>
                    </a:cubicBezTo>
                    <a:cubicBezTo>
                      <a:pt x="3" y="1"/>
                      <a:pt x="2" y="1"/>
                      <a:pt x="0" y="0"/>
                    </a:cubicBezTo>
                    <a:cubicBezTo>
                      <a:pt x="3" y="57"/>
                      <a:pt x="10" y="113"/>
                      <a:pt x="8" y="171"/>
                    </a:cubicBezTo>
                    <a:cubicBezTo>
                      <a:pt x="8" y="172"/>
                      <a:pt x="9" y="173"/>
                      <a:pt x="9" y="174"/>
                    </a:cubicBezTo>
                    <a:cubicBezTo>
                      <a:pt x="10" y="176"/>
                      <a:pt x="10" y="176"/>
                      <a:pt x="12" y="177"/>
                    </a:cubicBezTo>
                    <a:cubicBezTo>
                      <a:pt x="14" y="178"/>
                      <a:pt x="14" y="178"/>
                      <a:pt x="16" y="178"/>
                    </a:cubicBezTo>
                    <a:cubicBezTo>
                      <a:pt x="17" y="178"/>
                      <a:pt x="18" y="178"/>
                      <a:pt x="20" y="177"/>
                    </a:cubicBezTo>
                    <a:cubicBezTo>
                      <a:pt x="22" y="176"/>
                      <a:pt x="21" y="176"/>
                      <a:pt x="22" y="174"/>
                    </a:cubicBezTo>
                    <a:cubicBezTo>
                      <a:pt x="22" y="173"/>
                      <a:pt x="23" y="173"/>
                      <a:pt x="23" y="172"/>
                    </a:cubicBezTo>
                    <a:cubicBezTo>
                      <a:pt x="27" y="138"/>
                      <a:pt x="28" y="104"/>
                      <a:pt x="28" y="70"/>
                    </a:cubicBezTo>
                    <a:cubicBezTo>
                      <a:pt x="28" y="54"/>
                      <a:pt x="28" y="39"/>
                      <a:pt x="27" y="23"/>
                    </a:cubicBezTo>
                    <a:lnTo>
                      <a:pt x="20" y="11"/>
                    </a:lnTo>
                    <a:lnTo>
                      <a:pt x="19"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9"/>
              <p:cNvSpPr/>
              <p:nvPr/>
            </p:nvSpPr>
            <p:spPr>
              <a:xfrm>
                <a:off x="3033725" y="-850895"/>
                <a:ext cx="7560" cy="5760"/>
              </a:xfrm>
              <a:custGeom>
                <a:rect b="b" l="l" r="r" t="t"/>
                <a:pathLst>
                  <a:path extrusionOk="0" h="16" w="21">
                    <a:moveTo>
                      <a:pt x="20" y="15"/>
                    </a:moveTo>
                    <a:cubicBezTo>
                      <a:pt x="19" y="15"/>
                      <a:pt x="19" y="15"/>
                      <a:pt x="19" y="15"/>
                    </a:cubicBezTo>
                    <a:cubicBezTo>
                      <a:pt x="19" y="14"/>
                      <a:pt x="18" y="13"/>
                      <a:pt x="18" y="12"/>
                    </a:cubicBezTo>
                    <a:cubicBezTo>
                      <a:pt x="18" y="10"/>
                      <a:pt x="19" y="9"/>
                      <a:pt x="19" y="8"/>
                    </a:cubicBezTo>
                    <a:lnTo>
                      <a:pt x="20" y="8"/>
                    </a:lnTo>
                    <a:cubicBezTo>
                      <a:pt x="13" y="5"/>
                      <a:pt x="7" y="2"/>
                      <a:pt x="0" y="0"/>
                    </a:cubicBezTo>
                    <a:lnTo>
                      <a:pt x="0" y="5"/>
                    </a:lnTo>
                    <a:cubicBezTo>
                      <a:pt x="1" y="6"/>
                      <a:pt x="3" y="6"/>
                      <a:pt x="4" y="7"/>
                    </a:cubicBezTo>
                    <a:cubicBezTo>
                      <a:pt x="6" y="8"/>
                      <a:pt x="7" y="9"/>
                      <a:pt x="9" y="10"/>
                    </a:cubicBezTo>
                    <a:cubicBezTo>
                      <a:pt x="10" y="11"/>
                      <a:pt x="11" y="12"/>
                      <a:pt x="12" y="13"/>
                    </a:cubicBezTo>
                    <a:cubicBezTo>
                      <a:pt x="14" y="14"/>
                      <a:pt x="17" y="15"/>
                      <a:pt x="20"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9"/>
              <p:cNvSpPr/>
              <p:nvPr/>
            </p:nvSpPr>
            <p:spPr>
              <a:xfrm>
                <a:off x="3035165" y="-863855"/>
                <a:ext cx="8280" cy="4320"/>
              </a:xfrm>
              <a:custGeom>
                <a:rect b="b" l="l" r="r" t="t"/>
                <a:pathLst>
                  <a:path extrusionOk="0" h="12" w="23">
                    <a:moveTo>
                      <a:pt x="0" y="2"/>
                    </a:moveTo>
                    <a:cubicBezTo>
                      <a:pt x="8" y="5"/>
                      <a:pt x="15" y="8"/>
                      <a:pt x="22" y="11"/>
                    </a:cubicBezTo>
                    <a:cubicBezTo>
                      <a:pt x="22" y="10"/>
                      <a:pt x="21" y="9"/>
                      <a:pt x="20" y="7"/>
                    </a:cubicBezTo>
                    <a:cubicBezTo>
                      <a:pt x="19" y="5"/>
                      <a:pt x="17" y="3"/>
                      <a:pt x="15" y="2"/>
                    </a:cubicBezTo>
                    <a:cubicBezTo>
                      <a:pt x="13" y="1"/>
                      <a:pt x="10" y="0"/>
                      <a:pt x="8" y="0"/>
                    </a:cubicBezTo>
                    <a:cubicBezTo>
                      <a:pt x="5" y="0"/>
                      <a:pt x="3" y="1"/>
                      <a:pt x="1" y="2"/>
                    </a:cubicBezTo>
                    <a:lnTo>
                      <a:pt x="0"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9"/>
              <p:cNvSpPr/>
              <p:nvPr/>
            </p:nvSpPr>
            <p:spPr>
              <a:xfrm>
                <a:off x="3034085" y="-863135"/>
                <a:ext cx="9720" cy="15480"/>
              </a:xfrm>
              <a:custGeom>
                <a:rect b="b" l="l" r="r" t="t"/>
                <a:pathLst>
                  <a:path extrusionOk="0" h="43" w="27">
                    <a:moveTo>
                      <a:pt x="20" y="41"/>
                    </a:moveTo>
                    <a:lnTo>
                      <a:pt x="21" y="40"/>
                    </a:lnTo>
                    <a:cubicBezTo>
                      <a:pt x="23" y="39"/>
                      <a:pt x="24" y="39"/>
                      <a:pt x="26" y="38"/>
                    </a:cubicBezTo>
                    <a:cubicBezTo>
                      <a:pt x="26" y="29"/>
                      <a:pt x="26" y="21"/>
                      <a:pt x="26" y="12"/>
                    </a:cubicBezTo>
                    <a:lnTo>
                      <a:pt x="26" y="11"/>
                    </a:lnTo>
                    <a:cubicBezTo>
                      <a:pt x="26" y="10"/>
                      <a:pt x="26" y="10"/>
                      <a:pt x="26" y="9"/>
                    </a:cubicBezTo>
                    <a:cubicBezTo>
                      <a:pt x="19" y="6"/>
                      <a:pt x="12" y="3"/>
                      <a:pt x="5" y="0"/>
                    </a:cubicBezTo>
                    <a:cubicBezTo>
                      <a:pt x="3" y="1"/>
                      <a:pt x="2" y="2"/>
                      <a:pt x="1" y="4"/>
                    </a:cubicBezTo>
                    <a:cubicBezTo>
                      <a:pt x="0" y="6"/>
                      <a:pt x="0" y="8"/>
                      <a:pt x="0" y="10"/>
                    </a:cubicBezTo>
                    <a:cubicBezTo>
                      <a:pt x="0" y="11"/>
                      <a:pt x="0" y="12"/>
                      <a:pt x="0" y="13"/>
                    </a:cubicBezTo>
                    <a:cubicBezTo>
                      <a:pt x="0" y="14"/>
                      <a:pt x="0" y="15"/>
                      <a:pt x="0" y="16"/>
                    </a:cubicBezTo>
                    <a:cubicBezTo>
                      <a:pt x="0" y="22"/>
                      <a:pt x="0" y="28"/>
                      <a:pt x="0" y="34"/>
                    </a:cubicBezTo>
                    <a:cubicBezTo>
                      <a:pt x="6" y="36"/>
                      <a:pt x="13" y="39"/>
                      <a:pt x="19" y="42"/>
                    </a:cubicBezTo>
                    <a:lnTo>
                      <a:pt x="20"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9"/>
              <p:cNvSpPr/>
              <p:nvPr/>
            </p:nvSpPr>
            <p:spPr>
              <a:xfrm>
                <a:off x="3043445" y="-845495"/>
                <a:ext cx="17640" cy="37440"/>
              </a:xfrm>
              <a:custGeom>
                <a:rect b="b" l="l" r="r" t="t"/>
                <a:pathLst>
                  <a:path extrusionOk="0" h="104" w="49">
                    <a:moveTo>
                      <a:pt x="4" y="0"/>
                    </a:moveTo>
                    <a:lnTo>
                      <a:pt x="0" y="0"/>
                    </a:lnTo>
                    <a:lnTo>
                      <a:pt x="0" y="13"/>
                    </a:lnTo>
                    <a:cubicBezTo>
                      <a:pt x="4" y="18"/>
                      <a:pt x="8" y="24"/>
                      <a:pt x="11" y="30"/>
                    </a:cubicBezTo>
                    <a:cubicBezTo>
                      <a:pt x="23" y="50"/>
                      <a:pt x="31" y="72"/>
                      <a:pt x="34" y="94"/>
                    </a:cubicBezTo>
                    <a:cubicBezTo>
                      <a:pt x="35" y="96"/>
                      <a:pt x="35" y="97"/>
                      <a:pt x="36" y="99"/>
                    </a:cubicBezTo>
                    <a:cubicBezTo>
                      <a:pt x="37" y="100"/>
                      <a:pt x="37" y="101"/>
                      <a:pt x="39" y="102"/>
                    </a:cubicBezTo>
                    <a:cubicBezTo>
                      <a:pt x="41" y="103"/>
                      <a:pt x="42" y="103"/>
                      <a:pt x="44" y="103"/>
                    </a:cubicBezTo>
                    <a:cubicBezTo>
                      <a:pt x="45" y="103"/>
                      <a:pt x="47" y="103"/>
                      <a:pt x="48" y="102"/>
                    </a:cubicBezTo>
                    <a:cubicBezTo>
                      <a:pt x="48" y="60"/>
                      <a:pt x="35" y="22"/>
                      <a:pt x="4"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9"/>
              <p:cNvSpPr/>
              <p:nvPr/>
            </p:nvSpPr>
            <p:spPr>
              <a:xfrm>
                <a:off x="3044885" y="-848375"/>
                <a:ext cx="19080" cy="40320"/>
              </a:xfrm>
              <a:custGeom>
                <a:rect b="b" l="l" r="r" t="t"/>
                <a:pathLst>
                  <a:path extrusionOk="0" h="112" w="53">
                    <a:moveTo>
                      <a:pt x="52" y="100"/>
                    </a:moveTo>
                    <a:cubicBezTo>
                      <a:pt x="52" y="75"/>
                      <a:pt x="45" y="50"/>
                      <a:pt x="33" y="28"/>
                    </a:cubicBezTo>
                    <a:cubicBezTo>
                      <a:pt x="31" y="26"/>
                      <a:pt x="30" y="23"/>
                      <a:pt x="29" y="21"/>
                    </a:cubicBezTo>
                    <a:cubicBezTo>
                      <a:pt x="28" y="21"/>
                      <a:pt x="28" y="20"/>
                      <a:pt x="28" y="20"/>
                    </a:cubicBezTo>
                    <a:cubicBezTo>
                      <a:pt x="24" y="12"/>
                      <a:pt x="18" y="6"/>
                      <a:pt x="12" y="0"/>
                    </a:cubicBezTo>
                    <a:cubicBezTo>
                      <a:pt x="10" y="2"/>
                      <a:pt x="8" y="4"/>
                      <a:pt x="5" y="6"/>
                    </a:cubicBezTo>
                    <a:cubicBezTo>
                      <a:pt x="4" y="7"/>
                      <a:pt x="2" y="7"/>
                      <a:pt x="0" y="8"/>
                    </a:cubicBezTo>
                    <a:cubicBezTo>
                      <a:pt x="31" y="30"/>
                      <a:pt x="44" y="67"/>
                      <a:pt x="44" y="111"/>
                    </a:cubicBezTo>
                    <a:cubicBezTo>
                      <a:pt x="45" y="111"/>
                      <a:pt x="46" y="111"/>
                      <a:pt x="47" y="110"/>
                    </a:cubicBezTo>
                    <a:cubicBezTo>
                      <a:pt x="48" y="109"/>
                      <a:pt x="50" y="108"/>
                      <a:pt x="51" y="106"/>
                    </a:cubicBezTo>
                    <a:cubicBezTo>
                      <a:pt x="52" y="104"/>
                      <a:pt x="52" y="102"/>
                      <a:pt x="52" y="10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9"/>
              <p:cNvSpPr/>
              <p:nvPr/>
            </p:nvSpPr>
            <p:spPr>
              <a:xfrm>
                <a:off x="3043445" y="-846215"/>
                <a:ext cx="1800" cy="1080"/>
              </a:xfrm>
              <a:custGeom>
                <a:rect b="b" l="l" r="r" t="t"/>
                <a:pathLst>
                  <a:path extrusionOk="0" h="3" w="5">
                    <a:moveTo>
                      <a:pt x="0" y="2"/>
                    </a:moveTo>
                    <a:lnTo>
                      <a:pt x="4" y="2"/>
                    </a:lnTo>
                    <a:lnTo>
                      <a:pt x="0" y="0"/>
                    </a:lnTo>
                    <a:lnTo>
                      <a:pt x="0" y="2"/>
                    </a:lnTo>
                  </a:path>
                </a:pathLst>
              </a:custGeom>
              <a:solidFill>
                <a:schemeClr val="dk1"/>
              </a:solidFill>
              <a:ln>
                <a:noFill/>
              </a:ln>
            </p:spPr>
          </p:sp>
          <p:sp>
            <p:nvSpPr>
              <p:cNvPr id="6817" name="Google Shape;6817;p49"/>
              <p:cNvSpPr/>
              <p:nvPr/>
            </p:nvSpPr>
            <p:spPr>
              <a:xfrm>
                <a:off x="3043445" y="-849815"/>
                <a:ext cx="6120" cy="4680"/>
              </a:xfrm>
              <a:custGeom>
                <a:rect b="b" l="l" r="r" t="t"/>
                <a:pathLst>
                  <a:path extrusionOk="0" h="13" w="17">
                    <a:moveTo>
                      <a:pt x="0" y="1"/>
                    </a:moveTo>
                    <a:cubicBezTo>
                      <a:pt x="0" y="4"/>
                      <a:pt x="0" y="7"/>
                      <a:pt x="0" y="9"/>
                    </a:cubicBezTo>
                    <a:lnTo>
                      <a:pt x="4" y="12"/>
                    </a:lnTo>
                    <a:cubicBezTo>
                      <a:pt x="6" y="11"/>
                      <a:pt x="8" y="11"/>
                      <a:pt x="9" y="10"/>
                    </a:cubicBezTo>
                    <a:cubicBezTo>
                      <a:pt x="12" y="8"/>
                      <a:pt x="14" y="6"/>
                      <a:pt x="16" y="4"/>
                    </a:cubicBezTo>
                    <a:cubicBezTo>
                      <a:pt x="15" y="3"/>
                      <a:pt x="15" y="3"/>
                      <a:pt x="14" y="2"/>
                    </a:cubicBezTo>
                    <a:cubicBezTo>
                      <a:pt x="11" y="0"/>
                      <a:pt x="8" y="0"/>
                      <a:pt x="5" y="0"/>
                    </a:cubicBezTo>
                    <a:cubicBezTo>
                      <a:pt x="4" y="0"/>
                      <a:pt x="2" y="0"/>
                      <a:pt x="0"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9"/>
              <p:cNvSpPr/>
              <p:nvPr/>
            </p:nvSpPr>
            <p:spPr>
              <a:xfrm>
                <a:off x="3040925" y="-845495"/>
                <a:ext cx="2880" cy="5040"/>
              </a:xfrm>
              <a:custGeom>
                <a:rect b="b" l="l" r="r" t="t"/>
                <a:pathLst>
                  <a:path extrusionOk="0" h="14" w="8">
                    <a:moveTo>
                      <a:pt x="0" y="0"/>
                    </a:moveTo>
                    <a:lnTo>
                      <a:pt x="7" y="13"/>
                    </a:lnTo>
                    <a:lnTo>
                      <a:pt x="7" y="0"/>
                    </a:lnTo>
                    <a:cubicBezTo>
                      <a:pt x="6" y="0"/>
                      <a:pt x="4"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9"/>
              <p:cNvSpPr/>
              <p:nvPr/>
            </p:nvSpPr>
            <p:spPr>
              <a:xfrm>
                <a:off x="3040565" y="-848015"/>
                <a:ext cx="3600" cy="2880"/>
              </a:xfrm>
              <a:custGeom>
                <a:rect b="b" l="l" r="r" t="t"/>
                <a:pathLst>
                  <a:path extrusionOk="0" h="8" w="10">
                    <a:moveTo>
                      <a:pt x="1" y="0"/>
                    </a:moveTo>
                    <a:cubicBezTo>
                      <a:pt x="0" y="1"/>
                      <a:pt x="0" y="1"/>
                      <a:pt x="0" y="3"/>
                    </a:cubicBezTo>
                    <a:cubicBezTo>
                      <a:pt x="0" y="4"/>
                      <a:pt x="0" y="6"/>
                      <a:pt x="1" y="7"/>
                    </a:cubicBezTo>
                    <a:cubicBezTo>
                      <a:pt x="2" y="7"/>
                      <a:pt x="4" y="7"/>
                      <a:pt x="5" y="7"/>
                    </a:cubicBezTo>
                    <a:cubicBezTo>
                      <a:pt x="6" y="7"/>
                      <a:pt x="7" y="7"/>
                      <a:pt x="9" y="7"/>
                    </a:cubicBezTo>
                    <a:lnTo>
                      <a:pt x="9" y="4"/>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9"/>
              <p:cNvSpPr/>
              <p:nvPr/>
            </p:nvSpPr>
            <p:spPr>
              <a:xfrm>
                <a:off x="3040925" y="-849455"/>
                <a:ext cx="2880" cy="3600"/>
              </a:xfrm>
              <a:custGeom>
                <a:rect b="b" l="l" r="r" t="t"/>
                <a:pathLst>
                  <a:path extrusionOk="0" h="10" w="8">
                    <a:moveTo>
                      <a:pt x="7" y="0"/>
                    </a:moveTo>
                    <a:cubicBezTo>
                      <a:pt x="5" y="1"/>
                      <a:pt x="4" y="1"/>
                      <a:pt x="2" y="2"/>
                    </a:cubicBezTo>
                    <a:lnTo>
                      <a:pt x="1" y="3"/>
                    </a:lnTo>
                    <a:lnTo>
                      <a:pt x="0" y="4"/>
                    </a:lnTo>
                    <a:lnTo>
                      <a:pt x="7" y="9"/>
                    </a:lnTo>
                    <a:cubicBezTo>
                      <a:pt x="7" y="6"/>
                      <a:pt x="7" y="3"/>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9"/>
              <p:cNvSpPr/>
              <p:nvPr/>
            </p:nvSpPr>
            <p:spPr>
              <a:xfrm>
                <a:off x="3326045" y="-625175"/>
                <a:ext cx="10440" cy="21240"/>
              </a:xfrm>
              <a:custGeom>
                <a:rect b="b" l="l" r="r" t="t"/>
                <a:pathLst>
                  <a:path extrusionOk="0" h="59" w="29">
                    <a:moveTo>
                      <a:pt x="24" y="27"/>
                    </a:moveTo>
                    <a:cubicBezTo>
                      <a:pt x="24" y="18"/>
                      <a:pt x="28" y="10"/>
                      <a:pt x="21" y="2"/>
                    </a:cubicBezTo>
                    <a:lnTo>
                      <a:pt x="20" y="1"/>
                    </a:lnTo>
                    <a:cubicBezTo>
                      <a:pt x="19" y="0"/>
                      <a:pt x="17" y="0"/>
                      <a:pt x="16" y="0"/>
                    </a:cubicBezTo>
                    <a:cubicBezTo>
                      <a:pt x="15" y="0"/>
                      <a:pt x="14" y="1"/>
                      <a:pt x="13" y="1"/>
                    </a:cubicBezTo>
                    <a:cubicBezTo>
                      <a:pt x="12" y="2"/>
                      <a:pt x="12" y="2"/>
                      <a:pt x="11" y="2"/>
                    </a:cubicBezTo>
                    <a:cubicBezTo>
                      <a:pt x="9" y="5"/>
                      <a:pt x="7" y="7"/>
                      <a:pt x="5" y="10"/>
                    </a:cubicBezTo>
                    <a:cubicBezTo>
                      <a:pt x="2" y="15"/>
                      <a:pt x="1" y="21"/>
                      <a:pt x="0" y="27"/>
                    </a:cubicBezTo>
                    <a:cubicBezTo>
                      <a:pt x="0" y="33"/>
                      <a:pt x="0" y="38"/>
                      <a:pt x="0" y="44"/>
                    </a:cubicBezTo>
                    <a:cubicBezTo>
                      <a:pt x="5" y="47"/>
                      <a:pt x="9" y="50"/>
                      <a:pt x="14" y="53"/>
                    </a:cubicBezTo>
                    <a:cubicBezTo>
                      <a:pt x="17" y="55"/>
                      <a:pt x="20" y="56"/>
                      <a:pt x="23" y="58"/>
                    </a:cubicBezTo>
                    <a:cubicBezTo>
                      <a:pt x="24" y="48"/>
                      <a:pt x="24" y="38"/>
                      <a:pt x="24" y="2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9"/>
              <p:cNvSpPr/>
              <p:nvPr/>
            </p:nvSpPr>
            <p:spPr>
              <a:xfrm>
                <a:off x="3339365" y="-590975"/>
                <a:ext cx="1800" cy="1080"/>
              </a:xfrm>
              <a:custGeom>
                <a:rect b="b" l="l" r="r" t="t"/>
                <a:pathLst>
                  <a:path extrusionOk="0" h="3" w="5">
                    <a:moveTo>
                      <a:pt x="4" y="2"/>
                    </a:moveTo>
                    <a:lnTo>
                      <a:pt x="0" y="0"/>
                    </a:lnTo>
                    <a:cubicBezTo>
                      <a:pt x="0" y="0"/>
                      <a:pt x="1" y="0"/>
                      <a:pt x="2" y="1"/>
                    </a:cubicBezTo>
                    <a:cubicBezTo>
                      <a:pt x="3" y="2"/>
                      <a:pt x="3" y="2"/>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9"/>
              <p:cNvSpPr/>
              <p:nvPr/>
            </p:nvSpPr>
            <p:spPr>
              <a:xfrm>
                <a:off x="3337205" y="-623015"/>
                <a:ext cx="9360" cy="25200"/>
              </a:xfrm>
              <a:custGeom>
                <a:rect b="b" l="l" r="r" t="t"/>
                <a:pathLst>
                  <a:path extrusionOk="0" h="70" w="26">
                    <a:moveTo>
                      <a:pt x="24" y="35"/>
                    </a:moveTo>
                    <a:cubicBezTo>
                      <a:pt x="24" y="31"/>
                      <a:pt x="22" y="16"/>
                      <a:pt x="22" y="10"/>
                    </a:cubicBezTo>
                    <a:cubicBezTo>
                      <a:pt x="16" y="6"/>
                      <a:pt x="11" y="3"/>
                      <a:pt x="5" y="0"/>
                    </a:cubicBezTo>
                    <a:cubicBezTo>
                      <a:pt x="2" y="8"/>
                      <a:pt x="0" y="16"/>
                      <a:pt x="0" y="24"/>
                    </a:cubicBezTo>
                    <a:cubicBezTo>
                      <a:pt x="0" y="28"/>
                      <a:pt x="0" y="31"/>
                      <a:pt x="1" y="35"/>
                    </a:cubicBezTo>
                    <a:cubicBezTo>
                      <a:pt x="1" y="42"/>
                      <a:pt x="2" y="49"/>
                      <a:pt x="2" y="57"/>
                    </a:cubicBezTo>
                    <a:cubicBezTo>
                      <a:pt x="7" y="59"/>
                      <a:pt x="12" y="61"/>
                      <a:pt x="16" y="64"/>
                    </a:cubicBezTo>
                    <a:cubicBezTo>
                      <a:pt x="20" y="67"/>
                      <a:pt x="21" y="67"/>
                      <a:pt x="24" y="69"/>
                    </a:cubicBezTo>
                    <a:cubicBezTo>
                      <a:pt x="24" y="62"/>
                      <a:pt x="25" y="55"/>
                      <a:pt x="25" y="49"/>
                    </a:cubicBezTo>
                    <a:cubicBezTo>
                      <a:pt x="25" y="44"/>
                      <a:pt x="25" y="40"/>
                      <a:pt x="24" y="3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9"/>
              <p:cNvSpPr/>
              <p:nvPr/>
            </p:nvSpPr>
            <p:spPr>
              <a:xfrm>
                <a:off x="3339365" y="-625535"/>
                <a:ext cx="7200" cy="6120"/>
              </a:xfrm>
              <a:custGeom>
                <a:rect b="b" l="l" r="r" t="t"/>
                <a:pathLst>
                  <a:path extrusionOk="0" h="17" w="20">
                    <a:moveTo>
                      <a:pt x="17" y="13"/>
                    </a:moveTo>
                    <a:lnTo>
                      <a:pt x="18" y="12"/>
                    </a:lnTo>
                    <a:cubicBezTo>
                      <a:pt x="18" y="11"/>
                      <a:pt x="18" y="10"/>
                      <a:pt x="18" y="9"/>
                    </a:cubicBezTo>
                    <a:cubicBezTo>
                      <a:pt x="18" y="8"/>
                      <a:pt x="19" y="6"/>
                      <a:pt x="18" y="5"/>
                    </a:cubicBezTo>
                    <a:cubicBezTo>
                      <a:pt x="17" y="4"/>
                      <a:pt x="17" y="5"/>
                      <a:pt x="17" y="4"/>
                    </a:cubicBezTo>
                    <a:lnTo>
                      <a:pt x="14" y="2"/>
                    </a:lnTo>
                    <a:lnTo>
                      <a:pt x="13" y="2"/>
                    </a:lnTo>
                    <a:cubicBezTo>
                      <a:pt x="11" y="1"/>
                      <a:pt x="9" y="0"/>
                      <a:pt x="8" y="0"/>
                    </a:cubicBezTo>
                    <a:cubicBezTo>
                      <a:pt x="6" y="0"/>
                      <a:pt x="5" y="1"/>
                      <a:pt x="4" y="2"/>
                    </a:cubicBezTo>
                    <a:lnTo>
                      <a:pt x="3" y="2"/>
                    </a:lnTo>
                    <a:cubicBezTo>
                      <a:pt x="2" y="3"/>
                      <a:pt x="2" y="4"/>
                      <a:pt x="1" y="5"/>
                    </a:cubicBezTo>
                    <a:cubicBezTo>
                      <a:pt x="1" y="6"/>
                      <a:pt x="0" y="6"/>
                      <a:pt x="0" y="7"/>
                    </a:cubicBezTo>
                    <a:cubicBezTo>
                      <a:pt x="6" y="10"/>
                      <a:pt x="11" y="13"/>
                      <a:pt x="17" y="16"/>
                    </a:cubicBezTo>
                    <a:cubicBezTo>
                      <a:pt x="17" y="16"/>
                      <a:pt x="17" y="15"/>
                      <a:pt x="17" y="14"/>
                    </a:cubicBezTo>
                    <a:lnTo>
                      <a:pt x="17" y="1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9"/>
              <p:cNvSpPr/>
              <p:nvPr/>
            </p:nvSpPr>
            <p:spPr>
              <a:xfrm>
                <a:off x="3357725" y="-581615"/>
                <a:ext cx="1800" cy="720"/>
              </a:xfrm>
              <a:custGeom>
                <a:rect b="b" l="l" r="r" t="t"/>
                <a:pathLst>
                  <a:path extrusionOk="0" h="2" w="5">
                    <a:moveTo>
                      <a:pt x="4" y="1"/>
                    </a:moveTo>
                    <a:lnTo>
                      <a:pt x="0" y="0"/>
                    </a:lnTo>
                    <a:cubicBezTo>
                      <a:pt x="1" y="1"/>
                      <a:pt x="2"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9"/>
              <p:cNvSpPr/>
              <p:nvPr/>
            </p:nvSpPr>
            <p:spPr>
              <a:xfrm>
                <a:off x="3355565" y="-612575"/>
                <a:ext cx="10800" cy="20880"/>
              </a:xfrm>
              <a:custGeom>
                <a:rect b="b" l="l" r="r" t="t"/>
                <a:pathLst>
                  <a:path extrusionOk="0" h="58" w="30">
                    <a:moveTo>
                      <a:pt x="17" y="53"/>
                    </a:moveTo>
                    <a:cubicBezTo>
                      <a:pt x="18" y="53"/>
                      <a:pt x="19" y="52"/>
                      <a:pt x="20" y="52"/>
                    </a:cubicBezTo>
                    <a:cubicBezTo>
                      <a:pt x="21" y="52"/>
                      <a:pt x="22" y="53"/>
                      <a:pt x="23" y="53"/>
                    </a:cubicBezTo>
                    <a:cubicBezTo>
                      <a:pt x="24" y="44"/>
                      <a:pt x="25" y="36"/>
                      <a:pt x="26" y="27"/>
                    </a:cubicBezTo>
                    <a:cubicBezTo>
                      <a:pt x="26" y="18"/>
                      <a:pt x="29" y="13"/>
                      <a:pt x="29" y="7"/>
                    </a:cubicBezTo>
                    <a:cubicBezTo>
                      <a:pt x="22" y="5"/>
                      <a:pt x="16" y="3"/>
                      <a:pt x="10" y="0"/>
                    </a:cubicBezTo>
                    <a:cubicBezTo>
                      <a:pt x="9" y="2"/>
                      <a:pt x="8" y="3"/>
                      <a:pt x="7" y="4"/>
                    </a:cubicBezTo>
                    <a:cubicBezTo>
                      <a:pt x="4" y="11"/>
                      <a:pt x="2" y="18"/>
                      <a:pt x="2" y="25"/>
                    </a:cubicBezTo>
                    <a:lnTo>
                      <a:pt x="2" y="26"/>
                    </a:lnTo>
                    <a:cubicBezTo>
                      <a:pt x="2" y="27"/>
                      <a:pt x="2" y="28"/>
                      <a:pt x="2" y="29"/>
                    </a:cubicBezTo>
                    <a:cubicBezTo>
                      <a:pt x="2" y="37"/>
                      <a:pt x="1" y="45"/>
                      <a:pt x="0" y="53"/>
                    </a:cubicBezTo>
                    <a:lnTo>
                      <a:pt x="14" y="57"/>
                    </a:lnTo>
                    <a:cubicBezTo>
                      <a:pt x="14" y="56"/>
                      <a:pt x="14" y="56"/>
                      <a:pt x="14" y="56"/>
                    </a:cubicBezTo>
                    <a:cubicBezTo>
                      <a:pt x="15" y="54"/>
                      <a:pt x="16" y="54"/>
                      <a:pt x="17" y="5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9"/>
              <p:cNvSpPr/>
              <p:nvPr/>
            </p:nvSpPr>
            <p:spPr>
              <a:xfrm>
                <a:off x="3360605" y="-593855"/>
                <a:ext cx="3600" cy="1800"/>
              </a:xfrm>
              <a:custGeom>
                <a:rect b="b" l="l" r="r" t="t"/>
                <a:pathLst>
                  <a:path extrusionOk="0" h="5" w="10">
                    <a:moveTo>
                      <a:pt x="9" y="0"/>
                    </a:moveTo>
                    <a:cubicBezTo>
                      <a:pt x="8" y="0"/>
                      <a:pt x="7" y="0"/>
                      <a:pt x="6" y="0"/>
                    </a:cubicBezTo>
                    <a:cubicBezTo>
                      <a:pt x="5" y="0"/>
                      <a:pt x="4" y="0"/>
                      <a:pt x="3" y="0"/>
                    </a:cubicBezTo>
                    <a:lnTo>
                      <a:pt x="2" y="1"/>
                    </a:lnTo>
                    <a:cubicBezTo>
                      <a:pt x="1" y="2"/>
                      <a:pt x="0" y="2"/>
                      <a:pt x="0" y="2"/>
                    </a:cubicBezTo>
                    <a:lnTo>
                      <a:pt x="9" y="4"/>
                    </a:lnTo>
                    <a:cubicBezTo>
                      <a:pt x="9" y="4"/>
                      <a:pt x="9" y="2"/>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9"/>
              <p:cNvSpPr/>
              <p:nvPr/>
            </p:nvSpPr>
            <p:spPr>
              <a:xfrm>
                <a:off x="3359165" y="-614735"/>
                <a:ext cx="7200" cy="4680"/>
              </a:xfrm>
              <a:custGeom>
                <a:rect b="b" l="l" r="r" t="t"/>
                <a:pathLst>
                  <a:path extrusionOk="0" h="13" w="20">
                    <a:moveTo>
                      <a:pt x="14" y="2"/>
                    </a:moveTo>
                    <a:cubicBezTo>
                      <a:pt x="14" y="1"/>
                      <a:pt x="13" y="1"/>
                      <a:pt x="13" y="1"/>
                    </a:cubicBezTo>
                    <a:cubicBezTo>
                      <a:pt x="11" y="0"/>
                      <a:pt x="10" y="0"/>
                      <a:pt x="9" y="0"/>
                    </a:cubicBezTo>
                    <a:cubicBezTo>
                      <a:pt x="7" y="0"/>
                      <a:pt x="6" y="0"/>
                      <a:pt x="5" y="1"/>
                    </a:cubicBezTo>
                    <a:cubicBezTo>
                      <a:pt x="4" y="1"/>
                      <a:pt x="4" y="1"/>
                      <a:pt x="3" y="2"/>
                    </a:cubicBezTo>
                    <a:cubicBezTo>
                      <a:pt x="2" y="3"/>
                      <a:pt x="1" y="4"/>
                      <a:pt x="0" y="5"/>
                    </a:cubicBezTo>
                    <a:cubicBezTo>
                      <a:pt x="6" y="8"/>
                      <a:pt x="12" y="10"/>
                      <a:pt x="19" y="12"/>
                    </a:cubicBezTo>
                    <a:cubicBezTo>
                      <a:pt x="19" y="10"/>
                      <a:pt x="18" y="7"/>
                      <a:pt x="17" y="5"/>
                    </a:cubicBezTo>
                    <a:cubicBezTo>
                      <a:pt x="16" y="4"/>
                      <a:pt x="15" y="3"/>
                      <a:pt x="1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9"/>
              <p:cNvSpPr/>
              <p:nvPr/>
            </p:nvSpPr>
            <p:spPr>
              <a:xfrm>
                <a:off x="3370685" y="-608255"/>
                <a:ext cx="10440" cy="19080"/>
              </a:xfrm>
              <a:custGeom>
                <a:rect b="b" l="l" r="r" t="t"/>
                <a:pathLst>
                  <a:path extrusionOk="0" h="53" w="29">
                    <a:moveTo>
                      <a:pt x="28" y="5"/>
                    </a:moveTo>
                    <a:lnTo>
                      <a:pt x="26" y="5"/>
                    </a:lnTo>
                    <a:cubicBezTo>
                      <a:pt x="19" y="4"/>
                      <a:pt x="12" y="2"/>
                      <a:pt x="6" y="0"/>
                    </a:cubicBezTo>
                    <a:cubicBezTo>
                      <a:pt x="2" y="11"/>
                      <a:pt x="0" y="22"/>
                      <a:pt x="0" y="34"/>
                    </a:cubicBezTo>
                    <a:cubicBezTo>
                      <a:pt x="0" y="39"/>
                      <a:pt x="0" y="43"/>
                      <a:pt x="1" y="48"/>
                    </a:cubicBezTo>
                    <a:lnTo>
                      <a:pt x="5" y="50"/>
                    </a:lnTo>
                    <a:lnTo>
                      <a:pt x="25" y="52"/>
                    </a:lnTo>
                    <a:cubicBezTo>
                      <a:pt x="25" y="45"/>
                      <a:pt x="26" y="38"/>
                      <a:pt x="27" y="31"/>
                    </a:cubicBezTo>
                    <a:cubicBezTo>
                      <a:pt x="28" y="25"/>
                      <a:pt x="28" y="20"/>
                      <a:pt x="28" y="14"/>
                    </a:cubicBezTo>
                    <a:cubicBezTo>
                      <a:pt x="28" y="11"/>
                      <a:pt x="28" y="8"/>
                      <a:pt x="28"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9"/>
              <p:cNvSpPr/>
              <p:nvPr/>
            </p:nvSpPr>
            <p:spPr>
              <a:xfrm>
                <a:off x="3370685" y="-590975"/>
                <a:ext cx="1800" cy="720"/>
              </a:xfrm>
              <a:custGeom>
                <a:rect b="b" l="l" r="r" t="t"/>
                <a:pathLst>
                  <a:path extrusionOk="0" h="2" w="5">
                    <a:moveTo>
                      <a:pt x="4" y="1"/>
                    </a:moveTo>
                    <a:lnTo>
                      <a:pt x="0" y="0"/>
                    </a:lnTo>
                    <a:lnTo>
                      <a:pt x="0" y="0"/>
                    </a:lnTo>
                    <a:lnTo>
                      <a:pt x="4" y="1"/>
                    </a:lnTo>
                  </a:path>
                </a:pathLst>
              </a:custGeom>
              <a:solidFill>
                <a:schemeClr val="dk1"/>
              </a:solidFill>
              <a:ln>
                <a:noFill/>
              </a:ln>
            </p:spPr>
          </p:sp>
          <p:sp>
            <p:nvSpPr>
              <p:cNvPr id="6831" name="Google Shape;6831;p49"/>
              <p:cNvSpPr/>
              <p:nvPr/>
            </p:nvSpPr>
            <p:spPr>
              <a:xfrm>
                <a:off x="3372485" y="-611855"/>
                <a:ext cx="8640" cy="5760"/>
              </a:xfrm>
              <a:custGeom>
                <a:rect b="b" l="l" r="r" t="t"/>
                <a:pathLst>
                  <a:path extrusionOk="0" h="16" w="24">
                    <a:moveTo>
                      <a:pt x="23" y="15"/>
                    </a:moveTo>
                    <a:cubicBezTo>
                      <a:pt x="22" y="12"/>
                      <a:pt x="22" y="9"/>
                      <a:pt x="20" y="6"/>
                    </a:cubicBezTo>
                    <a:cubicBezTo>
                      <a:pt x="19" y="5"/>
                      <a:pt x="18" y="4"/>
                      <a:pt x="18" y="3"/>
                    </a:cubicBezTo>
                    <a:cubicBezTo>
                      <a:pt x="17" y="2"/>
                      <a:pt x="16" y="1"/>
                      <a:pt x="15" y="1"/>
                    </a:cubicBezTo>
                    <a:cubicBezTo>
                      <a:pt x="14" y="0"/>
                      <a:pt x="12" y="0"/>
                      <a:pt x="11" y="0"/>
                    </a:cubicBezTo>
                    <a:cubicBezTo>
                      <a:pt x="9" y="0"/>
                      <a:pt x="9" y="0"/>
                      <a:pt x="8" y="1"/>
                    </a:cubicBezTo>
                    <a:cubicBezTo>
                      <a:pt x="7" y="1"/>
                      <a:pt x="7" y="1"/>
                      <a:pt x="7" y="2"/>
                    </a:cubicBezTo>
                    <a:cubicBezTo>
                      <a:pt x="4" y="4"/>
                      <a:pt x="3" y="6"/>
                      <a:pt x="1" y="9"/>
                    </a:cubicBezTo>
                    <a:lnTo>
                      <a:pt x="0" y="10"/>
                    </a:lnTo>
                    <a:cubicBezTo>
                      <a:pt x="7" y="11"/>
                      <a:pt x="14" y="13"/>
                      <a:pt x="20" y="14"/>
                    </a:cubicBezTo>
                    <a:lnTo>
                      <a:pt x="23"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9"/>
              <p:cNvSpPr/>
              <p:nvPr/>
            </p:nvSpPr>
            <p:spPr>
              <a:xfrm>
                <a:off x="3387245" y="-605375"/>
                <a:ext cx="10800" cy="16560"/>
              </a:xfrm>
              <a:custGeom>
                <a:rect b="b" l="l" r="r" t="t"/>
                <a:pathLst>
                  <a:path extrusionOk="0" h="46" w="30">
                    <a:moveTo>
                      <a:pt x="29" y="2"/>
                    </a:moveTo>
                    <a:cubicBezTo>
                      <a:pt x="21" y="2"/>
                      <a:pt x="13" y="0"/>
                      <a:pt x="5" y="0"/>
                    </a:cubicBezTo>
                    <a:cubicBezTo>
                      <a:pt x="2" y="6"/>
                      <a:pt x="0" y="14"/>
                      <a:pt x="0" y="21"/>
                    </a:cubicBezTo>
                    <a:cubicBezTo>
                      <a:pt x="0" y="22"/>
                      <a:pt x="0" y="23"/>
                      <a:pt x="0" y="24"/>
                    </a:cubicBezTo>
                    <a:cubicBezTo>
                      <a:pt x="0" y="31"/>
                      <a:pt x="0" y="38"/>
                      <a:pt x="0" y="44"/>
                    </a:cubicBezTo>
                    <a:lnTo>
                      <a:pt x="16" y="45"/>
                    </a:lnTo>
                    <a:lnTo>
                      <a:pt x="27" y="45"/>
                    </a:lnTo>
                    <a:cubicBezTo>
                      <a:pt x="27" y="42"/>
                      <a:pt x="27" y="38"/>
                      <a:pt x="27" y="35"/>
                    </a:cubicBezTo>
                    <a:cubicBezTo>
                      <a:pt x="28" y="27"/>
                      <a:pt x="29" y="19"/>
                      <a:pt x="29" y="11"/>
                    </a:cubicBezTo>
                    <a:cubicBezTo>
                      <a:pt x="29" y="8"/>
                      <a:pt x="29" y="5"/>
                      <a:pt x="29"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9"/>
              <p:cNvSpPr/>
              <p:nvPr/>
            </p:nvSpPr>
            <p:spPr>
              <a:xfrm>
                <a:off x="3389045" y="-609335"/>
                <a:ext cx="8640" cy="5040"/>
              </a:xfrm>
              <a:custGeom>
                <a:rect b="b" l="l" r="r" t="t"/>
                <a:pathLst>
                  <a:path extrusionOk="0" h="14" w="24">
                    <a:moveTo>
                      <a:pt x="21" y="5"/>
                    </a:moveTo>
                    <a:cubicBezTo>
                      <a:pt x="19" y="3"/>
                      <a:pt x="16" y="0"/>
                      <a:pt x="12" y="1"/>
                    </a:cubicBezTo>
                    <a:cubicBezTo>
                      <a:pt x="10" y="1"/>
                      <a:pt x="9" y="2"/>
                      <a:pt x="7" y="3"/>
                    </a:cubicBezTo>
                    <a:cubicBezTo>
                      <a:pt x="4" y="4"/>
                      <a:pt x="2" y="7"/>
                      <a:pt x="0" y="10"/>
                    </a:cubicBezTo>
                    <a:lnTo>
                      <a:pt x="0" y="11"/>
                    </a:lnTo>
                    <a:cubicBezTo>
                      <a:pt x="8" y="11"/>
                      <a:pt x="16" y="12"/>
                      <a:pt x="23" y="13"/>
                    </a:cubicBezTo>
                    <a:cubicBezTo>
                      <a:pt x="23" y="10"/>
                      <a:pt x="22" y="8"/>
                      <a:pt x="21" y="6"/>
                    </a:cubicBezTo>
                    <a:lnTo>
                      <a:pt x="21" y="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9"/>
              <p:cNvSpPr/>
              <p:nvPr/>
            </p:nvSpPr>
            <p:spPr>
              <a:xfrm>
                <a:off x="3405965" y="-602855"/>
                <a:ext cx="11520" cy="15120"/>
              </a:xfrm>
              <a:custGeom>
                <a:rect b="b" l="l" r="r" t="t"/>
                <a:pathLst>
                  <a:path extrusionOk="0" h="42" w="32">
                    <a:moveTo>
                      <a:pt x="28" y="3"/>
                    </a:moveTo>
                    <a:cubicBezTo>
                      <a:pt x="28" y="2"/>
                      <a:pt x="27" y="1"/>
                      <a:pt x="26" y="0"/>
                    </a:cubicBezTo>
                    <a:cubicBezTo>
                      <a:pt x="25" y="0"/>
                      <a:pt x="24" y="0"/>
                      <a:pt x="23" y="0"/>
                    </a:cubicBezTo>
                    <a:cubicBezTo>
                      <a:pt x="22" y="0"/>
                      <a:pt x="21" y="0"/>
                      <a:pt x="20" y="0"/>
                    </a:cubicBezTo>
                    <a:cubicBezTo>
                      <a:pt x="6" y="5"/>
                      <a:pt x="0" y="23"/>
                      <a:pt x="0" y="39"/>
                    </a:cubicBezTo>
                    <a:lnTo>
                      <a:pt x="27" y="41"/>
                    </a:lnTo>
                    <a:cubicBezTo>
                      <a:pt x="27" y="37"/>
                      <a:pt x="28" y="32"/>
                      <a:pt x="29" y="27"/>
                    </a:cubicBezTo>
                    <a:cubicBezTo>
                      <a:pt x="30" y="24"/>
                      <a:pt x="31" y="20"/>
                      <a:pt x="31" y="16"/>
                    </a:cubicBezTo>
                    <a:cubicBezTo>
                      <a:pt x="31" y="12"/>
                      <a:pt x="30" y="7"/>
                      <a:pt x="2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9"/>
              <p:cNvSpPr/>
              <p:nvPr/>
            </p:nvSpPr>
            <p:spPr>
              <a:xfrm>
                <a:off x="3424685" y="-603215"/>
                <a:ext cx="6840" cy="16920"/>
              </a:xfrm>
              <a:custGeom>
                <a:rect b="b" l="l" r="r" t="t"/>
                <a:pathLst>
                  <a:path extrusionOk="0" h="47" w="19">
                    <a:moveTo>
                      <a:pt x="15" y="2"/>
                    </a:moveTo>
                    <a:cubicBezTo>
                      <a:pt x="15" y="1"/>
                      <a:pt x="14" y="1"/>
                      <a:pt x="13" y="0"/>
                    </a:cubicBezTo>
                    <a:cubicBezTo>
                      <a:pt x="13" y="0"/>
                      <a:pt x="12" y="0"/>
                      <a:pt x="11" y="0"/>
                    </a:cubicBezTo>
                    <a:cubicBezTo>
                      <a:pt x="10" y="0"/>
                      <a:pt x="9" y="0"/>
                      <a:pt x="9" y="0"/>
                    </a:cubicBezTo>
                    <a:cubicBezTo>
                      <a:pt x="8" y="1"/>
                      <a:pt x="7" y="1"/>
                      <a:pt x="7" y="2"/>
                    </a:cubicBezTo>
                    <a:cubicBezTo>
                      <a:pt x="3" y="10"/>
                      <a:pt x="1" y="19"/>
                      <a:pt x="0" y="28"/>
                    </a:cubicBezTo>
                    <a:cubicBezTo>
                      <a:pt x="0" y="31"/>
                      <a:pt x="0" y="34"/>
                      <a:pt x="0" y="37"/>
                    </a:cubicBezTo>
                    <a:cubicBezTo>
                      <a:pt x="0" y="40"/>
                      <a:pt x="0" y="43"/>
                      <a:pt x="0" y="46"/>
                    </a:cubicBezTo>
                    <a:lnTo>
                      <a:pt x="14" y="46"/>
                    </a:lnTo>
                    <a:cubicBezTo>
                      <a:pt x="14" y="37"/>
                      <a:pt x="15" y="28"/>
                      <a:pt x="16" y="20"/>
                    </a:cubicBezTo>
                    <a:cubicBezTo>
                      <a:pt x="17" y="18"/>
                      <a:pt x="18" y="15"/>
                      <a:pt x="18" y="13"/>
                    </a:cubicBezTo>
                    <a:cubicBezTo>
                      <a:pt x="18" y="9"/>
                      <a:pt x="17" y="5"/>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9"/>
              <p:cNvSpPr/>
              <p:nvPr/>
            </p:nvSpPr>
            <p:spPr>
              <a:xfrm>
                <a:off x="3437645" y="-606095"/>
                <a:ext cx="10080" cy="19800"/>
              </a:xfrm>
              <a:custGeom>
                <a:rect b="b" l="l" r="r" t="t"/>
                <a:pathLst>
                  <a:path extrusionOk="0" h="55" w="28">
                    <a:moveTo>
                      <a:pt x="25" y="26"/>
                    </a:moveTo>
                    <a:cubicBezTo>
                      <a:pt x="23" y="17"/>
                      <a:pt x="23" y="8"/>
                      <a:pt x="20" y="0"/>
                    </a:cubicBezTo>
                    <a:lnTo>
                      <a:pt x="1" y="1"/>
                    </a:lnTo>
                    <a:cubicBezTo>
                      <a:pt x="0" y="6"/>
                      <a:pt x="0" y="10"/>
                      <a:pt x="0" y="14"/>
                    </a:cubicBezTo>
                    <a:cubicBezTo>
                      <a:pt x="0" y="20"/>
                      <a:pt x="1" y="27"/>
                      <a:pt x="3" y="33"/>
                    </a:cubicBezTo>
                    <a:cubicBezTo>
                      <a:pt x="4" y="40"/>
                      <a:pt x="4" y="47"/>
                      <a:pt x="4" y="54"/>
                    </a:cubicBezTo>
                    <a:lnTo>
                      <a:pt x="27" y="54"/>
                    </a:lnTo>
                    <a:cubicBezTo>
                      <a:pt x="27" y="52"/>
                      <a:pt x="27" y="49"/>
                      <a:pt x="27" y="46"/>
                    </a:cubicBezTo>
                    <a:cubicBezTo>
                      <a:pt x="27" y="39"/>
                      <a:pt x="26" y="33"/>
                      <a:pt x="25"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9"/>
              <p:cNvSpPr/>
              <p:nvPr/>
            </p:nvSpPr>
            <p:spPr>
              <a:xfrm>
                <a:off x="3438005" y="-609695"/>
                <a:ext cx="7200" cy="4680"/>
              </a:xfrm>
              <a:custGeom>
                <a:rect b="b" l="l" r="r" t="t"/>
                <a:pathLst>
                  <a:path extrusionOk="0" h="13" w="20">
                    <a:moveTo>
                      <a:pt x="15" y="2"/>
                    </a:moveTo>
                    <a:cubicBezTo>
                      <a:pt x="14" y="2"/>
                      <a:pt x="14" y="1"/>
                      <a:pt x="13" y="1"/>
                    </a:cubicBezTo>
                    <a:cubicBezTo>
                      <a:pt x="12" y="1"/>
                      <a:pt x="11" y="0"/>
                      <a:pt x="10" y="0"/>
                    </a:cubicBezTo>
                    <a:cubicBezTo>
                      <a:pt x="9" y="0"/>
                      <a:pt x="8" y="1"/>
                      <a:pt x="7" y="1"/>
                    </a:cubicBezTo>
                    <a:lnTo>
                      <a:pt x="6" y="2"/>
                    </a:lnTo>
                    <a:cubicBezTo>
                      <a:pt x="5" y="4"/>
                      <a:pt x="4" y="5"/>
                      <a:pt x="3" y="7"/>
                    </a:cubicBezTo>
                    <a:cubicBezTo>
                      <a:pt x="2" y="8"/>
                      <a:pt x="1" y="10"/>
                      <a:pt x="0" y="12"/>
                    </a:cubicBezTo>
                    <a:lnTo>
                      <a:pt x="19" y="10"/>
                    </a:lnTo>
                    <a:cubicBezTo>
                      <a:pt x="18" y="8"/>
                      <a:pt x="17" y="6"/>
                      <a:pt x="16" y="5"/>
                    </a:cubicBezTo>
                    <a:cubicBezTo>
                      <a:pt x="16" y="4"/>
                      <a:pt x="15"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9"/>
              <p:cNvSpPr/>
              <p:nvPr/>
            </p:nvSpPr>
            <p:spPr>
              <a:xfrm>
                <a:off x="3451685" y="-607535"/>
                <a:ext cx="9000" cy="20880"/>
              </a:xfrm>
              <a:custGeom>
                <a:rect b="b" l="l" r="r" t="t"/>
                <a:pathLst>
                  <a:path extrusionOk="0" h="58" w="25">
                    <a:moveTo>
                      <a:pt x="24" y="24"/>
                    </a:moveTo>
                    <a:cubicBezTo>
                      <a:pt x="24" y="22"/>
                      <a:pt x="24" y="20"/>
                      <a:pt x="24" y="18"/>
                    </a:cubicBezTo>
                    <a:cubicBezTo>
                      <a:pt x="24" y="12"/>
                      <a:pt x="23" y="6"/>
                      <a:pt x="22" y="0"/>
                    </a:cubicBezTo>
                    <a:lnTo>
                      <a:pt x="2" y="2"/>
                    </a:lnTo>
                    <a:cubicBezTo>
                      <a:pt x="1" y="8"/>
                      <a:pt x="0" y="15"/>
                      <a:pt x="0" y="21"/>
                    </a:cubicBezTo>
                    <a:cubicBezTo>
                      <a:pt x="0" y="24"/>
                      <a:pt x="0" y="27"/>
                      <a:pt x="1" y="30"/>
                    </a:cubicBezTo>
                    <a:cubicBezTo>
                      <a:pt x="1" y="39"/>
                      <a:pt x="1" y="48"/>
                      <a:pt x="2" y="57"/>
                    </a:cubicBezTo>
                    <a:cubicBezTo>
                      <a:pt x="9" y="57"/>
                      <a:pt x="16" y="56"/>
                      <a:pt x="22" y="55"/>
                    </a:cubicBezTo>
                    <a:cubicBezTo>
                      <a:pt x="23" y="45"/>
                      <a:pt x="24" y="34"/>
                      <a:pt x="24" y="2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9"/>
              <p:cNvSpPr/>
              <p:nvPr/>
            </p:nvSpPr>
            <p:spPr>
              <a:xfrm>
                <a:off x="3452405" y="-611495"/>
                <a:ext cx="7560" cy="5040"/>
              </a:xfrm>
              <a:custGeom>
                <a:rect b="b" l="l" r="r" t="t"/>
                <a:pathLst>
                  <a:path extrusionOk="0" h="14" w="21">
                    <a:moveTo>
                      <a:pt x="15" y="2"/>
                    </a:moveTo>
                    <a:cubicBezTo>
                      <a:pt x="15" y="2"/>
                      <a:pt x="15" y="1"/>
                      <a:pt x="14" y="1"/>
                    </a:cubicBezTo>
                    <a:cubicBezTo>
                      <a:pt x="12" y="0"/>
                      <a:pt x="11" y="0"/>
                      <a:pt x="10" y="0"/>
                    </a:cubicBezTo>
                    <a:cubicBezTo>
                      <a:pt x="9" y="0"/>
                      <a:pt x="8" y="1"/>
                      <a:pt x="7" y="1"/>
                    </a:cubicBezTo>
                    <a:cubicBezTo>
                      <a:pt x="6" y="2"/>
                      <a:pt x="6" y="2"/>
                      <a:pt x="5" y="2"/>
                    </a:cubicBezTo>
                    <a:cubicBezTo>
                      <a:pt x="4" y="3"/>
                      <a:pt x="4" y="4"/>
                      <a:pt x="3" y="6"/>
                    </a:cubicBezTo>
                    <a:cubicBezTo>
                      <a:pt x="2" y="8"/>
                      <a:pt x="1" y="10"/>
                      <a:pt x="0" y="13"/>
                    </a:cubicBezTo>
                    <a:lnTo>
                      <a:pt x="20" y="11"/>
                    </a:lnTo>
                    <a:cubicBezTo>
                      <a:pt x="19" y="9"/>
                      <a:pt x="18" y="7"/>
                      <a:pt x="17" y="6"/>
                    </a:cubicBezTo>
                    <a:cubicBezTo>
                      <a:pt x="17" y="5"/>
                      <a:pt x="16" y="3"/>
                      <a:pt x="15"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9"/>
              <p:cNvSpPr/>
              <p:nvPr/>
            </p:nvSpPr>
            <p:spPr>
              <a:xfrm>
                <a:off x="3467885" y="-606455"/>
                <a:ext cx="7560" cy="15840"/>
              </a:xfrm>
              <a:custGeom>
                <a:rect b="b" l="l" r="r" t="t"/>
                <a:pathLst>
                  <a:path extrusionOk="0" h="44" w="21">
                    <a:moveTo>
                      <a:pt x="1" y="13"/>
                    </a:moveTo>
                    <a:cubicBezTo>
                      <a:pt x="2" y="15"/>
                      <a:pt x="2" y="18"/>
                      <a:pt x="2" y="21"/>
                    </a:cubicBezTo>
                    <a:cubicBezTo>
                      <a:pt x="2" y="23"/>
                      <a:pt x="2" y="26"/>
                      <a:pt x="1" y="29"/>
                    </a:cubicBezTo>
                    <a:cubicBezTo>
                      <a:pt x="1" y="41"/>
                      <a:pt x="20" y="43"/>
                      <a:pt x="20" y="31"/>
                    </a:cubicBezTo>
                    <a:cubicBezTo>
                      <a:pt x="20" y="26"/>
                      <a:pt x="20" y="22"/>
                      <a:pt x="20" y="17"/>
                    </a:cubicBezTo>
                    <a:cubicBezTo>
                      <a:pt x="13" y="11"/>
                      <a:pt x="6" y="6"/>
                      <a:pt x="0" y="0"/>
                    </a:cubicBezTo>
                    <a:cubicBezTo>
                      <a:pt x="0" y="1"/>
                      <a:pt x="0" y="3"/>
                      <a:pt x="0" y="4"/>
                    </a:cubicBezTo>
                    <a:cubicBezTo>
                      <a:pt x="0" y="7"/>
                      <a:pt x="0" y="10"/>
                      <a:pt x="1"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9"/>
              <p:cNvSpPr/>
              <p:nvPr/>
            </p:nvSpPr>
            <p:spPr>
              <a:xfrm>
                <a:off x="3468245" y="-608975"/>
                <a:ext cx="7200" cy="9000"/>
              </a:xfrm>
              <a:custGeom>
                <a:rect b="b" l="l" r="r" t="t"/>
                <a:pathLst>
                  <a:path extrusionOk="0" h="25" w="20">
                    <a:moveTo>
                      <a:pt x="0" y="7"/>
                    </a:moveTo>
                    <a:cubicBezTo>
                      <a:pt x="6" y="13"/>
                      <a:pt x="13" y="19"/>
                      <a:pt x="19" y="24"/>
                    </a:cubicBezTo>
                    <a:cubicBezTo>
                      <a:pt x="19" y="24"/>
                      <a:pt x="19" y="23"/>
                      <a:pt x="19" y="22"/>
                    </a:cubicBezTo>
                    <a:lnTo>
                      <a:pt x="19" y="21"/>
                    </a:lnTo>
                    <a:cubicBezTo>
                      <a:pt x="18" y="16"/>
                      <a:pt x="17" y="11"/>
                      <a:pt x="14" y="7"/>
                    </a:cubicBezTo>
                    <a:cubicBezTo>
                      <a:pt x="13" y="5"/>
                      <a:pt x="11" y="3"/>
                      <a:pt x="10" y="1"/>
                    </a:cubicBezTo>
                    <a:cubicBezTo>
                      <a:pt x="9" y="1"/>
                      <a:pt x="9" y="0"/>
                      <a:pt x="9" y="0"/>
                    </a:cubicBezTo>
                    <a:cubicBezTo>
                      <a:pt x="8" y="0"/>
                      <a:pt x="7" y="0"/>
                      <a:pt x="6" y="0"/>
                    </a:cubicBezTo>
                    <a:cubicBezTo>
                      <a:pt x="6" y="0"/>
                      <a:pt x="5" y="0"/>
                      <a:pt x="4" y="0"/>
                    </a:cubicBezTo>
                    <a:lnTo>
                      <a:pt x="3" y="1"/>
                    </a:lnTo>
                    <a:cubicBezTo>
                      <a:pt x="2" y="2"/>
                      <a:pt x="2" y="2"/>
                      <a:pt x="1" y="3"/>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9"/>
              <p:cNvSpPr/>
              <p:nvPr/>
            </p:nvSpPr>
            <p:spPr>
              <a:xfrm>
                <a:off x="3340805" y="-598535"/>
                <a:ext cx="17640" cy="17280"/>
              </a:xfrm>
              <a:custGeom>
                <a:rect b="b" l="l" r="r" t="t"/>
                <a:pathLst>
                  <a:path extrusionOk="0" h="48" w="49">
                    <a:moveTo>
                      <a:pt x="40" y="37"/>
                    </a:moveTo>
                    <a:cubicBezTo>
                      <a:pt x="40" y="36"/>
                      <a:pt x="40" y="34"/>
                      <a:pt x="40" y="33"/>
                    </a:cubicBezTo>
                    <a:cubicBezTo>
                      <a:pt x="40" y="26"/>
                      <a:pt x="41" y="19"/>
                      <a:pt x="42" y="12"/>
                    </a:cubicBezTo>
                    <a:cubicBezTo>
                      <a:pt x="32" y="9"/>
                      <a:pt x="23" y="5"/>
                      <a:pt x="14" y="0"/>
                    </a:cubicBezTo>
                    <a:cubicBezTo>
                      <a:pt x="14" y="5"/>
                      <a:pt x="14" y="9"/>
                      <a:pt x="14" y="14"/>
                    </a:cubicBezTo>
                    <a:cubicBezTo>
                      <a:pt x="14" y="16"/>
                      <a:pt x="14" y="17"/>
                      <a:pt x="13" y="19"/>
                    </a:cubicBezTo>
                    <a:cubicBezTo>
                      <a:pt x="12" y="21"/>
                      <a:pt x="11" y="21"/>
                      <a:pt x="9" y="22"/>
                    </a:cubicBezTo>
                    <a:cubicBezTo>
                      <a:pt x="7" y="23"/>
                      <a:pt x="6" y="24"/>
                      <a:pt x="5" y="24"/>
                    </a:cubicBezTo>
                    <a:cubicBezTo>
                      <a:pt x="3" y="24"/>
                      <a:pt x="2" y="23"/>
                      <a:pt x="0" y="23"/>
                    </a:cubicBezTo>
                    <a:lnTo>
                      <a:pt x="8" y="28"/>
                    </a:lnTo>
                    <a:cubicBezTo>
                      <a:pt x="12" y="30"/>
                      <a:pt x="16" y="33"/>
                      <a:pt x="20" y="35"/>
                    </a:cubicBezTo>
                    <a:cubicBezTo>
                      <a:pt x="29" y="40"/>
                      <a:pt x="38" y="44"/>
                      <a:pt x="48" y="47"/>
                    </a:cubicBezTo>
                    <a:cubicBezTo>
                      <a:pt x="47" y="47"/>
                      <a:pt x="46" y="47"/>
                      <a:pt x="46" y="47"/>
                    </a:cubicBezTo>
                    <a:cubicBezTo>
                      <a:pt x="44" y="46"/>
                      <a:pt x="43" y="45"/>
                      <a:pt x="42" y="43"/>
                    </a:cubicBezTo>
                    <a:cubicBezTo>
                      <a:pt x="41" y="41"/>
                      <a:pt x="40" y="39"/>
                      <a:pt x="40"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9"/>
              <p:cNvSpPr/>
              <p:nvPr/>
            </p:nvSpPr>
            <p:spPr>
              <a:xfrm>
                <a:off x="3360605" y="-590255"/>
                <a:ext cx="130680" cy="22320"/>
              </a:xfrm>
              <a:custGeom>
                <a:rect b="b" l="l" r="r" t="t"/>
                <a:pathLst>
                  <a:path extrusionOk="0" h="62" w="363">
                    <a:moveTo>
                      <a:pt x="262" y="29"/>
                    </a:moveTo>
                    <a:cubicBezTo>
                      <a:pt x="261" y="29"/>
                      <a:pt x="260" y="29"/>
                      <a:pt x="259" y="28"/>
                    </a:cubicBezTo>
                    <a:lnTo>
                      <a:pt x="258" y="28"/>
                    </a:lnTo>
                    <a:lnTo>
                      <a:pt x="257" y="27"/>
                    </a:lnTo>
                    <a:cubicBezTo>
                      <a:pt x="257" y="26"/>
                      <a:pt x="257" y="26"/>
                      <a:pt x="257" y="26"/>
                    </a:cubicBezTo>
                    <a:cubicBezTo>
                      <a:pt x="257" y="25"/>
                      <a:pt x="256" y="25"/>
                      <a:pt x="256" y="24"/>
                    </a:cubicBezTo>
                    <a:cubicBezTo>
                      <a:pt x="256" y="23"/>
                      <a:pt x="257" y="23"/>
                      <a:pt x="257" y="22"/>
                    </a:cubicBezTo>
                    <a:lnTo>
                      <a:pt x="257" y="9"/>
                    </a:lnTo>
                    <a:lnTo>
                      <a:pt x="243" y="9"/>
                    </a:lnTo>
                    <a:cubicBezTo>
                      <a:pt x="242" y="18"/>
                      <a:pt x="241" y="26"/>
                      <a:pt x="239" y="34"/>
                    </a:cubicBezTo>
                    <a:cubicBezTo>
                      <a:pt x="239" y="35"/>
                      <a:pt x="239" y="35"/>
                      <a:pt x="238" y="36"/>
                    </a:cubicBezTo>
                    <a:cubicBezTo>
                      <a:pt x="238" y="37"/>
                      <a:pt x="236" y="38"/>
                      <a:pt x="235" y="39"/>
                    </a:cubicBezTo>
                    <a:cubicBezTo>
                      <a:pt x="234" y="40"/>
                      <a:pt x="232" y="40"/>
                      <a:pt x="231" y="40"/>
                    </a:cubicBezTo>
                    <a:cubicBezTo>
                      <a:pt x="229" y="40"/>
                      <a:pt x="228" y="40"/>
                      <a:pt x="226" y="39"/>
                    </a:cubicBezTo>
                    <a:cubicBezTo>
                      <a:pt x="224" y="38"/>
                      <a:pt x="224" y="37"/>
                      <a:pt x="223" y="36"/>
                    </a:cubicBezTo>
                    <a:cubicBezTo>
                      <a:pt x="223" y="35"/>
                      <a:pt x="222" y="35"/>
                      <a:pt x="222" y="34"/>
                    </a:cubicBezTo>
                    <a:cubicBezTo>
                      <a:pt x="221" y="26"/>
                      <a:pt x="220" y="18"/>
                      <a:pt x="220" y="10"/>
                    </a:cubicBezTo>
                    <a:lnTo>
                      <a:pt x="193" y="10"/>
                    </a:lnTo>
                    <a:cubicBezTo>
                      <a:pt x="193" y="15"/>
                      <a:pt x="193" y="19"/>
                      <a:pt x="193" y="25"/>
                    </a:cubicBezTo>
                    <a:cubicBezTo>
                      <a:pt x="193" y="33"/>
                      <a:pt x="181" y="31"/>
                      <a:pt x="181" y="23"/>
                    </a:cubicBezTo>
                    <a:cubicBezTo>
                      <a:pt x="181" y="19"/>
                      <a:pt x="181" y="14"/>
                      <a:pt x="181" y="9"/>
                    </a:cubicBezTo>
                    <a:lnTo>
                      <a:pt x="157" y="8"/>
                    </a:lnTo>
                    <a:cubicBezTo>
                      <a:pt x="157" y="12"/>
                      <a:pt x="157" y="17"/>
                      <a:pt x="156" y="21"/>
                    </a:cubicBezTo>
                    <a:lnTo>
                      <a:pt x="180" y="26"/>
                    </a:lnTo>
                    <a:cubicBezTo>
                      <a:pt x="181" y="26"/>
                      <a:pt x="181" y="26"/>
                      <a:pt x="181" y="27"/>
                    </a:cubicBezTo>
                    <a:cubicBezTo>
                      <a:pt x="181" y="28"/>
                      <a:pt x="181" y="28"/>
                      <a:pt x="181" y="28"/>
                    </a:cubicBezTo>
                    <a:cubicBezTo>
                      <a:pt x="181" y="29"/>
                      <a:pt x="181" y="29"/>
                      <a:pt x="180" y="29"/>
                    </a:cubicBezTo>
                    <a:cubicBezTo>
                      <a:pt x="173" y="30"/>
                      <a:pt x="163" y="33"/>
                      <a:pt x="153" y="34"/>
                    </a:cubicBezTo>
                    <a:lnTo>
                      <a:pt x="153" y="35"/>
                    </a:lnTo>
                    <a:cubicBezTo>
                      <a:pt x="151" y="46"/>
                      <a:pt x="138" y="43"/>
                      <a:pt x="134" y="35"/>
                    </a:cubicBezTo>
                    <a:cubicBezTo>
                      <a:pt x="133" y="35"/>
                      <a:pt x="133" y="35"/>
                      <a:pt x="132" y="35"/>
                    </a:cubicBezTo>
                    <a:cubicBezTo>
                      <a:pt x="126" y="35"/>
                      <a:pt x="121" y="34"/>
                      <a:pt x="116" y="31"/>
                    </a:cubicBezTo>
                    <a:cubicBezTo>
                      <a:pt x="113" y="29"/>
                      <a:pt x="110" y="27"/>
                      <a:pt x="108" y="25"/>
                    </a:cubicBezTo>
                    <a:cubicBezTo>
                      <a:pt x="108" y="24"/>
                      <a:pt x="107" y="23"/>
                      <a:pt x="107" y="22"/>
                    </a:cubicBezTo>
                    <a:cubicBezTo>
                      <a:pt x="107" y="22"/>
                      <a:pt x="108" y="21"/>
                      <a:pt x="108" y="20"/>
                    </a:cubicBezTo>
                    <a:cubicBezTo>
                      <a:pt x="109" y="19"/>
                      <a:pt x="110" y="18"/>
                      <a:pt x="112" y="17"/>
                    </a:cubicBezTo>
                    <a:cubicBezTo>
                      <a:pt x="115" y="15"/>
                      <a:pt x="119" y="14"/>
                      <a:pt x="123" y="14"/>
                    </a:cubicBezTo>
                    <a:cubicBezTo>
                      <a:pt x="125" y="14"/>
                      <a:pt x="128" y="15"/>
                      <a:pt x="130" y="16"/>
                    </a:cubicBezTo>
                    <a:cubicBezTo>
                      <a:pt x="130" y="12"/>
                      <a:pt x="130" y="9"/>
                      <a:pt x="130" y="6"/>
                    </a:cubicBezTo>
                    <a:lnTo>
                      <a:pt x="104" y="4"/>
                    </a:lnTo>
                    <a:cubicBezTo>
                      <a:pt x="104" y="11"/>
                      <a:pt x="103" y="19"/>
                      <a:pt x="101" y="27"/>
                    </a:cubicBezTo>
                    <a:cubicBezTo>
                      <a:pt x="99" y="38"/>
                      <a:pt x="82" y="35"/>
                      <a:pt x="81" y="25"/>
                    </a:cubicBezTo>
                    <a:cubicBezTo>
                      <a:pt x="79" y="17"/>
                      <a:pt x="78" y="10"/>
                      <a:pt x="78" y="2"/>
                    </a:cubicBezTo>
                    <a:lnTo>
                      <a:pt x="54" y="0"/>
                    </a:lnTo>
                    <a:cubicBezTo>
                      <a:pt x="54" y="3"/>
                      <a:pt x="54" y="4"/>
                      <a:pt x="54" y="7"/>
                    </a:cubicBezTo>
                    <a:lnTo>
                      <a:pt x="57" y="7"/>
                    </a:lnTo>
                    <a:lnTo>
                      <a:pt x="58" y="7"/>
                    </a:lnTo>
                    <a:cubicBezTo>
                      <a:pt x="59" y="7"/>
                      <a:pt x="59" y="7"/>
                      <a:pt x="60" y="8"/>
                    </a:cubicBezTo>
                    <a:cubicBezTo>
                      <a:pt x="61" y="9"/>
                      <a:pt x="60" y="10"/>
                      <a:pt x="60" y="10"/>
                    </a:cubicBezTo>
                    <a:cubicBezTo>
                      <a:pt x="60" y="11"/>
                      <a:pt x="61" y="11"/>
                      <a:pt x="60" y="12"/>
                    </a:cubicBezTo>
                    <a:cubicBezTo>
                      <a:pt x="59" y="13"/>
                      <a:pt x="59" y="12"/>
                      <a:pt x="58" y="13"/>
                    </a:cubicBezTo>
                    <a:cubicBezTo>
                      <a:pt x="57" y="14"/>
                      <a:pt x="57" y="14"/>
                      <a:pt x="57" y="14"/>
                    </a:cubicBezTo>
                    <a:lnTo>
                      <a:pt x="54" y="14"/>
                    </a:lnTo>
                    <a:cubicBezTo>
                      <a:pt x="54" y="16"/>
                      <a:pt x="54" y="17"/>
                      <a:pt x="54" y="19"/>
                    </a:cubicBezTo>
                    <a:cubicBezTo>
                      <a:pt x="54" y="21"/>
                      <a:pt x="53" y="22"/>
                      <a:pt x="52" y="24"/>
                    </a:cubicBezTo>
                    <a:cubicBezTo>
                      <a:pt x="51" y="26"/>
                      <a:pt x="51" y="27"/>
                      <a:pt x="49" y="28"/>
                    </a:cubicBezTo>
                    <a:cubicBezTo>
                      <a:pt x="47" y="29"/>
                      <a:pt x="46" y="29"/>
                      <a:pt x="44" y="29"/>
                    </a:cubicBezTo>
                    <a:cubicBezTo>
                      <a:pt x="42" y="29"/>
                      <a:pt x="41" y="29"/>
                      <a:pt x="39" y="28"/>
                    </a:cubicBezTo>
                    <a:cubicBezTo>
                      <a:pt x="37" y="27"/>
                      <a:pt x="36" y="26"/>
                      <a:pt x="35" y="24"/>
                    </a:cubicBezTo>
                    <a:cubicBezTo>
                      <a:pt x="34" y="22"/>
                      <a:pt x="34" y="21"/>
                      <a:pt x="34" y="19"/>
                    </a:cubicBezTo>
                    <a:lnTo>
                      <a:pt x="34" y="16"/>
                    </a:lnTo>
                    <a:lnTo>
                      <a:pt x="24" y="17"/>
                    </a:lnTo>
                    <a:cubicBezTo>
                      <a:pt x="23" y="17"/>
                      <a:pt x="23" y="17"/>
                      <a:pt x="22" y="17"/>
                    </a:cubicBezTo>
                    <a:cubicBezTo>
                      <a:pt x="19" y="17"/>
                      <a:pt x="16" y="16"/>
                      <a:pt x="13" y="15"/>
                    </a:cubicBezTo>
                    <a:cubicBezTo>
                      <a:pt x="12" y="14"/>
                      <a:pt x="11" y="14"/>
                      <a:pt x="10" y="13"/>
                    </a:cubicBezTo>
                    <a:cubicBezTo>
                      <a:pt x="10" y="12"/>
                      <a:pt x="10" y="14"/>
                      <a:pt x="10" y="15"/>
                    </a:cubicBezTo>
                    <a:cubicBezTo>
                      <a:pt x="10" y="16"/>
                      <a:pt x="10" y="18"/>
                      <a:pt x="9" y="20"/>
                    </a:cubicBezTo>
                    <a:cubicBezTo>
                      <a:pt x="8" y="22"/>
                      <a:pt x="8" y="22"/>
                      <a:pt x="6" y="23"/>
                    </a:cubicBezTo>
                    <a:cubicBezTo>
                      <a:pt x="4" y="24"/>
                      <a:pt x="3" y="24"/>
                      <a:pt x="1" y="24"/>
                    </a:cubicBezTo>
                    <a:lnTo>
                      <a:pt x="0" y="24"/>
                    </a:lnTo>
                    <a:cubicBezTo>
                      <a:pt x="36" y="32"/>
                      <a:pt x="73" y="37"/>
                      <a:pt x="111" y="41"/>
                    </a:cubicBezTo>
                    <a:cubicBezTo>
                      <a:pt x="153" y="48"/>
                      <a:pt x="318" y="61"/>
                      <a:pt x="362" y="12"/>
                    </a:cubicBezTo>
                    <a:cubicBezTo>
                      <a:pt x="352" y="17"/>
                      <a:pt x="342" y="21"/>
                      <a:pt x="332" y="24"/>
                    </a:cubicBezTo>
                    <a:cubicBezTo>
                      <a:pt x="308" y="30"/>
                      <a:pt x="282" y="38"/>
                      <a:pt x="262"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9"/>
              <p:cNvSpPr/>
              <p:nvPr/>
            </p:nvSpPr>
            <p:spPr>
              <a:xfrm>
                <a:off x="3318125" y="-615095"/>
                <a:ext cx="8280" cy="7560"/>
              </a:xfrm>
              <a:custGeom>
                <a:rect b="b" l="l" r="r" t="t"/>
                <a:pathLst>
                  <a:path extrusionOk="0" h="21" w="23">
                    <a:moveTo>
                      <a:pt x="22" y="16"/>
                    </a:moveTo>
                    <a:cubicBezTo>
                      <a:pt x="19" y="13"/>
                      <a:pt x="16" y="10"/>
                      <a:pt x="14" y="7"/>
                    </a:cubicBezTo>
                    <a:cubicBezTo>
                      <a:pt x="14" y="6"/>
                      <a:pt x="13" y="5"/>
                      <a:pt x="13" y="4"/>
                    </a:cubicBezTo>
                    <a:cubicBezTo>
                      <a:pt x="13" y="4"/>
                      <a:pt x="12" y="4"/>
                      <a:pt x="12" y="3"/>
                    </a:cubicBezTo>
                    <a:cubicBezTo>
                      <a:pt x="12" y="2"/>
                      <a:pt x="11" y="2"/>
                      <a:pt x="10" y="1"/>
                    </a:cubicBezTo>
                    <a:cubicBezTo>
                      <a:pt x="9" y="0"/>
                      <a:pt x="8" y="0"/>
                      <a:pt x="6" y="0"/>
                    </a:cubicBezTo>
                    <a:cubicBezTo>
                      <a:pt x="5" y="0"/>
                      <a:pt x="4" y="0"/>
                      <a:pt x="3" y="1"/>
                    </a:cubicBezTo>
                    <a:cubicBezTo>
                      <a:pt x="2" y="2"/>
                      <a:pt x="1" y="2"/>
                      <a:pt x="0" y="3"/>
                    </a:cubicBezTo>
                    <a:cubicBezTo>
                      <a:pt x="0" y="4"/>
                      <a:pt x="0" y="4"/>
                      <a:pt x="0" y="4"/>
                    </a:cubicBezTo>
                    <a:cubicBezTo>
                      <a:pt x="7" y="10"/>
                      <a:pt x="15" y="15"/>
                      <a:pt x="22" y="20"/>
                    </a:cubicBezTo>
                    <a:cubicBezTo>
                      <a:pt x="22" y="19"/>
                      <a:pt x="22" y="17"/>
                      <a:pt x="22"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9"/>
              <p:cNvSpPr/>
              <p:nvPr/>
            </p:nvSpPr>
            <p:spPr>
              <a:xfrm>
                <a:off x="3459605" y="-595655"/>
                <a:ext cx="25920" cy="10440"/>
              </a:xfrm>
              <a:custGeom>
                <a:rect b="b" l="l" r="r" t="t"/>
                <a:pathLst>
                  <a:path extrusionOk="0" h="29" w="72">
                    <a:moveTo>
                      <a:pt x="58" y="0"/>
                    </a:moveTo>
                    <a:cubicBezTo>
                      <a:pt x="54" y="3"/>
                      <a:pt x="50" y="6"/>
                      <a:pt x="45" y="9"/>
                    </a:cubicBezTo>
                    <a:cubicBezTo>
                      <a:pt x="32" y="17"/>
                      <a:pt x="16" y="21"/>
                      <a:pt x="0" y="22"/>
                    </a:cubicBezTo>
                    <a:lnTo>
                      <a:pt x="0" y="28"/>
                    </a:lnTo>
                    <a:cubicBezTo>
                      <a:pt x="14" y="25"/>
                      <a:pt x="29" y="23"/>
                      <a:pt x="43" y="23"/>
                    </a:cubicBezTo>
                    <a:cubicBezTo>
                      <a:pt x="53" y="22"/>
                      <a:pt x="62" y="20"/>
                      <a:pt x="71" y="17"/>
                    </a:cubicBezTo>
                    <a:cubicBezTo>
                      <a:pt x="70" y="16"/>
                      <a:pt x="69" y="16"/>
                      <a:pt x="69" y="15"/>
                    </a:cubicBezTo>
                    <a:lnTo>
                      <a:pt x="69" y="14"/>
                    </a:lnTo>
                    <a:cubicBezTo>
                      <a:pt x="68" y="14"/>
                      <a:pt x="68" y="13"/>
                      <a:pt x="68" y="13"/>
                    </a:cubicBezTo>
                    <a:cubicBezTo>
                      <a:pt x="65" y="8"/>
                      <a:pt x="62" y="4"/>
                      <a:pt x="5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9"/>
              <p:cNvSpPr/>
              <p:nvPr/>
            </p:nvSpPr>
            <p:spPr>
              <a:xfrm>
                <a:off x="3485525" y="-603575"/>
                <a:ext cx="6840" cy="8640"/>
              </a:xfrm>
              <a:custGeom>
                <a:rect b="b" l="l" r="r" t="t"/>
                <a:pathLst>
                  <a:path extrusionOk="0" h="24" w="19">
                    <a:moveTo>
                      <a:pt x="0" y="2"/>
                    </a:moveTo>
                    <a:cubicBezTo>
                      <a:pt x="1" y="3"/>
                      <a:pt x="2" y="4"/>
                      <a:pt x="2" y="5"/>
                    </a:cubicBezTo>
                    <a:cubicBezTo>
                      <a:pt x="6" y="11"/>
                      <a:pt x="8" y="17"/>
                      <a:pt x="9" y="23"/>
                    </a:cubicBezTo>
                    <a:cubicBezTo>
                      <a:pt x="11" y="22"/>
                      <a:pt x="12" y="20"/>
                      <a:pt x="13" y="18"/>
                    </a:cubicBezTo>
                    <a:cubicBezTo>
                      <a:pt x="15" y="14"/>
                      <a:pt x="17" y="10"/>
                      <a:pt x="18" y="6"/>
                    </a:cubicBezTo>
                    <a:cubicBezTo>
                      <a:pt x="17" y="5"/>
                      <a:pt x="15" y="3"/>
                      <a:pt x="13" y="2"/>
                    </a:cubicBezTo>
                    <a:cubicBezTo>
                      <a:pt x="11" y="1"/>
                      <a:pt x="9" y="0"/>
                      <a:pt x="6" y="0"/>
                    </a:cubicBezTo>
                    <a:cubicBezTo>
                      <a:pt x="4" y="0"/>
                      <a:pt x="2" y="1"/>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9"/>
              <p:cNvSpPr/>
              <p:nvPr/>
            </p:nvSpPr>
            <p:spPr>
              <a:xfrm>
                <a:off x="3318845" y="-606815"/>
                <a:ext cx="20880" cy="16200"/>
              </a:xfrm>
              <a:custGeom>
                <a:rect b="b" l="l" r="r" t="t"/>
                <a:pathLst>
                  <a:path extrusionOk="0" h="45" w="58">
                    <a:moveTo>
                      <a:pt x="53" y="22"/>
                    </a:moveTo>
                    <a:cubicBezTo>
                      <a:pt x="49" y="21"/>
                      <a:pt x="44" y="19"/>
                      <a:pt x="39" y="18"/>
                    </a:cubicBezTo>
                    <a:cubicBezTo>
                      <a:pt x="39" y="19"/>
                      <a:pt x="38" y="20"/>
                      <a:pt x="36" y="21"/>
                    </a:cubicBezTo>
                    <a:cubicBezTo>
                      <a:pt x="35" y="21"/>
                      <a:pt x="33" y="22"/>
                      <a:pt x="32" y="22"/>
                    </a:cubicBezTo>
                    <a:cubicBezTo>
                      <a:pt x="30" y="22"/>
                      <a:pt x="29" y="22"/>
                      <a:pt x="27" y="21"/>
                    </a:cubicBezTo>
                    <a:cubicBezTo>
                      <a:pt x="25" y="20"/>
                      <a:pt x="25" y="19"/>
                      <a:pt x="24" y="17"/>
                    </a:cubicBezTo>
                    <a:lnTo>
                      <a:pt x="23" y="16"/>
                    </a:lnTo>
                    <a:cubicBezTo>
                      <a:pt x="23" y="15"/>
                      <a:pt x="23" y="13"/>
                      <a:pt x="22" y="11"/>
                    </a:cubicBezTo>
                    <a:cubicBezTo>
                      <a:pt x="15" y="8"/>
                      <a:pt x="7" y="4"/>
                      <a:pt x="0" y="0"/>
                    </a:cubicBezTo>
                    <a:cubicBezTo>
                      <a:pt x="10" y="18"/>
                      <a:pt x="37" y="33"/>
                      <a:pt x="57" y="44"/>
                    </a:cubicBezTo>
                    <a:cubicBezTo>
                      <a:pt x="56" y="43"/>
                      <a:pt x="55" y="42"/>
                      <a:pt x="55" y="41"/>
                    </a:cubicBezTo>
                    <a:cubicBezTo>
                      <a:pt x="54" y="40"/>
                      <a:pt x="53" y="38"/>
                      <a:pt x="53" y="36"/>
                    </a:cubicBezTo>
                    <a:cubicBezTo>
                      <a:pt x="53" y="31"/>
                      <a:pt x="53" y="27"/>
                      <a:pt x="53" y="2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9"/>
              <p:cNvSpPr/>
              <p:nvPr/>
            </p:nvSpPr>
            <p:spPr>
              <a:xfrm>
                <a:off x="3333965" y="-604295"/>
                <a:ext cx="4320" cy="3240"/>
              </a:xfrm>
              <a:custGeom>
                <a:rect b="b" l="l" r="r" t="t"/>
                <a:pathLst>
                  <a:path extrusionOk="0" h="9" w="12">
                    <a:moveTo>
                      <a:pt x="0" y="3"/>
                    </a:moveTo>
                    <a:lnTo>
                      <a:pt x="11" y="8"/>
                    </a:lnTo>
                    <a:cubicBezTo>
                      <a:pt x="11" y="7"/>
                      <a:pt x="11" y="6"/>
                      <a:pt x="11" y="5"/>
                    </a:cubicBezTo>
                    <a:lnTo>
                      <a:pt x="1" y="0"/>
                    </a:lnTo>
                    <a:cubicBezTo>
                      <a:pt x="1" y="0"/>
                      <a:pt x="0"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9"/>
              <p:cNvSpPr/>
              <p:nvPr/>
            </p:nvSpPr>
            <p:spPr>
              <a:xfrm>
                <a:off x="3452765" y="-581255"/>
                <a:ext cx="1440" cy="1440"/>
              </a:xfrm>
              <a:custGeom>
                <a:rect b="b" l="l" r="r" t="t"/>
                <a:pathLst>
                  <a:path extrusionOk="0" h="4" w="4">
                    <a:moveTo>
                      <a:pt x="2" y="3"/>
                    </a:moveTo>
                    <a:cubicBezTo>
                      <a:pt x="2" y="2"/>
                      <a:pt x="1" y="1"/>
                      <a:pt x="0" y="0"/>
                    </a:cubicBezTo>
                    <a:cubicBezTo>
                      <a:pt x="0" y="1"/>
                      <a:pt x="0" y="0"/>
                      <a:pt x="1" y="1"/>
                    </a:cubicBezTo>
                    <a:cubicBezTo>
                      <a:pt x="2" y="2"/>
                      <a:pt x="1" y="1"/>
                      <a:pt x="2" y="2"/>
                    </a:cubicBezTo>
                    <a:cubicBezTo>
                      <a:pt x="3" y="3"/>
                      <a:pt x="2" y="3"/>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9"/>
              <p:cNvSpPr/>
              <p:nvPr/>
            </p:nvSpPr>
            <p:spPr>
              <a:xfrm>
                <a:off x="3455285" y="-589535"/>
                <a:ext cx="36720" cy="12960"/>
              </a:xfrm>
              <a:custGeom>
                <a:rect b="b" l="l" r="r" t="t"/>
                <a:pathLst>
                  <a:path extrusionOk="0" h="36" w="102">
                    <a:moveTo>
                      <a:pt x="90" y="0"/>
                    </a:moveTo>
                    <a:cubicBezTo>
                      <a:pt x="89" y="0"/>
                      <a:pt x="88" y="1"/>
                      <a:pt x="87" y="1"/>
                    </a:cubicBezTo>
                    <a:cubicBezTo>
                      <a:pt x="85" y="1"/>
                      <a:pt x="84" y="0"/>
                      <a:pt x="83" y="0"/>
                    </a:cubicBezTo>
                    <a:cubicBezTo>
                      <a:pt x="74" y="2"/>
                      <a:pt x="64" y="4"/>
                      <a:pt x="55" y="5"/>
                    </a:cubicBezTo>
                    <a:cubicBezTo>
                      <a:pt x="40" y="6"/>
                      <a:pt x="26" y="7"/>
                      <a:pt x="12" y="11"/>
                    </a:cubicBezTo>
                    <a:cubicBezTo>
                      <a:pt x="12" y="13"/>
                      <a:pt x="12" y="16"/>
                      <a:pt x="12" y="19"/>
                    </a:cubicBezTo>
                    <a:cubicBezTo>
                      <a:pt x="12" y="20"/>
                      <a:pt x="11" y="21"/>
                      <a:pt x="11" y="22"/>
                    </a:cubicBezTo>
                    <a:cubicBezTo>
                      <a:pt x="10" y="24"/>
                      <a:pt x="9" y="25"/>
                      <a:pt x="7" y="26"/>
                    </a:cubicBezTo>
                    <a:cubicBezTo>
                      <a:pt x="5" y="27"/>
                      <a:pt x="4" y="27"/>
                      <a:pt x="2" y="27"/>
                    </a:cubicBezTo>
                    <a:cubicBezTo>
                      <a:pt x="2" y="27"/>
                      <a:pt x="1" y="27"/>
                      <a:pt x="0" y="27"/>
                    </a:cubicBezTo>
                    <a:cubicBezTo>
                      <a:pt x="20" y="35"/>
                      <a:pt x="46" y="27"/>
                      <a:pt x="65" y="23"/>
                    </a:cubicBezTo>
                    <a:cubicBezTo>
                      <a:pt x="76" y="19"/>
                      <a:pt x="86" y="15"/>
                      <a:pt x="95" y="10"/>
                    </a:cubicBezTo>
                    <a:cubicBezTo>
                      <a:pt x="97" y="8"/>
                      <a:pt x="99" y="6"/>
                      <a:pt x="101" y="3"/>
                    </a:cubicBezTo>
                    <a:cubicBezTo>
                      <a:pt x="100" y="3"/>
                      <a:pt x="99" y="3"/>
                      <a:pt x="98" y="3"/>
                    </a:cubicBezTo>
                    <a:cubicBezTo>
                      <a:pt x="97" y="3"/>
                      <a:pt x="95" y="3"/>
                      <a:pt x="93" y="2"/>
                    </a:cubicBezTo>
                    <a:cubicBezTo>
                      <a:pt x="92" y="1"/>
                      <a:pt x="91" y="0"/>
                      <a:pt x="9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9"/>
              <p:cNvSpPr/>
              <p:nvPr/>
            </p:nvSpPr>
            <p:spPr>
              <a:xfrm>
                <a:off x="3414965" y="-582695"/>
                <a:ext cx="10080" cy="5400"/>
              </a:xfrm>
              <a:custGeom>
                <a:rect b="b" l="l" r="r" t="t"/>
                <a:pathLst>
                  <a:path extrusionOk="0" h="15" w="28">
                    <a:moveTo>
                      <a:pt x="26" y="8"/>
                    </a:moveTo>
                    <a:cubicBezTo>
                      <a:pt x="27" y="8"/>
                      <a:pt x="27" y="8"/>
                      <a:pt x="27" y="8"/>
                    </a:cubicBezTo>
                    <a:cubicBezTo>
                      <a:pt x="27" y="7"/>
                      <a:pt x="27" y="7"/>
                      <a:pt x="27" y="7"/>
                    </a:cubicBezTo>
                    <a:cubicBezTo>
                      <a:pt x="27" y="6"/>
                      <a:pt x="27" y="6"/>
                      <a:pt x="27" y="6"/>
                    </a:cubicBezTo>
                    <a:cubicBezTo>
                      <a:pt x="27" y="6"/>
                      <a:pt x="27" y="5"/>
                      <a:pt x="26" y="5"/>
                    </a:cubicBezTo>
                    <a:lnTo>
                      <a:pt x="2" y="0"/>
                    </a:lnTo>
                    <a:cubicBezTo>
                      <a:pt x="1" y="5"/>
                      <a:pt x="1" y="9"/>
                      <a:pt x="0" y="14"/>
                    </a:cubicBezTo>
                    <a:cubicBezTo>
                      <a:pt x="9" y="12"/>
                      <a:pt x="19" y="10"/>
                      <a:pt x="26" y="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9"/>
              <p:cNvSpPr/>
              <p:nvPr/>
            </p:nvSpPr>
            <p:spPr>
              <a:xfrm>
                <a:off x="3398405" y="-584855"/>
                <a:ext cx="9720" cy="7920"/>
              </a:xfrm>
              <a:custGeom>
                <a:rect b="b" l="l" r="r" t="t"/>
                <a:pathLst>
                  <a:path extrusionOk="0" h="22" w="27">
                    <a:moveTo>
                      <a:pt x="22" y="1"/>
                    </a:moveTo>
                    <a:cubicBezTo>
                      <a:pt x="20" y="1"/>
                      <a:pt x="18" y="0"/>
                      <a:pt x="15" y="0"/>
                    </a:cubicBezTo>
                    <a:cubicBezTo>
                      <a:pt x="11" y="0"/>
                      <a:pt x="8" y="1"/>
                      <a:pt x="4" y="3"/>
                    </a:cubicBezTo>
                    <a:cubicBezTo>
                      <a:pt x="3" y="4"/>
                      <a:pt x="2" y="5"/>
                      <a:pt x="1" y="6"/>
                    </a:cubicBezTo>
                    <a:lnTo>
                      <a:pt x="0" y="6"/>
                    </a:lnTo>
                    <a:cubicBezTo>
                      <a:pt x="0" y="7"/>
                      <a:pt x="0" y="8"/>
                      <a:pt x="0" y="8"/>
                    </a:cubicBezTo>
                    <a:cubicBezTo>
                      <a:pt x="0" y="9"/>
                      <a:pt x="0" y="10"/>
                      <a:pt x="0" y="10"/>
                    </a:cubicBezTo>
                    <a:lnTo>
                      <a:pt x="1" y="11"/>
                    </a:lnTo>
                    <a:cubicBezTo>
                      <a:pt x="3" y="13"/>
                      <a:pt x="5" y="15"/>
                      <a:pt x="8" y="17"/>
                    </a:cubicBezTo>
                    <a:cubicBezTo>
                      <a:pt x="13" y="20"/>
                      <a:pt x="19" y="21"/>
                      <a:pt x="25" y="21"/>
                    </a:cubicBezTo>
                    <a:lnTo>
                      <a:pt x="26" y="21"/>
                    </a:lnTo>
                    <a:cubicBezTo>
                      <a:pt x="26" y="20"/>
                      <a:pt x="25" y="20"/>
                      <a:pt x="25" y="19"/>
                    </a:cubicBezTo>
                    <a:cubicBezTo>
                      <a:pt x="24" y="13"/>
                      <a:pt x="23" y="7"/>
                      <a:pt x="22"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9"/>
              <p:cNvSpPr/>
              <p:nvPr/>
            </p:nvSpPr>
            <p:spPr>
              <a:xfrm>
                <a:off x="3378965" y="-587735"/>
                <a:ext cx="2160" cy="3240"/>
              </a:xfrm>
              <a:custGeom>
                <a:rect b="b" l="l" r="r" t="t"/>
                <a:pathLst>
                  <a:path extrusionOk="0" h="9" w="6">
                    <a:moveTo>
                      <a:pt x="2" y="7"/>
                    </a:moveTo>
                    <a:cubicBezTo>
                      <a:pt x="3" y="7"/>
                      <a:pt x="3" y="7"/>
                      <a:pt x="4" y="6"/>
                    </a:cubicBezTo>
                    <a:cubicBezTo>
                      <a:pt x="4" y="6"/>
                      <a:pt x="5" y="6"/>
                      <a:pt x="5" y="5"/>
                    </a:cubicBezTo>
                    <a:cubicBezTo>
                      <a:pt x="5" y="5"/>
                      <a:pt x="5" y="4"/>
                      <a:pt x="5" y="3"/>
                    </a:cubicBezTo>
                    <a:lnTo>
                      <a:pt x="5" y="2"/>
                    </a:lnTo>
                    <a:cubicBezTo>
                      <a:pt x="5" y="1"/>
                      <a:pt x="5" y="1"/>
                      <a:pt x="4" y="0"/>
                    </a:cubicBezTo>
                    <a:cubicBezTo>
                      <a:pt x="3" y="0"/>
                      <a:pt x="3" y="0"/>
                      <a:pt x="2" y="0"/>
                    </a:cubicBezTo>
                    <a:lnTo>
                      <a:pt x="0" y="0"/>
                    </a:lnTo>
                    <a:cubicBezTo>
                      <a:pt x="0" y="2"/>
                      <a:pt x="0" y="5"/>
                      <a:pt x="0" y="8"/>
                    </a:cubicBezTo>
                    <a:lnTo>
                      <a:pt x="2"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9"/>
              <p:cNvSpPr/>
              <p:nvPr/>
            </p:nvSpPr>
            <p:spPr>
              <a:xfrm>
                <a:off x="3363125" y="-592055"/>
                <a:ext cx="8640" cy="9000"/>
              </a:xfrm>
              <a:custGeom>
                <a:rect b="b" l="l" r="r" t="t"/>
                <a:pathLst>
                  <a:path extrusionOk="0" h="25" w="24">
                    <a:moveTo>
                      <a:pt x="2" y="0"/>
                    </a:moveTo>
                    <a:cubicBezTo>
                      <a:pt x="2" y="6"/>
                      <a:pt x="0" y="13"/>
                      <a:pt x="0" y="20"/>
                    </a:cubicBezTo>
                    <a:cubicBezTo>
                      <a:pt x="1" y="20"/>
                      <a:pt x="2" y="21"/>
                      <a:pt x="3" y="22"/>
                    </a:cubicBezTo>
                    <a:cubicBezTo>
                      <a:pt x="5" y="23"/>
                      <a:pt x="8" y="24"/>
                      <a:pt x="11" y="24"/>
                    </a:cubicBezTo>
                    <a:cubicBezTo>
                      <a:pt x="12" y="24"/>
                      <a:pt x="13" y="24"/>
                      <a:pt x="13" y="24"/>
                    </a:cubicBezTo>
                    <a:lnTo>
                      <a:pt x="23" y="22"/>
                    </a:lnTo>
                    <a:cubicBezTo>
                      <a:pt x="23" y="17"/>
                      <a:pt x="22" y="10"/>
                      <a:pt x="21" y="3"/>
                    </a:cubicBezTo>
                    <a:cubicBezTo>
                      <a:pt x="15" y="2"/>
                      <a:pt x="8" y="1"/>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9"/>
              <p:cNvSpPr/>
              <p:nvPr/>
            </p:nvSpPr>
            <p:spPr>
              <a:xfrm>
                <a:off x="3317765" y="-613655"/>
                <a:ext cx="9360" cy="11160"/>
              </a:xfrm>
              <a:custGeom>
                <a:rect b="b" l="l" r="r" t="t"/>
                <a:pathLst>
                  <a:path extrusionOk="0" h="31" w="26">
                    <a:moveTo>
                      <a:pt x="23" y="16"/>
                    </a:moveTo>
                    <a:cubicBezTo>
                      <a:pt x="16" y="11"/>
                      <a:pt x="8" y="6"/>
                      <a:pt x="1" y="0"/>
                    </a:cubicBezTo>
                    <a:cubicBezTo>
                      <a:pt x="1" y="0"/>
                      <a:pt x="2" y="0"/>
                      <a:pt x="1" y="1"/>
                    </a:cubicBezTo>
                    <a:cubicBezTo>
                      <a:pt x="0" y="2"/>
                      <a:pt x="0" y="2"/>
                      <a:pt x="0" y="3"/>
                    </a:cubicBezTo>
                    <a:cubicBezTo>
                      <a:pt x="0" y="4"/>
                      <a:pt x="0" y="4"/>
                      <a:pt x="0" y="5"/>
                    </a:cubicBezTo>
                    <a:cubicBezTo>
                      <a:pt x="0" y="10"/>
                      <a:pt x="1" y="15"/>
                      <a:pt x="3" y="19"/>
                    </a:cubicBezTo>
                    <a:cubicBezTo>
                      <a:pt x="10" y="23"/>
                      <a:pt x="18" y="27"/>
                      <a:pt x="25" y="30"/>
                    </a:cubicBezTo>
                    <a:cubicBezTo>
                      <a:pt x="24" y="25"/>
                      <a:pt x="24" y="21"/>
                      <a:pt x="23" y="1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9"/>
              <p:cNvSpPr/>
              <p:nvPr/>
            </p:nvSpPr>
            <p:spPr>
              <a:xfrm>
                <a:off x="3332885" y="-603215"/>
                <a:ext cx="5400" cy="4680"/>
              </a:xfrm>
              <a:custGeom>
                <a:rect b="b" l="l" r="r" t="t"/>
                <a:pathLst>
                  <a:path extrusionOk="0" h="13" w="15">
                    <a:moveTo>
                      <a:pt x="2" y="6"/>
                    </a:moveTo>
                    <a:cubicBezTo>
                      <a:pt x="2" y="6"/>
                      <a:pt x="2" y="7"/>
                      <a:pt x="0" y="8"/>
                    </a:cubicBezTo>
                    <a:cubicBezTo>
                      <a:pt x="5" y="9"/>
                      <a:pt x="10" y="11"/>
                      <a:pt x="14" y="12"/>
                    </a:cubicBezTo>
                    <a:cubicBezTo>
                      <a:pt x="14" y="9"/>
                      <a:pt x="14" y="7"/>
                      <a:pt x="14" y="5"/>
                    </a:cubicBezTo>
                    <a:lnTo>
                      <a:pt x="3" y="0"/>
                    </a:lnTo>
                    <a:cubicBezTo>
                      <a:pt x="3" y="2"/>
                      <a:pt x="2" y="4"/>
                      <a:pt x="2"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9"/>
              <p:cNvSpPr/>
              <p:nvPr/>
            </p:nvSpPr>
            <p:spPr>
              <a:xfrm>
                <a:off x="3488405" y="-601055"/>
                <a:ext cx="5400" cy="11160"/>
              </a:xfrm>
              <a:custGeom>
                <a:rect b="b" l="l" r="r" t="t"/>
                <a:pathLst>
                  <a:path extrusionOk="0" h="31" w="15">
                    <a:moveTo>
                      <a:pt x="2" y="26"/>
                    </a:moveTo>
                    <a:cubicBezTo>
                      <a:pt x="2" y="27"/>
                      <a:pt x="1" y="28"/>
                      <a:pt x="1" y="29"/>
                    </a:cubicBezTo>
                    <a:lnTo>
                      <a:pt x="0" y="30"/>
                    </a:lnTo>
                    <a:cubicBezTo>
                      <a:pt x="2" y="30"/>
                      <a:pt x="4" y="30"/>
                      <a:pt x="6" y="30"/>
                    </a:cubicBezTo>
                    <a:cubicBezTo>
                      <a:pt x="7" y="30"/>
                      <a:pt x="9" y="30"/>
                      <a:pt x="11" y="30"/>
                    </a:cubicBezTo>
                    <a:cubicBezTo>
                      <a:pt x="13" y="25"/>
                      <a:pt x="14" y="21"/>
                      <a:pt x="14" y="16"/>
                    </a:cubicBezTo>
                    <a:cubicBezTo>
                      <a:pt x="14" y="13"/>
                      <a:pt x="13" y="10"/>
                      <a:pt x="13" y="7"/>
                    </a:cubicBezTo>
                    <a:cubicBezTo>
                      <a:pt x="12" y="5"/>
                      <a:pt x="12" y="3"/>
                      <a:pt x="11" y="2"/>
                    </a:cubicBezTo>
                    <a:cubicBezTo>
                      <a:pt x="11" y="1"/>
                      <a:pt x="10" y="1"/>
                      <a:pt x="10" y="0"/>
                    </a:cubicBezTo>
                    <a:cubicBezTo>
                      <a:pt x="9" y="4"/>
                      <a:pt x="7" y="8"/>
                      <a:pt x="5" y="12"/>
                    </a:cubicBezTo>
                    <a:cubicBezTo>
                      <a:pt x="4" y="14"/>
                      <a:pt x="3" y="15"/>
                      <a:pt x="1" y="17"/>
                    </a:cubicBezTo>
                    <a:cubicBezTo>
                      <a:pt x="2" y="19"/>
                      <a:pt x="2" y="22"/>
                      <a:pt x="2" y="24"/>
                    </a:cubicBezTo>
                    <a:cubicBezTo>
                      <a:pt x="2" y="25"/>
                      <a:pt x="2" y="25"/>
                      <a:pt x="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9"/>
              <p:cNvSpPr/>
              <p:nvPr/>
            </p:nvSpPr>
            <p:spPr>
              <a:xfrm>
                <a:off x="3487685" y="-590615"/>
                <a:ext cx="5040" cy="2880"/>
              </a:xfrm>
              <a:custGeom>
                <a:rect b="b" l="l" r="r" t="t"/>
                <a:pathLst>
                  <a:path extrusionOk="0" h="8" w="14">
                    <a:moveTo>
                      <a:pt x="0" y="3"/>
                    </a:moveTo>
                    <a:cubicBezTo>
                      <a:pt x="1" y="4"/>
                      <a:pt x="2" y="4"/>
                      <a:pt x="3" y="5"/>
                    </a:cubicBezTo>
                    <a:cubicBezTo>
                      <a:pt x="5" y="6"/>
                      <a:pt x="7" y="7"/>
                      <a:pt x="9" y="7"/>
                    </a:cubicBezTo>
                    <a:cubicBezTo>
                      <a:pt x="9" y="7"/>
                      <a:pt x="10" y="7"/>
                      <a:pt x="10" y="6"/>
                    </a:cubicBezTo>
                    <a:cubicBezTo>
                      <a:pt x="11" y="4"/>
                      <a:pt x="12" y="2"/>
                      <a:pt x="13" y="0"/>
                    </a:cubicBezTo>
                    <a:cubicBezTo>
                      <a:pt x="11" y="0"/>
                      <a:pt x="9" y="0"/>
                      <a:pt x="8" y="0"/>
                    </a:cubicBezTo>
                    <a:cubicBezTo>
                      <a:pt x="6" y="0"/>
                      <a:pt x="4" y="0"/>
                      <a:pt x="2" y="0"/>
                    </a:cubicBezTo>
                    <a:cubicBezTo>
                      <a:pt x="2" y="0"/>
                      <a:pt x="3" y="0"/>
                      <a:pt x="2" y="1"/>
                    </a:cubicBezTo>
                    <a:cubicBezTo>
                      <a:pt x="1" y="2"/>
                      <a:pt x="1" y="2"/>
                      <a:pt x="0"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9"/>
              <p:cNvSpPr/>
              <p:nvPr/>
            </p:nvSpPr>
            <p:spPr>
              <a:xfrm>
                <a:off x="3480485" y="-602855"/>
                <a:ext cx="8640" cy="13680"/>
              </a:xfrm>
              <a:custGeom>
                <a:rect b="b" l="l" r="r" t="t"/>
                <a:pathLst>
                  <a:path extrusionOk="0" h="38" w="24">
                    <a:moveTo>
                      <a:pt x="19" y="34"/>
                    </a:moveTo>
                    <a:cubicBezTo>
                      <a:pt x="18" y="34"/>
                      <a:pt x="18" y="34"/>
                      <a:pt x="17" y="34"/>
                    </a:cubicBezTo>
                    <a:cubicBezTo>
                      <a:pt x="16" y="34"/>
                      <a:pt x="16" y="35"/>
                      <a:pt x="15" y="34"/>
                    </a:cubicBezTo>
                    <a:cubicBezTo>
                      <a:pt x="14" y="33"/>
                      <a:pt x="14" y="33"/>
                      <a:pt x="14" y="32"/>
                    </a:cubicBezTo>
                    <a:lnTo>
                      <a:pt x="13" y="31"/>
                    </a:lnTo>
                    <a:cubicBezTo>
                      <a:pt x="13" y="28"/>
                      <a:pt x="17" y="27"/>
                      <a:pt x="19" y="29"/>
                    </a:cubicBezTo>
                    <a:cubicBezTo>
                      <a:pt x="19" y="28"/>
                      <a:pt x="19" y="27"/>
                      <a:pt x="20" y="26"/>
                    </a:cubicBezTo>
                    <a:cubicBezTo>
                      <a:pt x="20" y="25"/>
                      <a:pt x="21" y="24"/>
                      <a:pt x="22" y="24"/>
                    </a:cubicBezTo>
                    <a:lnTo>
                      <a:pt x="23" y="21"/>
                    </a:lnTo>
                    <a:cubicBezTo>
                      <a:pt x="22" y="15"/>
                      <a:pt x="20" y="9"/>
                      <a:pt x="16" y="3"/>
                    </a:cubicBezTo>
                    <a:cubicBezTo>
                      <a:pt x="16" y="2"/>
                      <a:pt x="15" y="1"/>
                      <a:pt x="14" y="0"/>
                    </a:cubicBezTo>
                    <a:lnTo>
                      <a:pt x="13" y="0"/>
                    </a:lnTo>
                    <a:cubicBezTo>
                      <a:pt x="11" y="1"/>
                      <a:pt x="9" y="3"/>
                      <a:pt x="8" y="5"/>
                    </a:cubicBezTo>
                    <a:cubicBezTo>
                      <a:pt x="7" y="6"/>
                      <a:pt x="7" y="8"/>
                      <a:pt x="6" y="9"/>
                    </a:cubicBezTo>
                    <a:cubicBezTo>
                      <a:pt x="6" y="11"/>
                      <a:pt x="5" y="13"/>
                      <a:pt x="4" y="15"/>
                    </a:cubicBezTo>
                    <a:cubicBezTo>
                      <a:pt x="3" y="17"/>
                      <a:pt x="2" y="19"/>
                      <a:pt x="0" y="20"/>
                    </a:cubicBezTo>
                    <a:cubicBezTo>
                      <a:pt x="3" y="24"/>
                      <a:pt x="6" y="27"/>
                      <a:pt x="8" y="31"/>
                    </a:cubicBezTo>
                    <a:cubicBezTo>
                      <a:pt x="9" y="32"/>
                      <a:pt x="10" y="34"/>
                      <a:pt x="10" y="35"/>
                    </a:cubicBezTo>
                    <a:cubicBezTo>
                      <a:pt x="11" y="36"/>
                      <a:pt x="12" y="37"/>
                      <a:pt x="13" y="37"/>
                    </a:cubicBezTo>
                    <a:lnTo>
                      <a:pt x="20" y="36"/>
                    </a:lnTo>
                    <a:cubicBezTo>
                      <a:pt x="19" y="35"/>
                      <a:pt x="19" y="34"/>
                      <a:pt x="19" y="3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9"/>
              <p:cNvSpPr/>
              <p:nvPr/>
            </p:nvSpPr>
            <p:spPr>
              <a:xfrm>
                <a:off x="3485165" y="-589535"/>
                <a:ext cx="2880" cy="720"/>
              </a:xfrm>
              <a:custGeom>
                <a:rect b="b" l="l" r="r" t="t"/>
                <a:pathLst>
                  <a:path extrusionOk="0" h="2" w="8">
                    <a:moveTo>
                      <a:pt x="0" y="0"/>
                    </a:moveTo>
                    <a:cubicBezTo>
                      <a:pt x="1" y="1"/>
                      <a:pt x="2" y="1"/>
                      <a:pt x="4" y="1"/>
                    </a:cubicBezTo>
                    <a:cubicBezTo>
                      <a:pt x="5" y="1"/>
                      <a:pt x="6" y="1"/>
                      <a:pt x="7" y="0"/>
                    </a:cubicBez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9"/>
              <p:cNvSpPr/>
              <p:nvPr/>
            </p:nvSpPr>
            <p:spPr>
              <a:xfrm>
                <a:off x="3487325" y="-594935"/>
                <a:ext cx="2160" cy="5400"/>
              </a:xfrm>
              <a:custGeom>
                <a:rect b="b" l="l" r="r" t="t"/>
                <a:pathLst>
                  <a:path extrusionOk="0" h="15" w="6">
                    <a:moveTo>
                      <a:pt x="0" y="7"/>
                    </a:moveTo>
                    <a:lnTo>
                      <a:pt x="0" y="8"/>
                    </a:lnTo>
                    <a:cubicBezTo>
                      <a:pt x="1" y="8"/>
                      <a:pt x="1" y="9"/>
                      <a:pt x="1" y="10"/>
                    </a:cubicBezTo>
                    <a:cubicBezTo>
                      <a:pt x="1" y="10"/>
                      <a:pt x="1" y="11"/>
                      <a:pt x="0" y="11"/>
                    </a:cubicBezTo>
                    <a:lnTo>
                      <a:pt x="0" y="12"/>
                    </a:lnTo>
                    <a:cubicBezTo>
                      <a:pt x="0" y="13"/>
                      <a:pt x="0" y="13"/>
                      <a:pt x="0" y="14"/>
                    </a:cubicBezTo>
                    <a:lnTo>
                      <a:pt x="1" y="14"/>
                    </a:lnTo>
                    <a:lnTo>
                      <a:pt x="3" y="14"/>
                    </a:lnTo>
                    <a:lnTo>
                      <a:pt x="4" y="13"/>
                    </a:lnTo>
                    <a:cubicBezTo>
                      <a:pt x="4" y="12"/>
                      <a:pt x="5" y="11"/>
                      <a:pt x="5" y="10"/>
                    </a:cubicBezTo>
                    <a:cubicBezTo>
                      <a:pt x="5" y="8"/>
                      <a:pt x="5" y="6"/>
                      <a:pt x="5" y="5"/>
                    </a:cubicBezTo>
                    <a:cubicBezTo>
                      <a:pt x="5" y="3"/>
                      <a:pt x="5" y="2"/>
                      <a:pt x="5" y="0"/>
                    </a:cubicBezTo>
                    <a:lnTo>
                      <a:pt x="3" y="3"/>
                    </a:lnTo>
                    <a:cubicBezTo>
                      <a:pt x="2" y="3"/>
                      <a:pt x="1" y="4"/>
                      <a:pt x="0" y="6"/>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9"/>
              <p:cNvSpPr/>
              <p:nvPr/>
            </p:nvSpPr>
            <p:spPr>
              <a:xfrm>
                <a:off x="3487685" y="-590255"/>
                <a:ext cx="1080" cy="360"/>
              </a:xfrm>
              <a:custGeom>
                <a:rect b="b" l="l" r="r" t="t"/>
                <a:pathLst>
                  <a:path extrusionOk="0" h="1" w="3">
                    <a:moveTo>
                      <a:pt x="2" y="0"/>
                    </a:moveTo>
                    <a:lnTo>
                      <a:pt x="0" y="0"/>
                    </a:lnTo>
                    <a:lnTo>
                      <a:pt x="0" y="0"/>
                    </a:lnTo>
                    <a:lnTo>
                      <a:pt x="0" y="0"/>
                    </a:lnTo>
                    <a:lnTo>
                      <a:pt x="1" y="0"/>
                    </a:lnTo>
                    <a:lnTo>
                      <a:pt x="2" y="0"/>
                    </a:lnTo>
                  </a:path>
                </a:pathLst>
              </a:custGeom>
              <a:solidFill>
                <a:schemeClr val="dk1"/>
              </a:solidFill>
              <a:ln>
                <a:noFill/>
              </a:ln>
            </p:spPr>
          </p:sp>
          <p:sp>
            <p:nvSpPr>
              <p:cNvPr id="6863" name="Google Shape;6863;p49"/>
              <p:cNvSpPr/>
              <p:nvPr/>
            </p:nvSpPr>
            <p:spPr>
              <a:xfrm>
                <a:off x="3485165" y="-592775"/>
                <a:ext cx="2520" cy="2520"/>
              </a:xfrm>
              <a:custGeom>
                <a:rect b="b" l="l" r="r" t="t"/>
                <a:pathLst>
                  <a:path extrusionOk="0" h="7" w="7">
                    <a:moveTo>
                      <a:pt x="6" y="1"/>
                    </a:moveTo>
                    <a:cubicBezTo>
                      <a:pt x="4" y="0"/>
                      <a:pt x="0" y="0"/>
                      <a:pt x="0" y="3"/>
                    </a:cubicBezTo>
                    <a:cubicBezTo>
                      <a:pt x="0" y="4"/>
                      <a:pt x="1" y="4"/>
                      <a:pt x="1" y="5"/>
                    </a:cubicBezTo>
                    <a:lnTo>
                      <a:pt x="2" y="6"/>
                    </a:lnTo>
                    <a:cubicBezTo>
                      <a:pt x="3" y="6"/>
                      <a:pt x="3" y="6"/>
                      <a:pt x="4" y="6"/>
                    </a:cubicBezTo>
                    <a:cubicBezTo>
                      <a:pt x="5" y="6"/>
                      <a:pt x="5" y="6"/>
                      <a:pt x="6" y="6"/>
                    </a:cubicBezTo>
                    <a:cubicBezTo>
                      <a:pt x="5" y="5"/>
                      <a:pt x="5" y="4"/>
                      <a:pt x="5" y="3"/>
                    </a:cubicBezTo>
                    <a:cubicBezTo>
                      <a:pt x="5" y="2"/>
                      <a:pt x="5" y="2"/>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9"/>
              <p:cNvSpPr/>
              <p:nvPr/>
            </p:nvSpPr>
            <p:spPr>
              <a:xfrm>
                <a:off x="3486965" y="-592415"/>
                <a:ext cx="1080" cy="2160"/>
              </a:xfrm>
              <a:custGeom>
                <a:rect b="b" l="l" r="r" t="t"/>
                <a:pathLst>
                  <a:path extrusionOk="0" h="6" w="3">
                    <a:moveTo>
                      <a:pt x="2" y="2"/>
                    </a:moveTo>
                    <a:lnTo>
                      <a:pt x="1" y="1"/>
                    </a:lnTo>
                    <a:cubicBezTo>
                      <a:pt x="0" y="0"/>
                      <a:pt x="1" y="0"/>
                      <a:pt x="1" y="0"/>
                    </a:cubicBezTo>
                    <a:cubicBezTo>
                      <a:pt x="0" y="0"/>
                      <a:pt x="0" y="1"/>
                      <a:pt x="0" y="2"/>
                    </a:cubicBezTo>
                    <a:cubicBezTo>
                      <a:pt x="0" y="3"/>
                      <a:pt x="0" y="4"/>
                      <a:pt x="1" y="5"/>
                    </a:cubicBezTo>
                    <a:cubicBezTo>
                      <a:pt x="1" y="4"/>
                      <a:pt x="1" y="4"/>
                      <a:pt x="1" y="4"/>
                    </a:cubicBezTo>
                    <a:cubicBezTo>
                      <a:pt x="2" y="3"/>
                      <a:pt x="2" y="3"/>
                      <a:pt x="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9"/>
              <p:cNvSpPr/>
              <p:nvPr/>
            </p:nvSpPr>
            <p:spPr>
              <a:xfrm>
                <a:off x="3327125" y="-602855"/>
                <a:ext cx="6480" cy="4320"/>
              </a:xfrm>
              <a:custGeom>
                <a:rect b="b" l="l" r="r" t="t"/>
                <a:pathLst>
                  <a:path extrusionOk="0" h="12" w="18">
                    <a:moveTo>
                      <a:pt x="1" y="5"/>
                    </a:moveTo>
                    <a:cubicBezTo>
                      <a:pt x="1" y="5"/>
                      <a:pt x="2" y="5"/>
                      <a:pt x="2" y="6"/>
                    </a:cubicBezTo>
                    <a:cubicBezTo>
                      <a:pt x="3" y="8"/>
                      <a:pt x="4" y="9"/>
                      <a:pt x="5" y="10"/>
                    </a:cubicBezTo>
                    <a:cubicBezTo>
                      <a:pt x="6" y="11"/>
                      <a:pt x="8" y="11"/>
                      <a:pt x="10" y="11"/>
                    </a:cubicBezTo>
                    <a:cubicBezTo>
                      <a:pt x="11" y="11"/>
                      <a:pt x="13" y="10"/>
                      <a:pt x="14" y="10"/>
                    </a:cubicBezTo>
                    <a:cubicBezTo>
                      <a:pt x="15" y="9"/>
                      <a:pt x="16" y="8"/>
                      <a:pt x="17" y="7"/>
                    </a:cubicBezTo>
                    <a:cubicBezTo>
                      <a:pt x="12" y="5"/>
                      <a:pt x="6" y="3"/>
                      <a:pt x="0" y="0"/>
                    </a:cubicBezTo>
                    <a:cubicBezTo>
                      <a:pt x="0" y="2"/>
                      <a:pt x="0" y="4"/>
                      <a:pt x="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9"/>
              <p:cNvSpPr/>
              <p:nvPr/>
            </p:nvSpPr>
            <p:spPr>
              <a:xfrm>
                <a:off x="3326045" y="-609335"/>
                <a:ext cx="8640" cy="6120"/>
              </a:xfrm>
              <a:custGeom>
                <a:rect b="b" l="l" r="r" t="t"/>
                <a:pathLst>
                  <a:path extrusionOk="0" h="17" w="24">
                    <a:moveTo>
                      <a:pt x="23" y="14"/>
                    </a:moveTo>
                    <a:cubicBezTo>
                      <a:pt x="20" y="12"/>
                      <a:pt x="17" y="11"/>
                      <a:pt x="14" y="9"/>
                    </a:cubicBezTo>
                    <a:cubicBezTo>
                      <a:pt x="9" y="6"/>
                      <a:pt x="5" y="3"/>
                      <a:pt x="0" y="0"/>
                    </a:cubicBezTo>
                    <a:cubicBezTo>
                      <a:pt x="0" y="1"/>
                      <a:pt x="0" y="2"/>
                      <a:pt x="0" y="4"/>
                    </a:cubicBezTo>
                    <a:cubicBezTo>
                      <a:pt x="7" y="8"/>
                      <a:pt x="15" y="13"/>
                      <a:pt x="22" y="16"/>
                    </a:cubicBezTo>
                    <a:cubicBezTo>
                      <a:pt x="22" y="16"/>
                      <a:pt x="23" y="15"/>
                      <a:pt x="23"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9"/>
              <p:cNvSpPr/>
              <p:nvPr/>
            </p:nvSpPr>
            <p:spPr>
              <a:xfrm>
                <a:off x="3326045" y="-607895"/>
                <a:ext cx="9360" cy="8640"/>
              </a:xfrm>
              <a:custGeom>
                <a:rect b="b" l="l" r="r" t="t"/>
                <a:pathLst>
                  <a:path extrusionOk="0" h="24" w="26">
                    <a:moveTo>
                      <a:pt x="22" y="13"/>
                    </a:moveTo>
                    <a:cubicBezTo>
                      <a:pt x="15" y="9"/>
                      <a:pt x="8" y="5"/>
                      <a:pt x="0" y="0"/>
                    </a:cubicBezTo>
                    <a:cubicBezTo>
                      <a:pt x="1" y="5"/>
                      <a:pt x="1" y="10"/>
                      <a:pt x="2" y="14"/>
                    </a:cubicBezTo>
                    <a:cubicBezTo>
                      <a:pt x="8" y="17"/>
                      <a:pt x="13" y="19"/>
                      <a:pt x="19" y="21"/>
                    </a:cubicBezTo>
                    <a:cubicBezTo>
                      <a:pt x="25" y="23"/>
                      <a:pt x="21" y="20"/>
                      <a:pt x="21" y="19"/>
                    </a:cubicBezTo>
                    <a:cubicBezTo>
                      <a:pt x="21" y="17"/>
                      <a:pt x="22" y="15"/>
                      <a:pt x="22" y="1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9"/>
              <p:cNvSpPr/>
              <p:nvPr/>
            </p:nvSpPr>
            <p:spPr>
              <a:xfrm>
                <a:off x="3337925" y="-602495"/>
                <a:ext cx="8280" cy="13320"/>
              </a:xfrm>
              <a:custGeom>
                <a:rect b="b" l="l" r="r" t="t"/>
                <a:pathLst>
                  <a:path extrusionOk="0" h="37" w="23">
                    <a:moveTo>
                      <a:pt x="22" y="26"/>
                    </a:moveTo>
                    <a:cubicBezTo>
                      <a:pt x="22" y="21"/>
                      <a:pt x="22" y="16"/>
                      <a:pt x="22" y="12"/>
                    </a:cubicBezTo>
                    <a:cubicBezTo>
                      <a:pt x="19" y="10"/>
                      <a:pt x="16" y="10"/>
                      <a:pt x="14" y="8"/>
                    </a:cubicBezTo>
                    <a:cubicBezTo>
                      <a:pt x="12" y="6"/>
                      <a:pt x="5" y="3"/>
                      <a:pt x="0" y="0"/>
                    </a:cubicBezTo>
                    <a:cubicBezTo>
                      <a:pt x="0" y="1"/>
                      <a:pt x="0" y="2"/>
                      <a:pt x="0" y="3"/>
                    </a:cubicBezTo>
                    <a:lnTo>
                      <a:pt x="8" y="7"/>
                    </a:lnTo>
                    <a:lnTo>
                      <a:pt x="8" y="8"/>
                    </a:lnTo>
                    <a:cubicBezTo>
                      <a:pt x="9" y="8"/>
                      <a:pt x="9" y="9"/>
                      <a:pt x="9" y="9"/>
                    </a:cubicBezTo>
                    <a:lnTo>
                      <a:pt x="8" y="10"/>
                    </a:lnTo>
                    <a:cubicBezTo>
                      <a:pt x="7" y="11"/>
                      <a:pt x="8" y="11"/>
                      <a:pt x="7" y="11"/>
                    </a:cubicBezTo>
                    <a:lnTo>
                      <a:pt x="6" y="11"/>
                    </a:lnTo>
                    <a:lnTo>
                      <a:pt x="0" y="10"/>
                    </a:lnTo>
                    <a:cubicBezTo>
                      <a:pt x="0" y="15"/>
                      <a:pt x="0" y="20"/>
                      <a:pt x="0" y="24"/>
                    </a:cubicBezTo>
                    <a:cubicBezTo>
                      <a:pt x="0" y="26"/>
                      <a:pt x="0" y="28"/>
                      <a:pt x="1" y="30"/>
                    </a:cubicBezTo>
                    <a:cubicBezTo>
                      <a:pt x="1" y="31"/>
                      <a:pt x="2" y="31"/>
                      <a:pt x="3" y="32"/>
                    </a:cubicBezTo>
                    <a:lnTo>
                      <a:pt x="7" y="35"/>
                    </a:lnTo>
                    <a:cubicBezTo>
                      <a:pt x="9" y="36"/>
                      <a:pt x="10" y="36"/>
                      <a:pt x="12" y="36"/>
                    </a:cubicBezTo>
                    <a:cubicBezTo>
                      <a:pt x="14" y="36"/>
                      <a:pt x="15" y="36"/>
                      <a:pt x="17" y="35"/>
                    </a:cubicBezTo>
                    <a:cubicBezTo>
                      <a:pt x="19" y="34"/>
                      <a:pt x="19" y="33"/>
                      <a:pt x="20" y="31"/>
                    </a:cubicBezTo>
                    <a:cubicBezTo>
                      <a:pt x="21" y="29"/>
                      <a:pt x="22" y="28"/>
                      <a:pt x="22"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9"/>
              <p:cNvSpPr/>
              <p:nvPr/>
            </p:nvSpPr>
            <p:spPr>
              <a:xfrm>
                <a:off x="3337925" y="-601415"/>
                <a:ext cx="3600" cy="3240"/>
              </a:xfrm>
              <a:custGeom>
                <a:rect b="b" l="l" r="r" t="t"/>
                <a:pathLst>
                  <a:path extrusionOk="0" h="9" w="10">
                    <a:moveTo>
                      <a:pt x="7" y="8"/>
                    </a:moveTo>
                    <a:lnTo>
                      <a:pt x="8" y="8"/>
                    </a:lnTo>
                    <a:lnTo>
                      <a:pt x="9" y="7"/>
                    </a:lnTo>
                    <a:lnTo>
                      <a:pt x="9" y="6"/>
                    </a:lnTo>
                    <a:cubicBezTo>
                      <a:pt x="9" y="5"/>
                      <a:pt x="9" y="5"/>
                      <a:pt x="9" y="5"/>
                    </a:cubicBezTo>
                    <a:cubicBezTo>
                      <a:pt x="9" y="4"/>
                      <a:pt x="8" y="4"/>
                      <a:pt x="8" y="4"/>
                    </a:cubicBezTo>
                    <a:lnTo>
                      <a:pt x="0" y="0"/>
                    </a:lnTo>
                    <a:cubicBezTo>
                      <a:pt x="0" y="2"/>
                      <a:pt x="0" y="4"/>
                      <a:pt x="0" y="7"/>
                    </a:cubicBezTo>
                    <a:lnTo>
                      <a:pt x="7"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9"/>
              <p:cNvSpPr/>
              <p:nvPr/>
            </p:nvSpPr>
            <p:spPr>
              <a:xfrm>
                <a:off x="3355205" y="-593855"/>
                <a:ext cx="7920" cy="12960"/>
              </a:xfrm>
              <a:custGeom>
                <a:rect b="b" l="l" r="r" t="t"/>
                <a:pathLst>
                  <a:path extrusionOk="0" h="36" w="22">
                    <a:moveTo>
                      <a:pt x="21" y="26"/>
                    </a:moveTo>
                    <a:cubicBezTo>
                      <a:pt x="21" y="26"/>
                      <a:pt x="21" y="25"/>
                      <a:pt x="21" y="24"/>
                    </a:cubicBezTo>
                    <a:cubicBezTo>
                      <a:pt x="18" y="22"/>
                      <a:pt x="16" y="19"/>
                      <a:pt x="14" y="16"/>
                    </a:cubicBezTo>
                    <a:cubicBezTo>
                      <a:pt x="13" y="15"/>
                      <a:pt x="13" y="14"/>
                      <a:pt x="13" y="13"/>
                    </a:cubicBezTo>
                    <a:cubicBezTo>
                      <a:pt x="12" y="12"/>
                      <a:pt x="12" y="11"/>
                      <a:pt x="12" y="10"/>
                    </a:cubicBezTo>
                    <a:cubicBezTo>
                      <a:pt x="12" y="8"/>
                      <a:pt x="12" y="6"/>
                      <a:pt x="13" y="5"/>
                    </a:cubicBezTo>
                    <a:cubicBezTo>
                      <a:pt x="14" y="4"/>
                      <a:pt x="14" y="4"/>
                      <a:pt x="14" y="3"/>
                    </a:cubicBezTo>
                    <a:lnTo>
                      <a:pt x="1" y="0"/>
                    </a:lnTo>
                    <a:cubicBezTo>
                      <a:pt x="0" y="7"/>
                      <a:pt x="0" y="14"/>
                      <a:pt x="0" y="21"/>
                    </a:cubicBezTo>
                    <a:cubicBezTo>
                      <a:pt x="0" y="22"/>
                      <a:pt x="0" y="23"/>
                      <a:pt x="0" y="25"/>
                    </a:cubicBezTo>
                    <a:cubicBezTo>
                      <a:pt x="0" y="26"/>
                      <a:pt x="1" y="28"/>
                      <a:pt x="2" y="30"/>
                    </a:cubicBezTo>
                    <a:cubicBezTo>
                      <a:pt x="3" y="31"/>
                      <a:pt x="4" y="33"/>
                      <a:pt x="6" y="34"/>
                    </a:cubicBezTo>
                    <a:lnTo>
                      <a:pt x="11" y="35"/>
                    </a:lnTo>
                    <a:lnTo>
                      <a:pt x="12" y="35"/>
                    </a:lnTo>
                    <a:cubicBezTo>
                      <a:pt x="14" y="35"/>
                      <a:pt x="15" y="35"/>
                      <a:pt x="17" y="34"/>
                    </a:cubicBezTo>
                    <a:cubicBezTo>
                      <a:pt x="19" y="33"/>
                      <a:pt x="19" y="33"/>
                      <a:pt x="20" y="31"/>
                    </a:cubicBezTo>
                    <a:cubicBezTo>
                      <a:pt x="21" y="29"/>
                      <a:pt x="21" y="28"/>
                      <a:pt x="21"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9"/>
              <p:cNvSpPr/>
              <p:nvPr/>
            </p:nvSpPr>
            <p:spPr>
              <a:xfrm>
                <a:off x="3359525" y="-592415"/>
                <a:ext cx="4320" cy="7920"/>
              </a:xfrm>
              <a:custGeom>
                <a:rect b="b" l="l" r="r" t="t"/>
                <a:pathLst>
                  <a:path extrusionOk="0" h="22" w="12">
                    <a:moveTo>
                      <a:pt x="3" y="0"/>
                    </a:moveTo>
                    <a:cubicBezTo>
                      <a:pt x="2" y="1"/>
                      <a:pt x="2" y="1"/>
                      <a:pt x="2" y="2"/>
                    </a:cubicBezTo>
                    <a:cubicBezTo>
                      <a:pt x="1" y="3"/>
                      <a:pt x="0" y="5"/>
                      <a:pt x="0" y="7"/>
                    </a:cubicBezTo>
                    <a:cubicBezTo>
                      <a:pt x="0" y="8"/>
                      <a:pt x="0" y="9"/>
                      <a:pt x="1" y="10"/>
                    </a:cubicBezTo>
                    <a:cubicBezTo>
                      <a:pt x="1" y="11"/>
                      <a:pt x="2" y="12"/>
                      <a:pt x="2" y="12"/>
                    </a:cubicBezTo>
                    <a:cubicBezTo>
                      <a:pt x="4" y="16"/>
                      <a:pt x="7" y="19"/>
                      <a:pt x="10" y="21"/>
                    </a:cubicBezTo>
                    <a:cubicBezTo>
                      <a:pt x="10" y="15"/>
                      <a:pt x="11" y="8"/>
                      <a:pt x="11" y="1"/>
                    </a:cubicBezTo>
                    <a:lnTo>
                      <a:pt x="3"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9"/>
              <p:cNvSpPr/>
              <p:nvPr/>
            </p:nvSpPr>
            <p:spPr>
              <a:xfrm>
                <a:off x="3371765" y="-590615"/>
                <a:ext cx="7560" cy="3240"/>
              </a:xfrm>
              <a:custGeom>
                <a:rect b="b" l="l" r="r" t="t"/>
                <a:pathLst>
                  <a:path extrusionOk="0" h="9" w="21">
                    <a:moveTo>
                      <a:pt x="6" y="2"/>
                    </a:moveTo>
                    <a:cubicBezTo>
                      <a:pt x="7" y="2"/>
                      <a:pt x="6" y="2"/>
                      <a:pt x="7" y="3"/>
                    </a:cubicBezTo>
                    <a:cubicBezTo>
                      <a:pt x="11" y="6"/>
                      <a:pt x="15" y="7"/>
                      <a:pt x="20" y="8"/>
                    </a:cubicBezTo>
                    <a:cubicBezTo>
                      <a:pt x="20" y="6"/>
                      <a:pt x="20" y="4"/>
                      <a:pt x="20" y="2"/>
                    </a:cubicBezTo>
                    <a:lnTo>
                      <a:pt x="0" y="0"/>
                    </a:lnTo>
                    <a:lnTo>
                      <a:pt x="6"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9"/>
              <p:cNvSpPr/>
              <p:nvPr/>
            </p:nvSpPr>
            <p:spPr>
              <a:xfrm>
                <a:off x="3371765" y="-584855"/>
                <a:ext cx="7200" cy="5760"/>
              </a:xfrm>
              <a:custGeom>
                <a:rect b="b" l="l" r="r" t="t"/>
                <a:pathLst>
                  <a:path extrusionOk="0" h="16" w="20">
                    <a:moveTo>
                      <a:pt x="0" y="6"/>
                    </a:moveTo>
                    <a:cubicBezTo>
                      <a:pt x="0" y="7"/>
                      <a:pt x="0" y="9"/>
                      <a:pt x="1" y="11"/>
                    </a:cubicBezTo>
                    <a:cubicBezTo>
                      <a:pt x="2" y="13"/>
                      <a:pt x="3" y="13"/>
                      <a:pt x="5" y="14"/>
                    </a:cubicBezTo>
                    <a:cubicBezTo>
                      <a:pt x="7" y="15"/>
                      <a:pt x="8" y="15"/>
                      <a:pt x="10" y="15"/>
                    </a:cubicBezTo>
                    <a:cubicBezTo>
                      <a:pt x="11" y="15"/>
                      <a:pt x="12" y="15"/>
                      <a:pt x="14" y="14"/>
                    </a:cubicBezTo>
                    <a:cubicBezTo>
                      <a:pt x="16" y="13"/>
                      <a:pt x="17" y="13"/>
                      <a:pt x="18" y="11"/>
                    </a:cubicBezTo>
                    <a:cubicBezTo>
                      <a:pt x="19" y="9"/>
                      <a:pt x="19" y="7"/>
                      <a:pt x="19" y="6"/>
                    </a:cubicBezTo>
                    <a:cubicBezTo>
                      <a:pt x="19" y="4"/>
                      <a:pt x="19" y="2"/>
                      <a:pt x="19" y="0"/>
                    </a:cubicBezTo>
                    <a:lnTo>
                      <a:pt x="0" y="2"/>
                    </a:lnTo>
                    <a:lnTo>
                      <a:pt x="0"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9"/>
              <p:cNvSpPr/>
              <p:nvPr/>
            </p:nvSpPr>
            <p:spPr>
              <a:xfrm>
                <a:off x="3370685" y="-590615"/>
                <a:ext cx="8280" cy="7560"/>
              </a:xfrm>
              <a:custGeom>
                <a:rect b="b" l="l" r="r" t="t"/>
                <a:pathLst>
                  <a:path extrusionOk="0" h="21" w="23">
                    <a:moveTo>
                      <a:pt x="4" y="0"/>
                    </a:moveTo>
                    <a:lnTo>
                      <a:pt x="0" y="0"/>
                    </a:lnTo>
                    <a:cubicBezTo>
                      <a:pt x="0" y="7"/>
                      <a:pt x="2" y="13"/>
                      <a:pt x="2" y="20"/>
                    </a:cubicBezTo>
                    <a:lnTo>
                      <a:pt x="22" y="18"/>
                    </a:lnTo>
                    <a:cubicBezTo>
                      <a:pt x="22" y="15"/>
                      <a:pt x="22" y="12"/>
                      <a:pt x="22" y="10"/>
                    </a:cubicBezTo>
                    <a:cubicBezTo>
                      <a:pt x="18" y="8"/>
                      <a:pt x="14" y="6"/>
                      <a:pt x="10" y="4"/>
                    </a:cubicBezTo>
                    <a:cubicBezTo>
                      <a:pt x="9" y="4"/>
                      <a:pt x="9" y="4"/>
                      <a:pt x="8" y="3"/>
                    </a:cubicBezTo>
                    <a:lnTo>
                      <a:pt x="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9"/>
              <p:cNvSpPr/>
              <p:nvPr/>
            </p:nvSpPr>
            <p:spPr>
              <a:xfrm>
                <a:off x="3387605" y="-589175"/>
                <a:ext cx="9720" cy="13320"/>
              </a:xfrm>
              <a:custGeom>
                <a:rect b="b" l="l" r="r" t="t"/>
                <a:pathLst>
                  <a:path extrusionOk="0" h="37" w="27">
                    <a:moveTo>
                      <a:pt x="0" y="0"/>
                    </a:moveTo>
                    <a:cubicBezTo>
                      <a:pt x="0" y="7"/>
                      <a:pt x="1" y="15"/>
                      <a:pt x="3" y="23"/>
                    </a:cubicBezTo>
                    <a:cubicBezTo>
                      <a:pt x="5" y="32"/>
                      <a:pt x="21" y="36"/>
                      <a:pt x="23" y="24"/>
                    </a:cubicBezTo>
                    <a:cubicBezTo>
                      <a:pt x="25" y="17"/>
                      <a:pt x="26" y="9"/>
                      <a:pt x="26" y="1"/>
                    </a:cubicBezTo>
                    <a:lnTo>
                      <a:pt x="16" y="1"/>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9"/>
              <p:cNvSpPr/>
              <p:nvPr/>
            </p:nvSpPr>
            <p:spPr>
              <a:xfrm>
                <a:off x="3407765" y="-577655"/>
                <a:ext cx="7200" cy="4320"/>
              </a:xfrm>
              <a:custGeom>
                <a:rect b="b" l="l" r="r" t="t"/>
                <a:pathLst>
                  <a:path extrusionOk="0" h="12" w="20">
                    <a:moveTo>
                      <a:pt x="19" y="1"/>
                    </a:moveTo>
                    <a:lnTo>
                      <a:pt x="19" y="0"/>
                    </a:lnTo>
                    <a:cubicBezTo>
                      <a:pt x="13" y="1"/>
                      <a:pt x="7" y="1"/>
                      <a:pt x="1" y="1"/>
                    </a:cubicBezTo>
                    <a:lnTo>
                      <a:pt x="0" y="1"/>
                    </a:lnTo>
                    <a:cubicBezTo>
                      <a:pt x="4" y="9"/>
                      <a:pt x="17" y="11"/>
                      <a:pt x="1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9"/>
              <p:cNvSpPr/>
              <p:nvPr/>
            </p:nvSpPr>
            <p:spPr>
              <a:xfrm>
                <a:off x="3406325" y="-588095"/>
                <a:ext cx="10080" cy="6120"/>
              </a:xfrm>
              <a:custGeom>
                <a:rect b="b" l="l" r="r" t="t"/>
                <a:pathLst>
                  <a:path extrusionOk="0" h="17" w="28">
                    <a:moveTo>
                      <a:pt x="0" y="10"/>
                    </a:moveTo>
                    <a:lnTo>
                      <a:pt x="11" y="13"/>
                    </a:lnTo>
                    <a:lnTo>
                      <a:pt x="26" y="16"/>
                    </a:lnTo>
                    <a:cubicBezTo>
                      <a:pt x="26" y="11"/>
                      <a:pt x="26" y="7"/>
                      <a:pt x="27" y="2"/>
                    </a:cubicBezTo>
                    <a:lnTo>
                      <a:pt x="0" y="0"/>
                    </a:lnTo>
                    <a:cubicBezTo>
                      <a:pt x="0" y="4"/>
                      <a:pt x="0" y="8"/>
                      <a:pt x="0"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9"/>
              <p:cNvSpPr/>
              <p:nvPr/>
            </p:nvSpPr>
            <p:spPr>
              <a:xfrm>
                <a:off x="3406325" y="-584495"/>
                <a:ext cx="9360" cy="7560"/>
              </a:xfrm>
              <a:custGeom>
                <a:rect b="b" l="l" r="r" t="t"/>
                <a:pathLst>
                  <a:path extrusionOk="0" h="21" w="26">
                    <a:moveTo>
                      <a:pt x="0" y="0"/>
                    </a:moveTo>
                    <a:cubicBezTo>
                      <a:pt x="1" y="6"/>
                      <a:pt x="1" y="12"/>
                      <a:pt x="3" y="18"/>
                    </a:cubicBezTo>
                    <a:cubicBezTo>
                      <a:pt x="3" y="19"/>
                      <a:pt x="3" y="19"/>
                      <a:pt x="4" y="20"/>
                    </a:cubicBezTo>
                    <a:lnTo>
                      <a:pt x="5" y="20"/>
                    </a:lnTo>
                    <a:cubicBezTo>
                      <a:pt x="11" y="20"/>
                      <a:pt x="17" y="20"/>
                      <a:pt x="23" y="19"/>
                    </a:cubicBezTo>
                    <a:cubicBezTo>
                      <a:pt x="24" y="14"/>
                      <a:pt x="25" y="10"/>
                      <a:pt x="25" y="5"/>
                    </a:cubicBezTo>
                    <a:lnTo>
                      <a:pt x="10" y="2"/>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9"/>
              <p:cNvSpPr/>
              <p:nvPr/>
            </p:nvSpPr>
            <p:spPr>
              <a:xfrm>
                <a:off x="3424325" y="-586655"/>
                <a:ext cx="5400" cy="8640"/>
              </a:xfrm>
              <a:custGeom>
                <a:rect b="b" l="l" r="r" t="t"/>
                <a:pathLst>
                  <a:path extrusionOk="0" h="24" w="15">
                    <a:moveTo>
                      <a:pt x="1" y="14"/>
                    </a:moveTo>
                    <a:cubicBezTo>
                      <a:pt x="1" y="21"/>
                      <a:pt x="14" y="23"/>
                      <a:pt x="14" y="15"/>
                    </a:cubicBezTo>
                    <a:cubicBezTo>
                      <a:pt x="14" y="10"/>
                      <a:pt x="14" y="5"/>
                      <a:pt x="14" y="0"/>
                    </a:cubicBezTo>
                    <a:lnTo>
                      <a:pt x="0" y="0"/>
                    </a:lnTo>
                    <a:cubicBezTo>
                      <a:pt x="1" y="4"/>
                      <a:pt x="1" y="9"/>
                      <a:pt x="1" y="1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9"/>
              <p:cNvSpPr/>
              <p:nvPr/>
            </p:nvSpPr>
            <p:spPr>
              <a:xfrm>
                <a:off x="3439085" y="-586655"/>
                <a:ext cx="8640" cy="11520"/>
              </a:xfrm>
              <a:custGeom>
                <a:rect b="b" l="l" r="r" t="t"/>
                <a:pathLst>
                  <a:path extrusionOk="0" h="32" w="24">
                    <a:moveTo>
                      <a:pt x="2" y="25"/>
                    </a:moveTo>
                    <a:lnTo>
                      <a:pt x="3" y="26"/>
                    </a:lnTo>
                    <a:cubicBezTo>
                      <a:pt x="4" y="28"/>
                      <a:pt x="4" y="29"/>
                      <a:pt x="6" y="30"/>
                    </a:cubicBezTo>
                    <a:cubicBezTo>
                      <a:pt x="8" y="31"/>
                      <a:pt x="9" y="31"/>
                      <a:pt x="11" y="31"/>
                    </a:cubicBezTo>
                    <a:cubicBezTo>
                      <a:pt x="12" y="31"/>
                      <a:pt x="14" y="31"/>
                      <a:pt x="15" y="30"/>
                    </a:cubicBezTo>
                    <a:cubicBezTo>
                      <a:pt x="16" y="29"/>
                      <a:pt x="17" y="28"/>
                      <a:pt x="18" y="26"/>
                    </a:cubicBezTo>
                    <a:cubicBezTo>
                      <a:pt x="18" y="25"/>
                      <a:pt x="19" y="25"/>
                      <a:pt x="19" y="25"/>
                    </a:cubicBezTo>
                    <a:cubicBezTo>
                      <a:pt x="21" y="16"/>
                      <a:pt x="22" y="8"/>
                      <a:pt x="23" y="0"/>
                    </a:cubicBezTo>
                    <a:lnTo>
                      <a:pt x="0" y="0"/>
                    </a:lnTo>
                    <a:cubicBezTo>
                      <a:pt x="0" y="9"/>
                      <a:pt x="1" y="17"/>
                      <a:pt x="2" y="2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9"/>
              <p:cNvSpPr/>
              <p:nvPr/>
            </p:nvSpPr>
            <p:spPr>
              <a:xfrm>
                <a:off x="3453485" y="-580175"/>
                <a:ext cx="1800" cy="720"/>
              </a:xfrm>
              <a:custGeom>
                <a:rect b="b" l="l" r="r" t="t"/>
                <a:pathLst>
                  <a:path extrusionOk="0" h="2" w="5">
                    <a:moveTo>
                      <a:pt x="4" y="1"/>
                    </a:moveTo>
                    <a:lnTo>
                      <a:pt x="0" y="0"/>
                    </a:lnTo>
                    <a:cubicBezTo>
                      <a:pt x="1" y="0"/>
                      <a:pt x="1" y="0"/>
                      <a:pt x="1" y="0"/>
                    </a:cubicBezTo>
                    <a:cubicBezTo>
                      <a:pt x="2" y="1"/>
                      <a:pt x="3" y="1"/>
                      <a:pt x="4"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9"/>
              <p:cNvSpPr/>
              <p:nvPr/>
            </p:nvSpPr>
            <p:spPr>
              <a:xfrm>
                <a:off x="3452045" y="-587735"/>
                <a:ext cx="7200" cy="6840"/>
              </a:xfrm>
              <a:custGeom>
                <a:rect b="b" l="l" r="r" t="t"/>
                <a:pathLst>
                  <a:path extrusionOk="0" h="19" w="20">
                    <a:moveTo>
                      <a:pt x="1" y="2"/>
                    </a:moveTo>
                    <a:lnTo>
                      <a:pt x="1" y="15"/>
                    </a:lnTo>
                    <a:cubicBezTo>
                      <a:pt x="1" y="16"/>
                      <a:pt x="0" y="16"/>
                      <a:pt x="0" y="17"/>
                    </a:cubicBezTo>
                    <a:lnTo>
                      <a:pt x="1" y="18"/>
                    </a:lnTo>
                    <a:lnTo>
                      <a:pt x="1" y="17"/>
                    </a:lnTo>
                    <a:cubicBezTo>
                      <a:pt x="1" y="16"/>
                      <a:pt x="0" y="15"/>
                      <a:pt x="1" y="14"/>
                    </a:cubicBezTo>
                    <a:cubicBezTo>
                      <a:pt x="2" y="13"/>
                      <a:pt x="2" y="13"/>
                      <a:pt x="3" y="12"/>
                    </a:cubicBezTo>
                    <a:lnTo>
                      <a:pt x="4" y="12"/>
                    </a:lnTo>
                    <a:cubicBezTo>
                      <a:pt x="9" y="9"/>
                      <a:pt x="14" y="7"/>
                      <a:pt x="19" y="6"/>
                    </a:cubicBezTo>
                    <a:lnTo>
                      <a:pt x="19" y="0"/>
                    </a:lnTo>
                    <a:cubicBezTo>
                      <a:pt x="14" y="1"/>
                      <a:pt x="8" y="1"/>
                      <a:pt x="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9"/>
              <p:cNvSpPr/>
              <p:nvPr/>
            </p:nvSpPr>
            <p:spPr>
              <a:xfrm>
                <a:off x="3452765" y="-585575"/>
                <a:ext cx="6840" cy="6480"/>
              </a:xfrm>
              <a:custGeom>
                <a:rect b="b" l="l" r="r" t="t"/>
                <a:pathLst>
                  <a:path extrusionOk="0" h="18" w="19">
                    <a:moveTo>
                      <a:pt x="1" y="12"/>
                    </a:moveTo>
                    <a:lnTo>
                      <a:pt x="1" y="13"/>
                    </a:lnTo>
                    <a:cubicBezTo>
                      <a:pt x="1" y="14"/>
                      <a:pt x="2" y="14"/>
                      <a:pt x="3" y="15"/>
                    </a:cubicBezTo>
                    <a:lnTo>
                      <a:pt x="6" y="16"/>
                    </a:lnTo>
                    <a:cubicBezTo>
                      <a:pt x="7" y="16"/>
                      <a:pt x="8" y="17"/>
                      <a:pt x="9" y="17"/>
                    </a:cubicBezTo>
                    <a:cubicBezTo>
                      <a:pt x="10" y="17"/>
                      <a:pt x="11" y="16"/>
                      <a:pt x="13" y="15"/>
                    </a:cubicBezTo>
                    <a:cubicBezTo>
                      <a:pt x="15" y="14"/>
                      <a:pt x="16" y="13"/>
                      <a:pt x="17" y="12"/>
                    </a:cubicBezTo>
                    <a:cubicBezTo>
                      <a:pt x="18" y="11"/>
                      <a:pt x="18" y="10"/>
                      <a:pt x="18" y="8"/>
                    </a:cubicBezTo>
                    <a:cubicBezTo>
                      <a:pt x="18" y="6"/>
                      <a:pt x="18" y="3"/>
                      <a:pt x="18" y="0"/>
                    </a:cubicBezTo>
                    <a:cubicBezTo>
                      <a:pt x="13" y="1"/>
                      <a:pt x="8" y="3"/>
                      <a:pt x="3" y="6"/>
                    </a:cubicBezTo>
                    <a:cubicBezTo>
                      <a:pt x="2" y="7"/>
                      <a:pt x="2" y="7"/>
                      <a:pt x="1" y="8"/>
                    </a:cubicBezTo>
                    <a:cubicBezTo>
                      <a:pt x="1" y="9"/>
                      <a:pt x="0" y="10"/>
                      <a:pt x="0" y="11"/>
                    </a:cubicBezTo>
                    <a:cubicBezTo>
                      <a:pt x="0" y="11"/>
                      <a:pt x="0" y="12"/>
                      <a:pt x="1"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9"/>
              <p:cNvSpPr/>
              <p:nvPr/>
            </p:nvSpPr>
            <p:spPr>
              <a:xfrm>
                <a:off x="3031205" y="-878255"/>
                <a:ext cx="2880" cy="4320"/>
              </a:xfrm>
              <a:custGeom>
                <a:rect b="b" l="l" r="r" t="t"/>
                <a:pathLst>
                  <a:path extrusionOk="0" h="12" w="8">
                    <a:moveTo>
                      <a:pt x="0" y="11"/>
                    </a:moveTo>
                    <a:cubicBezTo>
                      <a:pt x="2" y="7"/>
                      <a:pt x="5" y="3"/>
                      <a:pt x="7" y="0"/>
                    </a:cubicBezTo>
                    <a:cubicBezTo>
                      <a:pt x="6" y="0"/>
                      <a:pt x="6" y="0"/>
                      <a:pt x="5" y="0"/>
                    </a:cubicBezTo>
                    <a:cubicBezTo>
                      <a:pt x="4" y="1"/>
                      <a:pt x="2" y="4"/>
                      <a:pt x="1" y="5"/>
                    </a:cubicBezTo>
                    <a:cubicBezTo>
                      <a:pt x="0" y="7"/>
                      <a:pt x="0" y="8"/>
                      <a:pt x="0" y="10"/>
                    </a:cubicBezTo>
                    <a:lnTo>
                      <a:pt x="0" y="1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9"/>
              <p:cNvSpPr/>
              <p:nvPr/>
            </p:nvSpPr>
            <p:spPr>
              <a:xfrm>
                <a:off x="3035165" y="-878615"/>
                <a:ext cx="32400" cy="17640"/>
              </a:xfrm>
              <a:custGeom>
                <a:rect b="b" l="l" r="r" t="t"/>
                <a:pathLst>
                  <a:path extrusionOk="0" h="49" w="90">
                    <a:moveTo>
                      <a:pt x="87" y="38"/>
                    </a:moveTo>
                    <a:cubicBezTo>
                      <a:pt x="87" y="37"/>
                      <a:pt x="87" y="37"/>
                      <a:pt x="88" y="36"/>
                    </a:cubicBezTo>
                    <a:cubicBezTo>
                      <a:pt x="88" y="35"/>
                      <a:pt x="89" y="34"/>
                      <a:pt x="89" y="33"/>
                    </a:cubicBezTo>
                    <a:cubicBezTo>
                      <a:pt x="89" y="32"/>
                      <a:pt x="89" y="30"/>
                      <a:pt x="88" y="29"/>
                    </a:cubicBezTo>
                    <a:cubicBezTo>
                      <a:pt x="87" y="28"/>
                      <a:pt x="87" y="28"/>
                      <a:pt x="87" y="28"/>
                    </a:cubicBezTo>
                    <a:cubicBezTo>
                      <a:pt x="82" y="24"/>
                      <a:pt x="77" y="21"/>
                      <a:pt x="72" y="18"/>
                    </a:cubicBezTo>
                    <a:cubicBezTo>
                      <a:pt x="62" y="12"/>
                      <a:pt x="51" y="8"/>
                      <a:pt x="40" y="5"/>
                    </a:cubicBezTo>
                    <a:cubicBezTo>
                      <a:pt x="34" y="3"/>
                      <a:pt x="28" y="2"/>
                      <a:pt x="23" y="0"/>
                    </a:cubicBezTo>
                    <a:cubicBezTo>
                      <a:pt x="16" y="9"/>
                      <a:pt x="8" y="17"/>
                      <a:pt x="0" y="25"/>
                    </a:cubicBezTo>
                    <a:cubicBezTo>
                      <a:pt x="17" y="27"/>
                      <a:pt x="33" y="37"/>
                      <a:pt x="50" y="39"/>
                    </a:cubicBezTo>
                    <a:cubicBezTo>
                      <a:pt x="62" y="40"/>
                      <a:pt x="76" y="48"/>
                      <a:pt x="87"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9"/>
              <p:cNvSpPr/>
              <p:nvPr/>
            </p:nvSpPr>
            <p:spPr>
              <a:xfrm>
                <a:off x="3031205" y="-878975"/>
                <a:ext cx="12240" cy="9720"/>
              </a:xfrm>
              <a:custGeom>
                <a:rect b="b" l="l" r="r" t="t"/>
                <a:pathLst>
                  <a:path extrusionOk="0" h="27" w="34">
                    <a:moveTo>
                      <a:pt x="10" y="26"/>
                    </a:moveTo>
                    <a:lnTo>
                      <a:pt x="11" y="26"/>
                    </a:lnTo>
                    <a:cubicBezTo>
                      <a:pt x="19" y="18"/>
                      <a:pt x="26" y="10"/>
                      <a:pt x="33" y="1"/>
                    </a:cubicBezTo>
                    <a:cubicBezTo>
                      <a:pt x="29" y="0"/>
                      <a:pt x="25" y="0"/>
                      <a:pt x="21" y="0"/>
                    </a:cubicBezTo>
                    <a:cubicBezTo>
                      <a:pt x="16" y="0"/>
                      <a:pt x="12" y="0"/>
                      <a:pt x="8" y="1"/>
                    </a:cubicBezTo>
                    <a:lnTo>
                      <a:pt x="7" y="1"/>
                    </a:lnTo>
                    <a:cubicBezTo>
                      <a:pt x="5" y="5"/>
                      <a:pt x="2" y="9"/>
                      <a:pt x="0" y="12"/>
                    </a:cubicBezTo>
                    <a:cubicBezTo>
                      <a:pt x="0" y="13"/>
                      <a:pt x="0" y="14"/>
                      <a:pt x="0" y="14"/>
                    </a:cubicBezTo>
                    <a:cubicBezTo>
                      <a:pt x="0" y="16"/>
                      <a:pt x="0" y="18"/>
                      <a:pt x="1" y="20"/>
                    </a:cubicBezTo>
                    <a:cubicBezTo>
                      <a:pt x="2" y="22"/>
                      <a:pt x="4" y="24"/>
                      <a:pt x="6" y="25"/>
                    </a:cubicBezTo>
                    <a:cubicBezTo>
                      <a:pt x="7" y="25"/>
                      <a:pt x="8" y="26"/>
                      <a:pt x="10" y="2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9"/>
              <p:cNvSpPr/>
              <p:nvPr/>
            </p:nvSpPr>
            <p:spPr>
              <a:xfrm>
                <a:off x="3093125" y="-843695"/>
                <a:ext cx="12960" cy="12960"/>
              </a:xfrm>
              <a:custGeom>
                <a:rect b="b" l="l" r="r" t="t"/>
                <a:pathLst>
                  <a:path extrusionOk="0" h="36" w="36">
                    <a:moveTo>
                      <a:pt x="26" y="33"/>
                    </a:moveTo>
                    <a:cubicBezTo>
                      <a:pt x="29" y="35"/>
                      <a:pt x="35" y="31"/>
                      <a:pt x="32" y="27"/>
                    </a:cubicBezTo>
                    <a:cubicBezTo>
                      <a:pt x="28" y="20"/>
                      <a:pt x="21" y="14"/>
                      <a:pt x="14" y="9"/>
                    </a:cubicBezTo>
                    <a:cubicBezTo>
                      <a:pt x="13" y="9"/>
                      <a:pt x="13" y="9"/>
                      <a:pt x="13" y="9"/>
                    </a:cubicBezTo>
                    <a:cubicBezTo>
                      <a:pt x="9" y="6"/>
                      <a:pt x="5" y="3"/>
                      <a:pt x="2" y="0"/>
                    </a:cubicBezTo>
                    <a:cubicBezTo>
                      <a:pt x="2" y="5"/>
                      <a:pt x="1" y="11"/>
                      <a:pt x="0" y="16"/>
                    </a:cubicBezTo>
                    <a:cubicBezTo>
                      <a:pt x="7" y="21"/>
                      <a:pt x="13" y="26"/>
                      <a:pt x="20" y="30"/>
                    </a:cubicBezTo>
                    <a:cubicBezTo>
                      <a:pt x="22" y="31"/>
                      <a:pt x="24" y="32"/>
                      <a:pt x="26" y="3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9"/>
              <p:cNvSpPr/>
              <p:nvPr/>
            </p:nvSpPr>
            <p:spPr>
              <a:xfrm>
                <a:off x="3073685" y="-858455"/>
                <a:ext cx="10080" cy="8640"/>
              </a:xfrm>
              <a:custGeom>
                <a:rect b="b" l="l" r="r" t="t"/>
                <a:pathLst>
                  <a:path extrusionOk="0" h="24" w="28">
                    <a:moveTo>
                      <a:pt x="27" y="11"/>
                    </a:moveTo>
                    <a:cubicBezTo>
                      <a:pt x="23" y="7"/>
                      <a:pt x="19" y="5"/>
                      <a:pt x="13" y="2"/>
                    </a:cubicBezTo>
                    <a:cubicBezTo>
                      <a:pt x="8" y="0"/>
                      <a:pt x="0" y="9"/>
                      <a:pt x="8" y="14"/>
                    </a:cubicBezTo>
                    <a:cubicBezTo>
                      <a:pt x="9" y="14"/>
                      <a:pt x="10" y="15"/>
                      <a:pt x="11" y="16"/>
                    </a:cubicBezTo>
                    <a:cubicBezTo>
                      <a:pt x="15" y="18"/>
                      <a:pt x="19" y="20"/>
                      <a:pt x="22" y="23"/>
                    </a:cubicBezTo>
                    <a:cubicBezTo>
                      <a:pt x="22" y="22"/>
                      <a:pt x="22" y="22"/>
                      <a:pt x="22" y="22"/>
                    </a:cubicBezTo>
                    <a:cubicBezTo>
                      <a:pt x="22" y="19"/>
                      <a:pt x="23" y="17"/>
                      <a:pt x="24" y="14"/>
                    </a:cubicBezTo>
                    <a:cubicBezTo>
                      <a:pt x="25" y="13"/>
                      <a:pt x="26" y="12"/>
                      <a:pt x="27" y="1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9"/>
              <p:cNvSpPr/>
              <p:nvPr/>
            </p:nvSpPr>
            <p:spPr>
              <a:xfrm>
                <a:off x="3081605" y="-854135"/>
                <a:ext cx="7200" cy="9720"/>
              </a:xfrm>
              <a:custGeom>
                <a:rect b="b" l="l" r="r" t="t"/>
                <a:pathLst>
                  <a:path extrusionOk="0" h="27" w="20">
                    <a:moveTo>
                      <a:pt x="9" y="20"/>
                    </a:moveTo>
                    <a:lnTo>
                      <a:pt x="14" y="26"/>
                    </a:lnTo>
                    <a:cubicBezTo>
                      <a:pt x="13" y="26"/>
                      <a:pt x="13" y="25"/>
                      <a:pt x="13" y="24"/>
                    </a:cubicBezTo>
                    <a:cubicBezTo>
                      <a:pt x="13" y="21"/>
                      <a:pt x="14" y="18"/>
                      <a:pt x="16" y="16"/>
                    </a:cubicBezTo>
                    <a:cubicBezTo>
                      <a:pt x="17" y="15"/>
                      <a:pt x="18" y="13"/>
                      <a:pt x="19" y="12"/>
                    </a:cubicBezTo>
                    <a:cubicBezTo>
                      <a:pt x="15" y="8"/>
                      <a:pt x="10" y="4"/>
                      <a:pt x="5" y="0"/>
                    </a:cubicBezTo>
                    <a:cubicBezTo>
                      <a:pt x="4" y="1"/>
                      <a:pt x="3" y="3"/>
                      <a:pt x="2" y="4"/>
                    </a:cubicBezTo>
                    <a:cubicBezTo>
                      <a:pt x="1" y="6"/>
                      <a:pt x="0" y="9"/>
                      <a:pt x="0" y="11"/>
                    </a:cubicBezTo>
                    <a:cubicBezTo>
                      <a:pt x="0" y="12"/>
                      <a:pt x="0" y="12"/>
                      <a:pt x="0" y="12"/>
                    </a:cubicBezTo>
                    <a:cubicBezTo>
                      <a:pt x="4" y="14"/>
                      <a:pt x="7" y="17"/>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9"/>
              <p:cNvSpPr/>
              <p:nvPr/>
            </p:nvSpPr>
            <p:spPr>
              <a:xfrm>
                <a:off x="3088085" y="-846215"/>
                <a:ext cx="6120" cy="8640"/>
              </a:xfrm>
              <a:custGeom>
                <a:rect b="b" l="l" r="r" t="t"/>
                <a:pathLst>
                  <a:path extrusionOk="0" h="24" w="17">
                    <a:moveTo>
                      <a:pt x="10" y="0"/>
                    </a:moveTo>
                    <a:cubicBezTo>
                      <a:pt x="8" y="3"/>
                      <a:pt x="5" y="6"/>
                      <a:pt x="2" y="9"/>
                    </a:cubicBezTo>
                    <a:lnTo>
                      <a:pt x="1" y="9"/>
                    </a:lnTo>
                    <a:lnTo>
                      <a:pt x="0" y="9"/>
                    </a:lnTo>
                    <a:cubicBezTo>
                      <a:pt x="1" y="10"/>
                      <a:pt x="2" y="12"/>
                      <a:pt x="4" y="13"/>
                    </a:cubicBezTo>
                    <a:cubicBezTo>
                      <a:pt x="7" y="17"/>
                      <a:pt x="11" y="20"/>
                      <a:pt x="15" y="23"/>
                    </a:cubicBezTo>
                    <a:cubicBezTo>
                      <a:pt x="16" y="17"/>
                      <a:pt x="16" y="11"/>
                      <a:pt x="16" y="6"/>
                    </a:cubicBezTo>
                    <a:cubicBezTo>
                      <a:pt x="14" y="5"/>
                      <a:pt x="12" y="2"/>
                      <a:pt x="1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9"/>
              <p:cNvSpPr/>
              <p:nvPr/>
            </p:nvSpPr>
            <p:spPr>
              <a:xfrm>
                <a:off x="3086645" y="-849815"/>
                <a:ext cx="5400" cy="7560"/>
              </a:xfrm>
              <a:custGeom>
                <a:rect b="b" l="l" r="r" t="t"/>
                <a:pathLst>
                  <a:path extrusionOk="0" h="21" w="15">
                    <a:moveTo>
                      <a:pt x="7" y="19"/>
                    </a:moveTo>
                    <a:cubicBezTo>
                      <a:pt x="10" y="16"/>
                      <a:pt x="12" y="13"/>
                      <a:pt x="14" y="10"/>
                    </a:cubicBezTo>
                    <a:cubicBezTo>
                      <a:pt x="13" y="8"/>
                      <a:pt x="11" y="6"/>
                      <a:pt x="9" y="4"/>
                    </a:cubicBezTo>
                    <a:cubicBezTo>
                      <a:pt x="7" y="2"/>
                      <a:pt x="6" y="2"/>
                      <a:pt x="5" y="0"/>
                    </a:cubicBezTo>
                    <a:cubicBezTo>
                      <a:pt x="4" y="1"/>
                      <a:pt x="3" y="3"/>
                      <a:pt x="2" y="4"/>
                    </a:cubicBezTo>
                    <a:cubicBezTo>
                      <a:pt x="0" y="7"/>
                      <a:pt x="0" y="9"/>
                      <a:pt x="0" y="12"/>
                    </a:cubicBezTo>
                    <a:cubicBezTo>
                      <a:pt x="0" y="13"/>
                      <a:pt x="0" y="14"/>
                      <a:pt x="0" y="15"/>
                    </a:cubicBezTo>
                    <a:lnTo>
                      <a:pt x="4" y="20"/>
                    </a:lnTo>
                    <a:cubicBezTo>
                      <a:pt x="5" y="20"/>
                      <a:pt x="6" y="20"/>
                      <a:pt x="6" y="19"/>
                    </a:cubicBezTo>
                    <a:lnTo>
                      <a:pt x="7"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9"/>
              <p:cNvSpPr/>
              <p:nvPr/>
            </p:nvSpPr>
            <p:spPr>
              <a:xfrm>
                <a:off x="3049565" y="-890495"/>
                <a:ext cx="57600" cy="34920"/>
              </a:xfrm>
              <a:custGeom>
                <a:rect b="b" l="l" r="r" t="t"/>
                <a:pathLst>
                  <a:path extrusionOk="0" h="97" w="160">
                    <a:moveTo>
                      <a:pt x="158" y="88"/>
                    </a:moveTo>
                    <a:cubicBezTo>
                      <a:pt x="139" y="63"/>
                      <a:pt x="116" y="43"/>
                      <a:pt x="90" y="27"/>
                    </a:cubicBezTo>
                    <a:cubicBezTo>
                      <a:pt x="86" y="24"/>
                      <a:pt x="81" y="21"/>
                      <a:pt x="77" y="19"/>
                    </a:cubicBezTo>
                    <a:cubicBezTo>
                      <a:pt x="57" y="7"/>
                      <a:pt x="33" y="0"/>
                      <a:pt x="9" y="0"/>
                    </a:cubicBezTo>
                    <a:lnTo>
                      <a:pt x="0" y="12"/>
                    </a:lnTo>
                    <a:cubicBezTo>
                      <a:pt x="61" y="20"/>
                      <a:pt x="99" y="68"/>
                      <a:pt x="151" y="95"/>
                    </a:cubicBezTo>
                    <a:cubicBezTo>
                      <a:pt x="152" y="96"/>
                      <a:pt x="153" y="96"/>
                      <a:pt x="153" y="96"/>
                    </a:cubicBezTo>
                    <a:cubicBezTo>
                      <a:pt x="154" y="96"/>
                      <a:pt x="155" y="96"/>
                      <a:pt x="156" y="95"/>
                    </a:cubicBezTo>
                    <a:cubicBezTo>
                      <a:pt x="157" y="94"/>
                      <a:pt x="157" y="94"/>
                      <a:pt x="158" y="93"/>
                    </a:cubicBezTo>
                    <a:cubicBezTo>
                      <a:pt x="159" y="92"/>
                      <a:pt x="159" y="91"/>
                      <a:pt x="159" y="90"/>
                    </a:cubicBezTo>
                    <a:cubicBezTo>
                      <a:pt x="159" y="90"/>
                      <a:pt x="158" y="89"/>
                      <a:pt x="158" y="8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9"/>
              <p:cNvSpPr/>
              <p:nvPr/>
            </p:nvSpPr>
            <p:spPr>
              <a:xfrm>
                <a:off x="3046685" y="-890495"/>
                <a:ext cx="6840" cy="4680"/>
              </a:xfrm>
              <a:custGeom>
                <a:rect b="b" l="l" r="r" t="t"/>
                <a:pathLst>
                  <a:path extrusionOk="0" h="13" w="19">
                    <a:moveTo>
                      <a:pt x="6" y="0"/>
                    </a:moveTo>
                    <a:cubicBezTo>
                      <a:pt x="5" y="0"/>
                      <a:pt x="4" y="0"/>
                      <a:pt x="3" y="1"/>
                    </a:cubicBezTo>
                    <a:cubicBezTo>
                      <a:pt x="2" y="2"/>
                      <a:pt x="2" y="2"/>
                      <a:pt x="1" y="3"/>
                    </a:cubicBezTo>
                    <a:cubicBezTo>
                      <a:pt x="0" y="4"/>
                      <a:pt x="0" y="5"/>
                      <a:pt x="0" y="6"/>
                    </a:cubicBezTo>
                    <a:cubicBezTo>
                      <a:pt x="0" y="7"/>
                      <a:pt x="0" y="7"/>
                      <a:pt x="1" y="8"/>
                    </a:cubicBezTo>
                    <a:cubicBezTo>
                      <a:pt x="2" y="9"/>
                      <a:pt x="2" y="10"/>
                      <a:pt x="3" y="11"/>
                    </a:cubicBezTo>
                    <a:cubicBezTo>
                      <a:pt x="4" y="12"/>
                      <a:pt x="5" y="11"/>
                      <a:pt x="6" y="11"/>
                    </a:cubicBezTo>
                    <a:lnTo>
                      <a:pt x="8" y="11"/>
                    </a:lnTo>
                    <a:lnTo>
                      <a:pt x="18" y="0"/>
                    </a:lnTo>
                    <a:cubicBezTo>
                      <a:pt x="13" y="0"/>
                      <a:pt x="9"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9"/>
              <p:cNvSpPr/>
              <p:nvPr/>
            </p:nvSpPr>
            <p:spPr>
              <a:xfrm>
                <a:off x="3115085" y="-872135"/>
                <a:ext cx="6120" cy="6480"/>
              </a:xfrm>
              <a:custGeom>
                <a:rect b="b" l="l" r="r" t="t"/>
                <a:pathLst>
                  <a:path extrusionOk="0" h="18" w="17">
                    <a:moveTo>
                      <a:pt x="5" y="14"/>
                    </a:moveTo>
                    <a:cubicBezTo>
                      <a:pt x="10" y="17"/>
                      <a:pt x="16" y="10"/>
                      <a:pt x="14" y="5"/>
                    </a:cubicBezTo>
                    <a:cubicBezTo>
                      <a:pt x="14" y="4"/>
                      <a:pt x="12" y="2"/>
                      <a:pt x="11" y="0"/>
                    </a:cubicBezTo>
                    <a:lnTo>
                      <a:pt x="0" y="10"/>
                    </a:lnTo>
                    <a:lnTo>
                      <a:pt x="5"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9"/>
              <p:cNvSpPr/>
              <p:nvPr/>
            </p:nvSpPr>
            <p:spPr>
              <a:xfrm>
                <a:off x="3062165" y="-903455"/>
                <a:ext cx="52200" cy="30960"/>
              </a:xfrm>
              <a:custGeom>
                <a:rect b="b" l="l" r="r" t="t"/>
                <a:pathLst>
                  <a:path extrusionOk="0" h="86" w="145">
                    <a:moveTo>
                      <a:pt x="10" y="20"/>
                    </a:moveTo>
                    <a:cubicBezTo>
                      <a:pt x="33" y="24"/>
                      <a:pt x="55" y="33"/>
                      <a:pt x="75" y="44"/>
                    </a:cubicBezTo>
                    <a:cubicBezTo>
                      <a:pt x="81" y="48"/>
                      <a:pt x="87" y="51"/>
                      <a:pt x="92" y="55"/>
                    </a:cubicBezTo>
                    <a:cubicBezTo>
                      <a:pt x="105" y="64"/>
                      <a:pt x="118" y="74"/>
                      <a:pt x="130" y="85"/>
                    </a:cubicBezTo>
                    <a:cubicBezTo>
                      <a:pt x="132" y="81"/>
                      <a:pt x="135" y="78"/>
                      <a:pt x="139" y="75"/>
                    </a:cubicBezTo>
                    <a:lnTo>
                      <a:pt x="144" y="69"/>
                    </a:lnTo>
                    <a:cubicBezTo>
                      <a:pt x="130" y="52"/>
                      <a:pt x="112" y="37"/>
                      <a:pt x="92" y="25"/>
                    </a:cubicBezTo>
                    <a:cubicBezTo>
                      <a:pt x="68" y="11"/>
                      <a:pt x="42" y="3"/>
                      <a:pt x="14" y="0"/>
                    </a:cubicBezTo>
                    <a:lnTo>
                      <a:pt x="0" y="11"/>
                    </a:lnTo>
                    <a:cubicBezTo>
                      <a:pt x="0" y="12"/>
                      <a:pt x="1" y="14"/>
                      <a:pt x="1" y="15"/>
                    </a:cubicBezTo>
                    <a:cubicBezTo>
                      <a:pt x="2" y="17"/>
                      <a:pt x="4" y="18"/>
                      <a:pt x="5" y="19"/>
                    </a:cubicBezTo>
                    <a:cubicBezTo>
                      <a:pt x="7" y="20"/>
                      <a:pt x="8" y="20"/>
                      <a:pt x="10"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9"/>
              <p:cNvSpPr/>
              <p:nvPr/>
            </p:nvSpPr>
            <p:spPr>
              <a:xfrm>
                <a:off x="3062525" y="-903815"/>
                <a:ext cx="5400" cy="4680"/>
              </a:xfrm>
              <a:custGeom>
                <a:rect b="b" l="l" r="r" t="t"/>
                <a:pathLst>
                  <a:path extrusionOk="0" h="13" w="15">
                    <a:moveTo>
                      <a:pt x="10" y="0"/>
                    </a:moveTo>
                    <a:lnTo>
                      <a:pt x="9" y="0"/>
                    </a:lnTo>
                    <a:cubicBezTo>
                      <a:pt x="8" y="0"/>
                      <a:pt x="7" y="0"/>
                      <a:pt x="5" y="1"/>
                    </a:cubicBezTo>
                    <a:cubicBezTo>
                      <a:pt x="3" y="2"/>
                      <a:pt x="2" y="3"/>
                      <a:pt x="1" y="5"/>
                    </a:cubicBezTo>
                    <a:cubicBezTo>
                      <a:pt x="0" y="7"/>
                      <a:pt x="0" y="8"/>
                      <a:pt x="0" y="9"/>
                    </a:cubicBezTo>
                    <a:cubicBezTo>
                      <a:pt x="0" y="10"/>
                      <a:pt x="0" y="11"/>
                      <a:pt x="0" y="12"/>
                    </a:cubicBezTo>
                    <a:lnTo>
                      <a:pt x="14" y="1"/>
                    </a:lnTo>
                    <a:lnTo>
                      <a:pt x="1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9"/>
              <p:cNvSpPr/>
              <p:nvPr/>
            </p:nvSpPr>
            <p:spPr>
              <a:xfrm>
                <a:off x="3109325" y="-878615"/>
                <a:ext cx="10080" cy="10440"/>
              </a:xfrm>
              <a:custGeom>
                <a:rect b="b" l="l" r="r" t="t"/>
                <a:pathLst>
                  <a:path extrusionOk="0" h="29" w="28">
                    <a:moveTo>
                      <a:pt x="9" y="6"/>
                    </a:moveTo>
                    <a:cubicBezTo>
                      <a:pt x="5" y="9"/>
                      <a:pt x="2" y="12"/>
                      <a:pt x="0" y="16"/>
                    </a:cubicBezTo>
                    <a:cubicBezTo>
                      <a:pt x="5" y="20"/>
                      <a:pt x="11" y="25"/>
                      <a:pt x="17" y="28"/>
                    </a:cubicBezTo>
                    <a:lnTo>
                      <a:pt x="27" y="18"/>
                    </a:lnTo>
                    <a:cubicBezTo>
                      <a:pt x="27" y="18"/>
                      <a:pt x="26" y="18"/>
                      <a:pt x="26" y="17"/>
                    </a:cubicBezTo>
                    <a:cubicBezTo>
                      <a:pt x="23" y="11"/>
                      <a:pt x="19" y="6"/>
                      <a:pt x="15" y="0"/>
                    </a:cubicBezTo>
                    <a:lnTo>
                      <a:pt x="9"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9"/>
              <p:cNvSpPr/>
              <p:nvPr/>
            </p:nvSpPr>
            <p:spPr>
              <a:xfrm>
                <a:off x="3078365" y="-916055"/>
                <a:ext cx="53280" cy="30960"/>
              </a:xfrm>
              <a:custGeom>
                <a:rect b="b" l="l" r="r" t="t"/>
                <a:pathLst>
                  <a:path extrusionOk="0" h="86" w="148">
                    <a:moveTo>
                      <a:pt x="6" y="19"/>
                    </a:moveTo>
                    <a:cubicBezTo>
                      <a:pt x="34" y="23"/>
                      <a:pt x="61" y="32"/>
                      <a:pt x="86" y="46"/>
                    </a:cubicBezTo>
                    <a:cubicBezTo>
                      <a:pt x="86" y="46"/>
                      <a:pt x="87" y="46"/>
                      <a:pt x="87" y="47"/>
                    </a:cubicBezTo>
                    <a:cubicBezTo>
                      <a:pt x="105" y="59"/>
                      <a:pt x="122" y="72"/>
                      <a:pt x="140" y="85"/>
                    </a:cubicBezTo>
                    <a:cubicBezTo>
                      <a:pt x="140" y="85"/>
                      <a:pt x="141" y="85"/>
                      <a:pt x="142" y="85"/>
                    </a:cubicBezTo>
                    <a:cubicBezTo>
                      <a:pt x="143" y="85"/>
                      <a:pt x="144" y="85"/>
                      <a:pt x="144" y="85"/>
                    </a:cubicBezTo>
                    <a:cubicBezTo>
                      <a:pt x="145" y="84"/>
                      <a:pt x="146" y="84"/>
                      <a:pt x="146" y="83"/>
                    </a:cubicBezTo>
                    <a:cubicBezTo>
                      <a:pt x="146" y="82"/>
                      <a:pt x="147" y="81"/>
                      <a:pt x="147" y="80"/>
                    </a:cubicBezTo>
                    <a:cubicBezTo>
                      <a:pt x="147" y="79"/>
                      <a:pt x="146" y="79"/>
                      <a:pt x="146" y="78"/>
                    </a:cubicBezTo>
                    <a:cubicBezTo>
                      <a:pt x="114" y="31"/>
                      <a:pt x="72" y="0"/>
                      <a:pt x="14" y="4"/>
                    </a:cubicBezTo>
                    <a:lnTo>
                      <a:pt x="0" y="13"/>
                    </a:lnTo>
                    <a:cubicBezTo>
                      <a:pt x="0" y="14"/>
                      <a:pt x="0" y="15"/>
                      <a:pt x="0" y="15"/>
                    </a:cubicBezTo>
                    <a:cubicBezTo>
                      <a:pt x="1" y="17"/>
                      <a:pt x="2" y="19"/>
                      <a:pt x="3" y="19"/>
                    </a:cubicBezTo>
                    <a:cubicBezTo>
                      <a:pt x="4" y="20"/>
                      <a:pt x="5" y="19"/>
                      <a:pt x="6"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9"/>
              <p:cNvSpPr/>
              <p:nvPr/>
            </p:nvSpPr>
            <p:spPr>
              <a:xfrm>
                <a:off x="3077645" y="-914255"/>
                <a:ext cx="5760" cy="3600"/>
              </a:xfrm>
              <a:custGeom>
                <a:rect b="b" l="l" r="r" t="t"/>
                <a:pathLst>
                  <a:path extrusionOk="0" h="10" w="16">
                    <a:moveTo>
                      <a:pt x="6" y="0"/>
                    </a:moveTo>
                    <a:cubicBezTo>
                      <a:pt x="5" y="0"/>
                      <a:pt x="4" y="1"/>
                      <a:pt x="3" y="1"/>
                    </a:cubicBezTo>
                    <a:cubicBezTo>
                      <a:pt x="2" y="2"/>
                      <a:pt x="2" y="2"/>
                      <a:pt x="1" y="3"/>
                    </a:cubicBezTo>
                    <a:cubicBezTo>
                      <a:pt x="0" y="4"/>
                      <a:pt x="0" y="5"/>
                      <a:pt x="0" y="7"/>
                    </a:cubicBezTo>
                    <a:cubicBezTo>
                      <a:pt x="0" y="7"/>
                      <a:pt x="0" y="8"/>
                      <a:pt x="1" y="9"/>
                    </a:cubicBezTo>
                    <a:lnTo>
                      <a:pt x="15" y="0"/>
                    </a:lnTo>
                    <a:cubicBezTo>
                      <a:pt x="13" y="0"/>
                      <a:pt x="10"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9"/>
              <p:cNvSpPr/>
              <p:nvPr/>
            </p:nvSpPr>
            <p:spPr>
              <a:xfrm>
                <a:off x="3092765" y="-930095"/>
                <a:ext cx="3960" cy="2160"/>
              </a:xfrm>
              <a:custGeom>
                <a:rect b="b" l="l" r="r" t="t"/>
                <a:pathLst>
                  <a:path extrusionOk="0" h="6" w="11">
                    <a:moveTo>
                      <a:pt x="4" y="1"/>
                    </a:moveTo>
                    <a:lnTo>
                      <a:pt x="3" y="2"/>
                    </a:lnTo>
                    <a:cubicBezTo>
                      <a:pt x="2" y="2"/>
                      <a:pt x="1" y="3"/>
                      <a:pt x="1" y="4"/>
                    </a:cubicBezTo>
                    <a:cubicBezTo>
                      <a:pt x="1" y="4"/>
                      <a:pt x="1" y="5"/>
                      <a:pt x="0" y="5"/>
                    </a:cubicBezTo>
                    <a:lnTo>
                      <a:pt x="10" y="0"/>
                    </a:lnTo>
                    <a:lnTo>
                      <a:pt x="4"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9"/>
              <p:cNvSpPr/>
              <p:nvPr/>
            </p:nvSpPr>
            <p:spPr>
              <a:xfrm>
                <a:off x="3099245" y="-929735"/>
                <a:ext cx="52560" cy="30960"/>
              </a:xfrm>
              <a:custGeom>
                <a:rect b="b" l="l" r="r" t="t"/>
                <a:pathLst>
                  <a:path extrusionOk="0" h="86" w="146">
                    <a:moveTo>
                      <a:pt x="82" y="59"/>
                    </a:moveTo>
                    <a:cubicBezTo>
                      <a:pt x="90" y="63"/>
                      <a:pt x="97" y="66"/>
                      <a:pt x="104" y="70"/>
                    </a:cubicBezTo>
                    <a:cubicBezTo>
                      <a:pt x="108" y="73"/>
                      <a:pt x="112" y="75"/>
                      <a:pt x="116" y="77"/>
                    </a:cubicBezTo>
                    <a:cubicBezTo>
                      <a:pt x="118" y="80"/>
                      <a:pt x="121" y="82"/>
                      <a:pt x="125" y="85"/>
                    </a:cubicBezTo>
                    <a:cubicBezTo>
                      <a:pt x="128" y="82"/>
                      <a:pt x="131" y="79"/>
                      <a:pt x="135" y="77"/>
                    </a:cubicBezTo>
                    <a:cubicBezTo>
                      <a:pt x="138" y="75"/>
                      <a:pt x="142" y="74"/>
                      <a:pt x="145" y="72"/>
                    </a:cubicBezTo>
                    <a:cubicBezTo>
                      <a:pt x="135" y="63"/>
                      <a:pt x="131" y="53"/>
                      <a:pt x="118" y="46"/>
                    </a:cubicBezTo>
                    <a:cubicBezTo>
                      <a:pt x="98" y="36"/>
                      <a:pt x="78" y="22"/>
                      <a:pt x="59" y="11"/>
                    </a:cubicBezTo>
                    <a:lnTo>
                      <a:pt x="58" y="11"/>
                    </a:lnTo>
                    <a:cubicBezTo>
                      <a:pt x="51" y="7"/>
                      <a:pt x="43" y="3"/>
                      <a:pt x="35" y="0"/>
                    </a:cubicBezTo>
                    <a:cubicBezTo>
                      <a:pt x="24" y="6"/>
                      <a:pt x="12" y="12"/>
                      <a:pt x="0" y="18"/>
                    </a:cubicBezTo>
                    <a:cubicBezTo>
                      <a:pt x="16" y="21"/>
                      <a:pt x="30" y="27"/>
                      <a:pt x="44" y="35"/>
                    </a:cubicBezTo>
                    <a:cubicBezTo>
                      <a:pt x="57" y="43"/>
                      <a:pt x="69" y="52"/>
                      <a:pt x="82" y="5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9"/>
              <p:cNvSpPr/>
              <p:nvPr/>
            </p:nvSpPr>
            <p:spPr>
              <a:xfrm>
                <a:off x="3092765" y="-931535"/>
                <a:ext cx="19440" cy="8280"/>
              </a:xfrm>
              <a:custGeom>
                <a:rect b="b" l="l" r="r" t="t"/>
                <a:pathLst>
                  <a:path extrusionOk="0" h="23" w="54">
                    <a:moveTo>
                      <a:pt x="5" y="18"/>
                    </a:moveTo>
                    <a:lnTo>
                      <a:pt x="19" y="22"/>
                    </a:lnTo>
                    <a:cubicBezTo>
                      <a:pt x="30" y="16"/>
                      <a:pt x="42" y="10"/>
                      <a:pt x="53" y="5"/>
                    </a:cubicBezTo>
                    <a:cubicBezTo>
                      <a:pt x="46" y="2"/>
                      <a:pt x="38" y="0"/>
                      <a:pt x="29" y="0"/>
                    </a:cubicBezTo>
                    <a:cubicBezTo>
                      <a:pt x="23" y="0"/>
                      <a:pt x="16" y="1"/>
                      <a:pt x="10" y="3"/>
                    </a:cubicBezTo>
                    <a:lnTo>
                      <a:pt x="0" y="8"/>
                    </a:lnTo>
                    <a:cubicBezTo>
                      <a:pt x="0" y="9"/>
                      <a:pt x="0" y="10"/>
                      <a:pt x="0" y="11"/>
                    </a:cubicBezTo>
                    <a:cubicBezTo>
                      <a:pt x="0" y="12"/>
                      <a:pt x="0" y="13"/>
                      <a:pt x="1" y="15"/>
                    </a:cubicBezTo>
                    <a:cubicBezTo>
                      <a:pt x="2" y="17"/>
                      <a:pt x="3" y="16"/>
                      <a:pt x="4" y="17"/>
                    </a:cubicBezTo>
                    <a:cubicBezTo>
                      <a:pt x="5" y="18"/>
                      <a:pt x="5" y="18"/>
                      <a:pt x="5"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9"/>
              <p:cNvSpPr/>
              <p:nvPr/>
            </p:nvSpPr>
            <p:spPr>
              <a:xfrm>
                <a:off x="3143885" y="-903455"/>
                <a:ext cx="9360" cy="6120"/>
              </a:xfrm>
              <a:custGeom>
                <a:rect b="b" l="l" r="r" t="t"/>
                <a:pathLst>
                  <a:path extrusionOk="0" h="17" w="26">
                    <a:moveTo>
                      <a:pt x="17" y="15"/>
                    </a:moveTo>
                    <a:cubicBezTo>
                      <a:pt x="18" y="15"/>
                      <a:pt x="20" y="15"/>
                      <a:pt x="21" y="14"/>
                    </a:cubicBezTo>
                    <a:cubicBezTo>
                      <a:pt x="22" y="14"/>
                      <a:pt x="23" y="13"/>
                      <a:pt x="24" y="11"/>
                    </a:cubicBezTo>
                    <a:cubicBezTo>
                      <a:pt x="25" y="9"/>
                      <a:pt x="25" y="8"/>
                      <a:pt x="25" y="7"/>
                    </a:cubicBezTo>
                    <a:cubicBezTo>
                      <a:pt x="25" y="5"/>
                      <a:pt x="25" y="4"/>
                      <a:pt x="24" y="3"/>
                    </a:cubicBezTo>
                    <a:cubicBezTo>
                      <a:pt x="23" y="2"/>
                      <a:pt x="23" y="1"/>
                      <a:pt x="22" y="1"/>
                    </a:cubicBezTo>
                    <a:lnTo>
                      <a:pt x="21" y="0"/>
                    </a:lnTo>
                    <a:cubicBezTo>
                      <a:pt x="18" y="1"/>
                      <a:pt x="14" y="3"/>
                      <a:pt x="11" y="5"/>
                    </a:cubicBezTo>
                    <a:cubicBezTo>
                      <a:pt x="7" y="7"/>
                      <a:pt x="4" y="9"/>
                      <a:pt x="0" y="12"/>
                    </a:cubicBezTo>
                    <a:cubicBezTo>
                      <a:pt x="1" y="12"/>
                      <a:pt x="2" y="13"/>
                      <a:pt x="2" y="13"/>
                    </a:cubicBezTo>
                    <a:cubicBezTo>
                      <a:pt x="6" y="15"/>
                      <a:pt x="9" y="16"/>
                      <a:pt x="13" y="16"/>
                    </a:cubicBezTo>
                    <a:cubicBezTo>
                      <a:pt x="14" y="16"/>
                      <a:pt x="16" y="16"/>
                      <a:pt x="17"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9"/>
              <p:cNvSpPr/>
              <p:nvPr/>
            </p:nvSpPr>
            <p:spPr>
              <a:xfrm>
                <a:off x="3166925" y="-900575"/>
                <a:ext cx="1080" cy="720"/>
              </a:xfrm>
              <a:custGeom>
                <a:rect b="b" l="l" r="r" t="t"/>
                <a:pathLst>
                  <a:path extrusionOk="0" h="2" w="3">
                    <a:moveTo>
                      <a:pt x="2" y="0"/>
                    </a:moveTo>
                    <a:lnTo>
                      <a:pt x="0" y="1"/>
                    </a:lnTo>
                    <a:lnTo>
                      <a:pt x="1" y="1"/>
                    </a:lnTo>
                    <a:cubicBezTo>
                      <a:pt x="1" y="1"/>
                      <a:pt x="1" y="0"/>
                      <a:pt x="2"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9"/>
              <p:cNvSpPr/>
              <p:nvPr/>
            </p:nvSpPr>
            <p:spPr>
              <a:xfrm>
                <a:off x="3121925" y="-939455"/>
                <a:ext cx="42840" cy="33840"/>
              </a:xfrm>
              <a:custGeom>
                <a:rect b="b" l="l" r="r" t="t"/>
                <a:pathLst>
                  <a:path extrusionOk="0" h="94" w="119">
                    <a:moveTo>
                      <a:pt x="97" y="93"/>
                    </a:moveTo>
                    <a:cubicBezTo>
                      <a:pt x="101" y="91"/>
                      <a:pt x="104" y="90"/>
                      <a:pt x="108" y="88"/>
                    </a:cubicBezTo>
                    <a:lnTo>
                      <a:pt x="118" y="82"/>
                    </a:lnTo>
                    <a:cubicBezTo>
                      <a:pt x="98" y="49"/>
                      <a:pt x="68" y="10"/>
                      <a:pt x="32" y="0"/>
                    </a:cubicBezTo>
                    <a:lnTo>
                      <a:pt x="26" y="2"/>
                    </a:lnTo>
                    <a:lnTo>
                      <a:pt x="0" y="14"/>
                    </a:lnTo>
                    <a:cubicBezTo>
                      <a:pt x="9" y="16"/>
                      <a:pt x="18" y="20"/>
                      <a:pt x="26" y="25"/>
                    </a:cubicBezTo>
                    <a:cubicBezTo>
                      <a:pt x="38" y="32"/>
                      <a:pt x="49" y="41"/>
                      <a:pt x="57" y="51"/>
                    </a:cubicBezTo>
                    <a:cubicBezTo>
                      <a:pt x="70" y="65"/>
                      <a:pt x="83" y="79"/>
                      <a:pt x="97" y="9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9"/>
              <p:cNvSpPr/>
              <p:nvPr/>
            </p:nvSpPr>
            <p:spPr>
              <a:xfrm>
                <a:off x="3117965" y="-940175"/>
                <a:ext cx="15840" cy="6480"/>
              </a:xfrm>
              <a:custGeom>
                <a:rect b="b" l="l" r="r" t="t"/>
                <a:pathLst>
                  <a:path extrusionOk="0" h="18" w="44">
                    <a:moveTo>
                      <a:pt x="43" y="3"/>
                    </a:moveTo>
                    <a:cubicBezTo>
                      <a:pt x="37" y="1"/>
                      <a:pt x="31" y="0"/>
                      <a:pt x="25" y="0"/>
                    </a:cubicBezTo>
                    <a:cubicBezTo>
                      <a:pt x="19" y="0"/>
                      <a:pt x="12" y="1"/>
                      <a:pt x="7" y="3"/>
                    </a:cubicBezTo>
                    <a:cubicBezTo>
                      <a:pt x="0" y="5"/>
                      <a:pt x="2" y="14"/>
                      <a:pt x="8" y="15"/>
                    </a:cubicBezTo>
                    <a:lnTo>
                      <a:pt x="12" y="17"/>
                    </a:lnTo>
                    <a:lnTo>
                      <a:pt x="37" y="5"/>
                    </a:lnTo>
                    <a:lnTo>
                      <a:pt x="43"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9"/>
              <p:cNvSpPr/>
              <p:nvPr/>
            </p:nvSpPr>
            <p:spPr>
              <a:xfrm>
                <a:off x="3156845" y="-909935"/>
                <a:ext cx="11880" cy="10440"/>
              </a:xfrm>
              <a:custGeom>
                <a:rect b="b" l="l" r="r" t="t"/>
                <a:pathLst>
                  <a:path extrusionOk="0" h="29" w="33">
                    <a:moveTo>
                      <a:pt x="31" y="17"/>
                    </a:moveTo>
                    <a:cubicBezTo>
                      <a:pt x="28" y="12"/>
                      <a:pt x="25" y="6"/>
                      <a:pt x="21" y="0"/>
                    </a:cubicBezTo>
                    <a:lnTo>
                      <a:pt x="11" y="5"/>
                    </a:lnTo>
                    <a:cubicBezTo>
                      <a:pt x="7" y="7"/>
                      <a:pt x="4" y="9"/>
                      <a:pt x="0" y="10"/>
                    </a:cubicBezTo>
                    <a:cubicBezTo>
                      <a:pt x="7" y="17"/>
                      <a:pt x="14" y="22"/>
                      <a:pt x="21" y="27"/>
                    </a:cubicBezTo>
                    <a:cubicBezTo>
                      <a:pt x="22" y="27"/>
                      <a:pt x="22" y="28"/>
                      <a:pt x="24" y="28"/>
                    </a:cubicBezTo>
                    <a:cubicBezTo>
                      <a:pt x="25" y="28"/>
                      <a:pt x="27" y="27"/>
                      <a:pt x="28" y="27"/>
                    </a:cubicBezTo>
                    <a:lnTo>
                      <a:pt x="30" y="25"/>
                    </a:lnTo>
                    <a:lnTo>
                      <a:pt x="31" y="24"/>
                    </a:lnTo>
                    <a:cubicBezTo>
                      <a:pt x="32" y="23"/>
                      <a:pt x="32" y="22"/>
                      <a:pt x="32" y="20"/>
                    </a:cubicBezTo>
                    <a:cubicBezTo>
                      <a:pt x="32" y="19"/>
                      <a:pt x="32" y="18"/>
                      <a:pt x="31"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9"/>
              <p:cNvSpPr/>
              <p:nvPr/>
            </p:nvSpPr>
            <p:spPr>
              <a:xfrm>
                <a:off x="3186005" y="-913535"/>
                <a:ext cx="11520" cy="8640"/>
              </a:xfrm>
              <a:custGeom>
                <a:rect b="b" l="l" r="r" t="t"/>
                <a:pathLst>
                  <a:path extrusionOk="0" h="24" w="32">
                    <a:moveTo>
                      <a:pt x="18" y="20"/>
                    </a:moveTo>
                    <a:cubicBezTo>
                      <a:pt x="25" y="23"/>
                      <a:pt x="31" y="14"/>
                      <a:pt x="28" y="7"/>
                    </a:cubicBezTo>
                    <a:lnTo>
                      <a:pt x="24" y="0"/>
                    </a:lnTo>
                    <a:lnTo>
                      <a:pt x="0" y="9"/>
                    </a:lnTo>
                    <a:cubicBezTo>
                      <a:pt x="3" y="12"/>
                      <a:pt x="6" y="14"/>
                      <a:pt x="9" y="16"/>
                    </a:cubicBezTo>
                    <a:cubicBezTo>
                      <a:pt x="12" y="17"/>
                      <a:pt x="15" y="19"/>
                      <a:pt x="18"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9"/>
              <p:cNvSpPr/>
              <p:nvPr/>
            </p:nvSpPr>
            <p:spPr>
              <a:xfrm>
                <a:off x="3140645" y="-948095"/>
                <a:ext cx="49320" cy="31680"/>
              </a:xfrm>
              <a:custGeom>
                <a:rect b="b" l="l" r="r" t="t"/>
                <a:pathLst>
                  <a:path extrusionOk="0" h="88" w="137">
                    <a:moveTo>
                      <a:pt x="72" y="61"/>
                    </a:moveTo>
                    <a:cubicBezTo>
                      <a:pt x="84" y="69"/>
                      <a:pt x="95" y="77"/>
                      <a:pt x="105" y="87"/>
                    </a:cubicBezTo>
                    <a:lnTo>
                      <a:pt x="136" y="73"/>
                    </a:lnTo>
                    <a:cubicBezTo>
                      <a:pt x="133" y="68"/>
                      <a:pt x="130" y="64"/>
                      <a:pt x="126" y="59"/>
                    </a:cubicBezTo>
                    <a:cubicBezTo>
                      <a:pt x="114" y="47"/>
                      <a:pt x="96" y="42"/>
                      <a:pt x="84" y="30"/>
                    </a:cubicBezTo>
                    <a:cubicBezTo>
                      <a:pt x="77" y="22"/>
                      <a:pt x="69" y="15"/>
                      <a:pt x="60" y="10"/>
                    </a:cubicBezTo>
                    <a:cubicBezTo>
                      <a:pt x="52" y="6"/>
                      <a:pt x="44" y="2"/>
                      <a:pt x="36" y="0"/>
                    </a:cubicBezTo>
                    <a:cubicBezTo>
                      <a:pt x="24" y="5"/>
                      <a:pt x="12" y="10"/>
                      <a:pt x="0" y="15"/>
                    </a:cubicBezTo>
                    <a:cubicBezTo>
                      <a:pt x="11" y="19"/>
                      <a:pt x="23" y="23"/>
                      <a:pt x="33" y="30"/>
                    </a:cubicBezTo>
                    <a:cubicBezTo>
                      <a:pt x="37" y="32"/>
                      <a:pt x="41" y="35"/>
                      <a:pt x="45" y="37"/>
                    </a:cubicBezTo>
                    <a:cubicBezTo>
                      <a:pt x="54" y="46"/>
                      <a:pt x="63" y="54"/>
                      <a:pt x="72" y="6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9"/>
              <p:cNvSpPr/>
              <p:nvPr/>
            </p:nvSpPr>
            <p:spPr>
              <a:xfrm>
                <a:off x="3138485" y="-949175"/>
                <a:ext cx="15840" cy="6840"/>
              </a:xfrm>
              <a:custGeom>
                <a:rect b="b" l="l" r="r" t="t"/>
                <a:pathLst>
                  <a:path extrusionOk="0" h="19" w="44">
                    <a:moveTo>
                      <a:pt x="6" y="1"/>
                    </a:moveTo>
                    <a:cubicBezTo>
                      <a:pt x="6" y="1"/>
                      <a:pt x="5" y="1"/>
                      <a:pt x="4" y="1"/>
                    </a:cubicBezTo>
                    <a:cubicBezTo>
                      <a:pt x="3" y="2"/>
                      <a:pt x="2" y="3"/>
                      <a:pt x="1" y="5"/>
                    </a:cubicBezTo>
                    <a:cubicBezTo>
                      <a:pt x="0" y="7"/>
                      <a:pt x="0" y="7"/>
                      <a:pt x="0" y="9"/>
                    </a:cubicBezTo>
                    <a:cubicBezTo>
                      <a:pt x="0" y="10"/>
                      <a:pt x="0" y="12"/>
                      <a:pt x="1" y="14"/>
                    </a:cubicBezTo>
                    <a:cubicBezTo>
                      <a:pt x="2" y="16"/>
                      <a:pt x="3" y="16"/>
                      <a:pt x="4" y="17"/>
                    </a:cubicBezTo>
                    <a:cubicBezTo>
                      <a:pt x="5" y="18"/>
                      <a:pt x="6" y="18"/>
                      <a:pt x="6" y="18"/>
                    </a:cubicBezTo>
                    <a:cubicBezTo>
                      <a:pt x="18" y="13"/>
                      <a:pt x="30" y="8"/>
                      <a:pt x="43" y="3"/>
                    </a:cubicBezTo>
                    <a:cubicBezTo>
                      <a:pt x="35" y="1"/>
                      <a:pt x="27" y="0"/>
                      <a:pt x="19" y="0"/>
                    </a:cubicBezTo>
                    <a:cubicBezTo>
                      <a:pt x="15" y="0"/>
                      <a:pt x="10" y="0"/>
                      <a:pt x="6"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9"/>
              <p:cNvSpPr/>
              <p:nvPr/>
            </p:nvSpPr>
            <p:spPr>
              <a:xfrm>
                <a:off x="3178445" y="-921815"/>
                <a:ext cx="16560" cy="11880"/>
              </a:xfrm>
              <a:custGeom>
                <a:rect b="b" l="l" r="r" t="t"/>
                <a:pathLst>
                  <a:path extrusionOk="0" h="33" w="46">
                    <a:moveTo>
                      <a:pt x="0" y="14"/>
                    </a:moveTo>
                    <a:cubicBezTo>
                      <a:pt x="7" y="21"/>
                      <a:pt x="14" y="27"/>
                      <a:pt x="21" y="32"/>
                    </a:cubicBezTo>
                    <a:lnTo>
                      <a:pt x="45" y="22"/>
                    </a:lnTo>
                    <a:cubicBezTo>
                      <a:pt x="44" y="20"/>
                      <a:pt x="42" y="17"/>
                      <a:pt x="40" y="14"/>
                    </a:cubicBezTo>
                    <a:cubicBezTo>
                      <a:pt x="38" y="9"/>
                      <a:pt x="35" y="4"/>
                      <a:pt x="32" y="0"/>
                    </a:cubicBezTo>
                    <a:lnTo>
                      <a:pt x="0" y="1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9"/>
              <p:cNvSpPr/>
              <p:nvPr/>
            </p:nvSpPr>
            <p:spPr>
              <a:xfrm>
                <a:off x="3164045" y="-955295"/>
                <a:ext cx="45000" cy="29160"/>
              </a:xfrm>
              <a:custGeom>
                <a:rect b="b" l="l" r="r" t="t"/>
                <a:pathLst>
                  <a:path extrusionOk="0" h="81" w="125">
                    <a:moveTo>
                      <a:pt x="61" y="51"/>
                    </a:moveTo>
                    <a:cubicBezTo>
                      <a:pt x="74" y="60"/>
                      <a:pt x="86" y="70"/>
                      <a:pt x="99" y="80"/>
                    </a:cubicBezTo>
                    <a:lnTo>
                      <a:pt x="116" y="72"/>
                    </a:lnTo>
                    <a:lnTo>
                      <a:pt x="124" y="69"/>
                    </a:lnTo>
                    <a:cubicBezTo>
                      <a:pt x="111" y="54"/>
                      <a:pt x="97" y="42"/>
                      <a:pt x="80" y="32"/>
                    </a:cubicBezTo>
                    <a:cubicBezTo>
                      <a:pt x="66" y="21"/>
                      <a:pt x="51" y="12"/>
                      <a:pt x="36" y="3"/>
                    </a:cubicBezTo>
                    <a:cubicBezTo>
                      <a:pt x="34" y="2"/>
                      <a:pt x="32" y="1"/>
                      <a:pt x="30" y="0"/>
                    </a:cubicBezTo>
                    <a:cubicBezTo>
                      <a:pt x="20" y="3"/>
                      <a:pt x="11" y="7"/>
                      <a:pt x="0" y="10"/>
                    </a:cubicBezTo>
                    <a:cubicBezTo>
                      <a:pt x="6" y="13"/>
                      <a:pt x="12" y="16"/>
                      <a:pt x="17" y="19"/>
                    </a:cubicBezTo>
                    <a:cubicBezTo>
                      <a:pt x="33" y="28"/>
                      <a:pt x="47" y="39"/>
                      <a:pt x="61" y="5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9"/>
              <p:cNvSpPr/>
              <p:nvPr/>
            </p:nvSpPr>
            <p:spPr>
              <a:xfrm>
                <a:off x="3208685" y="-922895"/>
                <a:ext cx="4680" cy="3600"/>
              </a:xfrm>
              <a:custGeom>
                <a:rect b="b" l="l" r="r" t="t"/>
                <a:pathLst>
                  <a:path extrusionOk="0" h="10" w="13">
                    <a:moveTo>
                      <a:pt x="2" y="8"/>
                    </a:moveTo>
                    <a:cubicBezTo>
                      <a:pt x="3" y="8"/>
                      <a:pt x="4" y="9"/>
                      <a:pt x="5" y="9"/>
                    </a:cubicBezTo>
                    <a:cubicBezTo>
                      <a:pt x="6" y="9"/>
                      <a:pt x="8" y="9"/>
                      <a:pt x="9" y="8"/>
                    </a:cubicBezTo>
                    <a:cubicBezTo>
                      <a:pt x="10" y="7"/>
                      <a:pt x="10" y="6"/>
                      <a:pt x="11" y="5"/>
                    </a:cubicBezTo>
                    <a:cubicBezTo>
                      <a:pt x="12" y="4"/>
                      <a:pt x="12" y="3"/>
                      <a:pt x="12" y="2"/>
                    </a:cubicBezTo>
                    <a:cubicBezTo>
                      <a:pt x="12" y="1"/>
                      <a:pt x="12" y="0"/>
                      <a:pt x="12" y="0"/>
                    </a:cubicBezTo>
                    <a:lnTo>
                      <a:pt x="0" y="6"/>
                    </a:lnTo>
                    <a:lnTo>
                      <a:pt x="2" y="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9"/>
              <p:cNvSpPr/>
              <p:nvPr/>
            </p:nvSpPr>
            <p:spPr>
              <a:xfrm>
                <a:off x="3162245" y="-957455"/>
                <a:ext cx="13320" cy="6120"/>
              </a:xfrm>
              <a:custGeom>
                <a:rect b="b" l="l" r="r" t="t"/>
                <a:pathLst>
                  <a:path extrusionOk="0" h="17" w="37">
                    <a:moveTo>
                      <a:pt x="7" y="0"/>
                    </a:moveTo>
                    <a:cubicBezTo>
                      <a:pt x="6" y="0"/>
                      <a:pt x="5" y="1"/>
                      <a:pt x="4" y="1"/>
                    </a:cubicBezTo>
                    <a:cubicBezTo>
                      <a:pt x="3" y="2"/>
                      <a:pt x="2" y="2"/>
                      <a:pt x="1" y="4"/>
                    </a:cubicBezTo>
                    <a:cubicBezTo>
                      <a:pt x="0" y="6"/>
                      <a:pt x="0" y="7"/>
                      <a:pt x="0" y="9"/>
                    </a:cubicBezTo>
                    <a:cubicBezTo>
                      <a:pt x="0" y="10"/>
                      <a:pt x="0" y="11"/>
                      <a:pt x="1" y="13"/>
                    </a:cubicBezTo>
                    <a:cubicBezTo>
                      <a:pt x="2" y="15"/>
                      <a:pt x="3" y="15"/>
                      <a:pt x="4" y="16"/>
                    </a:cubicBezTo>
                    <a:lnTo>
                      <a:pt x="5" y="16"/>
                    </a:lnTo>
                    <a:cubicBezTo>
                      <a:pt x="15" y="13"/>
                      <a:pt x="25" y="9"/>
                      <a:pt x="36" y="6"/>
                    </a:cubicBezTo>
                    <a:cubicBezTo>
                      <a:pt x="28" y="2"/>
                      <a:pt x="21" y="0"/>
                      <a:pt x="13" y="0"/>
                    </a:cubicBezTo>
                    <a:cubicBezTo>
                      <a:pt x="11" y="0"/>
                      <a:pt x="9"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9"/>
              <p:cNvSpPr/>
              <p:nvPr/>
            </p:nvSpPr>
            <p:spPr>
              <a:xfrm>
                <a:off x="3199325" y="-930455"/>
                <a:ext cx="14040" cy="10440"/>
              </a:xfrm>
              <a:custGeom>
                <a:rect b="b" l="l" r="r" t="t"/>
                <a:pathLst>
                  <a:path extrusionOk="0" h="29" w="39">
                    <a:moveTo>
                      <a:pt x="25" y="0"/>
                    </a:moveTo>
                    <a:lnTo>
                      <a:pt x="18" y="3"/>
                    </a:lnTo>
                    <a:lnTo>
                      <a:pt x="0" y="12"/>
                    </a:lnTo>
                    <a:cubicBezTo>
                      <a:pt x="5" y="16"/>
                      <a:pt x="10" y="20"/>
                      <a:pt x="16" y="23"/>
                    </a:cubicBezTo>
                    <a:cubicBezTo>
                      <a:pt x="20" y="25"/>
                      <a:pt x="23" y="26"/>
                      <a:pt x="26" y="28"/>
                    </a:cubicBezTo>
                    <a:lnTo>
                      <a:pt x="38" y="21"/>
                    </a:lnTo>
                    <a:lnTo>
                      <a:pt x="38" y="20"/>
                    </a:lnTo>
                    <a:lnTo>
                      <a:pt x="38" y="19"/>
                    </a:lnTo>
                    <a:cubicBezTo>
                      <a:pt x="37" y="17"/>
                      <a:pt x="36" y="15"/>
                      <a:pt x="35" y="13"/>
                    </a:cubicBezTo>
                    <a:cubicBezTo>
                      <a:pt x="32" y="9"/>
                      <a:pt x="29" y="4"/>
                      <a:pt x="2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9"/>
              <p:cNvSpPr/>
              <p:nvPr/>
            </p:nvSpPr>
            <p:spPr>
              <a:xfrm>
                <a:off x="3184565" y="-962495"/>
                <a:ext cx="42120" cy="27360"/>
              </a:xfrm>
              <a:custGeom>
                <a:rect b="b" l="l" r="r" t="t"/>
                <a:pathLst>
                  <a:path extrusionOk="0" h="76" w="117">
                    <a:moveTo>
                      <a:pt x="63" y="47"/>
                    </a:moveTo>
                    <a:cubicBezTo>
                      <a:pt x="75" y="55"/>
                      <a:pt x="87" y="64"/>
                      <a:pt x="98" y="75"/>
                    </a:cubicBezTo>
                    <a:lnTo>
                      <a:pt x="116" y="67"/>
                    </a:lnTo>
                    <a:cubicBezTo>
                      <a:pt x="115" y="65"/>
                      <a:pt x="114" y="62"/>
                      <a:pt x="112" y="59"/>
                    </a:cubicBezTo>
                    <a:cubicBezTo>
                      <a:pt x="109" y="53"/>
                      <a:pt x="105" y="48"/>
                      <a:pt x="100" y="43"/>
                    </a:cubicBezTo>
                    <a:cubicBezTo>
                      <a:pt x="87" y="32"/>
                      <a:pt x="72" y="24"/>
                      <a:pt x="60" y="13"/>
                    </a:cubicBezTo>
                    <a:cubicBezTo>
                      <a:pt x="55" y="8"/>
                      <a:pt x="49" y="4"/>
                      <a:pt x="43" y="0"/>
                    </a:cubicBezTo>
                    <a:cubicBezTo>
                      <a:pt x="28" y="4"/>
                      <a:pt x="14" y="7"/>
                      <a:pt x="0" y="12"/>
                    </a:cubicBezTo>
                    <a:cubicBezTo>
                      <a:pt x="11" y="14"/>
                      <a:pt x="21" y="17"/>
                      <a:pt x="31" y="23"/>
                    </a:cubicBezTo>
                    <a:cubicBezTo>
                      <a:pt x="34" y="25"/>
                      <a:pt x="37" y="27"/>
                      <a:pt x="40" y="29"/>
                    </a:cubicBezTo>
                    <a:cubicBezTo>
                      <a:pt x="48" y="35"/>
                      <a:pt x="55" y="41"/>
                      <a:pt x="63" y="4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9"/>
              <p:cNvSpPr/>
              <p:nvPr/>
            </p:nvSpPr>
            <p:spPr>
              <a:xfrm>
                <a:off x="3183125" y="-965375"/>
                <a:ext cx="7200" cy="2160"/>
              </a:xfrm>
              <a:custGeom>
                <a:rect b="b" l="l" r="r" t="t"/>
                <a:pathLst>
                  <a:path extrusionOk="0" h="6" w="20">
                    <a:moveTo>
                      <a:pt x="2" y="3"/>
                    </a:moveTo>
                    <a:cubicBezTo>
                      <a:pt x="1" y="4"/>
                      <a:pt x="0" y="4"/>
                      <a:pt x="0" y="5"/>
                    </a:cubicBezTo>
                    <a:lnTo>
                      <a:pt x="19" y="0"/>
                    </a:lnTo>
                    <a:cubicBezTo>
                      <a:pt x="14" y="0"/>
                      <a:pt x="8" y="1"/>
                      <a:pt x="2"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9"/>
              <p:cNvSpPr/>
              <p:nvPr/>
            </p:nvSpPr>
            <p:spPr>
              <a:xfrm>
                <a:off x="3226325" y="-931175"/>
                <a:ext cx="4320" cy="2880"/>
              </a:xfrm>
              <a:custGeom>
                <a:rect b="b" l="l" r="r" t="t"/>
                <a:pathLst>
                  <a:path extrusionOk="0" h="8" w="12">
                    <a:moveTo>
                      <a:pt x="2" y="6"/>
                    </a:moveTo>
                    <a:cubicBezTo>
                      <a:pt x="3" y="6"/>
                      <a:pt x="4" y="7"/>
                      <a:pt x="5" y="7"/>
                    </a:cubicBezTo>
                    <a:cubicBezTo>
                      <a:pt x="6" y="7"/>
                      <a:pt x="7" y="7"/>
                      <a:pt x="8" y="6"/>
                    </a:cubicBezTo>
                    <a:cubicBezTo>
                      <a:pt x="9" y="5"/>
                      <a:pt x="9" y="5"/>
                      <a:pt x="10" y="4"/>
                    </a:cubicBezTo>
                    <a:cubicBezTo>
                      <a:pt x="11" y="3"/>
                      <a:pt x="11" y="2"/>
                      <a:pt x="11" y="1"/>
                    </a:cubicBezTo>
                    <a:cubicBezTo>
                      <a:pt x="11" y="0"/>
                      <a:pt x="10" y="0"/>
                      <a:pt x="10" y="0"/>
                    </a:cubicBezTo>
                    <a:lnTo>
                      <a:pt x="0" y="5"/>
                    </a:lnTo>
                    <a:lnTo>
                      <a:pt x="2"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9"/>
              <p:cNvSpPr/>
              <p:nvPr/>
            </p:nvSpPr>
            <p:spPr>
              <a:xfrm>
                <a:off x="3182045" y="-965735"/>
                <a:ext cx="18000" cy="7560"/>
              </a:xfrm>
              <a:custGeom>
                <a:rect b="b" l="l" r="r" t="t"/>
                <a:pathLst>
                  <a:path extrusionOk="0" h="21" w="50">
                    <a:moveTo>
                      <a:pt x="6" y="20"/>
                    </a:moveTo>
                    <a:lnTo>
                      <a:pt x="7" y="20"/>
                    </a:lnTo>
                    <a:cubicBezTo>
                      <a:pt x="21" y="16"/>
                      <a:pt x="35" y="12"/>
                      <a:pt x="49" y="8"/>
                    </a:cubicBezTo>
                    <a:cubicBezTo>
                      <a:pt x="49" y="8"/>
                      <a:pt x="48" y="8"/>
                      <a:pt x="47" y="7"/>
                    </a:cubicBezTo>
                    <a:cubicBezTo>
                      <a:pt x="40" y="3"/>
                      <a:pt x="32" y="1"/>
                      <a:pt x="23" y="0"/>
                    </a:cubicBezTo>
                    <a:lnTo>
                      <a:pt x="3" y="5"/>
                    </a:lnTo>
                    <a:cubicBezTo>
                      <a:pt x="2" y="6"/>
                      <a:pt x="2" y="7"/>
                      <a:pt x="1" y="8"/>
                    </a:cubicBezTo>
                    <a:cubicBezTo>
                      <a:pt x="0" y="9"/>
                      <a:pt x="0" y="10"/>
                      <a:pt x="0" y="12"/>
                    </a:cubicBezTo>
                    <a:cubicBezTo>
                      <a:pt x="0" y="13"/>
                      <a:pt x="0" y="14"/>
                      <a:pt x="1" y="16"/>
                    </a:cubicBezTo>
                    <a:cubicBezTo>
                      <a:pt x="2" y="18"/>
                      <a:pt x="3" y="19"/>
                      <a:pt x="4" y="19"/>
                    </a:cubicBezTo>
                    <a:cubicBezTo>
                      <a:pt x="5" y="20"/>
                      <a:pt x="5" y="20"/>
                      <a:pt x="6"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9"/>
              <p:cNvSpPr/>
              <p:nvPr/>
            </p:nvSpPr>
            <p:spPr>
              <a:xfrm>
                <a:off x="3219845" y="-938375"/>
                <a:ext cx="10800" cy="9360"/>
              </a:xfrm>
              <a:custGeom>
                <a:rect b="b" l="l" r="r" t="t"/>
                <a:pathLst>
                  <a:path extrusionOk="0" h="26" w="30">
                    <a:moveTo>
                      <a:pt x="19" y="0"/>
                    </a:moveTo>
                    <a:lnTo>
                      <a:pt x="0" y="7"/>
                    </a:lnTo>
                    <a:lnTo>
                      <a:pt x="3" y="10"/>
                    </a:lnTo>
                    <a:cubicBezTo>
                      <a:pt x="7" y="16"/>
                      <a:pt x="12" y="21"/>
                      <a:pt x="18" y="25"/>
                    </a:cubicBezTo>
                    <a:lnTo>
                      <a:pt x="28" y="20"/>
                    </a:lnTo>
                    <a:cubicBezTo>
                      <a:pt x="29" y="20"/>
                      <a:pt x="29" y="19"/>
                      <a:pt x="29" y="19"/>
                    </a:cubicBezTo>
                    <a:cubicBezTo>
                      <a:pt x="29" y="18"/>
                      <a:pt x="29" y="18"/>
                      <a:pt x="28" y="18"/>
                    </a:cubicBezTo>
                    <a:cubicBezTo>
                      <a:pt x="27" y="16"/>
                      <a:pt x="26" y="14"/>
                      <a:pt x="25" y="13"/>
                    </a:cubicBezTo>
                    <a:cubicBezTo>
                      <a:pt x="23" y="9"/>
                      <a:pt x="21" y="4"/>
                      <a:pt x="1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9"/>
              <p:cNvSpPr/>
              <p:nvPr/>
            </p:nvSpPr>
            <p:spPr>
              <a:xfrm>
                <a:off x="3242525" y="-937655"/>
                <a:ext cx="6120" cy="2880"/>
              </a:xfrm>
              <a:custGeom>
                <a:rect b="b" l="l" r="r" t="t"/>
                <a:pathLst>
                  <a:path extrusionOk="0" h="8" w="17">
                    <a:moveTo>
                      <a:pt x="7" y="7"/>
                    </a:moveTo>
                    <a:lnTo>
                      <a:pt x="8" y="7"/>
                    </a:lnTo>
                    <a:cubicBezTo>
                      <a:pt x="9" y="7"/>
                      <a:pt x="11" y="7"/>
                      <a:pt x="12" y="6"/>
                    </a:cubicBezTo>
                    <a:cubicBezTo>
                      <a:pt x="13" y="5"/>
                      <a:pt x="14" y="4"/>
                      <a:pt x="15" y="3"/>
                    </a:cubicBezTo>
                    <a:cubicBezTo>
                      <a:pt x="16" y="2"/>
                      <a:pt x="16" y="1"/>
                      <a:pt x="16" y="0"/>
                    </a:cubicBezTo>
                    <a:lnTo>
                      <a:pt x="0" y="5"/>
                    </a:lnTo>
                    <a:cubicBezTo>
                      <a:pt x="2" y="6"/>
                      <a:pt x="4" y="7"/>
                      <a:pt x="7"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9"/>
              <p:cNvSpPr/>
              <p:nvPr/>
            </p:nvSpPr>
            <p:spPr>
              <a:xfrm>
                <a:off x="3211205" y="-968255"/>
                <a:ext cx="35640" cy="26640"/>
              </a:xfrm>
              <a:custGeom>
                <a:rect b="b" l="l" r="r" t="t"/>
                <a:pathLst>
                  <a:path extrusionOk="0" h="74" w="99">
                    <a:moveTo>
                      <a:pt x="5" y="12"/>
                    </a:moveTo>
                    <a:cubicBezTo>
                      <a:pt x="28" y="18"/>
                      <a:pt x="41" y="44"/>
                      <a:pt x="60" y="58"/>
                    </a:cubicBezTo>
                    <a:cubicBezTo>
                      <a:pt x="64" y="62"/>
                      <a:pt x="68" y="67"/>
                      <a:pt x="71" y="72"/>
                    </a:cubicBezTo>
                    <a:lnTo>
                      <a:pt x="71" y="73"/>
                    </a:lnTo>
                    <a:lnTo>
                      <a:pt x="86" y="68"/>
                    </a:lnTo>
                    <a:cubicBezTo>
                      <a:pt x="90" y="66"/>
                      <a:pt x="94" y="65"/>
                      <a:pt x="98" y="64"/>
                    </a:cubicBezTo>
                    <a:cubicBezTo>
                      <a:pt x="96" y="60"/>
                      <a:pt x="94" y="56"/>
                      <a:pt x="93" y="53"/>
                    </a:cubicBezTo>
                    <a:cubicBezTo>
                      <a:pt x="86" y="39"/>
                      <a:pt x="73" y="36"/>
                      <a:pt x="64" y="24"/>
                    </a:cubicBezTo>
                    <a:cubicBezTo>
                      <a:pt x="58" y="15"/>
                      <a:pt x="50" y="7"/>
                      <a:pt x="40" y="1"/>
                    </a:cubicBezTo>
                    <a:cubicBezTo>
                      <a:pt x="39" y="1"/>
                      <a:pt x="38" y="0"/>
                      <a:pt x="37" y="0"/>
                    </a:cubicBezTo>
                    <a:cubicBezTo>
                      <a:pt x="25" y="2"/>
                      <a:pt x="12" y="5"/>
                      <a:pt x="0" y="8"/>
                    </a:cubicBezTo>
                    <a:cubicBezTo>
                      <a:pt x="0" y="9"/>
                      <a:pt x="1" y="10"/>
                      <a:pt x="3" y="11"/>
                    </a:cubicBezTo>
                    <a:cubicBezTo>
                      <a:pt x="3" y="11"/>
                      <a:pt x="4" y="12"/>
                      <a:pt x="5"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9"/>
              <p:cNvSpPr/>
              <p:nvPr/>
            </p:nvSpPr>
            <p:spPr>
              <a:xfrm>
                <a:off x="3210485" y="-970415"/>
                <a:ext cx="14400" cy="5400"/>
              </a:xfrm>
              <a:custGeom>
                <a:rect b="b" l="l" r="r" t="t"/>
                <a:pathLst>
                  <a:path extrusionOk="0" h="15" w="40">
                    <a:moveTo>
                      <a:pt x="7" y="0"/>
                    </a:moveTo>
                    <a:cubicBezTo>
                      <a:pt x="7" y="1"/>
                      <a:pt x="6" y="1"/>
                      <a:pt x="5" y="1"/>
                    </a:cubicBezTo>
                    <a:cubicBezTo>
                      <a:pt x="4" y="2"/>
                      <a:pt x="3" y="3"/>
                      <a:pt x="2" y="5"/>
                    </a:cubicBezTo>
                    <a:cubicBezTo>
                      <a:pt x="1" y="7"/>
                      <a:pt x="0" y="8"/>
                      <a:pt x="0" y="9"/>
                    </a:cubicBezTo>
                    <a:cubicBezTo>
                      <a:pt x="0" y="11"/>
                      <a:pt x="1" y="12"/>
                      <a:pt x="2" y="14"/>
                    </a:cubicBezTo>
                    <a:cubicBezTo>
                      <a:pt x="14" y="11"/>
                      <a:pt x="27" y="8"/>
                      <a:pt x="39" y="6"/>
                    </a:cubicBezTo>
                    <a:cubicBezTo>
                      <a:pt x="32" y="2"/>
                      <a:pt x="24" y="0"/>
                      <a:pt x="16" y="0"/>
                    </a:cubicBezTo>
                    <a:cubicBezTo>
                      <a:pt x="13" y="0"/>
                      <a:pt x="10" y="0"/>
                      <a:pt x="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9"/>
              <p:cNvSpPr/>
              <p:nvPr/>
            </p:nvSpPr>
            <p:spPr>
              <a:xfrm>
                <a:off x="3236765" y="-945215"/>
                <a:ext cx="11880" cy="9720"/>
              </a:xfrm>
              <a:custGeom>
                <a:rect b="b" l="l" r="r" t="t"/>
                <a:pathLst>
                  <a:path extrusionOk="0" h="27" w="33">
                    <a:moveTo>
                      <a:pt x="27" y="0"/>
                    </a:moveTo>
                    <a:cubicBezTo>
                      <a:pt x="23" y="2"/>
                      <a:pt x="19" y="2"/>
                      <a:pt x="15" y="4"/>
                    </a:cubicBezTo>
                    <a:lnTo>
                      <a:pt x="0" y="9"/>
                    </a:lnTo>
                    <a:cubicBezTo>
                      <a:pt x="1" y="10"/>
                      <a:pt x="1" y="10"/>
                      <a:pt x="2" y="11"/>
                    </a:cubicBezTo>
                    <a:cubicBezTo>
                      <a:pt x="5" y="17"/>
                      <a:pt x="10" y="22"/>
                      <a:pt x="16" y="26"/>
                    </a:cubicBezTo>
                    <a:lnTo>
                      <a:pt x="32" y="21"/>
                    </a:lnTo>
                    <a:cubicBezTo>
                      <a:pt x="32" y="20"/>
                      <a:pt x="32" y="20"/>
                      <a:pt x="32" y="20"/>
                    </a:cubicBezTo>
                    <a:lnTo>
                      <a:pt x="32" y="19"/>
                    </a:lnTo>
                    <a:cubicBezTo>
                      <a:pt x="31" y="13"/>
                      <a:pt x="29" y="6"/>
                      <a:pt x="2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9"/>
              <p:cNvSpPr/>
              <p:nvPr/>
            </p:nvSpPr>
            <p:spPr>
              <a:xfrm>
                <a:off x="3233885" y="-972215"/>
                <a:ext cx="36000" cy="24480"/>
              </a:xfrm>
              <a:custGeom>
                <a:rect b="b" l="l" r="r" t="t"/>
                <a:pathLst>
                  <a:path extrusionOk="0" h="68" w="100">
                    <a:moveTo>
                      <a:pt x="55" y="57"/>
                    </a:moveTo>
                    <a:lnTo>
                      <a:pt x="65" y="67"/>
                    </a:lnTo>
                    <a:lnTo>
                      <a:pt x="76" y="65"/>
                    </a:lnTo>
                    <a:cubicBezTo>
                      <a:pt x="81" y="64"/>
                      <a:pt x="86" y="63"/>
                      <a:pt x="91" y="63"/>
                    </a:cubicBezTo>
                    <a:cubicBezTo>
                      <a:pt x="94" y="63"/>
                      <a:pt x="97" y="63"/>
                      <a:pt x="99" y="64"/>
                    </a:cubicBezTo>
                    <a:cubicBezTo>
                      <a:pt x="91" y="52"/>
                      <a:pt x="82" y="41"/>
                      <a:pt x="72" y="31"/>
                    </a:cubicBezTo>
                    <a:cubicBezTo>
                      <a:pt x="62" y="18"/>
                      <a:pt x="50" y="8"/>
                      <a:pt x="36" y="0"/>
                    </a:cubicBezTo>
                    <a:cubicBezTo>
                      <a:pt x="24" y="1"/>
                      <a:pt x="12" y="3"/>
                      <a:pt x="0" y="6"/>
                    </a:cubicBezTo>
                    <a:cubicBezTo>
                      <a:pt x="0" y="6"/>
                      <a:pt x="1" y="7"/>
                      <a:pt x="2" y="7"/>
                    </a:cubicBezTo>
                    <a:cubicBezTo>
                      <a:pt x="23" y="20"/>
                      <a:pt x="41" y="37"/>
                      <a:pt x="55" y="5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9"/>
              <p:cNvSpPr/>
              <p:nvPr/>
            </p:nvSpPr>
            <p:spPr>
              <a:xfrm>
                <a:off x="3262325" y="-944495"/>
                <a:ext cx="14040" cy="11520"/>
              </a:xfrm>
              <a:custGeom>
                <a:rect b="b" l="l" r="r" t="t"/>
                <a:pathLst>
                  <a:path extrusionOk="0" h="32" w="39">
                    <a:moveTo>
                      <a:pt x="2" y="10"/>
                    </a:moveTo>
                    <a:cubicBezTo>
                      <a:pt x="8" y="18"/>
                      <a:pt x="17" y="21"/>
                      <a:pt x="23" y="29"/>
                    </a:cubicBezTo>
                    <a:cubicBezTo>
                      <a:pt x="24" y="29"/>
                      <a:pt x="24" y="30"/>
                      <a:pt x="25" y="30"/>
                    </a:cubicBezTo>
                    <a:cubicBezTo>
                      <a:pt x="26" y="31"/>
                      <a:pt x="27" y="31"/>
                      <a:pt x="29" y="31"/>
                    </a:cubicBezTo>
                    <a:cubicBezTo>
                      <a:pt x="30" y="31"/>
                      <a:pt x="32" y="31"/>
                      <a:pt x="34" y="30"/>
                    </a:cubicBezTo>
                    <a:cubicBezTo>
                      <a:pt x="36" y="29"/>
                      <a:pt x="36" y="28"/>
                      <a:pt x="37" y="27"/>
                    </a:cubicBezTo>
                    <a:cubicBezTo>
                      <a:pt x="37" y="26"/>
                      <a:pt x="38" y="25"/>
                      <a:pt x="38" y="25"/>
                    </a:cubicBezTo>
                    <a:cubicBezTo>
                      <a:pt x="38" y="23"/>
                      <a:pt x="38" y="21"/>
                      <a:pt x="38" y="19"/>
                    </a:cubicBezTo>
                    <a:cubicBezTo>
                      <a:pt x="38" y="15"/>
                      <a:pt x="37" y="10"/>
                      <a:pt x="35" y="6"/>
                    </a:cubicBezTo>
                    <a:cubicBezTo>
                      <a:pt x="34" y="4"/>
                      <a:pt x="32" y="2"/>
                      <a:pt x="30" y="0"/>
                    </a:cubicBezTo>
                    <a:cubicBezTo>
                      <a:pt x="21" y="3"/>
                      <a:pt x="11" y="5"/>
                      <a:pt x="0" y="7"/>
                    </a:cubicBezTo>
                    <a:lnTo>
                      <a:pt x="2" y="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9"/>
              <p:cNvSpPr/>
              <p:nvPr/>
            </p:nvSpPr>
            <p:spPr>
              <a:xfrm>
                <a:off x="3233525" y="-974015"/>
                <a:ext cx="13680" cy="4320"/>
              </a:xfrm>
              <a:custGeom>
                <a:rect b="b" l="l" r="r" t="t"/>
                <a:pathLst>
                  <a:path extrusionOk="0" h="12" w="38">
                    <a:moveTo>
                      <a:pt x="4" y="2"/>
                    </a:moveTo>
                    <a:lnTo>
                      <a:pt x="3" y="3"/>
                    </a:lnTo>
                    <a:cubicBezTo>
                      <a:pt x="2" y="4"/>
                      <a:pt x="2" y="4"/>
                      <a:pt x="1" y="5"/>
                    </a:cubicBezTo>
                    <a:cubicBezTo>
                      <a:pt x="0" y="6"/>
                      <a:pt x="0" y="7"/>
                      <a:pt x="0" y="8"/>
                    </a:cubicBezTo>
                    <a:cubicBezTo>
                      <a:pt x="0" y="9"/>
                      <a:pt x="0" y="10"/>
                      <a:pt x="1" y="11"/>
                    </a:cubicBezTo>
                    <a:cubicBezTo>
                      <a:pt x="13" y="8"/>
                      <a:pt x="25" y="6"/>
                      <a:pt x="37" y="5"/>
                    </a:cubicBezTo>
                    <a:cubicBezTo>
                      <a:pt x="32" y="1"/>
                      <a:pt x="25" y="0"/>
                      <a:pt x="18" y="0"/>
                    </a:cubicBezTo>
                    <a:cubicBezTo>
                      <a:pt x="13" y="0"/>
                      <a:pt x="9" y="0"/>
                      <a:pt x="4"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9"/>
              <p:cNvSpPr/>
              <p:nvPr/>
            </p:nvSpPr>
            <p:spPr>
              <a:xfrm>
                <a:off x="3257285" y="-949535"/>
                <a:ext cx="16200" cy="7920"/>
              </a:xfrm>
              <a:custGeom>
                <a:rect b="b" l="l" r="r" t="t"/>
                <a:pathLst>
                  <a:path extrusionOk="0" h="22" w="45">
                    <a:moveTo>
                      <a:pt x="11" y="2"/>
                    </a:moveTo>
                    <a:lnTo>
                      <a:pt x="0" y="4"/>
                    </a:lnTo>
                    <a:lnTo>
                      <a:pt x="14" y="21"/>
                    </a:lnTo>
                    <a:cubicBezTo>
                      <a:pt x="25" y="19"/>
                      <a:pt x="35" y="17"/>
                      <a:pt x="44" y="14"/>
                    </a:cubicBezTo>
                    <a:lnTo>
                      <a:pt x="39" y="8"/>
                    </a:lnTo>
                    <a:lnTo>
                      <a:pt x="34" y="1"/>
                    </a:lnTo>
                    <a:cubicBezTo>
                      <a:pt x="32" y="0"/>
                      <a:pt x="29" y="0"/>
                      <a:pt x="26" y="0"/>
                    </a:cubicBezTo>
                    <a:cubicBezTo>
                      <a:pt x="21" y="0"/>
                      <a:pt x="16" y="1"/>
                      <a:pt x="11"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9"/>
              <p:cNvSpPr/>
              <p:nvPr/>
            </p:nvSpPr>
            <p:spPr>
              <a:xfrm>
                <a:off x="3263045" y="-975095"/>
                <a:ext cx="36360" cy="37440"/>
              </a:xfrm>
              <a:custGeom>
                <a:rect b="b" l="l" r="r" t="t"/>
                <a:pathLst>
                  <a:path extrusionOk="0" h="104" w="101">
                    <a:moveTo>
                      <a:pt x="6" y="18"/>
                    </a:moveTo>
                    <a:cubicBezTo>
                      <a:pt x="10" y="20"/>
                      <a:pt x="14" y="21"/>
                      <a:pt x="19" y="22"/>
                    </a:cubicBezTo>
                    <a:cubicBezTo>
                      <a:pt x="21" y="25"/>
                      <a:pt x="24" y="28"/>
                      <a:pt x="27" y="31"/>
                    </a:cubicBezTo>
                    <a:cubicBezTo>
                      <a:pt x="35" y="38"/>
                      <a:pt x="43" y="45"/>
                      <a:pt x="50" y="53"/>
                    </a:cubicBezTo>
                    <a:cubicBezTo>
                      <a:pt x="56" y="60"/>
                      <a:pt x="60" y="69"/>
                      <a:pt x="66" y="76"/>
                    </a:cubicBezTo>
                    <a:cubicBezTo>
                      <a:pt x="74" y="83"/>
                      <a:pt x="80" y="90"/>
                      <a:pt x="85" y="99"/>
                    </a:cubicBezTo>
                    <a:lnTo>
                      <a:pt x="86" y="99"/>
                    </a:lnTo>
                    <a:cubicBezTo>
                      <a:pt x="86" y="100"/>
                      <a:pt x="86" y="100"/>
                      <a:pt x="86" y="100"/>
                    </a:cubicBezTo>
                    <a:cubicBezTo>
                      <a:pt x="86" y="101"/>
                      <a:pt x="87" y="101"/>
                      <a:pt x="89" y="102"/>
                    </a:cubicBezTo>
                    <a:cubicBezTo>
                      <a:pt x="91" y="103"/>
                      <a:pt x="90" y="103"/>
                      <a:pt x="92" y="103"/>
                    </a:cubicBezTo>
                    <a:cubicBezTo>
                      <a:pt x="93" y="103"/>
                      <a:pt x="95" y="103"/>
                      <a:pt x="96" y="102"/>
                    </a:cubicBezTo>
                    <a:cubicBezTo>
                      <a:pt x="97" y="101"/>
                      <a:pt x="98" y="101"/>
                      <a:pt x="99" y="100"/>
                    </a:cubicBezTo>
                    <a:cubicBezTo>
                      <a:pt x="99" y="99"/>
                      <a:pt x="99" y="99"/>
                      <a:pt x="99" y="98"/>
                    </a:cubicBezTo>
                    <a:cubicBezTo>
                      <a:pt x="100" y="96"/>
                      <a:pt x="100" y="94"/>
                      <a:pt x="100" y="92"/>
                    </a:cubicBezTo>
                    <a:cubicBezTo>
                      <a:pt x="100" y="85"/>
                      <a:pt x="98" y="78"/>
                      <a:pt x="95" y="73"/>
                    </a:cubicBezTo>
                    <a:cubicBezTo>
                      <a:pt x="94" y="71"/>
                      <a:pt x="92" y="69"/>
                      <a:pt x="91" y="67"/>
                    </a:cubicBezTo>
                    <a:cubicBezTo>
                      <a:pt x="91" y="67"/>
                      <a:pt x="90" y="66"/>
                      <a:pt x="90" y="65"/>
                    </a:cubicBezTo>
                    <a:cubicBezTo>
                      <a:pt x="83" y="53"/>
                      <a:pt x="74" y="41"/>
                      <a:pt x="65" y="30"/>
                    </a:cubicBezTo>
                    <a:cubicBezTo>
                      <a:pt x="59" y="24"/>
                      <a:pt x="53" y="18"/>
                      <a:pt x="46" y="13"/>
                    </a:cubicBezTo>
                    <a:cubicBezTo>
                      <a:pt x="42" y="10"/>
                      <a:pt x="38" y="5"/>
                      <a:pt x="34" y="2"/>
                    </a:cubicBezTo>
                    <a:cubicBezTo>
                      <a:pt x="31" y="1"/>
                      <a:pt x="29" y="0"/>
                      <a:pt x="26" y="0"/>
                    </a:cubicBezTo>
                    <a:lnTo>
                      <a:pt x="17" y="0"/>
                    </a:lnTo>
                    <a:cubicBezTo>
                      <a:pt x="13" y="1"/>
                      <a:pt x="9" y="2"/>
                      <a:pt x="5" y="4"/>
                    </a:cubicBezTo>
                    <a:lnTo>
                      <a:pt x="4" y="4"/>
                    </a:lnTo>
                    <a:cubicBezTo>
                      <a:pt x="3" y="5"/>
                      <a:pt x="2" y="6"/>
                      <a:pt x="1" y="7"/>
                    </a:cubicBezTo>
                    <a:cubicBezTo>
                      <a:pt x="0" y="8"/>
                      <a:pt x="0" y="10"/>
                      <a:pt x="0" y="11"/>
                    </a:cubicBezTo>
                    <a:cubicBezTo>
                      <a:pt x="0" y="12"/>
                      <a:pt x="0" y="13"/>
                      <a:pt x="1" y="15"/>
                    </a:cubicBezTo>
                    <a:cubicBezTo>
                      <a:pt x="2" y="17"/>
                      <a:pt x="3" y="17"/>
                      <a:pt x="4" y="17"/>
                    </a:cubicBezTo>
                    <a:cubicBezTo>
                      <a:pt x="5" y="18"/>
                      <a:pt x="5" y="18"/>
                      <a:pt x="6" y="1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9"/>
              <p:cNvSpPr/>
              <p:nvPr/>
            </p:nvSpPr>
            <p:spPr>
              <a:xfrm>
                <a:off x="3268805" y="-975095"/>
                <a:ext cx="3600" cy="360"/>
              </a:xfrm>
              <a:custGeom>
                <a:rect b="b" l="l" r="r" t="t"/>
                <a:pathLst>
                  <a:path extrusionOk="0" h="1" w="10">
                    <a:moveTo>
                      <a:pt x="0" y="0"/>
                    </a:moveTo>
                    <a:lnTo>
                      <a:pt x="9" y="0"/>
                    </a:lnTo>
                    <a:cubicBezTo>
                      <a:pt x="8" y="0"/>
                      <a:pt x="6" y="0"/>
                      <a:pt x="5" y="0"/>
                    </a:cubicBezTo>
                    <a:cubicBezTo>
                      <a:pt x="3" y="0"/>
                      <a:pt x="2"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9"/>
              <p:cNvSpPr/>
              <p:nvPr/>
            </p:nvSpPr>
            <p:spPr>
              <a:xfrm>
                <a:off x="3294365" y="-976895"/>
                <a:ext cx="25200" cy="20880"/>
              </a:xfrm>
              <a:custGeom>
                <a:rect b="b" l="l" r="r" t="t"/>
                <a:pathLst>
                  <a:path extrusionOk="0" h="58" w="70">
                    <a:moveTo>
                      <a:pt x="18" y="19"/>
                    </a:moveTo>
                    <a:cubicBezTo>
                      <a:pt x="22" y="24"/>
                      <a:pt x="27" y="29"/>
                      <a:pt x="32" y="34"/>
                    </a:cubicBezTo>
                    <a:cubicBezTo>
                      <a:pt x="38" y="43"/>
                      <a:pt x="45" y="50"/>
                      <a:pt x="53" y="57"/>
                    </a:cubicBezTo>
                    <a:lnTo>
                      <a:pt x="68" y="55"/>
                    </a:lnTo>
                    <a:cubicBezTo>
                      <a:pt x="69" y="54"/>
                      <a:pt x="69" y="53"/>
                      <a:pt x="69" y="52"/>
                    </a:cubicBezTo>
                    <a:cubicBezTo>
                      <a:pt x="69" y="51"/>
                      <a:pt x="69" y="50"/>
                      <a:pt x="68" y="50"/>
                    </a:cubicBezTo>
                    <a:cubicBezTo>
                      <a:pt x="67" y="42"/>
                      <a:pt x="64" y="34"/>
                      <a:pt x="60" y="27"/>
                    </a:cubicBezTo>
                    <a:cubicBezTo>
                      <a:pt x="59" y="24"/>
                      <a:pt x="57" y="22"/>
                      <a:pt x="55" y="19"/>
                    </a:cubicBezTo>
                    <a:cubicBezTo>
                      <a:pt x="49" y="12"/>
                      <a:pt x="42" y="6"/>
                      <a:pt x="36" y="0"/>
                    </a:cubicBezTo>
                    <a:lnTo>
                      <a:pt x="24" y="0"/>
                    </a:lnTo>
                    <a:cubicBezTo>
                      <a:pt x="16" y="0"/>
                      <a:pt x="8" y="0"/>
                      <a:pt x="0" y="0"/>
                    </a:cubicBezTo>
                    <a:cubicBezTo>
                      <a:pt x="7" y="5"/>
                      <a:pt x="12" y="12"/>
                      <a:pt x="18"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9"/>
              <p:cNvSpPr/>
              <p:nvPr/>
            </p:nvSpPr>
            <p:spPr>
              <a:xfrm>
                <a:off x="3288605" y="-984095"/>
                <a:ext cx="18360" cy="7920"/>
              </a:xfrm>
              <a:custGeom>
                <a:rect b="b" l="l" r="r" t="t"/>
                <a:pathLst>
                  <a:path extrusionOk="0" h="22" w="51">
                    <a:moveTo>
                      <a:pt x="50" y="19"/>
                    </a:moveTo>
                    <a:cubicBezTo>
                      <a:pt x="46" y="14"/>
                      <a:pt x="41" y="10"/>
                      <a:pt x="36" y="7"/>
                    </a:cubicBezTo>
                    <a:cubicBezTo>
                      <a:pt x="27" y="2"/>
                      <a:pt x="18" y="0"/>
                      <a:pt x="8" y="0"/>
                    </a:cubicBezTo>
                    <a:cubicBezTo>
                      <a:pt x="7" y="0"/>
                      <a:pt x="6" y="0"/>
                      <a:pt x="5" y="1"/>
                    </a:cubicBezTo>
                    <a:cubicBezTo>
                      <a:pt x="4" y="2"/>
                      <a:pt x="2" y="2"/>
                      <a:pt x="1" y="4"/>
                    </a:cubicBezTo>
                    <a:cubicBezTo>
                      <a:pt x="0" y="6"/>
                      <a:pt x="0" y="7"/>
                      <a:pt x="0" y="9"/>
                    </a:cubicBezTo>
                    <a:cubicBezTo>
                      <a:pt x="0" y="11"/>
                      <a:pt x="0" y="12"/>
                      <a:pt x="1" y="14"/>
                    </a:cubicBezTo>
                    <a:cubicBezTo>
                      <a:pt x="2" y="16"/>
                      <a:pt x="4" y="16"/>
                      <a:pt x="5" y="17"/>
                    </a:cubicBezTo>
                    <a:cubicBezTo>
                      <a:pt x="6" y="18"/>
                      <a:pt x="7" y="18"/>
                      <a:pt x="8" y="18"/>
                    </a:cubicBezTo>
                    <a:cubicBezTo>
                      <a:pt x="9" y="18"/>
                      <a:pt x="11" y="19"/>
                      <a:pt x="12" y="20"/>
                    </a:cubicBezTo>
                    <a:cubicBezTo>
                      <a:pt x="13" y="20"/>
                      <a:pt x="14" y="21"/>
                      <a:pt x="14" y="21"/>
                    </a:cubicBezTo>
                    <a:cubicBezTo>
                      <a:pt x="22" y="21"/>
                      <a:pt x="30" y="21"/>
                      <a:pt x="38" y="21"/>
                    </a:cubicBezTo>
                    <a:lnTo>
                      <a:pt x="50" y="1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9"/>
              <p:cNvSpPr/>
              <p:nvPr/>
            </p:nvSpPr>
            <p:spPr>
              <a:xfrm>
                <a:off x="3313445" y="-957095"/>
                <a:ext cx="5760" cy="2520"/>
              </a:xfrm>
              <a:custGeom>
                <a:rect b="b" l="l" r="r" t="t"/>
                <a:pathLst>
                  <a:path extrusionOk="0" h="7" w="16">
                    <a:moveTo>
                      <a:pt x="15" y="0"/>
                    </a:moveTo>
                    <a:lnTo>
                      <a:pt x="0" y="2"/>
                    </a:lnTo>
                    <a:cubicBezTo>
                      <a:pt x="1" y="3"/>
                      <a:pt x="2" y="4"/>
                      <a:pt x="3" y="4"/>
                    </a:cubicBezTo>
                    <a:cubicBezTo>
                      <a:pt x="4" y="5"/>
                      <a:pt x="5" y="5"/>
                      <a:pt x="5" y="5"/>
                    </a:cubicBezTo>
                    <a:cubicBezTo>
                      <a:pt x="6" y="6"/>
                      <a:pt x="7" y="6"/>
                      <a:pt x="8" y="6"/>
                    </a:cubicBezTo>
                    <a:cubicBezTo>
                      <a:pt x="9" y="6"/>
                      <a:pt x="11" y="6"/>
                      <a:pt x="12" y="5"/>
                    </a:cubicBezTo>
                    <a:cubicBezTo>
                      <a:pt x="13" y="4"/>
                      <a:pt x="14" y="4"/>
                      <a:pt x="15" y="2"/>
                    </a:cubicBezTo>
                    <a:cubicBezTo>
                      <a:pt x="15" y="2"/>
                      <a:pt x="15" y="1"/>
                      <a:pt x="15"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9"/>
              <p:cNvSpPr/>
              <p:nvPr/>
            </p:nvSpPr>
            <p:spPr>
              <a:xfrm>
                <a:off x="3310925" y="-979415"/>
                <a:ext cx="29160" cy="21240"/>
              </a:xfrm>
              <a:custGeom>
                <a:rect b="b" l="l" r="r" t="t"/>
                <a:pathLst>
                  <a:path extrusionOk="0" h="59" w="81">
                    <a:moveTo>
                      <a:pt x="45" y="49"/>
                    </a:moveTo>
                    <a:cubicBezTo>
                      <a:pt x="47" y="52"/>
                      <a:pt x="49" y="55"/>
                      <a:pt x="51" y="58"/>
                    </a:cubicBezTo>
                    <a:cubicBezTo>
                      <a:pt x="60" y="57"/>
                      <a:pt x="68" y="55"/>
                      <a:pt x="76" y="53"/>
                    </a:cubicBezTo>
                    <a:lnTo>
                      <a:pt x="80" y="53"/>
                    </a:lnTo>
                    <a:cubicBezTo>
                      <a:pt x="73" y="43"/>
                      <a:pt x="66" y="33"/>
                      <a:pt x="59" y="22"/>
                    </a:cubicBezTo>
                    <a:cubicBezTo>
                      <a:pt x="54" y="14"/>
                      <a:pt x="48" y="7"/>
                      <a:pt x="41" y="0"/>
                    </a:cubicBezTo>
                    <a:cubicBezTo>
                      <a:pt x="30" y="2"/>
                      <a:pt x="14" y="4"/>
                      <a:pt x="0" y="6"/>
                    </a:cubicBezTo>
                    <a:cubicBezTo>
                      <a:pt x="4" y="7"/>
                      <a:pt x="8" y="9"/>
                      <a:pt x="12" y="11"/>
                    </a:cubicBezTo>
                    <a:cubicBezTo>
                      <a:pt x="16" y="14"/>
                      <a:pt x="21" y="17"/>
                      <a:pt x="24" y="21"/>
                    </a:cubicBezTo>
                    <a:cubicBezTo>
                      <a:pt x="32" y="29"/>
                      <a:pt x="37" y="40"/>
                      <a:pt x="45" y="4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9"/>
              <p:cNvSpPr/>
              <p:nvPr/>
            </p:nvSpPr>
            <p:spPr>
              <a:xfrm>
                <a:off x="3335405" y="-953495"/>
                <a:ext cx="13320" cy="13320"/>
              </a:xfrm>
              <a:custGeom>
                <a:rect b="b" l="l" r="r" t="t"/>
                <a:pathLst>
                  <a:path extrusionOk="0" h="37" w="37">
                    <a:moveTo>
                      <a:pt x="0" y="7"/>
                    </a:moveTo>
                    <a:cubicBezTo>
                      <a:pt x="8" y="14"/>
                      <a:pt x="15" y="21"/>
                      <a:pt x="21" y="29"/>
                    </a:cubicBezTo>
                    <a:cubicBezTo>
                      <a:pt x="25" y="36"/>
                      <a:pt x="34" y="31"/>
                      <a:pt x="35" y="25"/>
                    </a:cubicBezTo>
                    <a:cubicBezTo>
                      <a:pt x="35" y="24"/>
                      <a:pt x="36" y="22"/>
                      <a:pt x="36" y="20"/>
                    </a:cubicBezTo>
                    <a:cubicBezTo>
                      <a:pt x="36" y="15"/>
                      <a:pt x="35" y="10"/>
                      <a:pt x="32" y="5"/>
                    </a:cubicBezTo>
                    <a:cubicBezTo>
                      <a:pt x="31" y="3"/>
                      <a:pt x="29" y="1"/>
                      <a:pt x="28" y="0"/>
                    </a:cubicBezTo>
                    <a:cubicBezTo>
                      <a:pt x="19" y="2"/>
                      <a:pt x="11" y="4"/>
                      <a:pt x="3" y="7"/>
                    </a:cubicBezTo>
                    <a:lnTo>
                      <a:pt x="0" y="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9"/>
              <p:cNvSpPr/>
              <p:nvPr/>
            </p:nvSpPr>
            <p:spPr>
              <a:xfrm>
                <a:off x="3306245" y="-984815"/>
                <a:ext cx="19800" cy="7560"/>
              </a:xfrm>
              <a:custGeom>
                <a:rect b="b" l="l" r="r" t="t"/>
                <a:pathLst>
                  <a:path extrusionOk="0" h="21" w="55">
                    <a:moveTo>
                      <a:pt x="10" y="2"/>
                    </a:moveTo>
                    <a:cubicBezTo>
                      <a:pt x="4" y="4"/>
                      <a:pt x="0" y="14"/>
                      <a:pt x="8" y="18"/>
                    </a:cubicBezTo>
                    <a:lnTo>
                      <a:pt x="13" y="20"/>
                    </a:lnTo>
                    <a:cubicBezTo>
                      <a:pt x="27" y="19"/>
                      <a:pt x="42" y="16"/>
                      <a:pt x="54" y="14"/>
                    </a:cubicBezTo>
                    <a:cubicBezTo>
                      <a:pt x="51" y="11"/>
                      <a:pt x="49" y="7"/>
                      <a:pt x="44" y="5"/>
                    </a:cubicBezTo>
                    <a:cubicBezTo>
                      <a:pt x="38" y="1"/>
                      <a:pt x="30" y="0"/>
                      <a:pt x="23" y="0"/>
                    </a:cubicBezTo>
                    <a:cubicBezTo>
                      <a:pt x="19" y="0"/>
                      <a:pt x="14" y="1"/>
                      <a:pt x="1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9"/>
              <p:cNvSpPr/>
              <p:nvPr/>
            </p:nvSpPr>
            <p:spPr>
              <a:xfrm>
                <a:off x="3329285" y="-960335"/>
                <a:ext cx="16560" cy="9720"/>
              </a:xfrm>
              <a:custGeom>
                <a:rect b="b" l="l" r="r" t="t"/>
                <a:pathLst>
                  <a:path extrusionOk="0" h="27" w="46">
                    <a:moveTo>
                      <a:pt x="29" y="0"/>
                    </a:moveTo>
                    <a:lnTo>
                      <a:pt x="25" y="0"/>
                    </a:lnTo>
                    <a:cubicBezTo>
                      <a:pt x="17" y="2"/>
                      <a:pt x="9" y="4"/>
                      <a:pt x="0" y="5"/>
                    </a:cubicBezTo>
                    <a:cubicBezTo>
                      <a:pt x="4" y="11"/>
                      <a:pt x="8" y="16"/>
                      <a:pt x="13" y="22"/>
                    </a:cubicBezTo>
                    <a:lnTo>
                      <a:pt x="17" y="26"/>
                    </a:lnTo>
                    <a:lnTo>
                      <a:pt x="20" y="26"/>
                    </a:lnTo>
                    <a:cubicBezTo>
                      <a:pt x="28" y="23"/>
                      <a:pt x="36" y="21"/>
                      <a:pt x="45" y="19"/>
                    </a:cubicBezTo>
                    <a:cubicBezTo>
                      <a:pt x="42" y="15"/>
                      <a:pt x="38" y="11"/>
                      <a:pt x="35" y="8"/>
                    </a:cubicBezTo>
                    <a:lnTo>
                      <a:pt x="2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9"/>
              <p:cNvSpPr/>
              <p:nvPr/>
            </p:nvSpPr>
            <p:spPr>
              <a:xfrm>
                <a:off x="3332525" y="-980855"/>
                <a:ext cx="27720" cy="19080"/>
              </a:xfrm>
              <a:custGeom>
                <a:rect b="b" l="l" r="r" t="t"/>
                <a:pathLst>
                  <a:path extrusionOk="0" h="53" w="77">
                    <a:moveTo>
                      <a:pt x="6" y="12"/>
                    </a:moveTo>
                    <a:cubicBezTo>
                      <a:pt x="6" y="13"/>
                      <a:pt x="7" y="13"/>
                      <a:pt x="7" y="13"/>
                    </a:cubicBezTo>
                    <a:cubicBezTo>
                      <a:pt x="22" y="21"/>
                      <a:pt x="34" y="32"/>
                      <a:pt x="42" y="47"/>
                    </a:cubicBezTo>
                    <a:cubicBezTo>
                      <a:pt x="43" y="49"/>
                      <a:pt x="43" y="50"/>
                      <a:pt x="44" y="52"/>
                    </a:cubicBezTo>
                    <a:cubicBezTo>
                      <a:pt x="54" y="50"/>
                      <a:pt x="65" y="49"/>
                      <a:pt x="76" y="48"/>
                    </a:cubicBezTo>
                    <a:cubicBezTo>
                      <a:pt x="73" y="43"/>
                      <a:pt x="70" y="38"/>
                      <a:pt x="66" y="34"/>
                    </a:cubicBezTo>
                    <a:cubicBezTo>
                      <a:pt x="56" y="20"/>
                      <a:pt x="43" y="9"/>
                      <a:pt x="29" y="0"/>
                    </a:cubicBezTo>
                    <a:cubicBezTo>
                      <a:pt x="19" y="0"/>
                      <a:pt x="9" y="0"/>
                      <a:pt x="0" y="1"/>
                    </a:cubicBezTo>
                    <a:cubicBezTo>
                      <a:pt x="0" y="2"/>
                      <a:pt x="0" y="3"/>
                      <a:pt x="0" y="3"/>
                    </a:cubicBezTo>
                    <a:cubicBezTo>
                      <a:pt x="0" y="5"/>
                      <a:pt x="0" y="6"/>
                      <a:pt x="1" y="8"/>
                    </a:cubicBezTo>
                    <a:cubicBezTo>
                      <a:pt x="2" y="10"/>
                      <a:pt x="3" y="11"/>
                      <a:pt x="4" y="12"/>
                    </a:cubicBezTo>
                    <a:cubicBezTo>
                      <a:pt x="5" y="12"/>
                      <a:pt x="5" y="12"/>
                      <a:pt x="6" y="1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9"/>
              <p:cNvSpPr/>
              <p:nvPr/>
            </p:nvSpPr>
            <p:spPr>
              <a:xfrm>
                <a:off x="3352685" y="-957815"/>
                <a:ext cx="18360" cy="21600"/>
              </a:xfrm>
              <a:custGeom>
                <a:rect b="b" l="l" r="r" t="t"/>
                <a:pathLst>
                  <a:path extrusionOk="0" h="60" w="51">
                    <a:moveTo>
                      <a:pt x="21" y="37"/>
                    </a:moveTo>
                    <a:cubicBezTo>
                      <a:pt x="27" y="42"/>
                      <a:pt x="33" y="48"/>
                      <a:pt x="37" y="55"/>
                    </a:cubicBezTo>
                    <a:lnTo>
                      <a:pt x="38" y="56"/>
                    </a:lnTo>
                    <a:cubicBezTo>
                      <a:pt x="38" y="57"/>
                      <a:pt x="39" y="57"/>
                      <a:pt x="40" y="58"/>
                    </a:cubicBezTo>
                    <a:cubicBezTo>
                      <a:pt x="41" y="59"/>
                      <a:pt x="42" y="59"/>
                      <a:pt x="43" y="59"/>
                    </a:cubicBezTo>
                    <a:cubicBezTo>
                      <a:pt x="44" y="59"/>
                      <a:pt x="46" y="59"/>
                      <a:pt x="47" y="58"/>
                    </a:cubicBezTo>
                    <a:cubicBezTo>
                      <a:pt x="48" y="57"/>
                      <a:pt x="48" y="57"/>
                      <a:pt x="49" y="56"/>
                    </a:cubicBezTo>
                    <a:cubicBezTo>
                      <a:pt x="49" y="55"/>
                      <a:pt x="50" y="54"/>
                      <a:pt x="50" y="54"/>
                    </a:cubicBezTo>
                    <a:lnTo>
                      <a:pt x="50" y="53"/>
                    </a:lnTo>
                    <a:cubicBezTo>
                      <a:pt x="50" y="42"/>
                      <a:pt x="47" y="31"/>
                      <a:pt x="41" y="22"/>
                    </a:cubicBezTo>
                    <a:cubicBezTo>
                      <a:pt x="40" y="20"/>
                      <a:pt x="39" y="19"/>
                      <a:pt x="38" y="17"/>
                    </a:cubicBezTo>
                    <a:lnTo>
                      <a:pt x="30" y="0"/>
                    </a:lnTo>
                    <a:lnTo>
                      <a:pt x="0" y="6"/>
                    </a:lnTo>
                    <a:cubicBezTo>
                      <a:pt x="1" y="9"/>
                      <a:pt x="2" y="12"/>
                      <a:pt x="4" y="14"/>
                    </a:cubicBezTo>
                    <a:cubicBezTo>
                      <a:pt x="9" y="22"/>
                      <a:pt x="14" y="30"/>
                      <a:pt x="21"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9"/>
              <p:cNvSpPr/>
              <p:nvPr/>
            </p:nvSpPr>
            <p:spPr>
              <a:xfrm>
                <a:off x="3332885" y="-982655"/>
                <a:ext cx="10800" cy="2520"/>
              </a:xfrm>
              <a:custGeom>
                <a:rect b="b" l="l" r="r" t="t"/>
                <a:pathLst>
                  <a:path extrusionOk="0" h="7" w="30">
                    <a:moveTo>
                      <a:pt x="5" y="1"/>
                    </a:moveTo>
                    <a:cubicBezTo>
                      <a:pt x="4" y="1"/>
                      <a:pt x="4" y="1"/>
                      <a:pt x="3" y="2"/>
                    </a:cubicBezTo>
                    <a:cubicBezTo>
                      <a:pt x="2" y="3"/>
                      <a:pt x="1" y="3"/>
                      <a:pt x="0" y="4"/>
                    </a:cubicBezTo>
                    <a:cubicBezTo>
                      <a:pt x="0" y="5"/>
                      <a:pt x="0" y="5"/>
                      <a:pt x="0" y="6"/>
                    </a:cubicBezTo>
                    <a:cubicBezTo>
                      <a:pt x="9" y="5"/>
                      <a:pt x="19" y="5"/>
                      <a:pt x="29" y="4"/>
                    </a:cubicBezTo>
                    <a:cubicBezTo>
                      <a:pt x="24" y="2"/>
                      <a:pt x="18" y="0"/>
                      <a:pt x="12" y="0"/>
                    </a:cubicBezTo>
                    <a:cubicBezTo>
                      <a:pt x="10" y="0"/>
                      <a:pt x="7" y="0"/>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9"/>
              <p:cNvSpPr/>
              <p:nvPr/>
            </p:nvSpPr>
            <p:spPr>
              <a:xfrm>
                <a:off x="3348365" y="-963935"/>
                <a:ext cx="15480" cy="9000"/>
              </a:xfrm>
              <a:custGeom>
                <a:rect b="b" l="l" r="r" t="t"/>
                <a:pathLst>
                  <a:path extrusionOk="0" h="25" w="43">
                    <a:moveTo>
                      <a:pt x="0" y="4"/>
                    </a:moveTo>
                    <a:cubicBezTo>
                      <a:pt x="5" y="11"/>
                      <a:pt x="9" y="18"/>
                      <a:pt x="12" y="24"/>
                    </a:cubicBezTo>
                    <a:lnTo>
                      <a:pt x="42" y="17"/>
                    </a:lnTo>
                    <a:cubicBezTo>
                      <a:pt x="39" y="11"/>
                      <a:pt x="35" y="6"/>
                      <a:pt x="32" y="0"/>
                    </a:cubicBezTo>
                    <a:cubicBezTo>
                      <a:pt x="21" y="1"/>
                      <a:pt x="10" y="2"/>
                      <a:pt x="0" y="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9"/>
              <p:cNvSpPr/>
              <p:nvPr/>
            </p:nvSpPr>
            <p:spPr>
              <a:xfrm>
                <a:off x="3363485" y="-984455"/>
                <a:ext cx="31320" cy="31320"/>
              </a:xfrm>
              <a:custGeom>
                <a:rect b="b" l="l" r="r" t="t"/>
                <a:pathLst>
                  <a:path extrusionOk="0" h="87" w="87">
                    <a:moveTo>
                      <a:pt x="27" y="29"/>
                    </a:moveTo>
                    <a:cubicBezTo>
                      <a:pt x="34" y="38"/>
                      <a:pt x="41" y="46"/>
                      <a:pt x="47" y="55"/>
                    </a:cubicBezTo>
                    <a:lnTo>
                      <a:pt x="55" y="55"/>
                    </a:lnTo>
                    <a:cubicBezTo>
                      <a:pt x="59" y="55"/>
                      <a:pt x="59" y="61"/>
                      <a:pt x="55" y="62"/>
                    </a:cubicBezTo>
                    <a:lnTo>
                      <a:pt x="52" y="62"/>
                    </a:lnTo>
                    <a:cubicBezTo>
                      <a:pt x="52" y="64"/>
                      <a:pt x="53" y="66"/>
                      <a:pt x="54" y="68"/>
                    </a:cubicBezTo>
                    <a:cubicBezTo>
                      <a:pt x="58" y="74"/>
                      <a:pt x="64" y="80"/>
                      <a:pt x="71" y="84"/>
                    </a:cubicBezTo>
                    <a:cubicBezTo>
                      <a:pt x="72" y="84"/>
                      <a:pt x="73" y="85"/>
                      <a:pt x="74" y="86"/>
                    </a:cubicBezTo>
                    <a:cubicBezTo>
                      <a:pt x="75" y="86"/>
                      <a:pt x="76" y="86"/>
                      <a:pt x="78" y="86"/>
                    </a:cubicBezTo>
                    <a:cubicBezTo>
                      <a:pt x="79" y="86"/>
                      <a:pt x="81" y="86"/>
                      <a:pt x="82" y="85"/>
                    </a:cubicBezTo>
                    <a:cubicBezTo>
                      <a:pt x="83" y="84"/>
                      <a:pt x="84" y="84"/>
                      <a:pt x="85" y="82"/>
                    </a:cubicBezTo>
                    <a:cubicBezTo>
                      <a:pt x="86" y="80"/>
                      <a:pt x="86" y="79"/>
                      <a:pt x="86" y="78"/>
                    </a:cubicBezTo>
                    <a:cubicBezTo>
                      <a:pt x="86" y="77"/>
                      <a:pt x="86" y="75"/>
                      <a:pt x="85" y="74"/>
                    </a:cubicBezTo>
                    <a:cubicBezTo>
                      <a:pt x="80" y="64"/>
                      <a:pt x="78" y="53"/>
                      <a:pt x="72" y="44"/>
                    </a:cubicBezTo>
                    <a:cubicBezTo>
                      <a:pt x="64" y="32"/>
                      <a:pt x="55" y="21"/>
                      <a:pt x="46" y="12"/>
                    </a:cubicBezTo>
                    <a:cubicBezTo>
                      <a:pt x="42" y="7"/>
                      <a:pt x="38" y="4"/>
                      <a:pt x="33" y="0"/>
                    </a:cubicBezTo>
                    <a:cubicBezTo>
                      <a:pt x="22" y="0"/>
                      <a:pt x="11" y="1"/>
                      <a:pt x="0" y="3"/>
                    </a:cubicBezTo>
                    <a:cubicBezTo>
                      <a:pt x="11" y="9"/>
                      <a:pt x="20" y="18"/>
                      <a:pt x="27" y="2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9"/>
              <p:cNvSpPr/>
              <p:nvPr/>
            </p:nvSpPr>
            <p:spPr>
              <a:xfrm>
                <a:off x="3362045" y="-987695"/>
                <a:ext cx="14040" cy="5040"/>
              </a:xfrm>
              <a:custGeom>
                <a:rect b="b" l="l" r="r" t="t"/>
                <a:pathLst>
                  <a:path extrusionOk="0" h="14" w="39">
                    <a:moveTo>
                      <a:pt x="5" y="1"/>
                    </a:moveTo>
                    <a:cubicBezTo>
                      <a:pt x="4" y="1"/>
                      <a:pt x="4" y="2"/>
                      <a:pt x="4" y="2"/>
                    </a:cubicBezTo>
                    <a:cubicBezTo>
                      <a:pt x="3" y="2"/>
                      <a:pt x="2" y="3"/>
                      <a:pt x="1" y="4"/>
                    </a:cubicBezTo>
                    <a:cubicBezTo>
                      <a:pt x="0" y="5"/>
                      <a:pt x="0" y="6"/>
                      <a:pt x="0" y="7"/>
                    </a:cubicBezTo>
                    <a:cubicBezTo>
                      <a:pt x="0" y="8"/>
                      <a:pt x="0" y="9"/>
                      <a:pt x="1" y="10"/>
                    </a:cubicBezTo>
                    <a:cubicBezTo>
                      <a:pt x="2" y="11"/>
                      <a:pt x="3" y="11"/>
                      <a:pt x="4" y="12"/>
                    </a:cubicBezTo>
                    <a:cubicBezTo>
                      <a:pt x="5" y="13"/>
                      <a:pt x="4" y="13"/>
                      <a:pt x="5" y="13"/>
                    </a:cubicBezTo>
                    <a:cubicBezTo>
                      <a:pt x="16" y="11"/>
                      <a:pt x="27" y="10"/>
                      <a:pt x="38" y="10"/>
                    </a:cubicBezTo>
                    <a:cubicBezTo>
                      <a:pt x="36" y="8"/>
                      <a:pt x="34" y="6"/>
                      <a:pt x="31" y="5"/>
                    </a:cubicBezTo>
                    <a:cubicBezTo>
                      <a:pt x="26" y="2"/>
                      <a:pt x="20" y="0"/>
                      <a:pt x="14" y="0"/>
                    </a:cubicBezTo>
                    <a:cubicBezTo>
                      <a:pt x="11" y="0"/>
                      <a:pt x="8" y="1"/>
                      <a:pt x="5"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9"/>
              <p:cNvSpPr/>
              <p:nvPr/>
            </p:nvSpPr>
            <p:spPr>
              <a:xfrm>
                <a:off x="3380405" y="-964655"/>
                <a:ext cx="4680" cy="3240"/>
              </a:xfrm>
              <a:custGeom>
                <a:rect b="b" l="l" r="r" t="t"/>
                <a:pathLst>
                  <a:path extrusionOk="0" h="9" w="13">
                    <a:moveTo>
                      <a:pt x="9" y="0"/>
                    </a:moveTo>
                    <a:lnTo>
                      <a:pt x="0" y="0"/>
                    </a:lnTo>
                    <a:lnTo>
                      <a:pt x="2" y="3"/>
                    </a:lnTo>
                    <a:lnTo>
                      <a:pt x="5" y="8"/>
                    </a:lnTo>
                    <a:lnTo>
                      <a:pt x="9" y="8"/>
                    </a:lnTo>
                    <a:cubicBezTo>
                      <a:pt x="12" y="6"/>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9"/>
              <p:cNvSpPr/>
              <p:nvPr/>
            </p:nvSpPr>
            <p:spPr>
              <a:xfrm>
                <a:off x="3388325" y="-985175"/>
                <a:ext cx="42480" cy="42120"/>
              </a:xfrm>
              <a:custGeom>
                <a:rect b="b" l="l" r="r" t="t"/>
                <a:pathLst>
                  <a:path extrusionOk="0" h="117" w="118">
                    <a:moveTo>
                      <a:pt x="64" y="72"/>
                    </a:moveTo>
                    <a:cubicBezTo>
                      <a:pt x="73" y="82"/>
                      <a:pt x="80" y="92"/>
                      <a:pt x="89" y="103"/>
                    </a:cubicBezTo>
                    <a:cubicBezTo>
                      <a:pt x="91" y="107"/>
                      <a:pt x="94" y="110"/>
                      <a:pt x="98" y="113"/>
                    </a:cubicBezTo>
                    <a:cubicBezTo>
                      <a:pt x="102" y="115"/>
                      <a:pt x="106" y="116"/>
                      <a:pt x="109" y="116"/>
                    </a:cubicBezTo>
                    <a:cubicBezTo>
                      <a:pt x="115" y="116"/>
                      <a:pt x="117" y="110"/>
                      <a:pt x="115" y="106"/>
                    </a:cubicBezTo>
                    <a:cubicBezTo>
                      <a:pt x="109" y="97"/>
                      <a:pt x="107" y="87"/>
                      <a:pt x="102" y="78"/>
                    </a:cubicBezTo>
                    <a:cubicBezTo>
                      <a:pt x="94" y="68"/>
                      <a:pt x="86" y="58"/>
                      <a:pt x="76" y="50"/>
                    </a:cubicBezTo>
                    <a:cubicBezTo>
                      <a:pt x="59" y="32"/>
                      <a:pt x="41" y="16"/>
                      <a:pt x="22" y="0"/>
                    </a:cubicBezTo>
                    <a:cubicBezTo>
                      <a:pt x="15" y="1"/>
                      <a:pt x="7" y="2"/>
                      <a:pt x="0" y="2"/>
                    </a:cubicBezTo>
                    <a:cubicBezTo>
                      <a:pt x="0" y="3"/>
                      <a:pt x="0" y="4"/>
                      <a:pt x="1" y="5"/>
                    </a:cubicBezTo>
                    <a:lnTo>
                      <a:pt x="2" y="6"/>
                    </a:lnTo>
                    <a:cubicBezTo>
                      <a:pt x="22" y="29"/>
                      <a:pt x="44" y="50"/>
                      <a:pt x="64" y="7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9"/>
              <p:cNvSpPr/>
              <p:nvPr/>
            </p:nvSpPr>
            <p:spPr>
              <a:xfrm>
                <a:off x="3388325" y="-989855"/>
                <a:ext cx="8640" cy="5760"/>
              </a:xfrm>
              <a:custGeom>
                <a:rect b="b" l="l" r="r" t="t"/>
                <a:pathLst>
                  <a:path extrusionOk="0" h="16" w="24">
                    <a:moveTo>
                      <a:pt x="15" y="6"/>
                    </a:moveTo>
                    <a:cubicBezTo>
                      <a:pt x="9" y="0"/>
                      <a:pt x="0" y="8"/>
                      <a:pt x="0" y="15"/>
                    </a:cubicBezTo>
                    <a:cubicBezTo>
                      <a:pt x="8" y="15"/>
                      <a:pt x="15" y="14"/>
                      <a:pt x="23" y="13"/>
                    </a:cubicBezTo>
                    <a:lnTo>
                      <a:pt x="15"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9"/>
              <p:cNvSpPr/>
              <p:nvPr/>
            </p:nvSpPr>
            <p:spPr>
              <a:xfrm>
                <a:off x="3413525" y="-989495"/>
                <a:ext cx="28800" cy="35280"/>
              </a:xfrm>
              <a:custGeom>
                <a:rect b="b" l="l" r="r" t="t"/>
                <a:pathLst>
                  <a:path extrusionOk="0" h="98" w="80">
                    <a:moveTo>
                      <a:pt x="9" y="20"/>
                    </a:moveTo>
                    <a:cubicBezTo>
                      <a:pt x="20" y="22"/>
                      <a:pt x="22" y="25"/>
                      <a:pt x="27" y="35"/>
                    </a:cubicBezTo>
                    <a:cubicBezTo>
                      <a:pt x="32" y="44"/>
                      <a:pt x="34" y="49"/>
                      <a:pt x="37" y="55"/>
                    </a:cubicBezTo>
                    <a:cubicBezTo>
                      <a:pt x="45" y="56"/>
                      <a:pt x="51" y="58"/>
                      <a:pt x="58" y="60"/>
                    </a:cubicBezTo>
                    <a:cubicBezTo>
                      <a:pt x="63" y="62"/>
                      <a:pt x="61" y="68"/>
                      <a:pt x="58" y="69"/>
                    </a:cubicBezTo>
                    <a:lnTo>
                      <a:pt x="47" y="73"/>
                    </a:lnTo>
                    <a:cubicBezTo>
                      <a:pt x="48" y="74"/>
                      <a:pt x="49" y="76"/>
                      <a:pt x="50" y="77"/>
                    </a:cubicBezTo>
                    <a:cubicBezTo>
                      <a:pt x="54" y="85"/>
                      <a:pt x="60" y="91"/>
                      <a:pt x="67" y="96"/>
                    </a:cubicBezTo>
                    <a:lnTo>
                      <a:pt x="68" y="96"/>
                    </a:lnTo>
                    <a:cubicBezTo>
                      <a:pt x="69" y="97"/>
                      <a:pt x="69" y="97"/>
                      <a:pt x="71" y="97"/>
                    </a:cubicBezTo>
                    <a:cubicBezTo>
                      <a:pt x="72" y="97"/>
                      <a:pt x="74" y="97"/>
                      <a:pt x="75" y="96"/>
                    </a:cubicBezTo>
                    <a:cubicBezTo>
                      <a:pt x="76" y="95"/>
                      <a:pt x="77" y="94"/>
                      <a:pt x="78" y="93"/>
                    </a:cubicBezTo>
                    <a:cubicBezTo>
                      <a:pt x="79" y="92"/>
                      <a:pt x="79" y="91"/>
                      <a:pt x="79" y="89"/>
                    </a:cubicBezTo>
                    <a:cubicBezTo>
                      <a:pt x="79" y="88"/>
                      <a:pt x="79" y="87"/>
                      <a:pt x="78" y="86"/>
                    </a:cubicBezTo>
                    <a:cubicBezTo>
                      <a:pt x="75" y="76"/>
                      <a:pt x="74" y="65"/>
                      <a:pt x="70" y="56"/>
                    </a:cubicBezTo>
                    <a:cubicBezTo>
                      <a:pt x="65" y="44"/>
                      <a:pt x="59" y="32"/>
                      <a:pt x="52" y="21"/>
                    </a:cubicBezTo>
                    <a:cubicBezTo>
                      <a:pt x="52" y="20"/>
                      <a:pt x="52" y="20"/>
                      <a:pt x="52" y="20"/>
                    </a:cubicBezTo>
                    <a:cubicBezTo>
                      <a:pt x="52" y="20"/>
                      <a:pt x="52" y="19"/>
                      <a:pt x="51" y="19"/>
                    </a:cubicBezTo>
                    <a:cubicBezTo>
                      <a:pt x="47" y="12"/>
                      <a:pt x="42" y="6"/>
                      <a:pt x="36" y="0"/>
                    </a:cubicBezTo>
                    <a:lnTo>
                      <a:pt x="2" y="4"/>
                    </a:lnTo>
                    <a:cubicBezTo>
                      <a:pt x="1" y="6"/>
                      <a:pt x="0" y="8"/>
                      <a:pt x="0" y="9"/>
                    </a:cubicBezTo>
                    <a:cubicBezTo>
                      <a:pt x="0" y="11"/>
                      <a:pt x="1" y="13"/>
                      <a:pt x="2" y="15"/>
                    </a:cubicBezTo>
                    <a:cubicBezTo>
                      <a:pt x="3" y="17"/>
                      <a:pt x="4" y="18"/>
                      <a:pt x="6" y="19"/>
                    </a:cubicBezTo>
                    <a:cubicBezTo>
                      <a:pt x="7" y="20"/>
                      <a:pt x="8" y="20"/>
                      <a:pt x="9" y="2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9"/>
              <p:cNvSpPr/>
              <p:nvPr/>
            </p:nvSpPr>
            <p:spPr>
              <a:xfrm>
                <a:off x="3413885" y="-992375"/>
                <a:ext cx="12960" cy="4320"/>
              </a:xfrm>
              <a:custGeom>
                <a:rect b="b" l="l" r="r" t="t"/>
                <a:pathLst>
                  <a:path extrusionOk="0" h="12" w="36">
                    <a:moveTo>
                      <a:pt x="34" y="6"/>
                    </a:moveTo>
                    <a:cubicBezTo>
                      <a:pt x="26" y="0"/>
                      <a:pt x="16" y="3"/>
                      <a:pt x="7" y="6"/>
                    </a:cubicBezTo>
                    <a:cubicBezTo>
                      <a:pt x="6" y="6"/>
                      <a:pt x="6" y="7"/>
                      <a:pt x="5" y="7"/>
                    </a:cubicBezTo>
                    <a:cubicBezTo>
                      <a:pt x="3" y="9"/>
                      <a:pt x="2" y="9"/>
                      <a:pt x="1" y="10"/>
                    </a:cubicBezTo>
                    <a:cubicBezTo>
                      <a:pt x="1" y="11"/>
                      <a:pt x="1" y="11"/>
                      <a:pt x="0" y="11"/>
                    </a:cubicBezTo>
                    <a:lnTo>
                      <a:pt x="35" y="8"/>
                    </a:lnTo>
                    <a:lnTo>
                      <a:pt x="34" y="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9"/>
              <p:cNvSpPr/>
              <p:nvPr/>
            </p:nvSpPr>
            <p:spPr>
              <a:xfrm>
                <a:off x="3426845" y="-969335"/>
                <a:ext cx="9720" cy="6480"/>
              </a:xfrm>
              <a:custGeom>
                <a:rect b="b" l="l" r="r" t="t"/>
                <a:pathLst>
                  <a:path extrusionOk="0" h="18" w="27">
                    <a:moveTo>
                      <a:pt x="21" y="5"/>
                    </a:moveTo>
                    <a:cubicBezTo>
                      <a:pt x="14" y="2"/>
                      <a:pt x="8" y="1"/>
                      <a:pt x="0" y="0"/>
                    </a:cubicBezTo>
                    <a:lnTo>
                      <a:pt x="0" y="1"/>
                    </a:lnTo>
                    <a:lnTo>
                      <a:pt x="9" y="17"/>
                    </a:lnTo>
                    <a:lnTo>
                      <a:pt x="20" y="14"/>
                    </a:lnTo>
                    <a:cubicBezTo>
                      <a:pt x="24" y="12"/>
                      <a:pt x="26" y="6"/>
                      <a:pt x="21"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9"/>
              <p:cNvSpPr/>
              <p:nvPr/>
            </p:nvSpPr>
            <p:spPr>
              <a:xfrm>
                <a:off x="3439445" y="-992015"/>
                <a:ext cx="24480" cy="38520"/>
              </a:xfrm>
              <a:custGeom>
                <a:rect b="b" l="l" r="r" t="t"/>
                <a:pathLst>
                  <a:path extrusionOk="0" h="107" w="68">
                    <a:moveTo>
                      <a:pt x="22" y="38"/>
                    </a:moveTo>
                    <a:cubicBezTo>
                      <a:pt x="23" y="40"/>
                      <a:pt x="24" y="42"/>
                      <a:pt x="25" y="44"/>
                    </a:cubicBezTo>
                    <a:cubicBezTo>
                      <a:pt x="29" y="50"/>
                      <a:pt x="32" y="57"/>
                      <a:pt x="34" y="64"/>
                    </a:cubicBezTo>
                    <a:cubicBezTo>
                      <a:pt x="36" y="71"/>
                      <a:pt x="39" y="78"/>
                      <a:pt x="42" y="84"/>
                    </a:cubicBezTo>
                    <a:cubicBezTo>
                      <a:pt x="46" y="91"/>
                      <a:pt x="51" y="97"/>
                      <a:pt x="56" y="102"/>
                    </a:cubicBezTo>
                    <a:cubicBezTo>
                      <a:pt x="62" y="106"/>
                      <a:pt x="67" y="99"/>
                      <a:pt x="65" y="94"/>
                    </a:cubicBezTo>
                    <a:cubicBezTo>
                      <a:pt x="60" y="82"/>
                      <a:pt x="63" y="68"/>
                      <a:pt x="59" y="56"/>
                    </a:cubicBezTo>
                    <a:cubicBezTo>
                      <a:pt x="57" y="49"/>
                      <a:pt x="54" y="42"/>
                      <a:pt x="50" y="36"/>
                    </a:cubicBezTo>
                    <a:lnTo>
                      <a:pt x="50" y="35"/>
                    </a:lnTo>
                    <a:cubicBezTo>
                      <a:pt x="42" y="23"/>
                      <a:pt x="34" y="11"/>
                      <a:pt x="26" y="0"/>
                    </a:cubicBezTo>
                    <a:lnTo>
                      <a:pt x="0" y="3"/>
                    </a:lnTo>
                    <a:cubicBezTo>
                      <a:pt x="5" y="10"/>
                      <a:pt x="10" y="17"/>
                      <a:pt x="15" y="25"/>
                    </a:cubicBezTo>
                    <a:cubicBezTo>
                      <a:pt x="17" y="29"/>
                      <a:pt x="20" y="34"/>
                      <a:pt x="22" y="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9"/>
              <p:cNvSpPr/>
              <p:nvPr/>
            </p:nvSpPr>
            <p:spPr>
              <a:xfrm>
                <a:off x="3438365" y="-997055"/>
                <a:ext cx="10440" cy="6480"/>
              </a:xfrm>
              <a:custGeom>
                <a:rect b="b" l="l" r="r" t="t"/>
                <a:pathLst>
                  <a:path extrusionOk="0" h="18" w="29">
                    <a:moveTo>
                      <a:pt x="18" y="3"/>
                    </a:moveTo>
                    <a:cubicBezTo>
                      <a:pt x="17" y="3"/>
                      <a:pt x="17" y="2"/>
                      <a:pt x="16" y="1"/>
                    </a:cubicBezTo>
                    <a:cubicBezTo>
                      <a:pt x="14" y="0"/>
                      <a:pt x="12" y="0"/>
                      <a:pt x="11" y="0"/>
                    </a:cubicBezTo>
                    <a:cubicBezTo>
                      <a:pt x="9" y="0"/>
                      <a:pt x="7" y="0"/>
                      <a:pt x="5" y="1"/>
                    </a:cubicBezTo>
                    <a:cubicBezTo>
                      <a:pt x="3" y="2"/>
                      <a:pt x="3" y="3"/>
                      <a:pt x="2" y="5"/>
                    </a:cubicBezTo>
                    <a:cubicBezTo>
                      <a:pt x="1" y="7"/>
                      <a:pt x="0" y="8"/>
                      <a:pt x="0" y="10"/>
                    </a:cubicBezTo>
                    <a:cubicBezTo>
                      <a:pt x="0" y="12"/>
                      <a:pt x="1" y="14"/>
                      <a:pt x="2" y="15"/>
                    </a:cubicBezTo>
                    <a:cubicBezTo>
                      <a:pt x="2" y="16"/>
                      <a:pt x="2" y="16"/>
                      <a:pt x="3" y="17"/>
                    </a:cubicBezTo>
                    <a:lnTo>
                      <a:pt x="28" y="14"/>
                    </a:lnTo>
                    <a:cubicBezTo>
                      <a:pt x="25" y="10"/>
                      <a:pt x="22" y="7"/>
                      <a:pt x="18" y="3"/>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9"/>
              <p:cNvSpPr/>
              <p:nvPr/>
            </p:nvSpPr>
            <p:spPr>
              <a:xfrm>
                <a:off x="3461045" y="-1002095"/>
                <a:ext cx="7920" cy="2160"/>
              </a:xfrm>
              <a:custGeom>
                <a:rect b="b" l="l" r="r" t="t"/>
                <a:pathLst>
                  <a:path extrusionOk="0" h="6" w="22">
                    <a:moveTo>
                      <a:pt x="9" y="0"/>
                    </a:moveTo>
                    <a:lnTo>
                      <a:pt x="8" y="0"/>
                    </a:lnTo>
                    <a:cubicBezTo>
                      <a:pt x="7" y="0"/>
                      <a:pt x="6" y="0"/>
                      <a:pt x="4" y="1"/>
                    </a:cubicBezTo>
                    <a:cubicBezTo>
                      <a:pt x="2" y="2"/>
                      <a:pt x="1" y="3"/>
                      <a:pt x="0" y="4"/>
                    </a:cubicBezTo>
                    <a:cubicBezTo>
                      <a:pt x="0" y="5"/>
                      <a:pt x="0" y="5"/>
                      <a:pt x="0" y="5"/>
                    </a:cubicBezTo>
                    <a:lnTo>
                      <a:pt x="21" y="5"/>
                    </a:lnTo>
                    <a:cubicBezTo>
                      <a:pt x="20" y="4"/>
                      <a:pt x="19" y="3"/>
                      <a:pt x="18" y="3"/>
                    </a:cubicBezTo>
                    <a:cubicBezTo>
                      <a:pt x="15" y="1"/>
                      <a:pt x="12" y="0"/>
                      <a:pt x="9"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9"/>
              <p:cNvSpPr/>
              <p:nvPr/>
            </p:nvSpPr>
            <p:spPr>
              <a:xfrm>
                <a:off x="3463925" y="-993455"/>
                <a:ext cx="15840" cy="24840"/>
              </a:xfrm>
              <a:custGeom>
                <a:rect b="b" l="l" r="r" t="t"/>
                <a:pathLst>
                  <a:path extrusionOk="0" h="69" w="44">
                    <a:moveTo>
                      <a:pt x="23" y="64"/>
                    </a:moveTo>
                    <a:cubicBezTo>
                      <a:pt x="30" y="65"/>
                      <a:pt x="37" y="66"/>
                      <a:pt x="43" y="68"/>
                    </a:cubicBezTo>
                    <a:cubicBezTo>
                      <a:pt x="43" y="67"/>
                      <a:pt x="43" y="67"/>
                      <a:pt x="43" y="66"/>
                    </a:cubicBezTo>
                    <a:cubicBezTo>
                      <a:pt x="43" y="65"/>
                      <a:pt x="43" y="64"/>
                      <a:pt x="43" y="63"/>
                    </a:cubicBezTo>
                    <a:cubicBezTo>
                      <a:pt x="40" y="54"/>
                      <a:pt x="43" y="44"/>
                      <a:pt x="41" y="35"/>
                    </a:cubicBezTo>
                    <a:cubicBezTo>
                      <a:pt x="39" y="26"/>
                      <a:pt x="35" y="17"/>
                      <a:pt x="31" y="8"/>
                    </a:cubicBezTo>
                    <a:lnTo>
                      <a:pt x="27" y="0"/>
                    </a:lnTo>
                    <a:lnTo>
                      <a:pt x="0" y="0"/>
                    </a:lnTo>
                    <a:cubicBezTo>
                      <a:pt x="6" y="12"/>
                      <a:pt x="10" y="24"/>
                      <a:pt x="13" y="37"/>
                    </a:cubicBezTo>
                    <a:cubicBezTo>
                      <a:pt x="16" y="46"/>
                      <a:pt x="19" y="55"/>
                      <a:pt x="23" y="6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9"/>
              <p:cNvSpPr/>
              <p:nvPr/>
            </p:nvSpPr>
            <p:spPr>
              <a:xfrm>
                <a:off x="3460685" y="-1000295"/>
                <a:ext cx="13320" cy="7560"/>
              </a:xfrm>
              <a:custGeom>
                <a:rect b="b" l="l" r="r" t="t"/>
                <a:pathLst>
                  <a:path extrusionOk="0" h="21" w="37">
                    <a:moveTo>
                      <a:pt x="2" y="10"/>
                    </a:moveTo>
                    <a:cubicBezTo>
                      <a:pt x="5" y="12"/>
                      <a:pt x="7" y="14"/>
                      <a:pt x="8" y="17"/>
                    </a:cubicBezTo>
                    <a:cubicBezTo>
                      <a:pt x="9" y="18"/>
                      <a:pt x="9" y="19"/>
                      <a:pt x="10" y="20"/>
                    </a:cubicBezTo>
                    <a:lnTo>
                      <a:pt x="36" y="20"/>
                    </a:lnTo>
                    <a:cubicBezTo>
                      <a:pt x="36" y="18"/>
                      <a:pt x="35" y="16"/>
                      <a:pt x="34" y="14"/>
                    </a:cubicBezTo>
                    <a:cubicBezTo>
                      <a:pt x="31" y="9"/>
                      <a:pt x="27" y="4"/>
                      <a:pt x="22" y="0"/>
                    </a:cubicBezTo>
                    <a:lnTo>
                      <a:pt x="1" y="0"/>
                    </a:lnTo>
                    <a:cubicBezTo>
                      <a:pt x="0" y="1"/>
                      <a:pt x="0" y="3"/>
                      <a:pt x="0" y="4"/>
                    </a:cubicBezTo>
                    <a:cubicBezTo>
                      <a:pt x="0" y="5"/>
                      <a:pt x="0" y="7"/>
                      <a:pt x="1" y="8"/>
                    </a:cubicBezTo>
                    <a:cubicBezTo>
                      <a:pt x="1" y="9"/>
                      <a:pt x="2" y="9"/>
                      <a:pt x="2"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9"/>
              <p:cNvSpPr/>
              <p:nvPr/>
            </p:nvSpPr>
            <p:spPr>
              <a:xfrm>
                <a:off x="3472205" y="-970415"/>
                <a:ext cx="7560" cy="3600"/>
              </a:xfrm>
              <a:custGeom>
                <a:rect b="b" l="l" r="r" t="t"/>
                <a:pathLst>
                  <a:path extrusionOk="0" h="10" w="21">
                    <a:moveTo>
                      <a:pt x="0" y="0"/>
                    </a:moveTo>
                    <a:cubicBezTo>
                      <a:pt x="2" y="3"/>
                      <a:pt x="5" y="5"/>
                      <a:pt x="7" y="7"/>
                    </a:cubicBezTo>
                    <a:cubicBezTo>
                      <a:pt x="8" y="8"/>
                      <a:pt x="10" y="8"/>
                      <a:pt x="11" y="8"/>
                    </a:cubicBezTo>
                    <a:cubicBezTo>
                      <a:pt x="11" y="8"/>
                      <a:pt x="12" y="9"/>
                      <a:pt x="13" y="9"/>
                    </a:cubicBezTo>
                    <a:cubicBezTo>
                      <a:pt x="14" y="9"/>
                      <a:pt x="15" y="9"/>
                      <a:pt x="17" y="8"/>
                    </a:cubicBezTo>
                    <a:cubicBezTo>
                      <a:pt x="19" y="7"/>
                      <a:pt x="19" y="6"/>
                      <a:pt x="19" y="5"/>
                    </a:cubicBezTo>
                    <a:cubicBezTo>
                      <a:pt x="19" y="5"/>
                      <a:pt x="19" y="4"/>
                      <a:pt x="20" y="4"/>
                    </a:cubicBezTo>
                    <a:cubicBezTo>
                      <a:pt x="13" y="2"/>
                      <a:pt x="7" y="1"/>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9"/>
              <p:cNvSpPr/>
              <p:nvPr/>
            </p:nvSpPr>
            <p:spPr>
              <a:xfrm>
                <a:off x="3483365" y="-993455"/>
                <a:ext cx="24480" cy="37800"/>
              </a:xfrm>
              <a:custGeom>
                <a:rect b="b" l="l" r="r" t="t"/>
                <a:pathLst>
                  <a:path extrusionOk="0" h="105" w="68">
                    <a:moveTo>
                      <a:pt x="38" y="71"/>
                    </a:moveTo>
                    <a:cubicBezTo>
                      <a:pt x="41" y="83"/>
                      <a:pt x="43" y="93"/>
                      <a:pt x="54" y="100"/>
                    </a:cubicBezTo>
                    <a:cubicBezTo>
                      <a:pt x="61" y="104"/>
                      <a:pt x="67" y="96"/>
                      <a:pt x="64" y="90"/>
                    </a:cubicBezTo>
                    <a:cubicBezTo>
                      <a:pt x="63" y="85"/>
                      <a:pt x="62" y="81"/>
                      <a:pt x="61" y="76"/>
                    </a:cubicBezTo>
                    <a:cubicBezTo>
                      <a:pt x="60" y="75"/>
                      <a:pt x="59" y="75"/>
                      <a:pt x="58" y="74"/>
                    </a:cubicBezTo>
                    <a:cubicBezTo>
                      <a:pt x="56" y="73"/>
                      <a:pt x="55" y="72"/>
                      <a:pt x="54" y="70"/>
                    </a:cubicBezTo>
                    <a:cubicBezTo>
                      <a:pt x="53" y="68"/>
                      <a:pt x="52" y="66"/>
                      <a:pt x="52" y="64"/>
                    </a:cubicBezTo>
                    <a:cubicBezTo>
                      <a:pt x="52" y="62"/>
                      <a:pt x="53" y="60"/>
                      <a:pt x="54" y="58"/>
                    </a:cubicBezTo>
                    <a:cubicBezTo>
                      <a:pt x="54" y="57"/>
                      <a:pt x="54" y="57"/>
                      <a:pt x="55" y="56"/>
                    </a:cubicBezTo>
                    <a:cubicBezTo>
                      <a:pt x="54" y="53"/>
                      <a:pt x="52" y="50"/>
                      <a:pt x="51" y="48"/>
                    </a:cubicBezTo>
                    <a:cubicBezTo>
                      <a:pt x="49" y="46"/>
                      <a:pt x="48" y="44"/>
                      <a:pt x="47" y="42"/>
                    </a:cubicBezTo>
                    <a:cubicBezTo>
                      <a:pt x="38" y="28"/>
                      <a:pt x="30" y="13"/>
                      <a:pt x="21" y="0"/>
                    </a:cubicBezTo>
                    <a:lnTo>
                      <a:pt x="0" y="0"/>
                    </a:lnTo>
                    <a:cubicBezTo>
                      <a:pt x="1" y="1"/>
                      <a:pt x="2" y="3"/>
                      <a:pt x="3" y="5"/>
                    </a:cubicBezTo>
                    <a:cubicBezTo>
                      <a:pt x="7" y="12"/>
                      <a:pt x="11" y="20"/>
                      <a:pt x="15" y="28"/>
                    </a:cubicBezTo>
                    <a:cubicBezTo>
                      <a:pt x="18" y="33"/>
                      <a:pt x="20" y="37"/>
                      <a:pt x="23" y="42"/>
                    </a:cubicBezTo>
                    <a:cubicBezTo>
                      <a:pt x="28" y="51"/>
                      <a:pt x="34" y="61"/>
                      <a:pt x="38" y="7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9"/>
              <p:cNvSpPr/>
              <p:nvPr/>
            </p:nvSpPr>
            <p:spPr>
              <a:xfrm>
                <a:off x="3483365" y="-1000655"/>
                <a:ext cx="2160" cy="360"/>
              </a:xfrm>
              <a:custGeom>
                <a:rect b="b" l="l" r="r" t="t"/>
                <a:pathLst>
                  <a:path extrusionOk="0" h="1" w="6">
                    <a:moveTo>
                      <a:pt x="0" y="0"/>
                    </a:moveTo>
                    <a:lnTo>
                      <a:pt x="5" y="0"/>
                    </a:lnTo>
                    <a:cubicBezTo>
                      <a:pt x="4" y="0"/>
                      <a:pt x="3" y="0"/>
                      <a:pt x="2" y="0"/>
                    </a:cubicBezTo>
                    <a:cubicBezTo>
                      <a:pt x="1" y="0"/>
                      <a:pt x="0" y="0"/>
                      <a:pt x="0"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9"/>
              <p:cNvSpPr/>
              <p:nvPr/>
            </p:nvSpPr>
            <p:spPr>
              <a:xfrm>
                <a:off x="3502085" y="-973295"/>
                <a:ext cx="3600" cy="7560"/>
              </a:xfrm>
              <a:custGeom>
                <a:rect b="b" l="l" r="r" t="t"/>
                <a:pathLst>
                  <a:path extrusionOk="0" h="21" w="10">
                    <a:moveTo>
                      <a:pt x="3" y="0"/>
                    </a:moveTo>
                    <a:cubicBezTo>
                      <a:pt x="2" y="1"/>
                      <a:pt x="2" y="1"/>
                      <a:pt x="2" y="2"/>
                    </a:cubicBezTo>
                    <a:cubicBezTo>
                      <a:pt x="1" y="4"/>
                      <a:pt x="0" y="6"/>
                      <a:pt x="0" y="8"/>
                    </a:cubicBezTo>
                    <a:cubicBezTo>
                      <a:pt x="0" y="10"/>
                      <a:pt x="1" y="12"/>
                      <a:pt x="2" y="14"/>
                    </a:cubicBezTo>
                    <a:cubicBezTo>
                      <a:pt x="3" y="16"/>
                      <a:pt x="4" y="17"/>
                      <a:pt x="6" y="18"/>
                    </a:cubicBezTo>
                    <a:cubicBezTo>
                      <a:pt x="7" y="19"/>
                      <a:pt x="8" y="19"/>
                      <a:pt x="9" y="20"/>
                    </a:cubicBezTo>
                    <a:cubicBezTo>
                      <a:pt x="9" y="17"/>
                      <a:pt x="8" y="14"/>
                      <a:pt x="8" y="12"/>
                    </a:cubicBezTo>
                    <a:cubicBezTo>
                      <a:pt x="7" y="8"/>
                      <a:pt x="5" y="4"/>
                      <a:pt x="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9"/>
              <p:cNvSpPr/>
              <p:nvPr/>
            </p:nvSpPr>
            <p:spPr>
              <a:xfrm>
                <a:off x="3481205" y="-1000655"/>
                <a:ext cx="10080" cy="7560"/>
              </a:xfrm>
              <a:custGeom>
                <a:rect b="b" l="l" r="r" t="t"/>
                <a:pathLst>
                  <a:path extrusionOk="0" h="21" w="28">
                    <a:moveTo>
                      <a:pt x="2" y="15"/>
                    </a:moveTo>
                    <a:cubicBezTo>
                      <a:pt x="3" y="17"/>
                      <a:pt x="4" y="18"/>
                      <a:pt x="5" y="20"/>
                    </a:cubicBezTo>
                    <a:lnTo>
                      <a:pt x="27" y="20"/>
                    </a:lnTo>
                    <a:cubicBezTo>
                      <a:pt x="23" y="14"/>
                      <a:pt x="19" y="8"/>
                      <a:pt x="15" y="3"/>
                    </a:cubicBezTo>
                    <a:cubicBezTo>
                      <a:pt x="14" y="2"/>
                      <a:pt x="13" y="1"/>
                      <a:pt x="12" y="1"/>
                    </a:cubicBezTo>
                    <a:lnTo>
                      <a:pt x="11" y="0"/>
                    </a:lnTo>
                    <a:lnTo>
                      <a:pt x="6" y="0"/>
                    </a:lnTo>
                    <a:cubicBezTo>
                      <a:pt x="5" y="0"/>
                      <a:pt x="5" y="1"/>
                      <a:pt x="5" y="1"/>
                    </a:cubicBezTo>
                    <a:cubicBezTo>
                      <a:pt x="3" y="2"/>
                      <a:pt x="2" y="2"/>
                      <a:pt x="1" y="4"/>
                    </a:cubicBezTo>
                    <a:cubicBezTo>
                      <a:pt x="0" y="6"/>
                      <a:pt x="0" y="7"/>
                      <a:pt x="0" y="9"/>
                    </a:cubicBezTo>
                    <a:cubicBezTo>
                      <a:pt x="0" y="10"/>
                      <a:pt x="0" y="13"/>
                      <a:pt x="1" y="14"/>
                    </a:cubicBezTo>
                    <a:lnTo>
                      <a:pt x="2" y="1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9"/>
              <p:cNvSpPr/>
              <p:nvPr/>
            </p:nvSpPr>
            <p:spPr>
              <a:xfrm>
                <a:off x="3514685" y="-966815"/>
                <a:ext cx="10080" cy="6120"/>
              </a:xfrm>
              <a:custGeom>
                <a:rect b="b" l="l" r="r" t="t"/>
                <a:pathLst>
                  <a:path extrusionOk="0" h="17" w="28">
                    <a:moveTo>
                      <a:pt x="16" y="15"/>
                    </a:moveTo>
                    <a:cubicBezTo>
                      <a:pt x="17" y="16"/>
                      <a:pt x="18" y="16"/>
                      <a:pt x="19" y="16"/>
                    </a:cubicBezTo>
                    <a:cubicBezTo>
                      <a:pt x="21" y="16"/>
                      <a:pt x="22" y="16"/>
                      <a:pt x="23" y="15"/>
                    </a:cubicBezTo>
                    <a:cubicBezTo>
                      <a:pt x="24" y="14"/>
                      <a:pt x="25" y="13"/>
                      <a:pt x="26" y="12"/>
                    </a:cubicBezTo>
                    <a:cubicBezTo>
                      <a:pt x="27" y="11"/>
                      <a:pt x="27" y="9"/>
                      <a:pt x="27" y="8"/>
                    </a:cubicBezTo>
                    <a:cubicBezTo>
                      <a:pt x="27" y="7"/>
                      <a:pt x="27" y="6"/>
                      <a:pt x="27" y="5"/>
                    </a:cubicBezTo>
                    <a:lnTo>
                      <a:pt x="25" y="0"/>
                    </a:lnTo>
                    <a:lnTo>
                      <a:pt x="0" y="1"/>
                    </a:lnTo>
                    <a:cubicBezTo>
                      <a:pt x="3" y="6"/>
                      <a:pt x="8" y="11"/>
                      <a:pt x="13" y="14"/>
                    </a:cubicBezTo>
                    <a:cubicBezTo>
                      <a:pt x="14" y="14"/>
                      <a:pt x="15" y="15"/>
                      <a:pt x="16"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9"/>
              <p:cNvSpPr/>
              <p:nvPr/>
            </p:nvSpPr>
            <p:spPr>
              <a:xfrm>
                <a:off x="3501725" y="-993455"/>
                <a:ext cx="19440" cy="19440"/>
              </a:xfrm>
              <a:custGeom>
                <a:rect b="b" l="l" r="r" t="t"/>
                <a:pathLst>
                  <a:path extrusionOk="0" h="54" w="54">
                    <a:moveTo>
                      <a:pt x="8" y="9"/>
                    </a:moveTo>
                    <a:cubicBezTo>
                      <a:pt x="10" y="14"/>
                      <a:pt x="11" y="18"/>
                      <a:pt x="13" y="22"/>
                    </a:cubicBezTo>
                    <a:cubicBezTo>
                      <a:pt x="17" y="33"/>
                      <a:pt x="21" y="42"/>
                      <a:pt x="25" y="53"/>
                    </a:cubicBezTo>
                    <a:cubicBezTo>
                      <a:pt x="34" y="53"/>
                      <a:pt x="44" y="51"/>
                      <a:pt x="53" y="51"/>
                    </a:cubicBezTo>
                    <a:cubicBezTo>
                      <a:pt x="50" y="42"/>
                      <a:pt x="47" y="33"/>
                      <a:pt x="43" y="25"/>
                    </a:cubicBezTo>
                    <a:cubicBezTo>
                      <a:pt x="39" y="17"/>
                      <a:pt x="35" y="9"/>
                      <a:pt x="30" y="1"/>
                    </a:cubicBezTo>
                    <a:lnTo>
                      <a:pt x="30" y="0"/>
                    </a:lnTo>
                    <a:lnTo>
                      <a:pt x="0" y="0"/>
                    </a:lnTo>
                    <a:cubicBezTo>
                      <a:pt x="2" y="3"/>
                      <a:pt x="5" y="3"/>
                      <a:pt x="8"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9"/>
              <p:cNvSpPr/>
              <p:nvPr/>
            </p:nvSpPr>
            <p:spPr>
              <a:xfrm>
                <a:off x="3499565" y="-1000655"/>
                <a:ext cx="13320" cy="7560"/>
              </a:xfrm>
              <a:custGeom>
                <a:rect b="b" l="l" r="r" t="t"/>
                <a:pathLst>
                  <a:path extrusionOk="0" h="21" w="37">
                    <a:moveTo>
                      <a:pt x="29" y="10"/>
                    </a:moveTo>
                    <a:cubicBezTo>
                      <a:pt x="27" y="9"/>
                      <a:pt x="16" y="2"/>
                      <a:pt x="16" y="4"/>
                    </a:cubicBezTo>
                    <a:cubicBezTo>
                      <a:pt x="15" y="0"/>
                      <a:pt x="0" y="10"/>
                      <a:pt x="5" y="18"/>
                    </a:cubicBezTo>
                    <a:lnTo>
                      <a:pt x="6" y="20"/>
                    </a:lnTo>
                    <a:lnTo>
                      <a:pt x="36" y="20"/>
                    </a:lnTo>
                    <a:cubicBezTo>
                      <a:pt x="33" y="17"/>
                      <a:pt x="31" y="13"/>
                      <a:pt x="29" y="1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9"/>
              <p:cNvSpPr/>
              <p:nvPr/>
            </p:nvSpPr>
            <p:spPr>
              <a:xfrm>
                <a:off x="3511085" y="-975455"/>
                <a:ext cx="12960" cy="9360"/>
              </a:xfrm>
              <a:custGeom>
                <a:rect b="b" l="l" r="r" t="t"/>
                <a:pathLst>
                  <a:path extrusionOk="0" h="26" w="36">
                    <a:moveTo>
                      <a:pt x="0" y="2"/>
                    </a:moveTo>
                    <a:lnTo>
                      <a:pt x="3" y="11"/>
                    </a:lnTo>
                    <a:cubicBezTo>
                      <a:pt x="5" y="15"/>
                      <a:pt x="7" y="19"/>
                      <a:pt x="9" y="23"/>
                    </a:cubicBezTo>
                    <a:cubicBezTo>
                      <a:pt x="9" y="24"/>
                      <a:pt x="10" y="24"/>
                      <a:pt x="10" y="25"/>
                    </a:cubicBezTo>
                    <a:lnTo>
                      <a:pt x="35" y="24"/>
                    </a:lnTo>
                    <a:cubicBezTo>
                      <a:pt x="32" y="16"/>
                      <a:pt x="30" y="8"/>
                      <a:pt x="27" y="0"/>
                    </a:cubicBezTo>
                    <a:cubicBezTo>
                      <a:pt x="18" y="2"/>
                      <a:pt x="9" y="2"/>
                      <a:pt x="0"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9"/>
              <p:cNvSpPr/>
              <p:nvPr/>
            </p:nvSpPr>
            <p:spPr>
              <a:xfrm>
                <a:off x="3532685" y="-968615"/>
                <a:ext cx="16560" cy="24480"/>
              </a:xfrm>
              <a:custGeom>
                <a:rect b="b" l="l" r="r" t="t"/>
                <a:pathLst>
                  <a:path extrusionOk="0" h="68" w="46">
                    <a:moveTo>
                      <a:pt x="7" y="17"/>
                    </a:moveTo>
                    <a:cubicBezTo>
                      <a:pt x="13" y="32"/>
                      <a:pt x="20" y="54"/>
                      <a:pt x="34" y="63"/>
                    </a:cubicBezTo>
                    <a:cubicBezTo>
                      <a:pt x="40" y="67"/>
                      <a:pt x="45" y="60"/>
                      <a:pt x="43" y="55"/>
                    </a:cubicBezTo>
                    <a:cubicBezTo>
                      <a:pt x="42" y="44"/>
                      <a:pt x="39" y="32"/>
                      <a:pt x="36" y="21"/>
                    </a:cubicBezTo>
                    <a:lnTo>
                      <a:pt x="27" y="0"/>
                    </a:lnTo>
                    <a:lnTo>
                      <a:pt x="0" y="3"/>
                    </a:lnTo>
                    <a:lnTo>
                      <a:pt x="7" y="17"/>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9"/>
              <p:cNvSpPr/>
              <p:nvPr/>
            </p:nvSpPr>
            <p:spPr>
              <a:xfrm>
                <a:off x="3523325" y="-993095"/>
                <a:ext cx="15840" cy="17280"/>
              </a:xfrm>
              <a:custGeom>
                <a:rect b="b" l="l" r="r" t="t"/>
                <a:pathLst>
                  <a:path extrusionOk="0" h="48" w="44">
                    <a:moveTo>
                      <a:pt x="1" y="9"/>
                    </a:moveTo>
                    <a:cubicBezTo>
                      <a:pt x="7" y="19"/>
                      <a:pt x="11" y="29"/>
                      <a:pt x="13" y="40"/>
                    </a:cubicBezTo>
                    <a:cubicBezTo>
                      <a:pt x="13" y="42"/>
                      <a:pt x="15" y="45"/>
                      <a:pt x="16" y="47"/>
                    </a:cubicBezTo>
                    <a:cubicBezTo>
                      <a:pt x="25" y="47"/>
                      <a:pt x="34" y="46"/>
                      <a:pt x="43" y="46"/>
                    </a:cubicBezTo>
                    <a:cubicBezTo>
                      <a:pt x="40" y="39"/>
                      <a:pt x="37" y="33"/>
                      <a:pt x="34" y="27"/>
                    </a:cubicBezTo>
                    <a:cubicBezTo>
                      <a:pt x="28" y="18"/>
                      <a:pt x="22" y="9"/>
                      <a:pt x="15" y="1"/>
                    </a:cubicBezTo>
                    <a:cubicBezTo>
                      <a:pt x="11" y="1"/>
                      <a:pt x="7" y="1"/>
                      <a:pt x="2" y="0"/>
                    </a:cubicBezTo>
                    <a:lnTo>
                      <a:pt x="1" y="1"/>
                    </a:lnTo>
                    <a:cubicBezTo>
                      <a:pt x="0" y="2"/>
                      <a:pt x="0" y="4"/>
                      <a:pt x="0" y="5"/>
                    </a:cubicBezTo>
                    <a:cubicBezTo>
                      <a:pt x="0" y="6"/>
                      <a:pt x="0" y="8"/>
                      <a:pt x="1"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9"/>
              <p:cNvSpPr/>
              <p:nvPr/>
            </p:nvSpPr>
            <p:spPr>
              <a:xfrm>
                <a:off x="3529085" y="-976895"/>
                <a:ext cx="13680" cy="9720"/>
              </a:xfrm>
              <a:custGeom>
                <a:rect b="b" l="l" r="r" t="t"/>
                <a:pathLst>
                  <a:path extrusionOk="0" h="27" w="38">
                    <a:moveTo>
                      <a:pt x="27" y="0"/>
                    </a:moveTo>
                    <a:cubicBezTo>
                      <a:pt x="18" y="0"/>
                      <a:pt x="9" y="1"/>
                      <a:pt x="0" y="2"/>
                    </a:cubicBezTo>
                    <a:cubicBezTo>
                      <a:pt x="3" y="10"/>
                      <a:pt x="6" y="18"/>
                      <a:pt x="10" y="26"/>
                    </a:cubicBezTo>
                    <a:lnTo>
                      <a:pt x="37" y="23"/>
                    </a:lnTo>
                    <a:cubicBezTo>
                      <a:pt x="34" y="18"/>
                      <a:pt x="32" y="13"/>
                      <a:pt x="30" y="7"/>
                    </a:cubicBezTo>
                    <a:lnTo>
                      <a:pt x="27"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9"/>
              <p:cNvSpPr/>
              <p:nvPr/>
            </p:nvSpPr>
            <p:spPr>
              <a:xfrm>
                <a:off x="3524045" y="-994175"/>
                <a:ext cx="5040" cy="1800"/>
              </a:xfrm>
              <a:custGeom>
                <a:rect b="b" l="l" r="r" t="t"/>
                <a:pathLst>
                  <a:path extrusionOk="0" h="5" w="14">
                    <a:moveTo>
                      <a:pt x="12" y="3"/>
                    </a:moveTo>
                    <a:cubicBezTo>
                      <a:pt x="11" y="2"/>
                      <a:pt x="11" y="2"/>
                      <a:pt x="10" y="1"/>
                    </a:cubicBezTo>
                    <a:cubicBezTo>
                      <a:pt x="9" y="1"/>
                      <a:pt x="7" y="0"/>
                      <a:pt x="6" y="0"/>
                    </a:cubicBezTo>
                    <a:cubicBezTo>
                      <a:pt x="4" y="0"/>
                      <a:pt x="3" y="1"/>
                      <a:pt x="2" y="1"/>
                    </a:cubicBezTo>
                    <a:cubicBezTo>
                      <a:pt x="1" y="2"/>
                      <a:pt x="1" y="2"/>
                      <a:pt x="0" y="3"/>
                    </a:cubicBezTo>
                    <a:cubicBezTo>
                      <a:pt x="4" y="3"/>
                      <a:pt x="8" y="3"/>
                      <a:pt x="13" y="4"/>
                    </a:cubicBezTo>
                    <a:lnTo>
                      <a:pt x="1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9"/>
              <p:cNvSpPr/>
              <p:nvPr/>
            </p:nvSpPr>
            <p:spPr>
              <a:xfrm>
                <a:off x="3540245" y="-988775"/>
                <a:ext cx="13320" cy="12960"/>
              </a:xfrm>
              <a:custGeom>
                <a:rect b="b" l="l" r="r" t="t"/>
                <a:pathLst>
                  <a:path extrusionOk="0" h="36" w="37">
                    <a:moveTo>
                      <a:pt x="0" y="7"/>
                    </a:moveTo>
                    <a:cubicBezTo>
                      <a:pt x="3" y="16"/>
                      <a:pt x="5" y="24"/>
                      <a:pt x="7" y="33"/>
                    </a:cubicBezTo>
                    <a:cubicBezTo>
                      <a:pt x="12" y="33"/>
                      <a:pt x="18" y="33"/>
                      <a:pt x="23" y="33"/>
                    </a:cubicBezTo>
                    <a:cubicBezTo>
                      <a:pt x="36" y="35"/>
                      <a:pt x="9" y="6"/>
                      <a:pt x="15" y="14"/>
                    </a:cubicBezTo>
                    <a:cubicBezTo>
                      <a:pt x="11" y="8"/>
                      <a:pt x="6" y="4"/>
                      <a:pt x="1" y="0"/>
                    </a:cubicBezTo>
                    <a:lnTo>
                      <a:pt x="1" y="1"/>
                    </a:lnTo>
                    <a:cubicBezTo>
                      <a:pt x="0" y="2"/>
                      <a:pt x="0" y="3"/>
                      <a:pt x="0" y="4"/>
                    </a:cubicBezTo>
                    <a:cubicBezTo>
                      <a:pt x="0" y="5"/>
                      <a:pt x="0" y="6"/>
                      <a:pt x="0"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9"/>
              <p:cNvSpPr/>
              <p:nvPr/>
            </p:nvSpPr>
            <p:spPr>
              <a:xfrm>
                <a:off x="3546725" y="-969695"/>
                <a:ext cx="11520" cy="15480"/>
              </a:xfrm>
              <a:custGeom>
                <a:rect b="b" l="l" r="r" t="t"/>
                <a:pathLst>
                  <a:path extrusionOk="0" h="43" w="32">
                    <a:moveTo>
                      <a:pt x="1" y="6"/>
                    </a:moveTo>
                    <a:cubicBezTo>
                      <a:pt x="1" y="13"/>
                      <a:pt x="3" y="19"/>
                      <a:pt x="6" y="24"/>
                    </a:cubicBezTo>
                    <a:cubicBezTo>
                      <a:pt x="10" y="30"/>
                      <a:pt x="15" y="35"/>
                      <a:pt x="20" y="39"/>
                    </a:cubicBezTo>
                    <a:cubicBezTo>
                      <a:pt x="25" y="42"/>
                      <a:pt x="31" y="36"/>
                      <a:pt x="29" y="31"/>
                    </a:cubicBezTo>
                    <a:cubicBezTo>
                      <a:pt x="25" y="21"/>
                      <a:pt x="23" y="10"/>
                      <a:pt x="23" y="0"/>
                    </a:cubicBezTo>
                    <a:lnTo>
                      <a:pt x="0" y="3"/>
                    </a:lnTo>
                    <a:cubicBezTo>
                      <a:pt x="0" y="4"/>
                      <a:pt x="0" y="5"/>
                      <a:pt x="1" y="6"/>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9"/>
              <p:cNvSpPr/>
              <p:nvPr/>
            </p:nvSpPr>
            <p:spPr>
              <a:xfrm>
                <a:off x="3540245" y="-989135"/>
                <a:ext cx="14760" cy="20880"/>
              </a:xfrm>
              <a:custGeom>
                <a:rect b="b" l="l" r="r" t="t"/>
                <a:pathLst>
                  <a:path extrusionOk="0" h="58" w="41">
                    <a:moveTo>
                      <a:pt x="15" y="15"/>
                    </a:moveTo>
                    <a:cubicBezTo>
                      <a:pt x="9" y="8"/>
                      <a:pt x="36" y="37"/>
                      <a:pt x="23" y="35"/>
                    </a:cubicBezTo>
                    <a:cubicBezTo>
                      <a:pt x="18" y="35"/>
                      <a:pt x="12" y="35"/>
                      <a:pt x="7" y="35"/>
                    </a:cubicBezTo>
                    <a:lnTo>
                      <a:pt x="7" y="37"/>
                    </a:lnTo>
                    <a:cubicBezTo>
                      <a:pt x="9" y="44"/>
                      <a:pt x="14" y="49"/>
                      <a:pt x="17" y="57"/>
                    </a:cubicBezTo>
                    <a:lnTo>
                      <a:pt x="40" y="54"/>
                    </a:lnTo>
                    <a:cubicBezTo>
                      <a:pt x="39" y="50"/>
                      <a:pt x="38" y="47"/>
                      <a:pt x="36" y="43"/>
                    </a:cubicBezTo>
                    <a:cubicBezTo>
                      <a:pt x="32" y="36"/>
                      <a:pt x="26" y="31"/>
                      <a:pt x="25" y="23"/>
                    </a:cubicBezTo>
                    <a:cubicBezTo>
                      <a:pt x="23" y="18"/>
                      <a:pt x="21" y="12"/>
                      <a:pt x="18" y="7"/>
                    </a:cubicBezTo>
                    <a:cubicBezTo>
                      <a:pt x="17" y="6"/>
                      <a:pt x="17" y="5"/>
                      <a:pt x="16" y="4"/>
                    </a:cubicBezTo>
                    <a:cubicBezTo>
                      <a:pt x="15" y="3"/>
                      <a:pt x="14" y="2"/>
                      <a:pt x="13" y="1"/>
                    </a:cubicBezTo>
                    <a:cubicBezTo>
                      <a:pt x="11" y="0"/>
                      <a:pt x="9" y="0"/>
                      <a:pt x="8" y="0"/>
                    </a:cubicBezTo>
                    <a:cubicBezTo>
                      <a:pt x="6" y="0"/>
                      <a:pt x="5" y="0"/>
                      <a:pt x="4" y="1"/>
                    </a:cubicBezTo>
                    <a:cubicBezTo>
                      <a:pt x="2" y="2"/>
                      <a:pt x="1" y="3"/>
                      <a:pt x="0" y="4"/>
                    </a:cubicBezTo>
                    <a:cubicBezTo>
                      <a:pt x="1" y="4"/>
                      <a:pt x="1" y="4"/>
                      <a:pt x="1" y="4"/>
                    </a:cubicBezTo>
                    <a:cubicBezTo>
                      <a:pt x="6" y="7"/>
                      <a:pt x="11" y="11"/>
                      <a:pt x="15" y="1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9"/>
              <p:cNvSpPr/>
              <p:nvPr/>
            </p:nvSpPr>
            <p:spPr>
              <a:xfrm>
                <a:off x="2405885" y="-715535"/>
                <a:ext cx="71640" cy="14400"/>
              </a:xfrm>
              <a:custGeom>
                <a:rect b="b" l="l" r="r" t="t"/>
                <a:pathLst>
                  <a:path extrusionOk="0" h="40" w="199">
                    <a:moveTo>
                      <a:pt x="4" y="25"/>
                    </a:moveTo>
                    <a:cubicBezTo>
                      <a:pt x="64" y="30"/>
                      <a:pt x="135" y="39"/>
                      <a:pt x="194" y="25"/>
                    </a:cubicBezTo>
                    <a:cubicBezTo>
                      <a:pt x="194" y="24"/>
                      <a:pt x="195" y="24"/>
                      <a:pt x="195" y="24"/>
                    </a:cubicBezTo>
                    <a:cubicBezTo>
                      <a:pt x="196" y="24"/>
                      <a:pt x="196" y="23"/>
                      <a:pt x="197" y="22"/>
                    </a:cubicBezTo>
                    <a:cubicBezTo>
                      <a:pt x="197" y="22"/>
                      <a:pt x="197" y="21"/>
                      <a:pt x="197" y="20"/>
                    </a:cubicBezTo>
                    <a:cubicBezTo>
                      <a:pt x="197" y="20"/>
                      <a:pt x="198" y="19"/>
                      <a:pt x="197" y="18"/>
                    </a:cubicBezTo>
                    <a:cubicBezTo>
                      <a:pt x="197" y="17"/>
                      <a:pt x="196" y="18"/>
                      <a:pt x="195" y="17"/>
                    </a:cubicBezTo>
                    <a:lnTo>
                      <a:pt x="194" y="16"/>
                    </a:lnTo>
                    <a:cubicBezTo>
                      <a:pt x="136" y="0"/>
                      <a:pt x="63" y="8"/>
                      <a:pt x="4" y="14"/>
                    </a:cubicBezTo>
                    <a:cubicBezTo>
                      <a:pt x="3" y="14"/>
                      <a:pt x="3" y="14"/>
                      <a:pt x="3" y="14"/>
                    </a:cubicBezTo>
                    <a:cubicBezTo>
                      <a:pt x="2" y="15"/>
                      <a:pt x="1" y="15"/>
                      <a:pt x="0" y="16"/>
                    </a:cubicBezTo>
                    <a:cubicBezTo>
                      <a:pt x="0" y="17"/>
                      <a:pt x="0" y="18"/>
                      <a:pt x="0" y="19"/>
                    </a:cubicBezTo>
                    <a:cubicBezTo>
                      <a:pt x="0" y="20"/>
                      <a:pt x="0" y="21"/>
                      <a:pt x="0" y="22"/>
                    </a:cubicBezTo>
                    <a:cubicBezTo>
                      <a:pt x="1" y="23"/>
                      <a:pt x="2" y="23"/>
                      <a:pt x="3" y="24"/>
                    </a:cubicBezTo>
                    <a:lnTo>
                      <a:pt x="4" y="2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9"/>
              <p:cNvSpPr/>
              <p:nvPr/>
            </p:nvSpPr>
            <p:spPr>
              <a:xfrm>
                <a:off x="2526485" y="-728495"/>
                <a:ext cx="510120" cy="21600"/>
              </a:xfrm>
              <a:custGeom>
                <a:rect b="b" l="l" r="r" t="t"/>
                <a:pathLst>
                  <a:path extrusionOk="0" h="60" w="1417">
                    <a:moveTo>
                      <a:pt x="1044" y="37"/>
                    </a:moveTo>
                    <a:cubicBezTo>
                      <a:pt x="1095" y="39"/>
                      <a:pt x="1147" y="37"/>
                      <a:pt x="1199" y="38"/>
                    </a:cubicBezTo>
                    <a:cubicBezTo>
                      <a:pt x="1234" y="40"/>
                      <a:pt x="1269" y="45"/>
                      <a:pt x="1303" y="53"/>
                    </a:cubicBezTo>
                    <a:cubicBezTo>
                      <a:pt x="1309" y="55"/>
                      <a:pt x="1326" y="56"/>
                      <a:pt x="1342" y="58"/>
                    </a:cubicBezTo>
                    <a:cubicBezTo>
                      <a:pt x="1342" y="57"/>
                      <a:pt x="1342" y="57"/>
                      <a:pt x="1342" y="56"/>
                    </a:cubicBezTo>
                    <a:cubicBezTo>
                      <a:pt x="1342" y="54"/>
                      <a:pt x="1343" y="52"/>
                      <a:pt x="1344" y="50"/>
                    </a:cubicBezTo>
                    <a:cubicBezTo>
                      <a:pt x="1345" y="48"/>
                      <a:pt x="1346" y="46"/>
                      <a:pt x="1348" y="45"/>
                    </a:cubicBezTo>
                    <a:cubicBezTo>
                      <a:pt x="1355" y="42"/>
                      <a:pt x="1361" y="39"/>
                      <a:pt x="1367" y="35"/>
                    </a:cubicBezTo>
                    <a:cubicBezTo>
                      <a:pt x="1384" y="25"/>
                      <a:pt x="1401" y="14"/>
                      <a:pt x="1416" y="0"/>
                    </a:cubicBezTo>
                    <a:cubicBezTo>
                      <a:pt x="1414" y="0"/>
                      <a:pt x="1412" y="0"/>
                      <a:pt x="1410" y="0"/>
                    </a:cubicBezTo>
                    <a:cubicBezTo>
                      <a:pt x="1407" y="0"/>
                      <a:pt x="1404" y="0"/>
                      <a:pt x="1401" y="2"/>
                    </a:cubicBezTo>
                    <a:lnTo>
                      <a:pt x="1400" y="3"/>
                    </a:lnTo>
                    <a:cubicBezTo>
                      <a:pt x="1347" y="39"/>
                      <a:pt x="1262" y="12"/>
                      <a:pt x="1203" y="14"/>
                    </a:cubicBezTo>
                    <a:cubicBezTo>
                      <a:pt x="1151" y="16"/>
                      <a:pt x="1099" y="11"/>
                      <a:pt x="1046" y="12"/>
                    </a:cubicBezTo>
                    <a:cubicBezTo>
                      <a:pt x="925" y="13"/>
                      <a:pt x="801" y="5"/>
                      <a:pt x="680" y="13"/>
                    </a:cubicBezTo>
                    <a:cubicBezTo>
                      <a:pt x="454" y="27"/>
                      <a:pt x="228" y="38"/>
                      <a:pt x="1" y="48"/>
                    </a:cubicBezTo>
                    <a:cubicBezTo>
                      <a:pt x="0" y="48"/>
                      <a:pt x="0" y="51"/>
                      <a:pt x="1" y="51"/>
                    </a:cubicBezTo>
                    <a:cubicBezTo>
                      <a:pt x="72" y="56"/>
                      <a:pt x="143" y="59"/>
                      <a:pt x="214" y="59"/>
                    </a:cubicBezTo>
                    <a:cubicBezTo>
                      <a:pt x="263" y="59"/>
                      <a:pt x="311" y="58"/>
                      <a:pt x="359" y="55"/>
                    </a:cubicBezTo>
                    <a:cubicBezTo>
                      <a:pt x="494" y="46"/>
                      <a:pt x="628" y="37"/>
                      <a:pt x="763" y="38"/>
                    </a:cubicBezTo>
                    <a:cubicBezTo>
                      <a:pt x="815" y="38"/>
                      <a:pt x="867" y="40"/>
                      <a:pt x="919" y="42"/>
                    </a:cubicBezTo>
                    <a:cubicBezTo>
                      <a:pt x="925" y="42"/>
                      <a:pt x="931" y="40"/>
                      <a:pt x="938" y="39"/>
                    </a:cubicBezTo>
                    <a:cubicBezTo>
                      <a:pt x="958" y="36"/>
                      <a:pt x="979" y="34"/>
                      <a:pt x="999" y="34"/>
                    </a:cubicBezTo>
                    <a:cubicBezTo>
                      <a:pt x="1014" y="34"/>
                      <a:pt x="1029" y="35"/>
                      <a:pt x="1044" y="3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9"/>
              <p:cNvSpPr/>
              <p:nvPr/>
            </p:nvSpPr>
            <p:spPr>
              <a:xfrm>
                <a:off x="2857325" y="-715895"/>
                <a:ext cx="153000" cy="10800"/>
              </a:xfrm>
              <a:custGeom>
                <a:rect b="b" l="l" r="r" t="t"/>
                <a:pathLst>
                  <a:path extrusionOk="0" h="30" w="425">
                    <a:moveTo>
                      <a:pt x="384" y="19"/>
                    </a:moveTo>
                    <a:cubicBezTo>
                      <a:pt x="350" y="10"/>
                      <a:pt x="315" y="5"/>
                      <a:pt x="280" y="3"/>
                    </a:cubicBezTo>
                    <a:cubicBezTo>
                      <a:pt x="228" y="2"/>
                      <a:pt x="176" y="3"/>
                      <a:pt x="125" y="2"/>
                    </a:cubicBezTo>
                    <a:cubicBezTo>
                      <a:pt x="110" y="0"/>
                      <a:pt x="96" y="0"/>
                      <a:pt x="81" y="0"/>
                    </a:cubicBezTo>
                    <a:cubicBezTo>
                      <a:pt x="61" y="0"/>
                      <a:pt x="40" y="1"/>
                      <a:pt x="20" y="4"/>
                    </a:cubicBezTo>
                    <a:cubicBezTo>
                      <a:pt x="14" y="5"/>
                      <a:pt x="7" y="6"/>
                      <a:pt x="0" y="7"/>
                    </a:cubicBezTo>
                    <a:cubicBezTo>
                      <a:pt x="79" y="10"/>
                      <a:pt x="158" y="13"/>
                      <a:pt x="236" y="14"/>
                    </a:cubicBezTo>
                    <a:cubicBezTo>
                      <a:pt x="292" y="14"/>
                      <a:pt x="362" y="29"/>
                      <a:pt x="424" y="23"/>
                    </a:cubicBezTo>
                    <a:cubicBezTo>
                      <a:pt x="407" y="21"/>
                      <a:pt x="390" y="20"/>
                      <a:pt x="384" y="1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9"/>
              <p:cNvSpPr/>
              <p:nvPr/>
            </p:nvSpPr>
            <p:spPr>
              <a:xfrm>
                <a:off x="2779925" y="-738215"/>
                <a:ext cx="263160" cy="13680"/>
              </a:xfrm>
              <a:custGeom>
                <a:rect b="b" l="l" r="r" t="t"/>
                <a:pathLst>
                  <a:path extrusionOk="0" h="38" w="731">
                    <a:moveTo>
                      <a:pt x="722" y="17"/>
                    </a:moveTo>
                    <a:cubicBezTo>
                      <a:pt x="725" y="11"/>
                      <a:pt x="728" y="6"/>
                      <a:pt x="730" y="0"/>
                    </a:cubicBezTo>
                    <a:cubicBezTo>
                      <a:pt x="720" y="0"/>
                      <a:pt x="709" y="0"/>
                      <a:pt x="698" y="0"/>
                    </a:cubicBezTo>
                    <a:cubicBezTo>
                      <a:pt x="687" y="0"/>
                      <a:pt x="677" y="0"/>
                      <a:pt x="666" y="0"/>
                    </a:cubicBezTo>
                    <a:cubicBezTo>
                      <a:pt x="631" y="6"/>
                      <a:pt x="595" y="10"/>
                      <a:pt x="560" y="10"/>
                    </a:cubicBezTo>
                    <a:cubicBezTo>
                      <a:pt x="504" y="9"/>
                      <a:pt x="447" y="10"/>
                      <a:pt x="391" y="11"/>
                    </a:cubicBezTo>
                    <a:cubicBezTo>
                      <a:pt x="263" y="15"/>
                      <a:pt x="133" y="5"/>
                      <a:pt x="5" y="14"/>
                    </a:cubicBezTo>
                    <a:cubicBezTo>
                      <a:pt x="4" y="14"/>
                      <a:pt x="4" y="14"/>
                      <a:pt x="3" y="15"/>
                    </a:cubicBezTo>
                    <a:cubicBezTo>
                      <a:pt x="2" y="16"/>
                      <a:pt x="2" y="16"/>
                      <a:pt x="1" y="17"/>
                    </a:cubicBezTo>
                    <a:cubicBezTo>
                      <a:pt x="0" y="18"/>
                      <a:pt x="0" y="18"/>
                      <a:pt x="0" y="19"/>
                    </a:cubicBezTo>
                    <a:cubicBezTo>
                      <a:pt x="0" y="20"/>
                      <a:pt x="0" y="21"/>
                      <a:pt x="1" y="22"/>
                    </a:cubicBezTo>
                    <a:cubicBezTo>
                      <a:pt x="2" y="23"/>
                      <a:pt x="2" y="23"/>
                      <a:pt x="3" y="24"/>
                    </a:cubicBezTo>
                    <a:cubicBezTo>
                      <a:pt x="4" y="25"/>
                      <a:pt x="4" y="25"/>
                      <a:pt x="5" y="25"/>
                    </a:cubicBezTo>
                    <a:cubicBezTo>
                      <a:pt x="139" y="36"/>
                      <a:pt x="275" y="29"/>
                      <a:pt x="409" y="32"/>
                    </a:cubicBezTo>
                    <a:cubicBezTo>
                      <a:pt x="450" y="35"/>
                      <a:pt x="490" y="37"/>
                      <a:pt x="531" y="37"/>
                    </a:cubicBezTo>
                    <a:cubicBezTo>
                      <a:pt x="554" y="37"/>
                      <a:pt x="578" y="36"/>
                      <a:pt x="602" y="35"/>
                    </a:cubicBezTo>
                    <a:cubicBezTo>
                      <a:pt x="640" y="32"/>
                      <a:pt x="678" y="27"/>
                      <a:pt x="716" y="23"/>
                    </a:cubicBezTo>
                    <a:cubicBezTo>
                      <a:pt x="718" y="21"/>
                      <a:pt x="720" y="19"/>
                      <a:pt x="722" y="1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9"/>
              <p:cNvSpPr/>
              <p:nvPr/>
            </p:nvSpPr>
            <p:spPr>
              <a:xfrm>
                <a:off x="3039845" y="-738215"/>
                <a:ext cx="4320" cy="6480"/>
              </a:xfrm>
              <a:custGeom>
                <a:rect b="b" l="l" r="r" t="t"/>
                <a:pathLst>
                  <a:path extrusionOk="0" h="18" w="12">
                    <a:moveTo>
                      <a:pt x="8" y="0"/>
                    </a:moveTo>
                    <a:cubicBezTo>
                      <a:pt x="6" y="6"/>
                      <a:pt x="3" y="11"/>
                      <a:pt x="0" y="17"/>
                    </a:cubicBezTo>
                    <a:cubicBezTo>
                      <a:pt x="3" y="13"/>
                      <a:pt x="6" y="9"/>
                      <a:pt x="8" y="5"/>
                    </a:cubicBezTo>
                    <a:cubicBezTo>
                      <a:pt x="9" y="3"/>
                      <a:pt x="10" y="2"/>
                      <a:pt x="11" y="0"/>
                    </a:cubicBezTo>
                    <a:lnTo>
                      <a:pt x="8"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9"/>
              <p:cNvSpPr/>
              <p:nvPr/>
            </p:nvSpPr>
            <p:spPr>
              <a:xfrm>
                <a:off x="2935085" y="-752615"/>
                <a:ext cx="114480" cy="14760"/>
              </a:xfrm>
              <a:custGeom>
                <a:rect b="b" l="l" r="r" t="t"/>
                <a:pathLst>
                  <a:path extrusionOk="0" h="41" w="318">
                    <a:moveTo>
                      <a:pt x="317" y="0"/>
                    </a:moveTo>
                    <a:cubicBezTo>
                      <a:pt x="222" y="30"/>
                      <a:pt x="105" y="15"/>
                      <a:pt x="7" y="16"/>
                    </a:cubicBezTo>
                    <a:cubicBezTo>
                      <a:pt x="0" y="16"/>
                      <a:pt x="0" y="28"/>
                      <a:pt x="7" y="29"/>
                    </a:cubicBezTo>
                    <a:cubicBezTo>
                      <a:pt x="66" y="36"/>
                      <a:pt x="125" y="40"/>
                      <a:pt x="185" y="40"/>
                    </a:cubicBezTo>
                    <a:cubicBezTo>
                      <a:pt x="189" y="40"/>
                      <a:pt x="193" y="40"/>
                      <a:pt x="197" y="40"/>
                    </a:cubicBezTo>
                    <a:cubicBezTo>
                      <a:pt x="209" y="40"/>
                      <a:pt x="222" y="40"/>
                      <a:pt x="235" y="40"/>
                    </a:cubicBezTo>
                    <a:cubicBezTo>
                      <a:pt x="258" y="37"/>
                      <a:pt x="281" y="33"/>
                      <a:pt x="304" y="31"/>
                    </a:cubicBezTo>
                    <a:cubicBezTo>
                      <a:pt x="308" y="21"/>
                      <a:pt x="312" y="11"/>
                      <a:pt x="317"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9"/>
              <p:cNvSpPr/>
              <p:nvPr/>
            </p:nvSpPr>
            <p:spPr>
              <a:xfrm>
                <a:off x="3036245" y="-729935"/>
                <a:ext cx="2520" cy="2520"/>
              </a:xfrm>
              <a:custGeom>
                <a:rect b="b" l="l" r="r" t="t"/>
                <a:pathLst>
                  <a:path extrusionOk="0" h="7" w="7">
                    <a:moveTo>
                      <a:pt x="6" y="0"/>
                    </a:moveTo>
                    <a:lnTo>
                      <a:pt x="4" y="0"/>
                    </a:lnTo>
                    <a:lnTo>
                      <a:pt x="0" y="4"/>
                    </a:lnTo>
                    <a:lnTo>
                      <a:pt x="3" y="6"/>
                    </a:lnTo>
                    <a:lnTo>
                      <a:pt x="6" y="0"/>
                    </a:lnTo>
                  </a:path>
                </a:pathLst>
              </a:custGeom>
              <a:solidFill>
                <a:schemeClr val="dk1"/>
              </a:solidFill>
              <a:ln>
                <a:noFill/>
              </a:ln>
            </p:spPr>
          </p:sp>
          <p:sp>
            <p:nvSpPr>
              <p:cNvPr id="6978" name="Google Shape;6978;p49"/>
              <p:cNvSpPr/>
              <p:nvPr/>
            </p:nvSpPr>
            <p:spPr>
              <a:xfrm>
                <a:off x="3009965" y="-710135"/>
                <a:ext cx="14040" cy="5400"/>
              </a:xfrm>
              <a:custGeom>
                <a:rect b="b" l="l" r="r" t="t"/>
                <a:pathLst>
                  <a:path extrusionOk="0" h="15" w="39">
                    <a:moveTo>
                      <a:pt x="38" y="0"/>
                    </a:moveTo>
                    <a:cubicBezTo>
                      <a:pt x="26" y="3"/>
                      <a:pt x="13" y="6"/>
                      <a:pt x="0" y="7"/>
                    </a:cubicBezTo>
                    <a:cubicBezTo>
                      <a:pt x="11" y="8"/>
                      <a:pt x="22" y="10"/>
                      <a:pt x="32" y="14"/>
                    </a:cubicBezTo>
                    <a:cubicBezTo>
                      <a:pt x="33" y="13"/>
                      <a:pt x="33" y="12"/>
                      <a:pt x="34" y="11"/>
                    </a:cubicBezTo>
                    <a:lnTo>
                      <a:pt x="34" y="10"/>
                    </a:lnTo>
                    <a:lnTo>
                      <a:pt x="34" y="9"/>
                    </a:lnTo>
                    <a:cubicBezTo>
                      <a:pt x="34" y="7"/>
                      <a:pt x="35" y="5"/>
                      <a:pt x="36" y="3"/>
                    </a:cubicBezTo>
                    <a:cubicBezTo>
                      <a:pt x="36" y="2"/>
                      <a:pt x="37" y="1"/>
                      <a:pt x="38"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9"/>
              <p:cNvSpPr/>
              <p:nvPr/>
            </p:nvSpPr>
            <p:spPr>
              <a:xfrm>
                <a:off x="3032285" y="-743975"/>
                <a:ext cx="26640" cy="38160"/>
              </a:xfrm>
              <a:custGeom>
                <a:rect b="b" l="l" r="r" t="t"/>
                <a:pathLst>
                  <a:path extrusionOk="0" h="106" w="74">
                    <a:moveTo>
                      <a:pt x="73" y="0"/>
                    </a:moveTo>
                    <a:cubicBezTo>
                      <a:pt x="71" y="4"/>
                      <a:pt x="69" y="8"/>
                      <a:pt x="67" y="12"/>
                    </a:cubicBezTo>
                    <a:cubicBezTo>
                      <a:pt x="72" y="20"/>
                      <a:pt x="69" y="34"/>
                      <a:pt x="58" y="35"/>
                    </a:cubicBezTo>
                    <a:lnTo>
                      <a:pt x="50" y="35"/>
                    </a:lnTo>
                    <a:cubicBezTo>
                      <a:pt x="36" y="55"/>
                      <a:pt x="26" y="74"/>
                      <a:pt x="11" y="93"/>
                    </a:cubicBezTo>
                    <a:cubicBezTo>
                      <a:pt x="10" y="94"/>
                      <a:pt x="9" y="94"/>
                      <a:pt x="7" y="95"/>
                    </a:cubicBezTo>
                    <a:cubicBezTo>
                      <a:pt x="4" y="96"/>
                      <a:pt x="3" y="97"/>
                      <a:pt x="0" y="98"/>
                    </a:cubicBezTo>
                    <a:lnTo>
                      <a:pt x="4" y="102"/>
                    </a:lnTo>
                    <a:lnTo>
                      <a:pt x="13" y="105"/>
                    </a:lnTo>
                    <a:cubicBezTo>
                      <a:pt x="30" y="93"/>
                      <a:pt x="44" y="78"/>
                      <a:pt x="55" y="60"/>
                    </a:cubicBezTo>
                    <a:cubicBezTo>
                      <a:pt x="65" y="42"/>
                      <a:pt x="71" y="21"/>
                      <a:pt x="73"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9"/>
              <p:cNvSpPr/>
              <p:nvPr/>
            </p:nvSpPr>
            <p:spPr>
              <a:xfrm>
                <a:off x="3021485" y="-706535"/>
                <a:ext cx="2160" cy="2880"/>
              </a:xfrm>
              <a:custGeom>
                <a:rect b="b" l="l" r="r" t="t"/>
                <a:pathLst>
                  <a:path extrusionOk="0" h="8" w="6">
                    <a:moveTo>
                      <a:pt x="5" y="7"/>
                    </a:moveTo>
                    <a:cubicBezTo>
                      <a:pt x="4" y="7"/>
                      <a:pt x="4" y="6"/>
                      <a:pt x="4" y="6"/>
                    </a:cubicBezTo>
                    <a:cubicBezTo>
                      <a:pt x="3" y="4"/>
                      <a:pt x="2" y="2"/>
                      <a:pt x="2" y="0"/>
                    </a:cubicBezTo>
                    <a:cubicBezTo>
                      <a:pt x="1" y="2"/>
                      <a:pt x="0" y="3"/>
                      <a:pt x="0" y="4"/>
                    </a:cubicBezTo>
                    <a:cubicBezTo>
                      <a:pt x="1" y="4"/>
                      <a:pt x="1" y="5"/>
                      <a:pt x="1" y="5"/>
                    </a:cubicBezTo>
                    <a:cubicBezTo>
                      <a:pt x="3" y="6"/>
                      <a:pt x="4" y="6"/>
                      <a:pt x="5"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9"/>
              <p:cNvSpPr/>
              <p:nvPr/>
            </p:nvSpPr>
            <p:spPr>
              <a:xfrm>
                <a:off x="3033365" y="-706895"/>
                <a:ext cx="3960" cy="2520"/>
              </a:xfrm>
              <a:custGeom>
                <a:rect b="b" l="l" r="r" t="t"/>
                <a:pathLst>
                  <a:path extrusionOk="0" h="7" w="11">
                    <a:moveTo>
                      <a:pt x="2" y="2"/>
                    </a:moveTo>
                    <a:cubicBezTo>
                      <a:pt x="2" y="2"/>
                      <a:pt x="3" y="2"/>
                      <a:pt x="3" y="3"/>
                    </a:cubicBezTo>
                    <a:cubicBezTo>
                      <a:pt x="4" y="4"/>
                      <a:pt x="4" y="5"/>
                      <a:pt x="4" y="6"/>
                    </a:cubicBezTo>
                    <a:lnTo>
                      <a:pt x="10" y="3"/>
                    </a:lnTo>
                    <a:lnTo>
                      <a:pt x="0" y="0"/>
                    </a:lnTo>
                    <a:lnTo>
                      <a:pt x="2" y="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9"/>
              <p:cNvSpPr/>
              <p:nvPr/>
            </p:nvSpPr>
            <p:spPr>
              <a:xfrm>
                <a:off x="3044525" y="-752975"/>
                <a:ext cx="14760" cy="13680"/>
              </a:xfrm>
              <a:custGeom>
                <a:rect b="b" l="l" r="r" t="t"/>
                <a:pathLst>
                  <a:path extrusionOk="0" h="38" w="41">
                    <a:moveTo>
                      <a:pt x="22" y="30"/>
                    </a:moveTo>
                    <a:lnTo>
                      <a:pt x="23" y="30"/>
                    </a:lnTo>
                    <a:cubicBezTo>
                      <a:pt x="25" y="30"/>
                      <a:pt x="27" y="31"/>
                      <a:pt x="29" y="32"/>
                    </a:cubicBezTo>
                    <a:cubicBezTo>
                      <a:pt x="31" y="33"/>
                      <a:pt x="32" y="34"/>
                      <a:pt x="33" y="36"/>
                    </a:cubicBezTo>
                    <a:lnTo>
                      <a:pt x="34" y="37"/>
                    </a:lnTo>
                    <a:cubicBezTo>
                      <a:pt x="36" y="33"/>
                      <a:pt x="38" y="29"/>
                      <a:pt x="40" y="25"/>
                    </a:cubicBezTo>
                    <a:cubicBezTo>
                      <a:pt x="40" y="24"/>
                      <a:pt x="40" y="22"/>
                      <a:pt x="40" y="21"/>
                    </a:cubicBezTo>
                    <a:cubicBezTo>
                      <a:pt x="40" y="19"/>
                      <a:pt x="40" y="18"/>
                      <a:pt x="40" y="16"/>
                    </a:cubicBezTo>
                    <a:cubicBezTo>
                      <a:pt x="39" y="14"/>
                      <a:pt x="38" y="12"/>
                      <a:pt x="37" y="10"/>
                    </a:cubicBezTo>
                    <a:cubicBezTo>
                      <a:pt x="36" y="7"/>
                      <a:pt x="33" y="4"/>
                      <a:pt x="30" y="2"/>
                    </a:cubicBezTo>
                    <a:cubicBezTo>
                      <a:pt x="27" y="0"/>
                      <a:pt x="24" y="0"/>
                      <a:pt x="20" y="0"/>
                    </a:cubicBezTo>
                    <a:cubicBezTo>
                      <a:pt x="18" y="0"/>
                      <a:pt x="16" y="0"/>
                      <a:pt x="15" y="1"/>
                    </a:cubicBezTo>
                    <a:lnTo>
                      <a:pt x="13" y="1"/>
                    </a:lnTo>
                    <a:cubicBezTo>
                      <a:pt x="9" y="11"/>
                      <a:pt x="4" y="21"/>
                      <a:pt x="0" y="31"/>
                    </a:cubicBezTo>
                    <a:cubicBezTo>
                      <a:pt x="7" y="31"/>
                      <a:pt x="15" y="30"/>
                      <a:pt x="22" y="3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9"/>
              <p:cNvSpPr/>
              <p:nvPr/>
            </p:nvSpPr>
            <p:spPr>
              <a:xfrm>
                <a:off x="3028325" y="-731015"/>
                <a:ext cx="22320" cy="22680"/>
              </a:xfrm>
              <a:custGeom>
                <a:rect b="b" l="l" r="r" t="t"/>
                <a:pathLst>
                  <a:path extrusionOk="0" h="63" w="62">
                    <a:moveTo>
                      <a:pt x="25" y="9"/>
                    </a:moveTo>
                    <a:cubicBezTo>
                      <a:pt x="26" y="9"/>
                      <a:pt x="27" y="9"/>
                      <a:pt x="28" y="10"/>
                    </a:cubicBezTo>
                    <a:cubicBezTo>
                      <a:pt x="30" y="12"/>
                      <a:pt x="32" y="13"/>
                      <a:pt x="34" y="16"/>
                    </a:cubicBezTo>
                    <a:cubicBezTo>
                      <a:pt x="36" y="19"/>
                      <a:pt x="36" y="21"/>
                      <a:pt x="36" y="24"/>
                    </a:cubicBezTo>
                    <a:cubicBezTo>
                      <a:pt x="36" y="26"/>
                      <a:pt x="35" y="30"/>
                      <a:pt x="34" y="33"/>
                    </a:cubicBezTo>
                    <a:cubicBezTo>
                      <a:pt x="33" y="35"/>
                      <a:pt x="31" y="36"/>
                      <a:pt x="29" y="38"/>
                    </a:cubicBezTo>
                    <a:cubicBezTo>
                      <a:pt x="26" y="40"/>
                      <a:pt x="23" y="42"/>
                      <a:pt x="20" y="44"/>
                    </a:cubicBezTo>
                    <a:cubicBezTo>
                      <a:pt x="13" y="48"/>
                      <a:pt x="7" y="51"/>
                      <a:pt x="0" y="53"/>
                    </a:cubicBezTo>
                    <a:cubicBezTo>
                      <a:pt x="1" y="54"/>
                      <a:pt x="3" y="54"/>
                      <a:pt x="4" y="55"/>
                    </a:cubicBezTo>
                    <a:cubicBezTo>
                      <a:pt x="5" y="56"/>
                      <a:pt x="7" y="57"/>
                      <a:pt x="8" y="58"/>
                    </a:cubicBezTo>
                    <a:lnTo>
                      <a:pt x="11" y="62"/>
                    </a:lnTo>
                    <a:cubicBezTo>
                      <a:pt x="13" y="62"/>
                      <a:pt x="16" y="61"/>
                      <a:pt x="18" y="60"/>
                    </a:cubicBezTo>
                    <a:cubicBezTo>
                      <a:pt x="19" y="59"/>
                      <a:pt x="20" y="58"/>
                      <a:pt x="21" y="57"/>
                    </a:cubicBezTo>
                    <a:cubicBezTo>
                      <a:pt x="37" y="40"/>
                      <a:pt x="48" y="18"/>
                      <a:pt x="61" y="0"/>
                    </a:cubicBezTo>
                    <a:lnTo>
                      <a:pt x="27" y="3"/>
                    </a:lnTo>
                    <a:lnTo>
                      <a:pt x="25" y="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9"/>
              <p:cNvSpPr/>
              <p:nvPr/>
            </p:nvSpPr>
            <p:spPr>
              <a:xfrm>
                <a:off x="3021845" y="-711215"/>
                <a:ext cx="4680" cy="5400"/>
              </a:xfrm>
              <a:custGeom>
                <a:rect b="b" l="l" r="r" t="t"/>
                <a:pathLst>
                  <a:path extrusionOk="0" h="15" w="13">
                    <a:moveTo>
                      <a:pt x="12" y="2"/>
                    </a:moveTo>
                    <a:lnTo>
                      <a:pt x="12" y="0"/>
                    </a:lnTo>
                    <a:lnTo>
                      <a:pt x="4" y="3"/>
                    </a:lnTo>
                    <a:cubicBezTo>
                      <a:pt x="3" y="4"/>
                      <a:pt x="3" y="5"/>
                      <a:pt x="2" y="6"/>
                    </a:cubicBezTo>
                    <a:cubicBezTo>
                      <a:pt x="1" y="8"/>
                      <a:pt x="0" y="10"/>
                      <a:pt x="0" y="12"/>
                    </a:cubicBezTo>
                    <a:cubicBezTo>
                      <a:pt x="0" y="13"/>
                      <a:pt x="0" y="13"/>
                      <a:pt x="0" y="14"/>
                    </a:cubicBezTo>
                    <a:lnTo>
                      <a:pt x="0" y="13"/>
                    </a:lnTo>
                    <a:cubicBezTo>
                      <a:pt x="1" y="12"/>
                      <a:pt x="2" y="11"/>
                      <a:pt x="4" y="10"/>
                    </a:cubicBezTo>
                    <a:cubicBezTo>
                      <a:pt x="6" y="9"/>
                      <a:pt x="8" y="8"/>
                      <a:pt x="9" y="8"/>
                    </a:cubicBezTo>
                    <a:cubicBezTo>
                      <a:pt x="10" y="8"/>
                      <a:pt x="10" y="8"/>
                      <a:pt x="10" y="8"/>
                    </a:cubicBezTo>
                    <a:lnTo>
                      <a:pt x="10" y="7"/>
                    </a:lnTo>
                    <a:cubicBezTo>
                      <a:pt x="10" y="6"/>
                      <a:pt x="10" y="6"/>
                      <a:pt x="10" y="5"/>
                    </a:cubicBezTo>
                    <a:cubicBezTo>
                      <a:pt x="10" y="4"/>
                      <a:pt x="10" y="4"/>
                      <a:pt x="11" y="3"/>
                    </a:cubicBezTo>
                    <a:cubicBezTo>
                      <a:pt x="12" y="2"/>
                      <a:pt x="11" y="2"/>
                      <a:pt x="12" y="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9"/>
              <p:cNvSpPr/>
              <p:nvPr/>
            </p:nvSpPr>
            <p:spPr>
              <a:xfrm>
                <a:off x="3009965" y="-707615"/>
                <a:ext cx="13320" cy="6480"/>
              </a:xfrm>
              <a:custGeom>
                <a:rect b="b" l="l" r="r" t="t"/>
                <a:pathLst>
                  <a:path extrusionOk="0" h="18" w="37">
                    <a:moveTo>
                      <a:pt x="33" y="7"/>
                    </a:moveTo>
                    <a:cubicBezTo>
                      <a:pt x="22" y="3"/>
                      <a:pt x="11" y="1"/>
                      <a:pt x="0" y="0"/>
                    </a:cubicBezTo>
                    <a:cubicBezTo>
                      <a:pt x="0" y="2"/>
                      <a:pt x="1" y="4"/>
                      <a:pt x="2" y="6"/>
                    </a:cubicBezTo>
                    <a:cubicBezTo>
                      <a:pt x="3" y="7"/>
                      <a:pt x="5" y="9"/>
                      <a:pt x="6" y="10"/>
                    </a:cubicBezTo>
                    <a:cubicBezTo>
                      <a:pt x="15" y="15"/>
                      <a:pt x="25" y="17"/>
                      <a:pt x="34" y="17"/>
                    </a:cubicBezTo>
                    <a:cubicBezTo>
                      <a:pt x="35" y="17"/>
                      <a:pt x="35" y="17"/>
                      <a:pt x="36" y="17"/>
                    </a:cubicBezTo>
                    <a:cubicBezTo>
                      <a:pt x="35" y="16"/>
                      <a:pt x="35" y="16"/>
                      <a:pt x="34" y="15"/>
                    </a:cubicBezTo>
                    <a:cubicBezTo>
                      <a:pt x="33" y="13"/>
                      <a:pt x="33" y="11"/>
                      <a:pt x="33" y="9"/>
                    </a:cubicBezTo>
                    <a:cubicBezTo>
                      <a:pt x="33" y="8"/>
                      <a:pt x="33" y="8"/>
                      <a:pt x="33" y="7"/>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9"/>
              <p:cNvSpPr/>
              <p:nvPr/>
            </p:nvSpPr>
            <p:spPr>
              <a:xfrm>
                <a:off x="3029045" y="-708695"/>
                <a:ext cx="4680" cy="2160"/>
              </a:xfrm>
              <a:custGeom>
                <a:rect b="b" l="l" r="r" t="t"/>
                <a:pathLst>
                  <a:path extrusionOk="0" h="6" w="13">
                    <a:moveTo>
                      <a:pt x="12" y="5"/>
                    </a:moveTo>
                    <a:lnTo>
                      <a:pt x="9" y="0"/>
                    </a:lnTo>
                    <a:cubicBezTo>
                      <a:pt x="6" y="1"/>
                      <a:pt x="3" y="1"/>
                      <a:pt x="0" y="2"/>
                    </a:cubicBezTo>
                    <a:cubicBezTo>
                      <a:pt x="4" y="3"/>
                      <a:pt x="8" y="3"/>
                      <a:pt x="12" y="5"/>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9"/>
              <p:cNvSpPr/>
              <p:nvPr/>
            </p:nvSpPr>
            <p:spPr>
              <a:xfrm>
                <a:off x="3021845" y="-707975"/>
                <a:ext cx="13680" cy="7200"/>
              </a:xfrm>
              <a:custGeom>
                <a:rect b="b" l="l" r="r" t="t"/>
                <a:pathLst>
                  <a:path extrusionOk="0" h="20" w="38">
                    <a:moveTo>
                      <a:pt x="32" y="3"/>
                    </a:moveTo>
                    <a:cubicBezTo>
                      <a:pt x="28" y="1"/>
                      <a:pt x="24" y="1"/>
                      <a:pt x="20" y="0"/>
                    </a:cubicBezTo>
                    <a:cubicBezTo>
                      <a:pt x="19" y="0"/>
                      <a:pt x="18" y="1"/>
                      <a:pt x="17" y="1"/>
                    </a:cubicBezTo>
                    <a:lnTo>
                      <a:pt x="16" y="2"/>
                    </a:lnTo>
                    <a:cubicBezTo>
                      <a:pt x="16" y="2"/>
                      <a:pt x="15" y="2"/>
                      <a:pt x="14" y="2"/>
                    </a:cubicBezTo>
                    <a:lnTo>
                      <a:pt x="13" y="2"/>
                    </a:lnTo>
                    <a:lnTo>
                      <a:pt x="12" y="1"/>
                    </a:lnTo>
                    <a:lnTo>
                      <a:pt x="12" y="0"/>
                    </a:lnTo>
                    <a:lnTo>
                      <a:pt x="11" y="0"/>
                    </a:lnTo>
                    <a:cubicBezTo>
                      <a:pt x="9" y="0"/>
                      <a:pt x="8" y="0"/>
                      <a:pt x="6" y="1"/>
                    </a:cubicBezTo>
                    <a:cubicBezTo>
                      <a:pt x="4" y="2"/>
                      <a:pt x="3" y="4"/>
                      <a:pt x="2" y="5"/>
                    </a:cubicBezTo>
                    <a:cubicBezTo>
                      <a:pt x="2" y="7"/>
                      <a:pt x="3" y="9"/>
                      <a:pt x="4" y="11"/>
                    </a:cubicBezTo>
                    <a:cubicBezTo>
                      <a:pt x="4" y="12"/>
                      <a:pt x="4" y="12"/>
                      <a:pt x="5" y="13"/>
                    </a:cubicBezTo>
                    <a:cubicBezTo>
                      <a:pt x="4" y="12"/>
                      <a:pt x="3" y="11"/>
                      <a:pt x="2" y="10"/>
                    </a:cubicBezTo>
                    <a:cubicBezTo>
                      <a:pt x="1" y="10"/>
                      <a:pt x="1" y="10"/>
                      <a:pt x="0" y="10"/>
                    </a:cubicBezTo>
                    <a:lnTo>
                      <a:pt x="0" y="11"/>
                    </a:lnTo>
                    <a:cubicBezTo>
                      <a:pt x="0" y="14"/>
                      <a:pt x="1" y="16"/>
                      <a:pt x="2" y="18"/>
                    </a:cubicBezTo>
                    <a:lnTo>
                      <a:pt x="3" y="19"/>
                    </a:lnTo>
                    <a:cubicBezTo>
                      <a:pt x="15" y="19"/>
                      <a:pt x="27" y="16"/>
                      <a:pt x="37" y="10"/>
                    </a:cubicBezTo>
                    <a:cubicBezTo>
                      <a:pt x="37" y="9"/>
                      <a:pt x="36" y="8"/>
                      <a:pt x="36" y="7"/>
                    </a:cubicBezTo>
                    <a:lnTo>
                      <a:pt x="35" y="6"/>
                    </a:lnTo>
                    <a:lnTo>
                      <a:pt x="32" y="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9"/>
              <p:cNvSpPr/>
              <p:nvPr/>
            </p:nvSpPr>
            <p:spPr>
              <a:xfrm>
                <a:off x="3026165" y="-711935"/>
                <a:ext cx="6840" cy="3960"/>
              </a:xfrm>
              <a:custGeom>
                <a:rect b="b" l="l" r="r" t="t"/>
                <a:pathLst>
                  <a:path extrusionOk="0" h="11" w="19">
                    <a:moveTo>
                      <a:pt x="6" y="0"/>
                    </a:moveTo>
                    <a:lnTo>
                      <a:pt x="1" y="2"/>
                    </a:lnTo>
                    <a:lnTo>
                      <a:pt x="1" y="3"/>
                    </a:lnTo>
                    <a:cubicBezTo>
                      <a:pt x="0" y="4"/>
                      <a:pt x="0" y="5"/>
                      <a:pt x="0" y="6"/>
                    </a:cubicBezTo>
                    <a:cubicBezTo>
                      <a:pt x="0" y="7"/>
                      <a:pt x="0" y="8"/>
                      <a:pt x="1" y="8"/>
                    </a:cubicBezTo>
                    <a:lnTo>
                      <a:pt x="1" y="10"/>
                    </a:lnTo>
                    <a:lnTo>
                      <a:pt x="9" y="10"/>
                    </a:lnTo>
                    <a:cubicBezTo>
                      <a:pt x="12" y="9"/>
                      <a:pt x="15" y="9"/>
                      <a:pt x="18" y="8"/>
                    </a:cubicBezTo>
                    <a:lnTo>
                      <a:pt x="15" y="4"/>
                    </a:lnTo>
                    <a:cubicBezTo>
                      <a:pt x="14" y="3"/>
                      <a:pt x="13" y="3"/>
                      <a:pt x="12" y="2"/>
                    </a:cubicBezTo>
                    <a:cubicBezTo>
                      <a:pt x="10" y="1"/>
                      <a:pt x="8" y="0"/>
                      <a:pt x="6" y="0"/>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9"/>
              <p:cNvSpPr/>
              <p:nvPr/>
            </p:nvSpPr>
            <p:spPr>
              <a:xfrm>
                <a:off x="3026165" y="-708335"/>
                <a:ext cx="3240" cy="1080"/>
              </a:xfrm>
              <a:custGeom>
                <a:rect b="b" l="l" r="r" t="t"/>
                <a:pathLst>
                  <a:path extrusionOk="0" h="3" w="9">
                    <a:moveTo>
                      <a:pt x="0" y="1"/>
                    </a:moveTo>
                    <a:cubicBezTo>
                      <a:pt x="0" y="2"/>
                      <a:pt x="1" y="2"/>
                      <a:pt x="1" y="2"/>
                    </a:cubicBezTo>
                    <a:lnTo>
                      <a:pt x="2" y="2"/>
                    </a:lnTo>
                    <a:cubicBezTo>
                      <a:pt x="3" y="2"/>
                      <a:pt x="4" y="2"/>
                      <a:pt x="4" y="2"/>
                    </a:cubicBezTo>
                    <a:cubicBezTo>
                      <a:pt x="4" y="2"/>
                      <a:pt x="5" y="2"/>
                      <a:pt x="5" y="1"/>
                    </a:cubicBezTo>
                    <a:cubicBezTo>
                      <a:pt x="6" y="1"/>
                      <a:pt x="7" y="0"/>
                      <a:pt x="8" y="0"/>
                    </a:cubicBezTo>
                    <a:lnTo>
                      <a:pt x="0" y="0"/>
                    </a:ln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9"/>
              <p:cNvSpPr/>
              <p:nvPr/>
            </p:nvSpPr>
            <p:spPr>
              <a:xfrm>
                <a:off x="3009605" y="-728495"/>
                <a:ext cx="28080" cy="21240"/>
              </a:xfrm>
              <a:custGeom>
                <a:rect b="b" l="l" r="r" t="t"/>
                <a:pathLst>
                  <a:path extrusionOk="0" h="59" w="78">
                    <a:moveTo>
                      <a:pt x="1" y="58"/>
                    </a:moveTo>
                    <a:cubicBezTo>
                      <a:pt x="13" y="57"/>
                      <a:pt x="26" y="54"/>
                      <a:pt x="39" y="51"/>
                    </a:cubicBezTo>
                    <a:cubicBezTo>
                      <a:pt x="40" y="50"/>
                      <a:pt x="41" y="49"/>
                      <a:pt x="42" y="48"/>
                    </a:cubicBezTo>
                    <a:cubicBezTo>
                      <a:pt x="44" y="47"/>
                      <a:pt x="46" y="46"/>
                      <a:pt x="48" y="46"/>
                    </a:cubicBezTo>
                    <a:cubicBezTo>
                      <a:pt x="57" y="34"/>
                      <a:pt x="65" y="22"/>
                      <a:pt x="73" y="9"/>
                    </a:cubicBezTo>
                    <a:cubicBezTo>
                      <a:pt x="74" y="6"/>
                      <a:pt x="75" y="4"/>
                      <a:pt x="77" y="2"/>
                    </a:cubicBezTo>
                    <a:lnTo>
                      <a:pt x="73" y="0"/>
                    </a:lnTo>
                    <a:cubicBezTo>
                      <a:pt x="58" y="14"/>
                      <a:pt x="42" y="25"/>
                      <a:pt x="25" y="35"/>
                    </a:cubicBezTo>
                    <a:cubicBezTo>
                      <a:pt x="19" y="39"/>
                      <a:pt x="13" y="42"/>
                      <a:pt x="6" y="45"/>
                    </a:cubicBezTo>
                    <a:cubicBezTo>
                      <a:pt x="4" y="46"/>
                      <a:pt x="3" y="48"/>
                      <a:pt x="2" y="49"/>
                    </a:cubicBezTo>
                    <a:cubicBezTo>
                      <a:pt x="1" y="51"/>
                      <a:pt x="0" y="54"/>
                      <a:pt x="0" y="56"/>
                    </a:cubicBezTo>
                    <a:cubicBezTo>
                      <a:pt x="0" y="56"/>
                      <a:pt x="0" y="57"/>
                      <a:pt x="1" y="5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9"/>
              <p:cNvSpPr/>
              <p:nvPr/>
            </p:nvSpPr>
            <p:spPr>
              <a:xfrm>
                <a:off x="3026885" y="-727775"/>
                <a:ext cx="15120" cy="16200"/>
              </a:xfrm>
              <a:custGeom>
                <a:rect b="b" l="l" r="r" t="t"/>
                <a:pathLst>
                  <a:path extrusionOk="0" h="45" w="42">
                    <a:moveTo>
                      <a:pt x="4" y="44"/>
                    </a:moveTo>
                    <a:cubicBezTo>
                      <a:pt x="11" y="42"/>
                      <a:pt x="18" y="39"/>
                      <a:pt x="24" y="35"/>
                    </a:cubicBezTo>
                    <a:cubicBezTo>
                      <a:pt x="27" y="33"/>
                      <a:pt x="30" y="31"/>
                      <a:pt x="34" y="29"/>
                    </a:cubicBezTo>
                    <a:cubicBezTo>
                      <a:pt x="36" y="27"/>
                      <a:pt x="37" y="26"/>
                      <a:pt x="38" y="24"/>
                    </a:cubicBezTo>
                    <a:cubicBezTo>
                      <a:pt x="40" y="21"/>
                      <a:pt x="41" y="17"/>
                      <a:pt x="41" y="15"/>
                    </a:cubicBezTo>
                    <a:cubicBezTo>
                      <a:pt x="41" y="12"/>
                      <a:pt x="40" y="10"/>
                      <a:pt x="38" y="7"/>
                    </a:cubicBezTo>
                    <a:cubicBezTo>
                      <a:pt x="36" y="4"/>
                      <a:pt x="35" y="3"/>
                      <a:pt x="32" y="1"/>
                    </a:cubicBezTo>
                    <a:cubicBezTo>
                      <a:pt x="31" y="1"/>
                      <a:pt x="30" y="0"/>
                      <a:pt x="29" y="0"/>
                    </a:cubicBezTo>
                    <a:cubicBezTo>
                      <a:pt x="28" y="2"/>
                      <a:pt x="27" y="4"/>
                      <a:pt x="25" y="7"/>
                    </a:cubicBezTo>
                    <a:cubicBezTo>
                      <a:pt x="18" y="20"/>
                      <a:pt x="9" y="32"/>
                      <a:pt x="0" y="44"/>
                    </a:cubicBezTo>
                    <a:cubicBezTo>
                      <a:pt x="1" y="44"/>
                      <a:pt x="1" y="44"/>
                      <a:pt x="2" y="44"/>
                    </a:cubicBezTo>
                    <a:cubicBezTo>
                      <a:pt x="2" y="44"/>
                      <a:pt x="3" y="44"/>
                      <a:pt x="4" y="44"/>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9"/>
              <p:cNvSpPr/>
              <p:nvPr/>
            </p:nvSpPr>
            <p:spPr>
              <a:xfrm>
                <a:off x="3023645" y="-711935"/>
                <a:ext cx="3600" cy="2160"/>
              </a:xfrm>
              <a:custGeom>
                <a:rect b="b" l="l" r="r" t="t"/>
                <a:pathLst>
                  <a:path extrusionOk="0" h="6" w="10">
                    <a:moveTo>
                      <a:pt x="9" y="0"/>
                    </a:moveTo>
                    <a:cubicBezTo>
                      <a:pt x="7" y="0"/>
                      <a:pt x="5" y="1"/>
                      <a:pt x="3" y="2"/>
                    </a:cubicBezTo>
                    <a:cubicBezTo>
                      <a:pt x="2" y="3"/>
                      <a:pt x="1" y="4"/>
                      <a:pt x="0" y="5"/>
                    </a:cubicBezTo>
                    <a:lnTo>
                      <a:pt x="8" y="2"/>
                    </a:lnTo>
                    <a:lnTo>
                      <a:pt x="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9"/>
              <p:cNvSpPr/>
              <p:nvPr/>
            </p:nvSpPr>
            <p:spPr>
              <a:xfrm>
                <a:off x="3026525" y="-711935"/>
                <a:ext cx="2160" cy="1080"/>
              </a:xfrm>
              <a:custGeom>
                <a:rect b="b" l="l" r="r" t="t"/>
                <a:pathLst>
                  <a:path extrusionOk="0" h="3" w="6">
                    <a:moveTo>
                      <a:pt x="5" y="0"/>
                    </a:moveTo>
                    <a:cubicBezTo>
                      <a:pt x="5" y="0"/>
                      <a:pt x="4" y="0"/>
                      <a:pt x="3" y="0"/>
                    </a:cubicBezTo>
                    <a:cubicBezTo>
                      <a:pt x="3" y="0"/>
                      <a:pt x="2" y="0"/>
                      <a:pt x="1" y="0"/>
                    </a:cubicBezTo>
                    <a:lnTo>
                      <a:pt x="0" y="2"/>
                    </a:lnTo>
                    <a:lnTo>
                      <a:pt x="5"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9"/>
              <p:cNvSpPr/>
              <p:nvPr/>
            </p:nvSpPr>
            <p:spPr>
              <a:xfrm>
                <a:off x="3019685" y="-741455"/>
                <a:ext cx="25200" cy="3960"/>
              </a:xfrm>
              <a:custGeom>
                <a:rect b="b" l="l" r="r" t="t"/>
                <a:pathLst>
                  <a:path extrusionOk="0" h="11" w="70">
                    <a:moveTo>
                      <a:pt x="64" y="9"/>
                    </a:moveTo>
                    <a:lnTo>
                      <a:pt x="69" y="0"/>
                    </a:lnTo>
                    <a:cubicBezTo>
                      <a:pt x="46" y="2"/>
                      <a:pt x="23" y="6"/>
                      <a:pt x="0" y="9"/>
                    </a:cubicBezTo>
                    <a:cubicBezTo>
                      <a:pt x="9" y="10"/>
                      <a:pt x="18" y="10"/>
                      <a:pt x="26" y="10"/>
                    </a:cubicBezTo>
                    <a:cubicBezTo>
                      <a:pt x="39" y="10"/>
                      <a:pt x="52" y="9"/>
                      <a:pt x="64" y="9"/>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9"/>
              <p:cNvSpPr/>
              <p:nvPr/>
            </p:nvSpPr>
            <p:spPr>
              <a:xfrm>
                <a:off x="3050645" y="-739295"/>
                <a:ext cx="7920" cy="8640"/>
              </a:xfrm>
              <a:custGeom>
                <a:rect b="b" l="l" r="r" t="t"/>
                <a:pathLst>
                  <a:path extrusionOk="0" h="24" w="22">
                    <a:moveTo>
                      <a:pt x="0" y="23"/>
                    </a:moveTo>
                    <a:lnTo>
                      <a:pt x="7" y="23"/>
                    </a:lnTo>
                    <a:cubicBezTo>
                      <a:pt x="19" y="22"/>
                      <a:pt x="21" y="8"/>
                      <a:pt x="16" y="0"/>
                    </a:cubicBezTo>
                    <a:lnTo>
                      <a:pt x="16" y="1"/>
                    </a:lnTo>
                    <a:cubicBezTo>
                      <a:pt x="12" y="7"/>
                      <a:pt x="8" y="13"/>
                      <a:pt x="3" y="19"/>
                    </a:cubicBezTo>
                    <a:lnTo>
                      <a:pt x="0" y="23"/>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9"/>
              <p:cNvSpPr/>
              <p:nvPr/>
            </p:nvSpPr>
            <p:spPr>
              <a:xfrm>
                <a:off x="3037685" y="-732095"/>
                <a:ext cx="2520" cy="2880"/>
              </a:xfrm>
              <a:custGeom>
                <a:rect b="b" l="l" r="r" t="t"/>
                <a:pathLst>
                  <a:path extrusionOk="0" h="8" w="7">
                    <a:moveTo>
                      <a:pt x="6" y="0"/>
                    </a:moveTo>
                    <a:cubicBezTo>
                      <a:pt x="4" y="2"/>
                      <a:pt x="2" y="4"/>
                      <a:pt x="0" y="7"/>
                    </a:cubicBezTo>
                    <a:lnTo>
                      <a:pt x="2" y="7"/>
                    </a:lnTo>
                    <a:lnTo>
                      <a:pt x="6"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9"/>
              <p:cNvSpPr/>
              <p:nvPr/>
            </p:nvSpPr>
            <p:spPr>
              <a:xfrm>
                <a:off x="3038405" y="-742175"/>
                <a:ext cx="18720" cy="12960"/>
              </a:xfrm>
              <a:custGeom>
                <a:rect b="b" l="l" r="r" t="t"/>
                <a:pathLst>
                  <a:path extrusionOk="0" h="36" w="52">
                    <a:moveTo>
                      <a:pt x="39" y="0"/>
                    </a:moveTo>
                    <a:cubicBezTo>
                      <a:pt x="31" y="0"/>
                      <a:pt x="24" y="0"/>
                      <a:pt x="17" y="2"/>
                    </a:cubicBezTo>
                    <a:lnTo>
                      <a:pt x="12" y="11"/>
                    </a:lnTo>
                    <a:lnTo>
                      <a:pt x="15" y="11"/>
                    </a:lnTo>
                    <a:cubicBezTo>
                      <a:pt x="14" y="13"/>
                      <a:pt x="13" y="15"/>
                      <a:pt x="12" y="17"/>
                    </a:cubicBezTo>
                    <a:cubicBezTo>
                      <a:pt x="10" y="21"/>
                      <a:pt x="7" y="25"/>
                      <a:pt x="4" y="28"/>
                    </a:cubicBezTo>
                    <a:lnTo>
                      <a:pt x="0" y="35"/>
                    </a:lnTo>
                    <a:lnTo>
                      <a:pt x="34" y="31"/>
                    </a:lnTo>
                    <a:lnTo>
                      <a:pt x="38" y="26"/>
                    </a:lnTo>
                    <a:cubicBezTo>
                      <a:pt x="42" y="20"/>
                      <a:pt x="46" y="14"/>
                      <a:pt x="50" y="7"/>
                    </a:cubicBezTo>
                    <a:cubicBezTo>
                      <a:pt x="50" y="7"/>
                      <a:pt x="51" y="7"/>
                      <a:pt x="51" y="6"/>
                    </a:cubicBezTo>
                    <a:cubicBezTo>
                      <a:pt x="50" y="4"/>
                      <a:pt x="48" y="3"/>
                      <a:pt x="46" y="2"/>
                    </a:cubicBezTo>
                    <a:cubicBezTo>
                      <a:pt x="44" y="1"/>
                      <a:pt x="42" y="0"/>
                      <a:pt x="40" y="0"/>
                    </a:cubicBezTo>
                    <a:lnTo>
                      <a:pt x="39"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01" name="Shape 7001"/>
        <p:cNvGrpSpPr/>
        <p:nvPr/>
      </p:nvGrpSpPr>
      <p:grpSpPr>
        <a:xfrm>
          <a:off x="0" y="0"/>
          <a:ext cx="0" cy="0"/>
          <a:chOff x="0" y="0"/>
          <a:chExt cx="0" cy="0"/>
        </a:xfrm>
      </p:grpSpPr>
      <p:sp>
        <p:nvSpPr>
          <p:cNvPr id="7002" name="Google Shape;7002;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003" name="Google Shape;7003;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07" name="Shape 7007"/>
        <p:cNvGrpSpPr/>
        <p:nvPr/>
      </p:nvGrpSpPr>
      <p:grpSpPr>
        <a:xfrm>
          <a:off x="0" y="0"/>
          <a:ext cx="0" cy="0"/>
          <a:chOff x="0" y="0"/>
          <a:chExt cx="0" cy="0"/>
        </a:xfrm>
      </p:grpSpPr>
      <p:sp>
        <p:nvSpPr>
          <p:cNvPr id="7008" name="Google Shape;7008;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009" name="Google Shape;7009;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13" name="Shape 7013"/>
        <p:cNvGrpSpPr/>
        <p:nvPr/>
      </p:nvGrpSpPr>
      <p:grpSpPr>
        <a:xfrm>
          <a:off x="0" y="0"/>
          <a:ext cx="0" cy="0"/>
          <a:chOff x="0" y="0"/>
          <a:chExt cx="0" cy="0"/>
        </a:xfrm>
      </p:grpSpPr>
      <p:sp>
        <p:nvSpPr>
          <p:cNvPr id="7014" name="Google Shape;7014;p5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Zen Antique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https://fonts.google.com/specimen/Zen+Antique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Outfit</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https://fonts.google.com/specimen/Outfit</a:t>
            </a:r>
            <a:r>
              <a:rPr lang="en" sz="1100">
                <a:solidFill>
                  <a:schemeClr val="lt1"/>
                </a:solidFill>
              </a:rPr>
              <a:t>)</a:t>
            </a:r>
            <a:endParaRPr sz="1100">
              <a:solidFill>
                <a:srgbClr val="FFFFFF"/>
              </a:solidFill>
            </a:endParaRPr>
          </a:p>
        </p:txBody>
      </p:sp>
      <p:sp>
        <p:nvSpPr>
          <p:cNvPr id="7015" name="Google Shape;7015;p52"/>
          <p:cNvSpPr/>
          <p:nvPr/>
        </p:nvSpPr>
        <p:spPr>
          <a:xfrm>
            <a:off x="3114475" y="2947800"/>
            <a:ext cx="791400" cy="754200"/>
          </a:xfrm>
          <a:prstGeom prst="roundRect">
            <a:avLst>
              <a:gd fmla="val 16667" name="adj"/>
            </a:avLst>
          </a:prstGeom>
          <a:solidFill>
            <a:srgbClr val="4934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2"/>
          <p:cNvSpPr/>
          <p:nvPr/>
        </p:nvSpPr>
        <p:spPr>
          <a:xfrm>
            <a:off x="4176295" y="2947800"/>
            <a:ext cx="791400" cy="754200"/>
          </a:xfrm>
          <a:prstGeom prst="roundRect">
            <a:avLst>
              <a:gd fmla="val 16667" name="adj"/>
            </a:avLst>
          </a:prstGeom>
          <a:solidFill>
            <a:srgbClr val="F9F2E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2"/>
          <p:cNvSpPr/>
          <p:nvPr/>
        </p:nvSpPr>
        <p:spPr>
          <a:xfrm>
            <a:off x="5238114" y="2947800"/>
            <a:ext cx="791400" cy="754200"/>
          </a:xfrm>
          <a:prstGeom prst="roundRect">
            <a:avLst>
              <a:gd fmla="val 16667" name="adj"/>
            </a:avLst>
          </a:prstGeom>
          <a:solidFill>
            <a:srgbClr val="8D592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2"/>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#49341a</a:t>
            </a:r>
            <a:endParaRPr sz="1000">
              <a:solidFill>
                <a:srgbClr val="FFFFFF"/>
              </a:solidFill>
            </a:endParaRPr>
          </a:p>
        </p:txBody>
      </p:sp>
      <p:sp>
        <p:nvSpPr>
          <p:cNvPr id="7019" name="Google Shape;7019;p52"/>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#f9f2ec</a:t>
            </a:r>
            <a:endParaRPr sz="1000"/>
          </a:p>
        </p:txBody>
      </p:sp>
      <p:sp>
        <p:nvSpPr>
          <p:cNvPr id="7020" name="Google Shape;7020;p52"/>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#8d592d</a:t>
            </a:r>
            <a:endParaRPr sz="1000">
              <a:solidFill>
                <a:srgbClr val="FFFFFF"/>
              </a:solidFill>
            </a:endParaRPr>
          </a:p>
        </p:txBody>
      </p:sp>
      <p:sp>
        <p:nvSpPr>
          <p:cNvPr id="7021" name="Google Shape;7021;p52"/>
          <p:cNvSpPr/>
          <p:nvPr/>
        </p:nvSpPr>
        <p:spPr>
          <a:xfrm>
            <a:off x="3114475" y="3878900"/>
            <a:ext cx="791400" cy="754200"/>
          </a:xfrm>
          <a:prstGeom prst="roundRect">
            <a:avLst>
              <a:gd fmla="val 16667" name="adj"/>
            </a:avLst>
          </a:prstGeom>
          <a:solidFill>
            <a:srgbClr val="6649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2"/>
          <p:cNvSpPr/>
          <p:nvPr/>
        </p:nvSpPr>
        <p:spPr>
          <a:xfrm>
            <a:off x="4176295" y="3878900"/>
            <a:ext cx="791400" cy="754200"/>
          </a:xfrm>
          <a:prstGeom prst="roundRect">
            <a:avLst>
              <a:gd fmla="val 16667" name="adj"/>
            </a:avLst>
          </a:prstGeom>
          <a:solidFill>
            <a:srgbClr val="2A1E0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2"/>
          <p:cNvSpPr/>
          <p:nvPr/>
        </p:nvSpPr>
        <p:spPr>
          <a:xfrm>
            <a:off x="5238114" y="3878900"/>
            <a:ext cx="791400" cy="754200"/>
          </a:xfrm>
          <a:prstGeom prst="roundRect">
            <a:avLst>
              <a:gd fmla="val 16667" name="adj"/>
            </a:avLst>
          </a:prstGeom>
          <a:solidFill>
            <a:srgbClr val="0C0C0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2"/>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#664924</a:t>
            </a:r>
            <a:endParaRPr sz="1000">
              <a:solidFill>
                <a:srgbClr val="FFFFFF"/>
              </a:solidFill>
            </a:endParaRPr>
          </a:p>
        </p:txBody>
      </p:sp>
      <p:sp>
        <p:nvSpPr>
          <p:cNvPr id="7025" name="Google Shape;7025;p52"/>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#2a1e0f</a:t>
            </a:r>
            <a:endParaRPr sz="1000">
              <a:solidFill>
                <a:srgbClr val="FFFFFF"/>
              </a:solidFill>
            </a:endParaRPr>
          </a:p>
        </p:txBody>
      </p:sp>
      <p:sp>
        <p:nvSpPr>
          <p:cNvPr id="7026" name="Google Shape;7026;p52"/>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#0c0c0a</a:t>
            </a:r>
            <a:endParaRPr sz="1000">
              <a:solidFill>
                <a:srgbClr val="FFFFFF"/>
              </a:solidFill>
            </a:endParaRPr>
          </a:p>
        </p:txBody>
      </p:sp>
      <p:sp>
        <p:nvSpPr>
          <p:cNvPr id="7027" name="Google Shape;7027;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1" name="Shape 7031"/>
        <p:cNvGrpSpPr/>
        <p:nvPr/>
      </p:nvGrpSpPr>
      <p:grpSpPr>
        <a:xfrm>
          <a:off x="0" y="0"/>
          <a:ext cx="0" cy="0"/>
          <a:chOff x="0" y="0"/>
          <a:chExt cx="0" cy="0"/>
        </a:xfrm>
      </p:grpSpPr>
      <p:sp>
        <p:nvSpPr>
          <p:cNvPr id="7032" name="Google Shape;7032;p5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7033" name="Google Shape;7033;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7034" name="Google Shape;7034;p53"/>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035" name="Google Shape;7035;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7036" name="Google Shape;7036;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7037" name="Google Shape;7037;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7038" name="Google Shape;7038;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7039" name="Google Shape;7039;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040" name="Google Shape;7040;p53"/>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041" name="Google Shape;7041;p53"/>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7042" name="Google Shape;7042;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043" name="Google Shape;7043;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47" name="Shape 7047"/>
        <p:cNvGrpSpPr/>
        <p:nvPr/>
      </p:nvGrpSpPr>
      <p:grpSpPr>
        <a:xfrm>
          <a:off x="0" y="0"/>
          <a:ext cx="0" cy="0"/>
          <a:chOff x="0" y="0"/>
          <a:chExt cx="0" cy="0"/>
        </a:xfrm>
      </p:grpSpPr>
      <p:sp>
        <p:nvSpPr>
          <p:cNvPr id="7048" name="Google Shape;7048;p5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7049" name="Google Shape;7049;p54"/>
          <p:cNvGrpSpPr/>
          <p:nvPr/>
        </p:nvGrpSpPr>
        <p:grpSpPr>
          <a:xfrm>
            <a:off x="5117640" y="3085736"/>
            <a:ext cx="474294" cy="551291"/>
            <a:chOff x="4727025" y="1332775"/>
            <a:chExt cx="59900" cy="69625"/>
          </a:xfrm>
        </p:grpSpPr>
        <p:sp>
          <p:nvSpPr>
            <p:cNvPr id="7050" name="Google Shape;7050;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54"/>
          <p:cNvGrpSpPr/>
          <p:nvPr/>
        </p:nvGrpSpPr>
        <p:grpSpPr>
          <a:xfrm>
            <a:off x="5731296" y="2314340"/>
            <a:ext cx="555653" cy="557031"/>
            <a:chOff x="4820425" y="1329900"/>
            <a:chExt cx="70175" cy="70350"/>
          </a:xfrm>
        </p:grpSpPr>
        <p:sp>
          <p:nvSpPr>
            <p:cNvPr id="7053" name="Google Shape;7053;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4"/>
          <p:cNvGrpSpPr/>
          <p:nvPr/>
        </p:nvGrpSpPr>
        <p:grpSpPr>
          <a:xfrm>
            <a:off x="6357664" y="2318845"/>
            <a:ext cx="582574" cy="533871"/>
            <a:chOff x="4903200" y="1331525"/>
            <a:chExt cx="73575" cy="67425"/>
          </a:xfrm>
        </p:grpSpPr>
        <p:sp>
          <p:nvSpPr>
            <p:cNvPr id="7058" name="Google Shape;7058;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54"/>
          <p:cNvGrpSpPr/>
          <p:nvPr/>
        </p:nvGrpSpPr>
        <p:grpSpPr>
          <a:xfrm>
            <a:off x="5717142" y="3078709"/>
            <a:ext cx="583960" cy="565345"/>
            <a:chOff x="4815575" y="1416800"/>
            <a:chExt cx="73750" cy="71400"/>
          </a:xfrm>
        </p:grpSpPr>
        <p:sp>
          <p:nvSpPr>
            <p:cNvPr id="7061" name="Google Shape;7061;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54"/>
          <p:cNvGrpSpPr/>
          <p:nvPr/>
        </p:nvGrpSpPr>
        <p:grpSpPr>
          <a:xfrm>
            <a:off x="6351924" y="3108896"/>
            <a:ext cx="589898" cy="504970"/>
            <a:chOff x="4902475" y="1418875"/>
            <a:chExt cx="74500" cy="63775"/>
          </a:xfrm>
        </p:grpSpPr>
        <p:sp>
          <p:nvSpPr>
            <p:cNvPr id="7065" name="Google Shape;7065;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54"/>
          <p:cNvGrpSpPr/>
          <p:nvPr/>
        </p:nvGrpSpPr>
        <p:grpSpPr>
          <a:xfrm>
            <a:off x="5727139" y="3826000"/>
            <a:ext cx="563967" cy="567127"/>
            <a:chOff x="4818100" y="1507675"/>
            <a:chExt cx="71225" cy="71625"/>
          </a:xfrm>
        </p:grpSpPr>
        <p:sp>
          <p:nvSpPr>
            <p:cNvPr id="7068" name="Google Shape;7068;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54"/>
          <p:cNvGrpSpPr/>
          <p:nvPr/>
        </p:nvGrpSpPr>
        <p:grpSpPr>
          <a:xfrm>
            <a:off x="5040636" y="3829461"/>
            <a:ext cx="628301" cy="588505"/>
            <a:chOff x="4721450" y="1509475"/>
            <a:chExt cx="79350" cy="74325"/>
          </a:xfrm>
        </p:grpSpPr>
        <p:sp>
          <p:nvSpPr>
            <p:cNvPr id="7073" name="Google Shape;7073;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54"/>
          <p:cNvGrpSpPr/>
          <p:nvPr/>
        </p:nvGrpSpPr>
        <p:grpSpPr>
          <a:xfrm>
            <a:off x="6386170" y="3814027"/>
            <a:ext cx="557038" cy="562772"/>
            <a:chOff x="4906800" y="1507500"/>
            <a:chExt cx="70350" cy="71075"/>
          </a:xfrm>
        </p:grpSpPr>
        <p:sp>
          <p:nvSpPr>
            <p:cNvPr id="7078" name="Google Shape;7078;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54"/>
          <p:cNvGrpSpPr/>
          <p:nvPr/>
        </p:nvGrpSpPr>
        <p:grpSpPr>
          <a:xfrm>
            <a:off x="4423778" y="2340963"/>
            <a:ext cx="517934" cy="517934"/>
            <a:chOff x="3736598" y="2170606"/>
            <a:chExt cx="404889" cy="404889"/>
          </a:xfrm>
        </p:grpSpPr>
        <p:sp>
          <p:nvSpPr>
            <p:cNvPr id="7084" name="Google Shape;7084;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4"/>
          <p:cNvGrpSpPr/>
          <p:nvPr/>
        </p:nvGrpSpPr>
        <p:grpSpPr>
          <a:xfrm>
            <a:off x="3690839" y="2341061"/>
            <a:ext cx="586986" cy="517740"/>
            <a:chOff x="3161917" y="2170682"/>
            <a:chExt cx="458870" cy="404737"/>
          </a:xfrm>
        </p:grpSpPr>
        <p:sp>
          <p:nvSpPr>
            <p:cNvPr id="7089" name="Google Shape;7089;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54"/>
          <p:cNvGrpSpPr/>
          <p:nvPr/>
        </p:nvGrpSpPr>
        <p:grpSpPr>
          <a:xfrm>
            <a:off x="3713860" y="3102400"/>
            <a:ext cx="540943" cy="517963"/>
            <a:chOff x="3179914" y="2889488"/>
            <a:chExt cx="422876" cy="404911"/>
          </a:xfrm>
        </p:grpSpPr>
        <p:sp>
          <p:nvSpPr>
            <p:cNvPr id="7093" name="Google Shape;7093;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54"/>
          <p:cNvGrpSpPr/>
          <p:nvPr/>
        </p:nvGrpSpPr>
        <p:grpSpPr>
          <a:xfrm>
            <a:off x="4414654" y="3102358"/>
            <a:ext cx="536180" cy="518047"/>
            <a:chOff x="3729467" y="2889422"/>
            <a:chExt cx="419153" cy="404977"/>
          </a:xfrm>
        </p:grpSpPr>
        <p:sp>
          <p:nvSpPr>
            <p:cNvPr id="7100" name="Google Shape;7100;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4"/>
          <p:cNvGrpSpPr/>
          <p:nvPr/>
        </p:nvGrpSpPr>
        <p:grpSpPr>
          <a:xfrm>
            <a:off x="1951688" y="3445787"/>
            <a:ext cx="965351" cy="134611"/>
            <a:chOff x="4411970" y="2962952"/>
            <a:chExt cx="706544" cy="104212"/>
          </a:xfrm>
        </p:grpSpPr>
        <p:sp>
          <p:nvSpPr>
            <p:cNvPr id="7108" name="Google Shape;7108;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4"/>
          <p:cNvGrpSpPr/>
          <p:nvPr/>
        </p:nvGrpSpPr>
        <p:grpSpPr>
          <a:xfrm>
            <a:off x="1951688" y="3041077"/>
            <a:ext cx="960158" cy="289172"/>
            <a:chOff x="4411970" y="2726085"/>
            <a:chExt cx="643107" cy="193659"/>
          </a:xfrm>
        </p:grpSpPr>
        <p:sp>
          <p:nvSpPr>
            <p:cNvPr id="7113" name="Google Shape;7113;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54"/>
          <p:cNvGrpSpPr/>
          <p:nvPr/>
        </p:nvGrpSpPr>
        <p:grpSpPr>
          <a:xfrm>
            <a:off x="960185" y="3295400"/>
            <a:ext cx="811503" cy="252584"/>
            <a:chOff x="4411970" y="4340222"/>
            <a:chExt cx="779467" cy="242683"/>
          </a:xfrm>
        </p:grpSpPr>
        <p:sp>
          <p:nvSpPr>
            <p:cNvPr id="7117" name="Google Shape;7117;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54"/>
          <p:cNvGrpSpPr/>
          <p:nvPr/>
        </p:nvGrpSpPr>
        <p:grpSpPr>
          <a:xfrm>
            <a:off x="1951688" y="2709308"/>
            <a:ext cx="965160" cy="216230"/>
            <a:chOff x="4411970" y="2468674"/>
            <a:chExt cx="747317" cy="167425"/>
          </a:xfrm>
        </p:grpSpPr>
        <p:sp>
          <p:nvSpPr>
            <p:cNvPr id="7121" name="Google Shape;7121;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3" name="Google Shape;7123;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4" name="Google Shape;7124;p54"/>
          <p:cNvGrpSpPr/>
          <p:nvPr/>
        </p:nvGrpSpPr>
        <p:grpSpPr>
          <a:xfrm>
            <a:off x="959254" y="2334687"/>
            <a:ext cx="1959041" cy="208784"/>
            <a:chOff x="6336019" y="3733725"/>
            <a:chExt cx="2566206" cy="351310"/>
          </a:xfrm>
        </p:grpSpPr>
        <p:sp>
          <p:nvSpPr>
            <p:cNvPr id="7125" name="Google Shape;7125;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54"/>
          <p:cNvGrpSpPr/>
          <p:nvPr/>
        </p:nvGrpSpPr>
        <p:grpSpPr>
          <a:xfrm>
            <a:off x="1951688" y="3950602"/>
            <a:ext cx="946551" cy="153200"/>
            <a:chOff x="4404545" y="3301592"/>
            <a:chExt cx="782403" cy="129272"/>
          </a:xfrm>
        </p:grpSpPr>
        <p:sp>
          <p:nvSpPr>
            <p:cNvPr id="7130" name="Google Shape;7130;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54"/>
          <p:cNvGrpSpPr/>
          <p:nvPr/>
        </p:nvGrpSpPr>
        <p:grpSpPr>
          <a:xfrm>
            <a:off x="1951688" y="3695937"/>
            <a:ext cx="962257" cy="139127"/>
            <a:chOff x="4411970" y="3131459"/>
            <a:chExt cx="710520" cy="117397"/>
          </a:xfrm>
        </p:grpSpPr>
        <p:sp>
          <p:nvSpPr>
            <p:cNvPr id="7133" name="Google Shape;7133;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135" name="Google Shape;7135;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54"/>
          <p:cNvGrpSpPr/>
          <p:nvPr/>
        </p:nvGrpSpPr>
        <p:grpSpPr>
          <a:xfrm>
            <a:off x="951833" y="3621603"/>
            <a:ext cx="823838" cy="458988"/>
            <a:chOff x="4411970" y="1801825"/>
            <a:chExt cx="734586" cy="409262"/>
          </a:xfrm>
        </p:grpSpPr>
        <p:sp>
          <p:nvSpPr>
            <p:cNvPr id="7137" name="Google Shape;7137;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4"/>
          <p:cNvGrpSpPr/>
          <p:nvPr/>
        </p:nvGrpSpPr>
        <p:grpSpPr>
          <a:xfrm>
            <a:off x="3056804" y="2339173"/>
            <a:ext cx="521514" cy="521514"/>
            <a:chOff x="5681300" y="2527788"/>
            <a:chExt cx="805800" cy="805800"/>
          </a:xfrm>
        </p:grpSpPr>
        <p:sp>
          <p:nvSpPr>
            <p:cNvPr id="7140" name="Google Shape;7140;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54"/>
          <p:cNvGrpSpPr/>
          <p:nvPr/>
        </p:nvGrpSpPr>
        <p:grpSpPr>
          <a:xfrm>
            <a:off x="3051044" y="3094865"/>
            <a:ext cx="533033" cy="533033"/>
            <a:chOff x="4049800" y="640400"/>
            <a:chExt cx="858900" cy="858900"/>
          </a:xfrm>
        </p:grpSpPr>
        <p:sp>
          <p:nvSpPr>
            <p:cNvPr id="7143" name="Google Shape;7143;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4"/>
          <p:cNvGrpSpPr/>
          <p:nvPr/>
        </p:nvGrpSpPr>
        <p:grpSpPr>
          <a:xfrm>
            <a:off x="2976527" y="3772543"/>
            <a:ext cx="682068" cy="682068"/>
            <a:chOff x="5080188" y="927900"/>
            <a:chExt cx="961200" cy="961200"/>
          </a:xfrm>
        </p:grpSpPr>
        <p:sp>
          <p:nvSpPr>
            <p:cNvPr id="7146" name="Google Shape;7146;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54"/>
          <p:cNvGrpSpPr/>
          <p:nvPr/>
        </p:nvGrpSpPr>
        <p:grpSpPr>
          <a:xfrm>
            <a:off x="4440026" y="3869234"/>
            <a:ext cx="505650" cy="504006"/>
            <a:chOff x="6039282" y="1042577"/>
            <a:chExt cx="734315" cy="731929"/>
          </a:xfrm>
        </p:grpSpPr>
        <p:sp>
          <p:nvSpPr>
            <p:cNvPr id="7155" name="Google Shape;7155;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54"/>
          <p:cNvGrpSpPr/>
          <p:nvPr/>
        </p:nvGrpSpPr>
        <p:grpSpPr>
          <a:xfrm>
            <a:off x="5052628" y="2298862"/>
            <a:ext cx="567744" cy="602136"/>
            <a:chOff x="1825800" y="1651625"/>
            <a:chExt cx="539989" cy="571775"/>
          </a:xfrm>
        </p:grpSpPr>
        <p:sp>
          <p:nvSpPr>
            <p:cNvPr id="7177" name="Google Shape;7177;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54"/>
          <p:cNvGrpSpPr/>
          <p:nvPr/>
        </p:nvGrpSpPr>
        <p:grpSpPr>
          <a:xfrm>
            <a:off x="3727557" y="3855579"/>
            <a:ext cx="508123" cy="507955"/>
            <a:chOff x="1897577" y="2802432"/>
            <a:chExt cx="492176" cy="492014"/>
          </a:xfrm>
        </p:grpSpPr>
        <p:sp>
          <p:nvSpPr>
            <p:cNvPr id="7182" name="Google Shape;7182;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54"/>
          <p:cNvGrpSpPr/>
          <p:nvPr/>
        </p:nvGrpSpPr>
        <p:grpSpPr>
          <a:xfrm>
            <a:off x="959087" y="4169123"/>
            <a:ext cx="809227" cy="200842"/>
            <a:chOff x="2013045" y="4813233"/>
            <a:chExt cx="921986" cy="228854"/>
          </a:xfrm>
        </p:grpSpPr>
        <p:sp>
          <p:nvSpPr>
            <p:cNvPr id="7195" name="Google Shape;7195;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54"/>
          <p:cNvGrpSpPr/>
          <p:nvPr/>
        </p:nvGrpSpPr>
        <p:grpSpPr>
          <a:xfrm>
            <a:off x="967547" y="2656004"/>
            <a:ext cx="792421" cy="269941"/>
            <a:chOff x="1046767" y="4756633"/>
            <a:chExt cx="859646" cy="292841"/>
          </a:xfrm>
        </p:grpSpPr>
        <p:sp>
          <p:nvSpPr>
            <p:cNvPr id="7198" name="Google Shape;7198;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1" name="Google Shape;7201;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5" name="Google Shape;7205;p54"/>
          <p:cNvGrpSpPr/>
          <p:nvPr/>
        </p:nvGrpSpPr>
        <p:grpSpPr>
          <a:xfrm>
            <a:off x="7103403" y="2550562"/>
            <a:ext cx="166473" cy="141497"/>
            <a:chOff x="4660325" y="1866850"/>
            <a:chExt cx="68350" cy="58100"/>
          </a:xfrm>
        </p:grpSpPr>
        <p:sp>
          <p:nvSpPr>
            <p:cNvPr id="7206" name="Google Shape;7206;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54"/>
          <p:cNvGrpSpPr/>
          <p:nvPr/>
        </p:nvGrpSpPr>
        <p:grpSpPr>
          <a:xfrm>
            <a:off x="7412747" y="2576286"/>
            <a:ext cx="162515" cy="90049"/>
            <a:chOff x="4791775" y="1877500"/>
            <a:chExt cx="66725" cy="36975"/>
          </a:xfrm>
        </p:grpSpPr>
        <p:sp>
          <p:nvSpPr>
            <p:cNvPr id="7209" name="Google Shape;7209;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54"/>
          <p:cNvGrpSpPr/>
          <p:nvPr/>
        </p:nvGrpSpPr>
        <p:grpSpPr>
          <a:xfrm>
            <a:off x="7734460" y="2576286"/>
            <a:ext cx="144979" cy="90049"/>
            <a:chOff x="4923925" y="1877500"/>
            <a:chExt cx="59525" cy="36975"/>
          </a:xfrm>
        </p:grpSpPr>
        <p:sp>
          <p:nvSpPr>
            <p:cNvPr id="7212" name="Google Shape;7212;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54"/>
          <p:cNvGrpSpPr/>
          <p:nvPr/>
        </p:nvGrpSpPr>
        <p:grpSpPr>
          <a:xfrm>
            <a:off x="8028952" y="2558477"/>
            <a:ext cx="141447" cy="125667"/>
            <a:chOff x="5058450" y="1870100"/>
            <a:chExt cx="58075" cy="51600"/>
          </a:xfrm>
        </p:grpSpPr>
        <p:sp>
          <p:nvSpPr>
            <p:cNvPr id="7215" name="Google Shape;7215;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54"/>
          <p:cNvGrpSpPr/>
          <p:nvPr/>
        </p:nvGrpSpPr>
        <p:grpSpPr>
          <a:xfrm>
            <a:off x="7443466" y="2980885"/>
            <a:ext cx="101077" cy="107645"/>
            <a:chOff x="4811425" y="2065025"/>
            <a:chExt cx="41500" cy="44200"/>
          </a:xfrm>
        </p:grpSpPr>
        <p:sp>
          <p:nvSpPr>
            <p:cNvPr id="7218" name="Google Shape;7218;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54"/>
          <p:cNvGrpSpPr/>
          <p:nvPr/>
        </p:nvGrpSpPr>
        <p:grpSpPr>
          <a:xfrm>
            <a:off x="7735904" y="2981098"/>
            <a:ext cx="120867" cy="107218"/>
            <a:chOff x="4929875" y="2065025"/>
            <a:chExt cx="49625" cy="44025"/>
          </a:xfrm>
        </p:grpSpPr>
        <p:sp>
          <p:nvSpPr>
            <p:cNvPr id="7221" name="Google Shape;7221;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4"/>
          <p:cNvGrpSpPr/>
          <p:nvPr/>
        </p:nvGrpSpPr>
        <p:grpSpPr>
          <a:xfrm>
            <a:off x="8064572" y="2984112"/>
            <a:ext cx="70206" cy="101191"/>
            <a:chOff x="5083925" y="2066350"/>
            <a:chExt cx="28825" cy="41550"/>
          </a:xfrm>
        </p:grpSpPr>
        <p:sp>
          <p:nvSpPr>
            <p:cNvPr id="7224" name="Google Shape;7224;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54"/>
          <p:cNvGrpSpPr/>
          <p:nvPr/>
        </p:nvGrpSpPr>
        <p:grpSpPr>
          <a:xfrm>
            <a:off x="7096126" y="2999759"/>
            <a:ext cx="181026" cy="69896"/>
            <a:chOff x="4659775" y="2072775"/>
            <a:chExt cx="74325" cy="28700"/>
          </a:xfrm>
        </p:grpSpPr>
        <p:sp>
          <p:nvSpPr>
            <p:cNvPr id="7227" name="Google Shape;7227;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54"/>
          <p:cNvGrpSpPr/>
          <p:nvPr/>
        </p:nvGrpSpPr>
        <p:grpSpPr>
          <a:xfrm>
            <a:off x="8015982" y="2790324"/>
            <a:ext cx="167387" cy="89197"/>
            <a:chOff x="4662475" y="1976500"/>
            <a:chExt cx="68725" cy="36625"/>
          </a:xfrm>
        </p:grpSpPr>
        <p:sp>
          <p:nvSpPr>
            <p:cNvPr id="7231" name="Google Shape;7231;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54"/>
          <p:cNvGrpSpPr/>
          <p:nvPr/>
        </p:nvGrpSpPr>
        <p:grpSpPr>
          <a:xfrm>
            <a:off x="7712887" y="2793764"/>
            <a:ext cx="166899" cy="82317"/>
            <a:chOff x="4920150" y="1977875"/>
            <a:chExt cx="68525" cy="33800"/>
          </a:xfrm>
        </p:grpSpPr>
        <p:sp>
          <p:nvSpPr>
            <p:cNvPr id="7235" name="Google Shape;7235;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54"/>
          <p:cNvGrpSpPr/>
          <p:nvPr/>
        </p:nvGrpSpPr>
        <p:grpSpPr>
          <a:xfrm>
            <a:off x="7124044" y="3197682"/>
            <a:ext cx="125190" cy="127859"/>
            <a:chOff x="4676550" y="2160575"/>
            <a:chExt cx="51400" cy="52500"/>
          </a:xfrm>
        </p:grpSpPr>
        <p:sp>
          <p:nvSpPr>
            <p:cNvPr id="7239" name="Google Shape;7239;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54"/>
          <p:cNvGrpSpPr/>
          <p:nvPr/>
        </p:nvGrpSpPr>
        <p:grpSpPr>
          <a:xfrm>
            <a:off x="7421302" y="3204714"/>
            <a:ext cx="145405" cy="113794"/>
            <a:chOff x="4768325" y="2163475"/>
            <a:chExt cx="59700" cy="46725"/>
          </a:xfrm>
        </p:grpSpPr>
        <p:sp>
          <p:nvSpPr>
            <p:cNvPr id="7243" name="Google Shape;7243;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5" name="Google Shape;7245;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54"/>
          <p:cNvGrpSpPr/>
          <p:nvPr/>
        </p:nvGrpSpPr>
        <p:grpSpPr>
          <a:xfrm>
            <a:off x="7437621" y="3459808"/>
            <a:ext cx="112768" cy="106853"/>
            <a:chOff x="4768575" y="2253950"/>
            <a:chExt cx="46300" cy="43875"/>
          </a:xfrm>
        </p:grpSpPr>
        <p:sp>
          <p:nvSpPr>
            <p:cNvPr id="7252" name="Google Shape;7252;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54"/>
          <p:cNvGrpSpPr/>
          <p:nvPr/>
        </p:nvGrpSpPr>
        <p:grpSpPr>
          <a:xfrm>
            <a:off x="7737243" y="3948834"/>
            <a:ext cx="118187" cy="146246"/>
            <a:chOff x="4960900" y="2433225"/>
            <a:chExt cx="48525" cy="60050"/>
          </a:xfrm>
        </p:grpSpPr>
        <p:sp>
          <p:nvSpPr>
            <p:cNvPr id="7255" name="Google Shape;7255;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54"/>
          <p:cNvGrpSpPr/>
          <p:nvPr/>
        </p:nvGrpSpPr>
        <p:grpSpPr>
          <a:xfrm>
            <a:off x="7425808" y="4212895"/>
            <a:ext cx="136394" cy="143810"/>
            <a:chOff x="4854075" y="2527625"/>
            <a:chExt cx="56000" cy="59050"/>
          </a:xfrm>
        </p:grpSpPr>
        <p:sp>
          <p:nvSpPr>
            <p:cNvPr id="7258" name="Google Shape;7258;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0" name="Google Shape;7260;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54"/>
          <p:cNvGrpSpPr/>
          <p:nvPr/>
        </p:nvGrpSpPr>
        <p:grpSpPr>
          <a:xfrm>
            <a:off x="8050020" y="3676639"/>
            <a:ext cx="99312" cy="160797"/>
            <a:chOff x="5059700" y="2334775"/>
            <a:chExt cx="40775" cy="66025"/>
          </a:xfrm>
        </p:grpSpPr>
        <p:sp>
          <p:nvSpPr>
            <p:cNvPr id="7264" name="Google Shape;7264;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54"/>
          <p:cNvGrpSpPr/>
          <p:nvPr/>
        </p:nvGrpSpPr>
        <p:grpSpPr>
          <a:xfrm>
            <a:off x="8007184" y="3941771"/>
            <a:ext cx="184984" cy="160371"/>
            <a:chOff x="5037700" y="2430325"/>
            <a:chExt cx="75950" cy="65850"/>
          </a:xfrm>
        </p:grpSpPr>
        <p:sp>
          <p:nvSpPr>
            <p:cNvPr id="7274" name="Google Shape;7274;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54"/>
          <p:cNvGrpSpPr/>
          <p:nvPr/>
        </p:nvGrpSpPr>
        <p:grpSpPr>
          <a:xfrm>
            <a:off x="7426689" y="3708223"/>
            <a:ext cx="173014" cy="97629"/>
            <a:chOff x="4756975" y="2341800"/>
            <a:chExt cx="91975" cy="51925"/>
          </a:xfrm>
        </p:grpSpPr>
        <p:sp>
          <p:nvSpPr>
            <p:cNvPr id="7277" name="Google Shape;7277;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4"/>
          <p:cNvGrpSpPr/>
          <p:nvPr/>
        </p:nvGrpSpPr>
        <p:grpSpPr>
          <a:xfrm>
            <a:off x="7693626" y="4196920"/>
            <a:ext cx="212497" cy="175761"/>
            <a:chOff x="4943575" y="2516350"/>
            <a:chExt cx="98675" cy="81700"/>
          </a:xfrm>
        </p:grpSpPr>
        <p:sp>
          <p:nvSpPr>
            <p:cNvPr id="7298" name="Google Shape;7298;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6" name="Google Shape;7376;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4" name="Shape 7384"/>
        <p:cNvGrpSpPr/>
        <p:nvPr/>
      </p:nvGrpSpPr>
      <p:grpSpPr>
        <a:xfrm>
          <a:off x="0" y="0"/>
          <a:ext cx="0" cy="0"/>
          <a:chOff x="0" y="0"/>
          <a:chExt cx="0" cy="0"/>
        </a:xfrm>
      </p:grpSpPr>
      <p:grpSp>
        <p:nvGrpSpPr>
          <p:cNvPr id="7385" name="Google Shape;7385;p55"/>
          <p:cNvGrpSpPr/>
          <p:nvPr/>
        </p:nvGrpSpPr>
        <p:grpSpPr>
          <a:xfrm>
            <a:off x="6681268" y="3584496"/>
            <a:ext cx="560636" cy="516497"/>
            <a:chOff x="6652051" y="3714143"/>
            <a:chExt cx="560636" cy="516497"/>
          </a:xfrm>
        </p:grpSpPr>
        <p:grpSp>
          <p:nvGrpSpPr>
            <p:cNvPr id="7386" name="Google Shape;7386;p55"/>
            <p:cNvGrpSpPr/>
            <p:nvPr/>
          </p:nvGrpSpPr>
          <p:grpSpPr>
            <a:xfrm>
              <a:off x="6669657" y="3716715"/>
              <a:ext cx="466768" cy="464314"/>
              <a:chOff x="3139766" y="765669"/>
              <a:chExt cx="886380" cy="881888"/>
            </a:xfrm>
          </p:grpSpPr>
          <p:grpSp>
            <p:nvGrpSpPr>
              <p:cNvPr id="7387" name="Google Shape;7387;p55"/>
              <p:cNvGrpSpPr/>
              <p:nvPr/>
            </p:nvGrpSpPr>
            <p:grpSpPr>
              <a:xfrm>
                <a:off x="3139766" y="765669"/>
                <a:ext cx="886380" cy="881888"/>
                <a:chOff x="3139766" y="765669"/>
                <a:chExt cx="886380" cy="881888"/>
              </a:xfrm>
            </p:grpSpPr>
            <p:sp>
              <p:nvSpPr>
                <p:cNvPr id="7388" name="Google Shape;7388;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7" name="Google Shape;7397;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1" name="Google Shape;7401;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55"/>
          <p:cNvGrpSpPr/>
          <p:nvPr/>
        </p:nvGrpSpPr>
        <p:grpSpPr>
          <a:xfrm>
            <a:off x="7679978" y="3065079"/>
            <a:ext cx="104231" cy="320340"/>
            <a:chOff x="7564426" y="3224343"/>
            <a:chExt cx="119985" cy="368801"/>
          </a:xfrm>
        </p:grpSpPr>
        <p:sp>
          <p:nvSpPr>
            <p:cNvPr id="7403" name="Google Shape;7403;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55"/>
          <p:cNvGrpSpPr/>
          <p:nvPr/>
        </p:nvGrpSpPr>
        <p:grpSpPr>
          <a:xfrm>
            <a:off x="7379466" y="3059180"/>
            <a:ext cx="189489" cy="332132"/>
            <a:chOff x="8370831" y="3202002"/>
            <a:chExt cx="218129" cy="382376"/>
          </a:xfrm>
        </p:grpSpPr>
        <p:sp>
          <p:nvSpPr>
            <p:cNvPr id="7406" name="Google Shape;7406;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55"/>
          <p:cNvGrpSpPr/>
          <p:nvPr/>
        </p:nvGrpSpPr>
        <p:grpSpPr>
          <a:xfrm>
            <a:off x="8102855" y="3470312"/>
            <a:ext cx="309429" cy="267000"/>
            <a:chOff x="6742064" y="3750480"/>
            <a:chExt cx="399315" cy="344560"/>
          </a:xfrm>
        </p:grpSpPr>
        <p:sp>
          <p:nvSpPr>
            <p:cNvPr id="7409" name="Google Shape;7409;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55"/>
          <p:cNvGrpSpPr/>
          <p:nvPr/>
        </p:nvGrpSpPr>
        <p:grpSpPr>
          <a:xfrm>
            <a:off x="7641874" y="3821360"/>
            <a:ext cx="180437" cy="281608"/>
            <a:chOff x="7248525" y="3739696"/>
            <a:chExt cx="230531" cy="359790"/>
          </a:xfrm>
        </p:grpSpPr>
        <p:sp>
          <p:nvSpPr>
            <p:cNvPr id="7412" name="Google Shape;7412;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5"/>
          <p:cNvGrpSpPr/>
          <p:nvPr/>
        </p:nvGrpSpPr>
        <p:grpSpPr>
          <a:xfrm>
            <a:off x="7887794" y="3464584"/>
            <a:ext cx="162896" cy="278710"/>
            <a:chOff x="7601242" y="3729267"/>
            <a:chExt cx="222566" cy="380803"/>
          </a:xfrm>
        </p:grpSpPr>
        <p:sp>
          <p:nvSpPr>
            <p:cNvPr id="7415" name="Google Shape;7415;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7" name="Google Shape;7417;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8" name="Google Shape;7418;p55"/>
          <p:cNvGrpSpPr/>
          <p:nvPr/>
        </p:nvGrpSpPr>
        <p:grpSpPr>
          <a:xfrm>
            <a:off x="7377439" y="3465724"/>
            <a:ext cx="193543" cy="275990"/>
            <a:chOff x="8304647" y="3738687"/>
            <a:chExt cx="225076" cy="320956"/>
          </a:xfrm>
        </p:grpSpPr>
        <p:sp>
          <p:nvSpPr>
            <p:cNvPr id="7419" name="Google Shape;7419;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55"/>
          <p:cNvGrpSpPr/>
          <p:nvPr/>
        </p:nvGrpSpPr>
        <p:grpSpPr>
          <a:xfrm>
            <a:off x="7649932" y="3465724"/>
            <a:ext cx="178492" cy="275990"/>
            <a:chOff x="8615101" y="3738687"/>
            <a:chExt cx="207573" cy="320956"/>
          </a:xfrm>
        </p:grpSpPr>
        <p:sp>
          <p:nvSpPr>
            <p:cNvPr id="7423" name="Google Shape;7423;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7" name="Google Shape;7427;p55"/>
          <p:cNvGrpSpPr/>
          <p:nvPr/>
        </p:nvGrpSpPr>
        <p:grpSpPr>
          <a:xfrm>
            <a:off x="7875463" y="3868385"/>
            <a:ext cx="187557" cy="187557"/>
            <a:chOff x="8565775" y="671075"/>
            <a:chExt cx="441000" cy="441000"/>
          </a:xfrm>
        </p:grpSpPr>
        <p:sp>
          <p:nvSpPr>
            <p:cNvPr id="7428" name="Google Shape;7428;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0" name="Google Shape;7430;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2" name="Google Shape;7432;p55"/>
          <p:cNvGrpSpPr/>
          <p:nvPr/>
        </p:nvGrpSpPr>
        <p:grpSpPr>
          <a:xfrm>
            <a:off x="6029935" y="2940910"/>
            <a:ext cx="587865" cy="517731"/>
            <a:chOff x="6000718" y="3070557"/>
            <a:chExt cx="587865" cy="517731"/>
          </a:xfrm>
        </p:grpSpPr>
        <p:sp>
          <p:nvSpPr>
            <p:cNvPr id="7433" name="Google Shape;7433;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55"/>
          <p:cNvGrpSpPr/>
          <p:nvPr/>
        </p:nvGrpSpPr>
        <p:grpSpPr>
          <a:xfrm>
            <a:off x="6044740" y="3584570"/>
            <a:ext cx="557665" cy="516387"/>
            <a:chOff x="6015523" y="3714217"/>
            <a:chExt cx="557665" cy="516387"/>
          </a:xfrm>
        </p:grpSpPr>
        <p:grpSp>
          <p:nvGrpSpPr>
            <p:cNvPr id="7444" name="Google Shape;7444;p55"/>
            <p:cNvGrpSpPr/>
            <p:nvPr/>
          </p:nvGrpSpPr>
          <p:grpSpPr>
            <a:xfrm>
              <a:off x="6036094" y="3716980"/>
              <a:ext cx="529822" cy="510480"/>
              <a:chOff x="3148311" y="-545634"/>
              <a:chExt cx="1006118" cy="969572"/>
            </a:xfrm>
          </p:grpSpPr>
          <p:sp>
            <p:nvSpPr>
              <p:cNvPr id="7445" name="Google Shape;7445;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5" name="Google Shape;7455;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55"/>
          <p:cNvGrpSpPr/>
          <p:nvPr/>
        </p:nvGrpSpPr>
        <p:grpSpPr>
          <a:xfrm>
            <a:off x="6673522" y="2943981"/>
            <a:ext cx="576302" cy="511871"/>
            <a:chOff x="6644304" y="3073628"/>
            <a:chExt cx="576302" cy="511871"/>
          </a:xfrm>
        </p:grpSpPr>
        <p:grpSp>
          <p:nvGrpSpPr>
            <p:cNvPr id="7457" name="Google Shape;7457;p55"/>
            <p:cNvGrpSpPr/>
            <p:nvPr/>
          </p:nvGrpSpPr>
          <p:grpSpPr>
            <a:xfrm>
              <a:off x="6712169" y="3073651"/>
              <a:ext cx="481611" cy="506713"/>
              <a:chOff x="1833536" y="-546641"/>
              <a:chExt cx="914567" cy="962419"/>
            </a:xfrm>
          </p:grpSpPr>
          <p:grpSp>
            <p:nvGrpSpPr>
              <p:cNvPr id="7458" name="Google Shape;7458;p55"/>
              <p:cNvGrpSpPr/>
              <p:nvPr/>
            </p:nvGrpSpPr>
            <p:grpSpPr>
              <a:xfrm>
                <a:off x="1833536" y="-524249"/>
                <a:ext cx="914567" cy="940027"/>
                <a:chOff x="1833536" y="-524249"/>
                <a:chExt cx="914567" cy="940027"/>
              </a:xfrm>
            </p:grpSpPr>
            <p:sp>
              <p:nvSpPr>
                <p:cNvPr id="7459" name="Google Shape;7459;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4" name="Google Shape;7464;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8" name="Google Shape;7468;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55"/>
          <p:cNvGrpSpPr/>
          <p:nvPr/>
        </p:nvGrpSpPr>
        <p:grpSpPr>
          <a:xfrm>
            <a:off x="752796" y="2869970"/>
            <a:ext cx="2622876" cy="1333540"/>
            <a:chOff x="238125" y="1038125"/>
            <a:chExt cx="7146800" cy="3633625"/>
          </a:xfrm>
        </p:grpSpPr>
        <p:sp>
          <p:nvSpPr>
            <p:cNvPr id="7470" name="Google Shape;7470;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55"/>
          <p:cNvGrpSpPr/>
          <p:nvPr/>
        </p:nvGrpSpPr>
        <p:grpSpPr>
          <a:xfrm>
            <a:off x="5938558" y="1033351"/>
            <a:ext cx="2435960" cy="1297725"/>
            <a:chOff x="233350" y="949250"/>
            <a:chExt cx="7137300" cy="3802300"/>
          </a:xfrm>
        </p:grpSpPr>
        <p:sp>
          <p:nvSpPr>
            <p:cNvPr id="9043" name="Google Shape;9043;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55"/>
          <p:cNvGrpSpPr/>
          <p:nvPr/>
        </p:nvGrpSpPr>
        <p:grpSpPr>
          <a:xfrm>
            <a:off x="731715" y="995041"/>
            <a:ext cx="2665073" cy="1317140"/>
            <a:chOff x="793334" y="1192826"/>
            <a:chExt cx="2665073" cy="1317140"/>
          </a:xfrm>
        </p:grpSpPr>
        <p:sp>
          <p:nvSpPr>
            <p:cNvPr id="9095" name="Google Shape;9095;p5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55"/>
          <p:cNvGrpSpPr/>
          <p:nvPr/>
        </p:nvGrpSpPr>
        <p:grpSpPr>
          <a:xfrm>
            <a:off x="3450485" y="919691"/>
            <a:ext cx="2310381" cy="1488888"/>
            <a:chOff x="229225" y="549050"/>
            <a:chExt cx="7161750" cy="4615275"/>
          </a:xfrm>
        </p:grpSpPr>
        <p:sp>
          <p:nvSpPr>
            <p:cNvPr id="13063" name="Google Shape;13063;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55"/>
          <p:cNvGrpSpPr/>
          <p:nvPr/>
        </p:nvGrpSpPr>
        <p:grpSpPr>
          <a:xfrm>
            <a:off x="3548403" y="2849588"/>
            <a:ext cx="2310282" cy="1374222"/>
            <a:chOff x="238125" y="732525"/>
            <a:chExt cx="7130500" cy="4241425"/>
          </a:xfrm>
        </p:grpSpPr>
        <p:sp>
          <p:nvSpPr>
            <p:cNvPr id="13181" name="Google Shape;13181;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8" name="Shape 13298"/>
        <p:cNvGrpSpPr/>
        <p:nvPr/>
      </p:nvGrpSpPr>
      <p:grpSpPr>
        <a:xfrm>
          <a:off x="0" y="0"/>
          <a:ext cx="0" cy="0"/>
          <a:chOff x="0" y="0"/>
          <a:chExt cx="0" cy="0"/>
        </a:xfrm>
      </p:grpSpPr>
      <p:grpSp>
        <p:nvGrpSpPr>
          <p:cNvPr id="13299" name="Google Shape;13299;p56"/>
          <p:cNvGrpSpPr/>
          <p:nvPr/>
        </p:nvGrpSpPr>
        <p:grpSpPr>
          <a:xfrm>
            <a:off x="2100560" y="3398663"/>
            <a:ext cx="1102891" cy="760337"/>
            <a:chOff x="4967783" y="2151471"/>
            <a:chExt cx="3920692" cy="2702940"/>
          </a:xfrm>
        </p:grpSpPr>
        <p:grpSp>
          <p:nvGrpSpPr>
            <p:cNvPr id="13300" name="Google Shape;13300;p56"/>
            <p:cNvGrpSpPr/>
            <p:nvPr/>
          </p:nvGrpSpPr>
          <p:grpSpPr>
            <a:xfrm>
              <a:off x="5045709" y="2252109"/>
              <a:ext cx="3761071" cy="2501708"/>
              <a:chOff x="2691784" y="1805334"/>
              <a:chExt cx="3761071" cy="2501708"/>
            </a:xfrm>
          </p:grpSpPr>
          <p:sp>
            <p:nvSpPr>
              <p:cNvPr id="13301" name="Google Shape;13301;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56"/>
            <p:cNvGrpSpPr/>
            <p:nvPr/>
          </p:nvGrpSpPr>
          <p:grpSpPr>
            <a:xfrm>
              <a:off x="4967783" y="2151471"/>
              <a:ext cx="3920692" cy="2702940"/>
              <a:chOff x="2613858" y="1704696"/>
              <a:chExt cx="3920692" cy="2702940"/>
            </a:xfrm>
          </p:grpSpPr>
          <p:sp>
            <p:nvSpPr>
              <p:cNvPr id="13309" name="Google Shape;13309;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14" name="Google Shape;13314;p56"/>
          <p:cNvGrpSpPr/>
          <p:nvPr/>
        </p:nvGrpSpPr>
        <p:grpSpPr>
          <a:xfrm>
            <a:off x="3504468" y="1286940"/>
            <a:ext cx="1561911" cy="708580"/>
            <a:chOff x="3530532" y="1496185"/>
            <a:chExt cx="1561911" cy="708580"/>
          </a:xfrm>
        </p:grpSpPr>
        <p:grpSp>
          <p:nvGrpSpPr>
            <p:cNvPr id="13315" name="Google Shape;13315;p56"/>
            <p:cNvGrpSpPr/>
            <p:nvPr/>
          </p:nvGrpSpPr>
          <p:grpSpPr>
            <a:xfrm>
              <a:off x="3720318" y="1857562"/>
              <a:ext cx="1372125" cy="54"/>
              <a:chOff x="3720318" y="1857562"/>
              <a:chExt cx="1372125" cy="54"/>
            </a:xfrm>
          </p:grpSpPr>
          <p:cxnSp>
            <p:nvCxnSpPr>
              <p:cNvPr id="13316" name="Google Shape;13316;p56"/>
              <p:cNvCxnSpPr>
                <a:endCxn id="1331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318" name="Google Shape;13318;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319" name="Google Shape;13319;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320" name="Google Shape;13320;p56"/>
              <p:cNvCxnSpPr>
                <a:stCxn id="1331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3321" name="Google Shape;13321;p56"/>
            <p:cNvGrpSpPr/>
            <p:nvPr/>
          </p:nvGrpSpPr>
          <p:grpSpPr>
            <a:xfrm>
              <a:off x="3567462" y="1496185"/>
              <a:ext cx="286500" cy="272914"/>
              <a:chOff x="3567462" y="1496185"/>
              <a:chExt cx="286500" cy="272914"/>
            </a:xfrm>
          </p:grpSpPr>
          <p:cxnSp>
            <p:nvCxnSpPr>
              <p:cNvPr id="13322" name="Google Shape;13322;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323" name="Google Shape;13323;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4" name="Google Shape;13324;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6" name="Google Shape;13326;p56"/>
            <p:cNvGrpSpPr/>
            <p:nvPr/>
          </p:nvGrpSpPr>
          <p:grpSpPr>
            <a:xfrm>
              <a:off x="3929014" y="1960574"/>
              <a:ext cx="286500" cy="242342"/>
              <a:chOff x="3929014" y="1960574"/>
              <a:chExt cx="286500" cy="242342"/>
            </a:xfrm>
          </p:grpSpPr>
          <p:cxnSp>
            <p:nvCxnSpPr>
              <p:cNvPr id="13327" name="Google Shape;13327;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3328" name="Google Shape;13328;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56"/>
            <p:cNvGrpSpPr/>
            <p:nvPr/>
          </p:nvGrpSpPr>
          <p:grpSpPr>
            <a:xfrm>
              <a:off x="4290828" y="1496185"/>
              <a:ext cx="286500" cy="272914"/>
              <a:chOff x="4290828" y="1496185"/>
              <a:chExt cx="286500" cy="272914"/>
            </a:xfrm>
          </p:grpSpPr>
          <p:cxnSp>
            <p:nvCxnSpPr>
              <p:cNvPr id="13330" name="Google Shape;13330;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331" name="Google Shape;13331;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2" name="Google Shape;13332;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3" name="Google Shape;13333;p56"/>
            <p:cNvGrpSpPr/>
            <p:nvPr/>
          </p:nvGrpSpPr>
          <p:grpSpPr>
            <a:xfrm>
              <a:off x="4657726" y="1959674"/>
              <a:ext cx="286500" cy="245092"/>
              <a:chOff x="4657726" y="1959674"/>
              <a:chExt cx="286500" cy="245092"/>
            </a:xfrm>
          </p:grpSpPr>
          <p:cxnSp>
            <p:nvCxnSpPr>
              <p:cNvPr id="13334" name="Google Shape;13334;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3335" name="Google Shape;13335;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36" name="Google Shape;13336;p56"/>
          <p:cNvGrpSpPr/>
          <p:nvPr/>
        </p:nvGrpSpPr>
        <p:grpSpPr>
          <a:xfrm>
            <a:off x="3486488" y="2149036"/>
            <a:ext cx="1597032" cy="378649"/>
            <a:chOff x="3512551" y="2358282"/>
            <a:chExt cx="1597032" cy="378649"/>
          </a:xfrm>
        </p:grpSpPr>
        <p:grpSp>
          <p:nvGrpSpPr>
            <p:cNvPr id="13337" name="Google Shape;13337;p56"/>
            <p:cNvGrpSpPr/>
            <p:nvPr/>
          </p:nvGrpSpPr>
          <p:grpSpPr>
            <a:xfrm>
              <a:off x="3738198" y="2553002"/>
              <a:ext cx="1145834" cy="117"/>
              <a:chOff x="3738198" y="2553002"/>
              <a:chExt cx="1145834" cy="117"/>
            </a:xfrm>
          </p:grpSpPr>
          <p:cxnSp>
            <p:nvCxnSpPr>
              <p:cNvPr id="13338" name="Google Shape;13338;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339" name="Google Shape;13339;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340" name="Google Shape;13340;p56"/>
              <p:cNvCxnSpPr>
                <a:stCxn id="13341" idx="6"/>
                <a:endCxn id="1334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3343" name="Google Shape;13343;p56"/>
            <p:cNvGrpSpPr/>
            <p:nvPr/>
          </p:nvGrpSpPr>
          <p:grpSpPr>
            <a:xfrm>
              <a:off x="3969644" y="2440153"/>
              <a:ext cx="225900" cy="296779"/>
              <a:chOff x="3969644" y="2440153"/>
              <a:chExt cx="225900" cy="296779"/>
            </a:xfrm>
          </p:grpSpPr>
          <p:cxnSp>
            <p:nvCxnSpPr>
              <p:cNvPr id="13344" name="Google Shape;13344;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3342" name="Google Shape;13342;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56"/>
            <p:cNvGrpSpPr/>
            <p:nvPr/>
          </p:nvGrpSpPr>
          <p:grpSpPr>
            <a:xfrm>
              <a:off x="4426818" y="2358282"/>
              <a:ext cx="225600" cy="307471"/>
              <a:chOff x="4426818" y="2358282"/>
              <a:chExt cx="225600" cy="307471"/>
            </a:xfrm>
          </p:grpSpPr>
          <p:cxnSp>
            <p:nvCxnSpPr>
              <p:cNvPr id="13347" name="Google Shape;13347;p56"/>
              <p:cNvCxnSpPr>
                <a:stCxn id="1334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3349" name="Google Shape;13349;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56"/>
            <p:cNvGrpSpPr/>
            <p:nvPr/>
          </p:nvGrpSpPr>
          <p:grpSpPr>
            <a:xfrm>
              <a:off x="4883984" y="2440153"/>
              <a:ext cx="225600" cy="296479"/>
              <a:chOff x="4883984" y="2440153"/>
              <a:chExt cx="225600" cy="296479"/>
            </a:xfrm>
          </p:grpSpPr>
          <p:cxnSp>
            <p:nvCxnSpPr>
              <p:cNvPr id="13351" name="Google Shape;13351;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3352" name="Google Shape;13352;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56"/>
            <p:cNvGrpSpPr/>
            <p:nvPr/>
          </p:nvGrpSpPr>
          <p:grpSpPr>
            <a:xfrm>
              <a:off x="3512551" y="2358356"/>
              <a:ext cx="225647" cy="307629"/>
              <a:chOff x="2182679" y="2005014"/>
              <a:chExt cx="792300" cy="1080158"/>
            </a:xfrm>
          </p:grpSpPr>
          <p:cxnSp>
            <p:nvCxnSpPr>
              <p:cNvPr id="13355" name="Google Shape;13355;p56"/>
              <p:cNvCxnSpPr>
                <a:stCxn id="1335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3341" name="Google Shape;13341;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57" name="Google Shape;13357;p56"/>
          <p:cNvGrpSpPr/>
          <p:nvPr/>
        </p:nvGrpSpPr>
        <p:grpSpPr>
          <a:xfrm>
            <a:off x="6846570" y="972834"/>
            <a:ext cx="1559809" cy="722610"/>
            <a:chOff x="634175" y="2986275"/>
            <a:chExt cx="3147949" cy="1458344"/>
          </a:xfrm>
        </p:grpSpPr>
        <p:cxnSp>
          <p:nvCxnSpPr>
            <p:cNvPr id="13358" name="Google Shape;13358;p56"/>
            <p:cNvCxnSpPr>
              <a:stCxn id="13359" idx="4"/>
              <a:endCxn id="1336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3361" name="Google Shape;13361;p56"/>
            <p:cNvCxnSpPr>
              <a:stCxn id="13360" idx="0"/>
              <a:endCxn id="1336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363" name="Google Shape;13363;p56"/>
            <p:cNvCxnSpPr>
              <a:stCxn id="13362" idx="4"/>
              <a:endCxn id="1336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365" name="Google Shape;13365;p56"/>
            <p:cNvCxnSpPr>
              <a:stCxn id="13364" idx="0"/>
              <a:endCxn id="1336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3366" name="Google Shape;13366;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62" name="Google Shape;13362;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59" name="Google Shape;13359;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64" name="Google Shape;13364;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60" name="Google Shape;13360;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3367" name="Google Shape;13367;p56"/>
          <p:cNvGrpSpPr/>
          <p:nvPr/>
        </p:nvGrpSpPr>
        <p:grpSpPr>
          <a:xfrm>
            <a:off x="3500360" y="2682741"/>
            <a:ext cx="1570719" cy="294123"/>
            <a:chOff x="998425" y="1182125"/>
            <a:chExt cx="1065400" cy="199500"/>
          </a:xfrm>
        </p:grpSpPr>
        <p:sp>
          <p:nvSpPr>
            <p:cNvPr id="13368" name="Google Shape;13368;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56"/>
          <p:cNvGrpSpPr/>
          <p:nvPr/>
        </p:nvGrpSpPr>
        <p:grpSpPr>
          <a:xfrm>
            <a:off x="6843616" y="1800228"/>
            <a:ext cx="1565716" cy="366729"/>
            <a:chOff x="1247650" y="2075423"/>
            <a:chExt cx="6648477" cy="1557238"/>
          </a:xfrm>
        </p:grpSpPr>
        <p:sp>
          <p:nvSpPr>
            <p:cNvPr id="13374" name="Google Shape;13374;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56"/>
          <p:cNvGrpSpPr/>
          <p:nvPr/>
        </p:nvGrpSpPr>
        <p:grpSpPr>
          <a:xfrm>
            <a:off x="6827928" y="2949043"/>
            <a:ext cx="1597061" cy="663440"/>
            <a:chOff x="6796238" y="3158297"/>
            <a:chExt cx="1630319" cy="677257"/>
          </a:xfrm>
        </p:grpSpPr>
        <p:cxnSp>
          <p:nvCxnSpPr>
            <p:cNvPr id="13381" name="Google Shape;13381;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382" name="Google Shape;13382;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383" name="Google Shape;13383;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3384" name="Google Shape;13384;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3385" name="Google Shape;13385;p56"/>
            <p:cNvGrpSpPr/>
            <p:nvPr/>
          </p:nvGrpSpPr>
          <p:grpSpPr>
            <a:xfrm>
              <a:off x="6796238" y="3311904"/>
              <a:ext cx="1630319" cy="377697"/>
              <a:chOff x="6796238" y="3311904"/>
              <a:chExt cx="1630319" cy="377697"/>
            </a:xfrm>
          </p:grpSpPr>
          <p:sp>
            <p:nvSpPr>
              <p:cNvPr id="13386" name="Google Shape;13386;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89" name="Google Shape;13389;p56"/>
          <p:cNvGrpSpPr/>
          <p:nvPr/>
        </p:nvGrpSpPr>
        <p:grpSpPr>
          <a:xfrm>
            <a:off x="5349066" y="970435"/>
            <a:ext cx="1368606" cy="1593805"/>
            <a:chOff x="1839112" y="2209163"/>
            <a:chExt cx="1918159" cy="2233784"/>
          </a:xfrm>
        </p:grpSpPr>
        <p:sp>
          <p:nvSpPr>
            <p:cNvPr id="13390" name="Google Shape;13390;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93" name="Google Shape;13393;p56"/>
            <p:cNvCxnSpPr>
              <a:stCxn id="13390" idx="6"/>
              <a:endCxn id="1339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394" name="Google Shape;13394;p56"/>
            <p:cNvCxnSpPr>
              <a:stCxn id="13391" idx="4"/>
              <a:endCxn id="1339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3396" name="Google Shape;13396;p56"/>
            <p:cNvCxnSpPr>
              <a:stCxn id="13395" idx="6"/>
              <a:endCxn id="1339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397" name="Google Shape;13397;p56"/>
            <p:cNvCxnSpPr>
              <a:stCxn id="13392" idx="4"/>
              <a:endCxn id="1339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3395" name="Google Shape;13395;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00" name="Google Shape;13400;p56"/>
            <p:cNvCxnSpPr>
              <a:endCxn id="1339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3401" name="Google Shape;13401;p56"/>
          <p:cNvGrpSpPr/>
          <p:nvPr/>
        </p:nvGrpSpPr>
        <p:grpSpPr>
          <a:xfrm>
            <a:off x="3481439" y="976671"/>
            <a:ext cx="1637968" cy="154942"/>
            <a:chOff x="238125" y="2506075"/>
            <a:chExt cx="7115411" cy="673075"/>
          </a:xfrm>
        </p:grpSpPr>
        <p:sp>
          <p:nvSpPr>
            <p:cNvPr id="13402" name="Google Shape;13402;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56"/>
          <p:cNvGrpSpPr/>
          <p:nvPr/>
        </p:nvGrpSpPr>
        <p:grpSpPr>
          <a:xfrm>
            <a:off x="720124" y="1298269"/>
            <a:ext cx="2476762" cy="91743"/>
            <a:chOff x="1464850" y="436376"/>
            <a:chExt cx="6001362" cy="222300"/>
          </a:xfrm>
        </p:grpSpPr>
        <p:sp>
          <p:nvSpPr>
            <p:cNvPr id="13408" name="Google Shape;13408;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13" name="Google Shape;13413;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414" name="Google Shape;13414;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415" name="Google Shape;13415;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416" name="Google Shape;13416;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3417" name="Google Shape;13417;p56"/>
          <p:cNvGrpSpPr/>
          <p:nvPr/>
        </p:nvGrpSpPr>
        <p:grpSpPr>
          <a:xfrm>
            <a:off x="706391" y="2533734"/>
            <a:ext cx="1452710" cy="651923"/>
            <a:chOff x="803162" y="2667727"/>
            <a:chExt cx="1411906" cy="633611"/>
          </a:xfrm>
        </p:grpSpPr>
        <p:cxnSp>
          <p:nvCxnSpPr>
            <p:cNvPr id="13418" name="Google Shape;13418;p56"/>
            <p:cNvCxnSpPr>
              <a:stCxn id="13419" idx="2"/>
              <a:endCxn id="1342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421" name="Google Shape;13421;p56"/>
            <p:cNvCxnSpPr>
              <a:stCxn id="13422" idx="0"/>
              <a:endCxn id="1341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423" name="Google Shape;13423;p56"/>
            <p:cNvCxnSpPr>
              <a:stCxn id="13422" idx="2"/>
              <a:endCxn id="1342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425" name="Google Shape;13425;p56"/>
            <p:cNvCxnSpPr>
              <a:stCxn id="13426" idx="0"/>
              <a:endCxn id="1342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427" name="Google Shape;13427;p56"/>
            <p:cNvCxnSpPr>
              <a:stCxn id="13420" idx="2"/>
              <a:endCxn id="1342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429" name="Google Shape;13429;p56"/>
            <p:cNvCxnSpPr>
              <a:stCxn id="13430" idx="0"/>
              <a:endCxn id="1342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3426" name="Google Shape;13426;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24" name="Google Shape;13424;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30" name="Google Shape;13430;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28" name="Google Shape;13428;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20" name="Google Shape;13420;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22" name="Google Shape;13422;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419" name="Google Shape;13419;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3431" name="Google Shape;13431;p56"/>
          <p:cNvGrpSpPr/>
          <p:nvPr/>
        </p:nvGrpSpPr>
        <p:grpSpPr>
          <a:xfrm>
            <a:off x="706393" y="969273"/>
            <a:ext cx="2518541" cy="209309"/>
            <a:chOff x="803163" y="1111966"/>
            <a:chExt cx="2447800" cy="203430"/>
          </a:xfrm>
        </p:grpSpPr>
        <p:grpSp>
          <p:nvGrpSpPr>
            <p:cNvPr id="13432" name="Google Shape;13432;p56"/>
            <p:cNvGrpSpPr/>
            <p:nvPr/>
          </p:nvGrpSpPr>
          <p:grpSpPr>
            <a:xfrm>
              <a:off x="1958180" y="1111966"/>
              <a:ext cx="588019" cy="121396"/>
              <a:chOff x="4808316" y="2800065"/>
              <a:chExt cx="1999386" cy="412910"/>
            </a:xfrm>
          </p:grpSpPr>
          <p:sp>
            <p:nvSpPr>
              <p:cNvPr id="13433" name="Google Shape;13433;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4" name="Google Shape;13434;p56"/>
              <p:cNvGrpSpPr/>
              <p:nvPr/>
            </p:nvGrpSpPr>
            <p:grpSpPr>
              <a:xfrm>
                <a:off x="4808316" y="2800065"/>
                <a:ext cx="92400" cy="411825"/>
                <a:chOff x="845575" y="2563700"/>
                <a:chExt cx="92400" cy="411825"/>
              </a:xfrm>
            </p:grpSpPr>
            <p:cxnSp>
              <p:nvCxnSpPr>
                <p:cNvPr id="13435" name="Google Shape;13435;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436" name="Google Shape;13436;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437" name="Google Shape;13437;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3438" name="Google Shape;13438;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9" name="Google Shape;13439;p56"/>
            <p:cNvGrpSpPr/>
            <p:nvPr/>
          </p:nvGrpSpPr>
          <p:grpSpPr>
            <a:xfrm>
              <a:off x="803163" y="1111974"/>
              <a:ext cx="591158" cy="121545"/>
              <a:chOff x="803163" y="1111974"/>
              <a:chExt cx="591158" cy="121545"/>
            </a:xfrm>
          </p:grpSpPr>
          <p:grpSp>
            <p:nvGrpSpPr>
              <p:cNvPr id="13440" name="Google Shape;13440;p56"/>
              <p:cNvGrpSpPr/>
              <p:nvPr/>
            </p:nvGrpSpPr>
            <p:grpSpPr>
              <a:xfrm>
                <a:off x="803163" y="1111974"/>
                <a:ext cx="27175" cy="121077"/>
                <a:chOff x="845575" y="2563700"/>
                <a:chExt cx="92400" cy="411825"/>
              </a:xfrm>
            </p:grpSpPr>
            <p:cxnSp>
              <p:nvCxnSpPr>
                <p:cNvPr id="13441" name="Google Shape;13441;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442" name="Google Shape;13442;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3" name="Google Shape;13443;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56"/>
            <p:cNvGrpSpPr/>
            <p:nvPr/>
          </p:nvGrpSpPr>
          <p:grpSpPr>
            <a:xfrm>
              <a:off x="1381910" y="1194219"/>
              <a:ext cx="588341" cy="121177"/>
              <a:chOff x="1381910" y="1194219"/>
              <a:chExt cx="588341" cy="121177"/>
            </a:xfrm>
          </p:grpSpPr>
          <p:grpSp>
            <p:nvGrpSpPr>
              <p:cNvPr id="13445" name="Google Shape;13445;p56"/>
              <p:cNvGrpSpPr/>
              <p:nvPr/>
            </p:nvGrpSpPr>
            <p:grpSpPr>
              <a:xfrm rot="10800000">
                <a:off x="1381910" y="1194319"/>
                <a:ext cx="27175" cy="121077"/>
                <a:chOff x="2070100" y="2563700"/>
                <a:chExt cx="92400" cy="411825"/>
              </a:xfrm>
            </p:grpSpPr>
            <p:cxnSp>
              <p:nvCxnSpPr>
                <p:cNvPr id="13446" name="Google Shape;13446;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447" name="Google Shape;13447;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8" name="Google Shape;13448;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56"/>
            <p:cNvGrpSpPr/>
            <p:nvPr/>
          </p:nvGrpSpPr>
          <p:grpSpPr>
            <a:xfrm>
              <a:off x="2532079" y="1194219"/>
              <a:ext cx="704927" cy="121177"/>
              <a:chOff x="2532079" y="1194219"/>
              <a:chExt cx="704927" cy="121177"/>
            </a:xfrm>
          </p:grpSpPr>
          <p:grpSp>
            <p:nvGrpSpPr>
              <p:cNvPr id="13450" name="Google Shape;13450;p56"/>
              <p:cNvGrpSpPr/>
              <p:nvPr/>
            </p:nvGrpSpPr>
            <p:grpSpPr>
              <a:xfrm rot="10800000">
                <a:off x="2532079" y="1194319"/>
                <a:ext cx="27175" cy="121077"/>
                <a:chOff x="2070100" y="2563700"/>
                <a:chExt cx="92400" cy="411825"/>
              </a:xfrm>
            </p:grpSpPr>
            <p:cxnSp>
              <p:nvCxnSpPr>
                <p:cNvPr id="13451" name="Google Shape;13451;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452" name="Google Shape;13452;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3" name="Google Shape;13453;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54" name="Google Shape;13454;p56"/>
          <p:cNvGrpSpPr/>
          <p:nvPr/>
        </p:nvGrpSpPr>
        <p:grpSpPr>
          <a:xfrm>
            <a:off x="3499403" y="3665904"/>
            <a:ext cx="1567778" cy="491677"/>
            <a:chOff x="5194708" y="3484366"/>
            <a:chExt cx="3148148" cy="987304"/>
          </a:xfrm>
        </p:grpSpPr>
        <p:grpSp>
          <p:nvGrpSpPr>
            <p:cNvPr id="13455" name="Google Shape;13455;p56"/>
            <p:cNvGrpSpPr/>
            <p:nvPr/>
          </p:nvGrpSpPr>
          <p:grpSpPr>
            <a:xfrm>
              <a:off x="7531521" y="3484366"/>
              <a:ext cx="811335" cy="987304"/>
              <a:chOff x="3379425" y="1617275"/>
              <a:chExt cx="1090650" cy="1327200"/>
            </a:xfrm>
          </p:grpSpPr>
          <p:sp>
            <p:nvSpPr>
              <p:cNvPr id="13456" name="Google Shape;13456;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56"/>
            <p:cNvGrpSpPr/>
            <p:nvPr/>
          </p:nvGrpSpPr>
          <p:grpSpPr>
            <a:xfrm>
              <a:off x="6752546" y="3484366"/>
              <a:ext cx="811428" cy="987304"/>
              <a:chOff x="2332275" y="1617275"/>
              <a:chExt cx="1090775" cy="1327200"/>
            </a:xfrm>
          </p:grpSpPr>
          <p:sp>
            <p:nvSpPr>
              <p:cNvPr id="13460" name="Google Shape;13460;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56"/>
            <p:cNvGrpSpPr/>
            <p:nvPr/>
          </p:nvGrpSpPr>
          <p:grpSpPr>
            <a:xfrm>
              <a:off x="5973664" y="3484366"/>
              <a:ext cx="811335" cy="987304"/>
              <a:chOff x="1285250" y="1617275"/>
              <a:chExt cx="1090650" cy="1327200"/>
            </a:xfrm>
          </p:grpSpPr>
          <p:sp>
            <p:nvSpPr>
              <p:cNvPr id="13464" name="Google Shape;13464;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56"/>
            <p:cNvGrpSpPr/>
            <p:nvPr/>
          </p:nvGrpSpPr>
          <p:grpSpPr>
            <a:xfrm>
              <a:off x="5194708" y="3484366"/>
              <a:ext cx="811409" cy="987304"/>
              <a:chOff x="238125" y="1617275"/>
              <a:chExt cx="1090750" cy="1327200"/>
            </a:xfrm>
          </p:grpSpPr>
          <p:sp>
            <p:nvSpPr>
              <p:cNvPr id="13468" name="Google Shape;13468;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1" name="Google Shape;13471;p56"/>
          <p:cNvGrpSpPr/>
          <p:nvPr/>
        </p:nvGrpSpPr>
        <p:grpSpPr>
          <a:xfrm>
            <a:off x="3460012" y="3146315"/>
            <a:ext cx="1616964" cy="346256"/>
            <a:chOff x="1808063" y="4294338"/>
            <a:chExt cx="3370782" cy="721817"/>
          </a:xfrm>
        </p:grpSpPr>
        <p:sp>
          <p:nvSpPr>
            <p:cNvPr id="13472" name="Google Shape;13472;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56"/>
          <p:cNvGrpSpPr/>
          <p:nvPr/>
        </p:nvGrpSpPr>
        <p:grpSpPr>
          <a:xfrm>
            <a:off x="738224" y="3432344"/>
            <a:ext cx="1295882" cy="646587"/>
            <a:chOff x="834100" y="3642869"/>
            <a:chExt cx="1259483" cy="628426"/>
          </a:xfrm>
        </p:grpSpPr>
        <p:sp>
          <p:nvSpPr>
            <p:cNvPr id="13483" name="Google Shape;13483;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8" name="Google Shape;13508;p56"/>
            <p:cNvGrpSpPr/>
            <p:nvPr/>
          </p:nvGrpSpPr>
          <p:grpSpPr>
            <a:xfrm>
              <a:off x="1360364" y="3847835"/>
              <a:ext cx="208119" cy="224359"/>
              <a:chOff x="1360769" y="3847100"/>
              <a:chExt cx="208119" cy="224359"/>
            </a:xfrm>
          </p:grpSpPr>
          <p:sp>
            <p:nvSpPr>
              <p:cNvPr id="13509" name="Google Shape;13509;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9" name="Google Shape;13529;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56"/>
          <p:cNvGrpSpPr/>
          <p:nvPr/>
        </p:nvGrpSpPr>
        <p:grpSpPr>
          <a:xfrm rot="5400000">
            <a:off x="5951337" y="3228841"/>
            <a:ext cx="164064" cy="1414916"/>
            <a:chOff x="4428249" y="1369375"/>
            <a:chExt cx="36905" cy="429569"/>
          </a:xfrm>
        </p:grpSpPr>
        <p:sp>
          <p:nvSpPr>
            <p:cNvPr id="13544" name="Google Shape;13544;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56"/>
          <p:cNvGrpSpPr/>
          <p:nvPr/>
        </p:nvGrpSpPr>
        <p:grpSpPr>
          <a:xfrm flipH="1" rot="10800000">
            <a:off x="5323766" y="2817385"/>
            <a:ext cx="1419207" cy="24808"/>
            <a:chOff x="219558" y="4738465"/>
            <a:chExt cx="5852400" cy="102300"/>
          </a:xfrm>
        </p:grpSpPr>
        <p:cxnSp>
          <p:nvCxnSpPr>
            <p:cNvPr id="13577" name="Google Shape;13577;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3578" name="Google Shape;13578;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56"/>
          <p:cNvGrpSpPr/>
          <p:nvPr/>
        </p:nvGrpSpPr>
        <p:grpSpPr>
          <a:xfrm>
            <a:off x="5335084" y="3190448"/>
            <a:ext cx="1396570" cy="385016"/>
            <a:chOff x="5286284" y="2966544"/>
            <a:chExt cx="1396570" cy="385016"/>
          </a:xfrm>
        </p:grpSpPr>
        <p:cxnSp>
          <p:nvCxnSpPr>
            <p:cNvPr id="13584" name="Google Shape;13584;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3585" name="Google Shape;13585;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3586" name="Google Shape;13586;p56"/>
            <p:cNvGrpSpPr/>
            <p:nvPr/>
          </p:nvGrpSpPr>
          <p:grpSpPr>
            <a:xfrm>
              <a:off x="5287688" y="3173364"/>
              <a:ext cx="1395166" cy="74100"/>
              <a:chOff x="5287688" y="3173364"/>
              <a:chExt cx="1395166" cy="74100"/>
            </a:xfrm>
          </p:grpSpPr>
          <p:cxnSp>
            <p:nvCxnSpPr>
              <p:cNvPr id="13587" name="Google Shape;13587;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3588" name="Google Shape;13588;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3589" name="Google Shape;13589;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590" name="Google Shape;13590;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591" name="Google Shape;13591;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592" name="Google Shape;13592;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593" name="Google Shape;13593;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594" name="Google Shape;13594;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3595" name="Google Shape;13595;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3596" name="Google Shape;13596;p56"/>
          <p:cNvGrpSpPr/>
          <p:nvPr/>
        </p:nvGrpSpPr>
        <p:grpSpPr>
          <a:xfrm>
            <a:off x="2021150" y="1609224"/>
            <a:ext cx="1182276" cy="662027"/>
            <a:chOff x="2029517" y="1732295"/>
            <a:chExt cx="1149068" cy="643432"/>
          </a:xfrm>
        </p:grpSpPr>
        <p:grpSp>
          <p:nvGrpSpPr>
            <p:cNvPr id="13597" name="Google Shape;13597;p56"/>
            <p:cNvGrpSpPr/>
            <p:nvPr/>
          </p:nvGrpSpPr>
          <p:grpSpPr>
            <a:xfrm>
              <a:off x="2708660" y="1746937"/>
              <a:ext cx="455427" cy="244429"/>
              <a:chOff x="2700693" y="1746937"/>
              <a:chExt cx="455427" cy="244429"/>
            </a:xfrm>
          </p:grpSpPr>
          <p:grpSp>
            <p:nvGrpSpPr>
              <p:cNvPr id="13598" name="Google Shape;13598;p56"/>
              <p:cNvGrpSpPr/>
              <p:nvPr/>
            </p:nvGrpSpPr>
            <p:grpSpPr>
              <a:xfrm>
                <a:off x="2905682" y="1782817"/>
                <a:ext cx="250438" cy="208549"/>
                <a:chOff x="2905682" y="1782817"/>
                <a:chExt cx="250438" cy="208549"/>
              </a:xfrm>
            </p:grpSpPr>
            <p:cxnSp>
              <p:nvCxnSpPr>
                <p:cNvPr id="13599" name="Google Shape;13599;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600" name="Google Shape;13600;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56"/>
              <p:cNvGrpSpPr/>
              <p:nvPr/>
            </p:nvGrpSpPr>
            <p:grpSpPr>
              <a:xfrm>
                <a:off x="2700693" y="1746937"/>
                <a:ext cx="449967" cy="72374"/>
                <a:chOff x="2700693" y="1746937"/>
                <a:chExt cx="449967" cy="72374"/>
              </a:xfrm>
            </p:grpSpPr>
            <p:cxnSp>
              <p:nvCxnSpPr>
                <p:cNvPr id="13602" name="Google Shape;13602;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603" name="Google Shape;13603;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04" name="Google Shape;13604;p56"/>
            <p:cNvGrpSpPr/>
            <p:nvPr/>
          </p:nvGrpSpPr>
          <p:grpSpPr>
            <a:xfrm>
              <a:off x="2029517" y="1732295"/>
              <a:ext cx="1149068" cy="643432"/>
              <a:chOff x="2029517" y="1732295"/>
              <a:chExt cx="1149068" cy="643432"/>
            </a:xfrm>
          </p:grpSpPr>
          <p:grpSp>
            <p:nvGrpSpPr>
              <p:cNvPr id="13605" name="Google Shape;13605;p56"/>
              <p:cNvGrpSpPr/>
              <p:nvPr/>
            </p:nvGrpSpPr>
            <p:grpSpPr>
              <a:xfrm>
                <a:off x="2703618" y="2103152"/>
                <a:ext cx="474966" cy="260017"/>
                <a:chOff x="2703618" y="2103152"/>
                <a:chExt cx="474966" cy="260017"/>
              </a:xfrm>
            </p:grpSpPr>
            <p:grpSp>
              <p:nvGrpSpPr>
                <p:cNvPr id="13606" name="Google Shape;13606;p56"/>
                <p:cNvGrpSpPr/>
                <p:nvPr/>
              </p:nvGrpSpPr>
              <p:grpSpPr>
                <a:xfrm>
                  <a:off x="2703618" y="2290640"/>
                  <a:ext cx="450291" cy="72529"/>
                  <a:chOff x="2703618" y="2290640"/>
                  <a:chExt cx="450291" cy="72529"/>
                </a:xfrm>
              </p:grpSpPr>
              <p:cxnSp>
                <p:nvCxnSpPr>
                  <p:cNvPr id="13607" name="Google Shape;13607;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608" name="Google Shape;13608;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56"/>
                <p:cNvGrpSpPr/>
                <p:nvPr/>
              </p:nvGrpSpPr>
              <p:grpSpPr>
                <a:xfrm>
                  <a:off x="2908607" y="2103152"/>
                  <a:ext cx="269977" cy="223538"/>
                  <a:chOff x="2908607" y="2103152"/>
                  <a:chExt cx="269977" cy="223538"/>
                </a:xfrm>
              </p:grpSpPr>
              <p:cxnSp>
                <p:nvCxnSpPr>
                  <p:cNvPr id="13610" name="Google Shape;13610;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611" name="Google Shape;13611;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12" name="Google Shape;13612;p56"/>
              <p:cNvGrpSpPr/>
              <p:nvPr/>
            </p:nvGrpSpPr>
            <p:grpSpPr>
              <a:xfrm>
                <a:off x="2029517" y="1732295"/>
                <a:ext cx="685827" cy="643432"/>
                <a:chOff x="2029517" y="1732295"/>
                <a:chExt cx="685827" cy="643432"/>
              </a:xfrm>
            </p:grpSpPr>
            <p:sp>
              <p:nvSpPr>
                <p:cNvPr id="13613" name="Google Shape;13613;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4" name="Google Shape;13614;p56"/>
                <p:cNvGrpSpPr/>
                <p:nvPr/>
              </p:nvGrpSpPr>
              <p:grpSpPr>
                <a:xfrm>
                  <a:off x="2158948" y="1732295"/>
                  <a:ext cx="556396" cy="333108"/>
                  <a:chOff x="2158948" y="1732295"/>
                  <a:chExt cx="556396" cy="333108"/>
                </a:xfrm>
              </p:grpSpPr>
              <p:cxnSp>
                <p:nvCxnSpPr>
                  <p:cNvPr id="13615" name="Google Shape;13615;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616" name="Google Shape;13616;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56"/>
                <p:cNvGrpSpPr/>
                <p:nvPr/>
              </p:nvGrpSpPr>
              <p:grpSpPr>
                <a:xfrm>
                  <a:off x="2159908" y="2065057"/>
                  <a:ext cx="550884" cy="310670"/>
                  <a:chOff x="2159908" y="2065057"/>
                  <a:chExt cx="550884" cy="310670"/>
                </a:xfrm>
              </p:grpSpPr>
              <p:cxnSp>
                <p:nvCxnSpPr>
                  <p:cNvPr id="13618" name="Google Shape;13618;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619" name="Google Shape;13619;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3620" name="Google Shape;13620;p56"/>
          <p:cNvGrpSpPr/>
          <p:nvPr/>
        </p:nvGrpSpPr>
        <p:grpSpPr>
          <a:xfrm>
            <a:off x="706399" y="1556837"/>
            <a:ext cx="962651" cy="810058"/>
            <a:chOff x="844912" y="1681380"/>
            <a:chExt cx="935611" cy="787305"/>
          </a:xfrm>
        </p:grpSpPr>
        <p:grpSp>
          <p:nvGrpSpPr>
            <p:cNvPr id="13621" name="Google Shape;13621;p56"/>
            <p:cNvGrpSpPr/>
            <p:nvPr/>
          </p:nvGrpSpPr>
          <p:grpSpPr>
            <a:xfrm>
              <a:off x="844912" y="1819635"/>
              <a:ext cx="329836" cy="510016"/>
              <a:chOff x="844912" y="1819635"/>
              <a:chExt cx="329836" cy="510016"/>
            </a:xfrm>
          </p:grpSpPr>
          <p:sp>
            <p:nvSpPr>
              <p:cNvPr id="13622" name="Google Shape;13622;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56"/>
            <p:cNvGrpSpPr/>
            <p:nvPr/>
          </p:nvGrpSpPr>
          <p:grpSpPr>
            <a:xfrm>
              <a:off x="1284601" y="2158168"/>
              <a:ext cx="495923" cy="310517"/>
              <a:chOff x="1284601" y="2158168"/>
              <a:chExt cx="495923" cy="310517"/>
            </a:xfrm>
          </p:grpSpPr>
          <p:sp>
            <p:nvSpPr>
              <p:cNvPr id="13629" name="Google Shape;13629;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0" name="Google Shape;13630;p56"/>
              <p:cNvGrpSpPr/>
              <p:nvPr/>
            </p:nvGrpSpPr>
            <p:grpSpPr>
              <a:xfrm>
                <a:off x="1507666" y="2158168"/>
                <a:ext cx="272858" cy="310517"/>
                <a:chOff x="1507666" y="2158168"/>
                <a:chExt cx="272858" cy="310517"/>
              </a:xfrm>
            </p:grpSpPr>
            <p:grpSp>
              <p:nvGrpSpPr>
                <p:cNvPr id="13631" name="Google Shape;13631;p56"/>
                <p:cNvGrpSpPr/>
                <p:nvPr/>
              </p:nvGrpSpPr>
              <p:grpSpPr>
                <a:xfrm>
                  <a:off x="1507666" y="2176104"/>
                  <a:ext cx="166395" cy="273149"/>
                  <a:chOff x="1507666" y="2176104"/>
                  <a:chExt cx="166395" cy="273149"/>
                </a:xfrm>
              </p:grpSpPr>
              <p:sp>
                <p:nvSpPr>
                  <p:cNvPr id="13632" name="Google Shape;13632;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9" name="Google Shape;13639;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41" name="Google Shape;13641;p56"/>
            <p:cNvGrpSpPr/>
            <p:nvPr/>
          </p:nvGrpSpPr>
          <p:grpSpPr>
            <a:xfrm>
              <a:off x="1284601" y="1681380"/>
              <a:ext cx="495923" cy="310517"/>
              <a:chOff x="1284601" y="1681380"/>
              <a:chExt cx="495923" cy="310517"/>
            </a:xfrm>
          </p:grpSpPr>
          <p:sp>
            <p:nvSpPr>
              <p:cNvPr id="13642" name="Google Shape;13642;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3" name="Google Shape;13643;p56"/>
              <p:cNvGrpSpPr/>
              <p:nvPr/>
            </p:nvGrpSpPr>
            <p:grpSpPr>
              <a:xfrm>
                <a:off x="1507666" y="1681380"/>
                <a:ext cx="272858" cy="310517"/>
                <a:chOff x="1507666" y="1681380"/>
                <a:chExt cx="272858" cy="310517"/>
              </a:xfrm>
            </p:grpSpPr>
            <p:grpSp>
              <p:nvGrpSpPr>
                <p:cNvPr id="13644" name="Google Shape;13644;p56"/>
                <p:cNvGrpSpPr/>
                <p:nvPr/>
              </p:nvGrpSpPr>
              <p:grpSpPr>
                <a:xfrm>
                  <a:off x="1507666" y="1700120"/>
                  <a:ext cx="166395" cy="272984"/>
                  <a:chOff x="1507666" y="1700120"/>
                  <a:chExt cx="166395" cy="272984"/>
                </a:xfrm>
              </p:grpSpPr>
              <p:sp>
                <p:nvSpPr>
                  <p:cNvPr id="13645" name="Google Shape;13645;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2" name="Google Shape;13652;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654" name="Google Shape;13654;p56"/>
          <p:cNvGrpSpPr/>
          <p:nvPr/>
        </p:nvGrpSpPr>
        <p:grpSpPr>
          <a:xfrm>
            <a:off x="6815339" y="2324267"/>
            <a:ext cx="1622269" cy="552443"/>
            <a:chOff x="6894650" y="2574740"/>
            <a:chExt cx="1445100" cy="492111"/>
          </a:xfrm>
        </p:grpSpPr>
        <p:sp>
          <p:nvSpPr>
            <p:cNvPr id="13655" name="Google Shape;13655;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60" name="Google Shape;13660;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3661" name="Google Shape;13661;p56"/>
          <p:cNvGrpSpPr/>
          <p:nvPr/>
        </p:nvGrpSpPr>
        <p:grpSpPr>
          <a:xfrm>
            <a:off x="6834882" y="3698522"/>
            <a:ext cx="1583206" cy="475705"/>
            <a:chOff x="6953919" y="3907920"/>
            <a:chExt cx="1377300" cy="475705"/>
          </a:xfrm>
        </p:grpSpPr>
        <p:cxnSp>
          <p:nvCxnSpPr>
            <p:cNvPr id="13662" name="Google Shape;13662;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663" name="Google Shape;13663;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3664" name="Google Shape;13664;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665" name="Google Shape;13665;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3666" name="Google Shape;13666;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3667" name="Google Shape;13667;p56"/>
          <p:cNvGrpSpPr/>
          <p:nvPr/>
        </p:nvGrpSpPr>
        <p:grpSpPr>
          <a:xfrm>
            <a:off x="2338470" y="2459668"/>
            <a:ext cx="836286" cy="824529"/>
            <a:chOff x="2389399" y="2595741"/>
            <a:chExt cx="812796" cy="801369"/>
          </a:xfrm>
        </p:grpSpPr>
        <p:grpSp>
          <p:nvGrpSpPr>
            <p:cNvPr id="13668" name="Google Shape;13668;p56"/>
            <p:cNvGrpSpPr/>
            <p:nvPr/>
          </p:nvGrpSpPr>
          <p:grpSpPr>
            <a:xfrm>
              <a:off x="2492145" y="2881565"/>
              <a:ext cx="607300" cy="229751"/>
              <a:chOff x="2492145" y="2881565"/>
              <a:chExt cx="607300" cy="229751"/>
            </a:xfrm>
          </p:grpSpPr>
          <p:sp>
            <p:nvSpPr>
              <p:cNvPr id="13669" name="Google Shape;13669;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2" name="Google Shape;13672;p56"/>
            <p:cNvGrpSpPr/>
            <p:nvPr/>
          </p:nvGrpSpPr>
          <p:grpSpPr>
            <a:xfrm>
              <a:off x="2389399" y="2595741"/>
              <a:ext cx="812796" cy="296825"/>
              <a:chOff x="2389399" y="2595741"/>
              <a:chExt cx="812796" cy="296825"/>
            </a:xfrm>
          </p:grpSpPr>
          <p:grpSp>
            <p:nvGrpSpPr>
              <p:cNvPr id="13673" name="Google Shape;13673;p56"/>
              <p:cNvGrpSpPr/>
              <p:nvPr/>
            </p:nvGrpSpPr>
            <p:grpSpPr>
              <a:xfrm>
                <a:off x="2389399" y="2595741"/>
                <a:ext cx="363638" cy="296825"/>
                <a:chOff x="2389399" y="2595741"/>
                <a:chExt cx="363638" cy="296825"/>
              </a:xfrm>
            </p:grpSpPr>
            <p:grpSp>
              <p:nvGrpSpPr>
                <p:cNvPr id="13674" name="Google Shape;13674;p56"/>
                <p:cNvGrpSpPr/>
                <p:nvPr/>
              </p:nvGrpSpPr>
              <p:grpSpPr>
                <a:xfrm>
                  <a:off x="2493852" y="2794333"/>
                  <a:ext cx="259185" cy="98232"/>
                  <a:chOff x="2493852" y="2794333"/>
                  <a:chExt cx="259185" cy="98232"/>
                </a:xfrm>
              </p:grpSpPr>
              <p:sp>
                <p:nvSpPr>
                  <p:cNvPr id="13675" name="Google Shape;13675;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56"/>
                <p:cNvGrpSpPr/>
                <p:nvPr/>
              </p:nvGrpSpPr>
              <p:grpSpPr>
                <a:xfrm>
                  <a:off x="2389399" y="2595741"/>
                  <a:ext cx="224343" cy="182054"/>
                  <a:chOff x="2389399" y="2595741"/>
                  <a:chExt cx="224343" cy="182054"/>
                </a:xfrm>
              </p:grpSpPr>
              <p:sp>
                <p:nvSpPr>
                  <p:cNvPr id="13679" name="Google Shape;13679;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1" name="Google Shape;13681;p56"/>
              <p:cNvGrpSpPr/>
              <p:nvPr/>
            </p:nvGrpSpPr>
            <p:grpSpPr>
              <a:xfrm>
                <a:off x="2683630" y="2595741"/>
                <a:ext cx="224334" cy="296825"/>
                <a:chOff x="2683630" y="2595741"/>
                <a:chExt cx="224334" cy="296825"/>
              </a:xfrm>
            </p:grpSpPr>
            <p:grpSp>
              <p:nvGrpSpPr>
                <p:cNvPr id="13682" name="Google Shape;13682;p56"/>
                <p:cNvGrpSpPr/>
                <p:nvPr/>
              </p:nvGrpSpPr>
              <p:grpSpPr>
                <a:xfrm>
                  <a:off x="2788083" y="2794333"/>
                  <a:ext cx="15356" cy="98232"/>
                  <a:chOff x="2788083" y="2794333"/>
                  <a:chExt cx="15356" cy="98232"/>
                </a:xfrm>
              </p:grpSpPr>
              <p:sp>
                <p:nvSpPr>
                  <p:cNvPr id="13683" name="Google Shape;13683;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56"/>
                <p:cNvGrpSpPr/>
                <p:nvPr/>
              </p:nvGrpSpPr>
              <p:grpSpPr>
                <a:xfrm>
                  <a:off x="2683630" y="2595741"/>
                  <a:ext cx="224334" cy="182054"/>
                  <a:chOff x="2683630" y="2595741"/>
                  <a:chExt cx="224334" cy="182054"/>
                </a:xfrm>
              </p:grpSpPr>
              <p:sp>
                <p:nvSpPr>
                  <p:cNvPr id="13687" name="Google Shape;13687;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9" name="Google Shape;13689;p56"/>
              <p:cNvGrpSpPr/>
              <p:nvPr/>
            </p:nvGrpSpPr>
            <p:grpSpPr>
              <a:xfrm>
                <a:off x="2838475" y="2595741"/>
                <a:ext cx="363719" cy="296825"/>
                <a:chOff x="2838475" y="2595741"/>
                <a:chExt cx="363719" cy="296825"/>
              </a:xfrm>
            </p:grpSpPr>
            <p:grpSp>
              <p:nvGrpSpPr>
                <p:cNvPr id="13690" name="Google Shape;13690;p56"/>
                <p:cNvGrpSpPr/>
                <p:nvPr/>
              </p:nvGrpSpPr>
              <p:grpSpPr>
                <a:xfrm>
                  <a:off x="2838475" y="2794333"/>
                  <a:ext cx="259185" cy="98232"/>
                  <a:chOff x="2838475" y="2794333"/>
                  <a:chExt cx="259185" cy="98232"/>
                </a:xfrm>
              </p:grpSpPr>
              <p:sp>
                <p:nvSpPr>
                  <p:cNvPr id="13691" name="Google Shape;13691;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56"/>
                <p:cNvGrpSpPr/>
                <p:nvPr/>
              </p:nvGrpSpPr>
              <p:grpSpPr>
                <a:xfrm>
                  <a:off x="2977852" y="2595741"/>
                  <a:ext cx="224343" cy="182054"/>
                  <a:chOff x="2977852" y="2595741"/>
                  <a:chExt cx="224343" cy="182054"/>
                </a:xfrm>
              </p:grpSpPr>
              <p:sp>
                <p:nvSpPr>
                  <p:cNvPr id="13695" name="Google Shape;13695;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697" name="Google Shape;13697;p56"/>
            <p:cNvGrpSpPr/>
            <p:nvPr/>
          </p:nvGrpSpPr>
          <p:grpSpPr>
            <a:xfrm>
              <a:off x="2389399" y="3100241"/>
              <a:ext cx="812796" cy="296869"/>
              <a:chOff x="2389399" y="3100241"/>
              <a:chExt cx="812796" cy="296869"/>
            </a:xfrm>
          </p:grpSpPr>
          <p:grpSp>
            <p:nvGrpSpPr>
              <p:cNvPr id="13698" name="Google Shape;13698;p56"/>
              <p:cNvGrpSpPr/>
              <p:nvPr/>
            </p:nvGrpSpPr>
            <p:grpSpPr>
              <a:xfrm>
                <a:off x="2683630" y="3100241"/>
                <a:ext cx="224334" cy="296869"/>
                <a:chOff x="2683630" y="3100241"/>
                <a:chExt cx="224334" cy="296869"/>
              </a:xfrm>
            </p:grpSpPr>
            <p:grpSp>
              <p:nvGrpSpPr>
                <p:cNvPr id="13699" name="Google Shape;13699;p56"/>
                <p:cNvGrpSpPr/>
                <p:nvPr/>
              </p:nvGrpSpPr>
              <p:grpSpPr>
                <a:xfrm>
                  <a:off x="2788083" y="3100241"/>
                  <a:ext cx="15356" cy="98237"/>
                  <a:chOff x="2788083" y="3100241"/>
                  <a:chExt cx="15356" cy="98237"/>
                </a:xfrm>
              </p:grpSpPr>
              <p:sp>
                <p:nvSpPr>
                  <p:cNvPr id="13700" name="Google Shape;13700;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56"/>
                <p:cNvGrpSpPr/>
                <p:nvPr/>
              </p:nvGrpSpPr>
              <p:grpSpPr>
                <a:xfrm>
                  <a:off x="2683630" y="3215065"/>
                  <a:ext cx="224334" cy="182045"/>
                  <a:chOff x="2683630" y="3215065"/>
                  <a:chExt cx="224334" cy="182045"/>
                </a:xfrm>
              </p:grpSpPr>
              <p:sp>
                <p:nvSpPr>
                  <p:cNvPr id="13704" name="Google Shape;13704;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06" name="Google Shape;13706;p56"/>
              <p:cNvGrpSpPr/>
              <p:nvPr/>
            </p:nvGrpSpPr>
            <p:grpSpPr>
              <a:xfrm>
                <a:off x="2389399" y="3100241"/>
                <a:ext cx="363638" cy="296869"/>
                <a:chOff x="2389399" y="3100241"/>
                <a:chExt cx="363638" cy="296869"/>
              </a:xfrm>
            </p:grpSpPr>
            <p:grpSp>
              <p:nvGrpSpPr>
                <p:cNvPr id="13707" name="Google Shape;13707;p56"/>
                <p:cNvGrpSpPr/>
                <p:nvPr/>
              </p:nvGrpSpPr>
              <p:grpSpPr>
                <a:xfrm>
                  <a:off x="2493852" y="3100241"/>
                  <a:ext cx="259185" cy="98237"/>
                  <a:chOff x="2493852" y="3100241"/>
                  <a:chExt cx="259185" cy="98237"/>
                </a:xfrm>
              </p:grpSpPr>
              <p:sp>
                <p:nvSpPr>
                  <p:cNvPr id="13708" name="Google Shape;13708;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56"/>
                <p:cNvGrpSpPr/>
                <p:nvPr/>
              </p:nvGrpSpPr>
              <p:grpSpPr>
                <a:xfrm>
                  <a:off x="2389399" y="3215065"/>
                  <a:ext cx="224343" cy="182045"/>
                  <a:chOff x="2389399" y="3215065"/>
                  <a:chExt cx="224343" cy="182045"/>
                </a:xfrm>
              </p:grpSpPr>
              <p:sp>
                <p:nvSpPr>
                  <p:cNvPr id="13712" name="Google Shape;13712;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14" name="Google Shape;13714;p56"/>
              <p:cNvGrpSpPr/>
              <p:nvPr/>
            </p:nvGrpSpPr>
            <p:grpSpPr>
              <a:xfrm>
                <a:off x="2838475" y="3100241"/>
                <a:ext cx="363719" cy="296869"/>
                <a:chOff x="2838475" y="3100241"/>
                <a:chExt cx="363719" cy="296869"/>
              </a:xfrm>
            </p:grpSpPr>
            <p:grpSp>
              <p:nvGrpSpPr>
                <p:cNvPr id="13715" name="Google Shape;13715;p56"/>
                <p:cNvGrpSpPr/>
                <p:nvPr/>
              </p:nvGrpSpPr>
              <p:grpSpPr>
                <a:xfrm>
                  <a:off x="2838475" y="3100241"/>
                  <a:ext cx="259185" cy="98237"/>
                  <a:chOff x="2838475" y="3100241"/>
                  <a:chExt cx="259185" cy="98237"/>
                </a:xfrm>
              </p:grpSpPr>
              <p:sp>
                <p:nvSpPr>
                  <p:cNvPr id="13716" name="Google Shape;13716;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56"/>
                <p:cNvGrpSpPr/>
                <p:nvPr/>
              </p:nvGrpSpPr>
              <p:grpSpPr>
                <a:xfrm>
                  <a:off x="2977852" y="3215065"/>
                  <a:ext cx="224343" cy="182045"/>
                  <a:chOff x="2977852" y="3215065"/>
                  <a:chExt cx="224343" cy="182045"/>
                </a:xfrm>
              </p:grpSpPr>
              <p:sp>
                <p:nvSpPr>
                  <p:cNvPr id="13720" name="Google Shape;13720;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25" name="Shape 13725"/>
        <p:cNvGrpSpPr/>
        <p:nvPr/>
      </p:nvGrpSpPr>
      <p:grpSpPr>
        <a:xfrm>
          <a:off x="0" y="0"/>
          <a:ext cx="0" cy="0"/>
          <a:chOff x="0" y="0"/>
          <a:chExt cx="0" cy="0"/>
        </a:xfrm>
      </p:grpSpPr>
      <p:grpSp>
        <p:nvGrpSpPr>
          <p:cNvPr id="13726" name="Google Shape;13726;p57"/>
          <p:cNvGrpSpPr/>
          <p:nvPr/>
        </p:nvGrpSpPr>
        <p:grpSpPr>
          <a:xfrm>
            <a:off x="702088" y="3155922"/>
            <a:ext cx="2390414" cy="1024800"/>
            <a:chOff x="728925" y="3296613"/>
            <a:chExt cx="2390414" cy="1024800"/>
          </a:xfrm>
        </p:grpSpPr>
        <p:grpSp>
          <p:nvGrpSpPr>
            <p:cNvPr id="13727" name="Google Shape;13727;p57"/>
            <p:cNvGrpSpPr/>
            <p:nvPr/>
          </p:nvGrpSpPr>
          <p:grpSpPr>
            <a:xfrm>
              <a:off x="728925" y="3619800"/>
              <a:ext cx="2390414" cy="500893"/>
              <a:chOff x="728925" y="3619800"/>
              <a:chExt cx="2390414" cy="500893"/>
            </a:xfrm>
          </p:grpSpPr>
          <p:sp>
            <p:nvSpPr>
              <p:cNvPr id="13728" name="Google Shape;13728;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729" name="Google Shape;13729;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730" name="Google Shape;13730;p57"/>
            <p:cNvGrpSpPr/>
            <p:nvPr/>
          </p:nvGrpSpPr>
          <p:grpSpPr>
            <a:xfrm>
              <a:off x="1348050" y="3296613"/>
              <a:ext cx="1706152" cy="1024800"/>
              <a:chOff x="1348050" y="3296613"/>
              <a:chExt cx="1706152" cy="1024800"/>
            </a:xfrm>
          </p:grpSpPr>
          <p:sp>
            <p:nvSpPr>
              <p:cNvPr id="13731" name="Google Shape;13731;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732" name="Google Shape;13732;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733" name="Google Shape;13733;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734" name="Google Shape;13734;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735" name="Google Shape;13735;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736" name="Google Shape;13736;p57"/>
            <p:cNvGrpSpPr/>
            <p:nvPr/>
          </p:nvGrpSpPr>
          <p:grpSpPr>
            <a:xfrm>
              <a:off x="1455707" y="3654858"/>
              <a:ext cx="1491150" cy="417657"/>
              <a:chOff x="1455707" y="3654858"/>
              <a:chExt cx="1491150" cy="417657"/>
            </a:xfrm>
          </p:grpSpPr>
          <p:sp>
            <p:nvSpPr>
              <p:cNvPr id="13737" name="Google Shape;13737;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757" name="Google Shape;13757;p57"/>
          <p:cNvGraphicFramePr/>
          <p:nvPr/>
        </p:nvGraphicFramePr>
        <p:xfrm>
          <a:off x="5937787" y="2153834"/>
          <a:ext cx="3000000" cy="3000000"/>
        </p:xfrm>
        <a:graphic>
          <a:graphicData uri="http://schemas.openxmlformats.org/drawingml/2006/table">
            <a:tbl>
              <a:tblPr>
                <a:noFill/>
                <a:tableStyleId>{74C1676E-F51A-4843-BF87-1B6F33CDB04F}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3758" name="Google Shape;13758;p57"/>
          <p:cNvGrpSpPr/>
          <p:nvPr/>
        </p:nvGrpSpPr>
        <p:grpSpPr>
          <a:xfrm>
            <a:off x="710464" y="981599"/>
            <a:ext cx="2396505" cy="976502"/>
            <a:chOff x="749309" y="1112739"/>
            <a:chExt cx="2371603" cy="976502"/>
          </a:xfrm>
        </p:grpSpPr>
        <p:grpSp>
          <p:nvGrpSpPr>
            <p:cNvPr id="13759" name="Google Shape;13759;p57"/>
            <p:cNvGrpSpPr/>
            <p:nvPr/>
          </p:nvGrpSpPr>
          <p:grpSpPr>
            <a:xfrm>
              <a:off x="1092126" y="1112739"/>
              <a:ext cx="2028786" cy="975464"/>
              <a:chOff x="1092126" y="1112739"/>
              <a:chExt cx="2028786" cy="975464"/>
            </a:xfrm>
          </p:grpSpPr>
          <p:sp>
            <p:nvSpPr>
              <p:cNvPr id="13760" name="Google Shape;13760;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57"/>
            <p:cNvGrpSpPr/>
            <p:nvPr/>
          </p:nvGrpSpPr>
          <p:grpSpPr>
            <a:xfrm>
              <a:off x="749309" y="1112739"/>
              <a:ext cx="314700" cy="975464"/>
              <a:chOff x="749309" y="1112739"/>
              <a:chExt cx="314700" cy="975464"/>
            </a:xfrm>
          </p:grpSpPr>
          <p:sp>
            <p:nvSpPr>
              <p:cNvPr id="13785" name="Google Shape;13785;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9" name="Google Shape;13789;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793" name="Google Shape;13793;p57"/>
          <p:cNvGraphicFramePr/>
          <p:nvPr/>
        </p:nvGraphicFramePr>
        <p:xfrm>
          <a:off x="5937812" y="981584"/>
          <a:ext cx="3000000" cy="3000000"/>
        </p:xfrm>
        <a:graphic>
          <a:graphicData uri="http://schemas.openxmlformats.org/drawingml/2006/table">
            <a:tbl>
              <a:tblPr>
                <a:noFill/>
                <a:tableStyleId>{74C1676E-F51A-4843-BF87-1B6F33CDB04F}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3794" name="Google Shape;13794;p57"/>
          <p:cNvGraphicFramePr/>
          <p:nvPr/>
        </p:nvGraphicFramePr>
        <p:xfrm>
          <a:off x="3358675" y="2153834"/>
          <a:ext cx="3000000" cy="3000000"/>
        </p:xfrm>
        <a:graphic>
          <a:graphicData uri="http://schemas.openxmlformats.org/drawingml/2006/table">
            <a:tbl>
              <a:tblPr>
                <a:noFill/>
                <a:tableStyleId>{74C1676E-F51A-4843-BF87-1B6F33CDB04F}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3795" name="Google Shape;13795;p57"/>
          <p:cNvGrpSpPr/>
          <p:nvPr/>
        </p:nvGrpSpPr>
        <p:grpSpPr>
          <a:xfrm>
            <a:off x="3360661" y="3144795"/>
            <a:ext cx="2363377" cy="1047062"/>
            <a:chOff x="3358399" y="3285485"/>
            <a:chExt cx="2363377" cy="1047062"/>
          </a:xfrm>
        </p:grpSpPr>
        <p:grpSp>
          <p:nvGrpSpPr>
            <p:cNvPr id="13796" name="Google Shape;13796;p57"/>
            <p:cNvGrpSpPr/>
            <p:nvPr/>
          </p:nvGrpSpPr>
          <p:grpSpPr>
            <a:xfrm>
              <a:off x="3358412" y="3285485"/>
              <a:ext cx="2363244" cy="139500"/>
              <a:chOff x="3358412" y="3285485"/>
              <a:chExt cx="2363244" cy="139500"/>
            </a:xfrm>
          </p:grpSpPr>
          <p:sp>
            <p:nvSpPr>
              <p:cNvPr id="13797" name="Google Shape;13797;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2" name="Google Shape;13802;p57"/>
            <p:cNvGrpSpPr/>
            <p:nvPr/>
          </p:nvGrpSpPr>
          <p:grpSpPr>
            <a:xfrm>
              <a:off x="3358412" y="3466996"/>
              <a:ext cx="2363244" cy="139500"/>
              <a:chOff x="3358412" y="3466996"/>
              <a:chExt cx="2363244" cy="139500"/>
            </a:xfrm>
          </p:grpSpPr>
          <p:sp>
            <p:nvSpPr>
              <p:cNvPr id="13803" name="Google Shape;13803;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57"/>
            <p:cNvGrpSpPr/>
            <p:nvPr/>
          </p:nvGrpSpPr>
          <p:grpSpPr>
            <a:xfrm>
              <a:off x="3358412" y="3648507"/>
              <a:ext cx="2363244" cy="139500"/>
              <a:chOff x="3358412" y="3648507"/>
              <a:chExt cx="2363244" cy="139500"/>
            </a:xfrm>
          </p:grpSpPr>
          <p:sp>
            <p:nvSpPr>
              <p:cNvPr id="13809" name="Google Shape;13809;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57"/>
            <p:cNvGrpSpPr/>
            <p:nvPr/>
          </p:nvGrpSpPr>
          <p:grpSpPr>
            <a:xfrm>
              <a:off x="3358412" y="3830018"/>
              <a:ext cx="2363244" cy="139500"/>
              <a:chOff x="3358412" y="3830018"/>
              <a:chExt cx="2363244" cy="139500"/>
            </a:xfrm>
          </p:grpSpPr>
          <p:sp>
            <p:nvSpPr>
              <p:cNvPr id="13815" name="Google Shape;13815;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0" name="Google Shape;13820;p57"/>
            <p:cNvGrpSpPr/>
            <p:nvPr/>
          </p:nvGrpSpPr>
          <p:grpSpPr>
            <a:xfrm>
              <a:off x="3358399" y="4011514"/>
              <a:ext cx="2363377" cy="139537"/>
              <a:chOff x="3294800" y="4134603"/>
              <a:chExt cx="2638876" cy="152400"/>
            </a:xfrm>
          </p:grpSpPr>
          <p:sp>
            <p:nvSpPr>
              <p:cNvPr id="13821" name="Google Shape;13821;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57"/>
            <p:cNvGrpSpPr/>
            <p:nvPr/>
          </p:nvGrpSpPr>
          <p:grpSpPr>
            <a:xfrm>
              <a:off x="3358399" y="4193010"/>
              <a:ext cx="2363377" cy="139537"/>
              <a:chOff x="3294800" y="4134603"/>
              <a:chExt cx="2638876" cy="152400"/>
            </a:xfrm>
          </p:grpSpPr>
          <p:sp>
            <p:nvSpPr>
              <p:cNvPr id="13827" name="Google Shape;13827;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832" name="Google Shape;13832;p57"/>
          <p:cNvGraphicFramePr/>
          <p:nvPr/>
        </p:nvGraphicFramePr>
        <p:xfrm>
          <a:off x="711463" y="2153834"/>
          <a:ext cx="3000000" cy="3000000"/>
        </p:xfrm>
        <a:graphic>
          <a:graphicData uri="http://schemas.openxmlformats.org/drawingml/2006/table">
            <a:tbl>
              <a:tblPr>
                <a:noFill/>
                <a:tableStyleId>{74C1676E-F51A-4843-BF87-1B6F33CDB04F}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3833" name="Google Shape;13833;p57"/>
          <p:cNvGrpSpPr/>
          <p:nvPr/>
        </p:nvGrpSpPr>
        <p:grpSpPr>
          <a:xfrm>
            <a:off x="4161132" y="2557649"/>
            <a:ext cx="1302095" cy="60959"/>
            <a:chOff x="3558802" y="4011427"/>
            <a:chExt cx="1866000" cy="111300"/>
          </a:xfrm>
        </p:grpSpPr>
        <p:sp>
          <p:nvSpPr>
            <p:cNvPr id="13834" name="Google Shape;13834;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57"/>
          <p:cNvGrpSpPr/>
          <p:nvPr/>
        </p:nvGrpSpPr>
        <p:grpSpPr>
          <a:xfrm>
            <a:off x="4706620" y="2839808"/>
            <a:ext cx="914340" cy="60959"/>
            <a:chOff x="3558802" y="4011427"/>
            <a:chExt cx="1866000" cy="111300"/>
          </a:xfrm>
        </p:grpSpPr>
        <p:sp>
          <p:nvSpPr>
            <p:cNvPr id="13837" name="Google Shape;13837;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57"/>
          <p:cNvGrpSpPr/>
          <p:nvPr/>
        </p:nvGrpSpPr>
        <p:grpSpPr>
          <a:xfrm>
            <a:off x="5871419" y="3167606"/>
            <a:ext cx="2522867" cy="1001454"/>
            <a:chOff x="1904318" y="789980"/>
            <a:chExt cx="1489472" cy="606868"/>
          </a:xfrm>
        </p:grpSpPr>
        <p:cxnSp>
          <p:nvCxnSpPr>
            <p:cNvPr id="13840" name="Google Shape;13840;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841" name="Google Shape;13841;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842" name="Google Shape;13842;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3843" name="Google Shape;13843;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3844" name="Google Shape;13844;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3845" name="Google Shape;13845;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3846" name="Google Shape;13846;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3847" name="Google Shape;13847;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3854" name="Google Shape;13854;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3855" name="Google Shape;13855;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3856" name="Google Shape;13856;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57"/>
          <p:cNvGrpSpPr/>
          <p:nvPr/>
        </p:nvGrpSpPr>
        <p:grpSpPr>
          <a:xfrm>
            <a:off x="3355824" y="951642"/>
            <a:ext cx="2363393" cy="1005865"/>
            <a:chOff x="3292400" y="1193188"/>
            <a:chExt cx="2615240" cy="1131075"/>
          </a:xfrm>
        </p:grpSpPr>
        <p:sp>
          <p:nvSpPr>
            <p:cNvPr id="13858" name="Google Shape;13858;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59" name="Google Shape;13859;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60" name="Google Shape;13860;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3861" name="Google Shape;13861;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3862" name="Google Shape;13862;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3863" name="Google Shape;13863;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3864" name="Google Shape;13864;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3865" name="Google Shape;13865;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3866" name="Google Shape;13866;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3867" name="Google Shape;13867;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3868" name="Google Shape;13868;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869" name="Google Shape;13869;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3870" name="Google Shape;13870;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871" name="Google Shape;13871;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3872" name="Google Shape;13872;p57"/>
            <p:cNvGrpSpPr/>
            <p:nvPr/>
          </p:nvGrpSpPr>
          <p:grpSpPr>
            <a:xfrm>
              <a:off x="3748438" y="1378608"/>
              <a:ext cx="2159202" cy="903971"/>
              <a:chOff x="1683525" y="2179850"/>
              <a:chExt cx="4519050" cy="2134525"/>
            </a:xfrm>
          </p:grpSpPr>
          <p:sp>
            <p:nvSpPr>
              <p:cNvPr id="13873" name="Google Shape;13873;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4" name="Google Shape;13874;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5" name="Google Shape;13875;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6" name="Google Shape;13876;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7" name="Google Shape;13877;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8" name="Google Shape;13878;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79" name="Google Shape;13879;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80" name="Google Shape;13880;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81" name="Google Shape;13881;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82" name="Google Shape;13882;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83" name="Google Shape;13883;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884" name="Google Shape;13884;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8" name="Shape 13888"/>
        <p:cNvGrpSpPr/>
        <p:nvPr/>
      </p:nvGrpSpPr>
      <p:grpSpPr>
        <a:xfrm>
          <a:off x="0" y="0"/>
          <a:ext cx="0" cy="0"/>
          <a:chOff x="0" y="0"/>
          <a:chExt cx="0" cy="0"/>
        </a:xfrm>
      </p:grpSpPr>
      <p:grpSp>
        <p:nvGrpSpPr>
          <p:cNvPr id="13889" name="Google Shape;13889;p58"/>
          <p:cNvGrpSpPr/>
          <p:nvPr/>
        </p:nvGrpSpPr>
        <p:grpSpPr>
          <a:xfrm>
            <a:off x="4796690" y="970936"/>
            <a:ext cx="745431" cy="718863"/>
            <a:chOff x="4249973" y="1201875"/>
            <a:chExt cx="1958568" cy="1888762"/>
          </a:xfrm>
        </p:grpSpPr>
        <p:sp>
          <p:nvSpPr>
            <p:cNvPr id="13890" name="Google Shape;13890;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1" name="Google Shape;13891;p58"/>
            <p:cNvGrpSpPr/>
            <p:nvPr/>
          </p:nvGrpSpPr>
          <p:grpSpPr>
            <a:xfrm>
              <a:off x="5853086" y="1789142"/>
              <a:ext cx="355454" cy="1048099"/>
              <a:chOff x="5576108" y="2016725"/>
              <a:chExt cx="565200" cy="1666560"/>
            </a:xfrm>
          </p:grpSpPr>
          <p:sp>
            <p:nvSpPr>
              <p:cNvPr id="13892" name="Google Shape;13892;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893" name="Google Shape;13893;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58"/>
            <p:cNvGrpSpPr/>
            <p:nvPr/>
          </p:nvGrpSpPr>
          <p:grpSpPr>
            <a:xfrm>
              <a:off x="4869455" y="2691676"/>
              <a:ext cx="1013897" cy="398961"/>
              <a:chOff x="4012057" y="3451825"/>
              <a:chExt cx="1612175" cy="634379"/>
            </a:xfrm>
          </p:grpSpPr>
          <p:sp>
            <p:nvSpPr>
              <p:cNvPr id="13895" name="Google Shape;13895;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896" name="Google Shape;13896;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58"/>
            <p:cNvGrpSpPr/>
            <p:nvPr/>
          </p:nvGrpSpPr>
          <p:grpSpPr>
            <a:xfrm>
              <a:off x="4276937" y="2155961"/>
              <a:ext cx="651965" cy="891358"/>
              <a:chOff x="3069908" y="2599997"/>
              <a:chExt cx="1036675" cy="1417328"/>
            </a:xfrm>
          </p:grpSpPr>
          <p:sp>
            <p:nvSpPr>
              <p:cNvPr id="13898" name="Google Shape;13898;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899" name="Google Shape;13899;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58"/>
            <p:cNvGrpSpPr/>
            <p:nvPr/>
          </p:nvGrpSpPr>
          <p:grpSpPr>
            <a:xfrm>
              <a:off x="5054918" y="1201875"/>
              <a:ext cx="999548" cy="602711"/>
              <a:chOff x="4306958" y="1082925"/>
              <a:chExt cx="1589359" cy="958358"/>
            </a:xfrm>
          </p:grpSpPr>
          <p:sp>
            <p:nvSpPr>
              <p:cNvPr id="13901" name="Google Shape;13901;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902" name="Google Shape;13902;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58"/>
            <p:cNvGrpSpPr/>
            <p:nvPr/>
          </p:nvGrpSpPr>
          <p:grpSpPr>
            <a:xfrm>
              <a:off x="4249973" y="1303451"/>
              <a:ext cx="799317" cy="841334"/>
              <a:chOff x="3027033" y="1244439"/>
              <a:chExt cx="1270977" cy="1337786"/>
            </a:xfrm>
          </p:grpSpPr>
          <p:sp>
            <p:nvSpPr>
              <p:cNvPr id="13904" name="Google Shape;13904;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905" name="Google Shape;13905;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06" name="Google Shape;13906;p58"/>
          <p:cNvGrpSpPr/>
          <p:nvPr/>
        </p:nvGrpSpPr>
        <p:grpSpPr>
          <a:xfrm>
            <a:off x="713063" y="1849386"/>
            <a:ext cx="761767" cy="729896"/>
            <a:chOff x="2657744" y="2337745"/>
            <a:chExt cx="832987" cy="798137"/>
          </a:xfrm>
        </p:grpSpPr>
        <p:sp>
          <p:nvSpPr>
            <p:cNvPr id="13907" name="Google Shape;13907;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58"/>
          <p:cNvGrpSpPr/>
          <p:nvPr/>
        </p:nvGrpSpPr>
        <p:grpSpPr>
          <a:xfrm>
            <a:off x="3224027" y="1852592"/>
            <a:ext cx="685569" cy="723586"/>
            <a:chOff x="3398134" y="2057755"/>
            <a:chExt cx="704087" cy="743130"/>
          </a:xfrm>
        </p:grpSpPr>
        <p:grpSp>
          <p:nvGrpSpPr>
            <p:cNvPr id="13914" name="Google Shape;13914;p58"/>
            <p:cNvGrpSpPr/>
            <p:nvPr/>
          </p:nvGrpSpPr>
          <p:grpSpPr>
            <a:xfrm>
              <a:off x="3398134" y="2290183"/>
              <a:ext cx="315300" cy="219900"/>
              <a:chOff x="3398134" y="2290183"/>
              <a:chExt cx="315300" cy="219900"/>
            </a:xfrm>
          </p:grpSpPr>
          <p:sp>
            <p:nvSpPr>
              <p:cNvPr id="13915" name="Google Shape;13915;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916" name="Google Shape;13916;p58"/>
              <p:cNvCxnSpPr>
                <a:stCxn id="1391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3917" name="Google Shape;13917;p58"/>
            <p:cNvGrpSpPr/>
            <p:nvPr/>
          </p:nvGrpSpPr>
          <p:grpSpPr>
            <a:xfrm>
              <a:off x="3547823" y="2467358"/>
              <a:ext cx="219900" cy="333527"/>
              <a:chOff x="3547823" y="2467358"/>
              <a:chExt cx="219900" cy="333527"/>
            </a:xfrm>
          </p:grpSpPr>
          <p:sp>
            <p:nvSpPr>
              <p:cNvPr id="13918" name="Google Shape;13918;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919" name="Google Shape;13919;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3920" name="Google Shape;13920;p58"/>
            <p:cNvGrpSpPr/>
            <p:nvPr/>
          </p:nvGrpSpPr>
          <p:grpSpPr>
            <a:xfrm>
              <a:off x="3734138" y="2467358"/>
              <a:ext cx="219900" cy="333527"/>
              <a:chOff x="3734138" y="2467358"/>
              <a:chExt cx="219900" cy="333527"/>
            </a:xfrm>
          </p:grpSpPr>
          <p:sp>
            <p:nvSpPr>
              <p:cNvPr id="13921" name="Google Shape;13921;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922" name="Google Shape;13922;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3923" name="Google Shape;13923;p58"/>
            <p:cNvGrpSpPr/>
            <p:nvPr/>
          </p:nvGrpSpPr>
          <p:grpSpPr>
            <a:xfrm>
              <a:off x="3787560" y="2288011"/>
              <a:ext cx="314661" cy="219900"/>
              <a:chOff x="3787560" y="2288011"/>
              <a:chExt cx="314661" cy="219900"/>
            </a:xfrm>
          </p:grpSpPr>
          <p:sp>
            <p:nvSpPr>
              <p:cNvPr id="13924" name="Google Shape;13924;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925" name="Google Shape;13925;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3926" name="Google Shape;13926;p58"/>
            <p:cNvGrpSpPr/>
            <p:nvPr/>
          </p:nvGrpSpPr>
          <p:grpSpPr>
            <a:xfrm>
              <a:off x="3637290" y="2057755"/>
              <a:ext cx="219900" cy="335499"/>
              <a:chOff x="3637290" y="2057755"/>
              <a:chExt cx="219900" cy="335499"/>
            </a:xfrm>
          </p:grpSpPr>
          <p:sp>
            <p:nvSpPr>
              <p:cNvPr id="13927" name="Google Shape;13927;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3928" name="Google Shape;13928;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3929" name="Google Shape;13929;p58"/>
          <p:cNvGrpSpPr/>
          <p:nvPr/>
        </p:nvGrpSpPr>
        <p:grpSpPr>
          <a:xfrm>
            <a:off x="4899249" y="1859288"/>
            <a:ext cx="710153" cy="710153"/>
            <a:chOff x="5007123" y="2079403"/>
            <a:chExt cx="687600" cy="687600"/>
          </a:xfrm>
        </p:grpSpPr>
        <p:sp>
          <p:nvSpPr>
            <p:cNvPr id="13930" name="Google Shape;13930;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58"/>
          <p:cNvGrpSpPr/>
          <p:nvPr/>
        </p:nvGrpSpPr>
        <p:grpSpPr>
          <a:xfrm>
            <a:off x="5708687" y="1853794"/>
            <a:ext cx="720998" cy="721183"/>
            <a:chOff x="5797446" y="2063053"/>
            <a:chExt cx="698100" cy="698280"/>
          </a:xfrm>
        </p:grpSpPr>
        <p:sp>
          <p:nvSpPr>
            <p:cNvPr id="13935" name="Google Shape;13935;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58"/>
          <p:cNvGrpSpPr/>
          <p:nvPr/>
        </p:nvGrpSpPr>
        <p:grpSpPr>
          <a:xfrm>
            <a:off x="8153834" y="3499399"/>
            <a:ext cx="280585" cy="673164"/>
            <a:chOff x="8075075" y="3754290"/>
            <a:chExt cx="255612" cy="613194"/>
          </a:xfrm>
        </p:grpSpPr>
        <p:grpSp>
          <p:nvGrpSpPr>
            <p:cNvPr id="13940" name="Google Shape;13940;p58"/>
            <p:cNvGrpSpPr/>
            <p:nvPr/>
          </p:nvGrpSpPr>
          <p:grpSpPr>
            <a:xfrm>
              <a:off x="8075075" y="3754290"/>
              <a:ext cx="255612" cy="613194"/>
              <a:chOff x="8075075" y="3754290"/>
              <a:chExt cx="255612" cy="613194"/>
            </a:xfrm>
          </p:grpSpPr>
          <p:sp>
            <p:nvSpPr>
              <p:cNvPr id="13941" name="Google Shape;13941;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3" name="Google Shape;13943;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58"/>
          <p:cNvGrpSpPr/>
          <p:nvPr/>
        </p:nvGrpSpPr>
        <p:grpSpPr>
          <a:xfrm>
            <a:off x="5270892" y="3488196"/>
            <a:ext cx="470352" cy="683745"/>
            <a:chOff x="1697726" y="3244179"/>
            <a:chExt cx="788124" cy="1146069"/>
          </a:xfrm>
        </p:grpSpPr>
        <p:sp>
          <p:nvSpPr>
            <p:cNvPr id="13945" name="Google Shape;13945;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7" name="Google Shape;13947;p5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8" name="Google Shape;13948;p58"/>
          <p:cNvGrpSpPr/>
          <p:nvPr/>
        </p:nvGrpSpPr>
        <p:grpSpPr>
          <a:xfrm>
            <a:off x="5892043" y="3499398"/>
            <a:ext cx="293891" cy="293845"/>
            <a:chOff x="6134814" y="3754290"/>
            <a:chExt cx="293891" cy="293845"/>
          </a:xfrm>
        </p:grpSpPr>
        <p:sp>
          <p:nvSpPr>
            <p:cNvPr id="13949" name="Google Shape;13949;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58"/>
          <p:cNvGrpSpPr/>
          <p:nvPr/>
        </p:nvGrpSpPr>
        <p:grpSpPr>
          <a:xfrm>
            <a:off x="5892043" y="3878069"/>
            <a:ext cx="293891" cy="293891"/>
            <a:chOff x="6134814" y="4086186"/>
            <a:chExt cx="293891" cy="293891"/>
          </a:xfrm>
        </p:grpSpPr>
        <p:sp>
          <p:nvSpPr>
            <p:cNvPr id="13952" name="Google Shape;13952;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4" name="Google Shape;13954;p5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6" name="Google Shape;13956;p58"/>
          <p:cNvGrpSpPr/>
          <p:nvPr/>
        </p:nvGrpSpPr>
        <p:grpSpPr>
          <a:xfrm>
            <a:off x="7817018" y="2706762"/>
            <a:ext cx="622883" cy="621944"/>
            <a:chOff x="1187048" y="238125"/>
            <a:chExt cx="5256397" cy="5248476"/>
          </a:xfrm>
        </p:grpSpPr>
        <p:sp>
          <p:nvSpPr>
            <p:cNvPr id="13957" name="Google Shape;13957;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58"/>
          <p:cNvGrpSpPr/>
          <p:nvPr/>
        </p:nvGrpSpPr>
        <p:grpSpPr>
          <a:xfrm>
            <a:off x="2274123" y="2716370"/>
            <a:ext cx="1310987" cy="612407"/>
            <a:chOff x="238125" y="1188750"/>
            <a:chExt cx="7140450" cy="3335550"/>
          </a:xfrm>
        </p:grpSpPr>
        <p:sp>
          <p:nvSpPr>
            <p:cNvPr id="13962" name="Google Shape;13962;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58"/>
          <p:cNvGrpSpPr/>
          <p:nvPr/>
        </p:nvGrpSpPr>
        <p:grpSpPr>
          <a:xfrm>
            <a:off x="6599995" y="2706925"/>
            <a:ext cx="1110299" cy="621702"/>
            <a:chOff x="238125" y="1335475"/>
            <a:chExt cx="5418735" cy="3034175"/>
          </a:xfrm>
        </p:grpSpPr>
        <p:sp>
          <p:nvSpPr>
            <p:cNvPr id="13968" name="Google Shape;13968;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58"/>
          <p:cNvGrpSpPr/>
          <p:nvPr/>
        </p:nvGrpSpPr>
        <p:grpSpPr>
          <a:xfrm>
            <a:off x="5417655" y="2703822"/>
            <a:ext cx="1074451" cy="627181"/>
            <a:chOff x="5359127" y="2910889"/>
            <a:chExt cx="1097723" cy="640831"/>
          </a:xfrm>
        </p:grpSpPr>
        <p:grpSp>
          <p:nvGrpSpPr>
            <p:cNvPr id="13972" name="Google Shape;13972;p58"/>
            <p:cNvGrpSpPr/>
            <p:nvPr/>
          </p:nvGrpSpPr>
          <p:grpSpPr>
            <a:xfrm>
              <a:off x="5929791" y="3263088"/>
              <a:ext cx="527060" cy="287097"/>
              <a:chOff x="5929791" y="3263088"/>
              <a:chExt cx="527060" cy="287097"/>
            </a:xfrm>
          </p:grpSpPr>
          <p:sp>
            <p:nvSpPr>
              <p:cNvPr id="13973" name="Google Shape;13973;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974" name="Google Shape;13974;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975" name="Google Shape;13975;p58"/>
            <p:cNvGrpSpPr/>
            <p:nvPr/>
          </p:nvGrpSpPr>
          <p:grpSpPr>
            <a:xfrm>
              <a:off x="5359127" y="3263089"/>
              <a:ext cx="526428" cy="288631"/>
              <a:chOff x="5359127" y="3263089"/>
              <a:chExt cx="526428" cy="288631"/>
            </a:xfrm>
          </p:grpSpPr>
          <p:sp>
            <p:nvSpPr>
              <p:cNvPr id="13976" name="Google Shape;13976;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977" name="Google Shape;13977;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978" name="Google Shape;13978;p58"/>
            <p:cNvGrpSpPr/>
            <p:nvPr/>
          </p:nvGrpSpPr>
          <p:grpSpPr>
            <a:xfrm>
              <a:off x="5551525" y="2910889"/>
              <a:ext cx="520901" cy="610283"/>
              <a:chOff x="5551525" y="2910889"/>
              <a:chExt cx="520901" cy="610283"/>
            </a:xfrm>
          </p:grpSpPr>
          <p:sp>
            <p:nvSpPr>
              <p:cNvPr id="13979" name="Google Shape;13979;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980" name="Google Shape;13980;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981" name="Google Shape;13981;p58"/>
            <p:cNvGrpSpPr/>
            <p:nvPr/>
          </p:nvGrpSpPr>
          <p:grpSpPr>
            <a:xfrm>
              <a:off x="5743962" y="2919100"/>
              <a:ext cx="623674" cy="284502"/>
              <a:chOff x="5743962" y="2919100"/>
              <a:chExt cx="623674" cy="284502"/>
            </a:xfrm>
          </p:grpSpPr>
          <p:sp>
            <p:nvSpPr>
              <p:cNvPr id="13982" name="Google Shape;13982;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983" name="Google Shape;13983;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3984" name="Google Shape;13984;p58"/>
          <p:cNvGrpSpPr/>
          <p:nvPr/>
        </p:nvGrpSpPr>
        <p:grpSpPr>
          <a:xfrm>
            <a:off x="7568868" y="1854534"/>
            <a:ext cx="874976" cy="719600"/>
            <a:chOff x="7608988" y="2093194"/>
            <a:chExt cx="817276" cy="672147"/>
          </a:xfrm>
        </p:grpSpPr>
        <p:cxnSp>
          <p:nvCxnSpPr>
            <p:cNvPr id="13985" name="Google Shape;13985;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986" name="Google Shape;13986;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987" name="Google Shape;13987;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988" name="Google Shape;13988;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989" name="Google Shape;13989;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3990" name="Google Shape;13990;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3991" name="Google Shape;13991;p58"/>
            <p:cNvGrpSpPr/>
            <p:nvPr/>
          </p:nvGrpSpPr>
          <p:grpSpPr>
            <a:xfrm>
              <a:off x="7721175" y="2093194"/>
              <a:ext cx="599587" cy="623846"/>
              <a:chOff x="7721175" y="2093194"/>
              <a:chExt cx="599587" cy="623846"/>
            </a:xfrm>
          </p:grpSpPr>
          <p:grpSp>
            <p:nvGrpSpPr>
              <p:cNvPr id="13992" name="Google Shape;13992;p58"/>
              <p:cNvGrpSpPr/>
              <p:nvPr/>
            </p:nvGrpSpPr>
            <p:grpSpPr>
              <a:xfrm>
                <a:off x="7721175" y="2093194"/>
                <a:ext cx="291605" cy="623846"/>
                <a:chOff x="9405575" y="2061418"/>
                <a:chExt cx="291605" cy="623846"/>
              </a:xfrm>
            </p:grpSpPr>
            <p:sp>
              <p:nvSpPr>
                <p:cNvPr id="13993" name="Google Shape;13993;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58"/>
              <p:cNvGrpSpPr/>
              <p:nvPr/>
            </p:nvGrpSpPr>
            <p:grpSpPr>
              <a:xfrm flipH="1">
                <a:off x="8029157" y="2093194"/>
                <a:ext cx="291605" cy="623846"/>
                <a:chOff x="9405575" y="2061418"/>
                <a:chExt cx="291605" cy="623846"/>
              </a:xfrm>
            </p:grpSpPr>
            <p:sp>
              <p:nvSpPr>
                <p:cNvPr id="14001" name="Google Shape;14001;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08" name="Google Shape;14008;p58"/>
          <p:cNvGrpSpPr/>
          <p:nvPr/>
        </p:nvGrpSpPr>
        <p:grpSpPr>
          <a:xfrm>
            <a:off x="4013304" y="970936"/>
            <a:ext cx="712557" cy="785901"/>
            <a:chOff x="4206459" y="1191441"/>
            <a:chExt cx="712557" cy="785901"/>
          </a:xfrm>
        </p:grpSpPr>
        <p:sp>
          <p:nvSpPr>
            <p:cNvPr id="14009" name="Google Shape;14009;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3" name="Google Shape;14013;p58"/>
            <p:cNvGrpSpPr/>
            <p:nvPr/>
          </p:nvGrpSpPr>
          <p:grpSpPr>
            <a:xfrm>
              <a:off x="4644280" y="1290523"/>
              <a:ext cx="143716" cy="29463"/>
              <a:chOff x="4644280" y="1290523"/>
              <a:chExt cx="143716" cy="29463"/>
            </a:xfrm>
          </p:grpSpPr>
          <p:sp>
            <p:nvSpPr>
              <p:cNvPr id="14014" name="Google Shape;14014;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58"/>
            <p:cNvGrpSpPr/>
            <p:nvPr/>
          </p:nvGrpSpPr>
          <p:grpSpPr>
            <a:xfrm>
              <a:off x="4356567" y="1191441"/>
              <a:ext cx="143690" cy="29488"/>
              <a:chOff x="4356567" y="1191441"/>
              <a:chExt cx="143690" cy="29488"/>
            </a:xfrm>
          </p:grpSpPr>
          <p:sp>
            <p:nvSpPr>
              <p:cNvPr id="14019" name="Google Shape;14019;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58"/>
            <p:cNvGrpSpPr/>
            <p:nvPr/>
          </p:nvGrpSpPr>
          <p:grpSpPr>
            <a:xfrm>
              <a:off x="4339009" y="1863727"/>
              <a:ext cx="143703" cy="29476"/>
              <a:chOff x="4339009" y="1863727"/>
              <a:chExt cx="143703" cy="29476"/>
            </a:xfrm>
          </p:grpSpPr>
          <p:sp>
            <p:nvSpPr>
              <p:cNvPr id="14024" name="Google Shape;14024;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58"/>
            <p:cNvGrpSpPr/>
            <p:nvPr/>
          </p:nvGrpSpPr>
          <p:grpSpPr>
            <a:xfrm>
              <a:off x="4206459" y="1607315"/>
              <a:ext cx="29539" cy="142899"/>
              <a:chOff x="4206459" y="1607315"/>
              <a:chExt cx="29539" cy="142899"/>
            </a:xfrm>
          </p:grpSpPr>
          <p:sp>
            <p:nvSpPr>
              <p:cNvPr id="14029" name="Google Shape;14029;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3" name="Google Shape;14033;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7" name="Google Shape;14037;p58"/>
            <p:cNvGrpSpPr/>
            <p:nvPr/>
          </p:nvGrpSpPr>
          <p:grpSpPr>
            <a:xfrm>
              <a:off x="4889463" y="1423737"/>
              <a:ext cx="29552" cy="142899"/>
              <a:chOff x="4889463" y="1423737"/>
              <a:chExt cx="29552" cy="142899"/>
            </a:xfrm>
          </p:grpSpPr>
          <p:sp>
            <p:nvSpPr>
              <p:cNvPr id="14038" name="Google Shape;14038;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58"/>
            <p:cNvGrpSpPr/>
            <p:nvPr/>
          </p:nvGrpSpPr>
          <p:grpSpPr>
            <a:xfrm>
              <a:off x="4771663" y="1876896"/>
              <a:ext cx="108651" cy="100447"/>
              <a:chOff x="4771663" y="1876896"/>
              <a:chExt cx="108651" cy="100447"/>
            </a:xfrm>
          </p:grpSpPr>
          <p:sp>
            <p:nvSpPr>
              <p:cNvPr id="14043" name="Google Shape;14043;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7" name="Google Shape;14047;p58"/>
          <p:cNvGrpSpPr/>
          <p:nvPr/>
        </p:nvGrpSpPr>
        <p:grpSpPr>
          <a:xfrm>
            <a:off x="4008780" y="1854159"/>
            <a:ext cx="791287" cy="720350"/>
            <a:chOff x="267375" y="1071875"/>
            <a:chExt cx="470500" cy="428550"/>
          </a:xfrm>
        </p:grpSpPr>
        <p:sp>
          <p:nvSpPr>
            <p:cNvPr id="14048" name="Google Shape;14048;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58"/>
          <p:cNvGrpSpPr/>
          <p:nvPr/>
        </p:nvGrpSpPr>
        <p:grpSpPr>
          <a:xfrm>
            <a:off x="709275" y="3498789"/>
            <a:ext cx="1408444" cy="673166"/>
            <a:chOff x="712664" y="3693287"/>
            <a:chExt cx="1460738" cy="698160"/>
          </a:xfrm>
        </p:grpSpPr>
        <p:grpSp>
          <p:nvGrpSpPr>
            <p:cNvPr id="14057" name="Google Shape;14057;p58"/>
            <p:cNvGrpSpPr/>
            <p:nvPr/>
          </p:nvGrpSpPr>
          <p:grpSpPr>
            <a:xfrm>
              <a:off x="1380079" y="4133090"/>
              <a:ext cx="234048" cy="258099"/>
              <a:chOff x="1380079" y="4133090"/>
              <a:chExt cx="234048" cy="258099"/>
            </a:xfrm>
          </p:grpSpPr>
          <p:sp>
            <p:nvSpPr>
              <p:cNvPr id="14058" name="Google Shape;14058;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58"/>
            <p:cNvGrpSpPr/>
            <p:nvPr/>
          </p:nvGrpSpPr>
          <p:grpSpPr>
            <a:xfrm>
              <a:off x="884610" y="3864082"/>
              <a:ext cx="1118566" cy="527275"/>
              <a:chOff x="890961" y="3865463"/>
              <a:chExt cx="1115221" cy="525698"/>
            </a:xfrm>
          </p:grpSpPr>
          <p:sp>
            <p:nvSpPr>
              <p:cNvPr id="14062" name="Google Shape;14062;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58"/>
            <p:cNvGrpSpPr/>
            <p:nvPr/>
          </p:nvGrpSpPr>
          <p:grpSpPr>
            <a:xfrm>
              <a:off x="712664" y="3693287"/>
              <a:ext cx="1460738" cy="698160"/>
              <a:chOff x="712664" y="3693025"/>
              <a:chExt cx="1460738" cy="698160"/>
            </a:xfrm>
          </p:grpSpPr>
          <p:sp>
            <p:nvSpPr>
              <p:cNvPr id="14066" name="Google Shape;14066;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72" name="Google Shape;14072;p58"/>
          <p:cNvGrpSpPr/>
          <p:nvPr/>
        </p:nvGrpSpPr>
        <p:grpSpPr>
          <a:xfrm>
            <a:off x="3146990" y="970936"/>
            <a:ext cx="795485" cy="738831"/>
            <a:chOff x="3348603" y="1236445"/>
            <a:chExt cx="749256" cy="695894"/>
          </a:xfrm>
        </p:grpSpPr>
        <p:grpSp>
          <p:nvGrpSpPr>
            <p:cNvPr id="14073" name="Google Shape;14073;p58"/>
            <p:cNvGrpSpPr/>
            <p:nvPr/>
          </p:nvGrpSpPr>
          <p:grpSpPr>
            <a:xfrm>
              <a:off x="3583779" y="1236445"/>
              <a:ext cx="293795" cy="285811"/>
              <a:chOff x="3750225" y="1774000"/>
              <a:chExt cx="149575" cy="145525"/>
            </a:xfrm>
          </p:grpSpPr>
          <p:sp>
            <p:nvSpPr>
              <p:cNvPr id="14074" name="Google Shape;14074;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8"/>
            <p:cNvGrpSpPr/>
            <p:nvPr/>
          </p:nvGrpSpPr>
          <p:grpSpPr>
            <a:xfrm>
              <a:off x="3775534" y="1462599"/>
              <a:ext cx="322325" cy="285958"/>
              <a:chOff x="3847850" y="1889150"/>
              <a:chExt cx="164100" cy="145600"/>
            </a:xfrm>
          </p:grpSpPr>
          <p:sp>
            <p:nvSpPr>
              <p:cNvPr id="14077" name="Google Shape;14077;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58"/>
            <p:cNvGrpSpPr/>
            <p:nvPr/>
          </p:nvGrpSpPr>
          <p:grpSpPr>
            <a:xfrm>
              <a:off x="3545329" y="1646528"/>
              <a:ext cx="293746" cy="285811"/>
              <a:chOff x="3730650" y="1982800"/>
              <a:chExt cx="149550" cy="145525"/>
            </a:xfrm>
          </p:grpSpPr>
          <p:sp>
            <p:nvSpPr>
              <p:cNvPr id="14080" name="Google Shape;14080;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58"/>
            <p:cNvGrpSpPr/>
            <p:nvPr/>
          </p:nvGrpSpPr>
          <p:grpSpPr>
            <a:xfrm>
              <a:off x="3348603" y="1415046"/>
              <a:ext cx="294384" cy="284387"/>
              <a:chOff x="3630494" y="1864938"/>
              <a:chExt cx="149875" cy="144800"/>
            </a:xfrm>
          </p:grpSpPr>
          <p:sp>
            <p:nvSpPr>
              <p:cNvPr id="14083" name="Google Shape;14083;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85" name="Google Shape;14085;p58"/>
          <p:cNvGrpSpPr/>
          <p:nvPr/>
        </p:nvGrpSpPr>
        <p:grpSpPr>
          <a:xfrm>
            <a:off x="2268517" y="3493832"/>
            <a:ext cx="1324924" cy="678083"/>
            <a:chOff x="2413923" y="3711366"/>
            <a:chExt cx="1374117" cy="703260"/>
          </a:xfrm>
        </p:grpSpPr>
        <p:grpSp>
          <p:nvGrpSpPr>
            <p:cNvPr id="14086" name="Google Shape;14086;p58"/>
            <p:cNvGrpSpPr/>
            <p:nvPr/>
          </p:nvGrpSpPr>
          <p:grpSpPr>
            <a:xfrm>
              <a:off x="2413923" y="3711366"/>
              <a:ext cx="1374117" cy="703260"/>
              <a:chOff x="2413923" y="3711366"/>
              <a:chExt cx="1374117" cy="703260"/>
            </a:xfrm>
          </p:grpSpPr>
          <p:sp>
            <p:nvSpPr>
              <p:cNvPr id="14087" name="Google Shape;14087;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8" name="Google Shape;14088;p58"/>
              <p:cNvGrpSpPr/>
              <p:nvPr/>
            </p:nvGrpSpPr>
            <p:grpSpPr>
              <a:xfrm>
                <a:off x="2600284" y="3808654"/>
                <a:ext cx="234506" cy="138009"/>
                <a:chOff x="2600284" y="3808654"/>
                <a:chExt cx="234506" cy="138009"/>
              </a:xfrm>
            </p:grpSpPr>
            <p:sp>
              <p:nvSpPr>
                <p:cNvPr id="14089" name="Google Shape;14089;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0" name="Google Shape;14090;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091" name="Google Shape;14091;p58"/>
              <p:cNvGrpSpPr/>
              <p:nvPr/>
            </p:nvGrpSpPr>
            <p:grpSpPr>
              <a:xfrm>
                <a:off x="3359659" y="3805664"/>
                <a:ext cx="232294" cy="141000"/>
                <a:chOff x="3359659" y="3805664"/>
                <a:chExt cx="232294" cy="141000"/>
              </a:xfrm>
            </p:grpSpPr>
            <p:sp>
              <p:nvSpPr>
                <p:cNvPr id="14092" name="Google Shape;14092;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3" name="Google Shape;14093;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094" name="Google Shape;14094;p58"/>
              <p:cNvGrpSpPr/>
              <p:nvPr/>
            </p:nvGrpSpPr>
            <p:grpSpPr>
              <a:xfrm>
                <a:off x="3067316" y="3711366"/>
                <a:ext cx="66900" cy="166809"/>
                <a:chOff x="3067316" y="3711366"/>
                <a:chExt cx="66900" cy="166809"/>
              </a:xfrm>
            </p:grpSpPr>
            <p:sp>
              <p:nvSpPr>
                <p:cNvPr id="14095" name="Google Shape;14095;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6" name="Google Shape;14096;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097" name="Google Shape;14097;p58"/>
              <p:cNvGrpSpPr/>
              <p:nvPr/>
            </p:nvGrpSpPr>
            <p:grpSpPr>
              <a:xfrm>
                <a:off x="2413923" y="4058666"/>
                <a:ext cx="224119" cy="66900"/>
                <a:chOff x="2413923" y="4058666"/>
                <a:chExt cx="224119" cy="66900"/>
              </a:xfrm>
            </p:grpSpPr>
            <p:sp>
              <p:nvSpPr>
                <p:cNvPr id="14098" name="Google Shape;14098;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9" name="Google Shape;14099;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100" name="Google Shape;14100;p58"/>
              <p:cNvGrpSpPr/>
              <p:nvPr/>
            </p:nvGrpSpPr>
            <p:grpSpPr>
              <a:xfrm>
                <a:off x="3564643" y="4058666"/>
                <a:ext cx="223397" cy="66900"/>
                <a:chOff x="3564643" y="4058666"/>
                <a:chExt cx="223397" cy="66900"/>
              </a:xfrm>
            </p:grpSpPr>
            <p:sp>
              <p:nvSpPr>
                <p:cNvPr id="14101" name="Google Shape;14101;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02" name="Google Shape;14102;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4103" name="Google Shape;14103;p58"/>
            <p:cNvGrpSpPr/>
            <p:nvPr/>
          </p:nvGrpSpPr>
          <p:grpSpPr>
            <a:xfrm>
              <a:off x="2633353" y="3965763"/>
              <a:ext cx="933975" cy="445687"/>
              <a:chOff x="2633353" y="3965763"/>
              <a:chExt cx="933975" cy="445687"/>
            </a:xfrm>
          </p:grpSpPr>
          <p:sp>
            <p:nvSpPr>
              <p:cNvPr id="14104" name="Google Shape;14104;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6" name="Google Shape;14106;p58"/>
          <p:cNvGrpSpPr/>
          <p:nvPr/>
        </p:nvGrpSpPr>
        <p:grpSpPr>
          <a:xfrm>
            <a:off x="6392789" y="1044380"/>
            <a:ext cx="1131087" cy="587383"/>
            <a:chOff x="238125" y="999450"/>
            <a:chExt cx="7140700" cy="3708225"/>
          </a:xfrm>
        </p:grpSpPr>
        <p:sp>
          <p:nvSpPr>
            <p:cNvPr id="14107" name="Google Shape;14107;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58"/>
          <p:cNvGrpSpPr/>
          <p:nvPr/>
        </p:nvGrpSpPr>
        <p:grpSpPr>
          <a:xfrm>
            <a:off x="3744240" y="3493874"/>
            <a:ext cx="1375854" cy="678131"/>
            <a:chOff x="3913765" y="3641905"/>
            <a:chExt cx="1522805" cy="750560"/>
          </a:xfrm>
        </p:grpSpPr>
        <p:grpSp>
          <p:nvGrpSpPr>
            <p:cNvPr id="14117" name="Google Shape;14117;p58"/>
            <p:cNvGrpSpPr/>
            <p:nvPr/>
          </p:nvGrpSpPr>
          <p:grpSpPr>
            <a:xfrm>
              <a:off x="3913765" y="3997002"/>
              <a:ext cx="1522805" cy="395463"/>
              <a:chOff x="3913765" y="3997002"/>
              <a:chExt cx="1522805" cy="395463"/>
            </a:xfrm>
          </p:grpSpPr>
          <p:grpSp>
            <p:nvGrpSpPr>
              <p:cNvPr id="14118" name="Google Shape;14118;p58"/>
              <p:cNvGrpSpPr/>
              <p:nvPr/>
            </p:nvGrpSpPr>
            <p:grpSpPr>
              <a:xfrm>
                <a:off x="3913765" y="4138659"/>
                <a:ext cx="507602" cy="253806"/>
                <a:chOff x="3913765" y="4138659"/>
                <a:chExt cx="507602" cy="253806"/>
              </a:xfrm>
            </p:grpSpPr>
            <p:sp>
              <p:nvSpPr>
                <p:cNvPr id="14119" name="Google Shape;14119;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4121" name="Google Shape;14121;p58"/>
              <p:cNvGrpSpPr/>
              <p:nvPr/>
            </p:nvGrpSpPr>
            <p:grpSpPr>
              <a:xfrm>
                <a:off x="4421361" y="3997002"/>
                <a:ext cx="507618" cy="395463"/>
                <a:chOff x="4421361" y="3997002"/>
                <a:chExt cx="507618" cy="395463"/>
              </a:xfrm>
            </p:grpSpPr>
            <p:sp>
              <p:nvSpPr>
                <p:cNvPr id="14122" name="Google Shape;14122;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58"/>
              <p:cNvGrpSpPr/>
              <p:nvPr/>
            </p:nvGrpSpPr>
            <p:grpSpPr>
              <a:xfrm>
                <a:off x="4928973" y="4189418"/>
                <a:ext cx="507596" cy="203047"/>
                <a:chOff x="4928973" y="4189418"/>
                <a:chExt cx="507596" cy="203047"/>
              </a:xfrm>
            </p:grpSpPr>
            <p:sp>
              <p:nvSpPr>
                <p:cNvPr id="14125" name="Google Shape;14125;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7" name="Google Shape;14127;p58"/>
            <p:cNvGrpSpPr/>
            <p:nvPr/>
          </p:nvGrpSpPr>
          <p:grpSpPr>
            <a:xfrm>
              <a:off x="4482186" y="3641905"/>
              <a:ext cx="397605" cy="349784"/>
              <a:chOff x="2906375" y="1159725"/>
              <a:chExt cx="1860575" cy="1636800"/>
            </a:xfrm>
          </p:grpSpPr>
          <p:sp>
            <p:nvSpPr>
              <p:cNvPr id="14128" name="Google Shape;14128;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2" name="Google Shape;14132;p58"/>
          <p:cNvGrpSpPr/>
          <p:nvPr/>
        </p:nvGrpSpPr>
        <p:grpSpPr>
          <a:xfrm>
            <a:off x="6528949" y="1853801"/>
            <a:ext cx="940737" cy="721067"/>
            <a:chOff x="6599718" y="2068734"/>
            <a:chExt cx="940737" cy="721067"/>
          </a:xfrm>
        </p:grpSpPr>
        <p:sp>
          <p:nvSpPr>
            <p:cNvPr id="14133" name="Google Shape;14133;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9" name="Google Shape;14139;p58"/>
            <p:cNvGrpSpPr/>
            <p:nvPr/>
          </p:nvGrpSpPr>
          <p:grpSpPr>
            <a:xfrm>
              <a:off x="6836957" y="2068734"/>
              <a:ext cx="461892" cy="721067"/>
              <a:chOff x="6836957" y="2068734"/>
              <a:chExt cx="461892" cy="721067"/>
            </a:xfrm>
          </p:grpSpPr>
          <p:sp>
            <p:nvSpPr>
              <p:cNvPr id="14140" name="Google Shape;14140;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6" name="Google Shape;14146;p58"/>
              <p:cNvGrpSpPr/>
              <p:nvPr/>
            </p:nvGrpSpPr>
            <p:grpSpPr>
              <a:xfrm>
                <a:off x="6836957" y="2068734"/>
                <a:ext cx="461892" cy="721067"/>
                <a:chOff x="6836957" y="2068734"/>
                <a:chExt cx="461892" cy="721067"/>
              </a:xfrm>
            </p:grpSpPr>
            <p:sp>
              <p:nvSpPr>
                <p:cNvPr id="14147" name="Google Shape;14147;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154" name="Google Shape;14154;p58"/>
          <p:cNvGrpSpPr/>
          <p:nvPr/>
        </p:nvGrpSpPr>
        <p:grpSpPr>
          <a:xfrm>
            <a:off x="2412267" y="1858147"/>
            <a:ext cx="712577" cy="712374"/>
            <a:chOff x="2559249" y="2069323"/>
            <a:chExt cx="685566" cy="685634"/>
          </a:xfrm>
        </p:grpSpPr>
        <p:sp>
          <p:nvSpPr>
            <p:cNvPr id="14155" name="Google Shape;14155;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58"/>
          <p:cNvGrpSpPr/>
          <p:nvPr/>
        </p:nvGrpSpPr>
        <p:grpSpPr>
          <a:xfrm>
            <a:off x="7594705" y="970936"/>
            <a:ext cx="845645" cy="711911"/>
            <a:chOff x="951975" y="315800"/>
            <a:chExt cx="5860325" cy="4933550"/>
          </a:xfrm>
        </p:grpSpPr>
        <p:sp>
          <p:nvSpPr>
            <p:cNvPr id="14169" name="Google Shape;14169;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8"/>
          <p:cNvGrpSpPr/>
          <p:nvPr/>
        </p:nvGrpSpPr>
        <p:grpSpPr>
          <a:xfrm>
            <a:off x="3691834" y="2707045"/>
            <a:ext cx="1617932" cy="621724"/>
            <a:chOff x="3862800" y="3038525"/>
            <a:chExt cx="1329006" cy="510698"/>
          </a:xfrm>
        </p:grpSpPr>
        <p:sp>
          <p:nvSpPr>
            <p:cNvPr id="14178" name="Google Shape;14178;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0" name="Google Shape;14180;p58"/>
            <p:cNvGrpSpPr/>
            <p:nvPr/>
          </p:nvGrpSpPr>
          <p:grpSpPr>
            <a:xfrm>
              <a:off x="3967075" y="3040337"/>
              <a:ext cx="1019927" cy="402126"/>
              <a:chOff x="3967075" y="3040337"/>
              <a:chExt cx="1019927" cy="402126"/>
            </a:xfrm>
          </p:grpSpPr>
          <p:sp>
            <p:nvSpPr>
              <p:cNvPr id="14181" name="Google Shape;14181;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58"/>
            <p:cNvGrpSpPr/>
            <p:nvPr/>
          </p:nvGrpSpPr>
          <p:grpSpPr>
            <a:xfrm>
              <a:off x="4186700" y="3040337"/>
              <a:ext cx="390475" cy="183289"/>
              <a:chOff x="4186700" y="3040337"/>
              <a:chExt cx="390475" cy="183289"/>
            </a:xfrm>
          </p:grpSpPr>
          <p:sp>
            <p:nvSpPr>
              <p:cNvPr id="14184" name="Google Shape;14184;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58"/>
            <p:cNvGrpSpPr/>
            <p:nvPr/>
          </p:nvGrpSpPr>
          <p:grpSpPr>
            <a:xfrm>
              <a:off x="4073727" y="3040337"/>
              <a:ext cx="697794" cy="296263"/>
              <a:chOff x="4073727" y="3040337"/>
              <a:chExt cx="697794" cy="296263"/>
            </a:xfrm>
          </p:grpSpPr>
          <p:sp>
            <p:nvSpPr>
              <p:cNvPr id="14187" name="Google Shape;14187;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58"/>
            <p:cNvGrpSpPr/>
            <p:nvPr/>
          </p:nvGrpSpPr>
          <p:grpSpPr>
            <a:xfrm>
              <a:off x="3862800" y="3038525"/>
              <a:ext cx="1329006" cy="510698"/>
              <a:chOff x="3862800" y="3038525"/>
              <a:chExt cx="1329006" cy="510698"/>
            </a:xfrm>
          </p:grpSpPr>
          <p:sp>
            <p:nvSpPr>
              <p:cNvPr id="14190" name="Google Shape;14190;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92" name="Google Shape;14192;p58"/>
          <p:cNvGrpSpPr/>
          <p:nvPr/>
        </p:nvGrpSpPr>
        <p:grpSpPr>
          <a:xfrm>
            <a:off x="700156" y="970936"/>
            <a:ext cx="883205" cy="775176"/>
            <a:chOff x="649648" y="271400"/>
            <a:chExt cx="6215377" cy="5455143"/>
          </a:xfrm>
        </p:grpSpPr>
        <p:sp>
          <p:nvSpPr>
            <p:cNvPr id="14193" name="Google Shape;14193;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58"/>
          <p:cNvGrpSpPr/>
          <p:nvPr/>
        </p:nvGrpSpPr>
        <p:grpSpPr>
          <a:xfrm>
            <a:off x="2308457" y="970936"/>
            <a:ext cx="767704" cy="815489"/>
            <a:chOff x="2499700" y="1135950"/>
            <a:chExt cx="732402" cy="777990"/>
          </a:xfrm>
        </p:grpSpPr>
        <p:grpSp>
          <p:nvGrpSpPr>
            <p:cNvPr id="14206" name="Google Shape;14206;p58"/>
            <p:cNvGrpSpPr/>
            <p:nvPr/>
          </p:nvGrpSpPr>
          <p:grpSpPr>
            <a:xfrm>
              <a:off x="2499700" y="1135950"/>
              <a:ext cx="732402" cy="694705"/>
              <a:chOff x="2499700" y="1135950"/>
              <a:chExt cx="732402" cy="694705"/>
            </a:xfrm>
          </p:grpSpPr>
          <p:sp>
            <p:nvSpPr>
              <p:cNvPr id="14207" name="Google Shape;14207;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58"/>
            <p:cNvGrpSpPr/>
            <p:nvPr/>
          </p:nvGrpSpPr>
          <p:grpSpPr>
            <a:xfrm>
              <a:off x="2517909" y="1188726"/>
              <a:ext cx="702702" cy="725214"/>
              <a:chOff x="2517909" y="1188726"/>
              <a:chExt cx="702702" cy="725214"/>
            </a:xfrm>
          </p:grpSpPr>
          <p:sp>
            <p:nvSpPr>
              <p:cNvPr id="14235" name="Google Shape;14235;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0" name="Google Shape;14240;p58"/>
          <p:cNvGrpSpPr/>
          <p:nvPr/>
        </p:nvGrpSpPr>
        <p:grpSpPr>
          <a:xfrm>
            <a:off x="1654189" y="970936"/>
            <a:ext cx="583439" cy="870229"/>
            <a:chOff x="1716825" y="1121550"/>
            <a:chExt cx="622800" cy="928938"/>
          </a:xfrm>
        </p:grpSpPr>
        <p:grpSp>
          <p:nvGrpSpPr>
            <p:cNvPr id="14241" name="Google Shape;14241;p58"/>
            <p:cNvGrpSpPr/>
            <p:nvPr/>
          </p:nvGrpSpPr>
          <p:grpSpPr>
            <a:xfrm>
              <a:off x="1716825" y="1121550"/>
              <a:ext cx="622800" cy="928938"/>
              <a:chOff x="1716825" y="1121550"/>
              <a:chExt cx="622800" cy="928938"/>
            </a:xfrm>
          </p:grpSpPr>
          <p:cxnSp>
            <p:nvCxnSpPr>
              <p:cNvPr id="14242" name="Google Shape;14242;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4243" name="Google Shape;14243;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58"/>
            <p:cNvGrpSpPr/>
            <p:nvPr/>
          </p:nvGrpSpPr>
          <p:grpSpPr>
            <a:xfrm>
              <a:off x="1768050" y="1172775"/>
              <a:ext cx="520200" cy="832000"/>
              <a:chOff x="1768050" y="1172775"/>
              <a:chExt cx="520200" cy="832000"/>
            </a:xfrm>
          </p:grpSpPr>
          <p:cxnSp>
            <p:nvCxnSpPr>
              <p:cNvPr id="14245" name="Google Shape;14245;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4246" name="Google Shape;14246;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58"/>
            <p:cNvGrpSpPr/>
            <p:nvPr/>
          </p:nvGrpSpPr>
          <p:grpSpPr>
            <a:xfrm>
              <a:off x="1820100" y="1225475"/>
              <a:ext cx="416400" cy="729575"/>
              <a:chOff x="1820100" y="1225475"/>
              <a:chExt cx="416400" cy="729575"/>
            </a:xfrm>
          </p:grpSpPr>
          <p:cxnSp>
            <p:nvCxnSpPr>
              <p:cNvPr id="14248" name="Google Shape;14248;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4249" name="Google Shape;14249;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0" name="Google Shape;14250;p58"/>
            <p:cNvGrpSpPr/>
            <p:nvPr/>
          </p:nvGrpSpPr>
          <p:grpSpPr>
            <a:xfrm>
              <a:off x="1874250" y="1278825"/>
              <a:ext cx="308100" cy="605275"/>
              <a:chOff x="1874250" y="1278825"/>
              <a:chExt cx="308100" cy="605275"/>
            </a:xfrm>
          </p:grpSpPr>
          <p:cxnSp>
            <p:nvCxnSpPr>
              <p:cNvPr id="14251" name="Google Shape;14251;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4252" name="Google Shape;14252;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3" name="Google Shape;14253;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58"/>
          <p:cNvGrpSpPr/>
          <p:nvPr/>
        </p:nvGrpSpPr>
        <p:grpSpPr>
          <a:xfrm>
            <a:off x="1574012" y="1857258"/>
            <a:ext cx="739072" cy="714152"/>
            <a:chOff x="4334725" y="1355875"/>
            <a:chExt cx="3106650" cy="3001900"/>
          </a:xfrm>
        </p:grpSpPr>
        <p:grpSp>
          <p:nvGrpSpPr>
            <p:cNvPr id="14255" name="Google Shape;14255;p58"/>
            <p:cNvGrpSpPr/>
            <p:nvPr/>
          </p:nvGrpSpPr>
          <p:grpSpPr>
            <a:xfrm>
              <a:off x="4516050" y="1724875"/>
              <a:ext cx="2693725" cy="2632900"/>
              <a:chOff x="4516050" y="1724875"/>
              <a:chExt cx="2693725" cy="2632900"/>
            </a:xfrm>
          </p:grpSpPr>
          <p:sp>
            <p:nvSpPr>
              <p:cNvPr id="14256" name="Google Shape;14256;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58"/>
            <p:cNvGrpSpPr/>
            <p:nvPr/>
          </p:nvGrpSpPr>
          <p:grpSpPr>
            <a:xfrm>
              <a:off x="4334725" y="1355875"/>
              <a:ext cx="3106650" cy="2709650"/>
              <a:chOff x="4334725" y="1355875"/>
              <a:chExt cx="3106650" cy="2709650"/>
            </a:xfrm>
          </p:grpSpPr>
          <p:sp>
            <p:nvSpPr>
              <p:cNvPr id="14260" name="Google Shape;14260;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63" name="Google Shape;14263;p58"/>
          <p:cNvGrpSpPr/>
          <p:nvPr/>
        </p:nvGrpSpPr>
        <p:grpSpPr>
          <a:xfrm>
            <a:off x="7690961" y="3488029"/>
            <a:ext cx="312074" cy="684173"/>
            <a:chOff x="7645573" y="3754300"/>
            <a:chExt cx="293855" cy="644170"/>
          </a:xfrm>
        </p:grpSpPr>
        <p:sp>
          <p:nvSpPr>
            <p:cNvPr id="14264" name="Google Shape;14264;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58"/>
          <p:cNvGrpSpPr/>
          <p:nvPr/>
        </p:nvGrpSpPr>
        <p:grpSpPr>
          <a:xfrm>
            <a:off x="5612949" y="970936"/>
            <a:ext cx="709011" cy="739359"/>
            <a:chOff x="5830645" y="1256617"/>
            <a:chExt cx="530340" cy="553040"/>
          </a:xfrm>
        </p:grpSpPr>
        <p:grpSp>
          <p:nvGrpSpPr>
            <p:cNvPr id="14267" name="Google Shape;14267;p58"/>
            <p:cNvGrpSpPr/>
            <p:nvPr/>
          </p:nvGrpSpPr>
          <p:grpSpPr>
            <a:xfrm>
              <a:off x="5830645" y="1256617"/>
              <a:ext cx="259743" cy="269909"/>
              <a:chOff x="5830645" y="1256617"/>
              <a:chExt cx="259743" cy="269909"/>
            </a:xfrm>
          </p:grpSpPr>
          <p:sp>
            <p:nvSpPr>
              <p:cNvPr id="14268" name="Google Shape;14268;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58"/>
            <p:cNvGrpSpPr/>
            <p:nvPr/>
          </p:nvGrpSpPr>
          <p:grpSpPr>
            <a:xfrm>
              <a:off x="6101293" y="1256617"/>
              <a:ext cx="259692" cy="269909"/>
              <a:chOff x="6101293" y="1256617"/>
              <a:chExt cx="259692" cy="269909"/>
            </a:xfrm>
          </p:grpSpPr>
          <p:sp>
            <p:nvSpPr>
              <p:cNvPr id="14271" name="Google Shape;14271;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3" name="Google Shape;14273;p58"/>
            <p:cNvGrpSpPr/>
            <p:nvPr/>
          </p:nvGrpSpPr>
          <p:grpSpPr>
            <a:xfrm>
              <a:off x="5830645" y="1539749"/>
              <a:ext cx="259692" cy="269909"/>
              <a:chOff x="5830645" y="1539749"/>
              <a:chExt cx="259692" cy="269909"/>
            </a:xfrm>
          </p:grpSpPr>
          <p:sp>
            <p:nvSpPr>
              <p:cNvPr id="14274" name="Google Shape;14274;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58"/>
            <p:cNvGrpSpPr/>
            <p:nvPr/>
          </p:nvGrpSpPr>
          <p:grpSpPr>
            <a:xfrm>
              <a:off x="6101293" y="1539749"/>
              <a:ext cx="259692" cy="269909"/>
              <a:chOff x="6101293" y="1539749"/>
              <a:chExt cx="259692" cy="269909"/>
            </a:xfrm>
          </p:grpSpPr>
          <p:sp>
            <p:nvSpPr>
              <p:cNvPr id="14277" name="Google Shape;14277;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9" name="Google Shape;14279;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58"/>
          <p:cNvGrpSpPr/>
          <p:nvPr/>
        </p:nvGrpSpPr>
        <p:grpSpPr>
          <a:xfrm>
            <a:off x="714444" y="2707052"/>
            <a:ext cx="1452955" cy="621360"/>
            <a:chOff x="732422" y="2990152"/>
            <a:chExt cx="1337773" cy="572102"/>
          </a:xfrm>
        </p:grpSpPr>
        <p:sp>
          <p:nvSpPr>
            <p:cNvPr id="14281" name="Google Shape;14281;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0" name="Shape 14290"/>
        <p:cNvGrpSpPr/>
        <p:nvPr/>
      </p:nvGrpSpPr>
      <p:grpSpPr>
        <a:xfrm>
          <a:off x="0" y="0"/>
          <a:ext cx="0" cy="0"/>
          <a:chOff x="0" y="0"/>
          <a:chExt cx="0" cy="0"/>
        </a:xfrm>
      </p:grpSpPr>
      <p:grpSp>
        <p:nvGrpSpPr>
          <p:cNvPr id="14291" name="Google Shape;14291;p59"/>
          <p:cNvGrpSpPr/>
          <p:nvPr/>
        </p:nvGrpSpPr>
        <p:grpSpPr>
          <a:xfrm>
            <a:off x="708579" y="965872"/>
            <a:ext cx="1636117" cy="1526144"/>
            <a:chOff x="729238" y="1179665"/>
            <a:chExt cx="1636117" cy="1526144"/>
          </a:xfrm>
        </p:grpSpPr>
        <p:grpSp>
          <p:nvGrpSpPr>
            <p:cNvPr id="14292" name="Google Shape;14292;p59"/>
            <p:cNvGrpSpPr/>
            <p:nvPr/>
          </p:nvGrpSpPr>
          <p:grpSpPr>
            <a:xfrm>
              <a:off x="729238" y="1179665"/>
              <a:ext cx="80700" cy="1526144"/>
              <a:chOff x="729238" y="1179665"/>
              <a:chExt cx="80700" cy="1526144"/>
            </a:xfrm>
          </p:grpSpPr>
          <p:sp>
            <p:nvSpPr>
              <p:cNvPr id="14293" name="Google Shape;14293;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59"/>
            <p:cNvGrpSpPr/>
            <p:nvPr/>
          </p:nvGrpSpPr>
          <p:grpSpPr>
            <a:xfrm>
              <a:off x="903098" y="1179665"/>
              <a:ext cx="80700" cy="1526144"/>
              <a:chOff x="903098" y="1179665"/>
              <a:chExt cx="80700" cy="1526144"/>
            </a:xfrm>
          </p:grpSpPr>
          <p:sp>
            <p:nvSpPr>
              <p:cNvPr id="14304" name="Google Shape;14304;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59"/>
            <p:cNvGrpSpPr/>
            <p:nvPr/>
          </p:nvGrpSpPr>
          <p:grpSpPr>
            <a:xfrm>
              <a:off x="1076958" y="1179665"/>
              <a:ext cx="80700" cy="1526144"/>
              <a:chOff x="1076958" y="1179665"/>
              <a:chExt cx="80700" cy="1526144"/>
            </a:xfrm>
          </p:grpSpPr>
          <p:sp>
            <p:nvSpPr>
              <p:cNvPr id="14315" name="Google Shape;14315;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59"/>
            <p:cNvGrpSpPr/>
            <p:nvPr/>
          </p:nvGrpSpPr>
          <p:grpSpPr>
            <a:xfrm>
              <a:off x="1247707" y="1179665"/>
              <a:ext cx="80700" cy="1526144"/>
              <a:chOff x="1247707" y="1179665"/>
              <a:chExt cx="80700" cy="1526144"/>
            </a:xfrm>
          </p:grpSpPr>
          <p:sp>
            <p:nvSpPr>
              <p:cNvPr id="14326" name="Google Shape;14326;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59"/>
            <p:cNvGrpSpPr/>
            <p:nvPr/>
          </p:nvGrpSpPr>
          <p:grpSpPr>
            <a:xfrm>
              <a:off x="1421567" y="1179665"/>
              <a:ext cx="80700" cy="1526144"/>
              <a:chOff x="1421567" y="1179665"/>
              <a:chExt cx="80700" cy="1526144"/>
            </a:xfrm>
          </p:grpSpPr>
          <p:sp>
            <p:nvSpPr>
              <p:cNvPr id="14337" name="Google Shape;14337;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59"/>
            <p:cNvGrpSpPr/>
            <p:nvPr/>
          </p:nvGrpSpPr>
          <p:grpSpPr>
            <a:xfrm>
              <a:off x="1592327" y="1179665"/>
              <a:ext cx="80700" cy="1526144"/>
              <a:chOff x="1592327" y="1179665"/>
              <a:chExt cx="80700" cy="1526144"/>
            </a:xfrm>
          </p:grpSpPr>
          <p:sp>
            <p:nvSpPr>
              <p:cNvPr id="14348" name="Google Shape;14348;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59"/>
            <p:cNvGrpSpPr/>
            <p:nvPr/>
          </p:nvGrpSpPr>
          <p:grpSpPr>
            <a:xfrm>
              <a:off x="1766187" y="1179665"/>
              <a:ext cx="80700" cy="1526144"/>
              <a:chOff x="1766187" y="1179665"/>
              <a:chExt cx="80700" cy="1526144"/>
            </a:xfrm>
          </p:grpSpPr>
          <p:sp>
            <p:nvSpPr>
              <p:cNvPr id="14359" name="Google Shape;14359;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59"/>
            <p:cNvGrpSpPr/>
            <p:nvPr/>
          </p:nvGrpSpPr>
          <p:grpSpPr>
            <a:xfrm>
              <a:off x="1936935" y="1179665"/>
              <a:ext cx="80700" cy="1526144"/>
              <a:chOff x="1936935" y="1179665"/>
              <a:chExt cx="80700" cy="1526144"/>
            </a:xfrm>
          </p:grpSpPr>
          <p:sp>
            <p:nvSpPr>
              <p:cNvPr id="14370" name="Google Shape;14370;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59"/>
            <p:cNvGrpSpPr/>
            <p:nvPr/>
          </p:nvGrpSpPr>
          <p:grpSpPr>
            <a:xfrm>
              <a:off x="2110795" y="1179665"/>
              <a:ext cx="80700" cy="1526144"/>
              <a:chOff x="2110795" y="1179665"/>
              <a:chExt cx="80700" cy="1526144"/>
            </a:xfrm>
          </p:grpSpPr>
          <p:sp>
            <p:nvSpPr>
              <p:cNvPr id="14381" name="Google Shape;14381;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9"/>
            <p:cNvGrpSpPr/>
            <p:nvPr/>
          </p:nvGrpSpPr>
          <p:grpSpPr>
            <a:xfrm>
              <a:off x="2284655" y="1179665"/>
              <a:ext cx="80700" cy="1526144"/>
              <a:chOff x="2284655" y="1179665"/>
              <a:chExt cx="80700" cy="1526144"/>
            </a:xfrm>
          </p:grpSpPr>
          <p:sp>
            <p:nvSpPr>
              <p:cNvPr id="14392" name="Google Shape;14392;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02" name="Google Shape;14402;p59"/>
          <p:cNvGrpSpPr/>
          <p:nvPr/>
        </p:nvGrpSpPr>
        <p:grpSpPr>
          <a:xfrm>
            <a:off x="2603245" y="985011"/>
            <a:ext cx="1364248" cy="1102133"/>
            <a:chOff x="2623904" y="1198803"/>
            <a:chExt cx="1364248" cy="1102133"/>
          </a:xfrm>
        </p:grpSpPr>
        <p:grpSp>
          <p:nvGrpSpPr>
            <p:cNvPr id="14403" name="Google Shape;14403;p59"/>
            <p:cNvGrpSpPr/>
            <p:nvPr/>
          </p:nvGrpSpPr>
          <p:grpSpPr>
            <a:xfrm>
              <a:off x="2623907" y="1198803"/>
              <a:ext cx="1364245" cy="273000"/>
              <a:chOff x="2623907" y="1198803"/>
              <a:chExt cx="1364245" cy="273000"/>
            </a:xfrm>
          </p:grpSpPr>
          <p:sp>
            <p:nvSpPr>
              <p:cNvPr id="14404" name="Google Shape;14404;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59"/>
            <p:cNvGrpSpPr/>
            <p:nvPr/>
          </p:nvGrpSpPr>
          <p:grpSpPr>
            <a:xfrm>
              <a:off x="2623904" y="1476964"/>
              <a:ext cx="1364245" cy="273000"/>
              <a:chOff x="2623904" y="1476964"/>
              <a:chExt cx="1364245" cy="273000"/>
            </a:xfrm>
          </p:grpSpPr>
          <p:sp>
            <p:nvSpPr>
              <p:cNvPr id="14410" name="Google Shape;14410;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59"/>
            <p:cNvGrpSpPr/>
            <p:nvPr/>
          </p:nvGrpSpPr>
          <p:grpSpPr>
            <a:xfrm>
              <a:off x="2623907" y="1749775"/>
              <a:ext cx="1364245" cy="273000"/>
              <a:chOff x="2623907" y="1749775"/>
              <a:chExt cx="1364245" cy="273000"/>
            </a:xfrm>
          </p:grpSpPr>
          <p:sp>
            <p:nvSpPr>
              <p:cNvPr id="14416" name="Google Shape;14416;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59"/>
            <p:cNvGrpSpPr/>
            <p:nvPr/>
          </p:nvGrpSpPr>
          <p:grpSpPr>
            <a:xfrm>
              <a:off x="2623904" y="2027936"/>
              <a:ext cx="1364245" cy="273000"/>
              <a:chOff x="2623904" y="2027936"/>
              <a:chExt cx="1364245" cy="273000"/>
            </a:xfrm>
          </p:grpSpPr>
          <p:sp>
            <p:nvSpPr>
              <p:cNvPr id="14422" name="Google Shape;14422;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27" name="Google Shape;14427;p59"/>
          <p:cNvGrpSpPr/>
          <p:nvPr/>
        </p:nvGrpSpPr>
        <p:grpSpPr>
          <a:xfrm>
            <a:off x="2592706" y="2444193"/>
            <a:ext cx="1387541" cy="159124"/>
            <a:chOff x="3200660" y="2180272"/>
            <a:chExt cx="2563824" cy="378237"/>
          </a:xfrm>
        </p:grpSpPr>
        <p:sp>
          <p:nvSpPr>
            <p:cNvPr id="14428" name="Google Shape;14428;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59"/>
          <p:cNvGrpSpPr/>
          <p:nvPr/>
        </p:nvGrpSpPr>
        <p:grpSpPr>
          <a:xfrm>
            <a:off x="2589231" y="2722018"/>
            <a:ext cx="1390502" cy="159625"/>
            <a:chOff x="3530150" y="2790075"/>
            <a:chExt cx="1962600" cy="225300"/>
          </a:xfrm>
        </p:grpSpPr>
        <p:sp>
          <p:nvSpPr>
            <p:cNvPr id="14447" name="Google Shape;14447;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59"/>
          <p:cNvGrpSpPr/>
          <p:nvPr/>
        </p:nvGrpSpPr>
        <p:grpSpPr>
          <a:xfrm>
            <a:off x="2589884" y="3000344"/>
            <a:ext cx="1411629" cy="153761"/>
            <a:chOff x="3558802" y="4011427"/>
            <a:chExt cx="1866000" cy="111300"/>
          </a:xfrm>
        </p:grpSpPr>
        <p:sp>
          <p:nvSpPr>
            <p:cNvPr id="14450" name="Google Shape;14450;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59"/>
          <p:cNvGrpSpPr/>
          <p:nvPr/>
        </p:nvGrpSpPr>
        <p:grpSpPr>
          <a:xfrm>
            <a:off x="2589576" y="2205744"/>
            <a:ext cx="1383503" cy="119749"/>
            <a:chOff x="3465975" y="2270276"/>
            <a:chExt cx="1986364" cy="171929"/>
          </a:xfrm>
        </p:grpSpPr>
        <p:sp>
          <p:nvSpPr>
            <p:cNvPr id="14453" name="Google Shape;14453;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59"/>
          <p:cNvGrpSpPr/>
          <p:nvPr/>
        </p:nvGrpSpPr>
        <p:grpSpPr>
          <a:xfrm>
            <a:off x="2600584" y="3569394"/>
            <a:ext cx="1369531" cy="195460"/>
            <a:chOff x="723300" y="4253549"/>
            <a:chExt cx="2276482" cy="324900"/>
          </a:xfrm>
        </p:grpSpPr>
        <p:sp>
          <p:nvSpPr>
            <p:cNvPr id="14462" name="Google Shape;14462;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59"/>
          <p:cNvGrpSpPr/>
          <p:nvPr/>
        </p:nvGrpSpPr>
        <p:grpSpPr>
          <a:xfrm>
            <a:off x="2590145" y="3270574"/>
            <a:ext cx="1389066" cy="180119"/>
            <a:chOff x="705948" y="3788465"/>
            <a:chExt cx="2308953" cy="299400"/>
          </a:xfrm>
        </p:grpSpPr>
        <p:sp>
          <p:nvSpPr>
            <p:cNvPr id="14468" name="Google Shape;14468;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59"/>
          <p:cNvGrpSpPr/>
          <p:nvPr/>
        </p:nvGrpSpPr>
        <p:grpSpPr>
          <a:xfrm>
            <a:off x="2638082" y="3883554"/>
            <a:ext cx="1304609" cy="294074"/>
            <a:chOff x="2658741" y="4097347"/>
            <a:chExt cx="1304609" cy="294074"/>
          </a:xfrm>
        </p:grpSpPr>
        <p:grpSp>
          <p:nvGrpSpPr>
            <p:cNvPr id="14474" name="Google Shape;14474;p59"/>
            <p:cNvGrpSpPr/>
            <p:nvPr/>
          </p:nvGrpSpPr>
          <p:grpSpPr>
            <a:xfrm>
              <a:off x="2658741" y="4097347"/>
              <a:ext cx="118572" cy="294074"/>
              <a:chOff x="3343310" y="4475555"/>
              <a:chExt cx="127717" cy="316753"/>
            </a:xfrm>
          </p:grpSpPr>
          <p:sp>
            <p:nvSpPr>
              <p:cNvPr id="14475" name="Google Shape;14475;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59"/>
            <p:cNvGrpSpPr/>
            <p:nvPr/>
          </p:nvGrpSpPr>
          <p:grpSpPr>
            <a:xfrm>
              <a:off x="3815519" y="4098388"/>
              <a:ext cx="147831" cy="291991"/>
              <a:chOff x="3527539" y="4476677"/>
              <a:chExt cx="159232" cy="314510"/>
            </a:xfrm>
          </p:grpSpPr>
          <p:sp>
            <p:nvSpPr>
              <p:cNvPr id="14478" name="Google Shape;14478;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59"/>
            <p:cNvGrpSpPr/>
            <p:nvPr/>
          </p:nvGrpSpPr>
          <p:grpSpPr>
            <a:xfrm>
              <a:off x="3511696" y="4098388"/>
              <a:ext cx="147831" cy="291991"/>
              <a:chOff x="3527539" y="4476677"/>
              <a:chExt cx="159232" cy="314510"/>
            </a:xfrm>
          </p:grpSpPr>
          <p:sp>
            <p:nvSpPr>
              <p:cNvPr id="14481" name="Google Shape;1448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59"/>
            <p:cNvGrpSpPr/>
            <p:nvPr/>
          </p:nvGrpSpPr>
          <p:grpSpPr>
            <a:xfrm>
              <a:off x="3207874" y="4098388"/>
              <a:ext cx="147831" cy="291991"/>
              <a:chOff x="3527539" y="4476677"/>
              <a:chExt cx="159232" cy="314510"/>
            </a:xfrm>
          </p:grpSpPr>
          <p:sp>
            <p:nvSpPr>
              <p:cNvPr id="14484" name="Google Shape;1448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59"/>
            <p:cNvGrpSpPr/>
            <p:nvPr/>
          </p:nvGrpSpPr>
          <p:grpSpPr>
            <a:xfrm>
              <a:off x="2933305" y="4097347"/>
              <a:ext cx="118572" cy="294074"/>
              <a:chOff x="3343310" y="4475555"/>
              <a:chExt cx="127717" cy="316753"/>
            </a:xfrm>
          </p:grpSpPr>
          <p:sp>
            <p:nvSpPr>
              <p:cNvPr id="14487" name="Google Shape;14487;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89" name="Google Shape;14489;p59"/>
          <p:cNvGrpSpPr/>
          <p:nvPr/>
        </p:nvGrpSpPr>
        <p:grpSpPr>
          <a:xfrm>
            <a:off x="4256912" y="1866676"/>
            <a:ext cx="1433821" cy="191501"/>
            <a:chOff x="4273350" y="2080469"/>
            <a:chExt cx="1433821" cy="191501"/>
          </a:xfrm>
        </p:grpSpPr>
        <p:grpSp>
          <p:nvGrpSpPr>
            <p:cNvPr id="14490" name="Google Shape;14490;p59"/>
            <p:cNvGrpSpPr/>
            <p:nvPr/>
          </p:nvGrpSpPr>
          <p:grpSpPr>
            <a:xfrm>
              <a:off x="4273350" y="2080469"/>
              <a:ext cx="1433821" cy="0"/>
              <a:chOff x="5224975" y="2962250"/>
              <a:chExt cx="1544400" cy="0"/>
            </a:xfrm>
          </p:grpSpPr>
          <p:cxnSp>
            <p:nvCxnSpPr>
              <p:cNvPr id="14491" name="Google Shape;14491;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492" name="Google Shape;14492;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4493" name="Google Shape;14493;p59"/>
            <p:cNvGrpSpPr/>
            <p:nvPr/>
          </p:nvGrpSpPr>
          <p:grpSpPr>
            <a:xfrm>
              <a:off x="4273350" y="2271969"/>
              <a:ext cx="1433821" cy="0"/>
              <a:chOff x="5224975" y="2962250"/>
              <a:chExt cx="1544400" cy="0"/>
            </a:xfrm>
          </p:grpSpPr>
          <p:cxnSp>
            <p:nvCxnSpPr>
              <p:cNvPr id="14494" name="Google Shape;14494;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495" name="Google Shape;14495;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4496" name="Google Shape;14496;p59"/>
          <p:cNvGrpSpPr/>
          <p:nvPr/>
        </p:nvGrpSpPr>
        <p:grpSpPr>
          <a:xfrm>
            <a:off x="4258467" y="969244"/>
            <a:ext cx="1430711" cy="743389"/>
            <a:chOff x="5159450" y="1919950"/>
            <a:chExt cx="1541050" cy="862500"/>
          </a:xfrm>
        </p:grpSpPr>
        <p:sp>
          <p:nvSpPr>
            <p:cNvPr id="14497" name="Google Shape;14497;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4498" name="Google Shape;14498;p59"/>
            <p:cNvGrpSpPr/>
            <p:nvPr/>
          </p:nvGrpSpPr>
          <p:grpSpPr>
            <a:xfrm>
              <a:off x="5159450" y="1919950"/>
              <a:ext cx="1541050" cy="862500"/>
              <a:chOff x="5159450" y="1919950"/>
              <a:chExt cx="1541050" cy="862500"/>
            </a:xfrm>
          </p:grpSpPr>
          <p:cxnSp>
            <p:nvCxnSpPr>
              <p:cNvPr id="14499" name="Google Shape;14499;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4500" name="Google Shape;14500;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4501" name="Google Shape;14501;p59"/>
          <p:cNvGrpSpPr/>
          <p:nvPr/>
        </p:nvGrpSpPr>
        <p:grpSpPr>
          <a:xfrm>
            <a:off x="4248581" y="2192571"/>
            <a:ext cx="1450484" cy="1052087"/>
            <a:chOff x="5230575" y="1554475"/>
            <a:chExt cx="2137150" cy="1550150"/>
          </a:xfrm>
        </p:grpSpPr>
        <p:sp>
          <p:nvSpPr>
            <p:cNvPr id="14502" name="Google Shape;14502;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59"/>
          <p:cNvGrpSpPr/>
          <p:nvPr/>
        </p:nvGrpSpPr>
        <p:grpSpPr>
          <a:xfrm rot="10800000">
            <a:off x="4265131" y="3284761"/>
            <a:ext cx="1417383" cy="887946"/>
            <a:chOff x="5645403" y="2920021"/>
            <a:chExt cx="2650800" cy="2180614"/>
          </a:xfrm>
        </p:grpSpPr>
        <p:sp>
          <p:nvSpPr>
            <p:cNvPr id="14516" name="Google Shape;14516;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17" name="Google Shape;14517;p59"/>
            <p:cNvCxnSpPr>
              <a:stCxn id="1451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4518" name="Google Shape;14518;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19" name="Google Shape;14519;p59"/>
            <p:cNvCxnSpPr>
              <a:endCxn id="14518"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4520" name="Google Shape;14520;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21" name="Google Shape;14521;p59"/>
            <p:cNvCxnSpPr>
              <a:stCxn id="14520"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4522" name="Google Shape;14522;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23" name="Google Shape;14523;p59"/>
            <p:cNvCxnSpPr>
              <a:endCxn id="1452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4524" name="Google Shape;14524;p59"/>
          <p:cNvGrpSpPr/>
          <p:nvPr/>
        </p:nvGrpSpPr>
        <p:grpSpPr>
          <a:xfrm>
            <a:off x="7365491" y="2188116"/>
            <a:ext cx="1071743" cy="1021579"/>
            <a:chOff x="7189833" y="2022667"/>
            <a:chExt cx="1251159" cy="1192597"/>
          </a:xfrm>
        </p:grpSpPr>
        <p:sp>
          <p:nvSpPr>
            <p:cNvPr id="14525" name="Google Shape;14525;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59"/>
          <p:cNvGrpSpPr/>
          <p:nvPr/>
        </p:nvGrpSpPr>
        <p:grpSpPr>
          <a:xfrm>
            <a:off x="706762" y="2614523"/>
            <a:ext cx="1695374" cy="1560837"/>
            <a:chOff x="727421" y="2828315"/>
            <a:chExt cx="1695374" cy="1560837"/>
          </a:xfrm>
        </p:grpSpPr>
        <p:grpSp>
          <p:nvGrpSpPr>
            <p:cNvPr id="14530" name="Google Shape;14530;p59"/>
            <p:cNvGrpSpPr/>
            <p:nvPr/>
          </p:nvGrpSpPr>
          <p:grpSpPr>
            <a:xfrm>
              <a:off x="819108" y="2882501"/>
              <a:ext cx="103104" cy="1426186"/>
              <a:chOff x="4674013" y="3100904"/>
              <a:chExt cx="122758" cy="1698043"/>
            </a:xfrm>
          </p:grpSpPr>
          <p:sp>
            <p:nvSpPr>
              <p:cNvPr id="14531" name="Google Shape;14531;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59"/>
            <p:cNvGrpSpPr/>
            <p:nvPr/>
          </p:nvGrpSpPr>
          <p:grpSpPr>
            <a:xfrm>
              <a:off x="1062475" y="2882501"/>
              <a:ext cx="103104" cy="1426186"/>
              <a:chOff x="4940438" y="3100904"/>
              <a:chExt cx="122758" cy="1698043"/>
            </a:xfrm>
          </p:grpSpPr>
          <p:sp>
            <p:nvSpPr>
              <p:cNvPr id="14539" name="Google Shape;14539;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59"/>
            <p:cNvGrpSpPr/>
            <p:nvPr/>
          </p:nvGrpSpPr>
          <p:grpSpPr>
            <a:xfrm>
              <a:off x="1299324" y="2882501"/>
              <a:ext cx="103104" cy="1426186"/>
              <a:chOff x="5206863" y="3100904"/>
              <a:chExt cx="122758" cy="1698043"/>
            </a:xfrm>
          </p:grpSpPr>
          <p:sp>
            <p:nvSpPr>
              <p:cNvPr id="14547" name="Google Shape;14547;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59"/>
            <p:cNvGrpSpPr/>
            <p:nvPr/>
          </p:nvGrpSpPr>
          <p:grpSpPr>
            <a:xfrm>
              <a:off x="1786057" y="2882501"/>
              <a:ext cx="103104" cy="1426186"/>
              <a:chOff x="6006138" y="3143629"/>
              <a:chExt cx="122758" cy="1698043"/>
            </a:xfrm>
          </p:grpSpPr>
          <p:sp>
            <p:nvSpPr>
              <p:cNvPr id="14555" name="Google Shape;14555;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2" name="Google Shape;14562;p59"/>
            <p:cNvGrpSpPr/>
            <p:nvPr/>
          </p:nvGrpSpPr>
          <p:grpSpPr>
            <a:xfrm>
              <a:off x="2029422" y="2882501"/>
              <a:ext cx="103104" cy="1426186"/>
              <a:chOff x="6805413" y="3100904"/>
              <a:chExt cx="122758" cy="1698043"/>
            </a:xfrm>
          </p:grpSpPr>
          <p:sp>
            <p:nvSpPr>
              <p:cNvPr id="14563" name="Google Shape;14563;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59"/>
            <p:cNvGrpSpPr/>
            <p:nvPr/>
          </p:nvGrpSpPr>
          <p:grpSpPr>
            <a:xfrm>
              <a:off x="727421" y="2828315"/>
              <a:ext cx="1695374" cy="1560837"/>
              <a:chOff x="734799" y="2782450"/>
              <a:chExt cx="1571100" cy="1577400"/>
            </a:xfrm>
          </p:grpSpPr>
          <p:cxnSp>
            <p:nvCxnSpPr>
              <p:cNvPr id="14571" name="Google Shape;14571;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4572" name="Google Shape;14572;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4573" name="Google Shape;14573;p59"/>
            <p:cNvGrpSpPr/>
            <p:nvPr/>
          </p:nvGrpSpPr>
          <p:grpSpPr>
            <a:xfrm>
              <a:off x="2272795" y="2882501"/>
              <a:ext cx="103104" cy="1426186"/>
              <a:chOff x="5206863" y="3100904"/>
              <a:chExt cx="122758" cy="1698043"/>
            </a:xfrm>
          </p:grpSpPr>
          <p:sp>
            <p:nvSpPr>
              <p:cNvPr id="14574" name="Google Shape;14574;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59"/>
            <p:cNvGrpSpPr/>
            <p:nvPr/>
          </p:nvGrpSpPr>
          <p:grpSpPr>
            <a:xfrm>
              <a:off x="1542694" y="2882501"/>
              <a:ext cx="103104" cy="1426186"/>
              <a:chOff x="6006138" y="3143629"/>
              <a:chExt cx="122758" cy="1698043"/>
            </a:xfrm>
          </p:grpSpPr>
          <p:sp>
            <p:nvSpPr>
              <p:cNvPr id="14582" name="Google Shape;14582;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89" name="Google Shape;14589;p59"/>
          <p:cNvGrpSpPr/>
          <p:nvPr/>
        </p:nvGrpSpPr>
        <p:grpSpPr>
          <a:xfrm>
            <a:off x="5915341" y="2192094"/>
            <a:ext cx="1248543" cy="1025319"/>
            <a:chOff x="5183758" y="1210600"/>
            <a:chExt cx="3605380" cy="2960783"/>
          </a:xfrm>
        </p:grpSpPr>
        <p:sp>
          <p:nvSpPr>
            <p:cNvPr id="14590" name="Google Shape;14590;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94" name="Google Shape;14594;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4595" name="Google Shape;14595;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4596" name="Google Shape;14596;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4597" name="Google Shape;14597;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4598" name="Google Shape;14598;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59"/>
          <p:cNvGrpSpPr/>
          <p:nvPr/>
        </p:nvGrpSpPr>
        <p:grpSpPr>
          <a:xfrm>
            <a:off x="5772403" y="3330411"/>
            <a:ext cx="2664831" cy="843440"/>
            <a:chOff x="5916567" y="1099697"/>
            <a:chExt cx="2556683" cy="809211"/>
          </a:xfrm>
        </p:grpSpPr>
        <p:sp>
          <p:nvSpPr>
            <p:cNvPr id="14600" name="Google Shape;14600;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59"/>
          <p:cNvGrpSpPr/>
          <p:nvPr/>
        </p:nvGrpSpPr>
        <p:grpSpPr>
          <a:xfrm>
            <a:off x="5879943" y="979270"/>
            <a:ext cx="1299851" cy="1023338"/>
            <a:chOff x="5900602" y="1193063"/>
            <a:chExt cx="1299851" cy="1023338"/>
          </a:xfrm>
        </p:grpSpPr>
        <p:grpSp>
          <p:nvGrpSpPr>
            <p:cNvPr id="14609" name="Google Shape;14609;p59"/>
            <p:cNvGrpSpPr/>
            <p:nvPr/>
          </p:nvGrpSpPr>
          <p:grpSpPr>
            <a:xfrm>
              <a:off x="6743564" y="1193063"/>
              <a:ext cx="456889" cy="700379"/>
              <a:chOff x="6743564" y="1193063"/>
              <a:chExt cx="456889" cy="700379"/>
            </a:xfrm>
          </p:grpSpPr>
          <p:grpSp>
            <p:nvGrpSpPr>
              <p:cNvPr id="14610" name="Google Shape;14610;p59"/>
              <p:cNvGrpSpPr/>
              <p:nvPr/>
            </p:nvGrpSpPr>
            <p:grpSpPr>
              <a:xfrm>
                <a:off x="6743564" y="1690731"/>
                <a:ext cx="214402" cy="202710"/>
                <a:chOff x="6743564" y="1690731"/>
                <a:chExt cx="214402" cy="202710"/>
              </a:xfrm>
            </p:grpSpPr>
            <p:sp>
              <p:nvSpPr>
                <p:cNvPr id="14611" name="Google Shape;14611;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59"/>
              <p:cNvGrpSpPr/>
              <p:nvPr/>
            </p:nvGrpSpPr>
            <p:grpSpPr>
              <a:xfrm>
                <a:off x="6915505" y="1193063"/>
                <a:ext cx="284947" cy="589637"/>
                <a:chOff x="6915505" y="1193063"/>
                <a:chExt cx="284947" cy="589637"/>
              </a:xfrm>
            </p:grpSpPr>
            <p:sp>
              <p:nvSpPr>
                <p:cNvPr id="14614" name="Google Shape;14614;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15" name="Google Shape;14615;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4616" name="Google Shape;14616;p59"/>
            <p:cNvGrpSpPr/>
            <p:nvPr/>
          </p:nvGrpSpPr>
          <p:grpSpPr>
            <a:xfrm>
              <a:off x="6520337" y="1193063"/>
              <a:ext cx="341815" cy="801589"/>
              <a:chOff x="6520337" y="1193063"/>
              <a:chExt cx="341815" cy="801589"/>
            </a:xfrm>
          </p:grpSpPr>
          <p:grpSp>
            <p:nvGrpSpPr>
              <p:cNvPr id="14617" name="Google Shape;14617;p59"/>
              <p:cNvGrpSpPr/>
              <p:nvPr/>
            </p:nvGrpSpPr>
            <p:grpSpPr>
              <a:xfrm>
                <a:off x="6520337" y="1589527"/>
                <a:ext cx="213950" cy="405125"/>
                <a:chOff x="6520337" y="1589527"/>
                <a:chExt cx="213950" cy="405125"/>
              </a:xfrm>
            </p:grpSpPr>
            <p:sp>
              <p:nvSpPr>
                <p:cNvPr id="14618" name="Google Shape;14618;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59"/>
              <p:cNvGrpSpPr/>
              <p:nvPr/>
            </p:nvGrpSpPr>
            <p:grpSpPr>
              <a:xfrm>
                <a:off x="6577204" y="1193063"/>
                <a:ext cx="284947" cy="453562"/>
                <a:chOff x="6577204" y="1193063"/>
                <a:chExt cx="284947" cy="453562"/>
              </a:xfrm>
            </p:grpSpPr>
            <p:sp>
              <p:nvSpPr>
                <p:cNvPr id="14621" name="Google Shape;14621;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22" name="Google Shape;14622;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4623" name="Google Shape;14623;p59"/>
            <p:cNvGrpSpPr/>
            <p:nvPr/>
          </p:nvGrpSpPr>
          <p:grpSpPr>
            <a:xfrm>
              <a:off x="6238903" y="1193063"/>
              <a:ext cx="300475" cy="901782"/>
              <a:chOff x="6238903" y="1193063"/>
              <a:chExt cx="300475" cy="901782"/>
            </a:xfrm>
          </p:grpSpPr>
          <p:grpSp>
            <p:nvGrpSpPr>
              <p:cNvPr id="14624" name="Google Shape;14624;p59"/>
              <p:cNvGrpSpPr/>
              <p:nvPr/>
            </p:nvGrpSpPr>
            <p:grpSpPr>
              <a:xfrm>
                <a:off x="6290865" y="1489315"/>
                <a:ext cx="248514" cy="605530"/>
                <a:chOff x="6290865" y="1489315"/>
                <a:chExt cx="248514" cy="605530"/>
              </a:xfrm>
            </p:grpSpPr>
            <p:sp>
              <p:nvSpPr>
                <p:cNvPr id="14625" name="Google Shape;14625;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59"/>
              <p:cNvGrpSpPr/>
              <p:nvPr/>
            </p:nvGrpSpPr>
            <p:grpSpPr>
              <a:xfrm>
                <a:off x="6238903" y="1193063"/>
                <a:ext cx="284947" cy="327512"/>
                <a:chOff x="6238903" y="1193063"/>
                <a:chExt cx="284947" cy="327512"/>
              </a:xfrm>
            </p:grpSpPr>
            <p:sp>
              <p:nvSpPr>
                <p:cNvPr id="14628" name="Google Shape;14628;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29" name="Google Shape;14629;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4630" name="Google Shape;14630;p59"/>
            <p:cNvGrpSpPr/>
            <p:nvPr/>
          </p:nvGrpSpPr>
          <p:grpSpPr>
            <a:xfrm>
              <a:off x="5900602" y="1193063"/>
              <a:ext cx="444345" cy="1023338"/>
              <a:chOff x="5900602" y="1193063"/>
              <a:chExt cx="444345" cy="1023338"/>
            </a:xfrm>
          </p:grpSpPr>
          <p:grpSp>
            <p:nvGrpSpPr>
              <p:cNvPr id="14631" name="Google Shape;14631;p59"/>
              <p:cNvGrpSpPr/>
              <p:nvPr/>
            </p:nvGrpSpPr>
            <p:grpSpPr>
              <a:xfrm>
                <a:off x="6046501" y="1367785"/>
                <a:ext cx="298446" cy="848616"/>
                <a:chOff x="6046501" y="1367785"/>
                <a:chExt cx="298446" cy="848616"/>
              </a:xfrm>
            </p:grpSpPr>
            <p:sp>
              <p:nvSpPr>
                <p:cNvPr id="14632" name="Google Shape;14632;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59"/>
              <p:cNvGrpSpPr/>
              <p:nvPr/>
            </p:nvGrpSpPr>
            <p:grpSpPr>
              <a:xfrm>
                <a:off x="5900602" y="1193063"/>
                <a:ext cx="284947" cy="182312"/>
                <a:chOff x="5900602" y="1193063"/>
                <a:chExt cx="284947" cy="182312"/>
              </a:xfrm>
            </p:grpSpPr>
            <p:sp>
              <p:nvSpPr>
                <p:cNvPr id="14635" name="Google Shape;14635;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36" name="Google Shape;14636;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4637" name="Google Shape;14637;p59"/>
          <p:cNvGrpSpPr/>
          <p:nvPr/>
        </p:nvGrpSpPr>
        <p:grpSpPr>
          <a:xfrm>
            <a:off x="7217825" y="979415"/>
            <a:ext cx="1219413" cy="1051365"/>
            <a:chOff x="7287122" y="1165658"/>
            <a:chExt cx="1219413" cy="1051365"/>
          </a:xfrm>
        </p:grpSpPr>
        <p:grpSp>
          <p:nvGrpSpPr>
            <p:cNvPr id="14638" name="Google Shape;14638;p59"/>
            <p:cNvGrpSpPr/>
            <p:nvPr/>
          </p:nvGrpSpPr>
          <p:grpSpPr>
            <a:xfrm>
              <a:off x="7287122" y="1969723"/>
              <a:ext cx="1219413" cy="247300"/>
              <a:chOff x="7287122" y="1969723"/>
              <a:chExt cx="1219413" cy="247300"/>
            </a:xfrm>
          </p:grpSpPr>
          <p:sp>
            <p:nvSpPr>
              <p:cNvPr id="14639" name="Google Shape;14639;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0" name="Google Shape;14640;p59"/>
              <p:cNvGrpSpPr/>
              <p:nvPr/>
            </p:nvGrpSpPr>
            <p:grpSpPr>
              <a:xfrm>
                <a:off x="7287122" y="2063892"/>
                <a:ext cx="1151753" cy="73428"/>
                <a:chOff x="7287122" y="2063892"/>
                <a:chExt cx="1151753" cy="73428"/>
              </a:xfrm>
            </p:grpSpPr>
            <p:sp>
              <p:nvSpPr>
                <p:cNvPr id="14641" name="Google Shape;14641;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42" name="Google Shape;14642;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4643" name="Google Shape;14643;p59"/>
            <p:cNvGrpSpPr/>
            <p:nvPr/>
          </p:nvGrpSpPr>
          <p:grpSpPr>
            <a:xfrm>
              <a:off x="7287122" y="1712201"/>
              <a:ext cx="1219403" cy="246767"/>
              <a:chOff x="7287122" y="1712201"/>
              <a:chExt cx="1219403" cy="246767"/>
            </a:xfrm>
          </p:grpSpPr>
          <p:sp>
            <p:nvSpPr>
              <p:cNvPr id="14644" name="Google Shape;14644;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5" name="Google Shape;14645;p59"/>
              <p:cNvGrpSpPr/>
              <p:nvPr/>
            </p:nvGrpSpPr>
            <p:grpSpPr>
              <a:xfrm>
                <a:off x="7287122" y="1842861"/>
                <a:ext cx="1005303" cy="73419"/>
                <a:chOff x="7287122" y="1842861"/>
                <a:chExt cx="1005303" cy="73419"/>
              </a:xfrm>
            </p:grpSpPr>
            <p:sp>
              <p:nvSpPr>
                <p:cNvPr id="14646" name="Google Shape;14646;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47" name="Google Shape;14647;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4648" name="Google Shape;14648;p59"/>
            <p:cNvGrpSpPr/>
            <p:nvPr/>
          </p:nvGrpSpPr>
          <p:grpSpPr>
            <a:xfrm>
              <a:off x="7287122" y="1447520"/>
              <a:ext cx="1219403" cy="286667"/>
              <a:chOff x="7287122" y="1447520"/>
              <a:chExt cx="1219403" cy="286667"/>
            </a:xfrm>
          </p:grpSpPr>
          <p:sp>
            <p:nvSpPr>
              <p:cNvPr id="14649" name="Google Shape;14649;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0" name="Google Shape;14650;p59"/>
              <p:cNvGrpSpPr/>
              <p:nvPr/>
            </p:nvGrpSpPr>
            <p:grpSpPr>
              <a:xfrm>
                <a:off x="7287122" y="1581977"/>
                <a:ext cx="852803" cy="73428"/>
                <a:chOff x="7287122" y="1581977"/>
                <a:chExt cx="852803" cy="73428"/>
              </a:xfrm>
            </p:grpSpPr>
            <p:sp>
              <p:nvSpPr>
                <p:cNvPr id="14651" name="Google Shape;14651;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52" name="Google Shape;14652;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4653" name="Google Shape;14653;p59"/>
            <p:cNvGrpSpPr/>
            <p:nvPr/>
          </p:nvGrpSpPr>
          <p:grpSpPr>
            <a:xfrm>
              <a:off x="7287122" y="1165658"/>
              <a:ext cx="1219403" cy="344253"/>
              <a:chOff x="7287122" y="1165658"/>
              <a:chExt cx="1219403" cy="344253"/>
            </a:xfrm>
          </p:grpSpPr>
          <p:sp>
            <p:nvSpPr>
              <p:cNvPr id="14654" name="Google Shape;14654;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5" name="Google Shape;14655;p59"/>
              <p:cNvGrpSpPr/>
              <p:nvPr/>
            </p:nvGrpSpPr>
            <p:grpSpPr>
              <a:xfrm>
                <a:off x="7287122" y="1341025"/>
                <a:ext cx="695703" cy="73419"/>
                <a:chOff x="7287122" y="1341025"/>
                <a:chExt cx="695703" cy="73419"/>
              </a:xfrm>
            </p:grpSpPr>
            <p:sp>
              <p:nvSpPr>
                <p:cNvPr id="14656" name="Google Shape;14656;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57" name="Google Shape;14657;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61" name="Shape 14661"/>
        <p:cNvGrpSpPr/>
        <p:nvPr/>
      </p:nvGrpSpPr>
      <p:grpSpPr>
        <a:xfrm>
          <a:off x="0" y="0"/>
          <a:ext cx="0" cy="0"/>
          <a:chOff x="0" y="0"/>
          <a:chExt cx="0" cy="0"/>
        </a:xfrm>
      </p:grpSpPr>
      <p:grpSp>
        <p:nvGrpSpPr>
          <p:cNvPr id="14662" name="Google Shape;14662;p60"/>
          <p:cNvGrpSpPr/>
          <p:nvPr/>
        </p:nvGrpSpPr>
        <p:grpSpPr>
          <a:xfrm>
            <a:off x="846551" y="2273217"/>
            <a:ext cx="415546" cy="355053"/>
            <a:chOff x="866243" y="2291587"/>
            <a:chExt cx="415546" cy="355053"/>
          </a:xfrm>
        </p:grpSpPr>
        <p:sp>
          <p:nvSpPr>
            <p:cNvPr id="14663" name="Google Shape;14663;p6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8" name="Google Shape;14668;p6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9" name="Google Shape;14669;p60"/>
          <p:cNvGrpSpPr/>
          <p:nvPr/>
        </p:nvGrpSpPr>
        <p:grpSpPr>
          <a:xfrm>
            <a:off x="1938828" y="2284205"/>
            <a:ext cx="359213" cy="327807"/>
            <a:chOff x="1958520" y="2302574"/>
            <a:chExt cx="359213" cy="327807"/>
          </a:xfrm>
        </p:grpSpPr>
        <p:sp>
          <p:nvSpPr>
            <p:cNvPr id="14670" name="Google Shape;14670;p6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3" name="Google Shape;14673;p60"/>
          <p:cNvGrpSpPr/>
          <p:nvPr/>
        </p:nvGrpSpPr>
        <p:grpSpPr>
          <a:xfrm>
            <a:off x="2560190" y="2269057"/>
            <a:ext cx="207582" cy="359594"/>
            <a:chOff x="2656082" y="2287427"/>
            <a:chExt cx="207582" cy="359594"/>
          </a:xfrm>
        </p:grpSpPr>
        <p:sp>
          <p:nvSpPr>
            <p:cNvPr id="14674" name="Google Shape;14674;p6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60"/>
          <p:cNvGrpSpPr/>
          <p:nvPr/>
        </p:nvGrpSpPr>
        <p:grpSpPr>
          <a:xfrm>
            <a:off x="3029961" y="2303099"/>
            <a:ext cx="362991" cy="290018"/>
            <a:chOff x="3049653" y="2321468"/>
            <a:chExt cx="362991" cy="290018"/>
          </a:xfrm>
        </p:grpSpPr>
        <p:sp>
          <p:nvSpPr>
            <p:cNvPr id="14679" name="Google Shape;14679;p6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60"/>
          <p:cNvGrpSpPr/>
          <p:nvPr/>
        </p:nvGrpSpPr>
        <p:grpSpPr>
          <a:xfrm>
            <a:off x="3544551" y="2271534"/>
            <a:ext cx="422342" cy="355243"/>
            <a:chOff x="3564243" y="2289904"/>
            <a:chExt cx="422342" cy="355243"/>
          </a:xfrm>
        </p:grpSpPr>
        <p:sp>
          <p:nvSpPr>
            <p:cNvPr id="14684" name="Google Shape;14684;p6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9" name="Google Shape;14689;p6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0" name="Google Shape;14690;p60"/>
          <p:cNvGrpSpPr/>
          <p:nvPr/>
        </p:nvGrpSpPr>
        <p:grpSpPr>
          <a:xfrm>
            <a:off x="4668202" y="2271344"/>
            <a:ext cx="359594" cy="353909"/>
            <a:chOff x="4687894" y="2289713"/>
            <a:chExt cx="359594" cy="353909"/>
          </a:xfrm>
        </p:grpSpPr>
        <p:sp>
          <p:nvSpPr>
            <p:cNvPr id="14691" name="Google Shape;14691;p6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4" name="Google Shape;14694;p6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5" name="Google Shape;14695;p60"/>
          <p:cNvGrpSpPr/>
          <p:nvPr/>
        </p:nvGrpSpPr>
        <p:grpSpPr>
          <a:xfrm>
            <a:off x="6352932" y="2289857"/>
            <a:ext cx="263567" cy="317614"/>
            <a:chOff x="6421399" y="2308227"/>
            <a:chExt cx="263567" cy="317614"/>
          </a:xfrm>
        </p:grpSpPr>
        <p:sp>
          <p:nvSpPr>
            <p:cNvPr id="14696" name="Google Shape;14696;p6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0" name="Google Shape;14700;p60"/>
          <p:cNvGrpSpPr/>
          <p:nvPr/>
        </p:nvGrpSpPr>
        <p:grpSpPr>
          <a:xfrm>
            <a:off x="6850501" y="2277250"/>
            <a:ext cx="360356" cy="343462"/>
            <a:chOff x="6870193" y="2295620"/>
            <a:chExt cx="360356" cy="343462"/>
          </a:xfrm>
        </p:grpSpPr>
        <p:sp>
          <p:nvSpPr>
            <p:cNvPr id="14701" name="Google Shape;14701;p6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3" name="Google Shape;14703;p60"/>
          <p:cNvGrpSpPr/>
          <p:nvPr/>
        </p:nvGrpSpPr>
        <p:grpSpPr>
          <a:xfrm>
            <a:off x="7421773" y="2284490"/>
            <a:ext cx="342192" cy="327140"/>
            <a:chOff x="7441465" y="2302860"/>
            <a:chExt cx="342192" cy="327140"/>
          </a:xfrm>
        </p:grpSpPr>
        <p:sp>
          <p:nvSpPr>
            <p:cNvPr id="14704" name="Google Shape;14704;p6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60"/>
          <p:cNvGrpSpPr/>
          <p:nvPr/>
        </p:nvGrpSpPr>
        <p:grpSpPr>
          <a:xfrm>
            <a:off x="7969991" y="2331837"/>
            <a:ext cx="332761" cy="234066"/>
            <a:chOff x="7989683" y="2350207"/>
            <a:chExt cx="332761" cy="234066"/>
          </a:xfrm>
        </p:grpSpPr>
        <p:sp>
          <p:nvSpPr>
            <p:cNvPr id="14707" name="Google Shape;14707;p6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60"/>
          <p:cNvGrpSpPr/>
          <p:nvPr/>
        </p:nvGrpSpPr>
        <p:grpSpPr>
          <a:xfrm>
            <a:off x="5803602" y="2291381"/>
            <a:ext cx="315327" cy="314978"/>
            <a:chOff x="5823294" y="2309751"/>
            <a:chExt cx="315327" cy="314978"/>
          </a:xfrm>
        </p:grpSpPr>
        <p:sp>
          <p:nvSpPr>
            <p:cNvPr id="14714" name="Google Shape;14714;p6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60"/>
          <p:cNvGrpSpPr/>
          <p:nvPr/>
        </p:nvGrpSpPr>
        <p:grpSpPr>
          <a:xfrm>
            <a:off x="2477583" y="2725790"/>
            <a:ext cx="370930" cy="370549"/>
            <a:chOff x="2497275" y="2744159"/>
            <a:chExt cx="370930" cy="370549"/>
          </a:xfrm>
        </p:grpSpPr>
        <p:sp>
          <p:nvSpPr>
            <p:cNvPr id="14732" name="Google Shape;14732;p6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60"/>
          <p:cNvGrpSpPr/>
          <p:nvPr/>
        </p:nvGrpSpPr>
        <p:grpSpPr>
          <a:xfrm>
            <a:off x="841248" y="2728108"/>
            <a:ext cx="371883" cy="365691"/>
            <a:chOff x="860940" y="2746477"/>
            <a:chExt cx="371883" cy="365691"/>
          </a:xfrm>
        </p:grpSpPr>
        <p:sp>
          <p:nvSpPr>
            <p:cNvPr id="14739" name="Google Shape;14739;p6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60"/>
          <p:cNvGrpSpPr/>
          <p:nvPr/>
        </p:nvGrpSpPr>
        <p:grpSpPr>
          <a:xfrm>
            <a:off x="1431144" y="2747889"/>
            <a:ext cx="283985" cy="341080"/>
            <a:chOff x="1493849" y="2775533"/>
            <a:chExt cx="283985" cy="341080"/>
          </a:xfrm>
        </p:grpSpPr>
        <p:sp>
          <p:nvSpPr>
            <p:cNvPr id="14745" name="Google Shape;14745;p6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60"/>
          <p:cNvGrpSpPr/>
          <p:nvPr/>
        </p:nvGrpSpPr>
        <p:grpSpPr>
          <a:xfrm>
            <a:off x="1933144" y="2756052"/>
            <a:ext cx="372835" cy="342573"/>
            <a:chOff x="1952836" y="2774422"/>
            <a:chExt cx="372835" cy="342573"/>
          </a:xfrm>
        </p:grpSpPr>
        <p:sp>
          <p:nvSpPr>
            <p:cNvPr id="14748" name="Google Shape;14748;p6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60"/>
          <p:cNvGrpSpPr/>
          <p:nvPr/>
        </p:nvGrpSpPr>
        <p:grpSpPr>
          <a:xfrm>
            <a:off x="3060224" y="2726107"/>
            <a:ext cx="332729" cy="372518"/>
            <a:chOff x="3079916" y="2744477"/>
            <a:chExt cx="332729" cy="372518"/>
          </a:xfrm>
        </p:grpSpPr>
        <p:sp>
          <p:nvSpPr>
            <p:cNvPr id="14752" name="Google Shape;14752;p6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60"/>
          <p:cNvGrpSpPr/>
          <p:nvPr/>
        </p:nvGrpSpPr>
        <p:grpSpPr>
          <a:xfrm>
            <a:off x="3600884" y="2727155"/>
            <a:ext cx="336889" cy="355592"/>
            <a:chOff x="3620576" y="2745525"/>
            <a:chExt cx="336889" cy="355592"/>
          </a:xfrm>
        </p:grpSpPr>
        <p:sp>
          <p:nvSpPr>
            <p:cNvPr id="14756" name="Google Shape;14756;p6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60"/>
          <p:cNvGrpSpPr/>
          <p:nvPr/>
        </p:nvGrpSpPr>
        <p:grpSpPr>
          <a:xfrm>
            <a:off x="4107123" y="2742334"/>
            <a:ext cx="380393" cy="363118"/>
            <a:chOff x="4126815" y="2760704"/>
            <a:chExt cx="380393" cy="363118"/>
          </a:xfrm>
        </p:grpSpPr>
        <p:sp>
          <p:nvSpPr>
            <p:cNvPr id="14759" name="Google Shape;14759;p6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60"/>
          <p:cNvGrpSpPr/>
          <p:nvPr/>
        </p:nvGrpSpPr>
        <p:grpSpPr>
          <a:xfrm>
            <a:off x="4656294" y="2727314"/>
            <a:ext cx="381346" cy="368644"/>
            <a:chOff x="4675986" y="2745684"/>
            <a:chExt cx="381346" cy="368644"/>
          </a:xfrm>
        </p:grpSpPr>
        <p:sp>
          <p:nvSpPr>
            <p:cNvPr id="14764" name="Google Shape;14764;p6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60"/>
          <p:cNvGrpSpPr/>
          <p:nvPr/>
        </p:nvGrpSpPr>
        <p:grpSpPr>
          <a:xfrm>
            <a:off x="5200924" y="2772692"/>
            <a:ext cx="373185" cy="302466"/>
            <a:chOff x="5220616" y="2791061"/>
            <a:chExt cx="373185" cy="302466"/>
          </a:xfrm>
        </p:grpSpPr>
        <p:sp>
          <p:nvSpPr>
            <p:cNvPr id="14767" name="Google Shape;14767;p6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60"/>
          <p:cNvGrpSpPr/>
          <p:nvPr/>
        </p:nvGrpSpPr>
        <p:grpSpPr>
          <a:xfrm>
            <a:off x="5768969" y="2754147"/>
            <a:ext cx="284366" cy="344097"/>
            <a:chOff x="5864861" y="2772517"/>
            <a:chExt cx="284366" cy="344097"/>
          </a:xfrm>
        </p:grpSpPr>
        <p:sp>
          <p:nvSpPr>
            <p:cNvPr id="14786" name="Google Shape;14786;p6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2" name="Google Shape;14792;p6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3" name="Google Shape;14793;p60"/>
          <p:cNvGrpSpPr/>
          <p:nvPr/>
        </p:nvGrpSpPr>
        <p:grpSpPr>
          <a:xfrm>
            <a:off x="6954467" y="2771168"/>
            <a:ext cx="255247" cy="327458"/>
            <a:chOff x="6974158" y="2789537"/>
            <a:chExt cx="255247" cy="327458"/>
          </a:xfrm>
        </p:grpSpPr>
        <p:sp>
          <p:nvSpPr>
            <p:cNvPr id="14794" name="Google Shape;14794;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60"/>
          <p:cNvGrpSpPr/>
          <p:nvPr/>
        </p:nvGrpSpPr>
        <p:grpSpPr>
          <a:xfrm>
            <a:off x="7511005" y="2771930"/>
            <a:ext cx="244291" cy="326314"/>
            <a:chOff x="7530697" y="2790299"/>
            <a:chExt cx="244291" cy="326314"/>
          </a:xfrm>
        </p:grpSpPr>
        <p:sp>
          <p:nvSpPr>
            <p:cNvPr id="14801" name="Google Shape;14801;p6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60"/>
          <p:cNvGrpSpPr/>
          <p:nvPr/>
        </p:nvGrpSpPr>
        <p:grpSpPr>
          <a:xfrm>
            <a:off x="7968499" y="2813878"/>
            <a:ext cx="332348" cy="283985"/>
            <a:chOff x="7988191" y="2832248"/>
            <a:chExt cx="332348" cy="283985"/>
          </a:xfrm>
        </p:grpSpPr>
        <p:sp>
          <p:nvSpPr>
            <p:cNvPr id="14808" name="Google Shape;14808;p6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1" name="Google Shape;14811;p6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2" name="Google Shape;14812;p60"/>
          <p:cNvGrpSpPr/>
          <p:nvPr/>
        </p:nvGrpSpPr>
        <p:grpSpPr>
          <a:xfrm>
            <a:off x="3568748" y="3239998"/>
            <a:ext cx="364484" cy="262423"/>
            <a:chOff x="3588440" y="3258368"/>
            <a:chExt cx="364484" cy="262423"/>
          </a:xfrm>
        </p:grpSpPr>
        <p:sp>
          <p:nvSpPr>
            <p:cNvPr id="14813" name="Google Shape;14813;p6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9" name="Google Shape;14819;p6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0" name="Google Shape;14820;p60"/>
          <p:cNvGrpSpPr/>
          <p:nvPr/>
        </p:nvGrpSpPr>
        <p:grpSpPr>
          <a:xfrm>
            <a:off x="5746125" y="3209355"/>
            <a:ext cx="364865" cy="324822"/>
            <a:chOff x="5765817" y="3227724"/>
            <a:chExt cx="364865" cy="324822"/>
          </a:xfrm>
        </p:grpSpPr>
        <p:sp>
          <p:nvSpPr>
            <p:cNvPr id="14821" name="Google Shape;14821;p6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60"/>
          <p:cNvGrpSpPr/>
          <p:nvPr/>
        </p:nvGrpSpPr>
        <p:grpSpPr>
          <a:xfrm>
            <a:off x="6208891" y="3219294"/>
            <a:ext cx="446539" cy="303895"/>
            <a:chOff x="6228583" y="3237664"/>
            <a:chExt cx="446539" cy="303895"/>
          </a:xfrm>
        </p:grpSpPr>
        <p:sp>
          <p:nvSpPr>
            <p:cNvPr id="14825" name="Google Shape;14825;p6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60"/>
          <p:cNvGrpSpPr/>
          <p:nvPr/>
        </p:nvGrpSpPr>
        <p:grpSpPr>
          <a:xfrm>
            <a:off x="846170" y="3188936"/>
            <a:ext cx="364484" cy="364897"/>
            <a:chOff x="865862" y="3207306"/>
            <a:chExt cx="364484" cy="364897"/>
          </a:xfrm>
        </p:grpSpPr>
        <p:sp>
          <p:nvSpPr>
            <p:cNvPr id="14843" name="Google Shape;14843;p6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60"/>
          <p:cNvGrpSpPr/>
          <p:nvPr/>
        </p:nvGrpSpPr>
        <p:grpSpPr>
          <a:xfrm>
            <a:off x="1384925" y="3208593"/>
            <a:ext cx="370168" cy="325965"/>
            <a:chOff x="1404617" y="3226962"/>
            <a:chExt cx="370168" cy="325965"/>
          </a:xfrm>
        </p:grpSpPr>
        <p:sp>
          <p:nvSpPr>
            <p:cNvPr id="14858" name="Google Shape;14858;p6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60"/>
          <p:cNvGrpSpPr/>
          <p:nvPr/>
        </p:nvGrpSpPr>
        <p:grpSpPr>
          <a:xfrm>
            <a:off x="1933711" y="3197724"/>
            <a:ext cx="366389" cy="354481"/>
            <a:chOff x="1954741" y="3212419"/>
            <a:chExt cx="366389" cy="354481"/>
          </a:xfrm>
        </p:grpSpPr>
        <p:sp>
          <p:nvSpPr>
            <p:cNvPr id="14868" name="Google Shape;14868;p6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60"/>
          <p:cNvGrpSpPr/>
          <p:nvPr/>
        </p:nvGrpSpPr>
        <p:grpSpPr>
          <a:xfrm>
            <a:off x="3023547" y="3197256"/>
            <a:ext cx="366008" cy="348670"/>
            <a:chOff x="3043239" y="3215626"/>
            <a:chExt cx="366008" cy="348670"/>
          </a:xfrm>
        </p:grpSpPr>
        <p:sp>
          <p:nvSpPr>
            <p:cNvPr id="14876" name="Google Shape;14876;p6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60"/>
          <p:cNvGrpSpPr/>
          <p:nvPr/>
        </p:nvGrpSpPr>
        <p:grpSpPr>
          <a:xfrm>
            <a:off x="4198641" y="3166613"/>
            <a:ext cx="209107" cy="383442"/>
            <a:chOff x="4218333" y="3184982"/>
            <a:chExt cx="209107" cy="383442"/>
          </a:xfrm>
        </p:grpSpPr>
        <p:sp>
          <p:nvSpPr>
            <p:cNvPr id="14879" name="Google Shape;14879;p6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1" name="Google Shape;14881;p6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2" name="Google Shape;14882;p60"/>
          <p:cNvGrpSpPr/>
          <p:nvPr/>
        </p:nvGrpSpPr>
        <p:grpSpPr>
          <a:xfrm>
            <a:off x="6876953" y="3197637"/>
            <a:ext cx="322917" cy="347876"/>
            <a:chOff x="6896644" y="3216007"/>
            <a:chExt cx="322917" cy="347876"/>
          </a:xfrm>
        </p:grpSpPr>
        <p:sp>
          <p:nvSpPr>
            <p:cNvPr id="14883" name="Google Shape;14883;p6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60"/>
          <p:cNvGrpSpPr/>
          <p:nvPr/>
        </p:nvGrpSpPr>
        <p:grpSpPr>
          <a:xfrm>
            <a:off x="7409674" y="3204814"/>
            <a:ext cx="334634" cy="333904"/>
            <a:chOff x="7429366" y="3223183"/>
            <a:chExt cx="334634" cy="333904"/>
          </a:xfrm>
        </p:grpSpPr>
        <p:sp>
          <p:nvSpPr>
            <p:cNvPr id="14891" name="Google Shape;14891;p6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3" name="Google Shape;14893;p6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4" name="Google Shape;14894;p60"/>
          <p:cNvGrpSpPr/>
          <p:nvPr/>
        </p:nvGrpSpPr>
        <p:grpSpPr>
          <a:xfrm>
            <a:off x="5196764" y="3707114"/>
            <a:ext cx="356196" cy="265631"/>
            <a:chOff x="5216456" y="3725484"/>
            <a:chExt cx="356196" cy="265631"/>
          </a:xfrm>
        </p:grpSpPr>
        <p:sp>
          <p:nvSpPr>
            <p:cNvPr id="14895" name="Google Shape;14895;p6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60"/>
          <p:cNvGrpSpPr/>
          <p:nvPr/>
        </p:nvGrpSpPr>
        <p:grpSpPr>
          <a:xfrm>
            <a:off x="6829701" y="3715625"/>
            <a:ext cx="355053" cy="248038"/>
            <a:chOff x="6849393" y="3733994"/>
            <a:chExt cx="355053" cy="248038"/>
          </a:xfrm>
        </p:grpSpPr>
        <p:sp>
          <p:nvSpPr>
            <p:cNvPr id="14898" name="Google Shape;14898;p6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60"/>
          <p:cNvGrpSpPr/>
          <p:nvPr/>
        </p:nvGrpSpPr>
        <p:grpSpPr>
          <a:xfrm>
            <a:off x="7899305" y="3696318"/>
            <a:ext cx="392111" cy="280206"/>
            <a:chOff x="7918997" y="3714687"/>
            <a:chExt cx="392111" cy="280206"/>
          </a:xfrm>
        </p:grpSpPr>
        <p:sp>
          <p:nvSpPr>
            <p:cNvPr id="14904" name="Google Shape;14904;p6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9" name="Google Shape;14909;p6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0" name="Google Shape;14910;p60"/>
          <p:cNvGrpSpPr/>
          <p:nvPr/>
        </p:nvGrpSpPr>
        <p:grpSpPr>
          <a:xfrm>
            <a:off x="1389085" y="3662594"/>
            <a:ext cx="357720" cy="355148"/>
            <a:chOff x="1408777" y="3680964"/>
            <a:chExt cx="357720" cy="355148"/>
          </a:xfrm>
        </p:grpSpPr>
        <p:sp>
          <p:nvSpPr>
            <p:cNvPr id="14911" name="Google Shape;14911;p6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60"/>
          <p:cNvGrpSpPr/>
          <p:nvPr/>
        </p:nvGrpSpPr>
        <p:grpSpPr>
          <a:xfrm>
            <a:off x="1933144" y="3662594"/>
            <a:ext cx="357720" cy="355148"/>
            <a:chOff x="1952836" y="3680964"/>
            <a:chExt cx="357720" cy="355148"/>
          </a:xfrm>
        </p:grpSpPr>
        <p:sp>
          <p:nvSpPr>
            <p:cNvPr id="14917" name="Google Shape;14917;p6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60"/>
          <p:cNvGrpSpPr/>
          <p:nvPr/>
        </p:nvGrpSpPr>
        <p:grpSpPr>
          <a:xfrm>
            <a:off x="2477202" y="3662594"/>
            <a:ext cx="357720" cy="355148"/>
            <a:chOff x="2496894" y="3680964"/>
            <a:chExt cx="357720" cy="355148"/>
          </a:xfrm>
        </p:grpSpPr>
        <p:sp>
          <p:nvSpPr>
            <p:cNvPr id="14923" name="Google Shape;14923;p6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60"/>
          <p:cNvGrpSpPr/>
          <p:nvPr/>
        </p:nvGrpSpPr>
        <p:grpSpPr>
          <a:xfrm>
            <a:off x="3021292" y="3662689"/>
            <a:ext cx="356164" cy="355815"/>
            <a:chOff x="3040984" y="3681059"/>
            <a:chExt cx="356164" cy="355815"/>
          </a:xfrm>
        </p:grpSpPr>
        <p:sp>
          <p:nvSpPr>
            <p:cNvPr id="14929" name="Google Shape;14929;p6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60"/>
          <p:cNvGrpSpPr/>
          <p:nvPr/>
        </p:nvGrpSpPr>
        <p:grpSpPr>
          <a:xfrm>
            <a:off x="3564589" y="3680821"/>
            <a:ext cx="358069" cy="317995"/>
            <a:chOff x="3584280" y="3699191"/>
            <a:chExt cx="358069" cy="317995"/>
          </a:xfrm>
        </p:grpSpPr>
        <p:sp>
          <p:nvSpPr>
            <p:cNvPr id="14933" name="Google Shape;14933;p6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0"/>
          <p:cNvGrpSpPr/>
          <p:nvPr/>
        </p:nvGrpSpPr>
        <p:grpSpPr>
          <a:xfrm>
            <a:off x="4109790" y="3662689"/>
            <a:ext cx="355402" cy="354291"/>
            <a:chOff x="4129482" y="3681059"/>
            <a:chExt cx="355402" cy="354291"/>
          </a:xfrm>
        </p:grpSpPr>
        <p:sp>
          <p:nvSpPr>
            <p:cNvPr id="14938" name="Google Shape;14938;p6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60"/>
          <p:cNvGrpSpPr/>
          <p:nvPr/>
        </p:nvGrpSpPr>
        <p:grpSpPr>
          <a:xfrm>
            <a:off x="4653849" y="3661927"/>
            <a:ext cx="355434" cy="355815"/>
            <a:chOff x="4673540" y="3680297"/>
            <a:chExt cx="355434" cy="355815"/>
          </a:xfrm>
        </p:grpSpPr>
        <p:sp>
          <p:nvSpPr>
            <p:cNvPr id="14943" name="Google Shape;14943;p6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60"/>
          <p:cNvGrpSpPr/>
          <p:nvPr/>
        </p:nvGrpSpPr>
        <p:grpSpPr>
          <a:xfrm>
            <a:off x="5759716" y="3680821"/>
            <a:ext cx="317645" cy="318757"/>
            <a:chOff x="5779408" y="3699191"/>
            <a:chExt cx="317645" cy="318757"/>
          </a:xfrm>
        </p:grpSpPr>
        <p:sp>
          <p:nvSpPr>
            <p:cNvPr id="14947" name="Google Shape;14947;p6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9" name="Google Shape;14949;p6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0" name="Google Shape;14950;p60"/>
          <p:cNvGrpSpPr/>
          <p:nvPr/>
        </p:nvGrpSpPr>
        <p:grpSpPr>
          <a:xfrm>
            <a:off x="7370743" y="3662499"/>
            <a:ext cx="372073" cy="355243"/>
            <a:chOff x="7390435" y="3680868"/>
            <a:chExt cx="372073" cy="355243"/>
          </a:xfrm>
        </p:grpSpPr>
        <p:sp>
          <p:nvSpPr>
            <p:cNvPr id="14951" name="Google Shape;14951;p6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60"/>
          <p:cNvGrpSpPr/>
          <p:nvPr/>
        </p:nvGrpSpPr>
        <p:grpSpPr>
          <a:xfrm>
            <a:off x="1392301" y="4119346"/>
            <a:ext cx="374709" cy="374010"/>
            <a:chOff x="1421638" y="4125629"/>
            <a:chExt cx="374709" cy="374010"/>
          </a:xfrm>
        </p:grpSpPr>
        <p:sp>
          <p:nvSpPr>
            <p:cNvPr id="14958" name="Google Shape;14958;p6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60"/>
          <p:cNvGrpSpPr/>
          <p:nvPr/>
        </p:nvGrpSpPr>
        <p:grpSpPr>
          <a:xfrm>
            <a:off x="1943917" y="4135255"/>
            <a:ext cx="357720" cy="342192"/>
            <a:chOff x="1973254" y="4156304"/>
            <a:chExt cx="357720" cy="342192"/>
          </a:xfrm>
        </p:grpSpPr>
        <p:sp>
          <p:nvSpPr>
            <p:cNvPr id="14961" name="Google Shape;14961;p6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60"/>
          <p:cNvGrpSpPr/>
          <p:nvPr/>
        </p:nvGrpSpPr>
        <p:grpSpPr>
          <a:xfrm>
            <a:off x="2494422" y="4136192"/>
            <a:ext cx="341049" cy="340318"/>
            <a:chOff x="2523759" y="4135505"/>
            <a:chExt cx="341049" cy="340318"/>
          </a:xfrm>
        </p:grpSpPr>
        <p:sp>
          <p:nvSpPr>
            <p:cNvPr id="14968" name="Google Shape;14968;p6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60"/>
          <p:cNvGrpSpPr/>
          <p:nvPr/>
        </p:nvGrpSpPr>
        <p:grpSpPr>
          <a:xfrm>
            <a:off x="3011266" y="4131175"/>
            <a:ext cx="392079" cy="350353"/>
            <a:chOff x="3040603" y="4130360"/>
            <a:chExt cx="392079" cy="350353"/>
          </a:xfrm>
        </p:grpSpPr>
        <p:sp>
          <p:nvSpPr>
            <p:cNvPr id="14971" name="Google Shape;14971;p6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60"/>
          <p:cNvGrpSpPr/>
          <p:nvPr/>
        </p:nvGrpSpPr>
        <p:grpSpPr>
          <a:xfrm>
            <a:off x="3632807" y="4136192"/>
            <a:ext cx="232955" cy="340318"/>
            <a:chOff x="3662144" y="4135505"/>
            <a:chExt cx="232955" cy="340318"/>
          </a:xfrm>
        </p:grpSpPr>
        <p:sp>
          <p:nvSpPr>
            <p:cNvPr id="14982" name="Google Shape;14982;p6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60"/>
          <p:cNvGrpSpPr/>
          <p:nvPr/>
        </p:nvGrpSpPr>
        <p:grpSpPr>
          <a:xfrm>
            <a:off x="4119801" y="4122029"/>
            <a:ext cx="344065" cy="368644"/>
            <a:chOff x="4149138" y="4121151"/>
            <a:chExt cx="344065" cy="368644"/>
          </a:xfrm>
        </p:grpSpPr>
        <p:sp>
          <p:nvSpPr>
            <p:cNvPr id="14987" name="Google Shape;14987;p6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9" name="Google Shape;14999;p6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0" name="Google Shape;15000;p60"/>
          <p:cNvGrpSpPr/>
          <p:nvPr/>
        </p:nvGrpSpPr>
        <p:grpSpPr>
          <a:xfrm>
            <a:off x="5176925" y="4174949"/>
            <a:ext cx="397763" cy="262804"/>
            <a:chOff x="5206262" y="4174817"/>
            <a:chExt cx="397763" cy="262804"/>
          </a:xfrm>
        </p:grpSpPr>
        <p:sp>
          <p:nvSpPr>
            <p:cNvPr id="15001" name="Google Shape;15001;p6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8" name="Google Shape;15008;p60"/>
          <p:cNvGrpSpPr/>
          <p:nvPr/>
        </p:nvGrpSpPr>
        <p:grpSpPr>
          <a:xfrm>
            <a:off x="5698279" y="4161342"/>
            <a:ext cx="440505" cy="290018"/>
            <a:chOff x="5727616" y="4204699"/>
            <a:chExt cx="440505" cy="290018"/>
          </a:xfrm>
        </p:grpSpPr>
        <p:sp>
          <p:nvSpPr>
            <p:cNvPr id="15009" name="Google Shape;15009;p6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60"/>
          <p:cNvGrpSpPr/>
          <p:nvPr/>
        </p:nvGrpSpPr>
        <p:grpSpPr>
          <a:xfrm>
            <a:off x="6380726" y="4124093"/>
            <a:ext cx="159950" cy="364516"/>
            <a:chOff x="6410063" y="4135124"/>
            <a:chExt cx="159950" cy="364516"/>
          </a:xfrm>
        </p:grpSpPr>
        <p:sp>
          <p:nvSpPr>
            <p:cNvPr id="15018" name="Google Shape;15018;p6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60"/>
          <p:cNvGrpSpPr/>
          <p:nvPr/>
        </p:nvGrpSpPr>
        <p:grpSpPr>
          <a:xfrm>
            <a:off x="6641065" y="4124284"/>
            <a:ext cx="214378" cy="364135"/>
            <a:chOff x="6924652" y="4135505"/>
            <a:chExt cx="214378" cy="364135"/>
          </a:xfrm>
        </p:grpSpPr>
        <p:sp>
          <p:nvSpPr>
            <p:cNvPr id="15023" name="Google Shape;15023;p6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7" name="Google Shape;15027;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5028" name="Google Shape;15028;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5029" name="Google Shape;15029;p60"/>
          <p:cNvGrpSpPr/>
          <p:nvPr/>
        </p:nvGrpSpPr>
        <p:grpSpPr>
          <a:xfrm>
            <a:off x="841240" y="4119220"/>
            <a:ext cx="374177" cy="374263"/>
            <a:chOff x="775325" y="4143525"/>
            <a:chExt cx="468776" cy="468884"/>
          </a:xfrm>
        </p:grpSpPr>
        <p:sp>
          <p:nvSpPr>
            <p:cNvPr id="15030" name="Google Shape;15030;p6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60"/>
          <p:cNvGrpSpPr/>
          <p:nvPr/>
        </p:nvGrpSpPr>
        <p:grpSpPr>
          <a:xfrm>
            <a:off x="7015917" y="4114633"/>
            <a:ext cx="219464" cy="383437"/>
            <a:chOff x="1426400" y="1814750"/>
            <a:chExt cx="407850" cy="712575"/>
          </a:xfrm>
        </p:grpSpPr>
        <p:sp>
          <p:nvSpPr>
            <p:cNvPr id="15035" name="Google Shape;15035;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60"/>
          <p:cNvGrpSpPr/>
          <p:nvPr/>
        </p:nvGrpSpPr>
        <p:grpSpPr>
          <a:xfrm>
            <a:off x="7391519" y="4149408"/>
            <a:ext cx="313833" cy="313887"/>
            <a:chOff x="1910075" y="2021700"/>
            <a:chExt cx="583225" cy="583325"/>
          </a:xfrm>
        </p:grpSpPr>
        <p:sp>
          <p:nvSpPr>
            <p:cNvPr id="15039" name="Google Shape;15039;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60"/>
          <p:cNvGrpSpPr/>
          <p:nvPr/>
        </p:nvGrpSpPr>
        <p:grpSpPr>
          <a:xfrm>
            <a:off x="7861486" y="4189187"/>
            <a:ext cx="441255" cy="234329"/>
            <a:chOff x="2749275" y="2099575"/>
            <a:chExt cx="820025" cy="435475"/>
          </a:xfrm>
        </p:grpSpPr>
        <p:sp>
          <p:nvSpPr>
            <p:cNvPr id="15043" name="Google Shape;15043;p6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50" name="Shape 15050"/>
        <p:cNvGrpSpPr/>
        <p:nvPr/>
      </p:nvGrpSpPr>
      <p:grpSpPr>
        <a:xfrm>
          <a:off x="0" y="0"/>
          <a:ext cx="0" cy="0"/>
          <a:chOff x="0" y="0"/>
          <a:chExt cx="0" cy="0"/>
        </a:xfrm>
      </p:grpSpPr>
      <p:grpSp>
        <p:nvGrpSpPr>
          <p:cNvPr id="15051" name="Google Shape;15051;p61"/>
          <p:cNvGrpSpPr/>
          <p:nvPr/>
        </p:nvGrpSpPr>
        <p:grpSpPr>
          <a:xfrm>
            <a:off x="1989449" y="4101269"/>
            <a:ext cx="374774" cy="346073"/>
            <a:chOff x="1989449" y="4282269"/>
            <a:chExt cx="374774" cy="346073"/>
          </a:xfrm>
        </p:grpSpPr>
        <p:sp>
          <p:nvSpPr>
            <p:cNvPr id="15052" name="Google Shape;15052;p6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61"/>
          <p:cNvGrpSpPr/>
          <p:nvPr/>
        </p:nvGrpSpPr>
        <p:grpSpPr>
          <a:xfrm>
            <a:off x="2487439" y="4099740"/>
            <a:ext cx="198775" cy="348972"/>
            <a:chOff x="2487439" y="4280740"/>
            <a:chExt cx="198775" cy="348972"/>
          </a:xfrm>
        </p:grpSpPr>
        <p:sp>
          <p:nvSpPr>
            <p:cNvPr id="15058" name="Google Shape;15058;p6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61"/>
          <p:cNvGrpSpPr/>
          <p:nvPr/>
        </p:nvGrpSpPr>
        <p:grpSpPr>
          <a:xfrm>
            <a:off x="2810958" y="4092923"/>
            <a:ext cx="353145" cy="361873"/>
            <a:chOff x="2810958" y="4273923"/>
            <a:chExt cx="353145" cy="361873"/>
          </a:xfrm>
        </p:grpSpPr>
        <p:sp>
          <p:nvSpPr>
            <p:cNvPr id="15063" name="Google Shape;15063;p6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61"/>
          <p:cNvGrpSpPr/>
          <p:nvPr/>
        </p:nvGrpSpPr>
        <p:grpSpPr>
          <a:xfrm>
            <a:off x="6275635" y="4101651"/>
            <a:ext cx="209383" cy="366778"/>
            <a:chOff x="6275635" y="4282651"/>
            <a:chExt cx="209383" cy="366778"/>
          </a:xfrm>
        </p:grpSpPr>
        <p:sp>
          <p:nvSpPr>
            <p:cNvPr id="15071" name="Google Shape;15071;p6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3" name="Google Shape;15073;p61"/>
          <p:cNvGrpSpPr/>
          <p:nvPr/>
        </p:nvGrpSpPr>
        <p:grpSpPr>
          <a:xfrm>
            <a:off x="6701186" y="4102033"/>
            <a:ext cx="280292" cy="366396"/>
            <a:chOff x="6701186" y="4283033"/>
            <a:chExt cx="280292" cy="366396"/>
          </a:xfrm>
        </p:grpSpPr>
        <p:sp>
          <p:nvSpPr>
            <p:cNvPr id="15074" name="Google Shape;15074;p6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61"/>
          <p:cNvGrpSpPr/>
          <p:nvPr/>
        </p:nvGrpSpPr>
        <p:grpSpPr>
          <a:xfrm>
            <a:off x="2609571" y="3643958"/>
            <a:ext cx="373627" cy="347347"/>
            <a:chOff x="2609571" y="3824958"/>
            <a:chExt cx="373627" cy="347347"/>
          </a:xfrm>
        </p:grpSpPr>
        <p:sp>
          <p:nvSpPr>
            <p:cNvPr id="15077" name="Google Shape;15077;p6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9" name="Google Shape;15079;p6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0" name="Google Shape;15080;p61"/>
          <p:cNvGrpSpPr/>
          <p:nvPr/>
        </p:nvGrpSpPr>
        <p:grpSpPr>
          <a:xfrm>
            <a:off x="916127" y="3626056"/>
            <a:ext cx="221902" cy="380795"/>
            <a:chOff x="916127" y="3807056"/>
            <a:chExt cx="221902" cy="380795"/>
          </a:xfrm>
        </p:grpSpPr>
        <p:sp>
          <p:nvSpPr>
            <p:cNvPr id="15081" name="Google Shape;15081;p6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5" name="Google Shape;15085;p6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7" name="Google Shape;15087;p61"/>
          <p:cNvGrpSpPr/>
          <p:nvPr/>
        </p:nvGrpSpPr>
        <p:grpSpPr>
          <a:xfrm>
            <a:off x="3513010" y="3635134"/>
            <a:ext cx="362223" cy="361108"/>
            <a:chOff x="3513010" y="3816134"/>
            <a:chExt cx="362223" cy="361108"/>
          </a:xfrm>
        </p:grpSpPr>
        <p:sp>
          <p:nvSpPr>
            <p:cNvPr id="15088" name="Google Shape;15088;p6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2" name="Google Shape;15092;p61"/>
          <p:cNvGrpSpPr/>
          <p:nvPr/>
        </p:nvGrpSpPr>
        <p:grpSpPr>
          <a:xfrm>
            <a:off x="3950316" y="3639307"/>
            <a:ext cx="369805" cy="353782"/>
            <a:chOff x="3950316" y="3820307"/>
            <a:chExt cx="369805" cy="353782"/>
          </a:xfrm>
        </p:grpSpPr>
        <p:sp>
          <p:nvSpPr>
            <p:cNvPr id="15093" name="Google Shape;15093;p6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61"/>
          <p:cNvGrpSpPr/>
          <p:nvPr/>
        </p:nvGrpSpPr>
        <p:grpSpPr>
          <a:xfrm>
            <a:off x="1761909" y="3630961"/>
            <a:ext cx="307974" cy="371716"/>
            <a:chOff x="1761909" y="3811961"/>
            <a:chExt cx="307974" cy="371716"/>
          </a:xfrm>
        </p:grpSpPr>
        <p:sp>
          <p:nvSpPr>
            <p:cNvPr id="15098" name="Google Shape;15098;p6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61"/>
          <p:cNvGrpSpPr/>
          <p:nvPr/>
        </p:nvGrpSpPr>
        <p:grpSpPr>
          <a:xfrm>
            <a:off x="5373342" y="3627935"/>
            <a:ext cx="231395" cy="353145"/>
            <a:chOff x="5373342" y="3808935"/>
            <a:chExt cx="231395" cy="353145"/>
          </a:xfrm>
        </p:grpSpPr>
        <p:sp>
          <p:nvSpPr>
            <p:cNvPr id="15109" name="Google Shape;15109;p6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18" name="Google Shape;15118;p6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9" name="Google Shape;15119;p61"/>
          <p:cNvGrpSpPr/>
          <p:nvPr/>
        </p:nvGrpSpPr>
        <p:grpSpPr>
          <a:xfrm>
            <a:off x="5833775" y="3628445"/>
            <a:ext cx="235185" cy="352253"/>
            <a:chOff x="5833775" y="3809445"/>
            <a:chExt cx="235185" cy="352253"/>
          </a:xfrm>
        </p:grpSpPr>
        <p:sp>
          <p:nvSpPr>
            <p:cNvPr id="15120" name="Google Shape;15120;p6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61"/>
          <p:cNvGrpSpPr/>
          <p:nvPr/>
        </p:nvGrpSpPr>
        <p:grpSpPr>
          <a:xfrm>
            <a:off x="4942472" y="3628318"/>
            <a:ext cx="238976" cy="352762"/>
            <a:chOff x="4942472" y="3809318"/>
            <a:chExt cx="238976" cy="352762"/>
          </a:xfrm>
        </p:grpSpPr>
        <p:sp>
          <p:nvSpPr>
            <p:cNvPr id="15124" name="Google Shape;15124;p6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61"/>
          <p:cNvGrpSpPr/>
          <p:nvPr/>
        </p:nvGrpSpPr>
        <p:grpSpPr>
          <a:xfrm>
            <a:off x="6266525" y="3626788"/>
            <a:ext cx="260223" cy="353527"/>
            <a:chOff x="6266525" y="3807788"/>
            <a:chExt cx="260223" cy="353527"/>
          </a:xfrm>
        </p:grpSpPr>
        <p:sp>
          <p:nvSpPr>
            <p:cNvPr id="15132" name="Google Shape;15132;p6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6" name="Google Shape;15136;p6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7" name="Google Shape;15137;p61"/>
          <p:cNvGrpSpPr/>
          <p:nvPr/>
        </p:nvGrpSpPr>
        <p:grpSpPr>
          <a:xfrm>
            <a:off x="7184363" y="3628604"/>
            <a:ext cx="202184" cy="352762"/>
            <a:chOff x="7184363" y="3809604"/>
            <a:chExt cx="202184" cy="352762"/>
          </a:xfrm>
        </p:grpSpPr>
        <p:sp>
          <p:nvSpPr>
            <p:cNvPr id="15138" name="Google Shape;15138;p6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61"/>
          <p:cNvGrpSpPr/>
          <p:nvPr/>
        </p:nvGrpSpPr>
        <p:grpSpPr>
          <a:xfrm>
            <a:off x="7571624" y="3627935"/>
            <a:ext cx="292047" cy="352762"/>
            <a:chOff x="7571624" y="3808935"/>
            <a:chExt cx="292047" cy="352762"/>
          </a:xfrm>
        </p:grpSpPr>
        <p:sp>
          <p:nvSpPr>
            <p:cNvPr id="15141" name="Google Shape;15141;p6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61"/>
          <p:cNvGrpSpPr/>
          <p:nvPr/>
        </p:nvGrpSpPr>
        <p:grpSpPr>
          <a:xfrm>
            <a:off x="2174559" y="3175116"/>
            <a:ext cx="364135" cy="359930"/>
            <a:chOff x="2174559" y="3356116"/>
            <a:chExt cx="364135" cy="359930"/>
          </a:xfrm>
        </p:grpSpPr>
        <p:sp>
          <p:nvSpPr>
            <p:cNvPr id="15148" name="Google Shape;15148;p6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61"/>
          <p:cNvGrpSpPr/>
          <p:nvPr/>
        </p:nvGrpSpPr>
        <p:grpSpPr>
          <a:xfrm>
            <a:off x="1731934" y="3174639"/>
            <a:ext cx="368371" cy="361554"/>
            <a:chOff x="1731934" y="3355639"/>
            <a:chExt cx="368371" cy="361554"/>
          </a:xfrm>
        </p:grpSpPr>
        <p:sp>
          <p:nvSpPr>
            <p:cNvPr id="15151" name="Google Shape;15151;p6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3" name="Google Shape;15153;p61"/>
          <p:cNvGrpSpPr/>
          <p:nvPr/>
        </p:nvGrpSpPr>
        <p:grpSpPr>
          <a:xfrm>
            <a:off x="3990517" y="3173173"/>
            <a:ext cx="279559" cy="363402"/>
            <a:chOff x="3990517" y="3354173"/>
            <a:chExt cx="279559" cy="363402"/>
          </a:xfrm>
        </p:grpSpPr>
        <p:sp>
          <p:nvSpPr>
            <p:cNvPr id="15154" name="Google Shape;15154;p6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61"/>
          <p:cNvGrpSpPr/>
          <p:nvPr/>
        </p:nvGrpSpPr>
        <p:grpSpPr>
          <a:xfrm>
            <a:off x="3497847" y="3236374"/>
            <a:ext cx="379680" cy="237606"/>
            <a:chOff x="3497847" y="3417374"/>
            <a:chExt cx="379680" cy="237606"/>
          </a:xfrm>
        </p:grpSpPr>
        <p:sp>
          <p:nvSpPr>
            <p:cNvPr id="15158" name="Google Shape;15158;p6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61"/>
          <p:cNvGrpSpPr/>
          <p:nvPr/>
        </p:nvGrpSpPr>
        <p:grpSpPr>
          <a:xfrm>
            <a:off x="2612597" y="3186075"/>
            <a:ext cx="376271" cy="337982"/>
            <a:chOff x="2612597" y="3367075"/>
            <a:chExt cx="376271" cy="337982"/>
          </a:xfrm>
        </p:grpSpPr>
        <p:sp>
          <p:nvSpPr>
            <p:cNvPr id="15163" name="Google Shape;15163;p6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61"/>
          <p:cNvGrpSpPr/>
          <p:nvPr/>
        </p:nvGrpSpPr>
        <p:grpSpPr>
          <a:xfrm>
            <a:off x="3071914" y="3183431"/>
            <a:ext cx="343652" cy="342505"/>
            <a:chOff x="3071914" y="3364431"/>
            <a:chExt cx="343652" cy="342505"/>
          </a:xfrm>
        </p:grpSpPr>
        <p:sp>
          <p:nvSpPr>
            <p:cNvPr id="15166" name="Google Shape;15166;p6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61"/>
          <p:cNvGrpSpPr/>
          <p:nvPr/>
        </p:nvGrpSpPr>
        <p:grpSpPr>
          <a:xfrm>
            <a:off x="897141" y="3178875"/>
            <a:ext cx="257962" cy="352762"/>
            <a:chOff x="897141" y="3359875"/>
            <a:chExt cx="257962" cy="352762"/>
          </a:xfrm>
        </p:grpSpPr>
        <p:sp>
          <p:nvSpPr>
            <p:cNvPr id="15172" name="Google Shape;15172;p6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1"/>
          <p:cNvGrpSpPr/>
          <p:nvPr/>
        </p:nvGrpSpPr>
        <p:grpSpPr>
          <a:xfrm>
            <a:off x="1333682" y="3163330"/>
            <a:ext cx="271213" cy="383088"/>
            <a:chOff x="1333682" y="3344330"/>
            <a:chExt cx="271213" cy="383088"/>
          </a:xfrm>
        </p:grpSpPr>
        <p:sp>
          <p:nvSpPr>
            <p:cNvPr id="15181" name="Google Shape;15181;p6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1"/>
          <p:cNvGrpSpPr/>
          <p:nvPr/>
        </p:nvGrpSpPr>
        <p:grpSpPr>
          <a:xfrm>
            <a:off x="6664394" y="3165974"/>
            <a:ext cx="353113" cy="351998"/>
            <a:chOff x="6664394" y="3346974"/>
            <a:chExt cx="353113" cy="351998"/>
          </a:xfrm>
        </p:grpSpPr>
        <p:sp>
          <p:nvSpPr>
            <p:cNvPr id="15193" name="Google Shape;15193;p6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61"/>
          <p:cNvGrpSpPr/>
          <p:nvPr/>
        </p:nvGrpSpPr>
        <p:grpSpPr>
          <a:xfrm>
            <a:off x="849741" y="1778307"/>
            <a:ext cx="399398" cy="375443"/>
            <a:chOff x="849741" y="1959307"/>
            <a:chExt cx="399398" cy="375443"/>
          </a:xfrm>
        </p:grpSpPr>
        <p:sp>
          <p:nvSpPr>
            <p:cNvPr id="15199" name="Google Shape;15199;p6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61"/>
          <p:cNvGrpSpPr/>
          <p:nvPr/>
        </p:nvGrpSpPr>
        <p:grpSpPr>
          <a:xfrm>
            <a:off x="1284212" y="1782766"/>
            <a:ext cx="379489" cy="366046"/>
            <a:chOff x="1284212" y="1963766"/>
            <a:chExt cx="379489" cy="366046"/>
          </a:xfrm>
        </p:grpSpPr>
        <p:sp>
          <p:nvSpPr>
            <p:cNvPr id="15202" name="Google Shape;15202;p6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61"/>
          <p:cNvGrpSpPr/>
          <p:nvPr/>
        </p:nvGrpSpPr>
        <p:grpSpPr>
          <a:xfrm>
            <a:off x="3037766" y="1788564"/>
            <a:ext cx="370219" cy="354928"/>
            <a:chOff x="3037766" y="1969564"/>
            <a:chExt cx="370219" cy="354928"/>
          </a:xfrm>
        </p:grpSpPr>
        <p:sp>
          <p:nvSpPr>
            <p:cNvPr id="15205" name="Google Shape;15205;p6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61"/>
          <p:cNvGrpSpPr/>
          <p:nvPr/>
        </p:nvGrpSpPr>
        <p:grpSpPr>
          <a:xfrm>
            <a:off x="3982553" y="1790730"/>
            <a:ext cx="304566" cy="350501"/>
            <a:chOff x="3982553" y="1971730"/>
            <a:chExt cx="304566" cy="350501"/>
          </a:xfrm>
        </p:grpSpPr>
        <p:sp>
          <p:nvSpPr>
            <p:cNvPr id="15210" name="Google Shape;15210;p6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61"/>
          <p:cNvGrpSpPr/>
          <p:nvPr/>
        </p:nvGrpSpPr>
        <p:grpSpPr>
          <a:xfrm>
            <a:off x="2567841" y="1813124"/>
            <a:ext cx="399812" cy="306477"/>
            <a:chOff x="2567841" y="1994124"/>
            <a:chExt cx="399812" cy="306477"/>
          </a:xfrm>
        </p:grpSpPr>
        <p:sp>
          <p:nvSpPr>
            <p:cNvPr id="15213" name="Google Shape;15213;p6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6" name="Google Shape;15216;p61"/>
          <p:cNvGrpSpPr/>
          <p:nvPr/>
        </p:nvGrpSpPr>
        <p:grpSpPr>
          <a:xfrm>
            <a:off x="2212084" y="1779358"/>
            <a:ext cx="324698" cy="372863"/>
            <a:chOff x="2212084" y="1960358"/>
            <a:chExt cx="324698" cy="372863"/>
          </a:xfrm>
        </p:grpSpPr>
        <p:sp>
          <p:nvSpPr>
            <p:cNvPr id="15217" name="Google Shape;15217;p6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61"/>
          <p:cNvGrpSpPr/>
          <p:nvPr/>
        </p:nvGrpSpPr>
        <p:grpSpPr>
          <a:xfrm>
            <a:off x="1805901" y="1779358"/>
            <a:ext cx="284847" cy="373627"/>
            <a:chOff x="1805901" y="1960358"/>
            <a:chExt cx="284847" cy="373627"/>
          </a:xfrm>
        </p:grpSpPr>
        <p:sp>
          <p:nvSpPr>
            <p:cNvPr id="15221" name="Google Shape;15221;p6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3" name="Google Shape;15223;p6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6" name="Google Shape;15226;p61"/>
          <p:cNvGrpSpPr/>
          <p:nvPr/>
        </p:nvGrpSpPr>
        <p:grpSpPr>
          <a:xfrm>
            <a:off x="6656812" y="1848388"/>
            <a:ext cx="368690" cy="245793"/>
            <a:chOff x="6656812" y="2029388"/>
            <a:chExt cx="368690" cy="245793"/>
          </a:xfrm>
        </p:grpSpPr>
        <p:sp>
          <p:nvSpPr>
            <p:cNvPr id="15227" name="Google Shape;15227;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61"/>
          <p:cNvGrpSpPr/>
          <p:nvPr/>
        </p:nvGrpSpPr>
        <p:grpSpPr>
          <a:xfrm>
            <a:off x="4869651" y="1831218"/>
            <a:ext cx="376654" cy="281566"/>
            <a:chOff x="4869651" y="2012218"/>
            <a:chExt cx="376654" cy="281566"/>
          </a:xfrm>
        </p:grpSpPr>
        <p:sp>
          <p:nvSpPr>
            <p:cNvPr id="15238" name="Google Shape;15238;p6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61"/>
          <p:cNvGrpSpPr/>
          <p:nvPr/>
        </p:nvGrpSpPr>
        <p:grpSpPr>
          <a:xfrm>
            <a:off x="5306224" y="1831313"/>
            <a:ext cx="367925" cy="281694"/>
            <a:chOff x="5306224" y="2012313"/>
            <a:chExt cx="367925" cy="281694"/>
          </a:xfrm>
        </p:grpSpPr>
        <p:sp>
          <p:nvSpPr>
            <p:cNvPr id="15243" name="Google Shape;15243;p6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5" name="Google Shape;15245;p6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6" name="Google Shape;15246;p61"/>
          <p:cNvGrpSpPr/>
          <p:nvPr/>
        </p:nvGrpSpPr>
        <p:grpSpPr>
          <a:xfrm>
            <a:off x="6195998" y="1802102"/>
            <a:ext cx="368308" cy="338746"/>
            <a:chOff x="6195998" y="1983102"/>
            <a:chExt cx="368308" cy="338746"/>
          </a:xfrm>
        </p:grpSpPr>
        <p:sp>
          <p:nvSpPr>
            <p:cNvPr id="15247" name="Google Shape;15247;p6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61"/>
          <p:cNvGrpSpPr/>
          <p:nvPr/>
        </p:nvGrpSpPr>
        <p:grpSpPr>
          <a:xfrm>
            <a:off x="7542031" y="1830835"/>
            <a:ext cx="369072" cy="280037"/>
            <a:chOff x="7542031" y="2011835"/>
            <a:chExt cx="369072" cy="280037"/>
          </a:xfrm>
        </p:grpSpPr>
        <p:sp>
          <p:nvSpPr>
            <p:cNvPr id="15251" name="Google Shape;15251;p6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1"/>
          <p:cNvGrpSpPr/>
          <p:nvPr/>
        </p:nvGrpSpPr>
        <p:grpSpPr>
          <a:xfrm>
            <a:off x="8010427" y="3167503"/>
            <a:ext cx="278795" cy="351615"/>
            <a:chOff x="8010427" y="3348503"/>
            <a:chExt cx="278795" cy="351615"/>
          </a:xfrm>
        </p:grpSpPr>
        <p:sp>
          <p:nvSpPr>
            <p:cNvPr id="15261" name="Google Shape;15261;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5" name="Google Shape;15265;p6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6" name="Google Shape;15266;p61"/>
          <p:cNvGrpSpPr/>
          <p:nvPr/>
        </p:nvGrpSpPr>
        <p:grpSpPr>
          <a:xfrm>
            <a:off x="7141900" y="3168204"/>
            <a:ext cx="281057" cy="351010"/>
            <a:chOff x="7141900" y="3349204"/>
            <a:chExt cx="281057" cy="351010"/>
          </a:xfrm>
        </p:grpSpPr>
        <p:sp>
          <p:nvSpPr>
            <p:cNvPr id="15267" name="Google Shape;15267;p6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0" name="Google Shape;15270;p61"/>
          <p:cNvGrpSpPr/>
          <p:nvPr/>
        </p:nvGrpSpPr>
        <p:grpSpPr>
          <a:xfrm>
            <a:off x="5314188" y="3169032"/>
            <a:ext cx="363752" cy="353113"/>
            <a:chOff x="5314188" y="3350032"/>
            <a:chExt cx="363752" cy="353113"/>
          </a:xfrm>
        </p:grpSpPr>
        <p:sp>
          <p:nvSpPr>
            <p:cNvPr id="15271" name="Google Shape;15271;p6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61"/>
          <p:cNvGrpSpPr/>
          <p:nvPr/>
        </p:nvGrpSpPr>
        <p:grpSpPr>
          <a:xfrm>
            <a:off x="5829984" y="3169032"/>
            <a:ext cx="220755" cy="352348"/>
            <a:chOff x="5829984" y="3350032"/>
            <a:chExt cx="220755" cy="352348"/>
          </a:xfrm>
        </p:grpSpPr>
        <p:sp>
          <p:nvSpPr>
            <p:cNvPr id="15274" name="Google Shape;15274;p6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61"/>
          <p:cNvGrpSpPr/>
          <p:nvPr/>
        </p:nvGrpSpPr>
        <p:grpSpPr>
          <a:xfrm>
            <a:off x="4882170" y="3168841"/>
            <a:ext cx="358464" cy="352316"/>
            <a:chOff x="4882170" y="3349841"/>
            <a:chExt cx="358464" cy="352316"/>
          </a:xfrm>
        </p:grpSpPr>
        <p:sp>
          <p:nvSpPr>
            <p:cNvPr id="15279" name="Google Shape;15279;p6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1" name="Google Shape;15281;p6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3" name="Google Shape;15283;p61"/>
          <p:cNvGrpSpPr/>
          <p:nvPr/>
        </p:nvGrpSpPr>
        <p:grpSpPr>
          <a:xfrm>
            <a:off x="3044965" y="2254220"/>
            <a:ext cx="400194" cy="324316"/>
            <a:chOff x="3044965" y="2435220"/>
            <a:chExt cx="400194" cy="324316"/>
          </a:xfrm>
        </p:grpSpPr>
        <p:sp>
          <p:nvSpPr>
            <p:cNvPr id="15284" name="Google Shape;15284;p6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61"/>
          <p:cNvGrpSpPr/>
          <p:nvPr/>
        </p:nvGrpSpPr>
        <p:grpSpPr>
          <a:xfrm>
            <a:off x="6203579" y="3167981"/>
            <a:ext cx="351615" cy="350373"/>
            <a:chOff x="6203579" y="3348981"/>
            <a:chExt cx="351615" cy="350373"/>
          </a:xfrm>
        </p:grpSpPr>
        <p:sp>
          <p:nvSpPr>
            <p:cNvPr id="15288" name="Google Shape;15288;p6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61"/>
          <p:cNvGrpSpPr/>
          <p:nvPr/>
        </p:nvGrpSpPr>
        <p:grpSpPr>
          <a:xfrm>
            <a:off x="4878379" y="2292892"/>
            <a:ext cx="367161" cy="287523"/>
            <a:chOff x="4878379" y="2473892"/>
            <a:chExt cx="367161" cy="287523"/>
          </a:xfrm>
        </p:grpSpPr>
        <p:sp>
          <p:nvSpPr>
            <p:cNvPr id="15294" name="Google Shape;15294;p6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61"/>
          <p:cNvGrpSpPr/>
          <p:nvPr/>
        </p:nvGrpSpPr>
        <p:grpSpPr>
          <a:xfrm>
            <a:off x="1325719" y="2706689"/>
            <a:ext cx="290581" cy="372481"/>
            <a:chOff x="1325719" y="2887689"/>
            <a:chExt cx="290581" cy="372481"/>
          </a:xfrm>
        </p:grpSpPr>
        <p:sp>
          <p:nvSpPr>
            <p:cNvPr id="15300" name="Google Shape;15300;p6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2" name="Google Shape;15302;p6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3" name="Google Shape;15303;p61"/>
          <p:cNvGrpSpPr/>
          <p:nvPr/>
        </p:nvGrpSpPr>
        <p:grpSpPr>
          <a:xfrm>
            <a:off x="3510335" y="2711499"/>
            <a:ext cx="360726" cy="361204"/>
            <a:chOff x="3510335" y="2892499"/>
            <a:chExt cx="360726" cy="361204"/>
          </a:xfrm>
        </p:grpSpPr>
        <p:sp>
          <p:nvSpPr>
            <p:cNvPr id="15304" name="Google Shape;15304;p6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61"/>
          <p:cNvGrpSpPr/>
          <p:nvPr/>
        </p:nvGrpSpPr>
        <p:grpSpPr>
          <a:xfrm>
            <a:off x="3086313" y="2696049"/>
            <a:ext cx="320143" cy="392581"/>
            <a:chOff x="3086313" y="2877049"/>
            <a:chExt cx="320143" cy="392581"/>
          </a:xfrm>
        </p:grpSpPr>
        <p:sp>
          <p:nvSpPr>
            <p:cNvPr id="15310" name="Google Shape;15310;p6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2" name="Google Shape;15322;p6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3" name="Google Shape;15323;p61"/>
          <p:cNvGrpSpPr/>
          <p:nvPr/>
        </p:nvGrpSpPr>
        <p:grpSpPr>
          <a:xfrm>
            <a:off x="861113" y="2704746"/>
            <a:ext cx="333809" cy="373277"/>
            <a:chOff x="861113" y="2885746"/>
            <a:chExt cx="333809" cy="373277"/>
          </a:xfrm>
        </p:grpSpPr>
        <p:sp>
          <p:nvSpPr>
            <p:cNvPr id="15324" name="Google Shape;15324;p6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7" name="Google Shape;15327;p6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9" name="Google Shape;15329;p61"/>
          <p:cNvGrpSpPr/>
          <p:nvPr/>
        </p:nvGrpSpPr>
        <p:grpSpPr>
          <a:xfrm>
            <a:off x="1297654" y="1323481"/>
            <a:ext cx="349354" cy="362223"/>
            <a:chOff x="1297654" y="1504481"/>
            <a:chExt cx="349354" cy="362223"/>
          </a:xfrm>
        </p:grpSpPr>
        <p:sp>
          <p:nvSpPr>
            <p:cNvPr id="15330" name="Google Shape;15330;p6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3" name="Google Shape;15333;p6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4" name="Google Shape;15334;p61"/>
          <p:cNvGrpSpPr/>
          <p:nvPr/>
        </p:nvGrpSpPr>
        <p:grpSpPr>
          <a:xfrm>
            <a:off x="852385" y="1329916"/>
            <a:ext cx="353145" cy="351998"/>
            <a:chOff x="852385" y="1510916"/>
            <a:chExt cx="353145" cy="351998"/>
          </a:xfrm>
        </p:grpSpPr>
        <p:sp>
          <p:nvSpPr>
            <p:cNvPr id="15335" name="Google Shape;15335;p6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61"/>
          <p:cNvGrpSpPr/>
          <p:nvPr/>
        </p:nvGrpSpPr>
        <p:grpSpPr>
          <a:xfrm>
            <a:off x="1745217" y="1334471"/>
            <a:ext cx="343269" cy="342505"/>
            <a:chOff x="1745217" y="1515471"/>
            <a:chExt cx="343269" cy="342505"/>
          </a:xfrm>
        </p:grpSpPr>
        <p:sp>
          <p:nvSpPr>
            <p:cNvPr id="15339" name="Google Shape;15339;p6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6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61"/>
          <p:cNvGrpSpPr/>
          <p:nvPr/>
        </p:nvGrpSpPr>
        <p:grpSpPr>
          <a:xfrm>
            <a:off x="3042703" y="1348137"/>
            <a:ext cx="411535" cy="315587"/>
            <a:chOff x="3042703" y="1529137"/>
            <a:chExt cx="411535" cy="315587"/>
          </a:xfrm>
        </p:grpSpPr>
        <p:sp>
          <p:nvSpPr>
            <p:cNvPr id="15345" name="Google Shape;15345;p6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61"/>
          <p:cNvGrpSpPr/>
          <p:nvPr/>
        </p:nvGrpSpPr>
        <p:grpSpPr>
          <a:xfrm>
            <a:off x="2629289" y="1363682"/>
            <a:ext cx="350501" cy="284497"/>
            <a:chOff x="2629289" y="1544682"/>
            <a:chExt cx="350501" cy="284497"/>
          </a:xfrm>
        </p:grpSpPr>
        <p:sp>
          <p:nvSpPr>
            <p:cNvPr id="15356" name="Google Shape;15356;p6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61"/>
          <p:cNvGrpSpPr/>
          <p:nvPr/>
        </p:nvGrpSpPr>
        <p:grpSpPr>
          <a:xfrm>
            <a:off x="5305077" y="1321633"/>
            <a:ext cx="367893" cy="365218"/>
            <a:chOff x="5305077" y="1502633"/>
            <a:chExt cx="367893" cy="365218"/>
          </a:xfrm>
        </p:grpSpPr>
        <p:sp>
          <p:nvSpPr>
            <p:cNvPr id="15362" name="Google Shape;15362;p6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4" name="Google Shape;15364;p61"/>
          <p:cNvGrpSpPr/>
          <p:nvPr/>
        </p:nvGrpSpPr>
        <p:grpSpPr>
          <a:xfrm>
            <a:off x="7100170" y="1319117"/>
            <a:ext cx="368308" cy="367033"/>
            <a:chOff x="7100170" y="1500117"/>
            <a:chExt cx="368308" cy="367033"/>
          </a:xfrm>
        </p:grpSpPr>
        <p:sp>
          <p:nvSpPr>
            <p:cNvPr id="15365" name="Google Shape;15365;p6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8" name="Google Shape;15378;p6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9" name="Google Shape;15379;p61"/>
          <p:cNvGrpSpPr/>
          <p:nvPr/>
        </p:nvGrpSpPr>
        <p:grpSpPr>
          <a:xfrm>
            <a:off x="6649231" y="1319021"/>
            <a:ext cx="390287" cy="367065"/>
            <a:chOff x="6649231" y="1500021"/>
            <a:chExt cx="390287" cy="367065"/>
          </a:xfrm>
        </p:grpSpPr>
        <p:sp>
          <p:nvSpPr>
            <p:cNvPr id="15380" name="Google Shape;15380;p6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61"/>
          <p:cNvGrpSpPr/>
          <p:nvPr/>
        </p:nvGrpSpPr>
        <p:grpSpPr>
          <a:xfrm>
            <a:off x="5746938" y="1362503"/>
            <a:ext cx="387261" cy="280356"/>
            <a:chOff x="5746938" y="1543503"/>
            <a:chExt cx="387261" cy="280356"/>
          </a:xfrm>
        </p:grpSpPr>
        <p:sp>
          <p:nvSpPr>
            <p:cNvPr id="15393" name="Google Shape;15393;p6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61"/>
          <p:cNvGrpSpPr/>
          <p:nvPr/>
        </p:nvGrpSpPr>
        <p:grpSpPr>
          <a:xfrm>
            <a:off x="6196730" y="1344346"/>
            <a:ext cx="369072" cy="317467"/>
            <a:chOff x="6196730" y="1525346"/>
            <a:chExt cx="369072" cy="317467"/>
          </a:xfrm>
        </p:grpSpPr>
        <p:sp>
          <p:nvSpPr>
            <p:cNvPr id="15396" name="Google Shape;15396;p6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61"/>
          <p:cNvGrpSpPr/>
          <p:nvPr/>
        </p:nvGrpSpPr>
        <p:grpSpPr>
          <a:xfrm>
            <a:off x="4940592" y="1319690"/>
            <a:ext cx="246558" cy="367161"/>
            <a:chOff x="4940592" y="1500690"/>
            <a:chExt cx="246558" cy="367161"/>
          </a:xfrm>
        </p:grpSpPr>
        <p:sp>
          <p:nvSpPr>
            <p:cNvPr id="15400" name="Google Shape;15400;p6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61"/>
          <p:cNvGrpSpPr/>
          <p:nvPr/>
        </p:nvGrpSpPr>
        <p:grpSpPr>
          <a:xfrm>
            <a:off x="7964906" y="1318894"/>
            <a:ext cx="380858" cy="367575"/>
            <a:chOff x="7964906" y="1499894"/>
            <a:chExt cx="380858" cy="367575"/>
          </a:xfrm>
        </p:grpSpPr>
        <p:sp>
          <p:nvSpPr>
            <p:cNvPr id="15405" name="Google Shape;15405;p6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8" name="Google Shape;15408;p6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9" name="Google Shape;15409;p61"/>
          <p:cNvGrpSpPr/>
          <p:nvPr/>
        </p:nvGrpSpPr>
        <p:grpSpPr>
          <a:xfrm>
            <a:off x="8007400" y="2721278"/>
            <a:ext cx="285230" cy="355597"/>
            <a:chOff x="8007400" y="2902278"/>
            <a:chExt cx="285230" cy="355597"/>
          </a:xfrm>
        </p:grpSpPr>
        <p:sp>
          <p:nvSpPr>
            <p:cNvPr id="15410" name="Google Shape;15410;p6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61"/>
          <p:cNvGrpSpPr/>
          <p:nvPr/>
        </p:nvGrpSpPr>
        <p:grpSpPr>
          <a:xfrm>
            <a:off x="6219124" y="2721788"/>
            <a:ext cx="318231" cy="355470"/>
            <a:chOff x="6219124" y="2902788"/>
            <a:chExt cx="318231" cy="355470"/>
          </a:xfrm>
        </p:grpSpPr>
        <p:sp>
          <p:nvSpPr>
            <p:cNvPr id="15413" name="Google Shape;15413;p6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6" name="Google Shape;15416;p61"/>
          <p:cNvGrpSpPr/>
          <p:nvPr/>
        </p:nvGrpSpPr>
        <p:grpSpPr>
          <a:xfrm>
            <a:off x="4969421" y="2721852"/>
            <a:ext cx="185109" cy="355406"/>
            <a:chOff x="4969421" y="2902852"/>
            <a:chExt cx="185109" cy="355406"/>
          </a:xfrm>
        </p:grpSpPr>
        <p:sp>
          <p:nvSpPr>
            <p:cNvPr id="15417" name="Google Shape;15417;p6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3" name="Google Shape;15423;p6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5" name="Google Shape;15425;p61"/>
          <p:cNvGrpSpPr/>
          <p:nvPr/>
        </p:nvGrpSpPr>
        <p:grpSpPr>
          <a:xfrm>
            <a:off x="6685259" y="2721852"/>
            <a:ext cx="311414" cy="355406"/>
            <a:chOff x="6685259" y="2902852"/>
            <a:chExt cx="311414" cy="355406"/>
          </a:xfrm>
        </p:grpSpPr>
        <p:sp>
          <p:nvSpPr>
            <p:cNvPr id="15426" name="Google Shape;15426;p6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61"/>
          <p:cNvGrpSpPr/>
          <p:nvPr/>
        </p:nvGrpSpPr>
        <p:grpSpPr>
          <a:xfrm>
            <a:off x="5309250" y="2722170"/>
            <a:ext cx="359579" cy="355852"/>
            <a:chOff x="5309250" y="2903170"/>
            <a:chExt cx="359579" cy="355852"/>
          </a:xfrm>
        </p:grpSpPr>
        <p:sp>
          <p:nvSpPr>
            <p:cNvPr id="15430" name="Google Shape;15430;p6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61"/>
          <p:cNvGrpSpPr/>
          <p:nvPr/>
        </p:nvGrpSpPr>
        <p:grpSpPr>
          <a:xfrm>
            <a:off x="2199565" y="2240172"/>
            <a:ext cx="312179" cy="353431"/>
            <a:chOff x="2199565" y="2421172"/>
            <a:chExt cx="312179" cy="353431"/>
          </a:xfrm>
        </p:grpSpPr>
        <p:sp>
          <p:nvSpPr>
            <p:cNvPr id="15434" name="Google Shape;15434;p6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61"/>
          <p:cNvGrpSpPr/>
          <p:nvPr/>
        </p:nvGrpSpPr>
        <p:grpSpPr>
          <a:xfrm>
            <a:off x="1750887" y="2244727"/>
            <a:ext cx="320143" cy="343269"/>
            <a:chOff x="1750887" y="2425727"/>
            <a:chExt cx="320143" cy="343269"/>
          </a:xfrm>
        </p:grpSpPr>
        <p:sp>
          <p:nvSpPr>
            <p:cNvPr id="15437" name="Google Shape;15437;p6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61"/>
          <p:cNvGrpSpPr/>
          <p:nvPr/>
        </p:nvGrpSpPr>
        <p:grpSpPr>
          <a:xfrm>
            <a:off x="1298037" y="2244727"/>
            <a:ext cx="338364" cy="342887"/>
            <a:chOff x="1298037" y="2425727"/>
            <a:chExt cx="338364" cy="342887"/>
          </a:xfrm>
        </p:grpSpPr>
        <p:sp>
          <p:nvSpPr>
            <p:cNvPr id="15440" name="Google Shape;15440;p6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4" name="Google Shape;15444;p6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5" name="Google Shape;15445;p61"/>
          <p:cNvGrpSpPr/>
          <p:nvPr/>
        </p:nvGrpSpPr>
        <p:grpSpPr>
          <a:xfrm>
            <a:off x="3974207" y="2248009"/>
            <a:ext cx="320143" cy="338491"/>
            <a:chOff x="3974207" y="2429009"/>
            <a:chExt cx="320143" cy="338491"/>
          </a:xfrm>
        </p:grpSpPr>
        <p:sp>
          <p:nvSpPr>
            <p:cNvPr id="15446" name="Google Shape;15446;p6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61"/>
          <p:cNvGrpSpPr/>
          <p:nvPr/>
        </p:nvGrpSpPr>
        <p:grpSpPr>
          <a:xfrm>
            <a:off x="2623237" y="2250047"/>
            <a:ext cx="355024" cy="332630"/>
            <a:chOff x="2623237" y="2431047"/>
            <a:chExt cx="355024" cy="332630"/>
          </a:xfrm>
        </p:grpSpPr>
        <p:sp>
          <p:nvSpPr>
            <p:cNvPr id="15449" name="Google Shape;15449;p6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61"/>
          <p:cNvGrpSpPr/>
          <p:nvPr/>
        </p:nvGrpSpPr>
        <p:grpSpPr>
          <a:xfrm>
            <a:off x="6657194" y="2253073"/>
            <a:ext cx="375507" cy="367925"/>
            <a:chOff x="6657194" y="2434073"/>
            <a:chExt cx="375507" cy="367925"/>
          </a:xfrm>
        </p:grpSpPr>
        <p:sp>
          <p:nvSpPr>
            <p:cNvPr id="15454" name="Google Shape;15454;p6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61"/>
          <p:cNvGrpSpPr/>
          <p:nvPr/>
        </p:nvGrpSpPr>
        <p:grpSpPr>
          <a:xfrm>
            <a:off x="7101317" y="2260655"/>
            <a:ext cx="367925" cy="352380"/>
            <a:chOff x="7101317" y="2441655"/>
            <a:chExt cx="367925" cy="352380"/>
          </a:xfrm>
        </p:grpSpPr>
        <p:sp>
          <p:nvSpPr>
            <p:cNvPr id="15458" name="Google Shape;15458;p6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61"/>
          <p:cNvGrpSpPr/>
          <p:nvPr/>
        </p:nvGrpSpPr>
        <p:grpSpPr>
          <a:xfrm>
            <a:off x="5756399" y="2253456"/>
            <a:ext cx="367925" cy="367161"/>
            <a:chOff x="5756399" y="2434456"/>
            <a:chExt cx="367925" cy="367161"/>
          </a:xfrm>
        </p:grpSpPr>
        <p:sp>
          <p:nvSpPr>
            <p:cNvPr id="15461" name="Google Shape;15461;p6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8" name="Google Shape;15468;p6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0" name="Google Shape;15470;p61"/>
          <p:cNvGrpSpPr/>
          <p:nvPr/>
        </p:nvGrpSpPr>
        <p:grpSpPr>
          <a:xfrm>
            <a:off x="7964906" y="2253073"/>
            <a:ext cx="373627" cy="367925"/>
            <a:chOff x="7964906" y="2434073"/>
            <a:chExt cx="373627" cy="367925"/>
          </a:xfrm>
        </p:grpSpPr>
        <p:sp>
          <p:nvSpPr>
            <p:cNvPr id="15471" name="Google Shape;15471;p6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3" name="Google Shape;15473;p61"/>
          <p:cNvGrpSpPr/>
          <p:nvPr/>
        </p:nvGrpSpPr>
        <p:grpSpPr>
          <a:xfrm>
            <a:off x="6194086" y="2256737"/>
            <a:ext cx="369837" cy="360471"/>
            <a:chOff x="6194086" y="2437737"/>
            <a:chExt cx="369837" cy="360471"/>
          </a:xfrm>
        </p:grpSpPr>
        <p:sp>
          <p:nvSpPr>
            <p:cNvPr id="15474" name="Google Shape;15474;p6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6" name="Google Shape;15476;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477" name="Google Shape;15477;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81" name="Shape 15481"/>
        <p:cNvGrpSpPr/>
        <p:nvPr/>
      </p:nvGrpSpPr>
      <p:grpSpPr>
        <a:xfrm>
          <a:off x="0" y="0"/>
          <a:ext cx="0" cy="0"/>
          <a:chOff x="0" y="0"/>
          <a:chExt cx="0" cy="0"/>
        </a:xfrm>
      </p:grpSpPr>
      <p:grpSp>
        <p:nvGrpSpPr>
          <p:cNvPr id="15482" name="Google Shape;15482;p62"/>
          <p:cNvGrpSpPr/>
          <p:nvPr/>
        </p:nvGrpSpPr>
        <p:grpSpPr>
          <a:xfrm>
            <a:off x="3122257" y="1334344"/>
            <a:ext cx="294850" cy="349434"/>
            <a:chOff x="3122257" y="1508594"/>
            <a:chExt cx="294850" cy="349434"/>
          </a:xfrm>
        </p:grpSpPr>
        <p:sp>
          <p:nvSpPr>
            <p:cNvPr id="15483" name="Google Shape;15483;p6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62"/>
          <p:cNvGrpSpPr/>
          <p:nvPr/>
        </p:nvGrpSpPr>
        <p:grpSpPr>
          <a:xfrm>
            <a:off x="910723" y="1333962"/>
            <a:ext cx="251660" cy="350166"/>
            <a:chOff x="910723" y="1508212"/>
            <a:chExt cx="251660" cy="350166"/>
          </a:xfrm>
        </p:grpSpPr>
        <p:sp>
          <p:nvSpPr>
            <p:cNvPr id="15489" name="Google Shape;15489;p6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6" name="Google Shape;15506;p62"/>
          <p:cNvGrpSpPr/>
          <p:nvPr/>
        </p:nvGrpSpPr>
        <p:grpSpPr>
          <a:xfrm>
            <a:off x="1308631" y="1333580"/>
            <a:ext cx="350166" cy="350198"/>
            <a:chOff x="1308631" y="1507830"/>
            <a:chExt cx="350166" cy="350198"/>
          </a:xfrm>
        </p:grpSpPr>
        <p:sp>
          <p:nvSpPr>
            <p:cNvPr id="15507" name="Google Shape;15507;p6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1" name="Google Shape;15511;p62"/>
          <p:cNvGrpSpPr/>
          <p:nvPr/>
        </p:nvGrpSpPr>
        <p:grpSpPr>
          <a:xfrm>
            <a:off x="1756921" y="1335489"/>
            <a:ext cx="345997" cy="345997"/>
            <a:chOff x="1756921" y="1509739"/>
            <a:chExt cx="345997" cy="345997"/>
          </a:xfrm>
        </p:grpSpPr>
        <p:sp>
          <p:nvSpPr>
            <p:cNvPr id="15512" name="Google Shape;15512;p6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62"/>
          <p:cNvGrpSpPr/>
          <p:nvPr/>
        </p:nvGrpSpPr>
        <p:grpSpPr>
          <a:xfrm>
            <a:off x="2216956" y="1336253"/>
            <a:ext cx="318721" cy="345615"/>
            <a:chOff x="2216956" y="1510503"/>
            <a:chExt cx="318721" cy="345615"/>
          </a:xfrm>
        </p:grpSpPr>
        <p:sp>
          <p:nvSpPr>
            <p:cNvPr id="15530" name="Google Shape;15530;p6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62"/>
          <p:cNvGrpSpPr/>
          <p:nvPr/>
        </p:nvGrpSpPr>
        <p:grpSpPr>
          <a:xfrm>
            <a:off x="3988156" y="1394211"/>
            <a:ext cx="349052" cy="230049"/>
            <a:chOff x="3988156" y="1568461"/>
            <a:chExt cx="349052" cy="230049"/>
          </a:xfrm>
        </p:grpSpPr>
        <p:sp>
          <p:nvSpPr>
            <p:cNvPr id="15536" name="Google Shape;15536;p6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62"/>
          <p:cNvGrpSpPr/>
          <p:nvPr/>
        </p:nvGrpSpPr>
        <p:grpSpPr>
          <a:xfrm>
            <a:off x="2633037" y="1325623"/>
            <a:ext cx="379002" cy="366112"/>
            <a:chOff x="2633037" y="1499873"/>
            <a:chExt cx="379002" cy="366112"/>
          </a:xfrm>
        </p:grpSpPr>
        <p:sp>
          <p:nvSpPr>
            <p:cNvPr id="15544" name="Google Shape;15544;p6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62"/>
          <p:cNvGrpSpPr/>
          <p:nvPr/>
        </p:nvGrpSpPr>
        <p:grpSpPr>
          <a:xfrm>
            <a:off x="6675256" y="1341919"/>
            <a:ext cx="327823" cy="357009"/>
            <a:chOff x="6675256" y="1516169"/>
            <a:chExt cx="327823" cy="357009"/>
          </a:xfrm>
        </p:grpSpPr>
        <p:sp>
          <p:nvSpPr>
            <p:cNvPr id="15551" name="Google Shape;15551;p6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62"/>
          <p:cNvGrpSpPr/>
          <p:nvPr/>
        </p:nvGrpSpPr>
        <p:grpSpPr>
          <a:xfrm>
            <a:off x="8020159" y="1342301"/>
            <a:ext cx="300897" cy="356627"/>
            <a:chOff x="8020159" y="1516551"/>
            <a:chExt cx="300897" cy="356627"/>
          </a:xfrm>
        </p:grpSpPr>
        <p:sp>
          <p:nvSpPr>
            <p:cNvPr id="15561" name="Google Shape;15561;p6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62"/>
          <p:cNvGrpSpPr/>
          <p:nvPr/>
        </p:nvGrpSpPr>
        <p:grpSpPr>
          <a:xfrm>
            <a:off x="5377363" y="1341919"/>
            <a:ext cx="257357" cy="356627"/>
            <a:chOff x="5377363" y="1516169"/>
            <a:chExt cx="257357" cy="356627"/>
          </a:xfrm>
        </p:grpSpPr>
        <p:sp>
          <p:nvSpPr>
            <p:cNvPr id="15567" name="Google Shape;15567;p6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62"/>
          <p:cNvGrpSpPr/>
          <p:nvPr/>
        </p:nvGrpSpPr>
        <p:grpSpPr>
          <a:xfrm>
            <a:off x="4880567" y="1361620"/>
            <a:ext cx="356245" cy="317607"/>
            <a:chOff x="4880567" y="1535870"/>
            <a:chExt cx="356245" cy="317607"/>
          </a:xfrm>
        </p:grpSpPr>
        <p:sp>
          <p:nvSpPr>
            <p:cNvPr id="15585" name="Google Shape;15585;p6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62"/>
          <p:cNvGrpSpPr/>
          <p:nvPr/>
        </p:nvGrpSpPr>
        <p:grpSpPr>
          <a:xfrm>
            <a:off x="5771483" y="1341537"/>
            <a:ext cx="357359" cy="357391"/>
            <a:chOff x="5771483" y="1515787"/>
            <a:chExt cx="357359" cy="357391"/>
          </a:xfrm>
        </p:grpSpPr>
        <p:sp>
          <p:nvSpPr>
            <p:cNvPr id="15591" name="Google Shape;15591;p6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62"/>
          <p:cNvGrpSpPr/>
          <p:nvPr/>
        </p:nvGrpSpPr>
        <p:grpSpPr>
          <a:xfrm>
            <a:off x="7121669" y="1359360"/>
            <a:ext cx="321362" cy="321362"/>
            <a:chOff x="7121669" y="1533610"/>
            <a:chExt cx="321362" cy="321362"/>
          </a:xfrm>
        </p:grpSpPr>
        <p:sp>
          <p:nvSpPr>
            <p:cNvPr id="15596" name="Google Shape;15596;p6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0" name="Google Shape;15600;p62"/>
          <p:cNvGrpSpPr/>
          <p:nvPr/>
        </p:nvGrpSpPr>
        <p:grpSpPr>
          <a:xfrm>
            <a:off x="7562766" y="1340614"/>
            <a:ext cx="327059" cy="360192"/>
            <a:chOff x="7562766" y="1514864"/>
            <a:chExt cx="327059" cy="360192"/>
          </a:xfrm>
        </p:grpSpPr>
        <p:sp>
          <p:nvSpPr>
            <p:cNvPr id="15601" name="Google Shape;15601;p6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5" name="Google Shape;15605;p62"/>
          <p:cNvGrpSpPr/>
          <p:nvPr/>
        </p:nvGrpSpPr>
        <p:grpSpPr>
          <a:xfrm>
            <a:off x="6221229" y="1324423"/>
            <a:ext cx="361636" cy="362183"/>
            <a:chOff x="6259175" y="1559008"/>
            <a:chExt cx="271743" cy="272093"/>
          </a:xfrm>
        </p:grpSpPr>
        <p:sp>
          <p:nvSpPr>
            <p:cNvPr id="15606" name="Google Shape;15606;p6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62"/>
          <p:cNvGrpSpPr/>
          <p:nvPr/>
        </p:nvGrpSpPr>
        <p:grpSpPr>
          <a:xfrm>
            <a:off x="6671087" y="1835054"/>
            <a:ext cx="332757" cy="281833"/>
            <a:chOff x="6671087" y="2009304"/>
            <a:chExt cx="332757" cy="281833"/>
          </a:xfrm>
        </p:grpSpPr>
        <p:sp>
          <p:nvSpPr>
            <p:cNvPr id="15624" name="Google Shape;15624;p6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26" name="Google Shape;15626;p6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7" name="Google Shape;15627;p62"/>
          <p:cNvGrpSpPr/>
          <p:nvPr/>
        </p:nvGrpSpPr>
        <p:grpSpPr>
          <a:xfrm>
            <a:off x="2201806" y="1802335"/>
            <a:ext cx="349784" cy="349434"/>
            <a:chOff x="2201806" y="1976585"/>
            <a:chExt cx="349784" cy="349434"/>
          </a:xfrm>
        </p:grpSpPr>
        <p:sp>
          <p:nvSpPr>
            <p:cNvPr id="15628" name="Google Shape;15628;p6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2" name="Google Shape;15632;p62"/>
          <p:cNvGrpSpPr/>
          <p:nvPr/>
        </p:nvGrpSpPr>
        <p:grpSpPr>
          <a:xfrm>
            <a:off x="3094217" y="1802335"/>
            <a:ext cx="350198" cy="350548"/>
            <a:chOff x="3094217" y="1976585"/>
            <a:chExt cx="350198" cy="350548"/>
          </a:xfrm>
        </p:grpSpPr>
        <p:sp>
          <p:nvSpPr>
            <p:cNvPr id="15633" name="Google Shape;15633;p6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6" name="Google Shape;15646;p6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7" name="Google Shape;15647;p62"/>
          <p:cNvGrpSpPr/>
          <p:nvPr/>
        </p:nvGrpSpPr>
        <p:grpSpPr>
          <a:xfrm>
            <a:off x="3979435" y="1802335"/>
            <a:ext cx="345265" cy="349848"/>
            <a:chOff x="3979435" y="1976585"/>
            <a:chExt cx="345265" cy="349848"/>
          </a:xfrm>
        </p:grpSpPr>
        <p:sp>
          <p:nvSpPr>
            <p:cNvPr id="15648" name="Google Shape;15648;p6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62"/>
          <p:cNvGrpSpPr/>
          <p:nvPr/>
        </p:nvGrpSpPr>
        <p:grpSpPr>
          <a:xfrm>
            <a:off x="3541011" y="1334344"/>
            <a:ext cx="350166" cy="349434"/>
            <a:chOff x="3541011" y="1508594"/>
            <a:chExt cx="350166" cy="349434"/>
          </a:xfrm>
        </p:grpSpPr>
        <p:sp>
          <p:nvSpPr>
            <p:cNvPr id="15666" name="Google Shape;15666;p6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62"/>
          <p:cNvGrpSpPr/>
          <p:nvPr/>
        </p:nvGrpSpPr>
        <p:grpSpPr>
          <a:xfrm>
            <a:off x="3576626" y="1801571"/>
            <a:ext cx="284251" cy="351694"/>
            <a:chOff x="3576626" y="1975821"/>
            <a:chExt cx="284251" cy="351694"/>
          </a:xfrm>
        </p:grpSpPr>
        <p:sp>
          <p:nvSpPr>
            <p:cNvPr id="15680" name="Google Shape;15680;p6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2"/>
          <p:cNvGrpSpPr/>
          <p:nvPr/>
        </p:nvGrpSpPr>
        <p:grpSpPr>
          <a:xfrm>
            <a:off x="2722090" y="2715912"/>
            <a:ext cx="238770" cy="371841"/>
            <a:chOff x="2722090" y="2890162"/>
            <a:chExt cx="238770" cy="371841"/>
          </a:xfrm>
        </p:grpSpPr>
        <p:sp>
          <p:nvSpPr>
            <p:cNvPr id="15684" name="Google Shape;15684;p6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7" name="Google Shape;15687;p6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8" name="Google Shape;15688;p62"/>
          <p:cNvGrpSpPr/>
          <p:nvPr/>
        </p:nvGrpSpPr>
        <p:grpSpPr>
          <a:xfrm>
            <a:off x="6216367" y="1795906"/>
            <a:ext cx="361147" cy="361147"/>
            <a:chOff x="6216367" y="1970156"/>
            <a:chExt cx="361147" cy="361147"/>
          </a:xfrm>
        </p:grpSpPr>
        <p:sp>
          <p:nvSpPr>
            <p:cNvPr id="15689" name="Google Shape;15689;p6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62"/>
          <p:cNvGrpSpPr/>
          <p:nvPr/>
        </p:nvGrpSpPr>
        <p:grpSpPr>
          <a:xfrm>
            <a:off x="1289311" y="2751972"/>
            <a:ext cx="408156" cy="299783"/>
            <a:chOff x="1289311" y="2926222"/>
            <a:chExt cx="408156" cy="299783"/>
          </a:xfrm>
        </p:grpSpPr>
        <p:sp>
          <p:nvSpPr>
            <p:cNvPr id="15694" name="Google Shape;15694;p6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6" name="Google Shape;15696;p62"/>
          <p:cNvGrpSpPr/>
          <p:nvPr/>
        </p:nvGrpSpPr>
        <p:grpSpPr>
          <a:xfrm>
            <a:off x="7978465" y="1795142"/>
            <a:ext cx="361147" cy="360797"/>
            <a:chOff x="7978465" y="1969392"/>
            <a:chExt cx="361147" cy="360797"/>
          </a:xfrm>
        </p:grpSpPr>
        <p:sp>
          <p:nvSpPr>
            <p:cNvPr id="15697" name="Google Shape;15697;p6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6" name="Google Shape;15706;p6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7" name="Google Shape;15707;p62"/>
          <p:cNvGrpSpPr/>
          <p:nvPr/>
        </p:nvGrpSpPr>
        <p:grpSpPr>
          <a:xfrm>
            <a:off x="854261" y="2734563"/>
            <a:ext cx="377474" cy="335748"/>
            <a:chOff x="854261" y="2908813"/>
            <a:chExt cx="377474" cy="335748"/>
          </a:xfrm>
        </p:grpSpPr>
        <p:sp>
          <p:nvSpPr>
            <p:cNvPr id="15708" name="Google Shape;15708;p6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62"/>
          <p:cNvGrpSpPr/>
          <p:nvPr/>
        </p:nvGrpSpPr>
        <p:grpSpPr>
          <a:xfrm>
            <a:off x="1749728" y="2720527"/>
            <a:ext cx="386927" cy="363438"/>
            <a:chOff x="1749728" y="2894777"/>
            <a:chExt cx="386927" cy="363438"/>
          </a:xfrm>
        </p:grpSpPr>
        <p:sp>
          <p:nvSpPr>
            <p:cNvPr id="15714" name="Google Shape;15714;p6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1" name="Google Shape;15721;p62"/>
          <p:cNvGrpSpPr/>
          <p:nvPr/>
        </p:nvGrpSpPr>
        <p:grpSpPr>
          <a:xfrm>
            <a:off x="7098912" y="1795142"/>
            <a:ext cx="359651" cy="361560"/>
            <a:chOff x="7098912" y="1969392"/>
            <a:chExt cx="359651" cy="361560"/>
          </a:xfrm>
        </p:grpSpPr>
        <p:sp>
          <p:nvSpPr>
            <p:cNvPr id="15722" name="Google Shape;15722;p6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5" name="Google Shape;15735;p6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6" name="Google Shape;15736;p62"/>
          <p:cNvGrpSpPr/>
          <p:nvPr/>
        </p:nvGrpSpPr>
        <p:grpSpPr>
          <a:xfrm>
            <a:off x="5352728" y="1815989"/>
            <a:ext cx="327091" cy="322508"/>
            <a:chOff x="5352728" y="1990239"/>
            <a:chExt cx="327091" cy="322508"/>
          </a:xfrm>
        </p:grpSpPr>
        <p:sp>
          <p:nvSpPr>
            <p:cNvPr id="15737" name="Google Shape;15737;p6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62"/>
          <p:cNvGrpSpPr/>
          <p:nvPr/>
        </p:nvGrpSpPr>
        <p:grpSpPr>
          <a:xfrm>
            <a:off x="7538896" y="1795906"/>
            <a:ext cx="361147" cy="361529"/>
            <a:chOff x="7538896" y="1970156"/>
            <a:chExt cx="361147" cy="361529"/>
          </a:xfrm>
        </p:grpSpPr>
        <p:sp>
          <p:nvSpPr>
            <p:cNvPr id="15741" name="Google Shape;15741;p6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62"/>
          <p:cNvGrpSpPr/>
          <p:nvPr/>
        </p:nvGrpSpPr>
        <p:grpSpPr>
          <a:xfrm>
            <a:off x="4896099" y="1796670"/>
            <a:ext cx="358155" cy="358123"/>
            <a:chOff x="4896099" y="1970920"/>
            <a:chExt cx="358155" cy="358123"/>
          </a:xfrm>
        </p:grpSpPr>
        <p:sp>
          <p:nvSpPr>
            <p:cNvPr id="15748" name="Google Shape;15748;p6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62"/>
          <p:cNvGrpSpPr/>
          <p:nvPr/>
        </p:nvGrpSpPr>
        <p:grpSpPr>
          <a:xfrm>
            <a:off x="4048787" y="2802769"/>
            <a:ext cx="283488" cy="198604"/>
            <a:chOff x="4048787" y="2977019"/>
            <a:chExt cx="283488" cy="198604"/>
          </a:xfrm>
        </p:grpSpPr>
        <p:sp>
          <p:nvSpPr>
            <p:cNvPr id="15752" name="Google Shape;15752;p6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8" name="Google Shape;15758;p62"/>
          <p:cNvGrpSpPr/>
          <p:nvPr/>
        </p:nvGrpSpPr>
        <p:grpSpPr>
          <a:xfrm>
            <a:off x="4054103" y="2255941"/>
            <a:ext cx="218687" cy="349052"/>
            <a:chOff x="4054103" y="2430191"/>
            <a:chExt cx="218687" cy="349052"/>
          </a:xfrm>
        </p:grpSpPr>
        <p:sp>
          <p:nvSpPr>
            <p:cNvPr id="15759" name="Google Shape;15759;p6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1" name="Google Shape;15761;p62"/>
          <p:cNvGrpSpPr/>
          <p:nvPr/>
        </p:nvGrpSpPr>
        <p:grpSpPr>
          <a:xfrm>
            <a:off x="2185128" y="2253299"/>
            <a:ext cx="382758" cy="356595"/>
            <a:chOff x="2185128" y="2427549"/>
            <a:chExt cx="382758" cy="356595"/>
          </a:xfrm>
        </p:grpSpPr>
        <p:sp>
          <p:nvSpPr>
            <p:cNvPr id="15762" name="Google Shape;15762;p6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62"/>
          <p:cNvGrpSpPr/>
          <p:nvPr/>
        </p:nvGrpSpPr>
        <p:grpSpPr>
          <a:xfrm>
            <a:off x="2656907" y="2265043"/>
            <a:ext cx="332757" cy="332343"/>
            <a:chOff x="2656907" y="2439293"/>
            <a:chExt cx="332757" cy="332343"/>
          </a:xfrm>
        </p:grpSpPr>
        <p:sp>
          <p:nvSpPr>
            <p:cNvPr id="15767" name="Google Shape;15767;p6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2"/>
          <p:cNvGrpSpPr/>
          <p:nvPr/>
        </p:nvGrpSpPr>
        <p:grpSpPr>
          <a:xfrm>
            <a:off x="1731523" y="2248366"/>
            <a:ext cx="399435" cy="365698"/>
            <a:chOff x="1731523" y="2422616"/>
            <a:chExt cx="399435" cy="365698"/>
          </a:xfrm>
        </p:grpSpPr>
        <p:sp>
          <p:nvSpPr>
            <p:cNvPr id="15775" name="Google Shape;15775;p6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8" name="Google Shape;15778;p62"/>
          <p:cNvGrpSpPr/>
          <p:nvPr/>
        </p:nvGrpSpPr>
        <p:grpSpPr>
          <a:xfrm>
            <a:off x="3097241" y="2259314"/>
            <a:ext cx="344883" cy="343387"/>
            <a:chOff x="3097241" y="2433564"/>
            <a:chExt cx="344883" cy="343387"/>
          </a:xfrm>
        </p:grpSpPr>
        <p:sp>
          <p:nvSpPr>
            <p:cNvPr id="15779" name="Google Shape;15779;p6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62"/>
          <p:cNvGrpSpPr/>
          <p:nvPr/>
        </p:nvGrpSpPr>
        <p:grpSpPr>
          <a:xfrm>
            <a:off x="1278299" y="2265043"/>
            <a:ext cx="410829" cy="332343"/>
            <a:chOff x="1278299" y="2439293"/>
            <a:chExt cx="410829" cy="332343"/>
          </a:xfrm>
        </p:grpSpPr>
        <p:sp>
          <p:nvSpPr>
            <p:cNvPr id="15789" name="Google Shape;15789;p6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62"/>
          <p:cNvGrpSpPr/>
          <p:nvPr/>
        </p:nvGrpSpPr>
        <p:grpSpPr>
          <a:xfrm>
            <a:off x="2661459" y="1840751"/>
            <a:ext cx="322508" cy="273494"/>
            <a:chOff x="2661459" y="2015001"/>
            <a:chExt cx="322508" cy="273494"/>
          </a:xfrm>
        </p:grpSpPr>
        <p:sp>
          <p:nvSpPr>
            <p:cNvPr id="15798" name="Google Shape;15798;p6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0" name="Google Shape;15800;p62"/>
          <p:cNvGrpSpPr/>
          <p:nvPr/>
        </p:nvGrpSpPr>
        <p:grpSpPr>
          <a:xfrm>
            <a:off x="870939" y="2265043"/>
            <a:ext cx="331993" cy="331993"/>
            <a:chOff x="870939" y="2439293"/>
            <a:chExt cx="331993" cy="331993"/>
          </a:xfrm>
        </p:grpSpPr>
        <p:sp>
          <p:nvSpPr>
            <p:cNvPr id="15801" name="Google Shape;15801;p6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62"/>
          <p:cNvGrpSpPr/>
          <p:nvPr/>
        </p:nvGrpSpPr>
        <p:grpSpPr>
          <a:xfrm>
            <a:off x="6644957" y="2282103"/>
            <a:ext cx="371395" cy="278904"/>
            <a:chOff x="6644957" y="2456353"/>
            <a:chExt cx="371395" cy="278904"/>
          </a:xfrm>
        </p:grpSpPr>
        <p:sp>
          <p:nvSpPr>
            <p:cNvPr id="15818" name="Google Shape;15818;p6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3" name="Google Shape;15823;p62"/>
          <p:cNvGrpSpPr/>
          <p:nvPr/>
        </p:nvGrpSpPr>
        <p:grpSpPr>
          <a:xfrm>
            <a:off x="5388757" y="2240409"/>
            <a:ext cx="260349" cy="362292"/>
            <a:chOff x="5388757" y="2414659"/>
            <a:chExt cx="260349" cy="362292"/>
          </a:xfrm>
        </p:grpSpPr>
        <p:sp>
          <p:nvSpPr>
            <p:cNvPr id="15824" name="Google Shape;15824;p6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62"/>
          <p:cNvGrpSpPr/>
          <p:nvPr/>
        </p:nvGrpSpPr>
        <p:grpSpPr>
          <a:xfrm>
            <a:off x="3567142" y="2731507"/>
            <a:ext cx="348288" cy="340331"/>
            <a:chOff x="3567142" y="2905757"/>
            <a:chExt cx="348288" cy="340331"/>
          </a:xfrm>
        </p:grpSpPr>
        <p:sp>
          <p:nvSpPr>
            <p:cNvPr id="15845" name="Google Shape;15845;p6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0" name="Google Shape;15850;p62"/>
          <p:cNvGrpSpPr/>
          <p:nvPr/>
        </p:nvGrpSpPr>
        <p:grpSpPr>
          <a:xfrm>
            <a:off x="870939" y="1801571"/>
            <a:ext cx="332375" cy="350071"/>
            <a:chOff x="870939" y="1975821"/>
            <a:chExt cx="332375" cy="350071"/>
          </a:xfrm>
        </p:grpSpPr>
        <p:sp>
          <p:nvSpPr>
            <p:cNvPr id="15851" name="Google Shape;15851;p6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62"/>
          <p:cNvGrpSpPr/>
          <p:nvPr/>
        </p:nvGrpSpPr>
        <p:grpSpPr>
          <a:xfrm>
            <a:off x="7967103" y="2240791"/>
            <a:ext cx="355863" cy="361911"/>
            <a:chOff x="7967103" y="2415041"/>
            <a:chExt cx="355863" cy="361911"/>
          </a:xfrm>
        </p:grpSpPr>
        <p:sp>
          <p:nvSpPr>
            <p:cNvPr id="15856" name="Google Shape;15856;p6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62"/>
          <p:cNvGrpSpPr/>
          <p:nvPr/>
        </p:nvGrpSpPr>
        <p:grpSpPr>
          <a:xfrm>
            <a:off x="7529411" y="2240409"/>
            <a:ext cx="355863" cy="362292"/>
            <a:chOff x="7529411" y="2414659"/>
            <a:chExt cx="355863" cy="362292"/>
          </a:xfrm>
        </p:grpSpPr>
        <p:sp>
          <p:nvSpPr>
            <p:cNvPr id="15868" name="Google Shape;15868;p6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0" name="Google Shape;15880;p62"/>
          <p:cNvGrpSpPr/>
          <p:nvPr/>
        </p:nvGrpSpPr>
        <p:grpSpPr>
          <a:xfrm>
            <a:off x="5733194" y="2257468"/>
            <a:ext cx="446826" cy="327059"/>
            <a:chOff x="5733194" y="2431718"/>
            <a:chExt cx="446826" cy="327059"/>
          </a:xfrm>
        </p:grpSpPr>
        <p:sp>
          <p:nvSpPr>
            <p:cNvPr id="15881" name="Google Shape;15881;p6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62"/>
          <p:cNvGrpSpPr/>
          <p:nvPr/>
        </p:nvGrpSpPr>
        <p:grpSpPr>
          <a:xfrm>
            <a:off x="4876780" y="2243814"/>
            <a:ext cx="407774" cy="356627"/>
            <a:chOff x="4876780" y="2418064"/>
            <a:chExt cx="407774" cy="356627"/>
          </a:xfrm>
        </p:grpSpPr>
        <p:sp>
          <p:nvSpPr>
            <p:cNvPr id="15885" name="Google Shape;15885;p6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3" name="Google Shape;15893;p62"/>
          <p:cNvGrpSpPr/>
          <p:nvPr/>
        </p:nvGrpSpPr>
        <p:grpSpPr>
          <a:xfrm>
            <a:off x="7070872" y="2236621"/>
            <a:ext cx="398321" cy="371013"/>
            <a:chOff x="7070872" y="2410871"/>
            <a:chExt cx="398321" cy="371013"/>
          </a:xfrm>
        </p:grpSpPr>
        <p:sp>
          <p:nvSpPr>
            <p:cNvPr id="15894" name="Google Shape;15894;p6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8" name="Google Shape;15898;p6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9" name="Google Shape;15899;p62"/>
          <p:cNvGrpSpPr/>
          <p:nvPr/>
        </p:nvGrpSpPr>
        <p:grpSpPr>
          <a:xfrm>
            <a:off x="5318259" y="2807861"/>
            <a:ext cx="371013" cy="220787"/>
            <a:chOff x="5318259" y="2982111"/>
            <a:chExt cx="371013" cy="220787"/>
          </a:xfrm>
        </p:grpSpPr>
        <p:sp>
          <p:nvSpPr>
            <p:cNvPr id="15900" name="Google Shape;15900;p6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62"/>
          <p:cNvGrpSpPr/>
          <p:nvPr/>
        </p:nvGrpSpPr>
        <p:grpSpPr>
          <a:xfrm>
            <a:off x="7073928" y="2731507"/>
            <a:ext cx="371395" cy="371809"/>
            <a:chOff x="7073928" y="2905757"/>
            <a:chExt cx="371395" cy="371809"/>
          </a:xfrm>
        </p:grpSpPr>
        <p:sp>
          <p:nvSpPr>
            <p:cNvPr id="15909" name="Google Shape;15909;p6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62"/>
          <p:cNvGrpSpPr/>
          <p:nvPr/>
        </p:nvGrpSpPr>
        <p:grpSpPr>
          <a:xfrm>
            <a:off x="6188327" y="2781158"/>
            <a:ext cx="371395" cy="272857"/>
            <a:chOff x="6188327" y="2955408"/>
            <a:chExt cx="371395" cy="272857"/>
          </a:xfrm>
        </p:grpSpPr>
        <p:sp>
          <p:nvSpPr>
            <p:cNvPr id="15913" name="Google Shape;15913;p6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5" name="Google Shape;15915;p62"/>
          <p:cNvGrpSpPr/>
          <p:nvPr/>
        </p:nvGrpSpPr>
        <p:grpSpPr>
          <a:xfrm>
            <a:off x="7521454" y="2731889"/>
            <a:ext cx="359651" cy="371013"/>
            <a:chOff x="7521454" y="2906139"/>
            <a:chExt cx="359651" cy="371013"/>
          </a:xfrm>
        </p:grpSpPr>
        <p:sp>
          <p:nvSpPr>
            <p:cNvPr id="15916" name="Google Shape;15916;p6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1" name="Google Shape;15921;p62"/>
          <p:cNvGrpSpPr/>
          <p:nvPr/>
        </p:nvGrpSpPr>
        <p:grpSpPr>
          <a:xfrm>
            <a:off x="5782845" y="2732271"/>
            <a:ext cx="301661" cy="371013"/>
            <a:chOff x="5782845" y="2906521"/>
            <a:chExt cx="301661" cy="371013"/>
          </a:xfrm>
        </p:grpSpPr>
        <p:sp>
          <p:nvSpPr>
            <p:cNvPr id="15922" name="Google Shape;15922;p6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62"/>
          <p:cNvGrpSpPr/>
          <p:nvPr/>
        </p:nvGrpSpPr>
        <p:grpSpPr>
          <a:xfrm>
            <a:off x="3539102" y="2253299"/>
            <a:ext cx="355099" cy="355481"/>
            <a:chOff x="3539102" y="2427549"/>
            <a:chExt cx="355099" cy="355481"/>
          </a:xfrm>
        </p:grpSpPr>
        <p:sp>
          <p:nvSpPr>
            <p:cNvPr id="15926" name="Google Shape;15926;p6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62"/>
          <p:cNvGrpSpPr/>
          <p:nvPr/>
        </p:nvGrpSpPr>
        <p:grpSpPr>
          <a:xfrm>
            <a:off x="6630539" y="2743252"/>
            <a:ext cx="371777" cy="349434"/>
            <a:chOff x="6630539" y="2917502"/>
            <a:chExt cx="371777" cy="349434"/>
          </a:xfrm>
        </p:grpSpPr>
        <p:sp>
          <p:nvSpPr>
            <p:cNvPr id="15929" name="Google Shape;15929;p6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6" name="Google Shape;15936;p62"/>
          <p:cNvGrpSpPr/>
          <p:nvPr/>
        </p:nvGrpSpPr>
        <p:grpSpPr>
          <a:xfrm>
            <a:off x="2171474" y="3194979"/>
            <a:ext cx="408156" cy="343737"/>
            <a:chOff x="2171474" y="3369229"/>
            <a:chExt cx="408156" cy="343737"/>
          </a:xfrm>
        </p:grpSpPr>
        <p:sp>
          <p:nvSpPr>
            <p:cNvPr id="15937" name="Google Shape;15937;p6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62"/>
          <p:cNvGrpSpPr/>
          <p:nvPr/>
        </p:nvGrpSpPr>
        <p:grpSpPr>
          <a:xfrm>
            <a:off x="4891198" y="2750858"/>
            <a:ext cx="334634" cy="334634"/>
            <a:chOff x="4891198" y="2925108"/>
            <a:chExt cx="334634" cy="334634"/>
          </a:xfrm>
        </p:grpSpPr>
        <p:sp>
          <p:nvSpPr>
            <p:cNvPr id="15942" name="Google Shape;15942;p6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62"/>
          <p:cNvGrpSpPr/>
          <p:nvPr/>
        </p:nvGrpSpPr>
        <p:grpSpPr>
          <a:xfrm>
            <a:off x="7976174" y="2750858"/>
            <a:ext cx="334666" cy="334634"/>
            <a:chOff x="7976174" y="2925108"/>
            <a:chExt cx="334666" cy="334634"/>
          </a:xfrm>
        </p:grpSpPr>
        <p:sp>
          <p:nvSpPr>
            <p:cNvPr id="15951" name="Google Shape;15951;p6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0" name="Google Shape;15960;p62"/>
          <p:cNvGrpSpPr/>
          <p:nvPr/>
        </p:nvGrpSpPr>
        <p:grpSpPr>
          <a:xfrm>
            <a:off x="3091957" y="3199881"/>
            <a:ext cx="354717" cy="332757"/>
            <a:chOff x="3091957" y="3374131"/>
            <a:chExt cx="354717" cy="332757"/>
          </a:xfrm>
        </p:grpSpPr>
        <p:sp>
          <p:nvSpPr>
            <p:cNvPr id="15961" name="Google Shape;15961;p6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62"/>
          <p:cNvGrpSpPr/>
          <p:nvPr/>
        </p:nvGrpSpPr>
        <p:grpSpPr>
          <a:xfrm>
            <a:off x="3988156" y="3205960"/>
            <a:ext cx="353954" cy="318880"/>
            <a:chOff x="3988156" y="3380210"/>
            <a:chExt cx="353954" cy="318880"/>
          </a:xfrm>
        </p:grpSpPr>
        <p:sp>
          <p:nvSpPr>
            <p:cNvPr id="15968" name="Google Shape;15968;p6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62"/>
          <p:cNvGrpSpPr/>
          <p:nvPr/>
        </p:nvGrpSpPr>
        <p:grpSpPr>
          <a:xfrm>
            <a:off x="3541011" y="3193070"/>
            <a:ext cx="348257" cy="346188"/>
            <a:chOff x="3541011" y="3367320"/>
            <a:chExt cx="348257" cy="346188"/>
          </a:xfrm>
        </p:grpSpPr>
        <p:sp>
          <p:nvSpPr>
            <p:cNvPr id="15974" name="Google Shape;15974;p6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62"/>
          <p:cNvGrpSpPr/>
          <p:nvPr/>
        </p:nvGrpSpPr>
        <p:grpSpPr>
          <a:xfrm>
            <a:off x="1314678" y="3183967"/>
            <a:ext cx="334666" cy="365348"/>
            <a:chOff x="1314678" y="3358217"/>
            <a:chExt cx="334666" cy="365348"/>
          </a:xfrm>
        </p:grpSpPr>
        <p:sp>
          <p:nvSpPr>
            <p:cNvPr id="15979" name="Google Shape;15979;p6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4" name="Google Shape;15984;p62"/>
          <p:cNvGrpSpPr/>
          <p:nvPr/>
        </p:nvGrpSpPr>
        <p:grpSpPr>
          <a:xfrm>
            <a:off x="1748582" y="3198385"/>
            <a:ext cx="359269" cy="335780"/>
            <a:chOff x="1748582" y="3372635"/>
            <a:chExt cx="359269" cy="335780"/>
          </a:xfrm>
        </p:grpSpPr>
        <p:sp>
          <p:nvSpPr>
            <p:cNvPr id="15985" name="Google Shape;15985;p6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6" name="Google Shape;15986;p62"/>
            <p:cNvGrpSpPr/>
            <p:nvPr/>
          </p:nvGrpSpPr>
          <p:grpSpPr>
            <a:xfrm>
              <a:off x="1748582" y="3372635"/>
              <a:ext cx="333520" cy="335780"/>
              <a:chOff x="1748582" y="3372635"/>
              <a:chExt cx="333520" cy="335780"/>
            </a:xfrm>
          </p:grpSpPr>
          <p:sp>
            <p:nvSpPr>
              <p:cNvPr id="15987" name="Google Shape;15987;p6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90" name="Google Shape;15990;p62"/>
          <p:cNvGrpSpPr/>
          <p:nvPr/>
        </p:nvGrpSpPr>
        <p:grpSpPr>
          <a:xfrm>
            <a:off x="2640993" y="3183585"/>
            <a:ext cx="365348" cy="364966"/>
            <a:chOff x="2640993" y="3357835"/>
            <a:chExt cx="365348" cy="364966"/>
          </a:xfrm>
        </p:grpSpPr>
        <p:sp>
          <p:nvSpPr>
            <p:cNvPr id="15991" name="Google Shape;15991;p6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1" name="Google Shape;16001;p62"/>
          <p:cNvGrpSpPr/>
          <p:nvPr/>
        </p:nvGrpSpPr>
        <p:grpSpPr>
          <a:xfrm>
            <a:off x="4886264" y="3191924"/>
            <a:ext cx="350548" cy="350198"/>
            <a:chOff x="4886264" y="3366174"/>
            <a:chExt cx="350548" cy="350198"/>
          </a:xfrm>
        </p:grpSpPr>
        <p:sp>
          <p:nvSpPr>
            <p:cNvPr id="16002" name="Google Shape;16002;p6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62"/>
          <p:cNvGrpSpPr/>
          <p:nvPr/>
        </p:nvGrpSpPr>
        <p:grpSpPr>
          <a:xfrm>
            <a:off x="5331913" y="3239697"/>
            <a:ext cx="347143" cy="254684"/>
            <a:chOff x="5331913" y="3413947"/>
            <a:chExt cx="347143" cy="254684"/>
          </a:xfrm>
        </p:grpSpPr>
        <p:sp>
          <p:nvSpPr>
            <p:cNvPr id="16016" name="Google Shape;16016;p6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2" name="Google Shape;16022;p62"/>
          <p:cNvGrpSpPr/>
          <p:nvPr/>
        </p:nvGrpSpPr>
        <p:grpSpPr>
          <a:xfrm>
            <a:off x="5776798" y="3235528"/>
            <a:ext cx="346379" cy="264518"/>
            <a:chOff x="5776798" y="3409778"/>
            <a:chExt cx="346379" cy="264518"/>
          </a:xfrm>
        </p:grpSpPr>
        <p:sp>
          <p:nvSpPr>
            <p:cNvPr id="16023" name="Google Shape;16023;p6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9" name="Google Shape;16029;p62"/>
          <p:cNvGrpSpPr/>
          <p:nvPr/>
        </p:nvGrpSpPr>
        <p:grpSpPr>
          <a:xfrm>
            <a:off x="7108015" y="3222255"/>
            <a:ext cx="344883" cy="290299"/>
            <a:chOff x="7108015" y="3396505"/>
            <a:chExt cx="344883" cy="290299"/>
          </a:xfrm>
        </p:grpSpPr>
        <p:sp>
          <p:nvSpPr>
            <p:cNvPr id="16030" name="Google Shape;16030;p6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62"/>
          <p:cNvGrpSpPr/>
          <p:nvPr/>
        </p:nvGrpSpPr>
        <p:grpSpPr>
          <a:xfrm>
            <a:off x="7551754" y="3216558"/>
            <a:ext cx="344883" cy="301311"/>
            <a:chOff x="7551754" y="3390808"/>
            <a:chExt cx="344883" cy="301311"/>
          </a:xfrm>
        </p:grpSpPr>
        <p:sp>
          <p:nvSpPr>
            <p:cNvPr id="16035" name="Google Shape;16035;p6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6" name="Google Shape;16046;p62"/>
          <p:cNvGrpSpPr/>
          <p:nvPr/>
        </p:nvGrpSpPr>
        <p:grpSpPr>
          <a:xfrm>
            <a:off x="6707084" y="3213153"/>
            <a:ext cx="261145" cy="308504"/>
            <a:chOff x="6707084" y="3387403"/>
            <a:chExt cx="261145" cy="308504"/>
          </a:xfrm>
        </p:grpSpPr>
        <p:sp>
          <p:nvSpPr>
            <p:cNvPr id="16047" name="Google Shape;16047;p6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62"/>
          <p:cNvGrpSpPr/>
          <p:nvPr/>
        </p:nvGrpSpPr>
        <p:grpSpPr>
          <a:xfrm>
            <a:off x="848978" y="4123387"/>
            <a:ext cx="377824" cy="324418"/>
            <a:chOff x="848978" y="4297637"/>
            <a:chExt cx="377824" cy="324418"/>
          </a:xfrm>
        </p:grpSpPr>
        <p:sp>
          <p:nvSpPr>
            <p:cNvPr id="16052" name="Google Shape;16052;p6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62"/>
          <p:cNvGrpSpPr/>
          <p:nvPr/>
        </p:nvGrpSpPr>
        <p:grpSpPr>
          <a:xfrm>
            <a:off x="1754279" y="4112343"/>
            <a:ext cx="351439" cy="345965"/>
            <a:chOff x="1754279" y="4286593"/>
            <a:chExt cx="351439" cy="345965"/>
          </a:xfrm>
        </p:grpSpPr>
        <p:sp>
          <p:nvSpPr>
            <p:cNvPr id="16055" name="Google Shape;16055;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62"/>
          <p:cNvGrpSpPr/>
          <p:nvPr/>
        </p:nvGrpSpPr>
        <p:grpSpPr>
          <a:xfrm>
            <a:off x="3996113" y="4116926"/>
            <a:ext cx="336512" cy="335048"/>
            <a:chOff x="3996113" y="4291176"/>
            <a:chExt cx="336512" cy="335048"/>
          </a:xfrm>
        </p:grpSpPr>
        <p:sp>
          <p:nvSpPr>
            <p:cNvPr id="16061" name="Google Shape;16061;p6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4" name="Google Shape;16064;p6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5" name="Google Shape;16065;p62"/>
          <p:cNvGrpSpPr/>
          <p:nvPr/>
        </p:nvGrpSpPr>
        <p:grpSpPr>
          <a:xfrm>
            <a:off x="2179081" y="4111261"/>
            <a:ext cx="397525" cy="348670"/>
            <a:chOff x="2179081" y="4285511"/>
            <a:chExt cx="397525" cy="348670"/>
          </a:xfrm>
        </p:grpSpPr>
        <p:sp>
          <p:nvSpPr>
            <p:cNvPr id="16066" name="Google Shape;16066;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62"/>
          <p:cNvGrpSpPr/>
          <p:nvPr/>
        </p:nvGrpSpPr>
        <p:grpSpPr>
          <a:xfrm>
            <a:off x="3584201" y="4120746"/>
            <a:ext cx="267574" cy="329415"/>
            <a:chOff x="3584201" y="4294996"/>
            <a:chExt cx="267574" cy="329415"/>
          </a:xfrm>
        </p:grpSpPr>
        <p:sp>
          <p:nvSpPr>
            <p:cNvPr id="16069" name="Google Shape;16069;p6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62"/>
          <p:cNvGrpSpPr/>
          <p:nvPr/>
        </p:nvGrpSpPr>
        <p:grpSpPr>
          <a:xfrm>
            <a:off x="3082855" y="4121478"/>
            <a:ext cx="375946" cy="327823"/>
            <a:chOff x="3082855" y="4295728"/>
            <a:chExt cx="375946" cy="327823"/>
          </a:xfrm>
        </p:grpSpPr>
        <p:sp>
          <p:nvSpPr>
            <p:cNvPr id="16074" name="Google Shape;16074;p6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62"/>
          <p:cNvGrpSpPr/>
          <p:nvPr/>
        </p:nvGrpSpPr>
        <p:grpSpPr>
          <a:xfrm>
            <a:off x="2749016" y="4116926"/>
            <a:ext cx="150831" cy="336926"/>
            <a:chOff x="2749016" y="4291176"/>
            <a:chExt cx="150831" cy="336926"/>
          </a:xfrm>
        </p:grpSpPr>
        <p:sp>
          <p:nvSpPr>
            <p:cNvPr id="16086" name="Google Shape;16086;p6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62"/>
          <p:cNvGrpSpPr/>
          <p:nvPr/>
        </p:nvGrpSpPr>
        <p:grpSpPr>
          <a:xfrm>
            <a:off x="7127716" y="4105182"/>
            <a:ext cx="248254" cy="361942"/>
            <a:chOff x="7127716" y="4279432"/>
            <a:chExt cx="248254" cy="361942"/>
          </a:xfrm>
        </p:grpSpPr>
        <p:sp>
          <p:nvSpPr>
            <p:cNvPr id="16091" name="Google Shape;16091;p6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62"/>
          <p:cNvGrpSpPr/>
          <p:nvPr/>
        </p:nvGrpSpPr>
        <p:grpSpPr>
          <a:xfrm>
            <a:off x="7565408" y="4105182"/>
            <a:ext cx="248255" cy="361942"/>
            <a:chOff x="7565408" y="4279432"/>
            <a:chExt cx="248255" cy="361942"/>
          </a:xfrm>
        </p:grpSpPr>
        <p:sp>
          <p:nvSpPr>
            <p:cNvPr id="16101" name="Google Shape;16101;p6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62"/>
          <p:cNvGrpSpPr/>
          <p:nvPr/>
        </p:nvGrpSpPr>
        <p:grpSpPr>
          <a:xfrm>
            <a:off x="6264109" y="4105182"/>
            <a:ext cx="225498" cy="361560"/>
            <a:chOff x="6264109" y="4279432"/>
            <a:chExt cx="225498" cy="361560"/>
          </a:xfrm>
        </p:grpSpPr>
        <p:sp>
          <p:nvSpPr>
            <p:cNvPr id="16110" name="Google Shape;16110;p6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62"/>
          <p:cNvGrpSpPr/>
          <p:nvPr/>
        </p:nvGrpSpPr>
        <p:grpSpPr>
          <a:xfrm>
            <a:off x="7929578" y="4110115"/>
            <a:ext cx="395266" cy="351312"/>
            <a:chOff x="7929578" y="4284365"/>
            <a:chExt cx="395266" cy="351312"/>
          </a:xfrm>
        </p:grpSpPr>
        <p:sp>
          <p:nvSpPr>
            <p:cNvPr id="16113" name="Google Shape;16113;p6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62"/>
          <p:cNvGrpSpPr/>
          <p:nvPr/>
        </p:nvGrpSpPr>
        <p:grpSpPr>
          <a:xfrm>
            <a:off x="6595502" y="4149527"/>
            <a:ext cx="426315" cy="332826"/>
            <a:chOff x="6639652" y="4323777"/>
            <a:chExt cx="426315" cy="332826"/>
          </a:xfrm>
        </p:grpSpPr>
        <p:sp>
          <p:nvSpPr>
            <p:cNvPr id="16118" name="Google Shape;16118;p6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62"/>
          <p:cNvGrpSpPr/>
          <p:nvPr/>
        </p:nvGrpSpPr>
        <p:grpSpPr>
          <a:xfrm>
            <a:off x="5357662" y="4123387"/>
            <a:ext cx="287275" cy="326296"/>
            <a:chOff x="5357662" y="4297637"/>
            <a:chExt cx="287275" cy="326296"/>
          </a:xfrm>
        </p:grpSpPr>
        <p:sp>
          <p:nvSpPr>
            <p:cNvPr id="16129" name="Google Shape;16129;p6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62"/>
          <p:cNvGrpSpPr/>
          <p:nvPr/>
        </p:nvGrpSpPr>
        <p:grpSpPr>
          <a:xfrm>
            <a:off x="5774124" y="4120300"/>
            <a:ext cx="331611" cy="331674"/>
            <a:chOff x="5774124" y="4294550"/>
            <a:chExt cx="331611" cy="331674"/>
          </a:xfrm>
        </p:grpSpPr>
        <p:sp>
          <p:nvSpPr>
            <p:cNvPr id="16135" name="Google Shape;16135;p6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62"/>
          <p:cNvGrpSpPr/>
          <p:nvPr/>
        </p:nvGrpSpPr>
        <p:grpSpPr>
          <a:xfrm>
            <a:off x="4890434" y="4113139"/>
            <a:ext cx="345997" cy="346029"/>
            <a:chOff x="4890434" y="4287389"/>
            <a:chExt cx="345997" cy="346029"/>
          </a:xfrm>
        </p:grpSpPr>
        <p:sp>
          <p:nvSpPr>
            <p:cNvPr id="16138" name="Google Shape;16138;p6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5" name="Google Shape;16145;p62"/>
          <p:cNvGrpSpPr/>
          <p:nvPr/>
        </p:nvGrpSpPr>
        <p:grpSpPr>
          <a:xfrm>
            <a:off x="2165809" y="3636809"/>
            <a:ext cx="422542" cy="342973"/>
            <a:chOff x="2165809" y="3811059"/>
            <a:chExt cx="422542" cy="342973"/>
          </a:xfrm>
        </p:grpSpPr>
        <p:sp>
          <p:nvSpPr>
            <p:cNvPr id="16146" name="Google Shape;16146;p6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4" name="Google Shape;16164;p6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65" name="Google Shape;16165;p62"/>
          <p:cNvGrpSpPr/>
          <p:nvPr/>
        </p:nvGrpSpPr>
        <p:grpSpPr>
          <a:xfrm>
            <a:off x="903530" y="3631875"/>
            <a:ext cx="264550" cy="353222"/>
            <a:chOff x="903530" y="3806125"/>
            <a:chExt cx="264550" cy="353222"/>
          </a:xfrm>
        </p:grpSpPr>
        <p:sp>
          <p:nvSpPr>
            <p:cNvPr id="16166" name="Google Shape;16166;p6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62"/>
          <p:cNvGrpSpPr/>
          <p:nvPr/>
        </p:nvGrpSpPr>
        <p:grpSpPr>
          <a:xfrm>
            <a:off x="850092" y="3178684"/>
            <a:ext cx="369517" cy="375660"/>
            <a:chOff x="850092" y="3352934"/>
            <a:chExt cx="369517" cy="375660"/>
          </a:xfrm>
        </p:grpSpPr>
        <p:sp>
          <p:nvSpPr>
            <p:cNvPr id="16171" name="Google Shape;16171;p6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62"/>
          <p:cNvGrpSpPr/>
          <p:nvPr/>
        </p:nvGrpSpPr>
        <p:grpSpPr>
          <a:xfrm>
            <a:off x="2611458" y="3642124"/>
            <a:ext cx="426329" cy="332375"/>
            <a:chOff x="2611458" y="3816374"/>
            <a:chExt cx="426329" cy="332375"/>
          </a:xfrm>
        </p:grpSpPr>
        <p:sp>
          <p:nvSpPr>
            <p:cNvPr id="16177" name="Google Shape;16177;p6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7" name="Google Shape;16187;p6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8" name="Google Shape;16188;p62"/>
          <p:cNvGrpSpPr/>
          <p:nvPr/>
        </p:nvGrpSpPr>
        <p:grpSpPr>
          <a:xfrm>
            <a:off x="4019984" y="3631143"/>
            <a:ext cx="293704" cy="353954"/>
            <a:chOff x="4019984" y="3805393"/>
            <a:chExt cx="293704" cy="353954"/>
          </a:xfrm>
        </p:grpSpPr>
        <p:sp>
          <p:nvSpPr>
            <p:cNvPr id="16189" name="Google Shape;16189;p6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62"/>
          <p:cNvGrpSpPr/>
          <p:nvPr/>
        </p:nvGrpSpPr>
        <p:grpSpPr>
          <a:xfrm>
            <a:off x="8006505" y="3215794"/>
            <a:ext cx="323654" cy="303189"/>
            <a:chOff x="8006505" y="3390044"/>
            <a:chExt cx="323654" cy="303189"/>
          </a:xfrm>
        </p:grpSpPr>
        <p:sp>
          <p:nvSpPr>
            <p:cNvPr id="16192" name="Google Shape;16192;p6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62"/>
          <p:cNvGrpSpPr/>
          <p:nvPr/>
        </p:nvGrpSpPr>
        <p:grpSpPr>
          <a:xfrm>
            <a:off x="1299146" y="3632257"/>
            <a:ext cx="367990" cy="351312"/>
            <a:chOff x="1299146" y="3806507"/>
            <a:chExt cx="367990" cy="351312"/>
          </a:xfrm>
        </p:grpSpPr>
        <p:sp>
          <p:nvSpPr>
            <p:cNvPr id="16199" name="Google Shape;16199;p6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1" name="Google Shape;16201;p6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02" name="Google Shape;16202;p62"/>
          <p:cNvGrpSpPr/>
          <p:nvPr/>
        </p:nvGrpSpPr>
        <p:grpSpPr>
          <a:xfrm>
            <a:off x="7550258" y="3658420"/>
            <a:ext cx="371395" cy="301279"/>
            <a:chOff x="7550258" y="3832670"/>
            <a:chExt cx="371395" cy="301279"/>
          </a:xfrm>
        </p:grpSpPr>
        <p:sp>
          <p:nvSpPr>
            <p:cNvPr id="16203" name="Google Shape;16203;p6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1" name="Google Shape;16221;p6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2" name="Google Shape;16222;p62"/>
          <p:cNvGrpSpPr/>
          <p:nvPr/>
        </p:nvGrpSpPr>
        <p:grpSpPr>
          <a:xfrm>
            <a:off x="6659725" y="3633785"/>
            <a:ext cx="367608" cy="350548"/>
            <a:chOff x="6659725" y="3808035"/>
            <a:chExt cx="367608" cy="350548"/>
          </a:xfrm>
        </p:grpSpPr>
        <p:sp>
          <p:nvSpPr>
            <p:cNvPr id="16223" name="Google Shape;16223;p6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62"/>
          <p:cNvGrpSpPr/>
          <p:nvPr/>
        </p:nvGrpSpPr>
        <p:grpSpPr>
          <a:xfrm>
            <a:off x="6219391" y="3642506"/>
            <a:ext cx="356627" cy="334252"/>
            <a:chOff x="6219391" y="3816756"/>
            <a:chExt cx="356627" cy="334252"/>
          </a:xfrm>
        </p:grpSpPr>
        <p:sp>
          <p:nvSpPr>
            <p:cNvPr id="16226" name="Google Shape;16226;p6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62"/>
          <p:cNvGrpSpPr/>
          <p:nvPr/>
        </p:nvGrpSpPr>
        <p:grpSpPr>
          <a:xfrm>
            <a:off x="5778676" y="3652722"/>
            <a:ext cx="349052" cy="313055"/>
            <a:chOff x="5778676" y="3826972"/>
            <a:chExt cx="349052" cy="313055"/>
          </a:xfrm>
        </p:grpSpPr>
        <p:sp>
          <p:nvSpPr>
            <p:cNvPr id="16231" name="Google Shape;16231;p6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62"/>
          <p:cNvGrpSpPr/>
          <p:nvPr/>
        </p:nvGrpSpPr>
        <p:grpSpPr>
          <a:xfrm>
            <a:off x="5355784" y="3660297"/>
            <a:ext cx="299019" cy="297905"/>
            <a:chOff x="5355784" y="3834547"/>
            <a:chExt cx="299019" cy="297905"/>
          </a:xfrm>
        </p:grpSpPr>
        <p:sp>
          <p:nvSpPr>
            <p:cNvPr id="16237" name="Google Shape;16237;p6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62"/>
          <p:cNvGrpSpPr/>
          <p:nvPr/>
        </p:nvGrpSpPr>
        <p:grpSpPr>
          <a:xfrm>
            <a:off x="8036455" y="3633021"/>
            <a:ext cx="292176" cy="353985"/>
            <a:chOff x="8036455" y="3807271"/>
            <a:chExt cx="292176" cy="353985"/>
          </a:xfrm>
        </p:grpSpPr>
        <p:sp>
          <p:nvSpPr>
            <p:cNvPr id="16242" name="Google Shape;16242;p6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4" name="Google Shape;16244;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245" name="Google Shape;16245;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6246" name="Google Shape;16246;p62"/>
          <p:cNvGrpSpPr/>
          <p:nvPr/>
        </p:nvGrpSpPr>
        <p:grpSpPr>
          <a:xfrm>
            <a:off x="4874902" y="3634549"/>
            <a:ext cx="345615" cy="350835"/>
            <a:chOff x="4874902" y="3808799"/>
            <a:chExt cx="345615" cy="350835"/>
          </a:xfrm>
        </p:grpSpPr>
        <p:sp>
          <p:nvSpPr>
            <p:cNvPr id="16247" name="Google Shape;16247;p6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62"/>
          <p:cNvGrpSpPr/>
          <p:nvPr/>
        </p:nvGrpSpPr>
        <p:grpSpPr>
          <a:xfrm>
            <a:off x="3095745" y="3631143"/>
            <a:ext cx="352840" cy="354717"/>
            <a:chOff x="3095745" y="3805393"/>
            <a:chExt cx="352840" cy="354717"/>
          </a:xfrm>
        </p:grpSpPr>
        <p:sp>
          <p:nvSpPr>
            <p:cNvPr id="16265" name="Google Shape;16265;p6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74" name="Shape 16274"/>
        <p:cNvGrpSpPr/>
        <p:nvPr/>
      </p:nvGrpSpPr>
      <p:grpSpPr>
        <a:xfrm>
          <a:off x="0" y="0"/>
          <a:ext cx="0" cy="0"/>
          <a:chOff x="0" y="0"/>
          <a:chExt cx="0" cy="0"/>
        </a:xfrm>
      </p:grpSpPr>
      <p:grpSp>
        <p:nvGrpSpPr>
          <p:cNvPr id="16275" name="Google Shape;16275;p63"/>
          <p:cNvGrpSpPr/>
          <p:nvPr/>
        </p:nvGrpSpPr>
        <p:grpSpPr>
          <a:xfrm>
            <a:off x="2733780" y="4039081"/>
            <a:ext cx="342144" cy="362704"/>
            <a:chOff x="2704005" y="4258781"/>
            <a:chExt cx="342144" cy="362704"/>
          </a:xfrm>
        </p:grpSpPr>
        <p:sp>
          <p:nvSpPr>
            <p:cNvPr id="16276" name="Google Shape;16276;p6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63"/>
          <p:cNvGrpSpPr/>
          <p:nvPr/>
        </p:nvGrpSpPr>
        <p:grpSpPr>
          <a:xfrm>
            <a:off x="2157462" y="4083096"/>
            <a:ext cx="347435" cy="363370"/>
            <a:chOff x="2157462" y="4258496"/>
            <a:chExt cx="347435" cy="363370"/>
          </a:xfrm>
        </p:grpSpPr>
        <p:sp>
          <p:nvSpPr>
            <p:cNvPr id="16284" name="Google Shape;16284;p6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63"/>
          <p:cNvGrpSpPr/>
          <p:nvPr/>
        </p:nvGrpSpPr>
        <p:grpSpPr>
          <a:xfrm>
            <a:off x="4010963" y="3588381"/>
            <a:ext cx="343665" cy="363211"/>
            <a:chOff x="4010963" y="3763781"/>
            <a:chExt cx="343665" cy="363211"/>
          </a:xfrm>
        </p:grpSpPr>
        <p:sp>
          <p:nvSpPr>
            <p:cNvPr id="16288" name="Google Shape;16288;p6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3" name="Google Shape;16293;p63"/>
          <p:cNvGrpSpPr/>
          <p:nvPr/>
        </p:nvGrpSpPr>
        <p:grpSpPr>
          <a:xfrm>
            <a:off x="2214042" y="3635109"/>
            <a:ext cx="368153" cy="311193"/>
            <a:chOff x="2214042" y="3810509"/>
            <a:chExt cx="368153" cy="311193"/>
          </a:xfrm>
        </p:grpSpPr>
        <p:sp>
          <p:nvSpPr>
            <p:cNvPr id="16294" name="Google Shape;16294;p6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63"/>
          <p:cNvGrpSpPr/>
          <p:nvPr/>
        </p:nvGrpSpPr>
        <p:grpSpPr>
          <a:xfrm>
            <a:off x="1797413" y="3606819"/>
            <a:ext cx="367805" cy="367773"/>
            <a:chOff x="1768938" y="3782219"/>
            <a:chExt cx="367805" cy="367773"/>
          </a:xfrm>
        </p:grpSpPr>
        <p:sp>
          <p:nvSpPr>
            <p:cNvPr id="16297" name="Google Shape;16297;p6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63"/>
          <p:cNvGrpSpPr/>
          <p:nvPr/>
        </p:nvGrpSpPr>
        <p:grpSpPr>
          <a:xfrm>
            <a:off x="2681385" y="3623039"/>
            <a:ext cx="325544" cy="327413"/>
            <a:chOff x="2681385" y="3798439"/>
            <a:chExt cx="325544" cy="327413"/>
          </a:xfrm>
        </p:grpSpPr>
        <p:sp>
          <p:nvSpPr>
            <p:cNvPr id="16303" name="Google Shape;16303;p6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0" name="Google Shape;16310;p63"/>
          <p:cNvGrpSpPr/>
          <p:nvPr/>
        </p:nvGrpSpPr>
        <p:grpSpPr>
          <a:xfrm>
            <a:off x="6243928" y="4088102"/>
            <a:ext cx="274254" cy="350824"/>
            <a:chOff x="6243928" y="4263502"/>
            <a:chExt cx="274254" cy="350824"/>
          </a:xfrm>
        </p:grpSpPr>
        <p:sp>
          <p:nvSpPr>
            <p:cNvPr id="16311" name="Google Shape;16311;p6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63"/>
          <p:cNvGrpSpPr/>
          <p:nvPr/>
        </p:nvGrpSpPr>
        <p:grpSpPr>
          <a:xfrm>
            <a:off x="3560600" y="3587938"/>
            <a:ext cx="352345" cy="363655"/>
            <a:chOff x="3560600" y="3763338"/>
            <a:chExt cx="352345" cy="363655"/>
          </a:xfrm>
        </p:grpSpPr>
        <p:sp>
          <p:nvSpPr>
            <p:cNvPr id="16320" name="Google Shape;16320;p6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3" name="Google Shape;16323;p63"/>
          <p:cNvGrpSpPr/>
          <p:nvPr/>
        </p:nvGrpSpPr>
        <p:grpSpPr>
          <a:xfrm>
            <a:off x="5790556" y="4085852"/>
            <a:ext cx="279513" cy="356083"/>
            <a:chOff x="5790556" y="4261252"/>
            <a:chExt cx="279513" cy="356083"/>
          </a:xfrm>
        </p:grpSpPr>
        <p:sp>
          <p:nvSpPr>
            <p:cNvPr id="16324" name="Google Shape;16324;p6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1" name="Google Shape;16331;p63"/>
          <p:cNvGrpSpPr/>
          <p:nvPr/>
        </p:nvGrpSpPr>
        <p:grpSpPr>
          <a:xfrm>
            <a:off x="5341333" y="4085852"/>
            <a:ext cx="278752" cy="356463"/>
            <a:chOff x="5341333" y="4261252"/>
            <a:chExt cx="278752" cy="356463"/>
          </a:xfrm>
        </p:grpSpPr>
        <p:sp>
          <p:nvSpPr>
            <p:cNvPr id="16332" name="Google Shape;16332;p6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9" name="Google Shape;16339;p6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0" name="Google Shape;16340;p63"/>
          <p:cNvGrpSpPr/>
          <p:nvPr/>
        </p:nvGrpSpPr>
        <p:grpSpPr>
          <a:xfrm>
            <a:off x="3103646" y="3590676"/>
            <a:ext cx="360233" cy="362451"/>
            <a:chOff x="3107608" y="3763401"/>
            <a:chExt cx="360233" cy="362451"/>
          </a:xfrm>
        </p:grpSpPr>
        <p:sp>
          <p:nvSpPr>
            <p:cNvPr id="16341" name="Google Shape;16341;p6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4" name="Google Shape;16344;p63"/>
          <p:cNvGrpSpPr/>
          <p:nvPr/>
        </p:nvGrpSpPr>
        <p:grpSpPr>
          <a:xfrm>
            <a:off x="889343" y="3625827"/>
            <a:ext cx="351585" cy="339705"/>
            <a:chOff x="889343" y="3801227"/>
            <a:chExt cx="351585" cy="339705"/>
          </a:xfrm>
        </p:grpSpPr>
        <p:sp>
          <p:nvSpPr>
            <p:cNvPr id="16345" name="Google Shape;16345;p6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63"/>
          <p:cNvGrpSpPr/>
          <p:nvPr/>
        </p:nvGrpSpPr>
        <p:grpSpPr>
          <a:xfrm>
            <a:off x="4896609" y="4085472"/>
            <a:ext cx="278784" cy="355323"/>
            <a:chOff x="4896609" y="4260872"/>
            <a:chExt cx="278784" cy="355323"/>
          </a:xfrm>
        </p:grpSpPr>
        <p:sp>
          <p:nvSpPr>
            <p:cNvPr id="16351" name="Google Shape;16351;p6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7" name="Google Shape;16357;p63"/>
          <p:cNvGrpSpPr/>
          <p:nvPr/>
        </p:nvGrpSpPr>
        <p:grpSpPr>
          <a:xfrm>
            <a:off x="7598438" y="4090731"/>
            <a:ext cx="260283" cy="345914"/>
            <a:chOff x="7598438" y="4266131"/>
            <a:chExt cx="260283" cy="345914"/>
          </a:xfrm>
        </p:grpSpPr>
        <p:sp>
          <p:nvSpPr>
            <p:cNvPr id="16358" name="Google Shape;16358;p6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63"/>
          <p:cNvGrpSpPr/>
          <p:nvPr/>
        </p:nvGrpSpPr>
        <p:grpSpPr>
          <a:xfrm>
            <a:off x="1767069" y="3184746"/>
            <a:ext cx="286324" cy="348163"/>
            <a:chOff x="1767069" y="3360146"/>
            <a:chExt cx="286324" cy="348163"/>
          </a:xfrm>
        </p:grpSpPr>
        <p:sp>
          <p:nvSpPr>
            <p:cNvPr id="16366" name="Google Shape;16366;p6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63"/>
          <p:cNvGrpSpPr/>
          <p:nvPr/>
        </p:nvGrpSpPr>
        <p:grpSpPr>
          <a:xfrm>
            <a:off x="7149944" y="4090731"/>
            <a:ext cx="260283" cy="345914"/>
            <a:chOff x="7149944" y="4266131"/>
            <a:chExt cx="260283" cy="345914"/>
          </a:xfrm>
        </p:grpSpPr>
        <p:sp>
          <p:nvSpPr>
            <p:cNvPr id="16374" name="Google Shape;16374;p6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63"/>
          <p:cNvGrpSpPr/>
          <p:nvPr/>
        </p:nvGrpSpPr>
        <p:grpSpPr>
          <a:xfrm>
            <a:off x="6695051" y="4083951"/>
            <a:ext cx="270104" cy="360233"/>
            <a:chOff x="6695051" y="4259351"/>
            <a:chExt cx="270104" cy="360233"/>
          </a:xfrm>
        </p:grpSpPr>
        <p:sp>
          <p:nvSpPr>
            <p:cNvPr id="16381" name="Google Shape;16381;p6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5" name="Google Shape;16385;p63"/>
          <p:cNvGrpSpPr/>
          <p:nvPr/>
        </p:nvGrpSpPr>
        <p:grpSpPr>
          <a:xfrm>
            <a:off x="8047661" y="4082051"/>
            <a:ext cx="277263" cy="362514"/>
            <a:chOff x="8047661" y="4257451"/>
            <a:chExt cx="277263" cy="362514"/>
          </a:xfrm>
        </p:grpSpPr>
        <p:sp>
          <p:nvSpPr>
            <p:cNvPr id="16386" name="Google Shape;16386;p6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63"/>
          <p:cNvGrpSpPr/>
          <p:nvPr/>
        </p:nvGrpSpPr>
        <p:grpSpPr>
          <a:xfrm>
            <a:off x="6248078" y="3609068"/>
            <a:ext cx="277263" cy="356115"/>
            <a:chOff x="6248078" y="3784468"/>
            <a:chExt cx="277263" cy="356115"/>
          </a:xfrm>
        </p:grpSpPr>
        <p:sp>
          <p:nvSpPr>
            <p:cNvPr id="16391" name="Google Shape;16391;p6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6" name="Google Shape;16396;p63"/>
          <p:cNvGrpSpPr/>
          <p:nvPr/>
        </p:nvGrpSpPr>
        <p:grpSpPr>
          <a:xfrm>
            <a:off x="5800725" y="3610589"/>
            <a:ext cx="277644" cy="354594"/>
            <a:chOff x="5800725" y="3785989"/>
            <a:chExt cx="277644" cy="354594"/>
          </a:xfrm>
        </p:grpSpPr>
        <p:sp>
          <p:nvSpPr>
            <p:cNvPr id="16397" name="Google Shape;16397;p6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63"/>
          <p:cNvGrpSpPr/>
          <p:nvPr/>
        </p:nvGrpSpPr>
        <p:grpSpPr>
          <a:xfrm>
            <a:off x="2206122" y="3185348"/>
            <a:ext cx="308183" cy="347561"/>
            <a:chOff x="2206122" y="3360748"/>
            <a:chExt cx="308183" cy="347561"/>
          </a:xfrm>
        </p:grpSpPr>
        <p:sp>
          <p:nvSpPr>
            <p:cNvPr id="16405" name="Google Shape;16405;p6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0" name="Google Shape;16410;p63"/>
          <p:cNvGrpSpPr/>
          <p:nvPr/>
        </p:nvGrpSpPr>
        <p:grpSpPr>
          <a:xfrm>
            <a:off x="5353403" y="3610209"/>
            <a:ext cx="277992" cy="354974"/>
            <a:chOff x="5353403" y="3785609"/>
            <a:chExt cx="277992" cy="354974"/>
          </a:xfrm>
        </p:grpSpPr>
        <p:sp>
          <p:nvSpPr>
            <p:cNvPr id="16411" name="Google Shape;16411;p6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63"/>
          <p:cNvGrpSpPr/>
          <p:nvPr/>
        </p:nvGrpSpPr>
        <p:grpSpPr>
          <a:xfrm>
            <a:off x="4896229" y="3610589"/>
            <a:ext cx="278784" cy="354594"/>
            <a:chOff x="4896229" y="3785989"/>
            <a:chExt cx="278784" cy="354594"/>
          </a:xfrm>
        </p:grpSpPr>
        <p:sp>
          <p:nvSpPr>
            <p:cNvPr id="16418" name="Google Shape;16418;p6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4" name="Google Shape;16424;p63"/>
          <p:cNvGrpSpPr/>
          <p:nvPr/>
        </p:nvGrpSpPr>
        <p:grpSpPr>
          <a:xfrm>
            <a:off x="7592387" y="3612458"/>
            <a:ext cx="273874" cy="351204"/>
            <a:chOff x="7592387" y="3787858"/>
            <a:chExt cx="273874" cy="351204"/>
          </a:xfrm>
        </p:grpSpPr>
        <p:sp>
          <p:nvSpPr>
            <p:cNvPr id="16425" name="Google Shape;16425;p6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63"/>
          <p:cNvGrpSpPr/>
          <p:nvPr/>
        </p:nvGrpSpPr>
        <p:grpSpPr>
          <a:xfrm>
            <a:off x="7145794" y="3612458"/>
            <a:ext cx="274254" cy="350444"/>
            <a:chOff x="7145794" y="3787858"/>
            <a:chExt cx="274254" cy="350444"/>
          </a:xfrm>
        </p:grpSpPr>
        <p:sp>
          <p:nvSpPr>
            <p:cNvPr id="16430" name="Google Shape;16430;p6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6" name="Google Shape;16436;p63"/>
          <p:cNvGrpSpPr/>
          <p:nvPr/>
        </p:nvGrpSpPr>
        <p:grpSpPr>
          <a:xfrm>
            <a:off x="8054060" y="3611698"/>
            <a:ext cx="266334" cy="353834"/>
            <a:chOff x="8054060" y="3787098"/>
            <a:chExt cx="266334" cy="353834"/>
          </a:xfrm>
        </p:grpSpPr>
        <p:sp>
          <p:nvSpPr>
            <p:cNvPr id="16437" name="Google Shape;16437;p6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63"/>
          <p:cNvGrpSpPr/>
          <p:nvPr/>
        </p:nvGrpSpPr>
        <p:grpSpPr>
          <a:xfrm>
            <a:off x="6702211" y="3607199"/>
            <a:ext cx="270104" cy="361754"/>
            <a:chOff x="6702211" y="3782599"/>
            <a:chExt cx="270104" cy="361754"/>
          </a:xfrm>
        </p:grpSpPr>
        <p:sp>
          <p:nvSpPr>
            <p:cNvPr id="16442" name="Google Shape;16442;p6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63"/>
          <p:cNvGrpSpPr/>
          <p:nvPr/>
        </p:nvGrpSpPr>
        <p:grpSpPr>
          <a:xfrm>
            <a:off x="3516886" y="3263327"/>
            <a:ext cx="391854" cy="269922"/>
            <a:chOff x="3516850" y="3406526"/>
            <a:chExt cx="369674" cy="254644"/>
          </a:xfrm>
        </p:grpSpPr>
        <p:sp>
          <p:nvSpPr>
            <p:cNvPr id="16448" name="Google Shape;16448;p6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63"/>
          <p:cNvGrpSpPr/>
          <p:nvPr/>
        </p:nvGrpSpPr>
        <p:grpSpPr>
          <a:xfrm>
            <a:off x="1310655" y="3185127"/>
            <a:ext cx="306314" cy="347403"/>
            <a:chOff x="1310655" y="3360527"/>
            <a:chExt cx="306314" cy="347403"/>
          </a:xfrm>
        </p:grpSpPr>
        <p:sp>
          <p:nvSpPr>
            <p:cNvPr id="16453" name="Google Shape;16453;p6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8" name="Google Shape;16458;p63"/>
          <p:cNvGrpSpPr/>
          <p:nvPr/>
        </p:nvGrpSpPr>
        <p:grpSpPr>
          <a:xfrm>
            <a:off x="3119678" y="3184746"/>
            <a:ext cx="269343" cy="348543"/>
            <a:chOff x="3119678" y="3360146"/>
            <a:chExt cx="269343" cy="348543"/>
          </a:xfrm>
        </p:grpSpPr>
        <p:sp>
          <p:nvSpPr>
            <p:cNvPr id="16459" name="Google Shape;16459;p6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6" name="Google Shape;16466;p63"/>
          <p:cNvGrpSpPr/>
          <p:nvPr/>
        </p:nvGrpSpPr>
        <p:grpSpPr>
          <a:xfrm>
            <a:off x="3967213" y="3181547"/>
            <a:ext cx="368185" cy="354753"/>
            <a:chOff x="3967213" y="3356947"/>
            <a:chExt cx="368185" cy="354753"/>
          </a:xfrm>
        </p:grpSpPr>
        <p:sp>
          <p:nvSpPr>
            <p:cNvPr id="16467" name="Google Shape;16467;p6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63"/>
          <p:cNvGrpSpPr/>
          <p:nvPr/>
        </p:nvGrpSpPr>
        <p:grpSpPr>
          <a:xfrm>
            <a:off x="871254" y="3184746"/>
            <a:ext cx="285183" cy="347023"/>
            <a:chOff x="871254" y="3360146"/>
            <a:chExt cx="285183" cy="347023"/>
          </a:xfrm>
        </p:grpSpPr>
        <p:sp>
          <p:nvSpPr>
            <p:cNvPr id="16473" name="Google Shape;16473;p6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7" name="Google Shape;16477;p63"/>
          <p:cNvGrpSpPr/>
          <p:nvPr/>
        </p:nvGrpSpPr>
        <p:grpSpPr>
          <a:xfrm>
            <a:off x="2665165" y="3184746"/>
            <a:ext cx="281794" cy="349684"/>
            <a:chOff x="2665165" y="3360146"/>
            <a:chExt cx="281794" cy="349684"/>
          </a:xfrm>
        </p:grpSpPr>
        <p:sp>
          <p:nvSpPr>
            <p:cNvPr id="16478" name="Google Shape;16478;p6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63"/>
          <p:cNvGrpSpPr/>
          <p:nvPr/>
        </p:nvGrpSpPr>
        <p:grpSpPr>
          <a:xfrm>
            <a:off x="7156344" y="3172296"/>
            <a:ext cx="264465" cy="353074"/>
            <a:chOff x="7156344" y="3347696"/>
            <a:chExt cx="264465" cy="353074"/>
          </a:xfrm>
        </p:grpSpPr>
        <p:sp>
          <p:nvSpPr>
            <p:cNvPr id="16484" name="Google Shape;16484;p6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9" name="Google Shape;16489;p63"/>
          <p:cNvGrpSpPr/>
          <p:nvPr/>
        </p:nvGrpSpPr>
        <p:grpSpPr>
          <a:xfrm>
            <a:off x="6703732" y="3171536"/>
            <a:ext cx="264813" cy="352693"/>
            <a:chOff x="6703732" y="3346936"/>
            <a:chExt cx="264813" cy="352693"/>
          </a:xfrm>
        </p:grpSpPr>
        <p:sp>
          <p:nvSpPr>
            <p:cNvPr id="16490" name="Google Shape;16490;p6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63"/>
          <p:cNvGrpSpPr/>
          <p:nvPr/>
        </p:nvGrpSpPr>
        <p:grpSpPr>
          <a:xfrm>
            <a:off x="6252228" y="3171536"/>
            <a:ext cx="265193" cy="352693"/>
            <a:chOff x="6252228" y="3346936"/>
            <a:chExt cx="265193" cy="352693"/>
          </a:xfrm>
        </p:grpSpPr>
        <p:sp>
          <p:nvSpPr>
            <p:cNvPr id="16496" name="Google Shape;16496;p6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63"/>
          <p:cNvGrpSpPr/>
          <p:nvPr/>
        </p:nvGrpSpPr>
        <p:grpSpPr>
          <a:xfrm>
            <a:off x="5801105" y="3172296"/>
            <a:ext cx="264813" cy="351933"/>
            <a:chOff x="5801105" y="3347696"/>
            <a:chExt cx="264813" cy="351933"/>
          </a:xfrm>
        </p:grpSpPr>
        <p:sp>
          <p:nvSpPr>
            <p:cNvPr id="16500" name="Google Shape;16500;p6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4" name="Google Shape;16504;p63"/>
          <p:cNvGrpSpPr/>
          <p:nvPr/>
        </p:nvGrpSpPr>
        <p:grpSpPr>
          <a:xfrm>
            <a:off x="5349253" y="3171536"/>
            <a:ext cx="265922" cy="352693"/>
            <a:chOff x="5349253" y="3346936"/>
            <a:chExt cx="265922" cy="352693"/>
          </a:xfrm>
        </p:grpSpPr>
        <p:sp>
          <p:nvSpPr>
            <p:cNvPr id="16505" name="Google Shape;16505;p6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63"/>
          <p:cNvGrpSpPr/>
          <p:nvPr/>
        </p:nvGrpSpPr>
        <p:grpSpPr>
          <a:xfrm>
            <a:off x="4907159" y="3171536"/>
            <a:ext cx="264845" cy="354214"/>
            <a:chOff x="4907159" y="3346936"/>
            <a:chExt cx="264845" cy="354214"/>
          </a:xfrm>
        </p:grpSpPr>
        <p:sp>
          <p:nvSpPr>
            <p:cNvPr id="16512" name="Google Shape;16512;p6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4" name="Google Shape;16514;p63"/>
          <p:cNvGrpSpPr/>
          <p:nvPr/>
        </p:nvGrpSpPr>
        <p:grpSpPr>
          <a:xfrm>
            <a:off x="8048421" y="3159086"/>
            <a:ext cx="276503" cy="369674"/>
            <a:chOff x="8048421" y="3334486"/>
            <a:chExt cx="276503" cy="369674"/>
          </a:xfrm>
        </p:grpSpPr>
        <p:sp>
          <p:nvSpPr>
            <p:cNvPr id="16515" name="Google Shape;16515;p6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1" name="Google Shape;16521;p63"/>
          <p:cNvGrpSpPr/>
          <p:nvPr/>
        </p:nvGrpSpPr>
        <p:grpSpPr>
          <a:xfrm>
            <a:off x="7575787" y="3154555"/>
            <a:ext cx="295384" cy="376834"/>
            <a:chOff x="7575787" y="3329955"/>
            <a:chExt cx="295384" cy="376834"/>
          </a:xfrm>
        </p:grpSpPr>
        <p:sp>
          <p:nvSpPr>
            <p:cNvPr id="16522" name="Google Shape;16522;p6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63"/>
          <p:cNvGrpSpPr/>
          <p:nvPr/>
        </p:nvGrpSpPr>
        <p:grpSpPr>
          <a:xfrm>
            <a:off x="864062" y="2709103"/>
            <a:ext cx="264084" cy="347783"/>
            <a:chOff x="864062" y="2884503"/>
            <a:chExt cx="264084" cy="347783"/>
          </a:xfrm>
        </p:grpSpPr>
        <p:sp>
          <p:nvSpPr>
            <p:cNvPr id="16529" name="Google Shape;16529;p6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63"/>
          <p:cNvGrpSpPr/>
          <p:nvPr/>
        </p:nvGrpSpPr>
        <p:grpSpPr>
          <a:xfrm>
            <a:off x="3978523" y="2709261"/>
            <a:ext cx="348955" cy="346516"/>
            <a:chOff x="3978523" y="2884661"/>
            <a:chExt cx="348955" cy="346516"/>
          </a:xfrm>
        </p:grpSpPr>
        <p:sp>
          <p:nvSpPr>
            <p:cNvPr id="16540" name="Google Shape;16540;p6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63"/>
          <p:cNvGrpSpPr/>
          <p:nvPr/>
        </p:nvGrpSpPr>
        <p:grpSpPr>
          <a:xfrm>
            <a:off x="3556255" y="2709863"/>
            <a:ext cx="347435" cy="345534"/>
            <a:chOff x="3527780" y="2885263"/>
            <a:chExt cx="347435" cy="345534"/>
          </a:xfrm>
        </p:grpSpPr>
        <p:sp>
          <p:nvSpPr>
            <p:cNvPr id="16549" name="Google Shape;16549;p6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63"/>
          <p:cNvGrpSpPr/>
          <p:nvPr/>
        </p:nvGrpSpPr>
        <p:grpSpPr>
          <a:xfrm>
            <a:off x="2239671" y="2709103"/>
            <a:ext cx="218053" cy="348543"/>
            <a:chOff x="2239671" y="2884503"/>
            <a:chExt cx="218053" cy="348543"/>
          </a:xfrm>
        </p:grpSpPr>
        <p:sp>
          <p:nvSpPr>
            <p:cNvPr id="16573" name="Google Shape;16573;p6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63"/>
          <p:cNvGrpSpPr/>
          <p:nvPr/>
        </p:nvGrpSpPr>
        <p:grpSpPr>
          <a:xfrm>
            <a:off x="2691555" y="2709103"/>
            <a:ext cx="215044" cy="348924"/>
            <a:chOff x="2691555" y="2884503"/>
            <a:chExt cx="215044" cy="348924"/>
          </a:xfrm>
        </p:grpSpPr>
        <p:sp>
          <p:nvSpPr>
            <p:cNvPr id="16579" name="Google Shape;16579;p6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63"/>
          <p:cNvGrpSpPr/>
          <p:nvPr/>
        </p:nvGrpSpPr>
        <p:grpSpPr>
          <a:xfrm>
            <a:off x="1770459" y="2709103"/>
            <a:ext cx="254644" cy="348828"/>
            <a:chOff x="1770459" y="2884503"/>
            <a:chExt cx="254644" cy="348828"/>
          </a:xfrm>
        </p:grpSpPr>
        <p:sp>
          <p:nvSpPr>
            <p:cNvPr id="16583" name="Google Shape;16583;p6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63"/>
          <p:cNvGrpSpPr/>
          <p:nvPr/>
        </p:nvGrpSpPr>
        <p:grpSpPr>
          <a:xfrm>
            <a:off x="1317466" y="2709483"/>
            <a:ext cx="258382" cy="348543"/>
            <a:chOff x="1317466" y="2884883"/>
            <a:chExt cx="258382" cy="348543"/>
          </a:xfrm>
        </p:grpSpPr>
        <p:sp>
          <p:nvSpPr>
            <p:cNvPr id="16592" name="Google Shape;16592;p6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63"/>
          <p:cNvGrpSpPr/>
          <p:nvPr/>
        </p:nvGrpSpPr>
        <p:grpSpPr>
          <a:xfrm>
            <a:off x="3121167" y="2709483"/>
            <a:ext cx="258414" cy="348543"/>
            <a:chOff x="3121167" y="2884883"/>
            <a:chExt cx="258414" cy="348543"/>
          </a:xfrm>
        </p:grpSpPr>
        <p:sp>
          <p:nvSpPr>
            <p:cNvPr id="16601" name="Google Shape;16601;p6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9" name="Google Shape;16609;p63"/>
          <p:cNvGrpSpPr/>
          <p:nvPr/>
        </p:nvGrpSpPr>
        <p:grpSpPr>
          <a:xfrm>
            <a:off x="4899999" y="2706695"/>
            <a:ext cx="271244" cy="346801"/>
            <a:chOff x="4899999" y="2882095"/>
            <a:chExt cx="271244" cy="346801"/>
          </a:xfrm>
        </p:grpSpPr>
        <p:sp>
          <p:nvSpPr>
            <p:cNvPr id="16610" name="Google Shape;16610;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0" name="Google Shape;16620;p63"/>
          <p:cNvGrpSpPr/>
          <p:nvPr/>
        </p:nvGrpSpPr>
        <p:grpSpPr>
          <a:xfrm>
            <a:off x="7162775" y="2705713"/>
            <a:ext cx="259523" cy="346294"/>
            <a:chOff x="7162775" y="2881113"/>
            <a:chExt cx="259523" cy="346294"/>
          </a:xfrm>
        </p:grpSpPr>
        <p:sp>
          <p:nvSpPr>
            <p:cNvPr id="16621" name="Google Shape;16621;p6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7" name="Google Shape;16627;p63"/>
          <p:cNvGrpSpPr/>
          <p:nvPr/>
        </p:nvGrpSpPr>
        <p:grpSpPr>
          <a:xfrm>
            <a:off x="6709751" y="2706442"/>
            <a:ext cx="261075" cy="347815"/>
            <a:chOff x="6709751" y="2881842"/>
            <a:chExt cx="261075" cy="347815"/>
          </a:xfrm>
        </p:grpSpPr>
        <p:sp>
          <p:nvSpPr>
            <p:cNvPr id="16628" name="Google Shape;16628;p6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4" name="Google Shape;16634;p63"/>
          <p:cNvGrpSpPr/>
          <p:nvPr/>
        </p:nvGrpSpPr>
        <p:grpSpPr>
          <a:xfrm>
            <a:off x="5807156" y="2705713"/>
            <a:ext cx="261043" cy="348163"/>
            <a:chOff x="5807156" y="2881113"/>
            <a:chExt cx="261043" cy="348163"/>
          </a:xfrm>
        </p:grpSpPr>
        <p:sp>
          <p:nvSpPr>
            <p:cNvPr id="16635" name="Google Shape;16635;p6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63"/>
          <p:cNvGrpSpPr/>
          <p:nvPr/>
        </p:nvGrpSpPr>
        <p:grpSpPr>
          <a:xfrm>
            <a:off x="5355653" y="2706093"/>
            <a:ext cx="262184" cy="346643"/>
            <a:chOff x="5355653" y="2881493"/>
            <a:chExt cx="262184" cy="346643"/>
          </a:xfrm>
        </p:grpSpPr>
        <p:sp>
          <p:nvSpPr>
            <p:cNvPr id="16641" name="Google Shape;16641;p6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6" name="Google Shape;16646;p63"/>
          <p:cNvGrpSpPr/>
          <p:nvPr/>
        </p:nvGrpSpPr>
        <p:grpSpPr>
          <a:xfrm>
            <a:off x="8055961" y="2706442"/>
            <a:ext cx="260283" cy="345914"/>
            <a:chOff x="8055961" y="2881842"/>
            <a:chExt cx="260283" cy="345914"/>
          </a:xfrm>
        </p:grpSpPr>
        <p:sp>
          <p:nvSpPr>
            <p:cNvPr id="16647" name="Google Shape;16647;p6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1" name="Google Shape;16651;p63"/>
          <p:cNvGrpSpPr/>
          <p:nvPr/>
        </p:nvGrpSpPr>
        <p:grpSpPr>
          <a:xfrm>
            <a:off x="7609368" y="2718512"/>
            <a:ext cx="264813" cy="353105"/>
            <a:chOff x="7609368" y="2893912"/>
            <a:chExt cx="264813" cy="353105"/>
          </a:xfrm>
        </p:grpSpPr>
        <p:sp>
          <p:nvSpPr>
            <p:cNvPr id="16652" name="Google Shape;16652;p6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63"/>
          <p:cNvGrpSpPr/>
          <p:nvPr/>
        </p:nvGrpSpPr>
        <p:grpSpPr>
          <a:xfrm>
            <a:off x="6248458" y="2694372"/>
            <a:ext cx="270864" cy="360645"/>
            <a:chOff x="6248458" y="2869772"/>
            <a:chExt cx="270864" cy="360645"/>
          </a:xfrm>
        </p:grpSpPr>
        <p:sp>
          <p:nvSpPr>
            <p:cNvPr id="16659" name="Google Shape;16659;p6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4" name="Google Shape;16664;p63"/>
          <p:cNvGrpSpPr/>
          <p:nvPr/>
        </p:nvGrpSpPr>
        <p:grpSpPr>
          <a:xfrm>
            <a:off x="3075928" y="2270398"/>
            <a:ext cx="363243" cy="300675"/>
            <a:chOff x="3075928" y="2445798"/>
            <a:chExt cx="363243" cy="300675"/>
          </a:xfrm>
        </p:grpSpPr>
        <p:sp>
          <p:nvSpPr>
            <p:cNvPr id="16665" name="Google Shape;16665;p6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6" name="Google Shape;16676;p63"/>
          <p:cNvGrpSpPr/>
          <p:nvPr/>
        </p:nvGrpSpPr>
        <p:grpSpPr>
          <a:xfrm>
            <a:off x="2633105" y="2256459"/>
            <a:ext cx="363243" cy="328585"/>
            <a:chOff x="2633105" y="2431859"/>
            <a:chExt cx="363243" cy="328585"/>
          </a:xfrm>
        </p:grpSpPr>
        <p:sp>
          <p:nvSpPr>
            <p:cNvPr id="16677" name="Google Shape;16677;p6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5" name="Google Shape;16685;p63"/>
          <p:cNvGrpSpPr/>
          <p:nvPr/>
        </p:nvGrpSpPr>
        <p:grpSpPr>
          <a:xfrm>
            <a:off x="2189142" y="2245910"/>
            <a:ext cx="365904" cy="350064"/>
            <a:chOff x="2189142" y="2421310"/>
            <a:chExt cx="365904" cy="350064"/>
          </a:xfrm>
        </p:grpSpPr>
        <p:sp>
          <p:nvSpPr>
            <p:cNvPr id="16686" name="Google Shape;16686;p6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5" name="Google Shape;16695;p6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6" name="Google Shape;16696;p63"/>
          <p:cNvGrpSpPr/>
          <p:nvPr/>
        </p:nvGrpSpPr>
        <p:grpSpPr>
          <a:xfrm>
            <a:off x="3961923" y="2310917"/>
            <a:ext cx="364415" cy="220936"/>
            <a:chOff x="3961923" y="2486317"/>
            <a:chExt cx="364415" cy="220936"/>
          </a:xfrm>
        </p:grpSpPr>
        <p:sp>
          <p:nvSpPr>
            <p:cNvPr id="16697" name="Google Shape;16697;p6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1" name="Google Shape;16701;p6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02" name="Google Shape;16702;p63"/>
          <p:cNvGrpSpPr/>
          <p:nvPr/>
        </p:nvGrpSpPr>
        <p:grpSpPr>
          <a:xfrm>
            <a:off x="1303876" y="2243977"/>
            <a:ext cx="363275" cy="354626"/>
            <a:chOff x="1303876" y="2419377"/>
            <a:chExt cx="363275" cy="354626"/>
          </a:xfrm>
        </p:grpSpPr>
        <p:sp>
          <p:nvSpPr>
            <p:cNvPr id="16703" name="Google Shape;16703;p6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1" name="Google Shape;16711;p63"/>
          <p:cNvGrpSpPr/>
          <p:nvPr/>
        </p:nvGrpSpPr>
        <p:grpSpPr>
          <a:xfrm>
            <a:off x="861053" y="2239510"/>
            <a:ext cx="362134" cy="363623"/>
            <a:chOff x="861053" y="2414910"/>
            <a:chExt cx="362134" cy="363623"/>
          </a:xfrm>
        </p:grpSpPr>
        <p:sp>
          <p:nvSpPr>
            <p:cNvPr id="16712" name="Google Shape;16712;p6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7" name="Google Shape;16717;p63"/>
          <p:cNvGrpSpPr/>
          <p:nvPr/>
        </p:nvGrpSpPr>
        <p:grpSpPr>
          <a:xfrm>
            <a:off x="7594288" y="2239859"/>
            <a:ext cx="279513" cy="355735"/>
            <a:chOff x="7594288" y="2415259"/>
            <a:chExt cx="279513" cy="355735"/>
          </a:xfrm>
        </p:grpSpPr>
        <p:sp>
          <p:nvSpPr>
            <p:cNvPr id="16718" name="Google Shape;16718;p6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63"/>
          <p:cNvGrpSpPr/>
          <p:nvPr/>
        </p:nvGrpSpPr>
        <p:grpSpPr>
          <a:xfrm>
            <a:off x="7145794" y="2240239"/>
            <a:ext cx="278784" cy="355735"/>
            <a:chOff x="7145794" y="2415639"/>
            <a:chExt cx="278784" cy="355735"/>
          </a:xfrm>
        </p:grpSpPr>
        <p:sp>
          <p:nvSpPr>
            <p:cNvPr id="16725" name="Google Shape;16725;p6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5" name="Google Shape;16735;p63"/>
          <p:cNvGrpSpPr/>
          <p:nvPr/>
        </p:nvGrpSpPr>
        <p:grpSpPr>
          <a:xfrm>
            <a:off x="6698441" y="2239130"/>
            <a:ext cx="277644" cy="357984"/>
            <a:chOff x="6698441" y="2414530"/>
            <a:chExt cx="277644" cy="357984"/>
          </a:xfrm>
        </p:grpSpPr>
        <p:sp>
          <p:nvSpPr>
            <p:cNvPr id="16736" name="Google Shape;16736;p6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63"/>
          <p:cNvGrpSpPr/>
          <p:nvPr/>
        </p:nvGrpSpPr>
        <p:grpSpPr>
          <a:xfrm>
            <a:off x="4897750" y="2240239"/>
            <a:ext cx="279513" cy="357255"/>
            <a:chOff x="4897750" y="2415639"/>
            <a:chExt cx="279513" cy="357255"/>
          </a:xfrm>
        </p:grpSpPr>
        <p:sp>
          <p:nvSpPr>
            <p:cNvPr id="16743" name="Google Shape;16743;p6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63"/>
          <p:cNvGrpSpPr/>
          <p:nvPr/>
        </p:nvGrpSpPr>
        <p:grpSpPr>
          <a:xfrm>
            <a:off x="5812066" y="2240619"/>
            <a:ext cx="264813" cy="353454"/>
            <a:chOff x="5812066" y="2416019"/>
            <a:chExt cx="264813" cy="353454"/>
          </a:xfrm>
        </p:grpSpPr>
        <p:sp>
          <p:nvSpPr>
            <p:cNvPr id="16752" name="Google Shape;16752;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9" name="Google Shape;16759;p63"/>
          <p:cNvGrpSpPr/>
          <p:nvPr/>
        </p:nvGrpSpPr>
        <p:grpSpPr>
          <a:xfrm>
            <a:off x="8054820" y="2240999"/>
            <a:ext cx="264433" cy="353454"/>
            <a:chOff x="8054820" y="2416399"/>
            <a:chExt cx="264433" cy="353454"/>
          </a:xfrm>
        </p:grpSpPr>
        <p:sp>
          <p:nvSpPr>
            <p:cNvPr id="16760" name="Google Shape;16760;p6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6" name="Google Shape;16766;p63"/>
          <p:cNvGrpSpPr/>
          <p:nvPr/>
        </p:nvGrpSpPr>
        <p:grpSpPr>
          <a:xfrm>
            <a:off x="5356413" y="2237990"/>
            <a:ext cx="271212" cy="361374"/>
            <a:chOff x="5356413" y="2413390"/>
            <a:chExt cx="271212" cy="361374"/>
          </a:xfrm>
        </p:grpSpPr>
        <p:sp>
          <p:nvSpPr>
            <p:cNvPr id="16767" name="Google Shape;16767;p6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2" name="Google Shape;16772;p63"/>
          <p:cNvGrpSpPr/>
          <p:nvPr/>
        </p:nvGrpSpPr>
        <p:grpSpPr>
          <a:xfrm>
            <a:off x="6255238" y="2236849"/>
            <a:ext cx="271244" cy="360994"/>
            <a:chOff x="6255238" y="2412249"/>
            <a:chExt cx="271244" cy="360994"/>
          </a:xfrm>
        </p:grpSpPr>
        <p:sp>
          <p:nvSpPr>
            <p:cNvPr id="16773" name="Google Shape;16773;p6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63"/>
          <p:cNvGrpSpPr/>
          <p:nvPr/>
        </p:nvGrpSpPr>
        <p:grpSpPr>
          <a:xfrm>
            <a:off x="2185372" y="1782399"/>
            <a:ext cx="366664" cy="366981"/>
            <a:chOff x="2185372" y="1957799"/>
            <a:chExt cx="366664" cy="366981"/>
          </a:xfrm>
        </p:grpSpPr>
        <p:sp>
          <p:nvSpPr>
            <p:cNvPr id="16780" name="Google Shape;16780;p6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8" name="Google Shape;16788;p63"/>
          <p:cNvGrpSpPr/>
          <p:nvPr/>
        </p:nvGrpSpPr>
        <p:grpSpPr>
          <a:xfrm>
            <a:off x="1737258" y="1812971"/>
            <a:ext cx="370814" cy="307359"/>
            <a:chOff x="1737258" y="1988371"/>
            <a:chExt cx="370814" cy="307359"/>
          </a:xfrm>
        </p:grpSpPr>
        <p:sp>
          <p:nvSpPr>
            <p:cNvPr id="16789" name="Google Shape;16789;p6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3" name="Google Shape;16793;p63"/>
          <p:cNvGrpSpPr/>
          <p:nvPr/>
        </p:nvGrpSpPr>
        <p:grpSpPr>
          <a:xfrm>
            <a:off x="848983" y="1814111"/>
            <a:ext cx="369294" cy="304350"/>
            <a:chOff x="848983" y="1989511"/>
            <a:chExt cx="369294" cy="304350"/>
          </a:xfrm>
        </p:grpSpPr>
        <p:sp>
          <p:nvSpPr>
            <p:cNvPr id="16794" name="Google Shape;16794;p6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9" name="Google Shape;16799;p63"/>
          <p:cNvGrpSpPr/>
          <p:nvPr/>
        </p:nvGrpSpPr>
        <p:grpSpPr>
          <a:xfrm>
            <a:off x="3074027" y="1808377"/>
            <a:ext cx="380604" cy="313854"/>
            <a:chOff x="3074027" y="1983777"/>
            <a:chExt cx="380604" cy="313854"/>
          </a:xfrm>
        </p:grpSpPr>
        <p:sp>
          <p:nvSpPr>
            <p:cNvPr id="16800" name="Google Shape;16800;p6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63"/>
          <p:cNvGrpSpPr/>
          <p:nvPr/>
        </p:nvGrpSpPr>
        <p:grpSpPr>
          <a:xfrm>
            <a:off x="3522521" y="1800457"/>
            <a:ext cx="367013" cy="331278"/>
            <a:chOff x="3522521" y="1975857"/>
            <a:chExt cx="367013" cy="331278"/>
          </a:xfrm>
        </p:grpSpPr>
        <p:sp>
          <p:nvSpPr>
            <p:cNvPr id="16806" name="Google Shape;16806;p6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63"/>
          <p:cNvGrpSpPr/>
          <p:nvPr/>
        </p:nvGrpSpPr>
        <p:grpSpPr>
          <a:xfrm>
            <a:off x="2630824" y="1801566"/>
            <a:ext cx="368185" cy="330454"/>
            <a:chOff x="2630824" y="1976966"/>
            <a:chExt cx="368185" cy="330454"/>
          </a:xfrm>
        </p:grpSpPr>
        <p:sp>
          <p:nvSpPr>
            <p:cNvPr id="16814" name="Google Shape;16814;p6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63"/>
          <p:cNvGrpSpPr/>
          <p:nvPr/>
        </p:nvGrpSpPr>
        <p:grpSpPr>
          <a:xfrm>
            <a:off x="1293706" y="1791016"/>
            <a:ext cx="369294" cy="350444"/>
            <a:chOff x="1293706" y="1966416"/>
            <a:chExt cx="369294" cy="350444"/>
          </a:xfrm>
        </p:grpSpPr>
        <p:sp>
          <p:nvSpPr>
            <p:cNvPr id="16823" name="Google Shape;16823;p6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63"/>
          <p:cNvGrpSpPr/>
          <p:nvPr/>
        </p:nvGrpSpPr>
        <p:grpSpPr>
          <a:xfrm>
            <a:off x="3967213" y="1800077"/>
            <a:ext cx="368185" cy="331816"/>
            <a:chOff x="3967213" y="1975477"/>
            <a:chExt cx="368185" cy="331816"/>
          </a:xfrm>
        </p:grpSpPr>
        <p:sp>
          <p:nvSpPr>
            <p:cNvPr id="16832" name="Google Shape;16832;p6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5" name="Google Shape;16835;p63"/>
          <p:cNvGrpSpPr/>
          <p:nvPr/>
        </p:nvGrpSpPr>
        <p:grpSpPr>
          <a:xfrm>
            <a:off x="8047661" y="1793646"/>
            <a:ext cx="279132" cy="356875"/>
            <a:chOff x="8047661" y="1969046"/>
            <a:chExt cx="279132" cy="356875"/>
          </a:xfrm>
        </p:grpSpPr>
        <p:sp>
          <p:nvSpPr>
            <p:cNvPr id="16836" name="Google Shape;16836;p6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63"/>
          <p:cNvGrpSpPr/>
          <p:nvPr/>
        </p:nvGrpSpPr>
        <p:grpSpPr>
          <a:xfrm>
            <a:off x="7596157" y="1792759"/>
            <a:ext cx="279544" cy="358142"/>
            <a:chOff x="7596157" y="1968159"/>
            <a:chExt cx="279544" cy="358142"/>
          </a:xfrm>
        </p:grpSpPr>
        <p:sp>
          <p:nvSpPr>
            <p:cNvPr id="16841" name="Google Shape;16841;p6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7" name="Google Shape;16847;p63"/>
          <p:cNvGrpSpPr/>
          <p:nvPr/>
        </p:nvGrpSpPr>
        <p:grpSpPr>
          <a:xfrm>
            <a:off x="7147315" y="1793646"/>
            <a:ext cx="279513" cy="357636"/>
            <a:chOff x="7147315" y="1969046"/>
            <a:chExt cx="279513" cy="357636"/>
          </a:xfrm>
        </p:grpSpPr>
        <p:sp>
          <p:nvSpPr>
            <p:cNvPr id="16848" name="Google Shape;16848;p6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5" name="Google Shape;16855;p63"/>
          <p:cNvGrpSpPr/>
          <p:nvPr/>
        </p:nvGrpSpPr>
        <p:grpSpPr>
          <a:xfrm>
            <a:off x="6697681" y="1792917"/>
            <a:ext cx="280305" cy="359093"/>
            <a:chOff x="6697681" y="1968317"/>
            <a:chExt cx="280305" cy="359093"/>
          </a:xfrm>
        </p:grpSpPr>
        <p:sp>
          <p:nvSpPr>
            <p:cNvPr id="16856" name="Google Shape;16856;p6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63"/>
          <p:cNvGrpSpPr/>
          <p:nvPr/>
        </p:nvGrpSpPr>
        <p:grpSpPr>
          <a:xfrm>
            <a:off x="6248839" y="1792537"/>
            <a:ext cx="280273" cy="358744"/>
            <a:chOff x="6248839" y="1967937"/>
            <a:chExt cx="280273" cy="358744"/>
          </a:xfrm>
        </p:grpSpPr>
        <p:sp>
          <p:nvSpPr>
            <p:cNvPr id="16864" name="Google Shape;16864;p6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63"/>
          <p:cNvGrpSpPr/>
          <p:nvPr/>
        </p:nvGrpSpPr>
        <p:grpSpPr>
          <a:xfrm>
            <a:off x="5801485" y="1793646"/>
            <a:ext cx="279164" cy="357794"/>
            <a:chOff x="5801485" y="1969046"/>
            <a:chExt cx="279164" cy="357794"/>
          </a:xfrm>
        </p:grpSpPr>
        <p:sp>
          <p:nvSpPr>
            <p:cNvPr id="16871" name="Google Shape;16871;p6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4" name="Google Shape;16884;p63"/>
          <p:cNvGrpSpPr/>
          <p:nvPr/>
        </p:nvGrpSpPr>
        <p:grpSpPr>
          <a:xfrm>
            <a:off x="5352643" y="1793646"/>
            <a:ext cx="278404" cy="358364"/>
            <a:chOff x="5352643" y="1969046"/>
            <a:chExt cx="278404" cy="358364"/>
          </a:xfrm>
        </p:grpSpPr>
        <p:sp>
          <p:nvSpPr>
            <p:cNvPr id="16885" name="Google Shape;16885;p6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9" name="Google Shape;16889;p63"/>
          <p:cNvGrpSpPr/>
          <p:nvPr/>
        </p:nvGrpSpPr>
        <p:grpSpPr>
          <a:xfrm>
            <a:off x="4897750" y="1792917"/>
            <a:ext cx="279132" cy="358364"/>
            <a:chOff x="4897750" y="1968317"/>
            <a:chExt cx="279132" cy="358364"/>
          </a:xfrm>
        </p:grpSpPr>
        <p:sp>
          <p:nvSpPr>
            <p:cNvPr id="16890" name="Google Shape;16890;p6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3" name="Google Shape;16903;p6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4" name="Google Shape;16904;p63"/>
          <p:cNvGrpSpPr/>
          <p:nvPr/>
        </p:nvGrpSpPr>
        <p:grpSpPr>
          <a:xfrm>
            <a:off x="1767449" y="1337644"/>
            <a:ext cx="324403" cy="347783"/>
            <a:chOff x="1767449" y="1513044"/>
            <a:chExt cx="324403" cy="347783"/>
          </a:xfrm>
        </p:grpSpPr>
        <p:sp>
          <p:nvSpPr>
            <p:cNvPr id="16905" name="Google Shape;16905;p6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4" name="Google Shape;16914;p63"/>
          <p:cNvGrpSpPr/>
          <p:nvPr/>
        </p:nvGrpSpPr>
        <p:grpSpPr>
          <a:xfrm>
            <a:off x="4007193" y="1337327"/>
            <a:ext cx="320633" cy="348100"/>
            <a:chOff x="4007193" y="1512727"/>
            <a:chExt cx="320633" cy="348100"/>
          </a:xfrm>
        </p:grpSpPr>
        <p:sp>
          <p:nvSpPr>
            <p:cNvPr id="16915" name="Google Shape;16915;p6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63"/>
          <p:cNvGrpSpPr/>
          <p:nvPr/>
        </p:nvGrpSpPr>
        <p:grpSpPr>
          <a:xfrm>
            <a:off x="3530425" y="1333347"/>
            <a:ext cx="368175" cy="344594"/>
            <a:chOff x="3530425" y="1508747"/>
            <a:chExt cx="368175" cy="344594"/>
          </a:xfrm>
        </p:grpSpPr>
        <p:sp>
          <p:nvSpPr>
            <p:cNvPr id="16921" name="Google Shape;16921;p6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5" name="Google Shape;16925;p63"/>
          <p:cNvGrpSpPr/>
          <p:nvPr/>
        </p:nvGrpSpPr>
        <p:grpSpPr>
          <a:xfrm>
            <a:off x="3127598" y="1337834"/>
            <a:ext cx="289714" cy="347593"/>
            <a:chOff x="3127598" y="1513234"/>
            <a:chExt cx="289714" cy="347593"/>
          </a:xfrm>
        </p:grpSpPr>
        <p:sp>
          <p:nvSpPr>
            <p:cNvPr id="16926" name="Google Shape;16926;p6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63"/>
          <p:cNvGrpSpPr/>
          <p:nvPr/>
        </p:nvGrpSpPr>
        <p:grpSpPr>
          <a:xfrm>
            <a:off x="2662884" y="1337644"/>
            <a:ext cx="322914" cy="348543"/>
            <a:chOff x="2662884" y="1513044"/>
            <a:chExt cx="322914" cy="348543"/>
          </a:xfrm>
        </p:grpSpPr>
        <p:sp>
          <p:nvSpPr>
            <p:cNvPr id="16932" name="Google Shape;16932;p6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63"/>
          <p:cNvGrpSpPr/>
          <p:nvPr/>
        </p:nvGrpSpPr>
        <p:grpSpPr>
          <a:xfrm>
            <a:off x="2232511" y="1337359"/>
            <a:ext cx="299534" cy="348068"/>
            <a:chOff x="2232511" y="1512759"/>
            <a:chExt cx="299534" cy="348068"/>
          </a:xfrm>
        </p:grpSpPr>
        <p:sp>
          <p:nvSpPr>
            <p:cNvPr id="16943" name="Google Shape;16943;p6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63"/>
          <p:cNvGrpSpPr/>
          <p:nvPr/>
        </p:nvGrpSpPr>
        <p:grpSpPr>
          <a:xfrm>
            <a:off x="1331406" y="1337961"/>
            <a:ext cx="301784" cy="348607"/>
            <a:chOff x="1331406" y="1513361"/>
            <a:chExt cx="301784" cy="348607"/>
          </a:xfrm>
        </p:grpSpPr>
        <p:sp>
          <p:nvSpPr>
            <p:cNvPr id="16955" name="Google Shape;16955;p6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63"/>
          <p:cNvGrpSpPr/>
          <p:nvPr/>
        </p:nvGrpSpPr>
        <p:grpSpPr>
          <a:xfrm>
            <a:off x="7144274" y="1324814"/>
            <a:ext cx="282174" cy="355735"/>
            <a:chOff x="7144274" y="1500214"/>
            <a:chExt cx="282174" cy="355735"/>
          </a:xfrm>
        </p:grpSpPr>
        <p:sp>
          <p:nvSpPr>
            <p:cNvPr id="16960" name="Google Shape;16960;p6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6" name="Google Shape;16966;p63"/>
          <p:cNvGrpSpPr/>
          <p:nvPr/>
        </p:nvGrpSpPr>
        <p:grpSpPr>
          <a:xfrm>
            <a:off x="6685262" y="1324814"/>
            <a:ext cx="289682" cy="354594"/>
            <a:chOff x="6685262" y="1500214"/>
            <a:chExt cx="289682" cy="354594"/>
          </a:xfrm>
        </p:grpSpPr>
        <p:sp>
          <p:nvSpPr>
            <p:cNvPr id="16967" name="Google Shape;16967;p6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63"/>
          <p:cNvGrpSpPr/>
          <p:nvPr/>
        </p:nvGrpSpPr>
        <p:grpSpPr>
          <a:xfrm>
            <a:off x="6200938" y="1325194"/>
            <a:ext cx="322154" cy="355355"/>
            <a:chOff x="6200938" y="1500594"/>
            <a:chExt cx="322154" cy="355355"/>
          </a:xfrm>
        </p:grpSpPr>
        <p:sp>
          <p:nvSpPr>
            <p:cNvPr id="16972" name="Google Shape;16972;p6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63"/>
          <p:cNvGrpSpPr/>
          <p:nvPr/>
        </p:nvGrpSpPr>
        <p:grpSpPr>
          <a:xfrm>
            <a:off x="5289631" y="1324814"/>
            <a:ext cx="332355" cy="354974"/>
            <a:chOff x="5289631" y="1500214"/>
            <a:chExt cx="332355" cy="354974"/>
          </a:xfrm>
        </p:grpSpPr>
        <p:sp>
          <p:nvSpPr>
            <p:cNvPr id="16978" name="Google Shape;16978;p6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4" name="Google Shape;16984;p63"/>
          <p:cNvGrpSpPr/>
          <p:nvPr/>
        </p:nvGrpSpPr>
        <p:grpSpPr>
          <a:xfrm>
            <a:off x="5748295" y="1324433"/>
            <a:ext cx="323294" cy="356115"/>
            <a:chOff x="5748295" y="1499833"/>
            <a:chExt cx="323294" cy="356115"/>
          </a:xfrm>
        </p:grpSpPr>
        <p:sp>
          <p:nvSpPr>
            <p:cNvPr id="16985" name="Google Shape;16985;p6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2" name="Google Shape;16992;p63"/>
          <p:cNvGrpSpPr/>
          <p:nvPr/>
        </p:nvGrpSpPr>
        <p:grpSpPr>
          <a:xfrm>
            <a:off x="8047661" y="1325637"/>
            <a:ext cx="278404" cy="355260"/>
            <a:chOff x="8047661" y="1501037"/>
            <a:chExt cx="278404" cy="355260"/>
          </a:xfrm>
        </p:grpSpPr>
        <p:sp>
          <p:nvSpPr>
            <p:cNvPr id="16993" name="Google Shape;16993;p6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63"/>
          <p:cNvGrpSpPr/>
          <p:nvPr/>
        </p:nvGrpSpPr>
        <p:grpSpPr>
          <a:xfrm>
            <a:off x="4903389" y="1324814"/>
            <a:ext cx="267854" cy="355735"/>
            <a:chOff x="4903389" y="1500214"/>
            <a:chExt cx="267854" cy="355735"/>
          </a:xfrm>
        </p:grpSpPr>
        <p:sp>
          <p:nvSpPr>
            <p:cNvPr id="16998" name="Google Shape;16998;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63"/>
          <p:cNvGrpSpPr/>
          <p:nvPr/>
        </p:nvGrpSpPr>
        <p:grpSpPr>
          <a:xfrm>
            <a:off x="7613518" y="1325954"/>
            <a:ext cx="264433" cy="353074"/>
            <a:chOff x="7613518" y="1501354"/>
            <a:chExt cx="264433" cy="353074"/>
          </a:xfrm>
        </p:grpSpPr>
        <p:sp>
          <p:nvSpPr>
            <p:cNvPr id="17004" name="Google Shape;17004;p6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10" name="Google Shape;17010;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7011" name="Google Shape;17011;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15" name="Shape 17015"/>
        <p:cNvGrpSpPr/>
        <p:nvPr/>
      </p:nvGrpSpPr>
      <p:grpSpPr>
        <a:xfrm>
          <a:off x="0" y="0"/>
          <a:ext cx="0" cy="0"/>
          <a:chOff x="0" y="0"/>
          <a:chExt cx="0" cy="0"/>
        </a:xfrm>
      </p:grpSpPr>
      <p:grpSp>
        <p:nvGrpSpPr>
          <p:cNvPr id="17016" name="Google Shape;17016;p64"/>
          <p:cNvGrpSpPr/>
          <p:nvPr/>
        </p:nvGrpSpPr>
        <p:grpSpPr>
          <a:xfrm>
            <a:off x="1757085" y="1325225"/>
            <a:ext cx="371069" cy="359396"/>
            <a:chOff x="1757085" y="1500675"/>
            <a:chExt cx="371069" cy="359396"/>
          </a:xfrm>
        </p:grpSpPr>
        <p:sp>
          <p:nvSpPr>
            <p:cNvPr id="17017" name="Google Shape;17017;p6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64"/>
          <p:cNvGrpSpPr/>
          <p:nvPr/>
        </p:nvGrpSpPr>
        <p:grpSpPr>
          <a:xfrm>
            <a:off x="2774209" y="1779241"/>
            <a:ext cx="116693" cy="374186"/>
            <a:chOff x="2774209" y="1954691"/>
            <a:chExt cx="116693" cy="374186"/>
          </a:xfrm>
        </p:grpSpPr>
        <p:sp>
          <p:nvSpPr>
            <p:cNvPr id="17047" name="Google Shape;17047;p6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9" name="Google Shape;17049;p64"/>
          <p:cNvGrpSpPr/>
          <p:nvPr/>
        </p:nvGrpSpPr>
        <p:grpSpPr>
          <a:xfrm>
            <a:off x="4017435" y="1324462"/>
            <a:ext cx="315092" cy="359397"/>
            <a:chOff x="4017435" y="1499912"/>
            <a:chExt cx="315092" cy="359397"/>
          </a:xfrm>
        </p:grpSpPr>
        <p:sp>
          <p:nvSpPr>
            <p:cNvPr id="17050" name="Google Shape;17050;p6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2" name="Google Shape;17052;p64"/>
          <p:cNvGrpSpPr/>
          <p:nvPr/>
        </p:nvGrpSpPr>
        <p:grpSpPr>
          <a:xfrm>
            <a:off x="3963652" y="1824309"/>
            <a:ext cx="374154" cy="284050"/>
            <a:chOff x="3963652" y="1999759"/>
            <a:chExt cx="374154" cy="284050"/>
          </a:xfrm>
        </p:grpSpPr>
        <p:sp>
          <p:nvSpPr>
            <p:cNvPr id="17053" name="Google Shape;17053;p6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64"/>
          <p:cNvGrpSpPr/>
          <p:nvPr/>
        </p:nvGrpSpPr>
        <p:grpSpPr>
          <a:xfrm>
            <a:off x="1777536" y="1839416"/>
            <a:ext cx="376444" cy="253772"/>
            <a:chOff x="1777536" y="2014866"/>
            <a:chExt cx="376444" cy="253772"/>
          </a:xfrm>
        </p:grpSpPr>
        <p:sp>
          <p:nvSpPr>
            <p:cNvPr id="17057" name="Google Shape;17057;p6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2" name="Google Shape;17062;p64"/>
          <p:cNvGrpSpPr/>
          <p:nvPr/>
        </p:nvGrpSpPr>
        <p:grpSpPr>
          <a:xfrm>
            <a:off x="1309875" y="1881876"/>
            <a:ext cx="374154" cy="169680"/>
            <a:chOff x="1309875" y="2057326"/>
            <a:chExt cx="374154" cy="169680"/>
          </a:xfrm>
        </p:grpSpPr>
        <p:sp>
          <p:nvSpPr>
            <p:cNvPr id="17063" name="Google Shape;17063;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4" name="Google Shape;17074;p6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5" name="Google Shape;17075;p64"/>
          <p:cNvGrpSpPr/>
          <p:nvPr/>
        </p:nvGrpSpPr>
        <p:grpSpPr>
          <a:xfrm>
            <a:off x="2347450" y="1779114"/>
            <a:ext cx="113639" cy="373168"/>
            <a:chOff x="2347450" y="1954564"/>
            <a:chExt cx="113639" cy="373168"/>
          </a:xfrm>
        </p:grpSpPr>
        <p:sp>
          <p:nvSpPr>
            <p:cNvPr id="17076" name="Google Shape;17076;p6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8" name="Google Shape;17078;p6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9" name="Google Shape;17079;p64"/>
          <p:cNvGrpSpPr/>
          <p:nvPr/>
        </p:nvGrpSpPr>
        <p:grpSpPr>
          <a:xfrm>
            <a:off x="3110102" y="1324430"/>
            <a:ext cx="330613" cy="358379"/>
            <a:chOff x="3110102" y="1499880"/>
            <a:chExt cx="330613" cy="358379"/>
          </a:xfrm>
        </p:grpSpPr>
        <p:sp>
          <p:nvSpPr>
            <p:cNvPr id="17080" name="Google Shape;17080;p6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7" name="Google Shape;17087;p6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88" name="Google Shape;17088;p64"/>
          <p:cNvGrpSpPr/>
          <p:nvPr/>
        </p:nvGrpSpPr>
        <p:grpSpPr>
          <a:xfrm>
            <a:off x="3485575" y="1824309"/>
            <a:ext cx="373772" cy="284050"/>
            <a:chOff x="3531200" y="1999759"/>
            <a:chExt cx="373772" cy="284050"/>
          </a:xfrm>
        </p:grpSpPr>
        <p:sp>
          <p:nvSpPr>
            <p:cNvPr id="17089" name="Google Shape;17089;p6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3" name="Google Shape;17093;p64"/>
          <p:cNvGrpSpPr/>
          <p:nvPr/>
        </p:nvGrpSpPr>
        <p:grpSpPr>
          <a:xfrm>
            <a:off x="2667058" y="1324843"/>
            <a:ext cx="330231" cy="359015"/>
            <a:chOff x="2667058" y="1500293"/>
            <a:chExt cx="330231" cy="359015"/>
          </a:xfrm>
        </p:grpSpPr>
        <p:sp>
          <p:nvSpPr>
            <p:cNvPr id="17094" name="Google Shape;17094;p6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2" name="Google Shape;17112;p64"/>
          <p:cNvGrpSpPr/>
          <p:nvPr/>
        </p:nvGrpSpPr>
        <p:grpSpPr>
          <a:xfrm>
            <a:off x="3567553" y="1324462"/>
            <a:ext cx="320022" cy="359778"/>
            <a:chOff x="3567553" y="1499912"/>
            <a:chExt cx="320022" cy="359778"/>
          </a:xfrm>
        </p:grpSpPr>
        <p:sp>
          <p:nvSpPr>
            <p:cNvPr id="17113" name="Google Shape;17113;p6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64"/>
          <p:cNvGrpSpPr/>
          <p:nvPr/>
        </p:nvGrpSpPr>
        <p:grpSpPr>
          <a:xfrm>
            <a:off x="1309875" y="1324462"/>
            <a:ext cx="359015" cy="358633"/>
            <a:chOff x="1309875" y="1499912"/>
            <a:chExt cx="359015" cy="358633"/>
          </a:xfrm>
        </p:grpSpPr>
        <p:sp>
          <p:nvSpPr>
            <p:cNvPr id="17120" name="Google Shape;17120;p6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64"/>
          <p:cNvGrpSpPr/>
          <p:nvPr/>
        </p:nvGrpSpPr>
        <p:grpSpPr>
          <a:xfrm>
            <a:off x="2219466" y="1324843"/>
            <a:ext cx="330613" cy="359015"/>
            <a:chOff x="2219466" y="1500293"/>
            <a:chExt cx="330613" cy="359015"/>
          </a:xfrm>
        </p:grpSpPr>
        <p:sp>
          <p:nvSpPr>
            <p:cNvPr id="17130" name="Google Shape;17130;p6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2" name="Google Shape;17132;p64"/>
          <p:cNvGrpSpPr/>
          <p:nvPr/>
        </p:nvGrpSpPr>
        <p:grpSpPr>
          <a:xfrm>
            <a:off x="5343544" y="1333908"/>
            <a:ext cx="244676" cy="351095"/>
            <a:chOff x="5343544" y="1509358"/>
            <a:chExt cx="244676" cy="351095"/>
          </a:xfrm>
        </p:grpSpPr>
        <p:sp>
          <p:nvSpPr>
            <p:cNvPr id="17133" name="Google Shape;17133;p6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6" name="Google Shape;17136;p64"/>
          <p:cNvGrpSpPr/>
          <p:nvPr/>
        </p:nvGrpSpPr>
        <p:grpSpPr>
          <a:xfrm>
            <a:off x="4882340" y="1333908"/>
            <a:ext cx="246171" cy="351095"/>
            <a:chOff x="4882340" y="1509358"/>
            <a:chExt cx="246171" cy="351095"/>
          </a:xfrm>
        </p:grpSpPr>
        <p:sp>
          <p:nvSpPr>
            <p:cNvPr id="17137" name="Google Shape;17137;p6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2" name="Google Shape;17142;p64"/>
          <p:cNvGrpSpPr/>
          <p:nvPr/>
        </p:nvGrpSpPr>
        <p:grpSpPr>
          <a:xfrm>
            <a:off x="6273204" y="1333558"/>
            <a:ext cx="236343" cy="351445"/>
            <a:chOff x="6273204" y="1509008"/>
            <a:chExt cx="236343" cy="351445"/>
          </a:xfrm>
        </p:grpSpPr>
        <p:sp>
          <p:nvSpPr>
            <p:cNvPr id="17143" name="Google Shape;17143;p6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5" name="Google Shape;17145;p6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46" name="Google Shape;17146;p64"/>
          <p:cNvGrpSpPr/>
          <p:nvPr/>
        </p:nvGrpSpPr>
        <p:grpSpPr>
          <a:xfrm>
            <a:off x="7219530" y="1332794"/>
            <a:ext cx="191625" cy="352209"/>
            <a:chOff x="7219530" y="1508244"/>
            <a:chExt cx="191625" cy="352209"/>
          </a:xfrm>
        </p:grpSpPr>
        <p:sp>
          <p:nvSpPr>
            <p:cNvPr id="17147" name="Google Shape;17147;p6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9" name="Google Shape;17149;p64"/>
          <p:cNvGrpSpPr/>
          <p:nvPr/>
        </p:nvGrpSpPr>
        <p:grpSpPr>
          <a:xfrm>
            <a:off x="7699309" y="1333176"/>
            <a:ext cx="154922" cy="351827"/>
            <a:chOff x="7699309" y="1508626"/>
            <a:chExt cx="154922" cy="351827"/>
          </a:xfrm>
        </p:grpSpPr>
        <p:sp>
          <p:nvSpPr>
            <p:cNvPr id="17150" name="Google Shape;17150;p6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6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64"/>
          <p:cNvGrpSpPr/>
          <p:nvPr/>
        </p:nvGrpSpPr>
        <p:grpSpPr>
          <a:xfrm>
            <a:off x="8161690" y="1333558"/>
            <a:ext cx="153396" cy="351064"/>
            <a:chOff x="8161690" y="1509008"/>
            <a:chExt cx="153396" cy="351064"/>
          </a:xfrm>
        </p:grpSpPr>
        <p:sp>
          <p:nvSpPr>
            <p:cNvPr id="17158" name="Google Shape;17158;p6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2" name="Google Shape;17162;p64"/>
          <p:cNvGrpSpPr/>
          <p:nvPr/>
        </p:nvGrpSpPr>
        <p:grpSpPr>
          <a:xfrm>
            <a:off x="6746940" y="1333431"/>
            <a:ext cx="213221" cy="352304"/>
            <a:chOff x="6746940" y="1508881"/>
            <a:chExt cx="213221" cy="352304"/>
          </a:xfrm>
        </p:grpSpPr>
        <p:sp>
          <p:nvSpPr>
            <p:cNvPr id="17163" name="Google Shape;17163;p6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64"/>
          <p:cNvGrpSpPr/>
          <p:nvPr/>
        </p:nvGrpSpPr>
        <p:grpSpPr>
          <a:xfrm>
            <a:off x="5770336" y="1832165"/>
            <a:ext cx="350682" cy="292097"/>
            <a:chOff x="5770336" y="2007615"/>
            <a:chExt cx="350682" cy="292097"/>
          </a:xfrm>
        </p:grpSpPr>
        <p:sp>
          <p:nvSpPr>
            <p:cNvPr id="17168" name="Google Shape;17168;p6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64"/>
          <p:cNvGrpSpPr/>
          <p:nvPr/>
        </p:nvGrpSpPr>
        <p:grpSpPr>
          <a:xfrm>
            <a:off x="5326878" y="1804908"/>
            <a:ext cx="350332" cy="346229"/>
            <a:chOff x="5326878" y="1980358"/>
            <a:chExt cx="350332" cy="346229"/>
          </a:xfrm>
        </p:grpSpPr>
        <p:sp>
          <p:nvSpPr>
            <p:cNvPr id="17173" name="Google Shape;17173;p6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77" name="Google Shape;17177;p6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8" name="Google Shape;17178;p64"/>
          <p:cNvGrpSpPr/>
          <p:nvPr/>
        </p:nvGrpSpPr>
        <p:grpSpPr>
          <a:xfrm>
            <a:off x="4883835" y="1817121"/>
            <a:ext cx="350300" cy="323043"/>
            <a:chOff x="4883835" y="1992571"/>
            <a:chExt cx="350300" cy="323043"/>
          </a:xfrm>
        </p:grpSpPr>
        <p:sp>
          <p:nvSpPr>
            <p:cNvPr id="17179" name="Google Shape;17179;p6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5" name="Google Shape;17185;p64"/>
          <p:cNvGrpSpPr/>
          <p:nvPr/>
        </p:nvGrpSpPr>
        <p:grpSpPr>
          <a:xfrm>
            <a:off x="7548967" y="1803477"/>
            <a:ext cx="333285" cy="349950"/>
            <a:chOff x="7548967" y="1978927"/>
            <a:chExt cx="333285" cy="349950"/>
          </a:xfrm>
        </p:grpSpPr>
        <p:sp>
          <p:nvSpPr>
            <p:cNvPr id="17186" name="Google Shape;17186;p6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3" name="Google Shape;17193;p64"/>
          <p:cNvGrpSpPr/>
          <p:nvPr/>
        </p:nvGrpSpPr>
        <p:grpSpPr>
          <a:xfrm>
            <a:off x="6214142" y="1803477"/>
            <a:ext cx="346515" cy="350300"/>
            <a:chOff x="6214142" y="1978927"/>
            <a:chExt cx="346515" cy="350300"/>
          </a:xfrm>
        </p:grpSpPr>
        <p:sp>
          <p:nvSpPr>
            <p:cNvPr id="17194" name="Google Shape;17194;p6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64"/>
          <p:cNvGrpSpPr/>
          <p:nvPr/>
        </p:nvGrpSpPr>
        <p:grpSpPr>
          <a:xfrm>
            <a:off x="7105923" y="1803095"/>
            <a:ext cx="333285" cy="350682"/>
            <a:chOff x="7105923" y="1978545"/>
            <a:chExt cx="333285" cy="350682"/>
          </a:xfrm>
        </p:grpSpPr>
        <p:sp>
          <p:nvSpPr>
            <p:cNvPr id="17197" name="Google Shape;17197;p6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4" name="Google Shape;17204;p6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06" name="Google Shape;17206;p64"/>
          <p:cNvGrpSpPr/>
          <p:nvPr/>
        </p:nvGrpSpPr>
        <p:grpSpPr>
          <a:xfrm>
            <a:off x="3616406" y="2246902"/>
            <a:ext cx="203393" cy="351827"/>
            <a:chOff x="3616406" y="2422352"/>
            <a:chExt cx="203393" cy="351827"/>
          </a:xfrm>
        </p:grpSpPr>
        <p:sp>
          <p:nvSpPr>
            <p:cNvPr id="17207" name="Google Shape;17207;p6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64"/>
          <p:cNvGrpSpPr/>
          <p:nvPr/>
        </p:nvGrpSpPr>
        <p:grpSpPr>
          <a:xfrm>
            <a:off x="878187" y="2246520"/>
            <a:ext cx="272696" cy="351827"/>
            <a:chOff x="913012" y="2421970"/>
            <a:chExt cx="272696" cy="351827"/>
          </a:xfrm>
        </p:grpSpPr>
        <p:sp>
          <p:nvSpPr>
            <p:cNvPr id="17210" name="Google Shape;17210;p6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4" name="Google Shape;17214;p64"/>
          <p:cNvGrpSpPr/>
          <p:nvPr/>
        </p:nvGrpSpPr>
        <p:grpSpPr>
          <a:xfrm>
            <a:off x="2274743" y="2246902"/>
            <a:ext cx="255649" cy="351445"/>
            <a:chOff x="2274743" y="2422352"/>
            <a:chExt cx="255649" cy="351445"/>
          </a:xfrm>
        </p:grpSpPr>
        <p:sp>
          <p:nvSpPr>
            <p:cNvPr id="17215" name="Google Shape;17215;p6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64"/>
          <p:cNvGrpSpPr/>
          <p:nvPr/>
        </p:nvGrpSpPr>
        <p:grpSpPr>
          <a:xfrm>
            <a:off x="2708723" y="2245789"/>
            <a:ext cx="246552" cy="352558"/>
            <a:chOff x="2708723" y="2421239"/>
            <a:chExt cx="246552" cy="352558"/>
          </a:xfrm>
        </p:grpSpPr>
        <p:sp>
          <p:nvSpPr>
            <p:cNvPr id="17219" name="Google Shape;17219;p6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1" name="Google Shape;17221;p64"/>
          <p:cNvGrpSpPr/>
          <p:nvPr/>
        </p:nvGrpSpPr>
        <p:grpSpPr>
          <a:xfrm>
            <a:off x="1835485" y="2246902"/>
            <a:ext cx="259433" cy="350714"/>
            <a:chOff x="1835485" y="2422352"/>
            <a:chExt cx="259433" cy="350714"/>
          </a:xfrm>
        </p:grpSpPr>
        <p:sp>
          <p:nvSpPr>
            <p:cNvPr id="17222" name="Google Shape;17222;p6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64"/>
          <p:cNvGrpSpPr/>
          <p:nvPr/>
        </p:nvGrpSpPr>
        <p:grpSpPr>
          <a:xfrm>
            <a:off x="3150240" y="2246902"/>
            <a:ext cx="212489" cy="351445"/>
            <a:chOff x="3150240" y="2422352"/>
            <a:chExt cx="212489" cy="351445"/>
          </a:xfrm>
        </p:grpSpPr>
        <p:sp>
          <p:nvSpPr>
            <p:cNvPr id="17230" name="Google Shape;17230;p6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2" name="Google Shape;17232;p64"/>
          <p:cNvGrpSpPr/>
          <p:nvPr/>
        </p:nvGrpSpPr>
        <p:grpSpPr>
          <a:xfrm>
            <a:off x="1367060" y="2246679"/>
            <a:ext cx="269261" cy="352050"/>
            <a:chOff x="1367060" y="2422129"/>
            <a:chExt cx="269261" cy="352050"/>
          </a:xfrm>
        </p:grpSpPr>
        <p:sp>
          <p:nvSpPr>
            <p:cNvPr id="17233" name="Google Shape;17233;p6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7" name="Google Shape;17247;p6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48" name="Google Shape;17248;p64"/>
          <p:cNvGrpSpPr/>
          <p:nvPr/>
        </p:nvGrpSpPr>
        <p:grpSpPr>
          <a:xfrm>
            <a:off x="4882690" y="2249955"/>
            <a:ext cx="274573" cy="350682"/>
            <a:chOff x="4882690" y="2425405"/>
            <a:chExt cx="274573" cy="350682"/>
          </a:xfrm>
        </p:grpSpPr>
        <p:sp>
          <p:nvSpPr>
            <p:cNvPr id="17249" name="Google Shape;17249;p6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64"/>
          <p:cNvGrpSpPr/>
          <p:nvPr/>
        </p:nvGrpSpPr>
        <p:grpSpPr>
          <a:xfrm>
            <a:off x="6627639" y="2268434"/>
            <a:ext cx="355993" cy="313247"/>
            <a:chOff x="6627639" y="2443884"/>
            <a:chExt cx="355993" cy="313247"/>
          </a:xfrm>
        </p:grpSpPr>
        <p:sp>
          <p:nvSpPr>
            <p:cNvPr id="17252" name="Google Shape;17252;p6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64"/>
          <p:cNvGrpSpPr/>
          <p:nvPr/>
        </p:nvGrpSpPr>
        <p:grpSpPr>
          <a:xfrm>
            <a:off x="6183451" y="2286690"/>
            <a:ext cx="351445" cy="277976"/>
            <a:chOff x="6183451" y="2462140"/>
            <a:chExt cx="351445" cy="277976"/>
          </a:xfrm>
        </p:grpSpPr>
        <p:sp>
          <p:nvSpPr>
            <p:cNvPr id="17256" name="Google Shape;17256;p6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3" name="Google Shape;17263;p64"/>
          <p:cNvGrpSpPr/>
          <p:nvPr/>
        </p:nvGrpSpPr>
        <p:grpSpPr>
          <a:xfrm>
            <a:off x="5735477" y="2254408"/>
            <a:ext cx="353354" cy="341299"/>
            <a:chOff x="5735477" y="2429858"/>
            <a:chExt cx="353354" cy="341299"/>
          </a:xfrm>
        </p:grpSpPr>
        <p:sp>
          <p:nvSpPr>
            <p:cNvPr id="17264" name="Google Shape;17264;p6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0" name="Google Shape;17270;p64"/>
          <p:cNvGrpSpPr/>
          <p:nvPr/>
        </p:nvGrpSpPr>
        <p:grpSpPr>
          <a:xfrm>
            <a:off x="5243735" y="2271523"/>
            <a:ext cx="405255" cy="275499"/>
            <a:chOff x="5283337" y="2478774"/>
            <a:chExt cx="358633" cy="243913"/>
          </a:xfrm>
        </p:grpSpPr>
        <p:sp>
          <p:nvSpPr>
            <p:cNvPr id="17271" name="Google Shape;17271;p6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6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64"/>
          <p:cNvGrpSpPr/>
          <p:nvPr/>
        </p:nvGrpSpPr>
        <p:grpSpPr>
          <a:xfrm>
            <a:off x="7964753" y="2295373"/>
            <a:ext cx="362068" cy="258670"/>
            <a:chOff x="7964753" y="2470823"/>
            <a:chExt cx="362068" cy="258670"/>
          </a:xfrm>
        </p:grpSpPr>
        <p:sp>
          <p:nvSpPr>
            <p:cNvPr id="17289" name="Google Shape;17289;p6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64"/>
          <p:cNvGrpSpPr/>
          <p:nvPr/>
        </p:nvGrpSpPr>
        <p:grpSpPr>
          <a:xfrm>
            <a:off x="7524349" y="2280997"/>
            <a:ext cx="350332" cy="288948"/>
            <a:chOff x="7524349" y="2456447"/>
            <a:chExt cx="350332" cy="288948"/>
          </a:xfrm>
        </p:grpSpPr>
        <p:sp>
          <p:nvSpPr>
            <p:cNvPr id="17299" name="Google Shape;17299;p6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4" name="Google Shape;17304;p64"/>
          <p:cNvGrpSpPr/>
          <p:nvPr/>
        </p:nvGrpSpPr>
        <p:grpSpPr>
          <a:xfrm>
            <a:off x="3972749" y="2719143"/>
            <a:ext cx="355230" cy="356725"/>
            <a:chOff x="3972749" y="2894211"/>
            <a:chExt cx="355230" cy="356725"/>
          </a:xfrm>
        </p:grpSpPr>
        <p:sp>
          <p:nvSpPr>
            <p:cNvPr id="17305" name="Google Shape;17305;p6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0" name="Google Shape;17310;p64"/>
          <p:cNvGrpSpPr/>
          <p:nvPr/>
        </p:nvGrpSpPr>
        <p:grpSpPr>
          <a:xfrm>
            <a:off x="3527797" y="2743553"/>
            <a:ext cx="355993" cy="307904"/>
            <a:chOff x="3527797" y="2918796"/>
            <a:chExt cx="355993" cy="307904"/>
          </a:xfrm>
        </p:grpSpPr>
        <p:sp>
          <p:nvSpPr>
            <p:cNvPr id="17311" name="Google Shape;17311;p6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64"/>
          <p:cNvGrpSpPr/>
          <p:nvPr/>
        </p:nvGrpSpPr>
        <p:grpSpPr>
          <a:xfrm>
            <a:off x="3082845" y="2746336"/>
            <a:ext cx="356375" cy="302338"/>
            <a:chOff x="3082845" y="2920959"/>
            <a:chExt cx="356375" cy="302338"/>
          </a:xfrm>
        </p:grpSpPr>
        <p:sp>
          <p:nvSpPr>
            <p:cNvPr id="17322" name="Google Shape;17322;p6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64"/>
          <p:cNvGrpSpPr/>
          <p:nvPr/>
        </p:nvGrpSpPr>
        <p:grpSpPr>
          <a:xfrm>
            <a:off x="2639038" y="2719699"/>
            <a:ext cx="355612" cy="355612"/>
            <a:chOff x="2639038" y="2894942"/>
            <a:chExt cx="355612" cy="355612"/>
          </a:xfrm>
        </p:grpSpPr>
        <p:sp>
          <p:nvSpPr>
            <p:cNvPr id="17325" name="Google Shape;17325;p6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6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7" name="Google Shape;17327;p64"/>
          <p:cNvGrpSpPr/>
          <p:nvPr/>
        </p:nvGrpSpPr>
        <p:grpSpPr>
          <a:xfrm>
            <a:off x="2194468" y="2763622"/>
            <a:ext cx="355993" cy="267766"/>
            <a:chOff x="2194468" y="2938865"/>
            <a:chExt cx="355993" cy="267766"/>
          </a:xfrm>
        </p:grpSpPr>
        <p:sp>
          <p:nvSpPr>
            <p:cNvPr id="17328" name="Google Shape;17328;p6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8" name="Google Shape;17348;p64"/>
          <p:cNvGrpSpPr/>
          <p:nvPr/>
        </p:nvGrpSpPr>
        <p:grpSpPr>
          <a:xfrm>
            <a:off x="1749897" y="2719699"/>
            <a:ext cx="355993" cy="355612"/>
            <a:chOff x="1749897" y="2894561"/>
            <a:chExt cx="355993" cy="355612"/>
          </a:xfrm>
        </p:grpSpPr>
        <p:sp>
          <p:nvSpPr>
            <p:cNvPr id="17349" name="Google Shape;17349;p6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64"/>
          <p:cNvGrpSpPr/>
          <p:nvPr/>
        </p:nvGrpSpPr>
        <p:grpSpPr>
          <a:xfrm>
            <a:off x="1305327" y="2718761"/>
            <a:ext cx="357520" cy="357488"/>
            <a:chOff x="1305327" y="2894211"/>
            <a:chExt cx="357520" cy="357488"/>
          </a:xfrm>
        </p:grpSpPr>
        <p:sp>
          <p:nvSpPr>
            <p:cNvPr id="17361" name="Google Shape;17361;p6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64"/>
          <p:cNvGrpSpPr/>
          <p:nvPr/>
        </p:nvGrpSpPr>
        <p:grpSpPr>
          <a:xfrm>
            <a:off x="853950" y="2720860"/>
            <a:ext cx="364104" cy="353290"/>
            <a:chOff x="853950" y="2894720"/>
            <a:chExt cx="364104" cy="353290"/>
          </a:xfrm>
        </p:grpSpPr>
        <p:sp>
          <p:nvSpPr>
            <p:cNvPr id="17367" name="Google Shape;17367;p6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4" name="Google Shape;17374;p64"/>
          <p:cNvGrpSpPr/>
          <p:nvPr/>
        </p:nvGrpSpPr>
        <p:grpSpPr>
          <a:xfrm>
            <a:off x="7066548" y="2737144"/>
            <a:ext cx="352209" cy="334938"/>
            <a:chOff x="7066548" y="2912594"/>
            <a:chExt cx="352209" cy="334938"/>
          </a:xfrm>
        </p:grpSpPr>
        <p:sp>
          <p:nvSpPr>
            <p:cNvPr id="17375" name="Google Shape;17375;p6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1" name="Google Shape;17381;p6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3" name="Google Shape;17383;p64"/>
          <p:cNvGrpSpPr/>
          <p:nvPr/>
        </p:nvGrpSpPr>
        <p:grpSpPr>
          <a:xfrm>
            <a:off x="7541397" y="2729352"/>
            <a:ext cx="318495" cy="352209"/>
            <a:chOff x="7541397" y="2904802"/>
            <a:chExt cx="318495" cy="352209"/>
          </a:xfrm>
        </p:grpSpPr>
        <p:sp>
          <p:nvSpPr>
            <p:cNvPr id="17384" name="Google Shape;17384;p6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64"/>
          <p:cNvGrpSpPr/>
          <p:nvPr/>
        </p:nvGrpSpPr>
        <p:grpSpPr>
          <a:xfrm>
            <a:off x="8003015" y="2728589"/>
            <a:ext cx="306759" cy="351445"/>
            <a:chOff x="8003015" y="2904039"/>
            <a:chExt cx="306759" cy="351445"/>
          </a:xfrm>
        </p:grpSpPr>
        <p:sp>
          <p:nvSpPr>
            <p:cNvPr id="17387" name="Google Shape;17387;p6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64"/>
          <p:cNvGrpSpPr/>
          <p:nvPr/>
        </p:nvGrpSpPr>
        <p:grpSpPr>
          <a:xfrm>
            <a:off x="5687770" y="2710046"/>
            <a:ext cx="369638" cy="369606"/>
            <a:chOff x="5687770" y="2885496"/>
            <a:chExt cx="369638" cy="369606"/>
          </a:xfrm>
        </p:grpSpPr>
        <p:sp>
          <p:nvSpPr>
            <p:cNvPr id="17394" name="Google Shape;17394;p6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4" name="Google Shape;17404;p64"/>
          <p:cNvGrpSpPr/>
          <p:nvPr/>
        </p:nvGrpSpPr>
        <p:grpSpPr>
          <a:xfrm>
            <a:off x="4881958" y="2729352"/>
            <a:ext cx="156417" cy="349537"/>
            <a:chOff x="4881958" y="2904802"/>
            <a:chExt cx="156417" cy="349537"/>
          </a:xfrm>
        </p:grpSpPr>
        <p:sp>
          <p:nvSpPr>
            <p:cNvPr id="17405" name="Google Shape;17405;p6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6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2" name="Google Shape;17412;p64"/>
          <p:cNvGrpSpPr/>
          <p:nvPr/>
        </p:nvGrpSpPr>
        <p:grpSpPr>
          <a:xfrm>
            <a:off x="5230318" y="2711064"/>
            <a:ext cx="371133" cy="367443"/>
            <a:chOff x="5230318" y="2886514"/>
            <a:chExt cx="371133" cy="367443"/>
          </a:xfrm>
        </p:grpSpPr>
        <p:sp>
          <p:nvSpPr>
            <p:cNvPr id="17413" name="Google Shape;17413;p6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2" name="Google Shape;17422;p64"/>
          <p:cNvGrpSpPr/>
          <p:nvPr/>
        </p:nvGrpSpPr>
        <p:grpSpPr>
          <a:xfrm>
            <a:off x="5748358" y="3259128"/>
            <a:ext cx="352590" cy="182561"/>
            <a:chOff x="5748358" y="3434578"/>
            <a:chExt cx="352590" cy="182561"/>
          </a:xfrm>
        </p:grpSpPr>
        <p:sp>
          <p:nvSpPr>
            <p:cNvPr id="17423" name="Google Shape;17423;p6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9" name="Google Shape;17429;p64"/>
          <p:cNvGrpSpPr/>
          <p:nvPr/>
        </p:nvGrpSpPr>
        <p:grpSpPr>
          <a:xfrm>
            <a:off x="862283" y="4099321"/>
            <a:ext cx="341204" cy="359301"/>
            <a:chOff x="862283" y="4274771"/>
            <a:chExt cx="341204" cy="359301"/>
          </a:xfrm>
        </p:grpSpPr>
        <p:sp>
          <p:nvSpPr>
            <p:cNvPr id="17430" name="Google Shape;17430;p6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64"/>
          <p:cNvGrpSpPr/>
          <p:nvPr/>
        </p:nvGrpSpPr>
        <p:grpSpPr>
          <a:xfrm>
            <a:off x="1396957" y="4111915"/>
            <a:ext cx="301861" cy="332871"/>
            <a:chOff x="1396957" y="4287365"/>
            <a:chExt cx="301861" cy="332871"/>
          </a:xfrm>
        </p:grpSpPr>
        <p:sp>
          <p:nvSpPr>
            <p:cNvPr id="17434" name="Google Shape;17434;p6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6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9" name="Google Shape;17449;p64"/>
          <p:cNvGrpSpPr/>
          <p:nvPr/>
        </p:nvGrpSpPr>
        <p:grpSpPr>
          <a:xfrm>
            <a:off x="1865381" y="4102056"/>
            <a:ext cx="396131" cy="355612"/>
            <a:chOff x="1865381" y="4277506"/>
            <a:chExt cx="396131" cy="355612"/>
          </a:xfrm>
        </p:grpSpPr>
        <p:sp>
          <p:nvSpPr>
            <p:cNvPr id="17450" name="Google Shape;17450;p6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64"/>
          <p:cNvGrpSpPr/>
          <p:nvPr/>
        </p:nvGrpSpPr>
        <p:grpSpPr>
          <a:xfrm>
            <a:off x="2411823" y="4128549"/>
            <a:ext cx="334398" cy="299953"/>
            <a:chOff x="2411823" y="4303999"/>
            <a:chExt cx="334398" cy="299953"/>
          </a:xfrm>
        </p:grpSpPr>
        <p:sp>
          <p:nvSpPr>
            <p:cNvPr id="17457" name="Google Shape;17457;p6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64"/>
          <p:cNvGrpSpPr/>
          <p:nvPr/>
        </p:nvGrpSpPr>
        <p:grpSpPr>
          <a:xfrm>
            <a:off x="2903337" y="4103582"/>
            <a:ext cx="382519" cy="350682"/>
            <a:chOff x="2903337" y="4279032"/>
            <a:chExt cx="382519" cy="350682"/>
          </a:xfrm>
        </p:grpSpPr>
        <p:sp>
          <p:nvSpPr>
            <p:cNvPr id="17465" name="Google Shape;17465;p6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6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6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6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64"/>
          <p:cNvGrpSpPr/>
          <p:nvPr/>
        </p:nvGrpSpPr>
        <p:grpSpPr>
          <a:xfrm>
            <a:off x="3933342" y="4140317"/>
            <a:ext cx="383632" cy="276449"/>
            <a:chOff x="3933342" y="4315767"/>
            <a:chExt cx="383632" cy="276449"/>
          </a:xfrm>
        </p:grpSpPr>
        <p:sp>
          <p:nvSpPr>
            <p:cNvPr id="17481" name="Google Shape;17481;p6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7" name="Google Shape;17487;p64"/>
          <p:cNvGrpSpPr/>
          <p:nvPr/>
        </p:nvGrpSpPr>
        <p:grpSpPr>
          <a:xfrm>
            <a:off x="3441065" y="4127055"/>
            <a:ext cx="337069" cy="302593"/>
            <a:chOff x="3441065" y="4302505"/>
            <a:chExt cx="337069" cy="302593"/>
          </a:xfrm>
        </p:grpSpPr>
        <p:sp>
          <p:nvSpPr>
            <p:cNvPr id="17488" name="Google Shape;17488;p6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6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1" name="Google Shape;17501;p64"/>
          <p:cNvGrpSpPr/>
          <p:nvPr/>
        </p:nvGrpSpPr>
        <p:grpSpPr>
          <a:xfrm>
            <a:off x="3532345" y="3187185"/>
            <a:ext cx="339328" cy="336274"/>
            <a:chOff x="3532345" y="3362635"/>
            <a:chExt cx="339328" cy="336274"/>
          </a:xfrm>
        </p:grpSpPr>
        <p:sp>
          <p:nvSpPr>
            <p:cNvPr id="17502" name="Google Shape;17502;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7" name="Google Shape;17507;p6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08" name="Google Shape;17508;p64"/>
          <p:cNvGrpSpPr/>
          <p:nvPr/>
        </p:nvGrpSpPr>
        <p:grpSpPr>
          <a:xfrm>
            <a:off x="1883955" y="3633250"/>
            <a:ext cx="162873" cy="351445"/>
            <a:chOff x="1883955" y="3808700"/>
            <a:chExt cx="162873" cy="351445"/>
          </a:xfrm>
        </p:grpSpPr>
        <p:sp>
          <p:nvSpPr>
            <p:cNvPr id="17509" name="Google Shape;17509;p6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6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64"/>
          <p:cNvGrpSpPr/>
          <p:nvPr/>
        </p:nvGrpSpPr>
        <p:grpSpPr>
          <a:xfrm>
            <a:off x="939156" y="3633759"/>
            <a:ext cx="192007" cy="351318"/>
            <a:chOff x="939156" y="3809209"/>
            <a:chExt cx="192007" cy="351318"/>
          </a:xfrm>
        </p:grpSpPr>
        <p:sp>
          <p:nvSpPr>
            <p:cNvPr id="17512" name="Google Shape;17512;p6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4" name="Google Shape;17514;p64"/>
          <p:cNvGrpSpPr/>
          <p:nvPr/>
        </p:nvGrpSpPr>
        <p:grpSpPr>
          <a:xfrm>
            <a:off x="2306167" y="3634395"/>
            <a:ext cx="193915" cy="349155"/>
            <a:chOff x="2306167" y="3809845"/>
            <a:chExt cx="193915" cy="349155"/>
          </a:xfrm>
        </p:grpSpPr>
        <p:sp>
          <p:nvSpPr>
            <p:cNvPr id="17515" name="Google Shape;17515;p6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6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6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2" name="Google Shape;17522;p64"/>
          <p:cNvGrpSpPr/>
          <p:nvPr/>
        </p:nvGrpSpPr>
        <p:grpSpPr>
          <a:xfrm>
            <a:off x="1323901" y="3631723"/>
            <a:ext cx="356343" cy="356757"/>
            <a:chOff x="1323901" y="3807173"/>
            <a:chExt cx="356343" cy="356757"/>
          </a:xfrm>
        </p:grpSpPr>
        <p:sp>
          <p:nvSpPr>
            <p:cNvPr id="17523" name="Google Shape;17523;p6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6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6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6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7" name="Google Shape;17547;p6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48" name="Google Shape;17548;p64"/>
          <p:cNvGrpSpPr/>
          <p:nvPr/>
        </p:nvGrpSpPr>
        <p:grpSpPr>
          <a:xfrm>
            <a:off x="859262" y="3178470"/>
            <a:ext cx="306759" cy="351445"/>
            <a:chOff x="859262" y="3353920"/>
            <a:chExt cx="306759" cy="351445"/>
          </a:xfrm>
        </p:grpSpPr>
        <p:sp>
          <p:nvSpPr>
            <p:cNvPr id="17549" name="Google Shape;17549;p6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6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4" name="Google Shape;17554;p6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55" name="Google Shape;17555;p64"/>
          <p:cNvGrpSpPr/>
          <p:nvPr/>
        </p:nvGrpSpPr>
        <p:grpSpPr>
          <a:xfrm>
            <a:off x="3967437" y="3661652"/>
            <a:ext cx="364708" cy="295405"/>
            <a:chOff x="3967437" y="3837102"/>
            <a:chExt cx="364708" cy="295405"/>
          </a:xfrm>
        </p:grpSpPr>
        <p:sp>
          <p:nvSpPr>
            <p:cNvPr id="17556" name="Google Shape;17556;p6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61" name="Google Shape;17561;p6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6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6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4" name="Google Shape;17564;p64"/>
          <p:cNvGrpSpPr/>
          <p:nvPr/>
        </p:nvGrpSpPr>
        <p:grpSpPr>
          <a:xfrm>
            <a:off x="5811827" y="3631001"/>
            <a:ext cx="283743" cy="308444"/>
            <a:chOff x="5964227" y="3858701"/>
            <a:chExt cx="283743" cy="308444"/>
          </a:xfrm>
        </p:grpSpPr>
        <p:sp>
          <p:nvSpPr>
            <p:cNvPr id="17565" name="Google Shape;17565;p6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6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9" name="Google Shape;17569;p64"/>
          <p:cNvGrpSpPr/>
          <p:nvPr/>
        </p:nvGrpSpPr>
        <p:grpSpPr>
          <a:xfrm>
            <a:off x="6243508" y="3697623"/>
            <a:ext cx="320372" cy="213602"/>
            <a:chOff x="6395908" y="3873073"/>
            <a:chExt cx="320372" cy="213602"/>
          </a:xfrm>
        </p:grpSpPr>
        <p:sp>
          <p:nvSpPr>
            <p:cNvPr id="17570" name="Google Shape;17570;p6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6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6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6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6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0" name="Google Shape;17580;p64"/>
          <p:cNvGrpSpPr/>
          <p:nvPr/>
        </p:nvGrpSpPr>
        <p:grpSpPr>
          <a:xfrm>
            <a:off x="7262890" y="3627366"/>
            <a:ext cx="357138" cy="352018"/>
            <a:chOff x="7415290" y="3802816"/>
            <a:chExt cx="357138" cy="352018"/>
          </a:xfrm>
        </p:grpSpPr>
        <p:sp>
          <p:nvSpPr>
            <p:cNvPr id="17581" name="Google Shape;17581;p6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64"/>
          <p:cNvGrpSpPr/>
          <p:nvPr/>
        </p:nvGrpSpPr>
        <p:grpSpPr>
          <a:xfrm>
            <a:off x="6737312" y="3657963"/>
            <a:ext cx="355230" cy="293401"/>
            <a:chOff x="6889712" y="3833413"/>
            <a:chExt cx="355230" cy="293401"/>
          </a:xfrm>
        </p:grpSpPr>
        <p:sp>
          <p:nvSpPr>
            <p:cNvPr id="17590" name="Google Shape;17590;p6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64"/>
          <p:cNvGrpSpPr/>
          <p:nvPr/>
        </p:nvGrpSpPr>
        <p:grpSpPr>
          <a:xfrm>
            <a:off x="7707152" y="3660420"/>
            <a:ext cx="282318" cy="337168"/>
            <a:chOff x="1635875" y="237775"/>
            <a:chExt cx="4370250" cy="5219325"/>
          </a:xfrm>
        </p:grpSpPr>
        <p:sp>
          <p:nvSpPr>
            <p:cNvPr id="17596" name="Google Shape;17596;p6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8" name="Google Shape;17598;p64"/>
          <p:cNvGrpSpPr/>
          <p:nvPr/>
        </p:nvGrpSpPr>
        <p:grpSpPr>
          <a:xfrm>
            <a:off x="3103963" y="3185690"/>
            <a:ext cx="297886" cy="337578"/>
            <a:chOff x="3103963" y="3361140"/>
            <a:chExt cx="297886" cy="337578"/>
          </a:xfrm>
        </p:grpSpPr>
        <p:sp>
          <p:nvSpPr>
            <p:cNvPr id="17599" name="Google Shape;17599;p6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6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6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6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64"/>
          <p:cNvGrpSpPr/>
          <p:nvPr/>
        </p:nvGrpSpPr>
        <p:grpSpPr>
          <a:xfrm>
            <a:off x="2667821" y="3185658"/>
            <a:ext cx="273046" cy="337801"/>
            <a:chOff x="2667821" y="3361108"/>
            <a:chExt cx="273046" cy="337801"/>
          </a:xfrm>
        </p:grpSpPr>
        <p:sp>
          <p:nvSpPr>
            <p:cNvPr id="17624" name="Google Shape;17624;p6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3" name="Google Shape;17643;p64"/>
          <p:cNvGrpSpPr/>
          <p:nvPr/>
        </p:nvGrpSpPr>
        <p:grpSpPr>
          <a:xfrm>
            <a:off x="2212469" y="3184863"/>
            <a:ext cx="282715" cy="338660"/>
            <a:chOff x="2212469" y="3360313"/>
            <a:chExt cx="282715" cy="338660"/>
          </a:xfrm>
        </p:grpSpPr>
        <p:sp>
          <p:nvSpPr>
            <p:cNvPr id="17644" name="Google Shape;17644;p6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7" name="Google Shape;17647;p64"/>
          <p:cNvGrpSpPr/>
          <p:nvPr/>
        </p:nvGrpSpPr>
        <p:grpSpPr>
          <a:xfrm>
            <a:off x="1768821" y="3185658"/>
            <a:ext cx="278739" cy="339073"/>
            <a:chOff x="1768821" y="3361108"/>
            <a:chExt cx="278739" cy="339073"/>
          </a:xfrm>
        </p:grpSpPr>
        <p:sp>
          <p:nvSpPr>
            <p:cNvPr id="17648" name="Google Shape;17648;p6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9" name="Google Shape;17659;p64"/>
          <p:cNvGrpSpPr/>
          <p:nvPr/>
        </p:nvGrpSpPr>
        <p:grpSpPr>
          <a:xfrm>
            <a:off x="5337883" y="3161423"/>
            <a:ext cx="307141" cy="376826"/>
            <a:chOff x="5337883" y="3336873"/>
            <a:chExt cx="307141" cy="376826"/>
          </a:xfrm>
        </p:grpSpPr>
        <p:sp>
          <p:nvSpPr>
            <p:cNvPr id="17660" name="Google Shape;17660;p6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64"/>
          <p:cNvGrpSpPr/>
          <p:nvPr/>
        </p:nvGrpSpPr>
        <p:grpSpPr>
          <a:xfrm>
            <a:off x="4883835" y="3161805"/>
            <a:ext cx="323425" cy="377557"/>
            <a:chOff x="4883835" y="3337255"/>
            <a:chExt cx="323425" cy="377557"/>
          </a:xfrm>
        </p:grpSpPr>
        <p:sp>
          <p:nvSpPr>
            <p:cNvPr id="17663" name="Google Shape;17663;p6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64"/>
          <p:cNvGrpSpPr/>
          <p:nvPr/>
        </p:nvGrpSpPr>
        <p:grpSpPr>
          <a:xfrm>
            <a:off x="6193310" y="3231839"/>
            <a:ext cx="352590" cy="237488"/>
            <a:chOff x="6193310" y="3407289"/>
            <a:chExt cx="352590" cy="237488"/>
          </a:xfrm>
        </p:grpSpPr>
        <p:sp>
          <p:nvSpPr>
            <p:cNvPr id="17667" name="Google Shape;17667;p6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2" name="Google Shape;17672;p64"/>
          <p:cNvGrpSpPr/>
          <p:nvPr/>
        </p:nvGrpSpPr>
        <p:grpSpPr>
          <a:xfrm>
            <a:off x="6637117" y="3222393"/>
            <a:ext cx="353735" cy="254504"/>
            <a:chOff x="6637117" y="3397843"/>
            <a:chExt cx="353735" cy="254504"/>
          </a:xfrm>
        </p:grpSpPr>
        <p:sp>
          <p:nvSpPr>
            <p:cNvPr id="17673" name="Google Shape;17673;p6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9" name="Google Shape;17679;p64"/>
          <p:cNvGrpSpPr/>
          <p:nvPr/>
        </p:nvGrpSpPr>
        <p:grpSpPr>
          <a:xfrm>
            <a:off x="7075994" y="3174081"/>
            <a:ext cx="360637" cy="352336"/>
            <a:chOff x="7075994" y="3349531"/>
            <a:chExt cx="360637" cy="352336"/>
          </a:xfrm>
        </p:grpSpPr>
        <p:sp>
          <p:nvSpPr>
            <p:cNvPr id="17680" name="Google Shape;17680;p6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7" name="Google Shape;17687;p64"/>
          <p:cNvGrpSpPr/>
          <p:nvPr/>
        </p:nvGrpSpPr>
        <p:grpSpPr>
          <a:xfrm>
            <a:off x="7651983" y="3173731"/>
            <a:ext cx="107183" cy="352399"/>
            <a:chOff x="7651983" y="3349181"/>
            <a:chExt cx="107183" cy="352399"/>
          </a:xfrm>
        </p:grpSpPr>
        <p:sp>
          <p:nvSpPr>
            <p:cNvPr id="17688" name="Google Shape;17688;p6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0" name="Google Shape;17690;p64"/>
          <p:cNvGrpSpPr/>
          <p:nvPr/>
        </p:nvGrpSpPr>
        <p:grpSpPr>
          <a:xfrm>
            <a:off x="7973468" y="3206872"/>
            <a:ext cx="352590" cy="287072"/>
            <a:chOff x="7973468" y="3382322"/>
            <a:chExt cx="352590" cy="287072"/>
          </a:xfrm>
        </p:grpSpPr>
        <p:sp>
          <p:nvSpPr>
            <p:cNvPr id="17691" name="Google Shape;17691;p6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3" name="Google Shape;17703;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7704" name="Google Shape;17704;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08" name="Shape 17708"/>
        <p:cNvGrpSpPr/>
        <p:nvPr/>
      </p:nvGrpSpPr>
      <p:grpSpPr>
        <a:xfrm>
          <a:off x="0" y="0"/>
          <a:ext cx="0" cy="0"/>
          <a:chOff x="0" y="0"/>
          <a:chExt cx="0" cy="0"/>
        </a:xfrm>
      </p:grpSpPr>
      <p:grpSp>
        <p:nvGrpSpPr>
          <p:cNvPr id="17709" name="Google Shape;17709;p65"/>
          <p:cNvGrpSpPr/>
          <p:nvPr/>
        </p:nvGrpSpPr>
        <p:grpSpPr>
          <a:xfrm>
            <a:off x="821808" y="1576858"/>
            <a:ext cx="347872" cy="347488"/>
            <a:chOff x="849677" y="1500658"/>
            <a:chExt cx="347872" cy="347488"/>
          </a:xfrm>
        </p:grpSpPr>
        <p:sp>
          <p:nvSpPr>
            <p:cNvPr id="17710" name="Google Shape;17710;p6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65"/>
          <p:cNvGrpSpPr/>
          <p:nvPr/>
        </p:nvGrpSpPr>
        <p:grpSpPr>
          <a:xfrm>
            <a:off x="1387984" y="1576858"/>
            <a:ext cx="315872" cy="347488"/>
            <a:chOff x="1415853" y="1500658"/>
            <a:chExt cx="315872" cy="347488"/>
          </a:xfrm>
        </p:grpSpPr>
        <p:sp>
          <p:nvSpPr>
            <p:cNvPr id="17717" name="Google Shape;17717;p6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5"/>
          <p:cNvGrpSpPr/>
          <p:nvPr/>
        </p:nvGrpSpPr>
        <p:grpSpPr>
          <a:xfrm>
            <a:off x="4669520" y="1576858"/>
            <a:ext cx="347520" cy="347104"/>
            <a:chOff x="4697389" y="1500658"/>
            <a:chExt cx="347520" cy="347104"/>
          </a:xfrm>
        </p:grpSpPr>
        <p:sp>
          <p:nvSpPr>
            <p:cNvPr id="17722" name="Google Shape;17722;p6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5" name="Google Shape;17725;p65"/>
          <p:cNvGrpSpPr/>
          <p:nvPr/>
        </p:nvGrpSpPr>
        <p:grpSpPr>
          <a:xfrm>
            <a:off x="3575664" y="2041146"/>
            <a:ext cx="347520" cy="353760"/>
            <a:chOff x="3603533" y="1964946"/>
            <a:chExt cx="347520" cy="353760"/>
          </a:xfrm>
        </p:grpSpPr>
        <p:sp>
          <p:nvSpPr>
            <p:cNvPr id="17726" name="Google Shape;17726;p6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65"/>
          <p:cNvGrpSpPr/>
          <p:nvPr/>
        </p:nvGrpSpPr>
        <p:grpSpPr>
          <a:xfrm>
            <a:off x="1922896" y="2040538"/>
            <a:ext cx="357792" cy="352448"/>
            <a:chOff x="1950765" y="1964338"/>
            <a:chExt cx="357792" cy="352448"/>
          </a:xfrm>
        </p:grpSpPr>
        <p:sp>
          <p:nvSpPr>
            <p:cNvPr id="17730" name="Google Shape;17730;p6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65"/>
          <p:cNvGrpSpPr/>
          <p:nvPr/>
        </p:nvGrpSpPr>
        <p:grpSpPr>
          <a:xfrm>
            <a:off x="7407760" y="2040890"/>
            <a:ext cx="367712" cy="353248"/>
            <a:chOff x="7435629" y="1964690"/>
            <a:chExt cx="367712" cy="353248"/>
          </a:xfrm>
        </p:grpSpPr>
        <p:sp>
          <p:nvSpPr>
            <p:cNvPr id="17735" name="Google Shape;17735;p6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6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6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9" name="Google Shape;17739;p65"/>
          <p:cNvGrpSpPr/>
          <p:nvPr/>
        </p:nvGrpSpPr>
        <p:grpSpPr>
          <a:xfrm>
            <a:off x="2484880" y="2041242"/>
            <a:ext cx="333024" cy="352896"/>
            <a:chOff x="2512749" y="1965042"/>
            <a:chExt cx="333024" cy="352896"/>
          </a:xfrm>
        </p:grpSpPr>
        <p:sp>
          <p:nvSpPr>
            <p:cNvPr id="17740" name="Google Shape;17740;p6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5" name="Google Shape;17745;p65"/>
          <p:cNvGrpSpPr/>
          <p:nvPr/>
        </p:nvGrpSpPr>
        <p:grpSpPr>
          <a:xfrm>
            <a:off x="1370448" y="2057978"/>
            <a:ext cx="365792" cy="335392"/>
            <a:chOff x="1398317" y="1981778"/>
            <a:chExt cx="365792" cy="335392"/>
          </a:xfrm>
        </p:grpSpPr>
        <p:sp>
          <p:nvSpPr>
            <p:cNvPr id="17746" name="Google Shape;17746;p6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6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65"/>
          <p:cNvGrpSpPr/>
          <p:nvPr/>
        </p:nvGrpSpPr>
        <p:grpSpPr>
          <a:xfrm>
            <a:off x="3024368" y="2079770"/>
            <a:ext cx="353600" cy="314752"/>
            <a:chOff x="3052237" y="2003570"/>
            <a:chExt cx="353600" cy="314752"/>
          </a:xfrm>
        </p:grpSpPr>
        <p:sp>
          <p:nvSpPr>
            <p:cNvPr id="17753" name="Google Shape;17753;p6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65"/>
          <p:cNvGrpSpPr/>
          <p:nvPr/>
        </p:nvGrpSpPr>
        <p:grpSpPr>
          <a:xfrm>
            <a:off x="1376144" y="3034266"/>
            <a:ext cx="368096" cy="223968"/>
            <a:chOff x="1404013" y="2958066"/>
            <a:chExt cx="368096" cy="223968"/>
          </a:xfrm>
        </p:grpSpPr>
        <p:sp>
          <p:nvSpPr>
            <p:cNvPr id="17757" name="Google Shape;17757;p6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9" name="Google Shape;17759;p6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1" name="Google Shape;17761;p65"/>
          <p:cNvGrpSpPr/>
          <p:nvPr/>
        </p:nvGrpSpPr>
        <p:grpSpPr>
          <a:xfrm>
            <a:off x="1923280" y="2961402"/>
            <a:ext cx="370368" cy="367328"/>
            <a:chOff x="1951149" y="2885202"/>
            <a:chExt cx="370368" cy="367328"/>
          </a:xfrm>
        </p:grpSpPr>
        <p:sp>
          <p:nvSpPr>
            <p:cNvPr id="17762" name="Google Shape;17762;p6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5" name="Google Shape;17765;p65"/>
          <p:cNvGrpSpPr/>
          <p:nvPr/>
        </p:nvGrpSpPr>
        <p:grpSpPr>
          <a:xfrm>
            <a:off x="2473808" y="2982362"/>
            <a:ext cx="367328" cy="327296"/>
            <a:chOff x="2501677" y="2906162"/>
            <a:chExt cx="367328" cy="327296"/>
          </a:xfrm>
        </p:grpSpPr>
        <p:sp>
          <p:nvSpPr>
            <p:cNvPr id="17766" name="Google Shape;17766;p6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9" name="Google Shape;17769;p6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0" name="Google Shape;17770;p65"/>
          <p:cNvGrpSpPr/>
          <p:nvPr/>
        </p:nvGrpSpPr>
        <p:grpSpPr>
          <a:xfrm>
            <a:off x="3022448" y="2969914"/>
            <a:ext cx="367712" cy="354240"/>
            <a:chOff x="3050317" y="2893714"/>
            <a:chExt cx="367712" cy="354240"/>
          </a:xfrm>
        </p:grpSpPr>
        <p:sp>
          <p:nvSpPr>
            <p:cNvPr id="17771" name="Google Shape;17771;p6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73" name="Google Shape;17773;p6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5" name="Google Shape;17775;p65"/>
          <p:cNvGrpSpPr/>
          <p:nvPr/>
        </p:nvGrpSpPr>
        <p:grpSpPr>
          <a:xfrm>
            <a:off x="7503408" y="2962554"/>
            <a:ext cx="185184" cy="367296"/>
            <a:chOff x="7531277" y="2886354"/>
            <a:chExt cx="185184" cy="367296"/>
          </a:xfrm>
        </p:grpSpPr>
        <p:sp>
          <p:nvSpPr>
            <p:cNvPr id="17776" name="Google Shape;17776;p6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9" name="Google Shape;17779;p65"/>
          <p:cNvGrpSpPr/>
          <p:nvPr/>
        </p:nvGrpSpPr>
        <p:grpSpPr>
          <a:xfrm>
            <a:off x="6898768" y="2962938"/>
            <a:ext cx="297184" cy="367296"/>
            <a:chOff x="6926637" y="2886738"/>
            <a:chExt cx="297184" cy="367296"/>
          </a:xfrm>
        </p:grpSpPr>
        <p:sp>
          <p:nvSpPr>
            <p:cNvPr id="17780" name="Google Shape;17780;p6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3" name="Google Shape;17783;p6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5" name="Google Shape;17785;p65"/>
          <p:cNvGrpSpPr/>
          <p:nvPr/>
        </p:nvGrpSpPr>
        <p:grpSpPr>
          <a:xfrm>
            <a:off x="6312784" y="2962554"/>
            <a:ext cx="370368" cy="368064"/>
            <a:chOff x="6340653" y="2886354"/>
            <a:chExt cx="370368" cy="368064"/>
          </a:xfrm>
        </p:grpSpPr>
        <p:sp>
          <p:nvSpPr>
            <p:cNvPr id="17786" name="Google Shape;17786;p6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65"/>
          <p:cNvGrpSpPr/>
          <p:nvPr/>
        </p:nvGrpSpPr>
        <p:grpSpPr>
          <a:xfrm>
            <a:off x="5218928" y="2057626"/>
            <a:ext cx="354752" cy="336512"/>
            <a:chOff x="5246797" y="1981426"/>
            <a:chExt cx="354752" cy="336512"/>
          </a:xfrm>
        </p:grpSpPr>
        <p:sp>
          <p:nvSpPr>
            <p:cNvPr id="17793" name="Google Shape;17793;p6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5" name="Google Shape;17795;p65"/>
          <p:cNvGrpSpPr/>
          <p:nvPr/>
        </p:nvGrpSpPr>
        <p:grpSpPr>
          <a:xfrm>
            <a:off x="4120880" y="2178266"/>
            <a:ext cx="355136" cy="216256"/>
            <a:chOff x="4148749" y="2102066"/>
            <a:chExt cx="355136" cy="216256"/>
          </a:xfrm>
        </p:grpSpPr>
        <p:sp>
          <p:nvSpPr>
            <p:cNvPr id="17796" name="Google Shape;17796;p6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8" name="Google Shape;17798;p65"/>
          <p:cNvGrpSpPr/>
          <p:nvPr/>
        </p:nvGrpSpPr>
        <p:grpSpPr>
          <a:xfrm>
            <a:off x="5766800" y="2077626"/>
            <a:ext cx="354752" cy="315360"/>
            <a:chOff x="5794669" y="2001426"/>
            <a:chExt cx="354752" cy="315360"/>
          </a:xfrm>
        </p:grpSpPr>
        <p:sp>
          <p:nvSpPr>
            <p:cNvPr id="17799" name="Google Shape;17799;p6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65"/>
          <p:cNvGrpSpPr/>
          <p:nvPr/>
        </p:nvGrpSpPr>
        <p:grpSpPr>
          <a:xfrm>
            <a:off x="6317360" y="2106042"/>
            <a:ext cx="352832" cy="289216"/>
            <a:chOff x="6345229" y="2029842"/>
            <a:chExt cx="352832" cy="289216"/>
          </a:xfrm>
        </p:grpSpPr>
        <p:sp>
          <p:nvSpPr>
            <p:cNvPr id="17802" name="Google Shape;17802;p6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4" name="Google Shape;17804;p65"/>
          <p:cNvGrpSpPr/>
          <p:nvPr/>
        </p:nvGrpSpPr>
        <p:grpSpPr>
          <a:xfrm>
            <a:off x="4669520" y="2112538"/>
            <a:ext cx="354752" cy="281984"/>
            <a:chOff x="4697389" y="2036338"/>
            <a:chExt cx="354752" cy="281984"/>
          </a:xfrm>
        </p:grpSpPr>
        <p:sp>
          <p:nvSpPr>
            <p:cNvPr id="17805" name="Google Shape;17805;p6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7" name="Google Shape;17807;p65"/>
          <p:cNvGrpSpPr/>
          <p:nvPr/>
        </p:nvGrpSpPr>
        <p:grpSpPr>
          <a:xfrm>
            <a:off x="1376144" y="2500954"/>
            <a:ext cx="353600" cy="354944"/>
            <a:chOff x="1404013" y="2424754"/>
            <a:chExt cx="353600" cy="354944"/>
          </a:xfrm>
        </p:grpSpPr>
        <p:sp>
          <p:nvSpPr>
            <p:cNvPr id="17808" name="Google Shape;17808;p6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3" name="Google Shape;17813;p65"/>
          <p:cNvGrpSpPr/>
          <p:nvPr/>
        </p:nvGrpSpPr>
        <p:grpSpPr>
          <a:xfrm>
            <a:off x="826384" y="2504474"/>
            <a:ext cx="355104" cy="351040"/>
            <a:chOff x="854253" y="2428274"/>
            <a:chExt cx="355104" cy="351040"/>
          </a:xfrm>
        </p:grpSpPr>
        <p:sp>
          <p:nvSpPr>
            <p:cNvPr id="17814" name="Google Shape;17814;p6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6" name="Google Shape;17816;p65"/>
          <p:cNvGrpSpPr/>
          <p:nvPr/>
        </p:nvGrpSpPr>
        <p:grpSpPr>
          <a:xfrm>
            <a:off x="6869040" y="2517146"/>
            <a:ext cx="354752" cy="275904"/>
            <a:chOff x="6896909" y="2440946"/>
            <a:chExt cx="354752" cy="275904"/>
          </a:xfrm>
        </p:grpSpPr>
        <p:sp>
          <p:nvSpPr>
            <p:cNvPr id="17817" name="Google Shape;17817;p6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9" name="Google Shape;17819;p6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0" name="Google Shape;17820;p65"/>
          <p:cNvGrpSpPr/>
          <p:nvPr/>
        </p:nvGrpSpPr>
        <p:grpSpPr>
          <a:xfrm>
            <a:off x="5237200" y="2500954"/>
            <a:ext cx="321984" cy="354560"/>
            <a:chOff x="5265069" y="2424754"/>
            <a:chExt cx="321984" cy="354560"/>
          </a:xfrm>
        </p:grpSpPr>
        <p:sp>
          <p:nvSpPr>
            <p:cNvPr id="17821" name="Google Shape;17821;p6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3" name="Google Shape;17823;p65"/>
          <p:cNvGrpSpPr/>
          <p:nvPr/>
        </p:nvGrpSpPr>
        <p:grpSpPr>
          <a:xfrm>
            <a:off x="4122800" y="2542970"/>
            <a:ext cx="355104" cy="259584"/>
            <a:chOff x="4150669" y="2466770"/>
            <a:chExt cx="355104" cy="259584"/>
          </a:xfrm>
        </p:grpSpPr>
        <p:sp>
          <p:nvSpPr>
            <p:cNvPr id="17824" name="Google Shape;17824;p6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8" name="Google Shape;17828;p65"/>
          <p:cNvGrpSpPr/>
          <p:nvPr/>
        </p:nvGrpSpPr>
        <p:grpSpPr>
          <a:xfrm>
            <a:off x="4671824" y="2501146"/>
            <a:ext cx="354336" cy="353984"/>
            <a:chOff x="4699693" y="2424946"/>
            <a:chExt cx="354336" cy="353984"/>
          </a:xfrm>
        </p:grpSpPr>
        <p:sp>
          <p:nvSpPr>
            <p:cNvPr id="17829" name="Google Shape;17829;p6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1" name="Google Shape;17831;p6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3" name="Google Shape;17833;p65"/>
          <p:cNvGrpSpPr/>
          <p:nvPr/>
        </p:nvGrpSpPr>
        <p:grpSpPr>
          <a:xfrm>
            <a:off x="1925168" y="2628442"/>
            <a:ext cx="355136" cy="227072"/>
            <a:chOff x="1953037" y="2552242"/>
            <a:chExt cx="355136" cy="227072"/>
          </a:xfrm>
        </p:grpSpPr>
        <p:sp>
          <p:nvSpPr>
            <p:cNvPr id="17834" name="Google Shape;17834;p6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6" name="Google Shape;17836;p6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7" name="Google Shape;17837;p65"/>
          <p:cNvGrpSpPr/>
          <p:nvPr/>
        </p:nvGrpSpPr>
        <p:grpSpPr>
          <a:xfrm>
            <a:off x="2473072" y="2603418"/>
            <a:ext cx="355104" cy="250944"/>
            <a:chOff x="2500941" y="2527218"/>
            <a:chExt cx="355104" cy="250944"/>
          </a:xfrm>
        </p:grpSpPr>
        <p:sp>
          <p:nvSpPr>
            <p:cNvPr id="17838" name="Google Shape;17838;p6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3" name="Google Shape;17843;p6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4" name="Google Shape;17844;p65"/>
          <p:cNvGrpSpPr/>
          <p:nvPr/>
        </p:nvGrpSpPr>
        <p:grpSpPr>
          <a:xfrm>
            <a:off x="7965936" y="2503322"/>
            <a:ext cx="356256" cy="351808"/>
            <a:chOff x="7993805" y="2427122"/>
            <a:chExt cx="356256" cy="351808"/>
          </a:xfrm>
        </p:grpSpPr>
        <p:sp>
          <p:nvSpPr>
            <p:cNvPr id="17845" name="Google Shape;17845;p6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65"/>
          <p:cNvGrpSpPr/>
          <p:nvPr/>
        </p:nvGrpSpPr>
        <p:grpSpPr>
          <a:xfrm>
            <a:off x="850768" y="2041210"/>
            <a:ext cx="308640" cy="353312"/>
            <a:chOff x="878637" y="1965010"/>
            <a:chExt cx="308640" cy="353312"/>
          </a:xfrm>
        </p:grpSpPr>
        <p:sp>
          <p:nvSpPr>
            <p:cNvPr id="17849" name="Google Shape;17849;p6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2" name="Google Shape;17852;p65"/>
          <p:cNvGrpSpPr/>
          <p:nvPr/>
        </p:nvGrpSpPr>
        <p:grpSpPr>
          <a:xfrm>
            <a:off x="6868272" y="2040922"/>
            <a:ext cx="348256" cy="352448"/>
            <a:chOff x="6896141" y="1964722"/>
            <a:chExt cx="348256" cy="352448"/>
          </a:xfrm>
        </p:grpSpPr>
        <p:sp>
          <p:nvSpPr>
            <p:cNvPr id="17853" name="Google Shape;17853;p6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6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65"/>
          <p:cNvGrpSpPr/>
          <p:nvPr/>
        </p:nvGrpSpPr>
        <p:grpSpPr>
          <a:xfrm>
            <a:off x="7962128" y="2091578"/>
            <a:ext cx="355136" cy="303328"/>
            <a:chOff x="7989997" y="2015378"/>
            <a:chExt cx="355136" cy="303328"/>
          </a:xfrm>
        </p:grpSpPr>
        <p:sp>
          <p:nvSpPr>
            <p:cNvPr id="17857" name="Google Shape;17857;p6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0" name="Google Shape;17860;p65"/>
          <p:cNvGrpSpPr/>
          <p:nvPr/>
        </p:nvGrpSpPr>
        <p:grpSpPr>
          <a:xfrm>
            <a:off x="3570352" y="1585562"/>
            <a:ext cx="348640" cy="330784"/>
            <a:chOff x="3598221" y="1509362"/>
            <a:chExt cx="348640" cy="330784"/>
          </a:xfrm>
        </p:grpSpPr>
        <p:sp>
          <p:nvSpPr>
            <p:cNvPr id="17861" name="Google Shape;17861;p6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5" name="Google Shape;17865;p65"/>
          <p:cNvGrpSpPr/>
          <p:nvPr/>
        </p:nvGrpSpPr>
        <p:grpSpPr>
          <a:xfrm>
            <a:off x="5218928" y="1576858"/>
            <a:ext cx="347872" cy="347488"/>
            <a:chOff x="5246797" y="1500658"/>
            <a:chExt cx="347872" cy="347488"/>
          </a:xfrm>
        </p:grpSpPr>
        <p:sp>
          <p:nvSpPr>
            <p:cNvPr id="17866" name="Google Shape;17866;p6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0" name="Google Shape;17870;p65"/>
          <p:cNvGrpSpPr/>
          <p:nvPr/>
        </p:nvGrpSpPr>
        <p:grpSpPr>
          <a:xfrm>
            <a:off x="5768720" y="1576858"/>
            <a:ext cx="349024" cy="346752"/>
            <a:chOff x="5796589" y="1500658"/>
            <a:chExt cx="349024" cy="346752"/>
          </a:xfrm>
        </p:grpSpPr>
        <p:sp>
          <p:nvSpPr>
            <p:cNvPr id="17871" name="Google Shape;17871;p6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2" name="Google Shape;17872;p65"/>
            <p:cNvGrpSpPr/>
            <p:nvPr/>
          </p:nvGrpSpPr>
          <p:grpSpPr>
            <a:xfrm>
              <a:off x="5796589" y="1500658"/>
              <a:ext cx="349024" cy="346752"/>
              <a:chOff x="5796589" y="1500658"/>
              <a:chExt cx="349024" cy="346752"/>
            </a:xfrm>
          </p:grpSpPr>
          <p:sp>
            <p:nvSpPr>
              <p:cNvPr id="17873" name="Google Shape;17873;p6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77" name="Google Shape;17877;p65"/>
          <p:cNvGrpSpPr/>
          <p:nvPr/>
        </p:nvGrpSpPr>
        <p:grpSpPr>
          <a:xfrm>
            <a:off x="6867504" y="1578778"/>
            <a:ext cx="348640" cy="343296"/>
            <a:chOff x="6895373" y="1502578"/>
            <a:chExt cx="348640" cy="343296"/>
          </a:xfrm>
        </p:grpSpPr>
        <p:sp>
          <p:nvSpPr>
            <p:cNvPr id="17878" name="Google Shape;17878;p6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65"/>
          <p:cNvGrpSpPr/>
          <p:nvPr/>
        </p:nvGrpSpPr>
        <p:grpSpPr>
          <a:xfrm>
            <a:off x="4119728" y="1581658"/>
            <a:ext cx="347904" cy="336992"/>
            <a:chOff x="4147597" y="1505458"/>
            <a:chExt cx="347904" cy="336992"/>
          </a:xfrm>
        </p:grpSpPr>
        <p:sp>
          <p:nvSpPr>
            <p:cNvPr id="17882" name="Google Shape;17882;p6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6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9" name="Google Shape;17889;p65"/>
          <p:cNvGrpSpPr/>
          <p:nvPr/>
        </p:nvGrpSpPr>
        <p:grpSpPr>
          <a:xfrm>
            <a:off x="2471536" y="1576090"/>
            <a:ext cx="347488" cy="348256"/>
            <a:chOff x="2499405" y="1499890"/>
            <a:chExt cx="347488" cy="348256"/>
          </a:xfrm>
        </p:grpSpPr>
        <p:sp>
          <p:nvSpPr>
            <p:cNvPr id="17890" name="Google Shape;17890;p6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5" name="Google Shape;17895;p65"/>
          <p:cNvGrpSpPr/>
          <p:nvPr/>
        </p:nvGrpSpPr>
        <p:grpSpPr>
          <a:xfrm>
            <a:off x="1928976" y="1576698"/>
            <a:ext cx="331520" cy="348032"/>
            <a:chOff x="1956845" y="1500498"/>
            <a:chExt cx="331520" cy="348032"/>
          </a:xfrm>
        </p:grpSpPr>
        <p:sp>
          <p:nvSpPr>
            <p:cNvPr id="17896" name="Google Shape;17896;p6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6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8" name="Google Shape;17908;p65"/>
          <p:cNvGrpSpPr/>
          <p:nvPr/>
        </p:nvGrpSpPr>
        <p:grpSpPr>
          <a:xfrm>
            <a:off x="6317744" y="1626074"/>
            <a:ext cx="348640" cy="250656"/>
            <a:chOff x="6345613" y="1549874"/>
            <a:chExt cx="348640" cy="250656"/>
          </a:xfrm>
        </p:grpSpPr>
        <p:sp>
          <p:nvSpPr>
            <p:cNvPr id="17909" name="Google Shape;17909;p6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5" name="Google Shape;17915;p65"/>
          <p:cNvGrpSpPr/>
          <p:nvPr/>
        </p:nvGrpSpPr>
        <p:grpSpPr>
          <a:xfrm>
            <a:off x="7416912" y="1583226"/>
            <a:ext cx="348640" cy="334272"/>
            <a:chOff x="7444781" y="1507026"/>
            <a:chExt cx="348640" cy="334272"/>
          </a:xfrm>
        </p:grpSpPr>
        <p:sp>
          <p:nvSpPr>
            <p:cNvPr id="17916" name="Google Shape;17916;p6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65"/>
          <p:cNvGrpSpPr/>
          <p:nvPr/>
        </p:nvGrpSpPr>
        <p:grpSpPr>
          <a:xfrm>
            <a:off x="7967472" y="1582938"/>
            <a:ext cx="347872" cy="334944"/>
            <a:chOff x="7995341" y="1506738"/>
            <a:chExt cx="347872" cy="334944"/>
          </a:xfrm>
        </p:grpSpPr>
        <p:sp>
          <p:nvSpPr>
            <p:cNvPr id="17922" name="Google Shape;17922;p6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8" name="Google Shape;17928;p65"/>
          <p:cNvGrpSpPr/>
          <p:nvPr/>
        </p:nvGrpSpPr>
        <p:grpSpPr>
          <a:xfrm>
            <a:off x="3020176" y="1599130"/>
            <a:ext cx="347872" cy="303904"/>
            <a:chOff x="3048045" y="1522930"/>
            <a:chExt cx="347872" cy="303904"/>
          </a:xfrm>
        </p:grpSpPr>
        <p:sp>
          <p:nvSpPr>
            <p:cNvPr id="17929" name="Google Shape;17929;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0" name="Google Shape;17930;p65"/>
            <p:cNvGrpSpPr/>
            <p:nvPr/>
          </p:nvGrpSpPr>
          <p:grpSpPr>
            <a:xfrm>
              <a:off x="3048045" y="1522930"/>
              <a:ext cx="347872" cy="303904"/>
              <a:chOff x="3048045" y="1522930"/>
              <a:chExt cx="347872" cy="303904"/>
            </a:xfrm>
          </p:grpSpPr>
          <p:sp>
            <p:nvSpPr>
              <p:cNvPr id="17931" name="Google Shape;17931;p6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6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33" name="Google Shape;17933;p65"/>
          <p:cNvGrpSpPr/>
          <p:nvPr/>
        </p:nvGrpSpPr>
        <p:grpSpPr>
          <a:xfrm>
            <a:off x="1105264" y="3428122"/>
            <a:ext cx="313984" cy="358560"/>
            <a:chOff x="1133133" y="3351922"/>
            <a:chExt cx="313984" cy="358560"/>
          </a:xfrm>
        </p:grpSpPr>
        <p:sp>
          <p:nvSpPr>
            <p:cNvPr id="17934" name="Google Shape;17934;p6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50" name="Google Shape;17950;p6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51" name="Google Shape;17951;p65"/>
          <p:cNvGrpSpPr/>
          <p:nvPr/>
        </p:nvGrpSpPr>
        <p:grpSpPr>
          <a:xfrm>
            <a:off x="2767184" y="3428794"/>
            <a:ext cx="288448" cy="357120"/>
            <a:chOff x="2795053" y="3352594"/>
            <a:chExt cx="288448" cy="357120"/>
          </a:xfrm>
        </p:grpSpPr>
        <p:sp>
          <p:nvSpPr>
            <p:cNvPr id="17952" name="Google Shape;17952;p6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5"/>
          <p:cNvGrpSpPr/>
          <p:nvPr/>
        </p:nvGrpSpPr>
        <p:grpSpPr>
          <a:xfrm>
            <a:off x="2208656" y="3429402"/>
            <a:ext cx="304832" cy="356512"/>
            <a:chOff x="2236525" y="3353202"/>
            <a:chExt cx="304832" cy="356512"/>
          </a:xfrm>
        </p:grpSpPr>
        <p:sp>
          <p:nvSpPr>
            <p:cNvPr id="17962" name="Google Shape;17962;p6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5" name="Google Shape;17965;p65"/>
          <p:cNvGrpSpPr/>
          <p:nvPr/>
        </p:nvGrpSpPr>
        <p:grpSpPr>
          <a:xfrm>
            <a:off x="3882768" y="3428890"/>
            <a:ext cx="256800" cy="357024"/>
            <a:chOff x="3910637" y="3352690"/>
            <a:chExt cx="256800" cy="357024"/>
          </a:xfrm>
        </p:grpSpPr>
        <p:sp>
          <p:nvSpPr>
            <p:cNvPr id="17966" name="Google Shape;17966;p6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9" name="Google Shape;17969;p65"/>
          <p:cNvGrpSpPr/>
          <p:nvPr/>
        </p:nvGrpSpPr>
        <p:grpSpPr>
          <a:xfrm>
            <a:off x="6028560" y="3428122"/>
            <a:ext cx="360064" cy="360096"/>
            <a:chOff x="6056429" y="3351922"/>
            <a:chExt cx="360064" cy="360096"/>
          </a:xfrm>
        </p:grpSpPr>
        <p:sp>
          <p:nvSpPr>
            <p:cNvPr id="17970" name="Google Shape;17970;p6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3" name="Google Shape;17973;p65"/>
          <p:cNvGrpSpPr/>
          <p:nvPr/>
        </p:nvGrpSpPr>
        <p:grpSpPr>
          <a:xfrm>
            <a:off x="6581008" y="3429274"/>
            <a:ext cx="357408" cy="357408"/>
            <a:chOff x="6608877" y="3353074"/>
            <a:chExt cx="357408" cy="357408"/>
          </a:xfrm>
        </p:grpSpPr>
        <p:sp>
          <p:nvSpPr>
            <p:cNvPr id="17974" name="Google Shape;17974;p6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81" name="Google Shape;17981;p6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3" name="Google Shape;17983;p65"/>
          <p:cNvGrpSpPr/>
          <p:nvPr/>
        </p:nvGrpSpPr>
        <p:grpSpPr>
          <a:xfrm>
            <a:off x="4931664" y="3446426"/>
            <a:ext cx="357408" cy="323488"/>
            <a:chOff x="4959533" y="3370226"/>
            <a:chExt cx="357408" cy="323488"/>
          </a:xfrm>
        </p:grpSpPr>
        <p:sp>
          <p:nvSpPr>
            <p:cNvPr id="17984" name="Google Shape;17984;p6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65"/>
          <p:cNvGrpSpPr/>
          <p:nvPr/>
        </p:nvGrpSpPr>
        <p:grpSpPr>
          <a:xfrm>
            <a:off x="7130768" y="3429274"/>
            <a:ext cx="357056" cy="357408"/>
            <a:chOff x="7158637" y="3353074"/>
            <a:chExt cx="357056" cy="357408"/>
          </a:xfrm>
        </p:grpSpPr>
        <p:sp>
          <p:nvSpPr>
            <p:cNvPr id="17987" name="Google Shape;17987;p6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1" name="Google Shape;17991;p65"/>
          <p:cNvGrpSpPr/>
          <p:nvPr/>
        </p:nvGrpSpPr>
        <p:grpSpPr>
          <a:xfrm>
            <a:off x="3288400" y="3428602"/>
            <a:ext cx="344832" cy="356544"/>
            <a:chOff x="3316269" y="3352402"/>
            <a:chExt cx="344832" cy="356544"/>
          </a:xfrm>
        </p:grpSpPr>
        <p:sp>
          <p:nvSpPr>
            <p:cNvPr id="17992" name="Google Shape;17992;p6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6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6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5" name="Google Shape;17995;p65"/>
          <p:cNvGrpSpPr/>
          <p:nvPr/>
        </p:nvGrpSpPr>
        <p:grpSpPr>
          <a:xfrm>
            <a:off x="5481040" y="3447706"/>
            <a:ext cx="358560" cy="319552"/>
            <a:chOff x="5508909" y="3371506"/>
            <a:chExt cx="358560" cy="319552"/>
          </a:xfrm>
        </p:grpSpPr>
        <p:sp>
          <p:nvSpPr>
            <p:cNvPr id="17996" name="Google Shape;17996;p6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6" name="Google Shape;18006;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10" name="Shape 18010"/>
        <p:cNvGrpSpPr/>
        <p:nvPr/>
      </p:nvGrpSpPr>
      <p:grpSpPr>
        <a:xfrm>
          <a:off x="0" y="0"/>
          <a:ext cx="0" cy="0"/>
          <a:chOff x="0" y="0"/>
          <a:chExt cx="0" cy="0"/>
        </a:xfrm>
      </p:grpSpPr>
      <p:sp>
        <p:nvSpPr>
          <p:cNvPr id="18011" name="Google Shape;18011;p6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2" name="Google Shape;18012;p66"/>
          <p:cNvGrpSpPr/>
          <p:nvPr/>
        </p:nvGrpSpPr>
        <p:grpSpPr>
          <a:xfrm>
            <a:off x="3026217" y="3893352"/>
            <a:ext cx="346056" cy="345674"/>
            <a:chOff x="3303268" y="3817349"/>
            <a:chExt cx="346056" cy="345674"/>
          </a:xfrm>
        </p:grpSpPr>
        <p:sp>
          <p:nvSpPr>
            <p:cNvPr id="18013" name="Google Shape;18013;p6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7" name="Google Shape;18017;p66"/>
          <p:cNvGrpSpPr/>
          <p:nvPr/>
        </p:nvGrpSpPr>
        <p:grpSpPr>
          <a:xfrm>
            <a:off x="3475306" y="3893352"/>
            <a:ext cx="346056" cy="345674"/>
            <a:chOff x="3752358" y="3817349"/>
            <a:chExt cx="346056" cy="345674"/>
          </a:xfrm>
        </p:grpSpPr>
        <p:sp>
          <p:nvSpPr>
            <p:cNvPr id="18018" name="Google Shape;18018;p6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6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6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2" name="Google Shape;18022;p66"/>
          <p:cNvGrpSpPr/>
          <p:nvPr/>
        </p:nvGrpSpPr>
        <p:grpSpPr>
          <a:xfrm>
            <a:off x="4822956" y="3893352"/>
            <a:ext cx="346024" cy="345674"/>
            <a:chOff x="5100008" y="3817349"/>
            <a:chExt cx="346024" cy="345674"/>
          </a:xfrm>
        </p:grpSpPr>
        <p:sp>
          <p:nvSpPr>
            <p:cNvPr id="18023" name="Google Shape;18023;p6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6" name="Google Shape;18026;p66"/>
          <p:cNvGrpSpPr/>
          <p:nvPr/>
        </p:nvGrpSpPr>
        <p:grpSpPr>
          <a:xfrm>
            <a:off x="5721867" y="3893352"/>
            <a:ext cx="345674" cy="345674"/>
            <a:chOff x="5998919" y="3817349"/>
            <a:chExt cx="345674" cy="345674"/>
          </a:xfrm>
        </p:grpSpPr>
        <p:sp>
          <p:nvSpPr>
            <p:cNvPr id="18027" name="Google Shape;18027;p6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66"/>
          <p:cNvGrpSpPr/>
          <p:nvPr/>
        </p:nvGrpSpPr>
        <p:grpSpPr>
          <a:xfrm>
            <a:off x="3924396" y="3893352"/>
            <a:ext cx="346024" cy="345674"/>
            <a:chOff x="4201447" y="3817349"/>
            <a:chExt cx="346024" cy="345674"/>
          </a:xfrm>
        </p:grpSpPr>
        <p:sp>
          <p:nvSpPr>
            <p:cNvPr id="18031" name="Google Shape;18031;p6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3" name="Google Shape;18033;p66"/>
          <p:cNvGrpSpPr/>
          <p:nvPr/>
        </p:nvGrpSpPr>
        <p:grpSpPr>
          <a:xfrm>
            <a:off x="4373867" y="3893352"/>
            <a:ext cx="346024" cy="345674"/>
            <a:chOff x="4650919" y="3817349"/>
            <a:chExt cx="346024" cy="345674"/>
          </a:xfrm>
        </p:grpSpPr>
        <p:sp>
          <p:nvSpPr>
            <p:cNvPr id="18034" name="Google Shape;18034;p6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66"/>
          <p:cNvGrpSpPr/>
          <p:nvPr/>
        </p:nvGrpSpPr>
        <p:grpSpPr>
          <a:xfrm>
            <a:off x="5272810" y="3893352"/>
            <a:ext cx="345642" cy="345674"/>
            <a:chOff x="5549861" y="3817349"/>
            <a:chExt cx="345642" cy="345674"/>
          </a:xfrm>
        </p:grpSpPr>
        <p:sp>
          <p:nvSpPr>
            <p:cNvPr id="18038" name="Google Shape;18038;p6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6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6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66"/>
          <p:cNvGrpSpPr/>
          <p:nvPr/>
        </p:nvGrpSpPr>
        <p:grpSpPr>
          <a:xfrm>
            <a:off x="1281335" y="3474029"/>
            <a:ext cx="367255" cy="269855"/>
            <a:chOff x="1306445" y="3397829"/>
            <a:chExt cx="367255" cy="269855"/>
          </a:xfrm>
        </p:grpSpPr>
        <p:sp>
          <p:nvSpPr>
            <p:cNvPr id="18042" name="Google Shape;18042;p6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8" name="Google Shape;18048;p66"/>
          <p:cNvGrpSpPr/>
          <p:nvPr/>
        </p:nvGrpSpPr>
        <p:grpSpPr>
          <a:xfrm>
            <a:off x="1756207" y="3467600"/>
            <a:ext cx="367255" cy="282364"/>
            <a:chOff x="1781317" y="3391400"/>
            <a:chExt cx="367255" cy="282364"/>
          </a:xfrm>
        </p:grpSpPr>
        <p:sp>
          <p:nvSpPr>
            <p:cNvPr id="18049" name="Google Shape;18049;p6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66"/>
          <p:cNvGrpSpPr/>
          <p:nvPr/>
        </p:nvGrpSpPr>
        <p:grpSpPr>
          <a:xfrm>
            <a:off x="3653720" y="3447133"/>
            <a:ext cx="369164" cy="323297"/>
            <a:chOff x="3678830" y="3370933"/>
            <a:chExt cx="369164" cy="323297"/>
          </a:xfrm>
        </p:grpSpPr>
        <p:sp>
          <p:nvSpPr>
            <p:cNvPr id="18056" name="Google Shape;18056;p6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6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66"/>
          <p:cNvGrpSpPr/>
          <p:nvPr/>
        </p:nvGrpSpPr>
        <p:grpSpPr>
          <a:xfrm>
            <a:off x="834155" y="3424375"/>
            <a:ext cx="312316" cy="368400"/>
            <a:chOff x="859265" y="3348175"/>
            <a:chExt cx="312316" cy="368400"/>
          </a:xfrm>
        </p:grpSpPr>
        <p:sp>
          <p:nvSpPr>
            <p:cNvPr id="18068" name="Google Shape;18068;p6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3" name="Google Shape;18073;p6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4" name="Google Shape;18074;p66"/>
          <p:cNvGrpSpPr/>
          <p:nvPr/>
        </p:nvGrpSpPr>
        <p:grpSpPr>
          <a:xfrm>
            <a:off x="2741264" y="3437213"/>
            <a:ext cx="330110" cy="308908"/>
            <a:chOff x="2766264" y="3394042"/>
            <a:chExt cx="294873" cy="275934"/>
          </a:xfrm>
        </p:grpSpPr>
        <p:sp>
          <p:nvSpPr>
            <p:cNvPr id="18075" name="Google Shape;18075;p6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6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9" name="Google Shape;18079;p66"/>
          <p:cNvGrpSpPr/>
          <p:nvPr/>
        </p:nvGrpSpPr>
        <p:grpSpPr>
          <a:xfrm>
            <a:off x="3189862" y="3435388"/>
            <a:ext cx="346406" cy="347552"/>
            <a:chOff x="3214972" y="3359188"/>
            <a:chExt cx="346406" cy="347552"/>
          </a:xfrm>
        </p:grpSpPr>
        <p:sp>
          <p:nvSpPr>
            <p:cNvPr id="18080" name="Google Shape;18080;p6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6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4" name="Google Shape;18094;p66"/>
          <p:cNvGrpSpPr/>
          <p:nvPr/>
        </p:nvGrpSpPr>
        <p:grpSpPr>
          <a:xfrm>
            <a:off x="4604196" y="3485393"/>
            <a:ext cx="367255" cy="244486"/>
            <a:chOff x="4629306" y="3409193"/>
            <a:chExt cx="367255" cy="244486"/>
          </a:xfrm>
        </p:grpSpPr>
        <p:sp>
          <p:nvSpPr>
            <p:cNvPr id="18095" name="Google Shape;18095;p6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6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66"/>
          <p:cNvGrpSpPr/>
          <p:nvPr/>
        </p:nvGrpSpPr>
        <p:grpSpPr>
          <a:xfrm>
            <a:off x="4168380" y="3426284"/>
            <a:ext cx="289939" cy="334661"/>
            <a:chOff x="4193490" y="3350084"/>
            <a:chExt cx="289939" cy="334661"/>
          </a:xfrm>
        </p:grpSpPr>
        <p:sp>
          <p:nvSpPr>
            <p:cNvPr id="18106" name="Google Shape;18106;p6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66"/>
          <p:cNvGrpSpPr/>
          <p:nvPr/>
        </p:nvGrpSpPr>
        <p:grpSpPr>
          <a:xfrm>
            <a:off x="6508171" y="3427430"/>
            <a:ext cx="357037" cy="357005"/>
            <a:chOff x="6533281" y="3351230"/>
            <a:chExt cx="357037" cy="357005"/>
          </a:xfrm>
        </p:grpSpPr>
        <p:sp>
          <p:nvSpPr>
            <p:cNvPr id="18117" name="Google Shape;18117;p6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0" name="Google Shape;18120;p66"/>
          <p:cNvGrpSpPr/>
          <p:nvPr/>
        </p:nvGrpSpPr>
        <p:grpSpPr>
          <a:xfrm>
            <a:off x="6033331" y="3427430"/>
            <a:ext cx="357387" cy="357005"/>
            <a:chOff x="6058441" y="3351230"/>
            <a:chExt cx="357387" cy="357005"/>
          </a:xfrm>
        </p:grpSpPr>
        <p:sp>
          <p:nvSpPr>
            <p:cNvPr id="18121" name="Google Shape;18121;p6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6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66"/>
          <p:cNvGrpSpPr/>
          <p:nvPr/>
        </p:nvGrpSpPr>
        <p:grpSpPr>
          <a:xfrm>
            <a:off x="7932373" y="3427048"/>
            <a:ext cx="357387" cy="357387"/>
            <a:chOff x="7957483" y="3350848"/>
            <a:chExt cx="357387" cy="357387"/>
          </a:xfrm>
        </p:grpSpPr>
        <p:sp>
          <p:nvSpPr>
            <p:cNvPr id="18124" name="Google Shape;18124;p6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66"/>
          <p:cNvGrpSpPr/>
          <p:nvPr/>
        </p:nvGrpSpPr>
        <p:grpSpPr>
          <a:xfrm>
            <a:off x="6982661" y="3427430"/>
            <a:ext cx="357387" cy="357005"/>
            <a:chOff x="7007771" y="3351230"/>
            <a:chExt cx="357387" cy="357005"/>
          </a:xfrm>
        </p:grpSpPr>
        <p:sp>
          <p:nvSpPr>
            <p:cNvPr id="18128" name="Google Shape;18128;p6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6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6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3" name="Google Shape;18133;p66"/>
          <p:cNvGrpSpPr/>
          <p:nvPr/>
        </p:nvGrpSpPr>
        <p:grpSpPr>
          <a:xfrm>
            <a:off x="5083620" y="3427430"/>
            <a:ext cx="357005" cy="357005"/>
            <a:chOff x="5108729" y="3351230"/>
            <a:chExt cx="357005" cy="357005"/>
          </a:xfrm>
        </p:grpSpPr>
        <p:sp>
          <p:nvSpPr>
            <p:cNvPr id="18134" name="Google Shape;18134;p6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6" name="Google Shape;18136;p66"/>
          <p:cNvGrpSpPr/>
          <p:nvPr/>
        </p:nvGrpSpPr>
        <p:grpSpPr>
          <a:xfrm>
            <a:off x="5558459" y="3427430"/>
            <a:ext cx="357419" cy="357005"/>
            <a:chOff x="5583569" y="3351230"/>
            <a:chExt cx="357419" cy="357005"/>
          </a:xfrm>
        </p:grpSpPr>
        <p:sp>
          <p:nvSpPr>
            <p:cNvPr id="18137" name="Google Shape;18137;p6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6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9" name="Google Shape;18139;p66"/>
          <p:cNvGrpSpPr/>
          <p:nvPr/>
        </p:nvGrpSpPr>
        <p:grpSpPr>
          <a:xfrm>
            <a:off x="7457119" y="3427430"/>
            <a:ext cx="357419" cy="357005"/>
            <a:chOff x="7482229" y="3351230"/>
            <a:chExt cx="357419" cy="357005"/>
          </a:xfrm>
        </p:grpSpPr>
        <p:sp>
          <p:nvSpPr>
            <p:cNvPr id="18140" name="Google Shape;18140;p6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5" name="Google Shape;18145;p66"/>
          <p:cNvGrpSpPr/>
          <p:nvPr/>
        </p:nvGrpSpPr>
        <p:grpSpPr>
          <a:xfrm>
            <a:off x="3739375" y="2966882"/>
            <a:ext cx="222874" cy="345737"/>
            <a:chOff x="3764485" y="2890682"/>
            <a:chExt cx="222874" cy="345737"/>
          </a:xfrm>
        </p:grpSpPr>
        <p:sp>
          <p:nvSpPr>
            <p:cNvPr id="18146" name="Google Shape;18146;p6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66"/>
          <p:cNvGrpSpPr/>
          <p:nvPr/>
        </p:nvGrpSpPr>
        <p:grpSpPr>
          <a:xfrm>
            <a:off x="2213507" y="2984331"/>
            <a:ext cx="422596" cy="310382"/>
            <a:chOff x="2278533" y="2937377"/>
            <a:chExt cx="346788" cy="254704"/>
          </a:xfrm>
        </p:grpSpPr>
        <p:sp>
          <p:nvSpPr>
            <p:cNvPr id="18150" name="Google Shape;18150;p6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52" name="Google Shape;18152;p6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3" name="Google Shape;18153;p66"/>
          <p:cNvGrpSpPr/>
          <p:nvPr/>
        </p:nvGrpSpPr>
        <p:grpSpPr>
          <a:xfrm>
            <a:off x="1811527" y="2967710"/>
            <a:ext cx="286152" cy="346438"/>
            <a:chOff x="1836637" y="2891510"/>
            <a:chExt cx="286152" cy="346438"/>
          </a:xfrm>
        </p:grpSpPr>
        <p:sp>
          <p:nvSpPr>
            <p:cNvPr id="18154" name="Google Shape;18154;p6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7" name="Google Shape;18157;p66"/>
          <p:cNvGrpSpPr/>
          <p:nvPr/>
        </p:nvGrpSpPr>
        <p:grpSpPr>
          <a:xfrm>
            <a:off x="5560751" y="2982129"/>
            <a:ext cx="379764" cy="337684"/>
            <a:chOff x="5585861" y="2905929"/>
            <a:chExt cx="379764" cy="337684"/>
          </a:xfrm>
        </p:grpSpPr>
        <p:sp>
          <p:nvSpPr>
            <p:cNvPr id="18158" name="Google Shape;18158;p6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2" name="Google Shape;18162;p66"/>
          <p:cNvGrpSpPr/>
          <p:nvPr/>
        </p:nvGrpSpPr>
        <p:grpSpPr>
          <a:xfrm>
            <a:off x="1302566" y="2986680"/>
            <a:ext cx="347934" cy="310024"/>
            <a:chOff x="1327676" y="2910480"/>
            <a:chExt cx="347934" cy="310024"/>
          </a:xfrm>
        </p:grpSpPr>
        <p:sp>
          <p:nvSpPr>
            <p:cNvPr id="18163" name="Google Shape;18163;p6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68" name="Google Shape;18168;p6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69" name="Google Shape;18169;p66"/>
          <p:cNvGrpSpPr/>
          <p:nvPr/>
        </p:nvGrpSpPr>
        <p:grpSpPr>
          <a:xfrm>
            <a:off x="2728291" y="2945764"/>
            <a:ext cx="382828" cy="358601"/>
            <a:chOff x="2753373" y="2902523"/>
            <a:chExt cx="347552" cy="325557"/>
          </a:xfrm>
        </p:grpSpPr>
        <p:sp>
          <p:nvSpPr>
            <p:cNvPr id="18170" name="Google Shape;18170;p6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6" name="Google Shape;18176;p66"/>
          <p:cNvGrpSpPr/>
          <p:nvPr/>
        </p:nvGrpSpPr>
        <p:grpSpPr>
          <a:xfrm>
            <a:off x="823906" y="2979455"/>
            <a:ext cx="356655" cy="335425"/>
            <a:chOff x="849016" y="2903255"/>
            <a:chExt cx="356655" cy="335425"/>
          </a:xfrm>
        </p:grpSpPr>
        <p:sp>
          <p:nvSpPr>
            <p:cNvPr id="18177" name="Google Shape;18177;p6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66"/>
          <p:cNvGrpSpPr/>
          <p:nvPr/>
        </p:nvGrpSpPr>
        <p:grpSpPr>
          <a:xfrm>
            <a:off x="4185823" y="3002977"/>
            <a:ext cx="280072" cy="275520"/>
            <a:chOff x="4210933" y="2926777"/>
            <a:chExt cx="280072" cy="275520"/>
          </a:xfrm>
        </p:grpSpPr>
        <p:sp>
          <p:nvSpPr>
            <p:cNvPr id="18189" name="Google Shape;18189;p6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2" name="Google Shape;18202;p66"/>
          <p:cNvGrpSpPr/>
          <p:nvPr/>
        </p:nvGrpSpPr>
        <p:grpSpPr>
          <a:xfrm>
            <a:off x="4642106" y="2991582"/>
            <a:ext cx="320273" cy="318395"/>
            <a:chOff x="4667216" y="2915382"/>
            <a:chExt cx="320273" cy="318395"/>
          </a:xfrm>
        </p:grpSpPr>
        <p:sp>
          <p:nvSpPr>
            <p:cNvPr id="18203" name="Google Shape;18203;p6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7" name="Google Shape;18207;p66"/>
          <p:cNvGrpSpPr/>
          <p:nvPr/>
        </p:nvGrpSpPr>
        <p:grpSpPr>
          <a:xfrm>
            <a:off x="5145370" y="3010839"/>
            <a:ext cx="261929" cy="280550"/>
            <a:chOff x="5170480" y="2934639"/>
            <a:chExt cx="261929" cy="280550"/>
          </a:xfrm>
        </p:grpSpPr>
        <p:sp>
          <p:nvSpPr>
            <p:cNvPr id="18208" name="Google Shape;18208;p6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6"/>
          <p:cNvGrpSpPr/>
          <p:nvPr/>
        </p:nvGrpSpPr>
        <p:grpSpPr>
          <a:xfrm>
            <a:off x="6044313" y="2968091"/>
            <a:ext cx="362321" cy="364231"/>
            <a:chOff x="6069423" y="2891892"/>
            <a:chExt cx="362321" cy="364231"/>
          </a:xfrm>
        </p:grpSpPr>
        <p:sp>
          <p:nvSpPr>
            <p:cNvPr id="18216" name="Google Shape;18216;p6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2" name="Google Shape;18222;p66"/>
          <p:cNvGrpSpPr/>
          <p:nvPr/>
        </p:nvGrpSpPr>
        <p:grpSpPr>
          <a:xfrm>
            <a:off x="6546845" y="2995370"/>
            <a:ext cx="308878" cy="311170"/>
            <a:chOff x="6571955" y="2919170"/>
            <a:chExt cx="308878" cy="311170"/>
          </a:xfrm>
        </p:grpSpPr>
        <p:sp>
          <p:nvSpPr>
            <p:cNvPr id="18223" name="Google Shape;18223;p6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3" name="Google Shape;18233;p66"/>
          <p:cNvGrpSpPr/>
          <p:nvPr/>
        </p:nvGrpSpPr>
        <p:grpSpPr>
          <a:xfrm>
            <a:off x="7474944" y="3010935"/>
            <a:ext cx="350576" cy="280454"/>
            <a:chOff x="7500054" y="2934735"/>
            <a:chExt cx="350576" cy="280454"/>
          </a:xfrm>
        </p:grpSpPr>
        <p:sp>
          <p:nvSpPr>
            <p:cNvPr id="18234" name="Google Shape;18234;p6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66"/>
          <p:cNvGrpSpPr/>
          <p:nvPr/>
        </p:nvGrpSpPr>
        <p:grpSpPr>
          <a:xfrm>
            <a:off x="6987570" y="2950862"/>
            <a:ext cx="332012" cy="355454"/>
            <a:chOff x="7055134" y="2919170"/>
            <a:chExt cx="290321" cy="310820"/>
          </a:xfrm>
        </p:grpSpPr>
        <p:sp>
          <p:nvSpPr>
            <p:cNvPr id="18243" name="Google Shape;18243;p6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6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66"/>
          <p:cNvGrpSpPr/>
          <p:nvPr/>
        </p:nvGrpSpPr>
        <p:grpSpPr>
          <a:xfrm>
            <a:off x="7960033" y="2976813"/>
            <a:ext cx="330109" cy="347552"/>
            <a:chOff x="7985143" y="2900613"/>
            <a:chExt cx="330109" cy="347552"/>
          </a:xfrm>
        </p:grpSpPr>
        <p:sp>
          <p:nvSpPr>
            <p:cNvPr id="18258" name="Google Shape;18258;p6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6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6" name="Google Shape;18266;p66"/>
          <p:cNvGrpSpPr/>
          <p:nvPr/>
        </p:nvGrpSpPr>
        <p:grpSpPr>
          <a:xfrm>
            <a:off x="7965731" y="2511426"/>
            <a:ext cx="354363" cy="353631"/>
            <a:chOff x="7990840" y="2435226"/>
            <a:chExt cx="354363" cy="353631"/>
          </a:xfrm>
        </p:grpSpPr>
        <p:sp>
          <p:nvSpPr>
            <p:cNvPr id="18267" name="Google Shape;18267;p6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0" name="Google Shape;18270;p66"/>
          <p:cNvGrpSpPr/>
          <p:nvPr/>
        </p:nvGrpSpPr>
        <p:grpSpPr>
          <a:xfrm>
            <a:off x="1792207" y="2556530"/>
            <a:ext cx="350958" cy="263043"/>
            <a:chOff x="1817317" y="2480330"/>
            <a:chExt cx="350958" cy="263043"/>
          </a:xfrm>
        </p:grpSpPr>
        <p:sp>
          <p:nvSpPr>
            <p:cNvPr id="18271" name="Google Shape;18271;p6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6"/>
          <p:cNvGrpSpPr/>
          <p:nvPr/>
        </p:nvGrpSpPr>
        <p:grpSpPr>
          <a:xfrm>
            <a:off x="1316617" y="2559549"/>
            <a:ext cx="419913" cy="308109"/>
            <a:chOff x="1341727" y="2483349"/>
            <a:chExt cx="419913" cy="308109"/>
          </a:xfrm>
        </p:grpSpPr>
        <p:sp>
          <p:nvSpPr>
            <p:cNvPr id="18277" name="Google Shape;18277;p6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66"/>
          <p:cNvGrpSpPr/>
          <p:nvPr/>
        </p:nvGrpSpPr>
        <p:grpSpPr>
          <a:xfrm>
            <a:off x="829222" y="2523936"/>
            <a:ext cx="376358" cy="330109"/>
            <a:chOff x="854332" y="2447736"/>
            <a:chExt cx="376358" cy="330109"/>
          </a:xfrm>
        </p:grpSpPr>
        <p:sp>
          <p:nvSpPr>
            <p:cNvPr id="18281" name="Google Shape;18281;p6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6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6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9" name="Google Shape;18289;p66"/>
          <p:cNvGrpSpPr/>
          <p:nvPr/>
        </p:nvGrpSpPr>
        <p:grpSpPr>
          <a:xfrm>
            <a:off x="4181653" y="2527151"/>
            <a:ext cx="322151" cy="322374"/>
            <a:chOff x="4206763" y="2450951"/>
            <a:chExt cx="322151" cy="322374"/>
          </a:xfrm>
        </p:grpSpPr>
        <p:sp>
          <p:nvSpPr>
            <p:cNvPr id="18290" name="Google Shape;18290;p6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66"/>
          <p:cNvGrpSpPr/>
          <p:nvPr/>
        </p:nvGrpSpPr>
        <p:grpSpPr>
          <a:xfrm>
            <a:off x="7491236" y="2526259"/>
            <a:ext cx="327976" cy="324316"/>
            <a:chOff x="7528096" y="2450059"/>
            <a:chExt cx="327976" cy="324316"/>
          </a:xfrm>
        </p:grpSpPr>
        <p:sp>
          <p:nvSpPr>
            <p:cNvPr id="18293" name="Google Shape;18293;p6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6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8" name="Google Shape;18298;p66"/>
          <p:cNvGrpSpPr/>
          <p:nvPr/>
        </p:nvGrpSpPr>
        <p:grpSpPr>
          <a:xfrm>
            <a:off x="7052019" y="2588742"/>
            <a:ext cx="282364" cy="198619"/>
            <a:chOff x="7077129" y="2512542"/>
            <a:chExt cx="282364" cy="198619"/>
          </a:xfrm>
        </p:grpSpPr>
        <p:sp>
          <p:nvSpPr>
            <p:cNvPr id="18299" name="Google Shape;18299;p6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5" name="Google Shape;18305;p66"/>
          <p:cNvGrpSpPr/>
          <p:nvPr/>
        </p:nvGrpSpPr>
        <p:grpSpPr>
          <a:xfrm>
            <a:off x="3700351" y="2520912"/>
            <a:ext cx="334279" cy="334661"/>
            <a:chOff x="3725461" y="2444712"/>
            <a:chExt cx="334279" cy="334661"/>
          </a:xfrm>
        </p:grpSpPr>
        <p:sp>
          <p:nvSpPr>
            <p:cNvPr id="18306" name="Google Shape;18306;p6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6"/>
          <p:cNvGrpSpPr/>
          <p:nvPr/>
        </p:nvGrpSpPr>
        <p:grpSpPr>
          <a:xfrm>
            <a:off x="6552128" y="2533421"/>
            <a:ext cx="332019" cy="310788"/>
            <a:chOff x="6577238" y="2457221"/>
            <a:chExt cx="332019" cy="310788"/>
          </a:xfrm>
        </p:grpSpPr>
        <p:sp>
          <p:nvSpPr>
            <p:cNvPr id="18314" name="Google Shape;18314;p6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0" name="Google Shape;18320;p66"/>
          <p:cNvGrpSpPr/>
          <p:nvPr/>
        </p:nvGrpSpPr>
        <p:grpSpPr>
          <a:xfrm>
            <a:off x="2793451" y="2515978"/>
            <a:ext cx="247892" cy="346024"/>
            <a:chOff x="2818561" y="2439778"/>
            <a:chExt cx="247892" cy="346024"/>
          </a:xfrm>
        </p:grpSpPr>
        <p:sp>
          <p:nvSpPr>
            <p:cNvPr id="18321" name="Google Shape;18321;p6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6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3" name="Google Shape;18333;p66"/>
          <p:cNvGrpSpPr/>
          <p:nvPr/>
        </p:nvGrpSpPr>
        <p:grpSpPr>
          <a:xfrm>
            <a:off x="3182668" y="2550832"/>
            <a:ext cx="419933" cy="275170"/>
            <a:chOff x="3207778" y="2474632"/>
            <a:chExt cx="419933" cy="275170"/>
          </a:xfrm>
        </p:grpSpPr>
        <p:sp>
          <p:nvSpPr>
            <p:cNvPr id="18334" name="Google Shape;18334;p6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6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8" name="Google Shape;18348;p66"/>
          <p:cNvGrpSpPr/>
          <p:nvPr/>
        </p:nvGrpSpPr>
        <p:grpSpPr>
          <a:xfrm>
            <a:off x="6074265" y="2532275"/>
            <a:ext cx="337684" cy="314194"/>
            <a:chOff x="6099375" y="2456075"/>
            <a:chExt cx="337684" cy="314194"/>
          </a:xfrm>
        </p:grpSpPr>
        <p:sp>
          <p:nvSpPr>
            <p:cNvPr id="18349" name="Google Shape;18349;p6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66"/>
          <p:cNvGrpSpPr/>
          <p:nvPr/>
        </p:nvGrpSpPr>
        <p:grpSpPr>
          <a:xfrm>
            <a:off x="2287513" y="2544784"/>
            <a:ext cx="312698" cy="286534"/>
            <a:chOff x="2312623" y="2468584"/>
            <a:chExt cx="312698" cy="286534"/>
          </a:xfrm>
        </p:grpSpPr>
        <p:sp>
          <p:nvSpPr>
            <p:cNvPr id="18352" name="Google Shape;18352;p6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66"/>
          <p:cNvGrpSpPr/>
          <p:nvPr/>
        </p:nvGrpSpPr>
        <p:grpSpPr>
          <a:xfrm>
            <a:off x="5593695" y="2517124"/>
            <a:ext cx="345292" cy="342618"/>
            <a:chOff x="5618805" y="2440924"/>
            <a:chExt cx="345292" cy="342618"/>
          </a:xfrm>
        </p:grpSpPr>
        <p:sp>
          <p:nvSpPr>
            <p:cNvPr id="18356" name="Google Shape;18356;p6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1" name="Google Shape;18361;p66"/>
          <p:cNvGrpSpPr/>
          <p:nvPr/>
        </p:nvGrpSpPr>
        <p:grpSpPr>
          <a:xfrm>
            <a:off x="4628069" y="2522790"/>
            <a:ext cx="377886" cy="331255"/>
            <a:chOff x="4653179" y="2446590"/>
            <a:chExt cx="377886" cy="331255"/>
          </a:xfrm>
        </p:grpSpPr>
        <p:sp>
          <p:nvSpPr>
            <p:cNvPr id="18362" name="Google Shape;18362;p6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6" name="Google Shape;18366;p66"/>
          <p:cNvGrpSpPr/>
          <p:nvPr/>
        </p:nvGrpSpPr>
        <p:grpSpPr>
          <a:xfrm>
            <a:off x="5159407" y="2535681"/>
            <a:ext cx="252062" cy="305122"/>
            <a:chOff x="5184517" y="2459481"/>
            <a:chExt cx="252062" cy="305122"/>
          </a:xfrm>
        </p:grpSpPr>
        <p:sp>
          <p:nvSpPr>
            <p:cNvPr id="18367" name="Google Shape;18367;p6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73" name="Google Shape;18373;p6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4" name="Google Shape;18374;p66"/>
          <p:cNvGrpSpPr/>
          <p:nvPr/>
        </p:nvGrpSpPr>
        <p:grpSpPr>
          <a:xfrm>
            <a:off x="6130349" y="2045308"/>
            <a:ext cx="249770" cy="363849"/>
            <a:chOff x="6155459" y="1969108"/>
            <a:chExt cx="249770" cy="363849"/>
          </a:xfrm>
        </p:grpSpPr>
        <p:sp>
          <p:nvSpPr>
            <p:cNvPr id="18375" name="Google Shape;18375;p6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66"/>
          <p:cNvGrpSpPr/>
          <p:nvPr/>
        </p:nvGrpSpPr>
        <p:grpSpPr>
          <a:xfrm>
            <a:off x="2254919" y="2046804"/>
            <a:ext cx="353631" cy="354395"/>
            <a:chOff x="2280029" y="1970604"/>
            <a:chExt cx="353631" cy="354395"/>
          </a:xfrm>
        </p:grpSpPr>
        <p:sp>
          <p:nvSpPr>
            <p:cNvPr id="18385" name="Google Shape;18385;p6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9" name="Google Shape;18389;p66"/>
          <p:cNvGrpSpPr/>
          <p:nvPr/>
        </p:nvGrpSpPr>
        <p:grpSpPr>
          <a:xfrm>
            <a:off x="8039990" y="2076374"/>
            <a:ext cx="255086" cy="301685"/>
            <a:chOff x="8065100" y="2000174"/>
            <a:chExt cx="255086" cy="301685"/>
          </a:xfrm>
        </p:grpSpPr>
        <p:sp>
          <p:nvSpPr>
            <p:cNvPr id="18390" name="Google Shape;18390;p6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4" name="Google Shape;18394;p66"/>
          <p:cNvGrpSpPr/>
          <p:nvPr/>
        </p:nvGrpSpPr>
        <p:grpSpPr>
          <a:xfrm>
            <a:off x="6608595" y="2045308"/>
            <a:ext cx="249420" cy="363849"/>
            <a:chOff x="6633705" y="1969108"/>
            <a:chExt cx="249420" cy="363849"/>
          </a:xfrm>
        </p:grpSpPr>
        <p:sp>
          <p:nvSpPr>
            <p:cNvPr id="18395" name="Google Shape;18395;p6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66"/>
          <p:cNvGrpSpPr/>
          <p:nvPr/>
        </p:nvGrpSpPr>
        <p:grpSpPr>
          <a:xfrm>
            <a:off x="5185921" y="2045308"/>
            <a:ext cx="226661" cy="363467"/>
            <a:chOff x="5211031" y="1969108"/>
            <a:chExt cx="226661" cy="363467"/>
          </a:xfrm>
        </p:grpSpPr>
        <p:sp>
          <p:nvSpPr>
            <p:cNvPr id="18404" name="Google Shape;18404;p6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6" name="Google Shape;18406;p66"/>
          <p:cNvGrpSpPr/>
          <p:nvPr/>
        </p:nvGrpSpPr>
        <p:grpSpPr>
          <a:xfrm>
            <a:off x="3687842" y="2046804"/>
            <a:ext cx="354363" cy="354395"/>
            <a:chOff x="3712952" y="1970604"/>
            <a:chExt cx="354363" cy="354395"/>
          </a:xfrm>
        </p:grpSpPr>
        <p:sp>
          <p:nvSpPr>
            <p:cNvPr id="18407" name="Google Shape;18407;p6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6" name="Google Shape;18416;p66"/>
          <p:cNvGrpSpPr/>
          <p:nvPr/>
        </p:nvGrpSpPr>
        <p:grpSpPr>
          <a:xfrm>
            <a:off x="3210329" y="2046804"/>
            <a:ext cx="354363" cy="354745"/>
            <a:chOff x="3235438" y="1970604"/>
            <a:chExt cx="354363" cy="354745"/>
          </a:xfrm>
        </p:grpSpPr>
        <p:sp>
          <p:nvSpPr>
            <p:cNvPr id="18417" name="Google Shape;18417;p6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6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0" name="Google Shape;18430;p66"/>
          <p:cNvGrpSpPr/>
          <p:nvPr/>
        </p:nvGrpSpPr>
        <p:grpSpPr>
          <a:xfrm>
            <a:off x="1304475" y="2066125"/>
            <a:ext cx="341472" cy="335074"/>
            <a:chOff x="1329585" y="1989925"/>
            <a:chExt cx="341472" cy="335074"/>
          </a:xfrm>
        </p:grpSpPr>
        <p:sp>
          <p:nvSpPr>
            <p:cNvPr id="18431" name="Google Shape;18431;p6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4" name="Google Shape;18434;p66"/>
          <p:cNvGrpSpPr/>
          <p:nvPr/>
        </p:nvGrpSpPr>
        <p:grpSpPr>
          <a:xfrm>
            <a:off x="5566761" y="2066106"/>
            <a:ext cx="416649" cy="325597"/>
            <a:chOff x="5626763" y="2013829"/>
            <a:chExt cx="351722" cy="274788"/>
          </a:xfrm>
        </p:grpSpPr>
        <p:sp>
          <p:nvSpPr>
            <p:cNvPr id="18435" name="Google Shape;18435;p6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6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6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5" name="Google Shape;18445;p66"/>
          <p:cNvGrpSpPr/>
          <p:nvPr/>
        </p:nvGrpSpPr>
        <p:grpSpPr>
          <a:xfrm>
            <a:off x="7551495" y="2060077"/>
            <a:ext cx="276698" cy="333133"/>
            <a:chOff x="7576605" y="1983877"/>
            <a:chExt cx="276698" cy="333133"/>
          </a:xfrm>
        </p:grpSpPr>
        <p:sp>
          <p:nvSpPr>
            <p:cNvPr id="18446" name="Google Shape;18446;p6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8" name="Google Shape;18448;p66"/>
          <p:cNvGrpSpPr/>
          <p:nvPr/>
        </p:nvGrpSpPr>
        <p:grpSpPr>
          <a:xfrm>
            <a:off x="828458" y="2051738"/>
            <a:ext cx="337334" cy="353599"/>
            <a:chOff x="853568" y="1975538"/>
            <a:chExt cx="337334" cy="353599"/>
          </a:xfrm>
        </p:grpSpPr>
        <p:sp>
          <p:nvSpPr>
            <p:cNvPr id="18449" name="Google Shape;18449;p6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66"/>
          <p:cNvGrpSpPr/>
          <p:nvPr/>
        </p:nvGrpSpPr>
        <p:grpSpPr>
          <a:xfrm>
            <a:off x="2733192" y="2085828"/>
            <a:ext cx="327085" cy="277080"/>
            <a:chOff x="2770052" y="2009628"/>
            <a:chExt cx="327085" cy="277080"/>
          </a:xfrm>
        </p:grpSpPr>
        <p:sp>
          <p:nvSpPr>
            <p:cNvPr id="18454" name="Google Shape;18454;p6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6" name="Google Shape;18456;p6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57" name="Google Shape;18457;p66"/>
          <p:cNvGrpSpPr/>
          <p:nvPr/>
        </p:nvGrpSpPr>
        <p:grpSpPr>
          <a:xfrm>
            <a:off x="4170289" y="2046804"/>
            <a:ext cx="344878" cy="343573"/>
            <a:chOff x="4195399" y="1970604"/>
            <a:chExt cx="344878" cy="343573"/>
          </a:xfrm>
        </p:grpSpPr>
        <p:sp>
          <p:nvSpPr>
            <p:cNvPr id="18458" name="Google Shape;18458;p6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66"/>
          <p:cNvGrpSpPr/>
          <p:nvPr/>
        </p:nvGrpSpPr>
        <p:grpSpPr>
          <a:xfrm>
            <a:off x="4649681" y="2053647"/>
            <a:ext cx="344528" cy="344114"/>
            <a:chOff x="4674791" y="1977447"/>
            <a:chExt cx="344528" cy="344114"/>
          </a:xfrm>
        </p:grpSpPr>
        <p:sp>
          <p:nvSpPr>
            <p:cNvPr id="18463" name="Google Shape;18463;p6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6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6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9" name="Google Shape;18489;p66"/>
          <p:cNvGrpSpPr/>
          <p:nvPr/>
        </p:nvGrpSpPr>
        <p:grpSpPr>
          <a:xfrm>
            <a:off x="6058700" y="1623497"/>
            <a:ext cx="382819" cy="310788"/>
            <a:chOff x="6083810" y="1547297"/>
            <a:chExt cx="382819" cy="310788"/>
          </a:xfrm>
        </p:grpSpPr>
        <p:sp>
          <p:nvSpPr>
            <p:cNvPr id="18490" name="Google Shape;18490;p6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8" name="Google Shape;18508;p66"/>
          <p:cNvGrpSpPr/>
          <p:nvPr/>
        </p:nvGrpSpPr>
        <p:grpSpPr>
          <a:xfrm>
            <a:off x="6533190" y="1614393"/>
            <a:ext cx="382788" cy="328613"/>
            <a:chOff x="6558300" y="1538193"/>
            <a:chExt cx="382788" cy="328613"/>
          </a:xfrm>
        </p:grpSpPr>
        <p:sp>
          <p:nvSpPr>
            <p:cNvPr id="18509" name="Google Shape;18509;p6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1" name="Google Shape;18511;p66"/>
          <p:cNvGrpSpPr/>
          <p:nvPr/>
        </p:nvGrpSpPr>
        <p:grpSpPr>
          <a:xfrm>
            <a:off x="5168892" y="1587497"/>
            <a:ext cx="259605" cy="346024"/>
            <a:chOff x="5194002" y="1511297"/>
            <a:chExt cx="259605" cy="346024"/>
          </a:xfrm>
        </p:grpSpPr>
        <p:sp>
          <p:nvSpPr>
            <p:cNvPr id="18512" name="Google Shape;18512;p6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6" name="Google Shape;18516;p66"/>
          <p:cNvGrpSpPr/>
          <p:nvPr/>
        </p:nvGrpSpPr>
        <p:grpSpPr>
          <a:xfrm>
            <a:off x="1369631" y="1588261"/>
            <a:ext cx="252444" cy="351722"/>
            <a:chOff x="1394741" y="1512061"/>
            <a:chExt cx="252444" cy="351722"/>
          </a:xfrm>
        </p:grpSpPr>
        <p:sp>
          <p:nvSpPr>
            <p:cNvPr id="18517" name="Google Shape;18517;p6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4" name="Google Shape;18534;p66"/>
          <p:cNvGrpSpPr/>
          <p:nvPr/>
        </p:nvGrpSpPr>
        <p:grpSpPr>
          <a:xfrm>
            <a:off x="829986" y="1580685"/>
            <a:ext cx="380910" cy="339594"/>
            <a:chOff x="855096" y="1504485"/>
            <a:chExt cx="380910" cy="339594"/>
          </a:xfrm>
        </p:grpSpPr>
        <p:sp>
          <p:nvSpPr>
            <p:cNvPr id="18535" name="Google Shape;18535;p6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0" name="Google Shape;18540;p66"/>
          <p:cNvGrpSpPr/>
          <p:nvPr/>
        </p:nvGrpSpPr>
        <p:grpSpPr>
          <a:xfrm>
            <a:off x="1794466" y="1587879"/>
            <a:ext cx="352103" cy="352103"/>
            <a:chOff x="1819576" y="1511679"/>
            <a:chExt cx="352103" cy="352103"/>
          </a:xfrm>
        </p:grpSpPr>
        <p:sp>
          <p:nvSpPr>
            <p:cNvPr id="18541" name="Google Shape;18541;p6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5" name="Google Shape;18545;p66"/>
          <p:cNvGrpSpPr/>
          <p:nvPr/>
        </p:nvGrpSpPr>
        <p:grpSpPr>
          <a:xfrm>
            <a:off x="5595987" y="1576961"/>
            <a:ext cx="371424" cy="355446"/>
            <a:chOff x="5621097" y="1500761"/>
            <a:chExt cx="371424" cy="355446"/>
          </a:xfrm>
        </p:grpSpPr>
        <p:sp>
          <p:nvSpPr>
            <p:cNvPr id="18546" name="Google Shape;18546;p6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8" name="Google Shape;18548;p66"/>
          <p:cNvGrpSpPr/>
          <p:nvPr/>
        </p:nvGrpSpPr>
        <p:grpSpPr>
          <a:xfrm>
            <a:off x="4645129" y="1617799"/>
            <a:ext cx="359679" cy="321833"/>
            <a:chOff x="4670239" y="1541599"/>
            <a:chExt cx="359679" cy="321833"/>
          </a:xfrm>
        </p:grpSpPr>
        <p:sp>
          <p:nvSpPr>
            <p:cNvPr id="18549" name="Google Shape;18549;p6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4" name="Google Shape;18554;p66"/>
          <p:cNvGrpSpPr/>
          <p:nvPr/>
        </p:nvGrpSpPr>
        <p:grpSpPr>
          <a:xfrm>
            <a:off x="4187319" y="1578585"/>
            <a:ext cx="321037" cy="353822"/>
            <a:chOff x="4212429" y="1502385"/>
            <a:chExt cx="321037" cy="353822"/>
          </a:xfrm>
        </p:grpSpPr>
        <p:sp>
          <p:nvSpPr>
            <p:cNvPr id="18555" name="Google Shape;18555;p6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66"/>
          <p:cNvGrpSpPr/>
          <p:nvPr/>
        </p:nvGrpSpPr>
        <p:grpSpPr>
          <a:xfrm>
            <a:off x="2277678" y="1582181"/>
            <a:ext cx="336188" cy="335425"/>
            <a:chOff x="2302788" y="1505981"/>
            <a:chExt cx="336188" cy="335425"/>
          </a:xfrm>
        </p:grpSpPr>
        <p:sp>
          <p:nvSpPr>
            <p:cNvPr id="18560" name="Google Shape;18560;p6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7" name="Google Shape;18577;p66"/>
          <p:cNvGrpSpPr/>
          <p:nvPr/>
        </p:nvGrpSpPr>
        <p:grpSpPr>
          <a:xfrm>
            <a:off x="2755191" y="1598096"/>
            <a:ext cx="333133" cy="321037"/>
            <a:chOff x="2780301" y="1521896"/>
            <a:chExt cx="333133" cy="321037"/>
          </a:xfrm>
        </p:grpSpPr>
        <p:sp>
          <p:nvSpPr>
            <p:cNvPr id="18578" name="Google Shape;18578;p6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66"/>
          <p:cNvGrpSpPr/>
          <p:nvPr/>
        </p:nvGrpSpPr>
        <p:grpSpPr>
          <a:xfrm>
            <a:off x="3291049" y="1591285"/>
            <a:ext cx="211892" cy="339594"/>
            <a:chOff x="3316159" y="1515085"/>
            <a:chExt cx="211892" cy="339594"/>
          </a:xfrm>
        </p:grpSpPr>
        <p:sp>
          <p:nvSpPr>
            <p:cNvPr id="18599" name="Google Shape;18599;p6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2" name="Google Shape;18602;p66"/>
            <p:cNvGrpSpPr/>
            <p:nvPr/>
          </p:nvGrpSpPr>
          <p:grpSpPr>
            <a:xfrm>
              <a:off x="3316159" y="1515085"/>
              <a:ext cx="211892" cy="339594"/>
              <a:chOff x="3316159" y="1515085"/>
              <a:chExt cx="211892" cy="339594"/>
            </a:xfrm>
          </p:grpSpPr>
          <p:sp>
            <p:nvSpPr>
              <p:cNvPr id="18603" name="Google Shape;18603;p6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09" name="Google Shape;18609;p66"/>
          <p:cNvGrpSpPr/>
          <p:nvPr/>
        </p:nvGrpSpPr>
        <p:grpSpPr>
          <a:xfrm>
            <a:off x="3691248" y="1620855"/>
            <a:ext cx="361971" cy="314958"/>
            <a:chOff x="3716358" y="1544655"/>
            <a:chExt cx="361971" cy="314958"/>
          </a:xfrm>
        </p:grpSpPr>
        <p:sp>
          <p:nvSpPr>
            <p:cNvPr id="18610" name="Google Shape;18610;p6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15" name="Google Shape;18615;p66"/>
            <p:cNvGrpSpPr/>
            <p:nvPr/>
          </p:nvGrpSpPr>
          <p:grpSpPr>
            <a:xfrm>
              <a:off x="3716358" y="1544655"/>
              <a:ext cx="361971" cy="314958"/>
              <a:chOff x="3716358" y="1544655"/>
              <a:chExt cx="361971" cy="314958"/>
            </a:xfrm>
          </p:grpSpPr>
          <p:sp>
            <p:nvSpPr>
              <p:cNvPr id="18616" name="Google Shape;18616;p6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21" name="Google Shape;18621;p66"/>
          <p:cNvGrpSpPr/>
          <p:nvPr/>
        </p:nvGrpSpPr>
        <p:grpSpPr>
          <a:xfrm>
            <a:off x="6986814" y="1633752"/>
            <a:ext cx="499533" cy="305136"/>
            <a:chOff x="7009649" y="1541981"/>
            <a:chExt cx="524940" cy="320655"/>
          </a:xfrm>
        </p:grpSpPr>
        <p:sp>
          <p:nvSpPr>
            <p:cNvPr id="18622" name="Google Shape;18622;p6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6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0" name="Google Shape;18630;p66"/>
          <p:cNvGrpSpPr/>
          <p:nvPr/>
        </p:nvGrpSpPr>
        <p:grpSpPr>
          <a:xfrm>
            <a:off x="8008924" y="1594309"/>
            <a:ext cx="282746" cy="340358"/>
            <a:chOff x="8034034" y="1518109"/>
            <a:chExt cx="282746" cy="340358"/>
          </a:xfrm>
        </p:grpSpPr>
        <p:sp>
          <p:nvSpPr>
            <p:cNvPr id="18631" name="Google Shape;18631;p6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5" name="Google Shape;18635;p66"/>
          <p:cNvGrpSpPr/>
          <p:nvPr/>
        </p:nvGrpSpPr>
        <p:grpSpPr>
          <a:xfrm>
            <a:off x="7557192" y="1576134"/>
            <a:ext cx="369133" cy="360411"/>
            <a:chOff x="7582302" y="1499934"/>
            <a:chExt cx="369133" cy="360411"/>
          </a:xfrm>
        </p:grpSpPr>
        <p:sp>
          <p:nvSpPr>
            <p:cNvPr id="18636" name="Google Shape;18636;p6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1" name="Google Shape;18641;p66"/>
          <p:cNvGrpSpPr/>
          <p:nvPr/>
        </p:nvGrpSpPr>
        <p:grpSpPr>
          <a:xfrm>
            <a:off x="6170979" y="3893352"/>
            <a:ext cx="346056" cy="345674"/>
            <a:chOff x="2238181" y="4120624"/>
            <a:chExt cx="346056" cy="345674"/>
          </a:xfrm>
        </p:grpSpPr>
        <p:grpSp>
          <p:nvGrpSpPr>
            <p:cNvPr id="18642" name="Google Shape;18642;p66"/>
            <p:cNvGrpSpPr/>
            <p:nvPr/>
          </p:nvGrpSpPr>
          <p:grpSpPr>
            <a:xfrm>
              <a:off x="2309155" y="4177413"/>
              <a:ext cx="203862" cy="231903"/>
              <a:chOff x="1512725" y="258500"/>
              <a:chExt cx="4570900" cy="5199625"/>
            </a:xfrm>
          </p:grpSpPr>
          <p:sp>
            <p:nvSpPr>
              <p:cNvPr id="18643" name="Google Shape;18643;p6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45" name="Google Shape;18645;p6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46" name="Google Shape;18646;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50" name="Shape 18650"/>
        <p:cNvGrpSpPr/>
        <p:nvPr/>
      </p:nvGrpSpPr>
      <p:grpSpPr>
        <a:xfrm>
          <a:off x="0" y="0"/>
          <a:ext cx="0" cy="0"/>
          <a:chOff x="0" y="0"/>
          <a:chExt cx="0" cy="0"/>
        </a:xfrm>
      </p:grpSpPr>
      <p:pic>
        <p:nvPicPr>
          <p:cNvPr id="18651" name="Google Shape;18651;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Organic Chicken Farming Project Proposal by Slidesgo">
  <a:themeElements>
    <a:clrScheme name="Simple Light">
      <a:dk1>
        <a:srgbClr val="49341A"/>
      </a:dk1>
      <a:lt1>
        <a:srgbClr val="F9F2EC"/>
      </a:lt1>
      <a:dk2>
        <a:srgbClr val="8D592D"/>
      </a:dk2>
      <a:lt2>
        <a:srgbClr val="664924"/>
      </a:lt2>
      <a:accent1>
        <a:srgbClr val="2A1E0F"/>
      </a:accent1>
      <a:accent2>
        <a:srgbClr val="0C0C0A"/>
      </a:accent2>
      <a:accent3>
        <a:srgbClr val="FFFFFF"/>
      </a:accent3>
      <a:accent4>
        <a:srgbClr val="FFFFFF"/>
      </a:accent4>
      <a:accent5>
        <a:srgbClr val="FFFFFF"/>
      </a:accent5>
      <a:accent6>
        <a:srgbClr val="FFFFFF"/>
      </a:accent6>
      <a:hlink>
        <a:srgbClr val="49341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